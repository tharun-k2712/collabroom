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92.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92.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5" r:id="rId4"/>
    <p:sldMasterId id="214748370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Lst>
  <p:sldSz cy="5143500" cx="9144000"/>
  <p:notesSz cx="6858000" cy="9144000"/>
  <p:embeddedFontLst>
    <p:embeddedFont>
      <p:font typeface="Raleway SemiBold"/>
      <p:regular r:id="rId99"/>
      <p:bold r:id="rId100"/>
      <p:italic r:id="rId101"/>
      <p:boldItalic r:id="rId102"/>
    </p:embeddedFont>
    <p:embeddedFont>
      <p:font typeface="Raleway"/>
      <p:regular r:id="rId103"/>
      <p:bold r:id="rId104"/>
      <p:italic r:id="rId105"/>
      <p:boldItalic r:id="rId106"/>
    </p:embeddedFont>
    <p:embeddedFont>
      <p:font typeface="Proxima Nova"/>
      <p:regular r:id="rId107"/>
      <p:bold r:id="rId108"/>
      <p:italic r:id="rId109"/>
      <p:boldItalic r:id="rId110"/>
    </p:embeddedFont>
    <p:embeddedFont>
      <p:font typeface="Roboto Medium"/>
      <p:regular r:id="rId111"/>
      <p:bold r:id="rId112"/>
      <p:italic r:id="rId113"/>
      <p:boldItalic r:id="rId114"/>
    </p:embeddedFont>
    <p:embeddedFont>
      <p:font typeface="Amatic SC"/>
      <p:regular r:id="rId115"/>
      <p:bold r:id="rId116"/>
    </p:embeddedFont>
    <p:embeddedFont>
      <p:font typeface="Gloria Hallelujah"/>
      <p:regular r:id="rId117"/>
    </p:embeddedFont>
    <p:embeddedFont>
      <p:font typeface="Lato"/>
      <p:regular r:id="rId118"/>
      <p:bold r:id="rId119"/>
      <p:italic r:id="rId120"/>
      <p:boldItalic r:id="rId121"/>
    </p:embeddedFont>
    <p:embeddedFont>
      <p:font typeface="Raleway Black"/>
      <p:bold r:id="rId122"/>
      <p:boldItalic r:id="rId123"/>
    </p:embeddedFont>
    <p:embeddedFont>
      <p:font typeface="Fira Sans Extra Condensed"/>
      <p:regular r:id="rId124"/>
      <p:bold r:id="rId125"/>
      <p:italic r:id="rId126"/>
      <p:boldItalic r:id="rId12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F163E8D-8FA3-412A-B799-8354B796EDC3}">
  <a:tblStyle styleId="{8F163E8D-8FA3-412A-B799-8354B796EDC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ProximaNova-regular.fntdata"/><Relationship Id="rId106" Type="http://schemas.openxmlformats.org/officeDocument/2006/relationships/font" Target="fonts/Raleway-boldItalic.fntdata"/><Relationship Id="rId105" Type="http://schemas.openxmlformats.org/officeDocument/2006/relationships/font" Target="fonts/Raleway-italic.fntdata"/><Relationship Id="rId104" Type="http://schemas.openxmlformats.org/officeDocument/2006/relationships/font" Target="fonts/Raleway-bold.fntdata"/><Relationship Id="rId109" Type="http://schemas.openxmlformats.org/officeDocument/2006/relationships/font" Target="fonts/ProximaNova-italic.fntdata"/><Relationship Id="rId108" Type="http://schemas.openxmlformats.org/officeDocument/2006/relationships/font" Target="fonts/ProximaNova-bold.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Raleway-regular.fntdata"/><Relationship Id="rId102" Type="http://schemas.openxmlformats.org/officeDocument/2006/relationships/font" Target="fonts/RalewaySemiBold-boldItalic.fntdata"/><Relationship Id="rId101" Type="http://schemas.openxmlformats.org/officeDocument/2006/relationships/font" Target="fonts/RalewaySemiBold-italic.fntdata"/><Relationship Id="rId100" Type="http://schemas.openxmlformats.org/officeDocument/2006/relationships/font" Target="fonts/RalewaySemiBold-bold.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27" Type="http://schemas.openxmlformats.org/officeDocument/2006/relationships/font" Target="fonts/FiraSansExtraCondensed-boldItalic.fntdata"/><Relationship Id="rId126" Type="http://schemas.openxmlformats.org/officeDocument/2006/relationships/font" Target="fonts/FiraSansExtraCondensed-italic.fntdata"/><Relationship Id="rId26" Type="http://schemas.openxmlformats.org/officeDocument/2006/relationships/slide" Target="slides/slide20.xml"/><Relationship Id="rId121" Type="http://schemas.openxmlformats.org/officeDocument/2006/relationships/font" Target="fonts/Lato-boldItalic.fntdata"/><Relationship Id="rId25" Type="http://schemas.openxmlformats.org/officeDocument/2006/relationships/slide" Target="slides/slide19.xml"/><Relationship Id="rId120" Type="http://schemas.openxmlformats.org/officeDocument/2006/relationships/font" Target="fonts/Lato-italic.fntdata"/><Relationship Id="rId28" Type="http://schemas.openxmlformats.org/officeDocument/2006/relationships/slide" Target="slides/slide22.xml"/><Relationship Id="rId27" Type="http://schemas.openxmlformats.org/officeDocument/2006/relationships/slide" Target="slides/slide21.xml"/><Relationship Id="rId125" Type="http://schemas.openxmlformats.org/officeDocument/2006/relationships/font" Target="fonts/FiraSansExtraCondensed-bold.fntdata"/><Relationship Id="rId29" Type="http://schemas.openxmlformats.org/officeDocument/2006/relationships/slide" Target="slides/slide23.xml"/><Relationship Id="rId124" Type="http://schemas.openxmlformats.org/officeDocument/2006/relationships/font" Target="fonts/FiraSansExtraCondensed-regular.fntdata"/><Relationship Id="rId123" Type="http://schemas.openxmlformats.org/officeDocument/2006/relationships/font" Target="fonts/RalewayBlack-boldItalic.fntdata"/><Relationship Id="rId122" Type="http://schemas.openxmlformats.org/officeDocument/2006/relationships/font" Target="fonts/RalewayBlack-bold.fntdata"/><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11" Type="http://schemas.openxmlformats.org/officeDocument/2006/relationships/slide" Target="slides/slide5.xml"/><Relationship Id="rId99" Type="http://schemas.openxmlformats.org/officeDocument/2006/relationships/font" Target="fonts/RalewaySemiBold-regular.fntdata"/><Relationship Id="rId10" Type="http://schemas.openxmlformats.org/officeDocument/2006/relationships/slide" Target="slides/slide4.xml"/><Relationship Id="rId98" Type="http://schemas.openxmlformats.org/officeDocument/2006/relationships/slide" Target="slides/slide92.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18" Type="http://schemas.openxmlformats.org/officeDocument/2006/relationships/font" Target="fonts/Lato-regular.fntdata"/><Relationship Id="rId117" Type="http://schemas.openxmlformats.org/officeDocument/2006/relationships/font" Target="fonts/GloriaHallelujah-regular.fntdata"/><Relationship Id="rId116" Type="http://schemas.openxmlformats.org/officeDocument/2006/relationships/font" Target="fonts/AmaticSC-bold.fntdata"/><Relationship Id="rId115" Type="http://schemas.openxmlformats.org/officeDocument/2006/relationships/font" Target="fonts/AmaticSC-regular.fntdata"/><Relationship Id="rId119" Type="http://schemas.openxmlformats.org/officeDocument/2006/relationships/font" Target="fonts/Lato-bold.fntdata"/><Relationship Id="rId15" Type="http://schemas.openxmlformats.org/officeDocument/2006/relationships/slide" Target="slides/slide9.xml"/><Relationship Id="rId110" Type="http://schemas.openxmlformats.org/officeDocument/2006/relationships/font" Target="fonts/ProximaNova-boldItalic.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RobotoMedium-boldItalic.fntdata"/><Relationship Id="rId18" Type="http://schemas.openxmlformats.org/officeDocument/2006/relationships/slide" Target="slides/slide12.xml"/><Relationship Id="rId113" Type="http://schemas.openxmlformats.org/officeDocument/2006/relationships/font" Target="fonts/RobotoMedium-italic.fntdata"/><Relationship Id="rId112" Type="http://schemas.openxmlformats.org/officeDocument/2006/relationships/font" Target="fonts/RobotoMedium-bold.fntdata"/><Relationship Id="rId111" Type="http://schemas.openxmlformats.org/officeDocument/2006/relationships/font" Target="fonts/RobotoMedium-regular.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1" name="Shape 1491"/>
        <p:cNvGrpSpPr/>
        <p:nvPr/>
      </p:nvGrpSpPr>
      <p:grpSpPr>
        <a:xfrm>
          <a:off x="0" y="0"/>
          <a:ext cx="0" cy="0"/>
          <a:chOff x="0" y="0"/>
          <a:chExt cx="0" cy="0"/>
        </a:xfrm>
      </p:grpSpPr>
      <p:sp>
        <p:nvSpPr>
          <p:cNvPr id="1492" name="Google Shape;1492;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3" name="Google Shape;149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4" name="Shape 1544"/>
        <p:cNvGrpSpPr/>
        <p:nvPr/>
      </p:nvGrpSpPr>
      <p:grpSpPr>
        <a:xfrm>
          <a:off x="0" y="0"/>
          <a:ext cx="0" cy="0"/>
          <a:chOff x="0" y="0"/>
          <a:chExt cx="0" cy="0"/>
        </a:xfrm>
      </p:grpSpPr>
      <p:sp>
        <p:nvSpPr>
          <p:cNvPr id="1545" name="Google Shape;1545;gccdb39284a_0_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6" name="Google Shape;1546;gccdb39284a_0_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 name="Shape 1561"/>
        <p:cNvGrpSpPr/>
        <p:nvPr/>
      </p:nvGrpSpPr>
      <p:grpSpPr>
        <a:xfrm>
          <a:off x="0" y="0"/>
          <a:ext cx="0" cy="0"/>
          <a:chOff x="0" y="0"/>
          <a:chExt cx="0" cy="0"/>
        </a:xfrm>
      </p:grpSpPr>
      <p:sp>
        <p:nvSpPr>
          <p:cNvPr id="1562" name="Google Shape;1562;gccdb39284a_0_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 name="Google Shape;1563;gccdb39284a_0_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gf27496995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gf27496995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9" name="Shape 1599"/>
        <p:cNvGrpSpPr/>
        <p:nvPr/>
      </p:nvGrpSpPr>
      <p:grpSpPr>
        <a:xfrm>
          <a:off x="0" y="0"/>
          <a:ext cx="0" cy="0"/>
          <a:chOff x="0" y="0"/>
          <a:chExt cx="0" cy="0"/>
        </a:xfrm>
      </p:grpSpPr>
      <p:sp>
        <p:nvSpPr>
          <p:cNvPr id="1600" name="Google Shape;1600;gf2fa020c1d_1_2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1" name="Google Shape;1601;gf2fa020c1d_1_2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5" name="Shape 1645"/>
        <p:cNvGrpSpPr/>
        <p:nvPr/>
      </p:nvGrpSpPr>
      <p:grpSpPr>
        <a:xfrm>
          <a:off x="0" y="0"/>
          <a:ext cx="0" cy="0"/>
          <a:chOff x="0" y="0"/>
          <a:chExt cx="0" cy="0"/>
        </a:xfrm>
      </p:grpSpPr>
      <p:sp>
        <p:nvSpPr>
          <p:cNvPr id="1646" name="Google Shape;1646;gccdb39284a_2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7" name="Google Shape;1647;gccdb39284a_2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6" name="Shape 1676"/>
        <p:cNvGrpSpPr/>
        <p:nvPr/>
      </p:nvGrpSpPr>
      <p:grpSpPr>
        <a:xfrm>
          <a:off x="0" y="0"/>
          <a:ext cx="0" cy="0"/>
          <a:chOff x="0" y="0"/>
          <a:chExt cx="0" cy="0"/>
        </a:xfrm>
      </p:grpSpPr>
      <p:sp>
        <p:nvSpPr>
          <p:cNvPr id="1677" name="Google Shape;1677;gf274969959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8" name="Google Shape;1678;gf274969959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4" name="Shape 1704"/>
        <p:cNvGrpSpPr/>
        <p:nvPr/>
      </p:nvGrpSpPr>
      <p:grpSpPr>
        <a:xfrm>
          <a:off x="0" y="0"/>
          <a:ext cx="0" cy="0"/>
          <a:chOff x="0" y="0"/>
          <a:chExt cx="0" cy="0"/>
        </a:xfrm>
      </p:grpSpPr>
      <p:sp>
        <p:nvSpPr>
          <p:cNvPr id="1705" name="Google Shape;1705;gccf3902700_0_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6" name="Google Shape;1706;gccf3902700_0_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5" name="Shape 1715"/>
        <p:cNvGrpSpPr/>
        <p:nvPr/>
      </p:nvGrpSpPr>
      <p:grpSpPr>
        <a:xfrm>
          <a:off x="0" y="0"/>
          <a:ext cx="0" cy="0"/>
          <a:chOff x="0" y="0"/>
          <a:chExt cx="0" cy="0"/>
        </a:xfrm>
      </p:grpSpPr>
      <p:sp>
        <p:nvSpPr>
          <p:cNvPr id="1716" name="Google Shape;1716;gf274969959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7" name="Google Shape;1717;gf274969959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9" name="Shape 1729"/>
        <p:cNvGrpSpPr/>
        <p:nvPr/>
      </p:nvGrpSpPr>
      <p:grpSpPr>
        <a:xfrm>
          <a:off x="0" y="0"/>
          <a:ext cx="0" cy="0"/>
          <a:chOff x="0" y="0"/>
          <a:chExt cx="0" cy="0"/>
        </a:xfrm>
      </p:grpSpPr>
      <p:sp>
        <p:nvSpPr>
          <p:cNvPr id="1730" name="Google Shape;1730;gccdb39284a_3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1" name="Google Shape;1731;gccdb39284a_3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8" name="Shape 1808"/>
        <p:cNvGrpSpPr/>
        <p:nvPr/>
      </p:nvGrpSpPr>
      <p:grpSpPr>
        <a:xfrm>
          <a:off x="0" y="0"/>
          <a:ext cx="0" cy="0"/>
          <a:chOff x="0" y="0"/>
          <a:chExt cx="0" cy="0"/>
        </a:xfrm>
      </p:grpSpPr>
      <p:sp>
        <p:nvSpPr>
          <p:cNvPr id="1809" name="Google Shape;1809;gf2fa020c1d_1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0" name="Google Shape;1810;gf2fa020c1d_1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1" name="Shape 1851"/>
        <p:cNvGrpSpPr/>
        <p:nvPr/>
      </p:nvGrpSpPr>
      <p:grpSpPr>
        <a:xfrm>
          <a:off x="0" y="0"/>
          <a:ext cx="0" cy="0"/>
          <a:chOff x="0" y="0"/>
          <a:chExt cx="0" cy="0"/>
        </a:xfrm>
      </p:grpSpPr>
      <p:sp>
        <p:nvSpPr>
          <p:cNvPr id="1852" name="Google Shape;1852;gccffd0e25e_0_1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3" name="Google Shape;1853;gccffd0e25e_0_1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4" name="Shape 1904"/>
        <p:cNvGrpSpPr/>
        <p:nvPr/>
      </p:nvGrpSpPr>
      <p:grpSpPr>
        <a:xfrm>
          <a:off x="0" y="0"/>
          <a:ext cx="0" cy="0"/>
          <a:chOff x="0" y="0"/>
          <a:chExt cx="0" cy="0"/>
        </a:xfrm>
      </p:grpSpPr>
      <p:sp>
        <p:nvSpPr>
          <p:cNvPr id="1905" name="Google Shape;1905;gf2fa020c1d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6" name="Google Shape;1906;gf2fa020c1d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9" name="Shape 1939"/>
        <p:cNvGrpSpPr/>
        <p:nvPr/>
      </p:nvGrpSpPr>
      <p:grpSpPr>
        <a:xfrm>
          <a:off x="0" y="0"/>
          <a:ext cx="0" cy="0"/>
          <a:chOff x="0" y="0"/>
          <a:chExt cx="0" cy="0"/>
        </a:xfrm>
      </p:grpSpPr>
      <p:sp>
        <p:nvSpPr>
          <p:cNvPr id="1940" name="Google Shape;1940;gccffd0e25e_0_1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1" name="Google Shape;1941;gccffd0e25e_0_1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6" name="Shape 1986"/>
        <p:cNvGrpSpPr/>
        <p:nvPr/>
      </p:nvGrpSpPr>
      <p:grpSpPr>
        <a:xfrm>
          <a:off x="0" y="0"/>
          <a:ext cx="0" cy="0"/>
          <a:chOff x="0" y="0"/>
          <a:chExt cx="0" cy="0"/>
        </a:xfrm>
      </p:grpSpPr>
      <p:sp>
        <p:nvSpPr>
          <p:cNvPr id="1987" name="Google Shape;1987;gf274969959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8" name="Google Shape;1988;gf274969959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3" name="Shape 2013"/>
        <p:cNvGrpSpPr/>
        <p:nvPr/>
      </p:nvGrpSpPr>
      <p:grpSpPr>
        <a:xfrm>
          <a:off x="0" y="0"/>
          <a:ext cx="0" cy="0"/>
          <a:chOff x="0" y="0"/>
          <a:chExt cx="0" cy="0"/>
        </a:xfrm>
      </p:grpSpPr>
      <p:sp>
        <p:nvSpPr>
          <p:cNvPr id="2014" name="Google Shape;2014;gccffd0e25e_0_1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5" name="Google Shape;2015;gccffd0e25e_0_1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1" name="Shape 2081"/>
        <p:cNvGrpSpPr/>
        <p:nvPr/>
      </p:nvGrpSpPr>
      <p:grpSpPr>
        <a:xfrm>
          <a:off x="0" y="0"/>
          <a:ext cx="0" cy="0"/>
          <a:chOff x="0" y="0"/>
          <a:chExt cx="0" cy="0"/>
        </a:xfrm>
      </p:grpSpPr>
      <p:sp>
        <p:nvSpPr>
          <p:cNvPr id="2082" name="Google Shape;2082;gccffd0e25e_0_1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3" name="Google Shape;2083;gccffd0e25e_0_1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3" name="Shape 2143"/>
        <p:cNvGrpSpPr/>
        <p:nvPr/>
      </p:nvGrpSpPr>
      <p:grpSpPr>
        <a:xfrm>
          <a:off x="0" y="0"/>
          <a:ext cx="0" cy="0"/>
          <a:chOff x="0" y="0"/>
          <a:chExt cx="0" cy="0"/>
        </a:xfrm>
      </p:grpSpPr>
      <p:sp>
        <p:nvSpPr>
          <p:cNvPr id="2144" name="Google Shape;2144;gccf3902700_0_8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5" name="Google Shape;2145;gccf3902700_0_8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3" name="Shape 2223"/>
        <p:cNvGrpSpPr/>
        <p:nvPr/>
      </p:nvGrpSpPr>
      <p:grpSpPr>
        <a:xfrm>
          <a:off x="0" y="0"/>
          <a:ext cx="0" cy="0"/>
          <a:chOff x="0" y="0"/>
          <a:chExt cx="0" cy="0"/>
        </a:xfrm>
      </p:grpSpPr>
      <p:sp>
        <p:nvSpPr>
          <p:cNvPr id="2224" name="Google Shape;2224;gccf3902700_0_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5" name="Google Shape;2225;gccf3902700_0_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5" name="Shape 2265"/>
        <p:cNvGrpSpPr/>
        <p:nvPr/>
      </p:nvGrpSpPr>
      <p:grpSpPr>
        <a:xfrm>
          <a:off x="0" y="0"/>
          <a:ext cx="0" cy="0"/>
          <a:chOff x="0" y="0"/>
          <a:chExt cx="0" cy="0"/>
        </a:xfrm>
      </p:grpSpPr>
      <p:sp>
        <p:nvSpPr>
          <p:cNvPr id="2266" name="Google Shape;2266;gf2fa020c1d_1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7" name="Google Shape;2267;gf2fa020c1d_1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6" name="Shape 2306"/>
        <p:cNvGrpSpPr/>
        <p:nvPr/>
      </p:nvGrpSpPr>
      <p:grpSpPr>
        <a:xfrm>
          <a:off x="0" y="0"/>
          <a:ext cx="0" cy="0"/>
          <a:chOff x="0" y="0"/>
          <a:chExt cx="0" cy="0"/>
        </a:xfrm>
      </p:grpSpPr>
      <p:sp>
        <p:nvSpPr>
          <p:cNvPr id="2307" name="Google Shape;2307;gf2fa020c1d_1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8" name="Google Shape;2308;gf2fa020c1d_1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1" name="Shape 2331"/>
        <p:cNvGrpSpPr/>
        <p:nvPr/>
      </p:nvGrpSpPr>
      <p:grpSpPr>
        <a:xfrm>
          <a:off x="0" y="0"/>
          <a:ext cx="0" cy="0"/>
          <a:chOff x="0" y="0"/>
          <a:chExt cx="0" cy="0"/>
        </a:xfrm>
      </p:grpSpPr>
      <p:sp>
        <p:nvSpPr>
          <p:cNvPr id="2332" name="Google Shape;2332;gf2fa020c1d_1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3" name="Google Shape;2333;gf2fa020c1d_1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1" name="Shape 2351"/>
        <p:cNvGrpSpPr/>
        <p:nvPr/>
      </p:nvGrpSpPr>
      <p:grpSpPr>
        <a:xfrm>
          <a:off x="0" y="0"/>
          <a:ext cx="0" cy="0"/>
          <a:chOff x="0" y="0"/>
          <a:chExt cx="0" cy="0"/>
        </a:xfrm>
      </p:grpSpPr>
      <p:sp>
        <p:nvSpPr>
          <p:cNvPr id="2352" name="Google Shape;2352;gc7eb05ecd2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3" name="Google Shape;2353;gc7eb05ecd2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0" name="Shape 2440"/>
        <p:cNvGrpSpPr/>
        <p:nvPr/>
      </p:nvGrpSpPr>
      <p:grpSpPr>
        <a:xfrm>
          <a:off x="0" y="0"/>
          <a:ext cx="0" cy="0"/>
          <a:chOff x="0" y="0"/>
          <a:chExt cx="0" cy="0"/>
        </a:xfrm>
      </p:grpSpPr>
      <p:sp>
        <p:nvSpPr>
          <p:cNvPr id="2441" name="Google Shape;2441;gccf3902700_0_1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2" name="Google Shape;2442;gccf3902700_0_1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8" name="Shape 2538"/>
        <p:cNvGrpSpPr/>
        <p:nvPr/>
      </p:nvGrpSpPr>
      <p:grpSpPr>
        <a:xfrm>
          <a:off x="0" y="0"/>
          <a:ext cx="0" cy="0"/>
          <a:chOff x="0" y="0"/>
          <a:chExt cx="0" cy="0"/>
        </a:xfrm>
      </p:grpSpPr>
      <p:sp>
        <p:nvSpPr>
          <p:cNvPr id="2539" name="Google Shape;2539;gccf3902700_0_1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0" name="Google Shape;2540;gccf3902700_0_1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8" name="Shape 2598"/>
        <p:cNvGrpSpPr/>
        <p:nvPr/>
      </p:nvGrpSpPr>
      <p:grpSpPr>
        <a:xfrm>
          <a:off x="0" y="0"/>
          <a:ext cx="0" cy="0"/>
          <a:chOff x="0" y="0"/>
          <a:chExt cx="0" cy="0"/>
        </a:xfrm>
      </p:grpSpPr>
      <p:sp>
        <p:nvSpPr>
          <p:cNvPr id="2599" name="Google Shape;2599;gf2fa020c1d_1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0" name="Google Shape;2600;gf2fa020c1d_1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9" name="Shape 2639"/>
        <p:cNvGrpSpPr/>
        <p:nvPr/>
      </p:nvGrpSpPr>
      <p:grpSpPr>
        <a:xfrm>
          <a:off x="0" y="0"/>
          <a:ext cx="0" cy="0"/>
          <a:chOff x="0" y="0"/>
          <a:chExt cx="0" cy="0"/>
        </a:xfrm>
      </p:grpSpPr>
      <p:sp>
        <p:nvSpPr>
          <p:cNvPr id="2640" name="Google Shape;2640;gccf3902700_0_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1" name="Google Shape;2641;gccf3902700_0_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8" name="Shape 2738"/>
        <p:cNvGrpSpPr/>
        <p:nvPr/>
      </p:nvGrpSpPr>
      <p:grpSpPr>
        <a:xfrm>
          <a:off x="0" y="0"/>
          <a:ext cx="0" cy="0"/>
          <a:chOff x="0" y="0"/>
          <a:chExt cx="0" cy="0"/>
        </a:xfrm>
      </p:grpSpPr>
      <p:sp>
        <p:nvSpPr>
          <p:cNvPr id="2739" name="Google Shape;2739;gf2fa020c1d_1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0" name="Google Shape;2740;gf2fa020c1d_1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0" name="Shape 2820"/>
        <p:cNvGrpSpPr/>
        <p:nvPr/>
      </p:nvGrpSpPr>
      <p:grpSpPr>
        <a:xfrm>
          <a:off x="0" y="0"/>
          <a:ext cx="0" cy="0"/>
          <a:chOff x="0" y="0"/>
          <a:chExt cx="0" cy="0"/>
        </a:xfrm>
      </p:grpSpPr>
      <p:sp>
        <p:nvSpPr>
          <p:cNvPr id="2821" name="Google Shape;2821;gf2fa020c1d_1_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2" name="Google Shape;2822;gf2fa020c1d_1_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8" name="Shape 2878"/>
        <p:cNvGrpSpPr/>
        <p:nvPr/>
      </p:nvGrpSpPr>
      <p:grpSpPr>
        <a:xfrm>
          <a:off x="0" y="0"/>
          <a:ext cx="0" cy="0"/>
          <a:chOff x="0" y="0"/>
          <a:chExt cx="0" cy="0"/>
        </a:xfrm>
      </p:grpSpPr>
      <p:sp>
        <p:nvSpPr>
          <p:cNvPr id="2879" name="Google Shape;2879;gf2fa020c1d_1_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0" name="Google Shape;2880;gf2fa020c1d_1_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0" name="Shape 2900"/>
        <p:cNvGrpSpPr/>
        <p:nvPr/>
      </p:nvGrpSpPr>
      <p:grpSpPr>
        <a:xfrm>
          <a:off x="0" y="0"/>
          <a:ext cx="0" cy="0"/>
          <a:chOff x="0" y="0"/>
          <a:chExt cx="0" cy="0"/>
        </a:xfrm>
      </p:grpSpPr>
      <p:sp>
        <p:nvSpPr>
          <p:cNvPr id="2901" name="Google Shape;2901;gf2fa020c1d_1_8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2" name="Google Shape;2902;gf2fa020c1d_1_8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2" name="Shape 2942"/>
        <p:cNvGrpSpPr/>
        <p:nvPr/>
      </p:nvGrpSpPr>
      <p:grpSpPr>
        <a:xfrm>
          <a:off x="0" y="0"/>
          <a:ext cx="0" cy="0"/>
          <a:chOff x="0" y="0"/>
          <a:chExt cx="0" cy="0"/>
        </a:xfrm>
      </p:grpSpPr>
      <p:sp>
        <p:nvSpPr>
          <p:cNvPr id="2943" name="Google Shape;2943;gf2fa020c1d_1_1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4" name="Google Shape;2944;gf2fa020c1d_1_1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8" name="Shape 2978"/>
        <p:cNvGrpSpPr/>
        <p:nvPr/>
      </p:nvGrpSpPr>
      <p:grpSpPr>
        <a:xfrm>
          <a:off x="0" y="0"/>
          <a:ext cx="0" cy="0"/>
          <a:chOff x="0" y="0"/>
          <a:chExt cx="0" cy="0"/>
        </a:xfrm>
      </p:grpSpPr>
      <p:sp>
        <p:nvSpPr>
          <p:cNvPr id="2979" name="Google Shape;2979;gc7eb05ecd2_2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0" name="Google Shape;2980;gc7eb05ecd2_2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5" name="Shape 3045"/>
        <p:cNvGrpSpPr/>
        <p:nvPr/>
      </p:nvGrpSpPr>
      <p:grpSpPr>
        <a:xfrm>
          <a:off x="0" y="0"/>
          <a:ext cx="0" cy="0"/>
          <a:chOff x="0" y="0"/>
          <a:chExt cx="0" cy="0"/>
        </a:xfrm>
      </p:grpSpPr>
      <p:sp>
        <p:nvSpPr>
          <p:cNvPr id="3046" name="Google Shape;3046;gccf3902700_0_1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7" name="Google Shape;3047;gccf3902700_0_1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1" name="Shape 3131"/>
        <p:cNvGrpSpPr/>
        <p:nvPr/>
      </p:nvGrpSpPr>
      <p:grpSpPr>
        <a:xfrm>
          <a:off x="0" y="0"/>
          <a:ext cx="0" cy="0"/>
          <a:chOff x="0" y="0"/>
          <a:chExt cx="0" cy="0"/>
        </a:xfrm>
      </p:grpSpPr>
      <p:sp>
        <p:nvSpPr>
          <p:cNvPr id="3132" name="Google Shape;3132;gccf3902700_0_1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3" name="Google Shape;3133;gccf3902700_0_1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6" name="Shape 3286"/>
        <p:cNvGrpSpPr/>
        <p:nvPr/>
      </p:nvGrpSpPr>
      <p:grpSpPr>
        <a:xfrm>
          <a:off x="0" y="0"/>
          <a:ext cx="0" cy="0"/>
          <a:chOff x="0" y="0"/>
          <a:chExt cx="0" cy="0"/>
        </a:xfrm>
      </p:grpSpPr>
      <p:sp>
        <p:nvSpPr>
          <p:cNvPr id="3287" name="Google Shape;3287;gc7eb05ecd2_2_25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8" name="Google Shape;3288;gc7eb05ecd2_2_25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2" name="Shape 3372"/>
        <p:cNvGrpSpPr/>
        <p:nvPr/>
      </p:nvGrpSpPr>
      <p:grpSpPr>
        <a:xfrm>
          <a:off x="0" y="0"/>
          <a:ext cx="0" cy="0"/>
          <a:chOff x="0" y="0"/>
          <a:chExt cx="0" cy="0"/>
        </a:xfrm>
      </p:grpSpPr>
      <p:sp>
        <p:nvSpPr>
          <p:cNvPr id="3373" name="Google Shape;3373;gc7eb05ecd2_2_25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4" name="Google Shape;3374;gc7eb05ecd2_2_25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4" name="Shape 3444"/>
        <p:cNvGrpSpPr/>
        <p:nvPr/>
      </p:nvGrpSpPr>
      <p:grpSpPr>
        <a:xfrm>
          <a:off x="0" y="0"/>
          <a:ext cx="0" cy="0"/>
          <a:chOff x="0" y="0"/>
          <a:chExt cx="0" cy="0"/>
        </a:xfrm>
      </p:grpSpPr>
      <p:sp>
        <p:nvSpPr>
          <p:cNvPr id="3445" name="Google Shape;3445;gccf3902700_0_1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6" name="Google Shape;3446;gccf3902700_0_1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8" name="Shape 3518"/>
        <p:cNvGrpSpPr/>
        <p:nvPr/>
      </p:nvGrpSpPr>
      <p:grpSpPr>
        <a:xfrm>
          <a:off x="0" y="0"/>
          <a:ext cx="0" cy="0"/>
          <a:chOff x="0" y="0"/>
          <a:chExt cx="0" cy="0"/>
        </a:xfrm>
      </p:grpSpPr>
      <p:sp>
        <p:nvSpPr>
          <p:cNvPr id="3519" name="Google Shape;3519;gf319220aae_0_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0" name="Google Shape;3520;gf319220aae_0_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1" name="Shape 3561"/>
        <p:cNvGrpSpPr/>
        <p:nvPr/>
      </p:nvGrpSpPr>
      <p:grpSpPr>
        <a:xfrm>
          <a:off x="0" y="0"/>
          <a:ext cx="0" cy="0"/>
          <a:chOff x="0" y="0"/>
          <a:chExt cx="0" cy="0"/>
        </a:xfrm>
      </p:grpSpPr>
      <p:sp>
        <p:nvSpPr>
          <p:cNvPr id="3562" name="Google Shape;3562;gccf3902700_0_1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3" name="Google Shape;3563;gccf3902700_0_1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2" name="Shape 3602"/>
        <p:cNvGrpSpPr/>
        <p:nvPr/>
      </p:nvGrpSpPr>
      <p:grpSpPr>
        <a:xfrm>
          <a:off x="0" y="0"/>
          <a:ext cx="0" cy="0"/>
          <a:chOff x="0" y="0"/>
          <a:chExt cx="0" cy="0"/>
        </a:xfrm>
      </p:grpSpPr>
      <p:sp>
        <p:nvSpPr>
          <p:cNvPr id="3603" name="Google Shape;3603;gc7eb05ecd2_2_25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4" name="Google Shape;3604;gc7eb05ecd2_2_25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2" name="Shape 3632"/>
        <p:cNvGrpSpPr/>
        <p:nvPr/>
      </p:nvGrpSpPr>
      <p:grpSpPr>
        <a:xfrm>
          <a:off x="0" y="0"/>
          <a:ext cx="0" cy="0"/>
          <a:chOff x="0" y="0"/>
          <a:chExt cx="0" cy="0"/>
        </a:xfrm>
      </p:grpSpPr>
      <p:sp>
        <p:nvSpPr>
          <p:cNvPr id="3633" name="Google Shape;3633;gc7eb05ecd2_2_25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4" name="Google Shape;3634;gc7eb05ecd2_2_25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3" name="Shape 3693"/>
        <p:cNvGrpSpPr/>
        <p:nvPr/>
      </p:nvGrpSpPr>
      <p:grpSpPr>
        <a:xfrm>
          <a:off x="0" y="0"/>
          <a:ext cx="0" cy="0"/>
          <a:chOff x="0" y="0"/>
          <a:chExt cx="0" cy="0"/>
        </a:xfrm>
      </p:grpSpPr>
      <p:sp>
        <p:nvSpPr>
          <p:cNvPr id="3694" name="Google Shape;3694;gc7eb05ecd2_2_25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5" name="Google Shape;3695;gc7eb05ecd2_2_25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4" name="Shape 3734"/>
        <p:cNvGrpSpPr/>
        <p:nvPr/>
      </p:nvGrpSpPr>
      <p:grpSpPr>
        <a:xfrm>
          <a:off x="0" y="0"/>
          <a:ext cx="0" cy="0"/>
          <a:chOff x="0" y="0"/>
          <a:chExt cx="0" cy="0"/>
        </a:xfrm>
      </p:grpSpPr>
      <p:sp>
        <p:nvSpPr>
          <p:cNvPr id="3735" name="Google Shape;3735;gc7eb05ecd2_2_260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6" name="Google Shape;3736;gc7eb05ecd2_2_26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4" name="Shape 3764"/>
        <p:cNvGrpSpPr/>
        <p:nvPr/>
      </p:nvGrpSpPr>
      <p:grpSpPr>
        <a:xfrm>
          <a:off x="0" y="0"/>
          <a:ext cx="0" cy="0"/>
          <a:chOff x="0" y="0"/>
          <a:chExt cx="0" cy="0"/>
        </a:xfrm>
      </p:grpSpPr>
      <p:sp>
        <p:nvSpPr>
          <p:cNvPr id="3765" name="Google Shape;3765;gc7eb05ecd2_2_260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6" name="Google Shape;3766;gc7eb05ecd2_2_260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5" name="Shape 3825"/>
        <p:cNvGrpSpPr/>
        <p:nvPr/>
      </p:nvGrpSpPr>
      <p:grpSpPr>
        <a:xfrm>
          <a:off x="0" y="0"/>
          <a:ext cx="0" cy="0"/>
          <a:chOff x="0" y="0"/>
          <a:chExt cx="0" cy="0"/>
        </a:xfrm>
      </p:grpSpPr>
      <p:sp>
        <p:nvSpPr>
          <p:cNvPr id="3826" name="Google Shape;3826;gc7eb05ecd2_2_26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7" name="Google Shape;3827;gc7eb05ecd2_2_26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6" name="Shape 3866"/>
        <p:cNvGrpSpPr/>
        <p:nvPr/>
      </p:nvGrpSpPr>
      <p:grpSpPr>
        <a:xfrm>
          <a:off x="0" y="0"/>
          <a:ext cx="0" cy="0"/>
          <a:chOff x="0" y="0"/>
          <a:chExt cx="0" cy="0"/>
        </a:xfrm>
      </p:grpSpPr>
      <p:sp>
        <p:nvSpPr>
          <p:cNvPr id="3867" name="Google Shape;3867;gc7eb05ecd2_2_26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8" name="Google Shape;3868;gc7eb05ecd2_2_26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6" name="Shape 3896"/>
        <p:cNvGrpSpPr/>
        <p:nvPr/>
      </p:nvGrpSpPr>
      <p:grpSpPr>
        <a:xfrm>
          <a:off x="0" y="0"/>
          <a:ext cx="0" cy="0"/>
          <a:chOff x="0" y="0"/>
          <a:chExt cx="0" cy="0"/>
        </a:xfrm>
      </p:grpSpPr>
      <p:sp>
        <p:nvSpPr>
          <p:cNvPr id="3897" name="Google Shape;3897;gc7eb05ecd2_2_26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8" name="Google Shape;3898;gc7eb05ecd2_2_26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5" name="Shape 3955"/>
        <p:cNvGrpSpPr/>
        <p:nvPr/>
      </p:nvGrpSpPr>
      <p:grpSpPr>
        <a:xfrm>
          <a:off x="0" y="0"/>
          <a:ext cx="0" cy="0"/>
          <a:chOff x="0" y="0"/>
          <a:chExt cx="0" cy="0"/>
        </a:xfrm>
      </p:grpSpPr>
      <p:sp>
        <p:nvSpPr>
          <p:cNvPr id="3956" name="Google Shape;3956;gf319220aae_0_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7" name="Google Shape;3957;gf319220aae_0_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6" name="Shape 4006"/>
        <p:cNvGrpSpPr/>
        <p:nvPr/>
      </p:nvGrpSpPr>
      <p:grpSpPr>
        <a:xfrm>
          <a:off x="0" y="0"/>
          <a:ext cx="0" cy="0"/>
          <a:chOff x="0" y="0"/>
          <a:chExt cx="0" cy="0"/>
        </a:xfrm>
      </p:grpSpPr>
      <p:sp>
        <p:nvSpPr>
          <p:cNvPr id="4007" name="Google Shape;4007;gf319220aae_0_1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8" name="Google Shape;4008;gf319220aae_0_1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8" name="Shape 4048"/>
        <p:cNvGrpSpPr/>
        <p:nvPr/>
      </p:nvGrpSpPr>
      <p:grpSpPr>
        <a:xfrm>
          <a:off x="0" y="0"/>
          <a:ext cx="0" cy="0"/>
          <a:chOff x="0" y="0"/>
          <a:chExt cx="0" cy="0"/>
        </a:xfrm>
      </p:grpSpPr>
      <p:sp>
        <p:nvSpPr>
          <p:cNvPr id="4049" name="Google Shape;4049;gf319220aae_0_1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0" name="Google Shape;4050;gf319220aae_0_1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0" name="Shape 4080"/>
        <p:cNvGrpSpPr/>
        <p:nvPr/>
      </p:nvGrpSpPr>
      <p:grpSpPr>
        <a:xfrm>
          <a:off x="0" y="0"/>
          <a:ext cx="0" cy="0"/>
          <a:chOff x="0" y="0"/>
          <a:chExt cx="0" cy="0"/>
        </a:xfrm>
      </p:grpSpPr>
      <p:sp>
        <p:nvSpPr>
          <p:cNvPr id="4081" name="Google Shape;4081;gc7eb05ecd2_2_26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2" name="Google Shape;4082;gc7eb05ecd2_2_26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5" name="Shape 4095"/>
        <p:cNvGrpSpPr/>
        <p:nvPr/>
      </p:nvGrpSpPr>
      <p:grpSpPr>
        <a:xfrm>
          <a:off x="0" y="0"/>
          <a:ext cx="0" cy="0"/>
          <a:chOff x="0" y="0"/>
          <a:chExt cx="0" cy="0"/>
        </a:xfrm>
      </p:grpSpPr>
      <p:sp>
        <p:nvSpPr>
          <p:cNvPr id="4096" name="Google Shape;4096;gc7eb05ecd2_2_26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7" name="Google Shape;4097;gc7eb05ecd2_2_26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5" name="Shape 4135"/>
        <p:cNvGrpSpPr/>
        <p:nvPr/>
      </p:nvGrpSpPr>
      <p:grpSpPr>
        <a:xfrm>
          <a:off x="0" y="0"/>
          <a:ext cx="0" cy="0"/>
          <a:chOff x="0" y="0"/>
          <a:chExt cx="0" cy="0"/>
        </a:xfrm>
      </p:grpSpPr>
      <p:sp>
        <p:nvSpPr>
          <p:cNvPr id="4136" name="Google Shape;4136;gcc22725338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7" name="Google Shape;4137;gcc22725338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8" name="Shape 4158"/>
        <p:cNvGrpSpPr/>
        <p:nvPr/>
      </p:nvGrpSpPr>
      <p:grpSpPr>
        <a:xfrm>
          <a:off x="0" y="0"/>
          <a:ext cx="0" cy="0"/>
          <a:chOff x="0" y="0"/>
          <a:chExt cx="0" cy="0"/>
        </a:xfrm>
      </p:grpSpPr>
      <p:sp>
        <p:nvSpPr>
          <p:cNvPr id="4159" name="Google Shape;4159;gf274969959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0" name="Google Shape;4160;gf274969959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8" name="Shape 4188"/>
        <p:cNvGrpSpPr/>
        <p:nvPr/>
      </p:nvGrpSpPr>
      <p:grpSpPr>
        <a:xfrm>
          <a:off x="0" y="0"/>
          <a:ext cx="0" cy="0"/>
          <a:chOff x="0" y="0"/>
          <a:chExt cx="0" cy="0"/>
        </a:xfrm>
      </p:grpSpPr>
      <p:sp>
        <p:nvSpPr>
          <p:cNvPr id="4189" name="Google Shape;4189;gf2fa0210c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0" name="Google Shape;4190;gf2fa0210c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3" name="Shape 4253"/>
        <p:cNvGrpSpPr/>
        <p:nvPr/>
      </p:nvGrpSpPr>
      <p:grpSpPr>
        <a:xfrm>
          <a:off x="0" y="0"/>
          <a:ext cx="0" cy="0"/>
          <a:chOff x="0" y="0"/>
          <a:chExt cx="0" cy="0"/>
        </a:xfrm>
      </p:grpSpPr>
      <p:sp>
        <p:nvSpPr>
          <p:cNvPr id="4254" name="Google Shape;4254;gccf3902700_0_1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5" name="Google Shape;4255;gccf3902700_0_1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3" name="Shape 4353"/>
        <p:cNvGrpSpPr/>
        <p:nvPr/>
      </p:nvGrpSpPr>
      <p:grpSpPr>
        <a:xfrm>
          <a:off x="0" y="0"/>
          <a:ext cx="0" cy="0"/>
          <a:chOff x="0" y="0"/>
          <a:chExt cx="0" cy="0"/>
        </a:xfrm>
      </p:grpSpPr>
      <p:sp>
        <p:nvSpPr>
          <p:cNvPr id="4354" name="Google Shape;4354;gf2fa020c1d_1_2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5" name="Google Shape;4355;gf2fa020c1d_1_2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5" name="Shape 4375"/>
        <p:cNvGrpSpPr/>
        <p:nvPr/>
      </p:nvGrpSpPr>
      <p:grpSpPr>
        <a:xfrm>
          <a:off x="0" y="0"/>
          <a:ext cx="0" cy="0"/>
          <a:chOff x="0" y="0"/>
          <a:chExt cx="0" cy="0"/>
        </a:xfrm>
      </p:grpSpPr>
      <p:sp>
        <p:nvSpPr>
          <p:cNvPr id="4376" name="Google Shape;4376;gf2fa020c1d_1_2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7" name="Google Shape;4377;gf2fa020c1d_1_2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0" name="Shape 4400"/>
        <p:cNvGrpSpPr/>
        <p:nvPr/>
      </p:nvGrpSpPr>
      <p:grpSpPr>
        <a:xfrm>
          <a:off x="0" y="0"/>
          <a:ext cx="0" cy="0"/>
          <a:chOff x="0" y="0"/>
          <a:chExt cx="0" cy="0"/>
        </a:xfrm>
      </p:grpSpPr>
      <p:sp>
        <p:nvSpPr>
          <p:cNvPr id="4401" name="Google Shape;4401;gccf3902700_0_1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2" name="Google Shape;4402;gccf3902700_0_1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gf2fa020c1d_1_2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0" name="Google Shape;4510;gf2fa020c1d_1_2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2" name="Shape 6232"/>
        <p:cNvGrpSpPr/>
        <p:nvPr/>
      </p:nvGrpSpPr>
      <p:grpSpPr>
        <a:xfrm>
          <a:off x="0" y="0"/>
          <a:ext cx="0" cy="0"/>
          <a:chOff x="0" y="0"/>
          <a:chExt cx="0" cy="0"/>
        </a:xfrm>
      </p:grpSpPr>
      <p:sp>
        <p:nvSpPr>
          <p:cNvPr id="6233" name="Google Shape;6233;gccffd0e25e_0_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4" name="Google Shape;6234;gccffd0e25e_0_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5" name="Shape 6655"/>
        <p:cNvGrpSpPr/>
        <p:nvPr/>
      </p:nvGrpSpPr>
      <p:grpSpPr>
        <a:xfrm>
          <a:off x="0" y="0"/>
          <a:ext cx="0" cy="0"/>
          <a:chOff x="0" y="0"/>
          <a:chExt cx="0" cy="0"/>
        </a:xfrm>
      </p:grpSpPr>
      <p:sp>
        <p:nvSpPr>
          <p:cNvPr id="6656" name="Google Shape;6656;gf2fa020c1d_1_2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7" name="Google Shape;6657;gf2fa020c1d_1_2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0" name="Shape 6890"/>
        <p:cNvGrpSpPr/>
        <p:nvPr/>
      </p:nvGrpSpPr>
      <p:grpSpPr>
        <a:xfrm>
          <a:off x="0" y="0"/>
          <a:ext cx="0" cy="0"/>
          <a:chOff x="0" y="0"/>
          <a:chExt cx="0" cy="0"/>
        </a:xfrm>
      </p:grpSpPr>
      <p:sp>
        <p:nvSpPr>
          <p:cNvPr id="6891" name="Google Shape;6891;gf2fa020c1d_1_2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2" name="Google Shape;6892;gf2fa020c1d_1_2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3" name="Shape 6993"/>
        <p:cNvGrpSpPr/>
        <p:nvPr/>
      </p:nvGrpSpPr>
      <p:grpSpPr>
        <a:xfrm>
          <a:off x="0" y="0"/>
          <a:ext cx="0" cy="0"/>
          <a:chOff x="0" y="0"/>
          <a:chExt cx="0" cy="0"/>
        </a:xfrm>
      </p:grpSpPr>
      <p:sp>
        <p:nvSpPr>
          <p:cNvPr id="6994" name="Google Shape;6994;gf2fa020c1d_1_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5" name="Google Shape;6995;gf2fa020c1d_1_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0" name="Shape 7000"/>
        <p:cNvGrpSpPr/>
        <p:nvPr/>
      </p:nvGrpSpPr>
      <p:grpSpPr>
        <a:xfrm>
          <a:off x="0" y="0"/>
          <a:ext cx="0" cy="0"/>
          <a:chOff x="0" y="0"/>
          <a:chExt cx="0" cy="0"/>
        </a:xfrm>
      </p:grpSpPr>
      <p:sp>
        <p:nvSpPr>
          <p:cNvPr id="7001" name="Google Shape;7001;gcec13a25d8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2" name="Google Shape;7002;gcec13a25d8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6" name="Shape 7006"/>
        <p:cNvGrpSpPr/>
        <p:nvPr/>
      </p:nvGrpSpPr>
      <p:grpSpPr>
        <a:xfrm>
          <a:off x="0" y="0"/>
          <a:ext cx="0" cy="0"/>
          <a:chOff x="0" y="0"/>
          <a:chExt cx="0" cy="0"/>
        </a:xfrm>
      </p:grpSpPr>
      <p:sp>
        <p:nvSpPr>
          <p:cNvPr id="7007" name="Google Shape;7007;gf2fa020c1d_1_2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8" name="Google Shape;7008;gf2fa020c1d_1_2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3" name="Shape 7013"/>
        <p:cNvGrpSpPr/>
        <p:nvPr/>
      </p:nvGrpSpPr>
      <p:grpSpPr>
        <a:xfrm>
          <a:off x="0" y="0"/>
          <a:ext cx="0" cy="0"/>
          <a:chOff x="0" y="0"/>
          <a:chExt cx="0" cy="0"/>
        </a:xfrm>
      </p:grpSpPr>
      <p:sp>
        <p:nvSpPr>
          <p:cNvPr id="7014" name="Google Shape;7014;gf05e0214b0_1_14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5" name="Google Shape;7015;gf05e0214b0_1_14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gf05e0214b0_1_14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2" name="Google Shape;7022;gf05e0214b0_1_14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7" name="Shape 7027"/>
        <p:cNvGrpSpPr/>
        <p:nvPr/>
      </p:nvGrpSpPr>
      <p:grpSpPr>
        <a:xfrm>
          <a:off x="0" y="0"/>
          <a:ext cx="0" cy="0"/>
          <a:chOff x="0" y="0"/>
          <a:chExt cx="0" cy="0"/>
        </a:xfrm>
      </p:grpSpPr>
      <p:sp>
        <p:nvSpPr>
          <p:cNvPr id="7028" name="Google Shape;7028;gf05e0214b0_1_14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9" name="Google Shape;7029;gf05e0214b0_1_14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6" name="Shape 7046"/>
        <p:cNvGrpSpPr/>
        <p:nvPr/>
      </p:nvGrpSpPr>
      <p:grpSpPr>
        <a:xfrm>
          <a:off x="0" y="0"/>
          <a:ext cx="0" cy="0"/>
          <a:chOff x="0" y="0"/>
          <a:chExt cx="0" cy="0"/>
        </a:xfrm>
      </p:grpSpPr>
      <p:sp>
        <p:nvSpPr>
          <p:cNvPr id="7047" name="Google Shape;7047;gf05e0214b0_1_14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8" name="Google Shape;7048;gf05e0214b0_1_14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2" name="Shape 7062"/>
        <p:cNvGrpSpPr/>
        <p:nvPr/>
      </p:nvGrpSpPr>
      <p:grpSpPr>
        <a:xfrm>
          <a:off x="0" y="0"/>
          <a:ext cx="0" cy="0"/>
          <a:chOff x="0" y="0"/>
          <a:chExt cx="0" cy="0"/>
        </a:xfrm>
      </p:grpSpPr>
      <p:sp>
        <p:nvSpPr>
          <p:cNvPr id="7063" name="Google Shape;7063;gf05e0214b0_1_14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4" name="Google Shape;7064;gf05e0214b0_1_14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9" name="Shape 7399"/>
        <p:cNvGrpSpPr/>
        <p:nvPr/>
      </p:nvGrpSpPr>
      <p:grpSpPr>
        <a:xfrm>
          <a:off x="0" y="0"/>
          <a:ext cx="0" cy="0"/>
          <a:chOff x="0" y="0"/>
          <a:chExt cx="0" cy="0"/>
        </a:xfrm>
      </p:grpSpPr>
      <p:sp>
        <p:nvSpPr>
          <p:cNvPr id="7400" name="Google Shape;7400;gf05e0214b0_1_14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1" name="Google Shape;7401;gf05e0214b0_1_14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99" name="Shape 13899"/>
        <p:cNvGrpSpPr/>
        <p:nvPr/>
      </p:nvGrpSpPr>
      <p:grpSpPr>
        <a:xfrm>
          <a:off x="0" y="0"/>
          <a:ext cx="0" cy="0"/>
          <a:chOff x="0" y="0"/>
          <a:chExt cx="0" cy="0"/>
        </a:xfrm>
      </p:grpSpPr>
      <p:sp>
        <p:nvSpPr>
          <p:cNvPr id="13900" name="Google Shape;13900;gf05e0214b0_1_21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1" name="Google Shape;13901;gf05e0214b0_1_21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6" name="Shape 14326"/>
        <p:cNvGrpSpPr/>
        <p:nvPr/>
      </p:nvGrpSpPr>
      <p:grpSpPr>
        <a:xfrm>
          <a:off x="0" y="0"/>
          <a:ext cx="0" cy="0"/>
          <a:chOff x="0" y="0"/>
          <a:chExt cx="0" cy="0"/>
        </a:xfrm>
      </p:grpSpPr>
      <p:sp>
        <p:nvSpPr>
          <p:cNvPr id="14327" name="Google Shape;14327;gf05e0214b0_1_21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28" name="Google Shape;14328;gf05e0214b0_1_21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89" name="Shape 14489"/>
        <p:cNvGrpSpPr/>
        <p:nvPr/>
      </p:nvGrpSpPr>
      <p:grpSpPr>
        <a:xfrm>
          <a:off x="0" y="0"/>
          <a:ext cx="0" cy="0"/>
          <a:chOff x="0" y="0"/>
          <a:chExt cx="0" cy="0"/>
        </a:xfrm>
      </p:grpSpPr>
      <p:sp>
        <p:nvSpPr>
          <p:cNvPr id="14490" name="Google Shape;14490;gf05e0214b0_1_21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1" name="Google Shape;14491;gf05e0214b0_1_21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91" name="Shape 14891"/>
        <p:cNvGrpSpPr/>
        <p:nvPr/>
      </p:nvGrpSpPr>
      <p:grpSpPr>
        <a:xfrm>
          <a:off x="0" y="0"/>
          <a:ext cx="0" cy="0"/>
          <a:chOff x="0" y="0"/>
          <a:chExt cx="0" cy="0"/>
        </a:xfrm>
      </p:grpSpPr>
      <p:sp>
        <p:nvSpPr>
          <p:cNvPr id="14892" name="Google Shape;14892;gf05e0214b0_1_22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93" name="Google Shape;14893;gf05e0214b0_1_22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2" name="Shape 15262"/>
        <p:cNvGrpSpPr/>
        <p:nvPr/>
      </p:nvGrpSpPr>
      <p:grpSpPr>
        <a:xfrm>
          <a:off x="0" y="0"/>
          <a:ext cx="0" cy="0"/>
          <a:chOff x="0" y="0"/>
          <a:chExt cx="0" cy="0"/>
        </a:xfrm>
      </p:grpSpPr>
      <p:sp>
        <p:nvSpPr>
          <p:cNvPr id="15263" name="Google Shape;15263;gf05e0214b0_1_22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4" name="Google Shape;15264;gf05e0214b0_1_22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39" name="Shape 15639"/>
        <p:cNvGrpSpPr/>
        <p:nvPr/>
      </p:nvGrpSpPr>
      <p:grpSpPr>
        <a:xfrm>
          <a:off x="0" y="0"/>
          <a:ext cx="0" cy="0"/>
          <a:chOff x="0" y="0"/>
          <a:chExt cx="0" cy="0"/>
        </a:xfrm>
      </p:grpSpPr>
      <p:sp>
        <p:nvSpPr>
          <p:cNvPr id="15640" name="Google Shape;15640;gf05e0214b0_1_22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41" name="Google Shape;15641;gf05e0214b0_1_22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70" name="Shape 16070"/>
        <p:cNvGrpSpPr/>
        <p:nvPr/>
      </p:nvGrpSpPr>
      <p:grpSpPr>
        <a:xfrm>
          <a:off x="0" y="0"/>
          <a:ext cx="0" cy="0"/>
          <a:chOff x="0" y="0"/>
          <a:chExt cx="0" cy="0"/>
        </a:xfrm>
      </p:grpSpPr>
      <p:sp>
        <p:nvSpPr>
          <p:cNvPr id="16071" name="Google Shape;16071;gf05e0214b0_1_23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72" name="Google Shape;16072;gf05e0214b0_1_23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63" name="Shape 16863"/>
        <p:cNvGrpSpPr/>
        <p:nvPr/>
      </p:nvGrpSpPr>
      <p:grpSpPr>
        <a:xfrm>
          <a:off x="0" y="0"/>
          <a:ext cx="0" cy="0"/>
          <a:chOff x="0" y="0"/>
          <a:chExt cx="0" cy="0"/>
        </a:xfrm>
      </p:grpSpPr>
      <p:sp>
        <p:nvSpPr>
          <p:cNvPr id="16864" name="Google Shape;16864;gf05e0214b0_1_24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5" name="Google Shape;16865;gf05e0214b0_1_24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04" name="Shape 17604"/>
        <p:cNvGrpSpPr/>
        <p:nvPr/>
      </p:nvGrpSpPr>
      <p:grpSpPr>
        <a:xfrm>
          <a:off x="0" y="0"/>
          <a:ext cx="0" cy="0"/>
          <a:chOff x="0" y="0"/>
          <a:chExt cx="0" cy="0"/>
        </a:xfrm>
      </p:grpSpPr>
      <p:sp>
        <p:nvSpPr>
          <p:cNvPr id="17605" name="Google Shape;17605;gf05e0214b0_1_248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06" name="Google Shape;17606;gf05e0214b0_1_248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7" name="Shape 18297"/>
        <p:cNvGrpSpPr/>
        <p:nvPr/>
      </p:nvGrpSpPr>
      <p:grpSpPr>
        <a:xfrm>
          <a:off x="0" y="0"/>
          <a:ext cx="0" cy="0"/>
          <a:chOff x="0" y="0"/>
          <a:chExt cx="0" cy="0"/>
        </a:xfrm>
      </p:grpSpPr>
      <p:sp>
        <p:nvSpPr>
          <p:cNvPr id="18298" name="Google Shape;18298;gf05e0214b0_1_25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99" name="Google Shape;18299;gf05e0214b0_1_25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99" name="Shape 18599"/>
        <p:cNvGrpSpPr/>
        <p:nvPr/>
      </p:nvGrpSpPr>
      <p:grpSpPr>
        <a:xfrm>
          <a:off x="0" y="0"/>
          <a:ext cx="0" cy="0"/>
          <a:chOff x="0" y="0"/>
          <a:chExt cx="0" cy="0"/>
        </a:xfrm>
      </p:grpSpPr>
      <p:sp>
        <p:nvSpPr>
          <p:cNvPr id="18600" name="Google Shape;18600;gf05e0214b0_1_25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01" name="Google Shape;18601;gf05e0214b0_1_25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39" name="Shape 19239"/>
        <p:cNvGrpSpPr/>
        <p:nvPr/>
      </p:nvGrpSpPr>
      <p:grpSpPr>
        <a:xfrm>
          <a:off x="0" y="0"/>
          <a:ext cx="0" cy="0"/>
          <a:chOff x="0" y="0"/>
          <a:chExt cx="0" cy="0"/>
        </a:xfrm>
      </p:grpSpPr>
      <p:sp>
        <p:nvSpPr>
          <p:cNvPr id="19240" name="Google Shape;19240;gf05e0214b0_1_26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41" name="Google Shape;19241;gf05e0214b0_1_26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53" name="Shape 19353"/>
        <p:cNvGrpSpPr/>
        <p:nvPr/>
      </p:nvGrpSpPr>
      <p:grpSpPr>
        <a:xfrm>
          <a:off x="0" y="0"/>
          <a:ext cx="0" cy="0"/>
          <a:chOff x="0" y="0"/>
          <a:chExt cx="0" cy="0"/>
        </a:xfrm>
      </p:grpSpPr>
      <p:sp>
        <p:nvSpPr>
          <p:cNvPr id="19354" name="Google Shape;19354;gf05e0214b0_1_26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55" name="Google Shape;19355;gf05e0214b0_1_26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96" name="Shape 19396"/>
        <p:cNvGrpSpPr/>
        <p:nvPr/>
      </p:nvGrpSpPr>
      <p:grpSpPr>
        <a:xfrm>
          <a:off x="0" y="0"/>
          <a:ext cx="0" cy="0"/>
          <a:chOff x="0" y="0"/>
          <a:chExt cx="0" cy="0"/>
        </a:xfrm>
      </p:grpSpPr>
      <p:sp>
        <p:nvSpPr>
          <p:cNvPr id="19397" name="Google Shape;19397;gf05e0214b0_1_26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98" name="Google Shape;19398;gf05e0214b0_1_26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70" name="Shape 19770"/>
        <p:cNvGrpSpPr/>
        <p:nvPr/>
      </p:nvGrpSpPr>
      <p:grpSpPr>
        <a:xfrm>
          <a:off x="0" y="0"/>
          <a:ext cx="0" cy="0"/>
          <a:chOff x="0" y="0"/>
          <a:chExt cx="0" cy="0"/>
        </a:xfrm>
      </p:grpSpPr>
      <p:sp>
        <p:nvSpPr>
          <p:cNvPr id="19771" name="Google Shape;19771;gf05e0214b0_1_26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72" name="Google Shape;19772;gf05e0214b0_1_26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26" name="Shape 20226"/>
        <p:cNvGrpSpPr/>
        <p:nvPr/>
      </p:nvGrpSpPr>
      <p:grpSpPr>
        <a:xfrm>
          <a:off x="0" y="0"/>
          <a:ext cx="0" cy="0"/>
          <a:chOff x="0" y="0"/>
          <a:chExt cx="0" cy="0"/>
        </a:xfrm>
      </p:grpSpPr>
      <p:sp>
        <p:nvSpPr>
          <p:cNvPr id="20227" name="Google Shape;20227;gf05e0214b0_1_27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28" name="Google Shape;20228;gf05e0214b0_1_27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40" name="Shape 20540"/>
        <p:cNvGrpSpPr/>
        <p:nvPr/>
      </p:nvGrpSpPr>
      <p:grpSpPr>
        <a:xfrm>
          <a:off x="0" y="0"/>
          <a:ext cx="0" cy="0"/>
          <a:chOff x="0" y="0"/>
          <a:chExt cx="0" cy="0"/>
        </a:xfrm>
      </p:grpSpPr>
      <p:sp>
        <p:nvSpPr>
          <p:cNvPr id="20541" name="Google Shape;20541;gf05e0214b0_1_27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42" name="Google Shape;20542;gf05e0214b0_1_27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74" name="Shape 20874"/>
        <p:cNvGrpSpPr/>
        <p:nvPr/>
      </p:nvGrpSpPr>
      <p:grpSpPr>
        <a:xfrm>
          <a:off x="0" y="0"/>
          <a:ext cx="0" cy="0"/>
          <a:chOff x="0" y="0"/>
          <a:chExt cx="0" cy="0"/>
        </a:xfrm>
      </p:grpSpPr>
      <p:sp>
        <p:nvSpPr>
          <p:cNvPr id="20875" name="Google Shape;20875;gf05e0214b0_1_28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76" name="Google Shape;20876;gf05e0214b0_1_28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52" name="Shape 21252"/>
        <p:cNvGrpSpPr/>
        <p:nvPr/>
      </p:nvGrpSpPr>
      <p:grpSpPr>
        <a:xfrm>
          <a:off x="0" y="0"/>
          <a:ext cx="0" cy="0"/>
          <a:chOff x="0" y="0"/>
          <a:chExt cx="0" cy="0"/>
        </a:xfrm>
      </p:grpSpPr>
      <p:sp>
        <p:nvSpPr>
          <p:cNvPr id="21253" name="Google Shape;21253;gf05e0214b0_1_284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54" name="Google Shape;21254;gf05e0214b0_1_284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37.xml"/><Relationship Id="rId3" Type="http://schemas.openxmlformats.org/officeDocument/2006/relationships/slide" Target="/ppt/slides/slide33.xml"/><Relationship Id="rId4" Type="http://schemas.openxmlformats.org/officeDocument/2006/relationships/slide" Target="/ppt/slides/slide23.xml"/><Relationship Id="rId5" Type="http://schemas.openxmlformats.org/officeDocument/2006/relationships/slide" Target="/ppt/slides/slide10.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2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1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1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40.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69007" y="-101129"/>
            <a:ext cx="2299567" cy="1009729"/>
          </a:xfrm>
          <a:custGeom>
            <a:rect b="b" l="l" r="r" t="t"/>
            <a:pathLst>
              <a:path extrusionOk="0" h="6348" w="14457">
                <a:moveTo>
                  <a:pt x="0" y="1"/>
                </a:moveTo>
                <a:lnTo>
                  <a:pt x="0" y="6160"/>
                </a:lnTo>
                <a:cubicBezTo>
                  <a:pt x="307" y="6283"/>
                  <a:pt x="641" y="6348"/>
                  <a:pt x="972" y="6348"/>
                </a:cubicBezTo>
                <a:cubicBezTo>
                  <a:pt x="1431" y="6348"/>
                  <a:pt x="1886" y="6223"/>
                  <a:pt x="2259" y="5957"/>
                </a:cubicBezTo>
                <a:cubicBezTo>
                  <a:pt x="2971" y="5450"/>
                  <a:pt x="3272" y="4560"/>
                  <a:pt x="3620" y="3758"/>
                </a:cubicBezTo>
                <a:cubicBezTo>
                  <a:pt x="3967" y="2955"/>
                  <a:pt x="4504" y="2110"/>
                  <a:pt x="5362" y="1938"/>
                </a:cubicBezTo>
                <a:cubicBezTo>
                  <a:pt x="5472" y="1916"/>
                  <a:pt x="5582" y="1906"/>
                  <a:pt x="5692" y="1906"/>
                </a:cubicBezTo>
                <a:cubicBezTo>
                  <a:pt x="6160" y="1906"/>
                  <a:pt x="6628" y="2081"/>
                  <a:pt x="7080" y="2232"/>
                </a:cubicBezTo>
                <a:cubicBezTo>
                  <a:pt x="7585" y="2401"/>
                  <a:pt x="8141" y="2535"/>
                  <a:pt x="8672" y="2535"/>
                </a:cubicBezTo>
                <a:cubicBezTo>
                  <a:pt x="9138" y="2535"/>
                  <a:pt x="9586" y="2431"/>
                  <a:pt x="9965" y="2156"/>
                </a:cubicBezTo>
                <a:cubicBezTo>
                  <a:pt x="10504" y="1765"/>
                  <a:pt x="10846" y="1060"/>
                  <a:pt x="11419" y="789"/>
                </a:cubicBezTo>
                <a:lnTo>
                  <a:pt x="11420" y="789"/>
                </a:lnTo>
                <a:cubicBezTo>
                  <a:pt x="11436" y="781"/>
                  <a:pt x="11452" y="774"/>
                  <a:pt x="11469" y="767"/>
                </a:cubicBezTo>
                <a:cubicBezTo>
                  <a:pt x="11544" y="736"/>
                  <a:pt x="11623" y="712"/>
                  <a:pt x="11706" y="696"/>
                </a:cubicBezTo>
                <a:cubicBezTo>
                  <a:pt x="11777" y="683"/>
                  <a:pt x="11848" y="678"/>
                  <a:pt x="11919" y="678"/>
                </a:cubicBezTo>
                <a:cubicBezTo>
                  <a:pt x="12271" y="678"/>
                  <a:pt x="12623" y="809"/>
                  <a:pt x="12978" y="824"/>
                </a:cubicBezTo>
                <a:cubicBezTo>
                  <a:pt x="12999" y="824"/>
                  <a:pt x="13020" y="825"/>
                  <a:pt x="13041" y="825"/>
                </a:cubicBezTo>
                <a:cubicBezTo>
                  <a:pt x="13511" y="825"/>
                  <a:pt x="13977" y="611"/>
                  <a:pt x="14281" y="253"/>
                </a:cubicBezTo>
                <a:cubicBezTo>
                  <a:pt x="14348" y="175"/>
                  <a:pt x="14407" y="90"/>
                  <a:pt x="14457"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311600" y="3147069"/>
            <a:ext cx="4163302" cy="2268390"/>
          </a:xfrm>
          <a:custGeom>
            <a:rect b="b" l="l" r="r" t="t"/>
            <a:pathLst>
              <a:path extrusionOk="0" h="14261" w="26174">
                <a:moveTo>
                  <a:pt x="4863" y="0"/>
                </a:moveTo>
                <a:cubicBezTo>
                  <a:pt x="4600" y="0"/>
                  <a:pt x="4337" y="25"/>
                  <a:pt x="4079" y="86"/>
                </a:cubicBezTo>
                <a:cubicBezTo>
                  <a:pt x="3577" y="206"/>
                  <a:pt x="3127" y="469"/>
                  <a:pt x="2736" y="803"/>
                </a:cubicBezTo>
                <a:cubicBezTo>
                  <a:pt x="1930" y="1492"/>
                  <a:pt x="1836" y="3135"/>
                  <a:pt x="799" y="3280"/>
                </a:cubicBezTo>
                <a:cubicBezTo>
                  <a:pt x="128" y="3374"/>
                  <a:pt x="0" y="4462"/>
                  <a:pt x="66" y="4462"/>
                </a:cubicBezTo>
                <a:cubicBezTo>
                  <a:pt x="68" y="4462"/>
                  <a:pt x="70" y="4461"/>
                  <a:pt x="72" y="4459"/>
                </a:cubicBezTo>
                <a:lnTo>
                  <a:pt x="72" y="4459"/>
                </a:lnTo>
                <a:cubicBezTo>
                  <a:pt x="67" y="5698"/>
                  <a:pt x="63" y="6939"/>
                  <a:pt x="59" y="8179"/>
                </a:cubicBezTo>
                <a:cubicBezTo>
                  <a:pt x="56" y="8831"/>
                  <a:pt x="53" y="9483"/>
                  <a:pt x="51" y="10135"/>
                </a:cubicBezTo>
                <a:cubicBezTo>
                  <a:pt x="50" y="10457"/>
                  <a:pt x="49" y="10777"/>
                  <a:pt x="48" y="11099"/>
                </a:cubicBezTo>
                <a:cubicBezTo>
                  <a:pt x="47" y="11393"/>
                  <a:pt x="48" y="11687"/>
                  <a:pt x="100" y="11976"/>
                </a:cubicBezTo>
                <a:cubicBezTo>
                  <a:pt x="186" y="12456"/>
                  <a:pt x="458" y="12928"/>
                  <a:pt x="933" y="13108"/>
                </a:cubicBezTo>
                <a:cubicBezTo>
                  <a:pt x="1033" y="13146"/>
                  <a:pt x="1145" y="13169"/>
                  <a:pt x="1252" y="13169"/>
                </a:cubicBezTo>
                <a:cubicBezTo>
                  <a:pt x="1254" y="13169"/>
                  <a:pt x="1257" y="13169"/>
                  <a:pt x="1259" y="13169"/>
                </a:cubicBezTo>
                <a:cubicBezTo>
                  <a:pt x="1388" y="13167"/>
                  <a:pt x="1479" y="13054"/>
                  <a:pt x="1583" y="12989"/>
                </a:cubicBezTo>
                <a:cubicBezTo>
                  <a:pt x="1788" y="12861"/>
                  <a:pt x="2013" y="12777"/>
                  <a:pt x="2247" y="12724"/>
                </a:cubicBezTo>
                <a:cubicBezTo>
                  <a:pt x="2483" y="12671"/>
                  <a:pt x="2724" y="12651"/>
                  <a:pt x="2966" y="12651"/>
                </a:cubicBezTo>
                <a:cubicBezTo>
                  <a:pt x="3233" y="12651"/>
                  <a:pt x="3501" y="12676"/>
                  <a:pt x="3763" y="12707"/>
                </a:cubicBezTo>
                <a:cubicBezTo>
                  <a:pt x="4310" y="12772"/>
                  <a:pt x="4853" y="12875"/>
                  <a:pt x="5400" y="12938"/>
                </a:cubicBezTo>
                <a:cubicBezTo>
                  <a:pt x="6669" y="13085"/>
                  <a:pt x="7946" y="13111"/>
                  <a:pt x="9219" y="13205"/>
                </a:cubicBezTo>
                <a:cubicBezTo>
                  <a:pt x="9860" y="13253"/>
                  <a:pt x="10500" y="13317"/>
                  <a:pt x="11134" y="13424"/>
                </a:cubicBezTo>
                <a:cubicBezTo>
                  <a:pt x="11749" y="13526"/>
                  <a:pt x="12358" y="13663"/>
                  <a:pt x="12967" y="13796"/>
                </a:cubicBezTo>
                <a:cubicBezTo>
                  <a:pt x="14136" y="14051"/>
                  <a:pt x="15300" y="14261"/>
                  <a:pt x="16498" y="14261"/>
                </a:cubicBezTo>
                <a:cubicBezTo>
                  <a:pt x="16552" y="14261"/>
                  <a:pt x="16606" y="14260"/>
                  <a:pt x="16660" y="14259"/>
                </a:cubicBezTo>
                <a:cubicBezTo>
                  <a:pt x="17953" y="14238"/>
                  <a:pt x="19236" y="14050"/>
                  <a:pt x="20525" y="13980"/>
                </a:cubicBezTo>
                <a:cubicBezTo>
                  <a:pt x="21615" y="13919"/>
                  <a:pt x="22718" y="13973"/>
                  <a:pt x="23796" y="13769"/>
                </a:cubicBezTo>
                <a:cubicBezTo>
                  <a:pt x="24313" y="13670"/>
                  <a:pt x="24820" y="13506"/>
                  <a:pt x="25277" y="13242"/>
                </a:cubicBezTo>
                <a:cubicBezTo>
                  <a:pt x="25711" y="12992"/>
                  <a:pt x="26148" y="12628"/>
                  <a:pt x="26165" y="12087"/>
                </a:cubicBezTo>
                <a:cubicBezTo>
                  <a:pt x="26174" y="11806"/>
                  <a:pt x="26071" y="11536"/>
                  <a:pt x="25960" y="11284"/>
                </a:cubicBezTo>
                <a:cubicBezTo>
                  <a:pt x="25831" y="10995"/>
                  <a:pt x="25692" y="10711"/>
                  <a:pt x="25556" y="10424"/>
                </a:cubicBezTo>
                <a:cubicBezTo>
                  <a:pt x="25280" y="9836"/>
                  <a:pt x="25017" y="9241"/>
                  <a:pt x="24726" y="8660"/>
                </a:cubicBezTo>
                <a:cubicBezTo>
                  <a:pt x="24617" y="8443"/>
                  <a:pt x="24475" y="8244"/>
                  <a:pt x="24244" y="8148"/>
                </a:cubicBezTo>
                <a:cubicBezTo>
                  <a:pt x="23992" y="8043"/>
                  <a:pt x="23700" y="8056"/>
                  <a:pt x="23431" y="8053"/>
                </a:cubicBezTo>
                <a:cubicBezTo>
                  <a:pt x="23345" y="8052"/>
                  <a:pt x="23259" y="8052"/>
                  <a:pt x="23173" y="8052"/>
                </a:cubicBezTo>
                <a:cubicBezTo>
                  <a:pt x="22618" y="8052"/>
                  <a:pt x="22062" y="8075"/>
                  <a:pt x="21508" y="8122"/>
                </a:cubicBezTo>
                <a:cubicBezTo>
                  <a:pt x="20999" y="8165"/>
                  <a:pt x="20489" y="8243"/>
                  <a:pt x="19978" y="8243"/>
                </a:cubicBezTo>
                <a:cubicBezTo>
                  <a:pt x="19867" y="8243"/>
                  <a:pt x="19756" y="8239"/>
                  <a:pt x="19645" y="8231"/>
                </a:cubicBezTo>
                <a:cubicBezTo>
                  <a:pt x="19110" y="8189"/>
                  <a:pt x="18609" y="8002"/>
                  <a:pt x="18163" y="7708"/>
                </a:cubicBezTo>
                <a:cubicBezTo>
                  <a:pt x="17269" y="7121"/>
                  <a:pt x="16691" y="6224"/>
                  <a:pt x="16067" y="5381"/>
                </a:cubicBezTo>
                <a:cubicBezTo>
                  <a:pt x="15751" y="4955"/>
                  <a:pt x="15397" y="4546"/>
                  <a:pt x="14929" y="4285"/>
                </a:cubicBezTo>
                <a:cubicBezTo>
                  <a:pt x="14463" y="4025"/>
                  <a:pt x="13935" y="3920"/>
                  <a:pt x="13408" y="3879"/>
                </a:cubicBezTo>
                <a:cubicBezTo>
                  <a:pt x="13154" y="3860"/>
                  <a:pt x="12899" y="3855"/>
                  <a:pt x="12643" y="3855"/>
                </a:cubicBezTo>
                <a:cubicBezTo>
                  <a:pt x="12450" y="3855"/>
                  <a:pt x="12257" y="3858"/>
                  <a:pt x="12064" y="3858"/>
                </a:cubicBezTo>
                <a:cubicBezTo>
                  <a:pt x="11487" y="3858"/>
                  <a:pt x="10912" y="3836"/>
                  <a:pt x="10354" y="3664"/>
                </a:cubicBezTo>
                <a:cubicBezTo>
                  <a:pt x="9893" y="3522"/>
                  <a:pt x="9465" y="3265"/>
                  <a:pt x="9185" y="2863"/>
                </a:cubicBezTo>
                <a:cubicBezTo>
                  <a:pt x="8887" y="2436"/>
                  <a:pt x="8747" y="1924"/>
                  <a:pt x="8473" y="1483"/>
                </a:cubicBezTo>
                <a:cubicBezTo>
                  <a:pt x="7915" y="585"/>
                  <a:pt x="6844" y="273"/>
                  <a:pt x="5861" y="99"/>
                </a:cubicBezTo>
                <a:cubicBezTo>
                  <a:pt x="5533" y="41"/>
                  <a:pt x="5197" y="0"/>
                  <a:pt x="4863" y="0"/>
                </a:cubicBezTo>
                <a:close/>
              </a:path>
            </a:pathLst>
          </a:custGeom>
          <a:solidFill>
            <a:schemeClr val="dk2">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7386716" y="3243776"/>
            <a:ext cx="2068926" cy="2074970"/>
          </a:xfrm>
          <a:custGeom>
            <a:rect b="b" l="l" r="r" t="t"/>
            <a:pathLst>
              <a:path extrusionOk="0" h="13045" w="13007">
                <a:moveTo>
                  <a:pt x="11086" y="1"/>
                </a:moveTo>
                <a:cubicBezTo>
                  <a:pt x="10136" y="1"/>
                  <a:pt x="9220" y="578"/>
                  <a:pt x="8514" y="1160"/>
                </a:cubicBezTo>
                <a:cubicBezTo>
                  <a:pt x="7734" y="1801"/>
                  <a:pt x="7147" y="2603"/>
                  <a:pt x="6690" y="3499"/>
                </a:cubicBezTo>
                <a:cubicBezTo>
                  <a:pt x="6269" y="4325"/>
                  <a:pt x="5846" y="5241"/>
                  <a:pt x="4914" y="5581"/>
                </a:cubicBezTo>
                <a:cubicBezTo>
                  <a:pt x="3974" y="5923"/>
                  <a:pt x="2923" y="5759"/>
                  <a:pt x="2005" y="6187"/>
                </a:cubicBezTo>
                <a:cubicBezTo>
                  <a:pt x="1188" y="6570"/>
                  <a:pt x="602" y="7349"/>
                  <a:pt x="329" y="8196"/>
                </a:cubicBezTo>
                <a:cubicBezTo>
                  <a:pt x="1" y="9208"/>
                  <a:pt x="140" y="10320"/>
                  <a:pt x="509" y="11301"/>
                </a:cubicBezTo>
                <a:cubicBezTo>
                  <a:pt x="597" y="11534"/>
                  <a:pt x="989" y="11993"/>
                  <a:pt x="1051" y="11993"/>
                </a:cubicBezTo>
                <a:cubicBezTo>
                  <a:pt x="1057" y="11993"/>
                  <a:pt x="1060" y="11988"/>
                  <a:pt x="1059" y="11977"/>
                </a:cubicBezTo>
                <a:lnTo>
                  <a:pt x="1059" y="11977"/>
                </a:lnTo>
                <a:cubicBezTo>
                  <a:pt x="1717" y="12454"/>
                  <a:pt x="2513" y="12576"/>
                  <a:pt x="3318" y="12576"/>
                </a:cubicBezTo>
                <a:cubicBezTo>
                  <a:pt x="3796" y="12576"/>
                  <a:pt x="4277" y="12533"/>
                  <a:pt x="4735" y="12495"/>
                </a:cubicBezTo>
                <a:cubicBezTo>
                  <a:pt x="5450" y="12436"/>
                  <a:pt x="6168" y="12406"/>
                  <a:pt x="6885" y="12406"/>
                </a:cubicBezTo>
                <a:cubicBezTo>
                  <a:pt x="7827" y="12406"/>
                  <a:pt x="8769" y="12458"/>
                  <a:pt x="9706" y="12564"/>
                </a:cubicBezTo>
                <a:cubicBezTo>
                  <a:pt x="10641" y="12670"/>
                  <a:pt x="11568" y="12831"/>
                  <a:pt x="12485" y="13041"/>
                </a:cubicBezTo>
                <a:cubicBezTo>
                  <a:pt x="12495" y="13043"/>
                  <a:pt x="12505" y="13045"/>
                  <a:pt x="12515" y="13045"/>
                </a:cubicBezTo>
                <a:cubicBezTo>
                  <a:pt x="12578" y="13045"/>
                  <a:pt x="12630" y="12997"/>
                  <a:pt x="12632" y="12929"/>
                </a:cubicBezTo>
                <a:lnTo>
                  <a:pt x="12879" y="5509"/>
                </a:lnTo>
                <a:cubicBezTo>
                  <a:pt x="12900" y="4891"/>
                  <a:pt x="12920" y="4272"/>
                  <a:pt x="12940" y="3654"/>
                </a:cubicBezTo>
                <a:cubicBezTo>
                  <a:pt x="12960" y="3073"/>
                  <a:pt x="13006" y="2485"/>
                  <a:pt x="12985" y="1903"/>
                </a:cubicBezTo>
                <a:cubicBezTo>
                  <a:pt x="12967" y="1412"/>
                  <a:pt x="12856" y="914"/>
                  <a:pt x="12502" y="551"/>
                </a:cubicBezTo>
                <a:cubicBezTo>
                  <a:pt x="12188" y="228"/>
                  <a:pt x="11746" y="54"/>
                  <a:pt x="11303" y="11"/>
                </a:cubicBezTo>
                <a:cubicBezTo>
                  <a:pt x="11230" y="4"/>
                  <a:pt x="11158" y="1"/>
                  <a:pt x="11086"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5446124" y="-346475"/>
            <a:ext cx="3877467" cy="1370005"/>
          </a:xfrm>
          <a:custGeom>
            <a:rect b="b" l="l" r="r" t="t"/>
            <a:pathLst>
              <a:path extrusionOk="0" h="8613" w="24377">
                <a:moveTo>
                  <a:pt x="22626" y="1"/>
                </a:moveTo>
                <a:cubicBezTo>
                  <a:pt x="22431" y="1"/>
                  <a:pt x="22241" y="55"/>
                  <a:pt x="22058" y="101"/>
                </a:cubicBezTo>
                <a:cubicBezTo>
                  <a:pt x="21511" y="238"/>
                  <a:pt x="20953" y="349"/>
                  <a:pt x="20391" y="439"/>
                </a:cubicBezTo>
                <a:cubicBezTo>
                  <a:pt x="18472" y="743"/>
                  <a:pt x="16508" y="793"/>
                  <a:pt x="14552" y="793"/>
                </a:cubicBezTo>
                <a:cubicBezTo>
                  <a:pt x="14183" y="793"/>
                  <a:pt x="13813" y="791"/>
                  <a:pt x="13445" y="789"/>
                </a:cubicBezTo>
                <a:cubicBezTo>
                  <a:pt x="11020" y="775"/>
                  <a:pt x="8592" y="763"/>
                  <a:pt x="6170" y="648"/>
                </a:cubicBezTo>
                <a:cubicBezTo>
                  <a:pt x="4959" y="590"/>
                  <a:pt x="3748" y="506"/>
                  <a:pt x="2545" y="383"/>
                </a:cubicBezTo>
                <a:cubicBezTo>
                  <a:pt x="2238" y="351"/>
                  <a:pt x="1932" y="316"/>
                  <a:pt x="1627" y="279"/>
                </a:cubicBezTo>
                <a:cubicBezTo>
                  <a:pt x="1398" y="252"/>
                  <a:pt x="1163" y="215"/>
                  <a:pt x="930" y="215"/>
                </a:cubicBezTo>
                <a:cubicBezTo>
                  <a:pt x="895" y="215"/>
                  <a:pt x="861" y="215"/>
                  <a:pt x="827" y="217"/>
                </a:cubicBezTo>
                <a:cubicBezTo>
                  <a:pt x="405" y="240"/>
                  <a:pt x="13" y="441"/>
                  <a:pt x="5" y="792"/>
                </a:cubicBezTo>
                <a:cubicBezTo>
                  <a:pt x="1" y="936"/>
                  <a:pt x="84" y="1057"/>
                  <a:pt x="235" y="1138"/>
                </a:cubicBezTo>
                <a:cubicBezTo>
                  <a:pt x="259" y="1152"/>
                  <a:pt x="283" y="1157"/>
                  <a:pt x="305" y="1157"/>
                </a:cubicBezTo>
                <a:cubicBezTo>
                  <a:pt x="307" y="1157"/>
                  <a:pt x="309" y="1157"/>
                  <a:pt x="311" y="1157"/>
                </a:cubicBezTo>
                <a:lnTo>
                  <a:pt x="311" y="1157"/>
                </a:lnTo>
                <a:cubicBezTo>
                  <a:pt x="180" y="1807"/>
                  <a:pt x="426" y="2480"/>
                  <a:pt x="944" y="3003"/>
                </a:cubicBezTo>
                <a:cubicBezTo>
                  <a:pt x="1219" y="3281"/>
                  <a:pt x="1569" y="3518"/>
                  <a:pt x="1974" y="3679"/>
                </a:cubicBezTo>
                <a:cubicBezTo>
                  <a:pt x="2424" y="3858"/>
                  <a:pt x="2928" y="3933"/>
                  <a:pt x="3430" y="3957"/>
                </a:cubicBezTo>
                <a:cubicBezTo>
                  <a:pt x="3565" y="3964"/>
                  <a:pt x="3702" y="3967"/>
                  <a:pt x="3838" y="3967"/>
                </a:cubicBezTo>
                <a:cubicBezTo>
                  <a:pt x="4389" y="3967"/>
                  <a:pt x="4946" y="3924"/>
                  <a:pt x="5497" y="3924"/>
                </a:cubicBezTo>
                <a:cubicBezTo>
                  <a:pt x="5880" y="3924"/>
                  <a:pt x="6260" y="3944"/>
                  <a:pt x="6634" y="4014"/>
                </a:cubicBezTo>
                <a:cubicBezTo>
                  <a:pt x="7452" y="4167"/>
                  <a:pt x="8044" y="4590"/>
                  <a:pt x="8476" y="5128"/>
                </a:cubicBezTo>
                <a:cubicBezTo>
                  <a:pt x="8889" y="5644"/>
                  <a:pt x="9168" y="6215"/>
                  <a:pt x="9504" y="6761"/>
                </a:cubicBezTo>
                <a:cubicBezTo>
                  <a:pt x="9818" y="7272"/>
                  <a:pt x="10194" y="7795"/>
                  <a:pt x="10779" y="8153"/>
                </a:cubicBezTo>
                <a:cubicBezTo>
                  <a:pt x="11306" y="8477"/>
                  <a:pt x="11931" y="8612"/>
                  <a:pt x="12573" y="8612"/>
                </a:cubicBezTo>
                <a:cubicBezTo>
                  <a:pt x="12917" y="8612"/>
                  <a:pt x="13266" y="8573"/>
                  <a:pt x="13607" y="8503"/>
                </a:cubicBezTo>
                <a:cubicBezTo>
                  <a:pt x="14755" y="8264"/>
                  <a:pt x="15723" y="7708"/>
                  <a:pt x="16790" y="7327"/>
                </a:cubicBezTo>
                <a:cubicBezTo>
                  <a:pt x="17672" y="7012"/>
                  <a:pt x="18645" y="6819"/>
                  <a:pt x="19621" y="6819"/>
                </a:cubicBezTo>
                <a:cubicBezTo>
                  <a:pt x="19841" y="6819"/>
                  <a:pt x="20062" y="6829"/>
                  <a:pt x="20281" y="6849"/>
                </a:cubicBezTo>
                <a:cubicBezTo>
                  <a:pt x="21290" y="6943"/>
                  <a:pt x="22275" y="7285"/>
                  <a:pt x="22992" y="7844"/>
                </a:cubicBezTo>
                <a:cubicBezTo>
                  <a:pt x="23170" y="7982"/>
                  <a:pt x="23328" y="8133"/>
                  <a:pt x="23467" y="8296"/>
                </a:cubicBezTo>
                <a:cubicBezTo>
                  <a:pt x="23495" y="8329"/>
                  <a:pt x="23541" y="8346"/>
                  <a:pt x="23587" y="8346"/>
                </a:cubicBezTo>
                <a:cubicBezTo>
                  <a:pt x="23643" y="8346"/>
                  <a:pt x="23698" y="8320"/>
                  <a:pt x="23718" y="8271"/>
                </a:cubicBezTo>
                <a:cubicBezTo>
                  <a:pt x="24376" y="6550"/>
                  <a:pt x="24252" y="4734"/>
                  <a:pt x="23880" y="2982"/>
                </a:cubicBezTo>
                <a:cubicBezTo>
                  <a:pt x="23786" y="2536"/>
                  <a:pt x="23676" y="2093"/>
                  <a:pt x="23557" y="1650"/>
                </a:cubicBezTo>
                <a:cubicBezTo>
                  <a:pt x="23441" y="1217"/>
                  <a:pt x="23343" y="773"/>
                  <a:pt x="23189" y="348"/>
                </a:cubicBezTo>
                <a:cubicBezTo>
                  <a:pt x="23127" y="176"/>
                  <a:pt x="22987" y="38"/>
                  <a:pt x="22748" y="8"/>
                </a:cubicBezTo>
                <a:cubicBezTo>
                  <a:pt x="22707" y="3"/>
                  <a:pt x="22666" y="1"/>
                  <a:pt x="22626"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999891" y="9122"/>
            <a:ext cx="176" cy="172"/>
          </a:xfrm>
          <a:custGeom>
            <a:rect b="b" l="l" r="r" t="t"/>
            <a:pathLst>
              <a:path extrusionOk="0" h="1" w="1">
                <a:moveTo>
                  <a:pt x="0" y="1"/>
                </a:move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999891" y="9122"/>
            <a:ext cx="176" cy="172"/>
          </a:xfrm>
          <a:custGeom>
            <a:rect b="b" l="l" r="r" t="t"/>
            <a:pathLst>
              <a:path extrusionOk="0" h="1" w="1">
                <a:moveTo>
                  <a:pt x="0" y="1"/>
                </a:move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999891" y="9122"/>
            <a:ext cx="176" cy="172"/>
          </a:xfrm>
          <a:custGeom>
            <a:rect b="b" l="l" r="r" t="t"/>
            <a:pathLst>
              <a:path extrusionOk="0" h="1" w="1">
                <a:moveTo>
                  <a:pt x="0" y="1"/>
                </a:move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txBox="1"/>
          <p:nvPr>
            <p:ph type="ctrTitle"/>
          </p:nvPr>
        </p:nvSpPr>
        <p:spPr>
          <a:xfrm>
            <a:off x="1069650" y="1237975"/>
            <a:ext cx="70047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9600"/>
              <a:buFont typeface="Gloria Hallelujah"/>
              <a:buNone/>
              <a:defRPr sz="4600">
                <a:latin typeface="Gloria Hallelujah"/>
                <a:ea typeface="Gloria Hallelujah"/>
                <a:cs typeface="Gloria Hallelujah"/>
                <a:sym typeface="Gloria Hallelujah"/>
              </a:defRPr>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p:txBody>
      </p:sp>
      <p:sp>
        <p:nvSpPr>
          <p:cNvPr id="17" name="Google Shape;17;p2"/>
          <p:cNvSpPr txBox="1"/>
          <p:nvPr>
            <p:ph idx="1" type="subTitle"/>
          </p:nvPr>
        </p:nvSpPr>
        <p:spPr>
          <a:xfrm>
            <a:off x="3327311" y="3762300"/>
            <a:ext cx="2489400" cy="6705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Raleway SemiBold"/>
              <a:buNone/>
              <a:defRPr sz="1800">
                <a:solidFill>
                  <a:schemeClr val="dk2"/>
                </a:solidFill>
                <a:latin typeface="Raleway SemiBold"/>
                <a:ea typeface="Raleway SemiBold"/>
                <a:cs typeface="Raleway SemiBold"/>
                <a:sym typeface="Raleway SemiBold"/>
              </a:defRPr>
            </a:lvl1pPr>
            <a:lvl2pPr lvl="1"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2pPr>
            <a:lvl3pPr lvl="2"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3pPr>
            <a:lvl4pPr lvl="3"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4pPr>
            <a:lvl5pPr lvl="4"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5pPr>
            <a:lvl6pPr lvl="5"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6pPr>
            <a:lvl7pPr lvl="6"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7pPr>
            <a:lvl8pPr lvl="7"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8pPr>
            <a:lvl9pPr lvl="8" rtl="0">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9pPr>
          </a:lstStyle>
          <a:p/>
        </p:txBody>
      </p:sp>
      <p:grpSp>
        <p:nvGrpSpPr>
          <p:cNvPr id="18" name="Google Shape;18;p2"/>
          <p:cNvGrpSpPr/>
          <p:nvPr/>
        </p:nvGrpSpPr>
        <p:grpSpPr>
          <a:xfrm>
            <a:off x="6771196" y="4117427"/>
            <a:ext cx="609627" cy="821484"/>
            <a:chOff x="4295900" y="1116675"/>
            <a:chExt cx="145125" cy="208875"/>
          </a:xfrm>
        </p:grpSpPr>
        <p:sp>
          <p:nvSpPr>
            <p:cNvPr id="19" name="Google Shape;19;p2"/>
            <p:cNvSpPr/>
            <p:nvPr/>
          </p:nvSpPr>
          <p:spPr>
            <a:xfrm>
              <a:off x="4295900" y="1116675"/>
              <a:ext cx="133450" cy="175625"/>
            </a:xfrm>
            <a:custGeom>
              <a:rect b="b" l="l" r="r" t="t"/>
              <a:pathLst>
                <a:path extrusionOk="0" h="7025" w="5338">
                  <a:moveTo>
                    <a:pt x="2701" y="136"/>
                  </a:moveTo>
                  <a:cubicBezTo>
                    <a:pt x="2815" y="136"/>
                    <a:pt x="2928" y="145"/>
                    <a:pt x="3039" y="165"/>
                  </a:cubicBezTo>
                  <a:cubicBezTo>
                    <a:pt x="3773" y="292"/>
                    <a:pt x="4450" y="847"/>
                    <a:pt x="4806" y="1613"/>
                  </a:cubicBezTo>
                  <a:cubicBezTo>
                    <a:pt x="5109" y="2268"/>
                    <a:pt x="5200" y="3057"/>
                    <a:pt x="5074" y="3956"/>
                  </a:cubicBezTo>
                  <a:cubicBezTo>
                    <a:pt x="5036" y="4222"/>
                    <a:pt x="4975" y="4524"/>
                    <a:pt x="4804" y="4758"/>
                  </a:cubicBezTo>
                  <a:lnTo>
                    <a:pt x="4782" y="4787"/>
                  </a:lnTo>
                  <a:cubicBezTo>
                    <a:pt x="4735" y="4849"/>
                    <a:pt x="4682" y="4920"/>
                    <a:pt x="4673" y="5011"/>
                  </a:cubicBezTo>
                  <a:cubicBezTo>
                    <a:pt x="4666" y="5087"/>
                    <a:pt x="4694" y="5158"/>
                    <a:pt x="4716" y="5215"/>
                  </a:cubicBezTo>
                  <a:lnTo>
                    <a:pt x="4984" y="5904"/>
                  </a:lnTo>
                  <a:cubicBezTo>
                    <a:pt x="5013" y="5977"/>
                    <a:pt x="5048" y="6068"/>
                    <a:pt x="5031" y="6145"/>
                  </a:cubicBezTo>
                  <a:cubicBezTo>
                    <a:pt x="5010" y="6239"/>
                    <a:pt x="4918" y="6308"/>
                    <a:pt x="4817" y="6376"/>
                  </a:cubicBezTo>
                  <a:cubicBezTo>
                    <a:pt x="4410" y="6649"/>
                    <a:pt x="4041" y="6877"/>
                    <a:pt x="3626" y="6889"/>
                  </a:cubicBezTo>
                  <a:cubicBezTo>
                    <a:pt x="3619" y="6889"/>
                    <a:pt x="3613" y="6889"/>
                    <a:pt x="3606" y="6889"/>
                  </a:cubicBezTo>
                  <a:cubicBezTo>
                    <a:pt x="3294" y="6889"/>
                    <a:pt x="3188" y="6670"/>
                    <a:pt x="3049" y="6394"/>
                  </a:cubicBezTo>
                  <a:cubicBezTo>
                    <a:pt x="3017" y="6331"/>
                    <a:pt x="2984" y="6265"/>
                    <a:pt x="2948" y="6201"/>
                  </a:cubicBezTo>
                  <a:cubicBezTo>
                    <a:pt x="2900" y="6116"/>
                    <a:pt x="2845" y="6021"/>
                    <a:pt x="2762" y="5951"/>
                  </a:cubicBezTo>
                  <a:cubicBezTo>
                    <a:pt x="2696" y="5893"/>
                    <a:pt x="2617" y="5857"/>
                    <a:pt x="2547" y="5829"/>
                  </a:cubicBezTo>
                  <a:cubicBezTo>
                    <a:pt x="2420" y="5776"/>
                    <a:pt x="2289" y="5735"/>
                    <a:pt x="2162" y="5695"/>
                  </a:cubicBezTo>
                  <a:cubicBezTo>
                    <a:pt x="2026" y="5653"/>
                    <a:pt x="1886" y="5609"/>
                    <a:pt x="1755" y="5552"/>
                  </a:cubicBezTo>
                  <a:cubicBezTo>
                    <a:pt x="1017" y="5234"/>
                    <a:pt x="457" y="4448"/>
                    <a:pt x="293" y="3499"/>
                  </a:cubicBezTo>
                  <a:cubicBezTo>
                    <a:pt x="139" y="2612"/>
                    <a:pt x="332" y="1736"/>
                    <a:pt x="821" y="1094"/>
                  </a:cubicBezTo>
                  <a:cubicBezTo>
                    <a:pt x="1276" y="496"/>
                    <a:pt x="2000" y="136"/>
                    <a:pt x="2701" y="136"/>
                  </a:cubicBezTo>
                  <a:close/>
                  <a:moveTo>
                    <a:pt x="2703" y="1"/>
                  </a:moveTo>
                  <a:cubicBezTo>
                    <a:pt x="1960" y="1"/>
                    <a:pt x="1195" y="381"/>
                    <a:pt x="713" y="1012"/>
                  </a:cubicBezTo>
                  <a:cubicBezTo>
                    <a:pt x="202" y="1684"/>
                    <a:pt x="1" y="2598"/>
                    <a:pt x="160" y="3522"/>
                  </a:cubicBezTo>
                  <a:cubicBezTo>
                    <a:pt x="332" y="4515"/>
                    <a:pt x="923" y="5341"/>
                    <a:pt x="1702" y="5676"/>
                  </a:cubicBezTo>
                  <a:cubicBezTo>
                    <a:pt x="1839" y="5735"/>
                    <a:pt x="1982" y="5781"/>
                    <a:pt x="2121" y="5823"/>
                  </a:cubicBezTo>
                  <a:cubicBezTo>
                    <a:pt x="2246" y="5863"/>
                    <a:pt x="2374" y="5904"/>
                    <a:pt x="2496" y="5953"/>
                  </a:cubicBezTo>
                  <a:cubicBezTo>
                    <a:pt x="2558" y="5978"/>
                    <a:pt x="2623" y="6008"/>
                    <a:pt x="2674" y="6053"/>
                  </a:cubicBezTo>
                  <a:cubicBezTo>
                    <a:pt x="2740" y="6109"/>
                    <a:pt x="2786" y="6189"/>
                    <a:pt x="2830" y="6267"/>
                  </a:cubicBezTo>
                  <a:cubicBezTo>
                    <a:pt x="2865" y="6329"/>
                    <a:pt x="2897" y="6393"/>
                    <a:pt x="2928" y="6455"/>
                  </a:cubicBezTo>
                  <a:cubicBezTo>
                    <a:pt x="3069" y="6735"/>
                    <a:pt x="3214" y="7024"/>
                    <a:pt x="3607" y="7024"/>
                  </a:cubicBezTo>
                  <a:lnTo>
                    <a:pt x="3631" y="7024"/>
                  </a:lnTo>
                  <a:cubicBezTo>
                    <a:pt x="4118" y="7010"/>
                    <a:pt x="4566" y="6708"/>
                    <a:pt x="4893" y="6488"/>
                  </a:cubicBezTo>
                  <a:cubicBezTo>
                    <a:pt x="5012" y="6408"/>
                    <a:pt x="5132" y="6317"/>
                    <a:pt x="5164" y="6174"/>
                  </a:cubicBezTo>
                  <a:cubicBezTo>
                    <a:pt x="5189" y="6057"/>
                    <a:pt x="5144" y="5940"/>
                    <a:pt x="5110" y="5854"/>
                  </a:cubicBezTo>
                  <a:lnTo>
                    <a:pt x="4842" y="5165"/>
                  </a:lnTo>
                  <a:cubicBezTo>
                    <a:pt x="4824" y="5119"/>
                    <a:pt x="4804" y="5068"/>
                    <a:pt x="4808" y="5023"/>
                  </a:cubicBezTo>
                  <a:cubicBezTo>
                    <a:pt x="4813" y="4971"/>
                    <a:pt x="4851" y="4921"/>
                    <a:pt x="4891" y="4868"/>
                  </a:cubicBezTo>
                  <a:lnTo>
                    <a:pt x="4914" y="4839"/>
                  </a:lnTo>
                  <a:cubicBezTo>
                    <a:pt x="5102" y="4580"/>
                    <a:pt x="5168" y="4257"/>
                    <a:pt x="5207" y="3974"/>
                  </a:cubicBezTo>
                  <a:cubicBezTo>
                    <a:pt x="5338" y="3049"/>
                    <a:pt x="5244" y="2235"/>
                    <a:pt x="4929" y="1556"/>
                  </a:cubicBezTo>
                  <a:cubicBezTo>
                    <a:pt x="4555" y="750"/>
                    <a:pt x="3840" y="167"/>
                    <a:pt x="3062" y="31"/>
                  </a:cubicBezTo>
                  <a:cubicBezTo>
                    <a:pt x="2944" y="11"/>
                    <a:pt x="2824" y="1"/>
                    <a:pt x="2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0" name="Google Shape;20;p2"/>
            <p:cNvSpPr/>
            <p:nvPr/>
          </p:nvSpPr>
          <p:spPr>
            <a:xfrm>
              <a:off x="4379125" y="1270250"/>
              <a:ext cx="61900" cy="55300"/>
            </a:xfrm>
            <a:custGeom>
              <a:rect b="b" l="l" r="r" t="t"/>
              <a:pathLst>
                <a:path extrusionOk="0" h="2212" w="2476">
                  <a:moveTo>
                    <a:pt x="1814" y="1"/>
                  </a:moveTo>
                  <a:cubicBezTo>
                    <a:pt x="1780" y="2"/>
                    <a:pt x="1746" y="29"/>
                    <a:pt x="1745" y="66"/>
                  </a:cubicBezTo>
                  <a:cubicBezTo>
                    <a:pt x="1743" y="104"/>
                    <a:pt x="1772" y="135"/>
                    <a:pt x="1809" y="137"/>
                  </a:cubicBezTo>
                  <a:cubicBezTo>
                    <a:pt x="1855" y="138"/>
                    <a:pt x="1900" y="161"/>
                    <a:pt x="1935" y="200"/>
                  </a:cubicBezTo>
                  <a:cubicBezTo>
                    <a:pt x="1968" y="237"/>
                    <a:pt x="1986" y="283"/>
                    <a:pt x="1983" y="328"/>
                  </a:cubicBezTo>
                  <a:cubicBezTo>
                    <a:pt x="1982" y="343"/>
                    <a:pt x="1980" y="357"/>
                    <a:pt x="1978" y="372"/>
                  </a:cubicBezTo>
                  <a:cubicBezTo>
                    <a:pt x="1969" y="421"/>
                    <a:pt x="1960" y="483"/>
                    <a:pt x="1992" y="540"/>
                  </a:cubicBezTo>
                  <a:cubicBezTo>
                    <a:pt x="2020" y="593"/>
                    <a:pt x="2070" y="618"/>
                    <a:pt x="2109" y="639"/>
                  </a:cubicBezTo>
                  <a:cubicBezTo>
                    <a:pt x="2137" y="653"/>
                    <a:pt x="2161" y="665"/>
                    <a:pt x="2171" y="681"/>
                  </a:cubicBezTo>
                  <a:cubicBezTo>
                    <a:pt x="2183" y="701"/>
                    <a:pt x="2178" y="736"/>
                    <a:pt x="2171" y="773"/>
                  </a:cubicBezTo>
                  <a:cubicBezTo>
                    <a:pt x="2163" y="832"/>
                    <a:pt x="2152" y="904"/>
                    <a:pt x="2199" y="967"/>
                  </a:cubicBezTo>
                  <a:cubicBezTo>
                    <a:pt x="2218" y="991"/>
                    <a:pt x="2243" y="1007"/>
                    <a:pt x="2262" y="1020"/>
                  </a:cubicBezTo>
                  <a:cubicBezTo>
                    <a:pt x="2269" y="1024"/>
                    <a:pt x="2277" y="1030"/>
                    <a:pt x="2283" y="1035"/>
                  </a:cubicBezTo>
                  <a:cubicBezTo>
                    <a:pt x="2328" y="1071"/>
                    <a:pt x="2332" y="1145"/>
                    <a:pt x="2314" y="1200"/>
                  </a:cubicBezTo>
                  <a:cubicBezTo>
                    <a:pt x="2290" y="1269"/>
                    <a:pt x="2231" y="1330"/>
                    <a:pt x="2179" y="1380"/>
                  </a:cubicBezTo>
                  <a:cubicBezTo>
                    <a:pt x="1861" y="1687"/>
                    <a:pt x="1469" y="1914"/>
                    <a:pt x="1045" y="2039"/>
                  </a:cubicBezTo>
                  <a:cubicBezTo>
                    <a:pt x="980" y="2059"/>
                    <a:pt x="912" y="2076"/>
                    <a:pt x="847" y="2076"/>
                  </a:cubicBezTo>
                  <a:cubicBezTo>
                    <a:pt x="828" y="2076"/>
                    <a:pt x="809" y="2075"/>
                    <a:pt x="790" y="2071"/>
                  </a:cubicBezTo>
                  <a:cubicBezTo>
                    <a:pt x="727" y="2061"/>
                    <a:pt x="651" y="2017"/>
                    <a:pt x="636" y="1947"/>
                  </a:cubicBezTo>
                  <a:cubicBezTo>
                    <a:pt x="632" y="1930"/>
                    <a:pt x="632" y="1909"/>
                    <a:pt x="631" y="1887"/>
                  </a:cubicBezTo>
                  <a:cubicBezTo>
                    <a:pt x="631" y="1842"/>
                    <a:pt x="628" y="1790"/>
                    <a:pt x="601" y="1741"/>
                  </a:cubicBezTo>
                  <a:cubicBezTo>
                    <a:pt x="563" y="1677"/>
                    <a:pt x="499" y="1649"/>
                    <a:pt x="442" y="1624"/>
                  </a:cubicBezTo>
                  <a:cubicBezTo>
                    <a:pt x="389" y="1601"/>
                    <a:pt x="356" y="1585"/>
                    <a:pt x="349" y="1561"/>
                  </a:cubicBezTo>
                  <a:cubicBezTo>
                    <a:pt x="343" y="1544"/>
                    <a:pt x="350" y="1518"/>
                    <a:pt x="356" y="1490"/>
                  </a:cubicBezTo>
                  <a:cubicBezTo>
                    <a:pt x="366" y="1451"/>
                    <a:pt x="376" y="1406"/>
                    <a:pt x="365" y="1357"/>
                  </a:cubicBezTo>
                  <a:cubicBezTo>
                    <a:pt x="349" y="1296"/>
                    <a:pt x="305" y="1256"/>
                    <a:pt x="271" y="1224"/>
                  </a:cubicBezTo>
                  <a:cubicBezTo>
                    <a:pt x="260" y="1215"/>
                    <a:pt x="249" y="1205"/>
                    <a:pt x="240" y="1195"/>
                  </a:cubicBezTo>
                  <a:cubicBezTo>
                    <a:pt x="131" y="1080"/>
                    <a:pt x="171" y="938"/>
                    <a:pt x="224" y="839"/>
                  </a:cubicBezTo>
                  <a:cubicBezTo>
                    <a:pt x="242" y="805"/>
                    <a:pt x="229" y="765"/>
                    <a:pt x="196" y="747"/>
                  </a:cubicBezTo>
                  <a:cubicBezTo>
                    <a:pt x="186" y="742"/>
                    <a:pt x="175" y="739"/>
                    <a:pt x="165" y="739"/>
                  </a:cubicBezTo>
                  <a:cubicBezTo>
                    <a:pt x="140" y="739"/>
                    <a:pt x="117" y="752"/>
                    <a:pt x="104" y="775"/>
                  </a:cubicBezTo>
                  <a:cubicBezTo>
                    <a:pt x="0" y="971"/>
                    <a:pt x="14" y="1153"/>
                    <a:pt x="141" y="1288"/>
                  </a:cubicBezTo>
                  <a:cubicBezTo>
                    <a:pt x="153" y="1300"/>
                    <a:pt x="166" y="1312"/>
                    <a:pt x="179" y="1324"/>
                  </a:cubicBezTo>
                  <a:cubicBezTo>
                    <a:pt x="204" y="1346"/>
                    <a:pt x="228" y="1368"/>
                    <a:pt x="233" y="1389"/>
                  </a:cubicBezTo>
                  <a:cubicBezTo>
                    <a:pt x="238" y="1407"/>
                    <a:pt x="231" y="1431"/>
                    <a:pt x="225" y="1459"/>
                  </a:cubicBezTo>
                  <a:cubicBezTo>
                    <a:pt x="215" y="1499"/>
                    <a:pt x="203" y="1549"/>
                    <a:pt x="219" y="1601"/>
                  </a:cubicBezTo>
                  <a:cubicBezTo>
                    <a:pt x="246" y="1686"/>
                    <a:pt x="325" y="1720"/>
                    <a:pt x="387" y="1748"/>
                  </a:cubicBezTo>
                  <a:cubicBezTo>
                    <a:pt x="430" y="1766"/>
                    <a:pt x="469" y="1783"/>
                    <a:pt x="483" y="1809"/>
                  </a:cubicBezTo>
                  <a:cubicBezTo>
                    <a:pt x="495" y="1828"/>
                    <a:pt x="495" y="1857"/>
                    <a:pt x="496" y="1890"/>
                  </a:cubicBezTo>
                  <a:cubicBezTo>
                    <a:pt x="496" y="1916"/>
                    <a:pt x="497" y="1946"/>
                    <a:pt x="504" y="1976"/>
                  </a:cubicBezTo>
                  <a:cubicBezTo>
                    <a:pt x="532" y="2108"/>
                    <a:pt x="656" y="2186"/>
                    <a:pt x="766" y="2205"/>
                  </a:cubicBezTo>
                  <a:cubicBezTo>
                    <a:pt x="793" y="2209"/>
                    <a:pt x="820" y="2211"/>
                    <a:pt x="846" y="2211"/>
                  </a:cubicBezTo>
                  <a:cubicBezTo>
                    <a:pt x="928" y="2211"/>
                    <a:pt x="1008" y="2192"/>
                    <a:pt x="1084" y="2170"/>
                  </a:cubicBezTo>
                  <a:cubicBezTo>
                    <a:pt x="1529" y="2038"/>
                    <a:pt x="1940" y="1799"/>
                    <a:pt x="2273" y="1478"/>
                  </a:cubicBezTo>
                  <a:cubicBezTo>
                    <a:pt x="2337" y="1416"/>
                    <a:pt x="2407" y="1343"/>
                    <a:pt x="2441" y="1243"/>
                  </a:cubicBezTo>
                  <a:cubicBezTo>
                    <a:pt x="2476" y="1145"/>
                    <a:pt x="2467" y="1011"/>
                    <a:pt x="2370" y="930"/>
                  </a:cubicBezTo>
                  <a:cubicBezTo>
                    <a:pt x="2359" y="922"/>
                    <a:pt x="2347" y="914"/>
                    <a:pt x="2337" y="907"/>
                  </a:cubicBezTo>
                  <a:cubicBezTo>
                    <a:pt x="2324" y="898"/>
                    <a:pt x="2312" y="891"/>
                    <a:pt x="2307" y="884"/>
                  </a:cubicBezTo>
                  <a:cubicBezTo>
                    <a:pt x="2294" y="867"/>
                    <a:pt x="2299" y="832"/>
                    <a:pt x="2305" y="794"/>
                  </a:cubicBezTo>
                  <a:cubicBezTo>
                    <a:pt x="2313" y="740"/>
                    <a:pt x="2323" y="674"/>
                    <a:pt x="2288" y="613"/>
                  </a:cubicBezTo>
                  <a:cubicBezTo>
                    <a:pt x="2259" y="564"/>
                    <a:pt x="2211" y="538"/>
                    <a:pt x="2172" y="519"/>
                  </a:cubicBezTo>
                  <a:cubicBezTo>
                    <a:pt x="2144" y="504"/>
                    <a:pt x="2119" y="491"/>
                    <a:pt x="2110" y="475"/>
                  </a:cubicBezTo>
                  <a:cubicBezTo>
                    <a:pt x="2101" y="458"/>
                    <a:pt x="2106" y="427"/>
                    <a:pt x="2111" y="394"/>
                  </a:cubicBezTo>
                  <a:cubicBezTo>
                    <a:pt x="2113" y="375"/>
                    <a:pt x="2117" y="356"/>
                    <a:pt x="2118" y="336"/>
                  </a:cubicBezTo>
                  <a:cubicBezTo>
                    <a:pt x="2123" y="256"/>
                    <a:pt x="2093" y="173"/>
                    <a:pt x="2035" y="109"/>
                  </a:cubicBezTo>
                  <a:cubicBezTo>
                    <a:pt x="1977" y="44"/>
                    <a:pt x="1897" y="4"/>
                    <a:pt x="1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1" name="Google Shape;21;p2"/>
            <p:cNvSpPr/>
            <p:nvPr/>
          </p:nvSpPr>
          <p:spPr>
            <a:xfrm>
              <a:off x="4384675" y="1290125"/>
              <a:ext cx="32500" cy="16125"/>
            </a:xfrm>
            <a:custGeom>
              <a:rect b="b" l="l" r="r" t="t"/>
              <a:pathLst>
                <a:path extrusionOk="0" h="645" w="1300">
                  <a:moveTo>
                    <a:pt x="1223" y="1"/>
                  </a:moveTo>
                  <a:cubicBezTo>
                    <a:pt x="1211" y="1"/>
                    <a:pt x="1199" y="4"/>
                    <a:pt x="1187" y="10"/>
                  </a:cubicBezTo>
                  <a:cubicBezTo>
                    <a:pt x="675" y="323"/>
                    <a:pt x="63" y="511"/>
                    <a:pt x="57" y="514"/>
                  </a:cubicBezTo>
                  <a:cubicBezTo>
                    <a:pt x="21" y="524"/>
                    <a:pt x="1" y="562"/>
                    <a:pt x="11" y="598"/>
                  </a:cubicBezTo>
                  <a:cubicBezTo>
                    <a:pt x="21" y="627"/>
                    <a:pt x="48" y="645"/>
                    <a:pt x="76" y="645"/>
                  </a:cubicBezTo>
                  <a:cubicBezTo>
                    <a:pt x="83" y="645"/>
                    <a:pt x="89" y="645"/>
                    <a:pt x="96" y="643"/>
                  </a:cubicBezTo>
                  <a:cubicBezTo>
                    <a:pt x="121" y="634"/>
                    <a:pt x="729" y="448"/>
                    <a:pt x="1258" y="126"/>
                  </a:cubicBezTo>
                  <a:cubicBezTo>
                    <a:pt x="1290" y="107"/>
                    <a:pt x="1300" y="65"/>
                    <a:pt x="1280" y="33"/>
                  </a:cubicBezTo>
                  <a:cubicBezTo>
                    <a:pt x="1268" y="12"/>
                    <a:pt x="1246" y="1"/>
                    <a:pt x="12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2" name="Google Shape;22;p2"/>
            <p:cNvSpPr/>
            <p:nvPr/>
          </p:nvSpPr>
          <p:spPr>
            <a:xfrm>
              <a:off x="4412275" y="1292725"/>
              <a:ext cx="25325" cy="17500"/>
            </a:xfrm>
            <a:custGeom>
              <a:rect b="b" l="l" r="r" t="t"/>
              <a:pathLst>
                <a:path extrusionOk="0" h="700" w="1013">
                  <a:moveTo>
                    <a:pt x="936" y="1"/>
                  </a:moveTo>
                  <a:cubicBezTo>
                    <a:pt x="922" y="1"/>
                    <a:pt x="907" y="5"/>
                    <a:pt x="894" y="15"/>
                  </a:cubicBezTo>
                  <a:cubicBezTo>
                    <a:pt x="610" y="243"/>
                    <a:pt x="49" y="570"/>
                    <a:pt x="44" y="573"/>
                  </a:cubicBezTo>
                  <a:cubicBezTo>
                    <a:pt x="12" y="591"/>
                    <a:pt x="0" y="633"/>
                    <a:pt x="19" y="665"/>
                  </a:cubicBezTo>
                  <a:cubicBezTo>
                    <a:pt x="32" y="687"/>
                    <a:pt x="55" y="699"/>
                    <a:pt x="78" y="699"/>
                  </a:cubicBezTo>
                  <a:cubicBezTo>
                    <a:pt x="90" y="699"/>
                    <a:pt x="102" y="696"/>
                    <a:pt x="112" y="689"/>
                  </a:cubicBezTo>
                  <a:cubicBezTo>
                    <a:pt x="135" y="677"/>
                    <a:pt x="687" y="355"/>
                    <a:pt x="979" y="121"/>
                  </a:cubicBezTo>
                  <a:cubicBezTo>
                    <a:pt x="1009" y="98"/>
                    <a:pt x="1013" y="55"/>
                    <a:pt x="989" y="26"/>
                  </a:cubicBezTo>
                  <a:cubicBezTo>
                    <a:pt x="976" y="9"/>
                    <a:pt x="956" y="1"/>
                    <a:pt x="9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3" name="Google Shape;23;p2"/>
            <p:cNvSpPr/>
            <p:nvPr/>
          </p:nvSpPr>
          <p:spPr>
            <a:xfrm>
              <a:off x="4334825" y="1181475"/>
              <a:ext cx="85175" cy="108850"/>
            </a:xfrm>
            <a:custGeom>
              <a:rect b="b" l="l" r="r" t="t"/>
              <a:pathLst>
                <a:path extrusionOk="0" h="4354" w="3407">
                  <a:moveTo>
                    <a:pt x="2348" y="136"/>
                  </a:moveTo>
                  <a:cubicBezTo>
                    <a:pt x="2362" y="136"/>
                    <a:pt x="2377" y="138"/>
                    <a:pt x="2392" y="144"/>
                  </a:cubicBezTo>
                  <a:cubicBezTo>
                    <a:pt x="2435" y="162"/>
                    <a:pt x="2471" y="207"/>
                    <a:pt x="2501" y="278"/>
                  </a:cubicBezTo>
                  <a:cubicBezTo>
                    <a:pt x="2593" y="500"/>
                    <a:pt x="2543" y="778"/>
                    <a:pt x="2380" y="955"/>
                  </a:cubicBezTo>
                  <a:cubicBezTo>
                    <a:pt x="2370" y="968"/>
                    <a:pt x="2358" y="978"/>
                    <a:pt x="2346" y="989"/>
                  </a:cubicBezTo>
                  <a:lnTo>
                    <a:pt x="2231" y="679"/>
                  </a:lnTo>
                  <a:cubicBezTo>
                    <a:pt x="2189" y="566"/>
                    <a:pt x="2137" y="426"/>
                    <a:pt x="2165" y="301"/>
                  </a:cubicBezTo>
                  <a:cubicBezTo>
                    <a:pt x="2179" y="241"/>
                    <a:pt x="2226" y="182"/>
                    <a:pt x="2282" y="154"/>
                  </a:cubicBezTo>
                  <a:cubicBezTo>
                    <a:pt x="2300" y="144"/>
                    <a:pt x="2323" y="136"/>
                    <a:pt x="2348" y="136"/>
                  </a:cubicBezTo>
                  <a:close/>
                  <a:moveTo>
                    <a:pt x="1150" y="257"/>
                  </a:moveTo>
                  <a:cubicBezTo>
                    <a:pt x="1166" y="261"/>
                    <a:pt x="1185" y="273"/>
                    <a:pt x="1203" y="287"/>
                  </a:cubicBezTo>
                  <a:cubicBezTo>
                    <a:pt x="1451" y="473"/>
                    <a:pt x="1593" y="780"/>
                    <a:pt x="1574" y="1078"/>
                  </a:cubicBezTo>
                  <a:cubicBezTo>
                    <a:pt x="1327" y="939"/>
                    <a:pt x="1182" y="663"/>
                    <a:pt x="1112" y="496"/>
                  </a:cubicBezTo>
                  <a:cubicBezTo>
                    <a:pt x="1091" y="443"/>
                    <a:pt x="1067" y="381"/>
                    <a:pt x="1078" y="328"/>
                  </a:cubicBezTo>
                  <a:cubicBezTo>
                    <a:pt x="1084" y="290"/>
                    <a:pt x="1116" y="257"/>
                    <a:pt x="1144" y="257"/>
                  </a:cubicBezTo>
                  <a:close/>
                  <a:moveTo>
                    <a:pt x="241" y="1540"/>
                  </a:moveTo>
                  <a:cubicBezTo>
                    <a:pt x="272" y="1540"/>
                    <a:pt x="305" y="1548"/>
                    <a:pt x="332" y="1555"/>
                  </a:cubicBezTo>
                  <a:cubicBezTo>
                    <a:pt x="527" y="1608"/>
                    <a:pt x="692" y="1720"/>
                    <a:pt x="837" y="1862"/>
                  </a:cubicBezTo>
                  <a:cubicBezTo>
                    <a:pt x="811" y="1864"/>
                    <a:pt x="786" y="1866"/>
                    <a:pt x="760" y="1866"/>
                  </a:cubicBezTo>
                  <a:cubicBezTo>
                    <a:pt x="527" y="1866"/>
                    <a:pt x="293" y="1766"/>
                    <a:pt x="146" y="1592"/>
                  </a:cubicBezTo>
                  <a:cubicBezTo>
                    <a:pt x="153" y="1574"/>
                    <a:pt x="173" y="1555"/>
                    <a:pt x="196" y="1547"/>
                  </a:cubicBezTo>
                  <a:cubicBezTo>
                    <a:pt x="210" y="1542"/>
                    <a:pt x="225" y="1540"/>
                    <a:pt x="241" y="1540"/>
                  </a:cubicBezTo>
                  <a:close/>
                  <a:moveTo>
                    <a:pt x="2348" y="1"/>
                  </a:moveTo>
                  <a:cubicBezTo>
                    <a:pt x="2305" y="1"/>
                    <a:pt x="2262" y="11"/>
                    <a:pt x="2220" y="33"/>
                  </a:cubicBezTo>
                  <a:cubicBezTo>
                    <a:pt x="2128" y="80"/>
                    <a:pt x="2057" y="171"/>
                    <a:pt x="2034" y="271"/>
                  </a:cubicBezTo>
                  <a:cubicBezTo>
                    <a:pt x="1996" y="435"/>
                    <a:pt x="2055" y="596"/>
                    <a:pt x="2104" y="726"/>
                  </a:cubicBezTo>
                  <a:lnTo>
                    <a:pt x="2233" y="1072"/>
                  </a:lnTo>
                  <a:cubicBezTo>
                    <a:pt x="2130" y="1131"/>
                    <a:pt x="2011" y="1163"/>
                    <a:pt x="1892" y="1163"/>
                  </a:cubicBezTo>
                  <a:cubicBezTo>
                    <a:pt x="1830" y="1163"/>
                    <a:pt x="1768" y="1155"/>
                    <a:pt x="1709" y="1137"/>
                  </a:cubicBezTo>
                  <a:cubicBezTo>
                    <a:pt x="1708" y="1137"/>
                    <a:pt x="1706" y="1136"/>
                    <a:pt x="1705" y="1136"/>
                  </a:cubicBezTo>
                  <a:cubicBezTo>
                    <a:pt x="1746" y="777"/>
                    <a:pt x="1582" y="403"/>
                    <a:pt x="1284" y="179"/>
                  </a:cubicBezTo>
                  <a:cubicBezTo>
                    <a:pt x="1252" y="155"/>
                    <a:pt x="1215" y="131"/>
                    <a:pt x="1169" y="124"/>
                  </a:cubicBezTo>
                  <a:cubicBezTo>
                    <a:pt x="1160" y="123"/>
                    <a:pt x="1152" y="122"/>
                    <a:pt x="1144" y="122"/>
                  </a:cubicBezTo>
                  <a:cubicBezTo>
                    <a:pt x="1044" y="122"/>
                    <a:pt x="961" y="210"/>
                    <a:pt x="944" y="303"/>
                  </a:cubicBezTo>
                  <a:cubicBezTo>
                    <a:pt x="928" y="389"/>
                    <a:pt x="956" y="471"/>
                    <a:pt x="987" y="548"/>
                  </a:cubicBezTo>
                  <a:cubicBezTo>
                    <a:pt x="1122" y="872"/>
                    <a:pt x="1319" y="1105"/>
                    <a:pt x="1552" y="1220"/>
                  </a:cubicBezTo>
                  <a:cubicBezTo>
                    <a:pt x="1483" y="1500"/>
                    <a:pt x="1264" y="1743"/>
                    <a:pt x="994" y="1830"/>
                  </a:cubicBezTo>
                  <a:cubicBezTo>
                    <a:pt x="822" y="1644"/>
                    <a:pt x="618" y="1492"/>
                    <a:pt x="366" y="1425"/>
                  </a:cubicBezTo>
                  <a:cubicBezTo>
                    <a:pt x="330" y="1415"/>
                    <a:pt x="286" y="1406"/>
                    <a:pt x="240" y="1406"/>
                  </a:cubicBezTo>
                  <a:cubicBezTo>
                    <a:pt x="212" y="1406"/>
                    <a:pt x="183" y="1409"/>
                    <a:pt x="154" y="1419"/>
                  </a:cubicBezTo>
                  <a:cubicBezTo>
                    <a:pt x="61" y="1450"/>
                    <a:pt x="0" y="1537"/>
                    <a:pt x="11" y="1623"/>
                  </a:cubicBezTo>
                  <a:lnTo>
                    <a:pt x="14" y="1642"/>
                  </a:lnTo>
                  <a:lnTo>
                    <a:pt x="25" y="1656"/>
                  </a:lnTo>
                  <a:cubicBezTo>
                    <a:pt x="195" y="1874"/>
                    <a:pt x="479" y="2001"/>
                    <a:pt x="761" y="2001"/>
                  </a:cubicBezTo>
                  <a:cubicBezTo>
                    <a:pt x="824" y="2001"/>
                    <a:pt x="886" y="1994"/>
                    <a:pt x="948" y="1982"/>
                  </a:cubicBezTo>
                  <a:cubicBezTo>
                    <a:pt x="1058" y="2110"/>
                    <a:pt x="1155" y="2253"/>
                    <a:pt x="1242" y="2392"/>
                  </a:cubicBezTo>
                  <a:cubicBezTo>
                    <a:pt x="1621" y="2995"/>
                    <a:pt x="1936" y="3641"/>
                    <a:pt x="2179" y="4309"/>
                  </a:cubicBezTo>
                  <a:cubicBezTo>
                    <a:pt x="2189" y="4336"/>
                    <a:pt x="2215" y="4353"/>
                    <a:pt x="2242" y="4353"/>
                  </a:cubicBezTo>
                  <a:cubicBezTo>
                    <a:pt x="2250" y="4353"/>
                    <a:pt x="2257" y="4352"/>
                    <a:pt x="2266" y="4350"/>
                  </a:cubicBezTo>
                  <a:cubicBezTo>
                    <a:pt x="2300" y="4337"/>
                    <a:pt x="2318" y="4299"/>
                    <a:pt x="2305" y="4263"/>
                  </a:cubicBezTo>
                  <a:cubicBezTo>
                    <a:pt x="2060" y="3585"/>
                    <a:pt x="1740" y="2931"/>
                    <a:pt x="1357" y="2320"/>
                  </a:cubicBezTo>
                  <a:cubicBezTo>
                    <a:pt x="1276" y="2192"/>
                    <a:pt x="1188" y="2062"/>
                    <a:pt x="1089" y="1940"/>
                  </a:cubicBezTo>
                  <a:cubicBezTo>
                    <a:pt x="1376" y="1827"/>
                    <a:pt x="1600" y="1571"/>
                    <a:pt x="1679" y="1269"/>
                  </a:cubicBezTo>
                  <a:cubicBezTo>
                    <a:pt x="1750" y="1290"/>
                    <a:pt x="1822" y="1300"/>
                    <a:pt x="1895" y="1300"/>
                  </a:cubicBezTo>
                  <a:cubicBezTo>
                    <a:pt x="2029" y="1300"/>
                    <a:pt x="2163" y="1266"/>
                    <a:pt x="2281" y="1202"/>
                  </a:cubicBezTo>
                  <a:lnTo>
                    <a:pt x="3267" y="3853"/>
                  </a:lnTo>
                  <a:cubicBezTo>
                    <a:pt x="3277" y="3880"/>
                    <a:pt x="3303" y="3897"/>
                    <a:pt x="3331" y="3897"/>
                  </a:cubicBezTo>
                  <a:cubicBezTo>
                    <a:pt x="3339" y="3897"/>
                    <a:pt x="3347" y="3896"/>
                    <a:pt x="3354" y="3893"/>
                  </a:cubicBezTo>
                  <a:cubicBezTo>
                    <a:pt x="3389" y="3880"/>
                    <a:pt x="3407" y="3840"/>
                    <a:pt x="3394" y="3806"/>
                  </a:cubicBezTo>
                  <a:lnTo>
                    <a:pt x="2396" y="1125"/>
                  </a:lnTo>
                  <a:cubicBezTo>
                    <a:pt x="2426" y="1101"/>
                    <a:pt x="2454" y="1075"/>
                    <a:pt x="2480" y="1047"/>
                  </a:cubicBezTo>
                  <a:cubicBezTo>
                    <a:pt x="2680" y="829"/>
                    <a:pt x="2739" y="499"/>
                    <a:pt x="2626" y="226"/>
                  </a:cubicBezTo>
                  <a:cubicBezTo>
                    <a:pt x="2582" y="122"/>
                    <a:pt x="2521" y="52"/>
                    <a:pt x="2443" y="20"/>
                  </a:cubicBezTo>
                  <a:cubicBezTo>
                    <a:pt x="2413" y="7"/>
                    <a:pt x="2381" y="1"/>
                    <a:pt x="2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24" name="Google Shape;24;p2"/>
          <p:cNvGrpSpPr/>
          <p:nvPr/>
        </p:nvGrpSpPr>
        <p:grpSpPr>
          <a:xfrm>
            <a:off x="7809148" y="451361"/>
            <a:ext cx="537659" cy="641898"/>
            <a:chOff x="1524325" y="2743250"/>
            <a:chExt cx="246350" cy="294125"/>
          </a:xfrm>
        </p:grpSpPr>
        <p:sp>
          <p:nvSpPr>
            <p:cNvPr id="25" name="Google Shape;25;p2"/>
            <p:cNvSpPr/>
            <p:nvPr/>
          </p:nvSpPr>
          <p:spPr>
            <a:xfrm>
              <a:off x="1524325" y="2743250"/>
              <a:ext cx="246350" cy="294125"/>
            </a:xfrm>
            <a:custGeom>
              <a:rect b="b" l="l" r="r" t="t"/>
              <a:pathLst>
                <a:path extrusionOk="0" h="11765" w="9854">
                  <a:moveTo>
                    <a:pt x="4576" y="260"/>
                  </a:moveTo>
                  <a:cubicBezTo>
                    <a:pt x="5377" y="260"/>
                    <a:pt x="6153" y="479"/>
                    <a:pt x="6894" y="904"/>
                  </a:cubicBezTo>
                  <a:cubicBezTo>
                    <a:pt x="8319" y="1721"/>
                    <a:pt x="9294" y="3309"/>
                    <a:pt x="9376" y="4949"/>
                  </a:cubicBezTo>
                  <a:cubicBezTo>
                    <a:pt x="9395" y="5316"/>
                    <a:pt x="9375" y="5711"/>
                    <a:pt x="9313" y="6230"/>
                  </a:cubicBezTo>
                  <a:cubicBezTo>
                    <a:pt x="9159" y="7512"/>
                    <a:pt x="8872" y="8493"/>
                    <a:pt x="8410" y="9318"/>
                  </a:cubicBezTo>
                  <a:cubicBezTo>
                    <a:pt x="7849" y="10320"/>
                    <a:pt x="6994" y="11066"/>
                    <a:pt x="6061" y="11364"/>
                  </a:cubicBezTo>
                  <a:cubicBezTo>
                    <a:pt x="5772" y="11456"/>
                    <a:pt x="5484" y="11503"/>
                    <a:pt x="5210" y="11503"/>
                  </a:cubicBezTo>
                  <a:cubicBezTo>
                    <a:pt x="4952" y="11503"/>
                    <a:pt x="4708" y="11462"/>
                    <a:pt x="4487" y="11380"/>
                  </a:cubicBezTo>
                  <a:cubicBezTo>
                    <a:pt x="3971" y="11189"/>
                    <a:pt x="3774" y="11020"/>
                    <a:pt x="3688" y="10540"/>
                  </a:cubicBezTo>
                  <a:cubicBezTo>
                    <a:pt x="3651" y="10324"/>
                    <a:pt x="3477" y="9824"/>
                    <a:pt x="3495" y="9600"/>
                  </a:cubicBezTo>
                  <a:cubicBezTo>
                    <a:pt x="3516" y="9332"/>
                    <a:pt x="3539" y="9056"/>
                    <a:pt x="3474" y="8782"/>
                  </a:cubicBezTo>
                  <a:cubicBezTo>
                    <a:pt x="3308" y="8086"/>
                    <a:pt x="2636" y="7650"/>
                    <a:pt x="2145" y="7384"/>
                  </a:cubicBezTo>
                  <a:cubicBezTo>
                    <a:pt x="2083" y="7350"/>
                    <a:pt x="2021" y="7317"/>
                    <a:pt x="1958" y="7284"/>
                  </a:cubicBezTo>
                  <a:lnTo>
                    <a:pt x="1950" y="7280"/>
                  </a:lnTo>
                  <a:cubicBezTo>
                    <a:pt x="1473" y="7025"/>
                    <a:pt x="979" y="6763"/>
                    <a:pt x="696" y="6327"/>
                  </a:cubicBezTo>
                  <a:cubicBezTo>
                    <a:pt x="555" y="6109"/>
                    <a:pt x="459" y="5839"/>
                    <a:pt x="394" y="5474"/>
                  </a:cubicBezTo>
                  <a:cubicBezTo>
                    <a:pt x="267" y="4766"/>
                    <a:pt x="318" y="4009"/>
                    <a:pt x="541" y="3285"/>
                  </a:cubicBezTo>
                  <a:cubicBezTo>
                    <a:pt x="1022" y="1732"/>
                    <a:pt x="2281" y="769"/>
                    <a:pt x="3092" y="505"/>
                  </a:cubicBezTo>
                  <a:cubicBezTo>
                    <a:pt x="3595" y="341"/>
                    <a:pt x="4090" y="260"/>
                    <a:pt x="4576" y="260"/>
                  </a:cubicBezTo>
                  <a:close/>
                  <a:moveTo>
                    <a:pt x="4424" y="1"/>
                  </a:moveTo>
                  <a:cubicBezTo>
                    <a:pt x="3870" y="1"/>
                    <a:pt x="3314" y="85"/>
                    <a:pt x="2785" y="258"/>
                  </a:cubicBezTo>
                  <a:cubicBezTo>
                    <a:pt x="1571" y="652"/>
                    <a:pt x="658" y="2024"/>
                    <a:pt x="291" y="3208"/>
                  </a:cubicBezTo>
                  <a:cubicBezTo>
                    <a:pt x="55" y="3971"/>
                    <a:pt x="1" y="4771"/>
                    <a:pt x="135" y="5521"/>
                  </a:cubicBezTo>
                  <a:cubicBezTo>
                    <a:pt x="207" y="5920"/>
                    <a:pt x="315" y="6221"/>
                    <a:pt x="476" y="6469"/>
                  </a:cubicBezTo>
                  <a:cubicBezTo>
                    <a:pt x="795" y="6962"/>
                    <a:pt x="784" y="7172"/>
                    <a:pt x="1290" y="7441"/>
                  </a:cubicBezTo>
                  <a:cubicBezTo>
                    <a:pt x="1355" y="7476"/>
                    <a:pt x="1956" y="7580"/>
                    <a:pt x="2020" y="7614"/>
                  </a:cubicBezTo>
                  <a:cubicBezTo>
                    <a:pt x="2466" y="7857"/>
                    <a:pt x="3077" y="8249"/>
                    <a:pt x="3218" y="8843"/>
                  </a:cubicBezTo>
                  <a:cubicBezTo>
                    <a:pt x="3274" y="9076"/>
                    <a:pt x="3255" y="9320"/>
                    <a:pt x="3234" y="9579"/>
                  </a:cubicBezTo>
                  <a:cubicBezTo>
                    <a:pt x="3215" y="9821"/>
                    <a:pt x="3195" y="10070"/>
                    <a:pt x="3240" y="10319"/>
                  </a:cubicBezTo>
                  <a:cubicBezTo>
                    <a:pt x="3340" y="10889"/>
                    <a:pt x="3794" y="11402"/>
                    <a:pt x="4396" y="11626"/>
                  </a:cubicBezTo>
                  <a:cubicBezTo>
                    <a:pt x="4644" y="11717"/>
                    <a:pt x="4918" y="11764"/>
                    <a:pt x="5211" y="11764"/>
                  </a:cubicBezTo>
                  <a:cubicBezTo>
                    <a:pt x="5515" y="11764"/>
                    <a:pt x="5828" y="11714"/>
                    <a:pt x="6140" y="11614"/>
                  </a:cubicBezTo>
                  <a:cubicBezTo>
                    <a:pt x="7151" y="11291"/>
                    <a:pt x="8037" y="10521"/>
                    <a:pt x="8639" y="9445"/>
                  </a:cubicBezTo>
                  <a:cubicBezTo>
                    <a:pt x="9117" y="8591"/>
                    <a:pt x="9414" y="7578"/>
                    <a:pt x="9572" y="6261"/>
                  </a:cubicBezTo>
                  <a:cubicBezTo>
                    <a:pt x="9637" y="5727"/>
                    <a:pt x="9853" y="5252"/>
                    <a:pt x="9834" y="4869"/>
                  </a:cubicBezTo>
                  <a:cubicBezTo>
                    <a:pt x="9747" y="3141"/>
                    <a:pt x="8524" y="1538"/>
                    <a:pt x="7024" y="677"/>
                  </a:cubicBezTo>
                  <a:cubicBezTo>
                    <a:pt x="6244" y="230"/>
                    <a:pt x="5336" y="1"/>
                    <a:pt x="4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6" name="Google Shape;26;p2"/>
            <p:cNvSpPr/>
            <p:nvPr/>
          </p:nvSpPr>
          <p:spPr>
            <a:xfrm>
              <a:off x="1547000" y="2776375"/>
              <a:ext cx="81750" cy="72700"/>
            </a:xfrm>
            <a:custGeom>
              <a:rect b="b" l="l" r="r" t="t"/>
              <a:pathLst>
                <a:path extrusionOk="0" h="2908" w="3270">
                  <a:moveTo>
                    <a:pt x="1800" y="248"/>
                  </a:moveTo>
                  <a:cubicBezTo>
                    <a:pt x="2191" y="248"/>
                    <a:pt x="2675" y="374"/>
                    <a:pt x="2873" y="656"/>
                  </a:cubicBezTo>
                  <a:cubicBezTo>
                    <a:pt x="2963" y="783"/>
                    <a:pt x="3000" y="943"/>
                    <a:pt x="2978" y="1097"/>
                  </a:cubicBezTo>
                  <a:cubicBezTo>
                    <a:pt x="2928" y="1428"/>
                    <a:pt x="2932" y="1447"/>
                    <a:pt x="2684" y="1585"/>
                  </a:cubicBezTo>
                  <a:cubicBezTo>
                    <a:pt x="2583" y="1641"/>
                    <a:pt x="2050" y="1747"/>
                    <a:pt x="1946" y="1797"/>
                  </a:cubicBezTo>
                  <a:lnTo>
                    <a:pt x="1741" y="1957"/>
                  </a:lnTo>
                  <a:cubicBezTo>
                    <a:pt x="1521" y="2063"/>
                    <a:pt x="1435" y="2310"/>
                    <a:pt x="1238" y="2473"/>
                  </a:cubicBezTo>
                  <a:cubicBezTo>
                    <a:pt x="1205" y="2501"/>
                    <a:pt x="853" y="2583"/>
                    <a:pt x="764" y="2622"/>
                  </a:cubicBezTo>
                  <a:cubicBezTo>
                    <a:pt x="721" y="2640"/>
                    <a:pt x="686" y="2649"/>
                    <a:pt x="656" y="2649"/>
                  </a:cubicBezTo>
                  <a:cubicBezTo>
                    <a:pt x="546" y="2649"/>
                    <a:pt x="506" y="2530"/>
                    <a:pt x="396" y="2304"/>
                  </a:cubicBezTo>
                  <a:cubicBezTo>
                    <a:pt x="268" y="2037"/>
                    <a:pt x="294" y="1654"/>
                    <a:pt x="469" y="1251"/>
                  </a:cubicBezTo>
                  <a:cubicBezTo>
                    <a:pt x="632" y="871"/>
                    <a:pt x="905" y="537"/>
                    <a:pt x="1181" y="380"/>
                  </a:cubicBezTo>
                  <a:cubicBezTo>
                    <a:pt x="1332" y="295"/>
                    <a:pt x="1552" y="248"/>
                    <a:pt x="1800" y="248"/>
                  </a:cubicBezTo>
                  <a:close/>
                  <a:moveTo>
                    <a:pt x="1988" y="0"/>
                  </a:moveTo>
                  <a:cubicBezTo>
                    <a:pt x="1871" y="0"/>
                    <a:pt x="1762" y="23"/>
                    <a:pt x="1661" y="58"/>
                  </a:cubicBezTo>
                  <a:cubicBezTo>
                    <a:pt x="1441" y="73"/>
                    <a:pt x="1238" y="124"/>
                    <a:pt x="1085" y="211"/>
                  </a:cubicBezTo>
                  <a:cubicBezTo>
                    <a:pt x="888" y="322"/>
                    <a:pt x="704" y="500"/>
                    <a:pt x="549" y="714"/>
                  </a:cubicBezTo>
                  <a:cubicBezTo>
                    <a:pt x="415" y="831"/>
                    <a:pt x="300" y="974"/>
                    <a:pt x="222" y="1157"/>
                  </a:cubicBezTo>
                  <a:cubicBezTo>
                    <a:pt x="23" y="1626"/>
                    <a:pt x="1" y="2085"/>
                    <a:pt x="160" y="2418"/>
                  </a:cubicBezTo>
                  <a:cubicBezTo>
                    <a:pt x="299" y="2706"/>
                    <a:pt x="604" y="2908"/>
                    <a:pt x="903" y="2908"/>
                  </a:cubicBezTo>
                  <a:cubicBezTo>
                    <a:pt x="992" y="2908"/>
                    <a:pt x="1077" y="2890"/>
                    <a:pt x="1159" y="2856"/>
                  </a:cubicBezTo>
                  <a:cubicBezTo>
                    <a:pt x="1289" y="2801"/>
                    <a:pt x="1393" y="2707"/>
                    <a:pt x="1484" y="2625"/>
                  </a:cubicBezTo>
                  <a:cubicBezTo>
                    <a:pt x="1514" y="2598"/>
                    <a:pt x="1544" y="2570"/>
                    <a:pt x="1576" y="2544"/>
                  </a:cubicBezTo>
                  <a:cubicBezTo>
                    <a:pt x="1749" y="2402"/>
                    <a:pt x="1952" y="2303"/>
                    <a:pt x="2169" y="2199"/>
                  </a:cubicBezTo>
                  <a:cubicBezTo>
                    <a:pt x="2278" y="2146"/>
                    <a:pt x="2391" y="2092"/>
                    <a:pt x="2500" y="2031"/>
                  </a:cubicBezTo>
                  <a:cubicBezTo>
                    <a:pt x="2801" y="1864"/>
                    <a:pt x="3171" y="1573"/>
                    <a:pt x="3236" y="1136"/>
                  </a:cubicBezTo>
                  <a:cubicBezTo>
                    <a:pt x="3270" y="917"/>
                    <a:pt x="3215" y="687"/>
                    <a:pt x="3088" y="505"/>
                  </a:cubicBezTo>
                  <a:cubicBezTo>
                    <a:pt x="2912" y="255"/>
                    <a:pt x="2561" y="75"/>
                    <a:pt x="2127" y="11"/>
                  </a:cubicBezTo>
                  <a:cubicBezTo>
                    <a:pt x="2079" y="4"/>
                    <a:pt x="2033" y="0"/>
                    <a:pt x="19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7" name="Google Shape;27;p2"/>
            <p:cNvSpPr/>
            <p:nvPr/>
          </p:nvSpPr>
          <p:spPr>
            <a:xfrm>
              <a:off x="1646375" y="2771225"/>
              <a:ext cx="68475" cy="74875"/>
            </a:xfrm>
            <a:custGeom>
              <a:rect b="b" l="l" r="r" t="t"/>
              <a:pathLst>
                <a:path extrusionOk="0" h="2995" w="2739">
                  <a:moveTo>
                    <a:pt x="1250" y="363"/>
                  </a:moveTo>
                  <a:cubicBezTo>
                    <a:pt x="1413" y="363"/>
                    <a:pt x="1571" y="399"/>
                    <a:pt x="1694" y="482"/>
                  </a:cubicBezTo>
                  <a:cubicBezTo>
                    <a:pt x="1966" y="664"/>
                    <a:pt x="2299" y="1142"/>
                    <a:pt x="2427" y="1794"/>
                  </a:cubicBezTo>
                  <a:cubicBezTo>
                    <a:pt x="2473" y="2029"/>
                    <a:pt x="2470" y="2219"/>
                    <a:pt x="2415" y="2376"/>
                  </a:cubicBezTo>
                  <a:cubicBezTo>
                    <a:pt x="2353" y="2556"/>
                    <a:pt x="2214" y="2694"/>
                    <a:pt x="2059" y="2725"/>
                  </a:cubicBezTo>
                  <a:cubicBezTo>
                    <a:pt x="2033" y="2730"/>
                    <a:pt x="2007" y="2733"/>
                    <a:pt x="1981" y="2733"/>
                  </a:cubicBezTo>
                  <a:cubicBezTo>
                    <a:pt x="1780" y="2733"/>
                    <a:pt x="1593" y="2587"/>
                    <a:pt x="1493" y="2492"/>
                  </a:cubicBezTo>
                  <a:cubicBezTo>
                    <a:pt x="1429" y="2431"/>
                    <a:pt x="1366" y="2363"/>
                    <a:pt x="1306" y="2297"/>
                  </a:cubicBezTo>
                  <a:lnTo>
                    <a:pt x="1304" y="2295"/>
                  </a:lnTo>
                  <a:cubicBezTo>
                    <a:pt x="1194" y="2174"/>
                    <a:pt x="1179" y="1983"/>
                    <a:pt x="1033" y="1890"/>
                  </a:cubicBezTo>
                  <a:cubicBezTo>
                    <a:pt x="884" y="1797"/>
                    <a:pt x="650" y="1773"/>
                    <a:pt x="582" y="1736"/>
                  </a:cubicBezTo>
                  <a:cubicBezTo>
                    <a:pt x="481" y="1679"/>
                    <a:pt x="525" y="1707"/>
                    <a:pt x="449" y="1637"/>
                  </a:cubicBezTo>
                  <a:cubicBezTo>
                    <a:pt x="336" y="1529"/>
                    <a:pt x="272" y="1372"/>
                    <a:pt x="269" y="1193"/>
                  </a:cubicBezTo>
                  <a:cubicBezTo>
                    <a:pt x="265" y="989"/>
                    <a:pt x="342" y="787"/>
                    <a:pt x="475" y="650"/>
                  </a:cubicBezTo>
                  <a:cubicBezTo>
                    <a:pt x="643" y="478"/>
                    <a:pt x="956" y="363"/>
                    <a:pt x="1250" y="363"/>
                  </a:cubicBezTo>
                  <a:close/>
                  <a:moveTo>
                    <a:pt x="1122" y="0"/>
                  </a:moveTo>
                  <a:cubicBezTo>
                    <a:pt x="813" y="0"/>
                    <a:pt x="528" y="222"/>
                    <a:pt x="287" y="468"/>
                  </a:cubicBezTo>
                  <a:cubicBezTo>
                    <a:pt x="106" y="653"/>
                    <a:pt x="1" y="926"/>
                    <a:pt x="6" y="1197"/>
                  </a:cubicBezTo>
                  <a:cubicBezTo>
                    <a:pt x="11" y="1447"/>
                    <a:pt x="105" y="1671"/>
                    <a:pt x="270" y="1827"/>
                  </a:cubicBezTo>
                  <a:cubicBezTo>
                    <a:pt x="369" y="1921"/>
                    <a:pt x="484" y="1984"/>
                    <a:pt x="595" y="2046"/>
                  </a:cubicBezTo>
                  <a:cubicBezTo>
                    <a:pt x="663" y="2084"/>
                    <a:pt x="727" y="2119"/>
                    <a:pt x="787" y="2162"/>
                  </a:cubicBezTo>
                  <a:cubicBezTo>
                    <a:pt x="904" y="2245"/>
                    <a:pt x="1004" y="2354"/>
                    <a:pt x="1111" y="2471"/>
                  </a:cubicBezTo>
                  <a:cubicBezTo>
                    <a:pt x="1175" y="2541"/>
                    <a:pt x="1241" y="2615"/>
                    <a:pt x="1314" y="2683"/>
                  </a:cubicBezTo>
                  <a:cubicBezTo>
                    <a:pt x="1438" y="2800"/>
                    <a:pt x="1688" y="2994"/>
                    <a:pt x="1981" y="2994"/>
                  </a:cubicBezTo>
                  <a:cubicBezTo>
                    <a:pt x="2025" y="2994"/>
                    <a:pt x="2069" y="2990"/>
                    <a:pt x="2112" y="2981"/>
                  </a:cubicBezTo>
                  <a:cubicBezTo>
                    <a:pt x="2355" y="2932"/>
                    <a:pt x="2572" y="2728"/>
                    <a:pt x="2663" y="2461"/>
                  </a:cubicBezTo>
                  <a:cubicBezTo>
                    <a:pt x="2732" y="2259"/>
                    <a:pt x="2739" y="2024"/>
                    <a:pt x="2684" y="1743"/>
                  </a:cubicBezTo>
                  <a:cubicBezTo>
                    <a:pt x="2649" y="1564"/>
                    <a:pt x="2552" y="1351"/>
                    <a:pt x="2421" y="1139"/>
                  </a:cubicBezTo>
                  <a:cubicBezTo>
                    <a:pt x="2275" y="806"/>
                    <a:pt x="2065" y="496"/>
                    <a:pt x="1803" y="319"/>
                  </a:cubicBezTo>
                  <a:cubicBezTo>
                    <a:pt x="1762" y="293"/>
                    <a:pt x="1720" y="269"/>
                    <a:pt x="1675" y="250"/>
                  </a:cubicBezTo>
                  <a:cubicBezTo>
                    <a:pt x="1621" y="204"/>
                    <a:pt x="1568" y="163"/>
                    <a:pt x="1518" y="129"/>
                  </a:cubicBezTo>
                  <a:cubicBezTo>
                    <a:pt x="1383" y="39"/>
                    <a:pt x="1250" y="0"/>
                    <a:pt x="1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8" name="Google Shape;28;p2"/>
            <p:cNvSpPr/>
            <p:nvPr/>
          </p:nvSpPr>
          <p:spPr>
            <a:xfrm>
              <a:off x="1697225" y="2852600"/>
              <a:ext cx="57100" cy="79325"/>
            </a:xfrm>
            <a:custGeom>
              <a:rect b="b" l="l" r="r" t="t"/>
              <a:pathLst>
                <a:path extrusionOk="0" h="3173" w="2284">
                  <a:moveTo>
                    <a:pt x="1024" y="281"/>
                  </a:moveTo>
                  <a:cubicBezTo>
                    <a:pt x="1047" y="281"/>
                    <a:pt x="1070" y="282"/>
                    <a:pt x="1091" y="284"/>
                  </a:cubicBezTo>
                  <a:cubicBezTo>
                    <a:pt x="1465" y="323"/>
                    <a:pt x="1951" y="526"/>
                    <a:pt x="1983" y="937"/>
                  </a:cubicBezTo>
                  <a:cubicBezTo>
                    <a:pt x="2009" y="1265"/>
                    <a:pt x="1839" y="2018"/>
                    <a:pt x="1408" y="2523"/>
                  </a:cubicBezTo>
                  <a:cubicBezTo>
                    <a:pt x="1252" y="2706"/>
                    <a:pt x="1100" y="2821"/>
                    <a:pt x="943" y="2876"/>
                  </a:cubicBezTo>
                  <a:cubicBezTo>
                    <a:pt x="876" y="2900"/>
                    <a:pt x="808" y="2911"/>
                    <a:pt x="742" y="2911"/>
                  </a:cubicBezTo>
                  <a:cubicBezTo>
                    <a:pt x="630" y="2911"/>
                    <a:pt x="525" y="2878"/>
                    <a:pt x="449" y="2814"/>
                  </a:cubicBezTo>
                  <a:cubicBezTo>
                    <a:pt x="270" y="2663"/>
                    <a:pt x="267" y="2381"/>
                    <a:pt x="280" y="2226"/>
                  </a:cubicBezTo>
                  <a:cubicBezTo>
                    <a:pt x="288" y="2138"/>
                    <a:pt x="303" y="2046"/>
                    <a:pt x="317" y="1955"/>
                  </a:cubicBezTo>
                  <a:cubicBezTo>
                    <a:pt x="344" y="1793"/>
                    <a:pt x="434" y="1769"/>
                    <a:pt x="425" y="1596"/>
                  </a:cubicBezTo>
                  <a:cubicBezTo>
                    <a:pt x="421" y="1509"/>
                    <a:pt x="438" y="1440"/>
                    <a:pt x="425" y="1359"/>
                  </a:cubicBezTo>
                  <a:cubicBezTo>
                    <a:pt x="407" y="1245"/>
                    <a:pt x="295" y="980"/>
                    <a:pt x="303" y="876"/>
                  </a:cubicBezTo>
                  <a:cubicBezTo>
                    <a:pt x="317" y="721"/>
                    <a:pt x="400" y="573"/>
                    <a:pt x="538" y="459"/>
                  </a:cubicBezTo>
                  <a:cubicBezTo>
                    <a:pt x="676" y="346"/>
                    <a:pt x="853" y="281"/>
                    <a:pt x="1024" y="281"/>
                  </a:cubicBezTo>
                  <a:close/>
                  <a:moveTo>
                    <a:pt x="803" y="1"/>
                  </a:moveTo>
                  <a:cubicBezTo>
                    <a:pt x="640" y="1"/>
                    <a:pt x="482" y="29"/>
                    <a:pt x="354" y="135"/>
                  </a:cubicBezTo>
                  <a:cubicBezTo>
                    <a:pt x="162" y="293"/>
                    <a:pt x="62" y="627"/>
                    <a:pt x="42" y="854"/>
                  </a:cubicBezTo>
                  <a:cubicBezTo>
                    <a:pt x="31" y="989"/>
                    <a:pt x="51" y="1118"/>
                    <a:pt x="71" y="1243"/>
                  </a:cubicBezTo>
                  <a:lnTo>
                    <a:pt x="137" y="1233"/>
                  </a:lnTo>
                  <a:lnTo>
                    <a:pt x="137" y="1233"/>
                  </a:lnTo>
                  <a:lnTo>
                    <a:pt x="72" y="1246"/>
                  </a:lnTo>
                  <a:cubicBezTo>
                    <a:pt x="84" y="1323"/>
                    <a:pt x="96" y="1395"/>
                    <a:pt x="100" y="1467"/>
                  </a:cubicBezTo>
                  <a:cubicBezTo>
                    <a:pt x="108" y="1611"/>
                    <a:pt x="84" y="1757"/>
                    <a:pt x="58" y="1912"/>
                  </a:cubicBezTo>
                  <a:lnTo>
                    <a:pt x="58" y="1914"/>
                  </a:lnTo>
                  <a:cubicBezTo>
                    <a:pt x="43" y="2008"/>
                    <a:pt x="27" y="2105"/>
                    <a:pt x="19" y="2203"/>
                  </a:cubicBezTo>
                  <a:cubicBezTo>
                    <a:pt x="1" y="2409"/>
                    <a:pt x="11" y="2787"/>
                    <a:pt x="280" y="3014"/>
                  </a:cubicBezTo>
                  <a:cubicBezTo>
                    <a:pt x="401" y="3116"/>
                    <a:pt x="566" y="3173"/>
                    <a:pt x="744" y="3173"/>
                  </a:cubicBezTo>
                  <a:cubicBezTo>
                    <a:pt x="841" y="3173"/>
                    <a:pt x="938" y="3156"/>
                    <a:pt x="1031" y="3124"/>
                  </a:cubicBezTo>
                  <a:cubicBezTo>
                    <a:pt x="1231" y="3052"/>
                    <a:pt x="1420" y="2911"/>
                    <a:pt x="1606" y="2694"/>
                  </a:cubicBezTo>
                  <a:cubicBezTo>
                    <a:pt x="1952" y="2288"/>
                    <a:pt x="2284" y="1643"/>
                    <a:pt x="2242" y="1114"/>
                  </a:cubicBezTo>
                  <a:cubicBezTo>
                    <a:pt x="2198" y="562"/>
                    <a:pt x="1602" y="75"/>
                    <a:pt x="1119" y="23"/>
                  </a:cubicBezTo>
                  <a:cubicBezTo>
                    <a:pt x="1017" y="13"/>
                    <a:pt x="909" y="1"/>
                    <a:pt x="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9" name="Google Shape;29;p2"/>
            <p:cNvSpPr/>
            <p:nvPr/>
          </p:nvSpPr>
          <p:spPr>
            <a:xfrm>
              <a:off x="1677700" y="2941350"/>
              <a:ext cx="45925" cy="63125"/>
            </a:xfrm>
            <a:custGeom>
              <a:rect b="b" l="l" r="r" t="t"/>
              <a:pathLst>
                <a:path extrusionOk="0" h="2525" w="1837">
                  <a:moveTo>
                    <a:pt x="822" y="262"/>
                  </a:moveTo>
                  <a:cubicBezTo>
                    <a:pt x="838" y="262"/>
                    <a:pt x="855" y="263"/>
                    <a:pt x="871" y="264"/>
                  </a:cubicBezTo>
                  <a:cubicBezTo>
                    <a:pt x="1153" y="294"/>
                    <a:pt x="1444" y="370"/>
                    <a:pt x="1468" y="679"/>
                  </a:cubicBezTo>
                  <a:cubicBezTo>
                    <a:pt x="1487" y="921"/>
                    <a:pt x="1431" y="1582"/>
                    <a:pt x="1100" y="1970"/>
                  </a:cubicBezTo>
                  <a:cubicBezTo>
                    <a:pt x="982" y="2108"/>
                    <a:pt x="867" y="2195"/>
                    <a:pt x="750" y="2237"/>
                  </a:cubicBezTo>
                  <a:cubicBezTo>
                    <a:pt x="720" y="2248"/>
                    <a:pt x="696" y="2252"/>
                    <a:pt x="677" y="2252"/>
                  </a:cubicBezTo>
                  <a:cubicBezTo>
                    <a:pt x="612" y="2252"/>
                    <a:pt x="595" y="2199"/>
                    <a:pt x="529" y="2142"/>
                  </a:cubicBezTo>
                  <a:cubicBezTo>
                    <a:pt x="398" y="2033"/>
                    <a:pt x="353" y="2001"/>
                    <a:pt x="364" y="1885"/>
                  </a:cubicBezTo>
                  <a:cubicBezTo>
                    <a:pt x="369" y="1817"/>
                    <a:pt x="286" y="1619"/>
                    <a:pt x="297" y="1551"/>
                  </a:cubicBezTo>
                  <a:lnTo>
                    <a:pt x="298" y="1548"/>
                  </a:lnTo>
                  <a:cubicBezTo>
                    <a:pt x="318" y="1420"/>
                    <a:pt x="341" y="1287"/>
                    <a:pt x="332" y="1148"/>
                  </a:cubicBezTo>
                  <a:cubicBezTo>
                    <a:pt x="329" y="1079"/>
                    <a:pt x="318" y="1014"/>
                    <a:pt x="307" y="950"/>
                  </a:cubicBezTo>
                  <a:cubicBezTo>
                    <a:pt x="294" y="862"/>
                    <a:pt x="280" y="780"/>
                    <a:pt x="287" y="702"/>
                  </a:cubicBezTo>
                  <a:cubicBezTo>
                    <a:pt x="297" y="587"/>
                    <a:pt x="358" y="478"/>
                    <a:pt x="460" y="395"/>
                  </a:cubicBezTo>
                  <a:cubicBezTo>
                    <a:pt x="563" y="311"/>
                    <a:pt x="695" y="262"/>
                    <a:pt x="822" y="262"/>
                  </a:cubicBezTo>
                  <a:close/>
                  <a:moveTo>
                    <a:pt x="822" y="0"/>
                  </a:moveTo>
                  <a:cubicBezTo>
                    <a:pt x="635" y="0"/>
                    <a:pt x="443" y="70"/>
                    <a:pt x="294" y="193"/>
                  </a:cubicBezTo>
                  <a:cubicBezTo>
                    <a:pt x="136" y="323"/>
                    <a:pt x="41" y="495"/>
                    <a:pt x="25" y="679"/>
                  </a:cubicBezTo>
                  <a:cubicBezTo>
                    <a:pt x="16" y="789"/>
                    <a:pt x="33" y="892"/>
                    <a:pt x="49" y="991"/>
                  </a:cubicBezTo>
                  <a:lnTo>
                    <a:pt x="115" y="981"/>
                  </a:lnTo>
                  <a:lnTo>
                    <a:pt x="49" y="993"/>
                  </a:lnTo>
                  <a:cubicBezTo>
                    <a:pt x="59" y="1053"/>
                    <a:pt x="68" y="1109"/>
                    <a:pt x="71" y="1162"/>
                  </a:cubicBezTo>
                  <a:cubicBezTo>
                    <a:pt x="77" y="1273"/>
                    <a:pt x="59" y="1387"/>
                    <a:pt x="39" y="1506"/>
                  </a:cubicBezTo>
                  <a:cubicBezTo>
                    <a:pt x="26" y="1580"/>
                    <a:pt x="117" y="1960"/>
                    <a:pt x="111" y="2039"/>
                  </a:cubicBezTo>
                  <a:cubicBezTo>
                    <a:pt x="96" y="2206"/>
                    <a:pt x="1" y="2208"/>
                    <a:pt x="222" y="2394"/>
                  </a:cubicBezTo>
                  <a:cubicBezTo>
                    <a:pt x="321" y="2478"/>
                    <a:pt x="457" y="2524"/>
                    <a:pt x="603" y="2524"/>
                  </a:cubicBezTo>
                  <a:cubicBezTo>
                    <a:pt x="682" y="2524"/>
                    <a:pt x="760" y="2511"/>
                    <a:pt x="837" y="2485"/>
                  </a:cubicBezTo>
                  <a:cubicBezTo>
                    <a:pt x="999" y="2427"/>
                    <a:pt x="1150" y="2314"/>
                    <a:pt x="1300" y="2140"/>
                  </a:cubicBezTo>
                  <a:cubicBezTo>
                    <a:pt x="1574" y="1818"/>
                    <a:pt x="1836" y="1305"/>
                    <a:pt x="1803" y="883"/>
                  </a:cubicBezTo>
                  <a:cubicBezTo>
                    <a:pt x="1769" y="438"/>
                    <a:pt x="1289" y="45"/>
                    <a:pt x="899" y="4"/>
                  </a:cubicBezTo>
                  <a:cubicBezTo>
                    <a:pt x="874" y="1"/>
                    <a:pt x="848" y="0"/>
                    <a:pt x="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30" name="Google Shape;30;p2"/>
          <p:cNvGrpSpPr/>
          <p:nvPr/>
        </p:nvGrpSpPr>
        <p:grpSpPr>
          <a:xfrm rot="-1922792">
            <a:off x="393737" y="3769542"/>
            <a:ext cx="1115999" cy="1119914"/>
            <a:chOff x="1405075" y="832450"/>
            <a:chExt cx="484700" cy="486400"/>
          </a:xfrm>
        </p:grpSpPr>
        <p:sp>
          <p:nvSpPr>
            <p:cNvPr id="31" name="Google Shape;31;p2"/>
            <p:cNvSpPr/>
            <p:nvPr/>
          </p:nvSpPr>
          <p:spPr>
            <a:xfrm>
              <a:off x="1758650" y="993075"/>
              <a:ext cx="127300" cy="146300"/>
            </a:xfrm>
            <a:custGeom>
              <a:rect b="b" l="l" r="r" t="t"/>
              <a:pathLst>
                <a:path extrusionOk="0" h="5852" w="5092">
                  <a:moveTo>
                    <a:pt x="3723" y="0"/>
                  </a:moveTo>
                  <a:cubicBezTo>
                    <a:pt x="3675" y="0"/>
                    <a:pt x="3631" y="31"/>
                    <a:pt x="3616" y="79"/>
                  </a:cubicBezTo>
                  <a:cubicBezTo>
                    <a:pt x="3598" y="137"/>
                    <a:pt x="3632" y="199"/>
                    <a:pt x="3691" y="217"/>
                  </a:cubicBezTo>
                  <a:cubicBezTo>
                    <a:pt x="3692" y="217"/>
                    <a:pt x="3715" y="226"/>
                    <a:pt x="3756" y="241"/>
                  </a:cubicBezTo>
                  <a:cubicBezTo>
                    <a:pt x="3941" y="313"/>
                    <a:pt x="4231" y="457"/>
                    <a:pt x="4434" y="978"/>
                  </a:cubicBezTo>
                  <a:cubicBezTo>
                    <a:pt x="4613" y="1433"/>
                    <a:pt x="5091" y="1085"/>
                    <a:pt x="4410" y="2298"/>
                  </a:cubicBezTo>
                  <a:cubicBezTo>
                    <a:pt x="3566" y="3798"/>
                    <a:pt x="2146" y="5308"/>
                    <a:pt x="1258" y="5569"/>
                  </a:cubicBezTo>
                  <a:cubicBezTo>
                    <a:pt x="1204" y="5585"/>
                    <a:pt x="1152" y="5598"/>
                    <a:pt x="1102" y="5608"/>
                  </a:cubicBezTo>
                  <a:cubicBezTo>
                    <a:pt x="1082" y="5612"/>
                    <a:pt x="1061" y="5615"/>
                    <a:pt x="1041" y="5620"/>
                  </a:cubicBezTo>
                  <a:cubicBezTo>
                    <a:pt x="992" y="5627"/>
                    <a:pt x="946" y="5630"/>
                    <a:pt x="903" y="5630"/>
                  </a:cubicBezTo>
                  <a:cubicBezTo>
                    <a:pt x="793" y="5630"/>
                    <a:pt x="707" y="5607"/>
                    <a:pt x="647" y="5561"/>
                  </a:cubicBezTo>
                  <a:cubicBezTo>
                    <a:pt x="273" y="5276"/>
                    <a:pt x="608" y="4239"/>
                    <a:pt x="835" y="3699"/>
                  </a:cubicBezTo>
                  <a:cubicBezTo>
                    <a:pt x="845" y="3673"/>
                    <a:pt x="855" y="3650"/>
                    <a:pt x="865" y="3627"/>
                  </a:cubicBezTo>
                  <a:cubicBezTo>
                    <a:pt x="871" y="3610"/>
                    <a:pt x="880" y="3594"/>
                    <a:pt x="887" y="3577"/>
                  </a:cubicBezTo>
                  <a:cubicBezTo>
                    <a:pt x="894" y="3562"/>
                    <a:pt x="901" y="3547"/>
                    <a:pt x="908" y="3533"/>
                  </a:cubicBezTo>
                  <a:cubicBezTo>
                    <a:pt x="916" y="3514"/>
                    <a:pt x="920" y="3493"/>
                    <a:pt x="917" y="3472"/>
                  </a:cubicBezTo>
                  <a:cubicBezTo>
                    <a:pt x="912" y="3435"/>
                    <a:pt x="889" y="3402"/>
                    <a:pt x="854" y="3386"/>
                  </a:cubicBezTo>
                  <a:cubicBezTo>
                    <a:pt x="840" y="3380"/>
                    <a:pt x="825" y="3376"/>
                    <a:pt x="810" y="3376"/>
                  </a:cubicBezTo>
                  <a:cubicBezTo>
                    <a:pt x="807" y="3376"/>
                    <a:pt x="803" y="3376"/>
                    <a:pt x="800" y="3376"/>
                  </a:cubicBezTo>
                  <a:cubicBezTo>
                    <a:pt x="760" y="3378"/>
                    <a:pt x="725" y="3401"/>
                    <a:pt x="706" y="3439"/>
                  </a:cubicBezTo>
                  <a:cubicBezTo>
                    <a:pt x="690" y="3474"/>
                    <a:pt x="649" y="3562"/>
                    <a:pt x="600" y="3686"/>
                  </a:cubicBezTo>
                  <a:cubicBezTo>
                    <a:pt x="386" y="4206"/>
                    <a:pt x="1" y="5345"/>
                    <a:pt x="511" y="5737"/>
                  </a:cubicBezTo>
                  <a:cubicBezTo>
                    <a:pt x="532" y="5753"/>
                    <a:pt x="553" y="5767"/>
                    <a:pt x="576" y="5780"/>
                  </a:cubicBezTo>
                  <a:cubicBezTo>
                    <a:pt x="665" y="5828"/>
                    <a:pt x="772" y="5852"/>
                    <a:pt x="898" y="5852"/>
                  </a:cubicBezTo>
                  <a:cubicBezTo>
                    <a:pt x="950" y="5852"/>
                    <a:pt x="1005" y="5848"/>
                    <a:pt x="1064" y="5840"/>
                  </a:cubicBezTo>
                  <a:cubicBezTo>
                    <a:pt x="1090" y="5836"/>
                    <a:pt x="1117" y="5832"/>
                    <a:pt x="1145" y="5827"/>
                  </a:cubicBezTo>
                  <a:cubicBezTo>
                    <a:pt x="1189" y="5817"/>
                    <a:pt x="1235" y="5808"/>
                    <a:pt x="1283" y="5794"/>
                  </a:cubicBezTo>
                  <a:cubicBezTo>
                    <a:pt x="1391" y="5764"/>
                    <a:pt x="1506" y="5722"/>
                    <a:pt x="1625" y="5671"/>
                  </a:cubicBezTo>
                  <a:cubicBezTo>
                    <a:pt x="1719" y="5631"/>
                    <a:pt x="1815" y="5584"/>
                    <a:pt x="1914" y="5531"/>
                  </a:cubicBezTo>
                  <a:cubicBezTo>
                    <a:pt x="2655" y="5131"/>
                    <a:pt x="3531" y="4376"/>
                    <a:pt x="4237" y="3358"/>
                  </a:cubicBezTo>
                  <a:cubicBezTo>
                    <a:pt x="4281" y="3293"/>
                    <a:pt x="4326" y="3224"/>
                    <a:pt x="4371" y="3157"/>
                  </a:cubicBezTo>
                  <a:cubicBezTo>
                    <a:pt x="4434" y="3059"/>
                    <a:pt x="4497" y="2958"/>
                    <a:pt x="4557" y="2855"/>
                  </a:cubicBezTo>
                  <a:cubicBezTo>
                    <a:pt x="4972" y="2147"/>
                    <a:pt x="5078" y="1522"/>
                    <a:pt x="4873" y="999"/>
                  </a:cubicBezTo>
                  <a:cubicBezTo>
                    <a:pt x="4631" y="380"/>
                    <a:pt x="4029" y="106"/>
                    <a:pt x="3823" y="28"/>
                  </a:cubicBezTo>
                  <a:cubicBezTo>
                    <a:pt x="3785" y="13"/>
                    <a:pt x="3760" y="7"/>
                    <a:pt x="3754" y="5"/>
                  </a:cubicBezTo>
                  <a:cubicBezTo>
                    <a:pt x="3743" y="2"/>
                    <a:pt x="3733" y="0"/>
                    <a:pt x="37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2" name="Google Shape;32;p2"/>
            <p:cNvSpPr/>
            <p:nvPr/>
          </p:nvSpPr>
          <p:spPr>
            <a:xfrm>
              <a:off x="1784050" y="1071525"/>
              <a:ext cx="105725" cy="116325"/>
            </a:xfrm>
            <a:custGeom>
              <a:rect b="b" l="l" r="r" t="t"/>
              <a:pathLst>
                <a:path extrusionOk="0" h="4653" w="4229">
                  <a:moveTo>
                    <a:pt x="3243" y="1"/>
                  </a:moveTo>
                  <a:cubicBezTo>
                    <a:pt x="3186" y="1"/>
                    <a:pt x="3137" y="44"/>
                    <a:pt x="3132" y="101"/>
                  </a:cubicBezTo>
                  <a:cubicBezTo>
                    <a:pt x="3127" y="163"/>
                    <a:pt x="3171" y="217"/>
                    <a:pt x="3232" y="222"/>
                  </a:cubicBezTo>
                  <a:cubicBezTo>
                    <a:pt x="3237" y="222"/>
                    <a:pt x="3379" y="398"/>
                    <a:pt x="3584" y="715"/>
                  </a:cubicBezTo>
                  <a:cubicBezTo>
                    <a:pt x="3773" y="1005"/>
                    <a:pt x="3996" y="1298"/>
                    <a:pt x="3805" y="1863"/>
                  </a:cubicBezTo>
                  <a:cubicBezTo>
                    <a:pt x="3427" y="2979"/>
                    <a:pt x="2253" y="3710"/>
                    <a:pt x="1367" y="3949"/>
                  </a:cubicBezTo>
                  <a:cubicBezTo>
                    <a:pt x="1130" y="4013"/>
                    <a:pt x="923" y="4167"/>
                    <a:pt x="798" y="4167"/>
                  </a:cubicBezTo>
                  <a:cubicBezTo>
                    <a:pt x="772" y="4167"/>
                    <a:pt x="749" y="4160"/>
                    <a:pt x="730" y="4144"/>
                  </a:cubicBezTo>
                  <a:cubicBezTo>
                    <a:pt x="351" y="3814"/>
                    <a:pt x="1052" y="2469"/>
                    <a:pt x="1225" y="2110"/>
                  </a:cubicBezTo>
                  <a:cubicBezTo>
                    <a:pt x="1227" y="2105"/>
                    <a:pt x="1227" y="2102"/>
                    <a:pt x="1223" y="2102"/>
                  </a:cubicBezTo>
                  <a:cubicBezTo>
                    <a:pt x="1189" y="2102"/>
                    <a:pt x="916" y="2303"/>
                    <a:pt x="846" y="2303"/>
                  </a:cubicBezTo>
                  <a:cubicBezTo>
                    <a:pt x="843" y="2303"/>
                    <a:pt x="840" y="2302"/>
                    <a:pt x="837" y="2301"/>
                  </a:cubicBezTo>
                  <a:cubicBezTo>
                    <a:pt x="822" y="2294"/>
                    <a:pt x="805" y="2290"/>
                    <a:pt x="789" y="2290"/>
                  </a:cubicBezTo>
                  <a:cubicBezTo>
                    <a:pt x="748" y="2290"/>
                    <a:pt x="708" y="2313"/>
                    <a:pt x="689" y="2352"/>
                  </a:cubicBezTo>
                  <a:cubicBezTo>
                    <a:pt x="660" y="2412"/>
                    <a:pt x="1" y="3802"/>
                    <a:pt x="584" y="4312"/>
                  </a:cubicBezTo>
                  <a:cubicBezTo>
                    <a:pt x="610" y="4333"/>
                    <a:pt x="708" y="4616"/>
                    <a:pt x="738" y="4632"/>
                  </a:cubicBezTo>
                  <a:cubicBezTo>
                    <a:pt x="764" y="4646"/>
                    <a:pt x="790" y="4652"/>
                    <a:pt x="816" y="4652"/>
                  </a:cubicBezTo>
                  <a:cubicBezTo>
                    <a:pt x="968" y="4652"/>
                    <a:pt x="1140" y="4455"/>
                    <a:pt x="1408" y="4382"/>
                  </a:cubicBezTo>
                  <a:cubicBezTo>
                    <a:pt x="2221" y="4163"/>
                    <a:pt x="3568" y="3258"/>
                    <a:pt x="4015" y="1934"/>
                  </a:cubicBezTo>
                  <a:cubicBezTo>
                    <a:pt x="4229" y="1301"/>
                    <a:pt x="3953" y="798"/>
                    <a:pt x="3726" y="448"/>
                  </a:cubicBezTo>
                  <a:cubicBezTo>
                    <a:pt x="3462" y="43"/>
                    <a:pt x="3272" y="3"/>
                    <a:pt x="3253" y="1"/>
                  </a:cubicBezTo>
                  <a:cubicBezTo>
                    <a:pt x="3249" y="1"/>
                    <a:pt x="3246" y="1"/>
                    <a:pt x="3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 name="Google Shape;33;p2"/>
            <p:cNvSpPr/>
            <p:nvPr/>
          </p:nvSpPr>
          <p:spPr>
            <a:xfrm>
              <a:off x="1795250" y="1146275"/>
              <a:ext cx="88800" cy="86400"/>
            </a:xfrm>
            <a:custGeom>
              <a:rect b="b" l="l" r="r" t="t"/>
              <a:pathLst>
                <a:path extrusionOk="0" h="3456" w="3552">
                  <a:moveTo>
                    <a:pt x="2840" y="1"/>
                  </a:moveTo>
                  <a:cubicBezTo>
                    <a:pt x="2802" y="1"/>
                    <a:pt x="2764" y="21"/>
                    <a:pt x="2744" y="56"/>
                  </a:cubicBezTo>
                  <a:cubicBezTo>
                    <a:pt x="2713" y="109"/>
                    <a:pt x="2730" y="176"/>
                    <a:pt x="2783" y="207"/>
                  </a:cubicBezTo>
                  <a:cubicBezTo>
                    <a:pt x="2786" y="209"/>
                    <a:pt x="2908" y="436"/>
                    <a:pt x="2982" y="818"/>
                  </a:cubicBezTo>
                  <a:cubicBezTo>
                    <a:pt x="3048" y="1158"/>
                    <a:pt x="3098" y="1507"/>
                    <a:pt x="2766" y="1940"/>
                  </a:cubicBezTo>
                  <a:cubicBezTo>
                    <a:pt x="2049" y="2872"/>
                    <a:pt x="1212" y="3099"/>
                    <a:pt x="767" y="3099"/>
                  </a:cubicBezTo>
                  <a:cubicBezTo>
                    <a:pt x="728" y="3099"/>
                    <a:pt x="693" y="3097"/>
                    <a:pt x="661" y="3094"/>
                  </a:cubicBezTo>
                  <a:cubicBezTo>
                    <a:pt x="654" y="3093"/>
                    <a:pt x="648" y="3093"/>
                    <a:pt x="642" y="3093"/>
                  </a:cubicBezTo>
                  <a:cubicBezTo>
                    <a:pt x="560" y="3093"/>
                    <a:pt x="490" y="3143"/>
                    <a:pt x="449" y="3143"/>
                  </a:cubicBezTo>
                  <a:cubicBezTo>
                    <a:pt x="436" y="3143"/>
                    <a:pt x="426" y="3138"/>
                    <a:pt x="419" y="3125"/>
                  </a:cubicBezTo>
                  <a:cubicBezTo>
                    <a:pt x="301" y="2888"/>
                    <a:pt x="1022" y="1805"/>
                    <a:pt x="1406" y="1225"/>
                  </a:cubicBezTo>
                  <a:cubicBezTo>
                    <a:pt x="1414" y="1214"/>
                    <a:pt x="1407" y="1210"/>
                    <a:pt x="1391" y="1210"/>
                  </a:cubicBezTo>
                  <a:cubicBezTo>
                    <a:pt x="1349" y="1210"/>
                    <a:pt x="1244" y="1239"/>
                    <a:pt x="1181" y="1239"/>
                  </a:cubicBezTo>
                  <a:cubicBezTo>
                    <a:pt x="1164" y="1239"/>
                    <a:pt x="1150" y="1236"/>
                    <a:pt x="1141" y="1231"/>
                  </a:cubicBezTo>
                  <a:cubicBezTo>
                    <a:pt x="1123" y="1218"/>
                    <a:pt x="1101" y="1212"/>
                    <a:pt x="1080" y="1212"/>
                  </a:cubicBezTo>
                  <a:cubicBezTo>
                    <a:pt x="1044" y="1212"/>
                    <a:pt x="1009" y="1229"/>
                    <a:pt x="987" y="1262"/>
                  </a:cubicBezTo>
                  <a:cubicBezTo>
                    <a:pt x="821" y="1513"/>
                    <a:pt x="0" y="2788"/>
                    <a:pt x="221" y="3225"/>
                  </a:cubicBezTo>
                  <a:cubicBezTo>
                    <a:pt x="248" y="3278"/>
                    <a:pt x="295" y="3338"/>
                    <a:pt x="381" y="3384"/>
                  </a:cubicBezTo>
                  <a:cubicBezTo>
                    <a:pt x="442" y="3418"/>
                    <a:pt x="522" y="3443"/>
                    <a:pt x="627" y="3453"/>
                  </a:cubicBezTo>
                  <a:cubicBezTo>
                    <a:pt x="649" y="3455"/>
                    <a:pt x="672" y="3456"/>
                    <a:pt x="695" y="3456"/>
                  </a:cubicBezTo>
                  <a:cubicBezTo>
                    <a:pt x="1300" y="3456"/>
                    <a:pt x="2457" y="2775"/>
                    <a:pt x="3178" y="1835"/>
                  </a:cubicBezTo>
                  <a:cubicBezTo>
                    <a:pt x="3551" y="1349"/>
                    <a:pt x="3293" y="1189"/>
                    <a:pt x="3214" y="783"/>
                  </a:cubicBezTo>
                  <a:cubicBezTo>
                    <a:pt x="3120" y="305"/>
                    <a:pt x="2911" y="26"/>
                    <a:pt x="2895" y="16"/>
                  </a:cubicBezTo>
                  <a:cubicBezTo>
                    <a:pt x="2894" y="16"/>
                    <a:pt x="2893" y="15"/>
                    <a:pt x="2892" y="14"/>
                  </a:cubicBezTo>
                  <a:cubicBezTo>
                    <a:pt x="2876" y="5"/>
                    <a:pt x="2858" y="1"/>
                    <a:pt x="2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4" name="Google Shape;34;p2"/>
            <p:cNvSpPr/>
            <p:nvPr/>
          </p:nvSpPr>
          <p:spPr>
            <a:xfrm>
              <a:off x="1521425" y="1020725"/>
              <a:ext cx="237225" cy="123775"/>
            </a:xfrm>
            <a:custGeom>
              <a:rect b="b" l="l" r="r" t="t"/>
              <a:pathLst>
                <a:path extrusionOk="0" h="4951" w="9489">
                  <a:moveTo>
                    <a:pt x="8101" y="0"/>
                  </a:moveTo>
                  <a:cubicBezTo>
                    <a:pt x="8053" y="0"/>
                    <a:pt x="8003" y="1"/>
                    <a:pt x="7954" y="3"/>
                  </a:cubicBezTo>
                  <a:cubicBezTo>
                    <a:pt x="7882" y="5"/>
                    <a:pt x="7807" y="10"/>
                    <a:pt x="7731" y="16"/>
                  </a:cubicBezTo>
                  <a:cubicBezTo>
                    <a:pt x="7452" y="37"/>
                    <a:pt x="7155" y="82"/>
                    <a:pt x="6854" y="139"/>
                  </a:cubicBezTo>
                  <a:cubicBezTo>
                    <a:pt x="6782" y="152"/>
                    <a:pt x="6708" y="167"/>
                    <a:pt x="6635" y="181"/>
                  </a:cubicBezTo>
                  <a:cubicBezTo>
                    <a:pt x="6317" y="246"/>
                    <a:pt x="6000" y="318"/>
                    <a:pt x="5698" y="389"/>
                  </a:cubicBezTo>
                  <a:cubicBezTo>
                    <a:pt x="5397" y="458"/>
                    <a:pt x="5113" y="525"/>
                    <a:pt x="4868" y="572"/>
                  </a:cubicBezTo>
                  <a:cubicBezTo>
                    <a:pt x="3470" y="838"/>
                    <a:pt x="124" y="1887"/>
                    <a:pt x="91" y="1897"/>
                  </a:cubicBezTo>
                  <a:cubicBezTo>
                    <a:pt x="31" y="1915"/>
                    <a:pt x="0" y="1979"/>
                    <a:pt x="17" y="2036"/>
                  </a:cubicBezTo>
                  <a:cubicBezTo>
                    <a:pt x="33" y="2084"/>
                    <a:pt x="77" y="2114"/>
                    <a:pt x="124" y="2114"/>
                  </a:cubicBezTo>
                  <a:cubicBezTo>
                    <a:pt x="135" y="2114"/>
                    <a:pt x="146" y="2112"/>
                    <a:pt x="157" y="2109"/>
                  </a:cubicBezTo>
                  <a:cubicBezTo>
                    <a:pt x="190" y="2098"/>
                    <a:pt x="955" y="1859"/>
                    <a:pt x="2342" y="1594"/>
                  </a:cubicBezTo>
                  <a:cubicBezTo>
                    <a:pt x="2591" y="1547"/>
                    <a:pt x="5388" y="882"/>
                    <a:pt x="5691" y="812"/>
                  </a:cubicBezTo>
                  <a:cubicBezTo>
                    <a:pt x="5979" y="746"/>
                    <a:pt x="6251" y="591"/>
                    <a:pt x="6566" y="527"/>
                  </a:cubicBezTo>
                  <a:cubicBezTo>
                    <a:pt x="6637" y="513"/>
                    <a:pt x="6807" y="471"/>
                    <a:pt x="6881" y="457"/>
                  </a:cubicBezTo>
                  <a:cubicBezTo>
                    <a:pt x="7182" y="402"/>
                    <a:pt x="7256" y="422"/>
                    <a:pt x="7536" y="402"/>
                  </a:cubicBezTo>
                  <a:cubicBezTo>
                    <a:pt x="7612" y="396"/>
                    <a:pt x="7911" y="229"/>
                    <a:pt x="7982" y="227"/>
                  </a:cubicBezTo>
                  <a:cubicBezTo>
                    <a:pt x="8020" y="225"/>
                    <a:pt x="8058" y="225"/>
                    <a:pt x="8095" y="225"/>
                  </a:cubicBezTo>
                  <a:cubicBezTo>
                    <a:pt x="8444" y="225"/>
                    <a:pt x="8746" y="277"/>
                    <a:pt x="8957" y="409"/>
                  </a:cubicBezTo>
                  <a:cubicBezTo>
                    <a:pt x="9075" y="482"/>
                    <a:pt x="9165" y="580"/>
                    <a:pt x="9221" y="710"/>
                  </a:cubicBezTo>
                  <a:cubicBezTo>
                    <a:pt x="9226" y="721"/>
                    <a:pt x="9231" y="733"/>
                    <a:pt x="9236" y="746"/>
                  </a:cubicBezTo>
                  <a:cubicBezTo>
                    <a:pt x="9241" y="761"/>
                    <a:pt x="9241" y="781"/>
                    <a:pt x="9234" y="811"/>
                  </a:cubicBezTo>
                  <a:lnTo>
                    <a:pt x="9233" y="811"/>
                  </a:lnTo>
                  <a:cubicBezTo>
                    <a:pt x="9217" y="877"/>
                    <a:pt x="9162" y="979"/>
                    <a:pt x="9050" y="1121"/>
                  </a:cubicBezTo>
                  <a:cubicBezTo>
                    <a:pt x="8897" y="1318"/>
                    <a:pt x="8663" y="1295"/>
                    <a:pt x="8239" y="1664"/>
                  </a:cubicBezTo>
                  <a:cubicBezTo>
                    <a:pt x="8176" y="1720"/>
                    <a:pt x="8079" y="2079"/>
                    <a:pt x="8007" y="2139"/>
                  </a:cubicBezTo>
                  <a:cubicBezTo>
                    <a:pt x="7819" y="2297"/>
                    <a:pt x="7604" y="2470"/>
                    <a:pt x="7360" y="2659"/>
                  </a:cubicBezTo>
                  <a:cubicBezTo>
                    <a:pt x="7298" y="2707"/>
                    <a:pt x="7236" y="2754"/>
                    <a:pt x="7172" y="2802"/>
                  </a:cubicBezTo>
                  <a:cubicBezTo>
                    <a:pt x="7104" y="2853"/>
                    <a:pt x="7044" y="2924"/>
                    <a:pt x="6965" y="2957"/>
                  </a:cubicBezTo>
                  <a:cubicBezTo>
                    <a:pt x="5836" y="3434"/>
                    <a:pt x="4819" y="4437"/>
                    <a:pt x="4164" y="4740"/>
                  </a:cubicBezTo>
                  <a:cubicBezTo>
                    <a:pt x="4108" y="4765"/>
                    <a:pt x="4083" y="4832"/>
                    <a:pt x="4109" y="4887"/>
                  </a:cubicBezTo>
                  <a:cubicBezTo>
                    <a:pt x="4120" y="4910"/>
                    <a:pt x="4137" y="4926"/>
                    <a:pt x="4158" y="4938"/>
                  </a:cubicBezTo>
                  <a:cubicBezTo>
                    <a:pt x="4174" y="4946"/>
                    <a:pt x="4192" y="4951"/>
                    <a:pt x="4210" y="4951"/>
                  </a:cubicBezTo>
                  <a:cubicBezTo>
                    <a:pt x="4226" y="4951"/>
                    <a:pt x="4242" y="4948"/>
                    <a:pt x="4257" y="4941"/>
                  </a:cubicBezTo>
                  <a:cubicBezTo>
                    <a:pt x="4632" y="4769"/>
                    <a:pt x="5150" y="4467"/>
                    <a:pt x="5719" y="4098"/>
                  </a:cubicBezTo>
                  <a:cubicBezTo>
                    <a:pt x="5790" y="4050"/>
                    <a:pt x="5863" y="4003"/>
                    <a:pt x="5936" y="3956"/>
                  </a:cubicBezTo>
                  <a:cubicBezTo>
                    <a:pt x="6282" y="3724"/>
                    <a:pt x="6643" y="3472"/>
                    <a:pt x="6996" y="3210"/>
                  </a:cubicBezTo>
                  <a:cubicBezTo>
                    <a:pt x="7065" y="3161"/>
                    <a:pt x="7133" y="3110"/>
                    <a:pt x="7203" y="3057"/>
                  </a:cubicBezTo>
                  <a:cubicBezTo>
                    <a:pt x="7301" y="2984"/>
                    <a:pt x="7400" y="2909"/>
                    <a:pt x="7496" y="2834"/>
                  </a:cubicBezTo>
                  <a:cubicBezTo>
                    <a:pt x="7693" y="2683"/>
                    <a:pt x="7875" y="2537"/>
                    <a:pt x="8041" y="2399"/>
                  </a:cubicBezTo>
                  <a:cubicBezTo>
                    <a:pt x="8112" y="2342"/>
                    <a:pt x="8179" y="2285"/>
                    <a:pt x="8243" y="2231"/>
                  </a:cubicBezTo>
                  <a:cubicBezTo>
                    <a:pt x="8607" y="1921"/>
                    <a:pt x="8888" y="1653"/>
                    <a:pt x="9089" y="1422"/>
                  </a:cubicBezTo>
                  <a:cubicBezTo>
                    <a:pt x="9104" y="1405"/>
                    <a:pt x="9119" y="1389"/>
                    <a:pt x="9133" y="1372"/>
                  </a:cubicBezTo>
                  <a:cubicBezTo>
                    <a:pt x="9191" y="1303"/>
                    <a:pt x="9241" y="1239"/>
                    <a:pt x="9281" y="1178"/>
                  </a:cubicBezTo>
                  <a:cubicBezTo>
                    <a:pt x="9435" y="960"/>
                    <a:pt x="9489" y="791"/>
                    <a:pt x="9445" y="669"/>
                  </a:cubicBezTo>
                  <a:cubicBezTo>
                    <a:pt x="9427" y="623"/>
                    <a:pt x="9408" y="579"/>
                    <a:pt x="9384" y="538"/>
                  </a:cubicBezTo>
                  <a:cubicBezTo>
                    <a:pt x="9327" y="435"/>
                    <a:pt x="9254" y="348"/>
                    <a:pt x="9165" y="279"/>
                  </a:cubicBezTo>
                  <a:cubicBezTo>
                    <a:pt x="9093" y="222"/>
                    <a:pt x="9012" y="175"/>
                    <a:pt x="8923" y="138"/>
                  </a:cubicBezTo>
                  <a:cubicBezTo>
                    <a:pt x="8696" y="41"/>
                    <a:pt x="8415" y="0"/>
                    <a:pt x="8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5" name="Google Shape;35;p2"/>
            <p:cNvSpPr/>
            <p:nvPr/>
          </p:nvSpPr>
          <p:spPr>
            <a:xfrm>
              <a:off x="1624300" y="1115525"/>
              <a:ext cx="48525" cy="116775"/>
            </a:xfrm>
            <a:custGeom>
              <a:rect b="b" l="l" r="r" t="t"/>
              <a:pathLst>
                <a:path extrusionOk="0" h="4671" w="1941">
                  <a:moveTo>
                    <a:pt x="1705" y="0"/>
                  </a:moveTo>
                  <a:cubicBezTo>
                    <a:pt x="1702" y="0"/>
                    <a:pt x="1699" y="0"/>
                    <a:pt x="1697" y="0"/>
                  </a:cubicBezTo>
                  <a:cubicBezTo>
                    <a:pt x="1635" y="7"/>
                    <a:pt x="1590" y="59"/>
                    <a:pt x="1595" y="121"/>
                  </a:cubicBezTo>
                  <a:cubicBezTo>
                    <a:pt x="1596" y="125"/>
                    <a:pt x="1601" y="193"/>
                    <a:pt x="1604" y="306"/>
                  </a:cubicBezTo>
                  <a:cubicBezTo>
                    <a:pt x="1623" y="990"/>
                    <a:pt x="1724" y="3031"/>
                    <a:pt x="209" y="4099"/>
                  </a:cubicBezTo>
                  <a:cubicBezTo>
                    <a:pt x="159" y="4135"/>
                    <a:pt x="0" y="4573"/>
                    <a:pt x="36" y="4624"/>
                  </a:cubicBezTo>
                  <a:cubicBezTo>
                    <a:pt x="46" y="4638"/>
                    <a:pt x="59" y="4650"/>
                    <a:pt x="74" y="4657"/>
                  </a:cubicBezTo>
                  <a:cubicBezTo>
                    <a:pt x="90" y="4666"/>
                    <a:pt x="108" y="4671"/>
                    <a:pt x="126" y="4671"/>
                  </a:cubicBezTo>
                  <a:cubicBezTo>
                    <a:pt x="148" y="4671"/>
                    <a:pt x="171" y="4664"/>
                    <a:pt x="190" y="4650"/>
                  </a:cubicBezTo>
                  <a:cubicBezTo>
                    <a:pt x="1940" y="3416"/>
                    <a:pt x="1847" y="624"/>
                    <a:pt x="1821" y="164"/>
                  </a:cubicBezTo>
                  <a:cubicBezTo>
                    <a:pt x="1818" y="132"/>
                    <a:pt x="1817" y="112"/>
                    <a:pt x="1816" y="103"/>
                  </a:cubicBezTo>
                  <a:cubicBezTo>
                    <a:pt x="1811" y="45"/>
                    <a:pt x="1763" y="0"/>
                    <a:pt x="17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6" name="Google Shape;36;p2"/>
            <p:cNvSpPr/>
            <p:nvPr/>
          </p:nvSpPr>
          <p:spPr>
            <a:xfrm>
              <a:off x="1712000" y="950175"/>
              <a:ext cx="19550" cy="6200"/>
            </a:xfrm>
            <a:custGeom>
              <a:rect b="b" l="l" r="r" t="t"/>
              <a:pathLst>
                <a:path extrusionOk="0" h="248" w="782">
                  <a:moveTo>
                    <a:pt x="529" y="0"/>
                  </a:moveTo>
                  <a:cubicBezTo>
                    <a:pt x="499" y="0"/>
                    <a:pt x="470" y="2"/>
                    <a:pt x="440" y="6"/>
                  </a:cubicBezTo>
                  <a:cubicBezTo>
                    <a:pt x="266" y="28"/>
                    <a:pt x="112" y="113"/>
                    <a:pt x="0" y="247"/>
                  </a:cubicBezTo>
                  <a:cubicBezTo>
                    <a:pt x="253" y="181"/>
                    <a:pt x="514" y="112"/>
                    <a:pt x="781" y="48"/>
                  </a:cubicBezTo>
                  <a:cubicBezTo>
                    <a:pt x="702" y="17"/>
                    <a:pt x="617" y="0"/>
                    <a:pt x="5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7" name="Google Shape;37;p2"/>
            <p:cNvSpPr/>
            <p:nvPr/>
          </p:nvSpPr>
          <p:spPr>
            <a:xfrm>
              <a:off x="1747750" y="936200"/>
              <a:ext cx="109225" cy="153200"/>
            </a:xfrm>
            <a:custGeom>
              <a:rect b="b" l="l" r="r" t="t"/>
              <a:pathLst>
                <a:path extrusionOk="0" h="6128" w="4369">
                  <a:moveTo>
                    <a:pt x="1866" y="0"/>
                  </a:moveTo>
                  <a:cubicBezTo>
                    <a:pt x="1573" y="0"/>
                    <a:pt x="1241" y="32"/>
                    <a:pt x="863" y="84"/>
                  </a:cubicBezTo>
                  <a:cubicBezTo>
                    <a:pt x="790" y="95"/>
                    <a:pt x="718" y="106"/>
                    <a:pt x="643" y="117"/>
                  </a:cubicBezTo>
                  <a:lnTo>
                    <a:pt x="665" y="333"/>
                  </a:lnTo>
                  <a:cubicBezTo>
                    <a:pt x="740" y="320"/>
                    <a:pt x="813" y="310"/>
                    <a:pt x="887" y="300"/>
                  </a:cubicBezTo>
                  <a:cubicBezTo>
                    <a:pt x="1169" y="261"/>
                    <a:pt x="1430" y="240"/>
                    <a:pt x="1670" y="240"/>
                  </a:cubicBezTo>
                  <a:cubicBezTo>
                    <a:pt x="2329" y="240"/>
                    <a:pt x="2830" y="401"/>
                    <a:pt x="3195" y="806"/>
                  </a:cubicBezTo>
                  <a:cubicBezTo>
                    <a:pt x="4091" y="1801"/>
                    <a:pt x="4112" y="2167"/>
                    <a:pt x="3912" y="2607"/>
                  </a:cubicBezTo>
                  <a:cubicBezTo>
                    <a:pt x="3725" y="3019"/>
                    <a:pt x="2397" y="4590"/>
                    <a:pt x="1433" y="5409"/>
                  </a:cubicBezTo>
                  <a:cubicBezTo>
                    <a:pt x="1363" y="5468"/>
                    <a:pt x="1294" y="5524"/>
                    <a:pt x="1228" y="5575"/>
                  </a:cubicBezTo>
                  <a:cubicBezTo>
                    <a:pt x="961" y="5781"/>
                    <a:pt x="738" y="5908"/>
                    <a:pt x="593" y="5908"/>
                  </a:cubicBezTo>
                  <a:cubicBezTo>
                    <a:pt x="573" y="5908"/>
                    <a:pt x="554" y="5905"/>
                    <a:pt x="537" y="5900"/>
                  </a:cubicBezTo>
                  <a:cubicBezTo>
                    <a:pt x="481" y="5883"/>
                    <a:pt x="431" y="5854"/>
                    <a:pt x="392" y="5812"/>
                  </a:cubicBezTo>
                  <a:cubicBezTo>
                    <a:pt x="352" y="5771"/>
                    <a:pt x="320" y="5716"/>
                    <a:pt x="297" y="5649"/>
                  </a:cubicBezTo>
                  <a:cubicBezTo>
                    <a:pt x="235" y="5478"/>
                    <a:pt x="224" y="5229"/>
                    <a:pt x="275" y="4916"/>
                  </a:cubicBezTo>
                  <a:cubicBezTo>
                    <a:pt x="352" y="4441"/>
                    <a:pt x="445" y="4521"/>
                    <a:pt x="837" y="3783"/>
                  </a:cubicBezTo>
                  <a:cubicBezTo>
                    <a:pt x="895" y="3672"/>
                    <a:pt x="1081" y="2853"/>
                    <a:pt x="1147" y="2737"/>
                  </a:cubicBezTo>
                  <a:cubicBezTo>
                    <a:pt x="1278" y="2511"/>
                    <a:pt x="1461" y="2464"/>
                    <a:pt x="1585" y="2033"/>
                  </a:cubicBezTo>
                  <a:cubicBezTo>
                    <a:pt x="1602" y="1974"/>
                    <a:pt x="1605" y="1913"/>
                    <a:pt x="1555" y="1879"/>
                  </a:cubicBezTo>
                  <a:cubicBezTo>
                    <a:pt x="1536" y="1866"/>
                    <a:pt x="1515" y="1861"/>
                    <a:pt x="1494" y="1861"/>
                  </a:cubicBezTo>
                  <a:cubicBezTo>
                    <a:pt x="1458" y="1861"/>
                    <a:pt x="1422" y="1878"/>
                    <a:pt x="1400" y="1910"/>
                  </a:cubicBezTo>
                  <a:cubicBezTo>
                    <a:pt x="1298" y="2065"/>
                    <a:pt x="1201" y="2219"/>
                    <a:pt x="1108" y="2369"/>
                  </a:cubicBezTo>
                  <a:cubicBezTo>
                    <a:pt x="1043" y="2478"/>
                    <a:pt x="978" y="2586"/>
                    <a:pt x="920" y="2693"/>
                  </a:cubicBezTo>
                  <a:cubicBezTo>
                    <a:pt x="675" y="3123"/>
                    <a:pt x="477" y="3536"/>
                    <a:pt x="331" y="3918"/>
                  </a:cubicBezTo>
                  <a:cubicBezTo>
                    <a:pt x="279" y="4052"/>
                    <a:pt x="235" y="4179"/>
                    <a:pt x="195" y="4304"/>
                  </a:cubicBezTo>
                  <a:cubicBezTo>
                    <a:pt x="146" y="4461"/>
                    <a:pt x="108" y="4611"/>
                    <a:pt x="80" y="4753"/>
                  </a:cubicBezTo>
                  <a:cubicBezTo>
                    <a:pt x="67" y="4807"/>
                    <a:pt x="59" y="4861"/>
                    <a:pt x="50" y="4913"/>
                  </a:cubicBezTo>
                  <a:cubicBezTo>
                    <a:pt x="1" y="5238"/>
                    <a:pt x="12" y="5513"/>
                    <a:pt x="89" y="5725"/>
                  </a:cubicBezTo>
                  <a:cubicBezTo>
                    <a:pt x="112" y="5790"/>
                    <a:pt x="143" y="5848"/>
                    <a:pt x="179" y="5898"/>
                  </a:cubicBezTo>
                  <a:cubicBezTo>
                    <a:pt x="242" y="5991"/>
                    <a:pt x="328" y="6058"/>
                    <a:pt x="428" y="6099"/>
                  </a:cubicBezTo>
                  <a:cubicBezTo>
                    <a:pt x="443" y="6104"/>
                    <a:pt x="458" y="6109"/>
                    <a:pt x="473" y="6114"/>
                  </a:cubicBezTo>
                  <a:cubicBezTo>
                    <a:pt x="503" y="6123"/>
                    <a:pt x="535" y="6127"/>
                    <a:pt x="569" y="6127"/>
                  </a:cubicBezTo>
                  <a:cubicBezTo>
                    <a:pt x="698" y="6127"/>
                    <a:pt x="857" y="6066"/>
                    <a:pt x="1036" y="5961"/>
                  </a:cubicBezTo>
                  <a:cubicBezTo>
                    <a:pt x="1106" y="5920"/>
                    <a:pt x="1179" y="5873"/>
                    <a:pt x="1254" y="5820"/>
                  </a:cubicBezTo>
                  <a:cubicBezTo>
                    <a:pt x="1286" y="5796"/>
                    <a:pt x="1320" y="5772"/>
                    <a:pt x="1353" y="5747"/>
                  </a:cubicBezTo>
                  <a:cubicBezTo>
                    <a:pt x="1389" y="5721"/>
                    <a:pt x="1425" y="5693"/>
                    <a:pt x="1461" y="5664"/>
                  </a:cubicBezTo>
                  <a:lnTo>
                    <a:pt x="1461" y="5663"/>
                  </a:lnTo>
                  <a:cubicBezTo>
                    <a:pt x="2539" y="4807"/>
                    <a:pt x="3950" y="3459"/>
                    <a:pt x="4114" y="2698"/>
                  </a:cubicBezTo>
                  <a:cubicBezTo>
                    <a:pt x="4129" y="2633"/>
                    <a:pt x="4167" y="2577"/>
                    <a:pt x="4192" y="2517"/>
                  </a:cubicBezTo>
                  <a:cubicBezTo>
                    <a:pt x="4219" y="2446"/>
                    <a:pt x="4242" y="2375"/>
                    <a:pt x="4259" y="2303"/>
                  </a:cubicBezTo>
                  <a:cubicBezTo>
                    <a:pt x="4368" y="1870"/>
                    <a:pt x="4017" y="1340"/>
                    <a:pt x="3314" y="560"/>
                  </a:cubicBezTo>
                  <a:cubicBezTo>
                    <a:pt x="2942" y="146"/>
                    <a:pt x="2489" y="0"/>
                    <a:pt x="1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8" name="Google Shape;38;p2"/>
            <p:cNvSpPr/>
            <p:nvPr/>
          </p:nvSpPr>
          <p:spPr>
            <a:xfrm>
              <a:off x="1405075" y="959225"/>
              <a:ext cx="314525" cy="337575"/>
            </a:xfrm>
            <a:custGeom>
              <a:rect b="b" l="l" r="r" t="t"/>
              <a:pathLst>
                <a:path extrusionOk="0" h="13503" w="12581">
                  <a:moveTo>
                    <a:pt x="11199" y="1"/>
                  </a:moveTo>
                  <a:cubicBezTo>
                    <a:pt x="11129" y="28"/>
                    <a:pt x="11059" y="55"/>
                    <a:pt x="10985" y="85"/>
                  </a:cubicBezTo>
                  <a:cubicBezTo>
                    <a:pt x="8233" y="1205"/>
                    <a:pt x="2439" y="4322"/>
                    <a:pt x="2292" y="4482"/>
                  </a:cubicBezTo>
                  <a:lnTo>
                    <a:pt x="2017" y="4922"/>
                  </a:lnTo>
                  <a:cubicBezTo>
                    <a:pt x="2007" y="4932"/>
                    <a:pt x="2001" y="4944"/>
                    <a:pt x="1995" y="4957"/>
                  </a:cubicBezTo>
                  <a:lnTo>
                    <a:pt x="104" y="10206"/>
                  </a:lnTo>
                  <a:cubicBezTo>
                    <a:pt x="1" y="10479"/>
                    <a:pt x="408" y="11108"/>
                    <a:pt x="675" y="11224"/>
                  </a:cubicBezTo>
                  <a:lnTo>
                    <a:pt x="2837" y="11967"/>
                  </a:lnTo>
                  <a:cubicBezTo>
                    <a:pt x="2996" y="12042"/>
                    <a:pt x="6138" y="13502"/>
                    <a:pt x="8598" y="13502"/>
                  </a:cubicBezTo>
                  <a:cubicBezTo>
                    <a:pt x="9112" y="13502"/>
                    <a:pt x="9597" y="13438"/>
                    <a:pt x="10018" y="13285"/>
                  </a:cubicBezTo>
                  <a:cubicBezTo>
                    <a:pt x="11100" y="12891"/>
                    <a:pt x="11864" y="12321"/>
                    <a:pt x="12381" y="11801"/>
                  </a:cubicBezTo>
                  <a:cubicBezTo>
                    <a:pt x="12453" y="11731"/>
                    <a:pt x="12519" y="11661"/>
                    <a:pt x="12581" y="11592"/>
                  </a:cubicBezTo>
                  <a:lnTo>
                    <a:pt x="12543" y="11286"/>
                  </a:lnTo>
                  <a:cubicBezTo>
                    <a:pt x="12483" y="11359"/>
                    <a:pt x="12419" y="11433"/>
                    <a:pt x="12347" y="11510"/>
                  </a:cubicBezTo>
                  <a:cubicBezTo>
                    <a:pt x="11847" y="12044"/>
                    <a:pt x="11071" y="12664"/>
                    <a:pt x="9941" y="13076"/>
                  </a:cubicBezTo>
                  <a:cubicBezTo>
                    <a:pt x="9579" y="13208"/>
                    <a:pt x="9165" y="13264"/>
                    <a:pt x="8722" y="13264"/>
                  </a:cubicBezTo>
                  <a:cubicBezTo>
                    <a:pt x="6289" y="13264"/>
                    <a:pt x="3005" y="11574"/>
                    <a:pt x="2963" y="11554"/>
                  </a:cubicBezTo>
                  <a:lnTo>
                    <a:pt x="1028" y="10611"/>
                  </a:lnTo>
                  <a:cubicBezTo>
                    <a:pt x="644" y="10448"/>
                    <a:pt x="523" y="10221"/>
                    <a:pt x="651" y="9824"/>
                  </a:cubicBezTo>
                  <a:lnTo>
                    <a:pt x="1735" y="6549"/>
                  </a:lnTo>
                  <a:cubicBezTo>
                    <a:pt x="2216" y="5284"/>
                    <a:pt x="3092" y="4137"/>
                    <a:pt x="4335" y="3597"/>
                  </a:cubicBezTo>
                  <a:cubicBezTo>
                    <a:pt x="8435" y="1813"/>
                    <a:pt x="8970" y="1147"/>
                    <a:pt x="10745" y="423"/>
                  </a:cubicBezTo>
                  <a:cubicBezTo>
                    <a:pt x="10817" y="393"/>
                    <a:pt x="11156" y="253"/>
                    <a:pt x="11225" y="226"/>
                  </a:cubicBezTo>
                  <a:lnTo>
                    <a:pt x="111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9" name="Google Shape;39;p2"/>
            <p:cNvSpPr/>
            <p:nvPr/>
          </p:nvSpPr>
          <p:spPr>
            <a:xfrm>
              <a:off x="1790975" y="1180175"/>
              <a:ext cx="31175" cy="18175"/>
            </a:xfrm>
            <a:custGeom>
              <a:rect b="b" l="l" r="r" t="t"/>
              <a:pathLst>
                <a:path extrusionOk="0" h="727" w="1247">
                  <a:moveTo>
                    <a:pt x="1116" y="0"/>
                  </a:moveTo>
                  <a:cubicBezTo>
                    <a:pt x="1110" y="0"/>
                    <a:pt x="1103" y="1"/>
                    <a:pt x="1096" y="2"/>
                  </a:cubicBezTo>
                  <a:cubicBezTo>
                    <a:pt x="1089" y="3"/>
                    <a:pt x="1080" y="6"/>
                    <a:pt x="1073" y="9"/>
                  </a:cubicBezTo>
                  <a:cubicBezTo>
                    <a:pt x="1058" y="17"/>
                    <a:pt x="999" y="41"/>
                    <a:pt x="912" y="83"/>
                  </a:cubicBezTo>
                  <a:lnTo>
                    <a:pt x="911" y="83"/>
                  </a:lnTo>
                  <a:cubicBezTo>
                    <a:pt x="756" y="152"/>
                    <a:pt x="507" y="266"/>
                    <a:pt x="214" y="398"/>
                  </a:cubicBezTo>
                  <a:cubicBezTo>
                    <a:pt x="144" y="429"/>
                    <a:pt x="73" y="461"/>
                    <a:pt x="0" y="495"/>
                  </a:cubicBezTo>
                  <a:lnTo>
                    <a:pt x="25" y="726"/>
                  </a:lnTo>
                  <a:cubicBezTo>
                    <a:pt x="98" y="694"/>
                    <a:pt x="168" y="661"/>
                    <a:pt x="239" y="630"/>
                  </a:cubicBezTo>
                  <a:cubicBezTo>
                    <a:pt x="467" y="525"/>
                    <a:pt x="691" y="426"/>
                    <a:pt x="891" y="335"/>
                  </a:cubicBezTo>
                  <a:cubicBezTo>
                    <a:pt x="989" y="291"/>
                    <a:pt x="1078" y="251"/>
                    <a:pt x="1164" y="212"/>
                  </a:cubicBezTo>
                  <a:cubicBezTo>
                    <a:pt x="1220" y="187"/>
                    <a:pt x="1246" y="120"/>
                    <a:pt x="1220" y="66"/>
                  </a:cubicBezTo>
                  <a:cubicBezTo>
                    <a:pt x="1212" y="48"/>
                    <a:pt x="1199" y="33"/>
                    <a:pt x="1184" y="22"/>
                  </a:cubicBezTo>
                  <a:cubicBezTo>
                    <a:pt x="1165" y="8"/>
                    <a:pt x="1141" y="0"/>
                    <a:pt x="11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0" name="Google Shape;40;p2"/>
            <p:cNvSpPr/>
            <p:nvPr/>
          </p:nvSpPr>
          <p:spPr>
            <a:xfrm>
              <a:off x="1668125" y="832450"/>
              <a:ext cx="134425" cy="486400"/>
            </a:xfrm>
            <a:custGeom>
              <a:rect b="b" l="l" r="r" t="t"/>
              <a:pathLst>
                <a:path extrusionOk="0" h="19456" w="5377">
                  <a:moveTo>
                    <a:pt x="1097" y="1"/>
                  </a:moveTo>
                  <a:cubicBezTo>
                    <a:pt x="869" y="21"/>
                    <a:pt x="300" y="249"/>
                    <a:pt x="157" y="426"/>
                  </a:cubicBezTo>
                  <a:cubicBezTo>
                    <a:pt x="12" y="604"/>
                    <a:pt x="0" y="1276"/>
                    <a:pt x="28" y="1504"/>
                  </a:cubicBezTo>
                  <a:lnTo>
                    <a:pt x="463" y="5156"/>
                  </a:lnTo>
                  <a:lnTo>
                    <a:pt x="437" y="5776"/>
                  </a:lnTo>
                  <a:lnTo>
                    <a:pt x="767" y="7711"/>
                  </a:lnTo>
                  <a:lnTo>
                    <a:pt x="794" y="7933"/>
                  </a:lnTo>
                  <a:cubicBezTo>
                    <a:pt x="866" y="7919"/>
                    <a:pt x="939" y="7904"/>
                    <a:pt x="1013" y="7891"/>
                  </a:cubicBezTo>
                  <a:lnTo>
                    <a:pt x="986" y="7669"/>
                  </a:lnTo>
                  <a:lnTo>
                    <a:pt x="703" y="5297"/>
                  </a:lnTo>
                  <a:lnTo>
                    <a:pt x="677" y="5072"/>
                  </a:lnTo>
                  <a:lnTo>
                    <a:pt x="353" y="2353"/>
                  </a:lnTo>
                  <a:lnTo>
                    <a:pt x="326" y="2133"/>
                  </a:lnTo>
                  <a:lnTo>
                    <a:pt x="252" y="1511"/>
                  </a:lnTo>
                  <a:cubicBezTo>
                    <a:pt x="232" y="1344"/>
                    <a:pt x="383" y="835"/>
                    <a:pt x="490" y="705"/>
                  </a:cubicBezTo>
                  <a:cubicBezTo>
                    <a:pt x="596" y="573"/>
                    <a:pt x="586" y="355"/>
                    <a:pt x="664" y="349"/>
                  </a:cubicBezTo>
                  <a:lnTo>
                    <a:pt x="1591" y="269"/>
                  </a:lnTo>
                  <a:cubicBezTo>
                    <a:pt x="1633" y="265"/>
                    <a:pt x="1685" y="263"/>
                    <a:pt x="1744" y="263"/>
                  </a:cubicBezTo>
                  <a:cubicBezTo>
                    <a:pt x="2279" y="263"/>
                    <a:pt x="3417" y="416"/>
                    <a:pt x="3448" y="714"/>
                  </a:cubicBezTo>
                  <a:lnTo>
                    <a:pt x="3565" y="1810"/>
                  </a:lnTo>
                  <a:lnTo>
                    <a:pt x="3590" y="2031"/>
                  </a:lnTo>
                  <a:lnTo>
                    <a:pt x="3828" y="4267"/>
                  </a:lnTo>
                  <a:lnTo>
                    <a:pt x="3850" y="4483"/>
                  </a:lnTo>
                  <a:lnTo>
                    <a:pt x="4105" y="6843"/>
                  </a:lnTo>
                  <a:lnTo>
                    <a:pt x="4145" y="7227"/>
                  </a:lnTo>
                  <a:cubicBezTo>
                    <a:pt x="4203" y="7115"/>
                    <a:pt x="4266" y="7003"/>
                    <a:pt x="4332" y="6887"/>
                  </a:cubicBezTo>
                  <a:lnTo>
                    <a:pt x="4293" y="6519"/>
                  </a:lnTo>
                  <a:lnTo>
                    <a:pt x="4072" y="4450"/>
                  </a:lnTo>
                  <a:lnTo>
                    <a:pt x="4048" y="4234"/>
                  </a:lnTo>
                  <a:lnTo>
                    <a:pt x="3669" y="691"/>
                  </a:lnTo>
                  <a:cubicBezTo>
                    <a:pt x="3625" y="269"/>
                    <a:pt x="2648" y="1"/>
                    <a:pt x="2153" y="1"/>
                  </a:cubicBezTo>
                  <a:cubicBezTo>
                    <a:pt x="2119" y="1"/>
                    <a:pt x="2088" y="2"/>
                    <a:pt x="2059" y="5"/>
                  </a:cubicBezTo>
                  <a:lnTo>
                    <a:pt x="1097" y="1"/>
                  </a:lnTo>
                  <a:close/>
                  <a:moveTo>
                    <a:pt x="4620" y="9559"/>
                  </a:moveTo>
                  <a:cubicBezTo>
                    <a:pt x="4548" y="9618"/>
                    <a:pt x="4479" y="9674"/>
                    <a:pt x="4413" y="9725"/>
                  </a:cubicBezTo>
                  <a:lnTo>
                    <a:pt x="4422" y="9801"/>
                  </a:lnTo>
                  <a:lnTo>
                    <a:pt x="4439" y="9970"/>
                  </a:lnTo>
                  <a:lnTo>
                    <a:pt x="4456" y="10124"/>
                  </a:lnTo>
                  <a:cubicBezTo>
                    <a:pt x="4466" y="10099"/>
                    <a:pt x="4476" y="10076"/>
                    <a:pt x="4486" y="10052"/>
                  </a:cubicBezTo>
                  <a:cubicBezTo>
                    <a:pt x="4493" y="10037"/>
                    <a:pt x="4499" y="10023"/>
                    <a:pt x="4506" y="10009"/>
                  </a:cubicBezTo>
                  <a:lnTo>
                    <a:pt x="4506" y="10009"/>
                  </a:lnTo>
                  <a:cubicBezTo>
                    <a:pt x="4506" y="10007"/>
                    <a:pt x="4507" y="10005"/>
                    <a:pt x="4508" y="10003"/>
                  </a:cubicBezTo>
                  <a:cubicBezTo>
                    <a:pt x="4515" y="9987"/>
                    <a:pt x="4522" y="9972"/>
                    <a:pt x="4529" y="9958"/>
                  </a:cubicBezTo>
                  <a:cubicBezTo>
                    <a:pt x="4537" y="9939"/>
                    <a:pt x="4541" y="9918"/>
                    <a:pt x="4538" y="9897"/>
                  </a:cubicBezTo>
                  <a:lnTo>
                    <a:pt x="4538" y="9897"/>
                  </a:lnTo>
                  <a:cubicBezTo>
                    <a:pt x="4538" y="9897"/>
                    <a:pt x="4538" y="9897"/>
                    <a:pt x="4538" y="9897"/>
                  </a:cubicBezTo>
                  <a:cubicBezTo>
                    <a:pt x="4574" y="9871"/>
                    <a:pt x="4610" y="9843"/>
                    <a:pt x="4646" y="9814"/>
                  </a:cubicBezTo>
                  <a:lnTo>
                    <a:pt x="4646" y="9813"/>
                  </a:lnTo>
                  <a:lnTo>
                    <a:pt x="4620" y="9559"/>
                  </a:lnTo>
                  <a:close/>
                  <a:moveTo>
                    <a:pt x="1304" y="10333"/>
                  </a:moveTo>
                  <a:cubicBezTo>
                    <a:pt x="1236" y="10384"/>
                    <a:pt x="1167" y="10437"/>
                    <a:pt x="1097" y="10488"/>
                  </a:cubicBezTo>
                  <a:lnTo>
                    <a:pt x="1128" y="10741"/>
                  </a:lnTo>
                  <a:lnTo>
                    <a:pt x="1825" y="16579"/>
                  </a:lnTo>
                  <a:lnTo>
                    <a:pt x="1859" y="16872"/>
                  </a:lnTo>
                  <a:lnTo>
                    <a:pt x="1908" y="17286"/>
                  </a:lnTo>
                  <a:cubicBezTo>
                    <a:pt x="1911" y="17310"/>
                    <a:pt x="1922" y="17333"/>
                    <a:pt x="1940" y="17351"/>
                  </a:cubicBezTo>
                  <a:lnTo>
                    <a:pt x="4006" y="19422"/>
                  </a:lnTo>
                  <a:cubicBezTo>
                    <a:pt x="4013" y="19431"/>
                    <a:pt x="4021" y="19437"/>
                    <a:pt x="4031" y="19442"/>
                  </a:cubicBezTo>
                  <a:cubicBezTo>
                    <a:pt x="4048" y="19451"/>
                    <a:pt x="4067" y="19456"/>
                    <a:pt x="4086" y="19456"/>
                  </a:cubicBezTo>
                  <a:cubicBezTo>
                    <a:pt x="4093" y="19456"/>
                    <a:pt x="4099" y="19455"/>
                    <a:pt x="4106" y="19454"/>
                  </a:cubicBezTo>
                  <a:cubicBezTo>
                    <a:pt x="4141" y="19447"/>
                    <a:pt x="4172" y="19422"/>
                    <a:pt x="4186" y="19389"/>
                  </a:cubicBezTo>
                  <a:lnTo>
                    <a:pt x="5366" y="16666"/>
                  </a:lnTo>
                  <a:cubicBezTo>
                    <a:pt x="5374" y="16648"/>
                    <a:pt x="5377" y="16629"/>
                    <a:pt x="5374" y="16609"/>
                  </a:cubicBezTo>
                  <a:lnTo>
                    <a:pt x="5273" y="15665"/>
                  </a:lnTo>
                  <a:lnTo>
                    <a:pt x="5269" y="15633"/>
                  </a:lnTo>
                  <a:lnTo>
                    <a:pt x="5153" y="14539"/>
                  </a:lnTo>
                  <a:lnTo>
                    <a:pt x="5128" y="14307"/>
                  </a:lnTo>
                  <a:lnTo>
                    <a:pt x="5058" y="13647"/>
                  </a:lnTo>
                  <a:lnTo>
                    <a:pt x="5056" y="13645"/>
                  </a:lnTo>
                  <a:lnTo>
                    <a:pt x="4991" y="13037"/>
                  </a:lnTo>
                  <a:lnTo>
                    <a:pt x="4991" y="13035"/>
                  </a:lnTo>
                  <a:lnTo>
                    <a:pt x="4904" y="12219"/>
                  </a:lnTo>
                  <a:lnTo>
                    <a:pt x="4879" y="11993"/>
                  </a:lnTo>
                  <a:cubicBezTo>
                    <a:pt x="4825" y="12011"/>
                    <a:pt x="4773" y="12023"/>
                    <a:pt x="4724" y="12033"/>
                  </a:cubicBezTo>
                  <a:cubicBezTo>
                    <a:pt x="4703" y="12037"/>
                    <a:pt x="4682" y="12040"/>
                    <a:pt x="4662" y="12043"/>
                  </a:cubicBezTo>
                  <a:lnTo>
                    <a:pt x="4686" y="12265"/>
                  </a:lnTo>
                  <a:lnTo>
                    <a:pt x="4914" y="14403"/>
                  </a:lnTo>
                  <a:lnTo>
                    <a:pt x="4939" y="14634"/>
                  </a:lnTo>
                  <a:lnTo>
                    <a:pt x="5138" y="16489"/>
                  </a:lnTo>
                  <a:lnTo>
                    <a:pt x="5150" y="16604"/>
                  </a:lnTo>
                  <a:lnTo>
                    <a:pt x="5099" y="16722"/>
                  </a:lnTo>
                  <a:lnTo>
                    <a:pt x="4267" y="18869"/>
                  </a:lnTo>
                  <a:cubicBezTo>
                    <a:pt x="4209" y="19002"/>
                    <a:pt x="4114" y="19056"/>
                    <a:pt x="4003" y="19056"/>
                  </a:cubicBezTo>
                  <a:cubicBezTo>
                    <a:pt x="3821" y="19056"/>
                    <a:pt x="3596" y="18911"/>
                    <a:pt x="3427" y="18741"/>
                  </a:cubicBezTo>
                  <a:lnTo>
                    <a:pt x="2177" y="17274"/>
                  </a:lnTo>
                  <a:lnTo>
                    <a:pt x="2125" y="17220"/>
                  </a:lnTo>
                  <a:lnTo>
                    <a:pt x="2106" y="17061"/>
                  </a:lnTo>
                  <a:lnTo>
                    <a:pt x="2059" y="16663"/>
                  </a:lnTo>
                  <a:lnTo>
                    <a:pt x="1789" y="12645"/>
                  </a:lnTo>
                  <a:cubicBezTo>
                    <a:pt x="1766" y="12312"/>
                    <a:pt x="1712" y="11982"/>
                    <a:pt x="1624" y="11659"/>
                  </a:cubicBezTo>
                  <a:lnTo>
                    <a:pt x="1335" y="10588"/>
                  </a:lnTo>
                  <a:lnTo>
                    <a:pt x="1304" y="103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1" name="Google Shape;41;p2"/>
            <p:cNvSpPr/>
            <p:nvPr/>
          </p:nvSpPr>
          <p:spPr>
            <a:xfrm>
              <a:off x="1671625" y="877425"/>
              <a:ext cx="91400" cy="14075"/>
            </a:xfrm>
            <a:custGeom>
              <a:rect b="b" l="l" r="r" t="t"/>
              <a:pathLst>
                <a:path extrusionOk="0" h="563" w="3656">
                  <a:moveTo>
                    <a:pt x="3539" y="0"/>
                  </a:moveTo>
                  <a:cubicBezTo>
                    <a:pt x="3535" y="0"/>
                    <a:pt x="3532" y="0"/>
                    <a:pt x="3529" y="1"/>
                  </a:cubicBezTo>
                  <a:lnTo>
                    <a:pt x="3425" y="11"/>
                  </a:lnTo>
                  <a:lnTo>
                    <a:pt x="186" y="334"/>
                  </a:lnTo>
                  <a:lnTo>
                    <a:pt x="107" y="341"/>
                  </a:lnTo>
                  <a:cubicBezTo>
                    <a:pt x="45" y="347"/>
                    <a:pt x="0" y="401"/>
                    <a:pt x="7" y="462"/>
                  </a:cubicBezTo>
                  <a:cubicBezTo>
                    <a:pt x="11" y="501"/>
                    <a:pt x="33" y="533"/>
                    <a:pt x="65" y="549"/>
                  </a:cubicBezTo>
                  <a:cubicBezTo>
                    <a:pt x="82" y="558"/>
                    <a:pt x="102" y="563"/>
                    <a:pt x="122" y="563"/>
                  </a:cubicBezTo>
                  <a:cubicBezTo>
                    <a:pt x="124" y="563"/>
                    <a:pt x="126" y="563"/>
                    <a:pt x="128" y="563"/>
                  </a:cubicBezTo>
                  <a:lnTo>
                    <a:pt x="213" y="554"/>
                  </a:lnTo>
                  <a:lnTo>
                    <a:pt x="3450" y="232"/>
                  </a:lnTo>
                  <a:lnTo>
                    <a:pt x="3550" y="222"/>
                  </a:lnTo>
                  <a:cubicBezTo>
                    <a:pt x="3611" y="216"/>
                    <a:pt x="3656" y="162"/>
                    <a:pt x="3650" y="101"/>
                  </a:cubicBezTo>
                  <a:cubicBezTo>
                    <a:pt x="3644" y="44"/>
                    <a:pt x="3595" y="0"/>
                    <a:pt x="3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2" name="Google Shape;42;p2"/>
            <p:cNvSpPr/>
            <p:nvPr/>
          </p:nvSpPr>
          <p:spPr>
            <a:xfrm>
              <a:off x="1716800" y="1244300"/>
              <a:ext cx="84800" cy="20475"/>
            </a:xfrm>
            <a:custGeom>
              <a:rect b="b" l="l" r="r" t="t"/>
              <a:pathLst>
                <a:path extrusionOk="0" h="819" w="3392">
                  <a:moveTo>
                    <a:pt x="3272" y="1"/>
                  </a:moveTo>
                  <a:cubicBezTo>
                    <a:pt x="3265" y="1"/>
                    <a:pt x="3258" y="1"/>
                    <a:pt x="3251" y="3"/>
                  </a:cubicBezTo>
                  <a:lnTo>
                    <a:pt x="621" y="501"/>
                  </a:lnTo>
                  <a:lnTo>
                    <a:pt x="111" y="478"/>
                  </a:lnTo>
                  <a:lnTo>
                    <a:pt x="100" y="598"/>
                  </a:lnTo>
                  <a:cubicBezTo>
                    <a:pt x="41" y="610"/>
                    <a:pt x="1" y="667"/>
                    <a:pt x="13" y="727"/>
                  </a:cubicBezTo>
                  <a:cubicBezTo>
                    <a:pt x="19" y="762"/>
                    <a:pt x="40" y="789"/>
                    <a:pt x="68" y="804"/>
                  </a:cubicBezTo>
                  <a:cubicBezTo>
                    <a:pt x="84" y="813"/>
                    <a:pt x="102" y="818"/>
                    <a:pt x="120" y="818"/>
                  </a:cubicBezTo>
                  <a:cubicBezTo>
                    <a:pt x="127" y="818"/>
                    <a:pt x="135" y="817"/>
                    <a:pt x="142" y="816"/>
                  </a:cubicBezTo>
                  <a:lnTo>
                    <a:pt x="230" y="800"/>
                  </a:lnTo>
                  <a:lnTo>
                    <a:pt x="3152" y="248"/>
                  </a:lnTo>
                  <a:lnTo>
                    <a:pt x="3292" y="221"/>
                  </a:lnTo>
                  <a:cubicBezTo>
                    <a:pt x="3353" y="209"/>
                    <a:pt x="3392" y="152"/>
                    <a:pt x="3380" y="92"/>
                  </a:cubicBezTo>
                  <a:cubicBezTo>
                    <a:pt x="3370" y="38"/>
                    <a:pt x="3324" y="1"/>
                    <a:pt x="3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 name="Google Shape;43;p2"/>
            <p:cNvSpPr/>
            <p:nvPr/>
          </p:nvSpPr>
          <p:spPr>
            <a:xfrm>
              <a:off x="1707400" y="950175"/>
              <a:ext cx="61750" cy="242000"/>
            </a:xfrm>
            <a:custGeom>
              <a:rect b="b" l="l" r="r" t="t"/>
              <a:pathLst>
                <a:path extrusionOk="0" h="9680" w="2470">
                  <a:moveTo>
                    <a:pt x="713" y="0"/>
                  </a:moveTo>
                  <a:cubicBezTo>
                    <a:pt x="683" y="0"/>
                    <a:pt x="654" y="2"/>
                    <a:pt x="624" y="6"/>
                  </a:cubicBezTo>
                  <a:cubicBezTo>
                    <a:pt x="450" y="28"/>
                    <a:pt x="296" y="113"/>
                    <a:pt x="184" y="247"/>
                  </a:cubicBezTo>
                  <a:cubicBezTo>
                    <a:pt x="177" y="255"/>
                    <a:pt x="170" y="262"/>
                    <a:pt x="164" y="271"/>
                  </a:cubicBezTo>
                  <a:cubicBezTo>
                    <a:pt x="51" y="418"/>
                    <a:pt x="1" y="600"/>
                    <a:pt x="25" y="784"/>
                  </a:cubicBezTo>
                  <a:lnTo>
                    <a:pt x="292" y="2837"/>
                  </a:lnTo>
                  <a:lnTo>
                    <a:pt x="322" y="3060"/>
                  </a:lnTo>
                  <a:cubicBezTo>
                    <a:pt x="397" y="3054"/>
                    <a:pt x="472" y="3051"/>
                    <a:pt x="545" y="3047"/>
                  </a:cubicBezTo>
                  <a:lnTo>
                    <a:pt x="603" y="2600"/>
                  </a:lnTo>
                  <a:lnTo>
                    <a:pt x="356" y="1325"/>
                  </a:lnTo>
                  <a:cubicBezTo>
                    <a:pt x="340" y="1201"/>
                    <a:pt x="320" y="860"/>
                    <a:pt x="398" y="760"/>
                  </a:cubicBezTo>
                  <a:cubicBezTo>
                    <a:pt x="475" y="659"/>
                    <a:pt x="455" y="493"/>
                    <a:pt x="580" y="477"/>
                  </a:cubicBezTo>
                  <a:cubicBezTo>
                    <a:pt x="672" y="465"/>
                    <a:pt x="823" y="274"/>
                    <a:pt x="913" y="274"/>
                  </a:cubicBezTo>
                  <a:cubicBezTo>
                    <a:pt x="922" y="274"/>
                    <a:pt x="930" y="276"/>
                    <a:pt x="938" y="280"/>
                  </a:cubicBezTo>
                  <a:cubicBezTo>
                    <a:pt x="1067" y="350"/>
                    <a:pt x="1161" y="477"/>
                    <a:pt x="1181" y="633"/>
                  </a:cubicBezTo>
                  <a:lnTo>
                    <a:pt x="1484" y="2960"/>
                  </a:lnTo>
                  <a:lnTo>
                    <a:pt x="1519" y="3230"/>
                  </a:lnTo>
                  <a:cubicBezTo>
                    <a:pt x="1637" y="3304"/>
                    <a:pt x="1727" y="3402"/>
                    <a:pt x="1782" y="3532"/>
                  </a:cubicBezTo>
                  <a:lnTo>
                    <a:pt x="1726" y="3100"/>
                  </a:lnTo>
                  <a:lnTo>
                    <a:pt x="1401" y="604"/>
                  </a:lnTo>
                  <a:cubicBezTo>
                    <a:pt x="1367" y="345"/>
                    <a:pt x="1194" y="137"/>
                    <a:pt x="965" y="48"/>
                  </a:cubicBezTo>
                  <a:cubicBezTo>
                    <a:pt x="886" y="17"/>
                    <a:pt x="801" y="0"/>
                    <a:pt x="713" y="0"/>
                  </a:cubicBezTo>
                  <a:close/>
                  <a:moveTo>
                    <a:pt x="1794" y="3633"/>
                  </a:moveTo>
                  <a:cubicBezTo>
                    <a:pt x="1778" y="3699"/>
                    <a:pt x="1723" y="3801"/>
                    <a:pt x="1611" y="3943"/>
                  </a:cubicBezTo>
                  <a:lnTo>
                    <a:pt x="1650" y="4244"/>
                  </a:lnTo>
                  <a:lnTo>
                    <a:pt x="1664" y="4355"/>
                  </a:lnTo>
                  <a:lnTo>
                    <a:pt x="1792" y="5339"/>
                  </a:lnTo>
                  <a:lnTo>
                    <a:pt x="2072" y="8237"/>
                  </a:lnTo>
                  <a:cubicBezTo>
                    <a:pt x="2089" y="8362"/>
                    <a:pt x="2208" y="8914"/>
                    <a:pt x="2130" y="9014"/>
                  </a:cubicBezTo>
                  <a:cubicBezTo>
                    <a:pt x="2054" y="9114"/>
                    <a:pt x="1942" y="9178"/>
                    <a:pt x="1818" y="9194"/>
                  </a:cubicBezTo>
                  <a:cubicBezTo>
                    <a:pt x="1798" y="9197"/>
                    <a:pt x="1777" y="9198"/>
                    <a:pt x="1757" y="9198"/>
                  </a:cubicBezTo>
                  <a:cubicBezTo>
                    <a:pt x="1524" y="9198"/>
                    <a:pt x="1321" y="9025"/>
                    <a:pt x="1290" y="8787"/>
                  </a:cubicBezTo>
                  <a:lnTo>
                    <a:pt x="804" y="5053"/>
                  </a:lnTo>
                  <a:lnTo>
                    <a:pt x="770" y="4788"/>
                  </a:lnTo>
                  <a:cubicBezTo>
                    <a:pt x="706" y="4843"/>
                    <a:pt x="640" y="4901"/>
                    <a:pt x="568" y="4961"/>
                  </a:cubicBezTo>
                  <a:lnTo>
                    <a:pt x="602" y="5221"/>
                  </a:lnTo>
                  <a:lnTo>
                    <a:pt x="1069" y="8816"/>
                  </a:lnTo>
                  <a:cubicBezTo>
                    <a:pt x="1099" y="9045"/>
                    <a:pt x="1177" y="9460"/>
                    <a:pt x="1366" y="9563"/>
                  </a:cubicBezTo>
                  <a:cubicBezTo>
                    <a:pt x="1475" y="9622"/>
                    <a:pt x="1781" y="9680"/>
                    <a:pt x="1956" y="9680"/>
                  </a:cubicBezTo>
                  <a:cubicBezTo>
                    <a:pt x="1980" y="9680"/>
                    <a:pt x="2002" y="9679"/>
                    <a:pt x="2020" y="9676"/>
                  </a:cubicBezTo>
                  <a:cubicBezTo>
                    <a:pt x="2204" y="9652"/>
                    <a:pt x="2193" y="9297"/>
                    <a:pt x="2306" y="9150"/>
                  </a:cubicBezTo>
                  <a:cubicBezTo>
                    <a:pt x="2420" y="9002"/>
                    <a:pt x="2470" y="8820"/>
                    <a:pt x="2446" y="8637"/>
                  </a:cubicBezTo>
                  <a:lnTo>
                    <a:pt x="2042" y="5540"/>
                  </a:lnTo>
                  <a:lnTo>
                    <a:pt x="2006" y="5253"/>
                  </a:lnTo>
                  <a:lnTo>
                    <a:pt x="1889" y="4358"/>
                  </a:lnTo>
                  <a:lnTo>
                    <a:pt x="1842" y="4000"/>
                  </a:lnTo>
                  <a:lnTo>
                    <a:pt x="1809" y="3745"/>
                  </a:lnTo>
                  <a:lnTo>
                    <a:pt x="1794" y="36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44" name="Google Shape;44;p2"/>
          <p:cNvSpPr/>
          <p:nvPr/>
        </p:nvSpPr>
        <p:spPr>
          <a:xfrm>
            <a:off x="383871" y="756723"/>
            <a:ext cx="658711" cy="542172"/>
          </a:xfrm>
          <a:custGeom>
            <a:rect b="b" l="l" r="r" t="t"/>
            <a:pathLst>
              <a:path extrusionOk="0" h="9258" w="11248">
                <a:moveTo>
                  <a:pt x="5937" y="3388"/>
                </a:moveTo>
                <a:cubicBezTo>
                  <a:pt x="6793" y="3388"/>
                  <a:pt x="7627" y="3826"/>
                  <a:pt x="8094" y="4613"/>
                </a:cubicBezTo>
                <a:cubicBezTo>
                  <a:pt x="8122" y="4659"/>
                  <a:pt x="8149" y="4707"/>
                  <a:pt x="8173" y="4756"/>
                </a:cubicBezTo>
                <a:lnTo>
                  <a:pt x="7540" y="5109"/>
                </a:lnTo>
                <a:cubicBezTo>
                  <a:pt x="7519" y="5066"/>
                  <a:pt x="7496" y="5023"/>
                  <a:pt x="7472" y="4983"/>
                </a:cubicBezTo>
                <a:cubicBezTo>
                  <a:pt x="7159" y="4455"/>
                  <a:pt x="6768" y="4186"/>
                  <a:pt x="6242" y="4138"/>
                </a:cubicBezTo>
                <a:cubicBezTo>
                  <a:pt x="6180" y="4132"/>
                  <a:pt x="6113" y="4129"/>
                  <a:pt x="6043" y="4129"/>
                </a:cubicBezTo>
                <a:cubicBezTo>
                  <a:pt x="5710" y="4129"/>
                  <a:pt x="5311" y="4196"/>
                  <a:pt x="5033" y="4361"/>
                </a:cubicBezTo>
                <a:cubicBezTo>
                  <a:pt x="4625" y="4603"/>
                  <a:pt x="4335" y="4990"/>
                  <a:pt x="4218" y="5452"/>
                </a:cubicBezTo>
                <a:cubicBezTo>
                  <a:pt x="4100" y="5913"/>
                  <a:pt x="4170" y="6392"/>
                  <a:pt x="4412" y="6800"/>
                </a:cubicBezTo>
                <a:cubicBezTo>
                  <a:pt x="4454" y="6871"/>
                  <a:pt x="4502" y="6940"/>
                  <a:pt x="4555" y="7005"/>
                </a:cubicBezTo>
                <a:lnTo>
                  <a:pt x="3914" y="7361"/>
                </a:lnTo>
                <a:cubicBezTo>
                  <a:pt x="3869" y="7299"/>
                  <a:pt x="3828" y="7235"/>
                  <a:pt x="3788" y="7169"/>
                </a:cubicBezTo>
                <a:cubicBezTo>
                  <a:pt x="3524" y="6725"/>
                  <a:pt x="3517" y="6183"/>
                  <a:pt x="3545" y="5711"/>
                </a:cubicBezTo>
                <a:cubicBezTo>
                  <a:pt x="3582" y="5093"/>
                  <a:pt x="3805" y="4249"/>
                  <a:pt x="4663" y="3738"/>
                </a:cubicBezTo>
                <a:cubicBezTo>
                  <a:pt x="5063" y="3501"/>
                  <a:pt x="5503" y="3388"/>
                  <a:pt x="5937" y="3388"/>
                </a:cubicBezTo>
                <a:close/>
                <a:moveTo>
                  <a:pt x="6046" y="2426"/>
                </a:moveTo>
                <a:cubicBezTo>
                  <a:pt x="6333" y="2426"/>
                  <a:pt x="6616" y="2450"/>
                  <a:pt x="6875" y="2498"/>
                </a:cubicBezTo>
                <a:cubicBezTo>
                  <a:pt x="7789" y="2666"/>
                  <a:pt x="8396" y="3128"/>
                  <a:pt x="8969" y="4093"/>
                </a:cubicBezTo>
                <a:cubicBezTo>
                  <a:pt x="9004" y="4150"/>
                  <a:pt x="9034" y="4206"/>
                  <a:pt x="9063" y="4260"/>
                </a:cubicBezTo>
                <a:lnTo>
                  <a:pt x="8392" y="4634"/>
                </a:lnTo>
                <a:cubicBezTo>
                  <a:pt x="8367" y="4584"/>
                  <a:pt x="8339" y="4534"/>
                  <a:pt x="8310" y="4485"/>
                </a:cubicBezTo>
                <a:cubicBezTo>
                  <a:pt x="7854" y="3716"/>
                  <a:pt x="6836" y="3250"/>
                  <a:pt x="6084" y="3142"/>
                </a:cubicBezTo>
                <a:cubicBezTo>
                  <a:pt x="5965" y="3125"/>
                  <a:pt x="5854" y="3117"/>
                  <a:pt x="5750" y="3117"/>
                </a:cubicBezTo>
                <a:cubicBezTo>
                  <a:pt x="5311" y="3117"/>
                  <a:pt x="4974" y="3263"/>
                  <a:pt x="4535" y="3522"/>
                </a:cubicBezTo>
                <a:cubicBezTo>
                  <a:pt x="3904" y="3898"/>
                  <a:pt x="3455" y="4498"/>
                  <a:pt x="3273" y="5211"/>
                </a:cubicBezTo>
                <a:cubicBezTo>
                  <a:pt x="3092" y="5925"/>
                  <a:pt x="3198" y="6666"/>
                  <a:pt x="3573" y="7298"/>
                </a:cubicBezTo>
                <a:cubicBezTo>
                  <a:pt x="3612" y="7363"/>
                  <a:pt x="3652" y="7425"/>
                  <a:pt x="3694" y="7483"/>
                </a:cubicBezTo>
                <a:lnTo>
                  <a:pt x="3020" y="7856"/>
                </a:lnTo>
                <a:cubicBezTo>
                  <a:pt x="2985" y="7804"/>
                  <a:pt x="2950" y="7748"/>
                  <a:pt x="2914" y="7689"/>
                </a:cubicBezTo>
                <a:cubicBezTo>
                  <a:pt x="2435" y="6881"/>
                  <a:pt x="2298" y="5934"/>
                  <a:pt x="2531" y="5022"/>
                </a:cubicBezTo>
                <a:cubicBezTo>
                  <a:pt x="2764" y="4110"/>
                  <a:pt x="3336" y="3343"/>
                  <a:pt x="4144" y="2863"/>
                </a:cubicBezTo>
                <a:cubicBezTo>
                  <a:pt x="4493" y="2656"/>
                  <a:pt x="4959" y="2515"/>
                  <a:pt x="5489" y="2456"/>
                </a:cubicBezTo>
                <a:cubicBezTo>
                  <a:pt x="5673" y="2436"/>
                  <a:pt x="5860" y="2426"/>
                  <a:pt x="6046" y="2426"/>
                </a:cubicBezTo>
                <a:close/>
                <a:moveTo>
                  <a:pt x="6085" y="1484"/>
                </a:moveTo>
                <a:cubicBezTo>
                  <a:pt x="6298" y="1484"/>
                  <a:pt x="6540" y="1490"/>
                  <a:pt x="6804" y="1507"/>
                </a:cubicBezTo>
                <a:lnTo>
                  <a:pt x="6819" y="1509"/>
                </a:lnTo>
                <a:cubicBezTo>
                  <a:pt x="7235" y="1535"/>
                  <a:pt x="7871" y="1773"/>
                  <a:pt x="8436" y="2116"/>
                </a:cubicBezTo>
                <a:cubicBezTo>
                  <a:pt x="9116" y="2526"/>
                  <a:pt x="9627" y="3034"/>
                  <a:pt x="9879" y="3548"/>
                </a:cubicBezTo>
                <a:cubicBezTo>
                  <a:pt x="9905" y="3599"/>
                  <a:pt x="9933" y="3648"/>
                  <a:pt x="9961" y="3696"/>
                </a:cubicBezTo>
                <a:cubicBezTo>
                  <a:pt x="9970" y="3712"/>
                  <a:pt x="9980" y="3728"/>
                  <a:pt x="9988" y="3746"/>
                </a:cubicBezTo>
                <a:lnTo>
                  <a:pt x="9282" y="4139"/>
                </a:lnTo>
                <a:cubicBezTo>
                  <a:pt x="9252" y="4081"/>
                  <a:pt x="9220" y="4023"/>
                  <a:pt x="9186" y="3965"/>
                </a:cubicBezTo>
                <a:cubicBezTo>
                  <a:pt x="8481" y="2779"/>
                  <a:pt x="7224" y="2119"/>
                  <a:pt x="5936" y="2119"/>
                </a:cubicBezTo>
                <a:cubicBezTo>
                  <a:pt x="5281" y="2119"/>
                  <a:pt x="4618" y="2290"/>
                  <a:pt x="4016" y="2647"/>
                </a:cubicBezTo>
                <a:cubicBezTo>
                  <a:pt x="3471" y="2970"/>
                  <a:pt x="3158" y="3216"/>
                  <a:pt x="2844" y="3737"/>
                </a:cubicBezTo>
                <a:cubicBezTo>
                  <a:pt x="2494" y="4320"/>
                  <a:pt x="2279" y="5033"/>
                  <a:pt x="2237" y="5743"/>
                </a:cubicBezTo>
                <a:cubicBezTo>
                  <a:pt x="2192" y="6517"/>
                  <a:pt x="2351" y="7234"/>
                  <a:pt x="2699" y="7817"/>
                </a:cubicBezTo>
                <a:cubicBezTo>
                  <a:pt x="2732" y="7873"/>
                  <a:pt x="2766" y="7927"/>
                  <a:pt x="2800" y="7978"/>
                </a:cubicBezTo>
                <a:lnTo>
                  <a:pt x="2090" y="8372"/>
                </a:lnTo>
                <a:cubicBezTo>
                  <a:pt x="2060" y="8325"/>
                  <a:pt x="2031" y="8278"/>
                  <a:pt x="2002" y="8230"/>
                </a:cubicBezTo>
                <a:cubicBezTo>
                  <a:pt x="1687" y="7699"/>
                  <a:pt x="1485" y="7122"/>
                  <a:pt x="1403" y="6515"/>
                </a:cubicBezTo>
                <a:cubicBezTo>
                  <a:pt x="1323" y="5927"/>
                  <a:pt x="1357" y="5337"/>
                  <a:pt x="1504" y="4760"/>
                </a:cubicBezTo>
                <a:cubicBezTo>
                  <a:pt x="1651" y="4184"/>
                  <a:pt x="1904" y="3649"/>
                  <a:pt x="2254" y="3172"/>
                </a:cubicBezTo>
                <a:cubicBezTo>
                  <a:pt x="2618" y="2678"/>
                  <a:pt x="3071" y="2267"/>
                  <a:pt x="3602" y="1952"/>
                </a:cubicBezTo>
                <a:cubicBezTo>
                  <a:pt x="4019" y="1705"/>
                  <a:pt x="4648" y="1553"/>
                  <a:pt x="5471" y="1502"/>
                </a:cubicBezTo>
                <a:cubicBezTo>
                  <a:pt x="5629" y="1492"/>
                  <a:pt x="5837" y="1484"/>
                  <a:pt x="6085" y="1484"/>
                </a:cubicBezTo>
                <a:close/>
                <a:moveTo>
                  <a:pt x="5917" y="242"/>
                </a:moveTo>
                <a:cubicBezTo>
                  <a:pt x="6363" y="242"/>
                  <a:pt x="6810" y="298"/>
                  <a:pt x="7249" y="410"/>
                </a:cubicBezTo>
                <a:cubicBezTo>
                  <a:pt x="8655" y="771"/>
                  <a:pt x="9854" y="1683"/>
                  <a:pt x="10623" y="2977"/>
                </a:cubicBezTo>
                <a:cubicBezTo>
                  <a:pt x="10653" y="3029"/>
                  <a:pt x="10720" y="3082"/>
                  <a:pt x="10792" y="3139"/>
                </a:cubicBezTo>
                <a:cubicBezTo>
                  <a:pt x="10832" y="3170"/>
                  <a:pt x="10875" y="3204"/>
                  <a:pt x="10906" y="3235"/>
                </a:cubicBezTo>
                <a:lnTo>
                  <a:pt x="10209" y="3623"/>
                </a:lnTo>
                <a:cubicBezTo>
                  <a:pt x="10173" y="3556"/>
                  <a:pt x="10136" y="3489"/>
                  <a:pt x="10096" y="3424"/>
                </a:cubicBezTo>
                <a:cubicBezTo>
                  <a:pt x="9765" y="2866"/>
                  <a:pt x="9337" y="2395"/>
                  <a:pt x="8822" y="2025"/>
                </a:cubicBezTo>
                <a:cubicBezTo>
                  <a:pt x="8329" y="1670"/>
                  <a:pt x="7772" y="1417"/>
                  <a:pt x="7166" y="1271"/>
                </a:cubicBezTo>
                <a:cubicBezTo>
                  <a:pt x="6776" y="1178"/>
                  <a:pt x="6375" y="1131"/>
                  <a:pt x="5971" y="1131"/>
                </a:cubicBezTo>
                <a:cubicBezTo>
                  <a:pt x="5125" y="1131"/>
                  <a:pt x="4269" y="1335"/>
                  <a:pt x="3477" y="1734"/>
                </a:cubicBezTo>
                <a:cubicBezTo>
                  <a:pt x="2915" y="2018"/>
                  <a:pt x="2337" y="2672"/>
                  <a:pt x="2044" y="3037"/>
                </a:cubicBezTo>
                <a:cubicBezTo>
                  <a:pt x="1441" y="3785"/>
                  <a:pt x="1099" y="4673"/>
                  <a:pt x="1057" y="5603"/>
                </a:cubicBezTo>
                <a:cubicBezTo>
                  <a:pt x="1013" y="6530"/>
                  <a:pt x="1266" y="7482"/>
                  <a:pt x="1786" y="8358"/>
                </a:cubicBezTo>
                <a:cubicBezTo>
                  <a:pt x="1813" y="8404"/>
                  <a:pt x="1841" y="8449"/>
                  <a:pt x="1870" y="8494"/>
                </a:cubicBezTo>
                <a:lnTo>
                  <a:pt x="1389" y="8761"/>
                </a:lnTo>
                <a:lnTo>
                  <a:pt x="1382" y="8764"/>
                </a:lnTo>
                <a:lnTo>
                  <a:pt x="1200" y="8946"/>
                </a:lnTo>
                <a:cubicBezTo>
                  <a:pt x="1163" y="8890"/>
                  <a:pt x="1127" y="8832"/>
                  <a:pt x="1091" y="8771"/>
                </a:cubicBezTo>
                <a:cubicBezTo>
                  <a:pt x="630" y="7996"/>
                  <a:pt x="373" y="7183"/>
                  <a:pt x="325" y="6354"/>
                </a:cubicBezTo>
                <a:cubicBezTo>
                  <a:pt x="279" y="5560"/>
                  <a:pt x="425" y="4745"/>
                  <a:pt x="761" y="3938"/>
                </a:cubicBezTo>
                <a:cubicBezTo>
                  <a:pt x="1075" y="3179"/>
                  <a:pt x="1792" y="1794"/>
                  <a:pt x="3061" y="1041"/>
                </a:cubicBezTo>
                <a:cubicBezTo>
                  <a:pt x="3950" y="513"/>
                  <a:pt x="4932" y="242"/>
                  <a:pt x="5917" y="242"/>
                </a:cubicBezTo>
                <a:close/>
                <a:moveTo>
                  <a:pt x="5928" y="0"/>
                </a:moveTo>
                <a:cubicBezTo>
                  <a:pt x="4873" y="0"/>
                  <a:pt x="3844" y="283"/>
                  <a:pt x="2932" y="825"/>
                </a:cubicBezTo>
                <a:cubicBezTo>
                  <a:pt x="2250" y="1230"/>
                  <a:pt x="1667" y="1759"/>
                  <a:pt x="1199" y="2394"/>
                </a:cubicBezTo>
                <a:cubicBezTo>
                  <a:pt x="747" y="3007"/>
                  <a:pt x="422" y="3695"/>
                  <a:pt x="233" y="4437"/>
                </a:cubicBezTo>
                <a:cubicBezTo>
                  <a:pt x="44" y="5179"/>
                  <a:pt x="0" y="5938"/>
                  <a:pt x="104" y="6693"/>
                </a:cubicBezTo>
                <a:cubicBezTo>
                  <a:pt x="209" y="7474"/>
                  <a:pt x="469" y="8217"/>
                  <a:pt x="875" y="8900"/>
                </a:cubicBezTo>
                <a:cubicBezTo>
                  <a:pt x="922" y="8980"/>
                  <a:pt x="970" y="9056"/>
                  <a:pt x="1017" y="9128"/>
                </a:cubicBezTo>
                <a:lnTo>
                  <a:pt x="1042" y="9164"/>
                </a:lnTo>
                <a:cubicBezTo>
                  <a:pt x="1069" y="9206"/>
                  <a:pt x="1125" y="9211"/>
                  <a:pt x="1179" y="9214"/>
                </a:cubicBezTo>
                <a:cubicBezTo>
                  <a:pt x="1198" y="9216"/>
                  <a:pt x="1227" y="9218"/>
                  <a:pt x="1239" y="9223"/>
                </a:cubicBezTo>
                <a:lnTo>
                  <a:pt x="1264" y="9258"/>
                </a:lnTo>
                <a:lnTo>
                  <a:pt x="1513" y="9109"/>
                </a:lnTo>
                <a:lnTo>
                  <a:pt x="2067" y="8780"/>
                </a:lnTo>
                <a:lnTo>
                  <a:pt x="2244" y="8676"/>
                </a:lnTo>
                <a:lnTo>
                  <a:pt x="3149" y="8138"/>
                </a:lnTo>
                <a:lnTo>
                  <a:pt x="3205" y="8105"/>
                </a:lnTo>
                <a:lnTo>
                  <a:pt x="4735" y="7197"/>
                </a:lnTo>
                <a:lnTo>
                  <a:pt x="4898" y="7100"/>
                </a:lnTo>
                <a:lnTo>
                  <a:pt x="4959" y="7064"/>
                </a:lnTo>
                <a:lnTo>
                  <a:pt x="4907" y="7015"/>
                </a:lnTo>
                <a:cubicBezTo>
                  <a:pt x="4900" y="7009"/>
                  <a:pt x="4894" y="7003"/>
                  <a:pt x="4887" y="6997"/>
                </a:cubicBezTo>
                <a:cubicBezTo>
                  <a:pt x="4856" y="6968"/>
                  <a:pt x="4830" y="6941"/>
                  <a:pt x="4806" y="6913"/>
                </a:cubicBezTo>
                <a:cubicBezTo>
                  <a:pt x="4777" y="6881"/>
                  <a:pt x="4758" y="6802"/>
                  <a:pt x="4741" y="6732"/>
                </a:cubicBezTo>
                <a:cubicBezTo>
                  <a:pt x="4725" y="6663"/>
                  <a:pt x="4709" y="6597"/>
                  <a:pt x="4680" y="6549"/>
                </a:cubicBezTo>
                <a:cubicBezTo>
                  <a:pt x="4471" y="6196"/>
                  <a:pt x="4402" y="5807"/>
                  <a:pt x="4488" y="5452"/>
                </a:cubicBezTo>
                <a:cubicBezTo>
                  <a:pt x="4574" y="5089"/>
                  <a:pt x="4807" y="4786"/>
                  <a:pt x="5161" y="4577"/>
                </a:cubicBezTo>
                <a:cubicBezTo>
                  <a:pt x="5405" y="4432"/>
                  <a:pt x="5674" y="4363"/>
                  <a:pt x="5939" y="4363"/>
                </a:cubicBezTo>
                <a:cubicBezTo>
                  <a:pt x="6461" y="4363"/>
                  <a:pt x="6970" y="4630"/>
                  <a:pt x="7256" y="5111"/>
                </a:cubicBezTo>
                <a:cubicBezTo>
                  <a:pt x="7307" y="5196"/>
                  <a:pt x="7350" y="5288"/>
                  <a:pt x="7383" y="5383"/>
                </a:cubicBezTo>
                <a:cubicBezTo>
                  <a:pt x="7388" y="5397"/>
                  <a:pt x="7394" y="5412"/>
                  <a:pt x="7398" y="5427"/>
                </a:cubicBezTo>
                <a:cubicBezTo>
                  <a:pt x="7410" y="5467"/>
                  <a:pt x="7420" y="5502"/>
                  <a:pt x="7425" y="5520"/>
                </a:cubicBezTo>
                <a:lnTo>
                  <a:pt x="7442" y="5589"/>
                </a:lnTo>
                <a:lnTo>
                  <a:pt x="7499" y="5555"/>
                </a:lnTo>
                <a:lnTo>
                  <a:pt x="8310" y="5073"/>
                </a:lnTo>
                <a:lnTo>
                  <a:pt x="8481" y="4972"/>
                </a:lnTo>
                <a:lnTo>
                  <a:pt x="9229" y="4529"/>
                </a:lnTo>
                <a:lnTo>
                  <a:pt x="9416" y="4418"/>
                </a:lnTo>
                <a:lnTo>
                  <a:pt x="10116" y="4002"/>
                </a:lnTo>
                <a:lnTo>
                  <a:pt x="10243" y="3926"/>
                </a:lnTo>
                <a:lnTo>
                  <a:pt x="11248" y="3330"/>
                </a:lnTo>
                <a:lnTo>
                  <a:pt x="11227" y="3285"/>
                </a:lnTo>
                <a:cubicBezTo>
                  <a:pt x="11206" y="3242"/>
                  <a:pt x="11184" y="3199"/>
                  <a:pt x="11161" y="3156"/>
                </a:cubicBezTo>
                <a:cubicBezTo>
                  <a:pt x="11161" y="3156"/>
                  <a:pt x="11161" y="3155"/>
                  <a:pt x="11161" y="3155"/>
                </a:cubicBezTo>
                <a:lnTo>
                  <a:pt x="11136" y="3107"/>
                </a:lnTo>
                <a:cubicBezTo>
                  <a:pt x="11096" y="3035"/>
                  <a:pt x="11055" y="2959"/>
                  <a:pt x="11009" y="2882"/>
                </a:cubicBezTo>
                <a:cubicBezTo>
                  <a:pt x="10001" y="1187"/>
                  <a:pt x="8219" y="112"/>
                  <a:pt x="6242" y="9"/>
                </a:cubicBezTo>
                <a:cubicBezTo>
                  <a:pt x="6137" y="3"/>
                  <a:pt x="6032" y="0"/>
                  <a:pt x="5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5" name="Google Shape;45;p2"/>
          <p:cNvSpPr/>
          <p:nvPr/>
        </p:nvSpPr>
        <p:spPr>
          <a:xfrm rot="-906757">
            <a:off x="3597981" y="4729094"/>
            <a:ext cx="755185" cy="17692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 name="Google Shape;46;p2"/>
          <p:cNvGrpSpPr/>
          <p:nvPr/>
        </p:nvGrpSpPr>
        <p:grpSpPr>
          <a:xfrm>
            <a:off x="8692549" y="1738522"/>
            <a:ext cx="221772" cy="200884"/>
            <a:chOff x="1640475" y="1197075"/>
            <a:chExt cx="55475" cy="50250"/>
          </a:xfrm>
        </p:grpSpPr>
        <p:sp>
          <p:nvSpPr>
            <p:cNvPr id="47" name="Google Shape;47;p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 name="Google Shape;50;p2"/>
          <p:cNvSpPr/>
          <p:nvPr/>
        </p:nvSpPr>
        <p:spPr>
          <a:xfrm>
            <a:off x="8536325" y="4434061"/>
            <a:ext cx="609613" cy="95515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rot="-6249525">
            <a:off x="1370859" y="4322855"/>
            <a:ext cx="1292681" cy="1177560"/>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 name="Google Shape;52;p2"/>
          <p:cNvGrpSpPr/>
          <p:nvPr/>
        </p:nvGrpSpPr>
        <p:grpSpPr>
          <a:xfrm>
            <a:off x="1288191" y="762864"/>
            <a:ext cx="433643" cy="392824"/>
            <a:chOff x="1640475" y="1197075"/>
            <a:chExt cx="55475" cy="50250"/>
          </a:xfrm>
        </p:grpSpPr>
        <p:sp>
          <p:nvSpPr>
            <p:cNvPr id="53" name="Google Shape;53;p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 name="Google Shape;56;p2"/>
          <p:cNvGrpSpPr/>
          <p:nvPr/>
        </p:nvGrpSpPr>
        <p:grpSpPr>
          <a:xfrm rot="-5400000">
            <a:off x="7770930" y="4597909"/>
            <a:ext cx="244822" cy="221773"/>
            <a:chOff x="1640475" y="1197075"/>
            <a:chExt cx="55475" cy="50250"/>
          </a:xfrm>
        </p:grpSpPr>
        <p:sp>
          <p:nvSpPr>
            <p:cNvPr id="57" name="Google Shape;57;p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 name="Google Shape;60;p2"/>
          <p:cNvSpPr/>
          <p:nvPr/>
        </p:nvSpPr>
        <p:spPr>
          <a:xfrm rot="581768">
            <a:off x="8313063" y="366023"/>
            <a:ext cx="467849" cy="10960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 name="Google Shape;61;p2"/>
          <p:cNvGrpSpPr/>
          <p:nvPr/>
        </p:nvGrpSpPr>
        <p:grpSpPr>
          <a:xfrm>
            <a:off x="324374" y="2819347"/>
            <a:ext cx="221772" cy="200884"/>
            <a:chOff x="1640475" y="1197075"/>
            <a:chExt cx="55475" cy="50250"/>
          </a:xfrm>
        </p:grpSpPr>
        <p:sp>
          <p:nvSpPr>
            <p:cNvPr id="62" name="Google Shape;62;p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 name="Google Shape;65;p2"/>
          <p:cNvGrpSpPr/>
          <p:nvPr/>
        </p:nvGrpSpPr>
        <p:grpSpPr>
          <a:xfrm>
            <a:off x="7880062" y="4042366"/>
            <a:ext cx="395823" cy="325965"/>
            <a:chOff x="6441550" y="2480732"/>
            <a:chExt cx="253700" cy="208925"/>
          </a:xfrm>
        </p:grpSpPr>
        <p:sp>
          <p:nvSpPr>
            <p:cNvPr id="66" name="Google Shape;66;p2"/>
            <p:cNvSpPr/>
            <p:nvPr/>
          </p:nvSpPr>
          <p:spPr>
            <a:xfrm>
              <a:off x="6450150" y="2496032"/>
              <a:ext cx="234200" cy="178350"/>
            </a:xfrm>
            <a:custGeom>
              <a:rect b="b" l="l" r="r" t="t"/>
              <a:pathLst>
                <a:path extrusionOk="0" h="7134" w="9368">
                  <a:moveTo>
                    <a:pt x="4659" y="0"/>
                  </a:moveTo>
                  <a:cubicBezTo>
                    <a:pt x="4607" y="0"/>
                    <a:pt x="4541" y="13"/>
                    <a:pt x="4450" y="37"/>
                  </a:cubicBezTo>
                  <a:cubicBezTo>
                    <a:pt x="3877" y="190"/>
                    <a:pt x="3484" y="1286"/>
                    <a:pt x="3251" y="1912"/>
                  </a:cubicBezTo>
                  <a:cubicBezTo>
                    <a:pt x="3320" y="1989"/>
                    <a:pt x="3277" y="2134"/>
                    <a:pt x="3165" y="2176"/>
                  </a:cubicBezTo>
                  <a:lnTo>
                    <a:pt x="3168" y="2185"/>
                  </a:lnTo>
                  <a:cubicBezTo>
                    <a:pt x="3113" y="2194"/>
                    <a:pt x="3054" y="2199"/>
                    <a:pt x="2997" y="2208"/>
                  </a:cubicBezTo>
                  <a:cubicBezTo>
                    <a:pt x="2928" y="2224"/>
                    <a:pt x="2859" y="2242"/>
                    <a:pt x="2789" y="2262"/>
                  </a:cubicBezTo>
                  <a:cubicBezTo>
                    <a:pt x="2774" y="2272"/>
                    <a:pt x="2758" y="2277"/>
                    <a:pt x="2742" y="2277"/>
                  </a:cubicBezTo>
                  <a:cubicBezTo>
                    <a:pt x="2715" y="2277"/>
                    <a:pt x="2691" y="2262"/>
                    <a:pt x="2674" y="2240"/>
                  </a:cubicBezTo>
                  <a:cubicBezTo>
                    <a:pt x="2334" y="2266"/>
                    <a:pt x="1995" y="2268"/>
                    <a:pt x="1658" y="2272"/>
                  </a:cubicBezTo>
                  <a:cubicBezTo>
                    <a:pt x="1653" y="2272"/>
                    <a:pt x="1647" y="2272"/>
                    <a:pt x="1641" y="2272"/>
                  </a:cubicBezTo>
                  <a:cubicBezTo>
                    <a:pt x="1500" y="2272"/>
                    <a:pt x="1246" y="2244"/>
                    <a:pt x="999" y="2244"/>
                  </a:cubicBezTo>
                  <a:cubicBezTo>
                    <a:pt x="731" y="2244"/>
                    <a:pt x="469" y="2277"/>
                    <a:pt x="366" y="2418"/>
                  </a:cubicBezTo>
                  <a:cubicBezTo>
                    <a:pt x="0" y="2908"/>
                    <a:pt x="2213" y="3958"/>
                    <a:pt x="2559" y="4145"/>
                  </a:cubicBezTo>
                  <a:cubicBezTo>
                    <a:pt x="2583" y="4161"/>
                    <a:pt x="2605" y="4177"/>
                    <a:pt x="2621" y="4198"/>
                  </a:cubicBezTo>
                  <a:cubicBezTo>
                    <a:pt x="2684" y="4214"/>
                    <a:pt x="2732" y="4270"/>
                    <a:pt x="2706" y="4346"/>
                  </a:cubicBezTo>
                  <a:cubicBezTo>
                    <a:pt x="2554" y="4801"/>
                    <a:pt x="2408" y="5258"/>
                    <a:pt x="2295" y="5725"/>
                  </a:cubicBezTo>
                  <a:cubicBezTo>
                    <a:pt x="2237" y="5970"/>
                    <a:pt x="2191" y="6212"/>
                    <a:pt x="2161" y="6461"/>
                  </a:cubicBezTo>
                  <a:cubicBezTo>
                    <a:pt x="2127" y="6731"/>
                    <a:pt x="1993" y="7041"/>
                    <a:pt x="2272" y="7123"/>
                  </a:cubicBezTo>
                  <a:cubicBezTo>
                    <a:pt x="2295" y="7130"/>
                    <a:pt x="2320" y="7133"/>
                    <a:pt x="2345" y="7133"/>
                  </a:cubicBezTo>
                  <a:cubicBezTo>
                    <a:pt x="2715" y="7133"/>
                    <a:pt x="3335" y="6449"/>
                    <a:pt x="3602" y="6214"/>
                  </a:cubicBezTo>
                  <a:cubicBezTo>
                    <a:pt x="3939" y="5918"/>
                    <a:pt x="4255" y="5606"/>
                    <a:pt x="4577" y="5298"/>
                  </a:cubicBezTo>
                  <a:cubicBezTo>
                    <a:pt x="4624" y="5252"/>
                    <a:pt x="4676" y="5232"/>
                    <a:pt x="4726" y="5232"/>
                  </a:cubicBezTo>
                  <a:cubicBezTo>
                    <a:pt x="4823" y="5232"/>
                    <a:pt x="4912" y="5304"/>
                    <a:pt x="4943" y="5395"/>
                  </a:cubicBezTo>
                  <a:cubicBezTo>
                    <a:pt x="5748" y="6083"/>
                    <a:pt x="6641" y="6590"/>
                    <a:pt x="7652" y="6886"/>
                  </a:cubicBezTo>
                  <a:cubicBezTo>
                    <a:pt x="7611" y="6433"/>
                    <a:pt x="7534" y="5990"/>
                    <a:pt x="7408" y="5552"/>
                  </a:cubicBezTo>
                  <a:cubicBezTo>
                    <a:pt x="7269" y="5069"/>
                    <a:pt x="7001" y="4628"/>
                    <a:pt x="6887" y="4143"/>
                  </a:cubicBezTo>
                  <a:cubicBezTo>
                    <a:pt x="6863" y="4039"/>
                    <a:pt x="6937" y="3942"/>
                    <a:pt x="7024" y="3914"/>
                  </a:cubicBezTo>
                  <a:cubicBezTo>
                    <a:pt x="7026" y="3866"/>
                    <a:pt x="7050" y="3815"/>
                    <a:pt x="7107" y="3781"/>
                  </a:cubicBezTo>
                  <a:cubicBezTo>
                    <a:pt x="7386" y="3602"/>
                    <a:pt x="9368" y="2256"/>
                    <a:pt x="9139" y="1904"/>
                  </a:cubicBezTo>
                  <a:cubicBezTo>
                    <a:pt x="9087" y="1823"/>
                    <a:pt x="8893" y="1797"/>
                    <a:pt x="8659" y="1797"/>
                  </a:cubicBezTo>
                  <a:cubicBezTo>
                    <a:pt x="8282" y="1797"/>
                    <a:pt x="7801" y="1864"/>
                    <a:pt x="7633" y="1875"/>
                  </a:cubicBezTo>
                  <a:cubicBezTo>
                    <a:pt x="7146" y="1908"/>
                    <a:pt x="6661" y="1988"/>
                    <a:pt x="6177" y="2002"/>
                  </a:cubicBezTo>
                  <a:cubicBezTo>
                    <a:pt x="6173" y="2002"/>
                    <a:pt x="6170" y="2002"/>
                    <a:pt x="6166" y="2002"/>
                  </a:cubicBezTo>
                  <a:cubicBezTo>
                    <a:pt x="6063" y="2002"/>
                    <a:pt x="6000" y="1931"/>
                    <a:pt x="5976" y="1848"/>
                  </a:cubicBezTo>
                  <a:cubicBezTo>
                    <a:pt x="5937" y="1836"/>
                    <a:pt x="5899" y="1815"/>
                    <a:pt x="5874" y="1781"/>
                  </a:cubicBezTo>
                  <a:cubicBezTo>
                    <a:pt x="5664" y="1476"/>
                    <a:pt x="5549" y="1118"/>
                    <a:pt x="5354" y="802"/>
                  </a:cubicBezTo>
                  <a:cubicBezTo>
                    <a:pt x="5241" y="617"/>
                    <a:pt x="5117" y="437"/>
                    <a:pt x="4980" y="270"/>
                  </a:cubicBezTo>
                  <a:cubicBezTo>
                    <a:pt x="4832" y="88"/>
                    <a:pt x="4795" y="0"/>
                    <a:pt x="46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6441550" y="2480732"/>
              <a:ext cx="253700" cy="208925"/>
            </a:xfrm>
            <a:custGeom>
              <a:rect b="b" l="l" r="r" t="t"/>
              <a:pathLst>
                <a:path extrusionOk="0" h="8357" w="10148">
                  <a:moveTo>
                    <a:pt x="5002" y="612"/>
                  </a:moveTo>
                  <a:cubicBezTo>
                    <a:pt x="5139" y="612"/>
                    <a:pt x="5176" y="700"/>
                    <a:pt x="5324" y="883"/>
                  </a:cubicBezTo>
                  <a:cubicBezTo>
                    <a:pt x="5461" y="1049"/>
                    <a:pt x="5585" y="1229"/>
                    <a:pt x="5698" y="1414"/>
                  </a:cubicBezTo>
                  <a:cubicBezTo>
                    <a:pt x="5893" y="1730"/>
                    <a:pt x="6008" y="2088"/>
                    <a:pt x="6219" y="2393"/>
                  </a:cubicBezTo>
                  <a:cubicBezTo>
                    <a:pt x="6243" y="2428"/>
                    <a:pt x="6281" y="2448"/>
                    <a:pt x="6320" y="2460"/>
                  </a:cubicBezTo>
                  <a:cubicBezTo>
                    <a:pt x="6344" y="2543"/>
                    <a:pt x="6408" y="2615"/>
                    <a:pt x="6512" y="2615"/>
                  </a:cubicBezTo>
                  <a:cubicBezTo>
                    <a:pt x="6515" y="2615"/>
                    <a:pt x="6518" y="2615"/>
                    <a:pt x="6521" y="2615"/>
                  </a:cubicBezTo>
                  <a:cubicBezTo>
                    <a:pt x="7006" y="2601"/>
                    <a:pt x="7490" y="2520"/>
                    <a:pt x="7977" y="2488"/>
                  </a:cubicBezTo>
                  <a:cubicBezTo>
                    <a:pt x="8145" y="2476"/>
                    <a:pt x="8627" y="2409"/>
                    <a:pt x="9004" y="2409"/>
                  </a:cubicBezTo>
                  <a:cubicBezTo>
                    <a:pt x="9238" y="2409"/>
                    <a:pt x="9431" y="2435"/>
                    <a:pt x="9483" y="2516"/>
                  </a:cubicBezTo>
                  <a:cubicBezTo>
                    <a:pt x="9711" y="2868"/>
                    <a:pt x="7730" y="4214"/>
                    <a:pt x="7451" y="4393"/>
                  </a:cubicBezTo>
                  <a:cubicBezTo>
                    <a:pt x="7394" y="4427"/>
                    <a:pt x="7370" y="4478"/>
                    <a:pt x="7368" y="4526"/>
                  </a:cubicBezTo>
                  <a:cubicBezTo>
                    <a:pt x="7281" y="4554"/>
                    <a:pt x="7207" y="4651"/>
                    <a:pt x="7231" y="4755"/>
                  </a:cubicBezTo>
                  <a:cubicBezTo>
                    <a:pt x="7345" y="5240"/>
                    <a:pt x="7613" y="5681"/>
                    <a:pt x="7752" y="6164"/>
                  </a:cubicBezTo>
                  <a:cubicBezTo>
                    <a:pt x="7878" y="6602"/>
                    <a:pt x="7955" y="7045"/>
                    <a:pt x="7996" y="7498"/>
                  </a:cubicBezTo>
                  <a:cubicBezTo>
                    <a:pt x="6985" y="7202"/>
                    <a:pt x="6092" y="6695"/>
                    <a:pt x="5287" y="6007"/>
                  </a:cubicBezTo>
                  <a:cubicBezTo>
                    <a:pt x="5256" y="5916"/>
                    <a:pt x="5167" y="5845"/>
                    <a:pt x="5070" y="5845"/>
                  </a:cubicBezTo>
                  <a:cubicBezTo>
                    <a:pt x="5020" y="5845"/>
                    <a:pt x="4968" y="5864"/>
                    <a:pt x="4921" y="5910"/>
                  </a:cubicBezTo>
                  <a:cubicBezTo>
                    <a:pt x="4599" y="6219"/>
                    <a:pt x="4283" y="6530"/>
                    <a:pt x="3946" y="6826"/>
                  </a:cubicBezTo>
                  <a:cubicBezTo>
                    <a:pt x="3678" y="7061"/>
                    <a:pt x="3059" y="7746"/>
                    <a:pt x="2689" y="7746"/>
                  </a:cubicBezTo>
                  <a:cubicBezTo>
                    <a:pt x="2663" y="7746"/>
                    <a:pt x="2639" y="7743"/>
                    <a:pt x="2616" y="7736"/>
                  </a:cubicBezTo>
                  <a:cubicBezTo>
                    <a:pt x="2337" y="7653"/>
                    <a:pt x="2471" y="7343"/>
                    <a:pt x="2505" y="7073"/>
                  </a:cubicBezTo>
                  <a:cubicBezTo>
                    <a:pt x="2535" y="6824"/>
                    <a:pt x="2581" y="6582"/>
                    <a:pt x="2639" y="6337"/>
                  </a:cubicBezTo>
                  <a:cubicBezTo>
                    <a:pt x="2752" y="5870"/>
                    <a:pt x="2898" y="5413"/>
                    <a:pt x="3050" y="4958"/>
                  </a:cubicBezTo>
                  <a:cubicBezTo>
                    <a:pt x="3076" y="4882"/>
                    <a:pt x="3028" y="4826"/>
                    <a:pt x="2965" y="4810"/>
                  </a:cubicBezTo>
                  <a:cubicBezTo>
                    <a:pt x="2949" y="4790"/>
                    <a:pt x="2928" y="4773"/>
                    <a:pt x="2903" y="4757"/>
                  </a:cubicBezTo>
                  <a:cubicBezTo>
                    <a:pt x="2557" y="4570"/>
                    <a:pt x="344" y="3520"/>
                    <a:pt x="710" y="3031"/>
                  </a:cubicBezTo>
                  <a:cubicBezTo>
                    <a:pt x="813" y="2890"/>
                    <a:pt x="1076" y="2857"/>
                    <a:pt x="1345" y="2857"/>
                  </a:cubicBezTo>
                  <a:cubicBezTo>
                    <a:pt x="1593" y="2857"/>
                    <a:pt x="1848" y="2885"/>
                    <a:pt x="1988" y="2885"/>
                  </a:cubicBezTo>
                  <a:cubicBezTo>
                    <a:pt x="1993" y="2885"/>
                    <a:pt x="1998" y="2885"/>
                    <a:pt x="2002" y="2885"/>
                  </a:cubicBezTo>
                  <a:cubicBezTo>
                    <a:pt x="2340" y="2880"/>
                    <a:pt x="2678" y="2878"/>
                    <a:pt x="3018" y="2852"/>
                  </a:cubicBezTo>
                  <a:cubicBezTo>
                    <a:pt x="3034" y="2875"/>
                    <a:pt x="3059" y="2889"/>
                    <a:pt x="3086" y="2889"/>
                  </a:cubicBezTo>
                  <a:cubicBezTo>
                    <a:pt x="3101" y="2889"/>
                    <a:pt x="3118" y="2884"/>
                    <a:pt x="3133" y="2874"/>
                  </a:cubicBezTo>
                  <a:cubicBezTo>
                    <a:pt x="3203" y="2854"/>
                    <a:pt x="3272" y="2836"/>
                    <a:pt x="3342" y="2820"/>
                  </a:cubicBezTo>
                  <a:cubicBezTo>
                    <a:pt x="3399" y="2811"/>
                    <a:pt x="3457" y="2806"/>
                    <a:pt x="3512" y="2797"/>
                  </a:cubicBezTo>
                  <a:lnTo>
                    <a:pt x="3509" y="2788"/>
                  </a:lnTo>
                  <a:cubicBezTo>
                    <a:pt x="3621" y="2746"/>
                    <a:pt x="3664" y="2601"/>
                    <a:pt x="3595" y="2524"/>
                  </a:cubicBezTo>
                  <a:cubicBezTo>
                    <a:pt x="3829" y="1899"/>
                    <a:pt x="4221" y="802"/>
                    <a:pt x="4794" y="649"/>
                  </a:cubicBezTo>
                  <a:cubicBezTo>
                    <a:pt x="4885" y="625"/>
                    <a:pt x="4951" y="612"/>
                    <a:pt x="5002" y="612"/>
                  </a:cubicBezTo>
                  <a:close/>
                  <a:moveTo>
                    <a:pt x="4825" y="1"/>
                  </a:moveTo>
                  <a:cubicBezTo>
                    <a:pt x="4820" y="1"/>
                    <a:pt x="4815" y="1"/>
                    <a:pt x="4810" y="1"/>
                  </a:cubicBezTo>
                  <a:cubicBezTo>
                    <a:pt x="4376" y="15"/>
                    <a:pt x="4159" y="546"/>
                    <a:pt x="3978" y="872"/>
                  </a:cubicBezTo>
                  <a:cubicBezTo>
                    <a:pt x="3696" y="1377"/>
                    <a:pt x="3470" y="1908"/>
                    <a:pt x="3281" y="2455"/>
                  </a:cubicBezTo>
                  <a:cubicBezTo>
                    <a:pt x="2890" y="2406"/>
                    <a:pt x="2477" y="2382"/>
                    <a:pt x="2068" y="2382"/>
                  </a:cubicBezTo>
                  <a:cubicBezTo>
                    <a:pt x="1748" y="2382"/>
                    <a:pt x="1430" y="2397"/>
                    <a:pt x="1129" y="2425"/>
                  </a:cubicBezTo>
                  <a:cubicBezTo>
                    <a:pt x="760" y="2460"/>
                    <a:pt x="289" y="2585"/>
                    <a:pt x="157" y="2979"/>
                  </a:cubicBezTo>
                  <a:cubicBezTo>
                    <a:pt x="0" y="3455"/>
                    <a:pt x="455" y="3774"/>
                    <a:pt x="785" y="4025"/>
                  </a:cubicBezTo>
                  <a:cubicBezTo>
                    <a:pt x="1360" y="4464"/>
                    <a:pt x="1988" y="4852"/>
                    <a:pt x="2662" y="5120"/>
                  </a:cubicBezTo>
                  <a:cubicBezTo>
                    <a:pt x="2334" y="5695"/>
                    <a:pt x="2145" y="6316"/>
                    <a:pt x="2056" y="6981"/>
                  </a:cubicBezTo>
                  <a:cubicBezTo>
                    <a:pt x="2004" y="7339"/>
                    <a:pt x="1847" y="7993"/>
                    <a:pt x="2203" y="8258"/>
                  </a:cubicBezTo>
                  <a:cubicBezTo>
                    <a:pt x="2296" y="8328"/>
                    <a:pt x="2395" y="8357"/>
                    <a:pt x="2495" y="8357"/>
                  </a:cubicBezTo>
                  <a:cubicBezTo>
                    <a:pt x="2829" y="8357"/>
                    <a:pt x="3181" y="8034"/>
                    <a:pt x="3410" y="7856"/>
                  </a:cubicBezTo>
                  <a:cubicBezTo>
                    <a:pt x="4013" y="7389"/>
                    <a:pt x="4591" y="6886"/>
                    <a:pt x="5124" y="6341"/>
                  </a:cubicBezTo>
                  <a:cubicBezTo>
                    <a:pt x="5978" y="7172"/>
                    <a:pt x="7028" y="7731"/>
                    <a:pt x="8185" y="8019"/>
                  </a:cubicBezTo>
                  <a:cubicBezTo>
                    <a:pt x="8204" y="8024"/>
                    <a:pt x="8222" y="8027"/>
                    <a:pt x="8241" y="8027"/>
                  </a:cubicBezTo>
                  <a:cubicBezTo>
                    <a:pt x="8360" y="8027"/>
                    <a:pt x="8477" y="7933"/>
                    <a:pt x="8472" y="7803"/>
                  </a:cubicBezTo>
                  <a:cubicBezTo>
                    <a:pt x="8428" y="6819"/>
                    <a:pt x="8267" y="5508"/>
                    <a:pt x="7633" y="4693"/>
                  </a:cubicBezTo>
                  <a:cubicBezTo>
                    <a:pt x="8239" y="4381"/>
                    <a:pt x="8806" y="3997"/>
                    <a:pt x="9305" y="3534"/>
                  </a:cubicBezTo>
                  <a:cubicBezTo>
                    <a:pt x="9585" y="3273"/>
                    <a:pt x="10148" y="2813"/>
                    <a:pt x="10051" y="2359"/>
                  </a:cubicBezTo>
                  <a:cubicBezTo>
                    <a:pt x="9976" y="2005"/>
                    <a:pt x="9624" y="1951"/>
                    <a:pt x="9300" y="1951"/>
                  </a:cubicBezTo>
                  <a:cubicBezTo>
                    <a:pt x="9174" y="1951"/>
                    <a:pt x="9052" y="1959"/>
                    <a:pt x="8952" y="1961"/>
                  </a:cubicBezTo>
                  <a:cubicBezTo>
                    <a:pt x="8153" y="1973"/>
                    <a:pt x="7303" y="1989"/>
                    <a:pt x="6523" y="2174"/>
                  </a:cubicBezTo>
                  <a:cubicBezTo>
                    <a:pt x="6424" y="1661"/>
                    <a:pt x="6102" y="1186"/>
                    <a:pt x="5793" y="777"/>
                  </a:cubicBezTo>
                  <a:cubicBezTo>
                    <a:pt x="5568" y="480"/>
                    <a:pt x="5245" y="1"/>
                    <a:pt x="4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 name="Google Shape;68;p2"/>
          <p:cNvGrpSpPr/>
          <p:nvPr/>
        </p:nvGrpSpPr>
        <p:grpSpPr>
          <a:xfrm>
            <a:off x="996673" y="327406"/>
            <a:ext cx="367444" cy="325950"/>
            <a:chOff x="3200749" y="4607951"/>
            <a:chExt cx="250388" cy="222113"/>
          </a:xfrm>
        </p:grpSpPr>
        <p:sp>
          <p:nvSpPr>
            <p:cNvPr id="69" name="Google Shape;69;p2"/>
            <p:cNvSpPr/>
            <p:nvPr/>
          </p:nvSpPr>
          <p:spPr>
            <a:xfrm>
              <a:off x="3212638" y="4655639"/>
              <a:ext cx="230435" cy="164429"/>
            </a:xfrm>
            <a:custGeom>
              <a:rect b="b" l="l" r="r" t="t"/>
              <a:pathLst>
                <a:path extrusionOk="0" h="8851" w="12404">
                  <a:moveTo>
                    <a:pt x="6842" y="0"/>
                  </a:moveTo>
                  <a:cubicBezTo>
                    <a:pt x="6707" y="0"/>
                    <a:pt x="6570" y="14"/>
                    <a:pt x="6433" y="43"/>
                  </a:cubicBezTo>
                  <a:cubicBezTo>
                    <a:pt x="5732" y="177"/>
                    <a:pt x="5165" y="644"/>
                    <a:pt x="4665" y="1111"/>
                  </a:cubicBezTo>
                  <a:cubicBezTo>
                    <a:pt x="4606" y="1169"/>
                    <a:pt x="4535" y="1196"/>
                    <a:pt x="4465" y="1196"/>
                  </a:cubicBezTo>
                  <a:cubicBezTo>
                    <a:pt x="4375" y="1196"/>
                    <a:pt x="4287" y="1152"/>
                    <a:pt x="4231" y="1078"/>
                  </a:cubicBezTo>
                  <a:cubicBezTo>
                    <a:pt x="3829" y="515"/>
                    <a:pt x="3328" y="285"/>
                    <a:pt x="2859" y="285"/>
                  </a:cubicBezTo>
                  <a:cubicBezTo>
                    <a:pt x="1772" y="285"/>
                    <a:pt x="863" y="1523"/>
                    <a:pt x="1796" y="2712"/>
                  </a:cubicBezTo>
                  <a:cubicBezTo>
                    <a:pt x="1863" y="2712"/>
                    <a:pt x="1929" y="2712"/>
                    <a:pt x="1963" y="2745"/>
                  </a:cubicBezTo>
                  <a:cubicBezTo>
                    <a:pt x="2163" y="2779"/>
                    <a:pt x="2163" y="3112"/>
                    <a:pt x="1963" y="3146"/>
                  </a:cubicBezTo>
                  <a:cubicBezTo>
                    <a:pt x="1062" y="3279"/>
                    <a:pt x="61" y="3713"/>
                    <a:pt x="28" y="4814"/>
                  </a:cubicBezTo>
                  <a:cubicBezTo>
                    <a:pt x="1" y="5765"/>
                    <a:pt x="726" y="6339"/>
                    <a:pt x="1537" y="6339"/>
                  </a:cubicBezTo>
                  <a:cubicBezTo>
                    <a:pt x="1722" y="6339"/>
                    <a:pt x="1911" y="6310"/>
                    <a:pt x="2096" y="6248"/>
                  </a:cubicBezTo>
                  <a:cubicBezTo>
                    <a:pt x="2123" y="6239"/>
                    <a:pt x="2150" y="6235"/>
                    <a:pt x="2177" y="6235"/>
                  </a:cubicBezTo>
                  <a:cubicBezTo>
                    <a:pt x="2346" y="6235"/>
                    <a:pt x="2487" y="6404"/>
                    <a:pt x="2430" y="6548"/>
                  </a:cubicBezTo>
                  <a:cubicBezTo>
                    <a:pt x="2152" y="7290"/>
                    <a:pt x="2246" y="8404"/>
                    <a:pt x="3164" y="8404"/>
                  </a:cubicBezTo>
                  <a:cubicBezTo>
                    <a:pt x="3236" y="8404"/>
                    <a:pt x="3314" y="8397"/>
                    <a:pt x="3397" y="8383"/>
                  </a:cubicBezTo>
                  <a:cubicBezTo>
                    <a:pt x="3931" y="8316"/>
                    <a:pt x="4264" y="7882"/>
                    <a:pt x="4498" y="7415"/>
                  </a:cubicBezTo>
                  <a:cubicBezTo>
                    <a:pt x="4498" y="7349"/>
                    <a:pt x="4498" y="7315"/>
                    <a:pt x="4498" y="7249"/>
                  </a:cubicBezTo>
                  <a:cubicBezTo>
                    <a:pt x="4498" y="7149"/>
                    <a:pt x="4598" y="7115"/>
                    <a:pt x="4665" y="7082"/>
                  </a:cubicBezTo>
                  <a:cubicBezTo>
                    <a:pt x="4684" y="7053"/>
                    <a:pt x="4713" y="7041"/>
                    <a:pt x="4745" y="7041"/>
                  </a:cubicBezTo>
                  <a:cubicBezTo>
                    <a:pt x="4826" y="7041"/>
                    <a:pt x="4922" y="7120"/>
                    <a:pt x="4898" y="7215"/>
                  </a:cubicBezTo>
                  <a:cubicBezTo>
                    <a:pt x="4898" y="7249"/>
                    <a:pt x="4865" y="7282"/>
                    <a:pt x="4865" y="7349"/>
                  </a:cubicBezTo>
                  <a:cubicBezTo>
                    <a:pt x="4995" y="8132"/>
                    <a:pt x="5636" y="8851"/>
                    <a:pt x="6476" y="8851"/>
                  </a:cubicBezTo>
                  <a:cubicBezTo>
                    <a:pt x="6495" y="8851"/>
                    <a:pt x="6514" y="8850"/>
                    <a:pt x="6533" y="8850"/>
                  </a:cubicBezTo>
                  <a:cubicBezTo>
                    <a:pt x="7533" y="8816"/>
                    <a:pt x="7967" y="7916"/>
                    <a:pt x="8100" y="7082"/>
                  </a:cubicBezTo>
                  <a:cubicBezTo>
                    <a:pt x="8120" y="6985"/>
                    <a:pt x="8219" y="6933"/>
                    <a:pt x="8317" y="6933"/>
                  </a:cubicBezTo>
                  <a:cubicBezTo>
                    <a:pt x="8388" y="6933"/>
                    <a:pt x="8459" y="6959"/>
                    <a:pt x="8501" y="7015"/>
                  </a:cubicBezTo>
                  <a:cubicBezTo>
                    <a:pt x="8534" y="7015"/>
                    <a:pt x="8601" y="7048"/>
                    <a:pt x="8601" y="7115"/>
                  </a:cubicBezTo>
                  <a:cubicBezTo>
                    <a:pt x="8745" y="7674"/>
                    <a:pt x="9182" y="7911"/>
                    <a:pt x="9658" y="7911"/>
                  </a:cubicBezTo>
                  <a:cubicBezTo>
                    <a:pt x="10063" y="7911"/>
                    <a:pt x="10496" y="7740"/>
                    <a:pt x="10802" y="7449"/>
                  </a:cubicBezTo>
                  <a:cubicBezTo>
                    <a:pt x="11103" y="7182"/>
                    <a:pt x="11336" y="6748"/>
                    <a:pt x="11303" y="6315"/>
                  </a:cubicBezTo>
                  <a:cubicBezTo>
                    <a:pt x="11269" y="5914"/>
                    <a:pt x="11036" y="5681"/>
                    <a:pt x="10769" y="5381"/>
                  </a:cubicBezTo>
                  <a:cubicBezTo>
                    <a:pt x="10736" y="5347"/>
                    <a:pt x="10736" y="5347"/>
                    <a:pt x="10702" y="5314"/>
                  </a:cubicBezTo>
                  <a:cubicBezTo>
                    <a:pt x="10536" y="5214"/>
                    <a:pt x="10469" y="4880"/>
                    <a:pt x="10736" y="4814"/>
                  </a:cubicBezTo>
                  <a:cubicBezTo>
                    <a:pt x="11937" y="4547"/>
                    <a:pt x="12404" y="3346"/>
                    <a:pt x="11636" y="2345"/>
                  </a:cubicBezTo>
                  <a:cubicBezTo>
                    <a:pt x="11238" y="1833"/>
                    <a:pt x="10699" y="1623"/>
                    <a:pt x="10137" y="1623"/>
                  </a:cubicBezTo>
                  <a:cubicBezTo>
                    <a:pt x="9710" y="1623"/>
                    <a:pt x="9270" y="1743"/>
                    <a:pt x="8868" y="1945"/>
                  </a:cubicBezTo>
                  <a:cubicBezTo>
                    <a:pt x="8823" y="1972"/>
                    <a:pt x="8774" y="1984"/>
                    <a:pt x="8726" y="1984"/>
                  </a:cubicBezTo>
                  <a:cubicBezTo>
                    <a:pt x="8595" y="1984"/>
                    <a:pt x="8476" y="1891"/>
                    <a:pt x="8501" y="1745"/>
                  </a:cubicBezTo>
                  <a:cubicBezTo>
                    <a:pt x="8618" y="694"/>
                    <a:pt x="7789" y="0"/>
                    <a:pt x="6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3336476" y="4617314"/>
              <a:ext cx="91717" cy="63312"/>
            </a:xfrm>
            <a:custGeom>
              <a:rect b="b" l="l" r="r" t="t"/>
              <a:pathLst>
                <a:path extrusionOk="0" h="3408" w="4937">
                  <a:moveTo>
                    <a:pt x="2449" y="1"/>
                  </a:moveTo>
                  <a:cubicBezTo>
                    <a:pt x="1460" y="1"/>
                    <a:pt x="404" y="590"/>
                    <a:pt x="0" y="1506"/>
                  </a:cubicBezTo>
                  <a:cubicBezTo>
                    <a:pt x="71" y="1498"/>
                    <a:pt x="144" y="1494"/>
                    <a:pt x="218" y="1494"/>
                  </a:cubicBezTo>
                  <a:cubicBezTo>
                    <a:pt x="458" y="1494"/>
                    <a:pt x="713" y="1538"/>
                    <a:pt x="967" y="1639"/>
                  </a:cubicBezTo>
                  <a:cubicBezTo>
                    <a:pt x="1801" y="1940"/>
                    <a:pt x="2302" y="2607"/>
                    <a:pt x="2335" y="3407"/>
                  </a:cubicBezTo>
                  <a:cubicBezTo>
                    <a:pt x="2710" y="3282"/>
                    <a:pt x="3105" y="3215"/>
                    <a:pt x="3487" y="3215"/>
                  </a:cubicBezTo>
                  <a:cubicBezTo>
                    <a:pt x="3819" y="3215"/>
                    <a:pt x="4142" y="3266"/>
                    <a:pt x="4437" y="3374"/>
                  </a:cubicBezTo>
                  <a:cubicBezTo>
                    <a:pt x="4937" y="2106"/>
                    <a:pt x="4603" y="572"/>
                    <a:pt x="3136" y="105"/>
                  </a:cubicBezTo>
                  <a:cubicBezTo>
                    <a:pt x="2917" y="34"/>
                    <a:pt x="2685" y="1"/>
                    <a:pt x="2449"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3200749" y="4607951"/>
              <a:ext cx="250388" cy="222113"/>
            </a:xfrm>
            <a:custGeom>
              <a:rect b="b" l="l" r="r" t="t"/>
              <a:pathLst>
                <a:path extrusionOk="0" h="11956" w="13478">
                  <a:moveTo>
                    <a:pt x="9780" y="517"/>
                  </a:moveTo>
                  <a:cubicBezTo>
                    <a:pt x="10007" y="517"/>
                    <a:pt x="10231" y="547"/>
                    <a:pt x="10442" y="609"/>
                  </a:cubicBezTo>
                  <a:cubicBezTo>
                    <a:pt x="11909" y="1076"/>
                    <a:pt x="12243" y="2610"/>
                    <a:pt x="11743" y="3878"/>
                  </a:cubicBezTo>
                  <a:cubicBezTo>
                    <a:pt x="11457" y="3773"/>
                    <a:pt x="11145" y="3722"/>
                    <a:pt x="10824" y="3722"/>
                  </a:cubicBezTo>
                  <a:cubicBezTo>
                    <a:pt x="10432" y="3722"/>
                    <a:pt x="10026" y="3798"/>
                    <a:pt x="9641" y="3945"/>
                  </a:cubicBezTo>
                  <a:cubicBezTo>
                    <a:pt x="9608" y="3111"/>
                    <a:pt x="9107" y="2444"/>
                    <a:pt x="8273" y="2143"/>
                  </a:cubicBezTo>
                  <a:cubicBezTo>
                    <a:pt x="7999" y="2061"/>
                    <a:pt x="7724" y="2001"/>
                    <a:pt x="7469" y="2001"/>
                  </a:cubicBezTo>
                  <a:cubicBezTo>
                    <a:pt x="7413" y="2001"/>
                    <a:pt x="7359" y="2004"/>
                    <a:pt x="7306" y="2010"/>
                  </a:cubicBezTo>
                  <a:cubicBezTo>
                    <a:pt x="7713" y="1087"/>
                    <a:pt x="8784" y="517"/>
                    <a:pt x="9780" y="517"/>
                  </a:cubicBezTo>
                  <a:close/>
                  <a:moveTo>
                    <a:pt x="7482" y="2567"/>
                  </a:moveTo>
                  <a:cubicBezTo>
                    <a:pt x="8429" y="2567"/>
                    <a:pt x="9258" y="3261"/>
                    <a:pt x="9141" y="4312"/>
                  </a:cubicBezTo>
                  <a:cubicBezTo>
                    <a:pt x="9116" y="4458"/>
                    <a:pt x="9235" y="4551"/>
                    <a:pt x="9366" y="4551"/>
                  </a:cubicBezTo>
                  <a:cubicBezTo>
                    <a:pt x="9414" y="4551"/>
                    <a:pt x="9463" y="4539"/>
                    <a:pt x="9508" y="4512"/>
                  </a:cubicBezTo>
                  <a:cubicBezTo>
                    <a:pt x="9910" y="4310"/>
                    <a:pt x="10350" y="4190"/>
                    <a:pt x="10777" y="4190"/>
                  </a:cubicBezTo>
                  <a:cubicBezTo>
                    <a:pt x="11339" y="4190"/>
                    <a:pt x="11878" y="4400"/>
                    <a:pt x="12276" y="4912"/>
                  </a:cubicBezTo>
                  <a:cubicBezTo>
                    <a:pt x="13044" y="5913"/>
                    <a:pt x="12577" y="7114"/>
                    <a:pt x="11376" y="7381"/>
                  </a:cubicBezTo>
                  <a:cubicBezTo>
                    <a:pt x="11109" y="7447"/>
                    <a:pt x="11176" y="7781"/>
                    <a:pt x="11342" y="7881"/>
                  </a:cubicBezTo>
                  <a:cubicBezTo>
                    <a:pt x="11376" y="7881"/>
                    <a:pt x="11376" y="7914"/>
                    <a:pt x="11409" y="7948"/>
                  </a:cubicBezTo>
                  <a:cubicBezTo>
                    <a:pt x="11676" y="8248"/>
                    <a:pt x="11909" y="8448"/>
                    <a:pt x="11943" y="8882"/>
                  </a:cubicBezTo>
                  <a:cubicBezTo>
                    <a:pt x="11976" y="9315"/>
                    <a:pt x="11743" y="9716"/>
                    <a:pt x="11442" y="10016"/>
                  </a:cubicBezTo>
                  <a:cubicBezTo>
                    <a:pt x="11139" y="10304"/>
                    <a:pt x="10711" y="10475"/>
                    <a:pt x="10309" y="10475"/>
                  </a:cubicBezTo>
                  <a:cubicBezTo>
                    <a:pt x="9829" y="10475"/>
                    <a:pt x="9386" y="10230"/>
                    <a:pt x="9241" y="9649"/>
                  </a:cubicBezTo>
                  <a:cubicBezTo>
                    <a:pt x="9241" y="9615"/>
                    <a:pt x="9174" y="9582"/>
                    <a:pt x="9141" y="9549"/>
                  </a:cubicBezTo>
                  <a:cubicBezTo>
                    <a:pt x="9099" y="9507"/>
                    <a:pt x="9029" y="9483"/>
                    <a:pt x="8959" y="9483"/>
                  </a:cubicBezTo>
                  <a:cubicBezTo>
                    <a:pt x="8860" y="9483"/>
                    <a:pt x="8760" y="9532"/>
                    <a:pt x="8740" y="9649"/>
                  </a:cubicBezTo>
                  <a:cubicBezTo>
                    <a:pt x="8607" y="10483"/>
                    <a:pt x="8173" y="11383"/>
                    <a:pt x="7173" y="11417"/>
                  </a:cubicBezTo>
                  <a:cubicBezTo>
                    <a:pt x="7137" y="11419"/>
                    <a:pt x="7102" y="11421"/>
                    <a:pt x="7068" y="11421"/>
                  </a:cubicBezTo>
                  <a:cubicBezTo>
                    <a:pt x="6252" y="11421"/>
                    <a:pt x="5633" y="10684"/>
                    <a:pt x="5505" y="9916"/>
                  </a:cubicBezTo>
                  <a:cubicBezTo>
                    <a:pt x="5505" y="9849"/>
                    <a:pt x="5538" y="9816"/>
                    <a:pt x="5538" y="9782"/>
                  </a:cubicBezTo>
                  <a:cubicBezTo>
                    <a:pt x="5562" y="9687"/>
                    <a:pt x="5466" y="9608"/>
                    <a:pt x="5385" y="9608"/>
                  </a:cubicBezTo>
                  <a:cubicBezTo>
                    <a:pt x="5353" y="9608"/>
                    <a:pt x="5324" y="9620"/>
                    <a:pt x="5305" y="9649"/>
                  </a:cubicBezTo>
                  <a:cubicBezTo>
                    <a:pt x="5238" y="9682"/>
                    <a:pt x="5138" y="9716"/>
                    <a:pt x="5138" y="9816"/>
                  </a:cubicBezTo>
                  <a:cubicBezTo>
                    <a:pt x="5138" y="9882"/>
                    <a:pt x="5138" y="9916"/>
                    <a:pt x="5138" y="9982"/>
                  </a:cubicBezTo>
                  <a:cubicBezTo>
                    <a:pt x="4904" y="10449"/>
                    <a:pt x="4571" y="10883"/>
                    <a:pt x="4037" y="10950"/>
                  </a:cubicBezTo>
                  <a:cubicBezTo>
                    <a:pt x="3954" y="10964"/>
                    <a:pt x="3876" y="10971"/>
                    <a:pt x="3804" y="10971"/>
                  </a:cubicBezTo>
                  <a:cubicBezTo>
                    <a:pt x="2890" y="10971"/>
                    <a:pt x="2822" y="9857"/>
                    <a:pt x="3070" y="9115"/>
                  </a:cubicBezTo>
                  <a:cubicBezTo>
                    <a:pt x="3127" y="8971"/>
                    <a:pt x="2986" y="8802"/>
                    <a:pt x="2817" y="8802"/>
                  </a:cubicBezTo>
                  <a:cubicBezTo>
                    <a:pt x="2790" y="8802"/>
                    <a:pt x="2763" y="8806"/>
                    <a:pt x="2736" y="8815"/>
                  </a:cubicBezTo>
                  <a:cubicBezTo>
                    <a:pt x="2551" y="8877"/>
                    <a:pt x="2362" y="8906"/>
                    <a:pt x="2177" y="8906"/>
                  </a:cubicBezTo>
                  <a:cubicBezTo>
                    <a:pt x="1366" y="8906"/>
                    <a:pt x="641" y="8332"/>
                    <a:pt x="668" y="7381"/>
                  </a:cubicBezTo>
                  <a:cubicBezTo>
                    <a:pt x="701" y="6280"/>
                    <a:pt x="1702" y="5846"/>
                    <a:pt x="2603" y="5713"/>
                  </a:cubicBezTo>
                  <a:cubicBezTo>
                    <a:pt x="2803" y="5679"/>
                    <a:pt x="2803" y="5346"/>
                    <a:pt x="2603" y="5312"/>
                  </a:cubicBezTo>
                  <a:cubicBezTo>
                    <a:pt x="2569" y="5279"/>
                    <a:pt x="2503" y="5279"/>
                    <a:pt x="2436" y="5279"/>
                  </a:cubicBezTo>
                  <a:cubicBezTo>
                    <a:pt x="1503" y="4090"/>
                    <a:pt x="2412" y="2852"/>
                    <a:pt x="3499" y="2852"/>
                  </a:cubicBezTo>
                  <a:cubicBezTo>
                    <a:pt x="3968" y="2852"/>
                    <a:pt x="4469" y="3082"/>
                    <a:pt x="4871" y="3645"/>
                  </a:cubicBezTo>
                  <a:cubicBezTo>
                    <a:pt x="4946" y="3719"/>
                    <a:pt x="5031" y="3763"/>
                    <a:pt x="5116" y="3763"/>
                  </a:cubicBezTo>
                  <a:cubicBezTo>
                    <a:pt x="5181" y="3763"/>
                    <a:pt x="5246" y="3736"/>
                    <a:pt x="5305" y="3678"/>
                  </a:cubicBezTo>
                  <a:cubicBezTo>
                    <a:pt x="5805" y="3211"/>
                    <a:pt x="6372" y="2744"/>
                    <a:pt x="7073" y="2610"/>
                  </a:cubicBezTo>
                  <a:cubicBezTo>
                    <a:pt x="7210" y="2581"/>
                    <a:pt x="7347" y="2567"/>
                    <a:pt x="7482" y="2567"/>
                  </a:cubicBezTo>
                  <a:close/>
                  <a:moveTo>
                    <a:pt x="9790" y="1"/>
                  </a:moveTo>
                  <a:cubicBezTo>
                    <a:pt x="8522" y="1"/>
                    <a:pt x="7191" y="807"/>
                    <a:pt x="6906" y="2077"/>
                  </a:cubicBezTo>
                  <a:cubicBezTo>
                    <a:pt x="6239" y="2244"/>
                    <a:pt x="5672" y="2644"/>
                    <a:pt x="5138" y="3077"/>
                  </a:cubicBezTo>
                  <a:cubicBezTo>
                    <a:pt x="4674" y="2573"/>
                    <a:pt x="4038" y="2239"/>
                    <a:pt x="3387" y="2239"/>
                  </a:cubicBezTo>
                  <a:cubicBezTo>
                    <a:pt x="2962" y="2239"/>
                    <a:pt x="2531" y="2381"/>
                    <a:pt x="2136" y="2711"/>
                  </a:cubicBezTo>
                  <a:cubicBezTo>
                    <a:pt x="1302" y="3411"/>
                    <a:pt x="1302" y="4545"/>
                    <a:pt x="1936" y="5312"/>
                  </a:cubicBezTo>
                  <a:cubicBezTo>
                    <a:pt x="868" y="5513"/>
                    <a:pt x="1" y="6513"/>
                    <a:pt x="168" y="7681"/>
                  </a:cubicBezTo>
                  <a:cubicBezTo>
                    <a:pt x="290" y="8780"/>
                    <a:pt x="1195" y="9432"/>
                    <a:pt x="2166" y="9432"/>
                  </a:cubicBezTo>
                  <a:cubicBezTo>
                    <a:pt x="2256" y="9432"/>
                    <a:pt x="2346" y="9427"/>
                    <a:pt x="2436" y="9415"/>
                  </a:cubicBezTo>
                  <a:lnTo>
                    <a:pt x="2436" y="9415"/>
                  </a:lnTo>
                  <a:cubicBezTo>
                    <a:pt x="2269" y="10283"/>
                    <a:pt x="2336" y="11283"/>
                    <a:pt x="3370" y="11517"/>
                  </a:cubicBezTo>
                  <a:cubicBezTo>
                    <a:pt x="3495" y="11546"/>
                    <a:pt x="3615" y="11559"/>
                    <a:pt x="3729" y="11559"/>
                  </a:cubicBezTo>
                  <a:cubicBezTo>
                    <a:pt x="4406" y="11559"/>
                    <a:pt x="4895" y="11082"/>
                    <a:pt x="5238" y="10483"/>
                  </a:cubicBezTo>
                  <a:cubicBezTo>
                    <a:pt x="5460" y="11340"/>
                    <a:pt x="6256" y="11955"/>
                    <a:pt x="7167" y="11955"/>
                  </a:cubicBezTo>
                  <a:cubicBezTo>
                    <a:pt x="7213" y="11955"/>
                    <a:pt x="7259" y="11954"/>
                    <a:pt x="7306" y="11950"/>
                  </a:cubicBezTo>
                  <a:cubicBezTo>
                    <a:pt x="8140" y="11917"/>
                    <a:pt x="8974" y="11217"/>
                    <a:pt x="9174" y="10383"/>
                  </a:cubicBezTo>
                  <a:cubicBezTo>
                    <a:pt x="9440" y="10773"/>
                    <a:pt x="9905" y="10956"/>
                    <a:pt x="10397" y="10956"/>
                  </a:cubicBezTo>
                  <a:cubicBezTo>
                    <a:pt x="10830" y="10956"/>
                    <a:pt x="11284" y="10815"/>
                    <a:pt x="11643" y="10549"/>
                  </a:cubicBezTo>
                  <a:cubicBezTo>
                    <a:pt x="12410" y="9949"/>
                    <a:pt x="12877" y="8381"/>
                    <a:pt x="11976" y="7747"/>
                  </a:cubicBezTo>
                  <a:cubicBezTo>
                    <a:pt x="12977" y="7280"/>
                    <a:pt x="13477" y="6113"/>
                    <a:pt x="12977" y="5046"/>
                  </a:cubicBezTo>
                  <a:cubicBezTo>
                    <a:pt x="12777" y="4645"/>
                    <a:pt x="12510" y="4345"/>
                    <a:pt x="12210" y="4112"/>
                  </a:cubicBezTo>
                  <a:cubicBezTo>
                    <a:pt x="13010" y="2711"/>
                    <a:pt x="12343" y="809"/>
                    <a:pt x="10842" y="209"/>
                  </a:cubicBezTo>
                  <a:cubicBezTo>
                    <a:pt x="10514" y="67"/>
                    <a:pt x="10155" y="1"/>
                    <a:pt x="9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2" name="Shape 72"/>
        <p:cNvGrpSpPr/>
        <p:nvPr/>
      </p:nvGrpSpPr>
      <p:grpSpPr>
        <a:xfrm>
          <a:off x="0" y="0"/>
          <a:ext cx="0" cy="0"/>
          <a:chOff x="0" y="0"/>
          <a:chExt cx="0" cy="0"/>
        </a:xfrm>
      </p:grpSpPr>
      <p:sp>
        <p:nvSpPr>
          <p:cNvPr id="73" name="Google Shape;73;p3"/>
          <p:cNvSpPr/>
          <p:nvPr/>
        </p:nvSpPr>
        <p:spPr>
          <a:xfrm>
            <a:off x="6547784" y="-278499"/>
            <a:ext cx="2631130" cy="1290026"/>
          </a:xfrm>
          <a:custGeom>
            <a:rect b="b" l="l" r="r" t="t"/>
            <a:pathLst>
              <a:path extrusionOk="0" h="8220" w="16766">
                <a:moveTo>
                  <a:pt x="16619" y="0"/>
                </a:moveTo>
                <a:lnTo>
                  <a:pt x="1" y="306"/>
                </a:lnTo>
                <a:cubicBezTo>
                  <a:pt x="61" y="421"/>
                  <a:pt x="130" y="530"/>
                  <a:pt x="209" y="629"/>
                </a:cubicBezTo>
                <a:cubicBezTo>
                  <a:pt x="561" y="1077"/>
                  <a:pt x="1090" y="1341"/>
                  <a:pt x="1620" y="1341"/>
                </a:cubicBezTo>
                <a:cubicBezTo>
                  <a:pt x="1653" y="1341"/>
                  <a:pt x="1687" y="1340"/>
                  <a:pt x="1720" y="1338"/>
                </a:cubicBezTo>
                <a:cubicBezTo>
                  <a:pt x="2137" y="1311"/>
                  <a:pt x="2547" y="1128"/>
                  <a:pt x="2959" y="1128"/>
                </a:cubicBezTo>
                <a:cubicBezTo>
                  <a:pt x="3033" y="1128"/>
                  <a:pt x="3106" y="1133"/>
                  <a:pt x="3180" y="1147"/>
                </a:cubicBezTo>
                <a:cubicBezTo>
                  <a:pt x="3277" y="1165"/>
                  <a:pt x="3367" y="1194"/>
                  <a:pt x="3455" y="1233"/>
                </a:cubicBezTo>
                <a:cubicBezTo>
                  <a:pt x="3474" y="1242"/>
                  <a:pt x="3493" y="1250"/>
                  <a:pt x="3511" y="1261"/>
                </a:cubicBezTo>
                <a:lnTo>
                  <a:pt x="3512" y="1261"/>
                </a:lnTo>
                <a:cubicBezTo>
                  <a:pt x="4178" y="1599"/>
                  <a:pt x="4587" y="2502"/>
                  <a:pt x="5216" y="2997"/>
                </a:cubicBezTo>
                <a:cubicBezTo>
                  <a:pt x="5642" y="3331"/>
                  <a:pt x="6137" y="3458"/>
                  <a:pt x="6653" y="3458"/>
                </a:cubicBezTo>
                <a:cubicBezTo>
                  <a:pt x="7281" y="3458"/>
                  <a:pt x="7939" y="3268"/>
                  <a:pt x="8534" y="3032"/>
                </a:cubicBezTo>
                <a:cubicBezTo>
                  <a:pt x="9061" y="2823"/>
                  <a:pt x="9606" y="2582"/>
                  <a:pt x="10155" y="2582"/>
                </a:cubicBezTo>
                <a:cubicBezTo>
                  <a:pt x="10271" y="2582"/>
                  <a:pt x="10386" y="2593"/>
                  <a:pt x="10502" y="2617"/>
                </a:cubicBezTo>
                <a:cubicBezTo>
                  <a:pt x="11491" y="2819"/>
                  <a:pt x="12129" y="3901"/>
                  <a:pt x="12548" y="4929"/>
                </a:cubicBezTo>
                <a:cubicBezTo>
                  <a:pt x="12966" y="5958"/>
                  <a:pt x="13334" y="7102"/>
                  <a:pt x="14165" y="7742"/>
                </a:cubicBezTo>
                <a:cubicBezTo>
                  <a:pt x="14587" y="8068"/>
                  <a:pt x="15094" y="8220"/>
                  <a:pt x="15606" y="8220"/>
                </a:cubicBezTo>
                <a:cubicBezTo>
                  <a:pt x="16002" y="8220"/>
                  <a:pt x="16401" y="8129"/>
                  <a:pt x="16766" y="7956"/>
                </a:cubicBezTo>
                <a:lnTo>
                  <a:pt x="16619"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3"/>
          <p:cNvSpPr/>
          <p:nvPr/>
        </p:nvSpPr>
        <p:spPr>
          <a:xfrm>
            <a:off x="7408253" y="1455793"/>
            <a:ext cx="2249157" cy="4099051"/>
          </a:xfrm>
          <a:custGeom>
            <a:rect b="b" l="l" r="r" t="t"/>
            <a:pathLst>
              <a:path extrusionOk="0" h="26119" w="14332">
                <a:moveTo>
                  <a:pt x="12104" y="0"/>
                </a:moveTo>
                <a:cubicBezTo>
                  <a:pt x="11836" y="0"/>
                  <a:pt x="11579" y="100"/>
                  <a:pt x="11338" y="207"/>
                </a:cubicBezTo>
                <a:cubicBezTo>
                  <a:pt x="11049" y="335"/>
                  <a:pt x="10764" y="475"/>
                  <a:pt x="10478" y="610"/>
                </a:cubicBezTo>
                <a:cubicBezTo>
                  <a:pt x="9890" y="885"/>
                  <a:pt x="9294" y="1149"/>
                  <a:pt x="8713" y="1440"/>
                </a:cubicBezTo>
                <a:cubicBezTo>
                  <a:pt x="8495" y="1549"/>
                  <a:pt x="8298" y="1691"/>
                  <a:pt x="8201" y="1922"/>
                </a:cubicBezTo>
                <a:cubicBezTo>
                  <a:pt x="8095" y="2174"/>
                  <a:pt x="8110" y="2467"/>
                  <a:pt x="8106" y="2735"/>
                </a:cubicBezTo>
                <a:cubicBezTo>
                  <a:pt x="8097" y="3377"/>
                  <a:pt x="8121" y="4019"/>
                  <a:pt x="8176" y="4658"/>
                </a:cubicBezTo>
                <a:cubicBezTo>
                  <a:pt x="8228" y="5277"/>
                  <a:pt x="8331" y="5899"/>
                  <a:pt x="8283" y="6521"/>
                </a:cubicBezTo>
                <a:cubicBezTo>
                  <a:pt x="8242" y="7056"/>
                  <a:pt x="8055" y="7556"/>
                  <a:pt x="7761" y="8004"/>
                </a:cubicBezTo>
                <a:cubicBezTo>
                  <a:pt x="7173" y="8897"/>
                  <a:pt x="6276" y="9476"/>
                  <a:pt x="5434" y="10099"/>
                </a:cubicBezTo>
                <a:cubicBezTo>
                  <a:pt x="5008" y="10415"/>
                  <a:pt x="4600" y="10769"/>
                  <a:pt x="4338" y="11238"/>
                </a:cubicBezTo>
                <a:cubicBezTo>
                  <a:pt x="4078" y="11703"/>
                  <a:pt x="3973" y="12231"/>
                  <a:pt x="3932" y="12758"/>
                </a:cubicBezTo>
                <a:cubicBezTo>
                  <a:pt x="3854" y="13776"/>
                  <a:pt x="4023" y="14819"/>
                  <a:pt x="3717" y="15812"/>
                </a:cubicBezTo>
                <a:cubicBezTo>
                  <a:pt x="3574" y="16273"/>
                  <a:pt x="3319" y="16702"/>
                  <a:pt x="2917" y="16981"/>
                </a:cubicBezTo>
                <a:cubicBezTo>
                  <a:pt x="2489" y="17279"/>
                  <a:pt x="1977" y="17419"/>
                  <a:pt x="1536" y="17694"/>
                </a:cubicBezTo>
                <a:cubicBezTo>
                  <a:pt x="639" y="18252"/>
                  <a:pt x="327" y="19323"/>
                  <a:pt x="152" y="20304"/>
                </a:cubicBezTo>
                <a:cubicBezTo>
                  <a:pt x="48" y="20891"/>
                  <a:pt x="1" y="21500"/>
                  <a:pt x="140" y="22087"/>
                </a:cubicBezTo>
                <a:cubicBezTo>
                  <a:pt x="259" y="22589"/>
                  <a:pt x="523" y="23040"/>
                  <a:pt x="855" y="23429"/>
                </a:cubicBezTo>
                <a:cubicBezTo>
                  <a:pt x="1544" y="24236"/>
                  <a:pt x="3187" y="24329"/>
                  <a:pt x="3333" y="25366"/>
                </a:cubicBezTo>
                <a:cubicBezTo>
                  <a:pt x="3413" y="25937"/>
                  <a:pt x="4213" y="26116"/>
                  <a:pt x="4450" y="26116"/>
                </a:cubicBezTo>
                <a:cubicBezTo>
                  <a:pt x="4499" y="26116"/>
                  <a:pt x="4524" y="26108"/>
                  <a:pt x="4512" y="26094"/>
                </a:cubicBezTo>
                <a:lnTo>
                  <a:pt x="4512" y="26094"/>
                </a:lnTo>
                <a:cubicBezTo>
                  <a:pt x="5752" y="26098"/>
                  <a:pt x="6992" y="26103"/>
                  <a:pt x="8231" y="26108"/>
                </a:cubicBezTo>
                <a:cubicBezTo>
                  <a:pt x="8884" y="26110"/>
                  <a:pt x="9536" y="26113"/>
                  <a:pt x="10188" y="26115"/>
                </a:cubicBezTo>
                <a:cubicBezTo>
                  <a:pt x="10509" y="26116"/>
                  <a:pt x="10831" y="26117"/>
                  <a:pt x="11153" y="26118"/>
                </a:cubicBezTo>
                <a:cubicBezTo>
                  <a:pt x="11181" y="26118"/>
                  <a:pt x="11210" y="26118"/>
                  <a:pt x="11238" y="26118"/>
                </a:cubicBezTo>
                <a:cubicBezTo>
                  <a:pt x="11502" y="26118"/>
                  <a:pt x="11768" y="26112"/>
                  <a:pt x="12030" y="26066"/>
                </a:cubicBezTo>
                <a:cubicBezTo>
                  <a:pt x="12510" y="25980"/>
                  <a:pt x="12981" y="25708"/>
                  <a:pt x="13161" y="25232"/>
                </a:cubicBezTo>
                <a:cubicBezTo>
                  <a:pt x="13200" y="25130"/>
                  <a:pt x="13224" y="25017"/>
                  <a:pt x="13222" y="24907"/>
                </a:cubicBezTo>
                <a:cubicBezTo>
                  <a:pt x="13220" y="24778"/>
                  <a:pt x="13107" y="24687"/>
                  <a:pt x="13042" y="24582"/>
                </a:cubicBezTo>
                <a:cubicBezTo>
                  <a:pt x="12914" y="24378"/>
                  <a:pt x="12829" y="24154"/>
                  <a:pt x="12777" y="23918"/>
                </a:cubicBezTo>
                <a:cubicBezTo>
                  <a:pt x="12667" y="23424"/>
                  <a:pt x="12700" y="22903"/>
                  <a:pt x="12760" y="22402"/>
                </a:cubicBezTo>
                <a:cubicBezTo>
                  <a:pt x="12825" y="21856"/>
                  <a:pt x="12928" y="21313"/>
                  <a:pt x="12991" y="20766"/>
                </a:cubicBezTo>
                <a:cubicBezTo>
                  <a:pt x="13138" y="19498"/>
                  <a:pt x="13165" y="18220"/>
                  <a:pt x="13259" y="16947"/>
                </a:cubicBezTo>
                <a:cubicBezTo>
                  <a:pt x="13306" y="16306"/>
                  <a:pt x="13371" y="15667"/>
                  <a:pt x="13476" y="15033"/>
                </a:cubicBezTo>
                <a:cubicBezTo>
                  <a:pt x="13580" y="14418"/>
                  <a:pt x="13717" y="13809"/>
                  <a:pt x="13850" y="13199"/>
                </a:cubicBezTo>
                <a:cubicBezTo>
                  <a:pt x="14117" y="11977"/>
                  <a:pt x="14332" y="10761"/>
                  <a:pt x="14312" y="9506"/>
                </a:cubicBezTo>
                <a:cubicBezTo>
                  <a:pt x="14292" y="8213"/>
                  <a:pt x="14104" y="6931"/>
                  <a:pt x="14032" y="5641"/>
                </a:cubicBezTo>
                <a:cubicBezTo>
                  <a:pt x="13973" y="4552"/>
                  <a:pt x="14026" y="3448"/>
                  <a:pt x="13821" y="2371"/>
                </a:cubicBezTo>
                <a:cubicBezTo>
                  <a:pt x="13723" y="1854"/>
                  <a:pt x="13559" y="1346"/>
                  <a:pt x="13296" y="889"/>
                </a:cubicBezTo>
                <a:cubicBezTo>
                  <a:pt x="13046" y="456"/>
                  <a:pt x="12681" y="18"/>
                  <a:pt x="12141" y="1"/>
                </a:cubicBezTo>
                <a:cubicBezTo>
                  <a:pt x="12128" y="1"/>
                  <a:pt x="12116" y="0"/>
                  <a:pt x="12104"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a:off x="-209325" y="4063744"/>
            <a:ext cx="2549055" cy="1959992"/>
          </a:xfrm>
          <a:custGeom>
            <a:rect b="b" l="l" r="r" t="t"/>
            <a:pathLst>
              <a:path extrusionOk="0" h="12489" w="16243">
                <a:moveTo>
                  <a:pt x="3844" y="0"/>
                </a:moveTo>
                <a:cubicBezTo>
                  <a:pt x="3285" y="0"/>
                  <a:pt x="2723" y="148"/>
                  <a:pt x="2228" y="400"/>
                </a:cubicBezTo>
                <a:cubicBezTo>
                  <a:pt x="1280" y="883"/>
                  <a:pt x="590" y="1767"/>
                  <a:pt x="156" y="2720"/>
                </a:cubicBezTo>
                <a:cubicBezTo>
                  <a:pt x="49" y="2956"/>
                  <a:pt x="1" y="3596"/>
                  <a:pt x="54" y="3596"/>
                </a:cubicBezTo>
                <a:cubicBezTo>
                  <a:pt x="57" y="3596"/>
                  <a:pt x="61" y="3593"/>
                  <a:pt x="66" y="3588"/>
                </a:cubicBezTo>
                <a:cubicBezTo>
                  <a:pt x="269" y="4868"/>
                  <a:pt x="1355" y="5759"/>
                  <a:pt x="2294" y="6557"/>
                </a:cubicBezTo>
                <a:cubicBezTo>
                  <a:pt x="3560" y="7632"/>
                  <a:pt x="4723" y="8824"/>
                  <a:pt x="5756" y="10126"/>
                </a:cubicBezTo>
                <a:cubicBezTo>
                  <a:pt x="6340" y="10862"/>
                  <a:pt x="6881" y="11633"/>
                  <a:pt x="7379" y="12430"/>
                </a:cubicBezTo>
                <a:cubicBezTo>
                  <a:pt x="7403" y="12468"/>
                  <a:pt x="7442" y="12488"/>
                  <a:pt x="7481" y="12488"/>
                </a:cubicBezTo>
                <a:cubicBezTo>
                  <a:pt x="7510" y="12488"/>
                  <a:pt x="7539" y="12478"/>
                  <a:pt x="7563" y="12456"/>
                </a:cubicBezTo>
                <a:cubicBezTo>
                  <a:pt x="9372" y="10767"/>
                  <a:pt x="11182" y="9079"/>
                  <a:pt x="12991" y="7391"/>
                </a:cubicBezTo>
                <a:cubicBezTo>
                  <a:pt x="13444" y="6969"/>
                  <a:pt x="13897" y="6547"/>
                  <a:pt x="14348" y="6125"/>
                </a:cubicBezTo>
                <a:cubicBezTo>
                  <a:pt x="14774" y="5728"/>
                  <a:pt x="15224" y="5346"/>
                  <a:pt x="15621" y="4920"/>
                </a:cubicBezTo>
                <a:cubicBezTo>
                  <a:pt x="15956" y="4561"/>
                  <a:pt x="16230" y="4130"/>
                  <a:pt x="16237" y="3625"/>
                </a:cubicBezTo>
                <a:cubicBezTo>
                  <a:pt x="16243" y="3173"/>
                  <a:pt x="16055" y="2737"/>
                  <a:pt x="15772" y="2393"/>
                </a:cubicBezTo>
                <a:cubicBezTo>
                  <a:pt x="15118" y="1597"/>
                  <a:pt x="13969" y="1326"/>
                  <a:pt x="12990" y="1230"/>
                </a:cubicBezTo>
                <a:cubicBezTo>
                  <a:pt x="12782" y="1209"/>
                  <a:pt x="12575" y="1199"/>
                  <a:pt x="12369" y="1199"/>
                </a:cubicBezTo>
                <a:cubicBezTo>
                  <a:pt x="11579" y="1199"/>
                  <a:pt x="10805" y="1344"/>
                  <a:pt x="10046" y="1589"/>
                </a:cubicBezTo>
                <a:cubicBezTo>
                  <a:pt x="9458" y="1779"/>
                  <a:pt x="8842" y="1996"/>
                  <a:pt x="8230" y="1996"/>
                </a:cubicBezTo>
                <a:cubicBezTo>
                  <a:pt x="7924" y="1996"/>
                  <a:pt x="7618" y="1942"/>
                  <a:pt x="7317" y="1801"/>
                </a:cubicBezTo>
                <a:cubicBezTo>
                  <a:pt x="6411" y="1378"/>
                  <a:pt x="5786" y="517"/>
                  <a:pt x="4835" y="170"/>
                </a:cubicBezTo>
                <a:cubicBezTo>
                  <a:pt x="4516" y="54"/>
                  <a:pt x="4181" y="0"/>
                  <a:pt x="3844"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a:off x="-198340" y="-278499"/>
            <a:ext cx="1951456" cy="3795063"/>
          </a:xfrm>
          <a:custGeom>
            <a:rect b="b" l="l" r="r" t="t"/>
            <a:pathLst>
              <a:path extrusionOk="0" h="24182" w="12435">
                <a:moveTo>
                  <a:pt x="7995" y="0"/>
                </a:moveTo>
                <a:cubicBezTo>
                  <a:pt x="6753" y="0"/>
                  <a:pt x="5507" y="123"/>
                  <a:pt x="4282" y="305"/>
                </a:cubicBezTo>
                <a:cubicBezTo>
                  <a:pt x="3647" y="400"/>
                  <a:pt x="3014" y="509"/>
                  <a:pt x="2384" y="629"/>
                </a:cubicBezTo>
                <a:cubicBezTo>
                  <a:pt x="1767" y="745"/>
                  <a:pt x="1135" y="843"/>
                  <a:pt x="528" y="997"/>
                </a:cubicBezTo>
                <a:cubicBezTo>
                  <a:pt x="284" y="1059"/>
                  <a:pt x="86" y="1199"/>
                  <a:pt x="44" y="1438"/>
                </a:cubicBezTo>
                <a:cubicBezTo>
                  <a:pt x="1" y="1675"/>
                  <a:pt x="98" y="1906"/>
                  <a:pt x="177" y="2128"/>
                </a:cubicBezTo>
                <a:cubicBezTo>
                  <a:pt x="371" y="2674"/>
                  <a:pt x="529" y="3231"/>
                  <a:pt x="657" y="3795"/>
                </a:cubicBezTo>
                <a:cubicBezTo>
                  <a:pt x="1173" y="6076"/>
                  <a:pt x="1176" y="8421"/>
                  <a:pt x="1157" y="10740"/>
                </a:cubicBezTo>
                <a:cubicBezTo>
                  <a:pt x="1137" y="13166"/>
                  <a:pt x="1119" y="15594"/>
                  <a:pt x="956" y="18015"/>
                </a:cubicBezTo>
                <a:cubicBezTo>
                  <a:pt x="873" y="19227"/>
                  <a:pt x="754" y="20438"/>
                  <a:pt x="578" y="21641"/>
                </a:cubicBezTo>
                <a:cubicBezTo>
                  <a:pt x="533" y="21947"/>
                  <a:pt x="484" y="22253"/>
                  <a:pt x="431" y="22559"/>
                </a:cubicBezTo>
                <a:cubicBezTo>
                  <a:pt x="386" y="22822"/>
                  <a:pt x="322" y="23092"/>
                  <a:pt x="343" y="23359"/>
                </a:cubicBezTo>
                <a:cubicBezTo>
                  <a:pt x="374" y="23781"/>
                  <a:pt x="660" y="24173"/>
                  <a:pt x="1161" y="24181"/>
                </a:cubicBezTo>
                <a:cubicBezTo>
                  <a:pt x="1165" y="24181"/>
                  <a:pt x="1169" y="24181"/>
                  <a:pt x="1173" y="24181"/>
                </a:cubicBezTo>
                <a:cubicBezTo>
                  <a:pt x="1371" y="24181"/>
                  <a:pt x="1540" y="24099"/>
                  <a:pt x="1654" y="23951"/>
                </a:cubicBezTo>
                <a:cubicBezTo>
                  <a:pt x="1675" y="23925"/>
                  <a:pt x="1683" y="23898"/>
                  <a:pt x="1682" y="23874"/>
                </a:cubicBezTo>
                <a:lnTo>
                  <a:pt x="1682" y="23874"/>
                </a:lnTo>
                <a:cubicBezTo>
                  <a:pt x="1847" y="23898"/>
                  <a:pt x="2014" y="23909"/>
                  <a:pt x="2180" y="23909"/>
                </a:cubicBezTo>
                <a:cubicBezTo>
                  <a:pt x="2943" y="23909"/>
                  <a:pt x="3699" y="23667"/>
                  <a:pt x="4311" y="23242"/>
                </a:cubicBezTo>
                <a:cubicBezTo>
                  <a:pt x="4708" y="22966"/>
                  <a:pt x="5045" y="22616"/>
                  <a:pt x="5275" y="22211"/>
                </a:cubicBezTo>
                <a:cubicBezTo>
                  <a:pt x="5529" y="21761"/>
                  <a:pt x="5637" y="21258"/>
                  <a:pt x="5672" y="20756"/>
                </a:cubicBezTo>
                <a:cubicBezTo>
                  <a:pt x="5745" y="19694"/>
                  <a:pt x="5474" y="18600"/>
                  <a:pt x="5753" y="17552"/>
                </a:cubicBezTo>
                <a:cubicBezTo>
                  <a:pt x="5970" y="16734"/>
                  <a:pt x="6573" y="16141"/>
                  <a:pt x="7340" y="15710"/>
                </a:cubicBezTo>
                <a:cubicBezTo>
                  <a:pt x="8075" y="15296"/>
                  <a:pt x="8888" y="15018"/>
                  <a:pt x="9665" y="14682"/>
                </a:cubicBezTo>
                <a:cubicBezTo>
                  <a:pt x="10395" y="14367"/>
                  <a:pt x="11138" y="13992"/>
                  <a:pt x="11650" y="13407"/>
                </a:cubicBezTo>
                <a:cubicBezTo>
                  <a:pt x="12358" y="12597"/>
                  <a:pt x="12435" y="11553"/>
                  <a:pt x="12147" y="10578"/>
                </a:cubicBezTo>
                <a:cubicBezTo>
                  <a:pt x="11808" y="9430"/>
                  <a:pt x="11016" y="8461"/>
                  <a:pt x="10472" y="7396"/>
                </a:cubicBezTo>
                <a:cubicBezTo>
                  <a:pt x="9923" y="6314"/>
                  <a:pt x="9632" y="5096"/>
                  <a:pt x="9791" y="3904"/>
                </a:cubicBezTo>
                <a:cubicBezTo>
                  <a:pt x="9926" y="2896"/>
                  <a:pt x="10412" y="1909"/>
                  <a:pt x="11209" y="1194"/>
                </a:cubicBezTo>
                <a:cubicBezTo>
                  <a:pt x="11406" y="1016"/>
                  <a:pt x="11621" y="858"/>
                  <a:pt x="11854" y="718"/>
                </a:cubicBezTo>
                <a:cubicBezTo>
                  <a:pt x="11960" y="654"/>
                  <a:pt x="11944" y="503"/>
                  <a:pt x="11818" y="468"/>
                </a:cubicBezTo>
                <a:cubicBezTo>
                  <a:pt x="10568" y="132"/>
                  <a:pt x="9284" y="0"/>
                  <a:pt x="799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txBox="1"/>
          <p:nvPr>
            <p:ph type="title"/>
          </p:nvPr>
        </p:nvSpPr>
        <p:spPr>
          <a:xfrm>
            <a:off x="2886750" y="1000350"/>
            <a:ext cx="3370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8" name="Google Shape;78;p3"/>
          <p:cNvSpPr txBox="1"/>
          <p:nvPr>
            <p:ph idx="1" type="subTitle"/>
          </p:nvPr>
        </p:nvSpPr>
        <p:spPr>
          <a:xfrm>
            <a:off x="3923225" y="3369800"/>
            <a:ext cx="12978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100"/>
              <a:buFont typeface="Gloria Hallelujah"/>
              <a:buNone/>
              <a:defRPr sz="20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2pPr>
            <a:lvl3pPr lvl="2"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3pPr>
            <a:lvl4pPr lvl="3"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4pPr>
            <a:lvl5pPr lvl="4"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5pPr>
            <a:lvl6pPr lvl="5"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6pPr>
            <a:lvl7pPr lvl="6"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7pPr>
            <a:lvl8pPr lvl="7"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8pPr>
            <a:lvl9pPr lvl="8"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9pPr>
          </a:lstStyle>
          <a:p/>
        </p:txBody>
      </p:sp>
      <p:sp>
        <p:nvSpPr>
          <p:cNvPr id="79" name="Google Shape;79;p3"/>
          <p:cNvSpPr txBox="1"/>
          <p:nvPr>
            <p:ph idx="2" type="subTitle"/>
          </p:nvPr>
        </p:nvSpPr>
        <p:spPr>
          <a:xfrm>
            <a:off x="3041475" y="2310025"/>
            <a:ext cx="30612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100"/>
              <a:buFont typeface="Raleway SemiBold"/>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2pPr>
            <a:lvl3pPr lvl="2"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3pPr>
            <a:lvl4pPr lvl="3"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4pPr>
            <a:lvl5pPr lvl="4"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5pPr>
            <a:lvl6pPr lvl="5"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6pPr>
            <a:lvl7pPr lvl="6"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7pPr>
            <a:lvl8pPr lvl="7"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8pPr>
            <a:lvl9pPr lvl="8"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9pPr>
          </a:lstStyle>
          <a:p/>
        </p:txBody>
      </p:sp>
      <p:sp>
        <p:nvSpPr>
          <p:cNvPr id="80" name="Google Shape;80;p3"/>
          <p:cNvSpPr/>
          <p:nvPr/>
        </p:nvSpPr>
        <p:spPr>
          <a:xfrm rot="-906775">
            <a:off x="6750650" y="4662899"/>
            <a:ext cx="605796" cy="1419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 name="Google Shape;81;p3"/>
          <p:cNvGrpSpPr/>
          <p:nvPr/>
        </p:nvGrpSpPr>
        <p:grpSpPr>
          <a:xfrm rot="-5400000">
            <a:off x="8632925" y="439065"/>
            <a:ext cx="221772" cy="200884"/>
            <a:chOff x="1640475" y="1197075"/>
            <a:chExt cx="55475" cy="50250"/>
          </a:xfrm>
        </p:grpSpPr>
        <p:sp>
          <p:nvSpPr>
            <p:cNvPr id="82" name="Google Shape;82;p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 name="Google Shape;85;p3"/>
          <p:cNvSpPr/>
          <p:nvPr/>
        </p:nvSpPr>
        <p:spPr>
          <a:xfrm rot="9965797">
            <a:off x="-406843" y="3256057"/>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 name="Google Shape;86;p3"/>
          <p:cNvGrpSpPr/>
          <p:nvPr/>
        </p:nvGrpSpPr>
        <p:grpSpPr>
          <a:xfrm rot="-6145098">
            <a:off x="1436337" y="4375587"/>
            <a:ext cx="433642" cy="392824"/>
            <a:chOff x="1640475" y="1197075"/>
            <a:chExt cx="55475" cy="50250"/>
          </a:xfrm>
        </p:grpSpPr>
        <p:sp>
          <p:nvSpPr>
            <p:cNvPr id="87" name="Google Shape;87;p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 name="Google Shape;90;p3"/>
          <p:cNvGrpSpPr/>
          <p:nvPr/>
        </p:nvGrpSpPr>
        <p:grpSpPr>
          <a:xfrm rot="-5400000">
            <a:off x="8317492" y="3895034"/>
            <a:ext cx="244822" cy="221773"/>
            <a:chOff x="1640475" y="1197075"/>
            <a:chExt cx="55475" cy="50250"/>
          </a:xfrm>
        </p:grpSpPr>
        <p:sp>
          <p:nvSpPr>
            <p:cNvPr id="91" name="Google Shape;91;p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 name="Google Shape;94;p3"/>
          <p:cNvSpPr/>
          <p:nvPr/>
        </p:nvSpPr>
        <p:spPr>
          <a:xfrm rot="-4322283">
            <a:off x="255217" y="529011"/>
            <a:ext cx="580167" cy="1359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3"/>
          <p:cNvGrpSpPr/>
          <p:nvPr/>
        </p:nvGrpSpPr>
        <p:grpSpPr>
          <a:xfrm rot="-5400000">
            <a:off x="1361674" y="491897"/>
            <a:ext cx="221772" cy="200884"/>
            <a:chOff x="1640475" y="1197075"/>
            <a:chExt cx="55475" cy="50250"/>
          </a:xfrm>
        </p:grpSpPr>
        <p:sp>
          <p:nvSpPr>
            <p:cNvPr id="96" name="Google Shape;96;p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9" name="Shape 99"/>
        <p:cNvGrpSpPr/>
        <p:nvPr/>
      </p:nvGrpSpPr>
      <p:grpSpPr>
        <a:xfrm>
          <a:off x="0" y="0"/>
          <a:ext cx="0" cy="0"/>
          <a:chOff x="0" y="0"/>
          <a:chExt cx="0" cy="0"/>
        </a:xfrm>
      </p:grpSpPr>
      <p:sp>
        <p:nvSpPr>
          <p:cNvPr id="100" name="Google Shape;100;p4"/>
          <p:cNvSpPr/>
          <p:nvPr/>
        </p:nvSpPr>
        <p:spPr>
          <a:xfrm>
            <a:off x="-410657" y="-145804"/>
            <a:ext cx="4197745" cy="1131860"/>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4"/>
          <p:cNvSpPr/>
          <p:nvPr/>
        </p:nvSpPr>
        <p:spPr>
          <a:xfrm rot="-6752784">
            <a:off x="2051407" y="216393"/>
            <a:ext cx="1195911" cy="1089409"/>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4"/>
          <p:cNvSpPr/>
          <p:nvPr/>
        </p:nvSpPr>
        <p:spPr>
          <a:xfrm>
            <a:off x="-572725" y="2861528"/>
            <a:ext cx="2676986" cy="2789665"/>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4"/>
          <p:cNvSpPr/>
          <p:nvPr/>
        </p:nvSpPr>
        <p:spPr>
          <a:xfrm>
            <a:off x="6594726" y="4161014"/>
            <a:ext cx="3033994" cy="1250590"/>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4"/>
          <p:cNvSpPr/>
          <p:nvPr/>
        </p:nvSpPr>
        <p:spPr>
          <a:xfrm>
            <a:off x="6027407" y="-371325"/>
            <a:ext cx="3627154" cy="2893677"/>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4"/>
          <p:cNvSpPr txBox="1"/>
          <p:nvPr>
            <p:ph type="title"/>
          </p:nvPr>
        </p:nvSpPr>
        <p:spPr>
          <a:xfrm>
            <a:off x="2085275" y="673465"/>
            <a:ext cx="4973400" cy="5727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800"/>
              <a:buNone/>
              <a:defRPr>
                <a:solidFill>
                  <a:schemeClr val="dk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06" name="Google Shape;106;p4"/>
          <p:cNvSpPr txBox="1"/>
          <p:nvPr>
            <p:ph idx="1" type="body"/>
          </p:nvPr>
        </p:nvSpPr>
        <p:spPr>
          <a:xfrm>
            <a:off x="713225" y="1564120"/>
            <a:ext cx="7717500" cy="30435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Gloria Hallelujah"/>
              <a:buChar char="●"/>
              <a:defRPr sz="1100">
                <a:latin typeface="Raleway"/>
                <a:ea typeface="Raleway"/>
                <a:cs typeface="Raleway"/>
                <a:sym typeface="Raleway"/>
              </a:defRPr>
            </a:lvl1pPr>
            <a:lvl2pPr indent="-317500" lvl="1" marL="9144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2pPr>
            <a:lvl3pPr indent="-317500" lvl="2" marL="13716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3pPr>
            <a:lvl4pPr indent="-317500" lvl="3" marL="18288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4pPr>
            <a:lvl5pPr indent="-317500" lvl="4" marL="22860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5pPr>
            <a:lvl6pPr indent="-317500" lvl="5" marL="27432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6pPr>
            <a:lvl7pPr indent="-317500" lvl="6" marL="32004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7pPr>
            <a:lvl8pPr indent="-317500" lvl="7" marL="36576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8pPr>
            <a:lvl9pPr indent="-317500" lvl="8" marL="41148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9pPr>
          </a:lstStyle>
          <a:p/>
        </p:txBody>
      </p:sp>
      <p:grpSp>
        <p:nvGrpSpPr>
          <p:cNvPr id="107" name="Google Shape;107;p4"/>
          <p:cNvGrpSpPr/>
          <p:nvPr/>
        </p:nvGrpSpPr>
        <p:grpSpPr>
          <a:xfrm rot="1800041">
            <a:off x="8665997" y="4106761"/>
            <a:ext cx="221773" cy="200885"/>
            <a:chOff x="1640475" y="1197075"/>
            <a:chExt cx="55475" cy="50250"/>
          </a:xfrm>
        </p:grpSpPr>
        <p:sp>
          <p:nvSpPr>
            <p:cNvPr id="108" name="Google Shape;108;p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 name="Google Shape;111;p4"/>
          <p:cNvGrpSpPr/>
          <p:nvPr/>
        </p:nvGrpSpPr>
        <p:grpSpPr>
          <a:xfrm rot="-9900030">
            <a:off x="667534" y="4625752"/>
            <a:ext cx="215932" cy="195605"/>
            <a:chOff x="1640475" y="1197075"/>
            <a:chExt cx="55475" cy="50250"/>
          </a:xfrm>
        </p:grpSpPr>
        <p:sp>
          <p:nvSpPr>
            <p:cNvPr id="112" name="Google Shape;112;p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 name="Google Shape;115;p4"/>
          <p:cNvGrpSpPr/>
          <p:nvPr/>
        </p:nvGrpSpPr>
        <p:grpSpPr>
          <a:xfrm rot="-5400000">
            <a:off x="8514555" y="2548984"/>
            <a:ext cx="244822" cy="221773"/>
            <a:chOff x="1640475" y="1197075"/>
            <a:chExt cx="55475" cy="50250"/>
          </a:xfrm>
        </p:grpSpPr>
        <p:sp>
          <p:nvSpPr>
            <p:cNvPr id="116" name="Google Shape;116;p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 name="Google Shape;119;p4"/>
          <p:cNvSpPr/>
          <p:nvPr/>
        </p:nvSpPr>
        <p:spPr>
          <a:xfrm rot="912813">
            <a:off x="8372080" y="228912"/>
            <a:ext cx="529792"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 name="Google Shape;120;p4"/>
          <p:cNvGrpSpPr/>
          <p:nvPr/>
        </p:nvGrpSpPr>
        <p:grpSpPr>
          <a:xfrm rot="-5400000">
            <a:off x="313974" y="982572"/>
            <a:ext cx="221772" cy="200884"/>
            <a:chOff x="1640475" y="1197075"/>
            <a:chExt cx="55475" cy="50250"/>
          </a:xfrm>
        </p:grpSpPr>
        <p:sp>
          <p:nvSpPr>
            <p:cNvPr id="121" name="Google Shape;121;p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4"/>
          <p:cNvSpPr/>
          <p:nvPr/>
        </p:nvSpPr>
        <p:spPr>
          <a:xfrm>
            <a:off x="8536325" y="4434061"/>
            <a:ext cx="609613" cy="95515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4"/>
          <p:cNvSpPr/>
          <p:nvPr/>
        </p:nvSpPr>
        <p:spPr>
          <a:xfrm rot="-650986">
            <a:off x="1480420" y="4695682"/>
            <a:ext cx="1027315" cy="24067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26" name="Shape 126"/>
        <p:cNvGrpSpPr/>
        <p:nvPr/>
      </p:nvGrpSpPr>
      <p:grpSpPr>
        <a:xfrm>
          <a:off x="0" y="0"/>
          <a:ext cx="0" cy="0"/>
          <a:chOff x="0" y="0"/>
          <a:chExt cx="0" cy="0"/>
        </a:xfrm>
      </p:grpSpPr>
      <p:sp>
        <p:nvSpPr>
          <p:cNvPr id="127" name="Google Shape;127;p5"/>
          <p:cNvSpPr/>
          <p:nvPr/>
        </p:nvSpPr>
        <p:spPr>
          <a:xfrm rot="10800000">
            <a:off x="-75975" y="-39140"/>
            <a:ext cx="3509452" cy="1137819"/>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5"/>
          <p:cNvSpPr/>
          <p:nvPr/>
        </p:nvSpPr>
        <p:spPr>
          <a:xfrm rot="10800000">
            <a:off x="7073611" y="4276678"/>
            <a:ext cx="2111739" cy="1036366"/>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5"/>
          <p:cNvSpPr/>
          <p:nvPr/>
        </p:nvSpPr>
        <p:spPr>
          <a:xfrm rot="10800000">
            <a:off x="-322222" y="3911478"/>
            <a:ext cx="4631379" cy="1561772"/>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rot="10800000">
            <a:off x="7238474" y="-283427"/>
            <a:ext cx="2349802" cy="3352777"/>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32" name="Google Shape;132;p5"/>
          <p:cNvSpPr/>
          <p:nvPr/>
        </p:nvSpPr>
        <p:spPr>
          <a:xfrm rot="10545964">
            <a:off x="1016839" y="203702"/>
            <a:ext cx="1057317" cy="823815"/>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 name="Google Shape;133;p5"/>
          <p:cNvGrpSpPr/>
          <p:nvPr/>
        </p:nvGrpSpPr>
        <p:grpSpPr>
          <a:xfrm rot="-9900030">
            <a:off x="1630759" y="4533277"/>
            <a:ext cx="215932" cy="195605"/>
            <a:chOff x="1640475" y="1197075"/>
            <a:chExt cx="55475" cy="50250"/>
          </a:xfrm>
        </p:grpSpPr>
        <p:sp>
          <p:nvSpPr>
            <p:cNvPr id="134" name="Google Shape;134;p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 name="Google Shape;137;p5"/>
          <p:cNvSpPr/>
          <p:nvPr/>
        </p:nvSpPr>
        <p:spPr>
          <a:xfrm rot="-650935">
            <a:off x="207474" y="4629032"/>
            <a:ext cx="827555" cy="19386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 name="Google Shape;138;p5"/>
          <p:cNvGrpSpPr/>
          <p:nvPr/>
        </p:nvGrpSpPr>
        <p:grpSpPr>
          <a:xfrm rot="10799956">
            <a:off x="274842" y="539507"/>
            <a:ext cx="438380" cy="397116"/>
            <a:chOff x="1640475" y="1197075"/>
            <a:chExt cx="55475" cy="50250"/>
          </a:xfrm>
        </p:grpSpPr>
        <p:sp>
          <p:nvSpPr>
            <p:cNvPr id="139" name="Google Shape;139;p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 name="Google Shape;142;p5"/>
          <p:cNvGrpSpPr/>
          <p:nvPr/>
        </p:nvGrpSpPr>
        <p:grpSpPr>
          <a:xfrm rot="-3600112">
            <a:off x="8113026" y="595917"/>
            <a:ext cx="262456" cy="237752"/>
            <a:chOff x="1640475" y="1197075"/>
            <a:chExt cx="55475" cy="50250"/>
          </a:xfrm>
        </p:grpSpPr>
        <p:sp>
          <p:nvSpPr>
            <p:cNvPr id="143" name="Google Shape;143;p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 name="Google Shape;146;p5"/>
          <p:cNvSpPr/>
          <p:nvPr/>
        </p:nvSpPr>
        <p:spPr>
          <a:xfrm rot="-9900028">
            <a:off x="6801862" y="268233"/>
            <a:ext cx="1038050" cy="243182"/>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rot="-9900036">
            <a:off x="8356794" y="3991332"/>
            <a:ext cx="450073" cy="665412"/>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 name="Google Shape;148;p5"/>
          <p:cNvGrpSpPr/>
          <p:nvPr/>
        </p:nvGrpSpPr>
        <p:grpSpPr>
          <a:xfrm rot="6300003">
            <a:off x="7781718" y="4528539"/>
            <a:ext cx="330831" cy="299687"/>
            <a:chOff x="1640475" y="1197075"/>
            <a:chExt cx="55475" cy="50250"/>
          </a:xfrm>
        </p:grpSpPr>
        <p:sp>
          <p:nvSpPr>
            <p:cNvPr id="149" name="Google Shape;149;p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 name="Google Shape;152;p5"/>
          <p:cNvSpPr txBox="1"/>
          <p:nvPr>
            <p:ph idx="1" type="subTitle"/>
          </p:nvPr>
        </p:nvSpPr>
        <p:spPr>
          <a:xfrm>
            <a:off x="1168831" y="2580725"/>
            <a:ext cx="3206100" cy="1554300"/>
          </a:xfrm>
          <a:prstGeom prst="rect">
            <a:avLst/>
          </a:prstGeom>
          <a:noFill/>
          <a:ln>
            <a:noFill/>
          </a:ln>
        </p:spPr>
        <p:txBody>
          <a:bodyPr anchorCtr="0" anchor="t" bIns="91425" lIns="91425" spcFirstLastPara="1" rIns="91425" wrap="square" tIns="91425">
            <a:noAutofit/>
          </a:bodyPr>
          <a:lstStyle>
            <a:lvl1pPr lvl="0" marR="91440" rtl="0">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53" name="Google Shape;153;p5"/>
          <p:cNvSpPr txBox="1"/>
          <p:nvPr>
            <p:ph idx="2" type="subTitle"/>
          </p:nvPr>
        </p:nvSpPr>
        <p:spPr>
          <a:xfrm>
            <a:off x="5028995" y="2580725"/>
            <a:ext cx="3206100" cy="1554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54" name="Shape 154"/>
        <p:cNvGrpSpPr/>
        <p:nvPr/>
      </p:nvGrpSpPr>
      <p:grpSpPr>
        <a:xfrm>
          <a:off x="0" y="0"/>
          <a:ext cx="0" cy="0"/>
          <a:chOff x="0" y="0"/>
          <a:chExt cx="0" cy="0"/>
        </a:xfrm>
      </p:grpSpPr>
      <p:sp>
        <p:nvSpPr>
          <p:cNvPr id="155" name="Google Shape;155;p6"/>
          <p:cNvSpPr/>
          <p:nvPr/>
        </p:nvSpPr>
        <p:spPr>
          <a:xfrm flipH="1" rot="10800000">
            <a:off x="6925170" y="-409585"/>
            <a:ext cx="2610037" cy="2720058"/>
          </a:xfrm>
          <a:custGeom>
            <a:rect b="b" l="l" r="r" t="t"/>
            <a:pathLst>
              <a:path extrusionOk="0" h="17059" w="16369">
                <a:moveTo>
                  <a:pt x="10538" y="1"/>
                </a:moveTo>
                <a:cubicBezTo>
                  <a:pt x="9733" y="1"/>
                  <a:pt x="8932" y="153"/>
                  <a:pt x="8209" y="515"/>
                </a:cubicBezTo>
                <a:cubicBezTo>
                  <a:pt x="7233" y="1004"/>
                  <a:pt x="6396" y="1857"/>
                  <a:pt x="6084" y="2920"/>
                </a:cubicBezTo>
                <a:cubicBezTo>
                  <a:pt x="5733" y="4112"/>
                  <a:pt x="6127" y="5357"/>
                  <a:pt x="5884" y="6560"/>
                </a:cubicBezTo>
                <a:cubicBezTo>
                  <a:pt x="5644" y="7754"/>
                  <a:pt x="4612" y="8436"/>
                  <a:pt x="3688" y="9100"/>
                </a:cubicBezTo>
                <a:cubicBezTo>
                  <a:pt x="2685" y="9819"/>
                  <a:pt x="1822" y="10680"/>
                  <a:pt x="1187" y="11745"/>
                </a:cubicBezTo>
                <a:cubicBezTo>
                  <a:pt x="569" y="12782"/>
                  <a:pt x="0" y="14113"/>
                  <a:pt x="309" y="15339"/>
                </a:cubicBezTo>
                <a:cubicBezTo>
                  <a:pt x="443" y="15869"/>
                  <a:pt x="737" y="16372"/>
                  <a:pt x="1186" y="16695"/>
                </a:cubicBezTo>
                <a:cubicBezTo>
                  <a:pt x="1565" y="16966"/>
                  <a:pt x="2011" y="17058"/>
                  <a:pt x="2463" y="17058"/>
                </a:cubicBezTo>
                <a:cubicBezTo>
                  <a:pt x="2614" y="17058"/>
                  <a:pt x="2766" y="17048"/>
                  <a:pt x="2915" y="17031"/>
                </a:cubicBezTo>
                <a:cubicBezTo>
                  <a:pt x="3625" y="16948"/>
                  <a:pt x="4330" y="16784"/>
                  <a:pt x="5032" y="16653"/>
                </a:cubicBezTo>
                <a:cubicBezTo>
                  <a:pt x="5778" y="16514"/>
                  <a:pt x="6525" y="16374"/>
                  <a:pt x="7271" y="16235"/>
                </a:cubicBezTo>
                <a:cubicBezTo>
                  <a:pt x="10255" y="15678"/>
                  <a:pt x="13240" y="15122"/>
                  <a:pt x="16225" y="14565"/>
                </a:cubicBezTo>
                <a:cubicBezTo>
                  <a:pt x="16319" y="14547"/>
                  <a:pt x="16369" y="14453"/>
                  <a:pt x="16334" y="14366"/>
                </a:cubicBezTo>
                <a:cubicBezTo>
                  <a:pt x="15910" y="13292"/>
                  <a:pt x="15542" y="12197"/>
                  <a:pt x="15242" y="11083"/>
                </a:cubicBezTo>
                <a:cubicBezTo>
                  <a:pt x="14709" y="9114"/>
                  <a:pt x="14380" y="7098"/>
                  <a:pt x="14239" y="5065"/>
                </a:cubicBezTo>
                <a:cubicBezTo>
                  <a:pt x="14136" y="3556"/>
                  <a:pt x="14047" y="1835"/>
                  <a:pt x="12931" y="701"/>
                </a:cubicBezTo>
                <a:cubicBezTo>
                  <a:pt x="13074" y="700"/>
                  <a:pt x="12339" y="230"/>
                  <a:pt x="12009" y="160"/>
                </a:cubicBezTo>
                <a:cubicBezTo>
                  <a:pt x="11529" y="58"/>
                  <a:pt x="11033" y="1"/>
                  <a:pt x="10538"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6"/>
          <p:cNvSpPr/>
          <p:nvPr/>
        </p:nvSpPr>
        <p:spPr>
          <a:xfrm flipH="1" rot="10800000">
            <a:off x="-411125" y="-175837"/>
            <a:ext cx="2957957" cy="1219474"/>
          </a:xfrm>
          <a:custGeom>
            <a:rect b="b" l="l" r="r" t="t"/>
            <a:pathLst>
              <a:path extrusionOk="0" h="7648" w="18551">
                <a:moveTo>
                  <a:pt x="8398" y="1"/>
                </a:moveTo>
                <a:cubicBezTo>
                  <a:pt x="8203" y="1"/>
                  <a:pt x="8005" y="44"/>
                  <a:pt x="7810" y="140"/>
                </a:cubicBezTo>
                <a:cubicBezTo>
                  <a:pt x="7272" y="403"/>
                  <a:pt x="6909" y="991"/>
                  <a:pt x="6614" y="1543"/>
                </a:cubicBezTo>
                <a:cubicBezTo>
                  <a:pt x="6307" y="2117"/>
                  <a:pt x="6031" y="2729"/>
                  <a:pt x="5562" y="3157"/>
                </a:cubicBezTo>
                <a:cubicBezTo>
                  <a:pt x="5343" y="3357"/>
                  <a:pt x="5078" y="3500"/>
                  <a:pt x="4796" y="3515"/>
                </a:cubicBezTo>
                <a:cubicBezTo>
                  <a:pt x="4779" y="3516"/>
                  <a:pt x="4761" y="3516"/>
                  <a:pt x="4744" y="3516"/>
                </a:cubicBezTo>
                <a:cubicBezTo>
                  <a:pt x="4475" y="3516"/>
                  <a:pt x="4218" y="3410"/>
                  <a:pt x="3979" y="3274"/>
                </a:cubicBezTo>
                <a:cubicBezTo>
                  <a:pt x="3615" y="3067"/>
                  <a:pt x="3265" y="2787"/>
                  <a:pt x="2878" y="2633"/>
                </a:cubicBezTo>
                <a:lnTo>
                  <a:pt x="2848" y="2622"/>
                </a:lnTo>
                <a:cubicBezTo>
                  <a:pt x="2713" y="2571"/>
                  <a:pt x="2573" y="2535"/>
                  <a:pt x="2426" y="2524"/>
                </a:cubicBezTo>
                <a:cubicBezTo>
                  <a:pt x="2397" y="2522"/>
                  <a:pt x="2367" y="2521"/>
                  <a:pt x="2338" y="2521"/>
                </a:cubicBezTo>
                <a:cubicBezTo>
                  <a:pt x="1819" y="2521"/>
                  <a:pt x="1364" y="2853"/>
                  <a:pt x="878" y="3039"/>
                </a:cubicBezTo>
                <a:cubicBezTo>
                  <a:pt x="860" y="2988"/>
                  <a:pt x="814" y="2962"/>
                  <a:pt x="771" y="2962"/>
                </a:cubicBezTo>
                <a:cubicBezTo>
                  <a:pt x="719" y="2962"/>
                  <a:pt x="671" y="2999"/>
                  <a:pt x="675" y="3075"/>
                </a:cubicBezTo>
                <a:cubicBezTo>
                  <a:pt x="676" y="3085"/>
                  <a:pt x="676" y="3095"/>
                  <a:pt x="677" y="3105"/>
                </a:cubicBezTo>
                <a:cubicBezTo>
                  <a:pt x="641" y="3115"/>
                  <a:pt x="663" y="3351"/>
                  <a:pt x="684" y="3351"/>
                </a:cubicBezTo>
                <a:cubicBezTo>
                  <a:pt x="684" y="3351"/>
                  <a:pt x="684" y="3351"/>
                  <a:pt x="684" y="3351"/>
                </a:cubicBezTo>
                <a:lnTo>
                  <a:pt x="684" y="3351"/>
                </a:lnTo>
                <a:cubicBezTo>
                  <a:pt x="700" y="4396"/>
                  <a:pt x="480" y="5438"/>
                  <a:pt x="40" y="6361"/>
                </a:cubicBezTo>
                <a:cubicBezTo>
                  <a:pt x="1" y="6444"/>
                  <a:pt x="42" y="6541"/>
                  <a:pt x="125" y="6547"/>
                </a:cubicBezTo>
                <a:cubicBezTo>
                  <a:pt x="520" y="6573"/>
                  <a:pt x="913" y="6601"/>
                  <a:pt x="1308" y="6628"/>
                </a:cubicBezTo>
                <a:cubicBezTo>
                  <a:pt x="2919" y="6739"/>
                  <a:pt x="4531" y="6851"/>
                  <a:pt x="6142" y="6962"/>
                </a:cubicBezTo>
                <a:cubicBezTo>
                  <a:pt x="7754" y="7074"/>
                  <a:pt x="9365" y="7184"/>
                  <a:pt x="10977" y="7295"/>
                </a:cubicBezTo>
                <a:cubicBezTo>
                  <a:pt x="12587" y="7407"/>
                  <a:pt x="14196" y="7526"/>
                  <a:pt x="15806" y="7629"/>
                </a:cubicBezTo>
                <a:cubicBezTo>
                  <a:pt x="15970" y="7639"/>
                  <a:pt x="16139" y="7648"/>
                  <a:pt x="16308" y="7648"/>
                </a:cubicBezTo>
                <a:cubicBezTo>
                  <a:pt x="16770" y="7648"/>
                  <a:pt x="17238" y="7584"/>
                  <a:pt x="17642" y="7319"/>
                </a:cubicBezTo>
                <a:cubicBezTo>
                  <a:pt x="18126" y="7004"/>
                  <a:pt x="18405" y="6441"/>
                  <a:pt x="18479" y="5822"/>
                </a:cubicBezTo>
                <a:cubicBezTo>
                  <a:pt x="18551" y="5210"/>
                  <a:pt x="18426" y="4561"/>
                  <a:pt x="18155" y="4033"/>
                </a:cubicBezTo>
                <a:cubicBezTo>
                  <a:pt x="18001" y="3734"/>
                  <a:pt x="17799" y="3450"/>
                  <a:pt x="17538" y="3266"/>
                </a:cubicBezTo>
                <a:cubicBezTo>
                  <a:pt x="17335" y="3121"/>
                  <a:pt x="17111" y="3062"/>
                  <a:pt x="16880" y="3062"/>
                </a:cubicBezTo>
                <a:cubicBezTo>
                  <a:pt x="16779" y="3062"/>
                  <a:pt x="16677" y="3073"/>
                  <a:pt x="16575" y="3094"/>
                </a:cubicBezTo>
                <a:cubicBezTo>
                  <a:pt x="16223" y="3166"/>
                  <a:pt x="15888" y="3319"/>
                  <a:pt x="15537" y="3397"/>
                </a:cubicBezTo>
                <a:cubicBezTo>
                  <a:pt x="15268" y="3457"/>
                  <a:pt x="14994" y="3485"/>
                  <a:pt x="14721" y="3485"/>
                </a:cubicBezTo>
                <a:cubicBezTo>
                  <a:pt x="14673" y="3485"/>
                  <a:pt x="14624" y="3484"/>
                  <a:pt x="14575" y="3482"/>
                </a:cubicBezTo>
                <a:cubicBezTo>
                  <a:pt x="13922" y="3460"/>
                  <a:pt x="13281" y="3278"/>
                  <a:pt x="12679" y="2996"/>
                </a:cubicBezTo>
                <a:cubicBezTo>
                  <a:pt x="12065" y="2707"/>
                  <a:pt x="11491" y="2306"/>
                  <a:pt x="10973" y="1835"/>
                </a:cubicBezTo>
                <a:cubicBezTo>
                  <a:pt x="10470" y="1378"/>
                  <a:pt x="10039" y="821"/>
                  <a:pt x="9498" y="418"/>
                </a:cubicBezTo>
                <a:cubicBezTo>
                  <a:pt x="9163" y="167"/>
                  <a:pt x="8785" y="1"/>
                  <a:pt x="8398"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flipH="1" rot="10800000">
            <a:off x="5284589" y="4138897"/>
            <a:ext cx="4092603" cy="1103872"/>
          </a:xfrm>
          <a:custGeom>
            <a:rect b="b" l="l" r="r" t="t"/>
            <a:pathLst>
              <a:path extrusionOk="0" h="6923" w="25667">
                <a:moveTo>
                  <a:pt x="95" y="1"/>
                </a:moveTo>
                <a:lnTo>
                  <a:pt x="95" y="1"/>
                </a:lnTo>
                <a:cubicBezTo>
                  <a:pt x="3" y="325"/>
                  <a:pt x="0" y="652"/>
                  <a:pt x="124" y="980"/>
                </a:cubicBezTo>
                <a:cubicBezTo>
                  <a:pt x="169" y="1098"/>
                  <a:pt x="231" y="1215"/>
                  <a:pt x="310" y="1328"/>
                </a:cubicBezTo>
                <a:cubicBezTo>
                  <a:pt x="324" y="1349"/>
                  <a:pt x="339" y="1369"/>
                  <a:pt x="355" y="1389"/>
                </a:cubicBezTo>
                <a:cubicBezTo>
                  <a:pt x="699" y="1846"/>
                  <a:pt x="1304" y="2249"/>
                  <a:pt x="2067" y="2533"/>
                </a:cubicBezTo>
                <a:cubicBezTo>
                  <a:pt x="2123" y="2554"/>
                  <a:pt x="2182" y="2574"/>
                  <a:pt x="2240" y="2594"/>
                </a:cubicBezTo>
                <a:cubicBezTo>
                  <a:pt x="2505" y="2684"/>
                  <a:pt x="2788" y="2761"/>
                  <a:pt x="3082" y="2820"/>
                </a:cubicBezTo>
                <a:cubicBezTo>
                  <a:pt x="3121" y="2828"/>
                  <a:pt x="3160" y="2836"/>
                  <a:pt x="3199" y="2843"/>
                </a:cubicBezTo>
                <a:cubicBezTo>
                  <a:pt x="3235" y="2848"/>
                  <a:pt x="3269" y="2855"/>
                  <a:pt x="3304" y="2861"/>
                </a:cubicBezTo>
                <a:cubicBezTo>
                  <a:pt x="4479" y="3062"/>
                  <a:pt x="5837" y="3029"/>
                  <a:pt x="6823" y="3420"/>
                </a:cubicBezTo>
                <a:cubicBezTo>
                  <a:pt x="7054" y="3512"/>
                  <a:pt x="7246" y="3619"/>
                  <a:pt x="7410" y="3737"/>
                </a:cubicBezTo>
                <a:cubicBezTo>
                  <a:pt x="7438" y="3757"/>
                  <a:pt x="7465" y="3777"/>
                  <a:pt x="7492" y="3798"/>
                </a:cubicBezTo>
                <a:cubicBezTo>
                  <a:pt x="7907" y="4126"/>
                  <a:pt x="8126" y="4532"/>
                  <a:pt x="8351" y="4940"/>
                </a:cubicBezTo>
                <a:cubicBezTo>
                  <a:pt x="8363" y="4960"/>
                  <a:pt x="8375" y="4981"/>
                  <a:pt x="8386" y="5002"/>
                </a:cubicBezTo>
                <a:cubicBezTo>
                  <a:pt x="8613" y="5409"/>
                  <a:pt x="8857" y="5814"/>
                  <a:pt x="9326" y="6143"/>
                </a:cubicBezTo>
                <a:cubicBezTo>
                  <a:pt x="9338" y="6152"/>
                  <a:pt x="9350" y="6161"/>
                  <a:pt x="9363" y="6170"/>
                </a:cubicBezTo>
                <a:cubicBezTo>
                  <a:pt x="9381" y="6181"/>
                  <a:pt x="9399" y="6193"/>
                  <a:pt x="9417" y="6205"/>
                </a:cubicBezTo>
                <a:cubicBezTo>
                  <a:pt x="10107" y="6649"/>
                  <a:pt x="11200" y="6895"/>
                  <a:pt x="12290" y="6920"/>
                </a:cubicBezTo>
                <a:cubicBezTo>
                  <a:pt x="12359" y="6922"/>
                  <a:pt x="12429" y="6922"/>
                  <a:pt x="12498" y="6922"/>
                </a:cubicBezTo>
                <a:cubicBezTo>
                  <a:pt x="13546" y="6922"/>
                  <a:pt x="14580" y="6739"/>
                  <a:pt x="15482" y="6457"/>
                </a:cubicBezTo>
                <a:cubicBezTo>
                  <a:pt x="15733" y="6379"/>
                  <a:pt x="15977" y="6292"/>
                  <a:pt x="16221" y="6206"/>
                </a:cubicBezTo>
                <a:cubicBezTo>
                  <a:pt x="16279" y="6185"/>
                  <a:pt x="16336" y="6163"/>
                  <a:pt x="16394" y="6143"/>
                </a:cubicBezTo>
                <a:cubicBezTo>
                  <a:pt x="17021" y="5919"/>
                  <a:pt x="17650" y="5699"/>
                  <a:pt x="18381" y="5606"/>
                </a:cubicBezTo>
                <a:cubicBezTo>
                  <a:pt x="18666" y="5570"/>
                  <a:pt x="18954" y="5554"/>
                  <a:pt x="19242" y="5554"/>
                </a:cubicBezTo>
                <a:cubicBezTo>
                  <a:pt x="20278" y="5554"/>
                  <a:pt x="21323" y="5757"/>
                  <a:pt x="22324" y="5932"/>
                </a:cubicBezTo>
                <a:cubicBezTo>
                  <a:pt x="22780" y="6013"/>
                  <a:pt x="23253" y="6086"/>
                  <a:pt x="23731" y="6144"/>
                </a:cubicBezTo>
                <a:cubicBezTo>
                  <a:pt x="23920" y="6169"/>
                  <a:pt x="24110" y="6189"/>
                  <a:pt x="24302" y="6207"/>
                </a:cubicBezTo>
                <a:cubicBezTo>
                  <a:pt x="24756" y="6249"/>
                  <a:pt x="25213" y="6274"/>
                  <a:pt x="25664" y="6275"/>
                </a:cubicBezTo>
                <a:lnTo>
                  <a:pt x="25664" y="6144"/>
                </a:lnTo>
                <a:lnTo>
                  <a:pt x="25665" y="5003"/>
                </a:lnTo>
                <a:lnTo>
                  <a:pt x="25665" y="3738"/>
                </a:lnTo>
                <a:lnTo>
                  <a:pt x="25666" y="2596"/>
                </a:lnTo>
                <a:lnTo>
                  <a:pt x="25666" y="1331"/>
                </a:lnTo>
                <a:lnTo>
                  <a:pt x="25667" y="5"/>
                </a:lnTo>
                <a:lnTo>
                  <a:pt x="3200" y="2"/>
                </a:lnTo>
                <a:lnTo>
                  <a:pt x="3083" y="2"/>
                </a:lnTo>
                <a:lnTo>
                  <a:pt x="95" y="1"/>
                </a:ln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6"/>
          <p:cNvSpPr/>
          <p:nvPr/>
        </p:nvSpPr>
        <p:spPr>
          <a:xfrm flipH="1">
            <a:off x="-391991" y="2569272"/>
            <a:ext cx="3425783" cy="2856228"/>
          </a:xfrm>
          <a:custGeom>
            <a:rect b="b" l="l" r="r" t="t"/>
            <a:pathLst>
              <a:path extrusionOk="0" h="17913" w="21485">
                <a:moveTo>
                  <a:pt x="16498" y="0"/>
                </a:moveTo>
                <a:cubicBezTo>
                  <a:pt x="16431" y="0"/>
                  <a:pt x="16363" y="2"/>
                  <a:pt x="16295" y="5"/>
                </a:cubicBezTo>
                <a:cubicBezTo>
                  <a:pt x="14773" y="76"/>
                  <a:pt x="13358" y="913"/>
                  <a:pt x="11838" y="913"/>
                </a:cubicBezTo>
                <a:cubicBezTo>
                  <a:pt x="11828" y="913"/>
                  <a:pt x="11819" y="913"/>
                  <a:pt x="11809" y="913"/>
                </a:cubicBezTo>
                <a:cubicBezTo>
                  <a:pt x="10328" y="903"/>
                  <a:pt x="8942" y="90"/>
                  <a:pt x="7502" y="90"/>
                </a:cubicBezTo>
                <a:cubicBezTo>
                  <a:pt x="7296" y="90"/>
                  <a:pt x="7089" y="106"/>
                  <a:pt x="6880" y="144"/>
                </a:cubicBezTo>
                <a:cubicBezTo>
                  <a:pt x="6031" y="300"/>
                  <a:pt x="5298" y="798"/>
                  <a:pt x="4738" y="1383"/>
                </a:cubicBezTo>
                <a:cubicBezTo>
                  <a:pt x="4125" y="2021"/>
                  <a:pt x="3678" y="2792"/>
                  <a:pt x="3546" y="3606"/>
                </a:cubicBezTo>
                <a:cubicBezTo>
                  <a:pt x="3331" y="4945"/>
                  <a:pt x="3958" y="6365"/>
                  <a:pt x="3330" y="7612"/>
                </a:cubicBezTo>
                <a:cubicBezTo>
                  <a:pt x="2843" y="8573"/>
                  <a:pt x="1725" y="9179"/>
                  <a:pt x="1025" y="10039"/>
                </a:cubicBezTo>
                <a:cubicBezTo>
                  <a:pt x="129" y="11143"/>
                  <a:pt x="1" y="12623"/>
                  <a:pt x="493" y="13871"/>
                </a:cubicBezTo>
                <a:cubicBezTo>
                  <a:pt x="985" y="15119"/>
                  <a:pt x="2039" y="16147"/>
                  <a:pt x="3280" y="16894"/>
                </a:cubicBezTo>
                <a:cubicBezTo>
                  <a:pt x="4303" y="17509"/>
                  <a:pt x="5501" y="17913"/>
                  <a:pt x="6745" y="17913"/>
                </a:cubicBezTo>
                <a:cubicBezTo>
                  <a:pt x="7100" y="17913"/>
                  <a:pt x="7459" y="17880"/>
                  <a:pt x="7819" y="17810"/>
                </a:cubicBezTo>
                <a:cubicBezTo>
                  <a:pt x="9799" y="17422"/>
                  <a:pt x="10027" y="16541"/>
                  <a:pt x="10831" y="15097"/>
                </a:cubicBezTo>
                <a:cubicBezTo>
                  <a:pt x="11709" y="13519"/>
                  <a:pt x="13719" y="12697"/>
                  <a:pt x="15584" y="12036"/>
                </a:cubicBezTo>
                <a:cubicBezTo>
                  <a:pt x="17450" y="11376"/>
                  <a:pt x="19474" y="10648"/>
                  <a:pt x="20504" y="9137"/>
                </a:cubicBezTo>
                <a:cubicBezTo>
                  <a:pt x="21026" y="8370"/>
                  <a:pt x="21230" y="7476"/>
                  <a:pt x="21324" y="6598"/>
                </a:cubicBezTo>
                <a:cubicBezTo>
                  <a:pt x="21484" y="5087"/>
                  <a:pt x="21327" y="3511"/>
                  <a:pt x="20489" y="2207"/>
                </a:cubicBezTo>
                <a:cubicBezTo>
                  <a:pt x="19684" y="953"/>
                  <a:pt x="18161" y="0"/>
                  <a:pt x="16498"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6"/>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160" name="Google Shape;160;p6"/>
          <p:cNvGrpSpPr/>
          <p:nvPr/>
        </p:nvGrpSpPr>
        <p:grpSpPr>
          <a:xfrm rot="-9900030">
            <a:off x="271409" y="845202"/>
            <a:ext cx="215932" cy="195605"/>
            <a:chOff x="1640475" y="1197075"/>
            <a:chExt cx="55475" cy="50250"/>
          </a:xfrm>
        </p:grpSpPr>
        <p:sp>
          <p:nvSpPr>
            <p:cNvPr id="161" name="Google Shape;161;p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 name="Google Shape;164;p6"/>
          <p:cNvGrpSpPr/>
          <p:nvPr/>
        </p:nvGrpSpPr>
        <p:grpSpPr>
          <a:xfrm rot="6524430">
            <a:off x="349879" y="2378626"/>
            <a:ext cx="279618" cy="253294"/>
            <a:chOff x="1640475" y="1197075"/>
            <a:chExt cx="55475" cy="50250"/>
          </a:xfrm>
        </p:grpSpPr>
        <p:sp>
          <p:nvSpPr>
            <p:cNvPr id="165" name="Google Shape;165;p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 name="Google Shape;168;p6"/>
          <p:cNvSpPr/>
          <p:nvPr/>
        </p:nvSpPr>
        <p:spPr>
          <a:xfrm flipH="1" rot="-2121718">
            <a:off x="6738637" y="226323"/>
            <a:ext cx="888103" cy="20804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6"/>
          <p:cNvSpPr/>
          <p:nvPr/>
        </p:nvSpPr>
        <p:spPr>
          <a:xfrm flipH="1" rot="-10799883">
            <a:off x="217109" y="4797573"/>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6"/>
          <p:cNvGrpSpPr/>
          <p:nvPr/>
        </p:nvGrpSpPr>
        <p:grpSpPr>
          <a:xfrm rot="6300012">
            <a:off x="8577095" y="3925450"/>
            <a:ext cx="290790" cy="263412"/>
            <a:chOff x="1640475" y="1197075"/>
            <a:chExt cx="55475" cy="50250"/>
          </a:xfrm>
        </p:grpSpPr>
        <p:sp>
          <p:nvSpPr>
            <p:cNvPr id="171" name="Google Shape;171;p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6"/>
          <p:cNvSpPr/>
          <p:nvPr/>
        </p:nvSpPr>
        <p:spPr>
          <a:xfrm rot="10800000">
            <a:off x="5828025" y="4022950"/>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6"/>
          <p:cNvSpPr/>
          <p:nvPr/>
        </p:nvSpPr>
        <p:spPr>
          <a:xfrm rot="-10431843">
            <a:off x="-54140" y="-118627"/>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76" name="Shape 176"/>
        <p:cNvGrpSpPr/>
        <p:nvPr/>
      </p:nvGrpSpPr>
      <p:grpSpPr>
        <a:xfrm>
          <a:off x="0" y="0"/>
          <a:ext cx="0" cy="0"/>
          <a:chOff x="0" y="0"/>
          <a:chExt cx="0" cy="0"/>
        </a:xfrm>
      </p:grpSpPr>
      <p:sp>
        <p:nvSpPr>
          <p:cNvPr id="177" name="Google Shape;177;p7"/>
          <p:cNvSpPr/>
          <p:nvPr/>
        </p:nvSpPr>
        <p:spPr>
          <a:xfrm>
            <a:off x="-212202" y="2778871"/>
            <a:ext cx="2502288" cy="2607656"/>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7"/>
          <p:cNvSpPr/>
          <p:nvPr/>
        </p:nvSpPr>
        <p:spPr>
          <a:xfrm>
            <a:off x="6580375" y="4142426"/>
            <a:ext cx="2928340" cy="1246805"/>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7"/>
          <p:cNvSpPr/>
          <p:nvPr/>
        </p:nvSpPr>
        <p:spPr>
          <a:xfrm>
            <a:off x="-60710" y="-32232"/>
            <a:ext cx="3923803" cy="1058013"/>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7"/>
          <p:cNvSpPr/>
          <p:nvPr/>
        </p:nvSpPr>
        <p:spPr>
          <a:xfrm>
            <a:off x="5957247" y="-243037"/>
            <a:ext cx="3390448" cy="2704882"/>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7"/>
          <p:cNvSpPr txBox="1"/>
          <p:nvPr>
            <p:ph idx="1" type="body"/>
          </p:nvPr>
        </p:nvSpPr>
        <p:spPr>
          <a:xfrm>
            <a:off x="5169350" y="1897913"/>
            <a:ext cx="2997000" cy="22659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Raleway SemiBold"/>
              <a:buChar char="●"/>
              <a:defRPr sz="1400">
                <a:solidFill>
                  <a:schemeClr val="dk1"/>
                </a:solidFill>
                <a:latin typeface="Raleway SemiBold"/>
                <a:ea typeface="Raleway SemiBold"/>
                <a:cs typeface="Raleway SemiBold"/>
                <a:sym typeface="Raleway SemiBold"/>
              </a:defRPr>
            </a:lvl1pPr>
            <a:lvl2pPr indent="-304800" lvl="1" marL="9144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2pPr>
            <a:lvl3pPr indent="-304800" lvl="2" marL="13716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3pPr>
            <a:lvl4pPr indent="-304800" lvl="3" marL="18288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4pPr>
            <a:lvl5pPr indent="-304800" lvl="4" marL="22860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5pPr>
            <a:lvl6pPr indent="-304800" lvl="5" marL="27432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6pPr>
            <a:lvl7pPr indent="-304800" lvl="6" marL="32004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7pPr>
            <a:lvl8pPr indent="-304800" lvl="7" marL="36576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8pPr>
            <a:lvl9pPr indent="-304800" lvl="8" marL="41148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9pPr>
          </a:lstStyle>
          <a:p/>
        </p:txBody>
      </p:sp>
      <p:grpSp>
        <p:nvGrpSpPr>
          <p:cNvPr id="182" name="Google Shape;182;p7"/>
          <p:cNvGrpSpPr/>
          <p:nvPr/>
        </p:nvGrpSpPr>
        <p:grpSpPr>
          <a:xfrm rot="1800041">
            <a:off x="8665997" y="4106761"/>
            <a:ext cx="221773" cy="200885"/>
            <a:chOff x="1640475" y="1197075"/>
            <a:chExt cx="55475" cy="50250"/>
          </a:xfrm>
        </p:grpSpPr>
        <p:sp>
          <p:nvSpPr>
            <p:cNvPr id="183" name="Google Shape;183;p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7"/>
          <p:cNvGrpSpPr/>
          <p:nvPr/>
        </p:nvGrpSpPr>
        <p:grpSpPr>
          <a:xfrm rot="-9900030">
            <a:off x="667534" y="4625752"/>
            <a:ext cx="215932" cy="195605"/>
            <a:chOff x="1640475" y="1197075"/>
            <a:chExt cx="55475" cy="50250"/>
          </a:xfrm>
        </p:grpSpPr>
        <p:sp>
          <p:nvSpPr>
            <p:cNvPr id="187" name="Google Shape;187;p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 name="Google Shape;190;p7"/>
          <p:cNvGrpSpPr/>
          <p:nvPr/>
        </p:nvGrpSpPr>
        <p:grpSpPr>
          <a:xfrm rot="-5400000">
            <a:off x="8514555" y="2548984"/>
            <a:ext cx="244822" cy="221773"/>
            <a:chOff x="1640475" y="1197075"/>
            <a:chExt cx="55475" cy="50250"/>
          </a:xfrm>
        </p:grpSpPr>
        <p:sp>
          <p:nvSpPr>
            <p:cNvPr id="191" name="Google Shape;191;p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 name="Google Shape;194;p7"/>
          <p:cNvSpPr/>
          <p:nvPr/>
        </p:nvSpPr>
        <p:spPr>
          <a:xfrm rot="912813">
            <a:off x="8372080" y="228912"/>
            <a:ext cx="529792"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 name="Google Shape;195;p7"/>
          <p:cNvGrpSpPr/>
          <p:nvPr/>
        </p:nvGrpSpPr>
        <p:grpSpPr>
          <a:xfrm rot="-5400000">
            <a:off x="313974" y="982572"/>
            <a:ext cx="221772" cy="200884"/>
            <a:chOff x="1640475" y="1197075"/>
            <a:chExt cx="55475" cy="50250"/>
          </a:xfrm>
        </p:grpSpPr>
        <p:sp>
          <p:nvSpPr>
            <p:cNvPr id="196" name="Google Shape;196;p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 name="Google Shape;199;p7"/>
          <p:cNvSpPr/>
          <p:nvPr/>
        </p:nvSpPr>
        <p:spPr>
          <a:xfrm>
            <a:off x="8536325" y="4434061"/>
            <a:ext cx="609613" cy="95515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7"/>
          <p:cNvSpPr/>
          <p:nvPr/>
        </p:nvSpPr>
        <p:spPr>
          <a:xfrm rot="-807259">
            <a:off x="1440942" y="4787382"/>
            <a:ext cx="1060734" cy="248492"/>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7"/>
          <p:cNvSpPr txBox="1"/>
          <p:nvPr>
            <p:ph type="title"/>
          </p:nvPr>
        </p:nvSpPr>
        <p:spPr>
          <a:xfrm>
            <a:off x="3284000" y="759398"/>
            <a:ext cx="25764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02" name="Shape 202"/>
        <p:cNvGrpSpPr/>
        <p:nvPr/>
      </p:nvGrpSpPr>
      <p:grpSpPr>
        <a:xfrm>
          <a:off x="0" y="0"/>
          <a:ext cx="0" cy="0"/>
          <a:chOff x="0" y="0"/>
          <a:chExt cx="0" cy="0"/>
        </a:xfrm>
      </p:grpSpPr>
      <p:sp>
        <p:nvSpPr>
          <p:cNvPr id="203" name="Google Shape;203;p8"/>
          <p:cNvSpPr/>
          <p:nvPr/>
        </p:nvSpPr>
        <p:spPr>
          <a:xfrm>
            <a:off x="-42230" y="3467513"/>
            <a:ext cx="3634529" cy="1998485"/>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8"/>
          <p:cNvSpPr/>
          <p:nvPr/>
        </p:nvSpPr>
        <p:spPr>
          <a:xfrm>
            <a:off x="-288300" y="-384812"/>
            <a:ext cx="3133499" cy="2020960"/>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8"/>
          <p:cNvSpPr/>
          <p:nvPr/>
        </p:nvSpPr>
        <p:spPr>
          <a:xfrm>
            <a:off x="7304265" y="-384807"/>
            <a:ext cx="1985649" cy="2326869"/>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5568694" y="4237688"/>
            <a:ext cx="3721240" cy="1536322"/>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txBox="1"/>
          <p:nvPr>
            <p:ph type="title"/>
          </p:nvPr>
        </p:nvSpPr>
        <p:spPr>
          <a:xfrm>
            <a:off x="2756200" y="1967475"/>
            <a:ext cx="3631500" cy="1056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08" name="Google Shape;208;p8"/>
          <p:cNvGrpSpPr/>
          <p:nvPr/>
        </p:nvGrpSpPr>
        <p:grpSpPr>
          <a:xfrm rot="4517592">
            <a:off x="8550732" y="3940914"/>
            <a:ext cx="221771" cy="200883"/>
            <a:chOff x="1640475" y="1197075"/>
            <a:chExt cx="55475" cy="50250"/>
          </a:xfrm>
        </p:grpSpPr>
        <p:sp>
          <p:nvSpPr>
            <p:cNvPr id="209" name="Google Shape;209;p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 name="Google Shape;212;p8"/>
          <p:cNvGrpSpPr/>
          <p:nvPr/>
        </p:nvGrpSpPr>
        <p:grpSpPr>
          <a:xfrm rot="7199963">
            <a:off x="965918" y="4533021"/>
            <a:ext cx="215935" cy="195604"/>
            <a:chOff x="1640475" y="1197075"/>
            <a:chExt cx="55475" cy="50250"/>
          </a:xfrm>
        </p:grpSpPr>
        <p:sp>
          <p:nvSpPr>
            <p:cNvPr id="213" name="Google Shape;213;p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 name="Google Shape;216;p8"/>
          <p:cNvSpPr/>
          <p:nvPr/>
        </p:nvSpPr>
        <p:spPr>
          <a:xfrm rot="2368484">
            <a:off x="3584583" y="348032"/>
            <a:ext cx="529784"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 name="Google Shape;217;p8"/>
          <p:cNvGrpSpPr/>
          <p:nvPr/>
        </p:nvGrpSpPr>
        <p:grpSpPr>
          <a:xfrm rot="-9900000">
            <a:off x="1490015" y="185475"/>
            <a:ext cx="347165" cy="314462"/>
            <a:chOff x="1640475" y="1197075"/>
            <a:chExt cx="55475" cy="50250"/>
          </a:xfrm>
        </p:grpSpPr>
        <p:sp>
          <p:nvSpPr>
            <p:cNvPr id="218" name="Google Shape;218;p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8"/>
          <p:cNvGrpSpPr/>
          <p:nvPr/>
        </p:nvGrpSpPr>
        <p:grpSpPr>
          <a:xfrm rot="-9900030">
            <a:off x="7815634" y="527852"/>
            <a:ext cx="215932" cy="195605"/>
            <a:chOff x="1640475" y="1197075"/>
            <a:chExt cx="55475" cy="50250"/>
          </a:xfrm>
        </p:grpSpPr>
        <p:sp>
          <p:nvSpPr>
            <p:cNvPr id="222" name="Google Shape;222;p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 name="Google Shape;225;p8"/>
          <p:cNvSpPr/>
          <p:nvPr/>
        </p:nvSpPr>
        <p:spPr>
          <a:xfrm rot="-8289780">
            <a:off x="7855805" y="1479192"/>
            <a:ext cx="1153753" cy="844089"/>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rot="-120">
            <a:off x="8278108" y="4777486"/>
            <a:ext cx="529792" cy="12411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27" name="Shape 227"/>
        <p:cNvGrpSpPr/>
        <p:nvPr/>
      </p:nvGrpSpPr>
      <p:grpSpPr>
        <a:xfrm>
          <a:off x="0" y="0"/>
          <a:ext cx="0" cy="0"/>
          <a:chOff x="0" y="0"/>
          <a:chExt cx="0" cy="0"/>
        </a:xfrm>
      </p:grpSpPr>
      <p:sp>
        <p:nvSpPr>
          <p:cNvPr id="228" name="Google Shape;228;p9"/>
          <p:cNvSpPr/>
          <p:nvPr/>
        </p:nvSpPr>
        <p:spPr>
          <a:xfrm>
            <a:off x="6638737" y="-95375"/>
            <a:ext cx="2579952" cy="1264894"/>
          </a:xfrm>
          <a:custGeom>
            <a:rect b="b" l="l" r="r" t="t"/>
            <a:pathLst>
              <a:path extrusionOk="0" h="8220" w="16766">
                <a:moveTo>
                  <a:pt x="16619" y="0"/>
                </a:moveTo>
                <a:lnTo>
                  <a:pt x="1" y="306"/>
                </a:lnTo>
                <a:cubicBezTo>
                  <a:pt x="61" y="421"/>
                  <a:pt x="130" y="530"/>
                  <a:pt x="209" y="629"/>
                </a:cubicBezTo>
                <a:cubicBezTo>
                  <a:pt x="561" y="1077"/>
                  <a:pt x="1090" y="1341"/>
                  <a:pt x="1620" y="1341"/>
                </a:cubicBezTo>
                <a:cubicBezTo>
                  <a:pt x="1653" y="1341"/>
                  <a:pt x="1687" y="1340"/>
                  <a:pt x="1720" y="1338"/>
                </a:cubicBezTo>
                <a:cubicBezTo>
                  <a:pt x="2137" y="1311"/>
                  <a:pt x="2547" y="1128"/>
                  <a:pt x="2959" y="1128"/>
                </a:cubicBezTo>
                <a:cubicBezTo>
                  <a:pt x="3033" y="1128"/>
                  <a:pt x="3106" y="1133"/>
                  <a:pt x="3180" y="1147"/>
                </a:cubicBezTo>
                <a:cubicBezTo>
                  <a:pt x="3277" y="1165"/>
                  <a:pt x="3367" y="1194"/>
                  <a:pt x="3455" y="1233"/>
                </a:cubicBezTo>
                <a:cubicBezTo>
                  <a:pt x="3474" y="1242"/>
                  <a:pt x="3493" y="1250"/>
                  <a:pt x="3511" y="1261"/>
                </a:cubicBezTo>
                <a:lnTo>
                  <a:pt x="3512" y="1261"/>
                </a:lnTo>
                <a:cubicBezTo>
                  <a:pt x="4178" y="1599"/>
                  <a:pt x="4587" y="2502"/>
                  <a:pt x="5216" y="2997"/>
                </a:cubicBezTo>
                <a:cubicBezTo>
                  <a:pt x="5642" y="3331"/>
                  <a:pt x="6137" y="3458"/>
                  <a:pt x="6653" y="3458"/>
                </a:cubicBezTo>
                <a:cubicBezTo>
                  <a:pt x="7281" y="3458"/>
                  <a:pt x="7939" y="3268"/>
                  <a:pt x="8534" y="3032"/>
                </a:cubicBezTo>
                <a:cubicBezTo>
                  <a:pt x="9061" y="2823"/>
                  <a:pt x="9606" y="2582"/>
                  <a:pt x="10155" y="2582"/>
                </a:cubicBezTo>
                <a:cubicBezTo>
                  <a:pt x="10271" y="2582"/>
                  <a:pt x="10386" y="2593"/>
                  <a:pt x="10502" y="2617"/>
                </a:cubicBezTo>
                <a:cubicBezTo>
                  <a:pt x="11491" y="2819"/>
                  <a:pt x="12129" y="3901"/>
                  <a:pt x="12548" y="4929"/>
                </a:cubicBezTo>
                <a:cubicBezTo>
                  <a:pt x="12966" y="5958"/>
                  <a:pt x="13334" y="7102"/>
                  <a:pt x="14165" y="7742"/>
                </a:cubicBezTo>
                <a:cubicBezTo>
                  <a:pt x="14587" y="8068"/>
                  <a:pt x="15094" y="8220"/>
                  <a:pt x="15606" y="8220"/>
                </a:cubicBezTo>
                <a:cubicBezTo>
                  <a:pt x="16002" y="8220"/>
                  <a:pt x="16401" y="8129"/>
                  <a:pt x="16766" y="7956"/>
                </a:cubicBezTo>
                <a:lnTo>
                  <a:pt x="16619"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9"/>
          <p:cNvSpPr/>
          <p:nvPr/>
        </p:nvSpPr>
        <p:spPr>
          <a:xfrm>
            <a:off x="7429385" y="1585074"/>
            <a:ext cx="2205408" cy="4019192"/>
          </a:xfrm>
          <a:custGeom>
            <a:rect b="b" l="l" r="r" t="t"/>
            <a:pathLst>
              <a:path extrusionOk="0" h="26119" w="14332">
                <a:moveTo>
                  <a:pt x="12104" y="0"/>
                </a:moveTo>
                <a:cubicBezTo>
                  <a:pt x="11836" y="0"/>
                  <a:pt x="11579" y="100"/>
                  <a:pt x="11338" y="207"/>
                </a:cubicBezTo>
                <a:cubicBezTo>
                  <a:pt x="11049" y="335"/>
                  <a:pt x="10764" y="475"/>
                  <a:pt x="10478" y="610"/>
                </a:cubicBezTo>
                <a:cubicBezTo>
                  <a:pt x="9890" y="885"/>
                  <a:pt x="9294" y="1149"/>
                  <a:pt x="8713" y="1440"/>
                </a:cubicBezTo>
                <a:cubicBezTo>
                  <a:pt x="8495" y="1549"/>
                  <a:pt x="8298" y="1691"/>
                  <a:pt x="8201" y="1922"/>
                </a:cubicBezTo>
                <a:cubicBezTo>
                  <a:pt x="8095" y="2174"/>
                  <a:pt x="8110" y="2467"/>
                  <a:pt x="8106" y="2735"/>
                </a:cubicBezTo>
                <a:cubicBezTo>
                  <a:pt x="8097" y="3377"/>
                  <a:pt x="8121" y="4019"/>
                  <a:pt x="8176" y="4658"/>
                </a:cubicBezTo>
                <a:cubicBezTo>
                  <a:pt x="8228" y="5277"/>
                  <a:pt x="8331" y="5899"/>
                  <a:pt x="8283" y="6521"/>
                </a:cubicBezTo>
                <a:cubicBezTo>
                  <a:pt x="8242" y="7056"/>
                  <a:pt x="8055" y="7556"/>
                  <a:pt x="7761" y="8004"/>
                </a:cubicBezTo>
                <a:cubicBezTo>
                  <a:pt x="7173" y="8897"/>
                  <a:pt x="6276" y="9476"/>
                  <a:pt x="5434" y="10099"/>
                </a:cubicBezTo>
                <a:cubicBezTo>
                  <a:pt x="5008" y="10415"/>
                  <a:pt x="4600" y="10769"/>
                  <a:pt x="4338" y="11238"/>
                </a:cubicBezTo>
                <a:cubicBezTo>
                  <a:pt x="4078" y="11703"/>
                  <a:pt x="3973" y="12231"/>
                  <a:pt x="3932" y="12758"/>
                </a:cubicBezTo>
                <a:cubicBezTo>
                  <a:pt x="3854" y="13776"/>
                  <a:pt x="4023" y="14819"/>
                  <a:pt x="3717" y="15812"/>
                </a:cubicBezTo>
                <a:cubicBezTo>
                  <a:pt x="3574" y="16273"/>
                  <a:pt x="3319" y="16702"/>
                  <a:pt x="2917" y="16981"/>
                </a:cubicBezTo>
                <a:cubicBezTo>
                  <a:pt x="2489" y="17279"/>
                  <a:pt x="1977" y="17419"/>
                  <a:pt x="1536" y="17694"/>
                </a:cubicBezTo>
                <a:cubicBezTo>
                  <a:pt x="639" y="18252"/>
                  <a:pt x="327" y="19323"/>
                  <a:pt x="152" y="20304"/>
                </a:cubicBezTo>
                <a:cubicBezTo>
                  <a:pt x="48" y="20891"/>
                  <a:pt x="1" y="21500"/>
                  <a:pt x="140" y="22087"/>
                </a:cubicBezTo>
                <a:cubicBezTo>
                  <a:pt x="259" y="22589"/>
                  <a:pt x="523" y="23040"/>
                  <a:pt x="855" y="23429"/>
                </a:cubicBezTo>
                <a:cubicBezTo>
                  <a:pt x="1544" y="24236"/>
                  <a:pt x="3187" y="24329"/>
                  <a:pt x="3333" y="25366"/>
                </a:cubicBezTo>
                <a:cubicBezTo>
                  <a:pt x="3413" y="25937"/>
                  <a:pt x="4213" y="26116"/>
                  <a:pt x="4450" y="26116"/>
                </a:cubicBezTo>
                <a:cubicBezTo>
                  <a:pt x="4499" y="26116"/>
                  <a:pt x="4524" y="26108"/>
                  <a:pt x="4512" y="26094"/>
                </a:cubicBezTo>
                <a:lnTo>
                  <a:pt x="4512" y="26094"/>
                </a:lnTo>
                <a:cubicBezTo>
                  <a:pt x="5752" y="26098"/>
                  <a:pt x="6992" y="26103"/>
                  <a:pt x="8231" y="26108"/>
                </a:cubicBezTo>
                <a:cubicBezTo>
                  <a:pt x="8884" y="26110"/>
                  <a:pt x="9536" y="26113"/>
                  <a:pt x="10188" y="26115"/>
                </a:cubicBezTo>
                <a:cubicBezTo>
                  <a:pt x="10509" y="26116"/>
                  <a:pt x="10831" y="26117"/>
                  <a:pt x="11153" y="26118"/>
                </a:cubicBezTo>
                <a:cubicBezTo>
                  <a:pt x="11181" y="26118"/>
                  <a:pt x="11210" y="26118"/>
                  <a:pt x="11238" y="26118"/>
                </a:cubicBezTo>
                <a:cubicBezTo>
                  <a:pt x="11502" y="26118"/>
                  <a:pt x="11768" y="26112"/>
                  <a:pt x="12030" y="26066"/>
                </a:cubicBezTo>
                <a:cubicBezTo>
                  <a:pt x="12510" y="25980"/>
                  <a:pt x="12981" y="25708"/>
                  <a:pt x="13161" y="25232"/>
                </a:cubicBezTo>
                <a:cubicBezTo>
                  <a:pt x="13200" y="25130"/>
                  <a:pt x="13224" y="25017"/>
                  <a:pt x="13222" y="24907"/>
                </a:cubicBezTo>
                <a:cubicBezTo>
                  <a:pt x="13220" y="24778"/>
                  <a:pt x="13107" y="24687"/>
                  <a:pt x="13042" y="24582"/>
                </a:cubicBezTo>
                <a:cubicBezTo>
                  <a:pt x="12914" y="24378"/>
                  <a:pt x="12829" y="24154"/>
                  <a:pt x="12777" y="23918"/>
                </a:cubicBezTo>
                <a:cubicBezTo>
                  <a:pt x="12667" y="23424"/>
                  <a:pt x="12700" y="22903"/>
                  <a:pt x="12760" y="22402"/>
                </a:cubicBezTo>
                <a:cubicBezTo>
                  <a:pt x="12825" y="21856"/>
                  <a:pt x="12928" y="21313"/>
                  <a:pt x="12991" y="20766"/>
                </a:cubicBezTo>
                <a:cubicBezTo>
                  <a:pt x="13138" y="19498"/>
                  <a:pt x="13165" y="18220"/>
                  <a:pt x="13259" y="16947"/>
                </a:cubicBezTo>
                <a:cubicBezTo>
                  <a:pt x="13306" y="16306"/>
                  <a:pt x="13371" y="15667"/>
                  <a:pt x="13476" y="15033"/>
                </a:cubicBezTo>
                <a:cubicBezTo>
                  <a:pt x="13580" y="14418"/>
                  <a:pt x="13717" y="13809"/>
                  <a:pt x="13850" y="13199"/>
                </a:cubicBezTo>
                <a:cubicBezTo>
                  <a:pt x="14117" y="11977"/>
                  <a:pt x="14332" y="10761"/>
                  <a:pt x="14312" y="9506"/>
                </a:cubicBezTo>
                <a:cubicBezTo>
                  <a:pt x="14292" y="8213"/>
                  <a:pt x="14104" y="6931"/>
                  <a:pt x="14032" y="5641"/>
                </a:cubicBezTo>
                <a:cubicBezTo>
                  <a:pt x="13973" y="4552"/>
                  <a:pt x="14026" y="3448"/>
                  <a:pt x="13821" y="2371"/>
                </a:cubicBezTo>
                <a:cubicBezTo>
                  <a:pt x="13723" y="1854"/>
                  <a:pt x="13559" y="1346"/>
                  <a:pt x="13296" y="889"/>
                </a:cubicBezTo>
                <a:cubicBezTo>
                  <a:pt x="13046" y="456"/>
                  <a:pt x="12681" y="18"/>
                  <a:pt x="12141" y="1"/>
                </a:cubicBezTo>
                <a:cubicBezTo>
                  <a:pt x="12128" y="1"/>
                  <a:pt x="12116" y="0"/>
                  <a:pt x="12104"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9"/>
          <p:cNvSpPr/>
          <p:nvPr/>
        </p:nvSpPr>
        <p:spPr>
          <a:xfrm>
            <a:off x="-265362" y="3987346"/>
            <a:ext cx="2499473" cy="1921807"/>
          </a:xfrm>
          <a:custGeom>
            <a:rect b="b" l="l" r="r" t="t"/>
            <a:pathLst>
              <a:path extrusionOk="0" h="12489" w="16243">
                <a:moveTo>
                  <a:pt x="3844" y="0"/>
                </a:moveTo>
                <a:cubicBezTo>
                  <a:pt x="3285" y="0"/>
                  <a:pt x="2723" y="148"/>
                  <a:pt x="2228" y="400"/>
                </a:cubicBezTo>
                <a:cubicBezTo>
                  <a:pt x="1280" y="883"/>
                  <a:pt x="590" y="1767"/>
                  <a:pt x="156" y="2720"/>
                </a:cubicBezTo>
                <a:cubicBezTo>
                  <a:pt x="49" y="2956"/>
                  <a:pt x="1" y="3596"/>
                  <a:pt x="54" y="3596"/>
                </a:cubicBezTo>
                <a:cubicBezTo>
                  <a:pt x="57" y="3596"/>
                  <a:pt x="61" y="3593"/>
                  <a:pt x="66" y="3588"/>
                </a:cubicBezTo>
                <a:cubicBezTo>
                  <a:pt x="269" y="4868"/>
                  <a:pt x="1355" y="5759"/>
                  <a:pt x="2294" y="6557"/>
                </a:cubicBezTo>
                <a:cubicBezTo>
                  <a:pt x="3560" y="7632"/>
                  <a:pt x="4723" y="8824"/>
                  <a:pt x="5756" y="10126"/>
                </a:cubicBezTo>
                <a:cubicBezTo>
                  <a:pt x="6340" y="10862"/>
                  <a:pt x="6881" y="11633"/>
                  <a:pt x="7379" y="12430"/>
                </a:cubicBezTo>
                <a:cubicBezTo>
                  <a:pt x="7403" y="12468"/>
                  <a:pt x="7442" y="12488"/>
                  <a:pt x="7481" y="12488"/>
                </a:cubicBezTo>
                <a:cubicBezTo>
                  <a:pt x="7510" y="12488"/>
                  <a:pt x="7539" y="12478"/>
                  <a:pt x="7563" y="12456"/>
                </a:cubicBezTo>
                <a:cubicBezTo>
                  <a:pt x="9372" y="10767"/>
                  <a:pt x="11182" y="9079"/>
                  <a:pt x="12991" y="7391"/>
                </a:cubicBezTo>
                <a:cubicBezTo>
                  <a:pt x="13444" y="6969"/>
                  <a:pt x="13897" y="6547"/>
                  <a:pt x="14348" y="6125"/>
                </a:cubicBezTo>
                <a:cubicBezTo>
                  <a:pt x="14774" y="5728"/>
                  <a:pt x="15224" y="5346"/>
                  <a:pt x="15621" y="4920"/>
                </a:cubicBezTo>
                <a:cubicBezTo>
                  <a:pt x="15956" y="4561"/>
                  <a:pt x="16230" y="4130"/>
                  <a:pt x="16237" y="3625"/>
                </a:cubicBezTo>
                <a:cubicBezTo>
                  <a:pt x="16243" y="3173"/>
                  <a:pt x="16055" y="2737"/>
                  <a:pt x="15772" y="2393"/>
                </a:cubicBezTo>
                <a:cubicBezTo>
                  <a:pt x="15118" y="1597"/>
                  <a:pt x="13969" y="1326"/>
                  <a:pt x="12990" y="1230"/>
                </a:cubicBezTo>
                <a:cubicBezTo>
                  <a:pt x="12782" y="1209"/>
                  <a:pt x="12575" y="1199"/>
                  <a:pt x="12369" y="1199"/>
                </a:cubicBezTo>
                <a:cubicBezTo>
                  <a:pt x="11579" y="1199"/>
                  <a:pt x="10805" y="1344"/>
                  <a:pt x="10046" y="1589"/>
                </a:cubicBezTo>
                <a:cubicBezTo>
                  <a:pt x="9458" y="1779"/>
                  <a:pt x="8842" y="1996"/>
                  <a:pt x="8230" y="1996"/>
                </a:cubicBezTo>
                <a:cubicBezTo>
                  <a:pt x="7924" y="1996"/>
                  <a:pt x="7618" y="1942"/>
                  <a:pt x="7317" y="1801"/>
                </a:cubicBezTo>
                <a:cubicBezTo>
                  <a:pt x="6411" y="1378"/>
                  <a:pt x="5786" y="517"/>
                  <a:pt x="4835" y="170"/>
                </a:cubicBezTo>
                <a:cubicBezTo>
                  <a:pt x="4516" y="54"/>
                  <a:pt x="4181" y="0"/>
                  <a:pt x="3844"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9"/>
          <p:cNvSpPr/>
          <p:nvPr/>
        </p:nvSpPr>
        <p:spPr>
          <a:xfrm>
            <a:off x="-254591" y="-217300"/>
            <a:ext cx="1913498" cy="3721126"/>
          </a:xfrm>
          <a:custGeom>
            <a:rect b="b" l="l" r="r" t="t"/>
            <a:pathLst>
              <a:path extrusionOk="0" h="24182" w="12435">
                <a:moveTo>
                  <a:pt x="7995" y="0"/>
                </a:moveTo>
                <a:cubicBezTo>
                  <a:pt x="6753" y="0"/>
                  <a:pt x="5507" y="123"/>
                  <a:pt x="4282" y="305"/>
                </a:cubicBezTo>
                <a:cubicBezTo>
                  <a:pt x="3647" y="400"/>
                  <a:pt x="3014" y="509"/>
                  <a:pt x="2384" y="629"/>
                </a:cubicBezTo>
                <a:cubicBezTo>
                  <a:pt x="1767" y="745"/>
                  <a:pt x="1135" y="843"/>
                  <a:pt x="528" y="997"/>
                </a:cubicBezTo>
                <a:cubicBezTo>
                  <a:pt x="284" y="1059"/>
                  <a:pt x="86" y="1199"/>
                  <a:pt x="44" y="1438"/>
                </a:cubicBezTo>
                <a:cubicBezTo>
                  <a:pt x="1" y="1675"/>
                  <a:pt x="98" y="1906"/>
                  <a:pt x="177" y="2128"/>
                </a:cubicBezTo>
                <a:cubicBezTo>
                  <a:pt x="371" y="2674"/>
                  <a:pt x="529" y="3231"/>
                  <a:pt x="657" y="3795"/>
                </a:cubicBezTo>
                <a:cubicBezTo>
                  <a:pt x="1173" y="6076"/>
                  <a:pt x="1176" y="8421"/>
                  <a:pt x="1157" y="10740"/>
                </a:cubicBezTo>
                <a:cubicBezTo>
                  <a:pt x="1137" y="13166"/>
                  <a:pt x="1119" y="15594"/>
                  <a:pt x="956" y="18015"/>
                </a:cubicBezTo>
                <a:cubicBezTo>
                  <a:pt x="873" y="19227"/>
                  <a:pt x="754" y="20438"/>
                  <a:pt x="578" y="21641"/>
                </a:cubicBezTo>
                <a:cubicBezTo>
                  <a:pt x="533" y="21947"/>
                  <a:pt x="484" y="22253"/>
                  <a:pt x="431" y="22559"/>
                </a:cubicBezTo>
                <a:cubicBezTo>
                  <a:pt x="386" y="22822"/>
                  <a:pt x="322" y="23092"/>
                  <a:pt x="343" y="23359"/>
                </a:cubicBezTo>
                <a:cubicBezTo>
                  <a:pt x="374" y="23781"/>
                  <a:pt x="660" y="24173"/>
                  <a:pt x="1161" y="24181"/>
                </a:cubicBezTo>
                <a:cubicBezTo>
                  <a:pt x="1165" y="24181"/>
                  <a:pt x="1169" y="24181"/>
                  <a:pt x="1173" y="24181"/>
                </a:cubicBezTo>
                <a:cubicBezTo>
                  <a:pt x="1371" y="24181"/>
                  <a:pt x="1540" y="24099"/>
                  <a:pt x="1654" y="23951"/>
                </a:cubicBezTo>
                <a:cubicBezTo>
                  <a:pt x="1675" y="23925"/>
                  <a:pt x="1683" y="23898"/>
                  <a:pt x="1682" y="23874"/>
                </a:cubicBezTo>
                <a:lnTo>
                  <a:pt x="1682" y="23874"/>
                </a:lnTo>
                <a:cubicBezTo>
                  <a:pt x="1847" y="23898"/>
                  <a:pt x="2014" y="23909"/>
                  <a:pt x="2180" y="23909"/>
                </a:cubicBezTo>
                <a:cubicBezTo>
                  <a:pt x="2943" y="23909"/>
                  <a:pt x="3699" y="23667"/>
                  <a:pt x="4311" y="23242"/>
                </a:cubicBezTo>
                <a:cubicBezTo>
                  <a:pt x="4708" y="22966"/>
                  <a:pt x="5045" y="22616"/>
                  <a:pt x="5275" y="22211"/>
                </a:cubicBezTo>
                <a:cubicBezTo>
                  <a:pt x="5529" y="21761"/>
                  <a:pt x="5637" y="21258"/>
                  <a:pt x="5672" y="20756"/>
                </a:cubicBezTo>
                <a:cubicBezTo>
                  <a:pt x="5745" y="19694"/>
                  <a:pt x="5474" y="18600"/>
                  <a:pt x="5753" y="17552"/>
                </a:cubicBezTo>
                <a:cubicBezTo>
                  <a:pt x="5970" y="16734"/>
                  <a:pt x="6573" y="16141"/>
                  <a:pt x="7340" y="15710"/>
                </a:cubicBezTo>
                <a:cubicBezTo>
                  <a:pt x="8075" y="15296"/>
                  <a:pt x="8888" y="15018"/>
                  <a:pt x="9665" y="14682"/>
                </a:cubicBezTo>
                <a:cubicBezTo>
                  <a:pt x="10395" y="14367"/>
                  <a:pt x="11138" y="13992"/>
                  <a:pt x="11650" y="13407"/>
                </a:cubicBezTo>
                <a:cubicBezTo>
                  <a:pt x="12358" y="12597"/>
                  <a:pt x="12435" y="11553"/>
                  <a:pt x="12147" y="10578"/>
                </a:cubicBezTo>
                <a:cubicBezTo>
                  <a:pt x="11808" y="9430"/>
                  <a:pt x="11016" y="8461"/>
                  <a:pt x="10472" y="7396"/>
                </a:cubicBezTo>
                <a:cubicBezTo>
                  <a:pt x="9923" y="6314"/>
                  <a:pt x="9632" y="5096"/>
                  <a:pt x="9791" y="3904"/>
                </a:cubicBezTo>
                <a:cubicBezTo>
                  <a:pt x="9926" y="2896"/>
                  <a:pt x="10412" y="1909"/>
                  <a:pt x="11209" y="1194"/>
                </a:cubicBezTo>
                <a:cubicBezTo>
                  <a:pt x="11406" y="1016"/>
                  <a:pt x="11621" y="858"/>
                  <a:pt x="11854" y="718"/>
                </a:cubicBezTo>
                <a:cubicBezTo>
                  <a:pt x="11960" y="654"/>
                  <a:pt x="11944" y="503"/>
                  <a:pt x="11818" y="468"/>
                </a:cubicBezTo>
                <a:cubicBezTo>
                  <a:pt x="10568" y="132"/>
                  <a:pt x="9284" y="0"/>
                  <a:pt x="799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9"/>
          <p:cNvSpPr txBox="1"/>
          <p:nvPr>
            <p:ph type="title"/>
          </p:nvPr>
        </p:nvSpPr>
        <p:spPr>
          <a:xfrm>
            <a:off x="1080884" y="2182263"/>
            <a:ext cx="2984100" cy="6642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33" name="Google Shape;233;p9"/>
          <p:cNvSpPr txBox="1"/>
          <p:nvPr>
            <p:ph idx="1" type="body"/>
          </p:nvPr>
        </p:nvSpPr>
        <p:spPr>
          <a:xfrm>
            <a:off x="4739711" y="1770750"/>
            <a:ext cx="3540300" cy="1602000"/>
          </a:xfrm>
          <a:prstGeom prst="rect">
            <a:avLst/>
          </a:prstGeom>
        </p:spPr>
        <p:txBody>
          <a:bodyPr anchorCtr="0" anchor="ctr" bIns="91425" lIns="91425" spcFirstLastPara="1" rIns="91425" wrap="square" tIns="91425">
            <a:noAutofit/>
          </a:bodyPr>
          <a:lstStyle>
            <a:lvl1pPr indent="-304800" lvl="0" marL="457200" rtl="0" algn="ctr">
              <a:lnSpc>
                <a:spcPct val="100000"/>
              </a:lnSpc>
              <a:spcBef>
                <a:spcPts val="0"/>
              </a:spcBef>
              <a:spcAft>
                <a:spcPts val="0"/>
              </a:spcAft>
              <a:buSzPts val="1200"/>
              <a:buFont typeface="Raleway SemiBold"/>
              <a:buChar char="●"/>
              <a:defRPr sz="1800">
                <a:latin typeface="Raleway SemiBold"/>
                <a:ea typeface="Raleway SemiBold"/>
                <a:cs typeface="Raleway SemiBold"/>
                <a:sym typeface="Raleway SemiBold"/>
              </a:defRPr>
            </a:lvl1pPr>
            <a:lvl2pPr indent="-304800" lvl="1" marL="9144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2pPr>
            <a:lvl3pPr indent="-304800" lvl="2" marL="13716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3pPr>
            <a:lvl4pPr indent="-304800" lvl="3" marL="18288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4pPr>
            <a:lvl5pPr indent="-304800" lvl="4" marL="22860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5pPr>
            <a:lvl6pPr indent="-304800" lvl="5" marL="27432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6pPr>
            <a:lvl7pPr indent="-304800" lvl="6" marL="32004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7pPr>
            <a:lvl8pPr indent="-304800" lvl="7" marL="36576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8pPr>
            <a:lvl9pPr indent="-304800" lvl="8" marL="41148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9pPr>
          </a:lstStyle>
          <a:p/>
        </p:txBody>
      </p:sp>
      <p:sp>
        <p:nvSpPr>
          <p:cNvPr id="234" name="Google Shape;234;p9"/>
          <p:cNvSpPr txBox="1"/>
          <p:nvPr>
            <p:ph idx="2" type="title"/>
          </p:nvPr>
        </p:nvSpPr>
        <p:spPr>
          <a:xfrm>
            <a:off x="3387900" y="758952"/>
            <a:ext cx="23682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235" name="Google Shape;235;p9"/>
          <p:cNvGrpSpPr/>
          <p:nvPr/>
        </p:nvGrpSpPr>
        <p:grpSpPr>
          <a:xfrm rot="-6300012">
            <a:off x="8329017" y="3907657"/>
            <a:ext cx="221774" cy="200886"/>
            <a:chOff x="1640475" y="1197075"/>
            <a:chExt cx="55475" cy="50250"/>
          </a:xfrm>
        </p:grpSpPr>
        <p:sp>
          <p:nvSpPr>
            <p:cNvPr id="236" name="Google Shape;236;p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 name="Google Shape;239;p9"/>
          <p:cNvGrpSpPr/>
          <p:nvPr/>
        </p:nvGrpSpPr>
        <p:grpSpPr>
          <a:xfrm rot="-5936682">
            <a:off x="8631239" y="386219"/>
            <a:ext cx="215933" cy="195605"/>
            <a:chOff x="1640475" y="1197075"/>
            <a:chExt cx="55475" cy="50250"/>
          </a:xfrm>
        </p:grpSpPr>
        <p:sp>
          <p:nvSpPr>
            <p:cNvPr id="240" name="Google Shape;240;p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9"/>
          <p:cNvSpPr/>
          <p:nvPr/>
        </p:nvSpPr>
        <p:spPr>
          <a:xfrm rot="-597351">
            <a:off x="6767407" y="4790731"/>
            <a:ext cx="529781" cy="1241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 name="Google Shape;244;p9"/>
          <p:cNvGrpSpPr/>
          <p:nvPr/>
        </p:nvGrpSpPr>
        <p:grpSpPr>
          <a:xfrm rot="-4966591">
            <a:off x="1215563" y="428704"/>
            <a:ext cx="244639" cy="221602"/>
            <a:chOff x="1640475" y="1197075"/>
            <a:chExt cx="55475" cy="50250"/>
          </a:xfrm>
        </p:grpSpPr>
        <p:sp>
          <p:nvSpPr>
            <p:cNvPr id="245" name="Google Shape;245;p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9"/>
          <p:cNvGrpSpPr/>
          <p:nvPr/>
        </p:nvGrpSpPr>
        <p:grpSpPr>
          <a:xfrm rot="-5400136">
            <a:off x="1436469" y="4381433"/>
            <a:ext cx="420678" cy="381051"/>
            <a:chOff x="1640475" y="1197075"/>
            <a:chExt cx="55475" cy="50250"/>
          </a:xfrm>
        </p:grpSpPr>
        <p:sp>
          <p:nvSpPr>
            <p:cNvPr id="249" name="Google Shape;249;p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9"/>
          <p:cNvSpPr/>
          <p:nvPr/>
        </p:nvSpPr>
        <p:spPr>
          <a:xfrm flipH="1" rot="1865663">
            <a:off x="-99215" y="3419180"/>
            <a:ext cx="609603" cy="955142"/>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9"/>
          <p:cNvSpPr/>
          <p:nvPr/>
        </p:nvSpPr>
        <p:spPr>
          <a:xfrm rot="-3264252">
            <a:off x="255856" y="807468"/>
            <a:ext cx="529775"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54" name="Shape 254"/>
        <p:cNvGrpSpPr/>
        <p:nvPr/>
      </p:nvGrpSpPr>
      <p:grpSpPr>
        <a:xfrm>
          <a:off x="0" y="0"/>
          <a:ext cx="0" cy="0"/>
          <a:chOff x="0" y="0"/>
          <a:chExt cx="0" cy="0"/>
        </a:xfrm>
      </p:grpSpPr>
      <p:sp>
        <p:nvSpPr>
          <p:cNvPr id="255" name="Google Shape;255;p10"/>
          <p:cNvSpPr/>
          <p:nvPr>
            <p:ph idx="2" type="pic"/>
          </p:nvPr>
        </p:nvSpPr>
        <p:spPr>
          <a:xfrm>
            <a:off x="0" y="0"/>
            <a:ext cx="9144000" cy="5143500"/>
          </a:xfrm>
          <a:prstGeom prst="rect">
            <a:avLst/>
          </a:prstGeom>
          <a:noFill/>
          <a:ln>
            <a:noFill/>
          </a:ln>
        </p:spPr>
      </p:sp>
      <p:sp>
        <p:nvSpPr>
          <p:cNvPr id="256" name="Google Shape;256;p10"/>
          <p:cNvSpPr txBox="1"/>
          <p:nvPr>
            <p:ph type="title"/>
          </p:nvPr>
        </p:nvSpPr>
        <p:spPr>
          <a:xfrm>
            <a:off x="821675" y="3707975"/>
            <a:ext cx="2881200" cy="7239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257" name="Google Shape;257;p10"/>
          <p:cNvSpPr/>
          <p:nvPr/>
        </p:nvSpPr>
        <p:spPr>
          <a:xfrm>
            <a:off x="5777548" y="-948481"/>
            <a:ext cx="4112727" cy="2805948"/>
          </a:xfrm>
          <a:custGeom>
            <a:rect b="b" l="l" r="r" t="t"/>
            <a:pathLst>
              <a:path extrusionOk="0" h="113820" w="166828">
                <a:moveTo>
                  <a:pt x="37921" y="1"/>
                </a:moveTo>
                <a:cubicBezTo>
                  <a:pt x="36836" y="1"/>
                  <a:pt x="35541" y="330"/>
                  <a:pt x="34305" y="1407"/>
                </a:cubicBezTo>
                <a:cubicBezTo>
                  <a:pt x="23972" y="10416"/>
                  <a:pt x="8738" y="14467"/>
                  <a:pt x="4398" y="27982"/>
                </a:cubicBezTo>
                <a:cubicBezTo>
                  <a:pt x="0" y="41680"/>
                  <a:pt x="7520" y="58250"/>
                  <a:pt x="21045" y="63486"/>
                </a:cubicBezTo>
                <a:cubicBezTo>
                  <a:pt x="22997" y="64243"/>
                  <a:pt x="25102" y="64731"/>
                  <a:pt x="27186" y="64731"/>
                </a:cubicBezTo>
                <a:cubicBezTo>
                  <a:pt x="28926" y="64731"/>
                  <a:pt x="30652" y="64391"/>
                  <a:pt x="32263" y="63581"/>
                </a:cubicBezTo>
                <a:cubicBezTo>
                  <a:pt x="35432" y="61989"/>
                  <a:pt x="37547" y="59068"/>
                  <a:pt x="39281" y="56069"/>
                </a:cubicBezTo>
                <a:cubicBezTo>
                  <a:pt x="41088" y="52945"/>
                  <a:pt x="42569" y="49589"/>
                  <a:pt x="44777" y="46713"/>
                </a:cubicBezTo>
                <a:cubicBezTo>
                  <a:pt x="46806" y="44071"/>
                  <a:pt x="49700" y="42214"/>
                  <a:pt x="52852" y="41193"/>
                </a:cubicBezTo>
                <a:cubicBezTo>
                  <a:pt x="54502" y="40658"/>
                  <a:pt x="56271" y="40357"/>
                  <a:pt x="58033" y="40357"/>
                </a:cubicBezTo>
                <a:cubicBezTo>
                  <a:pt x="59582" y="40357"/>
                  <a:pt x="61125" y="40589"/>
                  <a:pt x="62577" y="41099"/>
                </a:cubicBezTo>
                <a:cubicBezTo>
                  <a:pt x="65894" y="42264"/>
                  <a:pt x="68169" y="44781"/>
                  <a:pt x="69461" y="48008"/>
                </a:cubicBezTo>
                <a:cubicBezTo>
                  <a:pt x="70920" y="51651"/>
                  <a:pt x="71214" y="55625"/>
                  <a:pt x="72500" y="59321"/>
                </a:cubicBezTo>
                <a:cubicBezTo>
                  <a:pt x="73761" y="62945"/>
                  <a:pt x="76246" y="66870"/>
                  <a:pt x="80098" y="68098"/>
                </a:cubicBezTo>
                <a:cubicBezTo>
                  <a:pt x="80924" y="68361"/>
                  <a:pt x="81738" y="68476"/>
                  <a:pt x="82539" y="68476"/>
                </a:cubicBezTo>
                <a:cubicBezTo>
                  <a:pt x="84915" y="68476"/>
                  <a:pt x="87181" y="67468"/>
                  <a:pt x="89338" y="66338"/>
                </a:cubicBezTo>
                <a:cubicBezTo>
                  <a:pt x="91372" y="65273"/>
                  <a:pt x="93666" y="63918"/>
                  <a:pt x="96008" y="63918"/>
                </a:cubicBezTo>
                <a:cubicBezTo>
                  <a:pt x="96706" y="63918"/>
                  <a:pt x="97408" y="64039"/>
                  <a:pt x="98109" y="64323"/>
                </a:cubicBezTo>
                <a:cubicBezTo>
                  <a:pt x="101824" y="65830"/>
                  <a:pt x="103218" y="70593"/>
                  <a:pt x="104170" y="74096"/>
                </a:cubicBezTo>
                <a:cubicBezTo>
                  <a:pt x="105294" y="78232"/>
                  <a:pt x="106341" y="82392"/>
                  <a:pt x="107639" y="86478"/>
                </a:cubicBezTo>
                <a:cubicBezTo>
                  <a:pt x="110173" y="94464"/>
                  <a:pt x="113842" y="102270"/>
                  <a:pt x="120376" y="107758"/>
                </a:cubicBezTo>
                <a:cubicBezTo>
                  <a:pt x="124773" y="111451"/>
                  <a:pt x="130232" y="113819"/>
                  <a:pt x="135852" y="113819"/>
                </a:cubicBezTo>
                <a:cubicBezTo>
                  <a:pt x="137764" y="113819"/>
                  <a:pt x="139695" y="113545"/>
                  <a:pt x="141609" y="112956"/>
                </a:cubicBezTo>
                <a:cubicBezTo>
                  <a:pt x="148075" y="110966"/>
                  <a:pt x="152915" y="105717"/>
                  <a:pt x="156292" y="100059"/>
                </a:cubicBezTo>
                <a:cubicBezTo>
                  <a:pt x="159974" y="93886"/>
                  <a:pt x="162303" y="87008"/>
                  <a:pt x="164024" y="80059"/>
                </a:cubicBezTo>
                <a:cubicBezTo>
                  <a:pt x="165781" y="72965"/>
                  <a:pt x="166828" y="65469"/>
                  <a:pt x="165704" y="58187"/>
                </a:cubicBezTo>
                <a:cubicBezTo>
                  <a:pt x="164530" y="50572"/>
                  <a:pt x="160681" y="43928"/>
                  <a:pt x="154464" y="39322"/>
                </a:cubicBezTo>
                <a:cubicBezTo>
                  <a:pt x="147232" y="33964"/>
                  <a:pt x="138199" y="31294"/>
                  <a:pt x="129697" y="28706"/>
                </a:cubicBezTo>
                <a:cubicBezTo>
                  <a:pt x="120365" y="25866"/>
                  <a:pt x="110897" y="23505"/>
                  <a:pt x="101432" y="21160"/>
                </a:cubicBezTo>
                <a:cubicBezTo>
                  <a:pt x="82523" y="16474"/>
                  <a:pt x="63390" y="11839"/>
                  <a:pt x="45718" y="3432"/>
                </a:cubicBezTo>
                <a:cubicBezTo>
                  <a:pt x="43955" y="2593"/>
                  <a:pt x="42210" y="1715"/>
                  <a:pt x="40486" y="799"/>
                </a:cubicBezTo>
                <a:cubicBezTo>
                  <a:pt x="40674" y="722"/>
                  <a:pt x="39528" y="1"/>
                  <a:pt x="37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58" name="Shape 258"/>
        <p:cNvGrpSpPr/>
        <p:nvPr/>
      </p:nvGrpSpPr>
      <p:grpSpPr>
        <a:xfrm>
          <a:off x="0" y="0"/>
          <a:ext cx="0" cy="0"/>
          <a:chOff x="0" y="0"/>
          <a:chExt cx="0" cy="0"/>
        </a:xfrm>
      </p:grpSpPr>
      <p:sp>
        <p:nvSpPr>
          <p:cNvPr id="259" name="Google Shape;259;p11"/>
          <p:cNvSpPr/>
          <p:nvPr/>
        </p:nvSpPr>
        <p:spPr>
          <a:xfrm rot="10800000">
            <a:off x="-157853" y="4139715"/>
            <a:ext cx="2673716" cy="1310885"/>
          </a:xfrm>
          <a:custGeom>
            <a:rect b="b" l="l" r="r" t="t"/>
            <a:pathLst>
              <a:path extrusionOk="0" h="8220" w="16766">
                <a:moveTo>
                  <a:pt x="16619" y="0"/>
                </a:moveTo>
                <a:lnTo>
                  <a:pt x="1" y="306"/>
                </a:lnTo>
                <a:cubicBezTo>
                  <a:pt x="61" y="421"/>
                  <a:pt x="130" y="530"/>
                  <a:pt x="209" y="629"/>
                </a:cubicBezTo>
                <a:cubicBezTo>
                  <a:pt x="561" y="1077"/>
                  <a:pt x="1090" y="1341"/>
                  <a:pt x="1620" y="1341"/>
                </a:cubicBezTo>
                <a:cubicBezTo>
                  <a:pt x="1653" y="1341"/>
                  <a:pt x="1687" y="1340"/>
                  <a:pt x="1720" y="1338"/>
                </a:cubicBezTo>
                <a:cubicBezTo>
                  <a:pt x="2137" y="1311"/>
                  <a:pt x="2547" y="1128"/>
                  <a:pt x="2959" y="1128"/>
                </a:cubicBezTo>
                <a:cubicBezTo>
                  <a:pt x="3033" y="1128"/>
                  <a:pt x="3106" y="1133"/>
                  <a:pt x="3180" y="1147"/>
                </a:cubicBezTo>
                <a:cubicBezTo>
                  <a:pt x="3277" y="1165"/>
                  <a:pt x="3367" y="1194"/>
                  <a:pt x="3455" y="1233"/>
                </a:cubicBezTo>
                <a:cubicBezTo>
                  <a:pt x="3474" y="1242"/>
                  <a:pt x="3493" y="1250"/>
                  <a:pt x="3511" y="1261"/>
                </a:cubicBezTo>
                <a:lnTo>
                  <a:pt x="3512" y="1261"/>
                </a:lnTo>
                <a:cubicBezTo>
                  <a:pt x="4178" y="1599"/>
                  <a:pt x="4587" y="2502"/>
                  <a:pt x="5216" y="2997"/>
                </a:cubicBezTo>
                <a:cubicBezTo>
                  <a:pt x="5642" y="3331"/>
                  <a:pt x="6137" y="3458"/>
                  <a:pt x="6653" y="3458"/>
                </a:cubicBezTo>
                <a:cubicBezTo>
                  <a:pt x="7281" y="3458"/>
                  <a:pt x="7939" y="3268"/>
                  <a:pt x="8534" y="3032"/>
                </a:cubicBezTo>
                <a:cubicBezTo>
                  <a:pt x="9061" y="2823"/>
                  <a:pt x="9606" y="2582"/>
                  <a:pt x="10155" y="2582"/>
                </a:cubicBezTo>
                <a:cubicBezTo>
                  <a:pt x="10271" y="2582"/>
                  <a:pt x="10386" y="2593"/>
                  <a:pt x="10502" y="2617"/>
                </a:cubicBezTo>
                <a:cubicBezTo>
                  <a:pt x="11491" y="2819"/>
                  <a:pt x="12129" y="3901"/>
                  <a:pt x="12548" y="4929"/>
                </a:cubicBezTo>
                <a:cubicBezTo>
                  <a:pt x="12966" y="5958"/>
                  <a:pt x="13334" y="7102"/>
                  <a:pt x="14165" y="7742"/>
                </a:cubicBezTo>
                <a:cubicBezTo>
                  <a:pt x="14587" y="8068"/>
                  <a:pt x="15094" y="8220"/>
                  <a:pt x="15606" y="8220"/>
                </a:cubicBezTo>
                <a:cubicBezTo>
                  <a:pt x="16002" y="8220"/>
                  <a:pt x="16401" y="8129"/>
                  <a:pt x="16766" y="7956"/>
                </a:cubicBezTo>
                <a:lnTo>
                  <a:pt x="16619"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1"/>
          <p:cNvSpPr/>
          <p:nvPr/>
        </p:nvSpPr>
        <p:spPr>
          <a:xfrm rot="10800000">
            <a:off x="-684513" y="-456871"/>
            <a:ext cx="2285560" cy="4165328"/>
          </a:xfrm>
          <a:custGeom>
            <a:rect b="b" l="l" r="r" t="t"/>
            <a:pathLst>
              <a:path extrusionOk="0" h="26119" w="14332">
                <a:moveTo>
                  <a:pt x="12104" y="0"/>
                </a:moveTo>
                <a:cubicBezTo>
                  <a:pt x="11836" y="0"/>
                  <a:pt x="11579" y="100"/>
                  <a:pt x="11338" y="207"/>
                </a:cubicBezTo>
                <a:cubicBezTo>
                  <a:pt x="11049" y="335"/>
                  <a:pt x="10764" y="475"/>
                  <a:pt x="10478" y="610"/>
                </a:cubicBezTo>
                <a:cubicBezTo>
                  <a:pt x="9890" y="885"/>
                  <a:pt x="9294" y="1149"/>
                  <a:pt x="8713" y="1440"/>
                </a:cubicBezTo>
                <a:cubicBezTo>
                  <a:pt x="8495" y="1549"/>
                  <a:pt x="8298" y="1691"/>
                  <a:pt x="8201" y="1922"/>
                </a:cubicBezTo>
                <a:cubicBezTo>
                  <a:pt x="8095" y="2174"/>
                  <a:pt x="8110" y="2467"/>
                  <a:pt x="8106" y="2735"/>
                </a:cubicBezTo>
                <a:cubicBezTo>
                  <a:pt x="8097" y="3377"/>
                  <a:pt x="8121" y="4019"/>
                  <a:pt x="8176" y="4658"/>
                </a:cubicBezTo>
                <a:cubicBezTo>
                  <a:pt x="8228" y="5277"/>
                  <a:pt x="8331" y="5899"/>
                  <a:pt x="8283" y="6521"/>
                </a:cubicBezTo>
                <a:cubicBezTo>
                  <a:pt x="8242" y="7056"/>
                  <a:pt x="8055" y="7556"/>
                  <a:pt x="7761" y="8004"/>
                </a:cubicBezTo>
                <a:cubicBezTo>
                  <a:pt x="7173" y="8897"/>
                  <a:pt x="6276" y="9476"/>
                  <a:pt x="5434" y="10099"/>
                </a:cubicBezTo>
                <a:cubicBezTo>
                  <a:pt x="5008" y="10415"/>
                  <a:pt x="4600" y="10769"/>
                  <a:pt x="4338" y="11238"/>
                </a:cubicBezTo>
                <a:cubicBezTo>
                  <a:pt x="4078" y="11703"/>
                  <a:pt x="3973" y="12231"/>
                  <a:pt x="3932" y="12758"/>
                </a:cubicBezTo>
                <a:cubicBezTo>
                  <a:pt x="3854" y="13776"/>
                  <a:pt x="4023" y="14819"/>
                  <a:pt x="3717" y="15812"/>
                </a:cubicBezTo>
                <a:cubicBezTo>
                  <a:pt x="3574" y="16273"/>
                  <a:pt x="3319" y="16702"/>
                  <a:pt x="2917" y="16981"/>
                </a:cubicBezTo>
                <a:cubicBezTo>
                  <a:pt x="2489" y="17279"/>
                  <a:pt x="1977" y="17419"/>
                  <a:pt x="1536" y="17694"/>
                </a:cubicBezTo>
                <a:cubicBezTo>
                  <a:pt x="639" y="18252"/>
                  <a:pt x="327" y="19323"/>
                  <a:pt x="152" y="20304"/>
                </a:cubicBezTo>
                <a:cubicBezTo>
                  <a:pt x="48" y="20891"/>
                  <a:pt x="1" y="21500"/>
                  <a:pt x="140" y="22087"/>
                </a:cubicBezTo>
                <a:cubicBezTo>
                  <a:pt x="259" y="22589"/>
                  <a:pt x="523" y="23040"/>
                  <a:pt x="855" y="23429"/>
                </a:cubicBezTo>
                <a:cubicBezTo>
                  <a:pt x="1544" y="24236"/>
                  <a:pt x="3187" y="24329"/>
                  <a:pt x="3333" y="25366"/>
                </a:cubicBezTo>
                <a:cubicBezTo>
                  <a:pt x="3413" y="25937"/>
                  <a:pt x="4213" y="26116"/>
                  <a:pt x="4450" y="26116"/>
                </a:cubicBezTo>
                <a:cubicBezTo>
                  <a:pt x="4499" y="26116"/>
                  <a:pt x="4524" y="26108"/>
                  <a:pt x="4512" y="26094"/>
                </a:cubicBezTo>
                <a:lnTo>
                  <a:pt x="4512" y="26094"/>
                </a:lnTo>
                <a:cubicBezTo>
                  <a:pt x="5752" y="26098"/>
                  <a:pt x="6992" y="26103"/>
                  <a:pt x="8231" y="26108"/>
                </a:cubicBezTo>
                <a:cubicBezTo>
                  <a:pt x="8884" y="26110"/>
                  <a:pt x="9536" y="26113"/>
                  <a:pt x="10188" y="26115"/>
                </a:cubicBezTo>
                <a:cubicBezTo>
                  <a:pt x="10509" y="26116"/>
                  <a:pt x="10831" y="26117"/>
                  <a:pt x="11153" y="26118"/>
                </a:cubicBezTo>
                <a:cubicBezTo>
                  <a:pt x="11181" y="26118"/>
                  <a:pt x="11210" y="26118"/>
                  <a:pt x="11238" y="26118"/>
                </a:cubicBezTo>
                <a:cubicBezTo>
                  <a:pt x="11502" y="26118"/>
                  <a:pt x="11768" y="26112"/>
                  <a:pt x="12030" y="26066"/>
                </a:cubicBezTo>
                <a:cubicBezTo>
                  <a:pt x="12510" y="25980"/>
                  <a:pt x="12981" y="25708"/>
                  <a:pt x="13161" y="25232"/>
                </a:cubicBezTo>
                <a:cubicBezTo>
                  <a:pt x="13200" y="25130"/>
                  <a:pt x="13224" y="25017"/>
                  <a:pt x="13222" y="24907"/>
                </a:cubicBezTo>
                <a:cubicBezTo>
                  <a:pt x="13220" y="24778"/>
                  <a:pt x="13107" y="24687"/>
                  <a:pt x="13042" y="24582"/>
                </a:cubicBezTo>
                <a:cubicBezTo>
                  <a:pt x="12914" y="24378"/>
                  <a:pt x="12829" y="24154"/>
                  <a:pt x="12777" y="23918"/>
                </a:cubicBezTo>
                <a:cubicBezTo>
                  <a:pt x="12667" y="23424"/>
                  <a:pt x="12700" y="22903"/>
                  <a:pt x="12760" y="22402"/>
                </a:cubicBezTo>
                <a:cubicBezTo>
                  <a:pt x="12825" y="21856"/>
                  <a:pt x="12928" y="21313"/>
                  <a:pt x="12991" y="20766"/>
                </a:cubicBezTo>
                <a:cubicBezTo>
                  <a:pt x="13138" y="19498"/>
                  <a:pt x="13165" y="18220"/>
                  <a:pt x="13259" y="16947"/>
                </a:cubicBezTo>
                <a:cubicBezTo>
                  <a:pt x="13306" y="16306"/>
                  <a:pt x="13371" y="15667"/>
                  <a:pt x="13476" y="15033"/>
                </a:cubicBezTo>
                <a:cubicBezTo>
                  <a:pt x="13580" y="14418"/>
                  <a:pt x="13717" y="13809"/>
                  <a:pt x="13850" y="13199"/>
                </a:cubicBezTo>
                <a:cubicBezTo>
                  <a:pt x="14117" y="11977"/>
                  <a:pt x="14332" y="10761"/>
                  <a:pt x="14312" y="9506"/>
                </a:cubicBezTo>
                <a:cubicBezTo>
                  <a:pt x="14292" y="8213"/>
                  <a:pt x="14104" y="6931"/>
                  <a:pt x="14032" y="5641"/>
                </a:cubicBezTo>
                <a:cubicBezTo>
                  <a:pt x="13973" y="4552"/>
                  <a:pt x="14026" y="3448"/>
                  <a:pt x="13821" y="2371"/>
                </a:cubicBezTo>
                <a:cubicBezTo>
                  <a:pt x="13723" y="1854"/>
                  <a:pt x="13559" y="1346"/>
                  <a:pt x="13296" y="889"/>
                </a:cubicBezTo>
                <a:cubicBezTo>
                  <a:pt x="13046" y="456"/>
                  <a:pt x="12681" y="18"/>
                  <a:pt x="12141" y="1"/>
                </a:cubicBezTo>
                <a:cubicBezTo>
                  <a:pt x="12128" y="1"/>
                  <a:pt x="12116" y="0"/>
                  <a:pt x="12104"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1"/>
          <p:cNvSpPr/>
          <p:nvPr/>
        </p:nvSpPr>
        <p:spPr>
          <a:xfrm rot="10800000">
            <a:off x="6791989" y="-953560"/>
            <a:ext cx="2590312" cy="1991683"/>
          </a:xfrm>
          <a:custGeom>
            <a:rect b="b" l="l" r="r" t="t"/>
            <a:pathLst>
              <a:path extrusionOk="0" h="12489" w="16243">
                <a:moveTo>
                  <a:pt x="3844" y="0"/>
                </a:moveTo>
                <a:cubicBezTo>
                  <a:pt x="3285" y="0"/>
                  <a:pt x="2723" y="148"/>
                  <a:pt x="2228" y="400"/>
                </a:cubicBezTo>
                <a:cubicBezTo>
                  <a:pt x="1280" y="883"/>
                  <a:pt x="590" y="1767"/>
                  <a:pt x="156" y="2720"/>
                </a:cubicBezTo>
                <a:cubicBezTo>
                  <a:pt x="49" y="2956"/>
                  <a:pt x="1" y="3596"/>
                  <a:pt x="54" y="3596"/>
                </a:cubicBezTo>
                <a:cubicBezTo>
                  <a:pt x="57" y="3596"/>
                  <a:pt x="61" y="3593"/>
                  <a:pt x="66" y="3588"/>
                </a:cubicBezTo>
                <a:cubicBezTo>
                  <a:pt x="269" y="4868"/>
                  <a:pt x="1355" y="5759"/>
                  <a:pt x="2294" y="6557"/>
                </a:cubicBezTo>
                <a:cubicBezTo>
                  <a:pt x="3560" y="7632"/>
                  <a:pt x="4723" y="8824"/>
                  <a:pt x="5756" y="10126"/>
                </a:cubicBezTo>
                <a:cubicBezTo>
                  <a:pt x="6340" y="10862"/>
                  <a:pt x="6881" y="11633"/>
                  <a:pt x="7379" y="12430"/>
                </a:cubicBezTo>
                <a:cubicBezTo>
                  <a:pt x="7403" y="12468"/>
                  <a:pt x="7442" y="12488"/>
                  <a:pt x="7481" y="12488"/>
                </a:cubicBezTo>
                <a:cubicBezTo>
                  <a:pt x="7510" y="12488"/>
                  <a:pt x="7539" y="12478"/>
                  <a:pt x="7563" y="12456"/>
                </a:cubicBezTo>
                <a:cubicBezTo>
                  <a:pt x="9372" y="10767"/>
                  <a:pt x="11182" y="9079"/>
                  <a:pt x="12991" y="7391"/>
                </a:cubicBezTo>
                <a:cubicBezTo>
                  <a:pt x="13444" y="6969"/>
                  <a:pt x="13897" y="6547"/>
                  <a:pt x="14348" y="6125"/>
                </a:cubicBezTo>
                <a:cubicBezTo>
                  <a:pt x="14774" y="5728"/>
                  <a:pt x="15224" y="5346"/>
                  <a:pt x="15621" y="4920"/>
                </a:cubicBezTo>
                <a:cubicBezTo>
                  <a:pt x="15956" y="4561"/>
                  <a:pt x="16230" y="4130"/>
                  <a:pt x="16237" y="3625"/>
                </a:cubicBezTo>
                <a:cubicBezTo>
                  <a:pt x="16243" y="3173"/>
                  <a:pt x="16055" y="2737"/>
                  <a:pt x="15772" y="2393"/>
                </a:cubicBezTo>
                <a:cubicBezTo>
                  <a:pt x="15118" y="1597"/>
                  <a:pt x="13969" y="1326"/>
                  <a:pt x="12990" y="1230"/>
                </a:cubicBezTo>
                <a:cubicBezTo>
                  <a:pt x="12782" y="1209"/>
                  <a:pt x="12575" y="1199"/>
                  <a:pt x="12369" y="1199"/>
                </a:cubicBezTo>
                <a:cubicBezTo>
                  <a:pt x="11579" y="1199"/>
                  <a:pt x="10805" y="1344"/>
                  <a:pt x="10046" y="1589"/>
                </a:cubicBezTo>
                <a:cubicBezTo>
                  <a:pt x="9458" y="1779"/>
                  <a:pt x="8842" y="1996"/>
                  <a:pt x="8230" y="1996"/>
                </a:cubicBezTo>
                <a:cubicBezTo>
                  <a:pt x="7924" y="1996"/>
                  <a:pt x="7618" y="1942"/>
                  <a:pt x="7317" y="1801"/>
                </a:cubicBezTo>
                <a:cubicBezTo>
                  <a:pt x="6411" y="1378"/>
                  <a:pt x="5786" y="517"/>
                  <a:pt x="4835" y="170"/>
                </a:cubicBezTo>
                <a:cubicBezTo>
                  <a:pt x="4516" y="54"/>
                  <a:pt x="4181" y="0"/>
                  <a:pt x="3844"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1"/>
          <p:cNvSpPr/>
          <p:nvPr/>
        </p:nvSpPr>
        <p:spPr>
          <a:xfrm rot="10800000">
            <a:off x="7388097" y="1594175"/>
            <a:ext cx="1983041" cy="3856424"/>
          </a:xfrm>
          <a:custGeom>
            <a:rect b="b" l="l" r="r" t="t"/>
            <a:pathLst>
              <a:path extrusionOk="0" h="24182" w="12435">
                <a:moveTo>
                  <a:pt x="7995" y="0"/>
                </a:moveTo>
                <a:cubicBezTo>
                  <a:pt x="6753" y="0"/>
                  <a:pt x="5507" y="123"/>
                  <a:pt x="4282" y="305"/>
                </a:cubicBezTo>
                <a:cubicBezTo>
                  <a:pt x="3647" y="400"/>
                  <a:pt x="3014" y="509"/>
                  <a:pt x="2384" y="629"/>
                </a:cubicBezTo>
                <a:cubicBezTo>
                  <a:pt x="1767" y="745"/>
                  <a:pt x="1135" y="843"/>
                  <a:pt x="528" y="997"/>
                </a:cubicBezTo>
                <a:cubicBezTo>
                  <a:pt x="284" y="1059"/>
                  <a:pt x="86" y="1199"/>
                  <a:pt x="44" y="1438"/>
                </a:cubicBezTo>
                <a:cubicBezTo>
                  <a:pt x="1" y="1675"/>
                  <a:pt x="98" y="1906"/>
                  <a:pt x="177" y="2128"/>
                </a:cubicBezTo>
                <a:cubicBezTo>
                  <a:pt x="371" y="2674"/>
                  <a:pt x="529" y="3231"/>
                  <a:pt x="657" y="3795"/>
                </a:cubicBezTo>
                <a:cubicBezTo>
                  <a:pt x="1173" y="6076"/>
                  <a:pt x="1176" y="8421"/>
                  <a:pt x="1157" y="10740"/>
                </a:cubicBezTo>
                <a:cubicBezTo>
                  <a:pt x="1137" y="13166"/>
                  <a:pt x="1119" y="15594"/>
                  <a:pt x="956" y="18015"/>
                </a:cubicBezTo>
                <a:cubicBezTo>
                  <a:pt x="873" y="19227"/>
                  <a:pt x="754" y="20438"/>
                  <a:pt x="578" y="21641"/>
                </a:cubicBezTo>
                <a:cubicBezTo>
                  <a:pt x="533" y="21947"/>
                  <a:pt x="484" y="22253"/>
                  <a:pt x="431" y="22559"/>
                </a:cubicBezTo>
                <a:cubicBezTo>
                  <a:pt x="386" y="22822"/>
                  <a:pt x="322" y="23092"/>
                  <a:pt x="343" y="23359"/>
                </a:cubicBezTo>
                <a:cubicBezTo>
                  <a:pt x="374" y="23781"/>
                  <a:pt x="660" y="24173"/>
                  <a:pt x="1161" y="24181"/>
                </a:cubicBezTo>
                <a:cubicBezTo>
                  <a:pt x="1165" y="24181"/>
                  <a:pt x="1169" y="24181"/>
                  <a:pt x="1173" y="24181"/>
                </a:cubicBezTo>
                <a:cubicBezTo>
                  <a:pt x="1371" y="24181"/>
                  <a:pt x="1540" y="24099"/>
                  <a:pt x="1654" y="23951"/>
                </a:cubicBezTo>
                <a:cubicBezTo>
                  <a:pt x="1675" y="23925"/>
                  <a:pt x="1683" y="23898"/>
                  <a:pt x="1682" y="23874"/>
                </a:cubicBezTo>
                <a:lnTo>
                  <a:pt x="1682" y="23874"/>
                </a:lnTo>
                <a:cubicBezTo>
                  <a:pt x="1847" y="23898"/>
                  <a:pt x="2014" y="23909"/>
                  <a:pt x="2180" y="23909"/>
                </a:cubicBezTo>
                <a:cubicBezTo>
                  <a:pt x="2943" y="23909"/>
                  <a:pt x="3699" y="23667"/>
                  <a:pt x="4311" y="23242"/>
                </a:cubicBezTo>
                <a:cubicBezTo>
                  <a:pt x="4708" y="22966"/>
                  <a:pt x="5045" y="22616"/>
                  <a:pt x="5275" y="22211"/>
                </a:cubicBezTo>
                <a:cubicBezTo>
                  <a:pt x="5529" y="21761"/>
                  <a:pt x="5637" y="21258"/>
                  <a:pt x="5672" y="20756"/>
                </a:cubicBezTo>
                <a:cubicBezTo>
                  <a:pt x="5745" y="19694"/>
                  <a:pt x="5474" y="18600"/>
                  <a:pt x="5753" y="17552"/>
                </a:cubicBezTo>
                <a:cubicBezTo>
                  <a:pt x="5970" y="16734"/>
                  <a:pt x="6573" y="16141"/>
                  <a:pt x="7340" y="15710"/>
                </a:cubicBezTo>
                <a:cubicBezTo>
                  <a:pt x="8075" y="15296"/>
                  <a:pt x="8888" y="15018"/>
                  <a:pt x="9665" y="14682"/>
                </a:cubicBezTo>
                <a:cubicBezTo>
                  <a:pt x="10395" y="14367"/>
                  <a:pt x="11138" y="13992"/>
                  <a:pt x="11650" y="13407"/>
                </a:cubicBezTo>
                <a:cubicBezTo>
                  <a:pt x="12358" y="12597"/>
                  <a:pt x="12435" y="11553"/>
                  <a:pt x="12147" y="10578"/>
                </a:cubicBezTo>
                <a:cubicBezTo>
                  <a:pt x="11808" y="9430"/>
                  <a:pt x="11016" y="8461"/>
                  <a:pt x="10472" y="7396"/>
                </a:cubicBezTo>
                <a:cubicBezTo>
                  <a:pt x="9923" y="6314"/>
                  <a:pt x="9632" y="5096"/>
                  <a:pt x="9791" y="3904"/>
                </a:cubicBezTo>
                <a:cubicBezTo>
                  <a:pt x="9926" y="2896"/>
                  <a:pt x="10412" y="1909"/>
                  <a:pt x="11209" y="1194"/>
                </a:cubicBezTo>
                <a:cubicBezTo>
                  <a:pt x="11406" y="1016"/>
                  <a:pt x="11621" y="858"/>
                  <a:pt x="11854" y="718"/>
                </a:cubicBezTo>
                <a:cubicBezTo>
                  <a:pt x="11960" y="654"/>
                  <a:pt x="11944" y="503"/>
                  <a:pt x="11818" y="468"/>
                </a:cubicBezTo>
                <a:cubicBezTo>
                  <a:pt x="10568" y="132"/>
                  <a:pt x="9284" y="0"/>
                  <a:pt x="799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1"/>
          <p:cNvSpPr txBox="1"/>
          <p:nvPr>
            <p:ph hasCustomPrompt="1" type="title"/>
          </p:nvPr>
        </p:nvSpPr>
        <p:spPr>
          <a:xfrm>
            <a:off x="3196100" y="1106125"/>
            <a:ext cx="27519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solidFill>
                  <a:schemeClr val="dk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64" name="Google Shape;264;p11"/>
          <p:cNvSpPr txBox="1"/>
          <p:nvPr>
            <p:ph idx="2" type="title"/>
          </p:nvPr>
        </p:nvSpPr>
        <p:spPr>
          <a:xfrm>
            <a:off x="2835100" y="3533700"/>
            <a:ext cx="34740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265" name="Google Shape;265;p11"/>
          <p:cNvGrpSpPr/>
          <p:nvPr/>
        </p:nvGrpSpPr>
        <p:grpSpPr>
          <a:xfrm rot="4499945">
            <a:off x="238776" y="4505523"/>
            <a:ext cx="215934" cy="195605"/>
            <a:chOff x="1640475" y="1197075"/>
            <a:chExt cx="55475" cy="50250"/>
          </a:xfrm>
        </p:grpSpPr>
        <p:sp>
          <p:nvSpPr>
            <p:cNvPr id="266" name="Google Shape;266;p1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 name="Google Shape;269;p11"/>
          <p:cNvGrpSpPr/>
          <p:nvPr/>
        </p:nvGrpSpPr>
        <p:grpSpPr>
          <a:xfrm rot="5627155">
            <a:off x="558570" y="1047404"/>
            <a:ext cx="267257" cy="242085"/>
            <a:chOff x="1640475" y="1197075"/>
            <a:chExt cx="55475" cy="50250"/>
          </a:xfrm>
        </p:grpSpPr>
        <p:sp>
          <p:nvSpPr>
            <p:cNvPr id="270" name="Google Shape;270;p1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1"/>
          <p:cNvSpPr/>
          <p:nvPr/>
        </p:nvSpPr>
        <p:spPr>
          <a:xfrm flipH="1" rot="9000107">
            <a:off x="1795856" y="321729"/>
            <a:ext cx="615242" cy="14412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1"/>
          <p:cNvSpPr/>
          <p:nvPr/>
        </p:nvSpPr>
        <p:spPr>
          <a:xfrm flipH="1" rot="5400117">
            <a:off x="8313434" y="4440398"/>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 name="Google Shape;275;p11"/>
          <p:cNvGrpSpPr/>
          <p:nvPr/>
        </p:nvGrpSpPr>
        <p:grpSpPr>
          <a:xfrm rot="6300044">
            <a:off x="7574076" y="4480872"/>
            <a:ext cx="228603" cy="207086"/>
            <a:chOff x="1640475" y="1197075"/>
            <a:chExt cx="55475" cy="50250"/>
          </a:xfrm>
        </p:grpSpPr>
        <p:sp>
          <p:nvSpPr>
            <p:cNvPr id="276" name="Google Shape;276;p1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 name="Google Shape;279;p11"/>
          <p:cNvSpPr/>
          <p:nvPr/>
        </p:nvSpPr>
        <p:spPr>
          <a:xfrm rot="-1919016">
            <a:off x="8596771" y="46344"/>
            <a:ext cx="809521" cy="1268426"/>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80" name="Shape 28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281" name="Shape 281"/>
        <p:cNvGrpSpPr/>
        <p:nvPr/>
      </p:nvGrpSpPr>
      <p:grpSpPr>
        <a:xfrm>
          <a:off x="0" y="0"/>
          <a:ext cx="0" cy="0"/>
          <a:chOff x="0" y="0"/>
          <a:chExt cx="0" cy="0"/>
        </a:xfrm>
      </p:grpSpPr>
      <p:sp>
        <p:nvSpPr>
          <p:cNvPr id="282" name="Google Shape;282;p13"/>
          <p:cNvSpPr/>
          <p:nvPr/>
        </p:nvSpPr>
        <p:spPr>
          <a:xfrm>
            <a:off x="5203188" y="3304363"/>
            <a:ext cx="4205930" cy="2291529"/>
          </a:xfrm>
          <a:custGeom>
            <a:rect b="b" l="l" r="r" t="t"/>
            <a:pathLst>
              <a:path extrusionOk="0" h="14261" w="26175">
                <a:moveTo>
                  <a:pt x="21312" y="0"/>
                </a:moveTo>
                <a:cubicBezTo>
                  <a:pt x="20977" y="0"/>
                  <a:pt x="20642" y="41"/>
                  <a:pt x="20313" y="99"/>
                </a:cubicBezTo>
                <a:cubicBezTo>
                  <a:pt x="19331" y="273"/>
                  <a:pt x="18260" y="586"/>
                  <a:pt x="17702" y="1484"/>
                </a:cubicBezTo>
                <a:cubicBezTo>
                  <a:pt x="17428" y="1925"/>
                  <a:pt x="17287" y="2436"/>
                  <a:pt x="16990" y="2864"/>
                </a:cubicBezTo>
                <a:cubicBezTo>
                  <a:pt x="16710" y="3266"/>
                  <a:pt x="16282" y="3522"/>
                  <a:pt x="15821" y="3664"/>
                </a:cubicBezTo>
                <a:cubicBezTo>
                  <a:pt x="15261" y="3837"/>
                  <a:pt x="14685" y="3858"/>
                  <a:pt x="14107" y="3858"/>
                </a:cubicBezTo>
                <a:cubicBezTo>
                  <a:pt x="13914" y="3858"/>
                  <a:pt x="13720" y="3856"/>
                  <a:pt x="13527" y="3856"/>
                </a:cubicBezTo>
                <a:cubicBezTo>
                  <a:pt x="13273" y="3856"/>
                  <a:pt x="13019" y="3860"/>
                  <a:pt x="12766" y="3880"/>
                </a:cubicBezTo>
                <a:cubicBezTo>
                  <a:pt x="12240" y="3921"/>
                  <a:pt x="11711" y="4025"/>
                  <a:pt x="11246" y="4285"/>
                </a:cubicBezTo>
                <a:cubicBezTo>
                  <a:pt x="10777" y="4547"/>
                  <a:pt x="10423" y="4956"/>
                  <a:pt x="10107" y="5381"/>
                </a:cubicBezTo>
                <a:cubicBezTo>
                  <a:pt x="9484" y="6224"/>
                  <a:pt x="8906" y="7121"/>
                  <a:pt x="8012" y="7708"/>
                </a:cubicBezTo>
                <a:cubicBezTo>
                  <a:pt x="7566" y="8003"/>
                  <a:pt x="7065" y="8190"/>
                  <a:pt x="6530" y="8231"/>
                </a:cubicBezTo>
                <a:cubicBezTo>
                  <a:pt x="6418" y="8239"/>
                  <a:pt x="6306" y="8243"/>
                  <a:pt x="6194" y="8243"/>
                </a:cubicBezTo>
                <a:cubicBezTo>
                  <a:pt x="5684" y="8243"/>
                  <a:pt x="5174" y="8166"/>
                  <a:pt x="4666" y="8122"/>
                </a:cubicBezTo>
                <a:cubicBezTo>
                  <a:pt x="4112" y="8075"/>
                  <a:pt x="3557" y="8052"/>
                  <a:pt x="3001" y="8052"/>
                </a:cubicBezTo>
                <a:cubicBezTo>
                  <a:pt x="2916" y="8052"/>
                  <a:pt x="2830" y="8052"/>
                  <a:pt x="2744" y="8054"/>
                </a:cubicBezTo>
                <a:cubicBezTo>
                  <a:pt x="2475" y="8057"/>
                  <a:pt x="2183" y="8043"/>
                  <a:pt x="1931" y="8148"/>
                </a:cubicBezTo>
                <a:cubicBezTo>
                  <a:pt x="1700" y="8244"/>
                  <a:pt x="1557" y="8443"/>
                  <a:pt x="1448" y="8660"/>
                </a:cubicBezTo>
                <a:cubicBezTo>
                  <a:pt x="1157" y="9242"/>
                  <a:pt x="895" y="9837"/>
                  <a:pt x="618" y="10425"/>
                </a:cubicBezTo>
                <a:cubicBezTo>
                  <a:pt x="483" y="10711"/>
                  <a:pt x="344" y="10996"/>
                  <a:pt x="215" y="11284"/>
                </a:cubicBezTo>
                <a:cubicBezTo>
                  <a:pt x="103" y="11537"/>
                  <a:pt x="1" y="11806"/>
                  <a:pt x="9" y="12087"/>
                </a:cubicBezTo>
                <a:cubicBezTo>
                  <a:pt x="26" y="12628"/>
                  <a:pt x="464" y="12993"/>
                  <a:pt x="898" y="13242"/>
                </a:cubicBezTo>
                <a:cubicBezTo>
                  <a:pt x="1355" y="13506"/>
                  <a:pt x="1863" y="13671"/>
                  <a:pt x="2379" y="13769"/>
                </a:cubicBezTo>
                <a:cubicBezTo>
                  <a:pt x="3456" y="13974"/>
                  <a:pt x="4560" y="13920"/>
                  <a:pt x="5650" y="13980"/>
                </a:cubicBezTo>
                <a:cubicBezTo>
                  <a:pt x="6939" y="14051"/>
                  <a:pt x="8222" y="14239"/>
                  <a:pt x="9514" y="14259"/>
                </a:cubicBezTo>
                <a:cubicBezTo>
                  <a:pt x="9569" y="14260"/>
                  <a:pt x="9623" y="14261"/>
                  <a:pt x="9677" y="14261"/>
                </a:cubicBezTo>
                <a:cubicBezTo>
                  <a:pt x="10875" y="14261"/>
                  <a:pt x="12038" y="14052"/>
                  <a:pt x="13207" y="13797"/>
                </a:cubicBezTo>
                <a:cubicBezTo>
                  <a:pt x="13817" y="13663"/>
                  <a:pt x="14426" y="13526"/>
                  <a:pt x="15041" y="13424"/>
                </a:cubicBezTo>
                <a:cubicBezTo>
                  <a:pt x="15675" y="13317"/>
                  <a:pt x="16315" y="13253"/>
                  <a:pt x="16956" y="13206"/>
                </a:cubicBezTo>
                <a:cubicBezTo>
                  <a:pt x="18228" y="13113"/>
                  <a:pt x="19506" y="13085"/>
                  <a:pt x="20774" y="12938"/>
                </a:cubicBezTo>
                <a:cubicBezTo>
                  <a:pt x="21322" y="12875"/>
                  <a:pt x="21864" y="12773"/>
                  <a:pt x="22412" y="12707"/>
                </a:cubicBezTo>
                <a:cubicBezTo>
                  <a:pt x="22674" y="12676"/>
                  <a:pt x="22942" y="12652"/>
                  <a:pt x="23208" y="12652"/>
                </a:cubicBezTo>
                <a:cubicBezTo>
                  <a:pt x="23451" y="12652"/>
                  <a:pt x="23692" y="12672"/>
                  <a:pt x="23928" y="12724"/>
                </a:cubicBezTo>
                <a:cubicBezTo>
                  <a:pt x="24162" y="12777"/>
                  <a:pt x="24387" y="12861"/>
                  <a:pt x="24591" y="12989"/>
                </a:cubicBezTo>
                <a:cubicBezTo>
                  <a:pt x="24696" y="13055"/>
                  <a:pt x="24788" y="13167"/>
                  <a:pt x="24915" y="13170"/>
                </a:cubicBezTo>
                <a:cubicBezTo>
                  <a:pt x="24918" y="13170"/>
                  <a:pt x="24920" y="13170"/>
                  <a:pt x="24923" y="13170"/>
                </a:cubicBezTo>
                <a:cubicBezTo>
                  <a:pt x="25030" y="13170"/>
                  <a:pt x="25141" y="13147"/>
                  <a:pt x="25241" y="13108"/>
                </a:cubicBezTo>
                <a:cubicBezTo>
                  <a:pt x="25716" y="12928"/>
                  <a:pt x="25988" y="12456"/>
                  <a:pt x="26075" y="11977"/>
                </a:cubicBezTo>
                <a:cubicBezTo>
                  <a:pt x="26127" y="11687"/>
                  <a:pt x="26128" y="11393"/>
                  <a:pt x="26127" y="11099"/>
                </a:cubicBezTo>
                <a:cubicBezTo>
                  <a:pt x="26126" y="10779"/>
                  <a:pt x="26124" y="10457"/>
                  <a:pt x="26123" y="10135"/>
                </a:cubicBezTo>
                <a:cubicBezTo>
                  <a:pt x="26121" y="9483"/>
                  <a:pt x="26118" y="8831"/>
                  <a:pt x="26116" y="8179"/>
                </a:cubicBezTo>
                <a:cubicBezTo>
                  <a:pt x="26112" y="6939"/>
                  <a:pt x="26107" y="5700"/>
                  <a:pt x="26102" y="4459"/>
                </a:cubicBezTo>
                <a:lnTo>
                  <a:pt x="26102" y="4459"/>
                </a:lnTo>
                <a:cubicBezTo>
                  <a:pt x="26105" y="4461"/>
                  <a:pt x="26107" y="4462"/>
                  <a:pt x="26109" y="4462"/>
                </a:cubicBezTo>
                <a:cubicBezTo>
                  <a:pt x="26174" y="4462"/>
                  <a:pt x="26046" y="3375"/>
                  <a:pt x="25375" y="3280"/>
                </a:cubicBezTo>
                <a:cubicBezTo>
                  <a:pt x="24338" y="3135"/>
                  <a:pt x="24244" y="1492"/>
                  <a:pt x="23438" y="803"/>
                </a:cubicBezTo>
                <a:cubicBezTo>
                  <a:pt x="23048" y="470"/>
                  <a:pt x="22597" y="206"/>
                  <a:pt x="22095" y="87"/>
                </a:cubicBezTo>
                <a:cubicBezTo>
                  <a:pt x="21837" y="25"/>
                  <a:pt x="21575" y="0"/>
                  <a:pt x="21312"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3"/>
          <p:cNvSpPr/>
          <p:nvPr/>
        </p:nvSpPr>
        <p:spPr>
          <a:xfrm>
            <a:off x="-450899" y="3428735"/>
            <a:ext cx="2089708" cy="2096136"/>
          </a:xfrm>
          <a:custGeom>
            <a:rect b="b" l="l" r="r" t="t"/>
            <a:pathLst>
              <a:path extrusionOk="0" h="13045" w="13005">
                <a:moveTo>
                  <a:pt x="1922" y="1"/>
                </a:moveTo>
                <a:cubicBezTo>
                  <a:pt x="1849" y="1"/>
                  <a:pt x="1776" y="4"/>
                  <a:pt x="1703" y="11"/>
                </a:cubicBezTo>
                <a:cubicBezTo>
                  <a:pt x="1260" y="54"/>
                  <a:pt x="818" y="227"/>
                  <a:pt x="503" y="551"/>
                </a:cubicBezTo>
                <a:cubicBezTo>
                  <a:pt x="150" y="913"/>
                  <a:pt x="38" y="1411"/>
                  <a:pt x="20" y="1903"/>
                </a:cubicBezTo>
                <a:cubicBezTo>
                  <a:pt x="0" y="2484"/>
                  <a:pt x="46" y="3073"/>
                  <a:pt x="66" y="3654"/>
                </a:cubicBezTo>
                <a:cubicBezTo>
                  <a:pt x="86" y="4273"/>
                  <a:pt x="107" y="4891"/>
                  <a:pt x="127" y="5509"/>
                </a:cubicBezTo>
                <a:lnTo>
                  <a:pt x="374" y="12928"/>
                </a:lnTo>
                <a:cubicBezTo>
                  <a:pt x="376" y="12996"/>
                  <a:pt x="429" y="13044"/>
                  <a:pt x="492" y="13044"/>
                </a:cubicBezTo>
                <a:cubicBezTo>
                  <a:pt x="501" y="13044"/>
                  <a:pt x="511" y="13043"/>
                  <a:pt x="520" y="13041"/>
                </a:cubicBezTo>
                <a:cubicBezTo>
                  <a:pt x="1437" y="12830"/>
                  <a:pt x="2365" y="12670"/>
                  <a:pt x="3299" y="12564"/>
                </a:cubicBezTo>
                <a:cubicBezTo>
                  <a:pt x="4235" y="12458"/>
                  <a:pt x="5175" y="12406"/>
                  <a:pt x="6116" y="12406"/>
                </a:cubicBezTo>
                <a:cubicBezTo>
                  <a:pt x="6835" y="12406"/>
                  <a:pt x="7554" y="12436"/>
                  <a:pt x="8271" y="12496"/>
                </a:cubicBezTo>
                <a:cubicBezTo>
                  <a:pt x="8728" y="12533"/>
                  <a:pt x="9209" y="12577"/>
                  <a:pt x="9687" y="12577"/>
                </a:cubicBezTo>
                <a:cubicBezTo>
                  <a:pt x="10492" y="12577"/>
                  <a:pt x="11288" y="12454"/>
                  <a:pt x="11947" y="11977"/>
                </a:cubicBezTo>
                <a:lnTo>
                  <a:pt x="11947" y="11977"/>
                </a:lnTo>
                <a:cubicBezTo>
                  <a:pt x="11945" y="11988"/>
                  <a:pt x="11948" y="11993"/>
                  <a:pt x="11955" y="11993"/>
                </a:cubicBezTo>
                <a:cubicBezTo>
                  <a:pt x="12017" y="11993"/>
                  <a:pt x="12409" y="11534"/>
                  <a:pt x="12496" y="11300"/>
                </a:cubicBezTo>
                <a:cubicBezTo>
                  <a:pt x="12866" y="10319"/>
                  <a:pt x="13005" y="9208"/>
                  <a:pt x="12677" y="8195"/>
                </a:cubicBezTo>
                <a:cubicBezTo>
                  <a:pt x="12404" y="7349"/>
                  <a:pt x="11818" y="6569"/>
                  <a:pt x="11000" y="6188"/>
                </a:cubicBezTo>
                <a:cubicBezTo>
                  <a:pt x="10082" y="5759"/>
                  <a:pt x="9032" y="5924"/>
                  <a:pt x="8092" y="5581"/>
                </a:cubicBezTo>
                <a:cubicBezTo>
                  <a:pt x="7160" y="5240"/>
                  <a:pt x="6737" y="4324"/>
                  <a:pt x="6316" y="3499"/>
                </a:cubicBezTo>
                <a:cubicBezTo>
                  <a:pt x="5859" y="2602"/>
                  <a:pt x="5271" y="1802"/>
                  <a:pt x="4492" y="1159"/>
                </a:cubicBezTo>
                <a:cubicBezTo>
                  <a:pt x="3786" y="579"/>
                  <a:pt x="2870" y="1"/>
                  <a:pt x="1922"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3"/>
          <p:cNvSpPr/>
          <p:nvPr/>
        </p:nvSpPr>
        <p:spPr>
          <a:xfrm>
            <a:off x="-317690" y="-239105"/>
            <a:ext cx="3916858" cy="1383980"/>
          </a:xfrm>
          <a:custGeom>
            <a:rect b="b" l="l" r="r" t="t"/>
            <a:pathLst>
              <a:path extrusionOk="0" h="8613" w="24376">
                <a:moveTo>
                  <a:pt x="1748" y="0"/>
                </a:moveTo>
                <a:cubicBezTo>
                  <a:pt x="1709" y="0"/>
                  <a:pt x="1669" y="2"/>
                  <a:pt x="1629" y="7"/>
                </a:cubicBezTo>
                <a:cubicBezTo>
                  <a:pt x="1391" y="38"/>
                  <a:pt x="1250" y="176"/>
                  <a:pt x="1187" y="347"/>
                </a:cubicBezTo>
                <a:cubicBezTo>
                  <a:pt x="1033" y="773"/>
                  <a:pt x="935" y="1218"/>
                  <a:pt x="819" y="1650"/>
                </a:cubicBezTo>
                <a:cubicBezTo>
                  <a:pt x="701" y="2092"/>
                  <a:pt x="590" y="2536"/>
                  <a:pt x="496" y="2983"/>
                </a:cubicBezTo>
                <a:cubicBezTo>
                  <a:pt x="126" y="4733"/>
                  <a:pt x="0" y="6549"/>
                  <a:pt x="659" y="8271"/>
                </a:cubicBezTo>
                <a:cubicBezTo>
                  <a:pt x="678" y="8321"/>
                  <a:pt x="733" y="8346"/>
                  <a:pt x="790" y="8346"/>
                </a:cubicBezTo>
                <a:cubicBezTo>
                  <a:pt x="835" y="8346"/>
                  <a:pt x="881" y="8329"/>
                  <a:pt x="910" y="8296"/>
                </a:cubicBezTo>
                <a:cubicBezTo>
                  <a:pt x="1048" y="8134"/>
                  <a:pt x="1206" y="7983"/>
                  <a:pt x="1385" y="7843"/>
                </a:cubicBezTo>
                <a:cubicBezTo>
                  <a:pt x="2101" y="7284"/>
                  <a:pt x="3087" y="6944"/>
                  <a:pt x="4095" y="6849"/>
                </a:cubicBezTo>
                <a:cubicBezTo>
                  <a:pt x="4314" y="6828"/>
                  <a:pt x="4534" y="6818"/>
                  <a:pt x="4754" y="6818"/>
                </a:cubicBezTo>
                <a:cubicBezTo>
                  <a:pt x="5730" y="6818"/>
                  <a:pt x="6704" y="7012"/>
                  <a:pt x="7586" y="7328"/>
                </a:cubicBezTo>
                <a:cubicBezTo>
                  <a:pt x="8653" y="7708"/>
                  <a:pt x="9622" y="8264"/>
                  <a:pt x="10770" y="8502"/>
                </a:cubicBezTo>
                <a:cubicBezTo>
                  <a:pt x="11110" y="8573"/>
                  <a:pt x="11460" y="8612"/>
                  <a:pt x="11804" y="8612"/>
                </a:cubicBezTo>
                <a:cubicBezTo>
                  <a:pt x="12445" y="8612"/>
                  <a:pt x="13071" y="8476"/>
                  <a:pt x="13597" y="8154"/>
                </a:cubicBezTo>
                <a:cubicBezTo>
                  <a:pt x="14183" y="7795"/>
                  <a:pt x="14557" y="7273"/>
                  <a:pt x="14873" y="6761"/>
                </a:cubicBezTo>
                <a:cubicBezTo>
                  <a:pt x="15208" y="6214"/>
                  <a:pt x="15488" y="5645"/>
                  <a:pt x="15900" y="5129"/>
                </a:cubicBezTo>
                <a:cubicBezTo>
                  <a:pt x="16333" y="4590"/>
                  <a:pt x="16925" y="4168"/>
                  <a:pt x="17743" y="4015"/>
                </a:cubicBezTo>
                <a:cubicBezTo>
                  <a:pt x="18117" y="3945"/>
                  <a:pt x="18497" y="3924"/>
                  <a:pt x="18879" y="3924"/>
                </a:cubicBezTo>
                <a:cubicBezTo>
                  <a:pt x="19431" y="3924"/>
                  <a:pt x="19988" y="3967"/>
                  <a:pt x="20538" y="3967"/>
                </a:cubicBezTo>
                <a:cubicBezTo>
                  <a:pt x="20675" y="3967"/>
                  <a:pt x="20811" y="3964"/>
                  <a:pt x="20947" y="3958"/>
                </a:cubicBezTo>
                <a:cubicBezTo>
                  <a:pt x="21449" y="3933"/>
                  <a:pt x="21952" y="3857"/>
                  <a:pt x="22403" y="3679"/>
                </a:cubicBezTo>
                <a:cubicBezTo>
                  <a:pt x="22808" y="3518"/>
                  <a:pt x="23157" y="3280"/>
                  <a:pt x="23433" y="3003"/>
                </a:cubicBezTo>
                <a:cubicBezTo>
                  <a:pt x="23951" y="2479"/>
                  <a:pt x="24196" y="1807"/>
                  <a:pt x="24066" y="1157"/>
                </a:cubicBezTo>
                <a:lnTo>
                  <a:pt x="24066" y="1157"/>
                </a:lnTo>
                <a:cubicBezTo>
                  <a:pt x="24067" y="1158"/>
                  <a:pt x="24069" y="1158"/>
                  <a:pt x="24071" y="1158"/>
                </a:cubicBezTo>
                <a:cubicBezTo>
                  <a:pt x="24093" y="1158"/>
                  <a:pt x="24117" y="1151"/>
                  <a:pt x="24142" y="1138"/>
                </a:cubicBezTo>
                <a:cubicBezTo>
                  <a:pt x="24292" y="1056"/>
                  <a:pt x="24376" y="935"/>
                  <a:pt x="24372" y="792"/>
                </a:cubicBezTo>
                <a:cubicBezTo>
                  <a:pt x="24363" y="440"/>
                  <a:pt x="23972" y="240"/>
                  <a:pt x="23550" y="217"/>
                </a:cubicBezTo>
                <a:cubicBezTo>
                  <a:pt x="23514" y="215"/>
                  <a:pt x="23478" y="215"/>
                  <a:pt x="23442" y="215"/>
                </a:cubicBezTo>
                <a:cubicBezTo>
                  <a:pt x="23211" y="215"/>
                  <a:pt x="22977" y="252"/>
                  <a:pt x="22750" y="280"/>
                </a:cubicBezTo>
                <a:cubicBezTo>
                  <a:pt x="22445" y="317"/>
                  <a:pt x="22139" y="351"/>
                  <a:pt x="21832" y="383"/>
                </a:cubicBezTo>
                <a:cubicBezTo>
                  <a:pt x="20628" y="507"/>
                  <a:pt x="19418" y="590"/>
                  <a:pt x="18207" y="648"/>
                </a:cubicBezTo>
                <a:cubicBezTo>
                  <a:pt x="15784" y="762"/>
                  <a:pt x="13357" y="774"/>
                  <a:pt x="10932" y="789"/>
                </a:cubicBezTo>
                <a:cubicBezTo>
                  <a:pt x="10568" y="791"/>
                  <a:pt x="10203" y="793"/>
                  <a:pt x="9838" y="793"/>
                </a:cubicBezTo>
                <a:cubicBezTo>
                  <a:pt x="7878" y="793"/>
                  <a:pt x="5909" y="743"/>
                  <a:pt x="3985" y="438"/>
                </a:cubicBezTo>
                <a:cubicBezTo>
                  <a:pt x="3423" y="348"/>
                  <a:pt x="2866" y="237"/>
                  <a:pt x="2318" y="100"/>
                </a:cubicBezTo>
                <a:cubicBezTo>
                  <a:pt x="2134" y="55"/>
                  <a:pt x="1943" y="0"/>
                  <a:pt x="1748"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3"/>
          <p:cNvSpPr/>
          <p:nvPr/>
        </p:nvSpPr>
        <p:spPr>
          <a:xfrm>
            <a:off x="5829867" y="-831076"/>
            <a:ext cx="4345244" cy="3055586"/>
          </a:xfrm>
          <a:custGeom>
            <a:rect b="b" l="l" r="r" t="t"/>
            <a:pathLst>
              <a:path extrusionOk="0" h="19016" w="27042">
                <a:moveTo>
                  <a:pt x="5311" y="0"/>
                </a:moveTo>
                <a:cubicBezTo>
                  <a:pt x="5179" y="0"/>
                  <a:pt x="5075" y="178"/>
                  <a:pt x="5211" y="262"/>
                </a:cubicBezTo>
                <a:cubicBezTo>
                  <a:pt x="5431" y="399"/>
                  <a:pt x="5652" y="530"/>
                  <a:pt x="5876" y="657"/>
                </a:cubicBezTo>
                <a:cubicBezTo>
                  <a:pt x="3749" y="1565"/>
                  <a:pt x="1452" y="2798"/>
                  <a:pt x="713" y="5101"/>
                </a:cubicBezTo>
                <a:cubicBezTo>
                  <a:pt x="0" y="7321"/>
                  <a:pt x="1219" y="10007"/>
                  <a:pt x="3411" y="10856"/>
                </a:cubicBezTo>
                <a:cubicBezTo>
                  <a:pt x="3728" y="10979"/>
                  <a:pt x="4069" y="11058"/>
                  <a:pt x="4406" y="11058"/>
                </a:cubicBezTo>
                <a:cubicBezTo>
                  <a:pt x="4688" y="11058"/>
                  <a:pt x="4968" y="11003"/>
                  <a:pt x="5229" y="10871"/>
                </a:cubicBezTo>
                <a:cubicBezTo>
                  <a:pt x="5743" y="10614"/>
                  <a:pt x="6086" y="10140"/>
                  <a:pt x="6367" y="9654"/>
                </a:cubicBezTo>
                <a:cubicBezTo>
                  <a:pt x="6660" y="9147"/>
                  <a:pt x="6901" y="8604"/>
                  <a:pt x="7258" y="8138"/>
                </a:cubicBezTo>
                <a:cubicBezTo>
                  <a:pt x="7586" y="7709"/>
                  <a:pt x="8056" y="7408"/>
                  <a:pt x="8567" y="7243"/>
                </a:cubicBezTo>
                <a:cubicBezTo>
                  <a:pt x="8835" y="7156"/>
                  <a:pt x="9122" y="7107"/>
                  <a:pt x="9407" y="7107"/>
                </a:cubicBezTo>
                <a:cubicBezTo>
                  <a:pt x="9658" y="7107"/>
                  <a:pt x="9908" y="7145"/>
                  <a:pt x="10143" y="7227"/>
                </a:cubicBezTo>
                <a:cubicBezTo>
                  <a:pt x="10681" y="7416"/>
                  <a:pt x="11050" y="7824"/>
                  <a:pt x="11259" y="8347"/>
                </a:cubicBezTo>
                <a:cubicBezTo>
                  <a:pt x="11495" y="8938"/>
                  <a:pt x="11543" y="9582"/>
                  <a:pt x="11752" y="10181"/>
                </a:cubicBezTo>
                <a:cubicBezTo>
                  <a:pt x="11957" y="10769"/>
                  <a:pt x="12358" y="11405"/>
                  <a:pt x="12983" y="11603"/>
                </a:cubicBezTo>
                <a:cubicBezTo>
                  <a:pt x="13117" y="11646"/>
                  <a:pt x="13250" y="11665"/>
                  <a:pt x="13380" y="11665"/>
                </a:cubicBezTo>
                <a:cubicBezTo>
                  <a:pt x="13765" y="11665"/>
                  <a:pt x="14132" y="11502"/>
                  <a:pt x="14481" y="11319"/>
                </a:cubicBezTo>
                <a:cubicBezTo>
                  <a:pt x="14811" y="11146"/>
                  <a:pt x="15183" y="10926"/>
                  <a:pt x="15563" y="10926"/>
                </a:cubicBezTo>
                <a:cubicBezTo>
                  <a:pt x="15675" y="10926"/>
                  <a:pt x="15789" y="10946"/>
                  <a:pt x="15902" y="10992"/>
                </a:cubicBezTo>
                <a:cubicBezTo>
                  <a:pt x="16505" y="11236"/>
                  <a:pt x="16731" y="12009"/>
                  <a:pt x="16886" y="12576"/>
                </a:cubicBezTo>
                <a:cubicBezTo>
                  <a:pt x="17067" y="13246"/>
                  <a:pt x="17237" y="13920"/>
                  <a:pt x="17447" y="14583"/>
                </a:cubicBezTo>
                <a:cubicBezTo>
                  <a:pt x="17859" y="15878"/>
                  <a:pt x="18454" y="17143"/>
                  <a:pt x="19512" y="18032"/>
                </a:cubicBezTo>
                <a:cubicBezTo>
                  <a:pt x="20225" y="18631"/>
                  <a:pt x="21110" y="19015"/>
                  <a:pt x="22020" y="19015"/>
                </a:cubicBezTo>
                <a:cubicBezTo>
                  <a:pt x="22330" y="19015"/>
                  <a:pt x="22643" y="18971"/>
                  <a:pt x="22954" y="18875"/>
                </a:cubicBezTo>
                <a:cubicBezTo>
                  <a:pt x="24002" y="18552"/>
                  <a:pt x="24786" y="17702"/>
                  <a:pt x="25334" y="16784"/>
                </a:cubicBezTo>
                <a:cubicBezTo>
                  <a:pt x="25931" y="15784"/>
                  <a:pt x="26309" y="14669"/>
                  <a:pt x="26587" y="13543"/>
                </a:cubicBezTo>
                <a:cubicBezTo>
                  <a:pt x="26872" y="12393"/>
                  <a:pt x="27042" y="11178"/>
                  <a:pt x="26859" y="9998"/>
                </a:cubicBezTo>
                <a:cubicBezTo>
                  <a:pt x="26669" y="8763"/>
                  <a:pt x="26045" y="7686"/>
                  <a:pt x="25037" y="6940"/>
                </a:cubicBezTo>
                <a:cubicBezTo>
                  <a:pt x="23865" y="6071"/>
                  <a:pt x="22401" y="5638"/>
                  <a:pt x="21023" y="5219"/>
                </a:cubicBezTo>
                <a:cubicBezTo>
                  <a:pt x="19511" y="4758"/>
                  <a:pt x="17976" y="4376"/>
                  <a:pt x="16442" y="3995"/>
                </a:cubicBezTo>
                <a:cubicBezTo>
                  <a:pt x="13377" y="3236"/>
                  <a:pt x="10276" y="2484"/>
                  <a:pt x="7410" y="1122"/>
                </a:cubicBezTo>
                <a:cubicBezTo>
                  <a:pt x="7124" y="986"/>
                  <a:pt x="6842" y="844"/>
                  <a:pt x="6563" y="695"/>
                </a:cubicBezTo>
                <a:cubicBezTo>
                  <a:pt x="6622" y="671"/>
                  <a:pt x="6682" y="645"/>
                  <a:pt x="6742" y="621"/>
                </a:cubicBezTo>
                <a:cubicBezTo>
                  <a:pt x="6901" y="557"/>
                  <a:pt x="6828" y="333"/>
                  <a:pt x="6684" y="333"/>
                </a:cubicBezTo>
                <a:cubicBezTo>
                  <a:pt x="6666" y="333"/>
                  <a:pt x="6646" y="336"/>
                  <a:pt x="6625" y="345"/>
                </a:cubicBezTo>
                <a:cubicBezTo>
                  <a:pt x="6492" y="400"/>
                  <a:pt x="6358" y="454"/>
                  <a:pt x="6223" y="510"/>
                </a:cubicBezTo>
                <a:cubicBezTo>
                  <a:pt x="5943" y="355"/>
                  <a:pt x="5666" y="194"/>
                  <a:pt x="5394" y="25"/>
                </a:cubicBezTo>
                <a:cubicBezTo>
                  <a:pt x="5366" y="8"/>
                  <a:pt x="5338" y="0"/>
                  <a:pt x="5311"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3"/>
          <p:cNvSpPr txBox="1"/>
          <p:nvPr>
            <p:ph type="title"/>
          </p:nvPr>
        </p:nvSpPr>
        <p:spPr>
          <a:xfrm>
            <a:off x="2288175" y="673625"/>
            <a:ext cx="456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287" name="Google Shape;287;p13"/>
          <p:cNvSpPr txBox="1"/>
          <p:nvPr>
            <p:ph idx="2" type="title"/>
          </p:nvPr>
        </p:nvSpPr>
        <p:spPr>
          <a:xfrm>
            <a:off x="800269" y="19114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8" name="Google Shape;288;p13"/>
          <p:cNvSpPr txBox="1"/>
          <p:nvPr>
            <p:ph idx="1" type="subTitle"/>
          </p:nvPr>
        </p:nvSpPr>
        <p:spPr>
          <a:xfrm>
            <a:off x="704869" y="2650375"/>
            <a:ext cx="2496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289" name="Google Shape;289;p13"/>
          <p:cNvSpPr txBox="1"/>
          <p:nvPr>
            <p:ph idx="3" type="title"/>
          </p:nvPr>
        </p:nvSpPr>
        <p:spPr>
          <a:xfrm>
            <a:off x="3419624" y="19114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0" name="Google Shape;290;p13"/>
          <p:cNvSpPr txBox="1"/>
          <p:nvPr>
            <p:ph idx="4" type="subTitle"/>
          </p:nvPr>
        </p:nvSpPr>
        <p:spPr>
          <a:xfrm>
            <a:off x="3324974" y="2650375"/>
            <a:ext cx="2496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291" name="Google Shape;291;p13"/>
          <p:cNvSpPr txBox="1"/>
          <p:nvPr>
            <p:ph idx="5" type="title"/>
          </p:nvPr>
        </p:nvSpPr>
        <p:spPr>
          <a:xfrm>
            <a:off x="800269" y="3344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2" name="Google Shape;292;p13"/>
          <p:cNvSpPr txBox="1"/>
          <p:nvPr>
            <p:ph idx="6" type="subTitle"/>
          </p:nvPr>
        </p:nvSpPr>
        <p:spPr>
          <a:xfrm>
            <a:off x="704869" y="4083775"/>
            <a:ext cx="2496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293" name="Google Shape;293;p13"/>
          <p:cNvSpPr txBox="1"/>
          <p:nvPr>
            <p:ph idx="7" type="title"/>
          </p:nvPr>
        </p:nvSpPr>
        <p:spPr>
          <a:xfrm>
            <a:off x="3419624" y="3344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4" name="Google Shape;294;p13"/>
          <p:cNvSpPr txBox="1"/>
          <p:nvPr>
            <p:ph idx="8" type="subTitle"/>
          </p:nvPr>
        </p:nvSpPr>
        <p:spPr>
          <a:xfrm>
            <a:off x="3324749" y="4083775"/>
            <a:ext cx="2496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295" name="Google Shape;295;p13"/>
          <p:cNvSpPr txBox="1"/>
          <p:nvPr>
            <p:ph idx="9" type="title"/>
          </p:nvPr>
        </p:nvSpPr>
        <p:spPr>
          <a:xfrm>
            <a:off x="6038978" y="19114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6" name="Google Shape;296;p13"/>
          <p:cNvSpPr txBox="1"/>
          <p:nvPr>
            <p:ph idx="13" type="subTitle"/>
          </p:nvPr>
        </p:nvSpPr>
        <p:spPr>
          <a:xfrm>
            <a:off x="5944778" y="2650375"/>
            <a:ext cx="24939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297" name="Google Shape;297;p13"/>
          <p:cNvSpPr txBox="1"/>
          <p:nvPr>
            <p:ph idx="14" type="title"/>
          </p:nvPr>
        </p:nvSpPr>
        <p:spPr>
          <a:xfrm>
            <a:off x="6038978" y="3344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8" name="Google Shape;298;p13"/>
          <p:cNvSpPr txBox="1"/>
          <p:nvPr>
            <p:ph idx="15" type="subTitle"/>
          </p:nvPr>
        </p:nvSpPr>
        <p:spPr>
          <a:xfrm>
            <a:off x="5944328" y="4083775"/>
            <a:ext cx="24948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grpSp>
        <p:nvGrpSpPr>
          <p:cNvPr id="299" name="Google Shape;299;p13"/>
          <p:cNvGrpSpPr/>
          <p:nvPr/>
        </p:nvGrpSpPr>
        <p:grpSpPr>
          <a:xfrm rot="-900055">
            <a:off x="1167109" y="4603778"/>
            <a:ext cx="215934" cy="195605"/>
            <a:chOff x="1640475" y="1197075"/>
            <a:chExt cx="55475" cy="50250"/>
          </a:xfrm>
        </p:grpSpPr>
        <p:sp>
          <p:nvSpPr>
            <p:cNvPr id="300" name="Google Shape;300;p1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3"/>
          <p:cNvGrpSpPr/>
          <p:nvPr/>
        </p:nvGrpSpPr>
        <p:grpSpPr>
          <a:xfrm rot="-8100037">
            <a:off x="377992" y="990483"/>
            <a:ext cx="359745" cy="325869"/>
            <a:chOff x="1640475" y="1197075"/>
            <a:chExt cx="55475" cy="50250"/>
          </a:xfrm>
        </p:grpSpPr>
        <p:sp>
          <p:nvSpPr>
            <p:cNvPr id="304" name="Google Shape;304;p1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13"/>
          <p:cNvSpPr/>
          <p:nvPr/>
        </p:nvSpPr>
        <p:spPr>
          <a:xfrm flipH="1" rot="9000131">
            <a:off x="391072" y="296850"/>
            <a:ext cx="434381" cy="10175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3"/>
          <p:cNvSpPr/>
          <p:nvPr/>
        </p:nvSpPr>
        <p:spPr>
          <a:xfrm flipH="1" rot="-9899901">
            <a:off x="4997960" y="4783869"/>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 name="Google Shape;309;p13"/>
          <p:cNvGrpSpPr/>
          <p:nvPr/>
        </p:nvGrpSpPr>
        <p:grpSpPr>
          <a:xfrm rot="-5399917">
            <a:off x="6572843" y="4726244"/>
            <a:ext cx="228601" cy="207085"/>
            <a:chOff x="1640475" y="1197075"/>
            <a:chExt cx="55475" cy="50250"/>
          </a:xfrm>
        </p:grpSpPr>
        <p:sp>
          <p:nvSpPr>
            <p:cNvPr id="310" name="Google Shape;310;p1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 name="Google Shape;313;p13"/>
          <p:cNvSpPr/>
          <p:nvPr/>
        </p:nvSpPr>
        <p:spPr>
          <a:xfrm flipH="1" rot="-143173">
            <a:off x="2772855" y="285646"/>
            <a:ext cx="970033" cy="22723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 name="Google Shape;314;p13"/>
          <p:cNvGrpSpPr/>
          <p:nvPr/>
        </p:nvGrpSpPr>
        <p:grpSpPr>
          <a:xfrm rot="-8100136">
            <a:off x="8520138" y="497852"/>
            <a:ext cx="296715" cy="268776"/>
            <a:chOff x="1640475" y="1197075"/>
            <a:chExt cx="55475" cy="50250"/>
          </a:xfrm>
        </p:grpSpPr>
        <p:sp>
          <p:nvSpPr>
            <p:cNvPr id="315" name="Google Shape;315;p1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13"/>
          <p:cNvSpPr/>
          <p:nvPr/>
        </p:nvSpPr>
        <p:spPr>
          <a:xfrm rot="-2700202">
            <a:off x="-77262" y="3989952"/>
            <a:ext cx="1057332" cy="823806"/>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1_2">
    <p:spTree>
      <p:nvGrpSpPr>
        <p:cNvPr id="319" name="Shape 319"/>
        <p:cNvGrpSpPr/>
        <p:nvPr/>
      </p:nvGrpSpPr>
      <p:grpSpPr>
        <a:xfrm>
          <a:off x="0" y="0"/>
          <a:ext cx="0" cy="0"/>
          <a:chOff x="0" y="0"/>
          <a:chExt cx="0" cy="0"/>
        </a:xfrm>
      </p:grpSpPr>
      <p:sp>
        <p:nvSpPr>
          <p:cNvPr id="320" name="Google Shape;320;p14"/>
          <p:cNvSpPr txBox="1"/>
          <p:nvPr>
            <p:ph type="title"/>
          </p:nvPr>
        </p:nvSpPr>
        <p:spPr>
          <a:xfrm>
            <a:off x="3195425" y="673625"/>
            <a:ext cx="2753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321" name="Google Shape;321;p14">
            <a:hlinkClick action="ppaction://hlinksldjump" r:id="rId2"/>
          </p:cNvPr>
          <p:cNvSpPr txBox="1"/>
          <p:nvPr>
            <p:ph idx="2" type="title"/>
          </p:nvPr>
        </p:nvSpPr>
        <p:spPr>
          <a:xfrm>
            <a:off x="6692209" y="2629375"/>
            <a:ext cx="1622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2" name="Google Shape;322;p14"/>
          <p:cNvSpPr txBox="1"/>
          <p:nvPr>
            <p:ph idx="1" type="subTitle"/>
          </p:nvPr>
        </p:nvSpPr>
        <p:spPr>
          <a:xfrm>
            <a:off x="6651584" y="3403300"/>
            <a:ext cx="1703400" cy="6630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323" name="Google Shape;323;p14">
            <a:hlinkClick action="ppaction://hlinksldjump" r:id="rId3"/>
          </p:cNvPr>
          <p:cNvSpPr txBox="1"/>
          <p:nvPr>
            <p:ph idx="3" type="title"/>
          </p:nvPr>
        </p:nvSpPr>
        <p:spPr>
          <a:xfrm>
            <a:off x="4738037" y="2629375"/>
            <a:ext cx="1622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4" name="Google Shape;324;p14"/>
          <p:cNvSpPr txBox="1"/>
          <p:nvPr>
            <p:ph idx="4" type="subTitle"/>
          </p:nvPr>
        </p:nvSpPr>
        <p:spPr>
          <a:xfrm>
            <a:off x="4697412" y="3403300"/>
            <a:ext cx="1703400" cy="6630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325" name="Google Shape;325;p14">
            <a:hlinkClick action="ppaction://hlinksldjump" r:id="rId4"/>
          </p:cNvPr>
          <p:cNvSpPr txBox="1"/>
          <p:nvPr>
            <p:ph idx="5" type="title"/>
          </p:nvPr>
        </p:nvSpPr>
        <p:spPr>
          <a:xfrm>
            <a:off x="2783831" y="2629375"/>
            <a:ext cx="1622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6" name="Google Shape;326;p14"/>
          <p:cNvSpPr txBox="1"/>
          <p:nvPr>
            <p:ph idx="6" type="subTitle"/>
          </p:nvPr>
        </p:nvSpPr>
        <p:spPr>
          <a:xfrm>
            <a:off x="2743206" y="3403300"/>
            <a:ext cx="1703400" cy="6630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327" name="Google Shape;327;p14">
            <a:hlinkClick action="ppaction://hlinksldjump" r:id="rId5"/>
          </p:cNvPr>
          <p:cNvSpPr txBox="1"/>
          <p:nvPr>
            <p:ph idx="7" type="title"/>
          </p:nvPr>
        </p:nvSpPr>
        <p:spPr>
          <a:xfrm>
            <a:off x="829641" y="2629375"/>
            <a:ext cx="1622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8" name="Google Shape;328;p14"/>
          <p:cNvSpPr txBox="1"/>
          <p:nvPr>
            <p:ph idx="8" type="subTitle"/>
          </p:nvPr>
        </p:nvSpPr>
        <p:spPr>
          <a:xfrm>
            <a:off x="789016" y="3403300"/>
            <a:ext cx="1703400" cy="6630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329" name="Google Shape;329;p14"/>
          <p:cNvSpPr txBox="1"/>
          <p:nvPr>
            <p:ph hasCustomPrompt="1" idx="9" type="title"/>
          </p:nvPr>
        </p:nvSpPr>
        <p:spPr>
          <a:xfrm>
            <a:off x="789016" y="1880125"/>
            <a:ext cx="1703400" cy="495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0" name="Google Shape;330;p14"/>
          <p:cNvSpPr txBox="1"/>
          <p:nvPr>
            <p:ph hasCustomPrompt="1" idx="13" type="title"/>
          </p:nvPr>
        </p:nvSpPr>
        <p:spPr>
          <a:xfrm>
            <a:off x="2743206" y="1880125"/>
            <a:ext cx="1703400" cy="495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1" name="Google Shape;331;p14"/>
          <p:cNvSpPr txBox="1"/>
          <p:nvPr>
            <p:ph hasCustomPrompt="1" idx="14" type="title"/>
          </p:nvPr>
        </p:nvSpPr>
        <p:spPr>
          <a:xfrm>
            <a:off x="4697412" y="1880125"/>
            <a:ext cx="1703400" cy="495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2" name="Google Shape;332;p14"/>
          <p:cNvSpPr txBox="1"/>
          <p:nvPr>
            <p:ph hasCustomPrompt="1" idx="15" type="title"/>
          </p:nvPr>
        </p:nvSpPr>
        <p:spPr>
          <a:xfrm>
            <a:off x="6651584" y="1880125"/>
            <a:ext cx="1703400" cy="495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3" name="Google Shape;333;p14"/>
          <p:cNvSpPr/>
          <p:nvPr/>
        </p:nvSpPr>
        <p:spPr>
          <a:xfrm rot="-5400000">
            <a:off x="6877487" y="-1944521"/>
            <a:ext cx="2285560" cy="4165328"/>
          </a:xfrm>
          <a:custGeom>
            <a:rect b="b" l="l" r="r" t="t"/>
            <a:pathLst>
              <a:path extrusionOk="0" h="26119" w="14332">
                <a:moveTo>
                  <a:pt x="12104" y="0"/>
                </a:moveTo>
                <a:cubicBezTo>
                  <a:pt x="11836" y="0"/>
                  <a:pt x="11579" y="100"/>
                  <a:pt x="11338" y="207"/>
                </a:cubicBezTo>
                <a:cubicBezTo>
                  <a:pt x="11049" y="335"/>
                  <a:pt x="10764" y="475"/>
                  <a:pt x="10478" y="610"/>
                </a:cubicBezTo>
                <a:cubicBezTo>
                  <a:pt x="9890" y="885"/>
                  <a:pt x="9294" y="1149"/>
                  <a:pt x="8713" y="1440"/>
                </a:cubicBezTo>
                <a:cubicBezTo>
                  <a:pt x="8495" y="1549"/>
                  <a:pt x="8298" y="1691"/>
                  <a:pt x="8201" y="1922"/>
                </a:cubicBezTo>
                <a:cubicBezTo>
                  <a:pt x="8095" y="2174"/>
                  <a:pt x="8110" y="2467"/>
                  <a:pt x="8106" y="2735"/>
                </a:cubicBezTo>
                <a:cubicBezTo>
                  <a:pt x="8097" y="3377"/>
                  <a:pt x="8121" y="4019"/>
                  <a:pt x="8176" y="4658"/>
                </a:cubicBezTo>
                <a:cubicBezTo>
                  <a:pt x="8228" y="5277"/>
                  <a:pt x="8331" y="5899"/>
                  <a:pt x="8283" y="6521"/>
                </a:cubicBezTo>
                <a:cubicBezTo>
                  <a:pt x="8242" y="7056"/>
                  <a:pt x="8055" y="7556"/>
                  <a:pt x="7761" y="8004"/>
                </a:cubicBezTo>
                <a:cubicBezTo>
                  <a:pt x="7173" y="8897"/>
                  <a:pt x="6276" y="9476"/>
                  <a:pt x="5434" y="10099"/>
                </a:cubicBezTo>
                <a:cubicBezTo>
                  <a:pt x="5008" y="10415"/>
                  <a:pt x="4600" y="10769"/>
                  <a:pt x="4338" y="11238"/>
                </a:cubicBezTo>
                <a:cubicBezTo>
                  <a:pt x="4078" y="11703"/>
                  <a:pt x="3973" y="12231"/>
                  <a:pt x="3932" y="12758"/>
                </a:cubicBezTo>
                <a:cubicBezTo>
                  <a:pt x="3854" y="13776"/>
                  <a:pt x="4023" y="14819"/>
                  <a:pt x="3717" y="15812"/>
                </a:cubicBezTo>
                <a:cubicBezTo>
                  <a:pt x="3574" y="16273"/>
                  <a:pt x="3319" y="16702"/>
                  <a:pt x="2917" y="16981"/>
                </a:cubicBezTo>
                <a:cubicBezTo>
                  <a:pt x="2489" y="17279"/>
                  <a:pt x="1977" y="17419"/>
                  <a:pt x="1536" y="17694"/>
                </a:cubicBezTo>
                <a:cubicBezTo>
                  <a:pt x="639" y="18252"/>
                  <a:pt x="327" y="19323"/>
                  <a:pt x="152" y="20304"/>
                </a:cubicBezTo>
                <a:cubicBezTo>
                  <a:pt x="48" y="20891"/>
                  <a:pt x="1" y="21500"/>
                  <a:pt x="140" y="22087"/>
                </a:cubicBezTo>
                <a:cubicBezTo>
                  <a:pt x="259" y="22589"/>
                  <a:pt x="523" y="23040"/>
                  <a:pt x="855" y="23429"/>
                </a:cubicBezTo>
                <a:cubicBezTo>
                  <a:pt x="1544" y="24236"/>
                  <a:pt x="3187" y="24329"/>
                  <a:pt x="3333" y="25366"/>
                </a:cubicBezTo>
                <a:cubicBezTo>
                  <a:pt x="3413" y="25937"/>
                  <a:pt x="4213" y="26116"/>
                  <a:pt x="4450" y="26116"/>
                </a:cubicBezTo>
                <a:cubicBezTo>
                  <a:pt x="4499" y="26116"/>
                  <a:pt x="4524" y="26108"/>
                  <a:pt x="4512" y="26094"/>
                </a:cubicBezTo>
                <a:lnTo>
                  <a:pt x="4512" y="26094"/>
                </a:lnTo>
                <a:cubicBezTo>
                  <a:pt x="5752" y="26098"/>
                  <a:pt x="6992" y="26103"/>
                  <a:pt x="8231" y="26108"/>
                </a:cubicBezTo>
                <a:cubicBezTo>
                  <a:pt x="8884" y="26110"/>
                  <a:pt x="9536" y="26113"/>
                  <a:pt x="10188" y="26115"/>
                </a:cubicBezTo>
                <a:cubicBezTo>
                  <a:pt x="10509" y="26116"/>
                  <a:pt x="10831" y="26117"/>
                  <a:pt x="11153" y="26118"/>
                </a:cubicBezTo>
                <a:cubicBezTo>
                  <a:pt x="11181" y="26118"/>
                  <a:pt x="11210" y="26118"/>
                  <a:pt x="11238" y="26118"/>
                </a:cubicBezTo>
                <a:cubicBezTo>
                  <a:pt x="11502" y="26118"/>
                  <a:pt x="11768" y="26112"/>
                  <a:pt x="12030" y="26066"/>
                </a:cubicBezTo>
                <a:cubicBezTo>
                  <a:pt x="12510" y="25980"/>
                  <a:pt x="12981" y="25708"/>
                  <a:pt x="13161" y="25232"/>
                </a:cubicBezTo>
                <a:cubicBezTo>
                  <a:pt x="13200" y="25130"/>
                  <a:pt x="13224" y="25017"/>
                  <a:pt x="13222" y="24907"/>
                </a:cubicBezTo>
                <a:cubicBezTo>
                  <a:pt x="13220" y="24778"/>
                  <a:pt x="13107" y="24687"/>
                  <a:pt x="13042" y="24582"/>
                </a:cubicBezTo>
                <a:cubicBezTo>
                  <a:pt x="12914" y="24378"/>
                  <a:pt x="12829" y="24154"/>
                  <a:pt x="12777" y="23918"/>
                </a:cubicBezTo>
                <a:cubicBezTo>
                  <a:pt x="12667" y="23424"/>
                  <a:pt x="12700" y="22903"/>
                  <a:pt x="12760" y="22402"/>
                </a:cubicBezTo>
                <a:cubicBezTo>
                  <a:pt x="12825" y="21856"/>
                  <a:pt x="12928" y="21313"/>
                  <a:pt x="12991" y="20766"/>
                </a:cubicBezTo>
                <a:cubicBezTo>
                  <a:pt x="13138" y="19498"/>
                  <a:pt x="13165" y="18220"/>
                  <a:pt x="13259" y="16947"/>
                </a:cubicBezTo>
                <a:cubicBezTo>
                  <a:pt x="13306" y="16306"/>
                  <a:pt x="13371" y="15667"/>
                  <a:pt x="13476" y="15033"/>
                </a:cubicBezTo>
                <a:cubicBezTo>
                  <a:pt x="13580" y="14418"/>
                  <a:pt x="13717" y="13809"/>
                  <a:pt x="13850" y="13199"/>
                </a:cubicBezTo>
                <a:cubicBezTo>
                  <a:pt x="14117" y="11977"/>
                  <a:pt x="14332" y="10761"/>
                  <a:pt x="14312" y="9506"/>
                </a:cubicBezTo>
                <a:cubicBezTo>
                  <a:pt x="14292" y="8213"/>
                  <a:pt x="14104" y="6931"/>
                  <a:pt x="14032" y="5641"/>
                </a:cubicBezTo>
                <a:cubicBezTo>
                  <a:pt x="13973" y="4552"/>
                  <a:pt x="14026" y="3448"/>
                  <a:pt x="13821" y="2371"/>
                </a:cubicBezTo>
                <a:cubicBezTo>
                  <a:pt x="13723" y="1854"/>
                  <a:pt x="13559" y="1346"/>
                  <a:pt x="13296" y="889"/>
                </a:cubicBezTo>
                <a:cubicBezTo>
                  <a:pt x="13046" y="456"/>
                  <a:pt x="12681" y="18"/>
                  <a:pt x="12141" y="1"/>
                </a:cubicBezTo>
                <a:cubicBezTo>
                  <a:pt x="12128" y="1"/>
                  <a:pt x="12116" y="0"/>
                  <a:pt x="12104"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4"/>
          <p:cNvSpPr/>
          <p:nvPr/>
        </p:nvSpPr>
        <p:spPr>
          <a:xfrm flipH="1" rot="10800000">
            <a:off x="6650172" y="3948028"/>
            <a:ext cx="2673716" cy="1310885"/>
          </a:xfrm>
          <a:custGeom>
            <a:rect b="b" l="l" r="r" t="t"/>
            <a:pathLst>
              <a:path extrusionOk="0" h="8220" w="16766">
                <a:moveTo>
                  <a:pt x="16619" y="0"/>
                </a:moveTo>
                <a:lnTo>
                  <a:pt x="1" y="306"/>
                </a:lnTo>
                <a:cubicBezTo>
                  <a:pt x="61" y="421"/>
                  <a:pt x="130" y="530"/>
                  <a:pt x="209" y="629"/>
                </a:cubicBezTo>
                <a:cubicBezTo>
                  <a:pt x="561" y="1077"/>
                  <a:pt x="1090" y="1341"/>
                  <a:pt x="1620" y="1341"/>
                </a:cubicBezTo>
                <a:cubicBezTo>
                  <a:pt x="1653" y="1341"/>
                  <a:pt x="1687" y="1340"/>
                  <a:pt x="1720" y="1338"/>
                </a:cubicBezTo>
                <a:cubicBezTo>
                  <a:pt x="2137" y="1311"/>
                  <a:pt x="2547" y="1128"/>
                  <a:pt x="2959" y="1128"/>
                </a:cubicBezTo>
                <a:cubicBezTo>
                  <a:pt x="3033" y="1128"/>
                  <a:pt x="3106" y="1133"/>
                  <a:pt x="3180" y="1147"/>
                </a:cubicBezTo>
                <a:cubicBezTo>
                  <a:pt x="3277" y="1165"/>
                  <a:pt x="3367" y="1194"/>
                  <a:pt x="3455" y="1233"/>
                </a:cubicBezTo>
                <a:cubicBezTo>
                  <a:pt x="3474" y="1242"/>
                  <a:pt x="3493" y="1250"/>
                  <a:pt x="3511" y="1261"/>
                </a:cubicBezTo>
                <a:lnTo>
                  <a:pt x="3512" y="1261"/>
                </a:lnTo>
                <a:cubicBezTo>
                  <a:pt x="4178" y="1599"/>
                  <a:pt x="4587" y="2502"/>
                  <a:pt x="5216" y="2997"/>
                </a:cubicBezTo>
                <a:cubicBezTo>
                  <a:pt x="5642" y="3331"/>
                  <a:pt x="6137" y="3458"/>
                  <a:pt x="6653" y="3458"/>
                </a:cubicBezTo>
                <a:cubicBezTo>
                  <a:pt x="7281" y="3458"/>
                  <a:pt x="7939" y="3268"/>
                  <a:pt x="8534" y="3032"/>
                </a:cubicBezTo>
                <a:cubicBezTo>
                  <a:pt x="9061" y="2823"/>
                  <a:pt x="9606" y="2582"/>
                  <a:pt x="10155" y="2582"/>
                </a:cubicBezTo>
                <a:cubicBezTo>
                  <a:pt x="10271" y="2582"/>
                  <a:pt x="10386" y="2593"/>
                  <a:pt x="10502" y="2617"/>
                </a:cubicBezTo>
                <a:cubicBezTo>
                  <a:pt x="11491" y="2819"/>
                  <a:pt x="12129" y="3901"/>
                  <a:pt x="12548" y="4929"/>
                </a:cubicBezTo>
                <a:cubicBezTo>
                  <a:pt x="12966" y="5958"/>
                  <a:pt x="13334" y="7102"/>
                  <a:pt x="14165" y="7742"/>
                </a:cubicBezTo>
                <a:cubicBezTo>
                  <a:pt x="14587" y="8068"/>
                  <a:pt x="15094" y="8220"/>
                  <a:pt x="15606" y="8220"/>
                </a:cubicBezTo>
                <a:cubicBezTo>
                  <a:pt x="16002" y="8220"/>
                  <a:pt x="16401" y="8129"/>
                  <a:pt x="16766" y="7956"/>
                </a:cubicBezTo>
                <a:lnTo>
                  <a:pt x="16619"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4"/>
          <p:cNvSpPr/>
          <p:nvPr/>
        </p:nvSpPr>
        <p:spPr>
          <a:xfrm rot="8100000">
            <a:off x="-821724" y="-537528"/>
            <a:ext cx="2590333" cy="1991668"/>
          </a:xfrm>
          <a:custGeom>
            <a:rect b="b" l="l" r="r" t="t"/>
            <a:pathLst>
              <a:path extrusionOk="0" h="12489" w="16243">
                <a:moveTo>
                  <a:pt x="3844" y="0"/>
                </a:moveTo>
                <a:cubicBezTo>
                  <a:pt x="3285" y="0"/>
                  <a:pt x="2723" y="148"/>
                  <a:pt x="2228" y="400"/>
                </a:cubicBezTo>
                <a:cubicBezTo>
                  <a:pt x="1280" y="883"/>
                  <a:pt x="590" y="1767"/>
                  <a:pt x="156" y="2720"/>
                </a:cubicBezTo>
                <a:cubicBezTo>
                  <a:pt x="49" y="2956"/>
                  <a:pt x="1" y="3596"/>
                  <a:pt x="54" y="3596"/>
                </a:cubicBezTo>
                <a:cubicBezTo>
                  <a:pt x="57" y="3596"/>
                  <a:pt x="61" y="3593"/>
                  <a:pt x="66" y="3588"/>
                </a:cubicBezTo>
                <a:cubicBezTo>
                  <a:pt x="269" y="4868"/>
                  <a:pt x="1355" y="5759"/>
                  <a:pt x="2294" y="6557"/>
                </a:cubicBezTo>
                <a:cubicBezTo>
                  <a:pt x="3560" y="7632"/>
                  <a:pt x="4723" y="8824"/>
                  <a:pt x="5756" y="10126"/>
                </a:cubicBezTo>
                <a:cubicBezTo>
                  <a:pt x="6340" y="10862"/>
                  <a:pt x="6881" y="11633"/>
                  <a:pt x="7379" y="12430"/>
                </a:cubicBezTo>
                <a:cubicBezTo>
                  <a:pt x="7403" y="12468"/>
                  <a:pt x="7442" y="12488"/>
                  <a:pt x="7481" y="12488"/>
                </a:cubicBezTo>
                <a:cubicBezTo>
                  <a:pt x="7510" y="12488"/>
                  <a:pt x="7539" y="12478"/>
                  <a:pt x="7563" y="12456"/>
                </a:cubicBezTo>
                <a:cubicBezTo>
                  <a:pt x="9372" y="10767"/>
                  <a:pt x="11182" y="9079"/>
                  <a:pt x="12991" y="7391"/>
                </a:cubicBezTo>
                <a:cubicBezTo>
                  <a:pt x="13444" y="6969"/>
                  <a:pt x="13897" y="6547"/>
                  <a:pt x="14348" y="6125"/>
                </a:cubicBezTo>
                <a:cubicBezTo>
                  <a:pt x="14774" y="5728"/>
                  <a:pt x="15224" y="5346"/>
                  <a:pt x="15621" y="4920"/>
                </a:cubicBezTo>
                <a:cubicBezTo>
                  <a:pt x="15956" y="4561"/>
                  <a:pt x="16230" y="4130"/>
                  <a:pt x="16237" y="3625"/>
                </a:cubicBezTo>
                <a:cubicBezTo>
                  <a:pt x="16243" y="3173"/>
                  <a:pt x="16055" y="2737"/>
                  <a:pt x="15772" y="2393"/>
                </a:cubicBezTo>
                <a:cubicBezTo>
                  <a:pt x="15118" y="1597"/>
                  <a:pt x="13969" y="1326"/>
                  <a:pt x="12990" y="1230"/>
                </a:cubicBezTo>
                <a:cubicBezTo>
                  <a:pt x="12782" y="1209"/>
                  <a:pt x="12575" y="1199"/>
                  <a:pt x="12369" y="1199"/>
                </a:cubicBezTo>
                <a:cubicBezTo>
                  <a:pt x="11579" y="1199"/>
                  <a:pt x="10805" y="1344"/>
                  <a:pt x="10046" y="1589"/>
                </a:cubicBezTo>
                <a:cubicBezTo>
                  <a:pt x="9458" y="1779"/>
                  <a:pt x="8842" y="1996"/>
                  <a:pt x="8230" y="1996"/>
                </a:cubicBezTo>
                <a:cubicBezTo>
                  <a:pt x="7924" y="1996"/>
                  <a:pt x="7618" y="1942"/>
                  <a:pt x="7317" y="1801"/>
                </a:cubicBezTo>
                <a:cubicBezTo>
                  <a:pt x="6411" y="1378"/>
                  <a:pt x="5786" y="517"/>
                  <a:pt x="4835" y="170"/>
                </a:cubicBezTo>
                <a:cubicBezTo>
                  <a:pt x="4516" y="54"/>
                  <a:pt x="4181" y="0"/>
                  <a:pt x="3844"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4"/>
          <p:cNvSpPr/>
          <p:nvPr/>
        </p:nvSpPr>
        <p:spPr>
          <a:xfrm rot="-5400000">
            <a:off x="-482253" y="2967250"/>
            <a:ext cx="1983041" cy="3856424"/>
          </a:xfrm>
          <a:custGeom>
            <a:rect b="b" l="l" r="r" t="t"/>
            <a:pathLst>
              <a:path extrusionOk="0" h="24182" w="12435">
                <a:moveTo>
                  <a:pt x="7995" y="0"/>
                </a:moveTo>
                <a:cubicBezTo>
                  <a:pt x="6753" y="0"/>
                  <a:pt x="5507" y="123"/>
                  <a:pt x="4282" y="305"/>
                </a:cubicBezTo>
                <a:cubicBezTo>
                  <a:pt x="3647" y="400"/>
                  <a:pt x="3014" y="509"/>
                  <a:pt x="2384" y="629"/>
                </a:cubicBezTo>
                <a:cubicBezTo>
                  <a:pt x="1767" y="745"/>
                  <a:pt x="1135" y="843"/>
                  <a:pt x="528" y="997"/>
                </a:cubicBezTo>
                <a:cubicBezTo>
                  <a:pt x="284" y="1059"/>
                  <a:pt x="86" y="1199"/>
                  <a:pt x="44" y="1438"/>
                </a:cubicBezTo>
                <a:cubicBezTo>
                  <a:pt x="1" y="1675"/>
                  <a:pt x="98" y="1906"/>
                  <a:pt x="177" y="2128"/>
                </a:cubicBezTo>
                <a:cubicBezTo>
                  <a:pt x="371" y="2674"/>
                  <a:pt x="529" y="3231"/>
                  <a:pt x="657" y="3795"/>
                </a:cubicBezTo>
                <a:cubicBezTo>
                  <a:pt x="1173" y="6076"/>
                  <a:pt x="1176" y="8421"/>
                  <a:pt x="1157" y="10740"/>
                </a:cubicBezTo>
                <a:cubicBezTo>
                  <a:pt x="1137" y="13166"/>
                  <a:pt x="1119" y="15594"/>
                  <a:pt x="956" y="18015"/>
                </a:cubicBezTo>
                <a:cubicBezTo>
                  <a:pt x="873" y="19227"/>
                  <a:pt x="754" y="20438"/>
                  <a:pt x="578" y="21641"/>
                </a:cubicBezTo>
                <a:cubicBezTo>
                  <a:pt x="533" y="21947"/>
                  <a:pt x="484" y="22253"/>
                  <a:pt x="431" y="22559"/>
                </a:cubicBezTo>
                <a:cubicBezTo>
                  <a:pt x="386" y="22822"/>
                  <a:pt x="322" y="23092"/>
                  <a:pt x="343" y="23359"/>
                </a:cubicBezTo>
                <a:cubicBezTo>
                  <a:pt x="374" y="23781"/>
                  <a:pt x="660" y="24173"/>
                  <a:pt x="1161" y="24181"/>
                </a:cubicBezTo>
                <a:cubicBezTo>
                  <a:pt x="1165" y="24181"/>
                  <a:pt x="1169" y="24181"/>
                  <a:pt x="1173" y="24181"/>
                </a:cubicBezTo>
                <a:cubicBezTo>
                  <a:pt x="1371" y="24181"/>
                  <a:pt x="1540" y="24099"/>
                  <a:pt x="1654" y="23951"/>
                </a:cubicBezTo>
                <a:cubicBezTo>
                  <a:pt x="1675" y="23925"/>
                  <a:pt x="1683" y="23898"/>
                  <a:pt x="1682" y="23874"/>
                </a:cubicBezTo>
                <a:lnTo>
                  <a:pt x="1682" y="23874"/>
                </a:lnTo>
                <a:cubicBezTo>
                  <a:pt x="1847" y="23898"/>
                  <a:pt x="2014" y="23909"/>
                  <a:pt x="2180" y="23909"/>
                </a:cubicBezTo>
                <a:cubicBezTo>
                  <a:pt x="2943" y="23909"/>
                  <a:pt x="3699" y="23667"/>
                  <a:pt x="4311" y="23242"/>
                </a:cubicBezTo>
                <a:cubicBezTo>
                  <a:pt x="4708" y="22966"/>
                  <a:pt x="5045" y="22616"/>
                  <a:pt x="5275" y="22211"/>
                </a:cubicBezTo>
                <a:cubicBezTo>
                  <a:pt x="5529" y="21761"/>
                  <a:pt x="5637" y="21258"/>
                  <a:pt x="5672" y="20756"/>
                </a:cubicBezTo>
                <a:cubicBezTo>
                  <a:pt x="5745" y="19694"/>
                  <a:pt x="5474" y="18600"/>
                  <a:pt x="5753" y="17552"/>
                </a:cubicBezTo>
                <a:cubicBezTo>
                  <a:pt x="5970" y="16734"/>
                  <a:pt x="6573" y="16141"/>
                  <a:pt x="7340" y="15710"/>
                </a:cubicBezTo>
                <a:cubicBezTo>
                  <a:pt x="8075" y="15296"/>
                  <a:pt x="8888" y="15018"/>
                  <a:pt x="9665" y="14682"/>
                </a:cubicBezTo>
                <a:cubicBezTo>
                  <a:pt x="10395" y="14367"/>
                  <a:pt x="11138" y="13992"/>
                  <a:pt x="11650" y="13407"/>
                </a:cubicBezTo>
                <a:cubicBezTo>
                  <a:pt x="12358" y="12597"/>
                  <a:pt x="12435" y="11553"/>
                  <a:pt x="12147" y="10578"/>
                </a:cubicBezTo>
                <a:cubicBezTo>
                  <a:pt x="11808" y="9430"/>
                  <a:pt x="11016" y="8461"/>
                  <a:pt x="10472" y="7396"/>
                </a:cubicBezTo>
                <a:cubicBezTo>
                  <a:pt x="9923" y="6314"/>
                  <a:pt x="9632" y="5096"/>
                  <a:pt x="9791" y="3904"/>
                </a:cubicBezTo>
                <a:cubicBezTo>
                  <a:pt x="9926" y="2896"/>
                  <a:pt x="10412" y="1909"/>
                  <a:pt x="11209" y="1194"/>
                </a:cubicBezTo>
                <a:cubicBezTo>
                  <a:pt x="11406" y="1016"/>
                  <a:pt x="11621" y="858"/>
                  <a:pt x="11854" y="718"/>
                </a:cubicBezTo>
                <a:cubicBezTo>
                  <a:pt x="11960" y="654"/>
                  <a:pt x="11944" y="503"/>
                  <a:pt x="11818" y="468"/>
                </a:cubicBezTo>
                <a:cubicBezTo>
                  <a:pt x="10568" y="132"/>
                  <a:pt x="9284" y="0"/>
                  <a:pt x="799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 name="Google Shape;337;p14"/>
          <p:cNvGrpSpPr/>
          <p:nvPr/>
        </p:nvGrpSpPr>
        <p:grpSpPr>
          <a:xfrm rot="4499945">
            <a:off x="541788" y="4505661"/>
            <a:ext cx="215934" cy="195605"/>
            <a:chOff x="1640475" y="1197075"/>
            <a:chExt cx="55475" cy="50250"/>
          </a:xfrm>
        </p:grpSpPr>
        <p:sp>
          <p:nvSpPr>
            <p:cNvPr id="338" name="Google Shape;338;p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 name="Google Shape;341;p14"/>
          <p:cNvSpPr/>
          <p:nvPr/>
        </p:nvSpPr>
        <p:spPr>
          <a:xfrm flipH="1" rot="9000107">
            <a:off x="1432356" y="253729"/>
            <a:ext cx="615242" cy="14412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4"/>
          <p:cNvSpPr/>
          <p:nvPr/>
        </p:nvSpPr>
        <p:spPr>
          <a:xfrm flipH="1" rot="5400117">
            <a:off x="8338934" y="4440398"/>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 name="Google Shape;343;p14"/>
          <p:cNvGrpSpPr/>
          <p:nvPr/>
        </p:nvGrpSpPr>
        <p:grpSpPr>
          <a:xfrm rot="3412077">
            <a:off x="7544730" y="4598335"/>
            <a:ext cx="228601" cy="207083"/>
            <a:chOff x="1640475" y="1197075"/>
            <a:chExt cx="55475" cy="50250"/>
          </a:xfrm>
        </p:grpSpPr>
        <p:sp>
          <p:nvSpPr>
            <p:cNvPr id="344" name="Google Shape;344;p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14"/>
          <p:cNvGrpSpPr/>
          <p:nvPr/>
        </p:nvGrpSpPr>
        <p:grpSpPr>
          <a:xfrm rot="5627155">
            <a:off x="8483770" y="851641"/>
            <a:ext cx="267257" cy="242085"/>
            <a:chOff x="1640475" y="1197075"/>
            <a:chExt cx="55475" cy="50250"/>
          </a:xfrm>
        </p:grpSpPr>
        <p:sp>
          <p:nvSpPr>
            <p:cNvPr id="348" name="Google Shape;348;p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14"/>
          <p:cNvSpPr/>
          <p:nvPr/>
        </p:nvSpPr>
        <p:spPr>
          <a:xfrm rot="3218474">
            <a:off x="2157332" y="4435042"/>
            <a:ext cx="809522" cy="12684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 name="Google Shape;352;p14"/>
          <p:cNvGrpSpPr/>
          <p:nvPr/>
        </p:nvGrpSpPr>
        <p:grpSpPr>
          <a:xfrm rot="-5400136">
            <a:off x="507506" y="880058"/>
            <a:ext cx="420678" cy="381051"/>
            <a:chOff x="1640475" y="1197075"/>
            <a:chExt cx="55475" cy="50250"/>
          </a:xfrm>
        </p:grpSpPr>
        <p:sp>
          <p:nvSpPr>
            <p:cNvPr id="353" name="Google Shape;353;p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356" name="Shape 356"/>
        <p:cNvGrpSpPr/>
        <p:nvPr/>
      </p:nvGrpSpPr>
      <p:grpSpPr>
        <a:xfrm>
          <a:off x="0" y="0"/>
          <a:ext cx="0" cy="0"/>
          <a:chOff x="0" y="0"/>
          <a:chExt cx="0" cy="0"/>
        </a:xfrm>
      </p:grpSpPr>
      <p:sp>
        <p:nvSpPr>
          <p:cNvPr id="357" name="Google Shape;357;p15"/>
          <p:cNvSpPr/>
          <p:nvPr/>
        </p:nvSpPr>
        <p:spPr>
          <a:xfrm>
            <a:off x="5203188" y="3304363"/>
            <a:ext cx="4205930" cy="2291529"/>
          </a:xfrm>
          <a:custGeom>
            <a:rect b="b" l="l" r="r" t="t"/>
            <a:pathLst>
              <a:path extrusionOk="0" h="14261" w="26175">
                <a:moveTo>
                  <a:pt x="21312" y="0"/>
                </a:moveTo>
                <a:cubicBezTo>
                  <a:pt x="20977" y="0"/>
                  <a:pt x="20642" y="41"/>
                  <a:pt x="20313" y="99"/>
                </a:cubicBezTo>
                <a:cubicBezTo>
                  <a:pt x="19331" y="273"/>
                  <a:pt x="18260" y="586"/>
                  <a:pt x="17702" y="1484"/>
                </a:cubicBezTo>
                <a:cubicBezTo>
                  <a:pt x="17428" y="1925"/>
                  <a:pt x="17287" y="2436"/>
                  <a:pt x="16990" y="2864"/>
                </a:cubicBezTo>
                <a:cubicBezTo>
                  <a:pt x="16710" y="3266"/>
                  <a:pt x="16282" y="3522"/>
                  <a:pt x="15821" y="3664"/>
                </a:cubicBezTo>
                <a:cubicBezTo>
                  <a:pt x="15261" y="3837"/>
                  <a:pt x="14685" y="3858"/>
                  <a:pt x="14107" y="3858"/>
                </a:cubicBezTo>
                <a:cubicBezTo>
                  <a:pt x="13914" y="3858"/>
                  <a:pt x="13720" y="3856"/>
                  <a:pt x="13527" y="3856"/>
                </a:cubicBezTo>
                <a:cubicBezTo>
                  <a:pt x="13273" y="3856"/>
                  <a:pt x="13019" y="3860"/>
                  <a:pt x="12766" y="3880"/>
                </a:cubicBezTo>
                <a:cubicBezTo>
                  <a:pt x="12240" y="3921"/>
                  <a:pt x="11711" y="4025"/>
                  <a:pt x="11246" y="4285"/>
                </a:cubicBezTo>
                <a:cubicBezTo>
                  <a:pt x="10777" y="4547"/>
                  <a:pt x="10423" y="4956"/>
                  <a:pt x="10107" y="5381"/>
                </a:cubicBezTo>
                <a:cubicBezTo>
                  <a:pt x="9484" y="6224"/>
                  <a:pt x="8906" y="7121"/>
                  <a:pt x="8012" y="7708"/>
                </a:cubicBezTo>
                <a:cubicBezTo>
                  <a:pt x="7566" y="8003"/>
                  <a:pt x="7065" y="8190"/>
                  <a:pt x="6530" y="8231"/>
                </a:cubicBezTo>
                <a:cubicBezTo>
                  <a:pt x="6418" y="8239"/>
                  <a:pt x="6306" y="8243"/>
                  <a:pt x="6194" y="8243"/>
                </a:cubicBezTo>
                <a:cubicBezTo>
                  <a:pt x="5684" y="8243"/>
                  <a:pt x="5174" y="8166"/>
                  <a:pt x="4666" y="8122"/>
                </a:cubicBezTo>
                <a:cubicBezTo>
                  <a:pt x="4112" y="8075"/>
                  <a:pt x="3557" y="8052"/>
                  <a:pt x="3001" y="8052"/>
                </a:cubicBezTo>
                <a:cubicBezTo>
                  <a:pt x="2916" y="8052"/>
                  <a:pt x="2830" y="8052"/>
                  <a:pt x="2744" y="8054"/>
                </a:cubicBezTo>
                <a:cubicBezTo>
                  <a:pt x="2475" y="8057"/>
                  <a:pt x="2183" y="8043"/>
                  <a:pt x="1931" y="8148"/>
                </a:cubicBezTo>
                <a:cubicBezTo>
                  <a:pt x="1700" y="8244"/>
                  <a:pt x="1557" y="8443"/>
                  <a:pt x="1448" y="8660"/>
                </a:cubicBezTo>
                <a:cubicBezTo>
                  <a:pt x="1157" y="9242"/>
                  <a:pt x="895" y="9837"/>
                  <a:pt x="618" y="10425"/>
                </a:cubicBezTo>
                <a:cubicBezTo>
                  <a:pt x="483" y="10711"/>
                  <a:pt x="344" y="10996"/>
                  <a:pt x="215" y="11284"/>
                </a:cubicBezTo>
                <a:cubicBezTo>
                  <a:pt x="103" y="11537"/>
                  <a:pt x="1" y="11806"/>
                  <a:pt x="9" y="12087"/>
                </a:cubicBezTo>
                <a:cubicBezTo>
                  <a:pt x="26" y="12628"/>
                  <a:pt x="464" y="12993"/>
                  <a:pt x="898" y="13242"/>
                </a:cubicBezTo>
                <a:cubicBezTo>
                  <a:pt x="1355" y="13506"/>
                  <a:pt x="1863" y="13671"/>
                  <a:pt x="2379" y="13769"/>
                </a:cubicBezTo>
                <a:cubicBezTo>
                  <a:pt x="3456" y="13974"/>
                  <a:pt x="4560" y="13920"/>
                  <a:pt x="5650" y="13980"/>
                </a:cubicBezTo>
                <a:cubicBezTo>
                  <a:pt x="6939" y="14051"/>
                  <a:pt x="8222" y="14239"/>
                  <a:pt x="9514" y="14259"/>
                </a:cubicBezTo>
                <a:cubicBezTo>
                  <a:pt x="9569" y="14260"/>
                  <a:pt x="9623" y="14261"/>
                  <a:pt x="9677" y="14261"/>
                </a:cubicBezTo>
                <a:cubicBezTo>
                  <a:pt x="10875" y="14261"/>
                  <a:pt x="12038" y="14052"/>
                  <a:pt x="13207" y="13797"/>
                </a:cubicBezTo>
                <a:cubicBezTo>
                  <a:pt x="13817" y="13663"/>
                  <a:pt x="14426" y="13526"/>
                  <a:pt x="15041" y="13424"/>
                </a:cubicBezTo>
                <a:cubicBezTo>
                  <a:pt x="15675" y="13317"/>
                  <a:pt x="16315" y="13253"/>
                  <a:pt x="16956" y="13206"/>
                </a:cubicBezTo>
                <a:cubicBezTo>
                  <a:pt x="18228" y="13113"/>
                  <a:pt x="19506" y="13085"/>
                  <a:pt x="20774" y="12938"/>
                </a:cubicBezTo>
                <a:cubicBezTo>
                  <a:pt x="21322" y="12875"/>
                  <a:pt x="21864" y="12773"/>
                  <a:pt x="22412" y="12707"/>
                </a:cubicBezTo>
                <a:cubicBezTo>
                  <a:pt x="22674" y="12676"/>
                  <a:pt x="22942" y="12652"/>
                  <a:pt x="23208" y="12652"/>
                </a:cubicBezTo>
                <a:cubicBezTo>
                  <a:pt x="23451" y="12652"/>
                  <a:pt x="23692" y="12672"/>
                  <a:pt x="23928" y="12724"/>
                </a:cubicBezTo>
                <a:cubicBezTo>
                  <a:pt x="24162" y="12777"/>
                  <a:pt x="24387" y="12861"/>
                  <a:pt x="24591" y="12989"/>
                </a:cubicBezTo>
                <a:cubicBezTo>
                  <a:pt x="24696" y="13055"/>
                  <a:pt x="24788" y="13167"/>
                  <a:pt x="24915" y="13170"/>
                </a:cubicBezTo>
                <a:cubicBezTo>
                  <a:pt x="24918" y="13170"/>
                  <a:pt x="24920" y="13170"/>
                  <a:pt x="24923" y="13170"/>
                </a:cubicBezTo>
                <a:cubicBezTo>
                  <a:pt x="25030" y="13170"/>
                  <a:pt x="25141" y="13147"/>
                  <a:pt x="25241" y="13108"/>
                </a:cubicBezTo>
                <a:cubicBezTo>
                  <a:pt x="25716" y="12928"/>
                  <a:pt x="25988" y="12456"/>
                  <a:pt x="26075" y="11977"/>
                </a:cubicBezTo>
                <a:cubicBezTo>
                  <a:pt x="26127" y="11687"/>
                  <a:pt x="26128" y="11393"/>
                  <a:pt x="26127" y="11099"/>
                </a:cubicBezTo>
                <a:cubicBezTo>
                  <a:pt x="26126" y="10779"/>
                  <a:pt x="26124" y="10457"/>
                  <a:pt x="26123" y="10135"/>
                </a:cubicBezTo>
                <a:cubicBezTo>
                  <a:pt x="26121" y="9483"/>
                  <a:pt x="26118" y="8831"/>
                  <a:pt x="26116" y="8179"/>
                </a:cubicBezTo>
                <a:cubicBezTo>
                  <a:pt x="26112" y="6939"/>
                  <a:pt x="26107" y="5700"/>
                  <a:pt x="26102" y="4459"/>
                </a:cubicBezTo>
                <a:lnTo>
                  <a:pt x="26102" y="4459"/>
                </a:lnTo>
                <a:cubicBezTo>
                  <a:pt x="26105" y="4461"/>
                  <a:pt x="26107" y="4462"/>
                  <a:pt x="26109" y="4462"/>
                </a:cubicBezTo>
                <a:cubicBezTo>
                  <a:pt x="26174" y="4462"/>
                  <a:pt x="26046" y="3375"/>
                  <a:pt x="25375" y="3280"/>
                </a:cubicBezTo>
                <a:cubicBezTo>
                  <a:pt x="24338" y="3135"/>
                  <a:pt x="24244" y="1492"/>
                  <a:pt x="23438" y="803"/>
                </a:cubicBezTo>
                <a:cubicBezTo>
                  <a:pt x="23048" y="470"/>
                  <a:pt x="22597" y="206"/>
                  <a:pt x="22095" y="87"/>
                </a:cubicBezTo>
                <a:cubicBezTo>
                  <a:pt x="21837" y="25"/>
                  <a:pt x="21575" y="0"/>
                  <a:pt x="21312"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5"/>
          <p:cNvSpPr/>
          <p:nvPr/>
        </p:nvSpPr>
        <p:spPr>
          <a:xfrm>
            <a:off x="-450899" y="3428735"/>
            <a:ext cx="2089708" cy="2096136"/>
          </a:xfrm>
          <a:custGeom>
            <a:rect b="b" l="l" r="r" t="t"/>
            <a:pathLst>
              <a:path extrusionOk="0" h="13045" w="13005">
                <a:moveTo>
                  <a:pt x="1922" y="1"/>
                </a:moveTo>
                <a:cubicBezTo>
                  <a:pt x="1849" y="1"/>
                  <a:pt x="1776" y="4"/>
                  <a:pt x="1703" y="11"/>
                </a:cubicBezTo>
                <a:cubicBezTo>
                  <a:pt x="1260" y="54"/>
                  <a:pt x="818" y="227"/>
                  <a:pt x="503" y="551"/>
                </a:cubicBezTo>
                <a:cubicBezTo>
                  <a:pt x="150" y="913"/>
                  <a:pt x="38" y="1411"/>
                  <a:pt x="20" y="1903"/>
                </a:cubicBezTo>
                <a:cubicBezTo>
                  <a:pt x="0" y="2484"/>
                  <a:pt x="46" y="3073"/>
                  <a:pt x="66" y="3654"/>
                </a:cubicBezTo>
                <a:cubicBezTo>
                  <a:pt x="86" y="4273"/>
                  <a:pt x="107" y="4891"/>
                  <a:pt x="127" y="5509"/>
                </a:cubicBezTo>
                <a:lnTo>
                  <a:pt x="374" y="12928"/>
                </a:lnTo>
                <a:cubicBezTo>
                  <a:pt x="376" y="12996"/>
                  <a:pt x="429" y="13044"/>
                  <a:pt x="492" y="13044"/>
                </a:cubicBezTo>
                <a:cubicBezTo>
                  <a:pt x="501" y="13044"/>
                  <a:pt x="511" y="13043"/>
                  <a:pt x="520" y="13041"/>
                </a:cubicBezTo>
                <a:cubicBezTo>
                  <a:pt x="1437" y="12830"/>
                  <a:pt x="2365" y="12670"/>
                  <a:pt x="3299" y="12564"/>
                </a:cubicBezTo>
                <a:cubicBezTo>
                  <a:pt x="4235" y="12458"/>
                  <a:pt x="5175" y="12406"/>
                  <a:pt x="6116" y="12406"/>
                </a:cubicBezTo>
                <a:cubicBezTo>
                  <a:pt x="6835" y="12406"/>
                  <a:pt x="7554" y="12436"/>
                  <a:pt x="8271" y="12496"/>
                </a:cubicBezTo>
                <a:cubicBezTo>
                  <a:pt x="8728" y="12533"/>
                  <a:pt x="9209" y="12577"/>
                  <a:pt x="9687" y="12577"/>
                </a:cubicBezTo>
                <a:cubicBezTo>
                  <a:pt x="10492" y="12577"/>
                  <a:pt x="11288" y="12454"/>
                  <a:pt x="11947" y="11977"/>
                </a:cubicBezTo>
                <a:lnTo>
                  <a:pt x="11947" y="11977"/>
                </a:lnTo>
                <a:cubicBezTo>
                  <a:pt x="11945" y="11988"/>
                  <a:pt x="11948" y="11993"/>
                  <a:pt x="11955" y="11993"/>
                </a:cubicBezTo>
                <a:cubicBezTo>
                  <a:pt x="12017" y="11993"/>
                  <a:pt x="12409" y="11534"/>
                  <a:pt x="12496" y="11300"/>
                </a:cubicBezTo>
                <a:cubicBezTo>
                  <a:pt x="12866" y="10319"/>
                  <a:pt x="13005" y="9208"/>
                  <a:pt x="12677" y="8195"/>
                </a:cubicBezTo>
                <a:cubicBezTo>
                  <a:pt x="12404" y="7349"/>
                  <a:pt x="11818" y="6569"/>
                  <a:pt x="11000" y="6188"/>
                </a:cubicBezTo>
                <a:cubicBezTo>
                  <a:pt x="10082" y="5759"/>
                  <a:pt x="9032" y="5924"/>
                  <a:pt x="8092" y="5581"/>
                </a:cubicBezTo>
                <a:cubicBezTo>
                  <a:pt x="7160" y="5240"/>
                  <a:pt x="6737" y="4324"/>
                  <a:pt x="6316" y="3499"/>
                </a:cubicBezTo>
                <a:cubicBezTo>
                  <a:pt x="5859" y="2602"/>
                  <a:pt x="5271" y="1802"/>
                  <a:pt x="4492" y="1159"/>
                </a:cubicBezTo>
                <a:cubicBezTo>
                  <a:pt x="3786" y="579"/>
                  <a:pt x="2870" y="1"/>
                  <a:pt x="1922"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5"/>
          <p:cNvSpPr/>
          <p:nvPr/>
        </p:nvSpPr>
        <p:spPr>
          <a:xfrm>
            <a:off x="-317690" y="-239105"/>
            <a:ext cx="3916858" cy="1383980"/>
          </a:xfrm>
          <a:custGeom>
            <a:rect b="b" l="l" r="r" t="t"/>
            <a:pathLst>
              <a:path extrusionOk="0" h="8613" w="24376">
                <a:moveTo>
                  <a:pt x="1748" y="0"/>
                </a:moveTo>
                <a:cubicBezTo>
                  <a:pt x="1709" y="0"/>
                  <a:pt x="1669" y="2"/>
                  <a:pt x="1629" y="7"/>
                </a:cubicBezTo>
                <a:cubicBezTo>
                  <a:pt x="1391" y="38"/>
                  <a:pt x="1250" y="176"/>
                  <a:pt x="1187" y="347"/>
                </a:cubicBezTo>
                <a:cubicBezTo>
                  <a:pt x="1033" y="773"/>
                  <a:pt x="935" y="1218"/>
                  <a:pt x="819" y="1650"/>
                </a:cubicBezTo>
                <a:cubicBezTo>
                  <a:pt x="701" y="2092"/>
                  <a:pt x="590" y="2536"/>
                  <a:pt x="496" y="2983"/>
                </a:cubicBezTo>
                <a:cubicBezTo>
                  <a:pt x="126" y="4733"/>
                  <a:pt x="0" y="6549"/>
                  <a:pt x="659" y="8271"/>
                </a:cubicBezTo>
                <a:cubicBezTo>
                  <a:pt x="678" y="8321"/>
                  <a:pt x="733" y="8346"/>
                  <a:pt x="790" y="8346"/>
                </a:cubicBezTo>
                <a:cubicBezTo>
                  <a:pt x="835" y="8346"/>
                  <a:pt x="881" y="8329"/>
                  <a:pt x="910" y="8296"/>
                </a:cubicBezTo>
                <a:cubicBezTo>
                  <a:pt x="1048" y="8134"/>
                  <a:pt x="1206" y="7983"/>
                  <a:pt x="1385" y="7843"/>
                </a:cubicBezTo>
                <a:cubicBezTo>
                  <a:pt x="2101" y="7284"/>
                  <a:pt x="3087" y="6944"/>
                  <a:pt x="4095" y="6849"/>
                </a:cubicBezTo>
                <a:cubicBezTo>
                  <a:pt x="4314" y="6828"/>
                  <a:pt x="4534" y="6818"/>
                  <a:pt x="4754" y="6818"/>
                </a:cubicBezTo>
                <a:cubicBezTo>
                  <a:pt x="5730" y="6818"/>
                  <a:pt x="6704" y="7012"/>
                  <a:pt x="7586" y="7328"/>
                </a:cubicBezTo>
                <a:cubicBezTo>
                  <a:pt x="8653" y="7708"/>
                  <a:pt x="9622" y="8264"/>
                  <a:pt x="10770" y="8502"/>
                </a:cubicBezTo>
                <a:cubicBezTo>
                  <a:pt x="11110" y="8573"/>
                  <a:pt x="11460" y="8612"/>
                  <a:pt x="11804" y="8612"/>
                </a:cubicBezTo>
                <a:cubicBezTo>
                  <a:pt x="12445" y="8612"/>
                  <a:pt x="13071" y="8476"/>
                  <a:pt x="13597" y="8154"/>
                </a:cubicBezTo>
                <a:cubicBezTo>
                  <a:pt x="14183" y="7795"/>
                  <a:pt x="14557" y="7273"/>
                  <a:pt x="14873" y="6761"/>
                </a:cubicBezTo>
                <a:cubicBezTo>
                  <a:pt x="15208" y="6214"/>
                  <a:pt x="15488" y="5645"/>
                  <a:pt x="15900" y="5129"/>
                </a:cubicBezTo>
                <a:cubicBezTo>
                  <a:pt x="16333" y="4590"/>
                  <a:pt x="16925" y="4168"/>
                  <a:pt x="17743" y="4015"/>
                </a:cubicBezTo>
                <a:cubicBezTo>
                  <a:pt x="18117" y="3945"/>
                  <a:pt x="18497" y="3924"/>
                  <a:pt x="18879" y="3924"/>
                </a:cubicBezTo>
                <a:cubicBezTo>
                  <a:pt x="19431" y="3924"/>
                  <a:pt x="19988" y="3967"/>
                  <a:pt x="20538" y="3967"/>
                </a:cubicBezTo>
                <a:cubicBezTo>
                  <a:pt x="20675" y="3967"/>
                  <a:pt x="20811" y="3964"/>
                  <a:pt x="20947" y="3958"/>
                </a:cubicBezTo>
                <a:cubicBezTo>
                  <a:pt x="21449" y="3933"/>
                  <a:pt x="21952" y="3857"/>
                  <a:pt x="22403" y="3679"/>
                </a:cubicBezTo>
                <a:cubicBezTo>
                  <a:pt x="22808" y="3518"/>
                  <a:pt x="23157" y="3280"/>
                  <a:pt x="23433" y="3003"/>
                </a:cubicBezTo>
                <a:cubicBezTo>
                  <a:pt x="23951" y="2479"/>
                  <a:pt x="24196" y="1807"/>
                  <a:pt x="24066" y="1157"/>
                </a:cubicBezTo>
                <a:lnTo>
                  <a:pt x="24066" y="1157"/>
                </a:lnTo>
                <a:cubicBezTo>
                  <a:pt x="24067" y="1158"/>
                  <a:pt x="24069" y="1158"/>
                  <a:pt x="24071" y="1158"/>
                </a:cubicBezTo>
                <a:cubicBezTo>
                  <a:pt x="24093" y="1158"/>
                  <a:pt x="24117" y="1151"/>
                  <a:pt x="24142" y="1138"/>
                </a:cubicBezTo>
                <a:cubicBezTo>
                  <a:pt x="24292" y="1056"/>
                  <a:pt x="24376" y="935"/>
                  <a:pt x="24372" y="792"/>
                </a:cubicBezTo>
                <a:cubicBezTo>
                  <a:pt x="24363" y="440"/>
                  <a:pt x="23972" y="240"/>
                  <a:pt x="23550" y="217"/>
                </a:cubicBezTo>
                <a:cubicBezTo>
                  <a:pt x="23514" y="215"/>
                  <a:pt x="23478" y="215"/>
                  <a:pt x="23442" y="215"/>
                </a:cubicBezTo>
                <a:cubicBezTo>
                  <a:pt x="23211" y="215"/>
                  <a:pt x="22977" y="252"/>
                  <a:pt x="22750" y="280"/>
                </a:cubicBezTo>
                <a:cubicBezTo>
                  <a:pt x="22445" y="317"/>
                  <a:pt x="22139" y="351"/>
                  <a:pt x="21832" y="383"/>
                </a:cubicBezTo>
                <a:cubicBezTo>
                  <a:pt x="20628" y="507"/>
                  <a:pt x="19418" y="590"/>
                  <a:pt x="18207" y="648"/>
                </a:cubicBezTo>
                <a:cubicBezTo>
                  <a:pt x="15784" y="762"/>
                  <a:pt x="13357" y="774"/>
                  <a:pt x="10932" y="789"/>
                </a:cubicBezTo>
                <a:cubicBezTo>
                  <a:pt x="10568" y="791"/>
                  <a:pt x="10203" y="793"/>
                  <a:pt x="9838" y="793"/>
                </a:cubicBezTo>
                <a:cubicBezTo>
                  <a:pt x="7878" y="793"/>
                  <a:pt x="5909" y="743"/>
                  <a:pt x="3985" y="438"/>
                </a:cubicBezTo>
                <a:cubicBezTo>
                  <a:pt x="3423" y="348"/>
                  <a:pt x="2866" y="237"/>
                  <a:pt x="2318" y="100"/>
                </a:cubicBezTo>
                <a:cubicBezTo>
                  <a:pt x="2134" y="55"/>
                  <a:pt x="1943" y="0"/>
                  <a:pt x="1748"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5"/>
          <p:cNvSpPr/>
          <p:nvPr/>
        </p:nvSpPr>
        <p:spPr>
          <a:xfrm>
            <a:off x="5829867" y="-831076"/>
            <a:ext cx="4345244" cy="3055586"/>
          </a:xfrm>
          <a:custGeom>
            <a:rect b="b" l="l" r="r" t="t"/>
            <a:pathLst>
              <a:path extrusionOk="0" h="19016" w="27042">
                <a:moveTo>
                  <a:pt x="5311" y="0"/>
                </a:moveTo>
                <a:cubicBezTo>
                  <a:pt x="5179" y="0"/>
                  <a:pt x="5075" y="178"/>
                  <a:pt x="5211" y="262"/>
                </a:cubicBezTo>
                <a:cubicBezTo>
                  <a:pt x="5431" y="399"/>
                  <a:pt x="5652" y="530"/>
                  <a:pt x="5876" y="657"/>
                </a:cubicBezTo>
                <a:cubicBezTo>
                  <a:pt x="3749" y="1565"/>
                  <a:pt x="1452" y="2798"/>
                  <a:pt x="713" y="5101"/>
                </a:cubicBezTo>
                <a:cubicBezTo>
                  <a:pt x="0" y="7321"/>
                  <a:pt x="1219" y="10007"/>
                  <a:pt x="3411" y="10856"/>
                </a:cubicBezTo>
                <a:cubicBezTo>
                  <a:pt x="3728" y="10979"/>
                  <a:pt x="4069" y="11058"/>
                  <a:pt x="4406" y="11058"/>
                </a:cubicBezTo>
                <a:cubicBezTo>
                  <a:pt x="4688" y="11058"/>
                  <a:pt x="4968" y="11003"/>
                  <a:pt x="5229" y="10871"/>
                </a:cubicBezTo>
                <a:cubicBezTo>
                  <a:pt x="5743" y="10614"/>
                  <a:pt x="6086" y="10140"/>
                  <a:pt x="6367" y="9654"/>
                </a:cubicBezTo>
                <a:cubicBezTo>
                  <a:pt x="6660" y="9147"/>
                  <a:pt x="6901" y="8604"/>
                  <a:pt x="7258" y="8138"/>
                </a:cubicBezTo>
                <a:cubicBezTo>
                  <a:pt x="7586" y="7709"/>
                  <a:pt x="8056" y="7408"/>
                  <a:pt x="8567" y="7243"/>
                </a:cubicBezTo>
                <a:cubicBezTo>
                  <a:pt x="8835" y="7156"/>
                  <a:pt x="9122" y="7107"/>
                  <a:pt x="9407" y="7107"/>
                </a:cubicBezTo>
                <a:cubicBezTo>
                  <a:pt x="9658" y="7107"/>
                  <a:pt x="9908" y="7145"/>
                  <a:pt x="10143" y="7227"/>
                </a:cubicBezTo>
                <a:cubicBezTo>
                  <a:pt x="10681" y="7416"/>
                  <a:pt x="11050" y="7824"/>
                  <a:pt x="11259" y="8347"/>
                </a:cubicBezTo>
                <a:cubicBezTo>
                  <a:pt x="11495" y="8938"/>
                  <a:pt x="11543" y="9582"/>
                  <a:pt x="11752" y="10181"/>
                </a:cubicBezTo>
                <a:cubicBezTo>
                  <a:pt x="11957" y="10769"/>
                  <a:pt x="12358" y="11405"/>
                  <a:pt x="12983" y="11603"/>
                </a:cubicBezTo>
                <a:cubicBezTo>
                  <a:pt x="13117" y="11646"/>
                  <a:pt x="13250" y="11665"/>
                  <a:pt x="13380" y="11665"/>
                </a:cubicBezTo>
                <a:cubicBezTo>
                  <a:pt x="13765" y="11665"/>
                  <a:pt x="14132" y="11502"/>
                  <a:pt x="14481" y="11319"/>
                </a:cubicBezTo>
                <a:cubicBezTo>
                  <a:pt x="14811" y="11146"/>
                  <a:pt x="15183" y="10926"/>
                  <a:pt x="15563" y="10926"/>
                </a:cubicBezTo>
                <a:cubicBezTo>
                  <a:pt x="15675" y="10926"/>
                  <a:pt x="15789" y="10946"/>
                  <a:pt x="15902" y="10992"/>
                </a:cubicBezTo>
                <a:cubicBezTo>
                  <a:pt x="16505" y="11236"/>
                  <a:pt x="16731" y="12009"/>
                  <a:pt x="16886" y="12576"/>
                </a:cubicBezTo>
                <a:cubicBezTo>
                  <a:pt x="17067" y="13246"/>
                  <a:pt x="17237" y="13920"/>
                  <a:pt x="17447" y="14583"/>
                </a:cubicBezTo>
                <a:cubicBezTo>
                  <a:pt x="17859" y="15878"/>
                  <a:pt x="18454" y="17143"/>
                  <a:pt x="19512" y="18032"/>
                </a:cubicBezTo>
                <a:cubicBezTo>
                  <a:pt x="20225" y="18631"/>
                  <a:pt x="21110" y="19015"/>
                  <a:pt x="22020" y="19015"/>
                </a:cubicBezTo>
                <a:cubicBezTo>
                  <a:pt x="22330" y="19015"/>
                  <a:pt x="22643" y="18971"/>
                  <a:pt x="22954" y="18875"/>
                </a:cubicBezTo>
                <a:cubicBezTo>
                  <a:pt x="24002" y="18552"/>
                  <a:pt x="24786" y="17702"/>
                  <a:pt x="25334" y="16784"/>
                </a:cubicBezTo>
                <a:cubicBezTo>
                  <a:pt x="25931" y="15784"/>
                  <a:pt x="26309" y="14669"/>
                  <a:pt x="26587" y="13543"/>
                </a:cubicBezTo>
                <a:cubicBezTo>
                  <a:pt x="26872" y="12393"/>
                  <a:pt x="27042" y="11178"/>
                  <a:pt x="26859" y="9998"/>
                </a:cubicBezTo>
                <a:cubicBezTo>
                  <a:pt x="26669" y="8763"/>
                  <a:pt x="26045" y="7686"/>
                  <a:pt x="25037" y="6940"/>
                </a:cubicBezTo>
                <a:cubicBezTo>
                  <a:pt x="23865" y="6071"/>
                  <a:pt x="22401" y="5638"/>
                  <a:pt x="21023" y="5219"/>
                </a:cubicBezTo>
                <a:cubicBezTo>
                  <a:pt x="19511" y="4758"/>
                  <a:pt x="17976" y="4376"/>
                  <a:pt x="16442" y="3995"/>
                </a:cubicBezTo>
                <a:cubicBezTo>
                  <a:pt x="13377" y="3236"/>
                  <a:pt x="10276" y="2484"/>
                  <a:pt x="7410" y="1122"/>
                </a:cubicBezTo>
                <a:cubicBezTo>
                  <a:pt x="7124" y="986"/>
                  <a:pt x="6842" y="844"/>
                  <a:pt x="6563" y="695"/>
                </a:cubicBezTo>
                <a:cubicBezTo>
                  <a:pt x="6622" y="671"/>
                  <a:pt x="6682" y="645"/>
                  <a:pt x="6742" y="621"/>
                </a:cubicBezTo>
                <a:cubicBezTo>
                  <a:pt x="6901" y="557"/>
                  <a:pt x="6828" y="333"/>
                  <a:pt x="6684" y="333"/>
                </a:cubicBezTo>
                <a:cubicBezTo>
                  <a:pt x="6666" y="333"/>
                  <a:pt x="6646" y="336"/>
                  <a:pt x="6625" y="345"/>
                </a:cubicBezTo>
                <a:cubicBezTo>
                  <a:pt x="6492" y="400"/>
                  <a:pt x="6358" y="454"/>
                  <a:pt x="6223" y="510"/>
                </a:cubicBezTo>
                <a:cubicBezTo>
                  <a:pt x="5943" y="355"/>
                  <a:pt x="5666" y="194"/>
                  <a:pt x="5394" y="25"/>
                </a:cubicBezTo>
                <a:cubicBezTo>
                  <a:pt x="5366" y="8"/>
                  <a:pt x="5338" y="0"/>
                  <a:pt x="5311"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 name="Google Shape;361;p15"/>
          <p:cNvGrpSpPr/>
          <p:nvPr/>
        </p:nvGrpSpPr>
        <p:grpSpPr>
          <a:xfrm>
            <a:off x="1116830" y="990139"/>
            <a:ext cx="6909619" cy="3217654"/>
            <a:chOff x="3689050" y="919857"/>
            <a:chExt cx="1419425" cy="685950"/>
          </a:xfrm>
        </p:grpSpPr>
        <p:sp>
          <p:nvSpPr>
            <p:cNvPr id="362" name="Google Shape;362;p15"/>
            <p:cNvSpPr/>
            <p:nvPr/>
          </p:nvSpPr>
          <p:spPr>
            <a:xfrm>
              <a:off x="3945175" y="932332"/>
              <a:ext cx="912600" cy="143950"/>
            </a:xfrm>
            <a:custGeom>
              <a:rect b="b" l="l" r="r" t="t"/>
              <a:pathLst>
                <a:path extrusionOk="0" h="5758" w="36504">
                  <a:moveTo>
                    <a:pt x="18144" y="1"/>
                  </a:moveTo>
                  <a:cubicBezTo>
                    <a:pt x="17036" y="1634"/>
                    <a:pt x="15167" y="2647"/>
                    <a:pt x="13238" y="2647"/>
                  </a:cubicBezTo>
                  <a:cubicBezTo>
                    <a:pt x="12616" y="2647"/>
                    <a:pt x="11989" y="2542"/>
                    <a:pt x="11379" y="2319"/>
                  </a:cubicBezTo>
                  <a:cubicBezTo>
                    <a:pt x="9365" y="1581"/>
                    <a:pt x="7828" y="320"/>
                    <a:pt x="5593" y="191"/>
                  </a:cubicBezTo>
                  <a:cubicBezTo>
                    <a:pt x="5449" y="183"/>
                    <a:pt x="5300" y="178"/>
                    <a:pt x="5147" y="178"/>
                  </a:cubicBezTo>
                  <a:cubicBezTo>
                    <a:pt x="2960" y="178"/>
                    <a:pt x="0" y="1073"/>
                    <a:pt x="333" y="3758"/>
                  </a:cubicBezTo>
                  <a:cubicBezTo>
                    <a:pt x="340" y="3806"/>
                    <a:pt x="331" y="3848"/>
                    <a:pt x="315" y="3883"/>
                  </a:cubicBezTo>
                  <a:lnTo>
                    <a:pt x="993" y="3938"/>
                  </a:lnTo>
                  <a:cubicBezTo>
                    <a:pt x="1146" y="3384"/>
                    <a:pt x="1456" y="2883"/>
                    <a:pt x="2007" y="2472"/>
                  </a:cubicBezTo>
                  <a:cubicBezTo>
                    <a:pt x="2725" y="1941"/>
                    <a:pt x="3583" y="1727"/>
                    <a:pt x="4450" y="1727"/>
                  </a:cubicBezTo>
                  <a:cubicBezTo>
                    <a:pt x="4894" y="1727"/>
                    <a:pt x="5341" y="1783"/>
                    <a:pt x="5773" y="1881"/>
                  </a:cubicBezTo>
                  <a:cubicBezTo>
                    <a:pt x="7779" y="2336"/>
                    <a:pt x="9550" y="3481"/>
                    <a:pt x="11575" y="3897"/>
                  </a:cubicBezTo>
                  <a:cubicBezTo>
                    <a:pt x="12135" y="4012"/>
                    <a:pt x="12699" y="4074"/>
                    <a:pt x="13255" y="4074"/>
                  </a:cubicBezTo>
                  <a:cubicBezTo>
                    <a:pt x="14893" y="4074"/>
                    <a:pt x="16460" y="3538"/>
                    <a:pt x="17629" y="2251"/>
                  </a:cubicBezTo>
                  <a:cubicBezTo>
                    <a:pt x="17624" y="2245"/>
                    <a:pt x="17618" y="2243"/>
                    <a:pt x="17612" y="2239"/>
                  </a:cubicBezTo>
                  <a:cubicBezTo>
                    <a:pt x="17546" y="2178"/>
                    <a:pt x="17611" y="2069"/>
                    <a:pt x="17685" y="2069"/>
                  </a:cubicBezTo>
                  <a:cubicBezTo>
                    <a:pt x="17701" y="2069"/>
                    <a:pt x="17717" y="2074"/>
                    <a:pt x="17733" y="2086"/>
                  </a:cubicBezTo>
                  <a:cubicBezTo>
                    <a:pt x="19239" y="3237"/>
                    <a:pt x="20937" y="3852"/>
                    <a:pt x="22793" y="3852"/>
                  </a:cubicBezTo>
                  <a:cubicBezTo>
                    <a:pt x="23059" y="3852"/>
                    <a:pt x="23328" y="3839"/>
                    <a:pt x="23600" y="3814"/>
                  </a:cubicBezTo>
                  <a:cubicBezTo>
                    <a:pt x="25712" y="3617"/>
                    <a:pt x="27523" y="2689"/>
                    <a:pt x="29519" y="2088"/>
                  </a:cubicBezTo>
                  <a:cubicBezTo>
                    <a:pt x="30068" y="1923"/>
                    <a:pt x="30659" y="1810"/>
                    <a:pt x="31242" y="1810"/>
                  </a:cubicBezTo>
                  <a:cubicBezTo>
                    <a:pt x="31952" y="1810"/>
                    <a:pt x="32648" y="1978"/>
                    <a:pt x="33237" y="2426"/>
                  </a:cubicBezTo>
                  <a:cubicBezTo>
                    <a:pt x="34260" y="3201"/>
                    <a:pt x="34563" y="4547"/>
                    <a:pt x="34740" y="5758"/>
                  </a:cubicBezTo>
                  <a:cubicBezTo>
                    <a:pt x="35271" y="5233"/>
                    <a:pt x="35867" y="4776"/>
                    <a:pt x="36504" y="4388"/>
                  </a:cubicBezTo>
                  <a:lnTo>
                    <a:pt x="36202" y="3998"/>
                  </a:lnTo>
                  <a:cubicBezTo>
                    <a:pt x="36068" y="3998"/>
                    <a:pt x="35934" y="3919"/>
                    <a:pt x="35955" y="3758"/>
                  </a:cubicBezTo>
                  <a:cubicBezTo>
                    <a:pt x="36287" y="1073"/>
                    <a:pt x="33327" y="178"/>
                    <a:pt x="31142" y="178"/>
                  </a:cubicBezTo>
                  <a:cubicBezTo>
                    <a:pt x="30989" y="178"/>
                    <a:pt x="30840" y="183"/>
                    <a:pt x="30696" y="191"/>
                  </a:cubicBezTo>
                  <a:cubicBezTo>
                    <a:pt x="28460" y="320"/>
                    <a:pt x="26922" y="1581"/>
                    <a:pt x="24909" y="2319"/>
                  </a:cubicBezTo>
                  <a:cubicBezTo>
                    <a:pt x="24299" y="2542"/>
                    <a:pt x="23672" y="2647"/>
                    <a:pt x="23051" y="2647"/>
                  </a:cubicBezTo>
                  <a:cubicBezTo>
                    <a:pt x="21122" y="2647"/>
                    <a:pt x="19251" y="1634"/>
                    <a:pt x="181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5"/>
            <p:cNvSpPr/>
            <p:nvPr/>
          </p:nvSpPr>
          <p:spPr>
            <a:xfrm>
              <a:off x="3701525" y="974157"/>
              <a:ext cx="1029900" cy="620125"/>
            </a:xfrm>
            <a:custGeom>
              <a:rect b="b" l="l" r="r" t="t"/>
              <a:pathLst>
                <a:path extrusionOk="0" h="24805" w="41196">
                  <a:moveTo>
                    <a:pt x="3847" y="1"/>
                  </a:moveTo>
                  <a:cubicBezTo>
                    <a:pt x="2137" y="1"/>
                    <a:pt x="763" y="859"/>
                    <a:pt x="677" y="3336"/>
                  </a:cubicBezTo>
                  <a:cubicBezTo>
                    <a:pt x="613" y="5220"/>
                    <a:pt x="2550" y="9525"/>
                    <a:pt x="1" y="10579"/>
                  </a:cubicBezTo>
                  <a:cubicBezTo>
                    <a:pt x="3011" y="11967"/>
                    <a:pt x="594" y="15800"/>
                    <a:pt x="538" y="18000"/>
                  </a:cubicBezTo>
                  <a:cubicBezTo>
                    <a:pt x="478" y="20293"/>
                    <a:pt x="2067" y="21963"/>
                    <a:pt x="4339" y="22062"/>
                  </a:cubicBezTo>
                  <a:cubicBezTo>
                    <a:pt x="4416" y="22065"/>
                    <a:pt x="4492" y="22067"/>
                    <a:pt x="4568" y="22067"/>
                  </a:cubicBezTo>
                  <a:cubicBezTo>
                    <a:pt x="6475" y="22067"/>
                    <a:pt x="8130" y="21013"/>
                    <a:pt x="9855" y="20327"/>
                  </a:cubicBezTo>
                  <a:cubicBezTo>
                    <a:pt x="9870" y="20321"/>
                    <a:pt x="9884" y="20318"/>
                    <a:pt x="9897" y="20318"/>
                  </a:cubicBezTo>
                  <a:cubicBezTo>
                    <a:pt x="9969" y="20318"/>
                    <a:pt x="9999" y="20406"/>
                    <a:pt x="9975" y="20473"/>
                  </a:cubicBezTo>
                  <a:cubicBezTo>
                    <a:pt x="10009" y="20508"/>
                    <a:pt x="10035" y="20551"/>
                    <a:pt x="10039" y="20611"/>
                  </a:cubicBezTo>
                  <a:cubicBezTo>
                    <a:pt x="10252" y="22943"/>
                    <a:pt x="12007" y="24671"/>
                    <a:pt x="14359" y="24796"/>
                  </a:cubicBezTo>
                  <a:cubicBezTo>
                    <a:pt x="14475" y="24802"/>
                    <a:pt x="14590" y="24805"/>
                    <a:pt x="14705" y="24805"/>
                  </a:cubicBezTo>
                  <a:cubicBezTo>
                    <a:pt x="16578" y="24805"/>
                    <a:pt x="18354" y="24022"/>
                    <a:pt x="20081" y="23387"/>
                  </a:cubicBezTo>
                  <a:cubicBezTo>
                    <a:pt x="21335" y="22924"/>
                    <a:pt x="22685" y="22498"/>
                    <a:pt x="24038" y="22498"/>
                  </a:cubicBezTo>
                  <a:cubicBezTo>
                    <a:pt x="24447" y="22498"/>
                    <a:pt x="24856" y="22537"/>
                    <a:pt x="25262" y="22625"/>
                  </a:cubicBezTo>
                  <a:cubicBezTo>
                    <a:pt x="26320" y="22854"/>
                    <a:pt x="27557" y="23480"/>
                    <a:pt x="27889" y="24581"/>
                  </a:cubicBezTo>
                  <a:cubicBezTo>
                    <a:pt x="28223" y="23480"/>
                    <a:pt x="29460" y="22854"/>
                    <a:pt x="30517" y="22625"/>
                  </a:cubicBezTo>
                  <a:cubicBezTo>
                    <a:pt x="30924" y="22537"/>
                    <a:pt x="31332" y="22498"/>
                    <a:pt x="31741" y="22498"/>
                  </a:cubicBezTo>
                  <a:cubicBezTo>
                    <a:pt x="33094" y="22498"/>
                    <a:pt x="34445" y="22924"/>
                    <a:pt x="35698" y="23387"/>
                  </a:cubicBezTo>
                  <a:cubicBezTo>
                    <a:pt x="37422" y="24022"/>
                    <a:pt x="39197" y="24803"/>
                    <a:pt x="41066" y="24803"/>
                  </a:cubicBezTo>
                  <a:cubicBezTo>
                    <a:pt x="41109" y="24803"/>
                    <a:pt x="41153" y="24803"/>
                    <a:pt x="41196" y="24802"/>
                  </a:cubicBezTo>
                  <a:lnTo>
                    <a:pt x="41189" y="24209"/>
                  </a:lnTo>
                  <a:cubicBezTo>
                    <a:pt x="41152" y="24211"/>
                    <a:pt x="41115" y="24211"/>
                    <a:pt x="41077" y="24211"/>
                  </a:cubicBezTo>
                  <a:cubicBezTo>
                    <a:pt x="40614" y="24211"/>
                    <a:pt x="40111" y="24107"/>
                    <a:pt x="39568" y="23867"/>
                  </a:cubicBezTo>
                  <a:cubicBezTo>
                    <a:pt x="38792" y="23528"/>
                    <a:pt x="38112" y="23001"/>
                    <a:pt x="37352" y="22627"/>
                  </a:cubicBezTo>
                  <a:cubicBezTo>
                    <a:pt x="36364" y="22138"/>
                    <a:pt x="35299" y="21806"/>
                    <a:pt x="34214" y="21623"/>
                  </a:cubicBezTo>
                  <a:cubicBezTo>
                    <a:pt x="33591" y="21518"/>
                    <a:pt x="32969" y="21469"/>
                    <a:pt x="32350" y="21469"/>
                  </a:cubicBezTo>
                  <a:cubicBezTo>
                    <a:pt x="30774" y="21469"/>
                    <a:pt x="29218" y="21789"/>
                    <a:pt x="27714" y="22329"/>
                  </a:cubicBezTo>
                  <a:cubicBezTo>
                    <a:pt x="27705" y="22333"/>
                    <a:pt x="27696" y="22335"/>
                    <a:pt x="27687" y="22335"/>
                  </a:cubicBezTo>
                  <a:cubicBezTo>
                    <a:pt x="27663" y="22335"/>
                    <a:pt x="27642" y="22322"/>
                    <a:pt x="27629" y="22305"/>
                  </a:cubicBezTo>
                  <a:lnTo>
                    <a:pt x="27603" y="22334"/>
                  </a:lnTo>
                  <a:cubicBezTo>
                    <a:pt x="27656" y="22378"/>
                    <a:pt x="27710" y="22422"/>
                    <a:pt x="27760" y="22470"/>
                  </a:cubicBezTo>
                  <a:cubicBezTo>
                    <a:pt x="27879" y="22578"/>
                    <a:pt x="27768" y="22737"/>
                    <a:pt x="27642" y="22737"/>
                  </a:cubicBezTo>
                  <a:cubicBezTo>
                    <a:pt x="27606" y="22737"/>
                    <a:pt x="27570" y="22724"/>
                    <a:pt x="27537" y="22694"/>
                  </a:cubicBezTo>
                  <a:cubicBezTo>
                    <a:pt x="26519" y="21773"/>
                    <a:pt x="25347" y="21448"/>
                    <a:pt x="24107" y="21448"/>
                  </a:cubicBezTo>
                  <a:cubicBezTo>
                    <a:pt x="21397" y="21448"/>
                    <a:pt x="18367" y="23003"/>
                    <a:pt x="15932" y="23289"/>
                  </a:cubicBezTo>
                  <a:cubicBezTo>
                    <a:pt x="15723" y="23314"/>
                    <a:pt x="15519" y="23326"/>
                    <a:pt x="15320" y="23326"/>
                  </a:cubicBezTo>
                  <a:cubicBezTo>
                    <a:pt x="12671" y="23326"/>
                    <a:pt x="10863" y="21230"/>
                    <a:pt x="10185" y="18734"/>
                  </a:cubicBezTo>
                  <a:lnTo>
                    <a:pt x="10069" y="18766"/>
                  </a:lnTo>
                  <a:cubicBezTo>
                    <a:pt x="10081" y="18794"/>
                    <a:pt x="10079" y="18827"/>
                    <a:pt x="10053" y="18850"/>
                  </a:cubicBezTo>
                  <a:cubicBezTo>
                    <a:pt x="8921" y="19817"/>
                    <a:pt x="6790" y="20981"/>
                    <a:pt x="4952" y="20981"/>
                  </a:cubicBezTo>
                  <a:cubicBezTo>
                    <a:pt x="4112" y="20981"/>
                    <a:pt x="3333" y="20737"/>
                    <a:pt x="2739" y="20120"/>
                  </a:cubicBezTo>
                  <a:cubicBezTo>
                    <a:pt x="243" y="17529"/>
                    <a:pt x="4568" y="13482"/>
                    <a:pt x="1838" y="11034"/>
                  </a:cubicBezTo>
                  <a:lnTo>
                    <a:pt x="1838" y="11034"/>
                  </a:lnTo>
                  <a:cubicBezTo>
                    <a:pt x="1827" y="11038"/>
                    <a:pt x="1816" y="11040"/>
                    <a:pt x="1806" y="11040"/>
                  </a:cubicBezTo>
                  <a:cubicBezTo>
                    <a:pt x="1733" y="11040"/>
                    <a:pt x="1687" y="10950"/>
                    <a:pt x="1741" y="10891"/>
                  </a:cubicBezTo>
                  <a:cubicBezTo>
                    <a:pt x="1737" y="10809"/>
                    <a:pt x="1817" y="10732"/>
                    <a:pt x="1904" y="10732"/>
                  </a:cubicBezTo>
                  <a:cubicBezTo>
                    <a:pt x="1918" y="10732"/>
                    <a:pt x="1933" y="10734"/>
                    <a:pt x="1947" y="10738"/>
                  </a:cubicBezTo>
                  <a:cubicBezTo>
                    <a:pt x="4939" y="8501"/>
                    <a:pt x="196" y="4163"/>
                    <a:pt x="2832" y="2011"/>
                  </a:cubicBezTo>
                  <a:cubicBezTo>
                    <a:pt x="3326" y="1608"/>
                    <a:pt x="3893" y="1443"/>
                    <a:pt x="4496" y="1443"/>
                  </a:cubicBezTo>
                  <a:cubicBezTo>
                    <a:pt x="6603" y="1443"/>
                    <a:pt x="9147" y="3457"/>
                    <a:pt x="10538" y="4354"/>
                  </a:cubicBezTo>
                  <a:cubicBezTo>
                    <a:pt x="10582" y="4382"/>
                    <a:pt x="10600" y="4424"/>
                    <a:pt x="10600" y="4463"/>
                  </a:cubicBezTo>
                  <a:lnTo>
                    <a:pt x="10705" y="4449"/>
                  </a:lnTo>
                  <a:cubicBezTo>
                    <a:pt x="10594" y="3692"/>
                    <a:pt x="10550" y="2939"/>
                    <a:pt x="10739" y="2265"/>
                  </a:cubicBezTo>
                  <a:lnTo>
                    <a:pt x="10061" y="2209"/>
                  </a:lnTo>
                  <a:cubicBezTo>
                    <a:pt x="10019" y="2287"/>
                    <a:pt x="9926" y="2325"/>
                    <a:pt x="9832" y="2325"/>
                  </a:cubicBezTo>
                  <a:cubicBezTo>
                    <a:pt x="9764" y="2325"/>
                    <a:pt x="9695" y="2305"/>
                    <a:pt x="9645" y="2265"/>
                  </a:cubicBezTo>
                  <a:cubicBezTo>
                    <a:pt x="8242" y="1145"/>
                    <a:pt x="5821" y="1"/>
                    <a:pt x="3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5"/>
            <p:cNvSpPr/>
            <p:nvPr/>
          </p:nvSpPr>
          <p:spPr>
            <a:xfrm>
              <a:off x="4731250" y="974157"/>
              <a:ext cx="364750" cy="620075"/>
            </a:xfrm>
            <a:custGeom>
              <a:rect b="b" l="l" r="r" t="t"/>
              <a:pathLst>
                <a:path extrusionOk="0" h="24803" w="14590">
                  <a:moveTo>
                    <a:pt x="10745" y="1"/>
                  </a:moveTo>
                  <a:cubicBezTo>
                    <a:pt x="8771" y="1"/>
                    <a:pt x="6350" y="1145"/>
                    <a:pt x="4947" y="2265"/>
                  </a:cubicBezTo>
                  <a:cubicBezTo>
                    <a:pt x="4895" y="2304"/>
                    <a:pt x="4826" y="2325"/>
                    <a:pt x="4760" y="2325"/>
                  </a:cubicBezTo>
                  <a:lnTo>
                    <a:pt x="5062" y="2715"/>
                  </a:lnTo>
                  <a:cubicBezTo>
                    <a:pt x="5699" y="2328"/>
                    <a:pt x="6378" y="2008"/>
                    <a:pt x="7082" y="1757"/>
                  </a:cubicBezTo>
                  <a:cubicBezTo>
                    <a:pt x="7873" y="1474"/>
                    <a:pt x="8982" y="1106"/>
                    <a:pt x="9976" y="1106"/>
                  </a:cubicBezTo>
                  <a:cubicBezTo>
                    <a:pt x="10413" y="1106"/>
                    <a:pt x="10827" y="1177"/>
                    <a:pt x="11182" y="1358"/>
                  </a:cubicBezTo>
                  <a:cubicBezTo>
                    <a:pt x="12247" y="1898"/>
                    <a:pt x="12651" y="3163"/>
                    <a:pt x="12647" y="4280"/>
                  </a:cubicBezTo>
                  <a:cubicBezTo>
                    <a:pt x="12641" y="6296"/>
                    <a:pt x="11480" y="8423"/>
                    <a:pt x="12856" y="10245"/>
                  </a:cubicBezTo>
                  <a:cubicBezTo>
                    <a:pt x="12914" y="10318"/>
                    <a:pt x="12891" y="10392"/>
                    <a:pt x="12836" y="10436"/>
                  </a:cubicBezTo>
                  <a:lnTo>
                    <a:pt x="12852" y="10459"/>
                  </a:lnTo>
                  <a:cubicBezTo>
                    <a:pt x="12880" y="10436"/>
                    <a:pt x="12907" y="10416"/>
                    <a:pt x="12935" y="10397"/>
                  </a:cubicBezTo>
                  <a:cubicBezTo>
                    <a:pt x="12964" y="10377"/>
                    <a:pt x="12993" y="10369"/>
                    <a:pt x="13020" y="10369"/>
                  </a:cubicBezTo>
                  <a:cubicBezTo>
                    <a:pt x="13151" y="10369"/>
                    <a:pt x="13237" y="10577"/>
                    <a:pt x="13096" y="10674"/>
                  </a:cubicBezTo>
                  <a:cubicBezTo>
                    <a:pt x="9979" y="12831"/>
                    <a:pt x="14313" y="17215"/>
                    <a:pt x="11808" y="19785"/>
                  </a:cubicBezTo>
                  <a:cubicBezTo>
                    <a:pt x="11256" y="20352"/>
                    <a:pt x="10533" y="20576"/>
                    <a:pt x="9745" y="20576"/>
                  </a:cubicBezTo>
                  <a:cubicBezTo>
                    <a:pt x="7840" y="20576"/>
                    <a:pt x="5552" y="19265"/>
                    <a:pt x="4357" y="18293"/>
                  </a:cubicBezTo>
                  <a:lnTo>
                    <a:pt x="4299" y="18365"/>
                  </a:lnTo>
                  <a:cubicBezTo>
                    <a:pt x="4339" y="18400"/>
                    <a:pt x="4362" y="18455"/>
                    <a:pt x="4348" y="18522"/>
                  </a:cubicBezTo>
                  <a:cubicBezTo>
                    <a:pt x="3856" y="20820"/>
                    <a:pt x="2515" y="24108"/>
                    <a:pt x="0" y="24209"/>
                  </a:cubicBezTo>
                  <a:lnTo>
                    <a:pt x="7" y="24802"/>
                  </a:lnTo>
                  <a:cubicBezTo>
                    <a:pt x="82" y="24802"/>
                    <a:pt x="157" y="24800"/>
                    <a:pt x="231" y="24796"/>
                  </a:cubicBezTo>
                  <a:cubicBezTo>
                    <a:pt x="2584" y="24671"/>
                    <a:pt x="4339" y="22943"/>
                    <a:pt x="4551" y="20611"/>
                  </a:cubicBezTo>
                  <a:cubicBezTo>
                    <a:pt x="4556" y="20551"/>
                    <a:pt x="4583" y="20508"/>
                    <a:pt x="4615" y="20473"/>
                  </a:cubicBezTo>
                  <a:cubicBezTo>
                    <a:pt x="4592" y="20407"/>
                    <a:pt x="4622" y="20319"/>
                    <a:pt x="4693" y="20319"/>
                  </a:cubicBezTo>
                  <a:cubicBezTo>
                    <a:pt x="4706" y="20319"/>
                    <a:pt x="4721" y="20322"/>
                    <a:pt x="4736" y="20328"/>
                  </a:cubicBezTo>
                  <a:cubicBezTo>
                    <a:pt x="6461" y="21013"/>
                    <a:pt x="8116" y="22067"/>
                    <a:pt x="10022" y="22067"/>
                  </a:cubicBezTo>
                  <a:cubicBezTo>
                    <a:pt x="10098" y="22067"/>
                    <a:pt x="10175" y="22065"/>
                    <a:pt x="10252" y="22062"/>
                  </a:cubicBezTo>
                  <a:cubicBezTo>
                    <a:pt x="12524" y="21963"/>
                    <a:pt x="14112" y="20293"/>
                    <a:pt x="14053" y="18000"/>
                  </a:cubicBezTo>
                  <a:cubicBezTo>
                    <a:pt x="13997" y="15800"/>
                    <a:pt x="11580" y="11967"/>
                    <a:pt x="14590" y="10579"/>
                  </a:cubicBezTo>
                  <a:cubicBezTo>
                    <a:pt x="12044" y="9525"/>
                    <a:pt x="13979" y="5220"/>
                    <a:pt x="13914" y="3336"/>
                  </a:cubicBezTo>
                  <a:cubicBezTo>
                    <a:pt x="13829" y="859"/>
                    <a:pt x="12455" y="1"/>
                    <a:pt x="107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5"/>
            <p:cNvSpPr/>
            <p:nvPr/>
          </p:nvSpPr>
          <p:spPr>
            <a:xfrm>
              <a:off x="3689050" y="919857"/>
              <a:ext cx="1419425" cy="685950"/>
            </a:xfrm>
            <a:custGeom>
              <a:rect b="b" l="l" r="r" t="t"/>
              <a:pathLst>
                <a:path extrusionOk="0" h="27438" w="56777">
                  <a:moveTo>
                    <a:pt x="28389" y="500"/>
                  </a:moveTo>
                  <a:cubicBezTo>
                    <a:pt x="29496" y="2133"/>
                    <a:pt x="31368" y="3146"/>
                    <a:pt x="33296" y="3146"/>
                  </a:cubicBezTo>
                  <a:cubicBezTo>
                    <a:pt x="33917" y="3146"/>
                    <a:pt x="34544" y="3041"/>
                    <a:pt x="35154" y="2818"/>
                  </a:cubicBezTo>
                  <a:cubicBezTo>
                    <a:pt x="37167" y="2080"/>
                    <a:pt x="38706" y="819"/>
                    <a:pt x="40941" y="690"/>
                  </a:cubicBezTo>
                  <a:cubicBezTo>
                    <a:pt x="41085" y="682"/>
                    <a:pt x="41234" y="677"/>
                    <a:pt x="41387" y="677"/>
                  </a:cubicBezTo>
                  <a:cubicBezTo>
                    <a:pt x="43573" y="677"/>
                    <a:pt x="46532" y="1572"/>
                    <a:pt x="46200" y="4257"/>
                  </a:cubicBezTo>
                  <a:cubicBezTo>
                    <a:pt x="46179" y="4418"/>
                    <a:pt x="46313" y="4497"/>
                    <a:pt x="46447" y="4497"/>
                  </a:cubicBezTo>
                  <a:cubicBezTo>
                    <a:pt x="46514" y="4497"/>
                    <a:pt x="46583" y="4476"/>
                    <a:pt x="46633" y="4437"/>
                  </a:cubicBezTo>
                  <a:cubicBezTo>
                    <a:pt x="48037" y="3317"/>
                    <a:pt x="50458" y="2173"/>
                    <a:pt x="52433" y="2173"/>
                  </a:cubicBezTo>
                  <a:cubicBezTo>
                    <a:pt x="54143" y="2173"/>
                    <a:pt x="55517" y="3031"/>
                    <a:pt x="55602" y="5508"/>
                  </a:cubicBezTo>
                  <a:cubicBezTo>
                    <a:pt x="55667" y="7392"/>
                    <a:pt x="53731" y="11697"/>
                    <a:pt x="56278" y="12751"/>
                  </a:cubicBezTo>
                  <a:cubicBezTo>
                    <a:pt x="53268" y="14139"/>
                    <a:pt x="55685" y="17972"/>
                    <a:pt x="55741" y="20172"/>
                  </a:cubicBezTo>
                  <a:cubicBezTo>
                    <a:pt x="55800" y="22465"/>
                    <a:pt x="54212" y="24135"/>
                    <a:pt x="51940" y="24234"/>
                  </a:cubicBezTo>
                  <a:cubicBezTo>
                    <a:pt x="51863" y="24237"/>
                    <a:pt x="51786" y="24239"/>
                    <a:pt x="51710" y="24239"/>
                  </a:cubicBezTo>
                  <a:cubicBezTo>
                    <a:pt x="49804" y="24239"/>
                    <a:pt x="48149" y="23185"/>
                    <a:pt x="46424" y="22500"/>
                  </a:cubicBezTo>
                  <a:cubicBezTo>
                    <a:pt x="46409" y="22494"/>
                    <a:pt x="46394" y="22491"/>
                    <a:pt x="46381" y="22491"/>
                  </a:cubicBezTo>
                  <a:cubicBezTo>
                    <a:pt x="46310" y="22491"/>
                    <a:pt x="46280" y="22579"/>
                    <a:pt x="46303" y="22645"/>
                  </a:cubicBezTo>
                  <a:cubicBezTo>
                    <a:pt x="46271" y="22680"/>
                    <a:pt x="46244" y="22723"/>
                    <a:pt x="46239" y="22783"/>
                  </a:cubicBezTo>
                  <a:cubicBezTo>
                    <a:pt x="46027" y="25115"/>
                    <a:pt x="44272" y="26843"/>
                    <a:pt x="41919" y="26968"/>
                  </a:cubicBezTo>
                  <a:cubicBezTo>
                    <a:pt x="41845" y="26972"/>
                    <a:pt x="41770" y="26974"/>
                    <a:pt x="41695" y="26974"/>
                  </a:cubicBezTo>
                  <a:cubicBezTo>
                    <a:pt x="41652" y="26975"/>
                    <a:pt x="41609" y="26975"/>
                    <a:pt x="41565" y="26975"/>
                  </a:cubicBezTo>
                  <a:cubicBezTo>
                    <a:pt x="39698" y="26975"/>
                    <a:pt x="37922" y="26194"/>
                    <a:pt x="36197" y="25559"/>
                  </a:cubicBezTo>
                  <a:cubicBezTo>
                    <a:pt x="34943" y="25096"/>
                    <a:pt x="33593" y="24670"/>
                    <a:pt x="32239" y="24670"/>
                  </a:cubicBezTo>
                  <a:cubicBezTo>
                    <a:pt x="31831" y="24670"/>
                    <a:pt x="31423" y="24709"/>
                    <a:pt x="31016" y="24797"/>
                  </a:cubicBezTo>
                  <a:cubicBezTo>
                    <a:pt x="29959" y="25026"/>
                    <a:pt x="28722" y="25652"/>
                    <a:pt x="28389" y="26753"/>
                  </a:cubicBezTo>
                  <a:cubicBezTo>
                    <a:pt x="28056" y="25652"/>
                    <a:pt x="26819" y="25026"/>
                    <a:pt x="25761" y="24797"/>
                  </a:cubicBezTo>
                  <a:cubicBezTo>
                    <a:pt x="25355" y="24709"/>
                    <a:pt x="24947" y="24670"/>
                    <a:pt x="24539" y="24670"/>
                  </a:cubicBezTo>
                  <a:cubicBezTo>
                    <a:pt x="23185" y="24670"/>
                    <a:pt x="21834" y="25096"/>
                    <a:pt x="20580" y="25559"/>
                  </a:cubicBezTo>
                  <a:cubicBezTo>
                    <a:pt x="18853" y="26195"/>
                    <a:pt x="17077" y="26977"/>
                    <a:pt x="15205" y="26977"/>
                  </a:cubicBezTo>
                  <a:cubicBezTo>
                    <a:pt x="15090" y="26977"/>
                    <a:pt x="14974" y="26974"/>
                    <a:pt x="14858" y="26968"/>
                  </a:cubicBezTo>
                  <a:cubicBezTo>
                    <a:pt x="12506" y="26843"/>
                    <a:pt x="10751" y="25115"/>
                    <a:pt x="10538" y="22783"/>
                  </a:cubicBezTo>
                  <a:cubicBezTo>
                    <a:pt x="10534" y="22723"/>
                    <a:pt x="10508" y="22680"/>
                    <a:pt x="10474" y="22645"/>
                  </a:cubicBezTo>
                  <a:cubicBezTo>
                    <a:pt x="10498" y="22579"/>
                    <a:pt x="10468" y="22491"/>
                    <a:pt x="10397" y="22491"/>
                  </a:cubicBezTo>
                  <a:cubicBezTo>
                    <a:pt x="10384" y="22491"/>
                    <a:pt x="10370" y="22494"/>
                    <a:pt x="10355" y="22500"/>
                  </a:cubicBezTo>
                  <a:cubicBezTo>
                    <a:pt x="8629" y="23186"/>
                    <a:pt x="6974" y="24239"/>
                    <a:pt x="5067" y="24239"/>
                  </a:cubicBezTo>
                  <a:cubicBezTo>
                    <a:pt x="4991" y="24239"/>
                    <a:pt x="4915" y="24237"/>
                    <a:pt x="4838" y="24234"/>
                  </a:cubicBezTo>
                  <a:cubicBezTo>
                    <a:pt x="2566" y="24135"/>
                    <a:pt x="977" y="22465"/>
                    <a:pt x="1038" y="20172"/>
                  </a:cubicBezTo>
                  <a:cubicBezTo>
                    <a:pt x="1094" y="17972"/>
                    <a:pt x="3510" y="14140"/>
                    <a:pt x="500" y="12752"/>
                  </a:cubicBezTo>
                  <a:cubicBezTo>
                    <a:pt x="3049" y="11697"/>
                    <a:pt x="1112" y="7392"/>
                    <a:pt x="1176" y="5508"/>
                  </a:cubicBezTo>
                  <a:cubicBezTo>
                    <a:pt x="1262" y="3032"/>
                    <a:pt x="2636" y="2174"/>
                    <a:pt x="4345" y="2174"/>
                  </a:cubicBezTo>
                  <a:cubicBezTo>
                    <a:pt x="6319" y="2174"/>
                    <a:pt x="8741" y="3318"/>
                    <a:pt x="10144" y="4438"/>
                  </a:cubicBezTo>
                  <a:cubicBezTo>
                    <a:pt x="10194" y="4477"/>
                    <a:pt x="10262" y="4497"/>
                    <a:pt x="10331" y="4497"/>
                  </a:cubicBezTo>
                  <a:cubicBezTo>
                    <a:pt x="10425" y="4497"/>
                    <a:pt x="10518" y="4459"/>
                    <a:pt x="10560" y="4382"/>
                  </a:cubicBezTo>
                  <a:cubicBezTo>
                    <a:pt x="10576" y="4347"/>
                    <a:pt x="10585" y="4305"/>
                    <a:pt x="10578" y="4257"/>
                  </a:cubicBezTo>
                  <a:cubicBezTo>
                    <a:pt x="10245" y="1572"/>
                    <a:pt x="13205" y="677"/>
                    <a:pt x="15392" y="677"/>
                  </a:cubicBezTo>
                  <a:cubicBezTo>
                    <a:pt x="15545" y="677"/>
                    <a:pt x="15694" y="682"/>
                    <a:pt x="15838" y="690"/>
                  </a:cubicBezTo>
                  <a:cubicBezTo>
                    <a:pt x="18073" y="819"/>
                    <a:pt x="19610" y="2080"/>
                    <a:pt x="21624" y="2818"/>
                  </a:cubicBezTo>
                  <a:cubicBezTo>
                    <a:pt x="22234" y="3041"/>
                    <a:pt x="22861" y="3146"/>
                    <a:pt x="23483" y="3146"/>
                  </a:cubicBezTo>
                  <a:cubicBezTo>
                    <a:pt x="25412" y="3146"/>
                    <a:pt x="27281" y="2133"/>
                    <a:pt x="28389" y="500"/>
                  </a:cubicBezTo>
                  <a:close/>
                  <a:moveTo>
                    <a:pt x="28294" y="0"/>
                  </a:moveTo>
                  <a:cubicBezTo>
                    <a:pt x="28226" y="0"/>
                    <a:pt x="28159" y="31"/>
                    <a:pt x="28114" y="106"/>
                  </a:cubicBezTo>
                  <a:cubicBezTo>
                    <a:pt x="27161" y="1701"/>
                    <a:pt x="25402" y="2696"/>
                    <a:pt x="23548" y="2696"/>
                  </a:cubicBezTo>
                  <a:cubicBezTo>
                    <a:pt x="23394" y="2696"/>
                    <a:pt x="23239" y="2689"/>
                    <a:pt x="23083" y="2675"/>
                  </a:cubicBezTo>
                  <a:cubicBezTo>
                    <a:pt x="20994" y="2490"/>
                    <a:pt x="19361" y="842"/>
                    <a:pt x="17327" y="378"/>
                  </a:cubicBezTo>
                  <a:cubicBezTo>
                    <a:pt x="16784" y="254"/>
                    <a:pt x="16143" y="185"/>
                    <a:pt x="15469" y="185"/>
                  </a:cubicBezTo>
                  <a:cubicBezTo>
                    <a:pt x="12994" y="185"/>
                    <a:pt x="10087" y="1122"/>
                    <a:pt x="10045" y="3728"/>
                  </a:cubicBezTo>
                  <a:cubicBezTo>
                    <a:pt x="8582" y="2668"/>
                    <a:pt x="6380" y="1518"/>
                    <a:pt x="4422" y="1518"/>
                  </a:cubicBezTo>
                  <a:cubicBezTo>
                    <a:pt x="3581" y="1518"/>
                    <a:pt x="2784" y="1730"/>
                    <a:pt x="2111" y="2253"/>
                  </a:cubicBezTo>
                  <a:cubicBezTo>
                    <a:pt x="1081" y="3051"/>
                    <a:pt x="698" y="4420"/>
                    <a:pt x="691" y="5673"/>
                  </a:cubicBezTo>
                  <a:cubicBezTo>
                    <a:pt x="681" y="7579"/>
                    <a:pt x="2594" y="11588"/>
                    <a:pt x="146" y="12534"/>
                  </a:cubicBezTo>
                  <a:cubicBezTo>
                    <a:pt x="1" y="12592"/>
                    <a:pt x="13" y="12781"/>
                    <a:pt x="118" y="12836"/>
                  </a:cubicBezTo>
                  <a:cubicBezTo>
                    <a:pt x="54" y="12940"/>
                    <a:pt x="63" y="13077"/>
                    <a:pt x="206" y="13139"/>
                  </a:cubicBezTo>
                  <a:cubicBezTo>
                    <a:pt x="2693" y="14224"/>
                    <a:pt x="1063" y="17373"/>
                    <a:pt x="679" y="19193"/>
                  </a:cubicBezTo>
                  <a:cubicBezTo>
                    <a:pt x="379" y="20614"/>
                    <a:pt x="569" y="22158"/>
                    <a:pt x="1520" y="23306"/>
                  </a:cubicBezTo>
                  <a:cubicBezTo>
                    <a:pt x="2424" y="24397"/>
                    <a:pt x="3624" y="24818"/>
                    <a:pt x="4892" y="24818"/>
                  </a:cubicBezTo>
                  <a:cubicBezTo>
                    <a:pt x="6719" y="24818"/>
                    <a:pt x="8685" y="23944"/>
                    <a:pt x="10107" y="22940"/>
                  </a:cubicBezTo>
                  <a:cubicBezTo>
                    <a:pt x="10352" y="25745"/>
                    <a:pt x="12666" y="27438"/>
                    <a:pt x="15300" y="27438"/>
                  </a:cubicBezTo>
                  <a:cubicBezTo>
                    <a:pt x="15610" y="27438"/>
                    <a:pt x="15925" y="27414"/>
                    <a:pt x="16242" y="27366"/>
                  </a:cubicBezTo>
                  <a:cubicBezTo>
                    <a:pt x="18214" y="27071"/>
                    <a:pt x="19998" y="26095"/>
                    <a:pt x="21889" y="25515"/>
                  </a:cubicBezTo>
                  <a:cubicBezTo>
                    <a:pt x="22749" y="25251"/>
                    <a:pt x="23653" y="25046"/>
                    <a:pt x="24556" y="25046"/>
                  </a:cubicBezTo>
                  <a:cubicBezTo>
                    <a:pt x="24926" y="25046"/>
                    <a:pt x="25295" y="25081"/>
                    <a:pt x="25662" y="25159"/>
                  </a:cubicBezTo>
                  <a:cubicBezTo>
                    <a:pt x="26859" y="25413"/>
                    <a:pt x="27541" y="26074"/>
                    <a:pt x="28301" y="26962"/>
                  </a:cubicBezTo>
                  <a:cubicBezTo>
                    <a:pt x="28315" y="26979"/>
                    <a:pt x="28333" y="26987"/>
                    <a:pt x="28350" y="26987"/>
                  </a:cubicBezTo>
                  <a:cubicBezTo>
                    <a:pt x="28364" y="26987"/>
                    <a:pt x="28377" y="26982"/>
                    <a:pt x="28389" y="26974"/>
                  </a:cubicBezTo>
                  <a:cubicBezTo>
                    <a:pt x="28401" y="26982"/>
                    <a:pt x="28414" y="26987"/>
                    <a:pt x="28428" y="26987"/>
                  </a:cubicBezTo>
                  <a:cubicBezTo>
                    <a:pt x="28445" y="26987"/>
                    <a:pt x="28463" y="26979"/>
                    <a:pt x="28477" y="26962"/>
                  </a:cubicBezTo>
                  <a:cubicBezTo>
                    <a:pt x="29239" y="26074"/>
                    <a:pt x="29922" y="25413"/>
                    <a:pt x="31116" y="25159"/>
                  </a:cubicBezTo>
                  <a:cubicBezTo>
                    <a:pt x="31482" y="25081"/>
                    <a:pt x="31852" y="25046"/>
                    <a:pt x="32221" y="25046"/>
                  </a:cubicBezTo>
                  <a:cubicBezTo>
                    <a:pt x="33125" y="25046"/>
                    <a:pt x="34028" y="25251"/>
                    <a:pt x="34889" y="25515"/>
                  </a:cubicBezTo>
                  <a:cubicBezTo>
                    <a:pt x="36780" y="26095"/>
                    <a:pt x="38565" y="27071"/>
                    <a:pt x="40536" y="27366"/>
                  </a:cubicBezTo>
                  <a:cubicBezTo>
                    <a:pt x="40852" y="27414"/>
                    <a:pt x="41168" y="27438"/>
                    <a:pt x="41478" y="27438"/>
                  </a:cubicBezTo>
                  <a:cubicBezTo>
                    <a:pt x="44113" y="27438"/>
                    <a:pt x="46425" y="25745"/>
                    <a:pt x="46671" y="22940"/>
                  </a:cubicBezTo>
                  <a:cubicBezTo>
                    <a:pt x="48092" y="23944"/>
                    <a:pt x="50059" y="24818"/>
                    <a:pt x="51886" y="24818"/>
                  </a:cubicBezTo>
                  <a:cubicBezTo>
                    <a:pt x="53153" y="24818"/>
                    <a:pt x="54354" y="24397"/>
                    <a:pt x="55258" y="23306"/>
                  </a:cubicBezTo>
                  <a:cubicBezTo>
                    <a:pt x="56209" y="22157"/>
                    <a:pt x="56399" y="20614"/>
                    <a:pt x="56098" y="19193"/>
                  </a:cubicBezTo>
                  <a:cubicBezTo>
                    <a:pt x="55715" y="17373"/>
                    <a:pt x="54085" y="14224"/>
                    <a:pt x="56574" y="13139"/>
                  </a:cubicBezTo>
                  <a:cubicBezTo>
                    <a:pt x="56717" y="13077"/>
                    <a:pt x="56723" y="12940"/>
                    <a:pt x="56659" y="12836"/>
                  </a:cubicBezTo>
                  <a:cubicBezTo>
                    <a:pt x="56765" y="12781"/>
                    <a:pt x="56777" y="12592"/>
                    <a:pt x="56632" y="12534"/>
                  </a:cubicBezTo>
                  <a:cubicBezTo>
                    <a:pt x="54184" y="11588"/>
                    <a:pt x="56098" y="7579"/>
                    <a:pt x="56087" y="5673"/>
                  </a:cubicBezTo>
                  <a:cubicBezTo>
                    <a:pt x="56082" y="4420"/>
                    <a:pt x="55697" y="3052"/>
                    <a:pt x="54667" y="2253"/>
                  </a:cubicBezTo>
                  <a:cubicBezTo>
                    <a:pt x="53993" y="1730"/>
                    <a:pt x="53197" y="1518"/>
                    <a:pt x="52357" y="1518"/>
                  </a:cubicBezTo>
                  <a:cubicBezTo>
                    <a:pt x="50399" y="1518"/>
                    <a:pt x="48199" y="2668"/>
                    <a:pt x="46736" y="3728"/>
                  </a:cubicBezTo>
                  <a:cubicBezTo>
                    <a:pt x="46692" y="1122"/>
                    <a:pt x="43784" y="185"/>
                    <a:pt x="41310" y="185"/>
                  </a:cubicBezTo>
                  <a:cubicBezTo>
                    <a:pt x="40637" y="185"/>
                    <a:pt x="39996" y="254"/>
                    <a:pt x="39454" y="378"/>
                  </a:cubicBezTo>
                  <a:cubicBezTo>
                    <a:pt x="37417" y="842"/>
                    <a:pt x="35784" y="2490"/>
                    <a:pt x="33694" y="2675"/>
                  </a:cubicBezTo>
                  <a:cubicBezTo>
                    <a:pt x="33539" y="2689"/>
                    <a:pt x="33384" y="2696"/>
                    <a:pt x="33230" y="2696"/>
                  </a:cubicBezTo>
                  <a:cubicBezTo>
                    <a:pt x="31377" y="2696"/>
                    <a:pt x="29616" y="1701"/>
                    <a:pt x="28664" y="106"/>
                  </a:cubicBezTo>
                  <a:cubicBezTo>
                    <a:pt x="28619" y="31"/>
                    <a:pt x="28552" y="0"/>
                    <a:pt x="28485" y="0"/>
                  </a:cubicBezTo>
                  <a:cubicBezTo>
                    <a:pt x="28453" y="0"/>
                    <a:pt x="28420" y="7"/>
                    <a:pt x="28389" y="20"/>
                  </a:cubicBezTo>
                  <a:cubicBezTo>
                    <a:pt x="28359" y="7"/>
                    <a:pt x="28326" y="0"/>
                    <a:pt x="28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5"/>
            <p:cNvSpPr/>
            <p:nvPr/>
          </p:nvSpPr>
          <p:spPr>
            <a:xfrm>
              <a:off x="4836325" y="1233357"/>
              <a:ext cx="252775" cy="255225"/>
            </a:xfrm>
            <a:custGeom>
              <a:rect b="b" l="l" r="r" t="t"/>
              <a:pathLst>
                <a:path extrusionOk="0" h="10209" w="10111">
                  <a:moveTo>
                    <a:pt x="8816" y="1"/>
                  </a:moveTo>
                  <a:cubicBezTo>
                    <a:pt x="8790" y="1"/>
                    <a:pt x="8761" y="9"/>
                    <a:pt x="8732" y="29"/>
                  </a:cubicBezTo>
                  <a:cubicBezTo>
                    <a:pt x="8704" y="48"/>
                    <a:pt x="8677" y="68"/>
                    <a:pt x="8649" y="91"/>
                  </a:cubicBezTo>
                  <a:cubicBezTo>
                    <a:pt x="6589" y="1592"/>
                    <a:pt x="7764" y="4238"/>
                    <a:pt x="8046" y="6284"/>
                  </a:cubicBezTo>
                  <a:cubicBezTo>
                    <a:pt x="8162" y="7108"/>
                    <a:pt x="8146" y="7985"/>
                    <a:pt x="7718" y="8732"/>
                  </a:cubicBezTo>
                  <a:cubicBezTo>
                    <a:pt x="7255" y="9538"/>
                    <a:pt x="6452" y="9787"/>
                    <a:pt x="5614" y="9787"/>
                  </a:cubicBezTo>
                  <a:cubicBezTo>
                    <a:pt x="5258" y="9787"/>
                    <a:pt x="4895" y="9742"/>
                    <a:pt x="4550" y="9676"/>
                  </a:cubicBezTo>
                  <a:cubicBezTo>
                    <a:pt x="2953" y="9368"/>
                    <a:pt x="1475" y="8660"/>
                    <a:pt x="156" y="7720"/>
                  </a:cubicBezTo>
                  <a:cubicBezTo>
                    <a:pt x="143" y="7711"/>
                    <a:pt x="130" y="7707"/>
                    <a:pt x="117" y="7707"/>
                  </a:cubicBezTo>
                  <a:cubicBezTo>
                    <a:pt x="55" y="7707"/>
                    <a:pt x="0" y="7798"/>
                    <a:pt x="57" y="7847"/>
                  </a:cubicBezTo>
                  <a:cubicBezTo>
                    <a:pt x="90" y="7873"/>
                    <a:pt x="120" y="7901"/>
                    <a:pt x="154" y="7925"/>
                  </a:cubicBezTo>
                  <a:cubicBezTo>
                    <a:pt x="1349" y="8897"/>
                    <a:pt x="3637" y="10208"/>
                    <a:pt x="5542" y="10208"/>
                  </a:cubicBezTo>
                  <a:cubicBezTo>
                    <a:pt x="6330" y="10208"/>
                    <a:pt x="7053" y="9984"/>
                    <a:pt x="7605" y="9417"/>
                  </a:cubicBezTo>
                  <a:cubicBezTo>
                    <a:pt x="10110" y="6847"/>
                    <a:pt x="5776" y="2463"/>
                    <a:pt x="8893" y="306"/>
                  </a:cubicBezTo>
                  <a:cubicBezTo>
                    <a:pt x="9034" y="209"/>
                    <a:pt x="8947" y="1"/>
                    <a:pt x="8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5"/>
            <p:cNvSpPr/>
            <p:nvPr/>
          </p:nvSpPr>
          <p:spPr>
            <a:xfrm>
              <a:off x="3965250" y="975482"/>
              <a:ext cx="1096025" cy="260625"/>
            </a:xfrm>
            <a:custGeom>
              <a:rect b="b" l="l" r="r" t="t"/>
              <a:pathLst>
                <a:path extrusionOk="0" h="10425" w="43841">
                  <a:moveTo>
                    <a:pt x="3647" y="1"/>
                  </a:moveTo>
                  <a:cubicBezTo>
                    <a:pt x="2780" y="1"/>
                    <a:pt x="1922" y="215"/>
                    <a:pt x="1204" y="746"/>
                  </a:cubicBezTo>
                  <a:cubicBezTo>
                    <a:pt x="652" y="1157"/>
                    <a:pt x="343" y="1658"/>
                    <a:pt x="190" y="2212"/>
                  </a:cubicBezTo>
                  <a:cubicBezTo>
                    <a:pt x="1" y="2887"/>
                    <a:pt x="45" y="3639"/>
                    <a:pt x="156" y="4396"/>
                  </a:cubicBezTo>
                  <a:cubicBezTo>
                    <a:pt x="162" y="4444"/>
                    <a:pt x="170" y="4491"/>
                    <a:pt x="176" y="4539"/>
                  </a:cubicBezTo>
                  <a:cubicBezTo>
                    <a:pt x="184" y="4588"/>
                    <a:pt x="226" y="4611"/>
                    <a:pt x="269" y="4611"/>
                  </a:cubicBezTo>
                  <a:cubicBezTo>
                    <a:pt x="323" y="4611"/>
                    <a:pt x="380" y="4575"/>
                    <a:pt x="375" y="4512"/>
                  </a:cubicBezTo>
                  <a:cubicBezTo>
                    <a:pt x="271" y="3318"/>
                    <a:pt x="220" y="2046"/>
                    <a:pt x="1178" y="1173"/>
                  </a:cubicBezTo>
                  <a:cubicBezTo>
                    <a:pt x="1836" y="576"/>
                    <a:pt x="2782" y="328"/>
                    <a:pt x="3665" y="328"/>
                  </a:cubicBezTo>
                  <a:cubicBezTo>
                    <a:pt x="3765" y="328"/>
                    <a:pt x="3863" y="332"/>
                    <a:pt x="3961" y="338"/>
                  </a:cubicBezTo>
                  <a:cubicBezTo>
                    <a:pt x="5856" y="457"/>
                    <a:pt x="7558" y="1551"/>
                    <a:pt x="9331" y="2136"/>
                  </a:cubicBezTo>
                  <a:cubicBezTo>
                    <a:pt x="10347" y="2470"/>
                    <a:pt x="11453" y="2686"/>
                    <a:pt x="12534" y="2686"/>
                  </a:cubicBezTo>
                  <a:cubicBezTo>
                    <a:pt x="14243" y="2686"/>
                    <a:pt x="15890" y="2147"/>
                    <a:pt x="17018" y="686"/>
                  </a:cubicBezTo>
                  <a:cubicBezTo>
                    <a:pt x="18488" y="1908"/>
                    <a:pt x="20222" y="2412"/>
                    <a:pt x="22020" y="2412"/>
                  </a:cubicBezTo>
                  <a:cubicBezTo>
                    <a:pt x="23047" y="2412"/>
                    <a:pt x="24096" y="2248"/>
                    <a:pt x="25127" y="1958"/>
                  </a:cubicBezTo>
                  <a:cubicBezTo>
                    <a:pt x="26821" y="1483"/>
                    <a:pt x="28562" y="394"/>
                    <a:pt x="30355" y="394"/>
                  </a:cubicBezTo>
                  <a:cubicBezTo>
                    <a:pt x="30368" y="394"/>
                    <a:pt x="30381" y="394"/>
                    <a:pt x="30394" y="394"/>
                  </a:cubicBezTo>
                  <a:cubicBezTo>
                    <a:pt x="32736" y="418"/>
                    <a:pt x="33360" y="2355"/>
                    <a:pt x="33647" y="4285"/>
                  </a:cubicBezTo>
                  <a:cubicBezTo>
                    <a:pt x="33658" y="4367"/>
                    <a:pt x="33713" y="4402"/>
                    <a:pt x="33774" y="4402"/>
                  </a:cubicBezTo>
                  <a:cubicBezTo>
                    <a:pt x="33855" y="4402"/>
                    <a:pt x="33946" y="4339"/>
                    <a:pt x="33958" y="4241"/>
                  </a:cubicBezTo>
                  <a:cubicBezTo>
                    <a:pt x="35142" y="3315"/>
                    <a:pt x="36378" y="2512"/>
                    <a:pt x="37802" y="1997"/>
                  </a:cubicBezTo>
                  <a:cubicBezTo>
                    <a:pt x="38613" y="1704"/>
                    <a:pt x="39600" y="1390"/>
                    <a:pt x="40500" y="1390"/>
                  </a:cubicBezTo>
                  <a:cubicBezTo>
                    <a:pt x="41405" y="1390"/>
                    <a:pt x="42222" y="1708"/>
                    <a:pt x="42683" y="2688"/>
                  </a:cubicBezTo>
                  <a:cubicBezTo>
                    <a:pt x="43840" y="5154"/>
                    <a:pt x="41416" y="7993"/>
                    <a:pt x="43214" y="10355"/>
                  </a:cubicBezTo>
                  <a:cubicBezTo>
                    <a:pt x="43252" y="10404"/>
                    <a:pt x="43304" y="10425"/>
                    <a:pt x="43355" y="10425"/>
                  </a:cubicBezTo>
                  <a:cubicBezTo>
                    <a:pt x="43399" y="10425"/>
                    <a:pt x="43443" y="10409"/>
                    <a:pt x="43476" y="10383"/>
                  </a:cubicBezTo>
                  <a:cubicBezTo>
                    <a:pt x="43531" y="10339"/>
                    <a:pt x="43554" y="10265"/>
                    <a:pt x="43496" y="10192"/>
                  </a:cubicBezTo>
                  <a:cubicBezTo>
                    <a:pt x="42120" y="8370"/>
                    <a:pt x="43281" y="6243"/>
                    <a:pt x="43286" y="4227"/>
                  </a:cubicBezTo>
                  <a:cubicBezTo>
                    <a:pt x="43291" y="3110"/>
                    <a:pt x="42886" y="1845"/>
                    <a:pt x="41822" y="1305"/>
                  </a:cubicBezTo>
                  <a:cubicBezTo>
                    <a:pt x="41467" y="1124"/>
                    <a:pt x="41053" y="1053"/>
                    <a:pt x="40616" y="1053"/>
                  </a:cubicBezTo>
                  <a:cubicBezTo>
                    <a:pt x="39622" y="1053"/>
                    <a:pt x="38512" y="1421"/>
                    <a:pt x="37721" y="1704"/>
                  </a:cubicBezTo>
                  <a:cubicBezTo>
                    <a:pt x="37017" y="1955"/>
                    <a:pt x="36339" y="2275"/>
                    <a:pt x="35701" y="2662"/>
                  </a:cubicBezTo>
                  <a:cubicBezTo>
                    <a:pt x="35064" y="3050"/>
                    <a:pt x="34468" y="3507"/>
                    <a:pt x="33937" y="4031"/>
                  </a:cubicBezTo>
                  <a:cubicBezTo>
                    <a:pt x="33760" y="2821"/>
                    <a:pt x="33457" y="1475"/>
                    <a:pt x="32434" y="700"/>
                  </a:cubicBezTo>
                  <a:cubicBezTo>
                    <a:pt x="31845" y="252"/>
                    <a:pt x="31149" y="84"/>
                    <a:pt x="30439" y="84"/>
                  </a:cubicBezTo>
                  <a:cubicBezTo>
                    <a:pt x="29856" y="84"/>
                    <a:pt x="29265" y="197"/>
                    <a:pt x="28716" y="362"/>
                  </a:cubicBezTo>
                  <a:cubicBezTo>
                    <a:pt x="26720" y="963"/>
                    <a:pt x="24909" y="1891"/>
                    <a:pt x="22797" y="2088"/>
                  </a:cubicBezTo>
                  <a:cubicBezTo>
                    <a:pt x="22525" y="2113"/>
                    <a:pt x="22256" y="2126"/>
                    <a:pt x="21990" y="2126"/>
                  </a:cubicBezTo>
                  <a:cubicBezTo>
                    <a:pt x="20134" y="2126"/>
                    <a:pt x="18436" y="1511"/>
                    <a:pt x="16930" y="360"/>
                  </a:cubicBezTo>
                  <a:cubicBezTo>
                    <a:pt x="16914" y="348"/>
                    <a:pt x="16898" y="343"/>
                    <a:pt x="16882" y="343"/>
                  </a:cubicBezTo>
                  <a:cubicBezTo>
                    <a:pt x="16808" y="343"/>
                    <a:pt x="16744" y="452"/>
                    <a:pt x="16809" y="513"/>
                  </a:cubicBezTo>
                  <a:cubicBezTo>
                    <a:pt x="16815" y="517"/>
                    <a:pt x="16821" y="519"/>
                    <a:pt x="16825" y="524"/>
                  </a:cubicBezTo>
                  <a:cubicBezTo>
                    <a:pt x="15657" y="1812"/>
                    <a:pt x="14090" y="2348"/>
                    <a:pt x="12451" y="2348"/>
                  </a:cubicBezTo>
                  <a:cubicBezTo>
                    <a:pt x="11895" y="2348"/>
                    <a:pt x="11331" y="2286"/>
                    <a:pt x="10771" y="2171"/>
                  </a:cubicBezTo>
                  <a:cubicBezTo>
                    <a:pt x="8747" y="1754"/>
                    <a:pt x="6976" y="609"/>
                    <a:pt x="4970" y="155"/>
                  </a:cubicBezTo>
                  <a:cubicBezTo>
                    <a:pt x="4538" y="57"/>
                    <a:pt x="4091" y="1"/>
                    <a:pt x="3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5"/>
            <p:cNvSpPr/>
            <p:nvPr/>
          </p:nvSpPr>
          <p:spPr>
            <a:xfrm>
              <a:off x="3754275" y="983682"/>
              <a:ext cx="1307000" cy="585875"/>
            </a:xfrm>
            <a:custGeom>
              <a:rect b="b" l="l" r="r" t="t"/>
              <a:pathLst>
                <a:path extrusionOk="0" h="23435" w="52280">
                  <a:moveTo>
                    <a:pt x="12107" y="1"/>
                  </a:moveTo>
                  <a:cubicBezTo>
                    <a:pt x="11223" y="1"/>
                    <a:pt x="10275" y="247"/>
                    <a:pt x="9617" y="845"/>
                  </a:cubicBezTo>
                  <a:cubicBezTo>
                    <a:pt x="8659" y="1718"/>
                    <a:pt x="8710" y="2990"/>
                    <a:pt x="8814" y="4185"/>
                  </a:cubicBezTo>
                  <a:cubicBezTo>
                    <a:pt x="8819" y="4247"/>
                    <a:pt x="8762" y="4283"/>
                    <a:pt x="8708" y="4283"/>
                  </a:cubicBezTo>
                  <a:cubicBezTo>
                    <a:pt x="8665" y="4283"/>
                    <a:pt x="8623" y="4260"/>
                    <a:pt x="8615" y="4211"/>
                  </a:cubicBezTo>
                  <a:cubicBezTo>
                    <a:pt x="8609" y="4163"/>
                    <a:pt x="8601" y="4117"/>
                    <a:pt x="8595" y="4068"/>
                  </a:cubicBezTo>
                  <a:lnTo>
                    <a:pt x="8490" y="4082"/>
                  </a:lnTo>
                  <a:cubicBezTo>
                    <a:pt x="8490" y="4154"/>
                    <a:pt x="8435" y="4223"/>
                    <a:pt x="8361" y="4223"/>
                  </a:cubicBezTo>
                  <a:cubicBezTo>
                    <a:pt x="8340" y="4223"/>
                    <a:pt x="8318" y="4218"/>
                    <a:pt x="8295" y="4205"/>
                  </a:cubicBezTo>
                  <a:cubicBezTo>
                    <a:pt x="6844" y="3408"/>
                    <a:pt x="5446" y="2350"/>
                    <a:pt x="3891" y="1771"/>
                  </a:cubicBezTo>
                  <a:cubicBezTo>
                    <a:pt x="3415" y="1593"/>
                    <a:pt x="2858" y="1451"/>
                    <a:pt x="2316" y="1451"/>
                  </a:cubicBezTo>
                  <a:cubicBezTo>
                    <a:pt x="1911" y="1451"/>
                    <a:pt x="1514" y="1530"/>
                    <a:pt x="1165" y="1734"/>
                  </a:cubicBezTo>
                  <a:cubicBezTo>
                    <a:pt x="1" y="2416"/>
                    <a:pt x="301" y="3911"/>
                    <a:pt x="567" y="4978"/>
                  </a:cubicBezTo>
                  <a:cubicBezTo>
                    <a:pt x="1003" y="6726"/>
                    <a:pt x="1853" y="9305"/>
                    <a:pt x="12" y="10494"/>
                  </a:cubicBezTo>
                  <a:cubicBezTo>
                    <a:pt x="1827" y="12187"/>
                    <a:pt x="481" y="14736"/>
                    <a:pt x="213" y="16782"/>
                  </a:cubicBezTo>
                  <a:cubicBezTo>
                    <a:pt x="93" y="17712"/>
                    <a:pt x="158" y="18802"/>
                    <a:pt x="843" y="19524"/>
                  </a:cubicBezTo>
                  <a:cubicBezTo>
                    <a:pt x="1349" y="20060"/>
                    <a:pt x="2058" y="20230"/>
                    <a:pt x="2771" y="20230"/>
                  </a:cubicBezTo>
                  <a:cubicBezTo>
                    <a:pt x="3111" y="20230"/>
                    <a:pt x="3453" y="20191"/>
                    <a:pt x="3774" y="20134"/>
                  </a:cubicBezTo>
                  <a:cubicBezTo>
                    <a:pt x="5259" y="19870"/>
                    <a:pt x="6609" y="19180"/>
                    <a:pt x="7846" y="18342"/>
                  </a:cubicBezTo>
                  <a:cubicBezTo>
                    <a:pt x="7859" y="18333"/>
                    <a:pt x="7871" y="18330"/>
                    <a:pt x="7884" y="18330"/>
                  </a:cubicBezTo>
                  <a:cubicBezTo>
                    <a:pt x="7916" y="18330"/>
                    <a:pt x="7946" y="18354"/>
                    <a:pt x="7959" y="18386"/>
                  </a:cubicBezTo>
                  <a:lnTo>
                    <a:pt x="8075" y="18353"/>
                  </a:lnTo>
                  <a:cubicBezTo>
                    <a:pt x="8061" y="18307"/>
                    <a:pt x="8050" y="18261"/>
                    <a:pt x="8038" y="18215"/>
                  </a:cubicBezTo>
                  <a:cubicBezTo>
                    <a:pt x="8016" y="18129"/>
                    <a:pt x="8085" y="18073"/>
                    <a:pt x="8153" y="18073"/>
                  </a:cubicBezTo>
                  <a:cubicBezTo>
                    <a:pt x="8199" y="18073"/>
                    <a:pt x="8243" y="18098"/>
                    <a:pt x="8259" y="18155"/>
                  </a:cubicBezTo>
                  <a:cubicBezTo>
                    <a:pt x="8782" y="19944"/>
                    <a:pt x="9929" y="21866"/>
                    <a:pt x="11830" y="22431"/>
                  </a:cubicBezTo>
                  <a:cubicBezTo>
                    <a:pt x="12263" y="22560"/>
                    <a:pt x="12697" y="22614"/>
                    <a:pt x="13133" y="22614"/>
                  </a:cubicBezTo>
                  <a:cubicBezTo>
                    <a:pt x="14730" y="22614"/>
                    <a:pt x="16331" y="21886"/>
                    <a:pt x="17844" y="21484"/>
                  </a:cubicBezTo>
                  <a:cubicBezTo>
                    <a:pt x="19093" y="21153"/>
                    <a:pt x="20539" y="20822"/>
                    <a:pt x="21933" y="20822"/>
                  </a:cubicBezTo>
                  <a:cubicBezTo>
                    <a:pt x="23232" y="20822"/>
                    <a:pt x="24486" y="21109"/>
                    <a:pt x="25494" y="21953"/>
                  </a:cubicBezTo>
                  <a:lnTo>
                    <a:pt x="25519" y="21924"/>
                  </a:lnTo>
                  <a:cubicBezTo>
                    <a:pt x="25487" y="21884"/>
                    <a:pt x="25482" y="21815"/>
                    <a:pt x="25537" y="21789"/>
                  </a:cubicBezTo>
                  <a:cubicBezTo>
                    <a:pt x="26999" y="21079"/>
                    <a:pt x="28615" y="20738"/>
                    <a:pt x="30235" y="20738"/>
                  </a:cubicBezTo>
                  <a:cubicBezTo>
                    <a:pt x="31768" y="20738"/>
                    <a:pt x="33306" y="21043"/>
                    <a:pt x="34720" y="21628"/>
                  </a:cubicBezTo>
                  <a:cubicBezTo>
                    <a:pt x="36126" y="22211"/>
                    <a:pt x="37468" y="23435"/>
                    <a:pt x="38962" y="23435"/>
                  </a:cubicBezTo>
                  <a:cubicBezTo>
                    <a:pt x="39398" y="23435"/>
                    <a:pt x="39847" y="23330"/>
                    <a:pt x="40314" y="23075"/>
                  </a:cubicBezTo>
                  <a:cubicBezTo>
                    <a:pt x="42159" y="22069"/>
                    <a:pt x="42635" y="19919"/>
                    <a:pt x="43118" y="18055"/>
                  </a:cubicBezTo>
                  <a:cubicBezTo>
                    <a:pt x="43138" y="17976"/>
                    <a:pt x="43198" y="17941"/>
                    <a:pt x="43261" y="17941"/>
                  </a:cubicBezTo>
                  <a:cubicBezTo>
                    <a:pt x="43303" y="17941"/>
                    <a:pt x="43346" y="17957"/>
                    <a:pt x="43378" y="17985"/>
                  </a:cubicBezTo>
                  <a:lnTo>
                    <a:pt x="43436" y="17913"/>
                  </a:lnTo>
                  <a:cubicBezTo>
                    <a:pt x="43402" y="17888"/>
                    <a:pt x="43372" y="17860"/>
                    <a:pt x="43339" y="17834"/>
                  </a:cubicBezTo>
                  <a:cubicBezTo>
                    <a:pt x="43282" y="17785"/>
                    <a:pt x="43337" y="17694"/>
                    <a:pt x="43399" y="17694"/>
                  </a:cubicBezTo>
                  <a:cubicBezTo>
                    <a:pt x="43412" y="17694"/>
                    <a:pt x="43425" y="17698"/>
                    <a:pt x="43438" y="17707"/>
                  </a:cubicBezTo>
                  <a:cubicBezTo>
                    <a:pt x="44757" y="18647"/>
                    <a:pt x="46235" y="19355"/>
                    <a:pt x="47832" y="19663"/>
                  </a:cubicBezTo>
                  <a:cubicBezTo>
                    <a:pt x="48177" y="19729"/>
                    <a:pt x="48540" y="19774"/>
                    <a:pt x="48896" y="19774"/>
                  </a:cubicBezTo>
                  <a:cubicBezTo>
                    <a:pt x="49734" y="19774"/>
                    <a:pt x="50537" y="19525"/>
                    <a:pt x="51000" y="18719"/>
                  </a:cubicBezTo>
                  <a:cubicBezTo>
                    <a:pt x="51428" y="17973"/>
                    <a:pt x="51444" y="17095"/>
                    <a:pt x="51328" y="16271"/>
                  </a:cubicBezTo>
                  <a:cubicBezTo>
                    <a:pt x="51046" y="14225"/>
                    <a:pt x="49871" y="11579"/>
                    <a:pt x="51931" y="10078"/>
                  </a:cubicBezTo>
                  <a:lnTo>
                    <a:pt x="51915" y="10055"/>
                  </a:lnTo>
                  <a:cubicBezTo>
                    <a:pt x="51882" y="10081"/>
                    <a:pt x="51838" y="10097"/>
                    <a:pt x="51793" y="10097"/>
                  </a:cubicBezTo>
                  <a:cubicBezTo>
                    <a:pt x="51743" y="10097"/>
                    <a:pt x="51691" y="10077"/>
                    <a:pt x="51653" y="10028"/>
                  </a:cubicBezTo>
                  <a:cubicBezTo>
                    <a:pt x="49855" y="7666"/>
                    <a:pt x="52279" y="4826"/>
                    <a:pt x="51122" y="2360"/>
                  </a:cubicBezTo>
                  <a:cubicBezTo>
                    <a:pt x="50662" y="1381"/>
                    <a:pt x="49845" y="1062"/>
                    <a:pt x="48940" y="1062"/>
                  </a:cubicBezTo>
                  <a:cubicBezTo>
                    <a:pt x="48040" y="1062"/>
                    <a:pt x="47052" y="1377"/>
                    <a:pt x="46241" y="1670"/>
                  </a:cubicBezTo>
                  <a:cubicBezTo>
                    <a:pt x="44817" y="2185"/>
                    <a:pt x="43581" y="2988"/>
                    <a:pt x="42397" y="3914"/>
                  </a:cubicBezTo>
                  <a:cubicBezTo>
                    <a:pt x="42385" y="4012"/>
                    <a:pt x="42294" y="4075"/>
                    <a:pt x="42213" y="4075"/>
                  </a:cubicBezTo>
                  <a:cubicBezTo>
                    <a:pt x="42152" y="4075"/>
                    <a:pt x="42097" y="4040"/>
                    <a:pt x="42086" y="3958"/>
                  </a:cubicBezTo>
                  <a:cubicBezTo>
                    <a:pt x="41799" y="2028"/>
                    <a:pt x="41175" y="90"/>
                    <a:pt x="38833" y="67"/>
                  </a:cubicBezTo>
                  <a:cubicBezTo>
                    <a:pt x="38820" y="67"/>
                    <a:pt x="38807" y="67"/>
                    <a:pt x="38794" y="67"/>
                  </a:cubicBezTo>
                  <a:cubicBezTo>
                    <a:pt x="37002" y="67"/>
                    <a:pt x="35260" y="1156"/>
                    <a:pt x="33566" y="1630"/>
                  </a:cubicBezTo>
                  <a:cubicBezTo>
                    <a:pt x="32535" y="1920"/>
                    <a:pt x="31487" y="2085"/>
                    <a:pt x="30459" y="2085"/>
                  </a:cubicBezTo>
                  <a:cubicBezTo>
                    <a:pt x="28662" y="2085"/>
                    <a:pt x="26928" y="1580"/>
                    <a:pt x="25457" y="358"/>
                  </a:cubicBezTo>
                  <a:cubicBezTo>
                    <a:pt x="24329" y="1819"/>
                    <a:pt x="22682" y="2359"/>
                    <a:pt x="20972" y="2359"/>
                  </a:cubicBezTo>
                  <a:cubicBezTo>
                    <a:pt x="19891" y="2359"/>
                    <a:pt x="18785" y="2143"/>
                    <a:pt x="17770" y="1809"/>
                  </a:cubicBezTo>
                  <a:cubicBezTo>
                    <a:pt x="15997" y="1224"/>
                    <a:pt x="14295" y="129"/>
                    <a:pt x="12400" y="10"/>
                  </a:cubicBezTo>
                  <a:cubicBezTo>
                    <a:pt x="12304" y="4"/>
                    <a:pt x="12206" y="1"/>
                    <a:pt x="121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5"/>
            <p:cNvSpPr/>
            <p:nvPr/>
          </p:nvSpPr>
          <p:spPr>
            <a:xfrm>
              <a:off x="4391325" y="1432182"/>
              <a:ext cx="449000" cy="147275"/>
            </a:xfrm>
            <a:custGeom>
              <a:rect b="b" l="l" r="r" t="t"/>
              <a:pathLst>
                <a:path extrusionOk="0" h="5891" w="17960">
                  <a:moveTo>
                    <a:pt x="17779" y="1"/>
                  </a:moveTo>
                  <a:cubicBezTo>
                    <a:pt x="17716" y="1"/>
                    <a:pt x="17656" y="35"/>
                    <a:pt x="17636" y="115"/>
                  </a:cubicBezTo>
                  <a:cubicBezTo>
                    <a:pt x="17153" y="1979"/>
                    <a:pt x="16677" y="4129"/>
                    <a:pt x="14832" y="5135"/>
                  </a:cubicBezTo>
                  <a:cubicBezTo>
                    <a:pt x="14365" y="5390"/>
                    <a:pt x="13916" y="5495"/>
                    <a:pt x="13480" y="5495"/>
                  </a:cubicBezTo>
                  <a:cubicBezTo>
                    <a:pt x="11986" y="5495"/>
                    <a:pt x="10644" y="4271"/>
                    <a:pt x="9238" y="3688"/>
                  </a:cubicBezTo>
                  <a:cubicBezTo>
                    <a:pt x="7824" y="3103"/>
                    <a:pt x="6286" y="2798"/>
                    <a:pt x="4753" y="2798"/>
                  </a:cubicBezTo>
                  <a:cubicBezTo>
                    <a:pt x="3133" y="2798"/>
                    <a:pt x="1517" y="3139"/>
                    <a:pt x="56" y="3849"/>
                  </a:cubicBezTo>
                  <a:cubicBezTo>
                    <a:pt x="0" y="3875"/>
                    <a:pt x="5" y="3944"/>
                    <a:pt x="37" y="3984"/>
                  </a:cubicBezTo>
                  <a:cubicBezTo>
                    <a:pt x="51" y="4001"/>
                    <a:pt x="71" y="4014"/>
                    <a:pt x="95" y="4014"/>
                  </a:cubicBezTo>
                  <a:cubicBezTo>
                    <a:pt x="104" y="4014"/>
                    <a:pt x="113" y="4012"/>
                    <a:pt x="122" y="4008"/>
                  </a:cubicBezTo>
                  <a:cubicBezTo>
                    <a:pt x="1626" y="3468"/>
                    <a:pt x="3182" y="3148"/>
                    <a:pt x="4758" y="3148"/>
                  </a:cubicBezTo>
                  <a:cubicBezTo>
                    <a:pt x="5377" y="3148"/>
                    <a:pt x="5999" y="3197"/>
                    <a:pt x="6622" y="3302"/>
                  </a:cubicBezTo>
                  <a:cubicBezTo>
                    <a:pt x="7707" y="3485"/>
                    <a:pt x="8772" y="3817"/>
                    <a:pt x="9760" y="4306"/>
                  </a:cubicBezTo>
                  <a:cubicBezTo>
                    <a:pt x="10520" y="4680"/>
                    <a:pt x="11200" y="5207"/>
                    <a:pt x="11977" y="5546"/>
                  </a:cubicBezTo>
                  <a:cubicBezTo>
                    <a:pt x="12519" y="5786"/>
                    <a:pt x="13022" y="5890"/>
                    <a:pt x="13485" y="5890"/>
                  </a:cubicBezTo>
                  <a:cubicBezTo>
                    <a:pt x="13523" y="5890"/>
                    <a:pt x="13560" y="5890"/>
                    <a:pt x="13597" y="5888"/>
                  </a:cubicBezTo>
                  <a:cubicBezTo>
                    <a:pt x="16111" y="5787"/>
                    <a:pt x="17453" y="2499"/>
                    <a:pt x="17945" y="201"/>
                  </a:cubicBezTo>
                  <a:cubicBezTo>
                    <a:pt x="17959" y="134"/>
                    <a:pt x="17936" y="79"/>
                    <a:pt x="17896" y="44"/>
                  </a:cubicBezTo>
                  <a:cubicBezTo>
                    <a:pt x="17864" y="16"/>
                    <a:pt x="17821" y="1"/>
                    <a:pt x="177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5"/>
            <p:cNvSpPr/>
            <p:nvPr/>
          </p:nvSpPr>
          <p:spPr>
            <a:xfrm>
              <a:off x="3954650" y="1435482"/>
              <a:ext cx="443875" cy="121825"/>
            </a:xfrm>
            <a:custGeom>
              <a:rect b="b" l="l" r="r" t="t"/>
              <a:pathLst>
                <a:path extrusionOk="0" h="4873" w="17755">
                  <a:moveTo>
                    <a:pt x="138" y="1"/>
                  </a:moveTo>
                  <a:cubicBezTo>
                    <a:pt x="70" y="1"/>
                    <a:pt x="1" y="57"/>
                    <a:pt x="23" y="143"/>
                  </a:cubicBezTo>
                  <a:cubicBezTo>
                    <a:pt x="35" y="189"/>
                    <a:pt x="47" y="235"/>
                    <a:pt x="61" y="281"/>
                  </a:cubicBezTo>
                  <a:cubicBezTo>
                    <a:pt x="738" y="2777"/>
                    <a:pt x="2546" y="4873"/>
                    <a:pt x="5195" y="4873"/>
                  </a:cubicBezTo>
                  <a:cubicBezTo>
                    <a:pt x="5394" y="4873"/>
                    <a:pt x="5598" y="4861"/>
                    <a:pt x="5807" y="4836"/>
                  </a:cubicBezTo>
                  <a:cubicBezTo>
                    <a:pt x="8242" y="4550"/>
                    <a:pt x="11272" y="2995"/>
                    <a:pt x="13982" y="2995"/>
                  </a:cubicBezTo>
                  <a:cubicBezTo>
                    <a:pt x="15222" y="2995"/>
                    <a:pt x="16394" y="3320"/>
                    <a:pt x="17412" y="4241"/>
                  </a:cubicBezTo>
                  <a:cubicBezTo>
                    <a:pt x="17445" y="4271"/>
                    <a:pt x="17481" y="4284"/>
                    <a:pt x="17517" y="4284"/>
                  </a:cubicBezTo>
                  <a:cubicBezTo>
                    <a:pt x="17643" y="4284"/>
                    <a:pt x="17754" y="4125"/>
                    <a:pt x="17636" y="4017"/>
                  </a:cubicBezTo>
                  <a:cubicBezTo>
                    <a:pt x="17585" y="3969"/>
                    <a:pt x="17531" y="3925"/>
                    <a:pt x="17479" y="3881"/>
                  </a:cubicBezTo>
                  <a:cubicBezTo>
                    <a:pt x="16471" y="3037"/>
                    <a:pt x="15218" y="2749"/>
                    <a:pt x="13919" y="2749"/>
                  </a:cubicBezTo>
                  <a:cubicBezTo>
                    <a:pt x="12525" y="2749"/>
                    <a:pt x="11079" y="3081"/>
                    <a:pt x="9829" y="3412"/>
                  </a:cubicBezTo>
                  <a:cubicBezTo>
                    <a:pt x="8316" y="3814"/>
                    <a:pt x="6715" y="4542"/>
                    <a:pt x="5118" y="4542"/>
                  </a:cubicBezTo>
                  <a:cubicBezTo>
                    <a:pt x="4682" y="4542"/>
                    <a:pt x="4248" y="4488"/>
                    <a:pt x="3815" y="4359"/>
                  </a:cubicBezTo>
                  <a:cubicBezTo>
                    <a:pt x="1914" y="3793"/>
                    <a:pt x="767" y="1872"/>
                    <a:pt x="244" y="83"/>
                  </a:cubicBezTo>
                  <a:cubicBezTo>
                    <a:pt x="228" y="25"/>
                    <a:pt x="183"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5"/>
            <p:cNvSpPr/>
            <p:nvPr/>
          </p:nvSpPr>
          <p:spPr>
            <a:xfrm>
              <a:off x="3706450" y="1010207"/>
              <a:ext cx="260125" cy="488475"/>
            </a:xfrm>
            <a:custGeom>
              <a:rect b="b" l="l" r="r" t="t"/>
              <a:pathLst>
                <a:path extrusionOk="0" h="19539" w="10405">
                  <a:moveTo>
                    <a:pt x="4298" y="0"/>
                  </a:moveTo>
                  <a:cubicBezTo>
                    <a:pt x="3696" y="0"/>
                    <a:pt x="3129" y="165"/>
                    <a:pt x="2635" y="568"/>
                  </a:cubicBezTo>
                  <a:cubicBezTo>
                    <a:pt x="0" y="2721"/>
                    <a:pt x="4742" y="7059"/>
                    <a:pt x="1750" y="9296"/>
                  </a:cubicBezTo>
                  <a:cubicBezTo>
                    <a:pt x="1736" y="9292"/>
                    <a:pt x="1721" y="9290"/>
                    <a:pt x="1707" y="9290"/>
                  </a:cubicBezTo>
                  <a:cubicBezTo>
                    <a:pt x="1620" y="9290"/>
                    <a:pt x="1540" y="9367"/>
                    <a:pt x="1544" y="9449"/>
                  </a:cubicBezTo>
                  <a:cubicBezTo>
                    <a:pt x="1490" y="9507"/>
                    <a:pt x="1536" y="9598"/>
                    <a:pt x="1609" y="9598"/>
                  </a:cubicBezTo>
                  <a:cubicBezTo>
                    <a:pt x="1619" y="9598"/>
                    <a:pt x="1630" y="9596"/>
                    <a:pt x="1641" y="9592"/>
                  </a:cubicBezTo>
                  <a:lnTo>
                    <a:pt x="1641" y="9592"/>
                  </a:lnTo>
                  <a:cubicBezTo>
                    <a:pt x="4371" y="12040"/>
                    <a:pt x="46" y="16087"/>
                    <a:pt x="2542" y="18678"/>
                  </a:cubicBezTo>
                  <a:cubicBezTo>
                    <a:pt x="3136" y="19295"/>
                    <a:pt x="3915" y="19538"/>
                    <a:pt x="4755" y="19538"/>
                  </a:cubicBezTo>
                  <a:cubicBezTo>
                    <a:pt x="6593" y="19538"/>
                    <a:pt x="8724" y="18374"/>
                    <a:pt x="9856" y="17408"/>
                  </a:cubicBezTo>
                  <a:cubicBezTo>
                    <a:pt x="9882" y="17384"/>
                    <a:pt x="9884" y="17352"/>
                    <a:pt x="9872" y="17324"/>
                  </a:cubicBezTo>
                  <a:cubicBezTo>
                    <a:pt x="9859" y="17293"/>
                    <a:pt x="9829" y="17268"/>
                    <a:pt x="9798" y="17268"/>
                  </a:cubicBezTo>
                  <a:cubicBezTo>
                    <a:pt x="9785" y="17268"/>
                    <a:pt x="9772" y="17272"/>
                    <a:pt x="9760" y="17281"/>
                  </a:cubicBezTo>
                  <a:cubicBezTo>
                    <a:pt x="8522" y="18119"/>
                    <a:pt x="7172" y="18809"/>
                    <a:pt x="5687" y="19072"/>
                  </a:cubicBezTo>
                  <a:cubicBezTo>
                    <a:pt x="5366" y="19129"/>
                    <a:pt x="5023" y="19169"/>
                    <a:pt x="4681" y="19169"/>
                  </a:cubicBezTo>
                  <a:cubicBezTo>
                    <a:pt x="3970" y="19169"/>
                    <a:pt x="3262" y="18998"/>
                    <a:pt x="2756" y="18463"/>
                  </a:cubicBezTo>
                  <a:cubicBezTo>
                    <a:pt x="2071" y="17740"/>
                    <a:pt x="2006" y="16650"/>
                    <a:pt x="2126" y="15720"/>
                  </a:cubicBezTo>
                  <a:cubicBezTo>
                    <a:pt x="2394" y="13674"/>
                    <a:pt x="3740" y="11125"/>
                    <a:pt x="1925" y="9433"/>
                  </a:cubicBezTo>
                  <a:cubicBezTo>
                    <a:pt x="3766" y="8244"/>
                    <a:pt x="2916" y="5665"/>
                    <a:pt x="2480" y="3917"/>
                  </a:cubicBezTo>
                  <a:cubicBezTo>
                    <a:pt x="2214" y="2850"/>
                    <a:pt x="1914" y="1355"/>
                    <a:pt x="3078" y="673"/>
                  </a:cubicBezTo>
                  <a:cubicBezTo>
                    <a:pt x="3426" y="469"/>
                    <a:pt x="3823" y="390"/>
                    <a:pt x="4229" y="390"/>
                  </a:cubicBezTo>
                  <a:cubicBezTo>
                    <a:pt x="4771" y="390"/>
                    <a:pt x="5328" y="532"/>
                    <a:pt x="5804" y="710"/>
                  </a:cubicBezTo>
                  <a:cubicBezTo>
                    <a:pt x="7359" y="1289"/>
                    <a:pt x="8757" y="2347"/>
                    <a:pt x="10208" y="3144"/>
                  </a:cubicBezTo>
                  <a:cubicBezTo>
                    <a:pt x="10231" y="3157"/>
                    <a:pt x="10253" y="3162"/>
                    <a:pt x="10274" y="3162"/>
                  </a:cubicBezTo>
                  <a:cubicBezTo>
                    <a:pt x="10348" y="3162"/>
                    <a:pt x="10404" y="3093"/>
                    <a:pt x="10404" y="3021"/>
                  </a:cubicBezTo>
                  <a:cubicBezTo>
                    <a:pt x="10404" y="2982"/>
                    <a:pt x="10385" y="2940"/>
                    <a:pt x="10341" y="2912"/>
                  </a:cubicBezTo>
                  <a:cubicBezTo>
                    <a:pt x="8950" y="2015"/>
                    <a:pt x="6406" y="0"/>
                    <a:pt x="42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 name="Google Shape;372;p15"/>
          <p:cNvSpPr txBox="1"/>
          <p:nvPr>
            <p:ph type="ctrTitle"/>
          </p:nvPr>
        </p:nvSpPr>
        <p:spPr>
          <a:xfrm flipH="1">
            <a:off x="3050275" y="3150850"/>
            <a:ext cx="3043500" cy="42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b="1"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373" name="Google Shape;373;p15"/>
          <p:cNvSpPr txBox="1"/>
          <p:nvPr>
            <p:ph idx="1" type="subTitle"/>
          </p:nvPr>
        </p:nvSpPr>
        <p:spPr>
          <a:xfrm flipH="1">
            <a:off x="1698300" y="1796000"/>
            <a:ext cx="5747400" cy="1354800"/>
          </a:xfrm>
          <a:prstGeom prst="rect">
            <a:avLst/>
          </a:prstGeom>
          <a:noFill/>
          <a:ln>
            <a:noFill/>
          </a:ln>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Clr>
                <a:schemeClr val="dk1"/>
              </a:buClr>
              <a:buSzPts val="9600"/>
              <a:buFont typeface="Gloria Hallelujah"/>
              <a:buNone/>
              <a:defRPr sz="23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None/>
              <a:defRPr sz="1400">
                <a:solidFill>
                  <a:schemeClr val="dk1"/>
                </a:solidFill>
              </a:defRPr>
            </a:lvl2pPr>
            <a:lvl3pPr lvl="2" rtl="0" algn="ctr">
              <a:lnSpc>
                <a:spcPct val="100000"/>
              </a:lnSpc>
              <a:spcBef>
                <a:spcPts val="0"/>
              </a:spcBef>
              <a:spcAft>
                <a:spcPts val="0"/>
              </a:spcAft>
              <a:buClr>
                <a:schemeClr val="dk1"/>
              </a:buClr>
              <a:buSzPts val="1400"/>
              <a:buNone/>
              <a:defRPr sz="1400">
                <a:solidFill>
                  <a:schemeClr val="dk1"/>
                </a:solidFill>
              </a:defRPr>
            </a:lvl3pPr>
            <a:lvl4pPr lvl="3" rtl="0" algn="ctr">
              <a:lnSpc>
                <a:spcPct val="100000"/>
              </a:lnSpc>
              <a:spcBef>
                <a:spcPts val="0"/>
              </a:spcBef>
              <a:spcAft>
                <a:spcPts val="0"/>
              </a:spcAft>
              <a:buClr>
                <a:schemeClr val="dk1"/>
              </a:buClr>
              <a:buSzPts val="1400"/>
              <a:buNone/>
              <a:defRPr sz="1400">
                <a:solidFill>
                  <a:schemeClr val="dk1"/>
                </a:solidFill>
              </a:defRPr>
            </a:lvl4pPr>
            <a:lvl5pPr lvl="4" rtl="0" algn="ctr">
              <a:lnSpc>
                <a:spcPct val="100000"/>
              </a:lnSpc>
              <a:spcBef>
                <a:spcPts val="0"/>
              </a:spcBef>
              <a:spcAft>
                <a:spcPts val="0"/>
              </a:spcAft>
              <a:buClr>
                <a:schemeClr val="dk1"/>
              </a:buClr>
              <a:buSzPts val="1400"/>
              <a:buNone/>
              <a:defRPr sz="1400">
                <a:solidFill>
                  <a:schemeClr val="dk1"/>
                </a:solidFill>
              </a:defRPr>
            </a:lvl5pPr>
            <a:lvl6pPr lvl="5" rtl="0" algn="ctr">
              <a:lnSpc>
                <a:spcPct val="100000"/>
              </a:lnSpc>
              <a:spcBef>
                <a:spcPts val="0"/>
              </a:spcBef>
              <a:spcAft>
                <a:spcPts val="0"/>
              </a:spcAft>
              <a:buClr>
                <a:schemeClr val="dk1"/>
              </a:buClr>
              <a:buSzPts val="1400"/>
              <a:buNone/>
              <a:defRPr sz="1400">
                <a:solidFill>
                  <a:schemeClr val="dk1"/>
                </a:solidFill>
              </a:defRPr>
            </a:lvl6pPr>
            <a:lvl7pPr lvl="6" rtl="0" algn="ctr">
              <a:lnSpc>
                <a:spcPct val="100000"/>
              </a:lnSpc>
              <a:spcBef>
                <a:spcPts val="0"/>
              </a:spcBef>
              <a:spcAft>
                <a:spcPts val="0"/>
              </a:spcAft>
              <a:buClr>
                <a:schemeClr val="dk1"/>
              </a:buClr>
              <a:buSzPts val="1400"/>
              <a:buNone/>
              <a:defRPr sz="1400">
                <a:solidFill>
                  <a:schemeClr val="dk1"/>
                </a:solidFill>
              </a:defRPr>
            </a:lvl7pPr>
            <a:lvl8pPr lvl="7" rtl="0" algn="ctr">
              <a:lnSpc>
                <a:spcPct val="100000"/>
              </a:lnSpc>
              <a:spcBef>
                <a:spcPts val="0"/>
              </a:spcBef>
              <a:spcAft>
                <a:spcPts val="0"/>
              </a:spcAft>
              <a:buClr>
                <a:schemeClr val="dk1"/>
              </a:buClr>
              <a:buSzPts val="1400"/>
              <a:buNone/>
              <a:defRPr sz="1400">
                <a:solidFill>
                  <a:schemeClr val="dk1"/>
                </a:solidFill>
              </a:defRPr>
            </a:lvl8pPr>
            <a:lvl9pPr lvl="8" rtl="0" algn="ctr">
              <a:lnSpc>
                <a:spcPct val="100000"/>
              </a:lnSpc>
              <a:spcBef>
                <a:spcPts val="0"/>
              </a:spcBef>
              <a:spcAft>
                <a:spcPts val="0"/>
              </a:spcAft>
              <a:buClr>
                <a:schemeClr val="dk1"/>
              </a:buClr>
              <a:buSzPts val="1400"/>
              <a:buNone/>
              <a:defRPr sz="1400">
                <a:solidFill>
                  <a:schemeClr val="dk1"/>
                </a:solidFill>
              </a:defRPr>
            </a:lvl9pPr>
          </a:lstStyle>
          <a:p/>
        </p:txBody>
      </p:sp>
      <p:grpSp>
        <p:nvGrpSpPr>
          <p:cNvPr id="374" name="Google Shape;374;p15"/>
          <p:cNvGrpSpPr/>
          <p:nvPr/>
        </p:nvGrpSpPr>
        <p:grpSpPr>
          <a:xfrm rot="899936">
            <a:off x="1146983" y="4620964"/>
            <a:ext cx="226551" cy="205209"/>
            <a:chOff x="1640475" y="1197075"/>
            <a:chExt cx="55475" cy="50250"/>
          </a:xfrm>
        </p:grpSpPr>
        <p:sp>
          <p:nvSpPr>
            <p:cNvPr id="375" name="Google Shape;375;p1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 name="Google Shape;378;p15"/>
          <p:cNvSpPr/>
          <p:nvPr/>
        </p:nvSpPr>
        <p:spPr>
          <a:xfrm flipH="1" rot="-1799742">
            <a:off x="364579" y="391309"/>
            <a:ext cx="434371" cy="10175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5"/>
          <p:cNvSpPr/>
          <p:nvPr/>
        </p:nvSpPr>
        <p:spPr>
          <a:xfrm flipH="1" rot="-9899901">
            <a:off x="5037735" y="4802269"/>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 name="Google Shape;380;p15"/>
          <p:cNvGrpSpPr/>
          <p:nvPr/>
        </p:nvGrpSpPr>
        <p:grpSpPr>
          <a:xfrm rot="-7199893">
            <a:off x="6496818" y="4744065"/>
            <a:ext cx="228603" cy="207088"/>
            <a:chOff x="1640475" y="1197075"/>
            <a:chExt cx="55475" cy="50250"/>
          </a:xfrm>
        </p:grpSpPr>
        <p:sp>
          <p:nvSpPr>
            <p:cNvPr id="381" name="Google Shape;381;p1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 name="Google Shape;384;p15"/>
          <p:cNvSpPr/>
          <p:nvPr/>
        </p:nvSpPr>
        <p:spPr>
          <a:xfrm flipH="1" rot="-143173">
            <a:off x="2774705" y="264946"/>
            <a:ext cx="970033" cy="22723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 name="Google Shape;385;p15"/>
          <p:cNvGrpSpPr/>
          <p:nvPr/>
        </p:nvGrpSpPr>
        <p:grpSpPr>
          <a:xfrm rot="-5400176">
            <a:off x="8462420" y="504765"/>
            <a:ext cx="324157" cy="293631"/>
            <a:chOff x="1640475" y="1197075"/>
            <a:chExt cx="55475" cy="50250"/>
          </a:xfrm>
        </p:grpSpPr>
        <p:sp>
          <p:nvSpPr>
            <p:cNvPr id="386" name="Google Shape;386;p1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15"/>
          <p:cNvGrpSpPr/>
          <p:nvPr/>
        </p:nvGrpSpPr>
        <p:grpSpPr>
          <a:xfrm rot="-9900030">
            <a:off x="667534" y="4625752"/>
            <a:ext cx="215932" cy="195605"/>
            <a:chOff x="1640475" y="1197075"/>
            <a:chExt cx="55475" cy="50250"/>
          </a:xfrm>
        </p:grpSpPr>
        <p:sp>
          <p:nvSpPr>
            <p:cNvPr id="390" name="Google Shape;390;p1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15"/>
          <p:cNvGrpSpPr/>
          <p:nvPr/>
        </p:nvGrpSpPr>
        <p:grpSpPr>
          <a:xfrm rot="-7200118">
            <a:off x="415533" y="1000416"/>
            <a:ext cx="332475" cy="301169"/>
            <a:chOff x="1640475" y="1197075"/>
            <a:chExt cx="55475" cy="50250"/>
          </a:xfrm>
        </p:grpSpPr>
        <p:sp>
          <p:nvSpPr>
            <p:cNvPr id="394" name="Google Shape;394;p1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 name="Google Shape;397;p15"/>
          <p:cNvSpPr/>
          <p:nvPr/>
        </p:nvSpPr>
        <p:spPr>
          <a:xfrm>
            <a:off x="8536325" y="4434061"/>
            <a:ext cx="609613" cy="95515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5"/>
          <p:cNvSpPr/>
          <p:nvPr/>
        </p:nvSpPr>
        <p:spPr>
          <a:xfrm rot="-1920372">
            <a:off x="-35598" y="3964576"/>
            <a:ext cx="988874" cy="900813"/>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2_1">
    <p:spTree>
      <p:nvGrpSpPr>
        <p:cNvPr id="399" name="Shape 399"/>
        <p:cNvGrpSpPr/>
        <p:nvPr/>
      </p:nvGrpSpPr>
      <p:grpSpPr>
        <a:xfrm>
          <a:off x="0" y="0"/>
          <a:ext cx="0" cy="0"/>
          <a:chOff x="0" y="0"/>
          <a:chExt cx="0" cy="0"/>
        </a:xfrm>
      </p:grpSpPr>
      <p:sp>
        <p:nvSpPr>
          <p:cNvPr id="400" name="Google Shape;400;p16"/>
          <p:cNvSpPr txBox="1"/>
          <p:nvPr>
            <p:ph type="ctrTitle"/>
          </p:nvPr>
        </p:nvSpPr>
        <p:spPr>
          <a:xfrm flipH="1">
            <a:off x="5176498" y="3324697"/>
            <a:ext cx="2776500" cy="42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a:buNone/>
              <a:defRPr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401" name="Google Shape;401;p16"/>
          <p:cNvSpPr txBox="1"/>
          <p:nvPr>
            <p:ph idx="1" type="subTitle"/>
          </p:nvPr>
        </p:nvSpPr>
        <p:spPr>
          <a:xfrm flipH="1">
            <a:off x="4771100" y="1171938"/>
            <a:ext cx="3587100" cy="1907400"/>
          </a:xfrm>
          <a:prstGeom prst="rect">
            <a:avLst/>
          </a:prstGeom>
          <a:noFill/>
          <a:ln>
            <a:noFill/>
          </a:ln>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Clr>
                <a:schemeClr val="dk1"/>
              </a:buClr>
              <a:buSzPts val="9600"/>
              <a:buFont typeface="Gloria Hallelujah"/>
              <a:buNone/>
              <a:defRPr sz="23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None/>
              <a:defRPr sz="1400">
                <a:solidFill>
                  <a:schemeClr val="dk1"/>
                </a:solidFill>
              </a:defRPr>
            </a:lvl2pPr>
            <a:lvl3pPr lvl="2" rtl="0" algn="ctr">
              <a:lnSpc>
                <a:spcPct val="100000"/>
              </a:lnSpc>
              <a:spcBef>
                <a:spcPts val="0"/>
              </a:spcBef>
              <a:spcAft>
                <a:spcPts val="0"/>
              </a:spcAft>
              <a:buClr>
                <a:schemeClr val="dk1"/>
              </a:buClr>
              <a:buSzPts val="1400"/>
              <a:buNone/>
              <a:defRPr sz="1400">
                <a:solidFill>
                  <a:schemeClr val="dk1"/>
                </a:solidFill>
              </a:defRPr>
            </a:lvl3pPr>
            <a:lvl4pPr lvl="3" rtl="0" algn="ctr">
              <a:lnSpc>
                <a:spcPct val="100000"/>
              </a:lnSpc>
              <a:spcBef>
                <a:spcPts val="0"/>
              </a:spcBef>
              <a:spcAft>
                <a:spcPts val="0"/>
              </a:spcAft>
              <a:buClr>
                <a:schemeClr val="dk1"/>
              </a:buClr>
              <a:buSzPts val="1400"/>
              <a:buNone/>
              <a:defRPr sz="1400">
                <a:solidFill>
                  <a:schemeClr val="dk1"/>
                </a:solidFill>
              </a:defRPr>
            </a:lvl4pPr>
            <a:lvl5pPr lvl="4" rtl="0" algn="ctr">
              <a:lnSpc>
                <a:spcPct val="100000"/>
              </a:lnSpc>
              <a:spcBef>
                <a:spcPts val="0"/>
              </a:spcBef>
              <a:spcAft>
                <a:spcPts val="0"/>
              </a:spcAft>
              <a:buClr>
                <a:schemeClr val="dk1"/>
              </a:buClr>
              <a:buSzPts val="1400"/>
              <a:buNone/>
              <a:defRPr sz="1400">
                <a:solidFill>
                  <a:schemeClr val="dk1"/>
                </a:solidFill>
              </a:defRPr>
            </a:lvl5pPr>
            <a:lvl6pPr lvl="5" rtl="0" algn="ctr">
              <a:lnSpc>
                <a:spcPct val="100000"/>
              </a:lnSpc>
              <a:spcBef>
                <a:spcPts val="0"/>
              </a:spcBef>
              <a:spcAft>
                <a:spcPts val="0"/>
              </a:spcAft>
              <a:buClr>
                <a:schemeClr val="dk1"/>
              </a:buClr>
              <a:buSzPts val="1400"/>
              <a:buNone/>
              <a:defRPr sz="1400">
                <a:solidFill>
                  <a:schemeClr val="dk1"/>
                </a:solidFill>
              </a:defRPr>
            </a:lvl6pPr>
            <a:lvl7pPr lvl="6" rtl="0" algn="ctr">
              <a:lnSpc>
                <a:spcPct val="100000"/>
              </a:lnSpc>
              <a:spcBef>
                <a:spcPts val="0"/>
              </a:spcBef>
              <a:spcAft>
                <a:spcPts val="0"/>
              </a:spcAft>
              <a:buClr>
                <a:schemeClr val="dk1"/>
              </a:buClr>
              <a:buSzPts val="1400"/>
              <a:buNone/>
              <a:defRPr sz="1400">
                <a:solidFill>
                  <a:schemeClr val="dk1"/>
                </a:solidFill>
              </a:defRPr>
            </a:lvl7pPr>
            <a:lvl8pPr lvl="7" rtl="0" algn="ctr">
              <a:lnSpc>
                <a:spcPct val="100000"/>
              </a:lnSpc>
              <a:spcBef>
                <a:spcPts val="0"/>
              </a:spcBef>
              <a:spcAft>
                <a:spcPts val="0"/>
              </a:spcAft>
              <a:buClr>
                <a:schemeClr val="dk1"/>
              </a:buClr>
              <a:buSzPts val="1400"/>
              <a:buNone/>
              <a:defRPr sz="1400">
                <a:solidFill>
                  <a:schemeClr val="dk1"/>
                </a:solidFill>
              </a:defRPr>
            </a:lvl8pPr>
            <a:lvl9pPr lvl="8" rtl="0" algn="ctr">
              <a:lnSpc>
                <a:spcPct val="100000"/>
              </a:lnSpc>
              <a:spcBef>
                <a:spcPts val="0"/>
              </a:spcBef>
              <a:spcAft>
                <a:spcPts val="0"/>
              </a:spcAft>
              <a:buClr>
                <a:schemeClr val="dk1"/>
              </a:buClr>
              <a:buSzPts val="1400"/>
              <a:buNone/>
              <a:defRPr sz="1400">
                <a:solidFill>
                  <a:schemeClr val="dk1"/>
                </a:solidFill>
              </a:defRPr>
            </a:lvl9pPr>
          </a:lstStyle>
          <a:p/>
        </p:txBody>
      </p:sp>
      <p:sp>
        <p:nvSpPr>
          <p:cNvPr id="402" name="Google Shape;402;p16"/>
          <p:cNvSpPr/>
          <p:nvPr/>
        </p:nvSpPr>
        <p:spPr>
          <a:xfrm flipH="1" rot="10800000">
            <a:off x="7304265" y="3447135"/>
            <a:ext cx="1985649" cy="2326869"/>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6"/>
          <p:cNvSpPr/>
          <p:nvPr/>
        </p:nvSpPr>
        <p:spPr>
          <a:xfrm rot="10800000">
            <a:off x="5767795" y="-76801"/>
            <a:ext cx="3634529" cy="1998485"/>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6"/>
          <p:cNvSpPr/>
          <p:nvPr/>
        </p:nvSpPr>
        <p:spPr>
          <a:xfrm flipH="1" rot="10800000">
            <a:off x="-288300" y="3753050"/>
            <a:ext cx="3133499" cy="2020960"/>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6"/>
          <p:cNvSpPr/>
          <p:nvPr/>
        </p:nvSpPr>
        <p:spPr>
          <a:xfrm rot="10800000">
            <a:off x="-582169" y="-470812"/>
            <a:ext cx="3721240" cy="1536322"/>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 name="Google Shape;406;p16"/>
          <p:cNvGrpSpPr/>
          <p:nvPr/>
        </p:nvGrpSpPr>
        <p:grpSpPr>
          <a:xfrm flipH="1" rot="6282408">
            <a:off x="8550732" y="1247401"/>
            <a:ext cx="221771" cy="200883"/>
            <a:chOff x="1640475" y="1197075"/>
            <a:chExt cx="55475" cy="50250"/>
          </a:xfrm>
        </p:grpSpPr>
        <p:sp>
          <p:nvSpPr>
            <p:cNvPr id="407" name="Google Shape;407;p1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16"/>
          <p:cNvGrpSpPr/>
          <p:nvPr/>
        </p:nvGrpSpPr>
        <p:grpSpPr>
          <a:xfrm flipH="1" rot="1058897">
            <a:off x="1580056" y="228600"/>
            <a:ext cx="215936" cy="195603"/>
            <a:chOff x="1640475" y="1197075"/>
            <a:chExt cx="55475" cy="50250"/>
          </a:xfrm>
        </p:grpSpPr>
        <p:sp>
          <p:nvSpPr>
            <p:cNvPr id="411" name="Google Shape;411;p1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 name="Google Shape;414;p16"/>
          <p:cNvSpPr/>
          <p:nvPr/>
        </p:nvSpPr>
        <p:spPr>
          <a:xfrm flipH="1" rot="8431516">
            <a:off x="3395658" y="4170446"/>
            <a:ext cx="529784"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16"/>
          <p:cNvGrpSpPr/>
          <p:nvPr/>
        </p:nvGrpSpPr>
        <p:grpSpPr>
          <a:xfrm flipH="1" rot="-900000">
            <a:off x="544277" y="3921386"/>
            <a:ext cx="347165" cy="314462"/>
            <a:chOff x="1640475" y="1197075"/>
            <a:chExt cx="55475" cy="50250"/>
          </a:xfrm>
        </p:grpSpPr>
        <p:sp>
          <p:nvSpPr>
            <p:cNvPr id="416" name="Google Shape;416;p1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16"/>
          <p:cNvGrpSpPr/>
          <p:nvPr/>
        </p:nvGrpSpPr>
        <p:grpSpPr>
          <a:xfrm flipH="1" rot="-899970">
            <a:off x="8808559" y="3390166"/>
            <a:ext cx="215932" cy="195605"/>
            <a:chOff x="1640475" y="1197075"/>
            <a:chExt cx="55475" cy="50250"/>
          </a:xfrm>
        </p:grpSpPr>
        <p:sp>
          <p:nvSpPr>
            <p:cNvPr id="420" name="Google Shape;420;p1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 name="Google Shape;423;p16"/>
          <p:cNvSpPr/>
          <p:nvPr/>
        </p:nvSpPr>
        <p:spPr>
          <a:xfrm flipH="1" rot="-10799880">
            <a:off x="6525508" y="258994"/>
            <a:ext cx="529792" cy="12411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6"/>
          <p:cNvSpPr/>
          <p:nvPr/>
        </p:nvSpPr>
        <p:spPr>
          <a:xfrm flipH="1">
            <a:off x="3766739" y="438088"/>
            <a:ext cx="529811" cy="424916"/>
          </a:xfrm>
          <a:custGeom>
            <a:rect b="b" l="l" r="r" t="t"/>
            <a:pathLst>
              <a:path extrusionOk="0" h="7512" w="9366">
                <a:moveTo>
                  <a:pt x="1151" y="361"/>
                </a:moveTo>
                <a:cubicBezTo>
                  <a:pt x="1522" y="390"/>
                  <a:pt x="1902" y="410"/>
                  <a:pt x="2283" y="429"/>
                </a:cubicBezTo>
                <a:cubicBezTo>
                  <a:pt x="3044" y="488"/>
                  <a:pt x="3805" y="536"/>
                  <a:pt x="4556" y="605"/>
                </a:cubicBezTo>
                <a:cubicBezTo>
                  <a:pt x="5951" y="712"/>
                  <a:pt x="7346" y="858"/>
                  <a:pt x="8741" y="1044"/>
                </a:cubicBezTo>
                <a:cubicBezTo>
                  <a:pt x="8165" y="1746"/>
                  <a:pt x="7570" y="2419"/>
                  <a:pt x="6936" y="3063"/>
                </a:cubicBezTo>
                <a:lnTo>
                  <a:pt x="3639" y="1561"/>
                </a:lnTo>
                <a:cubicBezTo>
                  <a:pt x="3083" y="1307"/>
                  <a:pt x="2517" y="1053"/>
                  <a:pt x="1961" y="800"/>
                </a:cubicBezTo>
                <a:cubicBezTo>
                  <a:pt x="1639" y="653"/>
                  <a:pt x="1307" y="497"/>
                  <a:pt x="976" y="361"/>
                </a:cubicBezTo>
                <a:close/>
                <a:moveTo>
                  <a:pt x="605" y="819"/>
                </a:moveTo>
                <a:cubicBezTo>
                  <a:pt x="888" y="1044"/>
                  <a:pt x="1180" y="1258"/>
                  <a:pt x="1463" y="1473"/>
                </a:cubicBezTo>
                <a:lnTo>
                  <a:pt x="2839" y="2556"/>
                </a:lnTo>
                <a:lnTo>
                  <a:pt x="5434" y="4595"/>
                </a:lnTo>
                <a:cubicBezTo>
                  <a:pt x="5161" y="4770"/>
                  <a:pt x="4888" y="4956"/>
                  <a:pt x="4614" y="5151"/>
                </a:cubicBezTo>
                <a:cubicBezTo>
                  <a:pt x="4609" y="5150"/>
                  <a:pt x="4604" y="5149"/>
                  <a:pt x="4599" y="5149"/>
                </a:cubicBezTo>
                <a:cubicBezTo>
                  <a:pt x="4546" y="5149"/>
                  <a:pt x="4495" y="5195"/>
                  <a:pt x="4468" y="5248"/>
                </a:cubicBezTo>
                <a:cubicBezTo>
                  <a:pt x="4088" y="5512"/>
                  <a:pt x="3717" y="5785"/>
                  <a:pt x="3346" y="6058"/>
                </a:cubicBezTo>
                <a:cubicBezTo>
                  <a:pt x="2839" y="5102"/>
                  <a:pt x="2341" y="4146"/>
                  <a:pt x="1854" y="3190"/>
                </a:cubicBezTo>
                <a:lnTo>
                  <a:pt x="1034" y="1639"/>
                </a:lnTo>
                <a:cubicBezTo>
                  <a:pt x="888" y="1366"/>
                  <a:pt x="732" y="1102"/>
                  <a:pt x="605" y="819"/>
                </a:cubicBezTo>
                <a:close/>
                <a:moveTo>
                  <a:pt x="1434" y="995"/>
                </a:moveTo>
                <a:lnTo>
                  <a:pt x="1776" y="1151"/>
                </a:lnTo>
                <a:cubicBezTo>
                  <a:pt x="2332" y="1405"/>
                  <a:pt x="2897" y="1668"/>
                  <a:pt x="3454" y="1922"/>
                </a:cubicBezTo>
                <a:lnTo>
                  <a:pt x="6907" y="3483"/>
                </a:lnTo>
                <a:cubicBezTo>
                  <a:pt x="6917" y="3483"/>
                  <a:pt x="6926" y="3492"/>
                  <a:pt x="6946" y="3492"/>
                </a:cubicBezTo>
                <a:cubicBezTo>
                  <a:pt x="6936" y="3551"/>
                  <a:pt x="6936" y="3600"/>
                  <a:pt x="6936" y="3658"/>
                </a:cubicBezTo>
                <a:cubicBezTo>
                  <a:pt x="6917" y="3834"/>
                  <a:pt x="6907" y="4009"/>
                  <a:pt x="6897" y="4185"/>
                </a:cubicBezTo>
                <a:cubicBezTo>
                  <a:pt x="6868" y="4517"/>
                  <a:pt x="6848" y="4848"/>
                  <a:pt x="6829" y="5180"/>
                </a:cubicBezTo>
                <a:lnTo>
                  <a:pt x="6751" y="6273"/>
                </a:lnTo>
                <a:cubicBezTo>
                  <a:pt x="6644" y="6009"/>
                  <a:pt x="6536" y="5736"/>
                  <a:pt x="6439" y="5463"/>
                </a:cubicBezTo>
                <a:cubicBezTo>
                  <a:pt x="6341" y="5200"/>
                  <a:pt x="6214" y="4946"/>
                  <a:pt x="6078" y="4702"/>
                </a:cubicBezTo>
                <a:cubicBezTo>
                  <a:pt x="6009" y="4585"/>
                  <a:pt x="5873" y="4361"/>
                  <a:pt x="5717" y="4341"/>
                </a:cubicBezTo>
                <a:lnTo>
                  <a:pt x="3093" y="2292"/>
                </a:lnTo>
                <a:lnTo>
                  <a:pt x="1707" y="1219"/>
                </a:lnTo>
                <a:cubicBezTo>
                  <a:pt x="1610" y="1141"/>
                  <a:pt x="1522" y="1073"/>
                  <a:pt x="1434" y="995"/>
                </a:cubicBezTo>
                <a:close/>
                <a:moveTo>
                  <a:pt x="5668" y="4878"/>
                </a:moveTo>
                <a:lnTo>
                  <a:pt x="5697" y="4917"/>
                </a:lnTo>
                <a:cubicBezTo>
                  <a:pt x="5834" y="5151"/>
                  <a:pt x="5941" y="5395"/>
                  <a:pt x="6039" y="5648"/>
                </a:cubicBezTo>
                <a:cubicBezTo>
                  <a:pt x="6185" y="6029"/>
                  <a:pt x="6331" y="6419"/>
                  <a:pt x="6478" y="6799"/>
                </a:cubicBezTo>
                <a:cubicBezTo>
                  <a:pt x="6292" y="6634"/>
                  <a:pt x="6107" y="6468"/>
                  <a:pt x="5912" y="6302"/>
                </a:cubicBezTo>
                <a:cubicBezTo>
                  <a:pt x="5707" y="6117"/>
                  <a:pt x="5502" y="5921"/>
                  <a:pt x="5297" y="5717"/>
                </a:cubicBezTo>
                <a:cubicBezTo>
                  <a:pt x="5200" y="5619"/>
                  <a:pt x="5092" y="5512"/>
                  <a:pt x="4995" y="5404"/>
                </a:cubicBezTo>
                <a:cubicBezTo>
                  <a:pt x="4975" y="5395"/>
                  <a:pt x="4966" y="5375"/>
                  <a:pt x="4956" y="5365"/>
                </a:cubicBezTo>
                <a:cubicBezTo>
                  <a:pt x="5200" y="5200"/>
                  <a:pt x="5434" y="5034"/>
                  <a:pt x="5668" y="4878"/>
                </a:cubicBezTo>
                <a:close/>
                <a:moveTo>
                  <a:pt x="781" y="1"/>
                </a:moveTo>
                <a:cubicBezTo>
                  <a:pt x="615" y="1"/>
                  <a:pt x="449" y="9"/>
                  <a:pt x="283" y="19"/>
                </a:cubicBezTo>
                <a:cubicBezTo>
                  <a:pt x="267" y="13"/>
                  <a:pt x="250" y="10"/>
                  <a:pt x="234" y="10"/>
                </a:cubicBezTo>
                <a:cubicBezTo>
                  <a:pt x="202" y="10"/>
                  <a:pt x="169" y="23"/>
                  <a:pt x="137" y="49"/>
                </a:cubicBezTo>
                <a:lnTo>
                  <a:pt x="107" y="49"/>
                </a:lnTo>
                <a:cubicBezTo>
                  <a:pt x="29" y="68"/>
                  <a:pt x="0" y="156"/>
                  <a:pt x="39" y="224"/>
                </a:cubicBezTo>
                <a:cubicBezTo>
                  <a:pt x="39" y="234"/>
                  <a:pt x="49" y="253"/>
                  <a:pt x="59" y="263"/>
                </a:cubicBezTo>
                <a:cubicBezTo>
                  <a:pt x="49" y="302"/>
                  <a:pt x="59" y="351"/>
                  <a:pt x="98" y="380"/>
                </a:cubicBezTo>
                <a:cubicBezTo>
                  <a:pt x="146" y="839"/>
                  <a:pt x="410" y="1268"/>
                  <a:pt x="624" y="1678"/>
                </a:cubicBezTo>
                <a:lnTo>
                  <a:pt x="1434" y="3229"/>
                </a:lnTo>
                <a:cubicBezTo>
                  <a:pt x="1990" y="4292"/>
                  <a:pt x="2546" y="5346"/>
                  <a:pt x="3112" y="6409"/>
                </a:cubicBezTo>
                <a:cubicBezTo>
                  <a:pt x="3142" y="6482"/>
                  <a:pt x="3207" y="6521"/>
                  <a:pt x="3275" y="6521"/>
                </a:cubicBezTo>
                <a:cubicBezTo>
                  <a:pt x="3316" y="6521"/>
                  <a:pt x="3358" y="6507"/>
                  <a:pt x="3395" y="6477"/>
                </a:cubicBezTo>
                <a:cubicBezTo>
                  <a:pt x="3805" y="6175"/>
                  <a:pt x="4214" y="5882"/>
                  <a:pt x="4624" y="5590"/>
                </a:cubicBezTo>
                <a:lnTo>
                  <a:pt x="4702" y="5668"/>
                </a:lnTo>
                <a:cubicBezTo>
                  <a:pt x="4810" y="5775"/>
                  <a:pt x="4907" y="5882"/>
                  <a:pt x="5014" y="5980"/>
                </a:cubicBezTo>
                <a:cubicBezTo>
                  <a:pt x="5210" y="6185"/>
                  <a:pt x="5414" y="6370"/>
                  <a:pt x="5619" y="6556"/>
                </a:cubicBezTo>
                <a:cubicBezTo>
                  <a:pt x="5834" y="6741"/>
                  <a:pt x="6048" y="6926"/>
                  <a:pt x="6273" y="7102"/>
                </a:cubicBezTo>
                <a:cubicBezTo>
                  <a:pt x="6380" y="7190"/>
                  <a:pt x="6497" y="7277"/>
                  <a:pt x="6614" y="7355"/>
                </a:cubicBezTo>
                <a:cubicBezTo>
                  <a:pt x="6692" y="7434"/>
                  <a:pt x="6790" y="7482"/>
                  <a:pt x="6897" y="7512"/>
                </a:cubicBezTo>
                <a:cubicBezTo>
                  <a:pt x="6946" y="7512"/>
                  <a:pt x="6985" y="7482"/>
                  <a:pt x="6995" y="7434"/>
                </a:cubicBezTo>
                <a:lnTo>
                  <a:pt x="6995" y="7414"/>
                </a:lnTo>
                <a:cubicBezTo>
                  <a:pt x="7053" y="7385"/>
                  <a:pt x="7083" y="7326"/>
                  <a:pt x="7092" y="7268"/>
                </a:cubicBezTo>
                <a:cubicBezTo>
                  <a:pt x="7112" y="6575"/>
                  <a:pt x="7141" y="5882"/>
                  <a:pt x="7170" y="5180"/>
                </a:cubicBezTo>
                <a:cubicBezTo>
                  <a:pt x="7180" y="4839"/>
                  <a:pt x="7190" y="4487"/>
                  <a:pt x="7209" y="4146"/>
                </a:cubicBezTo>
                <a:cubicBezTo>
                  <a:pt x="7209" y="3970"/>
                  <a:pt x="7219" y="3795"/>
                  <a:pt x="7229" y="3619"/>
                </a:cubicBezTo>
                <a:cubicBezTo>
                  <a:pt x="7239" y="3531"/>
                  <a:pt x="7229" y="3453"/>
                  <a:pt x="7190" y="3375"/>
                </a:cubicBezTo>
                <a:cubicBezTo>
                  <a:pt x="7931" y="2624"/>
                  <a:pt x="8624" y="1834"/>
                  <a:pt x="9287" y="1014"/>
                </a:cubicBezTo>
                <a:cubicBezTo>
                  <a:pt x="9365" y="888"/>
                  <a:pt x="9297" y="712"/>
                  <a:pt x="9141" y="692"/>
                </a:cubicBezTo>
                <a:cubicBezTo>
                  <a:pt x="7639" y="497"/>
                  <a:pt x="6127" y="332"/>
                  <a:pt x="4614" y="205"/>
                </a:cubicBezTo>
                <a:cubicBezTo>
                  <a:pt x="3853" y="146"/>
                  <a:pt x="3093" y="97"/>
                  <a:pt x="2332" y="58"/>
                </a:cubicBezTo>
                <a:cubicBezTo>
                  <a:pt x="1951" y="39"/>
                  <a:pt x="1571" y="29"/>
                  <a:pt x="1190" y="19"/>
                </a:cubicBezTo>
                <a:cubicBezTo>
                  <a:pt x="1054" y="6"/>
                  <a:pt x="917"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425" name="Shape 425"/>
        <p:cNvGrpSpPr/>
        <p:nvPr/>
      </p:nvGrpSpPr>
      <p:grpSpPr>
        <a:xfrm>
          <a:off x="0" y="0"/>
          <a:ext cx="0" cy="0"/>
          <a:chOff x="0" y="0"/>
          <a:chExt cx="0" cy="0"/>
        </a:xfrm>
      </p:grpSpPr>
      <p:sp>
        <p:nvSpPr>
          <p:cNvPr id="426" name="Google Shape;426;p17"/>
          <p:cNvSpPr/>
          <p:nvPr/>
        </p:nvSpPr>
        <p:spPr>
          <a:xfrm rot="10800000">
            <a:off x="-470007" y="-486251"/>
            <a:ext cx="4205930" cy="2291529"/>
          </a:xfrm>
          <a:custGeom>
            <a:rect b="b" l="l" r="r" t="t"/>
            <a:pathLst>
              <a:path extrusionOk="0" h="14261" w="26175">
                <a:moveTo>
                  <a:pt x="21312" y="0"/>
                </a:moveTo>
                <a:cubicBezTo>
                  <a:pt x="20977" y="0"/>
                  <a:pt x="20642" y="41"/>
                  <a:pt x="20313" y="99"/>
                </a:cubicBezTo>
                <a:cubicBezTo>
                  <a:pt x="19331" y="273"/>
                  <a:pt x="18260" y="586"/>
                  <a:pt x="17702" y="1484"/>
                </a:cubicBezTo>
                <a:cubicBezTo>
                  <a:pt x="17428" y="1925"/>
                  <a:pt x="17287" y="2436"/>
                  <a:pt x="16990" y="2864"/>
                </a:cubicBezTo>
                <a:cubicBezTo>
                  <a:pt x="16710" y="3266"/>
                  <a:pt x="16282" y="3522"/>
                  <a:pt x="15821" y="3664"/>
                </a:cubicBezTo>
                <a:cubicBezTo>
                  <a:pt x="15261" y="3837"/>
                  <a:pt x="14685" y="3858"/>
                  <a:pt x="14107" y="3858"/>
                </a:cubicBezTo>
                <a:cubicBezTo>
                  <a:pt x="13914" y="3858"/>
                  <a:pt x="13720" y="3856"/>
                  <a:pt x="13527" y="3856"/>
                </a:cubicBezTo>
                <a:cubicBezTo>
                  <a:pt x="13273" y="3856"/>
                  <a:pt x="13019" y="3860"/>
                  <a:pt x="12766" y="3880"/>
                </a:cubicBezTo>
                <a:cubicBezTo>
                  <a:pt x="12240" y="3921"/>
                  <a:pt x="11711" y="4025"/>
                  <a:pt x="11246" y="4285"/>
                </a:cubicBezTo>
                <a:cubicBezTo>
                  <a:pt x="10777" y="4547"/>
                  <a:pt x="10423" y="4956"/>
                  <a:pt x="10107" y="5381"/>
                </a:cubicBezTo>
                <a:cubicBezTo>
                  <a:pt x="9484" y="6224"/>
                  <a:pt x="8906" y="7121"/>
                  <a:pt x="8012" y="7708"/>
                </a:cubicBezTo>
                <a:cubicBezTo>
                  <a:pt x="7566" y="8003"/>
                  <a:pt x="7065" y="8190"/>
                  <a:pt x="6530" y="8231"/>
                </a:cubicBezTo>
                <a:cubicBezTo>
                  <a:pt x="6418" y="8239"/>
                  <a:pt x="6306" y="8243"/>
                  <a:pt x="6194" y="8243"/>
                </a:cubicBezTo>
                <a:cubicBezTo>
                  <a:pt x="5684" y="8243"/>
                  <a:pt x="5174" y="8166"/>
                  <a:pt x="4666" y="8122"/>
                </a:cubicBezTo>
                <a:cubicBezTo>
                  <a:pt x="4112" y="8075"/>
                  <a:pt x="3557" y="8052"/>
                  <a:pt x="3001" y="8052"/>
                </a:cubicBezTo>
                <a:cubicBezTo>
                  <a:pt x="2916" y="8052"/>
                  <a:pt x="2830" y="8052"/>
                  <a:pt x="2744" y="8054"/>
                </a:cubicBezTo>
                <a:cubicBezTo>
                  <a:pt x="2475" y="8057"/>
                  <a:pt x="2183" y="8043"/>
                  <a:pt x="1931" y="8148"/>
                </a:cubicBezTo>
                <a:cubicBezTo>
                  <a:pt x="1700" y="8244"/>
                  <a:pt x="1557" y="8443"/>
                  <a:pt x="1448" y="8660"/>
                </a:cubicBezTo>
                <a:cubicBezTo>
                  <a:pt x="1157" y="9242"/>
                  <a:pt x="895" y="9837"/>
                  <a:pt x="618" y="10425"/>
                </a:cubicBezTo>
                <a:cubicBezTo>
                  <a:pt x="483" y="10711"/>
                  <a:pt x="344" y="10996"/>
                  <a:pt x="215" y="11284"/>
                </a:cubicBezTo>
                <a:cubicBezTo>
                  <a:pt x="103" y="11537"/>
                  <a:pt x="1" y="11806"/>
                  <a:pt x="9" y="12087"/>
                </a:cubicBezTo>
                <a:cubicBezTo>
                  <a:pt x="26" y="12628"/>
                  <a:pt x="464" y="12993"/>
                  <a:pt x="898" y="13242"/>
                </a:cubicBezTo>
                <a:cubicBezTo>
                  <a:pt x="1355" y="13506"/>
                  <a:pt x="1863" y="13671"/>
                  <a:pt x="2379" y="13769"/>
                </a:cubicBezTo>
                <a:cubicBezTo>
                  <a:pt x="3456" y="13974"/>
                  <a:pt x="4560" y="13920"/>
                  <a:pt x="5650" y="13980"/>
                </a:cubicBezTo>
                <a:cubicBezTo>
                  <a:pt x="6939" y="14051"/>
                  <a:pt x="8222" y="14239"/>
                  <a:pt x="9514" y="14259"/>
                </a:cubicBezTo>
                <a:cubicBezTo>
                  <a:pt x="9569" y="14260"/>
                  <a:pt x="9623" y="14261"/>
                  <a:pt x="9677" y="14261"/>
                </a:cubicBezTo>
                <a:cubicBezTo>
                  <a:pt x="10875" y="14261"/>
                  <a:pt x="12038" y="14052"/>
                  <a:pt x="13207" y="13797"/>
                </a:cubicBezTo>
                <a:cubicBezTo>
                  <a:pt x="13817" y="13663"/>
                  <a:pt x="14426" y="13526"/>
                  <a:pt x="15041" y="13424"/>
                </a:cubicBezTo>
                <a:cubicBezTo>
                  <a:pt x="15675" y="13317"/>
                  <a:pt x="16315" y="13253"/>
                  <a:pt x="16956" y="13206"/>
                </a:cubicBezTo>
                <a:cubicBezTo>
                  <a:pt x="18228" y="13113"/>
                  <a:pt x="19506" y="13085"/>
                  <a:pt x="20774" y="12938"/>
                </a:cubicBezTo>
                <a:cubicBezTo>
                  <a:pt x="21322" y="12875"/>
                  <a:pt x="21864" y="12773"/>
                  <a:pt x="22412" y="12707"/>
                </a:cubicBezTo>
                <a:cubicBezTo>
                  <a:pt x="22674" y="12676"/>
                  <a:pt x="22942" y="12652"/>
                  <a:pt x="23208" y="12652"/>
                </a:cubicBezTo>
                <a:cubicBezTo>
                  <a:pt x="23451" y="12652"/>
                  <a:pt x="23692" y="12672"/>
                  <a:pt x="23928" y="12724"/>
                </a:cubicBezTo>
                <a:cubicBezTo>
                  <a:pt x="24162" y="12777"/>
                  <a:pt x="24387" y="12861"/>
                  <a:pt x="24591" y="12989"/>
                </a:cubicBezTo>
                <a:cubicBezTo>
                  <a:pt x="24696" y="13055"/>
                  <a:pt x="24788" y="13167"/>
                  <a:pt x="24915" y="13170"/>
                </a:cubicBezTo>
                <a:cubicBezTo>
                  <a:pt x="24918" y="13170"/>
                  <a:pt x="24920" y="13170"/>
                  <a:pt x="24923" y="13170"/>
                </a:cubicBezTo>
                <a:cubicBezTo>
                  <a:pt x="25030" y="13170"/>
                  <a:pt x="25141" y="13147"/>
                  <a:pt x="25241" y="13108"/>
                </a:cubicBezTo>
                <a:cubicBezTo>
                  <a:pt x="25716" y="12928"/>
                  <a:pt x="25988" y="12456"/>
                  <a:pt x="26075" y="11977"/>
                </a:cubicBezTo>
                <a:cubicBezTo>
                  <a:pt x="26127" y="11687"/>
                  <a:pt x="26128" y="11393"/>
                  <a:pt x="26127" y="11099"/>
                </a:cubicBezTo>
                <a:cubicBezTo>
                  <a:pt x="26126" y="10779"/>
                  <a:pt x="26124" y="10457"/>
                  <a:pt x="26123" y="10135"/>
                </a:cubicBezTo>
                <a:cubicBezTo>
                  <a:pt x="26121" y="9483"/>
                  <a:pt x="26118" y="8831"/>
                  <a:pt x="26116" y="8179"/>
                </a:cubicBezTo>
                <a:cubicBezTo>
                  <a:pt x="26112" y="6939"/>
                  <a:pt x="26107" y="5700"/>
                  <a:pt x="26102" y="4459"/>
                </a:cubicBezTo>
                <a:lnTo>
                  <a:pt x="26102" y="4459"/>
                </a:lnTo>
                <a:cubicBezTo>
                  <a:pt x="26105" y="4461"/>
                  <a:pt x="26107" y="4462"/>
                  <a:pt x="26109" y="4462"/>
                </a:cubicBezTo>
                <a:cubicBezTo>
                  <a:pt x="26174" y="4462"/>
                  <a:pt x="26046" y="3375"/>
                  <a:pt x="25375" y="3280"/>
                </a:cubicBezTo>
                <a:cubicBezTo>
                  <a:pt x="24338" y="3135"/>
                  <a:pt x="24244" y="1492"/>
                  <a:pt x="23438" y="803"/>
                </a:cubicBezTo>
                <a:cubicBezTo>
                  <a:pt x="23048" y="470"/>
                  <a:pt x="22597" y="206"/>
                  <a:pt x="22095" y="87"/>
                </a:cubicBezTo>
                <a:cubicBezTo>
                  <a:pt x="21837" y="25"/>
                  <a:pt x="21575" y="0"/>
                  <a:pt x="21312"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7"/>
          <p:cNvSpPr/>
          <p:nvPr/>
        </p:nvSpPr>
        <p:spPr>
          <a:xfrm rot="10800000">
            <a:off x="7300302" y="-415230"/>
            <a:ext cx="2089708" cy="2096136"/>
          </a:xfrm>
          <a:custGeom>
            <a:rect b="b" l="l" r="r" t="t"/>
            <a:pathLst>
              <a:path extrusionOk="0" h="13045" w="13005">
                <a:moveTo>
                  <a:pt x="1922" y="1"/>
                </a:moveTo>
                <a:cubicBezTo>
                  <a:pt x="1849" y="1"/>
                  <a:pt x="1776" y="4"/>
                  <a:pt x="1703" y="11"/>
                </a:cubicBezTo>
                <a:cubicBezTo>
                  <a:pt x="1260" y="54"/>
                  <a:pt x="818" y="227"/>
                  <a:pt x="503" y="551"/>
                </a:cubicBezTo>
                <a:cubicBezTo>
                  <a:pt x="150" y="913"/>
                  <a:pt x="38" y="1411"/>
                  <a:pt x="20" y="1903"/>
                </a:cubicBezTo>
                <a:cubicBezTo>
                  <a:pt x="0" y="2484"/>
                  <a:pt x="46" y="3073"/>
                  <a:pt x="66" y="3654"/>
                </a:cubicBezTo>
                <a:cubicBezTo>
                  <a:pt x="86" y="4273"/>
                  <a:pt x="107" y="4891"/>
                  <a:pt x="127" y="5509"/>
                </a:cubicBezTo>
                <a:lnTo>
                  <a:pt x="374" y="12928"/>
                </a:lnTo>
                <a:cubicBezTo>
                  <a:pt x="376" y="12996"/>
                  <a:pt x="429" y="13044"/>
                  <a:pt x="492" y="13044"/>
                </a:cubicBezTo>
                <a:cubicBezTo>
                  <a:pt x="501" y="13044"/>
                  <a:pt x="511" y="13043"/>
                  <a:pt x="520" y="13041"/>
                </a:cubicBezTo>
                <a:cubicBezTo>
                  <a:pt x="1437" y="12830"/>
                  <a:pt x="2365" y="12670"/>
                  <a:pt x="3299" y="12564"/>
                </a:cubicBezTo>
                <a:cubicBezTo>
                  <a:pt x="4235" y="12458"/>
                  <a:pt x="5175" y="12406"/>
                  <a:pt x="6116" y="12406"/>
                </a:cubicBezTo>
                <a:cubicBezTo>
                  <a:pt x="6835" y="12406"/>
                  <a:pt x="7554" y="12436"/>
                  <a:pt x="8271" y="12496"/>
                </a:cubicBezTo>
                <a:cubicBezTo>
                  <a:pt x="8728" y="12533"/>
                  <a:pt x="9209" y="12577"/>
                  <a:pt x="9687" y="12577"/>
                </a:cubicBezTo>
                <a:cubicBezTo>
                  <a:pt x="10492" y="12577"/>
                  <a:pt x="11288" y="12454"/>
                  <a:pt x="11947" y="11977"/>
                </a:cubicBezTo>
                <a:lnTo>
                  <a:pt x="11947" y="11977"/>
                </a:lnTo>
                <a:cubicBezTo>
                  <a:pt x="11945" y="11988"/>
                  <a:pt x="11948" y="11993"/>
                  <a:pt x="11955" y="11993"/>
                </a:cubicBezTo>
                <a:cubicBezTo>
                  <a:pt x="12017" y="11993"/>
                  <a:pt x="12409" y="11534"/>
                  <a:pt x="12496" y="11300"/>
                </a:cubicBezTo>
                <a:cubicBezTo>
                  <a:pt x="12866" y="10319"/>
                  <a:pt x="13005" y="9208"/>
                  <a:pt x="12677" y="8195"/>
                </a:cubicBezTo>
                <a:cubicBezTo>
                  <a:pt x="12404" y="7349"/>
                  <a:pt x="11818" y="6569"/>
                  <a:pt x="11000" y="6188"/>
                </a:cubicBezTo>
                <a:cubicBezTo>
                  <a:pt x="10082" y="5759"/>
                  <a:pt x="9032" y="5924"/>
                  <a:pt x="8092" y="5581"/>
                </a:cubicBezTo>
                <a:cubicBezTo>
                  <a:pt x="7160" y="5240"/>
                  <a:pt x="6737" y="4324"/>
                  <a:pt x="6316" y="3499"/>
                </a:cubicBezTo>
                <a:cubicBezTo>
                  <a:pt x="5859" y="2602"/>
                  <a:pt x="5271" y="1802"/>
                  <a:pt x="4492" y="1159"/>
                </a:cubicBezTo>
                <a:cubicBezTo>
                  <a:pt x="3786" y="579"/>
                  <a:pt x="2870" y="1"/>
                  <a:pt x="1922"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7"/>
          <p:cNvSpPr/>
          <p:nvPr/>
        </p:nvSpPr>
        <p:spPr>
          <a:xfrm rot="10800000">
            <a:off x="5339943" y="3964766"/>
            <a:ext cx="3916858" cy="1383980"/>
          </a:xfrm>
          <a:custGeom>
            <a:rect b="b" l="l" r="r" t="t"/>
            <a:pathLst>
              <a:path extrusionOk="0" h="8613" w="24376">
                <a:moveTo>
                  <a:pt x="1748" y="0"/>
                </a:moveTo>
                <a:cubicBezTo>
                  <a:pt x="1709" y="0"/>
                  <a:pt x="1669" y="2"/>
                  <a:pt x="1629" y="7"/>
                </a:cubicBezTo>
                <a:cubicBezTo>
                  <a:pt x="1391" y="38"/>
                  <a:pt x="1250" y="176"/>
                  <a:pt x="1187" y="347"/>
                </a:cubicBezTo>
                <a:cubicBezTo>
                  <a:pt x="1033" y="773"/>
                  <a:pt x="935" y="1218"/>
                  <a:pt x="819" y="1650"/>
                </a:cubicBezTo>
                <a:cubicBezTo>
                  <a:pt x="701" y="2092"/>
                  <a:pt x="590" y="2536"/>
                  <a:pt x="496" y="2983"/>
                </a:cubicBezTo>
                <a:cubicBezTo>
                  <a:pt x="126" y="4733"/>
                  <a:pt x="0" y="6549"/>
                  <a:pt x="659" y="8271"/>
                </a:cubicBezTo>
                <a:cubicBezTo>
                  <a:pt x="678" y="8321"/>
                  <a:pt x="733" y="8346"/>
                  <a:pt x="790" y="8346"/>
                </a:cubicBezTo>
                <a:cubicBezTo>
                  <a:pt x="835" y="8346"/>
                  <a:pt x="881" y="8329"/>
                  <a:pt x="910" y="8296"/>
                </a:cubicBezTo>
                <a:cubicBezTo>
                  <a:pt x="1048" y="8134"/>
                  <a:pt x="1206" y="7983"/>
                  <a:pt x="1385" y="7843"/>
                </a:cubicBezTo>
                <a:cubicBezTo>
                  <a:pt x="2101" y="7284"/>
                  <a:pt x="3087" y="6944"/>
                  <a:pt x="4095" y="6849"/>
                </a:cubicBezTo>
                <a:cubicBezTo>
                  <a:pt x="4314" y="6828"/>
                  <a:pt x="4534" y="6818"/>
                  <a:pt x="4754" y="6818"/>
                </a:cubicBezTo>
                <a:cubicBezTo>
                  <a:pt x="5730" y="6818"/>
                  <a:pt x="6704" y="7012"/>
                  <a:pt x="7586" y="7328"/>
                </a:cubicBezTo>
                <a:cubicBezTo>
                  <a:pt x="8653" y="7708"/>
                  <a:pt x="9622" y="8264"/>
                  <a:pt x="10770" y="8502"/>
                </a:cubicBezTo>
                <a:cubicBezTo>
                  <a:pt x="11110" y="8573"/>
                  <a:pt x="11460" y="8612"/>
                  <a:pt x="11804" y="8612"/>
                </a:cubicBezTo>
                <a:cubicBezTo>
                  <a:pt x="12445" y="8612"/>
                  <a:pt x="13071" y="8476"/>
                  <a:pt x="13597" y="8154"/>
                </a:cubicBezTo>
                <a:cubicBezTo>
                  <a:pt x="14183" y="7795"/>
                  <a:pt x="14557" y="7273"/>
                  <a:pt x="14873" y="6761"/>
                </a:cubicBezTo>
                <a:cubicBezTo>
                  <a:pt x="15208" y="6214"/>
                  <a:pt x="15488" y="5645"/>
                  <a:pt x="15900" y="5129"/>
                </a:cubicBezTo>
                <a:cubicBezTo>
                  <a:pt x="16333" y="4590"/>
                  <a:pt x="16925" y="4168"/>
                  <a:pt x="17743" y="4015"/>
                </a:cubicBezTo>
                <a:cubicBezTo>
                  <a:pt x="18117" y="3945"/>
                  <a:pt x="18497" y="3924"/>
                  <a:pt x="18879" y="3924"/>
                </a:cubicBezTo>
                <a:cubicBezTo>
                  <a:pt x="19431" y="3924"/>
                  <a:pt x="19988" y="3967"/>
                  <a:pt x="20538" y="3967"/>
                </a:cubicBezTo>
                <a:cubicBezTo>
                  <a:pt x="20675" y="3967"/>
                  <a:pt x="20811" y="3964"/>
                  <a:pt x="20947" y="3958"/>
                </a:cubicBezTo>
                <a:cubicBezTo>
                  <a:pt x="21449" y="3933"/>
                  <a:pt x="21952" y="3857"/>
                  <a:pt x="22403" y="3679"/>
                </a:cubicBezTo>
                <a:cubicBezTo>
                  <a:pt x="22808" y="3518"/>
                  <a:pt x="23157" y="3280"/>
                  <a:pt x="23433" y="3003"/>
                </a:cubicBezTo>
                <a:cubicBezTo>
                  <a:pt x="23951" y="2479"/>
                  <a:pt x="24196" y="1807"/>
                  <a:pt x="24066" y="1157"/>
                </a:cubicBezTo>
                <a:lnTo>
                  <a:pt x="24066" y="1157"/>
                </a:lnTo>
                <a:cubicBezTo>
                  <a:pt x="24067" y="1158"/>
                  <a:pt x="24069" y="1158"/>
                  <a:pt x="24071" y="1158"/>
                </a:cubicBezTo>
                <a:cubicBezTo>
                  <a:pt x="24093" y="1158"/>
                  <a:pt x="24117" y="1151"/>
                  <a:pt x="24142" y="1138"/>
                </a:cubicBezTo>
                <a:cubicBezTo>
                  <a:pt x="24292" y="1056"/>
                  <a:pt x="24376" y="935"/>
                  <a:pt x="24372" y="792"/>
                </a:cubicBezTo>
                <a:cubicBezTo>
                  <a:pt x="24363" y="440"/>
                  <a:pt x="23972" y="240"/>
                  <a:pt x="23550" y="217"/>
                </a:cubicBezTo>
                <a:cubicBezTo>
                  <a:pt x="23514" y="215"/>
                  <a:pt x="23478" y="215"/>
                  <a:pt x="23442" y="215"/>
                </a:cubicBezTo>
                <a:cubicBezTo>
                  <a:pt x="23211" y="215"/>
                  <a:pt x="22977" y="252"/>
                  <a:pt x="22750" y="280"/>
                </a:cubicBezTo>
                <a:cubicBezTo>
                  <a:pt x="22445" y="317"/>
                  <a:pt x="22139" y="351"/>
                  <a:pt x="21832" y="383"/>
                </a:cubicBezTo>
                <a:cubicBezTo>
                  <a:pt x="20628" y="507"/>
                  <a:pt x="19418" y="590"/>
                  <a:pt x="18207" y="648"/>
                </a:cubicBezTo>
                <a:cubicBezTo>
                  <a:pt x="15784" y="762"/>
                  <a:pt x="13357" y="774"/>
                  <a:pt x="10932" y="789"/>
                </a:cubicBezTo>
                <a:cubicBezTo>
                  <a:pt x="10568" y="791"/>
                  <a:pt x="10203" y="793"/>
                  <a:pt x="9838" y="793"/>
                </a:cubicBezTo>
                <a:cubicBezTo>
                  <a:pt x="7878" y="793"/>
                  <a:pt x="5909" y="743"/>
                  <a:pt x="3985" y="438"/>
                </a:cubicBezTo>
                <a:cubicBezTo>
                  <a:pt x="3423" y="348"/>
                  <a:pt x="2866" y="237"/>
                  <a:pt x="2318" y="100"/>
                </a:cubicBezTo>
                <a:cubicBezTo>
                  <a:pt x="2134" y="55"/>
                  <a:pt x="1943" y="0"/>
                  <a:pt x="1748"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7"/>
          <p:cNvSpPr/>
          <p:nvPr/>
        </p:nvSpPr>
        <p:spPr>
          <a:xfrm rot="10800000">
            <a:off x="-1235999" y="2885131"/>
            <a:ext cx="4345244" cy="3055586"/>
          </a:xfrm>
          <a:custGeom>
            <a:rect b="b" l="l" r="r" t="t"/>
            <a:pathLst>
              <a:path extrusionOk="0" h="19016" w="27042">
                <a:moveTo>
                  <a:pt x="5311" y="0"/>
                </a:moveTo>
                <a:cubicBezTo>
                  <a:pt x="5179" y="0"/>
                  <a:pt x="5075" y="178"/>
                  <a:pt x="5211" y="262"/>
                </a:cubicBezTo>
                <a:cubicBezTo>
                  <a:pt x="5431" y="399"/>
                  <a:pt x="5652" y="530"/>
                  <a:pt x="5876" y="657"/>
                </a:cubicBezTo>
                <a:cubicBezTo>
                  <a:pt x="3749" y="1565"/>
                  <a:pt x="1452" y="2798"/>
                  <a:pt x="713" y="5101"/>
                </a:cubicBezTo>
                <a:cubicBezTo>
                  <a:pt x="0" y="7321"/>
                  <a:pt x="1219" y="10007"/>
                  <a:pt x="3411" y="10856"/>
                </a:cubicBezTo>
                <a:cubicBezTo>
                  <a:pt x="3728" y="10979"/>
                  <a:pt x="4069" y="11058"/>
                  <a:pt x="4406" y="11058"/>
                </a:cubicBezTo>
                <a:cubicBezTo>
                  <a:pt x="4688" y="11058"/>
                  <a:pt x="4968" y="11003"/>
                  <a:pt x="5229" y="10871"/>
                </a:cubicBezTo>
                <a:cubicBezTo>
                  <a:pt x="5743" y="10614"/>
                  <a:pt x="6086" y="10140"/>
                  <a:pt x="6367" y="9654"/>
                </a:cubicBezTo>
                <a:cubicBezTo>
                  <a:pt x="6660" y="9147"/>
                  <a:pt x="6901" y="8604"/>
                  <a:pt x="7258" y="8138"/>
                </a:cubicBezTo>
                <a:cubicBezTo>
                  <a:pt x="7586" y="7709"/>
                  <a:pt x="8056" y="7408"/>
                  <a:pt x="8567" y="7243"/>
                </a:cubicBezTo>
                <a:cubicBezTo>
                  <a:pt x="8835" y="7156"/>
                  <a:pt x="9122" y="7107"/>
                  <a:pt x="9407" y="7107"/>
                </a:cubicBezTo>
                <a:cubicBezTo>
                  <a:pt x="9658" y="7107"/>
                  <a:pt x="9908" y="7145"/>
                  <a:pt x="10143" y="7227"/>
                </a:cubicBezTo>
                <a:cubicBezTo>
                  <a:pt x="10681" y="7416"/>
                  <a:pt x="11050" y="7824"/>
                  <a:pt x="11259" y="8347"/>
                </a:cubicBezTo>
                <a:cubicBezTo>
                  <a:pt x="11495" y="8938"/>
                  <a:pt x="11543" y="9582"/>
                  <a:pt x="11752" y="10181"/>
                </a:cubicBezTo>
                <a:cubicBezTo>
                  <a:pt x="11957" y="10769"/>
                  <a:pt x="12358" y="11405"/>
                  <a:pt x="12983" y="11603"/>
                </a:cubicBezTo>
                <a:cubicBezTo>
                  <a:pt x="13117" y="11646"/>
                  <a:pt x="13250" y="11665"/>
                  <a:pt x="13380" y="11665"/>
                </a:cubicBezTo>
                <a:cubicBezTo>
                  <a:pt x="13765" y="11665"/>
                  <a:pt x="14132" y="11502"/>
                  <a:pt x="14481" y="11319"/>
                </a:cubicBezTo>
                <a:cubicBezTo>
                  <a:pt x="14811" y="11146"/>
                  <a:pt x="15183" y="10926"/>
                  <a:pt x="15563" y="10926"/>
                </a:cubicBezTo>
                <a:cubicBezTo>
                  <a:pt x="15675" y="10926"/>
                  <a:pt x="15789" y="10946"/>
                  <a:pt x="15902" y="10992"/>
                </a:cubicBezTo>
                <a:cubicBezTo>
                  <a:pt x="16505" y="11236"/>
                  <a:pt x="16731" y="12009"/>
                  <a:pt x="16886" y="12576"/>
                </a:cubicBezTo>
                <a:cubicBezTo>
                  <a:pt x="17067" y="13246"/>
                  <a:pt x="17237" y="13920"/>
                  <a:pt x="17447" y="14583"/>
                </a:cubicBezTo>
                <a:cubicBezTo>
                  <a:pt x="17859" y="15878"/>
                  <a:pt x="18454" y="17143"/>
                  <a:pt x="19512" y="18032"/>
                </a:cubicBezTo>
                <a:cubicBezTo>
                  <a:pt x="20225" y="18631"/>
                  <a:pt x="21110" y="19015"/>
                  <a:pt x="22020" y="19015"/>
                </a:cubicBezTo>
                <a:cubicBezTo>
                  <a:pt x="22330" y="19015"/>
                  <a:pt x="22643" y="18971"/>
                  <a:pt x="22954" y="18875"/>
                </a:cubicBezTo>
                <a:cubicBezTo>
                  <a:pt x="24002" y="18552"/>
                  <a:pt x="24786" y="17702"/>
                  <a:pt x="25334" y="16784"/>
                </a:cubicBezTo>
                <a:cubicBezTo>
                  <a:pt x="25931" y="15784"/>
                  <a:pt x="26309" y="14669"/>
                  <a:pt x="26587" y="13543"/>
                </a:cubicBezTo>
                <a:cubicBezTo>
                  <a:pt x="26872" y="12393"/>
                  <a:pt x="27042" y="11178"/>
                  <a:pt x="26859" y="9998"/>
                </a:cubicBezTo>
                <a:cubicBezTo>
                  <a:pt x="26669" y="8763"/>
                  <a:pt x="26045" y="7686"/>
                  <a:pt x="25037" y="6940"/>
                </a:cubicBezTo>
                <a:cubicBezTo>
                  <a:pt x="23865" y="6071"/>
                  <a:pt x="22401" y="5638"/>
                  <a:pt x="21023" y="5219"/>
                </a:cubicBezTo>
                <a:cubicBezTo>
                  <a:pt x="19511" y="4758"/>
                  <a:pt x="17976" y="4376"/>
                  <a:pt x="16442" y="3995"/>
                </a:cubicBezTo>
                <a:cubicBezTo>
                  <a:pt x="13377" y="3236"/>
                  <a:pt x="10276" y="2484"/>
                  <a:pt x="7410" y="1122"/>
                </a:cubicBezTo>
                <a:cubicBezTo>
                  <a:pt x="7124" y="986"/>
                  <a:pt x="6842" y="844"/>
                  <a:pt x="6563" y="695"/>
                </a:cubicBezTo>
                <a:cubicBezTo>
                  <a:pt x="6622" y="671"/>
                  <a:pt x="6682" y="645"/>
                  <a:pt x="6742" y="621"/>
                </a:cubicBezTo>
                <a:cubicBezTo>
                  <a:pt x="6901" y="557"/>
                  <a:pt x="6828" y="333"/>
                  <a:pt x="6684" y="333"/>
                </a:cubicBezTo>
                <a:cubicBezTo>
                  <a:pt x="6666" y="333"/>
                  <a:pt x="6646" y="336"/>
                  <a:pt x="6625" y="345"/>
                </a:cubicBezTo>
                <a:cubicBezTo>
                  <a:pt x="6492" y="400"/>
                  <a:pt x="6358" y="454"/>
                  <a:pt x="6223" y="510"/>
                </a:cubicBezTo>
                <a:cubicBezTo>
                  <a:pt x="5943" y="355"/>
                  <a:pt x="5666" y="194"/>
                  <a:pt x="5394" y="25"/>
                </a:cubicBezTo>
                <a:cubicBezTo>
                  <a:pt x="5366" y="8"/>
                  <a:pt x="5338" y="0"/>
                  <a:pt x="5311"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7"/>
          <p:cNvSpPr txBox="1"/>
          <p:nvPr>
            <p:ph type="title"/>
          </p:nvPr>
        </p:nvSpPr>
        <p:spPr>
          <a:xfrm>
            <a:off x="3225150" y="1000350"/>
            <a:ext cx="2693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31" name="Google Shape;431;p17">
            <a:hlinkClick action="ppaction://hlinksldjump" r:id="rId2"/>
          </p:cNvPr>
          <p:cNvSpPr txBox="1"/>
          <p:nvPr>
            <p:ph idx="1" type="subTitle"/>
          </p:nvPr>
        </p:nvSpPr>
        <p:spPr>
          <a:xfrm>
            <a:off x="3923100" y="3369800"/>
            <a:ext cx="12978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100"/>
              <a:buFont typeface="Gloria Hallelujah"/>
              <a:buNone/>
              <a:defRPr sz="20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2pPr>
            <a:lvl3pPr lvl="2"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3pPr>
            <a:lvl4pPr lvl="3"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4pPr>
            <a:lvl5pPr lvl="4"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5pPr>
            <a:lvl6pPr lvl="5"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6pPr>
            <a:lvl7pPr lvl="6"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7pPr>
            <a:lvl8pPr lvl="7"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8pPr>
            <a:lvl9pPr lvl="8"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9pPr>
          </a:lstStyle>
          <a:p/>
        </p:txBody>
      </p:sp>
      <p:sp>
        <p:nvSpPr>
          <p:cNvPr id="432" name="Google Shape;432;p17"/>
          <p:cNvSpPr txBox="1"/>
          <p:nvPr>
            <p:ph idx="2" type="subTitle"/>
          </p:nvPr>
        </p:nvSpPr>
        <p:spPr>
          <a:xfrm>
            <a:off x="3041400" y="2310025"/>
            <a:ext cx="30612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100"/>
              <a:buFont typeface="Raleway SemiBold"/>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9pPr>
          </a:lstStyle>
          <a:p/>
        </p:txBody>
      </p:sp>
      <p:grpSp>
        <p:nvGrpSpPr>
          <p:cNvPr id="433" name="Google Shape;433;p17"/>
          <p:cNvGrpSpPr/>
          <p:nvPr/>
        </p:nvGrpSpPr>
        <p:grpSpPr>
          <a:xfrm rot="2699963">
            <a:off x="8381489" y="3848384"/>
            <a:ext cx="359745" cy="325872"/>
            <a:chOff x="1640475" y="1197075"/>
            <a:chExt cx="55475" cy="50250"/>
          </a:xfrm>
        </p:grpSpPr>
        <p:sp>
          <p:nvSpPr>
            <p:cNvPr id="434" name="Google Shape;434;p1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 name="Google Shape;437;p17"/>
          <p:cNvSpPr/>
          <p:nvPr/>
        </p:nvSpPr>
        <p:spPr>
          <a:xfrm flipH="1" rot="9000131">
            <a:off x="8344172" y="4740550"/>
            <a:ext cx="434381" cy="10175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7"/>
          <p:cNvSpPr/>
          <p:nvPr/>
        </p:nvSpPr>
        <p:spPr>
          <a:xfrm flipH="1" rot="-9899901">
            <a:off x="3552435" y="201919"/>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 name="Google Shape;439;p17"/>
          <p:cNvGrpSpPr/>
          <p:nvPr/>
        </p:nvGrpSpPr>
        <p:grpSpPr>
          <a:xfrm rot="900044">
            <a:off x="2322530" y="197808"/>
            <a:ext cx="228603" cy="207086"/>
            <a:chOff x="1640475" y="1197075"/>
            <a:chExt cx="55475" cy="50250"/>
          </a:xfrm>
        </p:grpSpPr>
        <p:sp>
          <p:nvSpPr>
            <p:cNvPr id="440" name="Google Shape;440;p1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17"/>
          <p:cNvSpPr/>
          <p:nvPr/>
        </p:nvSpPr>
        <p:spPr>
          <a:xfrm rot="1133433">
            <a:off x="5319131" y="4688796"/>
            <a:ext cx="970030" cy="2272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 name="Google Shape;444;p17"/>
          <p:cNvGrpSpPr/>
          <p:nvPr/>
        </p:nvGrpSpPr>
        <p:grpSpPr>
          <a:xfrm rot="-425803">
            <a:off x="271352" y="4437569"/>
            <a:ext cx="296718" cy="268774"/>
            <a:chOff x="1640475" y="1197075"/>
            <a:chExt cx="55475" cy="50250"/>
          </a:xfrm>
        </p:grpSpPr>
        <p:sp>
          <p:nvSpPr>
            <p:cNvPr id="445" name="Google Shape;445;p1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 name="Google Shape;448;p17"/>
          <p:cNvSpPr/>
          <p:nvPr/>
        </p:nvSpPr>
        <p:spPr>
          <a:xfrm rot="-2700202">
            <a:off x="-480512" y="2884702"/>
            <a:ext cx="1057332" cy="823806"/>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 name="Google Shape;449;p17"/>
          <p:cNvGrpSpPr/>
          <p:nvPr/>
        </p:nvGrpSpPr>
        <p:grpSpPr>
          <a:xfrm rot="8627988">
            <a:off x="7778674" y="237617"/>
            <a:ext cx="243106" cy="220218"/>
            <a:chOff x="1640475" y="1197075"/>
            <a:chExt cx="55475" cy="50250"/>
          </a:xfrm>
        </p:grpSpPr>
        <p:sp>
          <p:nvSpPr>
            <p:cNvPr id="450" name="Google Shape;450;p1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 name="Google Shape;453;p17"/>
          <p:cNvSpPr/>
          <p:nvPr/>
        </p:nvSpPr>
        <p:spPr>
          <a:xfrm>
            <a:off x="0" y="292884"/>
            <a:ext cx="559644" cy="827407"/>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454" name="Shape 454"/>
        <p:cNvGrpSpPr/>
        <p:nvPr/>
      </p:nvGrpSpPr>
      <p:grpSpPr>
        <a:xfrm>
          <a:off x="0" y="0"/>
          <a:ext cx="0" cy="0"/>
          <a:chOff x="0" y="0"/>
          <a:chExt cx="0" cy="0"/>
        </a:xfrm>
      </p:grpSpPr>
      <p:sp>
        <p:nvSpPr>
          <p:cNvPr id="455" name="Google Shape;455;p18"/>
          <p:cNvSpPr txBox="1"/>
          <p:nvPr>
            <p:ph type="title"/>
          </p:nvPr>
        </p:nvSpPr>
        <p:spPr>
          <a:xfrm>
            <a:off x="4461813" y="1249392"/>
            <a:ext cx="2402400" cy="508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56" name="Google Shape;456;p18">
            <a:hlinkClick action="ppaction://hlinksldjump" r:id="rId2"/>
          </p:cNvPr>
          <p:cNvSpPr txBox="1"/>
          <p:nvPr>
            <p:ph idx="1" type="subTitle"/>
          </p:nvPr>
        </p:nvSpPr>
        <p:spPr>
          <a:xfrm>
            <a:off x="3923100" y="3401625"/>
            <a:ext cx="12978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100"/>
              <a:buFont typeface="Gloria Hallelujah"/>
              <a:buNone/>
              <a:defRPr sz="20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2pPr>
            <a:lvl3pPr lvl="2"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3pPr>
            <a:lvl4pPr lvl="3"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4pPr>
            <a:lvl5pPr lvl="4"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5pPr>
            <a:lvl6pPr lvl="5"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6pPr>
            <a:lvl7pPr lvl="6"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7pPr>
            <a:lvl8pPr lvl="7"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8pPr>
            <a:lvl9pPr lvl="8"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9pPr>
          </a:lstStyle>
          <a:p/>
        </p:txBody>
      </p:sp>
      <p:sp>
        <p:nvSpPr>
          <p:cNvPr id="457" name="Google Shape;457;p18"/>
          <p:cNvSpPr txBox="1"/>
          <p:nvPr>
            <p:ph idx="2" type="subTitle"/>
          </p:nvPr>
        </p:nvSpPr>
        <p:spPr>
          <a:xfrm>
            <a:off x="4287150" y="2065492"/>
            <a:ext cx="28044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100"/>
              <a:buFont typeface="Raleway SemiBold"/>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9pPr>
          </a:lstStyle>
          <a:p/>
        </p:txBody>
      </p:sp>
      <p:sp>
        <p:nvSpPr>
          <p:cNvPr id="458" name="Google Shape;458;p18"/>
          <p:cNvSpPr txBox="1"/>
          <p:nvPr>
            <p:ph hasCustomPrompt="1" idx="3" type="title"/>
          </p:nvPr>
        </p:nvSpPr>
        <p:spPr>
          <a:xfrm>
            <a:off x="1635675" y="1249400"/>
            <a:ext cx="1926600" cy="132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9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59" name="Google Shape;459;p18"/>
          <p:cNvSpPr/>
          <p:nvPr/>
        </p:nvSpPr>
        <p:spPr>
          <a:xfrm>
            <a:off x="7070064" y="-128785"/>
            <a:ext cx="2145942" cy="1053151"/>
          </a:xfrm>
          <a:custGeom>
            <a:rect b="b" l="l" r="r" t="t"/>
            <a:pathLst>
              <a:path extrusionOk="0" h="6456" w="13155">
                <a:moveTo>
                  <a:pt x="11275" y="1"/>
                </a:moveTo>
                <a:lnTo>
                  <a:pt x="11275" y="4"/>
                </a:lnTo>
                <a:lnTo>
                  <a:pt x="209" y="2"/>
                </a:lnTo>
                <a:cubicBezTo>
                  <a:pt x="185" y="57"/>
                  <a:pt x="164" y="111"/>
                  <a:pt x="145" y="167"/>
                </a:cubicBezTo>
                <a:cubicBezTo>
                  <a:pt x="138" y="184"/>
                  <a:pt x="132" y="203"/>
                  <a:pt x="127" y="221"/>
                </a:cubicBezTo>
                <a:cubicBezTo>
                  <a:pt x="59" y="429"/>
                  <a:pt x="18" y="643"/>
                  <a:pt x="6" y="860"/>
                </a:cubicBezTo>
                <a:cubicBezTo>
                  <a:pt x="0" y="984"/>
                  <a:pt x="3" y="1110"/>
                  <a:pt x="14" y="1233"/>
                </a:cubicBezTo>
                <a:cubicBezTo>
                  <a:pt x="16" y="1251"/>
                  <a:pt x="18" y="1270"/>
                  <a:pt x="20" y="1288"/>
                </a:cubicBezTo>
                <a:cubicBezTo>
                  <a:pt x="60" y="1638"/>
                  <a:pt x="172" y="1982"/>
                  <a:pt x="341" y="2300"/>
                </a:cubicBezTo>
                <a:cubicBezTo>
                  <a:pt x="351" y="2319"/>
                  <a:pt x="361" y="2337"/>
                  <a:pt x="371" y="2355"/>
                </a:cubicBezTo>
                <a:cubicBezTo>
                  <a:pt x="531" y="2642"/>
                  <a:pt x="740" y="2905"/>
                  <a:pt x="987" y="3134"/>
                </a:cubicBezTo>
                <a:cubicBezTo>
                  <a:pt x="1075" y="3217"/>
                  <a:pt x="1169" y="3295"/>
                  <a:pt x="1269" y="3368"/>
                </a:cubicBezTo>
                <a:cubicBezTo>
                  <a:pt x="1295" y="3387"/>
                  <a:pt x="1320" y="3405"/>
                  <a:pt x="1345" y="3422"/>
                </a:cubicBezTo>
                <a:cubicBezTo>
                  <a:pt x="1608" y="3604"/>
                  <a:pt x="1902" y="3745"/>
                  <a:pt x="2218" y="3827"/>
                </a:cubicBezTo>
                <a:cubicBezTo>
                  <a:pt x="2441" y="3883"/>
                  <a:pt x="2668" y="3908"/>
                  <a:pt x="2896" y="3908"/>
                </a:cubicBezTo>
                <a:cubicBezTo>
                  <a:pt x="3496" y="3908"/>
                  <a:pt x="4103" y="3734"/>
                  <a:pt x="4654" y="3501"/>
                </a:cubicBezTo>
                <a:cubicBezTo>
                  <a:pt x="4713" y="3476"/>
                  <a:pt x="4773" y="3450"/>
                  <a:pt x="4833" y="3424"/>
                </a:cubicBezTo>
                <a:cubicBezTo>
                  <a:pt x="4873" y="3406"/>
                  <a:pt x="4915" y="3387"/>
                  <a:pt x="4955" y="3369"/>
                </a:cubicBezTo>
                <a:cubicBezTo>
                  <a:pt x="5539" y="3105"/>
                  <a:pt x="6130" y="2820"/>
                  <a:pt x="6764" y="2820"/>
                </a:cubicBezTo>
                <a:cubicBezTo>
                  <a:pt x="6811" y="2820"/>
                  <a:pt x="6859" y="2822"/>
                  <a:pt x="6907" y="2825"/>
                </a:cubicBezTo>
                <a:cubicBezTo>
                  <a:pt x="7405" y="2860"/>
                  <a:pt x="7836" y="3071"/>
                  <a:pt x="8213" y="3369"/>
                </a:cubicBezTo>
                <a:cubicBezTo>
                  <a:pt x="8237" y="3387"/>
                  <a:pt x="8259" y="3405"/>
                  <a:pt x="8281" y="3424"/>
                </a:cubicBezTo>
                <a:cubicBezTo>
                  <a:pt x="8634" y="3715"/>
                  <a:pt x="8939" y="4078"/>
                  <a:pt x="9207" y="4436"/>
                </a:cubicBezTo>
                <a:cubicBezTo>
                  <a:pt x="9219" y="4454"/>
                  <a:pt x="9233" y="4472"/>
                  <a:pt x="9246" y="4490"/>
                </a:cubicBezTo>
                <a:cubicBezTo>
                  <a:pt x="9246" y="4490"/>
                  <a:pt x="9247" y="4490"/>
                  <a:pt x="9247" y="4491"/>
                </a:cubicBezTo>
                <a:cubicBezTo>
                  <a:pt x="9498" y="4831"/>
                  <a:pt x="9757" y="5189"/>
                  <a:pt x="10053" y="5504"/>
                </a:cubicBezTo>
                <a:cubicBezTo>
                  <a:pt x="10070" y="5523"/>
                  <a:pt x="10087" y="5541"/>
                  <a:pt x="10104" y="5559"/>
                </a:cubicBezTo>
                <a:cubicBezTo>
                  <a:pt x="10436" y="5901"/>
                  <a:pt x="10812" y="6189"/>
                  <a:pt x="11272" y="6342"/>
                </a:cubicBezTo>
                <a:cubicBezTo>
                  <a:pt x="11292" y="6348"/>
                  <a:pt x="11311" y="6355"/>
                  <a:pt x="11333" y="6361"/>
                </a:cubicBezTo>
                <a:cubicBezTo>
                  <a:pt x="11361" y="6370"/>
                  <a:pt x="11391" y="6378"/>
                  <a:pt x="11420" y="6386"/>
                </a:cubicBezTo>
                <a:cubicBezTo>
                  <a:pt x="11605" y="6434"/>
                  <a:pt x="11791" y="6456"/>
                  <a:pt x="11976" y="6456"/>
                </a:cubicBezTo>
                <a:cubicBezTo>
                  <a:pt x="12384" y="6456"/>
                  <a:pt x="12786" y="6349"/>
                  <a:pt x="13154" y="6177"/>
                </a:cubicBezTo>
                <a:lnTo>
                  <a:pt x="13154" y="5505"/>
                </a:lnTo>
                <a:lnTo>
                  <a:pt x="13154" y="4492"/>
                </a:lnTo>
                <a:lnTo>
                  <a:pt x="13154" y="3371"/>
                </a:lnTo>
                <a:lnTo>
                  <a:pt x="13155" y="2358"/>
                </a:lnTo>
                <a:lnTo>
                  <a:pt x="13155" y="1236"/>
                </a:lnTo>
                <a:lnTo>
                  <a:pt x="13155" y="221"/>
                </a:lnTo>
                <a:lnTo>
                  <a:pt x="13155" y="5"/>
                </a:lnTo>
                <a:lnTo>
                  <a:pt x="11334" y="4"/>
                </a:lnTo>
                <a:lnTo>
                  <a:pt x="11334" y="1"/>
                </a:lnTo>
                <a:close/>
              </a:path>
            </a:pathLst>
          </a:custGeom>
          <a:solidFill>
            <a:schemeClr val="dk2">
              <a:alpha val="40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8"/>
          <p:cNvSpPr/>
          <p:nvPr/>
        </p:nvSpPr>
        <p:spPr>
          <a:xfrm>
            <a:off x="7237760" y="3032148"/>
            <a:ext cx="2387697" cy="2484758"/>
          </a:xfrm>
          <a:custGeom>
            <a:rect b="b" l="l" r="r" t="t"/>
            <a:pathLst>
              <a:path extrusionOk="0" h="15232" w="14637">
                <a:moveTo>
                  <a:pt x="11445" y="0"/>
                </a:moveTo>
                <a:cubicBezTo>
                  <a:pt x="11308" y="0"/>
                  <a:pt x="11172" y="12"/>
                  <a:pt x="11039" y="38"/>
                </a:cubicBezTo>
                <a:cubicBezTo>
                  <a:pt x="10644" y="116"/>
                  <a:pt x="10316" y="327"/>
                  <a:pt x="10145" y="596"/>
                </a:cubicBezTo>
                <a:cubicBezTo>
                  <a:pt x="9794" y="1152"/>
                  <a:pt x="10018" y="1791"/>
                  <a:pt x="9781" y="2367"/>
                </a:cubicBezTo>
                <a:cubicBezTo>
                  <a:pt x="9296" y="3551"/>
                  <a:pt x="6867" y="3019"/>
                  <a:pt x="6220" y="4123"/>
                </a:cubicBezTo>
                <a:cubicBezTo>
                  <a:pt x="6016" y="4474"/>
                  <a:pt x="6063" y="4867"/>
                  <a:pt x="6119" y="5237"/>
                </a:cubicBezTo>
                <a:cubicBezTo>
                  <a:pt x="6188" y="5684"/>
                  <a:pt x="6293" y="6128"/>
                  <a:pt x="6331" y="6578"/>
                </a:cubicBezTo>
                <a:cubicBezTo>
                  <a:pt x="6392" y="7292"/>
                  <a:pt x="6256" y="8099"/>
                  <a:pt x="5518" y="8624"/>
                </a:cubicBezTo>
                <a:cubicBezTo>
                  <a:pt x="4829" y="9115"/>
                  <a:pt x="3797" y="9174"/>
                  <a:pt x="2910" y="9343"/>
                </a:cubicBezTo>
                <a:cubicBezTo>
                  <a:pt x="2462" y="9427"/>
                  <a:pt x="2020" y="9543"/>
                  <a:pt x="1637" y="9735"/>
                </a:cubicBezTo>
                <a:cubicBezTo>
                  <a:pt x="1309" y="9901"/>
                  <a:pt x="1030" y="10112"/>
                  <a:pt x="810" y="10355"/>
                </a:cubicBezTo>
                <a:cubicBezTo>
                  <a:pt x="347" y="10864"/>
                  <a:pt x="157" y="11482"/>
                  <a:pt x="81" y="12082"/>
                </a:cubicBezTo>
                <a:cubicBezTo>
                  <a:pt x="1" y="12715"/>
                  <a:pt x="23" y="13379"/>
                  <a:pt x="158" y="14007"/>
                </a:cubicBezTo>
                <a:cubicBezTo>
                  <a:pt x="228" y="14329"/>
                  <a:pt x="371" y="14667"/>
                  <a:pt x="709" y="14896"/>
                </a:cubicBezTo>
                <a:cubicBezTo>
                  <a:pt x="1077" y="15146"/>
                  <a:pt x="1583" y="15204"/>
                  <a:pt x="2068" y="15214"/>
                </a:cubicBezTo>
                <a:cubicBezTo>
                  <a:pt x="2549" y="15226"/>
                  <a:pt x="3032" y="15229"/>
                  <a:pt x="3515" y="15229"/>
                </a:cubicBezTo>
                <a:cubicBezTo>
                  <a:pt x="4226" y="15229"/>
                  <a:pt x="4937" y="15222"/>
                  <a:pt x="5646" y="15222"/>
                </a:cubicBezTo>
                <a:cubicBezTo>
                  <a:pt x="5675" y="15222"/>
                  <a:pt x="5704" y="15222"/>
                  <a:pt x="5733" y="15222"/>
                </a:cubicBezTo>
                <a:lnTo>
                  <a:pt x="9469" y="15227"/>
                </a:lnTo>
                <a:cubicBezTo>
                  <a:pt x="10086" y="15228"/>
                  <a:pt x="10704" y="15228"/>
                  <a:pt x="11322" y="15229"/>
                </a:cubicBezTo>
                <a:cubicBezTo>
                  <a:pt x="11640" y="15230"/>
                  <a:pt x="11959" y="15231"/>
                  <a:pt x="12278" y="15231"/>
                </a:cubicBezTo>
                <a:cubicBezTo>
                  <a:pt x="12529" y="15231"/>
                  <a:pt x="12784" y="15225"/>
                  <a:pt x="13014" y="15145"/>
                </a:cubicBezTo>
                <a:cubicBezTo>
                  <a:pt x="13410" y="15008"/>
                  <a:pt x="13574" y="14685"/>
                  <a:pt x="13640" y="14388"/>
                </a:cubicBezTo>
                <a:cubicBezTo>
                  <a:pt x="13728" y="13988"/>
                  <a:pt x="13742" y="13577"/>
                  <a:pt x="13785" y="13173"/>
                </a:cubicBezTo>
                <a:cubicBezTo>
                  <a:pt x="13882" y="12264"/>
                  <a:pt x="13977" y="11357"/>
                  <a:pt x="14072" y="10449"/>
                </a:cubicBezTo>
                <a:cubicBezTo>
                  <a:pt x="14166" y="9541"/>
                  <a:pt x="14259" y="8633"/>
                  <a:pt x="14352" y="7724"/>
                </a:cubicBezTo>
                <a:cubicBezTo>
                  <a:pt x="14437" y="6875"/>
                  <a:pt x="14530" y="6026"/>
                  <a:pt x="14567" y="5174"/>
                </a:cubicBezTo>
                <a:cubicBezTo>
                  <a:pt x="14637" y="3541"/>
                  <a:pt x="14491" y="1869"/>
                  <a:pt x="13640" y="340"/>
                </a:cubicBezTo>
                <a:cubicBezTo>
                  <a:pt x="13611" y="289"/>
                  <a:pt x="13548" y="267"/>
                  <a:pt x="13488" y="267"/>
                </a:cubicBezTo>
                <a:cubicBezTo>
                  <a:pt x="13394" y="267"/>
                  <a:pt x="13305" y="319"/>
                  <a:pt x="13349" y="398"/>
                </a:cubicBezTo>
                <a:cubicBezTo>
                  <a:pt x="13385" y="461"/>
                  <a:pt x="13419" y="526"/>
                  <a:pt x="13452" y="589"/>
                </a:cubicBezTo>
                <a:cubicBezTo>
                  <a:pt x="13105" y="411"/>
                  <a:pt x="12738" y="253"/>
                  <a:pt x="12342" y="140"/>
                </a:cubicBezTo>
                <a:cubicBezTo>
                  <a:pt x="12060" y="59"/>
                  <a:pt x="11751" y="0"/>
                  <a:pt x="11445"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8"/>
          <p:cNvSpPr/>
          <p:nvPr/>
        </p:nvSpPr>
        <p:spPr>
          <a:xfrm flipH="1" rot="10800000">
            <a:off x="-476125" y="3695300"/>
            <a:ext cx="4706555" cy="1587067"/>
          </a:xfrm>
          <a:custGeom>
            <a:rect b="b" l="l" r="r" t="t"/>
            <a:pathLst>
              <a:path extrusionOk="0" h="9729" w="28852">
                <a:moveTo>
                  <a:pt x="27909" y="1"/>
                </a:moveTo>
                <a:cubicBezTo>
                  <a:pt x="27641" y="1"/>
                  <a:pt x="27359" y="65"/>
                  <a:pt x="27138" y="117"/>
                </a:cubicBezTo>
                <a:cubicBezTo>
                  <a:pt x="26393" y="292"/>
                  <a:pt x="25642" y="438"/>
                  <a:pt x="24886" y="556"/>
                </a:cubicBezTo>
                <a:cubicBezTo>
                  <a:pt x="23384" y="791"/>
                  <a:pt x="21867" y="918"/>
                  <a:pt x="20347" y="969"/>
                </a:cubicBezTo>
                <a:cubicBezTo>
                  <a:pt x="19779" y="988"/>
                  <a:pt x="19211" y="997"/>
                  <a:pt x="18643" y="997"/>
                </a:cubicBezTo>
                <a:cubicBezTo>
                  <a:pt x="16156" y="997"/>
                  <a:pt x="13669" y="829"/>
                  <a:pt x="11190" y="628"/>
                </a:cubicBezTo>
                <a:cubicBezTo>
                  <a:pt x="9660" y="504"/>
                  <a:pt x="8132" y="368"/>
                  <a:pt x="6601" y="249"/>
                </a:cubicBezTo>
                <a:cubicBezTo>
                  <a:pt x="5839" y="189"/>
                  <a:pt x="5076" y="132"/>
                  <a:pt x="4312" y="87"/>
                </a:cubicBezTo>
                <a:cubicBezTo>
                  <a:pt x="4099" y="75"/>
                  <a:pt x="3881" y="64"/>
                  <a:pt x="3664" y="64"/>
                </a:cubicBezTo>
                <a:cubicBezTo>
                  <a:pt x="3221" y="64"/>
                  <a:pt x="2777" y="107"/>
                  <a:pt x="2362" y="261"/>
                </a:cubicBezTo>
                <a:cubicBezTo>
                  <a:pt x="1198" y="695"/>
                  <a:pt x="625" y="1959"/>
                  <a:pt x="327" y="3085"/>
                </a:cubicBezTo>
                <a:cubicBezTo>
                  <a:pt x="51" y="4125"/>
                  <a:pt x="0" y="5240"/>
                  <a:pt x="241" y="6293"/>
                </a:cubicBezTo>
                <a:cubicBezTo>
                  <a:pt x="475" y="7320"/>
                  <a:pt x="1013" y="8271"/>
                  <a:pt x="1861" y="8911"/>
                </a:cubicBezTo>
                <a:cubicBezTo>
                  <a:pt x="2297" y="9241"/>
                  <a:pt x="2827" y="9490"/>
                  <a:pt x="3378" y="9490"/>
                </a:cubicBezTo>
                <a:cubicBezTo>
                  <a:pt x="3472" y="9490"/>
                  <a:pt x="3567" y="9482"/>
                  <a:pt x="3662" y="9467"/>
                </a:cubicBezTo>
                <a:cubicBezTo>
                  <a:pt x="4312" y="9361"/>
                  <a:pt x="4799" y="8877"/>
                  <a:pt x="5302" y="8495"/>
                </a:cubicBezTo>
                <a:cubicBezTo>
                  <a:pt x="5837" y="8088"/>
                  <a:pt x="6442" y="7738"/>
                  <a:pt x="7106" y="7594"/>
                </a:cubicBezTo>
                <a:cubicBezTo>
                  <a:pt x="7279" y="7557"/>
                  <a:pt x="7450" y="7538"/>
                  <a:pt x="7618" y="7538"/>
                </a:cubicBezTo>
                <a:cubicBezTo>
                  <a:pt x="8095" y="7538"/>
                  <a:pt x="8551" y="7686"/>
                  <a:pt x="8965" y="7966"/>
                </a:cubicBezTo>
                <a:cubicBezTo>
                  <a:pt x="9884" y="8588"/>
                  <a:pt x="10692" y="9729"/>
                  <a:pt x="11891" y="9729"/>
                </a:cubicBezTo>
                <a:cubicBezTo>
                  <a:pt x="11980" y="9729"/>
                  <a:pt x="12071" y="9723"/>
                  <a:pt x="12164" y="9709"/>
                </a:cubicBezTo>
                <a:cubicBezTo>
                  <a:pt x="13260" y="9554"/>
                  <a:pt x="13511" y="8401"/>
                  <a:pt x="13804" y="7521"/>
                </a:cubicBezTo>
                <a:cubicBezTo>
                  <a:pt x="13945" y="7099"/>
                  <a:pt x="14127" y="6643"/>
                  <a:pt x="14504" y="6377"/>
                </a:cubicBezTo>
                <a:cubicBezTo>
                  <a:pt x="14738" y="6212"/>
                  <a:pt x="15003" y="6142"/>
                  <a:pt x="15276" y="6142"/>
                </a:cubicBezTo>
                <a:cubicBezTo>
                  <a:pt x="15402" y="6142"/>
                  <a:pt x="15530" y="6157"/>
                  <a:pt x="15656" y="6184"/>
                </a:cubicBezTo>
                <a:cubicBezTo>
                  <a:pt x="16572" y="6381"/>
                  <a:pt x="17354" y="6961"/>
                  <a:pt x="18244" y="7232"/>
                </a:cubicBezTo>
                <a:cubicBezTo>
                  <a:pt x="18502" y="7311"/>
                  <a:pt x="18774" y="7363"/>
                  <a:pt x="19044" y="7363"/>
                </a:cubicBezTo>
                <a:cubicBezTo>
                  <a:pt x="19207" y="7363"/>
                  <a:pt x="19369" y="7344"/>
                  <a:pt x="19529" y="7301"/>
                </a:cubicBezTo>
                <a:cubicBezTo>
                  <a:pt x="19978" y="7178"/>
                  <a:pt x="20331" y="6877"/>
                  <a:pt x="20595" y="6501"/>
                </a:cubicBezTo>
                <a:cubicBezTo>
                  <a:pt x="21130" y="5738"/>
                  <a:pt x="21292" y="4712"/>
                  <a:pt x="21999" y="4070"/>
                </a:cubicBezTo>
                <a:cubicBezTo>
                  <a:pt x="22362" y="3741"/>
                  <a:pt x="22807" y="3634"/>
                  <a:pt x="23269" y="3634"/>
                </a:cubicBezTo>
                <a:cubicBezTo>
                  <a:pt x="23739" y="3634"/>
                  <a:pt x="24227" y="3745"/>
                  <a:pt x="24664" y="3849"/>
                </a:cubicBezTo>
                <a:cubicBezTo>
                  <a:pt x="25227" y="3981"/>
                  <a:pt x="25851" y="4166"/>
                  <a:pt x="26455" y="4166"/>
                </a:cubicBezTo>
                <a:cubicBezTo>
                  <a:pt x="26763" y="4166"/>
                  <a:pt x="27066" y="4118"/>
                  <a:pt x="27353" y="3990"/>
                </a:cubicBezTo>
                <a:cubicBezTo>
                  <a:pt x="28400" y="3523"/>
                  <a:pt x="28496" y="2313"/>
                  <a:pt x="28400" y="1304"/>
                </a:cubicBezTo>
                <a:cubicBezTo>
                  <a:pt x="28773" y="1190"/>
                  <a:pt x="28851" y="712"/>
                  <a:pt x="28673" y="381"/>
                </a:cubicBezTo>
                <a:cubicBezTo>
                  <a:pt x="28515" y="88"/>
                  <a:pt x="28221" y="1"/>
                  <a:pt x="27909"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8"/>
          <p:cNvSpPr/>
          <p:nvPr/>
        </p:nvSpPr>
        <p:spPr>
          <a:xfrm flipH="1" rot="10800000">
            <a:off x="-128825" y="-135269"/>
            <a:ext cx="3566130" cy="1460872"/>
          </a:xfrm>
          <a:custGeom>
            <a:rect b="b" l="l" r="r" t="t"/>
            <a:pathLst>
              <a:path extrusionOk="0" h="7088" w="21861">
                <a:moveTo>
                  <a:pt x="1470" y="1"/>
                </a:moveTo>
                <a:cubicBezTo>
                  <a:pt x="969" y="1"/>
                  <a:pt x="465" y="73"/>
                  <a:pt x="0" y="211"/>
                </a:cubicBezTo>
                <a:lnTo>
                  <a:pt x="0" y="7087"/>
                </a:lnTo>
                <a:lnTo>
                  <a:pt x="21860" y="7087"/>
                </a:lnTo>
                <a:cubicBezTo>
                  <a:pt x="21784" y="6987"/>
                  <a:pt x="21696" y="6892"/>
                  <a:pt x="21596" y="6806"/>
                </a:cubicBezTo>
                <a:cubicBezTo>
                  <a:pt x="21135" y="6406"/>
                  <a:pt x="20429" y="6167"/>
                  <a:pt x="19720" y="6167"/>
                </a:cubicBezTo>
                <a:cubicBezTo>
                  <a:pt x="19688" y="6167"/>
                  <a:pt x="19657" y="6168"/>
                  <a:pt x="19626" y="6169"/>
                </a:cubicBezTo>
                <a:cubicBezTo>
                  <a:pt x="19086" y="6184"/>
                  <a:pt x="18553" y="6331"/>
                  <a:pt x="18022" y="6331"/>
                </a:cubicBezTo>
                <a:cubicBezTo>
                  <a:pt x="17915" y="6331"/>
                  <a:pt x="17808" y="6325"/>
                  <a:pt x="17701" y="6311"/>
                </a:cubicBezTo>
                <a:cubicBezTo>
                  <a:pt x="17575" y="6294"/>
                  <a:pt x="17455" y="6267"/>
                  <a:pt x="17341" y="6232"/>
                </a:cubicBezTo>
                <a:cubicBezTo>
                  <a:pt x="17316" y="6223"/>
                  <a:pt x="17292" y="6216"/>
                  <a:pt x="17268" y="6207"/>
                </a:cubicBezTo>
                <a:cubicBezTo>
                  <a:pt x="16400" y="5904"/>
                  <a:pt x="15883" y="5118"/>
                  <a:pt x="15068" y="4680"/>
                </a:cubicBezTo>
                <a:cubicBezTo>
                  <a:pt x="14496" y="4373"/>
                  <a:pt x="13820" y="4258"/>
                  <a:pt x="13115" y="4258"/>
                </a:cubicBezTo>
                <a:cubicBezTo>
                  <a:pt x="12312" y="4258"/>
                  <a:pt x="11471" y="4408"/>
                  <a:pt x="10706" y="4596"/>
                </a:cubicBezTo>
                <a:cubicBezTo>
                  <a:pt x="10023" y="4765"/>
                  <a:pt x="9316" y="4959"/>
                  <a:pt x="8608" y="4959"/>
                </a:cubicBezTo>
                <a:cubicBezTo>
                  <a:pt x="8441" y="4959"/>
                  <a:pt x="8274" y="4948"/>
                  <a:pt x="8107" y="4924"/>
                </a:cubicBezTo>
                <a:cubicBezTo>
                  <a:pt x="6811" y="4733"/>
                  <a:pt x="5999" y="3788"/>
                  <a:pt x="5474" y="2893"/>
                </a:cubicBezTo>
                <a:cubicBezTo>
                  <a:pt x="4948" y="1997"/>
                  <a:pt x="4493" y="1003"/>
                  <a:pt x="3416" y="436"/>
                </a:cubicBezTo>
                <a:cubicBezTo>
                  <a:pt x="2851" y="140"/>
                  <a:pt x="2164" y="1"/>
                  <a:pt x="1470"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8"/>
          <p:cNvSpPr/>
          <p:nvPr/>
        </p:nvSpPr>
        <p:spPr>
          <a:xfrm rot="10800000">
            <a:off x="7573482" y="3136804"/>
            <a:ext cx="12575" cy="4050"/>
          </a:xfrm>
          <a:custGeom>
            <a:rect b="b" l="l" r="r" t="t"/>
            <a:pathLst>
              <a:path extrusionOk="0" h="162" w="503">
                <a:moveTo>
                  <a:pt x="61" y="0"/>
                </a:moveTo>
                <a:cubicBezTo>
                  <a:pt x="37" y="0"/>
                  <a:pt x="16" y="17"/>
                  <a:pt x="9" y="40"/>
                </a:cubicBezTo>
                <a:cubicBezTo>
                  <a:pt x="1" y="70"/>
                  <a:pt x="18" y="101"/>
                  <a:pt x="47" y="110"/>
                </a:cubicBezTo>
                <a:cubicBezTo>
                  <a:pt x="170" y="145"/>
                  <a:pt x="298" y="162"/>
                  <a:pt x="429" y="162"/>
                </a:cubicBezTo>
                <a:lnTo>
                  <a:pt x="447" y="162"/>
                </a:lnTo>
                <a:cubicBezTo>
                  <a:pt x="478" y="162"/>
                  <a:pt x="503" y="136"/>
                  <a:pt x="502" y="105"/>
                </a:cubicBezTo>
                <a:cubicBezTo>
                  <a:pt x="502" y="78"/>
                  <a:pt x="483" y="50"/>
                  <a:pt x="454" y="50"/>
                </a:cubicBezTo>
                <a:cubicBezTo>
                  <a:pt x="451" y="50"/>
                  <a:pt x="449" y="50"/>
                  <a:pt x="446" y="51"/>
                </a:cubicBezTo>
                <a:cubicBezTo>
                  <a:pt x="442" y="51"/>
                  <a:pt x="438" y="51"/>
                  <a:pt x="435" y="51"/>
                </a:cubicBezTo>
                <a:cubicBezTo>
                  <a:pt x="312" y="51"/>
                  <a:pt x="192" y="35"/>
                  <a:pt x="78" y="3"/>
                </a:cubicBezTo>
                <a:cubicBezTo>
                  <a:pt x="72" y="1"/>
                  <a:pt x="67"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8"/>
          <p:cNvSpPr/>
          <p:nvPr/>
        </p:nvSpPr>
        <p:spPr>
          <a:xfrm rot="10800000">
            <a:off x="7341532" y="3544979"/>
            <a:ext cx="10925" cy="8600"/>
          </a:xfrm>
          <a:custGeom>
            <a:rect b="b" l="l" r="r" t="t"/>
            <a:pathLst>
              <a:path extrusionOk="0" h="344" w="437">
                <a:moveTo>
                  <a:pt x="63" y="0"/>
                </a:moveTo>
                <a:cubicBezTo>
                  <a:pt x="45" y="0"/>
                  <a:pt x="28" y="9"/>
                  <a:pt x="17" y="25"/>
                </a:cubicBezTo>
                <a:cubicBezTo>
                  <a:pt x="0" y="49"/>
                  <a:pt x="6" y="85"/>
                  <a:pt x="32" y="102"/>
                </a:cubicBezTo>
                <a:cubicBezTo>
                  <a:pt x="137" y="173"/>
                  <a:pt x="240" y="250"/>
                  <a:pt x="340" y="332"/>
                </a:cubicBezTo>
                <a:cubicBezTo>
                  <a:pt x="350" y="340"/>
                  <a:pt x="362" y="343"/>
                  <a:pt x="375" y="343"/>
                </a:cubicBezTo>
                <a:cubicBezTo>
                  <a:pt x="391" y="343"/>
                  <a:pt x="407" y="337"/>
                  <a:pt x="418" y="323"/>
                </a:cubicBezTo>
                <a:cubicBezTo>
                  <a:pt x="437" y="299"/>
                  <a:pt x="434" y="264"/>
                  <a:pt x="410" y="245"/>
                </a:cubicBezTo>
                <a:cubicBezTo>
                  <a:pt x="308" y="162"/>
                  <a:pt x="202" y="83"/>
                  <a:pt x="94" y="10"/>
                </a:cubicBezTo>
                <a:cubicBezTo>
                  <a:pt x="84" y="4"/>
                  <a:pt x="74"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8"/>
          <p:cNvSpPr/>
          <p:nvPr/>
        </p:nvSpPr>
        <p:spPr>
          <a:xfrm rot="10800000">
            <a:off x="7022857" y="2140429"/>
            <a:ext cx="738550" cy="540325"/>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8"/>
          <p:cNvSpPr/>
          <p:nvPr/>
        </p:nvSpPr>
        <p:spPr>
          <a:xfrm rot="9893225">
            <a:off x="5566886" y="326831"/>
            <a:ext cx="605796" cy="1419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 name="Google Shape;467;p18"/>
          <p:cNvGrpSpPr/>
          <p:nvPr/>
        </p:nvGrpSpPr>
        <p:grpSpPr>
          <a:xfrm rot="5400000">
            <a:off x="895797" y="4078555"/>
            <a:ext cx="221772" cy="200884"/>
            <a:chOff x="1640475" y="1197075"/>
            <a:chExt cx="55475" cy="50250"/>
          </a:xfrm>
        </p:grpSpPr>
        <p:sp>
          <p:nvSpPr>
            <p:cNvPr id="468" name="Google Shape;468;p1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 name="Google Shape;471;p18"/>
          <p:cNvSpPr/>
          <p:nvPr/>
        </p:nvSpPr>
        <p:spPr>
          <a:xfrm rot="-834203">
            <a:off x="8546511" y="363435"/>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 name="Google Shape;472;p18"/>
          <p:cNvGrpSpPr/>
          <p:nvPr/>
        </p:nvGrpSpPr>
        <p:grpSpPr>
          <a:xfrm rot="4654902">
            <a:off x="837054" y="307905"/>
            <a:ext cx="433642" cy="392824"/>
            <a:chOff x="1640475" y="1197075"/>
            <a:chExt cx="55475" cy="50250"/>
          </a:xfrm>
        </p:grpSpPr>
        <p:sp>
          <p:nvSpPr>
            <p:cNvPr id="473" name="Google Shape;473;p1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 name="Google Shape;476;p18"/>
          <p:cNvSpPr/>
          <p:nvPr/>
        </p:nvSpPr>
        <p:spPr>
          <a:xfrm rot="9299609">
            <a:off x="8459354" y="3703232"/>
            <a:ext cx="580163" cy="1359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 name="Google Shape;477;p18"/>
          <p:cNvGrpSpPr/>
          <p:nvPr/>
        </p:nvGrpSpPr>
        <p:grpSpPr>
          <a:xfrm rot="5400000">
            <a:off x="8214811" y="2120822"/>
            <a:ext cx="221772" cy="200884"/>
            <a:chOff x="1640475" y="1197075"/>
            <a:chExt cx="55475" cy="50250"/>
          </a:xfrm>
        </p:grpSpPr>
        <p:sp>
          <p:nvSpPr>
            <p:cNvPr id="478" name="Google Shape;478;p1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SECTION_HEADER_1_1_3">
    <p:spTree>
      <p:nvGrpSpPr>
        <p:cNvPr id="481" name="Shape 481"/>
        <p:cNvGrpSpPr/>
        <p:nvPr/>
      </p:nvGrpSpPr>
      <p:grpSpPr>
        <a:xfrm>
          <a:off x="0" y="0"/>
          <a:ext cx="0" cy="0"/>
          <a:chOff x="0" y="0"/>
          <a:chExt cx="0" cy="0"/>
        </a:xfrm>
      </p:grpSpPr>
      <p:sp>
        <p:nvSpPr>
          <p:cNvPr id="482" name="Google Shape;482;p19"/>
          <p:cNvSpPr txBox="1"/>
          <p:nvPr>
            <p:ph type="title"/>
          </p:nvPr>
        </p:nvSpPr>
        <p:spPr>
          <a:xfrm>
            <a:off x="2848650" y="1984588"/>
            <a:ext cx="3446700" cy="45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83" name="Google Shape;483;p19">
            <a:hlinkClick action="ppaction://hlinksldjump" r:id="rId2"/>
          </p:cNvPr>
          <p:cNvSpPr txBox="1"/>
          <p:nvPr>
            <p:ph idx="1" type="subTitle"/>
          </p:nvPr>
        </p:nvSpPr>
        <p:spPr>
          <a:xfrm>
            <a:off x="3923100" y="3825325"/>
            <a:ext cx="12978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100"/>
              <a:buFont typeface="Gloria Hallelujah"/>
              <a:buNone/>
              <a:defRPr sz="20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2pPr>
            <a:lvl3pPr lvl="2"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3pPr>
            <a:lvl4pPr lvl="3"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4pPr>
            <a:lvl5pPr lvl="4"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5pPr>
            <a:lvl6pPr lvl="5"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6pPr>
            <a:lvl7pPr lvl="6"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7pPr>
            <a:lvl8pPr lvl="7"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8pPr>
            <a:lvl9pPr lvl="8" rtl="0" algn="ctr">
              <a:lnSpc>
                <a:spcPct val="100000"/>
              </a:lnSpc>
              <a:spcBef>
                <a:spcPts val="0"/>
              </a:spcBef>
              <a:spcAft>
                <a:spcPts val="0"/>
              </a:spcAft>
              <a:buClr>
                <a:schemeClr val="dk1"/>
              </a:buClr>
              <a:buSzPts val="2100"/>
              <a:buFont typeface="Gloria Hallelujah"/>
              <a:buNone/>
              <a:defRPr sz="2100">
                <a:solidFill>
                  <a:schemeClr val="dk1"/>
                </a:solidFill>
                <a:latin typeface="Gloria Hallelujah"/>
                <a:ea typeface="Gloria Hallelujah"/>
                <a:cs typeface="Gloria Hallelujah"/>
                <a:sym typeface="Gloria Hallelujah"/>
              </a:defRPr>
            </a:lvl9pPr>
          </a:lstStyle>
          <a:p/>
        </p:txBody>
      </p:sp>
      <p:sp>
        <p:nvSpPr>
          <p:cNvPr id="484" name="Google Shape;484;p19"/>
          <p:cNvSpPr txBox="1"/>
          <p:nvPr>
            <p:ph idx="2" type="subTitle"/>
          </p:nvPr>
        </p:nvSpPr>
        <p:spPr>
          <a:xfrm>
            <a:off x="3041400" y="2839138"/>
            <a:ext cx="3061200" cy="591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100"/>
              <a:buFont typeface="Raleway SemiBold"/>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2100"/>
              <a:buFont typeface="Raleway SemiBold"/>
              <a:buNone/>
              <a:defRPr sz="2100">
                <a:solidFill>
                  <a:schemeClr val="dk1"/>
                </a:solidFill>
                <a:latin typeface="Raleway SemiBold"/>
                <a:ea typeface="Raleway SemiBold"/>
                <a:cs typeface="Raleway SemiBold"/>
                <a:sym typeface="Raleway SemiBold"/>
              </a:defRPr>
            </a:lvl9pPr>
          </a:lstStyle>
          <a:p/>
        </p:txBody>
      </p:sp>
      <p:sp>
        <p:nvSpPr>
          <p:cNvPr id="485" name="Google Shape;485;p19"/>
          <p:cNvSpPr txBox="1"/>
          <p:nvPr>
            <p:ph hasCustomPrompt="1" idx="3" type="title"/>
          </p:nvPr>
        </p:nvSpPr>
        <p:spPr>
          <a:xfrm>
            <a:off x="3196050" y="540025"/>
            <a:ext cx="2751900" cy="1202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9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86" name="Google Shape;486;p19"/>
          <p:cNvSpPr/>
          <p:nvPr/>
        </p:nvSpPr>
        <p:spPr>
          <a:xfrm flipH="1" rot="10800000">
            <a:off x="6216363" y="-495213"/>
            <a:ext cx="4205930" cy="2291529"/>
          </a:xfrm>
          <a:custGeom>
            <a:rect b="b" l="l" r="r" t="t"/>
            <a:pathLst>
              <a:path extrusionOk="0" h="14261" w="26175">
                <a:moveTo>
                  <a:pt x="21312" y="0"/>
                </a:moveTo>
                <a:cubicBezTo>
                  <a:pt x="20977" y="0"/>
                  <a:pt x="20642" y="41"/>
                  <a:pt x="20313" y="99"/>
                </a:cubicBezTo>
                <a:cubicBezTo>
                  <a:pt x="19331" y="273"/>
                  <a:pt x="18260" y="586"/>
                  <a:pt x="17702" y="1484"/>
                </a:cubicBezTo>
                <a:cubicBezTo>
                  <a:pt x="17428" y="1925"/>
                  <a:pt x="17287" y="2436"/>
                  <a:pt x="16990" y="2864"/>
                </a:cubicBezTo>
                <a:cubicBezTo>
                  <a:pt x="16710" y="3266"/>
                  <a:pt x="16282" y="3522"/>
                  <a:pt x="15821" y="3664"/>
                </a:cubicBezTo>
                <a:cubicBezTo>
                  <a:pt x="15261" y="3837"/>
                  <a:pt x="14685" y="3858"/>
                  <a:pt x="14107" y="3858"/>
                </a:cubicBezTo>
                <a:cubicBezTo>
                  <a:pt x="13914" y="3858"/>
                  <a:pt x="13720" y="3856"/>
                  <a:pt x="13527" y="3856"/>
                </a:cubicBezTo>
                <a:cubicBezTo>
                  <a:pt x="13273" y="3856"/>
                  <a:pt x="13019" y="3860"/>
                  <a:pt x="12766" y="3880"/>
                </a:cubicBezTo>
                <a:cubicBezTo>
                  <a:pt x="12240" y="3921"/>
                  <a:pt x="11711" y="4025"/>
                  <a:pt x="11246" y="4285"/>
                </a:cubicBezTo>
                <a:cubicBezTo>
                  <a:pt x="10777" y="4547"/>
                  <a:pt x="10423" y="4956"/>
                  <a:pt x="10107" y="5381"/>
                </a:cubicBezTo>
                <a:cubicBezTo>
                  <a:pt x="9484" y="6224"/>
                  <a:pt x="8906" y="7121"/>
                  <a:pt x="8012" y="7708"/>
                </a:cubicBezTo>
                <a:cubicBezTo>
                  <a:pt x="7566" y="8003"/>
                  <a:pt x="7065" y="8190"/>
                  <a:pt x="6530" y="8231"/>
                </a:cubicBezTo>
                <a:cubicBezTo>
                  <a:pt x="6418" y="8239"/>
                  <a:pt x="6306" y="8243"/>
                  <a:pt x="6194" y="8243"/>
                </a:cubicBezTo>
                <a:cubicBezTo>
                  <a:pt x="5684" y="8243"/>
                  <a:pt x="5174" y="8166"/>
                  <a:pt x="4666" y="8122"/>
                </a:cubicBezTo>
                <a:cubicBezTo>
                  <a:pt x="4112" y="8075"/>
                  <a:pt x="3557" y="8052"/>
                  <a:pt x="3001" y="8052"/>
                </a:cubicBezTo>
                <a:cubicBezTo>
                  <a:pt x="2916" y="8052"/>
                  <a:pt x="2830" y="8052"/>
                  <a:pt x="2744" y="8054"/>
                </a:cubicBezTo>
                <a:cubicBezTo>
                  <a:pt x="2475" y="8057"/>
                  <a:pt x="2183" y="8043"/>
                  <a:pt x="1931" y="8148"/>
                </a:cubicBezTo>
                <a:cubicBezTo>
                  <a:pt x="1700" y="8244"/>
                  <a:pt x="1557" y="8443"/>
                  <a:pt x="1448" y="8660"/>
                </a:cubicBezTo>
                <a:cubicBezTo>
                  <a:pt x="1157" y="9242"/>
                  <a:pt x="895" y="9837"/>
                  <a:pt x="618" y="10425"/>
                </a:cubicBezTo>
                <a:cubicBezTo>
                  <a:pt x="483" y="10711"/>
                  <a:pt x="344" y="10996"/>
                  <a:pt x="215" y="11284"/>
                </a:cubicBezTo>
                <a:cubicBezTo>
                  <a:pt x="103" y="11537"/>
                  <a:pt x="1" y="11806"/>
                  <a:pt x="9" y="12087"/>
                </a:cubicBezTo>
                <a:cubicBezTo>
                  <a:pt x="26" y="12628"/>
                  <a:pt x="464" y="12993"/>
                  <a:pt x="898" y="13242"/>
                </a:cubicBezTo>
                <a:cubicBezTo>
                  <a:pt x="1355" y="13506"/>
                  <a:pt x="1863" y="13671"/>
                  <a:pt x="2379" y="13769"/>
                </a:cubicBezTo>
                <a:cubicBezTo>
                  <a:pt x="3456" y="13974"/>
                  <a:pt x="4560" y="13920"/>
                  <a:pt x="5650" y="13980"/>
                </a:cubicBezTo>
                <a:cubicBezTo>
                  <a:pt x="6939" y="14051"/>
                  <a:pt x="8222" y="14239"/>
                  <a:pt x="9514" y="14259"/>
                </a:cubicBezTo>
                <a:cubicBezTo>
                  <a:pt x="9569" y="14260"/>
                  <a:pt x="9623" y="14261"/>
                  <a:pt x="9677" y="14261"/>
                </a:cubicBezTo>
                <a:cubicBezTo>
                  <a:pt x="10875" y="14261"/>
                  <a:pt x="12038" y="14052"/>
                  <a:pt x="13207" y="13797"/>
                </a:cubicBezTo>
                <a:cubicBezTo>
                  <a:pt x="13817" y="13663"/>
                  <a:pt x="14426" y="13526"/>
                  <a:pt x="15041" y="13424"/>
                </a:cubicBezTo>
                <a:cubicBezTo>
                  <a:pt x="15675" y="13317"/>
                  <a:pt x="16315" y="13253"/>
                  <a:pt x="16956" y="13206"/>
                </a:cubicBezTo>
                <a:cubicBezTo>
                  <a:pt x="18228" y="13113"/>
                  <a:pt x="19506" y="13085"/>
                  <a:pt x="20774" y="12938"/>
                </a:cubicBezTo>
                <a:cubicBezTo>
                  <a:pt x="21322" y="12875"/>
                  <a:pt x="21864" y="12773"/>
                  <a:pt x="22412" y="12707"/>
                </a:cubicBezTo>
                <a:cubicBezTo>
                  <a:pt x="22674" y="12676"/>
                  <a:pt x="22942" y="12652"/>
                  <a:pt x="23208" y="12652"/>
                </a:cubicBezTo>
                <a:cubicBezTo>
                  <a:pt x="23451" y="12652"/>
                  <a:pt x="23692" y="12672"/>
                  <a:pt x="23928" y="12724"/>
                </a:cubicBezTo>
                <a:cubicBezTo>
                  <a:pt x="24162" y="12777"/>
                  <a:pt x="24387" y="12861"/>
                  <a:pt x="24591" y="12989"/>
                </a:cubicBezTo>
                <a:cubicBezTo>
                  <a:pt x="24696" y="13055"/>
                  <a:pt x="24788" y="13167"/>
                  <a:pt x="24915" y="13170"/>
                </a:cubicBezTo>
                <a:cubicBezTo>
                  <a:pt x="24918" y="13170"/>
                  <a:pt x="24920" y="13170"/>
                  <a:pt x="24923" y="13170"/>
                </a:cubicBezTo>
                <a:cubicBezTo>
                  <a:pt x="25030" y="13170"/>
                  <a:pt x="25141" y="13147"/>
                  <a:pt x="25241" y="13108"/>
                </a:cubicBezTo>
                <a:cubicBezTo>
                  <a:pt x="25716" y="12928"/>
                  <a:pt x="25988" y="12456"/>
                  <a:pt x="26075" y="11977"/>
                </a:cubicBezTo>
                <a:cubicBezTo>
                  <a:pt x="26127" y="11687"/>
                  <a:pt x="26128" y="11393"/>
                  <a:pt x="26127" y="11099"/>
                </a:cubicBezTo>
                <a:cubicBezTo>
                  <a:pt x="26126" y="10779"/>
                  <a:pt x="26124" y="10457"/>
                  <a:pt x="26123" y="10135"/>
                </a:cubicBezTo>
                <a:cubicBezTo>
                  <a:pt x="26121" y="9483"/>
                  <a:pt x="26118" y="8831"/>
                  <a:pt x="26116" y="8179"/>
                </a:cubicBezTo>
                <a:cubicBezTo>
                  <a:pt x="26112" y="6939"/>
                  <a:pt x="26107" y="5700"/>
                  <a:pt x="26102" y="4459"/>
                </a:cubicBezTo>
                <a:lnTo>
                  <a:pt x="26102" y="4459"/>
                </a:lnTo>
                <a:cubicBezTo>
                  <a:pt x="26105" y="4461"/>
                  <a:pt x="26107" y="4462"/>
                  <a:pt x="26109" y="4462"/>
                </a:cubicBezTo>
                <a:cubicBezTo>
                  <a:pt x="26174" y="4462"/>
                  <a:pt x="26046" y="3375"/>
                  <a:pt x="25375" y="3280"/>
                </a:cubicBezTo>
                <a:cubicBezTo>
                  <a:pt x="24338" y="3135"/>
                  <a:pt x="24244" y="1492"/>
                  <a:pt x="23438" y="803"/>
                </a:cubicBezTo>
                <a:cubicBezTo>
                  <a:pt x="23048" y="470"/>
                  <a:pt x="22597" y="206"/>
                  <a:pt x="22095" y="87"/>
                </a:cubicBezTo>
                <a:cubicBezTo>
                  <a:pt x="21837" y="25"/>
                  <a:pt x="21575" y="0"/>
                  <a:pt x="21312"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9"/>
          <p:cNvSpPr/>
          <p:nvPr/>
        </p:nvSpPr>
        <p:spPr>
          <a:xfrm>
            <a:off x="-244024" y="3401631"/>
            <a:ext cx="2089708" cy="2096136"/>
          </a:xfrm>
          <a:custGeom>
            <a:rect b="b" l="l" r="r" t="t"/>
            <a:pathLst>
              <a:path extrusionOk="0" h="13045" w="13005">
                <a:moveTo>
                  <a:pt x="1922" y="1"/>
                </a:moveTo>
                <a:cubicBezTo>
                  <a:pt x="1849" y="1"/>
                  <a:pt x="1776" y="4"/>
                  <a:pt x="1703" y="11"/>
                </a:cubicBezTo>
                <a:cubicBezTo>
                  <a:pt x="1260" y="54"/>
                  <a:pt x="818" y="227"/>
                  <a:pt x="503" y="551"/>
                </a:cubicBezTo>
                <a:cubicBezTo>
                  <a:pt x="150" y="913"/>
                  <a:pt x="38" y="1411"/>
                  <a:pt x="20" y="1903"/>
                </a:cubicBezTo>
                <a:cubicBezTo>
                  <a:pt x="0" y="2484"/>
                  <a:pt x="46" y="3073"/>
                  <a:pt x="66" y="3654"/>
                </a:cubicBezTo>
                <a:cubicBezTo>
                  <a:pt x="86" y="4273"/>
                  <a:pt x="107" y="4891"/>
                  <a:pt x="127" y="5509"/>
                </a:cubicBezTo>
                <a:lnTo>
                  <a:pt x="374" y="12928"/>
                </a:lnTo>
                <a:cubicBezTo>
                  <a:pt x="376" y="12996"/>
                  <a:pt x="429" y="13044"/>
                  <a:pt x="492" y="13044"/>
                </a:cubicBezTo>
                <a:cubicBezTo>
                  <a:pt x="501" y="13044"/>
                  <a:pt x="511" y="13043"/>
                  <a:pt x="520" y="13041"/>
                </a:cubicBezTo>
                <a:cubicBezTo>
                  <a:pt x="1437" y="12830"/>
                  <a:pt x="2365" y="12670"/>
                  <a:pt x="3299" y="12564"/>
                </a:cubicBezTo>
                <a:cubicBezTo>
                  <a:pt x="4235" y="12458"/>
                  <a:pt x="5175" y="12406"/>
                  <a:pt x="6116" y="12406"/>
                </a:cubicBezTo>
                <a:cubicBezTo>
                  <a:pt x="6835" y="12406"/>
                  <a:pt x="7554" y="12436"/>
                  <a:pt x="8271" y="12496"/>
                </a:cubicBezTo>
                <a:cubicBezTo>
                  <a:pt x="8728" y="12533"/>
                  <a:pt x="9209" y="12577"/>
                  <a:pt x="9687" y="12577"/>
                </a:cubicBezTo>
                <a:cubicBezTo>
                  <a:pt x="10492" y="12577"/>
                  <a:pt x="11288" y="12454"/>
                  <a:pt x="11947" y="11977"/>
                </a:cubicBezTo>
                <a:lnTo>
                  <a:pt x="11947" y="11977"/>
                </a:lnTo>
                <a:cubicBezTo>
                  <a:pt x="11945" y="11988"/>
                  <a:pt x="11948" y="11993"/>
                  <a:pt x="11955" y="11993"/>
                </a:cubicBezTo>
                <a:cubicBezTo>
                  <a:pt x="12017" y="11993"/>
                  <a:pt x="12409" y="11534"/>
                  <a:pt x="12496" y="11300"/>
                </a:cubicBezTo>
                <a:cubicBezTo>
                  <a:pt x="12866" y="10319"/>
                  <a:pt x="13005" y="9208"/>
                  <a:pt x="12677" y="8195"/>
                </a:cubicBezTo>
                <a:cubicBezTo>
                  <a:pt x="12404" y="7349"/>
                  <a:pt x="11818" y="6569"/>
                  <a:pt x="11000" y="6188"/>
                </a:cubicBezTo>
                <a:cubicBezTo>
                  <a:pt x="10082" y="5759"/>
                  <a:pt x="9032" y="5924"/>
                  <a:pt x="8092" y="5581"/>
                </a:cubicBezTo>
                <a:cubicBezTo>
                  <a:pt x="7160" y="5240"/>
                  <a:pt x="6737" y="4324"/>
                  <a:pt x="6316" y="3499"/>
                </a:cubicBezTo>
                <a:cubicBezTo>
                  <a:pt x="5859" y="2602"/>
                  <a:pt x="5271" y="1802"/>
                  <a:pt x="4492" y="1159"/>
                </a:cubicBezTo>
                <a:cubicBezTo>
                  <a:pt x="3786" y="579"/>
                  <a:pt x="2870" y="1"/>
                  <a:pt x="1922" y="1"/>
                </a:cubicBezTo>
                <a:close/>
              </a:path>
            </a:pathLst>
          </a:custGeom>
          <a:solidFill>
            <a:schemeClr val="dk2">
              <a:alpha val="40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9"/>
          <p:cNvSpPr/>
          <p:nvPr/>
        </p:nvSpPr>
        <p:spPr>
          <a:xfrm rot="10800000">
            <a:off x="6036760" y="3964766"/>
            <a:ext cx="3916858" cy="1383980"/>
          </a:xfrm>
          <a:custGeom>
            <a:rect b="b" l="l" r="r" t="t"/>
            <a:pathLst>
              <a:path extrusionOk="0" h="8613" w="24376">
                <a:moveTo>
                  <a:pt x="1748" y="0"/>
                </a:moveTo>
                <a:cubicBezTo>
                  <a:pt x="1709" y="0"/>
                  <a:pt x="1669" y="2"/>
                  <a:pt x="1629" y="7"/>
                </a:cubicBezTo>
                <a:cubicBezTo>
                  <a:pt x="1391" y="38"/>
                  <a:pt x="1250" y="176"/>
                  <a:pt x="1187" y="347"/>
                </a:cubicBezTo>
                <a:cubicBezTo>
                  <a:pt x="1033" y="773"/>
                  <a:pt x="935" y="1218"/>
                  <a:pt x="819" y="1650"/>
                </a:cubicBezTo>
                <a:cubicBezTo>
                  <a:pt x="701" y="2092"/>
                  <a:pt x="590" y="2536"/>
                  <a:pt x="496" y="2983"/>
                </a:cubicBezTo>
                <a:cubicBezTo>
                  <a:pt x="126" y="4733"/>
                  <a:pt x="0" y="6549"/>
                  <a:pt x="659" y="8271"/>
                </a:cubicBezTo>
                <a:cubicBezTo>
                  <a:pt x="678" y="8321"/>
                  <a:pt x="733" y="8346"/>
                  <a:pt x="790" y="8346"/>
                </a:cubicBezTo>
                <a:cubicBezTo>
                  <a:pt x="835" y="8346"/>
                  <a:pt x="881" y="8329"/>
                  <a:pt x="910" y="8296"/>
                </a:cubicBezTo>
                <a:cubicBezTo>
                  <a:pt x="1048" y="8134"/>
                  <a:pt x="1206" y="7983"/>
                  <a:pt x="1385" y="7843"/>
                </a:cubicBezTo>
                <a:cubicBezTo>
                  <a:pt x="2101" y="7284"/>
                  <a:pt x="3087" y="6944"/>
                  <a:pt x="4095" y="6849"/>
                </a:cubicBezTo>
                <a:cubicBezTo>
                  <a:pt x="4314" y="6828"/>
                  <a:pt x="4534" y="6818"/>
                  <a:pt x="4754" y="6818"/>
                </a:cubicBezTo>
                <a:cubicBezTo>
                  <a:pt x="5730" y="6818"/>
                  <a:pt x="6704" y="7012"/>
                  <a:pt x="7586" y="7328"/>
                </a:cubicBezTo>
                <a:cubicBezTo>
                  <a:pt x="8653" y="7708"/>
                  <a:pt x="9622" y="8264"/>
                  <a:pt x="10770" y="8502"/>
                </a:cubicBezTo>
                <a:cubicBezTo>
                  <a:pt x="11110" y="8573"/>
                  <a:pt x="11460" y="8612"/>
                  <a:pt x="11804" y="8612"/>
                </a:cubicBezTo>
                <a:cubicBezTo>
                  <a:pt x="12445" y="8612"/>
                  <a:pt x="13071" y="8476"/>
                  <a:pt x="13597" y="8154"/>
                </a:cubicBezTo>
                <a:cubicBezTo>
                  <a:pt x="14183" y="7795"/>
                  <a:pt x="14557" y="7273"/>
                  <a:pt x="14873" y="6761"/>
                </a:cubicBezTo>
                <a:cubicBezTo>
                  <a:pt x="15208" y="6214"/>
                  <a:pt x="15488" y="5645"/>
                  <a:pt x="15900" y="5129"/>
                </a:cubicBezTo>
                <a:cubicBezTo>
                  <a:pt x="16333" y="4590"/>
                  <a:pt x="16925" y="4168"/>
                  <a:pt x="17743" y="4015"/>
                </a:cubicBezTo>
                <a:cubicBezTo>
                  <a:pt x="18117" y="3945"/>
                  <a:pt x="18497" y="3924"/>
                  <a:pt x="18879" y="3924"/>
                </a:cubicBezTo>
                <a:cubicBezTo>
                  <a:pt x="19431" y="3924"/>
                  <a:pt x="19988" y="3967"/>
                  <a:pt x="20538" y="3967"/>
                </a:cubicBezTo>
                <a:cubicBezTo>
                  <a:pt x="20675" y="3967"/>
                  <a:pt x="20811" y="3964"/>
                  <a:pt x="20947" y="3958"/>
                </a:cubicBezTo>
                <a:cubicBezTo>
                  <a:pt x="21449" y="3933"/>
                  <a:pt x="21952" y="3857"/>
                  <a:pt x="22403" y="3679"/>
                </a:cubicBezTo>
                <a:cubicBezTo>
                  <a:pt x="22808" y="3518"/>
                  <a:pt x="23157" y="3280"/>
                  <a:pt x="23433" y="3003"/>
                </a:cubicBezTo>
                <a:cubicBezTo>
                  <a:pt x="23951" y="2479"/>
                  <a:pt x="24196" y="1807"/>
                  <a:pt x="24066" y="1157"/>
                </a:cubicBezTo>
                <a:lnTo>
                  <a:pt x="24066" y="1157"/>
                </a:lnTo>
                <a:cubicBezTo>
                  <a:pt x="24067" y="1158"/>
                  <a:pt x="24069" y="1158"/>
                  <a:pt x="24071" y="1158"/>
                </a:cubicBezTo>
                <a:cubicBezTo>
                  <a:pt x="24093" y="1158"/>
                  <a:pt x="24117" y="1151"/>
                  <a:pt x="24142" y="1138"/>
                </a:cubicBezTo>
                <a:cubicBezTo>
                  <a:pt x="24292" y="1056"/>
                  <a:pt x="24376" y="935"/>
                  <a:pt x="24372" y="792"/>
                </a:cubicBezTo>
                <a:cubicBezTo>
                  <a:pt x="24363" y="440"/>
                  <a:pt x="23972" y="240"/>
                  <a:pt x="23550" y="217"/>
                </a:cubicBezTo>
                <a:cubicBezTo>
                  <a:pt x="23514" y="215"/>
                  <a:pt x="23478" y="215"/>
                  <a:pt x="23442" y="215"/>
                </a:cubicBezTo>
                <a:cubicBezTo>
                  <a:pt x="23211" y="215"/>
                  <a:pt x="22977" y="252"/>
                  <a:pt x="22750" y="280"/>
                </a:cubicBezTo>
                <a:cubicBezTo>
                  <a:pt x="22445" y="317"/>
                  <a:pt x="22139" y="351"/>
                  <a:pt x="21832" y="383"/>
                </a:cubicBezTo>
                <a:cubicBezTo>
                  <a:pt x="20628" y="507"/>
                  <a:pt x="19418" y="590"/>
                  <a:pt x="18207" y="648"/>
                </a:cubicBezTo>
                <a:cubicBezTo>
                  <a:pt x="15784" y="762"/>
                  <a:pt x="13357" y="774"/>
                  <a:pt x="10932" y="789"/>
                </a:cubicBezTo>
                <a:cubicBezTo>
                  <a:pt x="10568" y="791"/>
                  <a:pt x="10203" y="793"/>
                  <a:pt x="9838" y="793"/>
                </a:cubicBezTo>
                <a:cubicBezTo>
                  <a:pt x="7878" y="793"/>
                  <a:pt x="5909" y="743"/>
                  <a:pt x="3985" y="438"/>
                </a:cubicBezTo>
                <a:cubicBezTo>
                  <a:pt x="3423" y="348"/>
                  <a:pt x="2866" y="237"/>
                  <a:pt x="2318" y="100"/>
                </a:cubicBezTo>
                <a:cubicBezTo>
                  <a:pt x="2134" y="55"/>
                  <a:pt x="1943" y="0"/>
                  <a:pt x="1748"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89" name="Google Shape;489;p19"/>
          <p:cNvSpPr/>
          <p:nvPr/>
        </p:nvSpPr>
        <p:spPr>
          <a:xfrm flipH="1" rot="-1106655">
            <a:off x="-1741193" y="-924117"/>
            <a:ext cx="4345217" cy="3055567"/>
          </a:xfrm>
          <a:custGeom>
            <a:rect b="b" l="l" r="r" t="t"/>
            <a:pathLst>
              <a:path extrusionOk="0" h="19016" w="27042">
                <a:moveTo>
                  <a:pt x="5311" y="0"/>
                </a:moveTo>
                <a:cubicBezTo>
                  <a:pt x="5179" y="0"/>
                  <a:pt x="5075" y="178"/>
                  <a:pt x="5211" y="262"/>
                </a:cubicBezTo>
                <a:cubicBezTo>
                  <a:pt x="5431" y="399"/>
                  <a:pt x="5652" y="530"/>
                  <a:pt x="5876" y="657"/>
                </a:cubicBezTo>
                <a:cubicBezTo>
                  <a:pt x="3749" y="1565"/>
                  <a:pt x="1452" y="2798"/>
                  <a:pt x="713" y="5101"/>
                </a:cubicBezTo>
                <a:cubicBezTo>
                  <a:pt x="0" y="7321"/>
                  <a:pt x="1219" y="10007"/>
                  <a:pt x="3411" y="10856"/>
                </a:cubicBezTo>
                <a:cubicBezTo>
                  <a:pt x="3728" y="10979"/>
                  <a:pt x="4069" y="11058"/>
                  <a:pt x="4406" y="11058"/>
                </a:cubicBezTo>
                <a:cubicBezTo>
                  <a:pt x="4688" y="11058"/>
                  <a:pt x="4968" y="11003"/>
                  <a:pt x="5229" y="10871"/>
                </a:cubicBezTo>
                <a:cubicBezTo>
                  <a:pt x="5743" y="10614"/>
                  <a:pt x="6086" y="10140"/>
                  <a:pt x="6367" y="9654"/>
                </a:cubicBezTo>
                <a:cubicBezTo>
                  <a:pt x="6660" y="9147"/>
                  <a:pt x="6901" y="8604"/>
                  <a:pt x="7258" y="8138"/>
                </a:cubicBezTo>
                <a:cubicBezTo>
                  <a:pt x="7586" y="7709"/>
                  <a:pt x="8056" y="7408"/>
                  <a:pt x="8567" y="7243"/>
                </a:cubicBezTo>
                <a:cubicBezTo>
                  <a:pt x="8835" y="7156"/>
                  <a:pt x="9122" y="7107"/>
                  <a:pt x="9407" y="7107"/>
                </a:cubicBezTo>
                <a:cubicBezTo>
                  <a:pt x="9658" y="7107"/>
                  <a:pt x="9908" y="7145"/>
                  <a:pt x="10143" y="7227"/>
                </a:cubicBezTo>
                <a:cubicBezTo>
                  <a:pt x="10681" y="7416"/>
                  <a:pt x="11050" y="7824"/>
                  <a:pt x="11259" y="8347"/>
                </a:cubicBezTo>
                <a:cubicBezTo>
                  <a:pt x="11495" y="8938"/>
                  <a:pt x="11543" y="9582"/>
                  <a:pt x="11752" y="10181"/>
                </a:cubicBezTo>
                <a:cubicBezTo>
                  <a:pt x="11957" y="10769"/>
                  <a:pt x="12358" y="11405"/>
                  <a:pt x="12983" y="11603"/>
                </a:cubicBezTo>
                <a:cubicBezTo>
                  <a:pt x="13117" y="11646"/>
                  <a:pt x="13250" y="11665"/>
                  <a:pt x="13380" y="11665"/>
                </a:cubicBezTo>
                <a:cubicBezTo>
                  <a:pt x="13765" y="11665"/>
                  <a:pt x="14132" y="11502"/>
                  <a:pt x="14481" y="11319"/>
                </a:cubicBezTo>
                <a:cubicBezTo>
                  <a:pt x="14811" y="11146"/>
                  <a:pt x="15183" y="10926"/>
                  <a:pt x="15563" y="10926"/>
                </a:cubicBezTo>
                <a:cubicBezTo>
                  <a:pt x="15675" y="10926"/>
                  <a:pt x="15789" y="10946"/>
                  <a:pt x="15902" y="10992"/>
                </a:cubicBezTo>
                <a:cubicBezTo>
                  <a:pt x="16505" y="11236"/>
                  <a:pt x="16731" y="12009"/>
                  <a:pt x="16886" y="12576"/>
                </a:cubicBezTo>
                <a:cubicBezTo>
                  <a:pt x="17067" y="13246"/>
                  <a:pt x="17237" y="13920"/>
                  <a:pt x="17447" y="14583"/>
                </a:cubicBezTo>
                <a:cubicBezTo>
                  <a:pt x="17859" y="15878"/>
                  <a:pt x="18454" y="17143"/>
                  <a:pt x="19512" y="18032"/>
                </a:cubicBezTo>
                <a:cubicBezTo>
                  <a:pt x="20225" y="18631"/>
                  <a:pt x="21110" y="19015"/>
                  <a:pt x="22020" y="19015"/>
                </a:cubicBezTo>
                <a:cubicBezTo>
                  <a:pt x="22330" y="19015"/>
                  <a:pt x="22643" y="18971"/>
                  <a:pt x="22954" y="18875"/>
                </a:cubicBezTo>
                <a:cubicBezTo>
                  <a:pt x="24002" y="18552"/>
                  <a:pt x="24786" y="17702"/>
                  <a:pt x="25334" y="16784"/>
                </a:cubicBezTo>
                <a:cubicBezTo>
                  <a:pt x="25931" y="15784"/>
                  <a:pt x="26309" y="14669"/>
                  <a:pt x="26587" y="13543"/>
                </a:cubicBezTo>
                <a:cubicBezTo>
                  <a:pt x="26872" y="12393"/>
                  <a:pt x="27042" y="11178"/>
                  <a:pt x="26859" y="9998"/>
                </a:cubicBezTo>
                <a:cubicBezTo>
                  <a:pt x="26669" y="8763"/>
                  <a:pt x="26045" y="7686"/>
                  <a:pt x="25037" y="6940"/>
                </a:cubicBezTo>
                <a:cubicBezTo>
                  <a:pt x="23865" y="6071"/>
                  <a:pt x="22401" y="5638"/>
                  <a:pt x="21023" y="5219"/>
                </a:cubicBezTo>
                <a:cubicBezTo>
                  <a:pt x="19511" y="4758"/>
                  <a:pt x="17976" y="4376"/>
                  <a:pt x="16442" y="3995"/>
                </a:cubicBezTo>
                <a:cubicBezTo>
                  <a:pt x="13377" y="3236"/>
                  <a:pt x="10276" y="2484"/>
                  <a:pt x="7410" y="1122"/>
                </a:cubicBezTo>
                <a:cubicBezTo>
                  <a:pt x="7124" y="986"/>
                  <a:pt x="6842" y="844"/>
                  <a:pt x="6563" y="695"/>
                </a:cubicBezTo>
                <a:cubicBezTo>
                  <a:pt x="6622" y="671"/>
                  <a:pt x="6682" y="645"/>
                  <a:pt x="6742" y="621"/>
                </a:cubicBezTo>
                <a:cubicBezTo>
                  <a:pt x="6901" y="557"/>
                  <a:pt x="6828" y="333"/>
                  <a:pt x="6684" y="333"/>
                </a:cubicBezTo>
                <a:cubicBezTo>
                  <a:pt x="6666" y="333"/>
                  <a:pt x="6646" y="336"/>
                  <a:pt x="6625" y="345"/>
                </a:cubicBezTo>
                <a:cubicBezTo>
                  <a:pt x="6492" y="400"/>
                  <a:pt x="6358" y="454"/>
                  <a:pt x="6223" y="510"/>
                </a:cubicBezTo>
                <a:cubicBezTo>
                  <a:pt x="5943" y="355"/>
                  <a:pt x="5666" y="194"/>
                  <a:pt x="5394" y="25"/>
                </a:cubicBezTo>
                <a:cubicBezTo>
                  <a:pt x="5366" y="8"/>
                  <a:pt x="5338" y="0"/>
                  <a:pt x="5311"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90" name="Google Shape;490;p19"/>
          <p:cNvSpPr/>
          <p:nvPr/>
        </p:nvSpPr>
        <p:spPr>
          <a:xfrm flipH="1" rot="9000131">
            <a:off x="8344172" y="4740550"/>
            <a:ext cx="434381" cy="10175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9"/>
          <p:cNvSpPr/>
          <p:nvPr/>
        </p:nvSpPr>
        <p:spPr>
          <a:xfrm flipH="1" rot="-9899901">
            <a:off x="1737560" y="291519"/>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 name="Google Shape;492;p19"/>
          <p:cNvGrpSpPr/>
          <p:nvPr/>
        </p:nvGrpSpPr>
        <p:grpSpPr>
          <a:xfrm rot="900044">
            <a:off x="8343430" y="2439620"/>
            <a:ext cx="228603" cy="207086"/>
            <a:chOff x="1640475" y="1197075"/>
            <a:chExt cx="55475" cy="50250"/>
          </a:xfrm>
        </p:grpSpPr>
        <p:sp>
          <p:nvSpPr>
            <p:cNvPr id="493" name="Google Shape;493;p1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 name="Google Shape;496;p19"/>
          <p:cNvSpPr/>
          <p:nvPr/>
        </p:nvSpPr>
        <p:spPr>
          <a:xfrm rot="1133433">
            <a:off x="682181" y="4093383"/>
            <a:ext cx="970030" cy="2272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9"/>
          <p:cNvSpPr/>
          <p:nvPr/>
        </p:nvSpPr>
        <p:spPr>
          <a:xfrm rot="6434815">
            <a:off x="6414621" y="-91496"/>
            <a:ext cx="559646" cy="827411"/>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 name="Google Shape;498;p19"/>
          <p:cNvGrpSpPr/>
          <p:nvPr/>
        </p:nvGrpSpPr>
        <p:grpSpPr>
          <a:xfrm rot="-10470744">
            <a:off x="6410236" y="860386"/>
            <a:ext cx="274444" cy="248605"/>
            <a:chOff x="1640475" y="1197075"/>
            <a:chExt cx="55475" cy="50250"/>
          </a:xfrm>
        </p:grpSpPr>
        <p:sp>
          <p:nvSpPr>
            <p:cNvPr id="499" name="Google Shape;499;p1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 name="Google Shape;502;p19"/>
          <p:cNvSpPr/>
          <p:nvPr/>
        </p:nvSpPr>
        <p:spPr>
          <a:xfrm flipH="1" rot="-3485199">
            <a:off x="8553503" y="1281933"/>
            <a:ext cx="434401" cy="10175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 name="Google Shape;503;p19"/>
          <p:cNvGrpSpPr/>
          <p:nvPr/>
        </p:nvGrpSpPr>
        <p:grpSpPr>
          <a:xfrm rot="7711333">
            <a:off x="720310" y="1410592"/>
            <a:ext cx="294397" cy="266683"/>
            <a:chOff x="1640475" y="1197075"/>
            <a:chExt cx="55475" cy="50250"/>
          </a:xfrm>
        </p:grpSpPr>
        <p:sp>
          <p:nvSpPr>
            <p:cNvPr id="504" name="Google Shape;504;p1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5">
    <p:spTree>
      <p:nvGrpSpPr>
        <p:cNvPr id="507" name="Shape 507"/>
        <p:cNvGrpSpPr/>
        <p:nvPr/>
      </p:nvGrpSpPr>
      <p:grpSpPr>
        <a:xfrm>
          <a:off x="0" y="0"/>
          <a:ext cx="0" cy="0"/>
          <a:chOff x="0" y="0"/>
          <a:chExt cx="0" cy="0"/>
        </a:xfrm>
      </p:grpSpPr>
      <p:sp>
        <p:nvSpPr>
          <p:cNvPr id="508" name="Google Shape;508;p20"/>
          <p:cNvSpPr/>
          <p:nvPr/>
        </p:nvSpPr>
        <p:spPr>
          <a:xfrm>
            <a:off x="-148873" y="3525345"/>
            <a:ext cx="3825648" cy="1800343"/>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0"/>
          <p:cNvSpPr/>
          <p:nvPr/>
        </p:nvSpPr>
        <p:spPr>
          <a:xfrm>
            <a:off x="-425898" y="-291775"/>
            <a:ext cx="3298272" cy="1820589"/>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0"/>
          <p:cNvSpPr/>
          <p:nvPr/>
        </p:nvSpPr>
        <p:spPr>
          <a:xfrm>
            <a:off x="7342677" y="-220591"/>
            <a:ext cx="2090062" cy="2096168"/>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0"/>
          <p:cNvSpPr/>
          <p:nvPr/>
        </p:nvSpPr>
        <p:spPr>
          <a:xfrm>
            <a:off x="5382456" y="4159416"/>
            <a:ext cx="3916919" cy="1384001"/>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 name="Google Shape;512;p20"/>
          <p:cNvGrpSpPr/>
          <p:nvPr/>
        </p:nvGrpSpPr>
        <p:grpSpPr>
          <a:xfrm>
            <a:off x="1539904" y="862266"/>
            <a:ext cx="6063713" cy="3662083"/>
            <a:chOff x="5677150" y="460514"/>
            <a:chExt cx="675803" cy="826730"/>
          </a:xfrm>
        </p:grpSpPr>
        <p:sp>
          <p:nvSpPr>
            <p:cNvPr id="513" name="Google Shape;513;p20"/>
            <p:cNvSpPr/>
            <p:nvPr/>
          </p:nvSpPr>
          <p:spPr>
            <a:xfrm>
              <a:off x="5677150" y="460514"/>
              <a:ext cx="675803" cy="826730"/>
            </a:xfrm>
            <a:custGeom>
              <a:rect b="b" l="l" r="r" t="t"/>
              <a:pathLst>
                <a:path extrusionOk="0" h="15595" w="12748">
                  <a:moveTo>
                    <a:pt x="6151" y="195"/>
                  </a:moveTo>
                  <a:cubicBezTo>
                    <a:pt x="6218" y="195"/>
                    <a:pt x="6285" y="195"/>
                    <a:pt x="6352" y="195"/>
                  </a:cubicBezTo>
                  <a:cubicBezTo>
                    <a:pt x="8186" y="199"/>
                    <a:pt x="10024" y="201"/>
                    <a:pt x="11858" y="230"/>
                  </a:cubicBezTo>
                  <a:cubicBezTo>
                    <a:pt x="11845" y="240"/>
                    <a:pt x="11838" y="256"/>
                    <a:pt x="11838" y="278"/>
                  </a:cubicBezTo>
                  <a:cubicBezTo>
                    <a:pt x="11857" y="2636"/>
                    <a:pt x="11871" y="4995"/>
                    <a:pt x="11887" y="7353"/>
                  </a:cubicBezTo>
                  <a:cubicBezTo>
                    <a:pt x="11903" y="9687"/>
                    <a:pt x="11851" y="12033"/>
                    <a:pt x="11954" y="14364"/>
                  </a:cubicBezTo>
                  <a:cubicBezTo>
                    <a:pt x="10088" y="13366"/>
                    <a:pt x="8242" y="12312"/>
                    <a:pt x="6345" y="11377"/>
                  </a:cubicBezTo>
                  <a:cubicBezTo>
                    <a:pt x="6338" y="11374"/>
                    <a:pt x="6331" y="11372"/>
                    <a:pt x="6324" y="11372"/>
                  </a:cubicBezTo>
                  <a:cubicBezTo>
                    <a:pt x="6291" y="11372"/>
                    <a:pt x="6268" y="11406"/>
                    <a:pt x="6278" y="11434"/>
                  </a:cubicBezTo>
                  <a:cubicBezTo>
                    <a:pt x="6270" y="11434"/>
                    <a:pt x="6261" y="11437"/>
                    <a:pt x="6253" y="11440"/>
                  </a:cubicBezTo>
                  <a:cubicBezTo>
                    <a:pt x="4488" y="12273"/>
                    <a:pt x="2694" y="13048"/>
                    <a:pt x="921" y="13861"/>
                  </a:cubicBezTo>
                  <a:cubicBezTo>
                    <a:pt x="924" y="9315"/>
                    <a:pt x="924" y="4763"/>
                    <a:pt x="835" y="219"/>
                  </a:cubicBezTo>
                  <a:lnTo>
                    <a:pt x="835" y="219"/>
                  </a:lnTo>
                  <a:cubicBezTo>
                    <a:pt x="1127" y="221"/>
                    <a:pt x="1419" y="222"/>
                    <a:pt x="1712" y="222"/>
                  </a:cubicBezTo>
                  <a:cubicBezTo>
                    <a:pt x="3192" y="222"/>
                    <a:pt x="4672" y="195"/>
                    <a:pt x="6151" y="195"/>
                  </a:cubicBezTo>
                  <a:close/>
                  <a:moveTo>
                    <a:pt x="189" y="210"/>
                  </a:moveTo>
                  <a:cubicBezTo>
                    <a:pt x="381" y="213"/>
                    <a:pt x="572" y="216"/>
                    <a:pt x="765" y="218"/>
                  </a:cubicBezTo>
                  <a:cubicBezTo>
                    <a:pt x="712" y="4804"/>
                    <a:pt x="770" y="9396"/>
                    <a:pt x="810" y="13984"/>
                  </a:cubicBezTo>
                  <a:cubicBezTo>
                    <a:pt x="810" y="14024"/>
                    <a:pt x="845" y="14044"/>
                    <a:pt x="881" y="14044"/>
                  </a:cubicBezTo>
                  <a:cubicBezTo>
                    <a:pt x="916" y="14044"/>
                    <a:pt x="952" y="14024"/>
                    <a:pt x="952" y="13984"/>
                  </a:cubicBezTo>
                  <a:lnTo>
                    <a:pt x="952" y="13971"/>
                  </a:lnTo>
                  <a:cubicBezTo>
                    <a:pt x="2715" y="13211"/>
                    <a:pt x="4535" y="12371"/>
                    <a:pt x="6322" y="11545"/>
                  </a:cubicBezTo>
                  <a:cubicBezTo>
                    <a:pt x="6351" y="11532"/>
                    <a:pt x="6356" y="11508"/>
                    <a:pt x="6348" y="11486"/>
                  </a:cubicBezTo>
                  <a:lnTo>
                    <a:pt x="6348" y="11486"/>
                  </a:lnTo>
                  <a:cubicBezTo>
                    <a:pt x="8163" y="12536"/>
                    <a:pt x="10044" y="13482"/>
                    <a:pt x="11891" y="14472"/>
                  </a:cubicBezTo>
                  <a:cubicBezTo>
                    <a:pt x="11901" y="14477"/>
                    <a:pt x="11910" y="14479"/>
                    <a:pt x="11919" y="14479"/>
                  </a:cubicBezTo>
                  <a:cubicBezTo>
                    <a:pt x="11938" y="14479"/>
                    <a:pt x="11955" y="14470"/>
                    <a:pt x="11967" y="14456"/>
                  </a:cubicBezTo>
                  <a:cubicBezTo>
                    <a:pt x="11974" y="14463"/>
                    <a:pt x="11984" y="14467"/>
                    <a:pt x="11994" y="14467"/>
                  </a:cubicBezTo>
                  <a:cubicBezTo>
                    <a:pt x="12013" y="14467"/>
                    <a:pt x="12031" y="14454"/>
                    <a:pt x="12032" y="14429"/>
                  </a:cubicBezTo>
                  <a:cubicBezTo>
                    <a:pt x="12108" y="12076"/>
                    <a:pt x="12027" y="9708"/>
                    <a:pt x="12014" y="7353"/>
                  </a:cubicBezTo>
                  <a:cubicBezTo>
                    <a:pt x="12001" y="4995"/>
                    <a:pt x="11984" y="2635"/>
                    <a:pt x="11974" y="278"/>
                  </a:cubicBezTo>
                  <a:cubicBezTo>
                    <a:pt x="11974" y="257"/>
                    <a:pt x="11966" y="242"/>
                    <a:pt x="11955" y="231"/>
                  </a:cubicBezTo>
                  <a:lnTo>
                    <a:pt x="11955" y="231"/>
                  </a:lnTo>
                  <a:cubicBezTo>
                    <a:pt x="12129" y="234"/>
                    <a:pt x="12303" y="236"/>
                    <a:pt x="12477" y="239"/>
                  </a:cubicBezTo>
                  <a:cubicBezTo>
                    <a:pt x="12539" y="2733"/>
                    <a:pt x="12582" y="5227"/>
                    <a:pt x="12558" y="7721"/>
                  </a:cubicBezTo>
                  <a:cubicBezTo>
                    <a:pt x="12546" y="8949"/>
                    <a:pt x="12545" y="10177"/>
                    <a:pt x="12542" y="11406"/>
                  </a:cubicBezTo>
                  <a:cubicBezTo>
                    <a:pt x="12537" y="12659"/>
                    <a:pt x="12458" y="13942"/>
                    <a:pt x="12556" y="15193"/>
                  </a:cubicBezTo>
                  <a:cubicBezTo>
                    <a:pt x="12553" y="15197"/>
                    <a:pt x="12550" y="15202"/>
                    <a:pt x="12548" y="15207"/>
                  </a:cubicBezTo>
                  <a:cubicBezTo>
                    <a:pt x="12531" y="15248"/>
                    <a:pt x="12544" y="15296"/>
                    <a:pt x="12544" y="15338"/>
                  </a:cubicBezTo>
                  <a:cubicBezTo>
                    <a:pt x="12544" y="15374"/>
                    <a:pt x="12539" y="15409"/>
                    <a:pt x="12535" y="15442"/>
                  </a:cubicBezTo>
                  <a:cubicBezTo>
                    <a:pt x="11424" y="14918"/>
                    <a:pt x="10314" y="14392"/>
                    <a:pt x="9213" y="13848"/>
                  </a:cubicBezTo>
                  <a:cubicBezTo>
                    <a:pt x="8673" y="13582"/>
                    <a:pt x="8134" y="13312"/>
                    <a:pt x="7596" y="13039"/>
                  </a:cubicBezTo>
                  <a:cubicBezTo>
                    <a:pt x="7186" y="12831"/>
                    <a:pt x="6723" y="12518"/>
                    <a:pt x="6251" y="12493"/>
                  </a:cubicBezTo>
                  <a:cubicBezTo>
                    <a:pt x="6250" y="12493"/>
                    <a:pt x="6249" y="12493"/>
                    <a:pt x="6249" y="12493"/>
                  </a:cubicBezTo>
                  <a:cubicBezTo>
                    <a:pt x="6238" y="12493"/>
                    <a:pt x="6231" y="12498"/>
                    <a:pt x="6226" y="12505"/>
                  </a:cubicBezTo>
                  <a:cubicBezTo>
                    <a:pt x="6218" y="12503"/>
                    <a:pt x="6210" y="12502"/>
                    <a:pt x="6201" y="12502"/>
                  </a:cubicBezTo>
                  <a:cubicBezTo>
                    <a:pt x="6190" y="12502"/>
                    <a:pt x="6177" y="12504"/>
                    <a:pt x="6165" y="12511"/>
                  </a:cubicBezTo>
                  <a:cubicBezTo>
                    <a:pt x="4198" y="13498"/>
                    <a:pt x="2163" y="14274"/>
                    <a:pt x="132" y="15113"/>
                  </a:cubicBezTo>
                  <a:lnTo>
                    <a:pt x="131" y="15113"/>
                  </a:lnTo>
                  <a:cubicBezTo>
                    <a:pt x="198" y="13891"/>
                    <a:pt x="165" y="12657"/>
                    <a:pt x="169" y="11434"/>
                  </a:cubicBezTo>
                  <a:cubicBezTo>
                    <a:pt x="172" y="10188"/>
                    <a:pt x="170" y="8942"/>
                    <a:pt x="176" y="7698"/>
                  </a:cubicBezTo>
                  <a:cubicBezTo>
                    <a:pt x="189" y="5207"/>
                    <a:pt x="189" y="2715"/>
                    <a:pt x="192" y="225"/>
                  </a:cubicBezTo>
                  <a:cubicBezTo>
                    <a:pt x="192" y="220"/>
                    <a:pt x="190" y="216"/>
                    <a:pt x="189" y="210"/>
                  </a:cubicBezTo>
                  <a:close/>
                  <a:moveTo>
                    <a:pt x="4658" y="1"/>
                  </a:moveTo>
                  <a:cubicBezTo>
                    <a:pt x="3153" y="1"/>
                    <a:pt x="1649" y="26"/>
                    <a:pt x="148" y="95"/>
                  </a:cubicBezTo>
                  <a:cubicBezTo>
                    <a:pt x="110" y="98"/>
                    <a:pt x="91" y="130"/>
                    <a:pt x="94" y="160"/>
                  </a:cubicBezTo>
                  <a:cubicBezTo>
                    <a:pt x="68" y="169"/>
                    <a:pt x="47" y="190"/>
                    <a:pt x="47" y="226"/>
                  </a:cubicBezTo>
                  <a:cubicBezTo>
                    <a:pt x="44" y="2716"/>
                    <a:pt x="36" y="5207"/>
                    <a:pt x="42" y="7698"/>
                  </a:cubicBezTo>
                  <a:cubicBezTo>
                    <a:pt x="45" y="8917"/>
                    <a:pt x="39" y="10136"/>
                    <a:pt x="39" y="11355"/>
                  </a:cubicBezTo>
                  <a:cubicBezTo>
                    <a:pt x="39" y="12623"/>
                    <a:pt x="1" y="13904"/>
                    <a:pt x="68" y="15170"/>
                  </a:cubicBezTo>
                  <a:cubicBezTo>
                    <a:pt x="69" y="15189"/>
                    <a:pt x="84" y="15199"/>
                    <a:pt x="99" y="15199"/>
                  </a:cubicBezTo>
                  <a:cubicBezTo>
                    <a:pt x="101" y="15199"/>
                    <a:pt x="104" y="15199"/>
                    <a:pt x="106" y="15198"/>
                  </a:cubicBezTo>
                  <a:cubicBezTo>
                    <a:pt x="114" y="15210"/>
                    <a:pt x="127" y="15220"/>
                    <a:pt x="144" y="15220"/>
                  </a:cubicBezTo>
                  <a:cubicBezTo>
                    <a:pt x="149" y="15220"/>
                    <a:pt x="155" y="15219"/>
                    <a:pt x="161" y="15217"/>
                  </a:cubicBezTo>
                  <a:cubicBezTo>
                    <a:pt x="2256" y="14587"/>
                    <a:pt x="4297" y="13628"/>
                    <a:pt x="6248" y="12653"/>
                  </a:cubicBezTo>
                  <a:cubicBezTo>
                    <a:pt x="6277" y="12639"/>
                    <a:pt x="6289" y="12613"/>
                    <a:pt x="6289" y="12590"/>
                  </a:cubicBezTo>
                  <a:cubicBezTo>
                    <a:pt x="6734" y="12822"/>
                    <a:pt x="7210" y="13014"/>
                    <a:pt x="7658" y="13244"/>
                  </a:cubicBezTo>
                  <a:cubicBezTo>
                    <a:pt x="8195" y="13520"/>
                    <a:pt x="8733" y="13791"/>
                    <a:pt x="9272" y="14059"/>
                  </a:cubicBezTo>
                  <a:cubicBezTo>
                    <a:pt x="10328" y="14583"/>
                    <a:pt x="11389" y="15096"/>
                    <a:pt x="12460" y="15586"/>
                  </a:cubicBezTo>
                  <a:cubicBezTo>
                    <a:pt x="12473" y="15592"/>
                    <a:pt x="12485" y="15594"/>
                    <a:pt x="12496" y="15594"/>
                  </a:cubicBezTo>
                  <a:cubicBezTo>
                    <a:pt x="12531" y="15594"/>
                    <a:pt x="12561" y="15570"/>
                    <a:pt x="12575" y="15541"/>
                  </a:cubicBezTo>
                  <a:cubicBezTo>
                    <a:pt x="12579" y="15542"/>
                    <a:pt x="12583" y="15543"/>
                    <a:pt x="12587" y="15543"/>
                  </a:cubicBezTo>
                  <a:cubicBezTo>
                    <a:pt x="12602" y="15543"/>
                    <a:pt x="12615" y="15536"/>
                    <a:pt x="12624" y="15516"/>
                  </a:cubicBezTo>
                  <a:cubicBezTo>
                    <a:pt x="12648" y="15465"/>
                    <a:pt x="12662" y="15413"/>
                    <a:pt x="12671" y="15356"/>
                  </a:cubicBezTo>
                  <a:cubicBezTo>
                    <a:pt x="12679" y="15302"/>
                    <a:pt x="12690" y="15241"/>
                    <a:pt x="12658" y="15193"/>
                  </a:cubicBezTo>
                  <a:cubicBezTo>
                    <a:pt x="12655" y="15188"/>
                    <a:pt x="12650" y="15182"/>
                    <a:pt x="12646" y="15179"/>
                  </a:cubicBezTo>
                  <a:cubicBezTo>
                    <a:pt x="12748" y="13959"/>
                    <a:pt x="12679" y="12709"/>
                    <a:pt x="12684" y="11486"/>
                  </a:cubicBezTo>
                  <a:cubicBezTo>
                    <a:pt x="12687" y="10231"/>
                    <a:pt x="12697" y="8976"/>
                    <a:pt x="12690" y="7721"/>
                  </a:cubicBezTo>
                  <a:cubicBezTo>
                    <a:pt x="12676" y="5223"/>
                    <a:pt x="12739" y="2724"/>
                    <a:pt x="12648" y="226"/>
                  </a:cubicBezTo>
                  <a:cubicBezTo>
                    <a:pt x="12647" y="189"/>
                    <a:pt x="12626" y="165"/>
                    <a:pt x="12600" y="153"/>
                  </a:cubicBezTo>
                  <a:cubicBezTo>
                    <a:pt x="12592" y="137"/>
                    <a:pt x="12577" y="124"/>
                    <a:pt x="12552" y="124"/>
                  </a:cubicBezTo>
                  <a:cubicBezTo>
                    <a:pt x="9927" y="77"/>
                    <a:pt x="7291" y="1"/>
                    <a:pt x="4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0"/>
            <p:cNvSpPr/>
            <p:nvPr/>
          </p:nvSpPr>
          <p:spPr>
            <a:xfrm>
              <a:off x="5684148" y="471647"/>
              <a:ext cx="660059" cy="807486"/>
            </a:xfrm>
            <a:custGeom>
              <a:rect b="b" l="l" r="r" t="t"/>
              <a:pathLst>
                <a:path extrusionOk="0" h="15232" w="12451">
                  <a:moveTo>
                    <a:pt x="58" y="0"/>
                  </a:moveTo>
                  <a:cubicBezTo>
                    <a:pt x="58" y="7"/>
                    <a:pt x="60" y="10"/>
                    <a:pt x="60" y="16"/>
                  </a:cubicBezTo>
                  <a:cubicBezTo>
                    <a:pt x="57" y="2506"/>
                    <a:pt x="58" y="4997"/>
                    <a:pt x="45" y="7488"/>
                  </a:cubicBezTo>
                  <a:cubicBezTo>
                    <a:pt x="39" y="8732"/>
                    <a:pt x="40" y="9978"/>
                    <a:pt x="37" y="11224"/>
                  </a:cubicBezTo>
                  <a:cubicBezTo>
                    <a:pt x="33" y="12447"/>
                    <a:pt x="66" y="13681"/>
                    <a:pt x="0" y="14903"/>
                  </a:cubicBezTo>
                  <a:cubicBezTo>
                    <a:pt x="2031" y="14064"/>
                    <a:pt x="4066" y="13288"/>
                    <a:pt x="6034" y="12301"/>
                  </a:cubicBezTo>
                  <a:cubicBezTo>
                    <a:pt x="6046" y="12294"/>
                    <a:pt x="6058" y="12292"/>
                    <a:pt x="6070" y="12292"/>
                  </a:cubicBezTo>
                  <a:cubicBezTo>
                    <a:pt x="6078" y="12292"/>
                    <a:pt x="6086" y="12293"/>
                    <a:pt x="6094" y="12295"/>
                  </a:cubicBezTo>
                  <a:cubicBezTo>
                    <a:pt x="6099" y="12288"/>
                    <a:pt x="6106" y="12283"/>
                    <a:pt x="6117" y="12283"/>
                  </a:cubicBezTo>
                  <a:cubicBezTo>
                    <a:pt x="6117" y="12283"/>
                    <a:pt x="6118" y="12283"/>
                    <a:pt x="6119" y="12283"/>
                  </a:cubicBezTo>
                  <a:cubicBezTo>
                    <a:pt x="6591" y="12308"/>
                    <a:pt x="7054" y="12621"/>
                    <a:pt x="7466" y="12829"/>
                  </a:cubicBezTo>
                  <a:cubicBezTo>
                    <a:pt x="8003" y="13102"/>
                    <a:pt x="8541" y="13372"/>
                    <a:pt x="9081" y="13639"/>
                  </a:cubicBezTo>
                  <a:cubicBezTo>
                    <a:pt x="10182" y="14183"/>
                    <a:pt x="11292" y="14708"/>
                    <a:pt x="12403" y="15232"/>
                  </a:cubicBezTo>
                  <a:cubicBezTo>
                    <a:pt x="12407" y="15199"/>
                    <a:pt x="12412" y="15165"/>
                    <a:pt x="12412" y="15129"/>
                  </a:cubicBezTo>
                  <a:cubicBezTo>
                    <a:pt x="12412" y="15086"/>
                    <a:pt x="12399" y="15039"/>
                    <a:pt x="12416" y="14997"/>
                  </a:cubicBezTo>
                  <a:cubicBezTo>
                    <a:pt x="12418" y="14992"/>
                    <a:pt x="12421" y="14987"/>
                    <a:pt x="12424" y="14983"/>
                  </a:cubicBezTo>
                  <a:cubicBezTo>
                    <a:pt x="12327" y="13732"/>
                    <a:pt x="12405" y="12449"/>
                    <a:pt x="12410" y="11196"/>
                  </a:cubicBezTo>
                  <a:cubicBezTo>
                    <a:pt x="12413" y="9967"/>
                    <a:pt x="12414" y="8739"/>
                    <a:pt x="12426" y="7511"/>
                  </a:cubicBezTo>
                  <a:cubicBezTo>
                    <a:pt x="12450" y="5017"/>
                    <a:pt x="12407" y="2523"/>
                    <a:pt x="12345" y="29"/>
                  </a:cubicBezTo>
                  <a:cubicBezTo>
                    <a:pt x="12171" y="26"/>
                    <a:pt x="11997" y="24"/>
                    <a:pt x="11823" y="21"/>
                  </a:cubicBezTo>
                  <a:lnTo>
                    <a:pt x="11823" y="21"/>
                  </a:lnTo>
                  <a:cubicBezTo>
                    <a:pt x="11835" y="32"/>
                    <a:pt x="11842" y="47"/>
                    <a:pt x="11842" y="68"/>
                  </a:cubicBezTo>
                  <a:cubicBezTo>
                    <a:pt x="11852" y="2426"/>
                    <a:pt x="11869" y="4785"/>
                    <a:pt x="11882" y="7144"/>
                  </a:cubicBezTo>
                  <a:cubicBezTo>
                    <a:pt x="11896" y="9498"/>
                    <a:pt x="11976" y="11867"/>
                    <a:pt x="11900" y="14219"/>
                  </a:cubicBezTo>
                  <a:cubicBezTo>
                    <a:pt x="11899" y="14244"/>
                    <a:pt x="11881" y="14257"/>
                    <a:pt x="11863" y="14257"/>
                  </a:cubicBezTo>
                  <a:cubicBezTo>
                    <a:pt x="11853" y="14257"/>
                    <a:pt x="11843" y="14253"/>
                    <a:pt x="11835" y="14246"/>
                  </a:cubicBezTo>
                  <a:cubicBezTo>
                    <a:pt x="11823" y="14260"/>
                    <a:pt x="11807" y="14270"/>
                    <a:pt x="11788" y="14270"/>
                  </a:cubicBezTo>
                  <a:cubicBezTo>
                    <a:pt x="11779" y="14270"/>
                    <a:pt x="11769" y="14267"/>
                    <a:pt x="11759" y="14262"/>
                  </a:cubicBezTo>
                  <a:cubicBezTo>
                    <a:pt x="9912" y="13272"/>
                    <a:pt x="8031" y="12326"/>
                    <a:pt x="6217" y="11276"/>
                  </a:cubicBezTo>
                  <a:lnTo>
                    <a:pt x="6217" y="11276"/>
                  </a:lnTo>
                  <a:cubicBezTo>
                    <a:pt x="6224" y="11298"/>
                    <a:pt x="6219" y="11323"/>
                    <a:pt x="6191" y="11336"/>
                  </a:cubicBezTo>
                  <a:cubicBezTo>
                    <a:pt x="4403" y="12161"/>
                    <a:pt x="2583" y="13002"/>
                    <a:pt x="820" y="13761"/>
                  </a:cubicBezTo>
                  <a:lnTo>
                    <a:pt x="820" y="13774"/>
                  </a:lnTo>
                  <a:cubicBezTo>
                    <a:pt x="820" y="13814"/>
                    <a:pt x="784" y="13834"/>
                    <a:pt x="749" y="13834"/>
                  </a:cubicBezTo>
                  <a:cubicBezTo>
                    <a:pt x="713" y="13834"/>
                    <a:pt x="678" y="13814"/>
                    <a:pt x="678" y="13774"/>
                  </a:cubicBezTo>
                  <a:cubicBezTo>
                    <a:pt x="638" y="9186"/>
                    <a:pt x="580" y="4594"/>
                    <a:pt x="634" y="8"/>
                  </a:cubicBezTo>
                  <a:cubicBezTo>
                    <a:pt x="442" y="7"/>
                    <a:pt x="249" y="3"/>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0"/>
            <p:cNvSpPr/>
            <p:nvPr/>
          </p:nvSpPr>
          <p:spPr>
            <a:xfrm>
              <a:off x="5721415" y="470851"/>
              <a:ext cx="589393" cy="751187"/>
            </a:xfrm>
            <a:custGeom>
              <a:rect b="b" l="l" r="r" t="t"/>
              <a:pathLst>
                <a:path extrusionOk="0" h="14170" w="11118">
                  <a:moveTo>
                    <a:pt x="5316" y="0"/>
                  </a:moveTo>
                  <a:cubicBezTo>
                    <a:pt x="3837" y="0"/>
                    <a:pt x="2357" y="27"/>
                    <a:pt x="877" y="27"/>
                  </a:cubicBezTo>
                  <a:cubicBezTo>
                    <a:pt x="584" y="27"/>
                    <a:pt x="292" y="26"/>
                    <a:pt x="0" y="24"/>
                  </a:cubicBezTo>
                  <a:lnTo>
                    <a:pt x="0" y="24"/>
                  </a:lnTo>
                  <a:cubicBezTo>
                    <a:pt x="89" y="4568"/>
                    <a:pt x="89" y="9120"/>
                    <a:pt x="86" y="13666"/>
                  </a:cubicBezTo>
                  <a:cubicBezTo>
                    <a:pt x="1859" y="12853"/>
                    <a:pt x="3653" y="12077"/>
                    <a:pt x="5418" y="11245"/>
                  </a:cubicBezTo>
                  <a:cubicBezTo>
                    <a:pt x="5426" y="11241"/>
                    <a:pt x="5435" y="11239"/>
                    <a:pt x="5443" y="11239"/>
                  </a:cubicBezTo>
                  <a:cubicBezTo>
                    <a:pt x="5433" y="11211"/>
                    <a:pt x="5456" y="11177"/>
                    <a:pt x="5489" y="11177"/>
                  </a:cubicBezTo>
                  <a:cubicBezTo>
                    <a:pt x="5496" y="11177"/>
                    <a:pt x="5503" y="11179"/>
                    <a:pt x="5510" y="11182"/>
                  </a:cubicBezTo>
                  <a:cubicBezTo>
                    <a:pt x="7407" y="12117"/>
                    <a:pt x="9253" y="13171"/>
                    <a:pt x="11118" y="14169"/>
                  </a:cubicBezTo>
                  <a:cubicBezTo>
                    <a:pt x="11016" y="11838"/>
                    <a:pt x="11067" y="9492"/>
                    <a:pt x="11051" y="7158"/>
                  </a:cubicBezTo>
                  <a:cubicBezTo>
                    <a:pt x="11035" y="4800"/>
                    <a:pt x="11022" y="2441"/>
                    <a:pt x="11003" y="83"/>
                  </a:cubicBezTo>
                  <a:cubicBezTo>
                    <a:pt x="11003" y="61"/>
                    <a:pt x="11010" y="45"/>
                    <a:pt x="11023" y="35"/>
                  </a:cubicBezTo>
                  <a:cubicBezTo>
                    <a:pt x="9189" y="6"/>
                    <a:pt x="7351" y="4"/>
                    <a:pt x="5517" y="0"/>
                  </a:cubicBezTo>
                  <a:cubicBezTo>
                    <a:pt x="5450" y="0"/>
                    <a:pt x="5383" y="0"/>
                    <a:pt x="53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 name="Google Shape;516;p20"/>
          <p:cNvSpPr txBox="1"/>
          <p:nvPr>
            <p:ph idx="1" type="subTitle"/>
          </p:nvPr>
        </p:nvSpPr>
        <p:spPr>
          <a:xfrm flipH="1">
            <a:off x="2649475" y="2513525"/>
            <a:ext cx="3845100" cy="8694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Gloria Hallelujah"/>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None/>
              <a:defRPr sz="1400">
                <a:solidFill>
                  <a:schemeClr val="dk1"/>
                </a:solidFill>
              </a:defRPr>
            </a:lvl2pPr>
            <a:lvl3pPr lvl="2" rtl="0" algn="ctr">
              <a:lnSpc>
                <a:spcPct val="100000"/>
              </a:lnSpc>
              <a:spcBef>
                <a:spcPts val="0"/>
              </a:spcBef>
              <a:spcAft>
                <a:spcPts val="0"/>
              </a:spcAft>
              <a:buClr>
                <a:schemeClr val="dk1"/>
              </a:buClr>
              <a:buSzPts val="1400"/>
              <a:buNone/>
              <a:defRPr sz="1400">
                <a:solidFill>
                  <a:schemeClr val="dk1"/>
                </a:solidFill>
              </a:defRPr>
            </a:lvl3pPr>
            <a:lvl4pPr lvl="3" rtl="0" algn="ctr">
              <a:lnSpc>
                <a:spcPct val="100000"/>
              </a:lnSpc>
              <a:spcBef>
                <a:spcPts val="0"/>
              </a:spcBef>
              <a:spcAft>
                <a:spcPts val="0"/>
              </a:spcAft>
              <a:buClr>
                <a:schemeClr val="dk1"/>
              </a:buClr>
              <a:buSzPts val="1400"/>
              <a:buNone/>
              <a:defRPr sz="1400">
                <a:solidFill>
                  <a:schemeClr val="dk1"/>
                </a:solidFill>
              </a:defRPr>
            </a:lvl4pPr>
            <a:lvl5pPr lvl="4" rtl="0" algn="ctr">
              <a:lnSpc>
                <a:spcPct val="100000"/>
              </a:lnSpc>
              <a:spcBef>
                <a:spcPts val="0"/>
              </a:spcBef>
              <a:spcAft>
                <a:spcPts val="0"/>
              </a:spcAft>
              <a:buClr>
                <a:schemeClr val="dk1"/>
              </a:buClr>
              <a:buSzPts val="1400"/>
              <a:buNone/>
              <a:defRPr sz="1400">
                <a:solidFill>
                  <a:schemeClr val="dk1"/>
                </a:solidFill>
              </a:defRPr>
            </a:lvl5pPr>
            <a:lvl6pPr lvl="5" rtl="0" algn="ctr">
              <a:lnSpc>
                <a:spcPct val="100000"/>
              </a:lnSpc>
              <a:spcBef>
                <a:spcPts val="0"/>
              </a:spcBef>
              <a:spcAft>
                <a:spcPts val="0"/>
              </a:spcAft>
              <a:buClr>
                <a:schemeClr val="dk1"/>
              </a:buClr>
              <a:buSzPts val="1400"/>
              <a:buNone/>
              <a:defRPr sz="1400">
                <a:solidFill>
                  <a:schemeClr val="dk1"/>
                </a:solidFill>
              </a:defRPr>
            </a:lvl6pPr>
            <a:lvl7pPr lvl="6" rtl="0" algn="ctr">
              <a:lnSpc>
                <a:spcPct val="100000"/>
              </a:lnSpc>
              <a:spcBef>
                <a:spcPts val="0"/>
              </a:spcBef>
              <a:spcAft>
                <a:spcPts val="0"/>
              </a:spcAft>
              <a:buClr>
                <a:schemeClr val="dk1"/>
              </a:buClr>
              <a:buSzPts val="1400"/>
              <a:buNone/>
              <a:defRPr sz="1400">
                <a:solidFill>
                  <a:schemeClr val="dk1"/>
                </a:solidFill>
              </a:defRPr>
            </a:lvl7pPr>
            <a:lvl8pPr lvl="7" rtl="0" algn="ctr">
              <a:lnSpc>
                <a:spcPct val="100000"/>
              </a:lnSpc>
              <a:spcBef>
                <a:spcPts val="0"/>
              </a:spcBef>
              <a:spcAft>
                <a:spcPts val="0"/>
              </a:spcAft>
              <a:buClr>
                <a:schemeClr val="dk1"/>
              </a:buClr>
              <a:buSzPts val="1400"/>
              <a:buNone/>
              <a:defRPr sz="1400">
                <a:solidFill>
                  <a:schemeClr val="dk1"/>
                </a:solidFill>
              </a:defRPr>
            </a:lvl8pPr>
            <a:lvl9pPr lvl="8" rtl="0" algn="ctr">
              <a:lnSpc>
                <a:spcPct val="100000"/>
              </a:lnSpc>
              <a:spcBef>
                <a:spcPts val="0"/>
              </a:spcBef>
              <a:spcAft>
                <a:spcPts val="0"/>
              </a:spcAft>
              <a:buClr>
                <a:schemeClr val="dk1"/>
              </a:buClr>
              <a:buSzPts val="1400"/>
              <a:buNone/>
              <a:defRPr sz="1400">
                <a:solidFill>
                  <a:schemeClr val="dk1"/>
                </a:solidFill>
              </a:defRPr>
            </a:lvl9pPr>
          </a:lstStyle>
          <a:p/>
        </p:txBody>
      </p:sp>
      <p:sp>
        <p:nvSpPr>
          <p:cNvPr id="517" name="Google Shape;517;p20"/>
          <p:cNvSpPr/>
          <p:nvPr/>
        </p:nvSpPr>
        <p:spPr>
          <a:xfrm>
            <a:off x="433397" y="3873365"/>
            <a:ext cx="559652" cy="537631"/>
          </a:xfrm>
          <a:custGeom>
            <a:rect b="b" l="l" r="r" t="t"/>
            <a:pathLst>
              <a:path extrusionOk="0" h="3786" w="3941">
                <a:moveTo>
                  <a:pt x="2590" y="410"/>
                </a:moveTo>
                <a:cubicBezTo>
                  <a:pt x="2599" y="410"/>
                  <a:pt x="2603" y="418"/>
                  <a:pt x="2606" y="432"/>
                </a:cubicBezTo>
                <a:cubicBezTo>
                  <a:pt x="2612" y="467"/>
                  <a:pt x="2609" y="510"/>
                  <a:pt x="2601" y="528"/>
                </a:cubicBezTo>
                <a:cubicBezTo>
                  <a:pt x="2592" y="547"/>
                  <a:pt x="2589" y="613"/>
                  <a:pt x="2594" y="677"/>
                </a:cubicBezTo>
                <a:cubicBezTo>
                  <a:pt x="2599" y="740"/>
                  <a:pt x="2591" y="856"/>
                  <a:pt x="2574" y="935"/>
                </a:cubicBezTo>
                <a:cubicBezTo>
                  <a:pt x="2558" y="1013"/>
                  <a:pt x="2555" y="1111"/>
                  <a:pt x="2567" y="1154"/>
                </a:cubicBezTo>
                <a:cubicBezTo>
                  <a:pt x="2590" y="1227"/>
                  <a:pt x="2599" y="1232"/>
                  <a:pt x="2755" y="1262"/>
                </a:cubicBezTo>
                <a:cubicBezTo>
                  <a:pt x="2846" y="1279"/>
                  <a:pt x="2956" y="1305"/>
                  <a:pt x="3003" y="1321"/>
                </a:cubicBezTo>
                <a:cubicBezTo>
                  <a:pt x="3049" y="1335"/>
                  <a:pt x="3174" y="1360"/>
                  <a:pt x="3279" y="1375"/>
                </a:cubicBezTo>
                <a:cubicBezTo>
                  <a:pt x="3533" y="1411"/>
                  <a:pt x="3610" y="1431"/>
                  <a:pt x="3598" y="1454"/>
                </a:cubicBezTo>
                <a:cubicBezTo>
                  <a:pt x="3593" y="1466"/>
                  <a:pt x="3377" y="1549"/>
                  <a:pt x="3120" y="1639"/>
                </a:cubicBezTo>
                <a:cubicBezTo>
                  <a:pt x="2601" y="1819"/>
                  <a:pt x="2539" y="1873"/>
                  <a:pt x="2695" y="2002"/>
                </a:cubicBezTo>
                <a:cubicBezTo>
                  <a:pt x="2742" y="2041"/>
                  <a:pt x="2909" y="2204"/>
                  <a:pt x="3069" y="2369"/>
                </a:cubicBezTo>
                <a:lnTo>
                  <a:pt x="3359" y="2666"/>
                </a:lnTo>
                <a:lnTo>
                  <a:pt x="3237" y="2646"/>
                </a:lnTo>
                <a:cubicBezTo>
                  <a:pt x="3170" y="2636"/>
                  <a:pt x="2955" y="2593"/>
                  <a:pt x="2758" y="2550"/>
                </a:cubicBezTo>
                <a:cubicBezTo>
                  <a:pt x="2592" y="2515"/>
                  <a:pt x="2484" y="2498"/>
                  <a:pt x="2423" y="2498"/>
                </a:cubicBezTo>
                <a:cubicBezTo>
                  <a:pt x="2392" y="2498"/>
                  <a:pt x="2373" y="2502"/>
                  <a:pt x="2364" y="2511"/>
                </a:cubicBezTo>
                <a:cubicBezTo>
                  <a:pt x="2345" y="2532"/>
                  <a:pt x="2330" y="2622"/>
                  <a:pt x="2331" y="2713"/>
                </a:cubicBezTo>
                <a:cubicBezTo>
                  <a:pt x="2332" y="2803"/>
                  <a:pt x="2323" y="2954"/>
                  <a:pt x="2309" y="3050"/>
                </a:cubicBezTo>
                <a:cubicBezTo>
                  <a:pt x="2295" y="3145"/>
                  <a:pt x="2289" y="3245"/>
                  <a:pt x="2294" y="3270"/>
                </a:cubicBezTo>
                <a:cubicBezTo>
                  <a:pt x="2300" y="3297"/>
                  <a:pt x="2297" y="3309"/>
                  <a:pt x="2290" y="3309"/>
                </a:cubicBezTo>
                <a:cubicBezTo>
                  <a:pt x="2276" y="3309"/>
                  <a:pt x="2243" y="3265"/>
                  <a:pt x="2216" y="3199"/>
                </a:cubicBezTo>
                <a:cubicBezTo>
                  <a:pt x="2196" y="3147"/>
                  <a:pt x="2135" y="3007"/>
                  <a:pt x="2082" y="2891"/>
                </a:cubicBezTo>
                <a:cubicBezTo>
                  <a:pt x="2030" y="2774"/>
                  <a:pt x="1974" y="2644"/>
                  <a:pt x="1961" y="2606"/>
                </a:cubicBezTo>
                <a:cubicBezTo>
                  <a:pt x="1941" y="2548"/>
                  <a:pt x="1920" y="2534"/>
                  <a:pt x="1854" y="2532"/>
                </a:cubicBezTo>
                <a:cubicBezTo>
                  <a:pt x="1853" y="2532"/>
                  <a:pt x="1853" y="2532"/>
                  <a:pt x="1853" y="2532"/>
                </a:cubicBezTo>
                <a:cubicBezTo>
                  <a:pt x="1777" y="2532"/>
                  <a:pt x="1468" y="2664"/>
                  <a:pt x="1272" y="2783"/>
                </a:cubicBezTo>
                <a:cubicBezTo>
                  <a:pt x="1229" y="2809"/>
                  <a:pt x="1147" y="2851"/>
                  <a:pt x="1092" y="2876"/>
                </a:cubicBezTo>
                <a:lnTo>
                  <a:pt x="992" y="2922"/>
                </a:lnTo>
                <a:lnTo>
                  <a:pt x="1194" y="2531"/>
                </a:lnTo>
                <a:cubicBezTo>
                  <a:pt x="1347" y="2231"/>
                  <a:pt x="1391" y="2125"/>
                  <a:pt x="1381" y="2077"/>
                </a:cubicBezTo>
                <a:cubicBezTo>
                  <a:pt x="1368" y="2025"/>
                  <a:pt x="1317" y="1996"/>
                  <a:pt x="1044" y="1880"/>
                </a:cubicBezTo>
                <a:cubicBezTo>
                  <a:pt x="866" y="1804"/>
                  <a:pt x="659" y="1728"/>
                  <a:pt x="581" y="1706"/>
                </a:cubicBezTo>
                <a:cubicBezTo>
                  <a:pt x="501" y="1685"/>
                  <a:pt x="442" y="1665"/>
                  <a:pt x="444" y="1659"/>
                </a:cubicBezTo>
                <a:cubicBezTo>
                  <a:pt x="447" y="1654"/>
                  <a:pt x="521" y="1645"/>
                  <a:pt x="614" y="1640"/>
                </a:cubicBezTo>
                <a:cubicBezTo>
                  <a:pt x="705" y="1635"/>
                  <a:pt x="829" y="1620"/>
                  <a:pt x="896" y="1607"/>
                </a:cubicBezTo>
                <a:cubicBezTo>
                  <a:pt x="960" y="1595"/>
                  <a:pt x="1127" y="1580"/>
                  <a:pt x="1264" y="1575"/>
                </a:cubicBezTo>
                <a:cubicBezTo>
                  <a:pt x="1550" y="1564"/>
                  <a:pt x="1602" y="1522"/>
                  <a:pt x="1540" y="1348"/>
                </a:cubicBezTo>
                <a:cubicBezTo>
                  <a:pt x="1517" y="1285"/>
                  <a:pt x="1481" y="1150"/>
                  <a:pt x="1459" y="1046"/>
                </a:cubicBezTo>
                <a:cubicBezTo>
                  <a:pt x="1436" y="942"/>
                  <a:pt x="1405" y="815"/>
                  <a:pt x="1389" y="762"/>
                </a:cubicBezTo>
                <a:cubicBezTo>
                  <a:pt x="1366" y="682"/>
                  <a:pt x="1362" y="642"/>
                  <a:pt x="1378" y="642"/>
                </a:cubicBezTo>
                <a:cubicBezTo>
                  <a:pt x="1392" y="642"/>
                  <a:pt x="1422" y="675"/>
                  <a:pt x="1466" y="740"/>
                </a:cubicBezTo>
                <a:cubicBezTo>
                  <a:pt x="1555" y="874"/>
                  <a:pt x="1817" y="1083"/>
                  <a:pt x="1904" y="1091"/>
                </a:cubicBezTo>
                <a:cubicBezTo>
                  <a:pt x="1905" y="1091"/>
                  <a:pt x="1906" y="1091"/>
                  <a:pt x="1907" y="1091"/>
                </a:cubicBezTo>
                <a:cubicBezTo>
                  <a:pt x="1934" y="1091"/>
                  <a:pt x="1978" y="1064"/>
                  <a:pt x="2004" y="1030"/>
                </a:cubicBezTo>
                <a:cubicBezTo>
                  <a:pt x="2033" y="995"/>
                  <a:pt x="2177" y="832"/>
                  <a:pt x="2326" y="667"/>
                </a:cubicBezTo>
                <a:cubicBezTo>
                  <a:pt x="2496" y="478"/>
                  <a:pt x="2563" y="410"/>
                  <a:pt x="2590" y="410"/>
                </a:cubicBezTo>
                <a:close/>
                <a:moveTo>
                  <a:pt x="2709" y="0"/>
                </a:moveTo>
                <a:cubicBezTo>
                  <a:pt x="2682" y="0"/>
                  <a:pt x="2652" y="9"/>
                  <a:pt x="2622" y="27"/>
                </a:cubicBezTo>
                <a:cubicBezTo>
                  <a:pt x="2580" y="52"/>
                  <a:pt x="2547" y="89"/>
                  <a:pt x="2550" y="107"/>
                </a:cubicBezTo>
                <a:cubicBezTo>
                  <a:pt x="2552" y="126"/>
                  <a:pt x="2468" y="241"/>
                  <a:pt x="2365" y="360"/>
                </a:cubicBezTo>
                <a:cubicBezTo>
                  <a:pt x="2262" y="480"/>
                  <a:pt x="2174" y="588"/>
                  <a:pt x="2171" y="597"/>
                </a:cubicBezTo>
                <a:cubicBezTo>
                  <a:pt x="2168" y="607"/>
                  <a:pt x="2146" y="631"/>
                  <a:pt x="2122" y="652"/>
                </a:cubicBezTo>
                <a:cubicBezTo>
                  <a:pt x="2098" y="672"/>
                  <a:pt x="2039" y="733"/>
                  <a:pt x="1989" y="790"/>
                </a:cubicBezTo>
                <a:cubicBezTo>
                  <a:pt x="1939" y="846"/>
                  <a:pt x="1914" y="869"/>
                  <a:pt x="1886" y="869"/>
                </a:cubicBezTo>
                <a:cubicBezTo>
                  <a:pt x="1868" y="869"/>
                  <a:pt x="1850" y="860"/>
                  <a:pt x="1824" y="844"/>
                </a:cubicBezTo>
                <a:cubicBezTo>
                  <a:pt x="1782" y="818"/>
                  <a:pt x="1694" y="726"/>
                  <a:pt x="1626" y="635"/>
                </a:cubicBezTo>
                <a:cubicBezTo>
                  <a:pt x="1442" y="390"/>
                  <a:pt x="1245" y="223"/>
                  <a:pt x="1149" y="223"/>
                </a:cubicBezTo>
                <a:cubicBezTo>
                  <a:pt x="1133" y="223"/>
                  <a:pt x="1120" y="228"/>
                  <a:pt x="1110" y="237"/>
                </a:cubicBezTo>
                <a:cubicBezTo>
                  <a:pt x="1064" y="282"/>
                  <a:pt x="1073" y="379"/>
                  <a:pt x="1140" y="584"/>
                </a:cubicBezTo>
                <a:cubicBezTo>
                  <a:pt x="1172" y="680"/>
                  <a:pt x="1214" y="830"/>
                  <a:pt x="1232" y="915"/>
                </a:cubicBezTo>
                <a:cubicBezTo>
                  <a:pt x="1250" y="1000"/>
                  <a:pt x="1281" y="1139"/>
                  <a:pt x="1299" y="1225"/>
                </a:cubicBezTo>
                <a:cubicBezTo>
                  <a:pt x="1320" y="1320"/>
                  <a:pt x="1320" y="1376"/>
                  <a:pt x="1298" y="1376"/>
                </a:cubicBezTo>
                <a:cubicBezTo>
                  <a:pt x="1298" y="1376"/>
                  <a:pt x="1298" y="1376"/>
                  <a:pt x="1297" y="1376"/>
                </a:cubicBezTo>
                <a:cubicBezTo>
                  <a:pt x="1292" y="1376"/>
                  <a:pt x="1286" y="1375"/>
                  <a:pt x="1277" y="1375"/>
                </a:cubicBezTo>
                <a:cubicBezTo>
                  <a:pt x="1133" y="1375"/>
                  <a:pt x="477" y="1451"/>
                  <a:pt x="286" y="1491"/>
                </a:cubicBezTo>
                <a:cubicBezTo>
                  <a:pt x="107" y="1529"/>
                  <a:pt x="61" y="1551"/>
                  <a:pt x="30" y="1616"/>
                </a:cubicBezTo>
                <a:cubicBezTo>
                  <a:pt x="0" y="1678"/>
                  <a:pt x="5" y="1706"/>
                  <a:pt x="52" y="1745"/>
                </a:cubicBezTo>
                <a:cubicBezTo>
                  <a:pt x="84" y="1772"/>
                  <a:pt x="151" y="1797"/>
                  <a:pt x="200" y="1800"/>
                </a:cubicBezTo>
                <a:cubicBezTo>
                  <a:pt x="291" y="1807"/>
                  <a:pt x="952" y="2025"/>
                  <a:pt x="1105" y="2098"/>
                </a:cubicBezTo>
                <a:lnTo>
                  <a:pt x="1188" y="2138"/>
                </a:lnTo>
                <a:lnTo>
                  <a:pt x="1040" y="2445"/>
                </a:lnTo>
                <a:cubicBezTo>
                  <a:pt x="957" y="2616"/>
                  <a:pt x="844" y="2808"/>
                  <a:pt x="785" y="2877"/>
                </a:cubicBezTo>
                <a:cubicBezTo>
                  <a:pt x="620" y="3073"/>
                  <a:pt x="575" y="3250"/>
                  <a:pt x="680" y="3302"/>
                </a:cubicBezTo>
                <a:cubicBezTo>
                  <a:pt x="682" y="3303"/>
                  <a:pt x="686" y="3304"/>
                  <a:pt x="690" y="3304"/>
                </a:cubicBezTo>
                <a:cubicBezTo>
                  <a:pt x="748" y="3304"/>
                  <a:pt x="952" y="3183"/>
                  <a:pt x="978" y="3130"/>
                </a:cubicBezTo>
                <a:cubicBezTo>
                  <a:pt x="987" y="3111"/>
                  <a:pt x="1002" y="3099"/>
                  <a:pt x="1016" y="3099"/>
                </a:cubicBezTo>
                <a:cubicBezTo>
                  <a:pt x="1018" y="3099"/>
                  <a:pt x="1021" y="3099"/>
                  <a:pt x="1024" y="3100"/>
                </a:cubicBezTo>
                <a:cubicBezTo>
                  <a:pt x="1025" y="3101"/>
                  <a:pt x="1026" y="3101"/>
                  <a:pt x="1027" y="3101"/>
                </a:cubicBezTo>
                <a:cubicBezTo>
                  <a:pt x="1069" y="3101"/>
                  <a:pt x="1386" y="2948"/>
                  <a:pt x="1674" y="2788"/>
                </a:cubicBezTo>
                <a:cubicBezTo>
                  <a:pt x="1726" y="2759"/>
                  <a:pt x="1765" y="2744"/>
                  <a:pt x="1793" y="2744"/>
                </a:cubicBezTo>
                <a:cubicBezTo>
                  <a:pt x="1831" y="2744"/>
                  <a:pt x="1852" y="2770"/>
                  <a:pt x="1864" y="2823"/>
                </a:cubicBezTo>
                <a:cubicBezTo>
                  <a:pt x="1887" y="2910"/>
                  <a:pt x="2191" y="3608"/>
                  <a:pt x="2250" y="3705"/>
                </a:cubicBezTo>
                <a:cubicBezTo>
                  <a:pt x="2289" y="3767"/>
                  <a:pt x="2314" y="3785"/>
                  <a:pt x="2366" y="3785"/>
                </a:cubicBezTo>
                <a:cubicBezTo>
                  <a:pt x="2368" y="3785"/>
                  <a:pt x="2369" y="3785"/>
                  <a:pt x="2371" y="3785"/>
                </a:cubicBezTo>
                <a:cubicBezTo>
                  <a:pt x="2463" y="3782"/>
                  <a:pt x="2481" y="3737"/>
                  <a:pt x="2476" y="3523"/>
                </a:cubicBezTo>
                <a:cubicBezTo>
                  <a:pt x="2473" y="3425"/>
                  <a:pt x="2482" y="3223"/>
                  <a:pt x="2496" y="3073"/>
                </a:cubicBezTo>
                <a:cubicBezTo>
                  <a:pt x="2510" y="2923"/>
                  <a:pt x="2521" y="2777"/>
                  <a:pt x="2523" y="2747"/>
                </a:cubicBezTo>
                <a:cubicBezTo>
                  <a:pt x="2523" y="2725"/>
                  <a:pt x="2536" y="2714"/>
                  <a:pt x="2579" y="2714"/>
                </a:cubicBezTo>
                <a:cubicBezTo>
                  <a:pt x="2623" y="2714"/>
                  <a:pt x="2699" y="2726"/>
                  <a:pt x="2826" y="2750"/>
                </a:cubicBezTo>
                <a:cubicBezTo>
                  <a:pt x="2994" y="2781"/>
                  <a:pt x="3221" y="2830"/>
                  <a:pt x="3335" y="2859"/>
                </a:cubicBezTo>
                <a:cubicBezTo>
                  <a:pt x="3414" y="2879"/>
                  <a:pt x="3481" y="2888"/>
                  <a:pt x="3535" y="2888"/>
                </a:cubicBezTo>
                <a:cubicBezTo>
                  <a:pt x="3727" y="2888"/>
                  <a:pt x="3758" y="2772"/>
                  <a:pt x="3572" y="2602"/>
                </a:cubicBezTo>
                <a:cubicBezTo>
                  <a:pt x="3354" y="2405"/>
                  <a:pt x="2936" y="1957"/>
                  <a:pt x="2951" y="1937"/>
                </a:cubicBezTo>
                <a:cubicBezTo>
                  <a:pt x="2958" y="1927"/>
                  <a:pt x="3181" y="1835"/>
                  <a:pt x="3442" y="1735"/>
                </a:cubicBezTo>
                <a:cubicBezTo>
                  <a:pt x="3703" y="1634"/>
                  <a:pt x="3925" y="1538"/>
                  <a:pt x="3933" y="1522"/>
                </a:cubicBezTo>
                <a:cubicBezTo>
                  <a:pt x="3940" y="1507"/>
                  <a:pt x="3936" y="1464"/>
                  <a:pt x="3923" y="1430"/>
                </a:cubicBezTo>
                <a:cubicBezTo>
                  <a:pt x="3893" y="1347"/>
                  <a:pt x="3653" y="1255"/>
                  <a:pt x="3292" y="1189"/>
                </a:cubicBezTo>
                <a:cubicBezTo>
                  <a:pt x="3144" y="1161"/>
                  <a:pt x="2965" y="1125"/>
                  <a:pt x="2887" y="1106"/>
                </a:cubicBezTo>
                <a:lnTo>
                  <a:pt x="2747" y="1072"/>
                </a:lnTo>
                <a:lnTo>
                  <a:pt x="2767" y="875"/>
                </a:lnTo>
                <a:cubicBezTo>
                  <a:pt x="2778" y="768"/>
                  <a:pt x="2787" y="604"/>
                  <a:pt x="2787" y="514"/>
                </a:cubicBezTo>
                <a:cubicBezTo>
                  <a:pt x="2789" y="425"/>
                  <a:pt x="2795" y="347"/>
                  <a:pt x="2803" y="345"/>
                </a:cubicBezTo>
                <a:cubicBezTo>
                  <a:pt x="2828" y="336"/>
                  <a:pt x="2836" y="101"/>
                  <a:pt x="2812" y="62"/>
                </a:cubicBezTo>
                <a:cubicBezTo>
                  <a:pt x="2787" y="21"/>
                  <a:pt x="2751" y="0"/>
                  <a:pt x="27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518" name="Google Shape;518;p20"/>
          <p:cNvGrpSpPr/>
          <p:nvPr/>
        </p:nvGrpSpPr>
        <p:grpSpPr>
          <a:xfrm>
            <a:off x="8028956" y="4262978"/>
            <a:ext cx="394966" cy="325088"/>
            <a:chOff x="6815683" y="2849752"/>
            <a:chExt cx="186975" cy="153895"/>
          </a:xfrm>
        </p:grpSpPr>
        <p:sp>
          <p:nvSpPr>
            <p:cNvPr id="519" name="Google Shape;519;p20"/>
            <p:cNvSpPr/>
            <p:nvPr/>
          </p:nvSpPr>
          <p:spPr>
            <a:xfrm>
              <a:off x="6822044" y="2861043"/>
              <a:ext cx="172556" cy="131365"/>
            </a:xfrm>
            <a:custGeom>
              <a:rect b="b" l="l" r="r" t="t"/>
              <a:pathLst>
                <a:path extrusionOk="0" h="2478" w="3255">
                  <a:moveTo>
                    <a:pt x="1618" y="0"/>
                  </a:moveTo>
                  <a:cubicBezTo>
                    <a:pt x="1601" y="0"/>
                    <a:pt x="1578" y="4"/>
                    <a:pt x="1546" y="13"/>
                  </a:cubicBezTo>
                  <a:cubicBezTo>
                    <a:pt x="1346" y="66"/>
                    <a:pt x="1211" y="447"/>
                    <a:pt x="1130" y="664"/>
                  </a:cubicBezTo>
                  <a:cubicBezTo>
                    <a:pt x="1153" y="691"/>
                    <a:pt x="1138" y="741"/>
                    <a:pt x="1100" y="756"/>
                  </a:cubicBezTo>
                  <a:lnTo>
                    <a:pt x="1101" y="759"/>
                  </a:lnTo>
                  <a:cubicBezTo>
                    <a:pt x="1081" y="762"/>
                    <a:pt x="1061" y="763"/>
                    <a:pt x="1041" y="766"/>
                  </a:cubicBezTo>
                  <a:cubicBezTo>
                    <a:pt x="1017" y="773"/>
                    <a:pt x="993" y="779"/>
                    <a:pt x="969" y="786"/>
                  </a:cubicBezTo>
                  <a:cubicBezTo>
                    <a:pt x="964" y="789"/>
                    <a:pt x="958" y="791"/>
                    <a:pt x="953" y="791"/>
                  </a:cubicBezTo>
                  <a:cubicBezTo>
                    <a:pt x="944" y="791"/>
                    <a:pt x="935" y="786"/>
                    <a:pt x="929" y="778"/>
                  </a:cubicBezTo>
                  <a:cubicBezTo>
                    <a:pt x="811" y="787"/>
                    <a:pt x="694" y="788"/>
                    <a:pt x="576" y="789"/>
                  </a:cubicBezTo>
                  <a:cubicBezTo>
                    <a:pt x="574" y="789"/>
                    <a:pt x="572" y="789"/>
                    <a:pt x="569" y="789"/>
                  </a:cubicBezTo>
                  <a:cubicBezTo>
                    <a:pt x="520" y="789"/>
                    <a:pt x="433" y="779"/>
                    <a:pt x="348" y="779"/>
                  </a:cubicBezTo>
                  <a:cubicBezTo>
                    <a:pt x="255" y="779"/>
                    <a:pt x="164" y="791"/>
                    <a:pt x="127" y="840"/>
                  </a:cubicBezTo>
                  <a:cubicBezTo>
                    <a:pt x="0" y="1010"/>
                    <a:pt x="768" y="1374"/>
                    <a:pt x="889" y="1439"/>
                  </a:cubicBezTo>
                  <a:cubicBezTo>
                    <a:pt x="898" y="1445"/>
                    <a:pt x="905" y="1451"/>
                    <a:pt x="911" y="1458"/>
                  </a:cubicBezTo>
                  <a:cubicBezTo>
                    <a:pt x="932" y="1464"/>
                    <a:pt x="949" y="1483"/>
                    <a:pt x="940" y="1509"/>
                  </a:cubicBezTo>
                  <a:cubicBezTo>
                    <a:pt x="887" y="1667"/>
                    <a:pt x="837" y="1826"/>
                    <a:pt x="797" y="1989"/>
                  </a:cubicBezTo>
                  <a:cubicBezTo>
                    <a:pt x="777" y="2073"/>
                    <a:pt x="761" y="2157"/>
                    <a:pt x="751" y="2244"/>
                  </a:cubicBezTo>
                  <a:cubicBezTo>
                    <a:pt x="739" y="2338"/>
                    <a:pt x="693" y="2446"/>
                    <a:pt x="790" y="2474"/>
                  </a:cubicBezTo>
                  <a:cubicBezTo>
                    <a:pt x="798" y="2476"/>
                    <a:pt x="806" y="2477"/>
                    <a:pt x="815" y="2477"/>
                  </a:cubicBezTo>
                  <a:cubicBezTo>
                    <a:pt x="943" y="2477"/>
                    <a:pt x="1158" y="2240"/>
                    <a:pt x="1251" y="2158"/>
                  </a:cubicBezTo>
                  <a:cubicBezTo>
                    <a:pt x="1369" y="2056"/>
                    <a:pt x="1478" y="1947"/>
                    <a:pt x="1590" y="1840"/>
                  </a:cubicBezTo>
                  <a:cubicBezTo>
                    <a:pt x="1607" y="1824"/>
                    <a:pt x="1625" y="1817"/>
                    <a:pt x="1642" y="1817"/>
                  </a:cubicBezTo>
                  <a:cubicBezTo>
                    <a:pt x="1675" y="1817"/>
                    <a:pt x="1706" y="1842"/>
                    <a:pt x="1717" y="1873"/>
                  </a:cubicBezTo>
                  <a:cubicBezTo>
                    <a:pt x="1996" y="2112"/>
                    <a:pt x="2307" y="2289"/>
                    <a:pt x="2658" y="2391"/>
                  </a:cubicBezTo>
                  <a:cubicBezTo>
                    <a:pt x="2643" y="2234"/>
                    <a:pt x="2618" y="2080"/>
                    <a:pt x="2573" y="1928"/>
                  </a:cubicBezTo>
                  <a:cubicBezTo>
                    <a:pt x="2525" y="1760"/>
                    <a:pt x="2432" y="1607"/>
                    <a:pt x="2392" y="1438"/>
                  </a:cubicBezTo>
                  <a:cubicBezTo>
                    <a:pt x="2384" y="1403"/>
                    <a:pt x="2409" y="1369"/>
                    <a:pt x="2440" y="1359"/>
                  </a:cubicBezTo>
                  <a:cubicBezTo>
                    <a:pt x="2440" y="1342"/>
                    <a:pt x="2449" y="1325"/>
                    <a:pt x="2469" y="1313"/>
                  </a:cubicBezTo>
                  <a:cubicBezTo>
                    <a:pt x="2566" y="1251"/>
                    <a:pt x="3254" y="784"/>
                    <a:pt x="3174" y="661"/>
                  </a:cubicBezTo>
                  <a:cubicBezTo>
                    <a:pt x="3156" y="633"/>
                    <a:pt x="3089" y="624"/>
                    <a:pt x="3008" y="624"/>
                  </a:cubicBezTo>
                  <a:cubicBezTo>
                    <a:pt x="2877" y="624"/>
                    <a:pt x="2710" y="647"/>
                    <a:pt x="2652" y="651"/>
                  </a:cubicBezTo>
                  <a:cubicBezTo>
                    <a:pt x="2482" y="663"/>
                    <a:pt x="2314" y="691"/>
                    <a:pt x="2145" y="695"/>
                  </a:cubicBezTo>
                  <a:cubicBezTo>
                    <a:pt x="2144" y="695"/>
                    <a:pt x="2143" y="695"/>
                    <a:pt x="2141" y="695"/>
                  </a:cubicBezTo>
                  <a:cubicBezTo>
                    <a:pt x="2106" y="695"/>
                    <a:pt x="2084" y="670"/>
                    <a:pt x="2076" y="641"/>
                  </a:cubicBezTo>
                  <a:cubicBezTo>
                    <a:pt x="2062" y="637"/>
                    <a:pt x="2049" y="631"/>
                    <a:pt x="2041" y="618"/>
                  </a:cubicBezTo>
                  <a:cubicBezTo>
                    <a:pt x="1967" y="512"/>
                    <a:pt x="1928" y="388"/>
                    <a:pt x="1860" y="278"/>
                  </a:cubicBezTo>
                  <a:cubicBezTo>
                    <a:pt x="1821" y="214"/>
                    <a:pt x="1777" y="151"/>
                    <a:pt x="1730" y="94"/>
                  </a:cubicBezTo>
                  <a:cubicBezTo>
                    <a:pt x="1678" y="31"/>
                    <a:pt x="1665" y="0"/>
                    <a:pt x="16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0"/>
            <p:cNvSpPr/>
            <p:nvPr/>
          </p:nvSpPr>
          <p:spPr>
            <a:xfrm>
              <a:off x="6815683" y="2849752"/>
              <a:ext cx="186975" cy="153895"/>
            </a:xfrm>
            <a:custGeom>
              <a:rect b="b" l="l" r="r" t="t"/>
              <a:pathLst>
                <a:path extrusionOk="0" h="2903" w="3527">
                  <a:moveTo>
                    <a:pt x="1738" y="213"/>
                  </a:moveTo>
                  <a:cubicBezTo>
                    <a:pt x="1785" y="213"/>
                    <a:pt x="1798" y="244"/>
                    <a:pt x="1850" y="307"/>
                  </a:cubicBezTo>
                  <a:cubicBezTo>
                    <a:pt x="1897" y="365"/>
                    <a:pt x="1941" y="427"/>
                    <a:pt x="1980" y="491"/>
                  </a:cubicBezTo>
                  <a:cubicBezTo>
                    <a:pt x="2048" y="601"/>
                    <a:pt x="2087" y="725"/>
                    <a:pt x="2161" y="831"/>
                  </a:cubicBezTo>
                  <a:cubicBezTo>
                    <a:pt x="2169" y="844"/>
                    <a:pt x="2182" y="850"/>
                    <a:pt x="2196" y="854"/>
                  </a:cubicBezTo>
                  <a:cubicBezTo>
                    <a:pt x="2204" y="883"/>
                    <a:pt x="2226" y="908"/>
                    <a:pt x="2261" y="908"/>
                  </a:cubicBezTo>
                  <a:cubicBezTo>
                    <a:pt x="2263" y="908"/>
                    <a:pt x="2264" y="908"/>
                    <a:pt x="2265" y="908"/>
                  </a:cubicBezTo>
                  <a:cubicBezTo>
                    <a:pt x="2434" y="904"/>
                    <a:pt x="2602" y="876"/>
                    <a:pt x="2772" y="864"/>
                  </a:cubicBezTo>
                  <a:cubicBezTo>
                    <a:pt x="2830" y="860"/>
                    <a:pt x="2997" y="837"/>
                    <a:pt x="3128" y="837"/>
                  </a:cubicBezTo>
                  <a:cubicBezTo>
                    <a:pt x="3209" y="837"/>
                    <a:pt x="3276" y="846"/>
                    <a:pt x="3294" y="874"/>
                  </a:cubicBezTo>
                  <a:cubicBezTo>
                    <a:pt x="3374" y="997"/>
                    <a:pt x="2686" y="1464"/>
                    <a:pt x="2589" y="1526"/>
                  </a:cubicBezTo>
                  <a:cubicBezTo>
                    <a:pt x="2569" y="1538"/>
                    <a:pt x="2560" y="1555"/>
                    <a:pt x="2560" y="1572"/>
                  </a:cubicBezTo>
                  <a:cubicBezTo>
                    <a:pt x="2529" y="1582"/>
                    <a:pt x="2504" y="1616"/>
                    <a:pt x="2512" y="1651"/>
                  </a:cubicBezTo>
                  <a:cubicBezTo>
                    <a:pt x="2552" y="1820"/>
                    <a:pt x="2645" y="1974"/>
                    <a:pt x="2693" y="2141"/>
                  </a:cubicBezTo>
                  <a:cubicBezTo>
                    <a:pt x="2738" y="2293"/>
                    <a:pt x="2763" y="2447"/>
                    <a:pt x="2778" y="2604"/>
                  </a:cubicBezTo>
                  <a:cubicBezTo>
                    <a:pt x="2427" y="2502"/>
                    <a:pt x="2116" y="2325"/>
                    <a:pt x="1837" y="2086"/>
                  </a:cubicBezTo>
                  <a:cubicBezTo>
                    <a:pt x="1826" y="2055"/>
                    <a:pt x="1795" y="2030"/>
                    <a:pt x="1762" y="2030"/>
                  </a:cubicBezTo>
                  <a:cubicBezTo>
                    <a:pt x="1745" y="2030"/>
                    <a:pt x="1727" y="2037"/>
                    <a:pt x="1710" y="2053"/>
                  </a:cubicBezTo>
                  <a:cubicBezTo>
                    <a:pt x="1599" y="2160"/>
                    <a:pt x="1489" y="2269"/>
                    <a:pt x="1371" y="2371"/>
                  </a:cubicBezTo>
                  <a:cubicBezTo>
                    <a:pt x="1278" y="2453"/>
                    <a:pt x="1062" y="2691"/>
                    <a:pt x="935" y="2691"/>
                  </a:cubicBezTo>
                  <a:cubicBezTo>
                    <a:pt x="926" y="2691"/>
                    <a:pt x="918" y="2690"/>
                    <a:pt x="910" y="2688"/>
                  </a:cubicBezTo>
                  <a:cubicBezTo>
                    <a:pt x="813" y="2659"/>
                    <a:pt x="859" y="2551"/>
                    <a:pt x="871" y="2457"/>
                  </a:cubicBezTo>
                  <a:cubicBezTo>
                    <a:pt x="881" y="2370"/>
                    <a:pt x="897" y="2286"/>
                    <a:pt x="917" y="2202"/>
                  </a:cubicBezTo>
                  <a:cubicBezTo>
                    <a:pt x="957" y="2039"/>
                    <a:pt x="1007" y="1880"/>
                    <a:pt x="1060" y="1722"/>
                  </a:cubicBezTo>
                  <a:cubicBezTo>
                    <a:pt x="1069" y="1696"/>
                    <a:pt x="1052" y="1677"/>
                    <a:pt x="1031" y="1671"/>
                  </a:cubicBezTo>
                  <a:cubicBezTo>
                    <a:pt x="1025" y="1664"/>
                    <a:pt x="1018" y="1658"/>
                    <a:pt x="1009" y="1652"/>
                  </a:cubicBezTo>
                  <a:cubicBezTo>
                    <a:pt x="888" y="1587"/>
                    <a:pt x="120" y="1223"/>
                    <a:pt x="247" y="1053"/>
                  </a:cubicBezTo>
                  <a:cubicBezTo>
                    <a:pt x="284" y="1004"/>
                    <a:pt x="375" y="992"/>
                    <a:pt x="468" y="992"/>
                  </a:cubicBezTo>
                  <a:cubicBezTo>
                    <a:pt x="553" y="992"/>
                    <a:pt x="640" y="1002"/>
                    <a:pt x="689" y="1002"/>
                  </a:cubicBezTo>
                  <a:cubicBezTo>
                    <a:pt x="692" y="1002"/>
                    <a:pt x="694" y="1002"/>
                    <a:pt x="696" y="1002"/>
                  </a:cubicBezTo>
                  <a:cubicBezTo>
                    <a:pt x="814" y="1001"/>
                    <a:pt x="931" y="1000"/>
                    <a:pt x="1049" y="991"/>
                  </a:cubicBezTo>
                  <a:cubicBezTo>
                    <a:pt x="1055" y="999"/>
                    <a:pt x="1064" y="1004"/>
                    <a:pt x="1073" y="1004"/>
                  </a:cubicBezTo>
                  <a:cubicBezTo>
                    <a:pt x="1078" y="1004"/>
                    <a:pt x="1084" y="1002"/>
                    <a:pt x="1089" y="999"/>
                  </a:cubicBezTo>
                  <a:cubicBezTo>
                    <a:pt x="1113" y="992"/>
                    <a:pt x="1137" y="986"/>
                    <a:pt x="1161" y="979"/>
                  </a:cubicBezTo>
                  <a:cubicBezTo>
                    <a:pt x="1181" y="976"/>
                    <a:pt x="1201" y="975"/>
                    <a:pt x="1221" y="972"/>
                  </a:cubicBezTo>
                  <a:lnTo>
                    <a:pt x="1220" y="969"/>
                  </a:lnTo>
                  <a:cubicBezTo>
                    <a:pt x="1258" y="954"/>
                    <a:pt x="1273" y="904"/>
                    <a:pt x="1250" y="877"/>
                  </a:cubicBezTo>
                  <a:cubicBezTo>
                    <a:pt x="1331" y="660"/>
                    <a:pt x="1466" y="279"/>
                    <a:pt x="1666" y="226"/>
                  </a:cubicBezTo>
                  <a:cubicBezTo>
                    <a:pt x="1698" y="217"/>
                    <a:pt x="1721" y="213"/>
                    <a:pt x="1738" y="213"/>
                  </a:cubicBezTo>
                  <a:close/>
                  <a:moveTo>
                    <a:pt x="1677" y="1"/>
                  </a:moveTo>
                  <a:cubicBezTo>
                    <a:pt x="1675" y="1"/>
                    <a:pt x="1673" y="1"/>
                    <a:pt x="1672" y="1"/>
                  </a:cubicBezTo>
                  <a:cubicBezTo>
                    <a:pt x="1521" y="5"/>
                    <a:pt x="1445" y="190"/>
                    <a:pt x="1383" y="303"/>
                  </a:cubicBezTo>
                  <a:cubicBezTo>
                    <a:pt x="1285" y="478"/>
                    <a:pt x="1207" y="663"/>
                    <a:pt x="1141" y="853"/>
                  </a:cubicBezTo>
                  <a:cubicBezTo>
                    <a:pt x="1005" y="836"/>
                    <a:pt x="861" y="828"/>
                    <a:pt x="719" y="828"/>
                  </a:cubicBezTo>
                  <a:cubicBezTo>
                    <a:pt x="608" y="828"/>
                    <a:pt x="498" y="833"/>
                    <a:pt x="393" y="843"/>
                  </a:cubicBezTo>
                  <a:cubicBezTo>
                    <a:pt x="265" y="854"/>
                    <a:pt x="101" y="898"/>
                    <a:pt x="55" y="1035"/>
                  </a:cubicBezTo>
                  <a:cubicBezTo>
                    <a:pt x="1" y="1201"/>
                    <a:pt x="159" y="1311"/>
                    <a:pt x="273" y="1398"/>
                  </a:cubicBezTo>
                  <a:cubicBezTo>
                    <a:pt x="473" y="1551"/>
                    <a:pt x="692" y="1686"/>
                    <a:pt x="926" y="1779"/>
                  </a:cubicBezTo>
                  <a:cubicBezTo>
                    <a:pt x="812" y="1978"/>
                    <a:pt x="746" y="2194"/>
                    <a:pt x="714" y="2425"/>
                  </a:cubicBezTo>
                  <a:cubicBezTo>
                    <a:pt x="697" y="2550"/>
                    <a:pt x="643" y="2776"/>
                    <a:pt x="766" y="2868"/>
                  </a:cubicBezTo>
                  <a:cubicBezTo>
                    <a:pt x="798" y="2893"/>
                    <a:pt x="832" y="2903"/>
                    <a:pt x="867" y="2903"/>
                  </a:cubicBezTo>
                  <a:cubicBezTo>
                    <a:pt x="984" y="2903"/>
                    <a:pt x="1106" y="2791"/>
                    <a:pt x="1185" y="2729"/>
                  </a:cubicBezTo>
                  <a:cubicBezTo>
                    <a:pt x="1395" y="2567"/>
                    <a:pt x="1596" y="2392"/>
                    <a:pt x="1780" y="2203"/>
                  </a:cubicBezTo>
                  <a:cubicBezTo>
                    <a:pt x="2077" y="2491"/>
                    <a:pt x="2442" y="2686"/>
                    <a:pt x="2843" y="2786"/>
                  </a:cubicBezTo>
                  <a:cubicBezTo>
                    <a:pt x="2850" y="2787"/>
                    <a:pt x="2856" y="2788"/>
                    <a:pt x="2862" y="2788"/>
                  </a:cubicBezTo>
                  <a:cubicBezTo>
                    <a:pt x="2905" y="2788"/>
                    <a:pt x="2946" y="2756"/>
                    <a:pt x="2944" y="2710"/>
                  </a:cubicBezTo>
                  <a:cubicBezTo>
                    <a:pt x="2928" y="2368"/>
                    <a:pt x="2872" y="1913"/>
                    <a:pt x="2652" y="1630"/>
                  </a:cubicBezTo>
                  <a:cubicBezTo>
                    <a:pt x="2863" y="1522"/>
                    <a:pt x="3059" y="1389"/>
                    <a:pt x="3233" y="1227"/>
                  </a:cubicBezTo>
                  <a:cubicBezTo>
                    <a:pt x="3329" y="1136"/>
                    <a:pt x="3526" y="977"/>
                    <a:pt x="3492" y="819"/>
                  </a:cubicBezTo>
                  <a:cubicBezTo>
                    <a:pt x="3466" y="697"/>
                    <a:pt x="3343" y="678"/>
                    <a:pt x="3230" y="678"/>
                  </a:cubicBezTo>
                  <a:cubicBezTo>
                    <a:pt x="3187" y="678"/>
                    <a:pt x="3145" y="681"/>
                    <a:pt x="3110" y="681"/>
                  </a:cubicBezTo>
                  <a:cubicBezTo>
                    <a:pt x="2833" y="686"/>
                    <a:pt x="2538" y="691"/>
                    <a:pt x="2267" y="755"/>
                  </a:cubicBezTo>
                  <a:cubicBezTo>
                    <a:pt x="2232" y="578"/>
                    <a:pt x="2121" y="412"/>
                    <a:pt x="2013" y="270"/>
                  </a:cubicBezTo>
                  <a:cubicBezTo>
                    <a:pt x="1935" y="167"/>
                    <a:pt x="1823" y="1"/>
                    <a:pt x="1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20"/>
          <p:cNvGrpSpPr/>
          <p:nvPr/>
        </p:nvGrpSpPr>
        <p:grpSpPr>
          <a:xfrm rot="-8100037">
            <a:off x="377992" y="990483"/>
            <a:ext cx="359745" cy="325869"/>
            <a:chOff x="1640475" y="1197075"/>
            <a:chExt cx="55475" cy="50250"/>
          </a:xfrm>
        </p:grpSpPr>
        <p:sp>
          <p:nvSpPr>
            <p:cNvPr id="522" name="Google Shape;522;p2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20"/>
          <p:cNvSpPr/>
          <p:nvPr/>
        </p:nvSpPr>
        <p:spPr>
          <a:xfrm flipH="1" rot="9000131">
            <a:off x="5085747" y="4796850"/>
            <a:ext cx="434381" cy="10175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20"/>
          <p:cNvGrpSpPr/>
          <p:nvPr/>
        </p:nvGrpSpPr>
        <p:grpSpPr>
          <a:xfrm rot="-5399917">
            <a:off x="8489168" y="3937169"/>
            <a:ext cx="228601" cy="207085"/>
            <a:chOff x="1640475" y="1197075"/>
            <a:chExt cx="55475" cy="50250"/>
          </a:xfrm>
        </p:grpSpPr>
        <p:sp>
          <p:nvSpPr>
            <p:cNvPr id="527" name="Google Shape;527;p2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 name="Google Shape;530;p20"/>
          <p:cNvGrpSpPr/>
          <p:nvPr/>
        </p:nvGrpSpPr>
        <p:grpSpPr>
          <a:xfrm rot="-3093441">
            <a:off x="1083129" y="4589721"/>
            <a:ext cx="296714" cy="268777"/>
            <a:chOff x="1640475" y="1197075"/>
            <a:chExt cx="55475" cy="50250"/>
          </a:xfrm>
        </p:grpSpPr>
        <p:sp>
          <p:nvSpPr>
            <p:cNvPr id="531" name="Google Shape;531;p2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 name="Google Shape;534;p20"/>
          <p:cNvSpPr/>
          <p:nvPr/>
        </p:nvSpPr>
        <p:spPr>
          <a:xfrm rot="5622773">
            <a:off x="8074813" y="1511033"/>
            <a:ext cx="1057311" cy="823824"/>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0"/>
          <p:cNvSpPr/>
          <p:nvPr/>
        </p:nvSpPr>
        <p:spPr>
          <a:xfrm flipH="1" rot="-9039069">
            <a:off x="368821" y="216302"/>
            <a:ext cx="434387" cy="10175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 name="Google Shape;536;p20"/>
          <p:cNvGrpSpPr/>
          <p:nvPr/>
        </p:nvGrpSpPr>
        <p:grpSpPr>
          <a:xfrm rot="9899945">
            <a:off x="7791376" y="534461"/>
            <a:ext cx="215934" cy="195605"/>
            <a:chOff x="1640475" y="1197075"/>
            <a:chExt cx="55475" cy="50250"/>
          </a:xfrm>
        </p:grpSpPr>
        <p:sp>
          <p:nvSpPr>
            <p:cNvPr id="537" name="Google Shape;537;p2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 name="Google Shape;540;p20"/>
          <p:cNvSpPr/>
          <p:nvPr/>
        </p:nvSpPr>
        <p:spPr>
          <a:xfrm flipH="1" rot="-9899901">
            <a:off x="3598835" y="407494"/>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 name="Google Shape;541;p20"/>
          <p:cNvGrpSpPr/>
          <p:nvPr/>
        </p:nvGrpSpPr>
        <p:grpSpPr>
          <a:xfrm rot="9253860">
            <a:off x="1598068" y="239310"/>
            <a:ext cx="272677" cy="246999"/>
            <a:chOff x="1640475" y="1197075"/>
            <a:chExt cx="55475" cy="50250"/>
          </a:xfrm>
        </p:grpSpPr>
        <p:sp>
          <p:nvSpPr>
            <p:cNvPr id="542" name="Google Shape;542;p2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 name="Google Shape;545;p20"/>
          <p:cNvSpPr txBox="1"/>
          <p:nvPr>
            <p:ph type="ctrTitle"/>
          </p:nvPr>
        </p:nvSpPr>
        <p:spPr>
          <a:xfrm flipH="1">
            <a:off x="2270875" y="1057400"/>
            <a:ext cx="4602300" cy="1421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9600"/>
              <a:buNone/>
              <a:defRPr sz="9600">
                <a:solidFill>
                  <a:schemeClr val="dk1"/>
                </a:solidFill>
              </a:defRPr>
            </a:lvl1pPr>
            <a:lvl2pPr lvl="1" rtl="0" algn="ctr">
              <a:spcBef>
                <a:spcPts val="0"/>
              </a:spcBef>
              <a:spcAft>
                <a:spcPts val="0"/>
              </a:spcAft>
              <a:buClr>
                <a:schemeClr val="dk1"/>
              </a:buClr>
              <a:buSzPts val="12000"/>
              <a:buNone/>
              <a:defRPr sz="12000">
                <a:solidFill>
                  <a:schemeClr val="dk1"/>
                </a:solidFill>
              </a:defRPr>
            </a:lvl2pPr>
            <a:lvl3pPr lvl="2" rtl="0" algn="ctr">
              <a:spcBef>
                <a:spcPts val="0"/>
              </a:spcBef>
              <a:spcAft>
                <a:spcPts val="0"/>
              </a:spcAft>
              <a:buClr>
                <a:schemeClr val="dk1"/>
              </a:buClr>
              <a:buSzPts val="12000"/>
              <a:buNone/>
              <a:defRPr sz="12000">
                <a:solidFill>
                  <a:schemeClr val="dk1"/>
                </a:solidFill>
              </a:defRPr>
            </a:lvl3pPr>
            <a:lvl4pPr lvl="3" rtl="0" algn="ctr">
              <a:spcBef>
                <a:spcPts val="0"/>
              </a:spcBef>
              <a:spcAft>
                <a:spcPts val="0"/>
              </a:spcAft>
              <a:buClr>
                <a:schemeClr val="dk1"/>
              </a:buClr>
              <a:buSzPts val="12000"/>
              <a:buNone/>
              <a:defRPr sz="12000">
                <a:solidFill>
                  <a:schemeClr val="dk1"/>
                </a:solidFill>
              </a:defRPr>
            </a:lvl4pPr>
            <a:lvl5pPr lvl="4" rtl="0" algn="ctr">
              <a:spcBef>
                <a:spcPts val="0"/>
              </a:spcBef>
              <a:spcAft>
                <a:spcPts val="0"/>
              </a:spcAft>
              <a:buClr>
                <a:schemeClr val="dk1"/>
              </a:buClr>
              <a:buSzPts val="12000"/>
              <a:buNone/>
              <a:defRPr sz="12000">
                <a:solidFill>
                  <a:schemeClr val="dk1"/>
                </a:solidFill>
              </a:defRPr>
            </a:lvl5pPr>
            <a:lvl6pPr lvl="5" rtl="0" algn="ctr">
              <a:spcBef>
                <a:spcPts val="0"/>
              </a:spcBef>
              <a:spcAft>
                <a:spcPts val="0"/>
              </a:spcAft>
              <a:buClr>
                <a:schemeClr val="dk1"/>
              </a:buClr>
              <a:buSzPts val="12000"/>
              <a:buNone/>
              <a:defRPr sz="12000">
                <a:solidFill>
                  <a:schemeClr val="dk1"/>
                </a:solidFill>
              </a:defRPr>
            </a:lvl6pPr>
            <a:lvl7pPr lvl="6" rtl="0" algn="ctr">
              <a:spcBef>
                <a:spcPts val="0"/>
              </a:spcBef>
              <a:spcAft>
                <a:spcPts val="0"/>
              </a:spcAft>
              <a:buClr>
                <a:schemeClr val="dk1"/>
              </a:buClr>
              <a:buSzPts val="12000"/>
              <a:buNone/>
              <a:defRPr sz="12000">
                <a:solidFill>
                  <a:schemeClr val="dk1"/>
                </a:solidFill>
              </a:defRPr>
            </a:lvl7pPr>
            <a:lvl8pPr lvl="7" rtl="0" algn="ctr">
              <a:spcBef>
                <a:spcPts val="0"/>
              </a:spcBef>
              <a:spcAft>
                <a:spcPts val="0"/>
              </a:spcAft>
              <a:buClr>
                <a:schemeClr val="dk1"/>
              </a:buClr>
              <a:buSzPts val="12000"/>
              <a:buNone/>
              <a:defRPr sz="12000">
                <a:solidFill>
                  <a:schemeClr val="dk1"/>
                </a:solidFill>
              </a:defRPr>
            </a:lvl8pPr>
            <a:lvl9pPr lvl="8" rtl="0" algn="ctr">
              <a:spcBef>
                <a:spcPts val="0"/>
              </a:spcBef>
              <a:spcAft>
                <a:spcPts val="0"/>
              </a:spcAft>
              <a:buClr>
                <a:schemeClr val="dk1"/>
              </a:buClr>
              <a:buSzPts val="12000"/>
              <a:buNone/>
              <a:defRPr sz="12000">
                <a:solidFill>
                  <a:schemeClr val="dk1"/>
                </a:solidFill>
              </a:defRPr>
            </a:lvl9pPr>
          </a:lstStyle>
          <a:p/>
        </p:txBody>
      </p:sp>
      <p:grpSp>
        <p:nvGrpSpPr>
          <p:cNvPr id="546" name="Google Shape;546;p20"/>
          <p:cNvGrpSpPr/>
          <p:nvPr/>
        </p:nvGrpSpPr>
        <p:grpSpPr>
          <a:xfrm rot="1533267">
            <a:off x="8169499" y="354341"/>
            <a:ext cx="259193" cy="555838"/>
            <a:chOff x="2867487" y="2990073"/>
            <a:chExt cx="141189" cy="302795"/>
          </a:xfrm>
        </p:grpSpPr>
        <p:sp>
          <p:nvSpPr>
            <p:cNvPr id="547" name="Google Shape;547;p20"/>
            <p:cNvSpPr/>
            <p:nvPr/>
          </p:nvSpPr>
          <p:spPr>
            <a:xfrm>
              <a:off x="2884095" y="2999752"/>
              <a:ext cx="109700" cy="254958"/>
            </a:xfrm>
            <a:custGeom>
              <a:rect b="b" l="l" r="r" t="t"/>
              <a:pathLst>
                <a:path extrusionOk="0" h="13724" w="5905">
                  <a:moveTo>
                    <a:pt x="3588" y="1"/>
                  </a:moveTo>
                  <a:cubicBezTo>
                    <a:pt x="3305" y="1"/>
                    <a:pt x="3022" y="5"/>
                    <a:pt x="2736" y="14"/>
                  </a:cubicBezTo>
                  <a:cubicBezTo>
                    <a:pt x="2836" y="47"/>
                    <a:pt x="2902" y="180"/>
                    <a:pt x="2869" y="347"/>
                  </a:cubicBezTo>
                  <a:cubicBezTo>
                    <a:pt x="2135" y="3149"/>
                    <a:pt x="1168" y="5851"/>
                    <a:pt x="0" y="8520"/>
                  </a:cubicBezTo>
                  <a:cubicBezTo>
                    <a:pt x="343" y="8472"/>
                    <a:pt x="686" y="8450"/>
                    <a:pt x="1030" y="8450"/>
                  </a:cubicBezTo>
                  <a:cubicBezTo>
                    <a:pt x="1657" y="8450"/>
                    <a:pt x="2290" y="8524"/>
                    <a:pt x="2936" y="8653"/>
                  </a:cubicBezTo>
                  <a:cubicBezTo>
                    <a:pt x="3103" y="8687"/>
                    <a:pt x="3203" y="8887"/>
                    <a:pt x="3136" y="9020"/>
                  </a:cubicBezTo>
                  <a:cubicBezTo>
                    <a:pt x="2636" y="10555"/>
                    <a:pt x="2235" y="12122"/>
                    <a:pt x="1968" y="13723"/>
                  </a:cubicBezTo>
                  <a:cubicBezTo>
                    <a:pt x="3136" y="11555"/>
                    <a:pt x="4303" y="9387"/>
                    <a:pt x="5504" y="7219"/>
                  </a:cubicBezTo>
                  <a:cubicBezTo>
                    <a:pt x="4570" y="7219"/>
                    <a:pt x="3703" y="7052"/>
                    <a:pt x="2836" y="6818"/>
                  </a:cubicBezTo>
                  <a:cubicBezTo>
                    <a:pt x="2636" y="6752"/>
                    <a:pt x="2536" y="6518"/>
                    <a:pt x="2636" y="6351"/>
                  </a:cubicBezTo>
                  <a:cubicBezTo>
                    <a:pt x="3970" y="4383"/>
                    <a:pt x="5037" y="2282"/>
                    <a:pt x="5905" y="80"/>
                  </a:cubicBezTo>
                  <a:cubicBezTo>
                    <a:pt x="5123" y="32"/>
                    <a:pt x="4360" y="1"/>
                    <a:pt x="3588" y="1"/>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0"/>
            <p:cNvSpPr/>
            <p:nvPr/>
          </p:nvSpPr>
          <p:spPr>
            <a:xfrm>
              <a:off x="2867487" y="2990073"/>
              <a:ext cx="141189" cy="302795"/>
            </a:xfrm>
            <a:custGeom>
              <a:rect b="b" l="l" r="r" t="t"/>
              <a:pathLst>
                <a:path extrusionOk="0" h="16299" w="7600">
                  <a:moveTo>
                    <a:pt x="4482" y="522"/>
                  </a:moveTo>
                  <a:cubicBezTo>
                    <a:pt x="5254" y="522"/>
                    <a:pt x="6017" y="553"/>
                    <a:pt x="6799" y="601"/>
                  </a:cubicBezTo>
                  <a:cubicBezTo>
                    <a:pt x="5931" y="2803"/>
                    <a:pt x="4864" y="4904"/>
                    <a:pt x="3530" y="6872"/>
                  </a:cubicBezTo>
                  <a:cubicBezTo>
                    <a:pt x="3430" y="7039"/>
                    <a:pt x="3530" y="7273"/>
                    <a:pt x="3730" y="7339"/>
                  </a:cubicBezTo>
                  <a:cubicBezTo>
                    <a:pt x="4597" y="7606"/>
                    <a:pt x="5464" y="7740"/>
                    <a:pt x="6398" y="7740"/>
                  </a:cubicBezTo>
                  <a:cubicBezTo>
                    <a:pt x="5197" y="9908"/>
                    <a:pt x="4030" y="12076"/>
                    <a:pt x="2862" y="14244"/>
                  </a:cubicBezTo>
                  <a:cubicBezTo>
                    <a:pt x="3129" y="12677"/>
                    <a:pt x="3530" y="11109"/>
                    <a:pt x="4030" y="9541"/>
                  </a:cubicBezTo>
                  <a:cubicBezTo>
                    <a:pt x="4097" y="9408"/>
                    <a:pt x="3997" y="9208"/>
                    <a:pt x="3830" y="9174"/>
                  </a:cubicBezTo>
                  <a:cubicBezTo>
                    <a:pt x="3184" y="9045"/>
                    <a:pt x="2551" y="8971"/>
                    <a:pt x="1924" y="8971"/>
                  </a:cubicBezTo>
                  <a:cubicBezTo>
                    <a:pt x="1580" y="8971"/>
                    <a:pt x="1237" y="8993"/>
                    <a:pt x="894" y="9041"/>
                  </a:cubicBezTo>
                  <a:cubicBezTo>
                    <a:pt x="2062" y="6372"/>
                    <a:pt x="3029" y="3670"/>
                    <a:pt x="3763" y="868"/>
                  </a:cubicBezTo>
                  <a:cubicBezTo>
                    <a:pt x="3796" y="701"/>
                    <a:pt x="3730" y="601"/>
                    <a:pt x="3630" y="535"/>
                  </a:cubicBezTo>
                  <a:cubicBezTo>
                    <a:pt x="3916" y="526"/>
                    <a:pt x="4199" y="522"/>
                    <a:pt x="4482" y="522"/>
                  </a:cubicBezTo>
                  <a:close/>
                  <a:moveTo>
                    <a:pt x="5989" y="1"/>
                  </a:moveTo>
                  <a:cubicBezTo>
                    <a:pt x="5157" y="1"/>
                    <a:pt x="4319" y="45"/>
                    <a:pt x="3496" y="134"/>
                  </a:cubicBezTo>
                  <a:cubicBezTo>
                    <a:pt x="3296" y="134"/>
                    <a:pt x="3229" y="368"/>
                    <a:pt x="3363" y="468"/>
                  </a:cubicBezTo>
                  <a:cubicBezTo>
                    <a:pt x="3263" y="501"/>
                    <a:pt x="3196" y="568"/>
                    <a:pt x="3163" y="701"/>
                  </a:cubicBezTo>
                  <a:cubicBezTo>
                    <a:pt x="2395" y="3637"/>
                    <a:pt x="1395" y="6506"/>
                    <a:pt x="94" y="9241"/>
                  </a:cubicBezTo>
                  <a:cubicBezTo>
                    <a:pt x="0" y="9491"/>
                    <a:pt x="169" y="9711"/>
                    <a:pt x="410" y="9711"/>
                  </a:cubicBezTo>
                  <a:cubicBezTo>
                    <a:pt x="427" y="9711"/>
                    <a:pt x="444" y="9710"/>
                    <a:pt x="461" y="9708"/>
                  </a:cubicBezTo>
                  <a:cubicBezTo>
                    <a:pt x="944" y="9624"/>
                    <a:pt x="1420" y="9583"/>
                    <a:pt x="1895" y="9583"/>
                  </a:cubicBezTo>
                  <a:cubicBezTo>
                    <a:pt x="2370" y="9583"/>
                    <a:pt x="2846" y="9624"/>
                    <a:pt x="3329" y="9708"/>
                  </a:cubicBezTo>
                  <a:cubicBezTo>
                    <a:pt x="2696" y="11776"/>
                    <a:pt x="2229" y="13844"/>
                    <a:pt x="1995" y="15979"/>
                  </a:cubicBezTo>
                  <a:cubicBezTo>
                    <a:pt x="1975" y="16182"/>
                    <a:pt x="2140" y="16299"/>
                    <a:pt x="2302" y="16299"/>
                  </a:cubicBezTo>
                  <a:cubicBezTo>
                    <a:pt x="2407" y="16299"/>
                    <a:pt x="2510" y="16250"/>
                    <a:pt x="2562" y="16146"/>
                  </a:cubicBezTo>
                  <a:cubicBezTo>
                    <a:pt x="4063" y="13277"/>
                    <a:pt x="5598" y="10442"/>
                    <a:pt x="7166" y="7606"/>
                  </a:cubicBezTo>
                  <a:cubicBezTo>
                    <a:pt x="7299" y="7406"/>
                    <a:pt x="7132" y="7139"/>
                    <a:pt x="6899" y="7139"/>
                  </a:cubicBezTo>
                  <a:cubicBezTo>
                    <a:pt x="6806" y="7143"/>
                    <a:pt x="6713" y="7144"/>
                    <a:pt x="6622" y="7144"/>
                  </a:cubicBezTo>
                  <a:cubicBezTo>
                    <a:pt x="5826" y="7144"/>
                    <a:pt x="5075" y="7019"/>
                    <a:pt x="4297" y="6839"/>
                  </a:cubicBezTo>
                  <a:cubicBezTo>
                    <a:pt x="5598" y="4838"/>
                    <a:pt x="6699" y="2669"/>
                    <a:pt x="7532" y="401"/>
                  </a:cubicBezTo>
                  <a:cubicBezTo>
                    <a:pt x="7599" y="234"/>
                    <a:pt x="7432" y="34"/>
                    <a:pt x="7232" y="34"/>
                  </a:cubicBezTo>
                  <a:cubicBezTo>
                    <a:pt x="6821" y="12"/>
                    <a:pt x="6406" y="1"/>
                    <a:pt x="5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SECTION_HEADER_1_1_1">
    <p:spTree>
      <p:nvGrpSpPr>
        <p:cNvPr id="549" name="Shape 549"/>
        <p:cNvGrpSpPr/>
        <p:nvPr/>
      </p:nvGrpSpPr>
      <p:grpSpPr>
        <a:xfrm>
          <a:off x="0" y="0"/>
          <a:ext cx="0" cy="0"/>
          <a:chOff x="0" y="0"/>
          <a:chExt cx="0" cy="0"/>
        </a:xfrm>
      </p:grpSpPr>
      <p:sp>
        <p:nvSpPr>
          <p:cNvPr id="550" name="Google Shape;550;p21"/>
          <p:cNvSpPr/>
          <p:nvPr/>
        </p:nvSpPr>
        <p:spPr>
          <a:xfrm flipH="1" rot="10800000">
            <a:off x="6935925" y="4058099"/>
            <a:ext cx="2317193" cy="1250526"/>
          </a:xfrm>
          <a:custGeom>
            <a:rect b="b" l="l" r="r" t="t"/>
            <a:pathLst>
              <a:path extrusionOk="0" h="10129" w="23470">
                <a:moveTo>
                  <a:pt x="1" y="0"/>
                </a:moveTo>
                <a:cubicBezTo>
                  <a:pt x="82" y="144"/>
                  <a:pt x="177" y="279"/>
                  <a:pt x="285" y="404"/>
                </a:cubicBezTo>
                <a:cubicBezTo>
                  <a:pt x="779" y="975"/>
                  <a:pt x="1537" y="1316"/>
                  <a:pt x="2299" y="1316"/>
                </a:cubicBezTo>
                <a:cubicBezTo>
                  <a:pt x="2333" y="1316"/>
                  <a:pt x="2366" y="1315"/>
                  <a:pt x="2400" y="1314"/>
                </a:cubicBezTo>
                <a:cubicBezTo>
                  <a:pt x="2977" y="1291"/>
                  <a:pt x="3549" y="1082"/>
                  <a:pt x="4119" y="1082"/>
                </a:cubicBezTo>
                <a:cubicBezTo>
                  <a:pt x="4234" y="1082"/>
                  <a:pt x="4350" y="1091"/>
                  <a:pt x="4465" y="1111"/>
                </a:cubicBezTo>
                <a:cubicBezTo>
                  <a:pt x="4602" y="1136"/>
                  <a:pt x="4730" y="1174"/>
                  <a:pt x="4852" y="1224"/>
                </a:cubicBezTo>
                <a:cubicBezTo>
                  <a:pt x="4878" y="1235"/>
                  <a:pt x="4905" y="1246"/>
                  <a:pt x="4930" y="1259"/>
                </a:cubicBezTo>
                <a:lnTo>
                  <a:pt x="4931" y="1259"/>
                </a:lnTo>
                <a:cubicBezTo>
                  <a:pt x="5863" y="1693"/>
                  <a:pt x="6418" y="2816"/>
                  <a:pt x="7292" y="3441"/>
                </a:cubicBezTo>
                <a:cubicBezTo>
                  <a:pt x="7907" y="3879"/>
                  <a:pt x="8634" y="4045"/>
                  <a:pt x="9391" y="4045"/>
                </a:cubicBezTo>
                <a:cubicBezTo>
                  <a:pt x="10254" y="4045"/>
                  <a:pt x="11156" y="3830"/>
                  <a:pt x="11976" y="3561"/>
                </a:cubicBezTo>
                <a:cubicBezTo>
                  <a:pt x="12709" y="3320"/>
                  <a:pt x="13469" y="3042"/>
                  <a:pt x="14229" y="3042"/>
                </a:cubicBezTo>
                <a:cubicBezTo>
                  <a:pt x="14408" y="3042"/>
                  <a:pt x="14587" y="3058"/>
                  <a:pt x="14766" y="3093"/>
                </a:cubicBezTo>
                <a:cubicBezTo>
                  <a:pt x="16157" y="3366"/>
                  <a:pt x="17029" y="4715"/>
                  <a:pt x="17593" y="5995"/>
                </a:cubicBezTo>
                <a:cubicBezTo>
                  <a:pt x="18158" y="7275"/>
                  <a:pt x="18647" y="8696"/>
                  <a:pt x="19803" y="9505"/>
                </a:cubicBezTo>
                <a:cubicBezTo>
                  <a:pt x="20409" y="9930"/>
                  <a:pt x="21147" y="10129"/>
                  <a:pt x="21892" y="10129"/>
                </a:cubicBezTo>
                <a:cubicBezTo>
                  <a:pt x="22430" y="10129"/>
                  <a:pt x="22971" y="10026"/>
                  <a:pt x="23470" y="9829"/>
                </a:cubicBezTo>
                <a:lnTo>
                  <a:pt x="2347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1"/>
          <p:cNvSpPr/>
          <p:nvPr/>
        </p:nvSpPr>
        <p:spPr>
          <a:xfrm flipH="1" rot="10800000">
            <a:off x="5225150" y="-342765"/>
            <a:ext cx="4306686" cy="2199414"/>
          </a:xfrm>
          <a:custGeom>
            <a:rect b="b" l="l" r="r" t="t"/>
            <a:pathLst>
              <a:path extrusionOk="0" h="14262" w="20699">
                <a:moveTo>
                  <a:pt x="16853" y="1"/>
                </a:moveTo>
                <a:cubicBezTo>
                  <a:pt x="16589" y="1"/>
                  <a:pt x="16324" y="41"/>
                  <a:pt x="16064" y="100"/>
                </a:cubicBezTo>
                <a:cubicBezTo>
                  <a:pt x="15287" y="274"/>
                  <a:pt x="14440" y="586"/>
                  <a:pt x="13999" y="1484"/>
                </a:cubicBezTo>
                <a:cubicBezTo>
                  <a:pt x="13782" y="1925"/>
                  <a:pt x="13671" y="2437"/>
                  <a:pt x="13436" y="2864"/>
                </a:cubicBezTo>
                <a:cubicBezTo>
                  <a:pt x="13215" y="3266"/>
                  <a:pt x="12875" y="3522"/>
                  <a:pt x="12511" y="3665"/>
                </a:cubicBezTo>
                <a:cubicBezTo>
                  <a:pt x="12069" y="3837"/>
                  <a:pt x="11615" y="3859"/>
                  <a:pt x="11159" y="3859"/>
                </a:cubicBezTo>
                <a:cubicBezTo>
                  <a:pt x="11006" y="3859"/>
                  <a:pt x="10853" y="3856"/>
                  <a:pt x="10701" y="3856"/>
                </a:cubicBezTo>
                <a:cubicBezTo>
                  <a:pt x="10498" y="3856"/>
                  <a:pt x="10296" y="3860"/>
                  <a:pt x="10095" y="3880"/>
                </a:cubicBezTo>
                <a:cubicBezTo>
                  <a:pt x="9680" y="3920"/>
                  <a:pt x="9262" y="4026"/>
                  <a:pt x="8894" y="4285"/>
                </a:cubicBezTo>
                <a:cubicBezTo>
                  <a:pt x="8523" y="4548"/>
                  <a:pt x="8243" y="4955"/>
                  <a:pt x="7994" y="5382"/>
                </a:cubicBezTo>
                <a:cubicBezTo>
                  <a:pt x="7500" y="6225"/>
                  <a:pt x="7043" y="7121"/>
                  <a:pt x="6336" y="7709"/>
                </a:cubicBezTo>
                <a:cubicBezTo>
                  <a:pt x="5983" y="8002"/>
                  <a:pt x="5587" y="8190"/>
                  <a:pt x="5164" y="8231"/>
                </a:cubicBezTo>
                <a:cubicBezTo>
                  <a:pt x="5076" y="8240"/>
                  <a:pt x="4988" y="8243"/>
                  <a:pt x="4900" y="8243"/>
                </a:cubicBezTo>
                <a:cubicBezTo>
                  <a:pt x="4496" y="8243"/>
                  <a:pt x="4092" y="8166"/>
                  <a:pt x="3691" y="8123"/>
                </a:cubicBezTo>
                <a:cubicBezTo>
                  <a:pt x="3252" y="8076"/>
                  <a:pt x="2813" y="8052"/>
                  <a:pt x="2373" y="8052"/>
                </a:cubicBezTo>
                <a:cubicBezTo>
                  <a:pt x="2305" y="8052"/>
                  <a:pt x="2237" y="8053"/>
                  <a:pt x="2170" y="8054"/>
                </a:cubicBezTo>
                <a:cubicBezTo>
                  <a:pt x="1958" y="8057"/>
                  <a:pt x="1727" y="8043"/>
                  <a:pt x="1527" y="8149"/>
                </a:cubicBezTo>
                <a:cubicBezTo>
                  <a:pt x="1345" y="8245"/>
                  <a:pt x="1232" y="8443"/>
                  <a:pt x="1145" y="8661"/>
                </a:cubicBezTo>
                <a:cubicBezTo>
                  <a:pt x="915" y="9241"/>
                  <a:pt x="707" y="9837"/>
                  <a:pt x="489" y="10425"/>
                </a:cubicBezTo>
                <a:cubicBezTo>
                  <a:pt x="382" y="10712"/>
                  <a:pt x="273" y="10996"/>
                  <a:pt x="170" y="11285"/>
                </a:cubicBezTo>
                <a:cubicBezTo>
                  <a:pt x="82" y="11538"/>
                  <a:pt x="0" y="11807"/>
                  <a:pt x="8" y="12088"/>
                </a:cubicBezTo>
                <a:cubicBezTo>
                  <a:pt x="21" y="12629"/>
                  <a:pt x="368" y="12994"/>
                  <a:pt x="711" y="13243"/>
                </a:cubicBezTo>
                <a:cubicBezTo>
                  <a:pt x="1071" y="13507"/>
                  <a:pt x="1473" y="13671"/>
                  <a:pt x="1882" y="13769"/>
                </a:cubicBezTo>
                <a:cubicBezTo>
                  <a:pt x="2734" y="13974"/>
                  <a:pt x="3606" y="13920"/>
                  <a:pt x="4468" y="13980"/>
                </a:cubicBezTo>
                <a:cubicBezTo>
                  <a:pt x="5488" y="14051"/>
                  <a:pt x="6502" y="14240"/>
                  <a:pt x="7524" y="14260"/>
                </a:cubicBezTo>
                <a:cubicBezTo>
                  <a:pt x="7567" y="14261"/>
                  <a:pt x="7610" y="14261"/>
                  <a:pt x="7652" y="14261"/>
                </a:cubicBezTo>
                <a:cubicBezTo>
                  <a:pt x="8600" y="14261"/>
                  <a:pt x="9520" y="14052"/>
                  <a:pt x="10445" y="13797"/>
                </a:cubicBezTo>
                <a:cubicBezTo>
                  <a:pt x="10927" y="13664"/>
                  <a:pt x="11408" y="13527"/>
                  <a:pt x="11895" y="13424"/>
                </a:cubicBezTo>
                <a:cubicBezTo>
                  <a:pt x="12396" y="13318"/>
                  <a:pt x="12902" y="13253"/>
                  <a:pt x="13408" y="13207"/>
                </a:cubicBezTo>
                <a:cubicBezTo>
                  <a:pt x="14415" y="13113"/>
                  <a:pt x="15426" y="13086"/>
                  <a:pt x="16429" y="12939"/>
                </a:cubicBezTo>
                <a:cubicBezTo>
                  <a:pt x="16862" y="12876"/>
                  <a:pt x="17290" y="12772"/>
                  <a:pt x="17724" y="12708"/>
                </a:cubicBezTo>
                <a:cubicBezTo>
                  <a:pt x="17931" y="12676"/>
                  <a:pt x="18142" y="12652"/>
                  <a:pt x="18353" y="12652"/>
                </a:cubicBezTo>
                <a:cubicBezTo>
                  <a:pt x="18545" y="12652"/>
                  <a:pt x="18735" y="12672"/>
                  <a:pt x="18922" y="12725"/>
                </a:cubicBezTo>
                <a:cubicBezTo>
                  <a:pt x="19108" y="12778"/>
                  <a:pt x="19285" y="12862"/>
                  <a:pt x="19446" y="12990"/>
                </a:cubicBezTo>
                <a:cubicBezTo>
                  <a:pt x="19530" y="13055"/>
                  <a:pt x="19602" y="13168"/>
                  <a:pt x="19703" y="13170"/>
                </a:cubicBezTo>
                <a:cubicBezTo>
                  <a:pt x="19705" y="13170"/>
                  <a:pt x="19707" y="13170"/>
                  <a:pt x="19709" y="13170"/>
                </a:cubicBezTo>
                <a:cubicBezTo>
                  <a:pt x="19794" y="13170"/>
                  <a:pt x="19882" y="13147"/>
                  <a:pt x="19960" y="13109"/>
                </a:cubicBezTo>
                <a:cubicBezTo>
                  <a:pt x="20337" y="12928"/>
                  <a:pt x="20552" y="12457"/>
                  <a:pt x="20620" y="11978"/>
                </a:cubicBezTo>
                <a:cubicBezTo>
                  <a:pt x="20661" y="11688"/>
                  <a:pt x="20662" y="11393"/>
                  <a:pt x="20662" y="11100"/>
                </a:cubicBezTo>
                <a:cubicBezTo>
                  <a:pt x="20661" y="10779"/>
                  <a:pt x="20660" y="10457"/>
                  <a:pt x="20659" y="10136"/>
                </a:cubicBezTo>
                <a:cubicBezTo>
                  <a:pt x="20657" y="9484"/>
                  <a:pt x="20655" y="8832"/>
                  <a:pt x="20653" y="8180"/>
                </a:cubicBezTo>
                <a:cubicBezTo>
                  <a:pt x="20649" y="6940"/>
                  <a:pt x="20646" y="5700"/>
                  <a:pt x="20642" y="4459"/>
                </a:cubicBezTo>
                <a:lnTo>
                  <a:pt x="20642" y="4459"/>
                </a:lnTo>
                <a:cubicBezTo>
                  <a:pt x="20644" y="4461"/>
                  <a:pt x="20645" y="4462"/>
                  <a:pt x="20647" y="4462"/>
                </a:cubicBezTo>
                <a:cubicBezTo>
                  <a:pt x="20699" y="4462"/>
                  <a:pt x="20598" y="3375"/>
                  <a:pt x="20067" y="3281"/>
                </a:cubicBezTo>
                <a:cubicBezTo>
                  <a:pt x="19246" y="3135"/>
                  <a:pt x="19173" y="1493"/>
                  <a:pt x="18535" y="804"/>
                </a:cubicBezTo>
                <a:cubicBezTo>
                  <a:pt x="18227" y="470"/>
                  <a:pt x="17870" y="206"/>
                  <a:pt x="17474" y="87"/>
                </a:cubicBezTo>
                <a:cubicBezTo>
                  <a:pt x="17269" y="26"/>
                  <a:pt x="17062" y="1"/>
                  <a:pt x="16853"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1"/>
          <p:cNvSpPr/>
          <p:nvPr/>
        </p:nvSpPr>
        <p:spPr>
          <a:xfrm flipH="1" rot="10800000">
            <a:off x="-825625" y="-394841"/>
            <a:ext cx="2695508" cy="2318767"/>
          </a:xfrm>
          <a:custGeom>
            <a:rect b="b" l="l" r="r" t="t"/>
            <a:pathLst>
              <a:path extrusionOk="0" h="13044" w="21506">
                <a:moveTo>
                  <a:pt x="3180" y="0"/>
                </a:moveTo>
                <a:cubicBezTo>
                  <a:pt x="3059" y="0"/>
                  <a:pt x="2939" y="4"/>
                  <a:pt x="2818" y="11"/>
                </a:cubicBezTo>
                <a:cubicBezTo>
                  <a:pt x="2085" y="54"/>
                  <a:pt x="1355" y="227"/>
                  <a:pt x="834" y="551"/>
                </a:cubicBezTo>
                <a:cubicBezTo>
                  <a:pt x="250" y="913"/>
                  <a:pt x="65" y="1411"/>
                  <a:pt x="36" y="1902"/>
                </a:cubicBezTo>
                <a:cubicBezTo>
                  <a:pt x="1" y="2484"/>
                  <a:pt x="77" y="3072"/>
                  <a:pt x="110" y="3654"/>
                </a:cubicBezTo>
                <a:cubicBezTo>
                  <a:pt x="143" y="4272"/>
                  <a:pt x="177" y="4890"/>
                  <a:pt x="211" y="5509"/>
                </a:cubicBezTo>
                <a:lnTo>
                  <a:pt x="619" y="12928"/>
                </a:lnTo>
                <a:cubicBezTo>
                  <a:pt x="622" y="12996"/>
                  <a:pt x="711" y="13044"/>
                  <a:pt x="816" y="13044"/>
                </a:cubicBezTo>
                <a:cubicBezTo>
                  <a:pt x="831" y="13044"/>
                  <a:pt x="847" y="13043"/>
                  <a:pt x="863" y="13041"/>
                </a:cubicBezTo>
                <a:cubicBezTo>
                  <a:pt x="2378" y="12830"/>
                  <a:pt x="3912" y="12669"/>
                  <a:pt x="5457" y="12564"/>
                </a:cubicBezTo>
                <a:cubicBezTo>
                  <a:pt x="7004" y="12457"/>
                  <a:pt x="8559" y="12406"/>
                  <a:pt x="10115" y="12406"/>
                </a:cubicBezTo>
                <a:cubicBezTo>
                  <a:pt x="11304" y="12406"/>
                  <a:pt x="12493" y="12436"/>
                  <a:pt x="13679" y="12495"/>
                </a:cubicBezTo>
                <a:cubicBezTo>
                  <a:pt x="14434" y="12533"/>
                  <a:pt x="15229" y="12576"/>
                  <a:pt x="16019" y="12576"/>
                </a:cubicBezTo>
                <a:cubicBezTo>
                  <a:pt x="17350" y="12576"/>
                  <a:pt x="18667" y="12454"/>
                  <a:pt x="19757" y="11976"/>
                </a:cubicBezTo>
                <a:lnTo>
                  <a:pt x="19757" y="11976"/>
                </a:lnTo>
                <a:cubicBezTo>
                  <a:pt x="19755" y="11987"/>
                  <a:pt x="19759" y="11992"/>
                  <a:pt x="19770" y="11992"/>
                </a:cubicBezTo>
                <a:cubicBezTo>
                  <a:pt x="19872" y="11992"/>
                  <a:pt x="20520" y="11533"/>
                  <a:pt x="20666" y="11300"/>
                </a:cubicBezTo>
                <a:cubicBezTo>
                  <a:pt x="21276" y="10319"/>
                  <a:pt x="21505" y="9208"/>
                  <a:pt x="20964" y="8195"/>
                </a:cubicBezTo>
                <a:cubicBezTo>
                  <a:pt x="20510" y="7349"/>
                  <a:pt x="19544" y="6569"/>
                  <a:pt x="18190" y="6187"/>
                </a:cubicBezTo>
                <a:cubicBezTo>
                  <a:pt x="16673" y="5759"/>
                  <a:pt x="14935" y="5923"/>
                  <a:pt x="13382" y="5580"/>
                </a:cubicBezTo>
                <a:cubicBezTo>
                  <a:pt x="11840" y="5240"/>
                  <a:pt x="11141" y="4324"/>
                  <a:pt x="10445" y="3499"/>
                </a:cubicBezTo>
                <a:cubicBezTo>
                  <a:pt x="9690" y="2603"/>
                  <a:pt x="8718" y="1801"/>
                  <a:pt x="7429" y="1159"/>
                </a:cubicBezTo>
                <a:cubicBezTo>
                  <a:pt x="6263" y="578"/>
                  <a:pt x="4748" y="0"/>
                  <a:pt x="3180"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1"/>
          <p:cNvSpPr/>
          <p:nvPr/>
        </p:nvSpPr>
        <p:spPr>
          <a:xfrm flipH="1" rot="10800000">
            <a:off x="-212370" y="3873180"/>
            <a:ext cx="3940563" cy="1912570"/>
          </a:xfrm>
          <a:custGeom>
            <a:rect b="b" l="l" r="r" t="t"/>
            <a:pathLst>
              <a:path extrusionOk="0" h="11831" w="24376">
                <a:moveTo>
                  <a:pt x="1749" y="0"/>
                </a:moveTo>
                <a:cubicBezTo>
                  <a:pt x="1709" y="0"/>
                  <a:pt x="1669" y="3"/>
                  <a:pt x="1629" y="10"/>
                </a:cubicBezTo>
                <a:cubicBezTo>
                  <a:pt x="1391" y="51"/>
                  <a:pt x="1250" y="241"/>
                  <a:pt x="1188" y="476"/>
                </a:cubicBezTo>
                <a:cubicBezTo>
                  <a:pt x="1034" y="1062"/>
                  <a:pt x="936" y="1672"/>
                  <a:pt x="819" y="2266"/>
                </a:cubicBezTo>
                <a:cubicBezTo>
                  <a:pt x="701" y="2875"/>
                  <a:pt x="591" y="3483"/>
                  <a:pt x="497" y="4096"/>
                </a:cubicBezTo>
                <a:cubicBezTo>
                  <a:pt x="126" y="6503"/>
                  <a:pt x="1" y="8997"/>
                  <a:pt x="659" y="11362"/>
                </a:cubicBezTo>
                <a:cubicBezTo>
                  <a:pt x="678" y="11430"/>
                  <a:pt x="734" y="11465"/>
                  <a:pt x="790" y="11465"/>
                </a:cubicBezTo>
                <a:cubicBezTo>
                  <a:pt x="836" y="11465"/>
                  <a:pt x="882" y="11443"/>
                  <a:pt x="910" y="11396"/>
                </a:cubicBezTo>
                <a:cubicBezTo>
                  <a:pt x="1048" y="11173"/>
                  <a:pt x="1207" y="10966"/>
                  <a:pt x="1385" y="10775"/>
                </a:cubicBezTo>
                <a:cubicBezTo>
                  <a:pt x="2101" y="10007"/>
                  <a:pt x="3087" y="9538"/>
                  <a:pt x="4095" y="9409"/>
                </a:cubicBezTo>
                <a:cubicBezTo>
                  <a:pt x="4315" y="9380"/>
                  <a:pt x="4536" y="9367"/>
                  <a:pt x="4756" y="9367"/>
                </a:cubicBezTo>
                <a:cubicBezTo>
                  <a:pt x="5731" y="9367"/>
                  <a:pt x="6705" y="9633"/>
                  <a:pt x="7587" y="10066"/>
                </a:cubicBezTo>
                <a:cubicBezTo>
                  <a:pt x="8653" y="10589"/>
                  <a:pt x="9622" y="11353"/>
                  <a:pt x="10770" y="11680"/>
                </a:cubicBezTo>
                <a:cubicBezTo>
                  <a:pt x="11110" y="11777"/>
                  <a:pt x="11460" y="11831"/>
                  <a:pt x="11804" y="11831"/>
                </a:cubicBezTo>
                <a:cubicBezTo>
                  <a:pt x="12445" y="11831"/>
                  <a:pt x="13071" y="11645"/>
                  <a:pt x="13597" y="11201"/>
                </a:cubicBezTo>
                <a:cubicBezTo>
                  <a:pt x="14183" y="10708"/>
                  <a:pt x="14558" y="9990"/>
                  <a:pt x="14873" y="9287"/>
                </a:cubicBezTo>
                <a:cubicBezTo>
                  <a:pt x="15209" y="8537"/>
                  <a:pt x="15487" y="7753"/>
                  <a:pt x="15901" y="7045"/>
                </a:cubicBezTo>
                <a:cubicBezTo>
                  <a:pt x="16332" y="6305"/>
                  <a:pt x="16925" y="5724"/>
                  <a:pt x="17743" y="5514"/>
                </a:cubicBezTo>
                <a:cubicBezTo>
                  <a:pt x="18117" y="5418"/>
                  <a:pt x="18497" y="5390"/>
                  <a:pt x="18880" y="5390"/>
                </a:cubicBezTo>
                <a:cubicBezTo>
                  <a:pt x="19432" y="5390"/>
                  <a:pt x="19989" y="5449"/>
                  <a:pt x="20540" y="5449"/>
                </a:cubicBezTo>
                <a:cubicBezTo>
                  <a:pt x="20676" y="5449"/>
                  <a:pt x="20812" y="5445"/>
                  <a:pt x="20947" y="5436"/>
                </a:cubicBezTo>
                <a:cubicBezTo>
                  <a:pt x="21449" y="5403"/>
                  <a:pt x="21952" y="5299"/>
                  <a:pt x="22402" y="5053"/>
                </a:cubicBezTo>
                <a:cubicBezTo>
                  <a:pt x="22808" y="4832"/>
                  <a:pt x="23157" y="4506"/>
                  <a:pt x="23433" y="4124"/>
                </a:cubicBezTo>
                <a:cubicBezTo>
                  <a:pt x="23951" y="3405"/>
                  <a:pt x="24197" y="2481"/>
                  <a:pt x="24066" y="1589"/>
                </a:cubicBezTo>
                <a:lnTo>
                  <a:pt x="24066" y="1589"/>
                </a:lnTo>
                <a:cubicBezTo>
                  <a:pt x="24067" y="1589"/>
                  <a:pt x="24069" y="1589"/>
                  <a:pt x="24070" y="1589"/>
                </a:cubicBezTo>
                <a:cubicBezTo>
                  <a:pt x="24093" y="1589"/>
                  <a:pt x="24117" y="1581"/>
                  <a:pt x="24142" y="1563"/>
                </a:cubicBezTo>
                <a:cubicBezTo>
                  <a:pt x="24293" y="1450"/>
                  <a:pt x="24375" y="1284"/>
                  <a:pt x="24372" y="1087"/>
                </a:cubicBezTo>
                <a:cubicBezTo>
                  <a:pt x="24363" y="604"/>
                  <a:pt x="23972" y="329"/>
                  <a:pt x="23550" y="297"/>
                </a:cubicBezTo>
                <a:cubicBezTo>
                  <a:pt x="23516" y="295"/>
                  <a:pt x="23481" y="294"/>
                  <a:pt x="23447" y="294"/>
                </a:cubicBezTo>
                <a:cubicBezTo>
                  <a:pt x="23214" y="294"/>
                  <a:pt x="22979" y="345"/>
                  <a:pt x="22750" y="383"/>
                </a:cubicBezTo>
                <a:cubicBezTo>
                  <a:pt x="22445" y="434"/>
                  <a:pt x="22139" y="481"/>
                  <a:pt x="21832" y="525"/>
                </a:cubicBezTo>
                <a:cubicBezTo>
                  <a:pt x="20628" y="695"/>
                  <a:pt x="19418" y="810"/>
                  <a:pt x="18207" y="888"/>
                </a:cubicBezTo>
                <a:cubicBezTo>
                  <a:pt x="15785" y="1046"/>
                  <a:pt x="13357" y="1063"/>
                  <a:pt x="10931" y="1083"/>
                </a:cubicBezTo>
                <a:cubicBezTo>
                  <a:pt x="10571" y="1086"/>
                  <a:pt x="10211" y="1088"/>
                  <a:pt x="9850" y="1088"/>
                </a:cubicBezTo>
                <a:cubicBezTo>
                  <a:pt x="7886" y="1088"/>
                  <a:pt x="5913" y="1021"/>
                  <a:pt x="3986" y="601"/>
                </a:cubicBezTo>
                <a:cubicBezTo>
                  <a:pt x="3423" y="479"/>
                  <a:pt x="2865" y="326"/>
                  <a:pt x="2319" y="138"/>
                </a:cubicBezTo>
                <a:cubicBezTo>
                  <a:pt x="2135" y="75"/>
                  <a:pt x="1944" y="0"/>
                  <a:pt x="1749"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1"/>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555" name="Google Shape;555;p21"/>
          <p:cNvGrpSpPr/>
          <p:nvPr/>
        </p:nvGrpSpPr>
        <p:grpSpPr>
          <a:xfrm rot="-9900006">
            <a:off x="7397923" y="4623752"/>
            <a:ext cx="454166" cy="411416"/>
            <a:chOff x="1640475" y="1197075"/>
            <a:chExt cx="55475" cy="50250"/>
          </a:xfrm>
        </p:grpSpPr>
        <p:sp>
          <p:nvSpPr>
            <p:cNvPr id="556" name="Google Shape;556;p2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21"/>
          <p:cNvGrpSpPr/>
          <p:nvPr/>
        </p:nvGrpSpPr>
        <p:grpSpPr>
          <a:xfrm rot="10034023">
            <a:off x="204355" y="3167783"/>
            <a:ext cx="279616" cy="253294"/>
            <a:chOff x="1640475" y="1197075"/>
            <a:chExt cx="55475" cy="50250"/>
          </a:xfrm>
        </p:grpSpPr>
        <p:sp>
          <p:nvSpPr>
            <p:cNvPr id="560" name="Google Shape;560;p2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 name="Google Shape;563;p21"/>
          <p:cNvSpPr/>
          <p:nvPr/>
        </p:nvSpPr>
        <p:spPr>
          <a:xfrm flipH="1" rot="9113192">
            <a:off x="4846575" y="208112"/>
            <a:ext cx="695049" cy="16282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1"/>
          <p:cNvSpPr/>
          <p:nvPr/>
        </p:nvSpPr>
        <p:spPr>
          <a:xfrm flipH="1" rot="-10799883">
            <a:off x="316584" y="4664948"/>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 name="Google Shape;565;p21"/>
          <p:cNvGrpSpPr/>
          <p:nvPr/>
        </p:nvGrpSpPr>
        <p:grpSpPr>
          <a:xfrm rot="6324483">
            <a:off x="1105449" y="286808"/>
            <a:ext cx="197770" cy="213810"/>
            <a:chOff x="1640475" y="1197075"/>
            <a:chExt cx="55475" cy="50250"/>
          </a:xfrm>
        </p:grpSpPr>
        <p:sp>
          <p:nvSpPr>
            <p:cNvPr id="566" name="Google Shape;566;p2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21"/>
          <p:cNvSpPr/>
          <p:nvPr/>
        </p:nvSpPr>
        <p:spPr>
          <a:xfrm rot="10800000">
            <a:off x="6676775" y="-33387"/>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1"/>
          <p:cNvSpPr/>
          <p:nvPr/>
        </p:nvSpPr>
        <p:spPr>
          <a:xfrm rot="-10431843">
            <a:off x="-54140" y="-118627"/>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 name="Google Shape;571;p21"/>
          <p:cNvGrpSpPr/>
          <p:nvPr/>
        </p:nvGrpSpPr>
        <p:grpSpPr>
          <a:xfrm rot="10034065">
            <a:off x="8591019" y="2090883"/>
            <a:ext cx="221762" cy="200885"/>
            <a:chOff x="1640475" y="1197075"/>
            <a:chExt cx="55475" cy="50250"/>
          </a:xfrm>
        </p:grpSpPr>
        <p:sp>
          <p:nvSpPr>
            <p:cNvPr id="572" name="Google Shape;572;p2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SECTION_HEADER_1_1_1_1">
    <p:spTree>
      <p:nvGrpSpPr>
        <p:cNvPr id="575" name="Shape 575"/>
        <p:cNvGrpSpPr/>
        <p:nvPr/>
      </p:nvGrpSpPr>
      <p:grpSpPr>
        <a:xfrm>
          <a:off x="0" y="0"/>
          <a:ext cx="0" cy="0"/>
          <a:chOff x="0" y="0"/>
          <a:chExt cx="0" cy="0"/>
        </a:xfrm>
      </p:grpSpPr>
      <p:sp>
        <p:nvSpPr>
          <p:cNvPr id="576" name="Google Shape;576;p22"/>
          <p:cNvSpPr/>
          <p:nvPr/>
        </p:nvSpPr>
        <p:spPr>
          <a:xfrm>
            <a:off x="5726076" y="4091973"/>
            <a:ext cx="3570338" cy="1157559"/>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2"/>
          <p:cNvSpPr/>
          <p:nvPr/>
        </p:nvSpPr>
        <p:spPr>
          <a:xfrm>
            <a:off x="-59308" y="-102238"/>
            <a:ext cx="2148376" cy="1054346"/>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2"/>
          <p:cNvSpPr/>
          <p:nvPr/>
        </p:nvSpPr>
        <p:spPr>
          <a:xfrm>
            <a:off x="4901501" y="-265225"/>
            <a:ext cx="4711729" cy="1588867"/>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2"/>
          <p:cNvSpPr/>
          <p:nvPr/>
        </p:nvSpPr>
        <p:spPr>
          <a:xfrm>
            <a:off x="-469225" y="2180388"/>
            <a:ext cx="2390568" cy="3410945"/>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2"/>
          <p:cNvSpPr txBox="1"/>
          <p:nvPr>
            <p:ph type="title"/>
          </p:nvPr>
        </p:nvSpPr>
        <p:spPr>
          <a:xfrm>
            <a:off x="3305550" y="758952"/>
            <a:ext cx="25329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581" name="Google Shape;581;p22"/>
          <p:cNvGrpSpPr/>
          <p:nvPr/>
        </p:nvGrpSpPr>
        <p:grpSpPr>
          <a:xfrm>
            <a:off x="8468128" y="4269006"/>
            <a:ext cx="334498" cy="303002"/>
            <a:chOff x="1640475" y="1197075"/>
            <a:chExt cx="55475" cy="50250"/>
          </a:xfrm>
        </p:grpSpPr>
        <p:sp>
          <p:nvSpPr>
            <p:cNvPr id="582" name="Google Shape;582;p2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22"/>
          <p:cNvGrpSpPr/>
          <p:nvPr/>
        </p:nvGrpSpPr>
        <p:grpSpPr>
          <a:xfrm rot="-900055">
            <a:off x="7309384" y="441644"/>
            <a:ext cx="215934" cy="195605"/>
            <a:chOff x="1640475" y="1197075"/>
            <a:chExt cx="55475" cy="50250"/>
          </a:xfrm>
        </p:grpSpPr>
        <p:sp>
          <p:nvSpPr>
            <p:cNvPr id="586" name="Google Shape;586;p2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22"/>
          <p:cNvSpPr/>
          <p:nvPr/>
        </p:nvSpPr>
        <p:spPr>
          <a:xfrm rot="-597364">
            <a:off x="8063728" y="362773"/>
            <a:ext cx="889045" cy="208282"/>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 name="Google Shape;590;p22"/>
          <p:cNvGrpSpPr/>
          <p:nvPr/>
        </p:nvGrpSpPr>
        <p:grpSpPr>
          <a:xfrm rot="6300033">
            <a:off x="791192" y="4293414"/>
            <a:ext cx="244638" cy="221601"/>
            <a:chOff x="1640475" y="1197075"/>
            <a:chExt cx="55475" cy="50250"/>
          </a:xfrm>
        </p:grpSpPr>
        <p:sp>
          <p:nvSpPr>
            <p:cNvPr id="591" name="Google Shape;591;p2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22"/>
          <p:cNvGrpSpPr/>
          <p:nvPr/>
        </p:nvGrpSpPr>
        <p:grpSpPr>
          <a:xfrm rot="-5400136">
            <a:off x="965669" y="276383"/>
            <a:ext cx="420678" cy="381051"/>
            <a:chOff x="1640475" y="1197075"/>
            <a:chExt cx="55475" cy="50250"/>
          </a:xfrm>
        </p:grpSpPr>
        <p:sp>
          <p:nvSpPr>
            <p:cNvPr id="595" name="Google Shape;595;p2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 name="Google Shape;598;p22"/>
          <p:cNvSpPr/>
          <p:nvPr/>
        </p:nvSpPr>
        <p:spPr>
          <a:xfrm rot="899834">
            <a:off x="1279450" y="4731447"/>
            <a:ext cx="974747" cy="22837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2"/>
          <p:cNvSpPr/>
          <p:nvPr/>
        </p:nvSpPr>
        <p:spPr>
          <a:xfrm flipH="1" rot="-6300069">
            <a:off x="88991" y="506327"/>
            <a:ext cx="510483" cy="754763"/>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2"/>
          <p:cNvSpPr/>
          <p:nvPr/>
        </p:nvSpPr>
        <p:spPr>
          <a:xfrm rot="6293788">
            <a:off x="7197469" y="4177421"/>
            <a:ext cx="959267" cy="701802"/>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_1_1_1">
    <p:spTree>
      <p:nvGrpSpPr>
        <p:cNvPr id="601" name="Shape 601"/>
        <p:cNvGrpSpPr/>
        <p:nvPr/>
      </p:nvGrpSpPr>
      <p:grpSpPr>
        <a:xfrm>
          <a:off x="0" y="0"/>
          <a:ext cx="0" cy="0"/>
          <a:chOff x="0" y="0"/>
          <a:chExt cx="0" cy="0"/>
        </a:xfrm>
      </p:grpSpPr>
      <p:sp>
        <p:nvSpPr>
          <p:cNvPr id="602" name="Google Shape;602;p23"/>
          <p:cNvSpPr/>
          <p:nvPr/>
        </p:nvSpPr>
        <p:spPr>
          <a:xfrm flipH="1" rot="5087716">
            <a:off x="-252406" y="-643515"/>
            <a:ext cx="2616446" cy="2726737"/>
          </a:xfrm>
          <a:custGeom>
            <a:rect b="b" l="l" r="r" t="t"/>
            <a:pathLst>
              <a:path extrusionOk="0" h="17059" w="16369">
                <a:moveTo>
                  <a:pt x="10538" y="1"/>
                </a:moveTo>
                <a:cubicBezTo>
                  <a:pt x="9733" y="1"/>
                  <a:pt x="8932" y="153"/>
                  <a:pt x="8209" y="515"/>
                </a:cubicBezTo>
                <a:cubicBezTo>
                  <a:pt x="7233" y="1004"/>
                  <a:pt x="6396" y="1857"/>
                  <a:pt x="6084" y="2920"/>
                </a:cubicBezTo>
                <a:cubicBezTo>
                  <a:pt x="5733" y="4112"/>
                  <a:pt x="6127" y="5357"/>
                  <a:pt x="5884" y="6560"/>
                </a:cubicBezTo>
                <a:cubicBezTo>
                  <a:pt x="5644" y="7754"/>
                  <a:pt x="4612" y="8436"/>
                  <a:pt x="3688" y="9100"/>
                </a:cubicBezTo>
                <a:cubicBezTo>
                  <a:pt x="2685" y="9819"/>
                  <a:pt x="1822" y="10680"/>
                  <a:pt x="1187" y="11745"/>
                </a:cubicBezTo>
                <a:cubicBezTo>
                  <a:pt x="569" y="12782"/>
                  <a:pt x="0" y="14113"/>
                  <a:pt x="309" y="15339"/>
                </a:cubicBezTo>
                <a:cubicBezTo>
                  <a:pt x="443" y="15869"/>
                  <a:pt x="737" y="16372"/>
                  <a:pt x="1186" y="16695"/>
                </a:cubicBezTo>
                <a:cubicBezTo>
                  <a:pt x="1565" y="16966"/>
                  <a:pt x="2011" y="17058"/>
                  <a:pt x="2463" y="17058"/>
                </a:cubicBezTo>
                <a:cubicBezTo>
                  <a:pt x="2614" y="17058"/>
                  <a:pt x="2766" y="17048"/>
                  <a:pt x="2915" y="17031"/>
                </a:cubicBezTo>
                <a:cubicBezTo>
                  <a:pt x="3625" y="16948"/>
                  <a:pt x="4330" y="16784"/>
                  <a:pt x="5032" y="16653"/>
                </a:cubicBezTo>
                <a:cubicBezTo>
                  <a:pt x="5778" y="16514"/>
                  <a:pt x="6525" y="16374"/>
                  <a:pt x="7271" y="16235"/>
                </a:cubicBezTo>
                <a:cubicBezTo>
                  <a:pt x="10255" y="15678"/>
                  <a:pt x="13240" y="15122"/>
                  <a:pt x="16225" y="14565"/>
                </a:cubicBezTo>
                <a:cubicBezTo>
                  <a:pt x="16319" y="14547"/>
                  <a:pt x="16369" y="14453"/>
                  <a:pt x="16334" y="14366"/>
                </a:cubicBezTo>
                <a:cubicBezTo>
                  <a:pt x="15910" y="13292"/>
                  <a:pt x="15542" y="12197"/>
                  <a:pt x="15242" y="11083"/>
                </a:cubicBezTo>
                <a:cubicBezTo>
                  <a:pt x="14709" y="9114"/>
                  <a:pt x="14380" y="7098"/>
                  <a:pt x="14239" y="5065"/>
                </a:cubicBezTo>
                <a:cubicBezTo>
                  <a:pt x="14136" y="3556"/>
                  <a:pt x="14047" y="1835"/>
                  <a:pt x="12931" y="701"/>
                </a:cubicBezTo>
                <a:cubicBezTo>
                  <a:pt x="13074" y="700"/>
                  <a:pt x="12339" y="230"/>
                  <a:pt x="12009" y="160"/>
                </a:cubicBezTo>
                <a:cubicBezTo>
                  <a:pt x="11529" y="58"/>
                  <a:pt x="11033" y="1"/>
                  <a:pt x="10538"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3"/>
          <p:cNvSpPr/>
          <p:nvPr/>
        </p:nvSpPr>
        <p:spPr>
          <a:xfrm flipH="1" rot="-5265980">
            <a:off x="7018910" y="494175"/>
            <a:ext cx="3277066" cy="1351051"/>
          </a:xfrm>
          <a:custGeom>
            <a:rect b="b" l="l" r="r" t="t"/>
            <a:pathLst>
              <a:path extrusionOk="0" h="7648" w="18551">
                <a:moveTo>
                  <a:pt x="8398" y="1"/>
                </a:moveTo>
                <a:cubicBezTo>
                  <a:pt x="8203" y="1"/>
                  <a:pt x="8005" y="44"/>
                  <a:pt x="7810" y="140"/>
                </a:cubicBezTo>
                <a:cubicBezTo>
                  <a:pt x="7272" y="403"/>
                  <a:pt x="6909" y="991"/>
                  <a:pt x="6614" y="1543"/>
                </a:cubicBezTo>
                <a:cubicBezTo>
                  <a:pt x="6307" y="2117"/>
                  <a:pt x="6031" y="2729"/>
                  <a:pt x="5562" y="3157"/>
                </a:cubicBezTo>
                <a:cubicBezTo>
                  <a:pt x="5343" y="3357"/>
                  <a:pt x="5078" y="3500"/>
                  <a:pt x="4796" y="3515"/>
                </a:cubicBezTo>
                <a:cubicBezTo>
                  <a:pt x="4779" y="3516"/>
                  <a:pt x="4761" y="3516"/>
                  <a:pt x="4744" y="3516"/>
                </a:cubicBezTo>
                <a:cubicBezTo>
                  <a:pt x="4475" y="3516"/>
                  <a:pt x="4218" y="3410"/>
                  <a:pt x="3979" y="3274"/>
                </a:cubicBezTo>
                <a:cubicBezTo>
                  <a:pt x="3615" y="3067"/>
                  <a:pt x="3265" y="2787"/>
                  <a:pt x="2878" y="2633"/>
                </a:cubicBezTo>
                <a:lnTo>
                  <a:pt x="2848" y="2622"/>
                </a:lnTo>
                <a:cubicBezTo>
                  <a:pt x="2713" y="2571"/>
                  <a:pt x="2573" y="2535"/>
                  <a:pt x="2426" y="2524"/>
                </a:cubicBezTo>
                <a:cubicBezTo>
                  <a:pt x="2397" y="2522"/>
                  <a:pt x="2367" y="2521"/>
                  <a:pt x="2338" y="2521"/>
                </a:cubicBezTo>
                <a:cubicBezTo>
                  <a:pt x="1819" y="2521"/>
                  <a:pt x="1364" y="2853"/>
                  <a:pt x="878" y="3039"/>
                </a:cubicBezTo>
                <a:cubicBezTo>
                  <a:pt x="860" y="2988"/>
                  <a:pt x="814" y="2962"/>
                  <a:pt x="771" y="2962"/>
                </a:cubicBezTo>
                <a:cubicBezTo>
                  <a:pt x="719" y="2962"/>
                  <a:pt x="671" y="2999"/>
                  <a:pt x="675" y="3075"/>
                </a:cubicBezTo>
                <a:cubicBezTo>
                  <a:pt x="676" y="3085"/>
                  <a:pt x="676" y="3095"/>
                  <a:pt x="677" y="3105"/>
                </a:cubicBezTo>
                <a:cubicBezTo>
                  <a:pt x="641" y="3115"/>
                  <a:pt x="663" y="3351"/>
                  <a:pt x="684" y="3351"/>
                </a:cubicBezTo>
                <a:cubicBezTo>
                  <a:pt x="684" y="3351"/>
                  <a:pt x="684" y="3351"/>
                  <a:pt x="684" y="3351"/>
                </a:cubicBezTo>
                <a:lnTo>
                  <a:pt x="684" y="3351"/>
                </a:lnTo>
                <a:cubicBezTo>
                  <a:pt x="700" y="4396"/>
                  <a:pt x="480" y="5438"/>
                  <a:pt x="40" y="6361"/>
                </a:cubicBezTo>
                <a:cubicBezTo>
                  <a:pt x="1" y="6444"/>
                  <a:pt x="42" y="6541"/>
                  <a:pt x="125" y="6547"/>
                </a:cubicBezTo>
                <a:cubicBezTo>
                  <a:pt x="520" y="6573"/>
                  <a:pt x="913" y="6601"/>
                  <a:pt x="1308" y="6628"/>
                </a:cubicBezTo>
                <a:cubicBezTo>
                  <a:pt x="2919" y="6739"/>
                  <a:pt x="4531" y="6851"/>
                  <a:pt x="6142" y="6962"/>
                </a:cubicBezTo>
                <a:cubicBezTo>
                  <a:pt x="7754" y="7074"/>
                  <a:pt x="9365" y="7184"/>
                  <a:pt x="10977" y="7295"/>
                </a:cubicBezTo>
                <a:cubicBezTo>
                  <a:pt x="12587" y="7407"/>
                  <a:pt x="14196" y="7526"/>
                  <a:pt x="15806" y="7629"/>
                </a:cubicBezTo>
                <a:cubicBezTo>
                  <a:pt x="15970" y="7639"/>
                  <a:pt x="16139" y="7648"/>
                  <a:pt x="16308" y="7648"/>
                </a:cubicBezTo>
                <a:cubicBezTo>
                  <a:pt x="16770" y="7648"/>
                  <a:pt x="17238" y="7584"/>
                  <a:pt x="17642" y="7319"/>
                </a:cubicBezTo>
                <a:cubicBezTo>
                  <a:pt x="18126" y="7004"/>
                  <a:pt x="18405" y="6441"/>
                  <a:pt x="18479" y="5822"/>
                </a:cubicBezTo>
                <a:cubicBezTo>
                  <a:pt x="18551" y="5210"/>
                  <a:pt x="18426" y="4561"/>
                  <a:pt x="18155" y="4033"/>
                </a:cubicBezTo>
                <a:cubicBezTo>
                  <a:pt x="18001" y="3734"/>
                  <a:pt x="17799" y="3450"/>
                  <a:pt x="17538" y="3266"/>
                </a:cubicBezTo>
                <a:cubicBezTo>
                  <a:pt x="17335" y="3121"/>
                  <a:pt x="17111" y="3062"/>
                  <a:pt x="16880" y="3062"/>
                </a:cubicBezTo>
                <a:cubicBezTo>
                  <a:pt x="16779" y="3062"/>
                  <a:pt x="16677" y="3073"/>
                  <a:pt x="16575" y="3094"/>
                </a:cubicBezTo>
                <a:cubicBezTo>
                  <a:pt x="16223" y="3166"/>
                  <a:pt x="15888" y="3319"/>
                  <a:pt x="15537" y="3397"/>
                </a:cubicBezTo>
                <a:cubicBezTo>
                  <a:pt x="15268" y="3457"/>
                  <a:pt x="14994" y="3485"/>
                  <a:pt x="14721" y="3485"/>
                </a:cubicBezTo>
                <a:cubicBezTo>
                  <a:pt x="14673" y="3485"/>
                  <a:pt x="14624" y="3484"/>
                  <a:pt x="14575" y="3482"/>
                </a:cubicBezTo>
                <a:cubicBezTo>
                  <a:pt x="13922" y="3460"/>
                  <a:pt x="13281" y="3278"/>
                  <a:pt x="12679" y="2996"/>
                </a:cubicBezTo>
                <a:cubicBezTo>
                  <a:pt x="12065" y="2707"/>
                  <a:pt x="11491" y="2306"/>
                  <a:pt x="10973" y="1835"/>
                </a:cubicBezTo>
                <a:cubicBezTo>
                  <a:pt x="10470" y="1378"/>
                  <a:pt x="10039" y="821"/>
                  <a:pt x="9498" y="418"/>
                </a:cubicBezTo>
                <a:cubicBezTo>
                  <a:pt x="9163" y="167"/>
                  <a:pt x="8785" y="1"/>
                  <a:pt x="8398"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3"/>
          <p:cNvSpPr/>
          <p:nvPr/>
        </p:nvSpPr>
        <p:spPr>
          <a:xfrm rot="10800000">
            <a:off x="-60451" y="4081566"/>
            <a:ext cx="4326430" cy="1166958"/>
          </a:xfrm>
          <a:custGeom>
            <a:rect b="b" l="l" r="r" t="t"/>
            <a:pathLst>
              <a:path extrusionOk="0" h="6923" w="25667">
                <a:moveTo>
                  <a:pt x="95" y="1"/>
                </a:moveTo>
                <a:lnTo>
                  <a:pt x="95" y="1"/>
                </a:lnTo>
                <a:cubicBezTo>
                  <a:pt x="3" y="325"/>
                  <a:pt x="0" y="652"/>
                  <a:pt x="124" y="980"/>
                </a:cubicBezTo>
                <a:cubicBezTo>
                  <a:pt x="169" y="1098"/>
                  <a:pt x="231" y="1215"/>
                  <a:pt x="310" y="1328"/>
                </a:cubicBezTo>
                <a:cubicBezTo>
                  <a:pt x="324" y="1349"/>
                  <a:pt x="339" y="1369"/>
                  <a:pt x="355" y="1389"/>
                </a:cubicBezTo>
                <a:cubicBezTo>
                  <a:pt x="699" y="1846"/>
                  <a:pt x="1304" y="2249"/>
                  <a:pt x="2067" y="2533"/>
                </a:cubicBezTo>
                <a:cubicBezTo>
                  <a:pt x="2123" y="2554"/>
                  <a:pt x="2182" y="2574"/>
                  <a:pt x="2240" y="2594"/>
                </a:cubicBezTo>
                <a:cubicBezTo>
                  <a:pt x="2505" y="2684"/>
                  <a:pt x="2788" y="2761"/>
                  <a:pt x="3082" y="2820"/>
                </a:cubicBezTo>
                <a:cubicBezTo>
                  <a:pt x="3121" y="2828"/>
                  <a:pt x="3160" y="2836"/>
                  <a:pt x="3199" y="2843"/>
                </a:cubicBezTo>
                <a:cubicBezTo>
                  <a:pt x="3235" y="2848"/>
                  <a:pt x="3269" y="2855"/>
                  <a:pt x="3304" y="2861"/>
                </a:cubicBezTo>
                <a:cubicBezTo>
                  <a:pt x="4479" y="3062"/>
                  <a:pt x="5837" y="3029"/>
                  <a:pt x="6823" y="3420"/>
                </a:cubicBezTo>
                <a:cubicBezTo>
                  <a:pt x="7054" y="3512"/>
                  <a:pt x="7246" y="3619"/>
                  <a:pt x="7410" y="3737"/>
                </a:cubicBezTo>
                <a:cubicBezTo>
                  <a:pt x="7438" y="3757"/>
                  <a:pt x="7465" y="3777"/>
                  <a:pt x="7492" y="3798"/>
                </a:cubicBezTo>
                <a:cubicBezTo>
                  <a:pt x="7907" y="4126"/>
                  <a:pt x="8126" y="4532"/>
                  <a:pt x="8351" y="4940"/>
                </a:cubicBezTo>
                <a:cubicBezTo>
                  <a:pt x="8363" y="4960"/>
                  <a:pt x="8375" y="4981"/>
                  <a:pt x="8386" y="5002"/>
                </a:cubicBezTo>
                <a:cubicBezTo>
                  <a:pt x="8613" y="5409"/>
                  <a:pt x="8857" y="5814"/>
                  <a:pt x="9326" y="6143"/>
                </a:cubicBezTo>
                <a:cubicBezTo>
                  <a:pt x="9338" y="6152"/>
                  <a:pt x="9350" y="6161"/>
                  <a:pt x="9363" y="6170"/>
                </a:cubicBezTo>
                <a:cubicBezTo>
                  <a:pt x="9381" y="6181"/>
                  <a:pt x="9399" y="6193"/>
                  <a:pt x="9417" y="6205"/>
                </a:cubicBezTo>
                <a:cubicBezTo>
                  <a:pt x="10107" y="6649"/>
                  <a:pt x="11200" y="6895"/>
                  <a:pt x="12290" y="6920"/>
                </a:cubicBezTo>
                <a:cubicBezTo>
                  <a:pt x="12359" y="6922"/>
                  <a:pt x="12429" y="6922"/>
                  <a:pt x="12498" y="6922"/>
                </a:cubicBezTo>
                <a:cubicBezTo>
                  <a:pt x="13546" y="6922"/>
                  <a:pt x="14580" y="6739"/>
                  <a:pt x="15482" y="6457"/>
                </a:cubicBezTo>
                <a:cubicBezTo>
                  <a:pt x="15733" y="6379"/>
                  <a:pt x="15977" y="6292"/>
                  <a:pt x="16221" y="6206"/>
                </a:cubicBezTo>
                <a:cubicBezTo>
                  <a:pt x="16279" y="6185"/>
                  <a:pt x="16336" y="6163"/>
                  <a:pt x="16394" y="6143"/>
                </a:cubicBezTo>
                <a:cubicBezTo>
                  <a:pt x="17021" y="5919"/>
                  <a:pt x="17650" y="5699"/>
                  <a:pt x="18381" y="5606"/>
                </a:cubicBezTo>
                <a:cubicBezTo>
                  <a:pt x="18666" y="5570"/>
                  <a:pt x="18954" y="5554"/>
                  <a:pt x="19242" y="5554"/>
                </a:cubicBezTo>
                <a:cubicBezTo>
                  <a:pt x="20278" y="5554"/>
                  <a:pt x="21323" y="5757"/>
                  <a:pt x="22324" y="5932"/>
                </a:cubicBezTo>
                <a:cubicBezTo>
                  <a:pt x="22780" y="6013"/>
                  <a:pt x="23253" y="6086"/>
                  <a:pt x="23731" y="6144"/>
                </a:cubicBezTo>
                <a:cubicBezTo>
                  <a:pt x="23920" y="6169"/>
                  <a:pt x="24110" y="6189"/>
                  <a:pt x="24302" y="6207"/>
                </a:cubicBezTo>
                <a:cubicBezTo>
                  <a:pt x="24756" y="6249"/>
                  <a:pt x="25213" y="6274"/>
                  <a:pt x="25664" y="6275"/>
                </a:cubicBezTo>
                <a:lnTo>
                  <a:pt x="25664" y="6144"/>
                </a:lnTo>
                <a:lnTo>
                  <a:pt x="25665" y="5003"/>
                </a:lnTo>
                <a:lnTo>
                  <a:pt x="25665" y="3738"/>
                </a:lnTo>
                <a:lnTo>
                  <a:pt x="25666" y="2596"/>
                </a:lnTo>
                <a:lnTo>
                  <a:pt x="25666" y="1331"/>
                </a:lnTo>
                <a:lnTo>
                  <a:pt x="25667" y="5"/>
                </a:lnTo>
                <a:lnTo>
                  <a:pt x="3200" y="2"/>
                </a:lnTo>
                <a:lnTo>
                  <a:pt x="3083" y="2"/>
                </a:lnTo>
                <a:lnTo>
                  <a:pt x="95" y="1"/>
                </a:ln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3"/>
          <p:cNvSpPr/>
          <p:nvPr/>
        </p:nvSpPr>
        <p:spPr>
          <a:xfrm flipH="1" rot="-163619">
            <a:off x="6300449" y="3399014"/>
            <a:ext cx="3289802" cy="2742855"/>
          </a:xfrm>
          <a:custGeom>
            <a:rect b="b" l="l" r="r" t="t"/>
            <a:pathLst>
              <a:path extrusionOk="0" h="17913" w="21485">
                <a:moveTo>
                  <a:pt x="16498" y="0"/>
                </a:moveTo>
                <a:cubicBezTo>
                  <a:pt x="16431" y="0"/>
                  <a:pt x="16363" y="2"/>
                  <a:pt x="16295" y="5"/>
                </a:cubicBezTo>
                <a:cubicBezTo>
                  <a:pt x="14773" y="76"/>
                  <a:pt x="13358" y="913"/>
                  <a:pt x="11838" y="913"/>
                </a:cubicBezTo>
                <a:cubicBezTo>
                  <a:pt x="11828" y="913"/>
                  <a:pt x="11819" y="913"/>
                  <a:pt x="11809" y="913"/>
                </a:cubicBezTo>
                <a:cubicBezTo>
                  <a:pt x="10328" y="903"/>
                  <a:pt x="8942" y="90"/>
                  <a:pt x="7502" y="90"/>
                </a:cubicBezTo>
                <a:cubicBezTo>
                  <a:pt x="7296" y="90"/>
                  <a:pt x="7089" y="106"/>
                  <a:pt x="6880" y="144"/>
                </a:cubicBezTo>
                <a:cubicBezTo>
                  <a:pt x="6031" y="300"/>
                  <a:pt x="5298" y="798"/>
                  <a:pt x="4738" y="1383"/>
                </a:cubicBezTo>
                <a:cubicBezTo>
                  <a:pt x="4125" y="2021"/>
                  <a:pt x="3678" y="2792"/>
                  <a:pt x="3546" y="3606"/>
                </a:cubicBezTo>
                <a:cubicBezTo>
                  <a:pt x="3331" y="4945"/>
                  <a:pt x="3958" y="6365"/>
                  <a:pt x="3330" y="7612"/>
                </a:cubicBezTo>
                <a:cubicBezTo>
                  <a:pt x="2843" y="8573"/>
                  <a:pt x="1725" y="9179"/>
                  <a:pt x="1025" y="10039"/>
                </a:cubicBezTo>
                <a:cubicBezTo>
                  <a:pt x="129" y="11143"/>
                  <a:pt x="1" y="12623"/>
                  <a:pt x="493" y="13871"/>
                </a:cubicBezTo>
                <a:cubicBezTo>
                  <a:pt x="985" y="15119"/>
                  <a:pt x="2039" y="16147"/>
                  <a:pt x="3280" y="16894"/>
                </a:cubicBezTo>
                <a:cubicBezTo>
                  <a:pt x="4303" y="17509"/>
                  <a:pt x="5501" y="17913"/>
                  <a:pt x="6745" y="17913"/>
                </a:cubicBezTo>
                <a:cubicBezTo>
                  <a:pt x="7100" y="17913"/>
                  <a:pt x="7459" y="17880"/>
                  <a:pt x="7819" y="17810"/>
                </a:cubicBezTo>
                <a:cubicBezTo>
                  <a:pt x="9799" y="17422"/>
                  <a:pt x="10027" y="16541"/>
                  <a:pt x="10831" y="15097"/>
                </a:cubicBezTo>
                <a:cubicBezTo>
                  <a:pt x="11709" y="13519"/>
                  <a:pt x="13719" y="12697"/>
                  <a:pt x="15584" y="12036"/>
                </a:cubicBezTo>
                <a:cubicBezTo>
                  <a:pt x="17450" y="11376"/>
                  <a:pt x="19474" y="10648"/>
                  <a:pt x="20504" y="9137"/>
                </a:cubicBezTo>
                <a:cubicBezTo>
                  <a:pt x="21026" y="8370"/>
                  <a:pt x="21230" y="7476"/>
                  <a:pt x="21324" y="6598"/>
                </a:cubicBezTo>
                <a:cubicBezTo>
                  <a:pt x="21484" y="5087"/>
                  <a:pt x="21327" y="3511"/>
                  <a:pt x="20489" y="2207"/>
                </a:cubicBezTo>
                <a:cubicBezTo>
                  <a:pt x="19684" y="953"/>
                  <a:pt x="18161" y="0"/>
                  <a:pt x="16498"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3"/>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607" name="Google Shape;607;p23"/>
          <p:cNvGrpSpPr/>
          <p:nvPr/>
        </p:nvGrpSpPr>
        <p:grpSpPr>
          <a:xfrm rot="-9900030">
            <a:off x="271409" y="845202"/>
            <a:ext cx="215932" cy="195605"/>
            <a:chOff x="1640475" y="1197075"/>
            <a:chExt cx="55475" cy="50250"/>
          </a:xfrm>
        </p:grpSpPr>
        <p:sp>
          <p:nvSpPr>
            <p:cNvPr id="608" name="Google Shape;608;p2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 name="Google Shape;611;p23"/>
          <p:cNvGrpSpPr/>
          <p:nvPr/>
        </p:nvGrpSpPr>
        <p:grpSpPr>
          <a:xfrm rot="6524430">
            <a:off x="349879" y="2378626"/>
            <a:ext cx="279618" cy="253294"/>
            <a:chOff x="1640475" y="1197075"/>
            <a:chExt cx="55475" cy="50250"/>
          </a:xfrm>
        </p:grpSpPr>
        <p:sp>
          <p:nvSpPr>
            <p:cNvPr id="612" name="Google Shape;612;p2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23"/>
          <p:cNvSpPr/>
          <p:nvPr/>
        </p:nvSpPr>
        <p:spPr>
          <a:xfrm flipH="1" rot="-2121718">
            <a:off x="6738637" y="226323"/>
            <a:ext cx="888103" cy="20804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3"/>
          <p:cNvSpPr/>
          <p:nvPr/>
        </p:nvSpPr>
        <p:spPr>
          <a:xfrm flipH="1" rot="-10799883">
            <a:off x="1288109" y="411773"/>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 name="Google Shape;617;p23"/>
          <p:cNvGrpSpPr/>
          <p:nvPr/>
        </p:nvGrpSpPr>
        <p:grpSpPr>
          <a:xfrm rot="6300012">
            <a:off x="8577095" y="3925450"/>
            <a:ext cx="290790" cy="263412"/>
            <a:chOff x="1640475" y="1197075"/>
            <a:chExt cx="55475" cy="50250"/>
          </a:xfrm>
        </p:grpSpPr>
        <p:sp>
          <p:nvSpPr>
            <p:cNvPr id="618" name="Google Shape;618;p2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 name="Google Shape;621;p23"/>
          <p:cNvSpPr/>
          <p:nvPr/>
        </p:nvSpPr>
        <p:spPr>
          <a:xfrm rot="10800000">
            <a:off x="5828025" y="4022950"/>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3"/>
          <p:cNvSpPr/>
          <p:nvPr/>
        </p:nvSpPr>
        <p:spPr>
          <a:xfrm rot="-10431843">
            <a:off x="-54140" y="-118627"/>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SECTION_HEADER_1_1_1_1_1">
    <p:spTree>
      <p:nvGrpSpPr>
        <p:cNvPr id="623" name="Shape 623"/>
        <p:cNvGrpSpPr/>
        <p:nvPr/>
      </p:nvGrpSpPr>
      <p:grpSpPr>
        <a:xfrm>
          <a:off x="0" y="0"/>
          <a:ext cx="0" cy="0"/>
          <a:chOff x="0" y="0"/>
          <a:chExt cx="0" cy="0"/>
        </a:xfrm>
      </p:grpSpPr>
      <p:sp>
        <p:nvSpPr>
          <p:cNvPr id="624" name="Google Shape;624;p24"/>
          <p:cNvSpPr/>
          <p:nvPr/>
        </p:nvSpPr>
        <p:spPr>
          <a:xfrm>
            <a:off x="-252007" y="3576894"/>
            <a:ext cx="3903917" cy="1837176"/>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4"/>
          <p:cNvSpPr/>
          <p:nvPr/>
        </p:nvSpPr>
        <p:spPr>
          <a:xfrm>
            <a:off x="-534698" y="-318300"/>
            <a:ext cx="3365751" cy="1857837"/>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4"/>
          <p:cNvSpPr/>
          <p:nvPr/>
        </p:nvSpPr>
        <p:spPr>
          <a:xfrm>
            <a:off x="7392777" y="-245660"/>
            <a:ext cx="2132823" cy="2139054"/>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4"/>
          <p:cNvSpPr/>
          <p:nvPr/>
        </p:nvSpPr>
        <p:spPr>
          <a:xfrm>
            <a:off x="5392461" y="4223933"/>
            <a:ext cx="3997055" cy="1412317"/>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4"/>
          <p:cNvSpPr txBox="1"/>
          <p:nvPr>
            <p:ph type="title"/>
          </p:nvPr>
        </p:nvSpPr>
        <p:spPr>
          <a:xfrm>
            <a:off x="2887025" y="896532"/>
            <a:ext cx="33705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46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629" name="Google Shape;629;p24"/>
          <p:cNvGrpSpPr/>
          <p:nvPr/>
        </p:nvGrpSpPr>
        <p:grpSpPr>
          <a:xfrm rot="-6282408">
            <a:off x="776191" y="953710"/>
            <a:ext cx="221771" cy="200883"/>
            <a:chOff x="1640475" y="1197075"/>
            <a:chExt cx="55475" cy="50250"/>
          </a:xfrm>
        </p:grpSpPr>
        <p:sp>
          <p:nvSpPr>
            <p:cNvPr id="630" name="Google Shape;630;p2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24"/>
          <p:cNvGrpSpPr/>
          <p:nvPr/>
        </p:nvGrpSpPr>
        <p:grpSpPr>
          <a:xfrm rot="-3600037">
            <a:off x="8366841" y="366882"/>
            <a:ext cx="215935" cy="195604"/>
            <a:chOff x="1640475" y="1197075"/>
            <a:chExt cx="55475" cy="50250"/>
          </a:xfrm>
        </p:grpSpPr>
        <p:sp>
          <p:nvSpPr>
            <p:cNvPr id="634" name="Google Shape;634;p2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 name="Google Shape;637;p24"/>
          <p:cNvSpPr/>
          <p:nvPr/>
        </p:nvSpPr>
        <p:spPr>
          <a:xfrm rot="-8431516">
            <a:off x="991402" y="300030"/>
            <a:ext cx="529784"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 name="Google Shape;638;p24"/>
          <p:cNvGrpSpPr/>
          <p:nvPr/>
        </p:nvGrpSpPr>
        <p:grpSpPr>
          <a:xfrm rot="900000">
            <a:off x="7711515" y="4595570"/>
            <a:ext cx="347165" cy="314462"/>
            <a:chOff x="1640475" y="1197075"/>
            <a:chExt cx="55475" cy="50250"/>
          </a:xfrm>
        </p:grpSpPr>
        <p:sp>
          <p:nvSpPr>
            <p:cNvPr id="639" name="Google Shape;639;p2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24"/>
          <p:cNvGrpSpPr/>
          <p:nvPr/>
        </p:nvGrpSpPr>
        <p:grpSpPr>
          <a:xfrm rot="899970">
            <a:off x="1517129" y="4372050"/>
            <a:ext cx="215932" cy="195605"/>
            <a:chOff x="1640475" y="1197075"/>
            <a:chExt cx="55475" cy="50250"/>
          </a:xfrm>
        </p:grpSpPr>
        <p:sp>
          <p:nvSpPr>
            <p:cNvPr id="643" name="Google Shape;643;p2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 name="Google Shape;646;p24"/>
          <p:cNvSpPr/>
          <p:nvPr/>
        </p:nvSpPr>
        <p:spPr>
          <a:xfrm rot="2510220">
            <a:off x="74986" y="2434051"/>
            <a:ext cx="1153753" cy="844089"/>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4"/>
          <p:cNvSpPr/>
          <p:nvPr/>
        </p:nvSpPr>
        <p:spPr>
          <a:xfrm rot="10799880">
            <a:off x="6967220" y="4433428"/>
            <a:ext cx="529792" cy="12411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8">
    <p:spTree>
      <p:nvGrpSpPr>
        <p:cNvPr id="648" name="Shape 648"/>
        <p:cNvGrpSpPr/>
        <p:nvPr/>
      </p:nvGrpSpPr>
      <p:grpSpPr>
        <a:xfrm>
          <a:off x="0" y="0"/>
          <a:ext cx="0" cy="0"/>
          <a:chOff x="0" y="0"/>
          <a:chExt cx="0" cy="0"/>
        </a:xfrm>
      </p:grpSpPr>
      <p:sp>
        <p:nvSpPr>
          <p:cNvPr id="649" name="Google Shape;649;p25"/>
          <p:cNvSpPr txBox="1"/>
          <p:nvPr>
            <p:ph type="title"/>
          </p:nvPr>
        </p:nvSpPr>
        <p:spPr>
          <a:xfrm>
            <a:off x="3310200" y="758950"/>
            <a:ext cx="25236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650" name="Google Shape;650;p25"/>
          <p:cNvSpPr/>
          <p:nvPr/>
        </p:nvSpPr>
        <p:spPr>
          <a:xfrm rot="-5400000">
            <a:off x="-1633617" y="237263"/>
            <a:ext cx="3908878" cy="1656143"/>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5"/>
          <p:cNvSpPr/>
          <p:nvPr/>
        </p:nvSpPr>
        <p:spPr>
          <a:xfrm flipH="1" rot="10800000">
            <a:off x="5022526" y="-28552"/>
            <a:ext cx="4205593" cy="1363501"/>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5"/>
          <p:cNvSpPr/>
          <p:nvPr/>
        </p:nvSpPr>
        <p:spPr>
          <a:xfrm flipH="1" rot="10800000">
            <a:off x="-232463" y="4025993"/>
            <a:ext cx="2767187" cy="1358003"/>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5"/>
          <p:cNvSpPr/>
          <p:nvPr/>
        </p:nvSpPr>
        <p:spPr>
          <a:xfrm flipH="1" rot="400492">
            <a:off x="7335215" y="1935465"/>
            <a:ext cx="2458871" cy="3508291"/>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5"/>
          <p:cNvSpPr/>
          <p:nvPr/>
        </p:nvSpPr>
        <p:spPr>
          <a:xfrm rot="-8615811">
            <a:off x="999352" y="3424192"/>
            <a:ext cx="848090" cy="17165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5"/>
          <p:cNvSpPr/>
          <p:nvPr/>
        </p:nvSpPr>
        <p:spPr>
          <a:xfrm flipH="1" rot="9000285">
            <a:off x="6892495" y="-65377"/>
            <a:ext cx="970034" cy="22723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 name="Google Shape;656;p25"/>
          <p:cNvGrpSpPr/>
          <p:nvPr/>
        </p:nvGrpSpPr>
        <p:grpSpPr>
          <a:xfrm flipH="1" rot="-10799841">
            <a:off x="1031177" y="4742682"/>
            <a:ext cx="239902" cy="217311"/>
            <a:chOff x="1640475" y="1197075"/>
            <a:chExt cx="55475" cy="50250"/>
          </a:xfrm>
        </p:grpSpPr>
        <p:sp>
          <p:nvSpPr>
            <p:cNvPr id="657" name="Google Shape;657;p2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25"/>
          <p:cNvGrpSpPr/>
          <p:nvPr/>
        </p:nvGrpSpPr>
        <p:grpSpPr>
          <a:xfrm flipH="1" rot="6757014">
            <a:off x="7636965" y="3719799"/>
            <a:ext cx="527648" cy="477964"/>
            <a:chOff x="1640475" y="1197075"/>
            <a:chExt cx="55475" cy="50250"/>
          </a:xfrm>
        </p:grpSpPr>
        <p:sp>
          <p:nvSpPr>
            <p:cNvPr id="661" name="Google Shape;661;p2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 name="Google Shape;664;p25"/>
          <p:cNvSpPr/>
          <p:nvPr/>
        </p:nvSpPr>
        <p:spPr>
          <a:xfrm flipH="1" rot="9900139">
            <a:off x="1848350" y="-134980"/>
            <a:ext cx="492733" cy="728482"/>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5"/>
          <p:cNvSpPr/>
          <p:nvPr/>
        </p:nvSpPr>
        <p:spPr>
          <a:xfrm flipH="1" rot="3511162">
            <a:off x="7430343" y="269341"/>
            <a:ext cx="738535" cy="540314"/>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 name="Google Shape;666;p25"/>
          <p:cNvGrpSpPr/>
          <p:nvPr/>
        </p:nvGrpSpPr>
        <p:grpSpPr>
          <a:xfrm flipH="1" rot="10374925">
            <a:off x="778972" y="752635"/>
            <a:ext cx="359745" cy="325867"/>
            <a:chOff x="1640475" y="1197075"/>
            <a:chExt cx="55475" cy="50250"/>
          </a:xfrm>
        </p:grpSpPr>
        <p:sp>
          <p:nvSpPr>
            <p:cNvPr id="667" name="Google Shape;667;p2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8_1">
    <p:spTree>
      <p:nvGrpSpPr>
        <p:cNvPr id="670" name="Shape 670"/>
        <p:cNvGrpSpPr/>
        <p:nvPr/>
      </p:nvGrpSpPr>
      <p:grpSpPr>
        <a:xfrm>
          <a:off x="0" y="0"/>
          <a:ext cx="0" cy="0"/>
          <a:chOff x="0" y="0"/>
          <a:chExt cx="0" cy="0"/>
        </a:xfrm>
      </p:grpSpPr>
      <p:sp>
        <p:nvSpPr>
          <p:cNvPr id="671" name="Google Shape;671;p26"/>
          <p:cNvSpPr txBox="1"/>
          <p:nvPr>
            <p:ph type="title"/>
          </p:nvPr>
        </p:nvSpPr>
        <p:spPr>
          <a:xfrm>
            <a:off x="3466850" y="758950"/>
            <a:ext cx="22104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672" name="Google Shape;672;p26"/>
          <p:cNvSpPr/>
          <p:nvPr/>
        </p:nvSpPr>
        <p:spPr>
          <a:xfrm rot="6654579">
            <a:off x="6461750" y="-1049456"/>
            <a:ext cx="2549004" cy="2033548"/>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dk2">
              <a:alpha val="40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6"/>
          <p:cNvSpPr/>
          <p:nvPr/>
        </p:nvSpPr>
        <p:spPr>
          <a:xfrm>
            <a:off x="-209325" y="4063744"/>
            <a:ext cx="2549055" cy="1959992"/>
          </a:xfrm>
          <a:custGeom>
            <a:rect b="b" l="l" r="r" t="t"/>
            <a:pathLst>
              <a:path extrusionOk="0" h="12489" w="16243">
                <a:moveTo>
                  <a:pt x="3844" y="0"/>
                </a:moveTo>
                <a:cubicBezTo>
                  <a:pt x="3285" y="0"/>
                  <a:pt x="2723" y="148"/>
                  <a:pt x="2228" y="400"/>
                </a:cubicBezTo>
                <a:cubicBezTo>
                  <a:pt x="1280" y="883"/>
                  <a:pt x="590" y="1767"/>
                  <a:pt x="156" y="2720"/>
                </a:cubicBezTo>
                <a:cubicBezTo>
                  <a:pt x="49" y="2956"/>
                  <a:pt x="1" y="3596"/>
                  <a:pt x="54" y="3596"/>
                </a:cubicBezTo>
                <a:cubicBezTo>
                  <a:pt x="57" y="3596"/>
                  <a:pt x="61" y="3593"/>
                  <a:pt x="66" y="3588"/>
                </a:cubicBezTo>
                <a:cubicBezTo>
                  <a:pt x="269" y="4868"/>
                  <a:pt x="1355" y="5759"/>
                  <a:pt x="2294" y="6557"/>
                </a:cubicBezTo>
                <a:cubicBezTo>
                  <a:pt x="3560" y="7632"/>
                  <a:pt x="4723" y="8824"/>
                  <a:pt x="5756" y="10126"/>
                </a:cubicBezTo>
                <a:cubicBezTo>
                  <a:pt x="6340" y="10862"/>
                  <a:pt x="6881" y="11633"/>
                  <a:pt x="7379" y="12430"/>
                </a:cubicBezTo>
                <a:cubicBezTo>
                  <a:pt x="7403" y="12468"/>
                  <a:pt x="7442" y="12488"/>
                  <a:pt x="7481" y="12488"/>
                </a:cubicBezTo>
                <a:cubicBezTo>
                  <a:pt x="7510" y="12488"/>
                  <a:pt x="7539" y="12478"/>
                  <a:pt x="7563" y="12456"/>
                </a:cubicBezTo>
                <a:cubicBezTo>
                  <a:pt x="9372" y="10767"/>
                  <a:pt x="11182" y="9079"/>
                  <a:pt x="12991" y="7391"/>
                </a:cubicBezTo>
                <a:cubicBezTo>
                  <a:pt x="13444" y="6969"/>
                  <a:pt x="13897" y="6547"/>
                  <a:pt x="14348" y="6125"/>
                </a:cubicBezTo>
                <a:cubicBezTo>
                  <a:pt x="14774" y="5728"/>
                  <a:pt x="15224" y="5346"/>
                  <a:pt x="15621" y="4920"/>
                </a:cubicBezTo>
                <a:cubicBezTo>
                  <a:pt x="15956" y="4561"/>
                  <a:pt x="16230" y="4130"/>
                  <a:pt x="16237" y="3625"/>
                </a:cubicBezTo>
                <a:cubicBezTo>
                  <a:pt x="16243" y="3173"/>
                  <a:pt x="16055" y="2737"/>
                  <a:pt x="15772" y="2393"/>
                </a:cubicBezTo>
                <a:cubicBezTo>
                  <a:pt x="15118" y="1597"/>
                  <a:pt x="13969" y="1326"/>
                  <a:pt x="12990" y="1230"/>
                </a:cubicBezTo>
                <a:cubicBezTo>
                  <a:pt x="12782" y="1209"/>
                  <a:pt x="12575" y="1199"/>
                  <a:pt x="12369" y="1199"/>
                </a:cubicBezTo>
                <a:cubicBezTo>
                  <a:pt x="11579" y="1199"/>
                  <a:pt x="10805" y="1344"/>
                  <a:pt x="10046" y="1589"/>
                </a:cubicBezTo>
                <a:cubicBezTo>
                  <a:pt x="9458" y="1779"/>
                  <a:pt x="8842" y="1996"/>
                  <a:pt x="8230" y="1996"/>
                </a:cubicBezTo>
                <a:cubicBezTo>
                  <a:pt x="7924" y="1996"/>
                  <a:pt x="7618" y="1942"/>
                  <a:pt x="7317" y="1801"/>
                </a:cubicBezTo>
                <a:cubicBezTo>
                  <a:pt x="6411" y="1378"/>
                  <a:pt x="5786" y="517"/>
                  <a:pt x="4835" y="170"/>
                </a:cubicBezTo>
                <a:cubicBezTo>
                  <a:pt x="4516" y="54"/>
                  <a:pt x="4181" y="0"/>
                  <a:pt x="3844"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6"/>
          <p:cNvSpPr/>
          <p:nvPr/>
        </p:nvSpPr>
        <p:spPr>
          <a:xfrm>
            <a:off x="7748525" y="1889849"/>
            <a:ext cx="1990571" cy="3627799"/>
          </a:xfrm>
          <a:custGeom>
            <a:rect b="b" l="l" r="r" t="t"/>
            <a:pathLst>
              <a:path extrusionOk="0" h="26119" w="14332">
                <a:moveTo>
                  <a:pt x="12104" y="0"/>
                </a:moveTo>
                <a:cubicBezTo>
                  <a:pt x="11836" y="0"/>
                  <a:pt x="11579" y="100"/>
                  <a:pt x="11338" y="207"/>
                </a:cubicBezTo>
                <a:cubicBezTo>
                  <a:pt x="11049" y="335"/>
                  <a:pt x="10764" y="475"/>
                  <a:pt x="10478" y="610"/>
                </a:cubicBezTo>
                <a:cubicBezTo>
                  <a:pt x="9890" y="885"/>
                  <a:pt x="9294" y="1149"/>
                  <a:pt x="8713" y="1440"/>
                </a:cubicBezTo>
                <a:cubicBezTo>
                  <a:pt x="8495" y="1549"/>
                  <a:pt x="8298" y="1691"/>
                  <a:pt x="8201" y="1922"/>
                </a:cubicBezTo>
                <a:cubicBezTo>
                  <a:pt x="8095" y="2174"/>
                  <a:pt x="8110" y="2467"/>
                  <a:pt x="8106" y="2735"/>
                </a:cubicBezTo>
                <a:cubicBezTo>
                  <a:pt x="8097" y="3377"/>
                  <a:pt x="8121" y="4019"/>
                  <a:pt x="8176" y="4658"/>
                </a:cubicBezTo>
                <a:cubicBezTo>
                  <a:pt x="8228" y="5277"/>
                  <a:pt x="8331" y="5899"/>
                  <a:pt x="8283" y="6521"/>
                </a:cubicBezTo>
                <a:cubicBezTo>
                  <a:pt x="8242" y="7056"/>
                  <a:pt x="8055" y="7556"/>
                  <a:pt x="7761" y="8004"/>
                </a:cubicBezTo>
                <a:cubicBezTo>
                  <a:pt x="7173" y="8897"/>
                  <a:pt x="6276" y="9476"/>
                  <a:pt x="5434" y="10099"/>
                </a:cubicBezTo>
                <a:cubicBezTo>
                  <a:pt x="5008" y="10415"/>
                  <a:pt x="4600" y="10769"/>
                  <a:pt x="4338" y="11238"/>
                </a:cubicBezTo>
                <a:cubicBezTo>
                  <a:pt x="4078" y="11703"/>
                  <a:pt x="3973" y="12231"/>
                  <a:pt x="3932" y="12758"/>
                </a:cubicBezTo>
                <a:cubicBezTo>
                  <a:pt x="3854" y="13776"/>
                  <a:pt x="4023" y="14819"/>
                  <a:pt x="3717" y="15812"/>
                </a:cubicBezTo>
                <a:cubicBezTo>
                  <a:pt x="3574" y="16273"/>
                  <a:pt x="3319" y="16702"/>
                  <a:pt x="2917" y="16981"/>
                </a:cubicBezTo>
                <a:cubicBezTo>
                  <a:pt x="2489" y="17279"/>
                  <a:pt x="1977" y="17419"/>
                  <a:pt x="1536" y="17694"/>
                </a:cubicBezTo>
                <a:cubicBezTo>
                  <a:pt x="639" y="18252"/>
                  <a:pt x="327" y="19323"/>
                  <a:pt x="152" y="20304"/>
                </a:cubicBezTo>
                <a:cubicBezTo>
                  <a:pt x="48" y="20891"/>
                  <a:pt x="1" y="21500"/>
                  <a:pt x="140" y="22087"/>
                </a:cubicBezTo>
                <a:cubicBezTo>
                  <a:pt x="259" y="22589"/>
                  <a:pt x="523" y="23040"/>
                  <a:pt x="855" y="23429"/>
                </a:cubicBezTo>
                <a:cubicBezTo>
                  <a:pt x="1544" y="24236"/>
                  <a:pt x="3187" y="24329"/>
                  <a:pt x="3333" y="25366"/>
                </a:cubicBezTo>
                <a:cubicBezTo>
                  <a:pt x="3413" y="25937"/>
                  <a:pt x="4213" y="26116"/>
                  <a:pt x="4450" y="26116"/>
                </a:cubicBezTo>
                <a:cubicBezTo>
                  <a:pt x="4499" y="26116"/>
                  <a:pt x="4524" y="26108"/>
                  <a:pt x="4512" y="26094"/>
                </a:cubicBezTo>
                <a:lnTo>
                  <a:pt x="4512" y="26094"/>
                </a:lnTo>
                <a:cubicBezTo>
                  <a:pt x="5752" y="26098"/>
                  <a:pt x="6992" y="26103"/>
                  <a:pt x="8231" y="26108"/>
                </a:cubicBezTo>
                <a:cubicBezTo>
                  <a:pt x="8884" y="26110"/>
                  <a:pt x="9536" y="26113"/>
                  <a:pt x="10188" y="26115"/>
                </a:cubicBezTo>
                <a:cubicBezTo>
                  <a:pt x="10509" y="26116"/>
                  <a:pt x="10831" y="26117"/>
                  <a:pt x="11153" y="26118"/>
                </a:cubicBezTo>
                <a:cubicBezTo>
                  <a:pt x="11181" y="26118"/>
                  <a:pt x="11210" y="26118"/>
                  <a:pt x="11238" y="26118"/>
                </a:cubicBezTo>
                <a:cubicBezTo>
                  <a:pt x="11502" y="26118"/>
                  <a:pt x="11768" y="26112"/>
                  <a:pt x="12030" y="26066"/>
                </a:cubicBezTo>
                <a:cubicBezTo>
                  <a:pt x="12510" y="25980"/>
                  <a:pt x="12981" y="25708"/>
                  <a:pt x="13161" y="25232"/>
                </a:cubicBezTo>
                <a:cubicBezTo>
                  <a:pt x="13200" y="25130"/>
                  <a:pt x="13224" y="25017"/>
                  <a:pt x="13222" y="24907"/>
                </a:cubicBezTo>
                <a:cubicBezTo>
                  <a:pt x="13220" y="24778"/>
                  <a:pt x="13107" y="24687"/>
                  <a:pt x="13042" y="24582"/>
                </a:cubicBezTo>
                <a:cubicBezTo>
                  <a:pt x="12914" y="24378"/>
                  <a:pt x="12829" y="24154"/>
                  <a:pt x="12777" y="23918"/>
                </a:cubicBezTo>
                <a:cubicBezTo>
                  <a:pt x="12667" y="23424"/>
                  <a:pt x="12700" y="22903"/>
                  <a:pt x="12760" y="22402"/>
                </a:cubicBezTo>
                <a:cubicBezTo>
                  <a:pt x="12825" y="21856"/>
                  <a:pt x="12928" y="21313"/>
                  <a:pt x="12991" y="20766"/>
                </a:cubicBezTo>
                <a:cubicBezTo>
                  <a:pt x="13138" y="19498"/>
                  <a:pt x="13165" y="18220"/>
                  <a:pt x="13259" y="16947"/>
                </a:cubicBezTo>
                <a:cubicBezTo>
                  <a:pt x="13306" y="16306"/>
                  <a:pt x="13371" y="15667"/>
                  <a:pt x="13476" y="15033"/>
                </a:cubicBezTo>
                <a:cubicBezTo>
                  <a:pt x="13580" y="14418"/>
                  <a:pt x="13717" y="13809"/>
                  <a:pt x="13850" y="13199"/>
                </a:cubicBezTo>
                <a:cubicBezTo>
                  <a:pt x="14117" y="11977"/>
                  <a:pt x="14332" y="10761"/>
                  <a:pt x="14312" y="9506"/>
                </a:cubicBezTo>
                <a:cubicBezTo>
                  <a:pt x="14292" y="8213"/>
                  <a:pt x="14104" y="6931"/>
                  <a:pt x="14032" y="5641"/>
                </a:cubicBezTo>
                <a:cubicBezTo>
                  <a:pt x="13973" y="4552"/>
                  <a:pt x="14026" y="3448"/>
                  <a:pt x="13821" y="2371"/>
                </a:cubicBezTo>
                <a:cubicBezTo>
                  <a:pt x="13723" y="1854"/>
                  <a:pt x="13559" y="1346"/>
                  <a:pt x="13296" y="889"/>
                </a:cubicBezTo>
                <a:cubicBezTo>
                  <a:pt x="13046" y="456"/>
                  <a:pt x="12681" y="18"/>
                  <a:pt x="12141" y="1"/>
                </a:cubicBezTo>
                <a:cubicBezTo>
                  <a:pt x="12128" y="1"/>
                  <a:pt x="12116" y="0"/>
                  <a:pt x="12104" y="0"/>
                </a:cubicBezTo>
                <a:close/>
              </a:path>
            </a:pathLst>
          </a:custGeom>
          <a:solidFill>
            <a:schemeClr val="l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6"/>
          <p:cNvSpPr/>
          <p:nvPr/>
        </p:nvSpPr>
        <p:spPr>
          <a:xfrm flipH="1" rot="-5400000">
            <a:off x="18085" y="-1542699"/>
            <a:ext cx="1951456" cy="3795063"/>
          </a:xfrm>
          <a:custGeom>
            <a:rect b="b" l="l" r="r" t="t"/>
            <a:pathLst>
              <a:path extrusionOk="0" h="24182" w="12435">
                <a:moveTo>
                  <a:pt x="7995" y="0"/>
                </a:moveTo>
                <a:cubicBezTo>
                  <a:pt x="6753" y="0"/>
                  <a:pt x="5507" y="123"/>
                  <a:pt x="4282" y="305"/>
                </a:cubicBezTo>
                <a:cubicBezTo>
                  <a:pt x="3647" y="400"/>
                  <a:pt x="3014" y="509"/>
                  <a:pt x="2384" y="629"/>
                </a:cubicBezTo>
                <a:cubicBezTo>
                  <a:pt x="1767" y="745"/>
                  <a:pt x="1135" y="843"/>
                  <a:pt x="528" y="997"/>
                </a:cubicBezTo>
                <a:cubicBezTo>
                  <a:pt x="284" y="1059"/>
                  <a:pt x="86" y="1199"/>
                  <a:pt x="44" y="1438"/>
                </a:cubicBezTo>
                <a:cubicBezTo>
                  <a:pt x="1" y="1675"/>
                  <a:pt x="98" y="1906"/>
                  <a:pt x="177" y="2128"/>
                </a:cubicBezTo>
                <a:cubicBezTo>
                  <a:pt x="371" y="2674"/>
                  <a:pt x="529" y="3231"/>
                  <a:pt x="657" y="3795"/>
                </a:cubicBezTo>
                <a:cubicBezTo>
                  <a:pt x="1173" y="6076"/>
                  <a:pt x="1176" y="8421"/>
                  <a:pt x="1157" y="10740"/>
                </a:cubicBezTo>
                <a:cubicBezTo>
                  <a:pt x="1137" y="13166"/>
                  <a:pt x="1119" y="15594"/>
                  <a:pt x="956" y="18015"/>
                </a:cubicBezTo>
                <a:cubicBezTo>
                  <a:pt x="873" y="19227"/>
                  <a:pt x="754" y="20438"/>
                  <a:pt x="578" y="21641"/>
                </a:cubicBezTo>
                <a:cubicBezTo>
                  <a:pt x="533" y="21947"/>
                  <a:pt x="484" y="22253"/>
                  <a:pt x="431" y="22559"/>
                </a:cubicBezTo>
                <a:cubicBezTo>
                  <a:pt x="386" y="22822"/>
                  <a:pt x="322" y="23092"/>
                  <a:pt x="343" y="23359"/>
                </a:cubicBezTo>
                <a:cubicBezTo>
                  <a:pt x="374" y="23781"/>
                  <a:pt x="660" y="24173"/>
                  <a:pt x="1161" y="24181"/>
                </a:cubicBezTo>
                <a:cubicBezTo>
                  <a:pt x="1165" y="24181"/>
                  <a:pt x="1169" y="24181"/>
                  <a:pt x="1173" y="24181"/>
                </a:cubicBezTo>
                <a:cubicBezTo>
                  <a:pt x="1371" y="24181"/>
                  <a:pt x="1540" y="24099"/>
                  <a:pt x="1654" y="23951"/>
                </a:cubicBezTo>
                <a:cubicBezTo>
                  <a:pt x="1675" y="23925"/>
                  <a:pt x="1683" y="23898"/>
                  <a:pt x="1682" y="23874"/>
                </a:cubicBezTo>
                <a:lnTo>
                  <a:pt x="1682" y="23874"/>
                </a:lnTo>
                <a:cubicBezTo>
                  <a:pt x="1847" y="23898"/>
                  <a:pt x="2014" y="23909"/>
                  <a:pt x="2180" y="23909"/>
                </a:cubicBezTo>
                <a:cubicBezTo>
                  <a:pt x="2943" y="23909"/>
                  <a:pt x="3699" y="23667"/>
                  <a:pt x="4311" y="23242"/>
                </a:cubicBezTo>
                <a:cubicBezTo>
                  <a:pt x="4708" y="22966"/>
                  <a:pt x="5045" y="22616"/>
                  <a:pt x="5275" y="22211"/>
                </a:cubicBezTo>
                <a:cubicBezTo>
                  <a:pt x="5529" y="21761"/>
                  <a:pt x="5637" y="21258"/>
                  <a:pt x="5672" y="20756"/>
                </a:cubicBezTo>
                <a:cubicBezTo>
                  <a:pt x="5745" y="19694"/>
                  <a:pt x="5474" y="18600"/>
                  <a:pt x="5753" y="17552"/>
                </a:cubicBezTo>
                <a:cubicBezTo>
                  <a:pt x="5970" y="16734"/>
                  <a:pt x="6573" y="16141"/>
                  <a:pt x="7340" y="15710"/>
                </a:cubicBezTo>
                <a:cubicBezTo>
                  <a:pt x="8075" y="15296"/>
                  <a:pt x="8888" y="15018"/>
                  <a:pt x="9665" y="14682"/>
                </a:cubicBezTo>
                <a:cubicBezTo>
                  <a:pt x="10395" y="14367"/>
                  <a:pt x="11138" y="13992"/>
                  <a:pt x="11650" y="13407"/>
                </a:cubicBezTo>
                <a:cubicBezTo>
                  <a:pt x="12358" y="12597"/>
                  <a:pt x="12435" y="11553"/>
                  <a:pt x="12147" y="10578"/>
                </a:cubicBezTo>
                <a:cubicBezTo>
                  <a:pt x="11808" y="9430"/>
                  <a:pt x="11016" y="8461"/>
                  <a:pt x="10472" y="7396"/>
                </a:cubicBezTo>
                <a:cubicBezTo>
                  <a:pt x="9923" y="6314"/>
                  <a:pt x="9632" y="5096"/>
                  <a:pt x="9791" y="3904"/>
                </a:cubicBezTo>
                <a:cubicBezTo>
                  <a:pt x="9926" y="2896"/>
                  <a:pt x="10412" y="1909"/>
                  <a:pt x="11209" y="1194"/>
                </a:cubicBezTo>
                <a:cubicBezTo>
                  <a:pt x="11406" y="1016"/>
                  <a:pt x="11621" y="858"/>
                  <a:pt x="11854" y="718"/>
                </a:cubicBezTo>
                <a:cubicBezTo>
                  <a:pt x="11960" y="654"/>
                  <a:pt x="11944" y="503"/>
                  <a:pt x="11818" y="468"/>
                </a:cubicBezTo>
                <a:cubicBezTo>
                  <a:pt x="10568" y="132"/>
                  <a:pt x="9284" y="0"/>
                  <a:pt x="799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26"/>
          <p:cNvGrpSpPr/>
          <p:nvPr/>
        </p:nvGrpSpPr>
        <p:grpSpPr>
          <a:xfrm rot="8899877">
            <a:off x="1397588" y="496484"/>
            <a:ext cx="221770" cy="200882"/>
            <a:chOff x="1640475" y="1197075"/>
            <a:chExt cx="55475" cy="50250"/>
          </a:xfrm>
        </p:grpSpPr>
        <p:sp>
          <p:nvSpPr>
            <p:cNvPr id="677" name="Google Shape;677;p2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 name="Google Shape;680;p26"/>
          <p:cNvSpPr/>
          <p:nvPr/>
        </p:nvSpPr>
        <p:spPr>
          <a:xfrm rot="9965797">
            <a:off x="-406843" y="3256057"/>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 name="Google Shape;681;p26"/>
          <p:cNvGrpSpPr/>
          <p:nvPr/>
        </p:nvGrpSpPr>
        <p:grpSpPr>
          <a:xfrm rot="-6145098">
            <a:off x="7891149" y="343612"/>
            <a:ext cx="433642" cy="392824"/>
            <a:chOff x="1640475" y="1197075"/>
            <a:chExt cx="55475" cy="50250"/>
          </a:xfrm>
        </p:grpSpPr>
        <p:sp>
          <p:nvSpPr>
            <p:cNvPr id="682" name="Google Shape;682;p2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 name="Google Shape;685;p26"/>
          <p:cNvSpPr/>
          <p:nvPr/>
        </p:nvSpPr>
        <p:spPr>
          <a:xfrm rot="-2081460">
            <a:off x="7872366" y="1665737"/>
            <a:ext cx="580167" cy="13591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 name="Google Shape;686;p26"/>
          <p:cNvGrpSpPr/>
          <p:nvPr/>
        </p:nvGrpSpPr>
        <p:grpSpPr>
          <a:xfrm>
            <a:off x="817938" y="1736757"/>
            <a:ext cx="294201" cy="266501"/>
            <a:chOff x="1640475" y="1197075"/>
            <a:chExt cx="55475" cy="50250"/>
          </a:xfrm>
        </p:grpSpPr>
        <p:sp>
          <p:nvSpPr>
            <p:cNvPr id="687" name="Google Shape;687;p2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_1_1">
    <p:spTree>
      <p:nvGrpSpPr>
        <p:cNvPr id="690" name="Shape 690"/>
        <p:cNvGrpSpPr/>
        <p:nvPr/>
      </p:nvGrpSpPr>
      <p:grpSpPr>
        <a:xfrm>
          <a:off x="0" y="0"/>
          <a:ext cx="0" cy="0"/>
          <a:chOff x="0" y="0"/>
          <a:chExt cx="0" cy="0"/>
        </a:xfrm>
      </p:grpSpPr>
      <p:sp>
        <p:nvSpPr>
          <p:cNvPr id="691" name="Google Shape;691;p27"/>
          <p:cNvSpPr txBox="1"/>
          <p:nvPr>
            <p:ph type="title"/>
          </p:nvPr>
        </p:nvSpPr>
        <p:spPr>
          <a:xfrm>
            <a:off x="2215950" y="758950"/>
            <a:ext cx="47121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692" name="Google Shape;692;p27"/>
          <p:cNvSpPr/>
          <p:nvPr/>
        </p:nvSpPr>
        <p:spPr>
          <a:xfrm>
            <a:off x="5618526" y="-372150"/>
            <a:ext cx="3877467" cy="1370005"/>
          </a:xfrm>
          <a:custGeom>
            <a:rect b="b" l="l" r="r" t="t"/>
            <a:pathLst>
              <a:path extrusionOk="0" h="8613" w="24377">
                <a:moveTo>
                  <a:pt x="22626" y="1"/>
                </a:moveTo>
                <a:cubicBezTo>
                  <a:pt x="22431" y="1"/>
                  <a:pt x="22241" y="55"/>
                  <a:pt x="22058" y="101"/>
                </a:cubicBezTo>
                <a:cubicBezTo>
                  <a:pt x="21511" y="238"/>
                  <a:pt x="20953" y="349"/>
                  <a:pt x="20391" y="439"/>
                </a:cubicBezTo>
                <a:cubicBezTo>
                  <a:pt x="18472" y="743"/>
                  <a:pt x="16508" y="793"/>
                  <a:pt x="14552" y="793"/>
                </a:cubicBezTo>
                <a:cubicBezTo>
                  <a:pt x="14183" y="793"/>
                  <a:pt x="13813" y="791"/>
                  <a:pt x="13445" y="789"/>
                </a:cubicBezTo>
                <a:cubicBezTo>
                  <a:pt x="11020" y="775"/>
                  <a:pt x="8592" y="763"/>
                  <a:pt x="6170" y="648"/>
                </a:cubicBezTo>
                <a:cubicBezTo>
                  <a:pt x="4959" y="590"/>
                  <a:pt x="3748" y="506"/>
                  <a:pt x="2545" y="383"/>
                </a:cubicBezTo>
                <a:cubicBezTo>
                  <a:pt x="2238" y="351"/>
                  <a:pt x="1932" y="316"/>
                  <a:pt x="1627" y="279"/>
                </a:cubicBezTo>
                <a:cubicBezTo>
                  <a:pt x="1398" y="252"/>
                  <a:pt x="1163" y="215"/>
                  <a:pt x="930" y="215"/>
                </a:cubicBezTo>
                <a:cubicBezTo>
                  <a:pt x="895" y="215"/>
                  <a:pt x="861" y="215"/>
                  <a:pt x="827" y="217"/>
                </a:cubicBezTo>
                <a:cubicBezTo>
                  <a:pt x="405" y="240"/>
                  <a:pt x="13" y="441"/>
                  <a:pt x="5" y="792"/>
                </a:cubicBezTo>
                <a:cubicBezTo>
                  <a:pt x="1" y="936"/>
                  <a:pt x="84" y="1057"/>
                  <a:pt x="235" y="1138"/>
                </a:cubicBezTo>
                <a:cubicBezTo>
                  <a:pt x="259" y="1152"/>
                  <a:pt x="283" y="1157"/>
                  <a:pt x="305" y="1157"/>
                </a:cubicBezTo>
                <a:cubicBezTo>
                  <a:pt x="307" y="1157"/>
                  <a:pt x="309" y="1157"/>
                  <a:pt x="311" y="1157"/>
                </a:cubicBezTo>
                <a:lnTo>
                  <a:pt x="311" y="1157"/>
                </a:lnTo>
                <a:cubicBezTo>
                  <a:pt x="180" y="1807"/>
                  <a:pt x="426" y="2480"/>
                  <a:pt x="944" y="3003"/>
                </a:cubicBezTo>
                <a:cubicBezTo>
                  <a:pt x="1219" y="3281"/>
                  <a:pt x="1569" y="3518"/>
                  <a:pt x="1974" y="3679"/>
                </a:cubicBezTo>
                <a:cubicBezTo>
                  <a:pt x="2424" y="3858"/>
                  <a:pt x="2928" y="3933"/>
                  <a:pt x="3430" y="3957"/>
                </a:cubicBezTo>
                <a:cubicBezTo>
                  <a:pt x="3565" y="3964"/>
                  <a:pt x="3702" y="3967"/>
                  <a:pt x="3838" y="3967"/>
                </a:cubicBezTo>
                <a:cubicBezTo>
                  <a:pt x="4389" y="3967"/>
                  <a:pt x="4946" y="3924"/>
                  <a:pt x="5497" y="3924"/>
                </a:cubicBezTo>
                <a:cubicBezTo>
                  <a:pt x="5880" y="3924"/>
                  <a:pt x="6260" y="3944"/>
                  <a:pt x="6634" y="4014"/>
                </a:cubicBezTo>
                <a:cubicBezTo>
                  <a:pt x="7452" y="4167"/>
                  <a:pt x="8044" y="4590"/>
                  <a:pt x="8476" y="5128"/>
                </a:cubicBezTo>
                <a:cubicBezTo>
                  <a:pt x="8889" y="5644"/>
                  <a:pt x="9168" y="6215"/>
                  <a:pt x="9504" y="6761"/>
                </a:cubicBezTo>
                <a:cubicBezTo>
                  <a:pt x="9818" y="7272"/>
                  <a:pt x="10194" y="7795"/>
                  <a:pt x="10779" y="8153"/>
                </a:cubicBezTo>
                <a:cubicBezTo>
                  <a:pt x="11306" y="8477"/>
                  <a:pt x="11931" y="8612"/>
                  <a:pt x="12573" y="8612"/>
                </a:cubicBezTo>
                <a:cubicBezTo>
                  <a:pt x="12917" y="8612"/>
                  <a:pt x="13266" y="8573"/>
                  <a:pt x="13607" y="8503"/>
                </a:cubicBezTo>
                <a:cubicBezTo>
                  <a:pt x="14755" y="8264"/>
                  <a:pt x="15723" y="7708"/>
                  <a:pt x="16790" y="7327"/>
                </a:cubicBezTo>
                <a:cubicBezTo>
                  <a:pt x="17672" y="7012"/>
                  <a:pt x="18645" y="6819"/>
                  <a:pt x="19621" y="6819"/>
                </a:cubicBezTo>
                <a:cubicBezTo>
                  <a:pt x="19841" y="6819"/>
                  <a:pt x="20062" y="6829"/>
                  <a:pt x="20281" y="6849"/>
                </a:cubicBezTo>
                <a:cubicBezTo>
                  <a:pt x="21290" y="6943"/>
                  <a:pt x="22275" y="7285"/>
                  <a:pt x="22992" y="7844"/>
                </a:cubicBezTo>
                <a:cubicBezTo>
                  <a:pt x="23170" y="7982"/>
                  <a:pt x="23328" y="8133"/>
                  <a:pt x="23467" y="8296"/>
                </a:cubicBezTo>
                <a:cubicBezTo>
                  <a:pt x="23495" y="8329"/>
                  <a:pt x="23541" y="8346"/>
                  <a:pt x="23587" y="8346"/>
                </a:cubicBezTo>
                <a:cubicBezTo>
                  <a:pt x="23643" y="8346"/>
                  <a:pt x="23698" y="8320"/>
                  <a:pt x="23718" y="8271"/>
                </a:cubicBezTo>
                <a:cubicBezTo>
                  <a:pt x="24376" y="6550"/>
                  <a:pt x="24252" y="4734"/>
                  <a:pt x="23880" y="2982"/>
                </a:cubicBezTo>
                <a:cubicBezTo>
                  <a:pt x="23786" y="2536"/>
                  <a:pt x="23676" y="2093"/>
                  <a:pt x="23557" y="1650"/>
                </a:cubicBezTo>
                <a:cubicBezTo>
                  <a:pt x="23441" y="1217"/>
                  <a:pt x="23343" y="773"/>
                  <a:pt x="23189" y="348"/>
                </a:cubicBezTo>
                <a:cubicBezTo>
                  <a:pt x="23127" y="176"/>
                  <a:pt x="22987" y="38"/>
                  <a:pt x="22748" y="8"/>
                </a:cubicBezTo>
                <a:cubicBezTo>
                  <a:pt x="22707" y="3"/>
                  <a:pt x="22666" y="1"/>
                  <a:pt x="22626" y="1"/>
                </a:cubicBezTo>
                <a:close/>
              </a:path>
            </a:pathLst>
          </a:custGeom>
          <a:solidFill>
            <a:schemeClr val="dk2">
              <a:alpha val="477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93" name="Google Shape;693;p27"/>
          <p:cNvSpPr/>
          <p:nvPr/>
        </p:nvSpPr>
        <p:spPr>
          <a:xfrm flipH="1" rot="5400000">
            <a:off x="-477525" y="-353486"/>
            <a:ext cx="2068926" cy="2074970"/>
          </a:xfrm>
          <a:custGeom>
            <a:rect b="b" l="l" r="r" t="t"/>
            <a:pathLst>
              <a:path extrusionOk="0" h="13045" w="13007">
                <a:moveTo>
                  <a:pt x="11086" y="1"/>
                </a:moveTo>
                <a:cubicBezTo>
                  <a:pt x="10136" y="1"/>
                  <a:pt x="9220" y="578"/>
                  <a:pt x="8514" y="1160"/>
                </a:cubicBezTo>
                <a:cubicBezTo>
                  <a:pt x="7734" y="1801"/>
                  <a:pt x="7147" y="2603"/>
                  <a:pt x="6690" y="3499"/>
                </a:cubicBezTo>
                <a:cubicBezTo>
                  <a:pt x="6269" y="4325"/>
                  <a:pt x="5846" y="5241"/>
                  <a:pt x="4914" y="5581"/>
                </a:cubicBezTo>
                <a:cubicBezTo>
                  <a:pt x="3974" y="5923"/>
                  <a:pt x="2923" y="5759"/>
                  <a:pt x="2005" y="6187"/>
                </a:cubicBezTo>
                <a:cubicBezTo>
                  <a:pt x="1188" y="6570"/>
                  <a:pt x="602" y="7349"/>
                  <a:pt x="329" y="8196"/>
                </a:cubicBezTo>
                <a:cubicBezTo>
                  <a:pt x="1" y="9208"/>
                  <a:pt x="140" y="10320"/>
                  <a:pt x="509" y="11301"/>
                </a:cubicBezTo>
                <a:cubicBezTo>
                  <a:pt x="597" y="11534"/>
                  <a:pt x="989" y="11993"/>
                  <a:pt x="1051" y="11993"/>
                </a:cubicBezTo>
                <a:cubicBezTo>
                  <a:pt x="1057" y="11993"/>
                  <a:pt x="1060" y="11988"/>
                  <a:pt x="1059" y="11977"/>
                </a:cubicBezTo>
                <a:lnTo>
                  <a:pt x="1059" y="11977"/>
                </a:lnTo>
                <a:cubicBezTo>
                  <a:pt x="1717" y="12454"/>
                  <a:pt x="2513" y="12576"/>
                  <a:pt x="3318" y="12576"/>
                </a:cubicBezTo>
                <a:cubicBezTo>
                  <a:pt x="3796" y="12576"/>
                  <a:pt x="4277" y="12533"/>
                  <a:pt x="4735" y="12495"/>
                </a:cubicBezTo>
                <a:cubicBezTo>
                  <a:pt x="5450" y="12436"/>
                  <a:pt x="6168" y="12406"/>
                  <a:pt x="6885" y="12406"/>
                </a:cubicBezTo>
                <a:cubicBezTo>
                  <a:pt x="7827" y="12406"/>
                  <a:pt x="8769" y="12458"/>
                  <a:pt x="9706" y="12564"/>
                </a:cubicBezTo>
                <a:cubicBezTo>
                  <a:pt x="10641" y="12670"/>
                  <a:pt x="11568" y="12831"/>
                  <a:pt x="12485" y="13041"/>
                </a:cubicBezTo>
                <a:cubicBezTo>
                  <a:pt x="12495" y="13043"/>
                  <a:pt x="12505" y="13045"/>
                  <a:pt x="12515" y="13045"/>
                </a:cubicBezTo>
                <a:cubicBezTo>
                  <a:pt x="12578" y="13045"/>
                  <a:pt x="12630" y="12997"/>
                  <a:pt x="12632" y="12929"/>
                </a:cubicBezTo>
                <a:lnTo>
                  <a:pt x="12879" y="5509"/>
                </a:lnTo>
                <a:cubicBezTo>
                  <a:pt x="12900" y="4891"/>
                  <a:pt x="12920" y="4272"/>
                  <a:pt x="12940" y="3654"/>
                </a:cubicBezTo>
                <a:cubicBezTo>
                  <a:pt x="12960" y="3073"/>
                  <a:pt x="13006" y="2485"/>
                  <a:pt x="12985" y="1903"/>
                </a:cubicBezTo>
                <a:cubicBezTo>
                  <a:pt x="12967" y="1412"/>
                  <a:pt x="12856" y="914"/>
                  <a:pt x="12502" y="551"/>
                </a:cubicBezTo>
                <a:cubicBezTo>
                  <a:pt x="12188" y="228"/>
                  <a:pt x="11746" y="54"/>
                  <a:pt x="11303" y="11"/>
                </a:cubicBezTo>
                <a:cubicBezTo>
                  <a:pt x="11230" y="4"/>
                  <a:pt x="11158" y="1"/>
                  <a:pt x="11086" y="1"/>
                </a:cubicBezTo>
                <a:close/>
              </a:path>
            </a:pathLst>
          </a:custGeom>
          <a:solidFill>
            <a:schemeClr val="accent1">
              <a:alpha val="5982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94" name="Google Shape;694;p27"/>
          <p:cNvSpPr/>
          <p:nvPr/>
        </p:nvSpPr>
        <p:spPr>
          <a:xfrm flipH="1">
            <a:off x="5696165" y="4019619"/>
            <a:ext cx="4163302" cy="2268390"/>
          </a:xfrm>
          <a:custGeom>
            <a:rect b="b" l="l" r="r" t="t"/>
            <a:pathLst>
              <a:path extrusionOk="0" h="14261" w="26174">
                <a:moveTo>
                  <a:pt x="4863" y="0"/>
                </a:moveTo>
                <a:cubicBezTo>
                  <a:pt x="4600" y="0"/>
                  <a:pt x="4337" y="25"/>
                  <a:pt x="4079" y="86"/>
                </a:cubicBezTo>
                <a:cubicBezTo>
                  <a:pt x="3577" y="206"/>
                  <a:pt x="3127" y="469"/>
                  <a:pt x="2736" y="803"/>
                </a:cubicBezTo>
                <a:cubicBezTo>
                  <a:pt x="1930" y="1492"/>
                  <a:pt x="1836" y="3135"/>
                  <a:pt x="799" y="3280"/>
                </a:cubicBezTo>
                <a:cubicBezTo>
                  <a:pt x="128" y="3374"/>
                  <a:pt x="0" y="4462"/>
                  <a:pt x="66" y="4462"/>
                </a:cubicBezTo>
                <a:cubicBezTo>
                  <a:pt x="68" y="4462"/>
                  <a:pt x="70" y="4461"/>
                  <a:pt x="72" y="4459"/>
                </a:cubicBezTo>
                <a:lnTo>
                  <a:pt x="72" y="4459"/>
                </a:lnTo>
                <a:cubicBezTo>
                  <a:pt x="67" y="5698"/>
                  <a:pt x="63" y="6939"/>
                  <a:pt x="59" y="8179"/>
                </a:cubicBezTo>
                <a:cubicBezTo>
                  <a:pt x="56" y="8831"/>
                  <a:pt x="53" y="9483"/>
                  <a:pt x="51" y="10135"/>
                </a:cubicBezTo>
                <a:cubicBezTo>
                  <a:pt x="50" y="10457"/>
                  <a:pt x="49" y="10777"/>
                  <a:pt x="48" y="11099"/>
                </a:cubicBezTo>
                <a:cubicBezTo>
                  <a:pt x="47" y="11393"/>
                  <a:pt x="48" y="11687"/>
                  <a:pt x="100" y="11976"/>
                </a:cubicBezTo>
                <a:cubicBezTo>
                  <a:pt x="186" y="12456"/>
                  <a:pt x="458" y="12928"/>
                  <a:pt x="933" y="13108"/>
                </a:cubicBezTo>
                <a:cubicBezTo>
                  <a:pt x="1033" y="13146"/>
                  <a:pt x="1145" y="13169"/>
                  <a:pt x="1252" y="13169"/>
                </a:cubicBezTo>
                <a:cubicBezTo>
                  <a:pt x="1254" y="13169"/>
                  <a:pt x="1257" y="13169"/>
                  <a:pt x="1259" y="13169"/>
                </a:cubicBezTo>
                <a:cubicBezTo>
                  <a:pt x="1388" y="13167"/>
                  <a:pt x="1479" y="13054"/>
                  <a:pt x="1583" y="12989"/>
                </a:cubicBezTo>
                <a:cubicBezTo>
                  <a:pt x="1788" y="12861"/>
                  <a:pt x="2013" y="12777"/>
                  <a:pt x="2247" y="12724"/>
                </a:cubicBezTo>
                <a:cubicBezTo>
                  <a:pt x="2483" y="12671"/>
                  <a:pt x="2724" y="12651"/>
                  <a:pt x="2966" y="12651"/>
                </a:cubicBezTo>
                <a:cubicBezTo>
                  <a:pt x="3233" y="12651"/>
                  <a:pt x="3501" y="12676"/>
                  <a:pt x="3763" y="12707"/>
                </a:cubicBezTo>
                <a:cubicBezTo>
                  <a:pt x="4310" y="12772"/>
                  <a:pt x="4853" y="12875"/>
                  <a:pt x="5400" y="12938"/>
                </a:cubicBezTo>
                <a:cubicBezTo>
                  <a:pt x="6669" y="13085"/>
                  <a:pt x="7946" y="13111"/>
                  <a:pt x="9219" y="13205"/>
                </a:cubicBezTo>
                <a:cubicBezTo>
                  <a:pt x="9860" y="13253"/>
                  <a:pt x="10500" y="13317"/>
                  <a:pt x="11134" y="13424"/>
                </a:cubicBezTo>
                <a:cubicBezTo>
                  <a:pt x="11749" y="13526"/>
                  <a:pt x="12358" y="13663"/>
                  <a:pt x="12967" y="13796"/>
                </a:cubicBezTo>
                <a:cubicBezTo>
                  <a:pt x="14136" y="14051"/>
                  <a:pt x="15300" y="14261"/>
                  <a:pt x="16498" y="14261"/>
                </a:cubicBezTo>
                <a:cubicBezTo>
                  <a:pt x="16552" y="14261"/>
                  <a:pt x="16606" y="14260"/>
                  <a:pt x="16660" y="14259"/>
                </a:cubicBezTo>
                <a:cubicBezTo>
                  <a:pt x="17953" y="14238"/>
                  <a:pt x="19236" y="14050"/>
                  <a:pt x="20525" y="13980"/>
                </a:cubicBezTo>
                <a:cubicBezTo>
                  <a:pt x="21615" y="13919"/>
                  <a:pt x="22718" y="13973"/>
                  <a:pt x="23796" y="13769"/>
                </a:cubicBezTo>
                <a:cubicBezTo>
                  <a:pt x="24313" y="13670"/>
                  <a:pt x="24820" y="13506"/>
                  <a:pt x="25277" y="13242"/>
                </a:cubicBezTo>
                <a:cubicBezTo>
                  <a:pt x="25711" y="12992"/>
                  <a:pt x="26148" y="12628"/>
                  <a:pt x="26165" y="12087"/>
                </a:cubicBezTo>
                <a:cubicBezTo>
                  <a:pt x="26174" y="11806"/>
                  <a:pt x="26071" y="11536"/>
                  <a:pt x="25960" y="11284"/>
                </a:cubicBezTo>
                <a:cubicBezTo>
                  <a:pt x="25831" y="10995"/>
                  <a:pt x="25692" y="10711"/>
                  <a:pt x="25556" y="10424"/>
                </a:cubicBezTo>
                <a:cubicBezTo>
                  <a:pt x="25280" y="9836"/>
                  <a:pt x="25017" y="9241"/>
                  <a:pt x="24726" y="8660"/>
                </a:cubicBezTo>
                <a:cubicBezTo>
                  <a:pt x="24617" y="8443"/>
                  <a:pt x="24475" y="8244"/>
                  <a:pt x="24244" y="8148"/>
                </a:cubicBezTo>
                <a:cubicBezTo>
                  <a:pt x="23992" y="8043"/>
                  <a:pt x="23700" y="8056"/>
                  <a:pt x="23431" y="8053"/>
                </a:cubicBezTo>
                <a:cubicBezTo>
                  <a:pt x="23345" y="8052"/>
                  <a:pt x="23259" y="8052"/>
                  <a:pt x="23173" y="8052"/>
                </a:cubicBezTo>
                <a:cubicBezTo>
                  <a:pt x="22618" y="8052"/>
                  <a:pt x="22062" y="8075"/>
                  <a:pt x="21508" y="8122"/>
                </a:cubicBezTo>
                <a:cubicBezTo>
                  <a:pt x="20999" y="8165"/>
                  <a:pt x="20489" y="8243"/>
                  <a:pt x="19978" y="8243"/>
                </a:cubicBezTo>
                <a:cubicBezTo>
                  <a:pt x="19867" y="8243"/>
                  <a:pt x="19756" y="8239"/>
                  <a:pt x="19645" y="8231"/>
                </a:cubicBezTo>
                <a:cubicBezTo>
                  <a:pt x="19110" y="8189"/>
                  <a:pt x="18609" y="8002"/>
                  <a:pt x="18163" y="7708"/>
                </a:cubicBezTo>
                <a:cubicBezTo>
                  <a:pt x="17269" y="7121"/>
                  <a:pt x="16691" y="6224"/>
                  <a:pt x="16067" y="5381"/>
                </a:cubicBezTo>
                <a:cubicBezTo>
                  <a:pt x="15751" y="4955"/>
                  <a:pt x="15397" y="4546"/>
                  <a:pt x="14929" y="4285"/>
                </a:cubicBezTo>
                <a:cubicBezTo>
                  <a:pt x="14463" y="4025"/>
                  <a:pt x="13935" y="3920"/>
                  <a:pt x="13408" y="3879"/>
                </a:cubicBezTo>
                <a:cubicBezTo>
                  <a:pt x="13154" y="3860"/>
                  <a:pt x="12899" y="3855"/>
                  <a:pt x="12643" y="3855"/>
                </a:cubicBezTo>
                <a:cubicBezTo>
                  <a:pt x="12450" y="3855"/>
                  <a:pt x="12257" y="3858"/>
                  <a:pt x="12064" y="3858"/>
                </a:cubicBezTo>
                <a:cubicBezTo>
                  <a:pt x="11487" y="3858"/>
                  <a:pt x="10912" y="3836"/>
                  <a:pt x="10354" y="3664"/>
                </a:cubicBezTo>
                <a:cubicBezTo>
                  <a:pt x="9893" y="3522"/>
                  <a:pt x="9465" y="3265"/>
                  <a:pt x="9185" y="2863"/>
                </a:cubicBezTo>
                <a:cubicBezTo>
                  <a:pt x="8887" y="2436"/>
                  <a:pt x="8747" y="1924"/>
                  <a:pt x="8473" y="1483"/>
                </a:cubicBezTo>
                <a:cubicBezTo>
                  <a:pt x="7915" y="585"/>
                  <a:pt x="6844" y="273"/>
                  <a:pt x="5861" y="99"/>
                </a:cubicBezTo>
                <a:cubicBezTo>
                  <a:pt x="5533" y="41"/>
                  <a:pt x="5197" y="0"/>
                  <a:pt x="4863"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95" name="Google Shape;695;p27"/>
          <p:cNvSpPr/>
          <p:nvPr/>
        </p:nvSpPr>
        <p:spPr>
          <a:xfrm rot="2024276">
            <a:off x="8088495" y="595542"/>
            <a:ext cx="755189" cy="17692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 name="Google Shape;696;p27"/>
          <p:cNvGrpSpPr/>
          <p:nvPr/>
        </p:nvGrpSpPr>
        <p:grpSpPr>
          <a:xfrm>
            <a:off x="6928061" y="349247"/>
            <a:ext cx="221772" cy="200884"/>
            <a:chOff x="1640475" y="1197075"/>
            <a:chExt cx="55475" cy="50250"/>
          </a:xfrm>
        </p:grpSpPr>
        <p:sp>
          <p:nvSpPr>
            <p:cNvPr id="697" name="Google Shape;697;p2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27"/>
          <p:cNvGrpSpPr/>
          <p:nvPr/>
        </p:nvGrpSpPr>
        <p:grpSpPr>
          <a:xfrm rot="10468240">
            <a:off x="1666764" y="197950"/>
            <a:ext cx="221772" cy="200884"/>
            <a:chOff x="1640475" y="1197075"/>
            <a:chExt cx="55475" cy="50250"/>
          </a:xfrm>
        </p:grpSpPr>
        <p:sp>
          <p:nvSpPr>
            <p:cNvPr id="701" name="Google Shape;701;p2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27"/>
          <p:cNvGrpSpPr/>
          <p:nvPr/>
        </p:nvGrpSpPr>
        <p:grpSpPr>
          <a:xfrm rot="3155490">
            <a:off x="7186097" y="4770947"/>
            <a:ext cx="221774" cy="200886"/>
            <a:chOff x="1640475" y="1197075"/>
            <a:chExt cx="55475" cy="50250"/>
          </a:xfrm>
        </p:grpSpPr>
        <p:sp>
          <p:nvSpPr>
            <p:cNvPr id="705" name="Google Shape;705;p2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 name="Google Shape;708;p27"/>
          <p:cNvSpPr/>
          <p:nvPr/>
        </p:nvSpPr>
        <p:spPr>
          <a:xfrm flipH="1" rot="10800000">
            <a:off x="-59881" y="4256559"/>
            <a:ext cx="2299567" cy="1009729"/>
          </a:xfrm>
          <a:custGeom>
            <a:rect b="b" l="l" r="r" t="t"/>
            <a:pathLst>
              <a:path extrusionOk="0" h="6348" w="14457">
                <a:moveTo>
                  <a:pt x="0" y="1"/>
                </a:moveTo>
                <a:lnTo>
                  <a:pt x="0" y="6160"/>
                </a:lnTo>
                <a:cubicBezTo>
                  <a:pt x="307" y="6283"/>
                  <a:pt x="641" y="6348"/>
                  <a:pt x="972" y="6348"/>
                </a:cubicBezTo>
                <a:cubicBezTo>
                  <a:pt x="1431" y="6348"/>
                  <a:pt x="1886" y="6223"/>
                  <a:pt x="2259" y="5957"/>
                </a:cubicBezTo>
                <a:cubicBezTo>
                  <a:pt x="2971" y="5450"/>
                  <a:pt x="3272" y="4560"/>
                  <a:pt x="3620" y="3758"/>
                </a:cubicBezTo>
                <a:cubicBezTo>
                  <a:pt x="3967" y="2955"/>
                  <a:pt x="4504" y="2110"/>
                  <a:pt x="5362" y="1938"/>
                </a:cubicBezTo>
                <a:cubicBezTo>
                  <a:pt x="5472" y="1916"/>
                  <a:pt x="5582" y="1906"/>
                  <a:pt x="5692" y="1906"/>
                </a:cubicBezTo>
                <a:cubicBezTo>
                  <a:pt x="6160" y="1906"/>
                  <a:pt x="6628" y="2081"/>
                  <a:pt x="7080" y="2232"/>
                </a:cubicBezTo>
                <a:cubicBezTo>
                  <a:pt x="7585" y="2401"/>
                  <a:pt x="8141" y="2535"/>
                  <a:pt x="8672" y="2535"/>
                </a:cubicBezTo>
                <a:cubicBezTo>
                  <a:pt x="9138" y="2535"/>
                  <a:pt x="9586" y="2431"/>
                  <a:pt x="9965" y="2156"/>
                </a:cubicBezTo>
                <a:cubicBezTo>
                  <a:pt x="10504" y="1765"/>
                  <a:pt x="10846" y="1060"/>
                  <a:pt x="11419" y="789"/>
                </a:cubicBezTo>
                <a:lnTo>
                  <a:pt x="11420" y="789"/>
                </a:lnTo>
                <a:cubicBezTo>
                  <a:pt x="11436" y="781"/>
                  <a:pt x="11452" y="774"/>
                  <a:pt x="11469" y="767"/>
                </a:cubicBezTo>
                <a:cubicBezTo>
                  <a:pt x="11544" y="736"/>
                  <a:pt x="11623" y="712"/>
                  <a:pt x="11706" y="696"/>
                </a:cubicBezTo>
                <a:cubicBezTo>
                  <a:pt x="11777" y="683"/>
                  <a:pt x="11848" y="678"/>
                  <a:pt x="11919" y="678"/>
                </a:cubicBezTo>
                <a:cubicBezTo>
                  <a:pt x="12271" y="678"/>
                  <a:pt x="12623" y="809"/>
                  <a:pt x="12978" y="824"/>
                </a:cubicBezTo>
                <a:cubicBezTo>
                  <a:pt x="12999" y="824"/>
                  <a:pt x="13020" y="825"/>
                  <a:pt x="13041" y="825"/>
                </a:cubicBezTo>
                <a:cubicBezTo>
                  <a:pt x="13511" y="825"/>
                  <a:pt x="13977" y="611"/>
                  <a:pt x="14281" y="253"/>
                </a:cubicBezTo>
                <a:cubicBezTo>
                  <a:pt x="14348" y="175"/>
                  <a:pt x="14407" y="90"/>
                  <a:pt x="14457" y="1"/>
                </a:cubicBezTo>
                <a:close/>
              </a:path>
            </a:pathLst>
          </a:custGeom>
          <a:solidFill>
            <a:schemeClr val="lt2">
              <a:alpha val="5000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09" name="Google Shape;709;p27"/>
          <p:cNvSpPr/>
          <p:nvPr/>
        </p:nvSpPr>
        <p:spPr>
          <a:xfrm rot="-8833383">
            <a:off x="923277" y="4582056"/>
            <a:ext cx="1292676" cy="1177550"/>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710" name="Shape 710"/>
        <p:cNvGrpSpPr/>
        <p:nvPr/>
      </p:nvGrpSpPr>
      <p:grpSpPr>
        <a:xfrm>
          <a:off x="0" y="0"/>
          <a:ext cx="0" cy="0"/>
          <a:chOff x="0" y="0"/>
          <a:chExt cx="0" cy="0"/>
        </a:xfrm>
      </p:grpSpPr>
      <p:sp>
        <p:nvSpPr>
          <p:cNvPr id="711" name="Google Shape;711;p28"/>
          <p:cNvSpPr txBox="1"/>
          <p:nvPr>
            <p:ph type="title"/>
          </p:nvPr>
        </p:nvSpPr>
        <p:spPr>
          <a:xfrm>
            <a:off x="2163925" y="1534200"/>
            <a:ext cx="4816200" cy="207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4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12" name="Google Shape;712;p28"/>
          <p:cNvSpPr/>
          <p:nvPr/>
        </p:nvSpPr>
        <p:spPr>
          <a:xfrm rot="10800000">
            <a:off x="6565889" y="-220667"/>
            <a:ext cx="3148337" cy="1297942"/>
          </a:xfrm>
          <a:custGeom>
            <a:rect b="b" l="l" r="r" t="t"/>
            <a:pathLst>
              <a:path extrusionOk="0" h="7648" w="18551">
                <a:moveTo>
                  <a:pt x="8398" y="1"/>
                </a:moveTo>
                <a:cubicBezTo>
                  <a:pt x="8203" y="1"/>
                  <a:pt x="8005" y="44"/>
                  <a:pt x="7810" y="140"/>
                </a:cubicBezTo>
                <a:cubicBezTo>
                  <a:pt x="7272" y="403"/>
                  <a:pt x="6909" y="991"/>
                  <a:pt x="6614" y="1543"/>
                </a:cubicBezTo>
                <a:cubicBezTo>
                  <a:pt x="6307" y="2117"/>
                  <a:pt x="6031" y="2729"/>
                  <a:pt x="5562" y="3157"/>
                </a:cubicBezTo>
                <a:cubicBezTo>
                  <a:pt x="5343" y="3357"/>
                  <a:pt x="5078" y="3500"/>
                  <a:pt x="4796" y="3515"/>
                </a:cubicBezTo>
                <a:cubicBezTo>
                  <a:pt x="4779" y="3516"/>
                  <a:pt x="4761" y="3516"/>
                  <a:pt x="4744" y="3516"/>
                </a:cubicBezTo>
                <a:cubicBezTo>
                  <a:pt x="4475" y="3516"/>
                  <a:pt x="4218" y="3410"/>
                  <a:pt x="3979" y="3274"/>
                </a:cubicBezTo>
                <a:cubicBezTo>
                  <a:pt x="3615" y="3067"/>
                  <a:pt x="3265" y="2787"/>
                  <a:pt x="2878" y="2633"/>
                </a:cubicBezTo>
                <a:lnTo>
                  <a:pt x="2848" y="2622"/>
                </a:lnTo>
                <a:cubicBezTo>
                  <a:pt x="2713" y="2571"/>
                  <a:pt x="2573" y="2535"/>
                  <a:pt x="2426" y="2524"/>
                </a:cubicBezTo>
                <a:cubicBezTo>
                  <a:pt x="2397" y="2522"/>
                  <a:pt x="2367" y="2521"/>
                  <a:pt x="2338" y="2521"/>
                </a:cubicBezTo>
                <a:cubicBezTo>
                  <a:pt x="1819" y="2521"/>
                  <a:pt x="1364" y="2853"/>
                  <a:pt x="878" y="3039"/>
                </a:cubicBezTo>
                <a:cubicBezTo>
                  <a:pt x="860" y="2988"/>
                  <a:pt x="814" y="2962"/>
                  <a:pt x="771" y="2962"/>
                </a:cubicBezTo>
                <a:cubicBezTo>
                  <a:pt x="719" y="2962"/>
                  <a:pt x="671" y="2999"/>
                  <a:pt x="675" y="3075"/>
                </a:cubicBezTo>
                <a:cubicBezTo>
                  <a:pt x="676" y="3085"/>
                  <a:pt x="676" y="3095"/>
                  <a:pt x="677" y="3105"/>
                </a:cubicBezTo>
                <a:cubicBezTo>
                  <a:pt x="641" y="3115"/>
                  <a:pt x="663" y="3351"/>
                  <a:pt x="684" y="3351"/>
                </a:cubicBezTo>
                <a:cubicBezTo>
                  <a:pt x="684" y="3351"/>
                  <a:pt x="684" y="3351"/>
                  <a:pt x="684" y="3351"/>
                </a:cubicBezTo>
                <a:lnTo>
                  <a:pt x="684" y="3351"/>
                </a:lnTo>
                <a:cubicBezTo>
                  <a:pt x="700" y="4396"/>
                  <a:pt x="480" y="5438"/>
                  <a:pt x="40" y="6361"/>
                </a:cubicBezTo>
                <a:cubicBezTo>
                  <a:pt x="1" y="6444"/>
                  <a:pt x="42" y="6541"/>
                  <a:pt x="125" y="6547"/>
                </a:cubicBezTo>
                <a:cubicBezTo>
                  <a:pt x="520" y="6573"/>
                  <a:pt x="913" y="6601"/>
                  <a:pt x="1308" y="6628"/>
                </a:cubicBezTo>
                <a:cubicBezTo>
                  <a:pt x="2919" y="6739"/>
                  <a:pt x="4531" y="6851"/>
                  <a:pt x="6142" y="6962"/>
                </a:cubicBezTo>
                <a:cubicBezTo>
                  <a:pt x="7754" y="7074"/>
                  <a:pt x="9365" y="7184"/>
                  <a:pt x="10977" y="7295"/>
                </a:cubicBezTo>
                <a:cubicBezTo>
                  <a:pt x="12587" y="7407"/>
                  <a:pt x="14196" y="7526"/>
                  <a:pt x="15806" y="7629"/>
                </a:cubicBezTo>
                <a:cubicBezTo>
                  <a:pt x="15970" y="7639"/>
                  <a:pt x="16139" y="7648"/>
                  <a:pt x="16308" y="7648"/>
                </a:cubicBezTo>
                <a:cubicBezTo>
                  <a:pt x="16770" y="7648"/>
                  <a:pt x="17238" y="7584"/>
                  <a:pt x="17642" y="7319"/>
                </a:cubicBezTo>
                <a:cubicBezTo>
                  <a:pt x="18126" y="7004"/>
                  <a:pt x="18405" y="6441"/>
                  <a:pt x="18479" y="5822"/>
                </a:cubicBezTo>
                <a:cubicBezTo>
                  <a:pt x="18551" y="5210"/>
                  <a:pt x="18426" y="4561"/>
                  <a:pt x="18155" y="4033"/>
                </a:cubicBezTo>
                <a:cubicBezTo>
                  <a:pt x="18001" y="3734"/>
                  <a:pt x="17799" y="3450"/>
                  <a:pt x="17538" y="3266"/>
                </a:cubicBezTo>
                <a:cubicBezTo>
                  <a:pt x="17335" y="3121"/>
                  <a:pt x="17111" y="3062"/>
                  <a:pt x="16880" y="3062"/>
                </a:cubicBezTo>
                <a:cubicBezTo>
                  <a:pt x="16779" y="3062"/>
                  <a:pt x="16677" y="3073"/>
                  <a:pt x="16575" y="3094"/>
                </a:cubicBezTo>
                <a:cubicBezTo>
                  <a:pt x="16223" y="3166"/>
                  <a:pt x="15888" y="3319"/>
                  <a:pt x="15537" y="3397"/>
                </a:cubicBezTo>
                <a:cubicBezTo>
                  <a:pt x="15268" y="3457"/>
                  <a:pt x="14994" y="3485"/>
                  <a:pt x="14721" y="3485"/>
                </a:cubicBezTo>
                <a:cubicBezTo>
                  <a:pt x="14673" y="3485"/>
                  <a:pt x="14624" y="3484"/>
                  <a:pt x="14575" y="3482"/>
                </a:cubicBezTo>
                <a:cubicBezTo>
                  <a:pt x="13922" y="3460"/>
                  <a:pt x="13281" y="3278"/>
                  <a:pt x="12679" y="2996"/>
                </a:cubicBezTo>
                <a:cubicBezTo>
                  <a:pt x="12065" y="2707"/>
                  <a:pt x="11491" y="2306"/>
                  <a:pt x="10973" y="1835"/>
                </a:cubicBezTo>
                <a:cubicBezTo>
                  <a:pt x="10470" y="1378"/>
                  <a:pt x="10039" y="821"/>
                  <a:pt x="9498" y="418"/>
                </a:cubicBezTo>
                <a:cubicBezTo>
                  <a:pt x="9163" y="167"/>
                  <a:pt x="8785" y="1"/>
                  <a:pt x="8398"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8"/>
          <p:cNvSpPr/>
          <p:nvPr/>
        </p:nvSpPr>
        <p:spPr>
          <a:xfrm rot="9503466">
            <a:off x="-899308" y="-1515064"/>
            <a:ext cx="3425755" cy="2856204"/>
          </a:xfrm>
          <a:custGeom>
            <a:rect b="b" l="l" r="r" t="t"/>
            <a:pathLst>
              <a:path extrusionOk="0" h="17913" w="21485">
                <a:moveTo>
                  <a:pt x="16498" y="0"/>
                </a:moveTo>
                <a:cubicBezTo>
                  <a:pt x="16431" y="0"/>
                  <a:pt x="16363" y="2"/>
                  <a:pt x="16295" y="5"/>
                </a:cubicBezTo>
                <a:cubicBezTo>
                  <a:pt x="14773" y="76"/>
                  <a:pt x="13358" y="913"/>
                  <a:pt x="11838" y="913"/>
                </a:cubicBezTo>
                <a:cubicBezTo>
                  <a:pt x="11828" y="913"/>
                  <a:pt x="11819" y="913"/>
                  <a:pt x="11809" y="913"/>
                </a:cubicBezTo>
                <a:cubicBezTo>
                  <a:pt x="10328" y="903"/>
                  <a:pt x="8942" y="90"/>
                  <a:pt x="7502" y="90"/>
                </a:cubicBezTo>
                <a:cubicBezTo>
                  <a:pt x="7296" y="90"/>
                  <a:pt x="7089" y="106"/>
                  <a:pt x="6880" y="144"/>
                </a:cubicBezTo>
                <a:cubicBezTo>
                  <a:pt x="6031" y="300"/>
                  <a:pt x="5298" y="798"/>
                  <a:pt x="4738" y="1383"/>
                </a:cubicBezTo>
                <a:cubicBezTo>
                  <a:pt x="4125" y="2021"/>
                  <a:pt x="3678" y="2792"/>
                  <a:pt x="3546" y="3606"/>
                </a:cubicBezTo>
                <a:cubicBezTo>
                  <a:pt x="3331" y="4945"/>
                  <a:pt x="3958" y="6365"/>
                  <a:pt x="3330" y="7612"/>
                </a:cubicBezTo>
                <a:cubicBezTo>
                  <a:pt x="2843" y="8573"/>
                  <a:pt x="1725" y="9179"/>
                  <a:pt x="1025" y="10039"/>
                </a:cubicBezTo>
                <a:cubicBezTo>
                  <a:pt x="129" y="11143"/>
                  <a:pt x="1" y="12623"/>
                  <a:pt x="493" y="13871"/>
                </a:cubicBezTo>
                <a:cubicBezTo>
                  <a:pt x="985" y="15119"/>
                  <a:pt x="2039" y="16147"/>
                  <a:pt x="3280" y="16894"/>
                </a:cubicBezTo>
                <a:cubicBezTo>
                  <a:pt x="4303" y="17509"/>
                  <a:pt x="5501" y="17913"/>
                  <a:pt x="6745" y="17913"/>
                </a:cubicBezTo>
                <a:cubicBezTo>
                  <a:pt x="7100" y="17913"/>
                  <a:pt x="7459" y="17880"/>
                  <a:pt x="7819" y="17810"/>
                </a:cubicBezTo>
                <a:cubicBezTo>
                  <a:pt x="9799" y="17422"/>
                  <a:pt x="10027" y="16541"/>
                  <a:pt x="10831" y="15097"/>
                </a:cubicBezTo>
                <a:cubicBezTo>
                  <a:pt x="11709" y="13519"/>
                  <a:pt x="13719" y="12697"/>
                  <a:pt x="15584" y="12036"/>
                </a:cubicBezTo>
                <a:cubicBezTo>
                  <a:pt x="17450" y="11376"/>
                  <a:pt x="19474" y="10648"/>
                  <a:pt x="20504" y="9137"/>
                </a:cubicBezTo>
                <a:cubicBezTo>
                  <a:pt x="21026" y="8370"/>
                  <a:pt x="21230" y="7476"/>
                  <a:pt x="21324" y="6598"/>
                </a:cubicBezTo>
                <a:cubicBezTo>
                  <a:pt x="21484" y="5087"/>
                  <a:pt x="21327" y="3511"/>
                  <a:pt x="20489" y="2207"/>
                </a:cubicBezTo>
                <a:cubicBezTo>
                  <a:pt x="19684" y="953"/>
                  <a:pt x="18161" y="0"/>
                  <a:pt x="16498"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8"/>
          <p:cNvSpPr/>
          <p:nvPr/>
        </p:nvSpPr>
        <p:spPr>
          <a:xfrm>
            <a:off x="7523670" y="3061640"/>
            <a:ext cx="2610037" cy="2720058"/>
          </a:xfrm>
          <a:custGeom>
            <a:rect b="b" l="l" r="r" t="t"/>
            <a:pathLst>
              <a:path extrusionOk="0" h="17059" w="16369">
                <a:moveTo>
                  <a:pt x="10538" y="1"/>
                </a:moveTo>
                <a:cubicBezTo>
                  <a:pt x="9733" y="1"/>
                  <a:pt x="8932" y="153"/>
                  <a:pt x="8209" y="515"/>
                </a:cubicBezTo>
                <a:cubicBezTo>
                  <a:pt x="7233" y="1004"/>
                  <a:pt x="6396" y="1857"/>
                  <a:pt x="6084" y="2920"/>
                </a:cubicBezTo>
                <a:cubicBezTo>
                  <a:pt x="5733" y="4112"/>
                  <a:pt x="6127" y="5357"/>
                  <a:pt x="5884" y="6560"/>
                </a:cubicBezTo>
                <a:cubicBezTo>
                  <a:pt x="5644" y="7754"/>
                  <a:pt x="4612" y="8436"/>
                  <a:pt x="3688" y="9100"/>
                </a:cubicBezTo>
                <a:cubicBezTo>
                  <a:pt x="2685" y="9819"/>
                  <a:pt x="1822" y="10680"/>
                  <a:pt x="1187" y="11745"/>
                </a:cubicBezTo>
                <a:cubicBezTo>
                  <a:pt x="569" y="12782"/>
                  <a:pt x="0" y="14113"/>
                  <a:pt x="309" y="15339"/>
                </a:cubicBezTo>
                <a:cubicBezTo>
                  <a:pt x="443" y="15869"/>
                  <a:pt x="737" y="16372"/>
                  <a:pt x="1186" y="16695"/>
                </a:cubicBezTo>
                <a:cubicBezTo>
                  <a:pt x="1565" y="16966"/>
                  <a:pt x="2011" y="17058"/>
                  <a:pt x="2463" y="17058"/>
                </a:cubicBezTo>
                <a:cubicBezTo>
                  <a:pt x="2614" y="17058"/>
                  <a:pt x="2766" y="17048"/>
                  <a:pt x="2915" y="17031"/>
                </a:cubicBezTo>
                <a:cubicBezTo>
                  <a:pt x="3625" y="16948"/>
                  <a:pt x="4330" y="16784"/>
                  <a:pt x="5032" y="16653"/>
                </a:cubicBezTo>
                <a:cubicBezTo>
                  <a:pt x="5778" y="16514"/>
                  <a:pt x="6525" y="16374"/>
                  <a:pt x="7271" y="16235"/>
                </a:cubicBezTo>
                <a:cubicBezTo>
                  <a:pt x="10255" y="15678"/>
                  <a:pt x="13240" y="15122"/>
                  <a:pt x="16225" y="14565"/>
                </a:cubicBezTo>
                <a:cubicBezTo>
                  <a:pt x="16319" y="14547"/>
                  <a:pt x="16369" y="14453"/>
                  <a:pt x="16334" y="14366"/>
                </a:cubicBezTo>
                <a:cubicBezTo>
                  <a:pt x="15910" y="13292"/>
                  <a:pt x="15542" y="12197"/>
                  <a:pt x="15242" y="11083"/>
                </a:cubicBezTo>
                <a:cubicBezTo>
                  <a:pt x="14709" y="9114"/>
                  <a:pt x="14380" y="7098"/>
                  <a:pt x="14239" y="5065"/>
                </a:cubicBezTo>
                <a:cubicBezTo>
                  <a:pt x="14136" y="3556"/>
                  <a:pt x="14047" y="1835"/>
                  <a:pt x="12931" y="701"/>
                </a:cubicBezTo>
                <a:cubicBezTo>
                  <a:pt x="13074" y="700"/>
                  <a:pt x="12339" y="230"/>
                  <a:pt x="12009" y="160"/>
                </a:cubicBezTo>
                <a:cubicBezTo>
                  <a:pt x="11529" y="58"/>
                  <a:pt x="11033" y="1"/>
                  <a:pt x="10538"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8"/>
          <p:cNvSpPr/>
          <p:nvPr/>
        </p:nvSpPr>
        <p:spPr>
          <a:xfrm rot="10800000">
            <a:off x="-939674" y="4296971"/>
            <a:ext cx="3506497" cy="945803"/>
          </a:xfrm>
          <a:custGeom>
            <a:rect b="b" l="l" r="r" t="t"/>
            <a:pathLst>
              <a:path extrusionOk="0" h="6923" w="25667">
                <a:moveTo>
                  <a:pt x="95" y="1"/>
                </a:moveTo>
                <a:lnTo>
                  <a:pt x="95" y="1"/>
                </a:lnTo>
                <a:cubicBezTo>
                  <a:pt x="3" y="325"/>
                  <a:pt x="0" y="652"/>
                  <a:pt x="124" y="980"/>
                </a:cubicBezTo>
                <a:cubicBezTo>
                  <a:pt x="169" y="1098"/>
                  <a:pt x="231" y="1215"/>
                  <a:pt x="310" y="1328"/>
                </a:cubicBezTo>
                <a:cubicBezTo>
                  <a:pt x="324" y="1349"/>
                  <a:pt x="339" y="1369"/>
                  <a:pt x="355" y="1389"/>
                </a:cubicBezTo>
                <a:cubicBezTo>
                  <a:pt x="699" y="1846"/>
                  <a:pt x="1304" y="2249"/>
                  <a:pt x="2067" y="2533"/>
                </a:cubicBezTo>
                <a:cubicBezTo>
                  <a:pt x="2123" y="2554"/>
                  <a:pt x="2182" y="2574"/>
                  <a:pt x="2240" y="2594"/>
                </a:cubicBezTo>
                <a:cubicBezTo>
                  <a:pt x="2505" y="2684"/>
                  <a:pt x="2788" y="2761"/>
                  <a:pt x="3082" y="2820"/>
                </a:cubicBezTo>
                <a:cubicBezTo>
                  <a:pt x="3121" y="2828"/>
                  <a:pt x="3160" y="2836"/>
                  <a:pt x="3199" y="2843"/>
                </a:cubicBezTo>
                <a:cubicBezTo>
                  <a:pt x="3235" y="2848"/>
                  <a:pt x="3269" y="2855"/>
                  <a:pt x="3304" y="2861"/>
                </a:cubicBezTo>
                <a:cubicBezTo>
                  <a:pt x="4479" y="3062"/>
                  <a:pt x="5837" y="3029"/>
                  <a:pt x="6823" y="3420"/>
                </a:cubicBezTo>
                <a:cubicBezTo>
                  <a:pt x="7054" y="3512"/>
                  <a:pt x="7246" y="3619"/>
                  <a:pt x="7410" y="3737"/>
                </a:cubicBezTo>
                <a:cubicBezTo>
                  <a:pt x="7438" y="3757"/>
                  <a:pt x="7465" y="3777"/>
                  <a:pt x="7492" y="3798"/>
                </a:cubicBezTo>
                <a:cubicBezTo>
                  <a:pt x="7907" y="4126"/>
                  <a:pt x="8126" y="4532"/>
                  <a:pt x="8351" y="4940"/>
                </a:cubicBezTo>
                <a:cubicBezTo>
                  <a:pt x="8363" y="4960"/>
                  <a:pt x="8375" y="4981"/>
                  <a:pt x="8386" y="5002"/>
                </a:cubicBezTo>
                <a:cubicBezTo>
                  <a:pt x="8613" y="5409"/>
                  <a:pt x="8857" y="5814"/>
                  <a:pt x="9326" y="6143"/>
                </a:cubicBezTo>
                <a:cubicBezTo>
                  <a:pt x="9338" y="6152"/>
                  <a:pt x="9350" y="6161"/>
                  <a:pt x="9363" y="6170"/>
                </a:cubicBezTo>
                <a:cubicBezTo>
                  <a:pt x="9381" y="6181"/>
                  <a:pt x="9399" y="6193"/>
                  <a:pt x="9417" y="6205"/>
                </a:cubicBezTo>
                <a:cubicBezTo>
                  <a:pt x="10107" y="6649"/>
                  <a:pt x="11200" y="6895"/>
                  <a:pt x="12290" y="6920"/>
                </a:cubicBezTo>
                <a:cubicBezTo>
                  <a:pt x="12359" y="6922"/>
                  <a:pt x="12429" y="6922"/>
                  <a:pt x="12498" y="6922"/>
                </a:cubicBezTo>
                <a:cubicBezTo>
                  <a:pt x="13546" y="6922"/>
                  <a:pt x="14580" y="6739"/>
                  <a:pt x="15482" y="6457"/>
                </a:cubicBezTo>
                <a:cubicBezTo>
                  <a:pt x="15733" y="6379"/>
                  <a:pt x="15977" y="6292"/>
                  <a:pt x="16221" y="6206"/>
                </a:cubicBezTo>
                <a:cubicBezTo>
                  <a:pt x="16279" y="6185"/>
                  <a:pt x="16336" y="6163"/>
                  <a:pt x="16394" y="6143"/>
                </a:cubicBezTo>
                <a:cubicBezTo>
                  <a:pt x="17021" y="5919"/>
                  <a:pt x="17650" y="5699"/>
                  <a:pt x="18381" y="5606"/>
                </a:cubicBezTo>
                <a:cubicBezTo>
                  <a:pt x="18666" y="5570"/>
                  <a:pt x="18954" y="5554"/>
                  <a:pt x="19242" y="5554"/>
                </a:cubicBezTo>
                <a:cubicBezTo>
                  <a:pt x="20278" y="5554"/>
                  <a:pt x="21323" y="5757"/>
                  <a:pt x="22324" y="5932"/>
                </a:cubicBezTo>
                <a:cubicBezTo>
                  <a:pt x="22780" y="6013"/>
                  <a:pt x="23253" y="6086"/>
                  <a:pt x="23731" y="6144"/>
                </a:cubicBezTo>
                <a:cubicBezTo>
                  <a:pt x="23920" y="6169"/>
                  <a:pt x="24110" y="6189"/>
                  <a:pt x="24302" y="6207"/>
                </a:cubicBezTo>
                <a:cubicBezTo>
                  <a:pt x="24756" y="6249"/>
                  <a:pt x="25213" y="6274"/>
                  <a:pt x="25664" y="6275"/>
                </a:cubicBezTo>
                <a:lnTo>
                  <a:pt x="25664" y="6144"/>
                </a:lnTo>
                <a:lnTo>
                  <a:pt x="25665" y="5003"/>
                </a:lnTo>
                <a:lnTo>
                  <a:pt x="25665" y="3738"/>
                </a:lnTo>
                <a:lnTo>
                  <a:pt x="25666" y="2596"/>
                </a:lnTo>
                <a:lnTo>
                  <a:pt x="25666" y="1331"/>
                </a:lnTo>
                <a:lnTo>
                  <a:pt x="25667" y="5"/>
                </a:lnTo>
                <a:lnTo>
                  <a:pt x="3200" y="2"/>
                </a:lnTo>
                <a:lnTo>
                  <a:pt x="3083" y="2"/>
                </a:lnTo>
                <a:lnTo>
                  <a:pt x="95" y="1"/>
                </a:ln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8"/>
          <p:cNvSpPr/>
          <p:nvPr/>
        </p:nvSpPr>
        <p:spPr>
          <a:xfrm flipH="1" rot="-9899901">
            <a:off x="6804735" y="5046669"/>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28"/>
          <p:cNvGrpSpPr/>
          <p:nvPr/>
        </p:nvGrpSpPr>
        <p:grpSpPr>
          <a:xfrm rot="900044">
            <a:off x="7379843" y="3915870"/>
            <a:ext cx="228603" cy="207086"/>
            <a:chOff x="1640475" y="1197075"/>
            <a:chExt cx="55475" cy="50250"/>
          </a:xfrm>
        </p:grpSpPr>
        <p:sp>
          <p:nvSpPr>
            <p:cNvPr id="718" name="Google Shape;718;p2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28"/>
          <p:cNvGrpSpPr/>
          <p:nvPr/>
        </p:nvGrpSpPr>
        <p:grpSpPr>
          <a:xfrm rot="-10470744">
            <a:off x="2252761" y="705461"/>
            <a:ext cx="274444" cy="248605"/>
            <a:chOff x="1640475" y="1197075"/>
            <a:chExt cx="55475" cy="50250"/>
          </a:xfrm>
        </p:grpSpPr>
        <p:sp>
          <p:nvSpPr>
            <p:cNvPr id="722" name="Google Shape;722;p2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28"/>
          <p:cNvGrpSpPr/>
          <p:nvPr/>
        </p:nvGrpSpPr>
        <p:grpSpPr>
          <a:xfrm rot="9218921">
            <a:off x="791719" y="4067996"/>
            <a:ext cx="495467" cy="448821"/>
            <a:chOff x="1640475" y="1197075"/>
            <a:chExt cx="55475" cy="50250"/>
          </a:xfrm>
        </p:grpSpPr>
        <p:sp>
          <p:nvSpPr>
            <p:cNvPr id="726" name="Google Shape;726;p2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28"/>
          <p:cNvSpPr/>
          <p:nvPr/>
        </p:nvSpPr>
        <p:spPr>
          <a:xfrm rot="6434815">
            <a:off x="6797496" y="-23796"/>
            <a:ext cx="559646" cy="827411"/>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8"/>
          <p:cNvSpPr/>
          <p:nvPr/>
        </p:nvSpPr>
        <p:spPr>
          <a:xfrm flipH="1" rot="8438797">
            <a:off x="3044679" y="-55191"/>
            <a:ext cx="847223" cy="19848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TITLE_AND_BODY_1">
    <p:spTree>
      <p:nvGrpSpPr>
        <p:cNvPr id="731" name="Shape 731"/>
        <p:cNvGrpSpPr/>
        <p:nvPr/>
      </p:nvGrpSpPr>
      <p:grpSpPr>
        <a:xfrm>
          <a:off x="0" y="0"/>
          <a:ext cx="0" cy="0"/>
          <a:chOff x="0" y="0"/>
          <a:chExt cx="0" cy="0"/>
        </a:xfrm>
      </p:grpSpPr>
      <p:sp>
        <p:nvSpPr>
          <p:cNvPr id="732" name="Google Shape;732;p29"/>
          <p:cNvSpPr/>
          <p:nvPr/>
        </p:nvSpPr>
        <p:spPr>
          <a:xfrm>
            <a:off x="-410657" y="-145804"/>
            <a:ext cx="4197745" cy="1131860"/>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9"/>
          <p:cNvSpPr/>
          <p:nvPr/>
        </p:nvSpPr>
        <p:spPr>
          <a:xfrm rot="-6752784">
            <a:off x="2051407" y="216393"/>
            <a:ext cx="1195911" cy="1089409"/>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9"/>
          <p:cNvSpPr/>
          <p:nvPr/>
        </p:nvSpPr>
        <p:spPr>
          <a:xfrm>
            <a:off x="-572725" y="2861528"/>
            <a:ext cx="2676986" cy="2789665"/>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9"/>
          <p:cNvSpPr/>
          <p:nvPr/>
        </p:nvSpPr>
        <p:spPr>
          <a:xfrm>
            <a:off x="6594726" y="4161014"/>
            <a:ext cx="3033994" cy="1250590"/>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9"/>
          <p:cNvSpPr/>
          <p:nvPr/>
        </p:nvSpPr>
        <p:spPr>
          <a:xfrm>
            <a:off x="6027407" y="-371325"/>
            <a:ext cx="3627154" cy="2893677"/>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9"/>
          <p:cNvSpPr txBox="1"/>
          <p:nvPr>
            <p:ph type="title"/>
          </p:nvPr>
        </p:nvSpPr>
        <p:spPr>
          <a:xfrm>
            <a:off x="2085275" y="673465"/>
            <a:ext cx="4973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738" name="Google Shape;738;p29"/>
          <p:cNvGrpSpPr/>
          <p:nvPr/>
        </p:nvGrpSpPr>
        <p:grpSpPr>
          <a:xfrm rot="1800041">
            <a:off x="8665997" y="4106761"/>
            <a:ext cx="221773" cy="200885"/>
            <a:chOff x="1640475" y="1197075"/>
            <a:chExt cx="55475" cy="50250"/>
          </a:xfrm>
        </p:grpSpPr>
        <p:sp>
          <p:nvSpPr>
            <p:cNvPr id="739" name="Google Shape;739;p2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29"/>
          <p:cNvGrpSpPr/>
          <p:nvPr/>
        </p:nvGrpSpPr>
        <p:grpSpPr>
          <a:xfrm rot="-9900030">
            <a:off x="667534" y="4625752"/>
            <a:ext cx="215932" cy="195605"/>
            <a:chOff x="1640475" y="1197075"/>
            <a:chExt cx="55475" cy="50250"/>
          </a:xfrm>
        </p:grpSpPr>
        <p:sp>
          <p:nvSpPr>
            <p:cNvPr id="743" name="Google Shape;743;p2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29"/>
          <p:cNvGrpSpPr/>
          <p:nvPr/>
        </p:nvGrpSpPr>
        <p:grpSpPr>
          <a:xfrm rot="-5400000">
            <a:off x="8514555" y="2548984"/>
            <a:ext cx="244822" cy="221773"/>
            <a:chOff x="1640475" y="1197075"/>
            <a:chExt cx="55475" cy="50250"/>
          </a:xfrm>
        </p:grpSpPr>
        <p:sp>
          <p:nvSpPr>
            <p:cNvPr id="747" name="Google Shape;747;p2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 name="Google Shape;750;p29"/>
          <p:cNvSpPr/>
          <p:nvPr/>
        </p:nvSpPr>
        <p:spPr>
          <a:xfrm rot="912813">
            <a:off x="8372080" y="228912"/>
            <a:ext cx="529792"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29"/>
          <p:cNvGrpSpPr/>
          <p:nvPr/>
        </p:nvGrpSpPr>
        <p:grpSpPr>
          <a:xfrm rot="-5400000">
            <a:off x="313974" y="982572"/>
            <a:ext cx="221772" cy="200884"/>
            <a:chOff x="1640475" y="1197075"/>
            <a:chExt cx="55475" cy="50250"/>
          </a:xfrm>
        </p:grpSpPr>
        <p:sp>
          <p:nvSpPr>
            <p:cNvPr id="752" name="Google Shape;752;p2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 name="Google Shape;755;p29"/>
          <p:cNvSpPr/>
          <p:nvPr/>
        </p:nvSpPr>
        <p:spPr>
          <a:xfrm>
            <a:off x="8536325" y="4434061"/>
            <a:ext cx="609613" cy="95515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9"/>
          <p:cNvSpPr/>
          <p:nvPr/>
        </p:nvSpPr>
        <p:spPr>
          <a:xfrm rot="-650986">
            <a:off x="1480420" y="4695682"/>
            <a:ext cx="1027315" cy="24067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7">
    <p:spTree>
      <p:nvGrpSpPr>
        <p:cNvPr id="757" name="Shape 757"/>
        <p:cNvGrpSpPr/>
        <p:nvPr/>
      </p:nvGrpSpPr>
      <p:grpSpPr>
        <a:xfrm>
          <a:off x="0" y="0"/>
          <a:ext cx="0" cy="0"/>
          <a:chOff x="0" y="0"/>
          <a:chExt cx="0" cy="0"/>
        </a:xfrm>
      </p:grpSpPr>
      <p:sp>
        <p:nvSpPr>
          <p:cNvPr id="758" name="Google Shape;758;p30"/>
          <p:cNvSpPr txBox="1"/>
          <p:nvPr>
            <p:ph type="title"/>
          </p:nvPr>
        </p:nvSpPr>
        <p:spPr>
          <a:xfrm>
            <a:off x="821675" y="759553"/>
            <a:ext cx="2881200" cy="7239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0">
    <p:spTree>
      <p:nvGrpSpPr>
        <p:cNvPr id="759" name="Shape 759"/>
        <p:cNvGrpSpPr/>
        <p:nvPr/>
      </p:nvGrpSpPr>
      <p:grpSpPr>
        <a:xfrm>
          <a:off x="0" y="0"/>
          <a:ext cx="0" cy="0"/>
          <a:chOff x="0" y="0"/>
          <a:chExt cx="0" cy="0"/>
        </a:xfrm>
      </p:grpSpPr>
      <p:sp>
        <p:nvSpPr>
          <p:cNvPr id="760" name="Google Shape;760;p31"/>
          <p:cNvSpPr txBox="1"/>
          <p:nvPr>
            <p:ph type="title"/>
          </p:nvPr>
        </p:nvSpPr>
        <p:spPr>
          <a:xfrm>
            <a:off x="3453650" y="758950"/>
            <a:ext cx="2236500" cy="4599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761" name="Google Shape;761;p31"/>
          <p:cNvSpPr txBox="1"/>
          <p:nvPr>
            <p:ph idx="2" type="title"/>
          </p:nvPr>
        </p:nvSpPr>
        <p:spPr>
          <a:xfrm>
            <a:off x="5158538" y="2685326"/>
            <a:ext cx="29868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62" name="Google Shape;762;p31"/>
          <p:cNvSpPr txBox="1"/>
          <p:nvPr>
            <p:ph idx="1" type="subTitle"/>
          </p:nvPr>
        </p:nvSpPr>
        <p:spPr>
          <a:xfrm>
            <a:off x="5146688" y="3128200"/>
            <a:ext cx="3010500" cy="11514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763" name="Google Shape;763;p31"/>
          <p:cNvSpPr txBox="1"/>
          <p:nvPr>
            <p:ph idx="3" type="title"/>
          </p:nvPr>
        </p:nvSpPr>
        <p:spPr>
          <a:xfrm>
            <a:off x="998649" y="2685326"/>
            <a:ext cx="29868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64" name="Google Shape;764;p31"/>
          <p:cNvSpPr txBox="1"/>
          <p:nvPr>
            <p:ph idx="4" type="subTitle"/>
          </p:nvPr>
        </p:nvSpPr>
        <p:spPr>
          <a:xfrm>
            <a:off x="986799" y="3128200"/>
            <a:ext cx="3010500" cy="11514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765" name="Google Shape;765;p31"/>
          <p:cNvSpPr txBox="1"/>
          <p:nvPr>
            <p:ph hasCustomPrompt="1" idx="5" type="title"/>
          </p:nvPr>
        </p:nvSpPr>
        <p:spPr>
          <a:xfrm>
            <a:off x="1604199" y="1705438"/>
            <a:ext cx="1775700" cy="838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3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66" name="Google Shape;766;p31"/>
          <p:cNvSpPr txBox="1"/>
          <p:nvPr>
            <p:ph hasCustomPrompt="1" idx="6" type="title"/>
          </p:nvPr>
        </p:nvSpPr>
        <p:spPr>
          <a:xfrm>
            <a:off x="5764088" y="1705438"/>
            <a:ext cx="1775700" cy="838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3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67" name="Google Shape;767;p31"/>
          <p:cNvSpPr/>
          <p:nvPr/>
        </p:nvSpPr>
        <p:spPr>
          <a:xfrm rot="8931853">
            <a:off x="-473415" y="3388543"/>
            <a:ext cx="1985634" cy="2326871"/>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1"/>
          <p:cNvSpPr/>
          <p:nvPr/>
        </p:nvSpPr>
        <p:spPr>
          <a:xfrm flipH="1">
            <a:off x="5767795" y="3381513"/>
            <a:ext cx="3634529" cy="1998485"/>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1"/>
          <p:cNvSpPr/>
          <p:nvPr/>
        </p:nvSpPr>
        <p:spPr>
          <a:xfrm>
            <a:off x="-486750" y="-470462"/>
            <a:ext cx="3133499" cy="2020960"/>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1"/>
          <p:cNvSpPr/>
          <p:nvPr/>
        </p:nvSpPr>
        <p:spPr>
          <a:xfrm flipH="1" rot="-10062774">
            <a:off x="6713799" y="-294661"/>
            <a:ext cx="3721225" cy="1536326"/>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 name="Google Shape;771;p31"/>
          <p:cNvGrpSpPr/>
          <p:nvPr/>
        </p:nvGrpSpPr>
        <p:grpSpPr>
          <a:xfrm flipH="1" rot="6282408">
            <a:off x="7303607" y="583551"/>
            <a:ext cx="221771" cy="200883"/>
            <a:chOff x="1640475" y="1197075"/>
            <a:chExt cx="55475" cy="50250"/>
          </a:xfrm>
        </p:grpSpPr>
        <p:sp>
          <p:nvSpPr>
            <p:cNvPr id="772" name="Google Shape;772;p3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31"/>
          <p:cNvGrpSpPr/>
          <p:nvPr/>
        </p:nvGrpSpPr>
        <p:grpSpPr>
          <a:xfrm flipH="1" rot="1058897">
            <a:off x="2144106" y="4766550"/>
            <a:ext cx="215936" cy="195603"/>
            <a:chOff x="1640475" y="1197075"/>
            <a:chExt cx="55475" cy="50250"/>
          </a:xfrm>
        </p:grpSpPr>
        <p:sp>
          <p:nvSpPr>
            <p:cNvPr id="776" name="Google Shape;776;p3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 name="Google Shape;779;p31"/>
          <p:cNvSpPr/>
          <p:nvPr/>
        </p:nvSpPr>
        <p:spPr>
          <a:xfrm flipH="1" rot="8431516">
            <a:off x="4727883" y="4802296"/>
            <a:ext cx="529784"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 name="Google Shape;780;p31"/>
          <p:cNvGrpSpPr/>
          <p:nvPr/>
        </p:nvGrpSpPr>
        <p:grpSpPr>
          <a:xfrm flipH="1" rot="-900000">
            <a:off x="1033440" y="1356661"/>
            <a:ext cx="347165" cy="314462"/>
            <a:chOff x="1640475" y="1197075"/>
            <a:chExt cx="55475" cy="50250"/>
          </a:xfrm>
        </p:grpSpPr>
        <p:sp>
          <p:nvSpPr>
            <p:cNvPr id="781" name="Google Shape;781;p3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31"/>
          <p:cNvGrpSpPr/>
          <p:nvPr/>
        </p:nvGrpSpPr>
        <p:grpSpPr>
          <a:xfrm flipH="1" rot="-899970">
            <a:off x="8699534" y="3067391"/>
            <a:ext cx="215932" cy="195605"/>
            <a:chOff x="1640475" y="1197075"/>
            <a:chExt cx="55475" cy="50250"/>
          </a:xfrm>
        </p:grpSpPr>
        <p:sp>
          <p:nvSpPr>
            <p:cNvPr id="785" name="Google Shape;785;p3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 name="Google Shape;788;p31"/>
          <p:cNvSpPr/>
          <p:nvPr/>
        </p:nvSpPr>
        <p:spPr>
          <a:xfrm flipH="1" rot="-10042467">
            <a:off x="-211717" y="1817492"/>
            <a:ext cx="529787" cy="1241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0_1">
    <p:spTree>
      <p:nvGrpSpPr>
        <p:cNvPr id="789" name="Shape 789"/>
        <p:cNvGrpSpPr/>
        <p:nvPr/>
      </p:nvGrpSpPr>
      <p:grpSpPr>
        <a:xfrm>
          <a:off x="0" y="0"/>
          <a:ext cx="0" cy="0"/>
          <a:chOff x="0" y="0"/>
          <a:chExt cx="0" cy="0"/>
        </a:xfrm>
      </p:grpSpPr>
      <p:sp>
        <p:nvSpPr>
          <p:cNvPr id="790" name="Google Shape;790;p32"/>
          <p:cNvSpPr txBox="1"/>
          <p:nvPr>
            <p:ph type="title"/>
          </p:nvPr>
        </p:nvSpPr>
        <p:spPr>
          <a:xfrm>
            <a:off x="3310150" y="758950"/>
            <a:ext cx="2523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791" name="Google Shape;791;p32"/>
          <p:cNvSpPr txBox="1"/>
          <p:nvPr>
            <p:ph idx="2" type="title"/>
          </p:nvPr>
        </p:nvSpPr>
        <p:spPr>
          <a:xfrm>
            <a:off x="5269077" y="3468800"/>
            <a:ext cx="22284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92" name="Google Shape;792;p32"/>
          <p:cNvSpPr txBox="1"/>
          <p:nvPr>
            <p:ph idx="1" type="subTitle"/>
          </p:nvPr>
        </p:nvSpPr>
        <p:spPr>
          <a:xfrm>
            <a:off x="5260227" y="3879375"/>
            <a:ext cx="2246100" cy="51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793" name="Google Shape;793;p32"/>
          <p:cNvSpPr txBox="1"/>
          <p:nvPr>
            <p:ph idx="3" type="title"/>
          </p:nvPr>
        </p:nvSpPr>
        <p:spPr>
          <a:xfrm>
            <a:off x="1637465" y="3468800"/>
            <a:ext cx="22461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94" name="Google Shape;794;p32"/>
          <p:cNvSpPr txBox="1"/>
          <p:nvPr>
            <p:ph idx="4" type="subTitle"/>
          </p:nvPr>
        </p:nvSpPr>
        <p:spPr>
          <a:xfrm>
            <a:off x="1628615" y="3879375"/>
            <a:ext cx="2263800" cy="51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795" name="Google Shape;795;p32"/>
          <p:cNvSpPr/>
          <p:nvPr/>
        </p:nvSpPr>
        <p:spPr>
          <a:xfrm flipH="1">
            <a:off x="5472659" y="-171500"/>
            <a:ext cx="3715991" cy="1895529"/>
          </a:xfrm>
          <a:custGeom>
            <a:rect b="b" l="l" r="r" t="t"/>
            <a:pathLst>
              <a:path extrusionOk="0" h="6348" w="14457">
                <a:moveTo>
                  <a:pt x="0" y="1"/>
                </a:moveTo>
                <a:lnTo>
                  <a:pt x="0" y="6160"/>
                </a:lnTo>
                <a:cubicBezTo>
                  <a:pt x="307" y="6283"/>
                  <a:pt x="641" y="6348"/>
                  <a:pt x="972" y="6348"/>
                </a:cubicBezTo>
                <a:cubicBezTo>
                  <a:pt x="1431" y="6348"/>
                  <a:pt x="1886" y="6223"/>
                  <a:pt x="2259" y="5957"/>
                </a:cubicBezTo>
                <a:cubicBezTo>
                  <a:pt x="2971" y="5450"/>
                  <a:pt x="3272" y="4560"/>
                  <a:pt x="3620" y="3758"/>
                </a:cubicBezTo>
                <a:cubicBezTo>
                  <a:pt x="3967" y="2955"/>
                  <a:pt x="4504" y="2110"/>
                  <a:pt x="5362" y="1938"/>
                </a:cubicBezTo>
                <a:cubicBezTo>
                  <a:pt x="5472" y="1916"/>
                  <a:pt x="5582" y="1906"/>
                  <a:pt x="5692" y="1906"/>
                </a:cubicBezTo>
                <a:cubicBezTo>
                  <a:pt x="6160" y="1906"/>
                  <a:pt x="6628" y="2081"/>
                  <a:pt x="7080" y="2232"/>
                </a:cubicBezTo>
                <a:cubicBezTo>
                  <a:pt x="7585" y="2401"/>
                  <a:pt x="8141" y="2535"/>
                  <a:pt x="8672" y="2535"/>
                </a:cubicBezTo>
                <a:cubicBezTo>
                  <a:pt x="9138" y="2535"/>
                  <a:pt x="9586" y="2431"/>
                  <a:pt x="9965" y="2156"/>
                </a:cubicBezTo>
                <a:cubicBezTo>
                  <a:pt x="10504" y="1765"/>
                  <a:pt x="10846" y="1060"/>
                  <a:pt x="11419" y="789"/>
                </a:cubicBezTo>
                <a:lnTo>
                  <a:pt x="11420" y="789"/>
                </a:lnTo>
                <a:cubicBezTo>
                  <a:pt x="11436" y="781"/>
                  <a:pt x="11452" y="774"/>
                  <a:pt x="11469" y="767"/>
                </a:cubicBezTo>
                <a:cubicBezTo>
                  <a:pt x="11544" y="736"/>
                  <a:pt x="11623" y="712"/>
                  <a:pt x="11706" y="696"/>
                </a:cubicBezTo>
                <a:cubicBezTo>
                  <a:pt x="11777" y="683"/>
                  <a:pt x="11848" y="678"/>
                  <a:pt x="11919" y="678"/>
                </a:cubicBezTo>
                <a:cubicBezTo>
                  <a:pt x="12271" y="678"/>
                  <a:pt x="12623" y="809"/>
                  <a:pt x="12978" y="824"/>
                </a:cubicBezTo>
                <a:cubicBezTo>
                  <a:pt x="12999" y="824"/>
                  <a:pt x="13020" y="825"/>
                  <a:pt x="13041" y="825"/>
                </a:cubicBezTo>
                <a:cubicBezTo>
                  <a:pt x="13511" y="825"/>
                  <a:pt x="13977" y="611"/>
                  <a:pt x="14281" y="253"/>
                </a:cubicBezTo>
                <a:cubicBezTo>
                  <a:pt x="14348" y="175"/>
                  <a:pt x="14407" y="90"/>
                  <a:pt x="14457"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2"/>
          <p:cNvSpPr/>
          <p:nvPr/>
        </p:nvSpPr>
        <p:spPr>
          <a:xfrm flipH="1" rot="4804257">
            <a:off x="122242" y="-866382"/>
            <a:ext cx="1821170" cy="2735155"/>
          </a:xfrm>
          <a:custGeom>
            <a:rect b="b" l="l" r="r" t="t"/>
            <a:pathLst>
              <a:path extrusionOk="0" h="13045" w="13007">
                <a:moveTo>
                  <a:pt x="11086" y="1"/>
                </a:moveTo>
                <a:cubicBezTo>
                  <a:pt x="10136" y="1"/>
                  <a:pt x="9220" y="578"/>
                  <a:pt x="8514" y="1160"/>
                </a:cubicBezTo>
                <a:cubicBezTo>
                  <a:pt x="7734" y="1801"/>
                  <a:pt x="7147" y="2603"/>
                  <a:pt x="6690" y="3499"/>
                </a:cubicBezTo>
                <a:cubicBezTo>
                  <a:pt x="6269" y="4325"/>
                  <a:pt x="5846" y="5241"/>
                  <a:pt x="4914" y="5581"/>
                </a:cubicBezTo>
                <a:cubicBezTo>
                  <a:pt x="3974" y="5923"/>
                  <a:pt x="2923" y="5759"/>
                  <a:pt x="2005" y="6187"/>
                </a:cubicBezTo>
                <a:cubicBezTo>
                  <a:pt x="1188" y="6570"/>
                  <a:pt x="602" y="7349"/>
                  <a:pt x="329" y="8196"/>
                </a:cubicBezTo>
                <a:cubicBezTo>
                  <a:pt x="1" y="9208"/>
                  <a:pt x="140" y="10320"/>
                  <a:pt x="509" y="11301"/>
                </a:cubicBezTo>
                <a:cubicBezTo>
                  <a:pt x="597" y="11534"/>
                  <a:pt x="989" y="11993"/>
                  <a:pt x="1051" y="11993"/>
                </a:cubicBezTo>
                <a:cubicBezTo>
                  <a:pt x="1057" y="11993"/>
                  <a:pt x="1060" y="11988"/>
                  <a:pt x="1059" y="11977"/>
                </a:cubicBezTo>
                <a:lnTo>
                  <a:pt x="1059" y="11977"/>
                </a:lnTo>
                <a:cubicBezTo>
                  <a:pt x="1717" y="12454"/>
                  <a:pt x="2513" y="12576"/>
                  <a:pt x="3318" y="12576"/>
                </a:cubicBezTo>
                <a:cubicBezTo>
                  <a:pt x="3796" y="12576"/>
                  <a:pt x="4277" y="12533"/>
                  <a:pt x="4735" y="12495"/>
                </a:cubicBezTo>
                <a:cubicBezTo>
                  <a:pt x="5450" y="12436"/>
                  <a:pt x="6168" y="12406"/>
                  <a:pt x="6885" y="12406"/>
                </a:cubicBezTo>
                <a:cubicBezTo>
                  <a:pt x="7827" y="12406"/>
                  <a:pt x="8769" y="12458"/>
                  <a:pt x="9706" y="12564"/>
                </a:cubicBezTo>
                <a:cubicBezTo>
                  <a:pt x="10641" y="12670"/>
                  <a:pt x="11568" y="12831"/>
                  <a:pt x="12485" y="13041"/>
                </a:cubicBezTo>
                <a:cubicBezTo>
                  <a:pt x="12495" y="13043"/>
                  <a:pt x="12505" y="13045"/>
                  <a:pt x="12515" y="13045"/>
                </a:cubicBezTo>
                <a:cubicBezTo>
                  <a:pt x="12578" y="13045"/>
                  <a:pt x="12630" y="12997"/>
                  <a:pt x="12632" y="12929"/>
                </a:cubicBezTo>
                <a:lnTo>
                  <a:pt x="12879" y="5509"/>
                </a:lnTo>
                <a:cubicBezTo>
                  <a:pt x="12900" y="4891"/>
                  <a:pt x="12920" y="4272"/>
                  <a:pt x="12940" y="3654"/>
                </a:cubicBezTo>
                <a:cubicBezTo>
                  <a:pt x="12960" y="3073"/>
                  <a:pt x="13006" y="2485"/>
                  <a:pt x="12985" y="1903"/>
                </a:cubicBezTo>
                <a:cubicBezTo>
                  <a:pt x="12967" y="1412"/>
                  <a:pt x="12856" y="914"/>
                  <a:pt x="12502" y="551"/>
                </a:cubicBezTo>
                <a:cubicBezTo>
                  <a:pt x="12188" y="228"/>
                  <a:pt x="11746" y="54"/>
                  <a:pt x="11303" y="11"/>
                </a:cubicBezTo>
                <a:cubicBezTo>
                  <a:pt x="11230" y="4"/>
                  <a:pt x="11158" y="1"/>
                  <a:pt x="11086"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2"/>
          <p:cNvSpPr/>
          <p:nvPr/>
        </p:nvSpPr>
        <p:spPr>
          <a:xfrm rot="10800000">
            <a:off x="-649353" y="4050921"/>
            <a:ext cx="2708528" cy="1399979"/>
          </a:xfrm>
          <a:custGeom>
            <a:rect b="b" l="l" r="r" t="t"/>
            <a:pathLst>
              <a:path extrusionOk="0" h="8613" w="24377">
                <a:moveTo>
                  <a:pt x="22626" y="1"/>
                </a:moveTo>
                <a:cubicBezTo>
                  <a:pt x="22431" y="1"/>
                  <a:pt x="22241" y="55"/>
                  <a:pt x="22058" y="101"/>
                </a:cubicBezTo>
                <a:cubicBezTo>
                  <a:pt x="21511" y="238"/>
                  <a:pt x="20953" y="349"/>
                  <a:pt x="20391" y="439"/>
                </a:cubicBezTo>
                <a:cubicBezTo>
                  <a:pt x="18472" y="743"/>
                  <a:pt x="16508" y="793"/>
                  <a:pt x="14552" y="793"/>
                </a:cubicBezTo>
                <a:cubicBezTo>
                  <a:pt x="14183" y="793"/>
                  <a:pt x="13813" y="791"/>
                  <a:pt x="13445" y="789"/>
                </a:cubicBezTo>
                <a:cubicBezTo>
                  <a:pt x="11020" y="775"/>
                  <a:pt x="8592" y="763"/>
                  <a:pt x="6170" y="648"/>
                </a:cubicBezTo>
                <a:cubicBezTo>
                  <a:pt x="4959" y="590"/>
                  <a:pt x="3748" y="506"/>
                  <a:pt x="2545" y="383"/>
                </a:cubicBezTo>
                <a:cubicBezTo>
                  <a:pt x="2238" y="351"/>
                  <a:pt x="1932" y="316"/>
                  <a:pt x="1627" y="279"/>
                </a:cubicBezTo>
                <a:cubicBezTo>
                  <a:pt x="1398" y="252"/>
                  <a:pt x="1163" y="215"/>
                  <a:pt x="930" y="215"/>
                </a:cubicBezTo>
                <a:cubicBezTo>
                  <a:pt x="895" y="215"/>
                  <a:pt x="861" y="215"/>
                  <a:pt x="827" y="217"/>
                </a:cubicBezTo>
                <a:cubicBezTo>
                  <a:pt x="405" y="240"/>
                  <a:pt x="13" y="441"/>
                  <a:pt x="5" y="792"/>
                </a:cubicBezTo>
                <a:cubicBezTo>
                  <a:pt x="1" y="936"/>
                  <a:pt x="84" y="1057"/>
                  <a:pt x="235" y="1138"/>
                </a:cubicBezTo>
                <a:cubicBezTo>
                  <a:pt x="259" y="1152"/>
                  <a:pt x="283" y="1157"/>
                  <a:pt x="305" y="1157"/>
                </a:cubicBezTo>
                <a:cubicBezTo>
                  <a:pt x="307" y="1157"/>
                  <a:pt x="309" y="1157"/>
                  <a:pt x="311" y="1157"/>
                </a:cubicBezTo>
                <a:lnTo>
                  <a:pt x="311" y="1157"/>
                </a:lnTo>
                <a:cubicBezTo>
                  <a:pt x="180" y="1807"/>
                  <a:pt x="426" y="2480"/>
                  <a:pt x="944" y="3003"/>
                </a:cubicBezTo>
                <a:cubicBezTo>
                  <a:pt x="1219" y="3281"/>
                  <a:pt x="1569" y="3518"/>
                  <a:pt x="1974" y="3679"/>
                </a:cubicBezTo>
                <a:cubicBezTo>
                  <a:pt x="2424" y="3858"/>
                  <a:pt x="2928" y="3933"/>
                  <a:pt x="3430" y="3957"/>
                </a:cubicBezTo>
                <a:cubicBezTo>
                  <a:pt x="3565" y="3964"/>
                  <a:pt x="3702" y="3967"/>
                  <a:pt x="3838" y="3967"/>
                </a:cubicBezTo>
                <a:cubicBezTo>
                  <a:pt x="4389" y="3967"/>
                  <a:pt x="4946" y="3924"/>
                  <a:pt x="5497" y="3924"/>
                </a:cubicBezTo>
                <a:cubicBezTo>
                  <a:pt x="5880" y="3924"/>
                  <a:pt x="6260" y="3944"/>
                  <a:pt x="6634" y="4014"/>
                </a:cubicBezTo>
                <a:cubicBezTo>
                  <a:pt x="7452" y="4167"/>
                  <a:pt x="8044" y="4590"/>
                  <a:pt x="8476" y="5128"/>
                </a:cubicBezTo>
                <a:cubicBezTo>
                  <a:pt x="8889" y="5644"/>
                  <a:pt x="9168" y="6215"/>
                  <a:pt x="9504" y="6761"/>
                </a:cubicBezTo>
                <a:cubicBezTo>
                  <a:pt x="9818" y="7272"/>
                  <a:pt x="10194" y="7795"/>
                  <a:pt x="10779" y="8153"/>
                </a:cubicBezTo>
                <a:cubicBezTo>
                  <a:pt x="11306" y="8477"/>
                  <a:pt x="11931" y="8612"/>
                  <a:pt x="12573" y="8612"/>
                </a:cubicBezTo>
                <a:cubicBezTo>
                  <a:pt x="12917" y="8612"/>
                  <a:pt x="13266" y="8573"/>
                  <a:pt x="13607" y="8503"/>
                </a:cubicBezTo>
                <a:cubicBezTo>
                  <a:pt x="14755" y="8264"/>
                  <a:pt x="15723" y="7708"/>
                  <a:pt x="16790" y="7327"/>
                </a:cubicBezTo>
                <a:cubicBezTo>
                  <a:pt x="17672" y="7012"/>
                  <a:pt x="18645" y="6819"/>
                  <a:pt x="19621" y="6819"/>
                </a:cubicBezTo>
                <a:cubicBezTo>
                  <a:pt x="19841" y="6819"/>
                  <a:pt x="20062" y="6829"/>
                  <a:pt x="20281" y="6849"/>
                </a:cubicBezTo>
                <a:cubicBezTo>
                  <a:pt x="21290" y="6943"/>
                  <a:pt x="22275" y="7285"/>
                  <a:pt x="22992" y="7844"/>
                </a:cubicBezTo>
                <a:cubicBezTo>
                  <a:pt x="23170" y="7982"/>
                  <a:pt x="23328" y="8133"/>
                  <a:pt x="23467" y="8296"/>
                </a:cubicBezTo>
                <a:cubicBezTo>
                  <a:pt x="23495" y="8329"/>
                  <a:pt x="23541" y="8346"/>
                  <a:pt x="23587" y="8346"/>
                </a:cubicBezTo>
                <a:cubicBezTo>
                  <a:pt x="23643" y="8346"/>
                  <a:pt x="23698" y="8320"/>
                  <a:pt x="23718" y="8271"/>
                </a:cubicBezTo>
                <a:cubicBezTo>
                  <a:pt x="24376" y="6550"/>
                  <a:pt x="24252" y="4734"/>
                  <a:pt x="23880" y="2982"/>
                </a:cubicBezTo>
                <a:cubicBezTo>
                  <a:pt x="23786" y="2536"/>
                  <a:pt x="23676" y="2093"/>
                  <a:pt x="23557" y="1650"/>
                </a:cubicBezTo>
                <a:cubicBezTo>
                  <a:pt x="23441" y="1217"/>
                  <a:pt x="23343" y="773"/>
                  <a:pt x="23189" y="348"/>
                </a:cubicBezTo>
                <a:cubicBezTo>
                  <a:pt x="23127" y="176"/>
                  <a:pt x="22987" y="38"/>
                  <a:pt x="22748" y="8"/>
                </a:cubicBezTo>
                <a:cubicBezTo>
                  <a:pt x="22707" y="3"/>
                  <a:pt x="22666" y="1"/>
                  <a:pt x="22626"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798" name="Google Shape;798;p32"/>
          <p:cNvGrpSpPr/>
          <p:nvPr/>
        </p:nvGrpSpPr>
        <p:grpSpPr>
          <a:xfrm rot="-765977">
            <a:off x="8632964" y="1557024"/>
            <a:ext cx="279616" cy="253294"/>
            <a:chOff x="1640475" y="1197075"/>
            <a:chExt cx="55475" cy="50250"/>
          </a:xfrm>
        </p:grpSpPr>
        <p:sp>
          <p:nvSpPr>
            <p:cNvPr id="799" name="Google Shape;799;p3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 name="Google Shape;802;p32"/>
          <p:cNvSpPr/>
          <p:nvPr/>
        </p:nvSpPr>
        <p:spPr>
          <a:xfrm flipH="1" rot="1297691">
            <a:off x="7058070" y="35384"/>
            <a:ext cx="545169" cy="12771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 name="Google Shape;803;p32"/>
          <p:cNvGrpSpPr/>
          <p:nvPr/>
        </p:nvGrpSpPr>
        <p:grpSpPr>
          <a:xfrm rot="-4475517">
            <a:off x="8153367" y="4083019"/>
            <a:ext cx="197770" cy="213810"/>
            <a:chOff x="1640475" y="1197075"/>
            <a:chExt cx="55475" cy="50250"/>
          </a:xfrm>
        </p:grpSpPr>
        <p:sp>
          <p:nvSpPr>
            <p:cNvPr id="804" name="Google Shape;804;p3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 name="Google Shape;807;p32"/>
          <p:cNvSpPr/>
          <p:nvPr/>
        </p:nvSpPr>
        <p:spPr>
          <a:xfrm>
            <a:off x="891612" y="4121988"/>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2"/>
          <p:cNvSpPr/>
          <p:nvPr/>
        </p:nvSpPr>
        <p:spPr>
          <a:xfrm rot="368157">
            <a:off x="8714668" y="2762413"/>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 name="Google Shape;809;p32"/>
          <p:cNvGrpSpPr/>
          <p:nvPr/>
        </p:nvGrpSpPr>
        <p:grpSpPr>
          <a:xfrm rot="-765935">
            <a:off x="327579" y="3560783"/>
            <a:ext cx="221762" cy="200885"/>
            <a:chOff x="1640475" y="1197075"/>
            <a:chExt cx="55475" cy="50250"/>
          </a:xfrm>
        </p:grpSpPr>
        <p:sp>
          <p:nvSpPr>
            <p:cNvPr id="810" name="Google Shape;810;p3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 name="Google Shape;813;p32"/>
          <p:cNvSpPr/>
          <p:nvPr/>
        </p:nvSpPr>
        <p:spPr>
          <a:xfrm flipH="1" rot="10800000">
            <a:off x="7360674" y="4100407"/>
            <a:ext cx="1917111" cy="1079443"/>
          </a:xfrm>
          <a:custGeom>
            <a:rect b="b" l="l" r="r" t="t"/>
            <a:pathLst>
              <a:path extrusionOk="0" h="6456" w="13155">
                <a:moveTo>
                  <a:pt x="11275" y="1"/>
                </a:moveTo>
                <a:lnTo>
                  <a:pt x="11275" y="4"/>
                </a:lnTo>
                <a:lnTo>
                  <a:pt x="209" y="2"/>
                </a:lnTo>
                <a:cubicBezTo>
                  <a:pt x="185" y="57"/>
                  <a:pt x="164" y="111"/>
                  <a:pt x="145" y="167"/>
                </a:cubicBezTo>
                <a:cubicBezTo>
                  <a:pt x="138" y="184"/>
                  <a:pt x="132" y="203"/>
                  <a:pt x="127" y="221"/>
                </a:cubicBezTo>
                <a:cubicBezTo>
                  <a:pt x="59" y="429"/>
                  <a:pt x="18" y="643"/>
                  <a:pt x="6" y="860"/>
                </a:cubicBezTo>
                <a:cubicBezTo>
                  <a:pt x="0" y="984"/>
                  <a:pt x="3" y="1110"/>
                  <a:pt x="14" y="1233"/>
                </a:cubicBezTo>
                <a:cubicBezTo>
                  <a:pt x="16" y="1251"/>
                  <a:pt x="18" y="1270"/>
                  <a:pt x="20" y="1288"/>
                </a:cubicBezTo>
                <a:cubicBezTo>
                  <a:pt x="60" y="1638"/>
                  <a:pt x="172" y="1982"/>
                  <a:pt x="341" y="2300"/>
                </a:cubicBezTo>
                <a:cubicBezTo>
                  <a:pt x="351" y="2319"/>
                  <a:pt x="361" y="2337"/>
                  <a:pt x="371" y="2355"/>
                </a:cubicBezTo>
                <a:cubicBezTo>
                  <a:pt x="531" y="2642"/>
                  <a:pt x="740" y="2905"/>
                  <a:pt x="987" y="3134"/>
                </a:cubicBezTo>
                <a:cubicBezTo>
                  <a:pt x="1075" y="3217"/>
                  <a:pt x="1169" y="3295"/>
                  <a:pt x="1269" y="3368"/>
                </a:cubicBezTo>
                <a:cubicBezTo>
                  <a:pt x="1295" y="3387"/>
                  <a:pt x="1320" y="3405"/>
                  <a:pt x="1345" y="3422"/>
                </a:cubicBezTo>
                <a:cubicBezTo>
                  <a:pt x="1608" y="3604"/>
                  <a:pt x="1902" y="3745"/>
                  <a:pt x="2218" y="3827"/>
                </a:cubicBezTo>
                <a:cubicBezTo>
                  <a:pt x="2441" y="3883"/>
                  <a:pt x="2668" y="3908"/>
                  <a:pt x="2896" y="3908"/>
                </a:cubicBezTo>
                <a:cubicBezTo>
                  <a:pt x="3496" y="3908"/>
                  <a:pt x="4103" y="3734"/>
                  <a:pt x="4654" y="3501"/>
                </a:cubicBezTo>
                <a:cubicBezTo>
                  <a:pt x="4713" y="3476"/>
                  <a:pt x="4773" y="3450"/>
                  <a:pt x="4833" y="3424"/>
                </a:cubicBezTo>
                <a:cubicBezTo>
                  <a:pt x="4873" y="3406"/>
                  <a:pt x="4915" y="3387"/>
                  <a:pt x="4955" y="3369"/>
                </a:cubicBezTo>
                <a:cubicBezTo>
                  <a:pt x="5539" y="3105"/>
                  <a:pt x="6130" y="2820"/>
                  <a:pt x="6764" y="2820"/>
                </a:cubicBezTo>
                <a:cubicBezTo>
                  <a:pt x="6811" y="2820"/>
                  <a:pt x="6859" y="2822"/>
                  <a:pt x="6907" y="2825"/>
                </a:cubicBezTo>
                <a:cubicBezTo>
                  <a:pt x="7405" y="2860"/>
                  <a:pt x="7836" y="3071"/>
                  <a:pt x="8213" y="3369"/>
                </a:cubicBezTo>
                <a:cubicBezTo>
                  <a:pt x="8237" y="3387"/>
                  <a:pt x="8259" y="3405"/>
                  <a:pt x="8281" y="3424"/>
                </a:cubicBezTo>
                <a:cubicBezTo>
                  <a:pt x="8634" y="3715"/>
                  <a:pt x="8939" y="4078"/>
                  <a:pt x="9207" y="4436"/>
                </a:cubicBezTo>
                <a:cubicBezTo>
                  <a:pt x="9219" y="4454"/>
                  <a:pt x="9233" y="4472"/>
                  <a:pt x="9246" y="4490"/>
                </a:cubicBezTo>
                <a:cubicBezTo>
                  <a:pt x="9246" y="4490"/>
                  <a:pt x="9247" y="4490"/>
                  <a:pt x="9247" y="4491"/>
                </a:cubicBezTo>
                <a:cubicBezTo>
                  <a:pt x="9498" y="4831"/>
                  <a:pt x="9757" y="5189"/>
                  <a:pt x="10053" y="5504"/>
                </a:cubicBezTo>
                <a:cubicBezTo>
                  <a:pt x="10070" y="5523"/>
                  <a:pt x="10087" y="5541"/>
                  <a:pt x="10104" y="5559"/>
                </a:cubicBezTo>
                <a:cubicBezTo>
                  <a:pt x="10436" y="5901"/>
                  <a:pt x="10812" y="6189"/>
                  <a:pt x="11272" y="6342"/>
                </a:cubicBezTo>
                <a:cubicBezTo>
                  <a:pt x="11292" y="6348"/>
                  <a:pt x="11311" y="6355"/>
                  <a:pt x="11333" y="6361"/>
                </a:cubicBezTo>
                <a:cubicBezTo>
                  <a:pt x="11361" y="6370"/>
                  <a:pt x="11391" y="6378"/>
                  <a:pt x="11420" y="6386"/>
                </a:cubicBezTo>
                <a:cubicBezTo>
                  <a:pt x="11605" y="6434"/>
                  <a:pt x="11791" y="6456"/>
                  <a:pt x="11976" y="6456"/>
                </a:cubicBezTo>
                <a:cubicBezTo>
                  <a:pt x="12384" y="6456"/>
                  <a:pt x="12786" y="6349"/>
                  <a:pt x="13154" y="6177"/>
                </a:cubicBezTo>
                <a:lnTo>
                  <a:pt x="13154" y="5505"/>
                </a:lnTo>
                <a:lnTo>
                  <a:pt x="13154" y="4492"/>
                </a:lnTo>
                <a:lnTo>
                  <a:pt x="13154" y="3371"/>
                </a:lnTo>
                <a:lnTo>
                  <a:pt x="13155" y="2358"/>
                </a:lnTo>
                <a:lnTo>
                  <a:pt x="13155" y="1236"/>
                </a:lnTo>
                <a:lnTo>
                  <a:pt x="13155" y="221"/>
                </a:lnTo>
                <a:lnTo>
                  <a:pt x="13155" y="5"/>
                </a:lnTo>
                <a:lnTo>
                  <a:pt x="11334" y="4"/>
                </a:lnTo>
                <a:lnTo>
                  <a:pt x="11334" y="1"/>
                </a:lnTo>
                <a:close/>
              </a:path>
            </a:pathLst>
          </a:custGeom>
          <a:solidFill>
            <a:schemeClr val="accen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 name="Google Shape;814;p32"/>
          <p:cNvGrpSpPr/>
          <p:nvPr/>
        </p:nvGrpSpPr>
        <p:grpSpPr>
          <a:xfrm rot="-6434952">
            <a:off x="1040960" y="439584"/>
            <a:ext cx="221767" cy="200884"/>
            <a:chOff x="1640475" y="1197075"/>
            <a:chExt cx="55475" cy="50250"/>
          </a:xfrm>
        </p:grpSpPr>
        <p:sp>
          <p:nvSpPr>
            <p:cNvPr id="815" name="Google Shape;815;p3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 name="Google Shape;818;p32"/>
          <p:cNvSpPr/>
          <p:nvPr/>
        </p:nvSpPr>
        <p:spPr>
          <a:xfrm flipH="1" rot="1359704">
            <a:off x="685300" y="1422418"/>
            <a:ext cx="695035" cy="16282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_1">
    <p:spTree>
      <p:nvGrpSpPr>
        <p:cNvPr id="819" name="Shape 819"/>
        <p:cNvGrpSpPr/>
        <p:nvPr/>
      </p:nvGrpSpPr>
      <p:grpSpPr>
        <a:xfrm>
          <a:off x="0" y="0"/>
          <a:ext cx="0" cy="0"/>
          <a:chOff x="0" y="0"/>
          <a:chExt cx="0" cy="0"/>
        </a:xfrm>
      </p:grpSpPr>
      <p:sp>
        <p:nvSpPr>
          <p:cNvPr id="820" name="Google Shape;820;p33"/>
          <p:cNvSpPr/>
          <p:nvPr/>
        </p:nvSpPr>
        <p:spPr>
          <a:xfrm>
            <a:off x="-451160" y="2901368"/>
            <a:ext cx="2586138" cy="2694993"/>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3"/>
          <p:cNvSpPr/>
          <p:nvPr/>
        </p:nvSpPr>
        <p:spPr>
          <a:xfrm>
            <a:off x="6473120" y="4156765"/>
            <a:ext cx="2931030" cy="1208150"/>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294591" y="-80130"/>
            <a:ext cx="4055287" cy="1093449"/>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3"/>
          <p:cNvSpPr/>
          <p:nvPr/>
        </p:nvSpPr>
        <p:spPr>
          <a:xfrm>
            <a:off x="5925049" y="-221800"/>
            <a:ext cx="3504060" cy="2795475"/>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3"/>
          <p:cNvSpPr txBox="1"/>
          <p:nvPr>
            <p:ph type="title"/>
          </p:nvPr>
        </p:nvSpPr>
        <p:spPr>
          <a:xfrm>
            <a:off x="2715675" y="758952"/>
            <a:ext cx="371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825" name="Google Shape;825;p33"/>
          <p:cNvSpPr txBox="1"/>
          <p:nvPr>
            <p:ph idx="2" type="title"/>
          </p:nvPr>
        </p:nvSpPr>
        <p:spPr>
          <a:xfrm>
            <a:off x="704200" y="2533250"/>
            <a:ext cx="24963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26" name="Google Shape;826;p33"/>
          <p:cNvSpPr txBox="1"/>
          <p:nvPr>
            <p:ph idx="1" type="subTitle"/>
          </p:nvPr>
        </p:nvSpPr>
        <p:spPr>
          <a:xfrm>
            <a:off x="704875" y="3013800"/>
            <a:ext cx="2496300" cy="112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27" name="Google Shape;827;p33"/>
          <p:cNvSpPr txBox="1"/>
          <p:nvPr>
            <p:ph idx="3" type="title"/>
          </p:nvPr>
        </p:nvSpPr>
        <p:spPr>
          <a:xfrm>
            <a:off x="3323851" y="2533250"/>
            <a:ext cx="24963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28" name="Google Shape;828;p33"/>
          <p:cNvSpPr txBox="1"/>
          <p:nvPr>
            <p:ph idx="4" type="subTitle"/>
          </p:nvPr>
        </p:nvSpPr>
        <p:spPr>
          <a:xfrm>
            <a:off x="3324977" y="3013800"/>
            <a:ext cx="2496000" cy="112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29" name="Google Shape;829;p33"/>
          <p:cNvSpPr txBox="1"/>
          <p:nvPr>
            <p:ph idx="5" type="title"/>
          </p:nvPr>
        </p:nvSpPr>
        <p:spPr>
          <a:xfrm>
            <a:off x="5943502" y="2533250"/>
            <a:ext cx="2496300" cy="30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30" name="Google Shape;830;p33"/>
          <p:cNvSpPr txBox="1"/>
          <p:nvPr>
            <p:ph idx="6" type="subTitle"/>
          </p:nvPr>
        </p:nvSpPr>
        <p:spPr>
          <a:xfrm>
            <a:off x="5944778" y="3013800"/>
            <a:ext cx="2493900" cy="112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grpSp>
        <p:nvGrpSpPr>
          <p:cNvPr id="831" name="Google Shape;831;p33"/>
          <p:cNvGrpSpPr/>
          <p:nvPr/>
        </p:nvGrpSpPr>
        <p:grpSpPr>
          <a:xfrm rot="899970">
            <a:off x="8560376" y="4071912"/>
            <a:ext cx="215932" cy="195605"/>
            <a:chOff x="1640475" y="1197075"/>
            <a:chExt cx="55475" cy="50250"/>
          </a:xfrm>
        </p:grpSpPr>
        <p:sp>
          <p:nvSpPr>
            <p:cNvPr id="832" name="Google Shape;832;p3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33"/>
          <p:cNvGrpSpPr/>
          <p:nvPr/>
        </p:nvGrpSpPr>
        <p:grpSpPr>
          <a:xfrm rot="-4275570">
            <a:off x="8418220" y="2480799"/>
            <a:ext cx="279618" cy="253294"/>
            <a:chOff x="1640475" y="1197075"/>
            <a:chExt cx="55475" cy="50250"/>
          </a:xfrm>
        </p:grpSpPr>
        <p:sp>
          <p:nvSpPr>
            <p:cNvPr id="836" name="Google Shape;836;p3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33"/>
          <p:cNvSpPr/>
          <p:nvPr/>
        </p:nvSpPr>
        <p:spPr>
          <a:xfrm flipH="1" rot="8678282">
            <a:off x="1420977" y="4678346"/>
            <a:ext cx="888103" cy="20804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flipH="1" rot="117">
            <a:off x="8285430" y="187427"/>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 name="Google Shape;841;p33"/>
          <p:cNvGrpSpPr/>
          <p:nvPr/>
        </p:nvGrpSpPr>
        <p:grpSpPr>
          <a:xfrm rot="-4499988">
            <a:off x="179832" y="923857"/>
            <a:ext cx="290790" cy="263412"/>
            <a:chOff x="1640475" y="1197075"/>
            <a:chExt cx="55475" cy="50250"/>
          </a:xfrm>
        </p:grpSpPr>
        <p:sp>
          <p:nvSpPr>
            <p:cNvPr id="842" name="Google Shape;842;p3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 name="Google Shape;845;p33"/>
          <p:cNvSpPr/>
          <p:nvPr/>
        </p:nvSpPr>
        <p:spPr>
          <a:xfrm>
            <a:off x="2052118" y="235569"/>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rot="368157">
            <a:off x="8580874" y="4415057"/>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TITLE_AND_TWO_COLUMNS_1">
    <p:spTree>
      <p:nvGrpSpPr>
        <p:cNvPr id="847" name="Shape 847"/>
        <p:cNvGrpSpPr/>
        <p:nvPr/>
      </p:nvGrpSpPr>
      <p:grpSpPr>
        <a:xfrm>
          <a:off x="0" y="0"/>
          <a:ext cx="0" cy="0"/>
          <a:chOff x="0" y="0"/>
          <a:chExt cx="0" cy="0"/>
        </a:xfrm>
      </p:grpSpPr>
      <p:sp>
        <p:nvSpPr>
          <p:cNvPr id="848" name="Google Shape;848;p34"/>
          <p:cNvSpPr/>
          <p:nvPr/>
        </p:nvSpPr>
        <p:spPr>
          <a:xfrm rot="10800000">
            <a:off x="5446235" y="-106113"/>
            <a:ext cx="3782139" cy="1779867"/>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rot="10800000">
            <a:off x="6095615" y="3584390"/>
            <a:ext cx="3260760" cy="1799884"/>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rot="10800000">
            <a:off x="-390198" y="3241570"/>
            <a:ext cx="2066292" cy="2072329"/>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4"/>
          <p:cNvSpPr/>
          <p:nvPr/>
        </p:nvSpPr>
        <p:spPr>
          <a:xfrm rot="10800000">
            <a:off x="-258336" y="-384598"/>
            <a:ext cx="3872371" cy="1368261"/>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4"/>
          <p:cNvSpPr txBox="1"/>
          <p:nvPr>
            <p:ph type="title"/>
          </p:nvPr>
        </p:nvSpPr>
        <p:spPr>
          <a:xfrm>
            <a:off x="2820300" y="759404"/>
            <a:ext cx="35037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853" name="Google Shape;853;p34"/>
          <p:cNvSpPr txBox="1"/>
          <p:nvPr>
            <p:ph idx="2" type="title"/>
          </p:nvPr>
        </p:nvSpPr>
        <p:spPr>
          <a:xfrm>
            <a:off x="1611274" y="1803075"/>
            <a:ext cx="21888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None/>
              <a:defRPr sz="1800">
                <a:solidFill>
                  <a:schemeClr val="dk1"/>
                </a:solidFill>
              </a:defRPr>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54" name="Google Shape;854;p34"/>
          <p:cNvSpPr txBox="1"/>
          <p:nvPr>
            <p:ph idx="1" type="subTitle"/>
          </p:nvPr>
        </p:nvSpPr>
        <p:spPr>
          <a:xfrm>
            <a:off x="1272075" y="2274175"/>
            <a:ext cx="2867100" cy="7098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55" name="Google Shape;855;p34"/>
          <p:cNvSpPr txBox="1"/>
          <p:nvPr>
            <p:ph idx="3" type="title"/>
          </p:nvPr>
        </p:nvSpPr>
        <p:spPr>
          <a:xfrm>
            <a:off x="5345648" y="1803075"/>
            <a:ext cx="21855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None/>
              <a:defRPr sz="1800">
                <a:solidFill>
                  <a:schemeClr val="dk1"/>
                </a:solidFill>
              </a:defRPr>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56" name="Google Shape;856;p34"/>
          <p:cNvSpPr txBox="1"/>
          <p:nvPr>
            <p:ph idx="4" type="subTitle"/>
          </p:nvPr>
        </p:nvSpPr>
        <p:spPr>
          <a:xfrm>
            <a:off x="5004852" y="2274175"/>
            <a:ext cx="2867100" cy="7098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57" name="Google Shape;857;p34"/>
          <p:cNvSpPr txBox="1"/>
          <p:nvPr>
            <p:ph idx="5" type="title"/>
          </p:nvPr>
        </p:nvSpPr>
        <p:spPr>
          <a:xfrm>
            <a:off x="1611274" y="3247725"/>
            <a:ext cx="21888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None/>
              <a:defRPr sz="1800">
                <a:solidFill>
                  <a:schemeClr val="dk1"/>
                </a:solidFill>
              </a:defRPr>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58" name="Google Shape;858;p34"/>
          <p:cNvSpPr txBox="1"/>
          <p:nvPr>
            <p:ph idx="6" type="subTitle"/>
          </p:nvPr>
        </p:nvSpPr>
        <p:spPr>
          <a:xfrm>
            <a:off x="1272069" y="3714976"/>
            <a:ext cx="2867100" cy="7131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59" name="Google Shape;859;p34"/>
          <p:cNvSpPr txBox="1"/>
          <p:nvPr>
            <p:ph idx="7" type="title"/>
          </p:nvPr>
        </p:nvSpPr>
        <p:spPr>
          <a:xfrm>
            <a:off x="5345648" y="3247725"/>
            <a:ext cx="21855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None/>
              <a:defRPr sz="1800">
                <a:solidFill>
                  <a:schemeClr val="dk1"/>
                </a:solidFill>
              </a:defRPr>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60" name="Google Shape;860;p34"/>
          <p:cNvSpPr txBox="1"/>
          <p:nvPr>
            <p:ph idx="8" type="subTitle"/>
          </p:nvPr>
        </p:nvSpPr>
        <p:spPr>
          <a:xfrm>
            <a:off x="5004848" y="3714976"/>
            <a:ext cx="2867100" cy="7131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grpSp>
        <p:nvGrpSpPr>
          <p:cNvPr id="861" name="Google Shape;861;p34"/>
          <p:cNvGrpSpPr/>
          <p:nvPr/>
        </p:nvGrpSpPr>
        <p:grpSpPr>
          <a:xfrm rot="9300375">
            <a:off x="1127031" y="4402137"/>
            <a:ext cx="226551" cy="205211"/>
            <a:chOff x="1640475" y="1197075"/>
            <a:chExt cx="55475" cy="50250"/>
          </a:xfrm>
        </p:grpSpPr>
        <p:sp>
          <p:nvSpPr>
            <p:cNvPr id="862" name="Google Shape;862;p3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 name="Google Shape;865;p34"/>
          <p:cNvSpPr/>
          <p:nvPr/>
        </p:nvSpPr>
        <p:spPr>
          <a:xfrm flipH="1" rot="-510326">
            <a:off x="375317" y="272405"/>
            <a:ext cx="574893" cy="13467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flipH="1" rot="-9899901">
            <a:off x="4951535" y="4570194"/>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34"/>
          <p:cNvGrpSpPr/>
          <p:nvPr/>
        </p:nvGrpSpPr>
        <p:grpSpPr>
          <a:xfrm rot="2217042">
            <a:off x="7251693" y="4647997"/>
            <a:ext cx="365864" cy="331431"/>
            <a:chOff x="1640475" y="1197075"/>
            <a:chExt cx="55475" cy="50250"/>
          </a:xfrm>
        </p:grpSpPr>
        <p:sp>
          <p:nvSpPr>
            <p:cNvPr id="868" name="Google Shape;868;p3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34"/>
          <p:cNvGrpSpPr/>
          <p:nvPr/>
        </p:nvGrpSpPr>
        <p:grpSpPr>
          <a:xfrm rot="-7117196">
            <a:off x="7733082" y="352399"/>
            <a:ext cx="324154" cy="293632"/>
            <a:chOff x="1640475" y="1197075"/>
            <a:chExt cx="55475" cy="50250"/>
          </a:xfrm>
        </p:grpSpPr>
        <p:sp>
          <p:nvSpPr>
            <p:cNvPr id="872" name="Google Shape;872;p3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34"/>
          <p:cNvGrpSpPr/>
          <p:nvPr/>
        </p:nvGrpSpPr>
        <p:grpSpPr>
          <a:xfrm rot="-7256213">
            <a:off x="430054" y="976951"/>
            <a:ext cx="225183" cy="266962"/>
            <a:chOff x="1640475" y="1197075"/>
            <a:chExt cx="55475" cy="50250"/>
          </a:xfrm>
        </p:grpSpPr>
        <p:sp>
          <p:nvSpPr>
            <p:cNvPr id="876" name="Google Shape;876;p3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 name="Google Shape;879;p34"/>
          <p:cNvSpPr/>
          <p:nvPr/>
        </p:nvSpPr>
        <p:spPr>
          <a:xfrm rot="-5211900">
            <a:off x="-17670" y="2640499"/>
            <a:ext cx="988852" cy="900801"/>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TITLE_ONLY_1_1">
    <p:spTree>
      <p:nvGrpSpPr>
        <p:cNvPr id="880" name="Shape 880"/>
        <p:cNvGrpSpPr/>
        <p:nvPr/>
      </p:nvGrpSpPr>
      <p:grpSpPr>
        <a:xfrm>
          <a:off x="0" y="0"/>
          <a:ext cx="0" cy="0"/>
          <a:chOff x="0" y="0"/>
          <a:chExt cx="0" cy="0"/>
        </a:xfrm>
      </p:grpSpPr>
      <p:sp>
        <p:nvSpPr>
          <p:cNvPr id="881" name="Google Shape;881;p35"/>
          <p:cNvSpPr/>
          <p:nvPr/>
        </p:nvSpPr>
        <p:spPr>
          <a:xfrm rot="10800000">
            <a:off x="-200914" y="-108731"/>
            <a:ext cx="3607613" cy="1169626"/>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rot="10800000">
            <a:off x="7148674" y="4300550"/>
            <a:ext cx="2170805" cy="1065337"/>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rot="10800000">
            <a:off x="-454045" y="3925144"/>
            <a:ext cx="4760920" cy="1605431"/>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rot="10800000">
            <a:off x="7318149" y="-387074"/>
            <a:ext cx="2415526" cy="3446503"/>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txBox="1"/>
          <p:nvPr>
            <p:ph type="title"/>
          </p:nvPr>
        </p:nvSpPr>
        <p:spPr>
          <a:xfrm>
            <a:off x="3360175" y="758950"/>
            <a:ext cx="25290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886" name="Google Shape;886;p35"/>
          <p:cNvSpPr txBox="1"/>
          <p:nvPr>
            <p:ph idx="2" type="title"/>
          </p:nvPr>
        </p:nvSpPr>
        <p:spPr>
          <a:xfrm>
            <a:off x="713225" y="3359950"/>
            <a:ext cx="1871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87" name="Google Shape;887;p35"/>
          <p:cNvSpPr txBox="1"/>
          <p:nvPr>
            <p:ph idx="1" type="subTitle"/>
          </p:nvPr>
        </p:nvSpPr>
        <p:spPr>
          <a:xfrm>
            <a:off x="713225" y="3815000"/>
            <a:ext cx="1871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88" name="Google Shape;888;p35"/>
          <p:cNvSpPr txBox="1"/>
          <p:nvPr>
            <p:ph idx="3" type="title"/>
          </p:nvPr>
        </p:nvSpPr>
        <p:spPr>
          <a:xfrm>
            <a:off x="2665080" y="3359950"/>
            <a:ext cx="1871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89" name="Google Shape;889;p35"/>
          <p:cNvSpPr txBox="1"/>
          <p:nvPr>
            <p:ph idx="4" type="subTitle"/>
          </p:nvPr>
        </p:nvSpPr>
        <p:spPr>
          <a:xfrm>
            <a:off x="2717775" y="3815000"/>
            <a:ext cx="1871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90" name="Google Shape;890;p35"/>
          <p:cNvSpPr txBox="1"/>
          <p:nvPr>
            <p:ph idx="5" type="title"/>
          </p:nvPr>
        </p:nvSpPr>
        <p:spPr>
          <a:xfrm>
            <a:off x="4669609" y="3359950"/>
            <a:ext cx="1871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91" name="Google Shape;891;p35"/>
          <p:cNvSpPr txBox="1"/>
          <p:nvPr>
            <p:ph idx="6" type="subTitle"/>
          </p:nvPr>
        </p:nvSpPr>
        <p:spPr>
          <a:xfrm>
            <a:off x="4669525" y="3815000"/>
            <a:ext cx="1871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892" name="Google Shape;892;p35"/>
          <p:cNvSpPr txBox="1"/>
          <p:nvPr>
            <p:ph idx="7" type="title"/>
          </p:nvPr>
        </p:nvSpPr>
        <p:spPr>
          <a:xfrm>
            <a:off x="6621464" y="3359950"/>
            <a:ext cx="1871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93" name="Google Shape;893;p35"/>
          <p:cNvSpPr txBox="1"/>
          <p:nvPr>
            <p:ph idx="8" type="subTitle"/>
          </p:nvPr>
        </p:nvSpPr>
        <p:spPr>
          <a:xfrm>
            <a:off x="6621424" y="3815000"/>
            <a:ext cx="1871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grpSp>
        <p:nvGrpSpPr>
          <p:cNvPr id="894" name="Google Shape;894;p35"/>
          <p:cNvGrpSpPr/>
          <p:nvPr/>
        </p:nvGrpSpPr>
        <p:grpSpPr>
          <a:xfrm rot="6299945">
            <a:off x="7844283" y="4563485"/>
            <a:ext cx="359746" cy="325869"/>
            <a:chOff x="1640475" y="1197075"/>
            <a:chExt cx="55475" cy="50250"/>
          </a:xfrm>
        </p:grpSpPr>
        <p:sp>
          <p:nvSpPr>
            <p:cNvPr id="895" name="Google Shape;895;p3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 name="Google Shape;898;p35"/>
          <p:cNvSpPr/>
          <p:nvPr/>
        </p:nvSpPr>
        <p:spPr>
          <a:xfrm flipH="1" rot="8615811">
            <a:off x="279838" y="4598042"/>
            <a:ext cx="848090" cy="17165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rot="-9000285">
            <a:off x="6611777" y="234098"/>
            <a:ext cx="970034" cy="22723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35"/>
          <p:cNvGrpSpPr/>
          <p:nvPr/>
        </p:nvGrpSpPr>
        <p:grpSpPr>
          <a:xfrm rot="10799841">
            <a:off x="1663352" y="4510494"/>
            <a:ext cx="239902" cy="217311"/>
            <a:chOff x="1640475" y="1197075"/>
            <a:chExt cx="55475" cy="50250"/>
          </a:xfrm>
        </p:grpSpPr>
        <p:sp>
          <p:nvSpPr>
            <p:cNvPr id="901" name="Google Shape;901;p3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35"/>
          <p:cNvGrpSpPr/>
          <p:nvPr/>
        </p:nvGrpSpPr>
        <p:grpSpPr>
          <a:xfrm rot="-5400235">
            <a:off x="8168825" y="635400"/>
            <a:ext cx="243108" cy="220216"/>
            <a:chOff x="1640475" y="1197075"/>
            <a:chExt cx="55475" cy="50250"/>
          </a:xfrm>
        </p:grpSpPr>
        <p:sp>
          <p:nvSpPr>
            <p:cNvPr id="905" name="Google Shape;905;p3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35"/>
          <p:cNvSpPr/>
          <p:nvPr/>
        </p:nvSpPr>
        <p:spPr>
          <a:xfrm rot="-9900095">
            <a:off x="8401820" y="4056062"/>
            <a:ext cx="424434" cy="627506"/>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5"/>
          <p:cNvSpPr/>
          <p:nvPr/>
        </p:nvSpPr>
        <p:spPr>
          <a:xfrm rot="-3511162">
            <a:off x="1110752" y="269341"/>
            <a:ext cx="738535" cy="540314"/>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35"/>
          <p:cNvGrpSpPr/>
          <p:nvPr/>
        </p:nvGrpSpPr>
        <p:grpSpPr>
          <a:xfrm rot="-10374925">
            <a:off x="382077" y="488210"/>
            <a:ext cx="359745" cy="325867"/>
            <a:chOff x="1640475" y="1197075"/>
            <a:chExt cx="55475" cy="50250"/>
          </a:xfrm>
        </p:grpSpPr>
        <p:sp>
          <p:nvSpPr>
            <p:cNvPr id="911" name="Google Shape;911;p3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TITLE_ONLY_1_1_2_2_1_1">
    <p:spTree>
      <p:nvGrpSpPr>
        <p:cNvPr id="914" name="Shape 914"/>
        <p:cNvGrpSpPr/>
        <p:nvPr/>
      </p:nvGrpSpPr>
      <p:grpSpPr>
        <a:xfrm>
          <a:off x="0" y="0"/>
          <a:ext cx="0" cy="0"/>
          <a:chOff x="0" y="0"/>
          <a:chExt cx="0" cy="0"/>
        </a:xfrm>
      </p:grpSpPr>
      <p:sp>
        <p:nvSpPr>
          <p:cNvPr id="915" name="Google Shape;915;p36"/>
          <p:cNvSpPr txBox="1"/>
          <p:nvPr>
            <p:ph type="title"/>
          </p:nvPr>
        </p:nvSpPr>
        <p:spPr>
          <a:xfrm>
            <a:off x="3307500" y="758950"/>
            <a:ext cx="25290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916" name="Google Shape;916;p36"/>
          <p:cNvSpPr txBox="1"/>
          <p:nvPr>
            <p:ph idx="1" type="subTitle"/>
          </p:nvPr>
        </p:nvSpPr>
        <p:spPr>
          <a:xfrm>
            <a:off x="2277850" y="2624412"/>
            <a:ext cx="18969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8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17" name="Google Shape;917;p36"/>
          <p:cNvSpPr txBox="1"/>
          <p:nvPr>
            <p:ph idx="2" type="subTitle"/>
          </p:nvPr>
        </p:nvSpPr>
        <p:spPr>
          <a:xfrm>
            <a:off x="4933967" y="2624412"/>
            <a:ext cx="18969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SemiBold"/>
              <a:buNone/>
              <a:defRPr sz="18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18" name="Google Shape;918;p36"/>
          <p:cNvSpPr txBox="1"/>
          <p:nvPr>
            <p:ph idx="3" type="subTitle"/>
          </p:nvPr>
        </p:nvSpPr>
        <p:spPr>
          <a:xfrm>
            <a:off x="4956700" y="3523112"/>
            <a:ext cx="18969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SemiBold"/>
              <a:buNone/>
              <a:defRPr sz="18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19" name="Google Shape;919;p36"/>
          <p:cNvSpPr txBox="1"/>
          <p:nvPr>
            <p:ph idx="4" type="subTitle"/>
          </p:nvPr>
        </p:nvSpPr>
        <p:spPr>
          <a:xfrm>
            <a:off x="2310363" y="3527587"/>
            <a:ext cx="18969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SemiBold"/>
              <a:buNone/>
              <a:defRPr sz="18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20" name="Google Shape;920;p36"/>
          <p:cNvSpPr txBox="1"/>
          <p:nvPr>
            <p:ph idx="5" type="subTitle"/>
          </p:nvPr>
        </p:nvSpPr>
        <p:spPr>
          <a:xfrm>
            <a:off x="3384385" y="1719072"/>
            <a:ext cx="2366400" cy="4482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8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21" name="Google Shape;921;p36"/>
          <p:cNvSpPr/>
          <p:nvPr/>
        </p:nvSpPr>
        <p:spPr>
          <a:xfrm flipH="1">
            <a:off x="-200914" y="4082606"/>
            <a:ext cx="3607613" cy="1169626"/>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dk2">
              <a:alpha val="40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flipH="1">
            <a:off x="6989554" y="-222374"/>
            <a:ext cx="2304920" cy="1169617"/>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flipH="1">
            <a:off x="-761582" y="-550501"/>
            <a:ext cx="5842832" cy="1970244"/>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rot="-5400000">
            <a:off x="6969937" y="2674579"/>
            <a:ext cx="2232185" cy="3184906"/>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 name="Google Shape;925;p36"/>
          <p:cNvGrpSpPr/>
          <p:nvPr/>
        </p:nvGrpSpPr>
        <p:grpSpPr>
          <a:xfrm flipH="1" rot="4500055">
            <a:off x="7844283" y="254147"/>
            <a:ext cx="359746" cy="325869"/>
            <a:chOff x="1640475" y="1197075"/>
            <a:chExt cx="55475" cy="50250"/>
          </a:xfrm>
        </p:grpSpPr>
        <p:sp>
          <p:nvSpPr>
            <p:cNvPr id="926" name="Google Shape;926;p3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36"/>
          <p:cNvSpPr/>
          <p:nvPr/>
        </p:nvSpPr>
        <p:spPr>
          <a:xfrm rot="2184189">
            <a:off x="279838" y="373805"/>
            <a:ext cx="848090" cy="17165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flipH="1" rot="-1799715">
            <a:off x="482902" y="3875018"/>
            <a:ext cx="970034" cy="22723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 name="Google Shape;931;p36"/>
          <p:cNvGrpSpPr/>
          <p:nvPr/>
        </p:nvGrpSpPr>
        <p:grpSpPr>
          <a:xfrm flipH="1" rot="159">
            <a:off x="908765" y="1401421"/>
            <a:ext cx="239902" cy="217311"/>
            <a:chOff x="1640475" y="1197075"/>
            <a:chExt cx="55475" cy="50250"/>
          </a:xfrm>
        </p:grpSpPr>
        <p:sp>
          <p:nvSpPr>
            <p:cNvPr id="932" name="Google Shape;932;p3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 name="Google Shape;935;p36"/>
          <p:cNvSpPr/>
          <p:nvPr/>
        </p:nvSpPr>
        <p:spPr>
          <a:xfrm flipH="1" rot="-899905">
            <a:off x="8401820" y="459933"/>
            <a:ext cx="424434" cy="627506"/>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flipH="1" rot="-7288838">
            <a:off x="1110752" y="4333846"/>
            <a:ext cx="738535" cy="540314"/>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36"/>
          <p:cNvGrpSpPr/>
          <p:nvPr/>
        </p:nvGrpSpPr>
        <p:grpSpPr>
          <a:xfrm flipH="1" rot="-425075">
            <a:off x="7748027" y="3735612"/>
            <a:ext cx="359745" cy="325867"/>
            <a:chOff x="1640475" y="1197075"/>
            <a:chExt cx="55475" cy="50250"/>
          </a:xfrm>
        </p:grpSpPr>
        <p:sp>
          <p:nvSpPr>
            <p:cNvPr id="938" name="Google Shape;938;p3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
  <p:cSld name="TITLE_ONLY_1_1_1">
    <p:spTree>
      <p:nvGrpSpPr>
        <p:cNvPr id="941" name="Shape 941"/>
        <p:cNvGrpSpPr/>
        <p:nvPr/>
      </p:nvGrpSpPr>
      <p:grpSpPr>
        <a:xfrm>
          <a:off x="0" y="0"/>
          <a:ext cx="0" cy="0"/>
          <a:chOff x="0" y="0"/>
          <a:chExt cx="0" cy="0"/>
        </a:xfrm>
      </p:grpSpPr>
      <p:sp>
        <p:nvSpPr>
          <p:cNvPr id="942" name="Google Shape;942;p37"/>
          <p:cNvSpPr txBox="1"/>
          <p:nvPr>
            <p:ph type="title"/>
          </p:nvPr>
        </p:nvSpPr>
        <p:spPr>
          <a:xfrm>
            <a:off x="3307500" y="758950"/>
            <a:ext cx="2529000" cy="481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943" name="Google Shape;943;p37"/>
          <p:cNvSpPr txBox="1"/>
          <p:nvPr>
            <p:ph idx="2" type="title"/>
          </p:nvPr>
        </p:nvSpPr>
        <p:spPr>
          <a:xfrm>
            <a:off x="717839" y="1967473"/>
            <a:ext cx="2218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44" name="Google Shape;944;p37"/>
          <p:cNvSpPr txBox="1"/>
          <p:nvPr>
            <p:ph idx="1" type="subTitle"/>
          </p:nvPr>
        </p:nvSpPr>
        <p:spPr>
          <a:xfrm>
            <a:off x="717839" y="2623513"/>
            <a:ext cx="22185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45" name="Google Shape;945;p37"/>
          <p:cNvSpPr txBox="1"/>
          <p:nvPr>
            <p:ph idx="3" type="title"/>
          </p:nvPr>
        </p:nvSpPr>
        <p:spPr>
          <a:xfrm>
            <a:off x="3462813" y="1967473"/>
            <a:ext cx="2218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46" name="Google Shape;946;p37"/>
          <p:cNvSpPr txBox="1"/>
          <p:nvPr>
            <p:ph idx="4" type="subTitle"/>
          </p:nvPr>
        </p:nvSpPr>
        <p:spPr>
          <a:xfrm>
            <a:off x="3462813" y="2623513"/>
            <a:ext cx="22185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47" name="Google Shape;947;p37"/>
          <p:cNvSpPr txBox="1"/>
          <p:nvPr>
            <p:ph idx="5" type="title"/>
          </p:nvPr>
        </p:nvSpPr>
        <p:spPr>
          <a:xfrm>
            <a:off x="6207787" y="1967473"/>
            <a:ext cx="2218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48" name="Google Shape;948;p37"/>
          <p:cNvSpPr txBox="1"/>
          <p:nvPr>
            <p:ph idx="6" type="subTitle"/>
          </p:nvPr>
        </p:nvSpPr>
        <p:spPr>
          <a:xfrm>
            <a:off x="6207787" y="2623513"/>
            <a:ext cx="22185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49" name="Google Shape;949;p37"/>
          <p:cNvSpPr txBox="1"/>
          <p:nvPr>
            <p:ph idx="7" type="title"/>
          </p:nvPr>
        </p:nvSpPr>
        <p:spPr>
          <a:xfrm>
            <a:off x="2092124" y="3466598"/>
            <a:ext cx="2218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0" name="Google Shape;950;p37"/>
          <p:cNvSpPr txBox="1"/>
          <p:nvPr>
            <p:ph idx="8" type="subTitle"/>
          </p:nvPr>
        </p:nvSpPr>
        <p:spPr>
          <a:xfrm>
            <a:off x="2092124" y="4118667"/>
            <a:ext cx="22185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51" name="Google Shape;951;p37"/>
          <p:cNvSpPr txBox="1"/>
          <p:nvPr>
            <p:ph idx="9" type="title"/>
          </p:nvPr>
        </p:nvSpPr>
        <p:spPr>
          <a:xfrm>
            <a:off x="4833357" y="3466598"/>
            <a:ext cx="2218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2" name="Google Shape;952;p37"/>
          <p:cNvSpPr txBox="1"/>
          <p:nvPr>
            <p:ph idx="13" type="subTitle"/>
          </p:nvPr>
        </p:nvSpPr>
        <p:spPr>
          <a:xfrm>
            <a:off x="4833357" y="4118667"/>
            <a:ext cx="22185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53" name="Google Shape;953;p37"/>
          <p:cNvSpPr/>
          <p:nvPr/>
        </p:nvSpPr>
        <p:spPr>
          <a:xfrm flipH="1" rot="-814670">
            <a:off x="5516115" y="-1653443"/>
            <a:ext cx="3612166" cy="2881720"/>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7"/>
          <p:cNvSpPr/>
          <p:nvPr/>
        </p:nvSpPr>
        <p:spPr>
          <a:xfrm>
            <a:off x="-991962" y="2798485"/>
            <a:ext cx="2665937" cy="2778151"/>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7170710" y="4092608"/>
            <a:ext cx="3021471" cy="1245429"/>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accen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1059879" y="-301985"/>
            <a:ext cx="4180419" cy="1127189"/>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1945325" y="2229298"/>
            <a:ext cx="12575" cy="4050"/>
          </a:xfrm>
          <a:custGeom>
            <a:rect b="b" l="l" r="r" t="t"/>
            <a:pathLst>
              <a:path extrusionOk="0" h="162" w="503">
                <a:moveTo>
                  <a:pt x="61" y="0"/>
                </a:moveTo>
                <a:cubicBezTo>
                  <a:pt x="37" y="0"/>
                  <a:pt x="16" y="17"/>
                  <a:pt x="9" y="40"/>
                </a:cubicBezTo>
                <a:cubicBezTo>
                  <a:pt x="1" y="70"/>
                  <a:pt x="18" y="101"/>
                  <a:pt x="47" y="110"/>
                </a:cubicBezTo>
                <a:cubicBezTo>
                  <a:pt x="170" y="145"/>
                  <a:pt x="298" y="162"/>
                  <a:pt x="429" y="162"/>
                </a:cubicBezTo>
                <a:lnTo>
                  <a:pt x="447" y="162"/>
                </a:lnTo>
                <a:cubicBezTo>
                  <a:pt x="478" y="162"/>
                  <a:pt x="503" y="136"/>
                  <a:pt x="502" y="105"/>
                </a:cubicBezTo>
                <a:cubicBezTo>
                  <a:pt x="502" y="78"/>
                  <a:pt x="483" y="50"/>
                  <a:pt x="454" y="50"/>
                </a:cubicBezTo>
                <a:cubicBezTo>
                  <a:pt x="451" y="50"/>
                  <a:pt x="449" y="50"/>
                  <a:pt x="446" y="51"/>
                </a:cubicBezTo>
                <a:cubicBezTo>
                  <a:pt x="442" y="51"/>
                  <a:pt x="438" y="51"/>
                  <a:pt x="435" y="51"/>
                </a:cubicBezTo>
                <a:cubicBezTo>
                  <a:pt x="312" y="51"/>
                  <a:pt x="192" y="35"/>
                  <a:pt x="78" y="3"/>
                </a:cubicBezTo>
                <a:cubicBezTo>
                  <a:pt x="72" y="1"/>
                  <a:pt x="67"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2178925" y="1689425"/>
            <a:ext cx="10925" cy="8600"/>
          </a:xfrm>
          <a:custGeom>
            <a:rect b="b" l="l" r="r" t="t"/>
            <a:pathLst>
              <a:path extrusionOk="0" h="344" w="437">
                <a:moveTo>
                  <a:pt x="63" y="0"/>
                </a:moveTo>
                <a:cubicBezTo>
                  <a:pt x="45" y="0"/>
                  <a:pt x="28" y="9"/>
                  <a:pt x="17" y="25"/>
                </a:cubicBezTo>
                <a:cubicBezTo>
                  <a:pt x="0" y="49"/>
                  <a:pt x="6" y="85"/>
                  <a:pt x="32" y="102"/>
                </a:cubicBezTo>
                <a:cubicBezTo>
                  <a:pt x="137" y="173"/>
                  <a:pt x="240" y="250"/>
                  <a:pt x="340" y="332"/>
                </a:cubicBezTo>
                <a:cubicBezTo>
                  <a:pt x="350" y="340"/>
                  <a:pt x="362" y="343"/>
                  <a:pt x="375" y="343"/>
                </a:cubicBezTo>
                <a:cubicBezTo>
                  <a:pt x="391" y="343"/>
                  <a:pt x="407" y="337"/>
                  <a:pt x="418" y="323"/>
                </a:cubicBezTo>
                <a:cubicBezTo>
                  <a:pt x="437" y="299"/>
                  <a:pt x="434" y="264"/>
                  <a:pt x="410" y="245"/>
                </a:cubicBezTo>
                <a:cubicBezTo>
                  <a:pt x="308" y="162"/>
                  <a:pt x="202" y="83"/>
                  <a:pt x="94" y="10"/>
                </a:cubicBezTo>
                <a:cubicBezTo>
                  <a:pt x="84" y="4"/>
                  <a:pt x="74"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rot="-906775">
            <a:off x="1981288" y="-38901"/>
            <a:ext cx="605796" cy="1419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 name="Google Shape;960;p37"/>
          <p:cNvGrpSpPr/>
          <p:nvPr/>
        </p:nvGrpSpPr>
        <p:grpSpPr>
          <a:xfrm rot="-5400000">
            <a:off x="1204838" y="3630002"/>
            <a:ext cx="221772" cy="200884"/>
            <a:chOff x="1640475" y="1197075"/>
            <a:chExt cx="55475" cy="50250"/>
          </a:xfrm>
        </p:grpSpPr>
        <p:sp>
          <p:nvSpPr>
            <p:cNvPr id="961" name="Google Shape;961;p3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37"/>
          <p:cNvSpPr/>
          <p:nvPr/>
        </p:nvSpPr>
        <p:spPr>
          <a:xfrm rot="9965797">
            <a:off x="-506318" y="3859694"/>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 name="Google Shape;965;p37"/>
          <p:cNvGrpSpPr/>
          <p:nvPr/>
        </p:nvGrpSpPr>
        <p:grpSpPr>
          <a:xfrm rot="-6145098">
            <a:off x="600862" y="611712"/>
            <a:ext cx="433642" cy="392824"/>
            <a:chOff x="1640475" y="1197075"/>
            <a:chExt cx="55475" cy="50250"/>
          </a:xfrm>
        </p:grpSpPr>
        <p:sp>
          <p:nvSpPr>
            <p:cNvPr id="966" name="Google Shape;966;p3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37"/>
          <p:cNvGrpSpPr/>
          <p:nvPr/>
        </p:nvGrpSpPr>
        <p:grpSpPr>
          <a:xfrm rot="-5400000">
            <a:off x="7689117" y="1059184"/>
            <a:ext cx="244822" cy="221773"/>
            <a:chOff x="1640475" y="1197075"/>
            <a:chExt cx="55475" cy="50250"/>
          </a:xfrm>
        </p:grpSpPr>
        <p:sp>
          <p:nvSpPr>
            <p:cNvPr id="970" name="Google Shape;970;p3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 name="Google Shape;973;p37"/>
          <p:cNvSpPr/>
          <p:nvPr/>
        </p:nvSpPr>
        <p:spPr>
          <a:xfrm rot="-308323">
            <a:off x="8739717" y="3492310"/>
            <a:ext cx="580167" cy="13591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 name="Google Shape;974;p37"/>
          <p:cNvGrpSpPr/>
          <p:nvPr/>
        </p:nvGrpSpPr>
        <p:grpSpPr>
          <a:xfrm rot="-5400000">
            <a:off x="8015649" y="4087110"/>
            <a:ext cx="221772" cy="200884"/>
            <a:chOff x="1640475" y="1197075"/>
            <a:chExt cx="55475" cy="50250"/>
          </a:xfrm>
        </p:grpSpPr>
        <p:sp>
          <p:nvSpPr>
            <p:cNvPr id="975" name="Google Shape;975;p3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37"/>
          <p:cNvSpPr/>
          <p:nvPr/>
        </p:nvSpPr>
        <p:spPr>
          <a:xfrm>
            <a:off x="2745450" y="869432"/>
            <a:ext cx="721675" cy="481582"/>
          </a:xfrm>
          <a:custGeom>
            <a:rect b="b" l="l" r="r" t="t"/>
            <a:pathLst>
              <a:path extrusionOk="0" h="21632" w="32413">
                <a:moveTo>
                  <a:pt x="20115" y="0"/>
                </a:moveTo>
                <a:lnTo>
                  <a:pt x="1524" y="853"/>
                </a:lnTo>
                <a:lnTo>
                  <a:pt x="10262" y="9947"/>
                </a:lnTo>
                <a:lnTo>
                  <a:pt x="5560" y="16290"/>
                </a:lnTo>
                <a:lnTo>
                  <a:pt x="0" y="21632"/>
                </a:lnTo>
                <a:lnTo>
                  <a:pt x="32413" y="21226"/>
                </a:lnTo>
              </a:path>
            </a:pathLst>
          </a:custGeom>
          <a:solidFill>
            <a:schemeClr val="accent2"/>
          </a:solidFill>
          <a:ln cap="flat" cmpd="sng" w="9525">
            <a:solidFill>
              <a:schemeClr val="accent2"/>
            </a:solidFill>
            <a:prstDash val="solid"/>
            <a:round/>
            <a:headEnd len="med" w="med" type="none"/>
            <a:tailEnd len="med" w="med" type="none"/>
          </a:ln>
        </p:spPr>
      </p:sp>
      <p:sp>
        <p:nvSpPr>
          <p:cNvPr id="979" name="Google Shape;979;p37"/>
          <p:cNvSpPr/>
          <p:nvPr/>
        </p:nvSpPr>
        <p:spPr>
          <a:xfrm>
            <a:off x="3226196" y="1224341"/>
            <a:ext cx="256226" cy="108552"/>
          </a:xfrm>
          <a:custGeom>
            <a:rect b="b" l="l" r="r" t="t"/>
            <a:pathLst>
              <a:path extrusionOk="0" h="4876" w="11508">
                <a:moveTo>
                  <a:pt x="0" y="203"/>
                </a:moveTo>
                <a:lnTo>
                  <a:pt x="11508" y="4876"/>
                </a:lnTo>
                <a:lnTo>
                  <a:pt x="11380" y="0"/>
                </a:lnTo>
                <a:close/>
              </a:path>
            </a:pathLst>
          </a:custGeom>
          <a:solidFill>
            <a:schemeClr val="accent1"/>
          </a:solidFill>
          <a:ln>
            <a:noFill/>
          </a:ln>
        </p:spPr>
      </p:sp>
      <p:sp>
        <p:nvSpPr>
          <p:cNvPr id="980" name="Google Shape;980;p37"/>
          <p:cNvSpPr/>
          <p:nvPr/>
        </p:nvSpPr>
        <p:spPr>
          <a:xfrm>
            <a:off x="5780214" y="1217239"/>
            <a:ext cx="211696" cy="133753"/>
          </a:xfrm>
          <a:custGeom>
            <a:rect b="b" l="l" r="r" t="t"/>
            <a:pathLst>
              <a:path extrusionOk="0" h="6008" w="9508">
                <a:moveTo>
                  <a:pt x="9508" y="365"/>
                </a:moveTo>
                <a:lnTo>
                  <a:pt x="0" y="6008"/>
                </a:lnTo>
                <a:lnTo>
                  <a:pt x="267" y="0"/>
                </a:lnTo>
                <a:close/>
              </a:path>
            </a:pathLst>
          </a:custGeom>
          <a:solidFill>
            <a:schemeClr val="accent1"/>
          </a:solidFill>
          <a:ln>
            <a:noFill/>
          </a:ln>
        </p:spPr>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p:cSld name="TITLE_ONLY_1_1_2_2_2">
    <p:spTree>
      <p:nvGrpSpPr>
        <p:cNvPr id="981" name="Shape 981"/>
        <p:cNvGrpSpPr/>
        <p:nvPr/>
      </p:nvGrpSpPr>
      <p:grpSpPr>
        <a:xfrm>
          <a:off x="0" y="0"/>
          <a:ext cx="0" cy="0"/>
          <a:chOff x="0" y="0"/>
          <a:chExt cx="0" cy="0"/>
        </a:xfrm>
      </p:grpSpPr>
      <p:sp>
        <p:nvSpPr>
          <p:cNvPr id="982" name="Google Shape;982;p38"/>
          <p:cNvSpPr txBox="1"/>
          <p:nvPr>
            <p:ph type="title"/>
          </p:nvPr>
        </p:nvSpPr>
        <p:spPr>
          <a:xfrm>
            <a:off x="3307500" y="758952"/>
            <a:ext cx="25290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983" name="Google Shape;983;p38"/>
          <p:cNvSpPr txBox="1"/>
          <p:nvPr>
            <p:ph idx="1" type="subTitle"/>
          </p:nvPr>
        </p:nvSpPr>
        <p:spPr>
          <a:xfrm>
            <a:off x="794525" y="2644700"/>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84" name="Google Shape;984;p38"/>
          <p:cNvSpPr txBox="1"/>
          <p:nvPr>
            <p:ph hasCustomPrompt="1" idx="2" type="title"/>
          </p:nvPr>
        </p:nvSpPr>
        <p:spPr>
          <a:xfrm>
            <a:off x="864125" y="1914197"/>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85" name="Google Shape;985;p38"/>
          <p:cNvSpPr txBox="1"/>
          <p:nvPr>
            <p:ph idx="3" type="subTitle"/>
          </p:nvPr>
        </p:nvSpPr>
        <p:spPr>
          <a:xfrm>
            <a:off x="2813646" y="2644700"/>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86" name="Google Shape;986;p38"/>
          <p:cNvSpPr txBox="1"/>
          <p:nvPr>
            <p:ph hasCustomPrompt="1" idx="4" type="title"/>
          </p:nvPr>
        </p:nvSpPr>
        <p:spPr>
          <a:xfrm>
            <a:off x="2883246" y="1914197"/>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87" name="Google Shape;987;p38"/>
          <p:cNvSpPr txBox="1"/>
          <p:nvPr>
            <p:ph idx="5" type="subTitle"/>
          </p:nvPr>
        </p:nvSpPr>
        <p:spPr>
          <a:xfrm>
            <a:off x="4832750" y="2644700"/>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88" name="Google Shape;988;p38"/>
          <p:cNvSpPr txBox="1"/>
          <p:nvPr>
            <p:ph hasCustomPrompt="1" idx="6" type="title"/>
          </p:nvPr>
        </p:nvSpPr>
        <p:spPr>
          <a:xfrm>
            <a:off x="4902350" y="1914197"/>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89" name="Google Shape;989;p38"/>
          <p:cNvSpPr txBox="1"/>
          <p:nvPr>
            <p:ph idx="7" type="subTitle"/>
          </p:nvPr>
        </p:nvSpPr>
        <p:spPr>
          <a:xfrm>
            <a:off x="6851846" y="2644700"/>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90" name="Google Shape;990;p38"/>
          <p:cNvSpPr txBox="1"/>
          <p:nvPr>
            <p:ph hasCustomPrompt="1" idx="8" type="title"/>
          </p:nvPr>
        </p:nvSpPr>
        <p:spPr>
          <a:xfrm>
            <a:off x="6921446" y="1914197"/>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1" name="Google Shape;991;p38"/>
          <p:cNvSpPr txBox="1"/>
          <p:nvPr>
            <p:ph idx="9" type="subTitle"/>
          </p:nvPr>
        </p:nvSpPr>
        <p:spPr>
          <a:xfrm>
            <a:off x="794525" y="41579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92" name="Google Shape;992;p38"/>
          <p:cNvSpPr txBox="1"/>
          <p:nvPr>
            <p:ph hasCustomPrompt="1" idx="13" type="title"/>
          </p:nvPr>
        </p:nvSpPr>
        <p:spPr>
          <a:xfrm>
            <a:off x="927275" y="3411265"/>
            <a:ext cx="12321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3" name="Google Shape;993;p38"/>
          <p:cNvSpPr txBox="1"/>
          <p:nvPr>
            <p:ph idx="14" type="subTitle"/>
          </p:nvPr>
        </p:nvSpPr>
        <p:spPr>
          <a:xfrm>
            <a:off x="2813646" y="41579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94" name="Google Shape;994;p38"/>
          <p:cNvSpPr txBox="1"/>
          <p:nvPr>
            <p:ph hasCustomPrompt="1" idx="15" type="title"/>
          </p:nvPr>
        </p:nvSpPr>
        <p:spPr>
          <a:xfrm>
            <a:off x="2883246" y="3411265"/>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5" name="Google Shape;995;p38"/>
          <p:cNvSpPr txBox="1"/>
          <p:nvPr>
            <p:ph idx="16" type="subTitle"/>
          </p:nvPr>
        </p:nvSpPr>
        <p:spPr>
          <a:xfrm>
            <a:off x="4832750" y="41579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96" name="Google Shape;996;p38"/>
          <p:cNvSpPr txBox="1"/>
          <p:nvPr>
            <p:ph hasCustomPrompt="1" idx="17" type="title"/>
          </p:nvPr>
        </p:nvSpPr>
        <p:spPr>
          <a:xfrm>
            <a:off x="4902350" y="3411265"/>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7" name="Google Shape;997;p38"/>
          <p:cNvSpPr txBox="1"/>
          <p:nvPr>
            <p:ph idx="18" type="subTitle"/>
          </p:nvPr>
        </p:nvSpPr>
        <p:spPr>
          <a:xfrm>
            <a:off x="6851846" y="41579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998" name="Google Shape;998;p38"/>
          <p:cNvSpPr txBox="1"/>
          <p:nvPr>
            <p:ph hasCustomPrompt="1" idx="19" type="title"/>
          </p:nvPr>
        </p:nvSpPr>
        <p:spPr>
          <a:xfrm>
            <a:off x="6921446" y="3411265"/>
            <a:ext cx="13584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9" name="Google Shape;999;p38"/>
          <p:cNvSpPr/>
          <p:nvPr/>
        </p:nvSpPr>
        <p:spPr>
          <a:xfrm rot="10800000">
            <a:off x="-381578" y="4046440"/>
            <a:ext cx="2673716" cy="1310885"/>
          </a:xfrm>
          <a:custGeom>
            <a:rect b="b" l="l" r="r" t="t"/>
            <a:pathLst>
              <a:path extrusionOk="0" h="8220" w="16766">
                <a:moveTo>
                  <a:pt x="16619" y="0"/>
                </a:moveTo>
                <a:lnTo>
                  <a:pt x="1" y="306"/>
                </a:lnTo>
                <a:cubicBezTo>
                  <a:pt x="61" y="421"/>
                  <a:pt x="130" y="530"/>
                  <a:pt x="209" y="629"/>
                </a:cubicBezTo>
                <a:cubicBezTo>
                  <a:pt x="561" y="1077"/>
                  <a:pt x="1090" y="1341"/>
                  <a:pt x="1620" y="1341"/>
                </a:cubicBezTo>
                <a:cubicBezTo>
                  <a:pt x="1653" y="1341"/>
                  <a:pt x="1687" y="1340"/>
                  <a:pt x="1720" y="1338"/>
                </a:cubicBezTo>
                <a:cubicBezTo>
                  <a:pt x="2137" y="1311"/>
                  <a:pt x="2547" y="1128"/>
                  <a:pt x="2959" y="1128"/>
                </a:cubicBezTo>
                <a:cubicBezTo>
                  <a:pt x="3033" y="1128"/>
                  <a:pt x="3106" y="1133"/>
                  <a:pt x="3180" y="1147"/>
                </a:cubicBezTo>
                <a:cubicBezTo>
                  <a:pt x="3277" y="1165"/>
                  <a:pt x="3367" y="1194"/>
                  <a:pt x="3455" y="1233"/>
                </a:cubicBezTo>
                <a:cubicBezTo>
                  <a:pt x="3474" y="1242"/>
                  <a:pt x="3493" y="1250"/>
                  <a:pt x="3511" y="1261"/>
                </a:cubicBezTo>
                <a:lnTo>
                  <a:pt x="3512" y="1261"/>
                </a:lnTo>
                <a:cubicBezTo>
                  <a:pt x="4178" y="1599"/>
                  <a:pt x="4587" y="2502"/>
                  <a:pt x="5216" y="2997"/>
                </a:cubicBezTo>
                <a:cubicBezTo>
                  <a:pt x="5642" y="3331"/>
                  <a:pt x="6137" y="3458"/>
                  <a:pt x="6653" y="3458"/>
                </a:cubicBezTo>
                <a:cubicBezTo>
                  <a:pt x="7281" y="3458"/>
                  <a:pt x="7939" y="3268"/>
                  <a:pt x="8534" y="3032"/>
                </a:cubicBezTo>
                <a:cubicBezTo>
                  <a:pt x="9061" y="2823"/>
                  <a:pt x="9606" y="2582"/>
                  <a:pt x="10155" y="2582"/>
                </a:cubicBezTo>
                <a:cubicBezTo>
                  <a:pt x="10271" y="2582"/>
                  <a:pt x="10386" y="2593"/>
                  <a:pt x="10502" y="2617"/>
                </a:cubicBezTo>
                <a:cubicBezTo>
                  <a:pt x="11491" y="2819"/>
                  <a:pt x="12129" y="3901"/>
                  <a:pt x="12548" y="4929"/>
                </a:cubicBezTo>
                <a:cubicBezTo>
                  <a:pt x="12966" y="5958"/>
                  <a:pt x="13334" y="7102"/>
                  <a:pt x="14165" y="7742"/>
                </a:cubicBezTo>
                <a:cubicBezTo>
                  <a:pt x="14587" y="8068"/>
                  <a:pt x="15094" y="8220"/>
                  <a:pt x="15606" y="8220"/>
                </a:cubicBezTo>
                <a:cubicBezTo>
                  <a:pt x="16002" y="8220"/>
                  <a:pt x="16401" y="8129"/>
                  <a:pt x="16766" y="7956"/>
                </a:cubicBezTo>
                <a:lnTo>
                  <a:pt x="16619"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rot="5400000">
            <a:off x="7309422" y="-859138"/>
            <a:ext cx="1379166" cy="2682086"/>
          </a:xfrm>
          <a:custGeom>
            <a:rect b="b" l="l" r="r" t="t"/>
            <a:pathLst>
              <a:path extrusionOk="0" h="24182" w="12435">
                <a:moveTo>
                  <a:pt x="7995" y="0"/>
                </a:moveTo>
                <a:cubicBezTo>
                  <a:pt x="6753" y="0"/>
                  <a:pt x="5507" y="123"/>
                  <a:pt x="4282" y="305"/>
                </a:cubicBezTo>
                <a:cubicBezTo>
                  <a:pt x="3647" y="400"/>
                  <a:pt x="3014" y="509"/>
                  <a:pt x="2384" y="629"/>
                </a:cubicBezTo>
                <a:cubicBezTo>
                  <a:pt x="1767" y="745"/>
                  <a:pt x="1135" y="843"/>
                  <a:pt x="528" y="997"/>
                </a:cubicBezTo>
                <a:cubicBezTo>
                  <a:pt x="284" y="1059"/>
                  <a:pt x="86" y="1199"/>
                  <a:pt x="44" y="1438"/>
                </a:cubicBezTo>
                <a:cubicBezTo>
                  <a:pt x="1" y="1675"/>
                  <a:pt x="98" y="1906"/>
                  <a:pt x="177" y="2128"/>
                </a:cubicBezTo>
                <a:cubicBezTo>
                  <a:pt x="371" y="2674"/>
                  <a:pt x="529" y="3231"/>
                  <a:pt x="657" y="3795"/>
                </a:cubicBezTo>
                <a:cubicBezTo>
                  <a:pt x="1173" y="6076"/>
                  <a:pt x="1176" y="8421"/>
                  <a:pt x="1157" y="10740"/>
                </a:cubicBezTo>
                <a:cubicBezTo>
                  <a:pt x="1137" y="13166"/>
                  <a:pt x="1119" y="15594"/>
                  <a:pt x="956" y="18015"/>
                </a:cubicBezTo>
                <a:cubicBezTo>
                  <a:pt x="873" y="19227"/>
                  <a:pt x="754" y="20438"/>
                  <a:pt x="578" y="21641"/>
                </a:cubicBezTo>
                <a:cubicBezTo>
                  <a:pt x="533" y="21947"/>
                  <a:pt x="484" y="22253"/>
                  <a:pt x="431" y="22559"/>
                </a:cubicBezTo>
                <a:cubicBezTo>
                  <a:pt x="386" y="22822"/>
                  <a:pt x="322" y="23092"/>
                  <a:pt x="343" y="23359"/>
                </a:cubicBezTo>
                <a:cubicBezTo>
                  <a:pt x="374" y="23781"/>
                  <a:pt x="660" y="24173"/>
                  <a:pt x="1161" y="24181"/>
                </a:cubicBezTo>
                <a:cubicBezTo>
                  <a:pt x="1165" y="24181"/>
                  <a:pt x="1169" y="24181"/>
                  <a:pt x="1173" y="24181"/>
                </a:cubicBezTo>
                <a:cubicBezTo>
                  <a:pt x="1371" y="24181"/>
                  <a:pt x="1540" y="24099"/>
                  <a:pt x="1654" y="23951"/>
                </a:cubicBezTo>
                <a:cubicBezTo>
                  <a:pt x="1675" y="23925"/>
                  <a:pt x="1683" y="23898"/>
                  <a:pt x="1682" y="23874"/>
                </a:cubicBezTo>
                <a:lnTo>
                  <a:pt x="1682" y="23874"/>
                </a:lnTo>
                <a:cubicBezTo>
                  <a:pt x="1847" y="23898"/>
                  <a:pt x="2014" y="23909"/>
                  <a:pt x="2180" y="23909"/>
                </a:cubicBezTo>
                <a:cubicBezTo>
                  <a:pt x="2943" y="23909"/>
                  <a:pt x="3699" y="23667"/>
                  <a:pt x="4311" y="23242"/>
                </a:cubicBezTo>
                <a:cubicBezTo>
                  <a:pt x="4708" y="22966"/>
                  <a:pt x="5045" y="22616"/>
                  <a:pt x="5275" y="22211"/>
                </a:cubicBezTo>
                <a:cubicBezTo>
                  <a:pt x="5529" y="21761"/>
                  <a:pt x="5637" y="21258"/>
                  <a:pt x="5672" y="20756"/>
                </a:cubicBezTo>
                <a:cubicBezTo>
                  <a:pt x="5745" y="19694"/>
                  <a:pt x="5474" y="18600"/>
                  <a:pt x="5753" y="17552"/>
                </a:cubicBezTo>
                <a:cubicBezTo>
                  <a:pt x="5970" y="16734"/>
                  <a:pt x="6573" y="16141"/>
                  <a:pt x="7340" y="15710"/>
                </a:cubicBezTo>
                <a:cubicBezTo>
                  <a:pt x="8075" y="15296"/>
                  <a:pt x="8888" y="15018"/>
                  <a:pt x="9665" y="14682"/>
                </a:cubicBezTo>
                <a:cubicBezTo>
                  <a:pt x="10395" y="14367"/>
                  <a:pt x="11138" y="13992"/>
                  <a:pt x="11650" y="13407"/>
                </a:cubicBezTo>
                <a:cubicBezTo>
                  <a:pt x="12358" y="12597"/>
                  <a:pt x="12435" y="11553"/>
                  <a:pt x="12147" y="10578"/>
                </a:cubicBezTo>
                <a:cubicBezTo>
                  <a:pt x="11808" y="9430"/>
                  <a:pt x="11016" y="8461"/>
                  <a:pt x="10472" y="7396"/>
                </a:cubicBezTo>
                <a:cubicBezTo>
                  <a:pt x="9923" y="6314"/>
                  <a:pt x="9632" y="5096"/>
                  <a:pt x="9791" y="3904"/>
                </a:cubicBezTo>
                <a:cubicBezTo>
                  <a:pt x="9926" y="2896"/>
                  <a:pt x="10412" y="1909"/>
                  <a:pt x="11209" y="1194"/>
                </a:cubicBezTo>
                <a:cubicBezTo>
                  <a:pt x="11406" y="1016"/>
                  <a:pt x="11621" y="858"/>
                  <a:pt x="11854" y="718"/>
                </a:cubicBezTo>
                <a:cubicBezTo>
                  <a:pt x="11960" y="654"/>
                  <a:pt x="11944" y="503"/>
                  <a:pt x="11818" y="468"/>
                </a:cubicBezTo>
                <a:cubicBezTo>
                  <a:pt x="10568" y="132"/>
                  <a:pt x="9284" y="0"/>
                  <a:pt x="799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8349439" y="2697046"/>
            <a:ext cx="1497587" cy="2729305"/>
          </a:xfrm>
          <a:custGeom>
            <a:rect b="b" l="l" r="r" t="t"/>
            <a:pathLst>
              <a:path extrusionOk="0" h="26119" w="14332">
                <a:moveTo>
                  <a:pt x="12104" y="0"/>
                </a:moveTo>
                <a:cubicBezTo>
                  <a:pt x="11836" y="0"/>
                  <a:pt x="11579" y="100"/>
                  <a:pt x="11338" y="207"/>
                </a:cubicBezTo>
                <a:cubicBezTo>
                  <a:pt x="11049" y="335"/>
                  <a:pt x="10764" y="475"/>
                  <a:pt x="10478" y="610"/>
                </a:cubicBezTo>
                <a:cubicBezTo>
                  <a:pt x="9890" y="885"/>
                  <a:pt x="9294" y="1149"/>
                  <a:pt x="8713" y="1440"/>
                </a:cubicBezTo>
                <a:cubicBezTo>
                  <a:pt x="8495" y="1549"/>
                  <a:pt x="8298" y="1691"/>
                  <a:pt x="8201" y="1922"/>
                </a:cubicBezTo>
                <a:cubicBezTo>
                  <a:pt x="8095" y="2174"/>
                  <a:pt x="8110" y="2467"/>
                  <a:pt x="8106" y="2735"/>
                </a:cubicBezTo>
                <a:cubicBezTo>
                  <a:pt x="8097" y="3377"/>
                  <a:pt x="8121" y="4019"/>
                  <a:pt x="8176" y="4658"/>
                </a:cubicBezTo>
                <a:cubicBezTo>
                  <a:pt x="8228" y="5277"/>
                  <a:pt x="8331" y="5899"/>
                  <a:pt x="8283" y="6521"/>
                </a:cubicBezTo>
                <a:cubicBezTo>
                  <a:pt x="8242" y="7056"/>
                  <a:pt x="8055" y="7556"/>
                  <a:pt x="7761" y="8004"/>
                </a:cubicBezTo>
                <a:cubicBezTo>
                  <a:pt x="7173" y="8897"/>
                  <a:pt x="6276" y="9476"/>
                  <a:pt x="5434" y="10099"/>
                </a:cubicBezTo>
                <a:cubicBezTo>
                  <a:pt x="5008" y="10415"/>
                  <a:pt x="4600" y="10769"/>
                  <a:pt x="4338" y="11238"/>
                </a:cubicBezTo>
                <a:cubicBezTo>
                  <a:pt x="4078" y="11703"/>
                  <a:pt x="3973" y="12231"/>
                  <a:pt x="3932" y="12758"/>
                </a:cubicBezTo>
                <a:cubicBezTo>
                  <a:pt x="3854" y="13776"/>
                  <a:pt x="4023" y="14819"/>
                  <a:pt x="3717" y="15812"/>
                </a:cubicBezTo>
                <a:cubicBezTo>
                  <a:pt x="3574" y="16273"/>
                  <a:pt x="3319" y="16702"/>
                  <a:pt x="2917" y="16981"/>
                </a:cubicBezTo>
                <a:cubicBezTo>
                  <a:pt x="2489" y="17279"/>
                  <a:pt x="1977" y="17419"/>
                  <a:pt x="1536" y="17694"/>
                </a:cubicBezTo>
                <a:cubicBezTo>
                  <a:pt x="639" y="18252"/>
                  <a:pt x="327" y="19323"/>
                  <a:pt x="152" y="20304"/>
                </a:cubicBezTo>
                <a:cubicBezTo>
                  <a:pt x="48" y="20891"/>
                  <a:pt x="1" y="21500"/>
                  <a:pt x="140" y="22087"/>
                </a:cubicBezTo>
                <a:cubicBezTo>
                  <a:pt x="259" y="22589"/>
                  <a:pt x="523" y="23040"/>
                  <a:pt x="855" y="23429"/>
                </a:cubicBezTo>
                <a:cubicBezTo>
                  <a:pt x="1544" y="24236"/>
                  <a:pt x="3187" y="24329"/>
                  <a:pt x="3333" y="25366"/>
                </a:cubicBezTo>
                <a:cubicBezTo>
                  <a:pt x="3413" y="25937"/>
                  <a:pt x="4213" y="26116"/>
                  <a:pt x="4450" y="26116"/>
                </a:cubicBezTo>
                <a:cubicBezTo>
                  <a:pt x="4499" y="26116"/>
                  <a:pt x="4524" y="26108"/>
                  <a:pt x="4512" y="26094"/>
                </a:cubicBezTo>
                <a:lnTo>
                  <a:pt x="4512" y="26094"/>
                </a:lnTo>
                <a:cubicBezTo>
                  <a:pt x="5752" y="26098"/>
                  <a:pt x="6992" y="26103"/>
                  <a:pt x="8231" y="26108"/>
                </a:cubicBezTo>
                <a:cubicBezTo>
                  <a:pt x="8884" y="26110"/>
                  <a:pt x="9536" y="26113"/>
                  <a:pt x="10188" y="26115"/>
                </a:cubicBezTo>
                <a:cubicBezTo>
                  <a:pt x="10509" y="26116"/>
                  <a:pt x="10831" y="26117"/>
                  <a:pt x="11153" y="26118"/>
                </a:cubicBezTo>
                <a:cubicBezTo>
                  <a:pt x="11181" y="26118"/>
                  <a:pt x="11210" y="26118"/>
                  <a:pt x="11238" y="26118"/>
                </a:cubicBezTo>
                <a:cubicBezTo>
                  <a:pt x="11502" y="26118"/>
                  <a:pt x="11768" y="26112"/>
                  <a:pt x="12030" y="26066"/>
                </a:cubicBezTo>
                <a:cubicBezTo>
                  <a:pt x="12510" y="25980"/>
                  <a:pt x="12981" y="25708"/>
                  <a:pt x="13161" y="25232"/>
                </a:cubicBezTo>
                <a:cubicBezTo>
                  <a:pt x="13200" y="25130"/>
                  <a:pt x="13224" y="25017"/>
                  <a:pt x="13222" y="24907"/>
                </a:cubicBezTo>
                <a:cubicBezTo>
                  <a:pt x="13220" y="24778"/>
                  <a:pt x="13107" y="24687"/>
                  <a:pt x="13042" y="24582"/>
                </a:cubicBezTo>
                <a:cubicBezTo>
                  <a:pt x="12914" y="24378"/>
                  <a:pt x="12829" y="24154"/>
                  <a:pt x="12777" y="23918"/>
                </a:cubicBezTo>
                <a:cubicBezTo>
                  <a:pt x="12667" y="23424"/>
                  <a:pt x="12700" y="22903"/>
                  <a:pt x="12760" y="22402"/>
                </a:cubicBezTo>
                <a:cubicBezTo>
                  <a:pt x="12825" y="21856"/>
                  <a:pt x="12928" y="21313"/>
                  <a:pt x="12991" y="20766"/>
                </a:cubicBezTo>
                <a:cubicBezTo>
                  <a:pt x="13138" y="19498"/>
                  <a:pt x="13165" y="18220"/>
                  <a:pt x="13259" y="16947"/>
                </a:cubicBezTo>
                <a:cubicBezTo>
                  <a:pt x="13306" y="16306"/>
                  <a:pt x="13371" y="15667"/>
                  <a:pt x="13476" y="15033"/>
                </a:cubicBezTo>
                <a:cubicBezTo>
                  <a:pt x="13580" y="14418"/>
                  <a:pt x="13717" y="13809"/>
                  <a:pt x="13850" y="13199"/>
                </a:cubicBezTo>
                <a:cubicBezTo>
                  <a:pt x="14117" y="11977"/>
                  <a:pt x="14332" y="10761"/>
                  <a:pt x="14312" y="9506"/>
                </a:cubicBezTo>
                <a:cubicBezTo>
                  <a:pt x="14292" y="8213"/>
                  <a:pt x="14104" y="6931"/>
                  <a:pt x="14032" y="5641"/>
                </a:cubicBezTo>
                <a:cubicBezTo>
                  <a:pt x="13973" y="4552"/>
                  <a:pt x="14026" y="3448"/>
                  <a:pt x="13821" y="2371"/>
                </a:cubicBezTo>
                <a:cubicBezTo>
                  <a:pt x="13723" y="1854"/>
                  <a:pt x="13559" y="1346"/>
                  <a:pt x="13296" y="889"/>
                </a:cubicBezTo>
                <a:cubicBezTo>
                  <a:pt x="13046" y="456"/>
                  <a:pt x="12681" y="18"/>
                  <a:pt x="12141" y="1"/>
                </a:cubicBezTo>
                <a:cubicBezTo>
                  <a:pt x="12128" y="1"/>
                  <a:pt x="12116" y="0"/>
                  <a:pt x="12104"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8"/>
          <p:cNvSpPr/>
          <p:nvPr/>
        </p:nvSpPr>
        <p:spPr>
          <a:xfrm rot="8100000">
            <a:off x="-821724" y="-537528"/>
            <a:ext cx="2590333" cy="1991668"/>
          </a:xfrm>
          <a:custGeom>
            <a:rect b="b" l="l" r="r" t="t"/>
            <a:pathLst>
              <a:path extrusionOk="0" h="12489" w="16243">
                <a:moveTo>
                  <a:pt x="3844" y="0"/>
                </a:moveTo>
                <a:cubicBezTo>
                  <a:pt x="3285" y="0"/>
                  <a:pt x="2723" y="148"/>
                  <a:pt x="2228" y="400"/>
                </a:cubicBezTo>
                <a:cubicBezTo>
                  <a:pt x="1280" y="883"/>
                  <a:pt x="590" y="1767"/>
                  <a:pt x="156" y="2720"/>
                </a:cubicBezTo>
                <a:cubicBezTo>
                  <a:pt x="49" y="2956"/>
                  <a:pt x="1" y="3596"/>
                  <a:pt x="54" y="3596"/>
                </a:cubicBezTo>
                <a:cubicBezTo>
                  <a:pt x="57" y="3596"/>
                  <a:pt x="61" y="3593"/>
                  <a:pt x="66" y="3588"/>
                </a:cubicBezTo>
                <a:cubicBezTo>
                  <a:pt x="269" y="4868"/>
                  <a:pt x="1355" y="5759"/>
                  <a:pt x="2294" y="6557"/>
                </a:cubicBezTo>
                <a:cubicBezTo>
                  <a:pt x="3560" y="7632"/>
                  <a:pt x="4723" y="8824"/>
                  <a:pt x="5756" y="10126"/>
                </a:cubicBezTo>
                <a:cubicBezTo>
                  <a:pt x="6340" y="10862"/>
                  <a:pt x="6881" y="11633"/>
                  <a:pt x="7379" y="12430"/>
                </a:cubicBezTo>
                <a:cubicBezTo>
                  <a:pt x="7403" y="12468"/>
                  <a:pt x="7442" y="12488"/>
                  <a:pt x="7481" y="12488"/>
                </a:cubicBezTo>
                <a:cubicBezTo>
                  <a:pt x="7510" y="12488"/>
                  <a:pt x="7539" y="12478"/>
                  <a:pt x="7563" y="12456"/>
                </a:cubicBezTo>
                <a:cubicBezTo>
                  <a:pt x="9372" y="10767"/>
                  <a:pt x="11182" y="9079"/>
                  <a:pt x="12991" y="7391"/>
                </a:cubicBezTo>
                <a:cubicBezTo>
                  <a:pt x="13444" y="6969"/>
                  <a:pt x="13897" y="6547"/>
                  <a:pt x="14348" y="6125"/>
                </a:cubicBezTo>
                <a:cubicBezTo>
                  <a:pt x="14774" y="5728"/>
                  <a:pt x="15224" y="5346"/>
                  <a:pt x="15621" y="4920"/>
                </a:cubicBezTo>
                <a:cubicBezTo>
                  <a:pt x="15956" y="4561"/>
                  <a:pt x="16230" y="4130"/>
                  <a:pt x="16237" y="3625"/>
                </a:cubicBezTo>
                <a:cubicBezTo>
                  <a:pt x="16243" y="3173"/>
                  <a:pt x="16055" y="2737"/>
                  <a:pt x="15772" y="2393"/>
                </a:cubicBezTo>
                <a:cubicBezTo>
                  <a:pt x="15118" y="1597"/>
                  <a:pt x="13969" y="1326"/>
                  <a:pt x="12990" y="1230"/>
                </a:cubicBezTo>
                <a:cubicBezTo>
                  <a:pt x="12782" y="1209"/>
                  <a:pt x="12575" y="1199"/>
                  <a:pt x="12369" y="1199"/>
                </a:cubicBezTo>
                <a:cubicBezTo>
                  <a:pt x="11579" y="1199"/>
                  <a:pt x="10805" y="1344"/>
                  <a:pt x="10046" y="1589"/>
                </a:cubicBezTo>
                <a:cubicBezTo>
                  <a:pt x="9458" y="1779"/>
                  <a:pt x="8842" y="1996"/>
                  <a:pt x="8230" y="1996"/>
                </a:cubicBezTo>
                <a:cubicBezTo>
                  <a:pt x="7924" y="1996"/>
                  <a:pt x="7618" y="1942"/>
                  <a:pt x="7317" y="1801"/>
                </a:cubicBezTo>
                <a:cubicBezTo>
                  <a:pt x="6411" y="1378"/>
                  <a:pt x="5786" y="517"/>
                  <a:pt x="4835" y="170"/>
                </a:cubicBezTo>
                <a:cubicBezTo>
                  <a:pt x="4516" y="54"/>
                  <a:pt x="4181" y="0"/>
                  <a:pt x="3844" y="0"/>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 name="Google Shape;1003;p38"/>
          <p:cNvGrpSpPr/>
          <p:nvPr/>
        </p:nvGrpSpPr>
        <p:grpSpPr>
          <a:xfrm rot="4499945">
            <a:off x="1435226" y="1133136"/>
            <a:ext cx="215934" cy="195605"/>
            <a:chOff x="1640475" y="1197075"/>
            <a:chExt cx="55475" cy="50250"/>
          </a:xfrm>
        </p:grpSpPr>
        <p:sp>
          <p:nvSpPr>
            <p:cNvPr id="1004" name="Google Shape;1004;p3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 name="Google Shape;1007;p38"/>
          <p:cNvSpPr/>
          <p:nvPr/>
        </p:nvSpPr>
        <p:spPr>
          <a:xfrm flipH="1" rot="7610468">
            <a:off x="8662235" y="2889645"/>
            <a:ext cx="545185"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 name="Google Shape;1008;p38"/>
          <p:cNvGrpSpPr/>
          <p:nvPr/>
        </p:nvGrpSpPr>
        <p:grpSpPr>
          <a:xfrm rot="3412103">
            <a:off x="7137581" y="822200"/>
            <a:ext cx="320926" cy="290715"/>
            <a:chOff x="1640475" y="1197075"/>
            <a:chExt cx="55475" cy="50250"/>
          </a:xfrm>
        </p:grpSpPr>
        <p:sp>
          <p:nvSpPr>
            <p:cNvPr id="1009" name="Google Shape;1009;p3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38"/>
          <p:cNvSpPr/>
          <p:nvPr/>
        </p:nvSpPr>
        <p:spPr>
          <a:xfrm rot="3218474">
            <a:off x="2157332" y="4435042"/>
            <a:ext cx="809522" cy="12684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flipH="1" rot="7610386">
            <a:off x="2067169" y="10759"/>
            <a:ext cx="864854" cy="20260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3">
    <p:spTree>
      <p:nvGrpSpPr>
        <p:cNvPr id="1014" name="Shape 1014"/>
        <p:cNvGrpSpPr/>
        <p:nvPr/>
      </p:nvGrpSpPr>
      <p:grpSpPr>
        <a:xfrm>
          <a:off x="0" y="0"/>
          <a:ext cx="0" cy="0"/>
          <a:chOff x="0" y="0"/>
          <a:chExt cx="0" cy="0"/>
        </a:xfrm>
      </p:grpSpPr>
      <p:sp>
        <p:nvSpPr>
          <p:cNvPr id="1015" name="Google Shape;1015;p39"/>
          <p:cNvSpPr/>
          <p:nvPr/>
        </p:nvSpPr>
        <p:spPr>
          <a:xfrm>
            <a:off x="-215846" y="3590328"/>
            <a:ext cx="3937248" cy="1852861"/>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500950" y="-338112"/>
            <a:ext cx="3394487" cy="1873699"/>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7494194" y="-264852"/>
            <a:ext cx="2151033" cy="2157317"/>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5476804" y="4242891"/>
            <a:ext cx="4031181" cy="1424375"/>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txBox="1"/>
          <p:nvPr>
            <p:ph hasCustomPrompt="1" type="title"/>
          </p:nvPr>
        </p:nvSpPr>
        <p:spPr>
          <a:xfrm>
            <a:off x="1193550" y="2143212"/>
            <a:ext cx="15453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20" name="Google Shape;1020;p39"/>
          <p:cNvSpPr txBox="1"/>
          <p:nvPr>
            <p:ph idx="1" type="subTitle"/>
          </p:nvPr>
        </p:nvSpPr>
        <p:spPr>
          <a:xfrm>
            <a:off x="782775" y="2927875"/>
            <a:ext cx="23664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21" name="Google Shape;1021;p39"/>
          <p:cNvSpPr txBox="1"/>
          <p:nvPr>
            <p:ph hasCustomPrompt="1" idx="2" type="title"/>
          </p:nvPr>
        </p:nvSpPr>
        <p:spPr>
          <a:xfrm>
            <a:off x="3799363" y="2143212"/>
            <a:ext cx="15453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22" name="Google Shape;1022;p39"/>
          <p:cNvSpPr txBox="1"/>
          <p:nvPr>
            <p:ph idx="3" type="subTitle"/>
          </p:nvPr>
        </p:nvSpPr>
        <p:spPr>
          <a:xfrm>
            <a:off x="3388813" y="2927875"/>
            <a:ext cx="23664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23" name="Google Shape;1023;p39"/>
          <p:cNvSpPr txBox="1"/>
          <p:nvPr>
            <p:ph hasCustomPrompt="1" idx="4" type="title"/>
          </p:nvPr>
        </p:nvSpPr>
        <p:spPr>
          <a:xfrm>
            <a:off x="6405200" y="2143212"/>
            <a:ext cx="15453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24" name="Google Shape;1024;p39"/>
          <p:cNvSpPr txBox="1"/>
          <p:nvPr>
            <p:ph idx="5" type="subTitle"/>
          </p:nvPr>
        </p:nvSpPr>
        <p:spPr>
          <a:xfrm>
            <a:off x="5994850" y="2927875"/>
            <a:ext cx="23664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25" name="Google Shape;1025;p39"/>
          <p:cNvSpPr txBox="1"/>
          <p:nvPr>
            <p:ph idx="6" type="title"/>
          </p:nvPr>
        </p:nvSpPr>
        <p:spPr>
          <a:xfrm>
            <a:off x="3388950" y="758952"/>
            <a:ext cx="23664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026" name="Google Shape;1026;p39"/>
          <p:cNvSpPr txBox="1"/>
          <p:nvPr>
            <p:ph idx="7" type="title"/>
          </p:nvPr>
        </p:nvSpPr>
        <p:spPr>
          <a:xfrm>
            <a:off x="3433985" y="1482450"/>
            <a:ext cx="2276100" cy="4446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800"/>
              <a:buNone/>
              <a:defRPr sz="1800">
                <a:solidFill>
                  <a:schemeClr val="dk1"/>
                </a:solidFill>
              </a:defRPr>
            </a:lvl1pPr>
            <a:lvl2pPr lvl="1" rtl="0">
              <a:spcBef>
                <a:spcPts val="0"/>
              </a:spcBef>
              <a:spcAft>
                <a:spcPts val="0"/>
              </a:spcAft>
              <a:buClr>
                <a:schemeClr val="dk1"/>
              </a:buClr>
              <a:buSzPts val="1800"/>
              <a:buNone/>
              <a:defRPr sz="1800">
                <a:solidFill>
                  <a:schemeClr val="dk1"/>
                </a:solidFill>
              </a:defRPr>
            </a:lvl2pPr>
            <a:lvl3pPr lvl="2" rtl="0">
              <a:spcBef>
                <a:spcPts val="0"/>
              </a:spcBef>
              <a:spcAft>
                <a:spcPts val="0"/>
              </a:spcAft>
              <a:buClr>
                <a:schemeClr val="dk1"/>
              </a:buClr>
              <a:buSzPts val="1800"/>
              <a:buNone/>
              <a:defRPr sz="1800">
                <a:solidFill>
                  <a:schemeClr val="dk1"/>
                </a:solidFill>
              </a:defRPr>
            </a:lvl3pPr>
            <a:lvl4pPr lvl="3" rtl="0">
              <a:spcBef>
                <a:spcPts val="0"/>
              </a:spcBef>
              <a:spcAft>
                <a:spcPts val="0"/>
              </a:spcAft>
              <a:buClr>
                <a:schemeClr val="dk1"/>
              </a:buClr>
              <a:buSzPts val="1800"/>
              <a:buNone/>
              <a:defRPr sz="1800">
                <a:solidFill>
                  <a:schemeClr val="dk1"/>
                </a:solidFill>
              </a:defRPr>
            </a:lvl4pPr>
            <a:lvl5pPr lvl="4" rtl="0">
              <a:spcBef>
                <a:spcPts val="0"/>
              </a:spcBef>
              <a:spcAft>
                <a:spcPts val="0"/>
              </a:spcAft>
              <a:buClr>
                <a:schemeClr val="dk1"/>
              </a:buClr>
              <a:buSzPts val="1800"/>
              <a:buNone/>
              <a:defRPr sz="1800">
                <a:solidFill>
                  <a:schemeClr val="dk1"/>
                </a:solidFill>
              </a:defRPr>
            </a:lvl5pPr>
            <a:lvl6pPr lvl="5" rtl="0">
              <a:spcBef>
                <a:spcPts val="0"/>
              </a:spcBef>
              <a:spcAft>
                <a:spcPts val="0"/>
              </a:spcAft>
              <a:buClr>
                <a:schemeClr val="dk1"/>
              </a:buClr>
              <a:buSzPts val="1800"/>
              <a:buNone/>
              <a:defRPr sz="1800">
                <a:solidFill>
                  <a:schemeClr val="dk1"/>
                </a:solidFill>
              </a:defRPr>
            </a:lvl6pPr>
            <a:lvl7pPr lvl="6" rtl="0">
              <a:spcBef>
                <a:spcPts val="0"/>
              </a:spcBef>
              <a:spcAft>
                <a:spcPts val="0"/>
              </a:spcAft>
              <a:buClr>
                <a:schemeClr val="dk1"/>
              </a:buClr>
              <a:buSzPts val="1800"/>
              <a:buNone/>
              <a:defRPr sz="1800">
                <a:solidFill>
                  <a:schemeClr val="dk1"/>
                </a:solidFill>
              </a:defRPr>
            </a:lvl7pPr>
            <a:lvl8pPr lvl="7" rtl="0">
              <a:spcBef>
                <a:spcPts val="0"/>
              </a:spcBef>
              <a:spcAft>
                <a:spcPts val="0"/>
              </a:spcAft>
              <a:buClr>
                <a:schemeClr val="dk1"/>
              </a:buClr>
              <a:buSzPts val="1800"/>
              <a:buNone/>
              <a:defRPr sz="1800">
                <a:solidFill>
                  <a:schemeClr val="dk1"/>
                </a:solidFill>
              </a:defRPr>
            </a:lvl8pPr>
            <a:lvl9pPr lvl="8" rtl="0">
              <a:spcBef>
                <a:spcPts val="0"/>
              </a:spcBef>
              <a:spcAft>
                <a:spcPts val="0"/>
              </a:spcAft>
              <a:buClr>
                <a:schemeClr val="dk1"/>
              </a:buClr>
              <a:buSzPts val="1800"/>
              <a:buNone/>
              <a:defRPr sz="1800">
                <a:solidFill>
                  <a:schemeClr val="dk1"/>
                </a:solidFill>
              </a:defRPr>
            </a:lvl9pPr>
          </a:lstStyle>
          <a:p/>
        </p:txBody>
      </p:sp>
      <p:grpSp>
        <p:nvGrpSpPr>
          <p:cNvPr id="1027" name="Google Shape;1027;p39"/>
          <p:cNvGrpSpPr/>
          <p:nvPr/>
        </p:nvGrpSpPr>
        <p:grpSpPr>
          <a:xfrm rot="4517592">
            <a:off x="8550732" y="3940914"/>
            <a:ext cx="221771" cy="200883"/>
            <a:chOff x="1640475" y="1197075"/>
            <a:chExt cx="55475" cy="50250"/>
          </a:xfrm>
        </p:grpSpPr>
        <p:sp>
          <p:nvSpPr>
            <p:cNvPr id="1028" name="Google Shape;1028;p3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39"/>
          <p:cNvGrpSpPr/>
          <p:nvPr/>
        </p:nvGrpSpPr>
        <p:grpSpPr>
          <a:xfrm rot="7199963">
            <a:off x="965918" y="4533021"/>
            <a:ext cx="215935" cy="195604"/>
            <a:chOff x="1640475" y="1197075"/>
            <a:chExt cx="55475" cy="50250"/>
          </a:xfrm>
        </p:grpSpPr>
        <p:sp>
          <p:nvSpPr>
            <p:cNvPr id="1032" name="Google Shape;1032;p3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 name="Google Shape;1035;p39"/>
          <p:cNvSpPr/>
          <p:nvPr/>
        </p:nvSpPr>
        <p:spPr>
          <a:xfrm rot="2368484">
            <a:off x="3584583" y="348032"/>
            <a:ext cx="529784"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 name="Google Shape;1036;p39"/>
          <p:cNvGrpSpPr/>
          <p:nvPr/>
        </p:nvGrpSpPr>
        <p:grpSpPr>
          <a:xfrm rot="-9900000">
            <a:off x="1490015" y="185475"/>
            <a:ext cx="347165" cy="314462"/>
            <a:chOff x="1640475" y="1197075"/>
            <a:chExt cx="55475" cy="50250"/>
          </a:xfrm>
        </p:grpSpPr>
        <p:sp>
          <p:nvSpPr>
            <p:cNvPr id="1037" name="Google Shape;1037;p3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39"/>
          <p:cNvGrpSpPr/>
          <p:nvPr/>
        </p:nvGrpSpPr>
        <p:grpSpPr>
          <a:xfrm rot="-9900030">
            <a:off x="7815634" y="527852"/>
            <a:ext cx="215932" cy="195605"/>
            <a:chOff x="1640475" y="1197075"/>
            <a:chExt cx="55475" cy="50250"/>
          </a:xfrm>
        </p:grpSpPr>
        <p:sp>
          <p:nvSpPr>
            <p:cNvPr id="1041" name="Google Shape;1041;p3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 name="Google Shape;1044;p39"/>
          <p:cNvSpPr/>
          <p:nvPr/>
        </p:nvSpPr>
        <p:spPr>
          <a:xfrm rot="-8289780">
            <a:off x="7855805" y="1479192"/>
            <a:ext cx="1153753" cy="844089"/>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rot="-120">
            <a:off x="8278108" y="4777486"/>
            <a:ext cx="529792" cy="12411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txBox="1"/>
          <p:nvPr>
            <p:ph hasCustomPrompt="1" idx="8" type="title"/>
          </p:nvPr>
        </p:nvSpPr>
        <p:spPr>
          <a:xfrm>
            <a:off x="1193550" y="3380324"/>
            <a:ext cx="15453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47" name="Google Shape;1047;p39"/>
          <p:cNvSpPr txBox="1"/>
          <p:nvPr>
            <p:ph idx="9" type="subTitle"/>
          </p:nvPr>
        </p:nvSpPr>
        <p:spPr>
          <a:xfrm>
            <a:off x="782775" y="4180750"/>
            <a:ext cx="23664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48" name="Google Shape;1048;p39"/>
          <p:cNvSpPr txBox="1"/>
          <p:nvPr>
            <p:ph hasCustomPrompt="1" idx="13" type="title"/>
          </p:nvPr>
        </p:nvSpPr>
        <p:spPr>
          <a:xfrm>
            <a:off x="3799363" y="3380324"/>
            <a:ext cx="15453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49" name="Google Shape;1049;p39"/>
          <p:cNvSpPr txBox="1"/>
          <p:nvPr>
            <p:ph idx="14" type="subTitle"/>
          </p:nvPr>
        </p:nvSpPr>
        <p:spPr>
          <a:xfrm>
            <a:off x="3388813" y="4180750"/>
            <a:ext cx="23664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50" name="Google Shape;1050;p39"/>
          <p:cNvSpPr txBox="1"/>
          <p:nvPr>
            <p:ph hasCustomPrompt="1" idx="15" type="title"/>
          </p:nvPr>
        </p:nvSpPr>
        <p:spPr>
          <a:xfrm>
            <a:off x="6405200" y="3380324"/>
            <a:ext cx="15453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51" name="Google Shape;1051;p39"/>
          <p:cNvSpPr txBox="1"/>
          <p:nvPr>
            <p:ph idx="16" type="subTitle"/>
          </p:nvPr>
        </p:nvSpPr>
        <p:spPr>
          <a:xfrm>
            <a:off x="5994850" y="4180750"/>
            <a:ext cx="2366400" cy="3579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3_1">
    <p:spTree>
      <p:nvGrpSpPr>
        <p:cNvPr id="1052" name="Shape 1052"/>
        <p:cNvGrpSpPr/>
        <p:nvPr/>
      </p:nvGrpSpPr>
      <p:grpSpPr>
        <a:xfrm>
          <a:off x="0" y="0"/>
          <a:ext cx="0" cy="0"/>
          <a:chOff x="0" y="0"/>
          <a:chExt cx="0" cy="0"/>
        </a:xfrm>
      </p:grpSpPr>
      <p:sp>
        <p:nvSpPr>
          <p:cNvPr id="1053" name="Google Shape;1053;p40"/>
          <p:cNvSpPr/>
          <p:nvPr/>
        </p:nvSpPr>
        <p:spPr>
          <a:xfrm rot="10800000">
            <a:off x="6883273" y="-352473"/>
            <a:ext cx="2599602" cy="2709024"/>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0"/>
          <p:cNvSpPr/>
          <p:nvPr/>
        </p:nvSpPr>
        <p:spPr>
          <a:xfrm rot="10800000">
            <a:off x="-448788" y="-200669"/>
            <a:ext cx="2946290" cy="1214439"/>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0"/>
          <p:cNvSpPr/>
          <p:nvPr/>
        </p:nvSpPr>
        <p:spPr>
          <a:xfrm rot="10800000">
            <a:off x="5249092" y="4177828"/>
            <a:ext cx="4076399" cy="1099141"/>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0"/>
          <p:cNvSpPr/>
          <p:nvPr/>
        </p:nvSpPr>
        <p:spPr>
          <a:xfrm rot="10800000">
            <a:off x="-448804" y="2685945"/>
            <a:ext cx="3522302" cy="2810028"/>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0">
            <a:hlinkClick action="ppaction://hlinksldjump" r:id="rId2"/>
          </p:cNvPr>
          <p:cNvSpPr txBox="1"/>
          <p:nvPr>
            <p:ph hasCustomPrompt="1" type="title"/>
          </p:nvPr>
        </p:nvSpPr>
        <p:spPr>
          <a:xfrm>
            <a:off x="1440213" y="2601625"/>
            <a:ext cx="10515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1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58" name="Google Shape;1058;p40"/>
          <p:cNvSpPr txBox="1"/>
          <p:nvPr>
            <p:ph idx="1" type="subTitle"/>
          </p:nvPr>
        </p:nvSpPr>
        <p:spPr>
          <a:xfrm>
            <a:off x="782775" y="3464925"/>
            <a:ext cx="2366400" cy="3579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59" name="Google Shape;1059;p40"/>
          <p:cNvSpPr txBox="1"/>
          <p:nvPr>
            <p:ph hasCustomPrompt="1" idx="2" type="title"/>
          </p:nvPr>
        </p:nvSpPr>
        <p:spPr>
          <a:xfrm>
            <a:off x="4048018" y="2601625"/>
            <a:ext cx="10485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1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60" name="Google Shape;1060;p40"/>
          <p:cNvSpPr txBox="1"/>
          <p:nvPr>
            <p:ph idx="3" type="subTitle"/>
          </p:nvPr>
        </p:nvSpPr>
        <p:spPr>
          <a:xfrm>
            <a:off x="3388800" y="3464925"/>
            <a:ext cx="2366400" cy="3579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61" name="Google Shape;1061;p40"/>
          <p:cNvSpPr txBox="1"/>
          <p:nvPr>
            <p:ph hasCustomPrompt="1" idx="4" type="title"/>
          </p:nvPr>
        </p:nvSpPr>
        <p:spPr>
          <a:xfrm>
            <a:off x="6652288" y="2601625"/>
            <a:ext cx="1051500" cy="66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1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62" name="Google Shape;1062;p40"/>
          <p:cNvSpPr txBox="1"/>
          <p:nvPr>
            <p:ph idx="5" type="subTitle"/>
          </p:nvPr>
        </p:nvSpPr>
        <p:spPr>
          <a:xfrm>
            <a:off x="5994850" y="3464925"/>
            <a:ext cx="2366400" cy="3579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Raleway SemiBold"/>
              <a:buNone/>
              <a:defRPr>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63" name="Google Shape;1063;p40"/>
          <p:cNvSpPr txBox="1"/>
          <p:nvPr>
            <p:ph idx="6" type="title"/>
          </p:nvPr>
        </p:nvSpPr>
        <p:spPr>
          <a:xfrm>
            <a:off x="3388950" y="758952"/>
            <a:ext cx="23664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064" name="Google Shape;1064;p40"/>
          <p:cNvSpPr txBox="1"/>
          <p:nvPr>
            <p:ph idx="7" type="title"/>
          </p:nvPr>
        </p:nvSpPr>
        <p:spPr>
          <a:xfrm>
            <a:off x="3433950" y="1714700"/>
            <a:ext cx="2276100" cy="4446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800"/>
              <a:buNone/>
              <a:defRPr sz="1800">
                <a:solidFill>
                  <a:schemeClr val="dk1"/>
                </a:solidFill>
              </a:defRPr>
            </a:lvl1pPr>
            <a:lvl2pPr lvl="1" rtl="0">
              <a:spcBef>
                <a:spcPts val="0"/>
              </a:spcBef>
              <a:spcAft>
                <a:spcPts val="0"/>
              </a:spcAft>
              <a:buClr>
                <a:schemeClr val="dk1"/>
              </a:buClr>
              <a:buSzPts val="1800"/>
              <a:buNone/>
              <a:defRPr sz="1800">
                <a:solidFill>
                  <a:schemeClr val="dk1"/>
                </a:solidFill>
              </a:defRPr>
            </a:lvl2pPr>
            <a:lvl3pPr lvl="2" rtl="0">
              <a:spcBef>
                <a:spcPts val="0"/>
              </a:spcBef>
              <a:spcAft>
                <a:spcPts val="0"/>
              </a:spcAft>
              <a:buClr>
                <a:schemeClr val="dk1"/>
              </a:buClr>
              <a:buSzPts val="1800"/>
              <a:buNone/>
              <a:defRPr sz="1800">
                <a:solidFill>
                  <a:schemeClr val="dk1"/>
                </a:solidFill>
              </a:defRPr>
            </a:lvl3pPr>
            <a:lvl4pPr lvl="3" rtl="0">
              <a:spcBef>
                <a:spcPts val="0"/>
              </a:spcBef>
              <a:spcAft>
                <a:spcPts val="0"/>
              </a:spcAft>
              <a:buClr>
                <a:schemeClr val="dk1"/>
              </a:buClr>
              <a:buSzPts val="1800"/>
              <a:buNone/>
              <a:defRPr sz="1800">
                <a:solidFill>
                  <a:schemeClr val="dk1"/>
                </a:solidFill>
              </a:defRPr>
            </a:lvl4pPr>
            <a:lvl5pPr lvl="4" rtl="0">
              <a:spcBef>
                <a:spcPts val="0"/>
              </a:spcBef>
              <a:spcAft>
                <a:spcPts val="0"/>
              </a:spcAft>
              <a:buClr>
                <a:schemeClr val="dk1"/>
              </a:buClr>
              <a:buSzPts val="1800"/>
              <a:buNone/>
              <a:defRPr sz="1800">
                <a:solidFill>
                  <a:schemeClr val="dk1"/>
                </a:solidFill>
              </a:defRPr>
            </a:lvl5pPr>
            <a:lvl6pPr lvl="5" rtl="0">
              <a:spcBef>
                <a:spcPts val="0"/>
              </a:spcBef>
              <a:spcAft>
                <a:spcPts val="0"/>
              </a:spcAft>
              <a:buClr>
                <a:schemeClr val="dk1"/>
              </a:buClr>
              <a:buSzPts val="1800"/>
              <a:buNone/>
              <a:defRPr sz="1800">
                <a:solidFill>
                  <a:schemeClr val="dk1"/>
                </a:solidFill>
              </a:defRPr>
            </a:lvl6pPr>
            <a:lvl7pPr lvl="6" rtl="0">
              <a:spcBef>
                <a:spcPts val="0"/>
              </a:spcBef>
              <a:spcAft>
                <a:spcPts val="0"/>
              </a:spcAft>
              <a:buClr>
                <a:schemeClr val="dk1"/>
              </a:buClr>
              <a:buSzPts val="1800"/>
              <a:buNone/>
              <a:defRPr sz="1800">
                <a:solidFill>
                  <a:schemeClr val="dk1"/>
                </a:solidFill>
              </a:defRPr>
            </a:lvl7pPr>
            <a:lvl8pPr lvl="7" rtl="0">
              <a:spcBef>
                <a:spcPts val="0"/>
              </a:spcBef>
              <a:spcAft>
                <a:spcPts val="0"/>
              </a:spcAft>
              <a:buClr>
                <a:schemeClr val="dk1"/>
              </a:buClr>
              <a:buSzPts val="1800"/>
              <a:buNone/>
              <a:defRPr sz="1800">
                <a:solidFill>
                  <a:schemeClr val="dk1"/>
                </a:solidFill>
              </a:defRPr>
            </a:lvl8pPr>
            <a:lvl9pPr lvl="8" rtl="0">
              <a:spcBef>
                <a:spcPts val="0"/>
              </a:spcBef>
              <a:spcAft>
                <a:spcPts val="0"/>
              </a:spcAft>
              <a:buClr>
                <a:schemeClr val="dk1"/>
              </a:buClr>
              <a:buSzPts val="1800"/>
              <a:buNone/>
              <a:defRPr sz="1800">
                <a:solidFill>
                  <a:schemeClr val="dk1"/>
                </a:solidFill>
              </a:defRPr>
            </a:lvl9pPr>
          </a:lstStyle>
          <a:p/>
        </p:txBody>
      </p:sp>
      <p:grpSp>
        <p:nvGrpSpPr>
          <p:cNvPr id="1065" name="Google Shape;1065;p40"/>
          <p:cNvGrpSpPr/>
          <p:nvPr/>
        </p:nvGrpSpPr>
        <p:grpSpPr>
          <a:xfrm rot="-9900030">
            <a:off x="271409" y="845202"/>
            <a:ext cx="215932" cy="195605"/>
            <a:chOff x="1640475" y="1197075"/>
            <a:chExt cx="55475" cy="50250"/>
          </a:xfrm>
        </p:grpSpPr>
        <p:sp>
          <p:nvSpPr>
            <p:cNvPr id="1066" name="Google Shape;1066;p4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40"/>
          <p:cNvGrpSpPr/>
          <p:nvPr/>
        </p:nvGrpSpPr>
        <p:grpSpPr>
          <a:xfrm rot="6524430">
            <a:off x="349879" y="2378626"/>
            <a:ext cx="279618" cy="253294"/>
            <a:chOff x="1640475" y="1197075"/>
            <a:chExt cx="55475" cy="50250"/>
          </a:xfrm>
        </p:grpSpPr>
        <p:sp>
          <p:nvSpPr>
            <p:cNvPr id="1070" name="Google Shape;1070;p4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 name="Google Shape;1073;p40"/>
          <p:cNvSpPr/>
          <p:nvPr/>
        </p:nvSpPr>
        <p:spPr>
          <a:xfrm flipH="1" rot="-2121718">
            <a:off x="6738637" y="226323"/>
            <a:ext cx="888103" cy="20804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0"/>
          <p:cNvSpPr/>
          <p:nvPr/>
        </p:nvSpPr>
        <p:spPr>
          <a:xfrm flipH="1" rot="-10799883">
            <a:off x="217109" y="4797573"/>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 name="Google Shape;1075;p40"/>
          <p:cNvGrpSpPr/>
          <p:nvPr/>
        </p:nvGrpSpPr>
        <p:grpSpPr>
          <a:xfrm rot="6300012">
            <a:off x="8577095" y="3925450"/>
            <a:ext cx="290790" cy="263412"/>
            <a:chOff x="1640475" y="1197075"/>
            <a:chExt cx="55475" cy="50250"/>
          </a:xfrm>
        </p:grpSpPr>
        <p:sp>
          <p:nvSpPr>
            <p:cNvPr id="1076" name="Google Shape;1076;p4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 name="Google Shape;1079;p40"/>
          <p:cNvSpPr/>
          <p:nvPr/>
        </p:nvSpPr>
        <p:spPr>
          <a:xfrm rot="10800000">
            <a:off x="5828025" y="4022950"/>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0"/>
          <p:cNvSpPr/>
          <p:nvPr/>
        </p:nvSpPr>
        <p:spPr>
          <a:xfrm rot="-10431843">
            <a:off x="-54140" y="-118627"/>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TITLE_ONLY_1_1_2_2_1">
    <p:spTree>
      <p:nvGrpSpPr>
        <p:cNvPr id="1081" name="Shape 1081"/>
        <p:cNvGrpSpPr/>
        <p:nvPr/>
      </p:nvGrpSpPr>
      <p:grpSpPr>
        <a:xfrm>
          <a:off x="0" y="0"/>
          <a:ext cx="0" cy="0"/>
          <a:chOff x="0" y="0"/>
          <a:chExt cx="0" cy="0"/>
        </a:xfrm>
      </p:grpSpPr>
      <p:sp>
        <p:nvSpPr>
          <p:cNvPr id="1082" name="Google Shape;1082;p41"/>
          <p:cNvSpPr txBox="1"/>
          <p:nvPr>
            <p:ph type="title"/>
          </p:nvPr>
        </p:nvSpPr>
        <p:spPr>
          <a:xfrm>
            <a:off x="3307500" y="758950"/>
            <a:ext cx="25290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083" name="Google Shape;1083;p41"/>
          <p:cNvSpPr txBox="1"/>
          <p:nvPr>
            <p:ph idx="1" type="subTitle"/>
          </p:nvPr>
        </p:nvSpPr>
        <p:spPr>
          <a:xfrm>
            <a:off x="717800" y="25956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84" name="Google Shape;1084;p41"/>
          <p:cNvSpPr txBox="1"/>
          <p:nvPr>
            <p:ph hasCustomPrompt="1" idx="2" type="title"/>
          </p:nvPr>
        </p:nvSpPr>
        <p:spPr>
          <a:xfrm>
            <a:off x="717800" y="21473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85" name="Google Shape;1085;p41"/>
          <p:cNvSpPr txBox="1"/>
          <p:nvPr>
            <p:ph idx="3" type="subTitle"/>
          </p:nvPr>
        </p:nvSpPr>
        <p:spPr>
          <a:xfrm>
            <a:off x="2788038" y="25956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86" name="Google Shape;1086;p41"/>
          <p:cNvSpPr txBox="1"/>
          <p:nvPr>
            <p:ph hasCustomPrompt="1" idx="4" type="title"/>
          </p:nvPr>
        </p:nvSpPr>
        <p:spPr>
          <a:xfrm>
            <a:off x="2788038" y="21473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87" name="Google Shape;1087;p41"/>
          <p:cNvSpPr txBox="1"/>
          <p:nvPr>
            <p:ph idx="5" type="subTitle"/>
          </p:nvPr>
        </p:nvSpPr>
        <p:spPr>
          <a:xfrm>
            <a:off x="4858313" y="25956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88" name="Google Shape;1088;p41"/>
          <p:cNvSpPr txBox="1"/>
          <p:nvPr>
            <p:ph hasCustomPrompt="1" idx="6" type="title"/>
          </p:nvPr>
        </p:nvSpPr>
        <p:spPr>
          <a:xfrm>
            <a:off x="4858313" y="21473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89" name="Google Shape;1089;p41"/>
          <p:cNvSpPr txBox="1"/>
          <p:nvPr>
            <p:ph idx="7" type="subTitle"/>
          </p:nvPr>
        </p:nvSpPr>
        <p:spPr>
          <a:xfrm>
            <a:off x="6928500" y="25956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90" name="Google Shape;1090;p41"/>
          <p:cNvSpPr txBox="1"/>
          <p:nvPr>
            <p:ph hasCustomPrompt="1" idx="8" type="title"/>
          </p:nvPr>
        </p:nvSpPr>
        <p:spPr>
          <a:xfrm>
            <a:off x="6928500" y="21473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1" name="Google Shape;1091;p41"/>
          <p:cNvSpPr txBox="1"/>
          <p:nvPr>
            <p:ph idx="9" type="subTitle"/>
          </p:nvPr>
        </p:nvSpPr>
        <p:spPr>
          <a:xfrm>
            <a:off x="717800" y="42341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92" name="Google Shape;1092;p41"/>
          <p:cNvSpPr txBox="1"/>
          <p:nvPr>
            <p:ph hasCustomPrompt="1" idx="13" type="title"/>
          </p:nvPr>
        </p:nvSpPr>
        <p:spPr>
          <a:xfrm>
            <a:off x="717800" y="37858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3" name="Google Shape;1093;p41"/>
          <p:cNvSpPr txBox="1"/>
          <p:nvPr>
            <p:ph idx="14" type="subTitle"/>
          </p:nvPr>
        </p:nvSpPr>
        <p:spPr>
          <a:xfrm>
            <a:off x="2788038" y="42341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94" name="Google Shape;1094;p41"/>
          <p:cNvSpPr txBox="1"/>
          <p:nvPr>
            <p:ph hasCustomPrompt="1" idx="15" type="title"/>
          </p:nvPr>
        </p:nvSpPr>
        <p:spPr>
          <a:xfrm>
            <a:off x="2788038" y="37858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5" name="Google Shape;1095;p41"/>
          <p:cNvSpPr txBox="1"/>
          <p:nvPr>
            <p:ph idx="16" type="subTitle"/>
          </p:nvPr>
        </p:nvSpPr>
        <p:spPr>
          <a:xfrm>
            <a:off x="4858313" y="42341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96" name="Google Shape;1096;p41"/>
          <p:cNvSpPr txBox="1"/>
          <p:nvPr>
            <p:ph hasCustomPrompt="1" idx="17" type="title"/>
          </p:nvPr>
        </p:nvSpPr>
        <p:spPr>
          <a:xfrm>
            <a:off x="4858313" y="37858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7" name="Google Shape;1097;p41"/>
          <p:cNvSpPr txBox="1"/>
          <p:nvPr>
            <p:ph idx="18" type="subTitle"/>
          </p:nvPr>
        </p:nvSpPr>
        <p:spPr>
          <a:xfrm>
            <a:off x="6928500" y="4234163"/>
            <a:ext cx="1497600" cy="369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4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098" name="Google Shape;1098;p41"/>
          <p:cNvSpPr txBox="1"/>
          <p:nvPr>
            <p:ph hasCustomPrompt="1" idx="19" type="title"/>
          </p:nvPr>
        </p:nvSpPr>
        <p:spPr>
          <a:xfrm>
            <a:off x="6928500" y="3785800"/>
            <a:ext cx="1497600" cy="5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9" name="Google Shape;1099;p41"/>
          <p:cNvSpPr/>
          <p:nvPr/>
        </p:nvSpPr>
        <p:spPr>
          <a:xfrm>
            <a:off x="6141275" y="-222451"/>
            <a:ext cx="3682758" cy="1241858"/>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5872932" y="4034331"/>
            <a:ext cx="3607613" cy="1169626"/>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flipH="1" rot="10800000">
            <a:off x="-137173" y="4318675"/>
            <a:ext cx="2170805" cy="1065337"/>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1"/>
          <p:cNvSpPr/>
          <p:nvPr/>
        </p:nvSpPr>
        <p:spPr>
          <a:xfrm flipH="1" rot="10800000">
            <a:off x="-404374" y="-184459"/>
            <a:ext cx="1740934" cy="2483972"/>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1"/>
          <p:cNvSpPr/>
          <p:nvPr/>
        </p:nvSpPr>
        <p:spPr>
          <a:xfrm rot="-8615811">
            <a:off x="2402227" y="5008217"/>
            <a:ext cx="848090" cy="17165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flipH="1" rot="9000285">
            <a:off x="6133120" y="-41502"/>
            <a:ext cx="970034" cy="22723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 name="Google Shape;1105;p41"/>
          <p:cNvGrpSpPr/>
          <p:nvPr/>
        </p:nvGrpSpPr>
        <p:grpSpPr>
          <a:xfrm flipH="1" rot="-10799841">
            <a:off x="6555977" y="4874782"/>
            <a:ext cx="239902" cy="217311"/>
            <a:chOff x="1640475" y="1197075"/>
            <a:chExt cx="55475" cy="50250"/>
          </a:xfrm>
        </p:grpSpPr>
        <p:sp>
          <p:nvSpPr>
            <p:cNvPr id="1106" name="Google Shape;1106;p4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41"/>
          <p:cNvGrpSpPr/>
          <p:nvPr/>
        </p:nvGrpSpPr>
        <p:grpSpPr>
          <a:xfrm flipH="1" rot="5400235">
            <a:off x="7317947" y="867800"/>
            <a:ext cx="243108" cy="220216"/>
            <a:chOff x="1640475" y="1197075"/>
            <a:chExt cx="55475" cy="50250"/>
          </a:xfrm>
        </p:grpSpPr>
        <p:sp>
          <p:nvSpPr>
            <p:cNvPr id="1110" name="Google Shape;1110;p4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 name="Google Shape;1113;p41"/>
          <p:cNvSpPr/>
          <p:nvPr/>
        </p:nvSpPr>
        <p:spPr>
          <a:xfrm flipH="1" rot="9900139">
            <a:off x="1901500" y="34245"/>
            <a:ext cx="492733" cy="728482"/>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flipH="1" rot="3511162">
            <a:off x="7430343" y="269341"/>
            <a:ext cx="738535" cy="540314"/>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 name="Google Shape;1115;p41"/>
          <p:cNvGrpSpPr/>
          <p:nvPr/>
        </p:nvGrpSpPr>
        <p:grpSpPr>
          <a:xfrm flipH="1" rot="10374925">
            <a:off x="778972" y="752635"/>
            <a:ext cx="359745" cy="325867"/>
            <a:chOff x="1640475" y="1197075"/>
            <a:chExt cx="55475" cy="50250"/>
          </a:xfrm>
        </p:grpSpPr>
        <p:sp>
          <p:nvSpPr>
            <p:cNvPr id="1116" name="Google Shape;1116;p4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SECTION_HEADER_1_1_2">
    <p:spTree>
      <p:nvGrpSpPr>
        <p:cNvPr id="1119" name="Shape 1119"/>
        <p:cNvGrpSpPr/>
        <p:nvPr/>
      </p:nvGrpSpPr>
      <p:grpSpPr>
        <a:xfrm>
          <a:off x="0" y="0"/>
          <a:ext cx="0" cy="0"/>
          <a:chOff x="0" y="0"/>
          <a:chExt cx="0" cy="0"/>
        </a:xfrm>
      </p:grpSpPr>
      <p:sp>
        <p:nvSpPr>
          <p:cNvPr id="1120" name="Google Shape;1120;p42"/>
          <p:cNvSpPr/>
          <p:nvPr/>
        </p:nvSpPr>
        <p:spPr>
          <a:xfrm rot="10800000">
            <a:off x="-127660" y="-68768"/>
            <a:ext cx="3533063" cy="1145474"/>
          </a:xfrm>
          <a:custGeom>
            <a:rect b="b" l="l" r="r" t="t"/>
            <a:pathLst>
              <a:path extrusionOk="0" h="7088" w="21862">
                <a:moveTo>
                  <a:pt x="20392" y="0"/>
                </a:moveTo>
                <a:cubicBezTo>
                  <a:pt x="19697" y="0"/>
                  <a:pt x="19010" y="139"/>
                  <a:pt x="18446" y="437"/>
                </a:cubicBezTo>
                <a:cubicBezTo>
                  <a:pt x="17368" y="1003"/>
                  <a:pt x="16913" y="1997"/>
                  <a:pt x="16387" y="2893"/>
                </a:cubicBezTo>
                <a:cubicBezTo>
                  <a:pt x="15861" y="3789"/>
                  <a:pt x="15050" y="4733"/>
                  <a:pt x="13753" y="4924"/>
                </a:cubicBezTo>
                <a:cubicBezTo>
                  <a:pt x="13587" y="4948"/>
                  <a:pt x="13420" y="4959"/>
                  <a:pt x="13253" y="4959"/>
                </a:cubicBezTo>
                <a:cubicBezTo>
                  <a:pt x="12545" y="4959"/>
                  <a:pt x="11838" y="4765"/>
                  <a:pt x="11156" y="4596"/>
                </a:cubicBezTo>
                <a:cubicBezTo>
                  <a:pt x="10391" y="4408"/>
                  <a:pt x="9551" y="4258"/>
                  <a:pt x="8748" y="4258"/>
                </a:cubicBezTo>
                <a:cubicBezTo>
                  <a:pt x="8042" y="4258"/>
                  <a:pt x="7365" y="4373"/>
                  <a:pt x="6793" y="4680"/>
                </a:cubicBezTo>
                <a:cubicBezTo>
                  <a:pt x="5978" y="5117"/>
                  <a:pt x="5461" y="5904"/>
                  <a:pt x="4593" y="6207"/>
                </a:cubicBezTo>
                <a:cubicBezTo>
                  <a:pt x="4569" y="6215"/>
                  <a:pt x="4545" y="6224"/>
                  <a:pt x="4519" y="6231"/>
                </a:cubicBezTo>
                <a:cubicBezTo>
                  <a:pt x="4407" y="6267"/>
                  <a:pt x="4286" y="6293"/>
                  <a:pt x="4160" y="6310"/>
                </a:cubicBezTo>
                <a:cubicBezTo>
                  <a:pt x="4052" y="6325"/>
                  <a:pt x="3944" y="6331"/>
                  <a:pt x="3836" y="6331"/>
                </a:cubicBezTo>
                <a:cubicBezTo>
                  <a:pt x="3306" y="6331"/>
                  <a:pt x="2774" y="6185"/>
                  <a:pt x="2236" y="6169"/>
                </a:cubicBezTo>
                <a:cubicBezTo>
                  <a:pt x="2205" y="6168"/>
                  <a:pt x="2173" y="6167"/>
                  <a:pt x="2142" y="6167"/>
                </a:cubicBezTo>
                <a:cubicBezTo>
                  <a:pt x="1432" y="6167"/>
                  <a:pt x="726" y="6406"/>
                  <a:pt x="265" y="6805"/>
                </a:cubicBezTo>
                <a:cubicBezTo>
                  <a:pt x="165" y="6893"/>
                  <a:pt x="77" y="6988"/>
                  <a:pt x="1" y="7088"/>
                </a:cubicBezTo>
                <a:lnTo>
                  <a:pt x="21862" y="7088"/>
                </a:lnTo>
                <a:lnTo>
                  <a:pt x="21862" y="210"/>
                </a:lnTo>
                <a:cubicBezTo>
                  <a:pt x="21397" y="73"/>
                  <a:pt x="20892" y="0"/>
                  <a:pt x="20392"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2"/>
          <p:cNvSpPr/>
          <p:nvPr/>
        </p:nvSpPr>
        <p:spPr>
          <a:xfrm rot="10800000">
            <a:off x="7069948" y="4249330"/>
            <a:ext cx="2125947" cy="1043338"/>
          </a:xfrm>
          <a:custGeom>
            <a:rect b="b" l="l" r="r" t="t"/>
            <a:pathLst>
              <a:path extrusionOk="0" h="6456" w="13155">
                <a:moveTo>
                  <a:pt x="1821" y="0"/>
                </a:moveTo>
                <a:lnTo>
                  <a:pt x="1821" y="3"/>
                </a:lnTo>
                <a:lnTo>
                  <a:pt x="0" y="4"/>
                </a:lnTo>
                <a:lnTo>
                  <a:pt x="0" y="222"/>
                </a:lnTo>
                <a:lnTo>
                  <a:pt x="0" y="1236"/>
                </a:lnTo>
                <a:lnTo>
                  <a:pt x="0" y="2358"/>
                </a:lnTo>
                <a:lnTo>
                  <a:pt x="1" y="3370"/>
                </a:lnTo>
                <a:lnTo>
                  <a:pt x="1" y="4493"/>
                </a:lnTo>
                <a:lnTo>
                  <a:pt x="1" y="5504"/>
                </a:lnTo>
                <a:lnTo>
                  <a:pt x="1" y="6178"/>
                </a:lnTo>
                <a:cubicBezTo>
                  <a:pt x="369" y="6349"/>
                  <a:pt x="770" y="6456"/>
                  <a:pt x="1177" y="6456"/>
                </a:cubicBezTo>
                <a:cubicBezTo>
                  <a:pt x="1363" y="6456"/>
                  <a:pt x="1550" y="6434"/>
                  <a:pt x="1736" y="6385"/>
                </a:cubicBezTo>
                <a:cubicBezTo>
                  <a:pt x="1764" y="6378"/>
                  <a:pt x="1794" y="6370"/>
                  <a:pt x="1822" y="6361"/>
                </a:cubicBezTo>
                <a:cubicBezTo>
                  <a:pt x="1843" y="6355"/>
                  <a:pt x="1862" y="6348"/>
                  <a:pt x="1882" y="6342"/>
                </a:cubicBezTo>
                <a:cubicBezTo>
                  <a:pt x="2342" y="6188"/>
                  <a:pt x="2719" y="5901"/>
                  <a:pt x="3050" y="5558"/>
                </a:cubicBezTo>
                <a:cubicBezTo>
                  <a:pt x="3068" y="5540"/>
                  <a:pt x="3085" y="5522"/>
                  <a:pt x="3102" y="5503"/>
                </a:cubicBezTo>
                <a:cubicBezTo>
                  <a:pt x="3398" y="5189"/>
                  <a:pt x="3657" y="4831"/>
                  <a:pt x="3908" y="4490"/>
                </a:cubicBezTo>
                <a:cubicBezTo>
                  <a:pt x="3908" y="4490"/>
                  <a:pt x="3909" y="4490"/>
                  <a:pt x="3909" y="4489"/>
                </a:cubicBezTo>
                <a:cubicBezTo>
                  <a:pt x="3923" y="4471"/>
                  <a:pt x="3936" y="4455"/>
                  <a:pt x="3949" y="4436"/>
                </a:cubicBezTo>
                <a:cubicBezTo>
                  <a:pt x="4217" y="4078"/>
                  <a:pt x="4522" y="3714"/>
                  <a:pt x="4875" y="3424"/>
                </a:cubicBezTo>
                <a:cubicBezTo>
                  <a:pt x="4897" y="3405"/>
                  <a:pt x="4919" y="3387"/>
                  <a:pt x="4942" y="3369"/>
                </a:cubicBezTo>
                <a:cubicBezTo>
                  <a:pt x="5319" y="3071"/>
                  <a:pt x="5750" y="2859"/>
                  <a:pt x="6248" y="2826"/>
                </a:cubicBezTo>
                <a:cubicBezTo>
                  <a:pt x="6296" y="2822"/>
                  <a:pt x="6344" y="2821"/>
                  <a:pt x="6391" y="2821"/>
                </a:cubicBezTo>
                <a:cubicBezTo>
                  <a:pt x="7025" y="2821"/>
                  <a:pt x="7616" y="3105"/>
                  <a:pt x="8200" y="3368"/>
                </a:cubicBezTo>
                <a:cubicBezTo>
                  <a:pt x="8240" y="3387"/>
                  <a:pt x="8281" y="3405"/>
                  <a:pt x="8323" y="3423"/>
                </a:cubicBezTo>
                <a:cubicBezTo>
                  <a:pt x="8382" y="3449"/>
                  <a:pt x="8442" y="3475"/>
                  <a:pt x="8501" y="3501"/>
                </a:cubicBezTo>
                <a:cubicBezTo>
                  <a:pt x="9052" y="3734"/>
                  <a:pt x="9659" y="3908"/>
                  <a:pt x="10259" y="3908"/>
                </a:cubicBezTo>
                <a:cubicBezTo>
                  <a:pt x="10487" y="3908"/>
                  <a:pt x="10715" y="3882"/>
                  <a:pt x="10937" y="3826"/>
                </a:cubicBezTo>
                <a:cubicBezTo>
                  <a:pt x="11253" y="3746"/>
                  <a:pt x="11547" y="3604"/>
                  <a:pt x="11810" y="3423"/>
                </a:cubicBezTo>
                <a:cubicBezTo>
                  <a:pt x="11835" y="3405"/>
                  <a:pt x="11861" y="3387"/>
                  <a:pt x="11886" y="3368"/>
                </a:cubicBezTo>
                <a:cubicBezTo>
                  <a:pt x="11986" y="3295"/>
                  <a:pt x="12081" y="3217"/>
                  <a:pt x="12169" y="3134"/>
                </a:cubicBezTo>
                <a:cubicBezTo>
                  <a:pt x="12416" y="2906"/>
                  <a:pt x="12624" y="2641"/>
                  <a:pt x="12783" y="2355"/>
                </a:cubicBezTo>
                <a:cubicBezTo>
                  <a:pt x="12794" y="2337"/>
                  <a:pt x="12805" y="2319"/>
                  <a:pt x="12814" y="2300"/>
                </a:cubicBezTo>
                <a:cubicBezTo>
                  <a:pt x="12983" y="1983"/>
                  <a:pt x="13095" y="1639"/>
                  <a:pt x="13135" y="1287"/>
                </a:cubicBezTo>
                <a:cubicBezTo>
                  <a:pt x="13137" y="1269"/>
                  <a:pt x="13139" y="1251"/>
                  <a:pt x="13141" y="1232"/>
                </a:cubicBezTo>
                <a:cubicBezTo>
                  <a:pt x="13152" y="1109"/>
                  <a:pt x="13155" y="984"/>
                  <a:pt x="13149" y="860"/>
                </a:cubicBezTo>
                <a:cubicBezTo>
                  <a:pt x="13137" y="644"/>
                  <a:pt x="13096" y="428"/>
                  <a:pt x="13028" y="222"/>
                </a:cubicBezTo>
                <a:cubicBezTo>
                  <a:pt x="13023" y="204"/>
                  <a:pt x="13017" y="185"/>
                  <a:pt x="13010" y="167"/>
                </a:cubicBezTo>
                <a:cubicBezTo>
                  <a:pt x="12991" y="111"/>
                  <a:pt x="12969" y="56"/>
                  <a:pt x="12946" y="1"/>
                </a:cubicBezTo>
                <a:lnTo>
                  <a:pt x="1880" y="3"/>
                </a:lnTo>
                <a:lnTo>
                  <a:pt x="1880" y="0"/>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2"/>
          <p:cNvSpPr/>
          <p:nvPr/>
        </p:nvSpPr>
        <p:spPr>
          <a:xfrm rot="10800000">
            <a:off x="-375576" y="3881671"/>
            <a:ext cx="4662538" cy="1572279"/>
          </a:xfrm>
          <a:custGeom>
            <a:rect b="b" l="l" r="r" t="t"/>
            <a:pathLst>
              <a:path extrusionOk="0" h="9729" w="28851">
                <a:moveTo>
                  <a:pt x="943" y="0"/>
                </a:moveTo>
                <a:cubicBezTo>
                  <a:pt x="631" y="0"/>
                  <a:pt x="337" y="87"/>
                  <a:pt x="179" y="380"/>
                </a:cubicBezTo>
                <a:cubicBezTo>
                  <a:pt x="1" y="711"/>
                  <a:pt x="78" y="1189"/>
                  <a:pt x="451" y="1303"/>
                </a:cubicBezTo>
                <a:cubicBezTo>
                  <a:pt x="355" y="2313"/>
                  <a:pt x="452" y="3522"/>
                  <a:pt x="1499" y="3989"/>
                </a:cubicBezTo>
                <a:cubicBezTo>
                  <a:pt x="1785" y="4117"/>
                  <a:pt x="2088" y="4165"/>
                  <a:pt x="2396" y="4165"/>
                </a:cubicBezTo>
                <a:cubicBezTo>
                  <a:pt x="3000" y="4165"/>
                  <a:pt x="3625" y="3981"/>
                  <a:pt x="4188" y="3848"/>
                </a:cubicBezTo>
                <a:cubicBezTo>
                  <a:pt x="4624" y="3745"/>
                  <a:pt x="5112" y="3633"/>
                  <a:pt x="5582" y="3633"/>
                </a:cubicBezTo>
                <a:cubicBezTo>
                  <a:pt x="6044" y="3633"/>
                  <a:pt x="6489" y="3741"/>
                  <a:pt x="6852" y="4069"/>
                </a:cubicBezTo>
                <a:cubicBezTo>
                  <a:pt x="7560" y="4711"/>
                  <a:pt x="7722" y="5737"/>
                  <a:pt x="8257" y="6500"/>
                </a:cubicBezTo>
                <a:cubicBezTo>
                  <a:pt x="8521" y="6876"/>
                  <a:pt x="8874" y="7178"/>
                  <a:pt x="9322" y="7300"/>
                </a:cubicBezTo>
                <a:cubicBezTo>
                  <a:pt x="9482" y="7344"/>
                  <a:pt x="9645" y="7363"/>
                  <a:pt x="9808" y="7363"/>
                </a:cubicBezTo>
                <a:cubicBezTo>
                  <a:pt x="10078" y="7363"/>
                  <a:pt x="10348" y="7310"/>
                  <a:pt x="10606" y="7231"/>
                </a:cubicBezTo>
                <a:cubicBezTo>
                  <a:pt x="11498" y="6959"/>
                  <a:pt x="12280" y="6380"/>
                  <a:pt x="13194" y="6184"/>
                </a:cubicBezTo>
                <a:cubicBezTo>
                  <a:pt x="13322" y="6156"/>
                  <a:pt x="13450" y="6141"/>
                  <a:pt x="13577" y="6141"/>
                </a:cubicBezTo>
                <a:cubicBezTo>
                  <a:pt x="13849" y="6141"/>
                  <a:pt x="14113" y="6211"/>
                  <a:pt x="14347" y="6376"/>
                </a:cubicBezTo>
                <a:cubicBezTo>
                  <a:pt x="14724" y="6643"/>
                  <a:pt x="14907" y="7097"/>
                  <a:pt x="15047" y="7521"/>
                </a:cubicBezTo>
                <a:cubicBezTo>
                  <a:pt x="15341" y="8400"/>
                  <a:pt x="15592" y="9554"/>
                  <a:pt x="16688" y="9709"/>
                </a:cubicBezTo>
                <a:cubicBezTo>
                  <a:pt x="16781" y="9722"/>
                  <a:pt x="16872" y="9728"/>
                  <a:pt x="16961" y="9728"/>
                </a:cubicBezTo>
                <a:cubicBezTo>
                  <a:pt x="18160" y="9728"/>
                  <a:pt x="18967" y="8588"/>
                  <a:pt x="19887" y="7966"/>
                </a:cubicBezTo>
                <a:cubicBezTo>
                  <a:pt x="20301" y="7685"/>
                  <a:pt x="20755" y="7537"/>
                  <a:pt x="21232" y="7537"/>
                </a:cubicBezTo>
                <a:cubicBezTo>
                  <a:pt x="21401" y="7537"/>
                  <a:pt x="21572" y="7556"/>
                  <a:pt x="21746" y="7593"/>
                </a:cubicBezTo>
                <a:cubicBezTo>
                  <a:pt x="22408" y="7736"/>
                  <a:pt x="23015" y="8087"/>
                  <a:pt x="23550" y="8494"/>
                </a:cubicBezTo>
                <a:cubicBezTo>
                  <a:pt x="24053" y="8876"/>
                  <a:pt x="24539" y="9361"/>
                  <a:pt x="25189" y="9466"/>
                </a:cubicBezTo>
                <a:cubicBezTo>
                  <a:pt x="25284" y="9481"/>
                  <a:pt x="25378" y="9489"/>
                  <a:pt x="25473" y="9489"/>
                </a:cubicBezTo>
                <a:cubicBezTo>
                  <a:pt x="26024" y="9489"/>
                  <a:pt x="26554" y="9240"/>
                  <a:pt x="26991" y="8910"/>
                </a:cubicBezTo>
                <a:cubicBezTo>
                  <a:pt x="27838" y="8271"/>
                  <a:pt x="28376" y="7319"/>
                  <a:pt x="28611" y="6292"/>
                </a:cubicBezTo>
                <a:cubicBezTo>
                  <a:pt x="28851" y="5239"/>
                  <a:pt x="28800" y="4124"/>
                  <a:pt x="28525" y="3084"/>
                </a:cubicBezTo>
                <a:cubicBezTo>
                  <a:pt x="28226" y="1958"/>
                  <a:pt x="27654" y="694"/>
                  <a:pt x="26488" y="261"/>
                </a:cubicBezTo>
                <a:cubicBezTo>
                  <a:pt x="26074" y="106"/>
                  <a:pt x="25631" y="64"/>
                  <a:pt x="25188" y="64"/>
                </a:cubicBezTo>
                <a:cubicBezTo>
                  <a:pt x="24971" y="64"/>
                  <a:pt x="24753" y="74"/>
                  <a:pt x="24540" y="86"/>
                </a:cubicBezTo>
                <a:cubicBezTo>
                  <a:pt x="23776" y="131"/>
                  <a:pt x="23013" y="188"/>
                  <a:pt x="22250" y="248"/>
                </a:cubicBezTo>
                <a:cubicBezTo>
                  <a:pt x="20720" y="367"/>
                  <a:pt x="19190" y="503"/>
                  <a:pt x="17661" y="628"/>
                </a:cubicBezTo>
                <a:cubicBezTo>
                  <a:pt x="15187" y="828"/>
                  <a:pt x="12704" y="996"/>
                  <a:pt x="10221" y="996"/>
                </a:cubicBezTo>
                <a:cubicBezTo>
                  <a:pt x="9649" y="996"/>
                  <a:pt x="9077" y="987"/>
                  <a:pt x="8505" y="967"/>
                </a:cubicBezTo>
                <a:cubicBezTo>
                  <a:pt x="6985" y="916"/>
                  <a:pt x="5467" y="790"/>
                  <a:pt x="3966" y="555"/>
                </a:cubicBezTo>
                <a:cubicBezTo>
                  <a:pt x="3209" y="436"/>
                  <a:pt x="2459" y="290"/>
                  <a:pt x="1714" y="116"/>
                </a:cubicBezTo>
                <a:cubicBezTo>
                  <a:pt x="1493" y="64"/>
                  <a:pt x="1211" y="0"/>
                  <a:pt x="94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rot="10800000">
            <a:off x="7235914" y="-341425"/>
            <a:ext cx="2365611" cy="3375334"/>
          </a:xfrm>
          <a:custGeom>
            <a:rect b="b" l="l" r="r" t="t"/>
            <a:pathLst>
              <a:path extrusionOk="0" h="20886" w="14638">
                <a:moveTo>
                  <a:pt x="3191" y="1"/>
                </a:moveTo>
                <a:cubicBezTo>
                  <a:pt x="2885" y="1"/>
                  <a:pt x="2576" y="81"/>
                  <a:pt x="2295" y="191"/>
                </a:cubicBezTo>
                <a:cubicBezTo>
                  <a:pt x="1899" y="349"/>
                  <a:pt x="1532" y="564"/>
                  <a:pt x="1185" y="809"/>
                </a:cubicBezTo>
                <a:cubicBezTo>
                  <a:pt x="1218" y="721"/>
                  <a:pt x="1252" y="633"/>
                  <a:pt x="1287" y="547"/>
                </a:cubicBezTo>
                <a:cubicBezTo>
                  <a:pt x="1332" y="438"/>
                  <a:pt x="1242" y="367"/>
                  <a:pt x="1149" y="367"/>
                </a:cubicBezTo>
                <a:cubicBezTo>
                  <a:pt x="1089" y="367"/>
                  <a:pt x="1027" y="397"/>
                  <a:pt x="998" y="467"/>
                </a:cubicBezTo>
                <a:cubicBezTo>
                  <a:pt x="147" y="2564"/>
                  <a:pt x="0" y="4857"/>
                  <a:pt x="71" y="7096"/>
                </a:cubicBezTo>
                <a:cubicBezTo>
                  <a:pt x="107" y="8264"/>
                  <a:pt x="200" y="9428"/>
                  <a:pt x="285" y="10592"/>
                </a:cubicBezTo>
                <a:cubicBezTo>
                  <a:pt x="378" y="11838"/>
                  <a:pt x="471" y="13083"/>
                  <a:pt x="565" y="14328"/>
                </a:cubicBezTo>
                <a:cubicBezTo>
                  <a:pt x="660" y="15573"/>
                  <a:pt x="755" y="16818"/>
                  <a:pt x="852" y="18063"/>
                </a:cubicBezTo>
                <a:cubicBezTo>
                  <a:pt x="895" y="18617"/>
                  <a:pt x="909" y="19183"/>
                  <a:pt x="997" y="19731"/>
                </a:cubicBezTo>
                <a:cubicBezTo>
                  <a:pt x="1063" y="20137"/>
                  <a:pt x="1227" y="20580"/>
                  <a:pt x="1623" y="20768"/>
                </a:cubicBezTo>
                <a:cubicBezTo>
                  <a:pt x="1853" y="20878"/>
                  <a:pt x="2108" y="20885"/>
                  <a:pt x="2359" y="20885"/>
                </a:cubicBezTo>
                <a:cubicBezTo>
                  <a:pt x="2678" y="20885"/>
                  <a:pt x="2997" y="20884"/>
                  <a:pt x="3315" y="20883"/>
                </a:cubicBezTo>
                <a:cubicBezTo>
                  <a:pt x="3934" y="20882"/>
                  <a:pt x="4551" y="20881"/>
                  <a:pt x="5168" y="20880"/>
                </a:cubicBezTo>
                <a:cubicBezTo>
                  <a:pt x="6413" y="20878"/>
                  <a:pt x="7658" y="20875"/>
                  <a:pt x="8904" y="20873"/>
                </a:cubicBezTo>
                <a:cubicBezTo>
                  <a:pt x="8946" y="20873"/>
                  <a:pt x="8987" y="20873"/>
                  <a:pt x="9029" y="20873"/>
                </a:cubicBezTo>
                <a:cubicBezTo>
                  <a:pt x="9733" y="20873"/>
                  <a:pt x="10440" y="20882"/>
                  <a:pt x="11147" y="20882"/>
                </a:cubicBezTo>
                <a:cubicBezTo>
                  <a:pt x="11621" y="20882"/>
                  <a:pt x="12096" y="20878"/>
                  <a:pt x="12569" y="20863"/>
                </a:cubicBezTo>
                <a:cubicBezTo>
                  <a:pt x="13054" y="20848"/>
                  <a:pt x="13560" y="20768"/>
                  <a:pt x="13928" y="20425"/>
                </a:cubicBezTo>
                <a:cubicBezTo>
                  <a:pt x="14266" y="20112"/>
                  <a:pt x="14409" y="19650"/>
                  <a:pt x="14479" y="19208"/>
                </a:cubicBezTo>
                <a:cubicBezTo>
                  <a:pt x="14615" y="18346"/>
                  <a:pt x="14637" y="17435"/>
                  <a:pt x="14556" y="16567"/>
                </a:cubicBezTo>
                <a:cubicBezTo>
                  <a:pt x="14480" y="15744"/>
                  <a:pt x="14290" y="14898"/>
                  <a:pt x="13827" y="14200"/>
                </a:cubicBezTo>
                <a:cubicBezTo>
                  <a:pt x="13606" y="13867"/>
                  <a:pt x="13329" y="13578"/>
                  <a:pt x="13000" y="13350"/>
                </a:cubicBezTo>
                <a:cubicBezTo>
                  <a:pt x="12618" y="13086"/>
                  <a:pt x="12175" y="12928"/>
                  <a:pt x="11727" y="12811"/>
                </a:cubicBezTo>
                <a:cubicBezTo>
                  <a:pt x="10841" y="12580"/>
                  <a:pt x="9808" y="12500"/>
                  <a:pt x="9119" y="11827"/>
                </a:cubicBezTo>
                <a:cubicBezTo>
                  <a:pt x="8381" y="11106"/>
                  <a:pt x="8246" y="10000"/>
                  <a:pt x="8306" y="9020"/>
                </a:cubicBezTo>
                <a:cubicBezTo>
                  <a:pt x="8344" y="8404"/>
                  <a:pt x="8449" y="7795"/>
                  <a:pt x="8518" y="7181"/>
                </a:cubicBezTo>
                <a:cubicBezTo>
                  <a:pt x="8574" y="6676"/>
                  <a:pt x="8621" y="6136"/>
                  <a:pt x="8417" y="5654"/>
                </a:cubicBezTo>
                <a:cubicBezTo>
                  <a:pt x="7771" y="4140"/>
                  <a:pt x="5341" y="4868"/>
                  <a:pt x="4856" y="3246"/>
                </a:cubicBezTo>
                <a:cubicBezTo>
                  <a:pt x="4619" y="2457"/>
                  <a:pt x="4843" y="1582"/>
                  <a:pt x="4492" y="818"/>
                </a:cubicBezTo>
                <a:cubicBezTo>
                  <a:pt x="4321" y="450"/>
                  <a:pt x="3993" y="161"/>
                  <a:pt x="3598" y="53"/>
                </a:cubicBezTo>
                <a:cubicBezTo>
                  <a:pt x="3465" y="17"/>
                  <a:pt x="3328" y="1"/>
                  <a:pt x="3191"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grpSp>
        <p:nvGrpSpPr>
          <p:cNvPr id="1125" name="Google Shape;1125;p42"/>
          <p:cNvGrpSpPr/>
          <p:nvPr/>
        </p:nvGrpSpPr>
        <p:grpSpPr>
          <a:xfrm rot="6299945">
            <a:off x="7791608" y="4563485"/>
            <a:ext cx="359746" cy="325869"/>
            <a:chOff x="1640475" y="1197075"/>
            <a:chExt cx="55475" cy="50250"/>
          </a:xfrm>
        </p:grpSpPr>
        <p:sp>
          <p:nvSpPr>
            <p:cNvPr id="1126" name="Google Shape;1126;p4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 name="Google Shape;1129;p42"/>
          <p:cNvSpPr/>
          <p:nvPr/>
        </p:nvSpPr>
        <p:spPr>
          <a:xfrm flipH="1" rot="8615811">
            <a:off x="227163" y="4598042"/>
            <a:ext cx="848090" cy="17165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2"/>
          <p:cNvSpPr/>
          <p:nvPr/>
        </p:nvSpPr>
        <p:spPr>
          <a:xfrm rot="-9000285">
            <a:off x="6559102" y="234098"/>
            <a:ext cx="970034" cy="22723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 name="Google Shape;1131;p42"/>
          <p:cNvGrpSpPr/>
          <p:nvPr/>
        </p:nvGrpSpPr>
        <p:grpSpPr>
          <a:xfrm rot="10799841">
            <a:off x="1610677" y="4510494"/>
            <a:ext cx="239902" cy="217311"/>
            <a:chOff x="1640475" y="1197075"/>
            <a:chExt cx="55475" cy="50250"/>
          </a:xfrm>
        </p:grpSpPr>
        <p:sp>
          <p:nvSpPr>
            <p:cNvPr id="1132" name="Google Shape;1132;p4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42"/>
          <p:cNvGrpSpPr/>
          <p:nvPr/>
        </p:nvGrpSpPr>
        <p:grpSpPr>
          <a:xfrm rot="-5400235">
            <a:off x="8116150" y="635400"/>
            <a:ext cx="243108" cy="220216"/>
            <a:chOff x="1640475" y="1197075"/>
            <a:chExt cx="55475" cy="50250"/>
          </a:xfrm>
        </p:grpSpPr>
        <p:sp>
          <p:nvSpPr>
            <p:cNvPr id="1136" name="Google Shape;1136;p4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42"/>
          <p:cNvSpPr/>
          <p:nvPr/>
        </p:nvSpPr>
        <p:spPr>
          <a:xfrm rot="-9900095">
            <a:off x="8349145" y="4056062"/>
            <a:ext cx="424434" cy="627506"/>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rot="-3511162">
            <a:off x="1058077" y="269341"/>
            <a:ext cx="738535" cy="540314"/>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 name="Google Shape;1141;p42"/>
          <p:cNvGrpSpPr/>
          <p:nvPr/>
        </p:nvGrpSpPr>
        <p:grpSpPr>
          <a:xfrm rot="-10374925">
            <a:off x="329402" y="488210"/>
            <a:ext cx="359745" cy="325867"/>
            <a:chOff x="1640475" y="1197075"/>
            <a:chExt cx="55475" cy="50250"/>
          </a:xfrm>
        </p:grpSpPr>
        <p:sp>
          <p:nvSpPr>
            <p:cNvPr id="1142" name="Google Shape;1142;p4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_1_1">
    <p:spTree>
      <p:nvGrpSpPr>
        <p:cNvPr id="1145" name="Shape 1145"/>
        <p:cNvGrpSpPr/>
        <p:nvPr/>
      </p:nvGrpSpPr>
      <p:grpSpPr>
        <a:xfrm>
          <a:off x="0" y="0"/>
          <a:ext cx="0" cy="0"/>
          <a:chOff x="0" y="0"/>
          <a:chExt cx="0" cy="0"/>
        </a:xfrm>
      </p:grpSpPr>
      <p:sp>
        <p:nvSpPr>
          <p:cNvPr id="1146" name="Google Shape;1146;p43"/>
          <p:cNvSpPr/>
          <p:nvPr/>
        </p:nvSpPr>
        <p:spPr>
          <a:xfrm>
            <a:off x="-128026" y="4106413"/>
            <a:ext cx="3465023" cy="1209053"/>
          </a:xfrm>
          <a:custGeom>
            <a:rect b="b" l="l" r="r" t="t"/>
            <a:pathLst>
              <a:path extrusionOk="0" h="7088" w="21861">
                <a:moveTo>
                  <a:pt x="1470" y="1"/>
                </a:moveTo>
                <a:cubicBezTo>
                  <a:pt x="969" y="1"/>
                  <a:pt x="465" y="73"/>
                  <a:pt x="0" y="211"/>
                </a:cubicBezTo>
                <a:lnTo>
                  <a:pt x="0" y="7087"/>
                </a:lnTo>
                <a:lnTo>
                  <a:pt x="21860" y="7087"/>
                </a:lnTo>
                <a:cubicBezTo>
                  <a:pt x="21784" y="6987"/>
                  <a:pt x="21696" y="6892"/>
                  <a:pt x="21596" y="6806"/>
                </a:cubicBezTo>
                <a:cubicBezTo>
                  <a:pt x="21135" y="6406"/>
                  <a:pt x="20429" y="6167"/>
                  <a:pt x="19720" y="6167"/>
                </a:cubicBezTo>
                <a:cubicBezTo>
                  <a:pt x="19688" y="6167"/>
                  <a:pt x="19657" y="6168"/>
                  <a:pt x="19626" y="6169"/>
                </a:cubicBezTo>
                <a:cubicBezTo>
                  <a:pt x="19086" y="6184"/>
                  <a:pt x="18553" y="6331"/>
                  <a:pt x="18022" y="6331"/>
                </a:cubicBezTo>
                <a:cubicBezTo>
                  <a:pt x="17915" y="6331"/>
                  <a:pt x="17808" y="6325"/>
                  <a:pt x="17701" y="6311"/>
                </a:cubicBezTo>
                <a:cubicBezTo>
                  <a:pt x="17575" y="6294"/>
                  <a:pt x="17455" y="6267"/>
                  <a:pt x="17341" y="6232"/>
                </a:cubicBezTo>
                <a:cubicBezTo>
                  <a:pt x="17316" y="6223"/>
                  <a:pt x="17292" y="6216"/>
                  <a:pt x="17268" y="6207"/>
                </a:cubicBezTo>
                <a:cubicBezTo>
                  <a:pt x="16400" y="5904"/>
                  <a:pt x="15883" y="5118"/>
                  <a:pt x="15068" y="4680"/>
                </a:cubicBezTo>
                <a:cubicBezTo>
                  <a:pt x="14496" y="4373"/>
                  <a:pt x="13820" y="4258"/>
                  <a:pt x="13115" y="4258"/>
                </a:cubicBezTo>
                <a:cubicBezTo>
                  <a:pt x="12312" y="4258"/>
                  <a:pt x="11471" y="4408"/>
                  <a:pt x="10706" y="4596"/>
                </a:cubicBezTo>
                <a:cubicBezTo>
                  <a:pt x="10023" y="4765"/>
                  <a:pt x="9316" y="4959"/>
                  <a:pt x="8608" y="4959"/>
                </a:cubicBezTo>
                <a:cubicBezTo>
                  <a:pt x="8441" y="4959"/>
                  <a:pt x="8274" y="4948"/>
                  <a:pt x="8107" y="4924"/>
                </a:cubicBezTo>
                <a:cubicBezTo>
                  <a:pt x="6811" y="4733"/>
                  <a:pt x="5999" y="3788"/>
                  <a:pt x="5474" y="2893"/>
                </a:cubicBezTo>
                <a:cubicBezTo>
                  <a:pt x="4948" y="1997"/>
                  <a:pt x="4493" y="1003"/>
                  <a:pt x="3416" y="436"/>
                </a:cubicBezTo>
                <a:cubicBezTo>
                  <a:pt x="2851" y="140"/>
                  <a:pt x="2164" y="1"/>
                  <a:pt x="1470"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3"/>
          <p:cNvSpPr/>
          <p:nvPr/>
        </p:nvSpPr>
        <p:spPr>
          <a:xfrm>
            <a:off x="7140208" y="-213544"/>
            <a:ext cx="2085100" cy="1101248"/>
          </a:xfrm>
          <a:custGeom>
            <a:rect b="b" l="l" r="r" t="t"/>
            <a:pathLst>
              <a:path extrusionOk="0" h="6456" w="13155">
                <a:moveTo>
                  <a:pt x="11275" y="1"/>
                </a:moveTo>
                <a:lnTo>
                  <a:pt x="11275" y="4"/>
                </a:lnTo>
                <a:lnTo>
                  <a:pt x="209" y="2"/>
                </a:lnTo>
                <a:cubicBezTo>
                  <a:pt x="185" y="57"/>
                  <a:pt x="164" y="111"/>
                  <a:pt x="145" y="167"/>
                </a:cubicBezTo>
                <a:cubicBezTo>
                  <a:pt x="138" y="184"/>
                  <a:pt x="132" y="203"/>
                  <a:pt x="127" y="221"/>
                </a:cubicBezTo>
                <a:cubicBezTo>
                  <a:pt x="59" y="429"/>
                  <a:pt x="18" y="643"/>
                  <a:pt x="6" y="860"/>
                </a:cubicBezTo>
                <a:cubicBezTo>
                  <a:pt x="0" y="984"/>
                  <a:pt x="3" y="1110"/>
                  <a:pt x="14" y="1233"/>
                </a:cubicBezTo>
                <a:cubicBezTo>
                  <a:pt x="16" y="1251"/>
                  <a:pt x="18" y="1270"/>
                  <a:pt x="20" y="1288"/>
                </a:cubicBezTo>
                <a:cubicBezTo>
                  <a:pt x="60" y="1638"/>
                  <a:pt x="172" y="1982"/>
                  <a:pt x="341" y="2300"/>
                </a:cubicBezTo>
                <a:cubicBezTo>
                  <a:pt x="351" y="2319"/>
                  <a:pt x="361" y="2337"/>
                  <a:pt x="371" y="2355"/>
                </a:cubicBezTo>
                <a:cubicBezTo>
                  <a:pt x="531" y="2642"/>
                  <a:pt x="740" y="2905"/>
                  <a:pt x="987" y="3134"/>
                </a:cubicBezTo>
                <a:cubicBezTo>
                  <a:pt x="1075" y="3217"/>
                  <a:pt x="1169" y="3295"/>
                  <a:pt x="1269" y="3368"/>
                </a:cubicBezTo>
                <a:cubicBezTo>
                  <a:pt x="1295" y="3387"/>
                  <a:pt x="1320" y="3405"/>
                  <a:pt x="1345" y="3422"/>
                </a:cubicBezTo>
                <a:cubicBezTo>
                  <a:pt x="1608" y="3604"/>
                  <a:pt x="1902" y="3745"/>
                  <a:pt x="2218" y="3827"/>
                </a:cubicBezTo>
                <a:cubicBezTo>
                  <a:pt x="2441" y="3883"/>
                  <a:pt x="2668" y="3908"/>
                  <a:pt x="2896" y="3908"/>
                </a:cubicBezTo>
                <a:cubicBezTo>
                  <a:pt x="3496" y="3908"/>
                  <a:pt x="4103" y="3734"/>
                  <a:pt x="4654" y="3501"/>
                </a:cubicBezTo>
                <a:cubicBezTo>
                  <a:pt x="4713" y="3476"/>
                  <a:pt x="4773" y="3450"/>
                  <a:pt x="4833" y="3424"/>
                </a:cubicBezTo>
                <a:cubicBezTo>
                  <a:pt x="4873" y="3406"/>
                  <a:pt x="4915" y="3387"/>
                  <a:pt x="4955" y="3369"/>
                </a:cubicBezTo>
                <a:cubicBezTo>
                  <a:pt x="5539" y="3105"/>
                  <a:pt x="6130" y="2820"/>
                  <a:pt x="6764" y="2820"/>
                </a:cubicBezTo>
                <a:cubicBezTo>
                  <a:pt x="6811" y="2820"/>
                  <a:pt x="6859" y="2822"/>
                  <a:pt x="6907" y="2825"/>
                </a:cubicBezTo>
                <a:cubicBezTo>
                  <a:pt x="7405" y="2860"/>
                  <a:pt x="7836" y="3071"/>
                  <a:pt x="8213" y="3369"/>
                </a:cubicBezTo>
                <a:cubicBezTo>
                  <a:pt x="8237" y="3387"/>
                  <a:pt x="8259" y="3405"/>
                  <a:pt x="8281" y="3424"/>
                </a:cubicBezTo>
                <a:cubicBezTo>
                  <a:pt x="8634" y="3715"/>
                  <a:pt x="8939" y="4078"/>
                  <a:pt x="9207" y="4436"/>
                </a:cubicBezTo>
                <a:cubicBezTo>
                  <a:pt x="9219" y="4454"/>
                  <a:pt x="9233" y="4472"/>
                  <a:pt x="9246" y="4490"/>
                </a:cubicBezTo>
                <a:cubicBezTo>
                  <a:pt x="9246" y="4490"/>
                  <a:pt x="9247" y="4490"/>
                  <a:pt x="9247" y="4491"/>
                </a:cubicBezTo>
                <a:cubicBezTo>
                  <a:pt x="9498" y="4831"/>
                  <a:pt x="9757" y="5189"/>
                  <a:pt x="10053" y="5504"/>
                </a:cubicBezTo>
                <a:cubicBezTo>
                  <a:pt x="10070" y="5523"/>
                  <a:pt x="10087" y="5541"/>
                  <a:pt x="10104" y="5559"/>
                </a:cubicBezTo>
                <a:cubicBezTo>
                  <a:pt x="10436" y="5901"/>
                  <a:pt x="10812" y="6189"/>
                  <a:pt x="11272" y="6342"/>
                </a:cubicBezTo>
                <a:cubicBezTo>
                  <a:pt x="11292" y="6348"/>
                  <a:pt x="11311" y="6355"/>
                  <a:pt x="11333" y="6361"/>
                </a:cubicBezTo>
                <a:cubicBezTo>
                  <a:pt x="11361" y="6370"/>
                  <a:pt x="11391" y="6378"/>
                  <a:pt x="11420" y="6386"/>
                </a:cubicBezTo>
                <a:cubicBezTo>
                  <a:pt x="11605" y="6434"/>
                  <a:pt x="11791" y="6456"/>
                  <a:pt x="11976" y="6456"/>
                </a:cubicBezTo>
                <a:cubicBezTo>
                  <a:pt x="12384" y="6456"/>
                  <a:pt x="12786" y="6349"/>
                  <a:pt x="13154" y="6177"/>
                </a:cubicBezTo>
                <a:lnTo>
                  <a:pt x="13154" y="5505"/>
                </a:lnTo>
                <a:lnTo>
                  <a:pt x="13154" y="4492"/>
                </a:lnTo>
                <a:lnTo>
                  <a:pt x="13154" y="3371"/>
                </a:lnTo>
                <a:lnTo>
                  <a:pt x="13155" y="2358"/>
                </a:lnTo>
                <a:lnTo>
                  <a:pt x="13155" y="1236"/>
                </a:lnTo>
                <a:lnTo>
                  <a:pt x="13155" y="221"/>
                </a:lnTo>
                <a:lnTo>
                  <a:pt x="13155" y="5"/>
                </a:lnTo>
                <a:lnTo>
                  <a:pt x="11334" y="4"/>
                </a:lnTo>
                <a:lnTo>
                  <a:pt x="11334" y="1"/>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3"/>
          <p:cNvSpPr/>
          <p:nvPr/>
        </p:nvSpPr>
        <p:spPr>
          <a:xfrm>
            <a:off x="-251977" y="-424375"/>
            <a:ext cx="4573114" cy="1659548"/>
          </a:xfrm>
          <a:custGeom>
            <a:rect b="b" l="l" r="r" t="t"/>
            <a:pathLst>
              <a:path extrusionOk="0" h="9729" w="28852">
                <a:moveTo>
                  <a:pt x="27909" y="1"/>
                </a:moveTo>
                <a:cubicBezTo>
                  <a:pt x="27641" y="1"/>
                  <a:pt x="27359" y="65"/>
                  <a:pt x="27138" y="117"/>
                </a:cubicBezTo>
                <a:cubicBezTo>
                  <a:pt x="26393" y="292"/>
                  <a:pt x="25642" y="438"/>
                  <a:pt x="24886" y="556"/>
                </a:cubicBezTo>
                <a:cubicBezTo>
                  <a:pt x="23384" y="791"/>
                  <a:pt x="21867" y="918"/>
                  <a:pt x="20347" y="969"/>
                </a:cubicBezTo>
                <a:cubicBezTo>
                  <a:pt x="19779" y="988"/>
                  <a:pt x="19211" y="997"/>
                  <a:pt x="18643" y="997"/>
                </a:cubicBezTo>
                <a:cubicBezTo>
                  <a:pt x="16156" y="997"/>
                  <a:pt x="13669" y="829"/>
                  <a:pt x="11190" y="628"/>
                </a:cubicBezTo>
                <a:cubicBezTo>
                  <a:pt x="9660" y="504"/>
                  <a:pt x="8132" y="368"/>
                  <a:pt x="6601" y="249"/>
                </a:cubicBezTo>
                <a:cubicBezTo>
                  <a:pt x="5839" y="189"/>
                  <a:pt x="5076" y="132"/>
                  <a:pt x="4312" y="87"/>
                </a:cubicBezTo>
                <a:cubicBezTo>
                  <a:pt x="4099" y="75"/>
                  <a:pt x="3881" y="64"/>
                  <a:pt x="3664" y="64"/>
                </a:cubicBezTo>
                <a:cubicBezTo>
                  <a:pt x="3221" y="64"/>
                  <a:pt x="2777" y="107"/>
                  <a:pt x="2362" y="261"/>
                </a:cubicBezTo>
                <a:cubicBezTo>
                  <a:pt x="1198" y="695"/>
                  <a:pt x="625" y="1959"/>
                  <a:pt x="327" y="3085"/>
                </a:cubicBezTo>
                <a:cubicBezTo>
                  <a:pt x="51" y="4125"/>
                  <a:pt x="0" y="5240"/>
                  <a:pt x="241" y="6293"/>
                </a:cubicBezTo>
                <a:cubicBezTo>
                  <a:pt x="475" y="7320"/>
                  <a:pt x="1013" y="8271"/>
                  <a:pt x="1861" y="8911"/>
                </a:cubicBezTo>
                <a:cubicBezTo>
                  <a:pt x="2297" y="9241"/>
                  <a:pt x="2827" y="9490"/>
                  <a:pt x="3378" y="9490"/>
                </a:cubicBezTo>
                <a:cubicBezTo>
                  <a:pt x="3472" y="9490"/>
                  <a:pt x="3567" y="9482"/>
                  <a:pt x="3662" y="9467"/>
                </a:cubicBezTo>
                <a:cubicBezTo>
                  <a:pt x="4312" y="9361"/>
                  <a:pt x="4799" y="8877"/>
                  <a:pt x="5302" y="8495"/>
                </a:cubicBezTo>
                <a:cubicBezTo>
                  <a:pt x="5837" y="8088"/>
                  <a:pt x="6442" y="7738"/>
                  <a:pt x="7106" y="7594"/>
                </a:cubicBezTo>
                <a:cubicBezTo>
                  <a:pt x="7279" y="7557"/>
                  <a:pt x="7450" y="7538"/>
                  <a:pt x="7618" y="7538"/>
                </a:cubicBezTo>
                <a:cubicBezTo>
                  <a:pt x="8095" y="7538"/>
                  <a:pt x="8551" y="7686"/>
                  <a:pt x="8965" y="7966"/>
                </a:cubicBezTo>
                <a:cubicBezTo>
                  <a:pt x="9884" y="8588"/>
                  <a:pt x="10692" y="9729"/>
                  <a:pt x="11891" y="9729"/>
                </a:cubicBezTo>
                <a:cubicBezTo>
                  <a:pt x="11980" y="9729"/>
                  <a:pt x="12071" y="9723"/>
                  <a:pt x="12164" y="9709"/>
                </a:cubicBezTo>
                <a:cubicBezTo>
                  <a:pt x="13260" y="9554"/>
                  <a:pt x="13511" y="8401"/>
                  <a:pt x="13804" y="7521"/>
                </a:cubicBezTo>
                <a:cubicBezTo>
                  <a:pt x="13945" y="7099"/>
                  <a:pt x="14127" y="6643"/>
                  <a:pt x="14504" y="6377"/>
                </a:cubicBezTo>
                <a:cubicBezTo>
                  <a:pt x="14738" y="6212"/>
                  <a:pt x="15003" y="6142"/>
                  <a:pt x="15276" y="6142"/>
                </a:cubicBezTo>
                <a:cubicBezTo>
                  <a:pt x="15402" y="6142"/>
                  <a:pt x="15530" y="6157"/>
                  <a:pt x="15656" y="6184"/>
                </a:cubicBezTo>
                <a:cubicBezTo>
                  <a:pt x="16572" y="6381"/>
                  <a:pt x="17354" y="6961"/>
                  <a:pt x="18244" y="7232"/>
                </a:cubicBezTo>
                <a:cubicBezTo>
                  <a:pt x="18502" y="7311"/>
                  <a:pt x="18774" y="7363"/>
                  <a:pt x="19044" y="7363"/>
                </a:cubicBezTo>
                <a:cubicBezTo>
                  <a:pt x="19207" y="7363"/>
                  <a:pt x="19369" y="7344"/>
                  <a:pt x="19529" y="7301"/>
                </a:cubicBezTo>
                <a:cubicBezTo>
                  <a:pt x="19978" y="7178"/>
                  <a:pt x="20331" y="6877"/>
                  <a:pt x="20595" y="6501"/>
                </a:cubicBezTo>
                <a:cubicBezTo>
                  <a:pt x="21130" y="5738"/>
                  <a:pt x="21292" y="4712"/>
                  <a:pt x="21999" y="4070"/>
                </a:cubicBezTo>
                <a:cubicBezTo>
                  <a:pt x="22362" y="3741"/>
                  <a:pt x="22807" y="3634"/>
                  <a:pt x="23269" y="3634"/>
                </a:cubicBezTo>
                <a:cubicBezTo>
                  <a:pt x="23739" y="3634"/>
                  <a:pt x="24227" y="3745"/>
                  <a:pt x="24664" y="3849"/>
                </a:cubicBezTo>
                <a:cubicBezTo>
                  <a:pt x="25227" y="3981"/>
                  <a:pt x="25851" y="4166"/>
                  <a:pt x="26455" y="4166"/>
                </a:cubicBezTo>
                <a:cubicBezTo>
                  <a:pt x="26763" y="4166"/>
                  <a:pt x="27066" y="4118"/>
                  <a:pt x="27353" y="3990"/>
                </a:cubicBezTo>
                <a:cubicBezTo>
                  <a:pt x="28400" y="3523"/>
                  <a:pt x="28496" y="2313"/>
                  <a:pt x="28400" y="1304"/>
                </a:cubicBezTo>
                <a:cubicBezTo>
                  <a:pt x="28773" y="1190"/>
                  <a:pt x="28851" y="712"/>
                  <a:pt x="28673" y="381"/>
                </a:cubicBezTo>
                <a:cubicBezTo>
                  <a:pt x="28515" y="88"/>
                  <a:pt x="28221" y="1"/>
                  <a:pt x="27909"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3"/>
          <p:cNvSpPr/>
          <p:nvPr/>
        </p:nvSpPr>
        <p:spPr>
          <a:xfrm>
            <a:off x="7213473" y="3051297"/>
            <a:ext cx="2320001" cy="2598236"/>
          </a:xfrm>
          <a:custGeom>
            <a:rect b="b" l="l" r="r" t="t"/>
            <a:pathLst>
              <a:path extrusionOk="0" h="15232" w="14637">
                <a:moveTo>
                  <a:pt x="11445" y="0"/>
                </a:moveTo>
                <a:cubicBezTo>
                  <a:pt x="11308" y="0"/>
                  <a:pt x="11172" y="12"/>
                  <a:pt x="11039" y="38"/>
                </a:cubicBezTo>
                <a:cubicBezTo>
                  <a:pt x="10644" y="116"/>
                  <a:pt x="10316" y="327"/>
                  <a:pt x="10145" y="596"/>
                </a:cubicBezTo>
                <a:cubicBezTo>
                  <a:pt x="9794" y="1152"/>
                  <a:pt x="10018" y="1791"/>
                  <a:pt x="9781" y="2367"/>
                </a:cubicBezTo>
                <a:cubicBezTo>
                  <a:pt x="9296" y="3551"/>
                  <a:pt x="6867" y="3019"/>
                  <a:pt x="6220" y="4123"/>
                </a:cubicBezTo>
                <a:cubicBezTo>
                  <a:pt x="6016" y="4474"/>
                  <a:pt x="6063" y="4867"/>
                  <a:pt x="6119" y="5237"/>
                </a:cubicBezTo>
                <a:cubicBezTo>
                  <a:pt x="6188" y="5684"/>
                  <a:pt x="6293" y="6128"/>
                  <a:pt x="6331" y="6578"/>
                </a:cubicBezTo>
                <a:cubicBezTo>
                  <a:pt x="6392" y="7292"/>
                  <a:pt x="6256" y="8099"/>
                  <a:pt x="5518" y="8624"/>
                </a:cubicBezTo>
                <a:cubicBezTo>
                  <a:pt x="4829" y="9115"/>
                  <a:pt x="3797" y="9174"/>
                  <a:pt x="2910" y="9343"/>
                </a:cubicBezTo>
                <a:cubicBezTo>
                  <a:pt x="2462" y="9427"/>
                  <a:pt x="2020" y="9543"/>
                  <a:pt x="1637" y="9735"/>
                </a:cubicBezTo>
                <a:cubicBezTo>
                  <a:pt x="1309" y="9901"/>
                  <a:pt x="1030" y="10112"/>
                  <a:pt x="810" y="10355"/>
                </a:cubicBezTo>
                <a:cubicBezTo>
                  <a:pt x="347" y="10864"/>
                  <a:pt x="157" y="11482"/>
                  <a:pt x="81" y="12082"/>
                </a:cubicBezTo>
                <a:cubicBezTo>
                  <a:pt x="1" y="12715"/>
                  <a:pt x="23" y="13379"/>
                  <a:pt x="158" y="14007"/>
                </a:cubicBezTo>
                <a:cubicBezTo>
                  <a:pt x="228" y="14329"/>
                  <a:pt x="371" y="14667"/>
                  <a:pt x="709" y="14896"/>
                </a:cubicBezTo>
                <a:cubicBezTo>
                  <a:pt x="1077" y="15146"/>
                  <a:pt x="1583" y="15204"/>
                  <a:pt x="2068" y="15214"/>
                </a:cubicBezTo>
                <a:cubicBezTo>
                  <a:pt x="2549" y="15226"/>
                  <a:pt x="3032" y="15229"/>
                  <a:pt x="3515" y="15229"/>
                </a:cubicBezTo>
                <a:cubicBezTo>
                  <a:pt x="4226" y="15229"/>
                  <a:pt x="4937" y="15222"/>
                  <a:pt x="5646" y="15222"/>
                </a:cubicBezTo>
                <a:cubicBezTo>
                  <a:pt x="5675" y="15222"/>
                  <a:pt x="5704" y="15222"/>
                  <a:pt x="5733" y="15222"/>
                </a:cubicBezTo>
                <a:lnTo>
                  <a:pt x="9469" y="15227"/>
                </a:lnTo>
                <a:cubicBezTo>
                  <a:pt x="10086" y="15228"/>
                  <a:pt x="10704" y="15228"/>
                  <a:pt x="11322" y="15229"/>
                </a:cubicBezTo>
                <a:cubicBezTo>
                  <a:pt x="11640" y="15230"/>
                  <a:pt x="11959" y="15231"/>
                  <a:pt x="12278" y="15231"/>
                </a:cubicBezTo>
                <a:cubicBezTo>
                  <a:pt x="12529" y="15231"/>
                  <a:pt x="12784" y="15225"/>
                  <a:pt x="13014" y="15145"/>
                </a:cubicBezTo>
                <a:cubicBezTo>
                  <a:pt x="13410" y="15008"/>
                  <a:pt x="13574" y="14685"/>
                  <a:pt x="13640" y="14388"/>
                </a:cubicBezTo>
                <a:cubicBezTo>
                  <a:pt x="13728" y="13988"/>
                  <a:pt x="13742" y="13577"/>
                  <a:pt x="13785" y="13173"/>
                </a:cubicBezTo>
                <a:cubicBezTo>
                  <a:pt x="13882" y="12264"/>
                  <a:pt x="13977" y="11357"/>
                  <a:pt x="14072" y="10449"/>
                </a:cubicBezTo>
                <a:cubicBezTo>
                  <a:pt x="14166" y="9541"/>
                  <a:pt x="14259" y="8633"/>
                  <a:pt x="14352" y="7724"/>
                </a:cubicBezTo>
                <a:cubicBezTo>
                  <a:pt x="14437" y="6875"/>
                  <a:pt x="14530" y="6026"/>
                  <a:pt x="14567" y="5174"/>
                </a:cubicBezTo>
                <a:cubicBezTo>
                  <a:pt x="14637" y="3541"/>
                  <a:pt x="14491" y="1869"/>
                  <a:pt x="13640" y="340"/>
                </a:cubicBezTo>
                <a:cubicBezTo>
                  <a:pt x="13611" y="289"/>
                  <a:pt x="13548" y="267"/>
                  <a:pt x="13488" y="267"/>
                </a:cubicBezTo>
                <a:cubicBezTo>
                  <a:pt x="13394" y="267"/>
                  <a:pt x="13305" y="319"/>
                  <a:pt x="13349" y="398"/>
                </a:cubicBezTo>
                <a:cubicBezTo>
                  <a:pt x="13385" y="461"/>
                  <a:pt x="13419" y="526"/>
                  <a:pt x="13452" y="589"/>
                </a:cubicBezTo>
                <a:cubicBezTo>
                  <a:pt x="13105" y="411"/>
                  <a:pt x="12738" y="253"/>
                  <a:pt x="12342" y="140"/>
                </a:cubicBezTo>
                <a:cubicBezTo>
                  <a:pt x="12060" y="59"/>
                  <a:pt x="11751" y="0"/>
                  <a:pt x="1144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3"/>
          <p:cNvSpPr txBox="1"/>
          <p:nvPr>
            <p:ph type="title"/>
          </p:nvPr>
        </p:nvSpPr>
        <p:spPr>
          <a:xfrm>
            <a:off x="1693050" y="445025"/>
            <a:ext cx="5757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51" name="Google Shape;1151;p43"/>
          <p:cNvSpPr txBox="1"/>
          <p:nvPr>
            <p:ph idx="1" type="body"/>
          </p:nvPr>
        </p:nvSpPr>
        <p:spPr>
          <a:xfrm>
            <a:off x="713225" y="1442650"/>
            <a:ext cx="7717500" cy="3129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Gloria Hallelujah"/>
              <a:buChar char="●"/>
              <a:defRPr sz="1400">
                <a:latin typeface="Raleway"/>
                <a:ea typeface="Raleway"/>
                <a:cs typeface="Raleway"/>
                <a:sym typeface="Raleway"/>
              </a:defRPr>
            </a:lvl1pPr>
            <a:lvl2pPr indent="-317500" lvl="1" marL="9144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2pPr>
            <a:lvl3pPr indent="-317500" lvl="2" marL="13716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3pPr>
            <a:lvl4pPr indent="-317500" lvl="3" marL="18288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4pPr>
            <a:lvl5pPr indent="-317500" lvl="4" marL="22860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5pPr>
            <a:lvl6pPr indent="-317500" lvl="5" marL="27432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6pPr>
            <a:lvl7pPr indent="-317500" lvl="6" marL="32004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7pPr>
            <a:lvl8pPr indent="-317500" lvl="7" marL="36576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8pPr>
            <a:lvl9pPr indent="-317500" lvl="8" marL="41148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9pPr>
          </a:lstStyle>
          <a:p/>
        </p:txBody>
      </p:sp>
      <p:grpSp>
        <p:nvGrpSpPr>
          <p:cNvPr id="1152" name="Google Shape;1152;p43"/>
          <p:cNvGrpSpPr/>
          <p:nvPr/>
        </p:nvGrpSpPr>
        <p:grpSpPr>
          <a:xfrm rot="899945">
            <a:off x="7776598" y="266617"/>
            <a:ext cx="359746" cy="325869"/>
            <a:chOff x="1640475" y="1197075"/>
            <a:chExt cx="55475" cy="50250"/>
          </a:xfrm>
        </p:grpSpPr>
        <p:sp>
          <p:nvSpPr>
            <p:cNvPr id="1153" name="Google Shape;1153;p4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 name="Google Shape;1156;p43"/>
          <p:cNvSpPr/>
          <p:nvPr/>
        </p:nvSpPr>
        <p:spPr>
          <a:xfrm flipH="1" rot="997180">
            <a:off x="220521" y="343717"/>
            <a:ext cx="848082" cy="171653"/>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3"/>
          <p:cNvSpPr/>
          <p:nvPr/>
        </p:nvSpPr>
        <p:spPr>
          <a:xfrm rot="-10262709">
            <a:off x="6864155" y="4703248"/>
            <a:ext cx="970031" cy="22723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 name="Google Shape;1158;p43"/>
          <p:cNvGrpSpPr/>
          <p:nvPr/>
        </p:nvGrpSpPr>
        <p:grpSpPr>
          <a:xfrm rot="-3600132">
            <a:off x="1590800" y="402690"/>
            <a:ext cx="239901" cy="217311"/>
            <a:chOff x="1640475" y="1197075"/>
            <a:chExt cx="55475" cy="50250"/>
          </a:xfrm>
        </p:grpSpPr>
        <p:sp>
          <p:nvSpPr>
            <p:cNvPr id="1159" name="Google Shape;1159;p4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43"/>
          <p:cNvGrpSpPr/>
          <p:nvPr/>
        </p:nvGrpSpPr>
        <p:grpSpPr>
          <a:xfrm rot="10799765">
            <a:off x="8163975" y="4278850"/>
            <a:ext cx="243108" cy="220216"/>
            <a:chOff x="1640475" y="1197075"/>
            <a:chExt cx="55475" cy="50250"/>
          </a:xfrm>
        </p:grpSpPr>
        <p:sp>
          <p:nvSpPr>
            <p:cNvPr id="1163" name="Google Shape;1163;p4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 name="Google Shape;1166;p43"/>
          <p:cNvSpPr/>
          <p:nvPr/>
        </p:nvSpPr>
        <p:spPr>
          <a:xfrm flipH="1">
            <a:off x="8391886" y="405626"/>
            <a:ext cx="510489" cy="754774"/>
          </a:xfrm>
          <a:custGeom>
            <a:rect b="b" l="l" r="r" t="t"/>
            <a:pathLst>
              <a:path extrusionOk="0" h="15713" w="10628">
                <a:moveTo>
                  <a:pt x="9154" y="0"/>
                </a:moveTo>
                <a:cubicBezTo>
                  <a:pt x="9141" y="0"/>
                  <a:pt x="9128" y="5"/>
                  <a:pt x="9118" y="14"/>
                </a:cubicBezTo>
                <a:cubicBezTo>
                  <a:pt x="9094" y="34"/>
                  <a:pt x="9092" y="69"/>
                  <a:pt x="9112" y="93"/>
                </a:cubicBezTo>
                <a:cubicBezTo>
                  <a:pt x="9278" y="281"/>
                  <a:pt x="9433" y="486"/>
                  <a:pt x="9574" y="703"/>
                </a:cubicBezTo>
                <a:cubicBezTo>
                  <a:pt x="9585" y="719"/>
                  <a:pt x="9602" y="727"/>
                  <a:pt x="9620" y="727"/>
                </a:cubicBezTo>
                <a:cubicBezTo>
                  <a:pt x="9631" y="727"/>
                  <a:pt x="9641" y="725"/>
                  <a:pt x="9651" y="719"/>
                </a:cubicBezTo>
                <a:cubicBezTo>
                  <a:pt x="9677" y="703"/>
                  <a:pt x="9684" y="668"/>
                  <a:pt x="9667" y="642"/>
                </a:cubicBezTo>
                <a:cubicBezTo>
                  <a:pt x="9524" y="421"/>
                  <a:pt x="9366" y="212"/>
                  <a:pt x="9196" y="19"/>
                </a:cubicBezTo>
                <a:cubicBezTo>
                  <a:pt x="9185" y="6"/>
                  <a:pt x="9169" y="0"/>
                  <a:pt x="9154" y="0"/>
                </a:cubicBezTo>
                <a:close/>
                <a:moveTo>
                  <a:pt x="9994" y="1294"/>
                </a:moveTo>
                <a:cubicBezTo>
                  <a:pt x="9986" y="1294"/>
                  <a:pt x="9978" y="1296"/>
                  <a:pt x="9970" y="1299"/>
                </a:cubicBezTo>
                <a:cubicBezTo>
                  <a:pt x="9943" y="1312"/>
                  <a:pt x="9931" y="1345"/>
                  <a:pt x="9944" y="1373"/>
                </a:cubicBezTo>
                <a:cubicBezTo>
                  <a:pt x="10050" y="1602"/>
                  <a:pt x="10143" y="1843"/>
                  <a:pt x="10220" y="2087"/>
                </a:cubicBezTo>
                <a:cubicBezTo>
                  <a:pt x="10228" y="2111"/>
                  <a:pt x="10250" y="2126"/>
                  <a:pt x="10274" y="2126"/>
                </a:cubicBezTo>
                <a:cubicBezTo>
                  <a:pt x="10279" y="2126"/>
                  <a:pt x="10284" y="2125"/>
                  <a:pt x="10291" y="2124"/>
                </a:cubicBezTo>
                <a:cubicBezTo>
                  <a:pt x="10320" y="2114"/>
                  <a:pt x="10336" y="2083"/>
                  <a:pt x="10327" y="2054"/>
                </a:cubicBezTo>
                <a:cubicBezTo>
                  <a:pt x="10248" y="1805"/>
                  <a:pt x="10154" y="1561"/>
                  <a:pt x="10044" y="1326"/>
                </a:cubicBezTo>
                <a:cubicBezTo>
                  <a:pt x="10035" y="1306"/>
                  <a:pt x="10015" y="1294"/>
                  <a:pt x="9994" y="1294"/>
                </a:cubicBezTo>
                <a:close/>
                <a:moveTo>
                  <a:pt x="10459" y="2766"/>
                </a:moveTo>
                <a:cubicBezTo>
                  <a:pt x="10456" y="2766"/>
                  <a:pt x="10452" y="2766"/>
                  <a:pt x="10449" y="2767"/>
                </a:cubicBezTo>
                <a:cubicBezTo>
                  <a:pt x="10418" y="2772"/>
                  <a:pt x="10399" y="2801"/>
                  <a:pt x="10404" y="2831"/>
                </a:cubicBezTo>
                <a:cubicBezTo>
                  <a:pt x="10449" y="3078"/>
                  <a:pt x="10482" y="3334"/>
                  <a:pt x="10500" y="3593"/>
                </a:cubicBezTo>
                <a:cubicBezTo>
                  <a:pt x="10502" y="3621"/>
                  <a:pt x="10526" y="3644"/>
                  <a:pt x="10556" y="3644"/>
                </a:cubicBezTo>
                <a:lnTo>
                  <a:pt x="10559" y="3644"/>
                </a:lnTo>
                <a:cubicBezTo>
                  <a:pt x="10590" y="3642"/>
                  <a:pt x="10612" y="3615"/>
                  <a:pt x="10610" y="3585"/>
                </a:cubicBezTo>
                <a:cubicBezTo>
                  <a:pt x="10592" y="3322"/>
                  <a:pt x="10559" y="3062"/>
                  <a:pt x="10513" y="2811"/>
                </a:cubicBezTo>
                <a:cubicBezTo>
                  <a:pt x="10508" y="2784"/>
                  <a:pt x="10485" y="2766"/>
                  <a:pt x="10459" y="2766"/>
                </a:cubicBezTo>
                <a:close/>
                <a:moveTo>
                  <a:pt x="10573" y="4306"/>
                </a:moveTo>
                <a:cubicBezTo>
                  <a:pt x="10546" y="4306"/>
                  <a:pt x="10516" y="4330"/>
                  <a:pt x="10515" y="4361"/>
                </a:cubicBezTo>
                <a:cubicBezTo>
                  <a:pt x="10509" y="4612"/>
                  <a:pt x="10490" y="4869"/>
                  <a:pt x="10459" y="5127"/>
                </a:cubicBezTo>
                <a:cubicBezTo>
                  <a:pt x="10455" y="5158"/>
                  <a:pt x="10477" y="5185"/>
                  <a:pt x="10508" y="5189"/>
                </a:cubicBezTo>
                <a:lnTo>
                  <a:pt x="10514" y="5189"/>
                </a:lnTo>
                <a:cubicBezTo>
                  <a:pt x="10542" y="5189"/>
                  <a:pt x="10565" y="5168"/>
                  <a:pt x="10569" y="5141"/>
                </a:cubicBezTo>
                <a:cubicBezTo>
                  <a:pt x="10600" y="4879"/>
                  <a:pt x="10620" y="4618"/>
                  <a:pt x="10626" y="4364"/>
                </a:cubicBezTo>
                <a:cubicBezTo>
                  <a:pt x="10627" y="4333"/>
                  <a:pt x="10604" y="4307"/>
                  <a:pt x="10573" y="4306"/>
                </a:cubicBezTo>
                <a:close/>
                <a:moveTo>
                  <a:pt x="10392" y="5842"/>
                </a:moveTo>
                <a:cubicBezTo>
                  <a:pt x="10366" y="5842"/>
                  <a:pt x="10342" y="5860"/>
                  <a:pt x="10337" y="5886"/>
                </a:cubicBezTo>
                <a:cubicBezTo>
                  <a:pt x="10329" y="5923"/>
                  <a:pt x="10322" y="5959"/>
                  <a:pt x="10314" y="5994"/>
                </a:cubicBezTo>
                <a:cubicBezTo>
                  <a:pt x="10268" y="6208"/>
                  <a:pt x="10215" y="6424"/>
                  <a:pt x="10156" y="6634"/>
                </a:cubicBezTo>
                <a:cubicBezTo>
                  <a:pt x="10148" y="6664"/>
                  <a:pt x="10165" y="6695"/>
                  <a:pt x="10195" y="6702"/>
                </a:cubicBezTo>
                <a:cubicBezTo>
                  <a:pt x="10200" y="6705"/>
                  <a:pt x="10204" y="6705"/>
                  <a:pt x="10210" y="6705"/>
                </a:cubicBezTo>
                <a:cubicBezTo>
                  <a:pt x="10234" y="6705"/>
                  <a:pt x="10257" y="6689"/>
                  <a:pt x="10263" y="6664"/>
                </a:cubicBezTo>
                <a:cubicBezTo>
                  <a:pt x="10323" y="6451"/>
                  <a:pt x="10377" y="6233"/>
                  <a:pt x="10423" y="6018"/>
                </a:cubicBezTo>
                <a:cubicBezTo>
                  <a:pt x="10431" y="5981"/>
                  <a:pt x="10438" y="5945"/>
                  <a:pt x="10446" y="5909"/>
                </a:cubicBezTo>
                <a:cubicBezTo>
                  <a:pt x="10452" y="5878"/>
                  <a:pt x="10432" y="5849"/>
                  <a:pt x="10402" y="5842"/>
                </a:cubicBezTo>
                <a:cubicBezTo>
                  <a:pt x="10399" y="5842"/>
                  <a:pt x="10395" y="5842"/>
                  <a:pt x="10392" y="5842"/>
                </a:cubicBezTo>
                <a:close/>
                <a:moveTo>
                  <a:pt x="2671" y="7727"/>
                </a:moveTo>
                <a:cubicBezTo>
                  <a:pt x="2645" y="7727"/>
                  <a:pt x="2616" y="7750"/>
                  <a:pt x="2615" y="7780"/>
                </a:cubicBezTo>
                <a:cubicBezTo>
                  <a:pt x="2615" y="7811"/>
                  <a:pt x="2639" y="7837"/>
                  <a:pt x="2670" y="7838"/>
                </a:cubicBezTo>
                <a:cubicBezTo>
                  <a:pt x="2904" y="7844"/>
                  <a:pt x="3138" y="7936"/>
                  <a:pt x="3346" y="8101"/>
                </a:cubicBezTo>
                <a:cubicBezTo>
                  <a:pt x="3356" y="8109"/>
                  <a:pt x="3368" y="8113"/>
                  <a:pt x="3380" y="8113"/>
                </a:cubicBezTo>
                <a:cubicBezTo>
                  <a:pt x="3396" y="8113"/>
                  <a:pt x="3413" y="8106"/>
                  <a:pt x="3424" y="8092"/>
                </a:cubicBezTo>
                <a:cubicBezTo>
                  <a:pt x="3442" y="8068"/>
                  <a:pt x="3439" y="8032"/>
                  <a:pt x="3414" y="8014"/>
                </a:cubicBezTo>
                <a:cubicBezTo>
                  <a:pt x="3188" y="7834"/>
                  <a:pt x="2931" y="7734"/>
                  <a:pt x="2673" y="7727"/>
                </a:cubicBezTo>
                <a:cubicBezTo>
                  <a:pt x="2672" y="7727"/>
                  <a:pt x="2672" y="7727"/>
                  <a:pt x="2671" y="7727"/>
                </a:cubicBezTo>
                <a:close/>
                <a:moveTo>
                  <a:pt x="9973" y="7330"/>
                </a:moveTo>
                <a:cubicBezTo>
                  <a:pt x="9950" y="7330"/>
                  <a:pt x="9929" y="7344"/>
                  <a:pt x="9921" y="7367"/>
                </a:cubicBezTo>
                <a:cubicBezTo>
                  <a:pt x="9834" y="7607"/>
                  <a:pt x="9736" y="7848"/>
                  <a:pt x="9632" y="8081"/>
                </a:cubicBezTo>
                <a:cubicBezTo>
                  <a:pt x="9619" y="8108"/>
                  <a:pt x="9632" y="8141"/>
                  <a:pt x="9659" y="8153"/>
                </a:cubicBezTo>
                <a:cubicBezTo>
                  <a:pt x="9667" y="8157"/>
                  <a:pt x="9674" y="8159"/>
                  <a:pt x="9682" y="8159"/>
                </a:cubicBezTo>
                <a:cubicBezTo>
                  <a:pt x="9703" y="8159"/>
                  <a:pt x="9724" y="8147"/>
                  <a:pt x="9733" y="8125"/>
                </a:cubicBezTo>
                <a:cubicBezTo>
                  <a:pt x="9839" y="7890"/>
                  <a:pt x="9937" y="7648"/>
                  <a:pt x="10025" y="7405"/>
                </a:cubicBezTo>
                <a:cubicBezTo>
                  <a:pt x="10035" y="7377"/>
                  <a:pt x="10021" y="7344"/>
                  <a:pt x="9992" y="7334"/>
                </a:cubicBezTo>
                <a:cubicBezTo>
                  <a:pt x="9985" y="7331"/>
                  <a:pt x="9979" y="7330"/>
                  <a:pt x="9973" y="7330"/>
                </a:cubicBezTo>
                <a:close/>
                <a:moveTo>
                  <a:pt x="1957" y="7977"/>
                </a:moveTo>
                <a:cubicBezTo>
                  <a:pt x="1944" y="7977"/>
                  <a:pt x="1932" y="7981"/>
                  <a:pt x="1922" y="7990"/>
                </a:cubicBezTo>
                <a:cubicBezTo>
                  <a:pt x="1716" y="8153"/>
                  <a:pt x="1552" y="8384"/>
                  <a:pt x="1461" y="8637"/>
                </a:cubicBezTo>
                <a:cubicBezTo>
                  <a:pt x="1452" y="8666"/>
                  <a:pt x="1467" y="8698"/>
                  <a:pt x="1496" y="8709"/>
                </a:cubicBezTo>
                <a:cubicBezTo>
                  <a:pt x="1502" y="8711"/>
                  <a:pt x="1507" y="8712"/>
                  <a:pt x="1514" y="8712"/>
                </a:cubicBezTo>
                <a:cubicBezTo>
                  <a:pt x="1537" y="8712"/>
                  <a:pt x="1559" y="8697"/>
                  <a:pt x="1566" y="8674"/>
                </a:cubicBezTo>
                <a:cubicBezTo>
                  <a:pt x="1649" y="8441"/>
                  <a:pt x="1800" y="8228"/>
                  <a:pt x="1991" y="8076"/>
                </a:cubicBezTo>
                <a:cubicBezTo>
                  <a:pt x="2015" y="8057"/>
                  <a:pt x="2019" y="8022"/>
                  <a:pt x="2000" y="7998"/>
                </a:cubicBezTo>
                <a:cubicBezTo>
                  <a:pt x="1989" y="7984"/>
                  <a:pt x="1973" y="7977"/>
                  <a:pt x="1957" y="7977"/>
                </a:cubicBezTo>
                <a:close/>
                <a:moveTo>
                  <a:pt x="3845" y="8611"/>
                </a:moveTo>
                <a:cubicBezTo>
                  <a:pt x="3837" y="8611"/>
                  <a:pt x="3830" y="8612"/>
                  <a:pt x="3822" y="8616"/>
                </a:cubicBezTo>
                <a:cubicBezTo>
                  <a:pt x="3795" y="8627"/>
                  <a:pt x="3782" y="8661"/>
                  <a:pt x="3794" y="8688"/>
                </a:cubicBezTo>
                <a:cubicBezTo>
                  <a:pt x="3888" y="8903"/>
                  <a:pt x="3943" y="9150"/>
                  <a:pt x="3960" y="9421"/>
                </a:cubicBezTo>
                <a:cubicBezTo>
                  <a:pt x="3962" y="9450"/>
                  <a:pt x="3987" y="9472"/>
                  <a:pt x="4016" y="9472"/>
                </a:cubicBezTo>
                <a:lnTo>
                  <a:pt x="4019" y="9472"/>
                </a:lnTo>
                <a:cubicBezTo>
                  <a:pt x="4050" y="9470"/>
                  <a:pt x="4073" y="9445"/>
                  <a:pt x="4071" y="9414"/>
                </a:cubicBezTo>
                <a:cubicBezTo>
                  <a:pt x="4053" y="9130"/>
                  <a:pt x="3994" y="8871"/>
                  <a:pt x="3896" y="8645"/>
                </a:cubicBezTo>
                <a:cubicBezTo>
                  <a:pt x="3887" y="8624"/>
                  <a:pt x="3866" y="8611"/>
                  <a:pt x="3845" y="8611"/>
                </a:cubicBezTo>
                <a:close/>
                <a:moveTo>
                  <a:pt x="9339" y="8741"/>
                </a:moveTo>
                <a:cubicBezTo>
                  <a:pt x="9320" y="8741"/>
                  <a:pt x="9301" y="8752"/>
                  <a:pt x="9291" y="8771"/>
                </a:cubicBezTo>
                <a:cubicBezTo>
                  <a:pt x="9196" y="8946"/>
                  <a:pt x="9094" y="9121"/>
                  <a:pt x="8990" y="9290"/>
                </a:cubicBezTo>
                <a:cubicBezTo>
                  <a:pt x="8960" y="9338"/>
                  <a:pt x="8930" y="9385"/>
                  <a:pt x="8900" y="9433"/>
                </a:cubicBezTo>
                <a:cubicBezTo>
                  <a:pt x="8883" y="9459"/>
                  <a:pt x="8890" y="9493"/>
                  <a:pt x="8916" y="9510"/>
                </a:cubicBezTo>
                <a:cubicBezTo>
                  <a:pt x="8926" y="9515"/>
                  <a:pt x="8936" y="9518"/>
                  <a:pt x="8946" y="9518"/>
                </a:cubicBezTo>
                <a:cubicBezTo>
                  <a:pt x="8964" y="9518"/>
                  <a:pt x="8982" y="9509"/>
                  <a:pt x="8993" y="9493"/>
                </a:cubicBezTo>
                <a:cubicBezTo>
                  <a:pt x="9024" y="9445"/>
                  <a:pt x="9055" y="9397"/>
                  <a:pt x="9085" y="9349"/>
                </a:cubicBezTo>
                <a:cubicBezTo>
                  <a:pt x="9190" y="9178"/>
                  <a:pt x="9293" y="9000"/>
                  <a:pt x="9389" y="8823"/>
                </a:cubicBezTo>
                <a:cubicBezTo>
                  <a:pt x="9403" y="8796"/>
                  <a:pt x="9393" y="8762"/>
                  <a:pt x="9367" y="8748"/>
                </a:cubicBezTo>
                <a:cubicBezTo>
                  <a:pt x="9358" y="8743"/>
                  <a:pt x="9349" y="8741"/>
                  <a:pt x="9339" y="8741"/>
                </a:cubicBezTo>
                <a:close/>
                <a:moveTo>
                  <a:pt x="1463" y="9364"/>
                </a:moveTo>
                <a:cubicBezTo>
                  <a:pt x="1460" y="9364"/>
                  <a:pt x="1456" y="9364"/>
                  <a:pt x="1453" y="9365"/>
                </a:cubicBezTo>
                <a:cubicBezTo>
                  <a:pt x="1422" y="9370"/>
                  <a:pt x="1403" y="9399"/>
                  <a:pt x="1408" y="9429"/>
                </a:cubicBezTo>
                <a:cubicBezTo>
                  <a:pt x="1454" y="9678"/>
                  <a:pt x="1557" y="9931"/>
                  <a:pt x="1705" y="10162"/>
                </a:cubicBezTo>
                <a:cubicBezTo>
                  <a:pt x="1716" y="10179"/>
                  <a:pt x="1734" y="10187"/>
                  <a:pt x="1752" y="10187"/>
                </a:cubicBezTo>
                <a:cubicBezTo>
                  <a:pt x="1763" y="10187"/>
                  <a:pt x="1773" y="10184"/>
                  <a:pt x="1782" y="10179"/>
                </a:cubicBezTo>
                <a:cubicBezTo>
                  <a:pt x="1808" y="10162"/>
                  <a:pt x="1815" y="10127"/>
                  <a:pt x="1799" y="10102"/>
                </a:cubicBezTo>
                <a:cubicBezTo>
                  <a:pt x="1657" y="9883"/>
                  <a:pt x="1560" y="9643"/>
                  <a:pt x="1517" y="9409"/>
                </a:cubicBezTo>
                <a:cubicBezTo>
                  <a:pt x="1512" y="9382"/>
                  <a:pt x="1489" y="9364"/>
                  <a:pt x="1463" y="9364"/>
                </a:cubicBezTo>
                <a:close/>
                <a:moveTo>
                  <a:pt x="8495" y="10036"/>
                </a:moveTo>
                <a:cubicBezTo>
                  <a:pt x="8479" y="10036"/>
                  <a:pt x="8463" y="10043"/>
                  <a:pt x="8451" y="10057"/>
                </a:cubicBezTo>
                <a:cubicBezTo>
                  <a:pt x="8285" y="10264"/>
                  <a:pt x="8112" y="10454"/>
                  <a:pt x="7934" y="10621"/>
                </a:cubicBezTo>
                <a:cubicBezTo>
                  <a:pt x="7913" y="10642"/>
                  <a:pt x="7912" y="10678"/>
                  <a:pt x="7932" y="10700"/>
                </a:cubicBezTo>
                <a:cubicBezTo>
                  <a:pt x="7944" y="10711"/>
                  <a:pt x="7958" y="10717"/>
                  <a:pt x="7973" y="10717"/>
                </a:cubicBezTo>
                <a:cubicBezTo>
                  <a:pt x="7987" y="10717"/>
                  <a:pt x="8000" y="10712"/>
                  <a:pt x="8011" y="10702"/>
                </a:cubicBezTo>
                <a:cubicBezTo>
                  <a:pt x="8191" y="10531"/>
                  <a:pt x="8368" y="10338"/>
                  <a:pt x="8539" y="10126"/>
                </a:cubicBezTo>
                <a:cubicBezTo>
                  <a:pt x="8558" y="10102"/>
                  <a:pt x="8554" y="10068"/>
                  <a:pt x="8530" y="10048"/>
                </a:cubicBezTo>
                <a:cubicBezTo>
                  <a:pt x="8520" y="10040"/>
                  <a:pt x="8507" y="10036"/>
                  <a:pt x="8495" y="10036"/>
                </a:cubicBezTo>
                <a:close/>
                <a:moveTo>
                  <a:pt x="3979" y="10133"/>
                </a:moveTo>
                <a:cubicBezTo>
                  <a:pt x="3952" y="10133"/>
                  <a:pt x="3929" y="10154"/>
                  <a:pt x="3925" y="10182"/>
                </a:cubicBezTo>
                <a:lnTo>
                  <a:pt x="3920" y="10220"/>
                </a:lnTo>
                <a:cubicBezTo>
                  <a:pt x="3884" y="10457"/>
                  <a:pt x="3835" y="10698"/>
                  <a:pt x="3773" y="10933"/>
                </a:cubicBezTo>
                <a:cubicBezTo>
                  <a:pt x="3765" y="10963"/>
                  <a:pt x="3783" y="10993"/>
                  <a:pt x="3813" y="11000"/>
                </a:cubicBezTo>
                <a:cubicBezTo>
                  <a:pt x="3817" y="11002"/>
                  <a:pt x="3822" y="11002"/>
                  <a:pt x="3827" y="11002"/>
                </a:cubicBezTo>
                <a:cubicBezTo>
                  <a:pt x="3851" y="11002"/>
                  <a:pt x="3874" y="10986"/>
                  <a:pt x="3881" y="10961"/>
                </a:cubicBezTo>
                <a:cubicBezTo>
                  <a:pt x="3944" y="10721"/>
                  <a:pt x="3994" y="10478"/>
                  <a:pt x="4030" y="10236"/>
                </a:cubicBezTo>
                <a:lnTo>
                  <a:pt x="4035" y="10197"/>
                </a:lnTo>
                <a:cubicBezTo>
                  <a:pt x="4039" y="10166"/>
                  <a:pt x="4018" y="10138"/>
                  <a:pt x="3987" y="10134"/>
                </a:cubicBezTo>
                <a:cubicBezTo>
                  <a:pt x="3984" y="10133"/>
                  <a:pt x="3982" y="10133"/>
                  <a:pt x="3979" y="10133"/>
                </a:cubicBezTo>
                <a:close/>
                <a:moveTo>
                  <a:pt x="2272" y="10644"/>
                </a:moveTo>
                <a:cubicBezTo>
                  <a:pt x="2256" y="10644"/>
                  <a:pt x="2239" y="10651"/>
                  <a:pt x="2228" y="10665"/>
                </a:cubicBezTo>
                <a:cubicBezTo>
                  <a:pt x="2209" y="10689"/>
                  <a:pt x="2214" y="10725"/>
                  <a:pt x="2237" y="10744"/>
                </a:cubicBezTo>
                <a:cubicBezTo>
                  <a:pt x="2429" y="10898"/>
                  <a:pt x="2647" y="11033"/>
                  <a:pt x="2903" y="11158"/>
                </a:cubicBezTo>
                <a:cubicBezTo>
                  <a:pt x="2911" y="11163"/>
                  <a:pt x="2920" y="11164"/>
                  <a:pt x="2927" y="11164"/>
                </a:cubicBezTo>
                <a:cubicBezTo>
                  <a:pt x="2947" y="11164"/>
                  <a:pt x="2968" y="11153"/>
                  <a:pt x="2977" y="11133"/>
                </a:cubicBezTo>
                <a:cubicBezTo>
                  <a:pt x="2990" y="11105"/>
                  <a:pt x="2979" y="11072"/>
                  <a:pt x="2952" y="11058"/>
                </a:cubicBezTo>
                <a:cubicBezTo>
                  <a:pt x="2703" y="10937"/>
                  <a:pt x="2492" y="10806"/>
                  <a:pt x="2306" y="10656"/>
                </a:cubicBezTo>
                <a:cubicBezTo>
                  <a:pt x="2296" y="10648"/>
                  <a:pt x="2284" y="10644"/>
                  <a:pt x="2272" y="10644"/>
                </a:cubicBezTo>
                <a:close/>
                <a:moveTo>
                  <a:pt x="7368" y="11087"/>
                </a:moveTo>
                <a:cubicBezTo>
                  <a:pt x="7358" y="11087"/>
                  <a:pt x="7347" y="11090"/>
                  <a:pt x="7338" y="11096"/>
                </a:cubicBezTo>
                <a:cubicBezTo>
                  <a:pt x="7119" y="11238"/>
                  <a:pt x="6892" y="11355"/>
                  <a:pt x="6661" y="11440"/>
                </a:cubicBezTo>
                <a:cubicBezTo>
                  <a:pt x="6632" y="11451"/>
                  <a:pt x="6617" y="11484"/>
                  <a:pt x="6628" y="11512"/>
                </a:cubicBezTo>
                <a:cubicBezTo>
                  <a:pt x="6636" y="11534"/>
                  <a:pt x="6658" y="11548"/>
                  <a:pt x="6680" y="11548"/>
                </a:cubicBezTo>
                <a:cubicBezTo>
                  <a:pt x="6686" y="11548"/>
                  <a:pt x="6693" y="11547"/>
                  <a:pt x="6699" y="11545"/>
                </a:cubicBezTo>
                <a:cubicBezTo>
                  <a:pt x="6939" y="11456"/>
                  <a:pt x="7174" y="11337"/>
                  <a:pt x="7399" y="11189"/>
                </a:cubicBezTo>
                <a:cubicBezTo>
                  <a:pt x="7425" y="11172"/>
                  <a:pt x="7432" y="11138"/>
                  <a:pt x="7415" y="11112"/>
                </a:cubicBezTo>
                <a:cubicBezTo>
                  <a:pt x="7404" y="11096"/>
                  <a:pt x="7386" y="11087"/>
                  <a:pt x="7368" y="11087"/>
                </a:cubicBezTo>
                <a:close/>
                <a:moveTo>
                  <a:pt x="3646" y="11340"/>
                </a:moveTo>
                <a:cubicBezTo>
                  <a:pt x="3622" y="11340"/>
                  <a:pt x="3600" y="11355"/>
                  <a:pt x="3593" y="11378"/>
                </a:cubicBezTo>
                <a:cubicBezTo>
                  <a:pt x="3583" y="11407"/>
                  <a:pt x="3599" y="11439"/>
                  <a:pt x="3628" y="11449"/>
                </a:cubicBezTo>
                <a:cubicBezTo>
                  <a:pt x="3882" y="11533"/>
                  <a:pt x="4135" y="11602"/>
                  <a:pt x="4380" y="11653"/>
                </a:cubicBezTo>
                <a:cubicBezTo>
                  <a:pt x="4384" y="11653"/>
                  <a:pt x="4389" y="11654"/>
                  <a:pt x="4392" y="11654"/>
                </a:cubicBezTo>
                <a:cubicBezTo>
                  <a:pt x="4417" y="11654"/>
                  <a:pt x="4441" y="11636"/>
                  <a:pt x="4446" y="11609"/>
                </a:cubicBezTo>
                <a:cubicBezTo>
                  <a:pt x="4453" y="11579"/>
                  <a:pt x="4433" y="11550"/>
                  <a:pt x="4404" y="11544"/>
                </a:cubicBezTo>
                <a:cubicBezTo>
                  <a:pt x="4163" y="11494"/>
                  <a:pt x="3913" y="11426"/>
                  <a:pt x="3663" y="11343"/>
                </a:cubicBezTo>
                <a:cubicBezTo>
                  <a:pt x="3657" y="11341"/>
                  <a:pt x="3651" y="11340"/>
                  <a:pt x="3646" y="11340"/>
                </a:cubicBezTo>
                <a:close/>
                <a:moveTo>
                  <a:pt x="5932" y="11621"/>
                </a:moveTo>
                <a:cubicBezTo>
                  <a:pt x="5929" y="11621"/>
                  <a:pt x="5926" y="11622"/>
                  <a:pt x="5924" y="11622"/>
                </a:cubicBezTo>
                <a:cubicBezTo>
                  <a:pt x="5757" y="11643"/>
                  <a:pt x="5584" y="11653"/>
                  <a:pt x="5409" y="11653"/>
                </a:cubicBezTo>
                <a:cubicBezTo>
                  <a:pt x="5326" y="11653"/>
                  <a:pt x="5244" y="11651"/>
                  <a:pt x="5161" y="11646"/>
                </a:cubicBezTo>
                <a:cubicBezTo>
                  <a:pt x="5160" y="11646"/>
                  <a:pt x="5158" y="11646"/>
                  <a:pt x="5157" y="11646"/>
                </a:cubicBezTo>
                <a:cubicBezTo>
                  <a:pt x="5128" y="11646"/>
                  <a:pt x="5104" y="11669"/>
                  <a:pt x="5102" y="11699"/>
                </a:cubicBezTo>
                <a:cubicBezTo>
                  <a:pt x="5101" y="11729"/>
                  <a:pt x="5125" y="11755"/>
                  <a:pt x="5155" y="11758"/>
                </a:cubicBezTo>
                <a:cubicBezTo>
                  <a:pt x="5242" y="11762"/>
                  <a:pt x="5330" y="11765"/>
                  <a:pt x="5417" y="11765"/>
                </a:cubicBezTo>
                <a:cubicBezTo>
                  <a:pt x="5595" y="11765"/>
                  <a:pt x="5770" y="11753"/>
                  <a:pt x="5938" y="11732"/>
                </a:cubicBezTo>
                <a:cubicBezTo>
                  <a:pt x="5967" y="11728"/>
                  <a:pt x="5990" y="11700"/>
                  <a:pt x="5986" y="11670"/>
                </a:cubicBezTo>
                <a:cubicBezTo>
                  <a:pt x="5982" y="11642"/>
                  <a:pt x="5959" y="11621"/>
                  <a:pt x="5932" y="11621"/>
                </a:cubicBezTo>
                <a:close/>
                <a:moveTo>
                  <a:pt x="3586" y="11626"/>
                </a:moveTo>
                <a:cubicBezTo>
                  <a:pt x="3563" y="11626"/>
                  <a:pt x="3542" y="11639"/>
                  <a:pt x="3533" y="11661"/>
                </a:cubicBezTo>
                <a:cubicBezTo>
                  <a:pt x="3441" y="11895"/>
                  <a:pt x="3333" y="12130"/>
                  <a:pt x="3213" y="12358"/>
                </a:cubicBezTo>
                <a:cubicBezTo>
                  <a:pt x="3198" y="12386"/>
                  <a:pt x="3209" y="12419"/>
                  <a:pt x="3237" y="12434"/>
                </a:cubicBezTo>
                <a:cubicBezTo>
                  <a:pt x="3244" y="12438"/>
                  <a:pt x="3254" y="12440"/>
                  <a:pt x="3263" y="12440"/>
                </a:cubicBezTo>
                <a:cubicBezTo>
                  <a:pt x="3282" y="12440"/>
                  <a:pt x="3302" y="12430"/>
                  <a:pt x="3312" y="12410"/>
                </a:cubicBezTo>
                <a:cubicBezTo>
                  <a:pt x="3434" y="12178"/>
                  <a:pt x="3542" y="11940"/>
                  <a:pt x="3636" y="11702"/>
                </a:cubicBezTo>
                <a:cubicBezTo>
                  <a:pt x="3648" y="11673"/>
                  <a:pt x="3634" y="11641"/>
                  <a:pt x="3606" y="11629"/>
                </a:cubicBezTo>
                <a:cubicBezTo>
                  <a:pt x="3599" y="11627"/>
                  <a:pt x="3592" y="11626"/>
                  <a:pt x="3586" y="11626"/>
                </a:cubicBezTo>
                <a:close/>
                <a:moveTo>
                  <a:pt x="2869" y="12994"/>
                </a:moveTo>
                <a:cubicBezTo>
                  <a:pt x="2850" y="12994"/>
                  <a:pt x="2832" y="13003"/>
                  <a:pt x="2821" y="13019"/>
                </a:cubicBezTo>
                <a:cubicBezTo>
                  <a:pt x="2683" y="13230"/>
                  <a:pt x="2530" y="13438"/>
                  <a:pt x="2367" y="13639"/>
                </a:cubicBezTo>
                <a:cubicBezTo>
                  <a:pt x="2348" y="13662"/>
                  <a:pt x="2352" y="13698"/>
                  <a:pt x="2376" y="13717"/>
                </a:cubicBezTo>
                <a:cubicBezTo>
                  <a:pt x="2387" y="13725"/>
                  <a:pt x="2398" y="13730"/>
                  <a:pt x="2411" y="13730"/>
                </a:cubicBezTo>
                <a:cubicBezTo>
                  <a:pt x="2427" y="13730"/>
                  <a:pt x="2443" y="13722"/>
                  <a:pt x="2454" y="13708"/>
                </a:cubicBezTo>
                <a:cubicBezTo>
                  <a:pt x="2618" y="13505"/>
                  <a:pt x="2773" y="13294"/>
                  <a:pt x="2914" y="13080"/>
                </a:cubicBezTo>
                <a:cubicBezTo>
                  <a:pt x="2931" y="13054"/>
                  <a:pt x="2925" y="13020"/>
                  <a:pt x="2899" y="13003"/>
                </a:cubicBezTo>
                <a:cubicBezTo>
                  <a:pt x="2890" y="12997"/>
                  <a:pt x="2879" y="12994"/>
                  <a:pt x="2869" y="12994"/>
                </a:cubicBezTo>
                <a:close/>
                <a:moveTo>
                  <a:pt x="1898" y="14197"/>
                </a:moveTo>
                <a:cubicBezTo>
                  <a:pt x="1883" y="14197"/>
                  <a:pt x="1869" y="14203"/>
                  <a:pt x="1858" y="14214"/>
                </a:cubicBezTo>
                <a:cubicBezTo>
                  <a:pt x="1680" y="14396"/>
                  <a:pt x="1492" y="14575"/>
                  <a:pt x="1299" y="14742"/>
                </a:cubicBezTo>
                <a:cubicBezTo>
                  <a:pt x="1276" y="14763"/>
                  <a:pt x="1273" y="14797"/>
                  <a:pt x="1294" y="14820"/>
                </a:cubicBezTo>
                <a:cubicBezTo>
                  <a:pt x="1304" y="14833"/>
                  <a:pt x="1319" y="14840"/>
                  <a:pt x="1335" y="14840"/>
                </a:cubicBezTo>
                <a:cubicBezTo>
                  <a:pt x="1348" y="14840"/>
                  <a:pt x="1361" y="14835"/>
                  <a:pt x="1372" y="14826"/>
                </a:cubicBezTo>
                <a:cubicBezTo>
                  <a:pt x="1567" y="14656"/>
                  <a:pt x="1758" y="14476"/>
                  <a:pt x="1937" y="14292"/>
                </a:cubicBezTo>
                <a:cubicBezTo>
                  <a:pt x="1958" y="14269"/>
                  <a:pt x="1958" y="14234"/>
                  <a:pt x="1936" y="14212"/>
                </a:cubicBezTo>
                <a:cubicBezTo>
                  <a:pt x="1925" y="14202"/>
                  <a:pt x="1912" y="14197"/>
                  <a:pt x="1898" y="14197"/>
                </a:cubicBezTo>
                <a:close/>
                <a:moveTo>
                  <a:pt x="729" y="15209"/>
                </a:moveTo>
                <a:cubicBezTo>
                  <a:pt x="718" y="15209"/>
                  <a:pt x="706" y="15213"/>
                  <a:pt x="697" y="15220"/>
                </a:cubicBezTo>
                <a:cubicBezTo>
                  <a:pt x="463" y="15388"/>
                  <a:pt x="248" y="15514"/>
                  <a:pt x="41" y="15607"/>
                </a:cubicBezTo>
                <a:cubicBezTo>
                  <a:pt x="13" y="15619"/>
                  <a:pt x="0" y="15651"/>
                  <a:pt x="13" y="15680"/>
                </a:cubicBezTo>
                <a:cubicBezTo>
                  <a:pt x="22" y="15701"/>
                  <a:pt x="43" y="15712"/>
                  <a:pt x="64" y="15712"/>
                </a:cubicBezTo>
                <a:cubicBezTo>
                  <a:pt x="72" y="15712"/>
                  <a:pt x="79" y="15711"/>
                  <a:pt x="87" y="15708"/>
                </a:cubicBezTo>
                <a:cubicBezTo>
                  <a:pt x="300" y="15613"/>
                  <a:pt x="521" y="15483"/>
                  <a:pt x="762" y="15310"/>
                </a:cubicBezTo>
                <a:cubicBezTo>
                  <a:pt x="786" y="15293"/>
                  <a:pt x="792" y="15257"/>
                  <a:pt x="775" y="15233"/>
                </a:cubicBezTo>
                <a:cubicBezTo>
                  <a:pt x="764" y="15217"/>
                  <a:pt x="746" y="15209"/>
                  <a:pt x="729" y="152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3"/>
          <p:cNvSpPr/>
          <p:nvPr/>
        </p:nvSpPr>
        <p:spPr>
          <a:xfrm rot="-9876870">
            <a:off x="896524" y="4221099"/>
            <a:ext cx="959264" cy="7018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 name="Google Shape;1168;p43"/>
          <p:cNvGrpSpPr/>
          <p:nvPr/>
        </p:nvGrpSpPr>
        <p:grpSpPr>
          <a:xfrm rot="-5400000">
            <a:off x="268420" y="4295778"/>
            <a:ext cx="359744" cy="325866"/>
            <a:chOff x="1640475" y="1197075"/>
            <a:chExt cx="55475" cy="50250"/>
          </a:xfrm>
        </p:grpSpPr>
        <p:sp>
          <p:nvSpPr>
            <p:cNvPr id="1169" name="Google Shape;1169;p4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_1_1_2">
    <p:spTree>
      <p:nvGrpSpPr>
        <p:cNvPr id="1172" name="Shape 1172"/>
        <p:cNvGrpSpPr/>
        <p:nvPr/>
      </p:nvGrpSpPr>
      <p:grpSpPr>
        <a:xfrm>
          <a:off x="0" y="0"/>
          <a:ext cx="0" cy="0"/>
          <a:chOff x="0" y="0"/>
          <a:chExt cx="0" cy="0"/>
        </a:xfrm>
      </p:grpSpPr>
      <p:sp>
        <p:nvSpPr>
          <p:cNvPr id="1173" name="Google Shape;1173;p44"/>
          <p:cNvSpPr txBox="1"/>
          <p:nvPr>
            <p:ph idx="1" type="body"/>
          </p:nvPr>
        </p:nvSpPr>
        <p:spPr>
          <a:xfrm>
            <a:off x="2233425" y="1987750"/>
            <a:ext cx="4677300" cy="1778100"/>
          </a:xfrm>
          <a:prstGeom prst="rect">
            <a:avLst/>
          </a:prstGeom>
        </p:spPr>
        <p:txBody>
          <a:bodyPr anchorCtr="0" anchor="ctr" bIns="91425" lIns="91425" spcFirstLastPara="1" rIns="91425" wrap="square" tIns="91425">
            <a:noAutofit/>
          </a:bodyPr>
          <a:lstStyle>
            <a:lvl1pPr indent="-304800" lvl="0" marL="457200" rtl="0" algn="ctr">
              <a:spcBef>
                <a:spcPts val="1200"/>
              </a:spcBef>
              <a:spcAft>
                <a:spcPts val="0"/>
              </a:spcAft>
              <a:buClr>
                <a:schemeClr val="dk1"/>
              </a:buClr>
              <a:buSzPts val="1200"/>
              <a:buFont typeface="Raleway SemiBold"/>
              <a:buChar char="●"/>
              <a:defRPr sz="1600">
                <a:solidFill>
                  <a:schemeClr val="dk1"/>
                </a:solidFill>
                <a:latin typeface="Raleway SemiBold"/>
                <a:ea typeface="Raleway SemiBold"/>
                <a:cs typeface="Raleway SemiBold"/>
                <a:sym typeface="Raleway SemiBold"/>
              </a:defRPr>
            </a:lvl1pPr>
            <a:lvl2pPr indent="-304800" lvl="1" marL="914400" rtl="0">
              <a:lnSpc>
                <a:spcPct val="100000"/>
              </a:lnSpc>
              <a:spcBef>
                <a:spcPts val="120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2pPr>
            <a:lvl3pPr indent="-304800" lvl="2" marL="13716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3pPr>
            <a:lvl4pPr indent="-304800" lvl="3" marL="18288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4pPr>
            <a:lvl5pPr indent="-304800" lvl="4" marL="22860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5pPr>
            <a:lvl6pPr indent="-304800" lvl="5" marL="27432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6pPr>
            <a:lvl7pPr indent="-304800" lvl="6" marL="32004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7pPr>
            <a:lvl8pPr indent="-304800" lvl="7" marL="36576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8pPr>
            <a:lvl9pPr indent="-304800" lvl="8" marL="41148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9pPr>
          </a:lstStyle>
          <a:p/>
        </p:txBody>
      </p:sp>
      <p:sp>
        <p:nvSpPr>
          <p:cNvPr id="1174" name="Google Shape;1174;p44"/>
          <p:cNvSpPr txBox="1"/>
          <p:nvPr>
            <p:ph type="title"/>
          </p:nvPr>
        </p:nvSpPr>
        <p:spPr>
          <a:xfrm>
            <a:off x="3283875" y="759398"/>
            <a:ext cx="25764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175" name="Google Shape;1175;p44"/>
          <p:cNvSpPr/>
          <p:nvPr/>
        </p:nvSpPr>
        <p:spPr>
          <a:xfrm flipH="1">
            <a:off x="-1416201" y="3995333"/>
            <a:ext cx="3997055" cy="1412317"/>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4"/>
          <p:cNvSpPr/>
          <p:nvPr/>
        </p:nvSpPr>
        <p:spPr>
          <a:xfrm rot="-5400000">
            <a:off x="6552370" y="2577693"/>
            <a:ext cx="3486086" cy="1837176"/>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4"/>
          <p:cNvSpPr/>
          <p:nvPr/>
        </p:nvSpPr>
        <p:spPr>
          <a:xfrm flipH="1" rot="-5400000">
            <a:off x="-1100548" y="77563"/>
            <a:ext cx="3365751" cy="1857837"/>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4"/>
          <p:cNvSpPr/>
          <p:nvPr/>
        </p:nvSpPr>
        <p:spPr>
          <a:xfrm flipH="1" rot="9000107">
            <a:off x="6710506" y="323704"/>
            <a:ext cx="615242" cy="14412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4"/>
          <p:cNvSpPr/>
          <p:nvPr/>
        </p:nvSpPr>
        <p:spPr>
          <a:xfrm flipH="1" rot="8768117">
            <a:off x="6705008" y="4254869"/>
            <a:ext cx="545184"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 name="Google Shape;1180;p44"/>
          <p:cNvGrpSpPr/>
          <p:nvPr/>
        </p:nvGrpSpPr>
        <p:grpSpPr>
          <a:xfrm rot="3412077">
            <a:off x="842755" y="760335"/>
            <a:ext cx="228601" cy="207083"/>
            <a:chOff x="1640475" y="1197075"/>
            <a:chExt cx="55475" cy="50250"/>
          </a:xfrm>
        </p:grpSpPr>
        <p:sp>
          <p:nvSpPr>
            <p:cNvPr id="1181" name="Google Shape;1181;p4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 name="Google Shape;1184;p44"/>
          <p:cNvGrpSpPr/>
          <p:nvPr/>
        </p:nvGrpSpPr>
        <p:grpSpPr>
          <a:xfrm rot="5627131">
            <a:off x="1177325" y="3787339"/>
            <a:ext cx="408783" cy="370267"/>
            <a:chOff x="1640475" y="1197075"/>
            <a:chExt cx="55475" cy="50250"/>
          </a:xfrm>
        </p:grpSpPr>
        <p:sp>
          <p:nvSpPr>
            <p:cNvPr id="1185" name="Google Shape;1185;p4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 name="Google Shape;1188;p44"/>
          <p:cNvSpPr/>
          <p:nvPr/>
        </p:nvSpPr>
        <p:spPr>
          <a:xfrm rot="7492361">
            <a:off x="-206510" y="1813740"/>
            <a:ext cx="809523" cy="1268415"/>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 name="Google Shape;1189;p44"/>
          <p:cNvGrpSpPr/>
          <p:nvPr/>
        </p:nvGrpSpPr>
        <p:grpSpPr>
          <a:xfrm rot="3497029">
            <a:off x="8440893" y="3550453"/>
            <a:ext cx="267259" cy="242085"/>
            <a:chOff x="1640475" y="1197075"/>
            <a:chExt cx="55475" cy="50250"/>
          </a:xfrm>
        </p:grpSpPr>
        <p:sp>
          <p:nvSpPr>
            <p:cNvPr id="1190" name="Google Shape;1190;p4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 name="Google Shape;1193;p44"/>
          <p:cNvSpPr/>
          <p:nvPr/>
        </p:nvSpPr>
        <p:spPr>
          <a:xfrm rot="-3239791">
            <a:off x="7229013" y="-720658"/>
            <a:ext cx="2132820" cy="2139051"/>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TITLE_AND_BODY_1_1_1_2_1">
    <p:spTree>
      <p:nvGrpSpPr>
        <p:cNvPr id="1194" name="Shape 1194"/>
        <p:cNvGrpSpPr/>
        <p:nvPr/>
      </p:nvGrpSpPr>
      <p:grpSpPr>
        <a:xfrm>
          <a:off x="0" y="0"/>
          <a:ext cx="0" cy="0"/>
          <a:chOff x="0" y="0"/>
          <a:chExt cx="0" cy="0"/>
        </a:xfrm>
      </p:grpSpPr>
      <p:sp>
        <p:nvSpPr>
          <p:cNvPr id="1195" name="Google Shape;1195;p45"/>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196" name="Google Shape;1196;p45"/>
          <p:cNvSpPr txBox="1"/>
          <p:nvPr>
            <p:ph idx="1" type="subTitle"/>
          </p:nvPr>
        </p:nvSpPr>
        <p:spPr>
          <a:xfrm>
            <a:off x="1783125" y="1791144"/>
            <a:ext cx="5586600" cy="1340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45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197" name="Google Shape;1197;p45"/>
          <p:cNvSpPr/>
          <p:nvPr/>
        </p:nvSpPr>
        <p:spPr>
          <a:xfrm>
            <a:off x="-150975" y="3211475"/>
            <a:ext cx="4108725" cy="1933586"/>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accen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5"/>
          <p:cNvSpPr/>
          <p:nvPr/>
        </p:nvSpPr>
        <p:spPr>
          <a:xfrm rot="5400000">
            <a:off x="7390582" y="3099598"/>
            <a:ext cx="2151033" cy="2157317"/>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dk2">
              <a:alpha val="40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5"/>
          <p:cNvSpPr/>
          <p:nvPr/>
        </p:nvSpPr>
        <p:spPr>
          <a:xfrm rot="10800000">
            <a:off x="-1291279" y="-1584618"/>
            <a:ext cx="3522302" cy="2810028"/>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5"/>
          <p:cNvSpPr/>
          <p:nvPr/>
        </p:nvSpPr>
        <p:spPr>
          <a:xfrm flipH="1" rot="10800000">
            <a:off x="6343786" y="-381722"/>
            <a:ext cx="4164738" cy="1716675"/>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 name="Google Shape;1201;p45"/>
          <p:cNvGrpSpPr/>
          <p:nvPr/>
        </p:nvGrpSpPr>
        <p:grpSpPr>
          <a:xfrm rot="-5400000">
            <a:off x="8068180" y="1904209"/>
            <a:ext cx="244822" cy="221773"/>
            <a:chOff x="1640475" y="1197075"/>
            <a:chExt cx="55475" cy="50250"/>
          </a:xfrm>
        </p:grpSpPr>
        <p:sp>
          <p:nvSpPr>
            <p:cNvPr id="1202" name="Google Shape;1202;p4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 name="Google Shape;1205;p45"/>
          <p:cNvSpPr/>
          <p:nvPr/>
        </p:nvSpPr>
        <p:spPr>
          <a:xfrm rot="912813">
            <a:off x="8372080" y="228912"/>
            <a:ext cx="529792"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 name="Google Shape;1206;p45"/>
          <p:cNvGrpSpPr/>
          <p:nvPr/>
        </p:nvGrpSpPr>
        <p:grpSpPr>
          <a:xfrm rot="-5400000">
            <a:off x="707399" y="439585"/>
            <a:ext cx="221772" cy="200884"/>
            <a:chOff x="1640475" y="1197075"/>
            <a:chExt cx="55475" cy="50250"/>
          </a:xfrm>
        </p:grpSpPr>
        <p:sp>
          <p:nvSpPr>
            <p:cNvPr id="1207" name="Google Shape;1207;p4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 name="Google Shape;1210;p45"/>
          <p:cNvSpPr/>
          <p:nvPr/>
        </p:nvSpPr>
        <p:spPr>
          <a:xfrm rot="-651040">
            <a:off x="375788" y="1730465"/>
            <a:ext cx="884989" cy="2073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TITLE_AND_BODY_1_1_1_2_1_1">
    <p:spTree>
      <p:nvGrpSpPr>
        <p:cNvPr id="1211" name="Shape 1211"/>
        <p:cNvGrpSpPr/>
        <p:nvPr/>
      </p:nvGrpSpPr>
      <p:grpSpPr>
        <a:xfrm>
          <a:off x="0" y="0"/>
          <a:ext cx="0" cy="0"/>
          <a:chOff x="0" y="0"/>
          <a:chExt cx="0" cy="0"/>
        </a:xfrm>
      </p:grpSpPr>
      <p:sp>
        <p:nvSpPr>
          <p:cNvPr id="1212" name="Google Shape;1212;p46"/>
          <p:cNvSpPr txBox="1"/>
          <p:nvPr>
            <p:ph idx="1" type="body"/>
          </p:nvPr>
        </p:nvSpPr>
        <p:spPr>
          <a:xfrm>
            <a:off x="1201513" y="2904919"/>
            <a:ext cx="2453400" cy="369900"/>
          </a:xfrm>
          <a:prstGeom prst="rect">
            <a:avLst/>
          </a:prstGeom>
        </p:spPr>
        <p:txBody>
          <a:bodyPr anchorCtr="0" anchor="ctr" bIns="91425" lIns="91425" spcFirstLastPara="1" rIns="91425" wrap="square" tIns="91425">
            <a:noAutofit/>
          </a:bodyPr>
          <a:lstStyle>
            <a:lvl1pPr indent="-304800" lvl="0" marL="457200" rtl="0" algn="ctr">
              <a:lnSpc>
                <a:spcPct val="100000"/>
              </a:lnSpc>
              <a:spcBef>
                <a:spcPts val="0"/>
              </a:spcBef>
              <a:spcAft>
                <a:spcPts val="0"/>
              </a:spcAft>
              <a:buSzPts val="1200"/>
              <a:buFont typeface="Raleway SemiBold"/>
              <a:buChar char="●"/>
              <a:defRPr sz="1800">
                <a:latin typeface="Raleway SemiBold"/>
                <a:ea typeface="Raleway SemiBold"/>
                <a:cs typeface="Raleway SemiBold"/>
                <a:sym typeface="Raleway SemiBold"/>
              </a:defRPr>
            </a:lvl1pPr>
            <a:lvl2pPr indent="-304800" lvl="1" marL="9144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2pPr>
            <a:lvl3pPr indent="-304800" lvl="2" marL="13716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3pPr>
            <a:lvl4pPr indent="-304800" lvl="3" marL="18288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4pPr>
            <a:lvl5pPr indent="-304800" lvl="4" marL="22860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5pPr>
            <a:lvl6pPr indent="-304800" lvl="5" marL="27432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6pPr>
            <a:lvl7pPr indent="-304800" lvl="6" marL="32004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7pPr>
            <a:lvl8pPr indent="-304800" lvl="7" marL="36576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8pPr>
            <a:lvl9pPr indent="-304800" lvl="8" marL="41148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9pPr>
          </a:lstStyle>
          <a:p/>
        </p:txBody>
      </p:sp>
      <p:sp>
        <p:nvSpPr>
          <p:cNvPr id="1213" name="Google Shape;1213;p46"/>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214" name="Google Shape;1214;p46"/>
          <p:cNvSpPr txBox="1"/>
          <p:nvPr>
            <p:ph idx="2" type="subTitle"/>
          </p:nvPr>
        </p:nvSpPr>
        <p:spPr>
          <a:xfrm>
            <a:off x="1201513" y="1901717"/>
            <a:ext cx="2453400" cy="7695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42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215" name="Google Shape;1215;p46"/>
          <p:cNvSpPr/>
          <p:nvPr/>
        </p:nvSpPr>
        <p:spPr>
          <a:xfrm flipH="1">
            <a:off x="7326560" y="3204833"/>
            <a:ext cx="2502288" cy="2607656"/>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6"/>
          <p:cNvSpPr/>
          <p:nvPr/>
        </p:nvSpPr>
        <p:spPr>
          <a:xfrm flipH="1">
            <a:off x="-457025" y="3980076"/>
            <a:ext cx="2928340" cy="1246805"/>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6"/>
          <p:cNvSpPr/>
          <p:nvPr/>
        </p:nvSpPr>
        <p:spPr>
          <a:xfrm flipH="1">
            <a:off x="6402777" y="-238032"/>
            <a:ext cx="3923803" cy="1058013"/>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6"/>
          <p:cNvSpPr/>
          <p:nvPr/>
        </p:nvSpPr>
        <p:spPr>
          <a:xfrm>
            <a:off x="-1077816" y="-1599487"/>
            <a:ext cx="3390448" cy="2704882"/>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 name="Google Shape;1219;p46"/>
          <p:cNvGrpSpPr/>
          <p:nvPr/>
        </p:nvGrpSpPr>
        <p:grpSpPr>
          <a:xfrm rot="1800041">
            <a:off x="8030472" y="3933161"/>
            <a:ext cx="221773" cy="200885"/>
            <a:chOff x="1640475" y="1197075"/>
            <a:chExt cx="55475" cy="50250"/>
          </a:xfrm>
        </p:grpSpPr>
        <p:sp>
          <p:nvSpPr>
            <p:cNvPr id="1220" name="Google Shape;1220;p4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 name="Google Shape;1223;p46"/>
          <p:cNvSpPr/>
          <p:nvPr/>
        </p:nvSpPr>
        <p:spPr>
          <a:xfrm rot="912813">
            <a:off x="6876280" y="709487"/>
            <a:ext cx="529792" cy="12411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 name="Google Shape;1224;p46"/>
          <p:cNvGrpSpPr/>
          <p:nvPr/>
        </p:nvGrpSpPr>
        <p:grpSpPr>
          <a:xfrm rot="-5400000">
            <a:off x="506511" y="3478772"/>
            <a:ext cx="221772" cy="200884"/>
            <a:chOff x="1640475" y="1197075"/>
            <a:chExt cx="55475" cy="50250"/>
          </a:xfrm>
        </p:grpSpPr>
        <p:sp>
          <p:nvSpPr>
            <p:cNvPr id="1225" name="Google Shape;1225;p4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 name="Google Shape;1228;p46"/>
          <p:cNvSpPr/>
          <p:nvPr/>
        </p:nvSpPr>
        <p:spPr>
          <a:xfrm rot="-9674336">
            <a:off x="1042315" y="-186608"/>
            <a:ext cx="609625" cy="955176"/>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TITLE_AND_BODY_1_1_1_2_1_1_1">
    <p:spTree>
      <p:nvGrpSpPr>
        <p:cNvPr id="1229" name="Shape 1229"/>
        <p:cNvGrpSpPr/>
        <p:nvPr/>
      </p:nvGrpSpPr>
      <p:grpSpPr>
        <a:xfrm>
          <a:off x="0" y="0"/>
          <a:ext cx="0" cy="0"/>
          <a:chOff x="0" y="0"/>
          <a:chExt cx="0" cy="0"/>
        </a:xfrm>
      </p:grpSpPr>
      <p:sp>
        <p:nvSpPr>
          <p:cNvPr id="1230" name="Google Shape;1230;p47"/>
          <p:cNvSpPr txBox="1"/>
          <p:nvPr>
            <p:ph type="title"/>
          </p:nvPr>
        </p:nvSpPr>
        <p:spPr>
          <a:xfrm>
            <a:off x="3045650" y="758950"/>
            <a:ext cx="30528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231" name="Google Shape;1231;p47"/>
          <p:cNvSpPr txBox="1"/>
          <p:nvPr>
            <p:ph idx="1" type="subTitle"/>
          </p:nvPr>
        </p:nvSpPr>
        <p:spPr>
          <a:xfrm>
            <a:off x="3045700" y="2375375"/>
            <a:ext cx="3052800" cy="9384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4600">
                <a:solidFill>
                  <a:schemeClr val="dk1"/>
                </a:solidFill>
                <a:latin typeface="Gloria Hallelujah"/>
                <a:ea typeface="Gloria Hallelujah"/>
                <a:cs typeface="Gloria Hallelujah"/>
                <a:sym typeface="Gloria Hallelujah"/>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232" name="Google Shape;1232;p47"/>
          <p:cNvSpPr/>
          <p:nvPr/>
        </p:nvSpPr>
        <p:spPr>
          <a:xfrm>
            <a:off x="-96271" y="3523616"/>
            <a:ext cx="3937248" cy="1852861"/>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dk2">
              <a:alpha val="40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rot="10800000">
            <a:off x="-615404" y="-1265593"/>
            <a:ext cx="3522302" cy="2810028"/>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flipH="1">
            <a:off x="7166298" y="2888852"/>
            <a:ext cx="2599602" cy="2709024"/>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flipH="1" rot="10800000">
            <a:off x="6379202" y="-224944"/>
            <a:ext cx="2946289" cy="1214439"/>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 name="Google Shape;1236;p47"/>
          <p:cNvGrpSpPr/>
          <p:nvPr/>
        </p:nvGrpSpPr>
        <p:grpSpPr>
          <a:xfrm rot="-9900030">
            <a:off x="7744384" y="3303414"/>
            <a:ext cx="215932" cy="195605"/>
            <a:chOff x="1640475" y="1197075"/>
            <a:chExt cx="55475" cy="50250"/>
          </a:xfrm>
        </p:grpSpPr>
        <p:sp>
          <p:nvSpPr>
            <p:cNvPr id="1237" name="Google Shape;1237;p4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47"/>
          <p:cNvSpPr/>
          <p:nvPr/>
        </p:nvSpPr>
        <p:spPr>
          <a:xfrm flipH="1" rot="-2121718">
            <a:off x="6738637" y="226323"/>
            <a:ext cx="888103" cy="20804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flipH="1" rot="-10799883">
            <a:off x="2554097" y="4877148"/>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 name="Google Shape;1242;p47"/>
          <p:cNvGrpSpPr/>
          <p:nvPr/>
        </p:nvGrpSpPr>
        <p:grpSpPr>
          <a:xfrm rot="6300061">
            <a:off x="847794" y="268463"/>
            <a:ext cx="453875" cy="411156"/>
            <a:chOff x="1640475" y="1197075"/>
            <a:chExt cx="55475" cy="50250"/>
          </a:xfrm>
        </p:grpSpPr>
        <p:sp>
          <p:nvSpPr>
            <p:cNvPr id="1243" name="Google Shape;1243;p47"/>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47"/>
          <p:cNvSpPr/>
          <p:nvPr/>
        </p:nvSpPr>
        <p:spPr>
          <a:xfrm rot="10800000">
            <a:off x="5828025" y="4022950"/>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flipH="1" rot="6566059">
            <a:off x="8815426" y="3103302"/>
            <a:ext cx="545172"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rot="-10431899">
            <a:off x="356617" y="1190894"/>
            <a:ext cx="733110" cy="1148601"/>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TITLE_AND_BODY_1_1_1_2_1_1_1_1">
    <p:spTree>
      <p:nvGrpSpPr>
        <p:cNvPr id="1249" name="Shape 1249"/>
        <p:cNvGrpSpPr/>
        <p:nvPr/>
      </p:nvGrpSpPr>
      <p:grpSpPr>
        <a:xfrm>
          <a:off x="0" y="0"/>
          <a:ext cx="0" cy="0"/>
          <a:chOff x="0" y="0"/>
          <a:chExt cx="0" cy="0"/>
        </a:xfrm>
      </p:grpSpPr>
      <p:sp>
        <p:nvSpPr>
          <p:cNvPr id="1250" name="Google Shape;1250;p48"/>
          <p:cNvSpPr txBox="1"/>
          <p:nvPr>
            <p:ph idx="1" type="subTitle"/>
          </p:nvPr>
        </p:nvSpPr>
        <p:spPr>
          <a:xfrm>
            <a:off x="4775063" y="2355800"/>
            <a:ext cx="3095100" cy="11910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Font typeface="Raleway SemiBold"/>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
        <p:nvSpPr>
          <p:cNvPr id="1251" name="Google Shape;1251;p48"/>
          <p:cNvSpPr txBox="1"/>
          <p:nvPr>
            <p:ph type="title"/>
          </p:nvPr>
        </p:nvSpPr>
        <p:spPr>
          <a:xfrm>
            <a:off x="3068175" y="758950"/>
            <a:ext cx="30078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sz="2100">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252" name="Google Shape;1252;p48"/>
          <p:cNvSpPr/>
          <p:nvPr/>
        </p:nvSpPr>
        <p:spPr>
          <a:xfrm flipH="1" rot="10800000">
            <a:off x="7052435" y="-342694"/>
            <a:ext cx="2387697" cy="2484758"/>
          </a:xfrm>
          <a:custGeom>
            <a:rect b="b" l="l" r="r" t="t"/>
            <a:pathLst>
              <a:path extrusionOk="0" h="15232" w="14637">
                <a:moveTo>
                  <a:pt x="11445" y="0"/>
                </a:moveTo>
                <a:cubicBezTo>
                  <a:pt x="11308" y="0"/>
                  <a:pt x="11172" y="12"/>
                  <a:pt x="11039" y="38"/>
                </a:cubicBezTo>
                <a:cubicBezTo>
                  <a:pt x="10644" y="116"/>
                  <a:pt x="10316" y="327"/>
                  <a:pt x="10145" y="596"/>
                </a:cubicBezTo>
                <a:cubicBezTo>
                  <a:pt x="9794" y="1152"/>
                  <a:pt x="10018" y="1791"/>
                  <a:pt x="9781" y="2367"/>
                </a:cubicBezTo>
                <a:cubicBezTo>
                  <a:pt x="9296" y="3551"/>
                  <a:pt x="6867" y="3019"/>
                  <a:pt x="6220" y="4123"/>
                </a:cubicBezTo>
                <a:cubicBezTo>
                  <a:pt x="6016" y="4474"/>
                  <a:pt x="6063" y="4867"/>
                  <a:pt x="6119" y="5237"/>
                </a:cubicBezTo>
                <a:cubicBezTo>
                  <a:pt x="6188" y="5684"/>
                  <a:pt x="6293" y="6128"/>
                  <a:pt x="6331" y="6578"/>
                </a:cubicBezTo>
                <a:cubicBezTo>
                  <a:pt x="6392" y="7292"/>
                  <a:pt x="6256" y="8099"/>
                  <a:pt x="5518" y="8624"/>
                </a:cubicBezTo>
                <a:cubicBezTo>
                  <a:pt x="4829" y="9115"/>
                  <a:pt x="3797" y="9174"/>
                  <a:pt x="2910" y="9343"/>
                </a:cubicBezTo>
                <a:cubicBezTo>
                  <a:pt x="2462" y="9427"/>
                  <a:pt x="2020" y="9543"/>
                  <a:pt x="1637" y="9735"/>
                </a:cubicBezTo>
                <a:cubicBezTo>
                  <a:pt x="1309" y="9901"/>
                  <a:pt x="1030" y="10112"/>
                  <a:pt x="810" y="10355"/>
                </a:cubicBezTo>
                <a:cubicBezTo>
                  <a:pt x="347" y="10864"/>
                  <a:pt x="157" y="11482"/>
                  <a:pt x="81" y="12082"/>
                </a:cubicBezTo>
                <a:cubicBezTo>
                  <a:pt x="1" y="12715"/>
                  <a:pt x="23" y="13379"/>
                  <a:pt x="158" y="14007"/>
                </a:cubicBezTo>
                <a:cubicBezTo>
                  <a:pt x="228" y="14329"/>
                  <a:pt x="371" y="14667"/>
                  <a:pt x="709" y="14896"/>
                </a:cubicBezTo>
                <a:cubicBezTo>
                  <a:pt x="1077" y="15146"/>
                  <a:pt x="1583" y="15204"/>
                  <a:pt x="2068" y="15214"/>
                </a:cubicBezTo>
                <a:cubicBezTo>
                  <a:pt x="2549" y="15226"/>
                  <a:pt x="3032" y="15229"/>
                  <a:pt x="3515" y="15229"/>
                </a:cubicBezTo>
                <a:cubicBezTo>
                  <a:pt x="4226" y="15229"/>
                  <a:pt x="4937" y="15222"/>
                  <a:pt x="5646" y="15222"/>
                </a:cubicBezTo>
                <a:cubicBezTo>
                  <a:pt x="5675" y="15222"/>
                  <a:pt x="5704" y="15222"/>
                  <a:pt x="5733" y="15222"/>
                </a:cubicBezTo>
                <a:lnTo>
                  <a:pt x="9469" y="15227"/>
                </a:lnTo>
                <a:cubicBezTo>
                  <a:pt x="10086" y="15228"/>
                  <a:pt x="10704" y="15228"/>
                  <a:pt x="11322" y="15229"/>
                </a:cubicBezTo>
                <a:cubicBezTo>
                  <a:pt x="11640" y="15230"/>
                  <a:pt x="11959" y="15231"/>
                  <a:pt x="12278" y="15231"/>
                </a:cubicBezTo>
                <a:cubicBezTo>
                  <a:pt x="12529" y="15231"/>
                  <a:pt x="12784" y="15225"/>
                  <a:pt x="13014" y="15145"/>
                </a:cubicBezTo>
                <a:cubicBezTo>
                  <a:pt x="13410" y="15008"/>
                  <a:pt x="13574" y="14685"/>
                  <a:pt x="13640" y="14388"/>
                </a:cubicBezTo>
                <a:cubicBezTo>
                  <a:pt x="13728" y="13988"/>
                  <a:pt x="13742" y="13577"/>
                  <a:pt x="13785" y="13173"/>
                </a:cubicBezTo>
                <a:cubicBezTo>
                  <a:pt x="13882" y="12264"/>
                  <a:pt x="13977" y="11357"/>
                  <a:pt x="14072" y="10449"/>
                </a:cubicBezTo>
                <a:cubicBezTo>
                  <a:pt x="14166" y="9541"/>
                  <a:pt x="14259" y="8633"/>
                  <a:pt x="14352" y="7724"/>
                </a:cubicBezTo>
                <a:cubicBezTo>
                  <a:pt x="14437" y="6875"/>
                  <a:pt x="14530" y="6026"/>
                  <a:pt x="14567" y="5174"/>
                </a:cubicBezTo>
                <a:cubicBezTo>
                  <a:pt x="14637" y="3541"/>
                  <a:pt x="14491" y="1869"/>
                  <a:pt x="13640" y="340"/>
                </a:cubicBezTo>
                <a:cubicBezTo>
                  <a:pt x="13611" y="289"/>
                  <a:pt x="13548" y="267"/>
                  <a:pt x="13488" y="267"/>
                </a:cubicBezTo>
                <a:cubicBezTo>
                  <a:pt x="13394" y="267"/>
                  <a:pt x="13305" y="319"/>
                  <a:pt x="13349" y="398"/>
                </a:cubicBezTo>
                <a:cubicBezTo>
                  <a:pt x="13385" y="461"/>
                  <a:pt x="13419" y="526"/>
                  <a:pt x="13452" y="589"/>
                </a:cubicBezTo>
                <a:cubicBezTo>
                  <a:pt x="13105" y="411"/>
                  <a:pt x="12738" y="253"/>
                  <a:pt x="12342" y="140"/>
                </a:cubicBezTo>
                <a:cubicBezTo>
                  <a:pt x="12060" y="59"/>
                  <a:pt x="11751" y="0"/>
                  <a:pt x="11445" y="0"/>
                </a:cubicBezTo>
                <a:close/>
              </a:path>
            </a:pathLst>
          </a:custGeom>
          <a:solidFill>
            <a:schemeClr val="accent1">
              <a:alpha val="49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8"/>
          <p:cNvSpPr/>
          <p:nvPr/>
        </p:nvSpPr>
        <p:spPr>
          <a:xfrm rot="10800000">
            <a:off x="-246461" y="4218971"/>
            <a:ext cx="2145942" cy="1053151"/>
          </a:xfrm>
          <a:custGeom>
            <a:rect b="b" l="l" r="r" t="t"/>
            <a:pathLst>
              <a:path extrusionOk="0" h="6456" w="13155">
                <a:moveTo>
                  <a:pt x="11275" y="1"/>
                </a:moveTo>
                <a:lnTo>
                  <a:pt x="11275" y="4"/>
                </a:lnTo>
                <a:lnTo>
                  <a:pt x="209" y="2"/>
                </a:lnTo>
                <a:cubicBezTo>
                  <a:pt x="185" y="57"/>
                  <a:pt x="164" y="111"/>
                  <a:pt x="145" y="167"/>
                </a:cubicBezTo>
                <a:cubicBezTo>
                  <a:pt x="138" y="184"/>
                  <a:pt x="132" y="203"/>
                  <a:pt x="127" y="221"/>
                </a:cubicBezTo>
                <a:cubicBezTo>
                  <a:pt x="59" y="429"/>
                  <a:pt x="18" y="643"/>
                  <a:pt x="6" y="860"/>
                </a:cubicBezTo>
                <a:cubicBezTo>
                  <a:pt x="0" y="984"/>
                  <a:pt x="3" y="1110"/>
                  <a:pt x="14" y="1233"/>
                </a:cubicBezTo>
                <a:cubicBezTo>
                  <a:pt x="16" y="1251"/>
                  <a:pt x="18" y="1270"/>
                  <a:pt x="20" y="1288"/>
                </a:cubicBezTo>
                <a:cubicBezTo>
                  <a:pt x="60" y="1638"/>
                  <a:pt x="172" y="1982"/>
                  <a:pt x="341" y="2300"/>
                </a:cubicBezTo>
                <a:cubicBezTo>
                  <a:pt x="351" y="2319"/>
                  <a:pt x="361" y="2337"/>
                  <a:pt x="371" y="2355"/>
                </a:cubicBezTo>
                <a:cubicBezTo>
                  <a:pt x="531" y="2642"/>
                  <a:pt x="740" y="2905"/>
                  <a:pt x="987" y="3134"/>
                </a:cubicBezTo>
                <a:cubicBezTo>
                  <a:pt x="1075" y="3217"/>
                  <a:pt x="1169" y="3295"/>
                  <a:pt x="1269" y="3368"/>
                </a:cubicBezTo>
                <a:cubicBezTo>
                  <a:pt x="1295" y="3387"/>
                  <a:pt x="1320" y="3405"/>
                  <a:pt x="1345" y="3422"/>
                </a:cubicBezTo>
                <a:cubicBezTo>
                  <a:pt x="1608" y="3604"/>
                  <a:pt x="1902" y="3745"/>
                  <a:pt x="2218" y="3827"/>
                </a:cubicBezTo>
                <a:cubicBezTo>
                  <a:pt x="2441" y="3883"/>
                  <a:pt x="2668" y="3908"/>
                  <a:pt x="2896" y="3908"/>
                </a:cubicBezTo>
                <a:cubicBezTo>
                  <a:pt x="3496" y="3908"/>
                  <a:pt x="4103" y="3734"/>
                  <a:pt x="4654" y="3501"/>
                </a:cubicBezTo>
                <a:cubicBezTo>
                  <a:pt x="4713" y="3476"/>
                  <a:pt x="4773" y="3450"/>
                  <a:pt x="4833" y="3424"/>
                </a:cubicBezTo>
                <a:cubicBezTo>
                  <a:pt x="4873" y="3406"/>
                  <a:pt x="4915" y="3387"/>
                  <a:pt x="4955" y="3369"/>
                </a:cubicBezTo>
                <a:cubicBezTo>
                  <a:pt x="5539" y="3105"/>
                  <a:pt x="6130" y="2820"/>
                  <a:pt x="6764" y="2820"/>
                </a:cubicBezTo>
                <a:cubicBezTo>
                  <a:pt x="6811" y="2820"/>
                  <a:pt x="6859" y="2822"/>
                  <a:pt x="6907" y="2825"/>
                </a:cubicBezTo>
                <a:cubicBezTo>
                  <a:pt x="7405" y="2860"/>
                  <a:pt x="7836" y="3071"/>
                  <a:pt x="8213" y="3369"/>
                </a:cubicBezTo>
                <a:cubicBezTo>
                  <a:pt x="8237" y="3387"/>
                  <a:pt x="8259" y="3405"/>
                  <a:pt x="8281" y="3424"/>
                </a:cubicBezTo>
                <a:cubicBezTo>
                  <a:pt x="8634" y="3715"/>
                  <a:pt x="8939" y="4078"/>
                  <a:pt x="9207" y="4436"/>
                </a:cubicBezTo>
                <a:cubicBezTo>
                  <a:pt x="9219" y="4454"/>
                  <a:pt x="9233" y="4472"/>
                  <a:pt x="9246" y="4490"/>
                </a:cubicBezTo>
                <a:cubicBezTo>
                  <a:pt x="9246" y="4490"/>
                  <a:pt x="9247" y="4490"/>
                  <a:pt x="9247" y="4491"/>
                </a:cubicBezTo>
                <a:cubicBezTo>
                  <a:pt x="9498" y="4831"/>
                  <a:pt x="9757" y="5189"/>
                  <a:pt x="10053" y="5504"/>
                </a:cubicBezTo>
                <a:cubicBezTo>
                  <a:pt x="10070" y="5523"/>
                  <a:pt x="10087" y="5541"/>
                  <a:pt x="10104" y="5559"/>
                </a:cubicBezTo>
                <a:cubicBezTo>
                  <a:pt x="10436" y="5901"/>
                  <a:pt x="10812" y="6189"/>
                  <a:pt x="11272" y="6342"/>
                </a:cubicBezTo>
                <a:cubicBezTo>
                  <a:pt x="11292" y="6348"/>
                  <a:pt x="11311" y="6355"/>
                  <a:pt x="11333" y="6361"/>
                </a:cubicBezTo>
                <a:cubicBezTo>
                  <a:pt x="11361" y="6370"/>
                  <a:pt x="11391" y="6378"/>
                  <a:pt x="11420" y="6386"/>
                </a:cubicBezTo>
                <a:cubicBezTo>
                  <a:pt x="11605" y="6434"/>
                  <a:pt x="11791" y="6456"/>
                  <a:pt x="11976" y="6456"/>
                </a:cubicBezTo>
                <a:cubicBezTo>
                  <a:pt x="12384" y="6456"/>
                  <a:pt x="12786" y="6349"/>
                  <a:pt x="13154" y="6177"/>
                </a:cubicBezTo>
                <a:lnTo>
                  <a:pt x="13154" y="5505"/>
                </a:lnTo>
                <a:lnTo>
                  <a:pt x="13154" y="4492"/>
                </a:lnTo>
                <a:lnTo>
                  <a:pt x="13154" y="3371"/>
                </a:lnTo>
                <a:lnTo>
                  <a:pt x="13155" y="2358"/>
                </a:lnTo>
                <a:lnTo>
                  <a:pt x="13155" y="1236"/>
                </a:lnTo>
                <a:lnTo>
                  <a:pt x="13155" y="221"/>
                </a:lnTo>
                <a:lnTo>
                  <a:pt x="13155" y="5"/>
                </a:lnTo>
                <a:lnTo>
                  <a:pt x="11334" y="4"/>
                </a:lnTo>
                <a:lnTo>
                  <a:pt x="11334" y="1"/>
                </a:lnTo>
                <a:close/>
              </a:path>
            </a:pathLst>
          </a:custGeom>
          <a:solidFill>
            <a:schemeClr val="accen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8"/>
          <p:cNvSpPr/>
          <p:nvPr/>
        </p:nvSpPr>
        <p:spPr>
          <a:xfrm>
            <a:off x="-1526763" y="-342705"/>
            <a:ext cx="4706555" cy="1587067"/>
          </a:xfrm>
          <a:custGeom>
            <a:rect b="b" l="l" r="r" t="t"/>
            <a:pathLst>
              <a:path extrusionOk="0" h="9729" w="28852">
                <a:moveTo>
                  <a:pt x="27909" y="1"/>
                </a:moveTo>
                <a:cubicBezTo>
                  <a:pt x="27641" y="1"/>
                  <a:pt x="27359" y="65"/>
                  <a:pt x="27138" y="117"/>
                </a:cubicBezTo>
                <a:cubicBezTo>
                  <a:pt x="26393" y="292"/>
                  <a:pt x="25642" y="438"/>
                  <a:pt x="24886" y="556"/>
                </a:cubicBezTo>
                <a:cubicBezTo>
                  <a:pt x="23384" y="791"/>
                  <a:pt x="21867" y="918"/>
                  <a:pt x="20347" y="969"/>
                </a:cubicBezTo>
                <a:cubicBezTo>
                  <a:pt x="19779" y="988"/>
                  <a:pt x="19211" y="997"/>
                  <a:pt x="18643" y="997"/>
                </a:cubicBezTo>
                <a:cubicBezTo>
                  <a:pt x="16156" y="997"/>
                  <a:pt x="13669" y="829"/>
                  <a:pt x="11190" y="628"/>
                </a:cubicBezTo>
                <a:cubicBezTo>
                  <a:pt x="9660" y="504"/>
                  <a:pt x="8132" y="368"/>
                  <a:pt x="6601" y="249"/>
                </a:cubicBezTo>
                <a:cubicBezTo>
                  <a:pt x="5839" y="189"/>
                  <a:pt x="5076" y="132"/>
                  <a:pt x="4312" y="87"/>
                </a:cubicBezTo>
                <a:cubicBezTo>
                  <a:pt x="4099" y="75"/>
                  <a:pt x="3881" y="64"/>
                  <a:pt x="3664" y="64"/>
                </a:cubicBezTo>
                <a:cubicBezTo>
                  <a:pt x="3221" y="64"/>
                  <a:pt x="2777" y="107"/>
                  <a:pt x="2362" y="261"/>
                </a:cubicBezTo>
                <a:cubicBezTo>
                  <a:pt x="1198" y="695"/>
                  <a:pt x="625" y="1959"/>
                  <a:pt x="327" y="3085"/>
                </a:cubicBezTo>
                <a:cubicBezTo>
                  <a:pt x="51" y="4125"/>
                  <a:pt x="0" y="5240"/>
                  <a:pt x="241" y="6293"/>
                </a:cubicBezTo>
                <a:cubicBezTo>
                  <a:pt x="475" y="7320"/>
                  <a:pt x="1013" y="8271"/>
                  <a:pt x="1861" y="8911"/>
                </a:cubicBezTo>
                <a:cubicBezTo>
                  <a:pt x="2297" y="9241"/>
                  <a:pt x="2827" y="9490"/>
                  <a:pt x="3378" y="9490"/>
                </a:cubicBezTo>
                <a:cubicBezTo>
                  <a:pt x="3472" y="9490"/>
                  <a:pt x="3567" y="9482"/>
                  <a:pt x="3662" y="9467"/>
                </a:cubicBezTo>
                <a:cubicBezTo>
                  <a:pt x="4312" y="9361"/>
                  <a:pt x="4799" y="8877"/>
                  <a:pt x="5302" y="8495"/>
                </a:cubicBezTo>
                <a:cubicBezTo>
                  <a:pt x="5837" y="8088"/>
                  <a:pt x="6442" y="7738"/>
                  <a:pt x="7106" y="7594"/>
                </a:cubicBezTo>
                <a:cubicBezTo>
                  <a:pt x="7279" y="7557"/>
                  <a:pt x="7450" y="7538"/>
                  <a:pt x="7618" y="7538"/>
                </a:cubicBezTo>
                <a:cubicBezTo>
                  <a:pt x="8095" y="7538"/>
                  <a:pt x="8551" y="7686"/>
                  <a:pt x="8965" y="7966"/>
                </a:cubicBezTo>
                <a:cubicBezTo>
                  <a:pt x="9884" y="8588"/>
                  <a:pt x="10692" y="9729"/>
                  <a:pt x="11891" y="9729"/>
                </a:cubicBezTo>
                <a:cubicBezTo>
                  <a:pt x="11980" y="9729"/>
                  <a:pt x="12071" y="9723"/>
                  <a:pt x="12164" y="9709"/>
                </a:cubicBezTo>
                <a:cubicBezTo>
                  <a:pt x="13260" y="9554"/>
                  <a:pt x="13511" y="8401"/>
                  <a:pt x="13804" y="7521"/>
                </a:cubicBezTo>
                <a:cubicBezTo>
                  <a:pt x="13945" y="7099"/>
                  <a:pt x="14127" y="6643"/>
                  <a:pt x="14504" y="6377"/>
                </a:cubicBezTo>
                <a:cubicBezTo>
                  <a:pt x="14738" y="6212"/>
                  <a:pt x="15003" y="6142"/>
                  <a:pt x="15276" y="6142"/>
                </a:cubicBezTo>
                <a:cubicBezTo>
                  <a:pt x="15402" y="6142"/>
                  <a:pt x="15530" y="6157"/>
                  <a:pt x="15656" y="6184"/>
                </a:cubicBezTo>
                <a:cubicBezTo>
                  <a:pt x="16572" y="6381"/>
                  <a:pt x="17354" y="6961"/>
                  <a:pt x="18244" y="7232"/>
                </a:cubicBezTo>
                <a:cubicBezTo>
                  <a:pt x="18502" y="7311"/>
                  <a:pt x="18774" y="7363"/>
                  <a:pt x="19044" y="7363"/>
                </a:cubicBezTo>
                <a:cubicBezTo>
                  <a:pt x="19207" y="7363"/>
                  <a:pt x="19369" y="7344"/>
                  <a:pt x="19529" y="7301"/>
                </a:cubicBezTo>
                <a:cubicBezTo>
                  <a:pt x="19978" y="7178"/>
                  <a:pt x="20331" y="6877"/>
                  <a:pt x="20595" y="6501"/>
                </a:cubicBezTo>
                <a:cubicBezTo>
                  <a:pt x="21130" y="5738"/>
                  <a:pt x="21292" y="4712"/>
                  <a:pt x="21999" y="4070"/>
                </a:cubicBezTo>
                <a:cubicBezTo>
                  <a:pt x="22362" y="3741"/>
                  <a:pt x="22807" y="3634"/>
                  <a:pt x="23269" y="3634"/>
                </a:cubicBezTo>
                <a:cubicBezTo>
                  <a:pt x="23739" y="3634"/>
                  <a:pt x="24227" y="3745"/>
                  <a:pt x="24664" y="3849"/>
                </a:cubicBezTo>
                <a:cubicBezTo>
                  <a:pt x="25227" y="3981"/>
                  <a:pt x="25851" y="4166"/>
                  <a:pt x="26455" y="4166"/>
                </a:cubicBezTo>
                <a:cubicBezTo>
                  <a:pt x="26763" y="4166"/>
                  <a:pt x="27066" y="4118"/>
                  <a:pt x="27353" y="3990"/>
                </a:cubicBezTo>
                <a:cubicBezTo>
                  <a:pt x="28400" y="3523"/>
                  <a:pt x="28496" y="2313"/>
                  <a:pt x="28400" y="1304"/>
                </a:cubicBezTo>
                <a:cubicBezTo>
                  <a:pt x="28773" y="1190"/>
                  <a:pt x="28851" y="712"/>
                  <a:pt x="28673" y="381"/>
                </a:cubicBezTo>
                <a:cubicBezTo>
                  <a:pt x="28515" y="88"/>
                  <a:pt x="28221" y="1"/>
                  <a:pt x="27909" y="1"/>
                </a:cubicBezTo>
                <a:close/>
              </a:path>
            </a:pathLst>
          </a:custGeom>
          <a:solidFill>
            <a:schemeClr val="l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8"/>
          <p:cNvSpPr/>
          <p:nvPr/>
        </p:nvSpPr>
        <p:spPr>
          <a:xfrm flipH="1">
            <a:off x="5821100" y="3760534"/>
            <a:ext cx="3566130" cy="1460872"/>
          </a:xfrm>
          <a:custGeom>
            <a:rect b="b" l="l" r="r" t="t"/>
            <a:pathLst>
              <a:path extrusionOk="0" h="7088" w="21861">
                <a:moveTo>
                  <a:pt x="1470" y="1"/>
                </a:moveTo>
                <a:cubicBezTo>
                  <a:pt x="969" y="1"/>
                  <a:pt x="465" y="73"/>
                  <a:pt x="0" y="211"/>
                </a:cubicBezTo>
                <a:lnTo>
                  <a:pt x="0" y="7087"/>
                </a:lnTo>
                <a:lnTo>
                  <a:pt x="21860" y="7087"/>
                </a:lnTo>
                <a:cubicBezTo>
                  <a:pt x="21784" y="6987"/>
                  <a:pt x="21696" y="6892"/>
                  <a:pt x="21596" y="6806"/>
                </a:cubicBezTo>
                <a:cubicBezTo>
                  <a:pt x="21135" y="6406"/>
                  <a:pt x="20429" y="6167"/>
                  <a:pt x="19720" y="6167"/>
                </a:cubicBezTo>
                <a:cubicBezTo>
                  <a:pt x="19688" y="6167"/>
                  <a:pt x="19657" y="6168"/>
                  <a:pt x="19626" y="6169"/>
                </a:cubicBezTo>
                <a:cubicBezTo>
                  <a:pt x="19086" y="6184"/>
                  <a:pt x="18553" y="6331"/>
                  <a:pt x="18022" y="6331"/>
                </a:cubicBezTo>
                <a:cubicBezTo>
                  <a:pt x="17915" y="6331"/>
                  <a:pt x="17808" y="6325"/>
                  <a:pt x="17701" y="6311"/>
                </a:cubicBezTo>
                <a:cubicBezTo>
                  <a:pt x="17575" y="6294"/>
                  <a:pt x="17455" y="6267"/>
                  <a:pt x="17341" y="6232"/>
                </a:cubicBezTo>
                <a:cubicBezTo>
                  <a:pt x="17316" y="6223"/>
                  <a:pt x="17292" y="6216"/>
                  <a:pt x="17268" y="6207"/>
                </a:cubicBezTo>
                <a:cubicBezTo>
                  <a:pt x="16400" y="5904"/>
                  <a:pt x="15883" y="5118"/>
                  <a:pt x="15068" y="4680"/>
                </a:cubicBezTo>
                <a:cubicBezTo>
                  <a:pt x="14496" y="4373"/>
                  <a:pt x="13820" y="4258"/>
                  <a:pt x="13115" y="4258"/>
                </a:cubicBezTo>
                <a:cubicBezTo>
                  <a:pt x="12312" y="4258"/>
                  <a:pt x="11471" y="4408"/>
                  <a:pt x="10706" y="4596"/>
                </a:cubicBezTo>
                <a:cubicBezTo>
                  <a:pt x="10023" y="4765"/>
                  <a:pt x="9316" y="4959"/>
                  <a:pt x="8608" y="4959"/>
                </a:cubicBezTo>
                <a:cubicBezTo>
                  <a:pt x="8441" y="4959"/>
                  <a:pt x="8274" y="4948"/>
                  <a:pt x="8107" y="4924"/>
                </a:cubicBezTo>
                <a:cubicBezTo>
                  <a:pt x="6811" y="4733"/>
                  <a:pt x="5999" y="3788"/>
                  <a:pt x="5474" y="2893"/>
                </a:cubicBezTo>
                <a:cubicBezTo>
                  <a:pt x="4948" y="1997"/>
                  <a:pt x="4493" y="1003"/>
                  <a:pt x="3416" y="436"/>
                </a:cubicBezTo>
                <a:cubicBezTo>
                  <a:pt x="2851" y="140"/>
                  <a:pt x="2164" y="1"/>
                  <a:pt x="1470"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56" name="Google Shape;1256;p48"/>
          <p:cNvSpPr/>
          <p:nvPr/>
        </p:nvSpPr>
        <p:spPr>
          <a:xfrm rot="-10446150">
            <a:off x="7301254" y="828711"/>
            <a:ext cx="605803" cy="14193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 name="Google Shape;1257;p48"/>
          <p:cNvGrpSpPr/>
          <p:nvPr/>
        </p:nvGrpSpPr>
        <p:grpSpPr>
          <a:xfrm rot="5400000">
            <a:off x="1196997" y="633767"/>
            <a:ext cx="221772" cy="200884"/>
            <a:chOff x="1640475" y="1197075"/>
            <a:chExt cx="55475" cy="50250"/>
          </a:xfrm>
        </p:grpSpPr>
        <p:sp>
          <p:nvSpPr>
            <p:cNvPr id="1258" name="Google Shape;1258;p4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 name="Google Shape;1261;p48"/>
          <p:cNvSpPr/>
          <p:nvPr/>
        </p:nvSpPr>
        <p:spPr>
          <a:xfrm rot="-834203">
            <a:off x="8546511" y="363435"/>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8"/>
          <p:cNvSpPr/>
          <p:nvPr/>
        </p:nvSpPr>
        <p:spPr>
          <a:xfrm rot="9299609">
            <a:off x="6169067" y="4423007"/>
            <a:ext cx="580163" cy="1359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48"/>
          <p:cNvGrpSpPr/>
          <p:nvPr/>
        </p:nvGrpSpPr>
        <p:grpSpPr>
          <a:xfrm rot="5400000">
            <a:off x="7984661" y="4245497"/>
            <a:ext cx="221772" cy="200884"/>
            <a:chOff x="1640475" y="1197075"/>
            <a:chExt cx="55475" cy="50250"/>
          </a:xfrm>
        </p:grpSpPr>
        <p:sp>
          <p:nvSpPr>
            <p:cNvPr id="1264" name="Google Shape;1264;p4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48"/>
          <p:cNvGrpSpPr/>
          <p:nvPr/>
        </p:nvGrpSpPr>
        <p:grpSpPr>
          <a:xfrm rot="9243324">
            <a:off x="715625" y="4390515"/>
            <a:ext cx="221772" cy="200884"/>
            <a:chOff x="1640475" y="1197075"/>
            <a:chExt cx="55475" cy="50250"/>
          </a:xfrm>
        </p:grpSpPr>
        <p:sp>
          <p:nvSpPr>
            <p:cNvPr id="1268" name="Google Shape;1268;p48"/>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8"/>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8"/>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 name="Google Shape;1271;p48"/>
          <p:cNvSpPr/>
          <p:nvPr/>
        </p:nvSpPr>
        <p:spPr>
          <a:xfrm rot="6391521">
            <a:off x="90759" y="1137610"/>
            <a:ext cx="605799" cy="14193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8"/>
          <p:cNvSpPr/>
          <p:nvPr/>
        </p:nvSpPr>
        <p:spPr>
          <a:xfrm rot="-5211900">
            <a:off x="-288345" y="2736749"/>
            <a:ext cx="988852" cy="900801"/>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TITLE_AND_BODY_1_1_1_2_1_1_1_1_1">
    <p:spTree>
      <p:nvGrpSpPr>
        <p:cNvPr id="1273" name="Shape 1273"/>
        <p:cNvGrpSpPr/>
        <p:nvPr/>
      </p:nvGrpSpPr>
      <p:grpSpPr>
        <a:xfrm>
          <a:off x="0" y="0"/>
          <a:ext cx="0" cy="0"/>
          <a:chOff x="0" y="0"/>
          <a:chExt cx="0" cy="0"/>
        </a:xfrm>
      </p:grpSpPr>
      <p:sp>
        <p:nvSpPr>
          <p:cNvPr id="1274" name="Google Shape;1274;p49"/>
          <p:cNvSpPr/>
          <p:nvPr/>
        </p:nvSpPr>
        <p:spPr>
          <a:xfrm rot="814705">
            <a:off x="1052129" y="-1383880"/>
            <a:ext cx="3177459" cy="2534962"/>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l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9"/>
          <p:cNvSpPr/>
          <p:nvPr/>
        </p:nvSpPr>
        <p:spPr>
          <a:xfrm flipH="1">
            <a:off x="6627888" y="3318985"/>
            <a:ext cx="2665937" cy="2778151"/>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9"/>
          <p:cNvSpPr/>
          <p:nvPr/>
        </p:nvSpPr>
        <p:spPr>
          <a:xfrm rot="-5400000">
            <a:off x="7233435" y="-351342"/>
            <a:ext cx="3021471" cy="1245429"/>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accent2">
              <a:alpha val="5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9"/>
          <p:cNvSpPr/>
          <p:nvPr/>
        </p:nvSpPr>
        <p:spPr>
          <a:xfrm rot="-5400000">
            <a:off x="-793653" y="3177741"/>
            <a:ext cx="2810710" cy="1223408"/>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9"/>
          <p:cNvSpPr/>
          <p:nvPr/>
        </p:nvSpPr>
        <p:spPr>
          <a:xfrm rot="-906775">
            <a:off x="6090638" y="379274"/>
            <a:ext cx="605796" cy="1419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9"/>
          <p:cNvSpPr/>
          <p:nvPr/>
        </p:nvSpPr>
        <p:spPr>
          <a:xfrm rot="9965797">
            <a:off x="-318118" y="-18831"/>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 name="Google Shape;1280;p49"/>
          <p:cNvGrpSpPr/>
          <p:nvPr/>
        </p:nvGrpSpPr>
        <p:grpSpPr>
          <a:xfrm rot="1310449">
            <a:off x="8221027" y="1368344"/>
            <a:ext cx="251676" cy="227987"/>
            <a:chOff x="1640475" y="1197075"/>
            <a:chExt cx="55475" cy="50250"/>
          </a:xfrm>
        </p:grpSpPr>
        <p:sp>
          <p:nvSpPr>
            <p:cNvPr id="1281" name="Google Shape;1281;p4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49"/>
          <p:cNvGrpSpPr/>
          <p:nvPr/>
        </p:nvGrpSpPr>
        <p:grpSpPr>
          <a:xfrm rot="-6151375">
            <a:off x="1256890" y="4184201"/>
            <a:ext cx="251675" cy="227988"/>
            <a:chOff x="1640475" y="1197075"/>
            <a:chExt cx="55475" cy="50250"/>
          </a:xfrm>
        </p:grpSpPr>
        <p:sp>
          <p:nvSpPr>
            <p:cNvPr id="1285" name="Google Shape;1285;p4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49"/>
          <p:cNvGrpSpPr/>
          <p:nvPr/>
        </p:nvGrpSpPr>
        <p:grpSpPr>
          <a:xfrm rot="-6151375">
            <a:off x="3578215" y="336251"/>
            <a:ext cx="251675" cy="227988"/>
            <a:chOff x="1640475" y="1197075"/>
            <a:chExt cx="55475" cy="50250"/>
          </a:xfrm>
        </p:grpSpPr>
        <p:sp>
          <p:nvSpPr>
            <p:cNvPr id="1289" name="Google Shape;1289;p49"/>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9"/>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9"/>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 name="Google Shape;1292;p49"/>
          <p:cNvSpPr/>
          <p:nvPr/>
        </p:nvSpPr>
        <p:spPr>
          <a:xfrm rot="496725">
            <a:off x="6393888" y="4453034"/>
            <a:ext cx="605803" cy="14193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9"/>
          <p:cNvSpPr/>
          <p:nvPr/>
        </p:nvSpPr>
        <p:spPr>
          <a:xfrm rot="6293788">
            <a:off x="8351781" y="3151021"/>
            <a:ext cx="959267" cy="701802"/>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9"/>
          <p:cNvSpPr txBox="1"/>
          <p:nvPr>
            <p:ph type="title"/>
          </p:nvPr>
        </p:nvSpPr>
        <p:spPr>
          <a:xfrm>
            <a:off x="2906875" y="1270638"/>
            <a:ext cx="3330300" cy="942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800"/>
              <a:buNone/>
              <a:defRPr>
                <a:solidFill>
                  <a:schemeClr val="dk1"/>
                </a:solidFill>
              </a:defRPr>
            </a:lvl1pPr>
            <a:lvl2pPr lvl="1" rtl="0">
              <a:spcBef>
                <a:spcPts val="0"/>
              </a:spcBef>
              <a:spcAft>
                <a:spcPts val="0"/>
              </a:spcAft>
              <a:buClr>
                <a:schemeClr val="dk1"/>
              </a:buClr>
              <a:buSzPts val="2800"/>
              <a:buNone/>
              <a:defRPr>
                <a:solidFill>
                  <a:schemeClr val="dk1"/>
                </a:solidFill>
              </a:defRPr>
            </a:lvl2pPr>
            <a:lvl3pPr lvl="2" rtl="0">
              <a:spcBef>
                <a:spcPts val="0"/>
              </a:spcBef>
              <a:spcAft>
                <a:spcPts val="0"/>
              </a:spcAft>
              <a:buClr>
                <a:schemeClr val="dk1"/>
              </a:buClr>
              <a:buSzPts val="2800"/>
              <a:buNone/>
              <a:defRPr>
                <a:solidFill>
                  <a:schemeClr val="dk1"/>
                </a:solidFill>
              </a:defRPr>
            </a:lvl3pPr>
            <a:lvl4pPr lvl="3" rtl="0">
              <a:spcBef>
                <a:spcPts val="0"/>
              </a:spcBef>
              <a:spcAft>
                <a:spcPts val="0"/>
              </a:spcAft>
              <a:buClr>
                <a:schemeClr val="dk1"/>
              </a:buClr>
              <a:buSzPts val="2800"/>
              <a:buNone/>
              <a:defRPr>
                <a:solidFill>
                  <a:schemeClr val="dk1"/>
                </a:solidFill>
              </a:defRPr>
            </a:lvl4pPr>
            <a:lvl5pPr lvl="4" rtl="0">
              <a:spcBef>
                <a:spcPts val="0"/>
              </a:spcBef>
              <a:spcAft>
                <a:spcPts val="0"/>
              </a:spcAft>
              <a:buClr>
                <a:schemeClr val="dk1"/>
              </a:buClr>
              <a:buSzPts val="2800"/>
              <a:buNone/>
              <a:defRPr>
                <a:solidFill>
                  <a:schemeClr val="dk1"/>
                </a:solidFill>
              </a:defRPr>
            </a:lvl5pPr>
            <a:lvl6pPr lvl="5" rtl="0">
              <a:spcBef>
                <a:spcPts val="0"/>
              </a:spcBef>
              <a:spcAft>
                <a:spcPts val="0"/>
              </a:spcAft>
              <a:buClr>
                <a:schemeClr val="dk1"/>
              </a:buClr>
              <a:buSzPts val="2800"/>
              <a:buNone/>
              <a:defRPr>
                <a:solidFill>
                  <a:schemeClr val="dk1"/>
                </a:solidFill>
              </a:defRPr>
            </a:lvl6pPr>
            <a:lvl7pPr lvl="6" rtl="0">
              <a:spcBef>
                <a:spcPts val="0"/>
              </a:spcBef>
              <a:spcAft>
                <a:spcPts val="0"/>
              </a:spcAft>
              <a:buClr>
                <a:schemeClr val="dk1"/>
              </a:buClr>
              <a:buSzPts val="2800"/>
              <a:buNone/>
              <a:defRPr>
                <a:solidFill>
                  <a:schemeClr val="dk1"/>
                </a:solidFill>
              </a:defRPr>
            </a:lvl7pPr>
            <a:lvl8pPr lvl="7" rtl="0">
              <a:spcBef>
                <a:spcPts val="0"/>
              </a:spcBef>
              <a:spcAft>
                <a:spcPts val="0"/>
              </a:spcAft>
              <a:buClr>
                <a:schemeClr val="dk1"/>
              </a:buClr>
              <a:buSzPts val="2800"/>
              <a:buNone/>
              <a:defRPr>
                <a:solidFill>
                  <a:schemeClr val="dk1"/>
                </a:solidFill>
              </a:defRPr>
            </a:lvl8pPr>
            <a:lvl9pPr lvl="8" rtl="0">
              <a:spcBef>
                <a:spcPts val="0"/>
              </a:spcBef>
              <a:spcAft>
                <a:spcPts val="0"/>
              </a:spcAft>
              <a:buClr>
                <a:schemeClr val="dk1"/>
              </a:buClr>
              <a:buSzPts val="2800"/>
              <a:buNone/>
              <a:defRPr>
                <a:solidFill>
                  <a:schemeClr val="dk1"/>
                </a:solidFill>
              </a:defRPr>
            </a:lvl9pPr>
          </a:lstStyle>
          <a:p/>
        </p:txBody>
      </p:sp>
      <p:sp>
        <p:nvSpPr>
          <p:cNvPr id="1295" name="Google Shape;1295;p49"/>
          <p:cNvSpPr txBox="1"/>
          <p:nvPr>
            <p:ph idx="1" type="subTitle"/>
          </p:nvPr>
        </p:nvSpPr>
        <p:spPr>
          <a:xfrm>
            <a:off x="1982875" y="2912938"/>
            <a:ext cx="5178300" cy="11142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Raleway SemiBold"/>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2pPr>
            <a:lvl3pPr lvl="2"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3pPr>
            <a:lvl4pPr lvl="3"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4pPr>
            <a:lvl5pPr lvl="4"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5pPr>
            <a:lvl6pPr lvl="5"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6pPr>
            <a:lvl7pPr lvl="6"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7pPr>
            <a:lvl8pPr lvl="7"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8pPr>
            <a:lvl9pPr lvl="8" rtl="0" algn="ctr">
              <a:lnSpc>
                <a:spcPct val="100000"/>
              </a:lnSpc>
              <a:spcBef>
                <a:spcPts val="0"/>
              </a:spcBef>
              <a:spcAft>
                <a:spcPts val="0"/>
              </a:spcAft>
              <a:buClr>
                <a:schemeClr val="dk1"/>
              </a:buClr>
              <a:buSzPts val="1400"/>
              <a:buFont typeface="Raleway SemiBold"/>
              <a:buNone/>
              <a:defRPr>
                <a:solidFill>
                  <a:schemeClr val="dk1"/>
                </a:solidFill>
                <a:latin typeface="Raleway SemiBold"/>
                <a:ea typeface="Raleway SemiBold"/>
                <a:cs typeface="Raleway SemiBold"/>
                <a:sym typeface="Raleway SemiBold"/>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0">
  <p:cSld name="TITLE_AND_BODY_1_1_1_2_1_1_1_1_1_1">
    <p:spTree>
      <p:nvGrpSpPr>
        <p:cNvPr id="1296" name="Shape 1296"/>
        <p:cNvGrpSpPr/>
        <p:nvPr/>
      </p:nvGrpSpPr>
      <p:grpSpPr>
        <a:xfrm>
          <a:off x="0" y="0"/>
          <a:ext cx="0" cy="0"/>
          <a:chOff x="0" y="0"/>
          <a:chExt cx="0" cy="0"/>
        </a:xfrm>
      </p:grpSpPr>
      <p:sp>
        <p:nvSpPr>
          <p:cNvPr id="1297" name="Google Shape;1297;p50"/>
          <p:cNvSpPr txBox="1"/>
          <p:nvPr>
            <p:ph type="title"/>
          </p:nvPr>
        </p:nvSpPr>
        <p:spPr>
          <a:xfrm>
            <a:off x="1693050" y="445025"/>
            <a:ext cx="5757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98" name="Google Shape;1298;p50"/>
          <p:cNvSpPr txBox="1"/>
          <p:nvPr>
            <p:ph idx="1" type="body"/>
          </p:nvPr>
        </p:nvSpPr>
        <p:spPr>
          <a:xfrm>
            <a:off x="969788" y="1214050"/>
            <a:ext cx="3258600" cy="3389400"/>
          </a:xfrm>
          <a:prstGeom prst="rect">
            <a:avLst/>
          </a:prstGeom>
        </p:spPr>
        <p:txBody>
          <a:bodyPr anchorCtr="0" anchor="t" bIns="91425" lIns="91425" spcFirstLastPara="1" rIns="91425" wrap="square" tIns="91425">
            <a:noAutofit/>
          </a:bodyPr>
          <a:lstStyle>
            <a:lvl1pPr indent="-336550" lvl="0" marL="457200" rtl="0">
              <a:lnSpc>
                <a:spcPct val="100000"/>
              </a:lnSpc>
              <a:spcBef>
                <a:spcPts val="0"/>
              </a:spcBef>
              <a:spcAft>
                <a:spcPts val="0"/>
              </a:spcAft>
              <a:buSzPts val="1700"/>
              <a:buFont typeface="Gloria Hallelujah"/>
              <a:buChar char="●"/>
              <a:defRPr sz="1400">
                <a:latin typeface="Raleway"/>
                <a:ea typeface="Raleway"/>
                <a:cs typeface="Raleway"/>
                <a:sym typeface="Raleway"/>
              </a:defRPr>
            </a:lvl1pPr>
            <a:lvl2pPr indent="-317500" lvl="1" marL="9144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2pPr>
            <a:lvl3pPr indent="-317500" lvl="2" marL="13716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3pPr>
            <a:lvl4pPr indent="-317500" lvl="3" marL="18288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4pPr>
            <a:lvl5pPr indent="-317500" lvl="4" marL="22860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5pPr>
            <a:lvl6pPr indent="-317500" lvl="5" marL="27432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6pPr>
            <a:lvl7pPr indent="-317500" lvl="6" marL="32004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7pPr>
            <a:lvl8pPr indent="-317500" lvl="7" marL="36576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8pPr>
            <a:lvl9pPr indent="-317500" lvl="8" marL="4114800" rtl="0">
              <a:lnSpc>
                <a:spcPct val="100000"/>
              </a:lnSpc>
              <a:spcBef>
                <a:spcPts val="0"/>
              </a:spcBef>
              <a:spcAft>
                <a:spcPts val="0"/>
              </a:spcAft>
              <a:buSzPts val="1400"/>
              <a:buFont typeface="Arial"/>
              <a:buChar char="■"/>
              <a:defRPr sz="1200">
                <a:latin typeface="Raleway SemiBold"/>
                <a:ea typeface="Raleway SemiBold"/>
                <a:cs typeface="Raleway SemiBold"/>
                <a:sym typeface="Raleway SemiBold"/>
              </a:defRPr>
            </a:lvl9pPr>
          </a:lstStyle>
          <a:p/>
        </p:txBody>
      </p:sp>
      <p:sp>
        <p:nvSpPr>
          <p:cNvPr id="1299" name="Google Shape;1299;p50"/>
          <p:cNvSpPr txBox="1"/>
          <p:nvPr>
            <p:ph idx="2" type="body"/>
          </p:nvPr>
        </p:nvSpPr>
        <p:spPr>
          <a:xfrm>
            <a:off x="4915613" y="1214050"/>
            <a:ext cx="3258600" cy="3389400"/>
          </a:xfrm>
          <a:prstGeom prst="rect">
            <a:avLst/>
          </a:prstGeom>
          <a:noFill/>
          <a:ln>
            <a:noFill/>
          </a:ln>
        </p:spPr>
        <p:txBody>
          <a:bodyPr anchorCtr="0" anchor="t" bIns="91425" lIns="91425" spcFirstLastPara="1" rIns="91425" wrap="square" tIns="91425">
            <a:noAutofit/>
          </a:bodyPr>
          <a:lstStyle>
            <a:lvl1pPr indent="-336550" lvl="0" marL="457200" rtl="0">
              <a:lnSpc>
                <a:spcPct val="100000"/>
              </a:lnSpc>
              <a:spcBef>
                <a:spcPts val="0"/>
              </a:spcBef>
              <a:spcAft>
                <a:spcPts val="0"/>
              </a:spcAft>
              <a:buClr>
                <a:schemeClr val="dk1"/>
              </a:buClr>
              <a:buSzPts val="1700"/>
              <a:buFont typeface="Gloria Hallelujah"/>
              <a:buChar char="●"/>
              <a:defRPr sz="1400">
                <a:latin typeface="Raleway"/>
                <a:ea typeface="Raleway"/>
                <a:cs typeface="Raleway"/>
                <a:sym typeface="Raleway"/>
              </a:defRPr>
            </a:lvl1pPr>
            <a:lvl2pPr indent="-317500" lvl="1" marL="9144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2pPr>
            <a:lvl3pPr indent="-317500" lvl="2" marL="13716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3pPr>
            <a:lvl4pPr indent="-317500" lvl="3" marL="18288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4pPr>
            <a:lvl5pPr indent="-317500" lvl="4" marL="22860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5pPr>
            <a:lvl6pPr indent="-317500" lvl="5" marL="27432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6pPr>
            <a:lvl7pPr indent="-317500" lvl="6" marL="32004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7pPr>
            <a:lvl8pPr indent="-317500" lvl="7" marL="36576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8pPr>
            <a:lvl9pPr indent="-317500" lvl="8" marL="4114800" rtl="0">
              <a:lnSpc>
                <a:spcPct val="100000"/>
              </a:lnSpc>
              <a:spcBef>
                <a:spcPts val="0"/>
              </a:spcBef>
              <a:spcAft>
                <a:spcPts val="0"/>
              </a:spcAft>
              <a:buClr>
                <a:schemeClr val="dk1"/>
              </a:buClr>
              <a:buSzPts val="1400"/>
              <a:buFont typeface="Arial"/>
              <a:buChar char="■"/>
              <a:defRPr sz="1200">
                <a:latin typeface="Raleway SemiBold"/>
                <a:ea typeface="Raleway SemiBold"/>
                <a:cs typeface="Raleway SemiBold"/>
                <a:sym typeface="Raleway SemiBold"/>
              </a:defRPr>
            </a:lvl9pPr>
          </a:lstStyle>
          <a:p/>
        </p:txBody>
      </p:sp>
      <p:sp>
        <p:nvSpPr>
          <p:cNvPr id="1300" name="Google Shape;1300;p50"/>
          <p:cNvSpPr/>
          <p:nvPr/>
        </p:nvSpPr>
        <p:spPr>
          <a:xfrm>
            <a:off x="6777626" y="-372150"/>
            <a:ext cx="3877467" cy="1370005"/>
          </a:xfrm>
          <a:custGeom>
            <a:rect b="b" l="l" r="r" t="t"/>
            <a:pathLst>
              <a:path extrusionOk="0" h="8613" w="24377">
                <a:moveTo>
                  <a:pt x="22626" y="1"/>
                </a:moveTo>
                <a:cubicBezTo>
                  <a:pt x="22431" y="1"/>
                  <a:pt x="22241" y="55"/>
                  <a:pt x="22058" y="101"/>
                </a:cubicBezTo>
                <a:cubicBezTo>
                  <a:pt x="21511" y="238"/>
                  <a:pt x="20953" y="349"/>
                  <a:pt x="20391" y="439"/>
                </a:cubicBezTo>
                <a:cubicBezTo>
                  <a:pt x="18472" y="743"/>
                  <a:pt x="16508" y="793"/>
                  <a:pt x="14552" y="793"/>
                </a:cubicBezTo>
                <a:cubicBezTo>
                  <a:pt x="14183" y="793"/>
                  <a:pt x="13813" y="791"/>
                  <a:pt x="13445" y="789"/>
                </a:cubicBezTo>
                <a:cubicBezTo>
                  <a:pt x="11020" y="775"/>
                  <a:pt x="8592" y="763"/>
                  <a:pt x="6170" y="648"/>
                </a:cubicBezTo>
                <a:cubicBezTo>
                  <a:pt x="4959" y="590"/>
                  <a:pt x="3748" y="506"/>
                  <a:pt x="2545" y="383"/>
                </a:cubicBezTo>
                <a:cubicBezTo>
                  <a:pt x="2238" y="351"/>
                  <a:pt x="1932" y="316"/>
                  <a:pt x="1627" y="279"/>
                </a:cubicBezTo>
                <a:cubicBezTo>
                  <a:pt x="1398" y="252"/>
                  <a:pt x="1163" y="215"/>
                  <a:pt x="930" y="215"/>
                </a:cubicBezTo>
                <a:cubicBezTo>
                  <a:pt x="895" y="215"/>
                  <a:pt x="861" y="215"/>
                  <a:pt x="827" y="217"/>
                </a:cubicBezTo>
                <a:cubicBezTo>
                  <a:pt x="405" y="240"/>
                  <a:pt x="13" y="441"/>
                  <a:pt x="5" y="792"/>
                </a:cubicBezTo>
                <a:cubicBezTo>
                  <a:pt x="1" y="936"/>
                  <a:pt x="84" y="1057"/>
                  <a:pt x="235" y="1138"/>
                </a:cubicBezTo>
                <a:cubicBezTo>
                  <a:pt x="259" y="1152"/>
                  <a:pt x="283" y="1157"/>
                  <a:pt x="305" y="1157"/>
                </a:cubicBezTo>
                <a:cubicBezTo>
                  <a:pt x="307" y="1157"/>
                  <a:pt x="309" y="1157"/>
                  <a:pt x="311" y="1157"/>
                </a:cubicBezTo>
                <a:lnTo>
                  <a:pt x="311" y="1157"/>
                </a:lnTo>
                <a:cubicBezTo>
                  <a:pt x="180" y="1807"/>
                  <a:pt x="426" y="2480"/>
                  <a:pt x="944" y="3003"/>
                </a:cubicBezTo>
                <a:cubicBezTo>
                  <a:pt x="1219" y="3281"/>
                  <a:pt x="1569" y="3518"/>
                  <a:pt x="1974" y="3679"/>
                </a:cubicBezTo>
                <a:cubicBezTo>
                  <a:pt x="2424" y="3858"/>
                  <a:pt x="2928" y="3933"/>
                  <a:pt x="3430" y="3957"/>
                </a:cubicBezTo>
                <a:cubicBezTo>
                  <a:pt x="3565" y="3964"/>
                  <a:pt x="3702" y="3967"/>
                  <a:pt x="3838" y="3967"/>
                </a:cubicBezTo>
                <a:cubicBezTo>
                  <a:pt x="4389" y="3967"/>
                  <a:pt x="4946" y="3924"/>
                  <a:pt x="5497" y="3924"/>
                </a:cubicBezTo>
                <a:cubicBezTo>
                  <a:pt x="5880" y="3924"/>
                  <a:pt x="6260" y="3944"/>
                  <a:pt x="6634" y="4014"/>
                </a:cubicBezTo>
                <a:cubicBezTo>
                  <a:pt x="7452" y="4167"/>
                  <a:pt x="8044" y="4590"/>
                  <a:pt x="8476" y="5128"/>
                </a:cubicBezTo>
                <a:cubicBezTo>
                  <a:pt x="8889" y="5644"/>
                  <a:pt x="9168" y="6215"/>
                  <a:pt x="9504" y="6761"/>
                </a:cubicBezTo>
                <a:cubicBezTo>
                  <a:pt x="9818" y="7272"/>
                  <a:pt x="10194" y="7795"/>
                  <a:pt x="10779" y="8153"/>
                </a:cubicBezTo>
                <a:cubicBezTo>
                  <a:pt x="11306" y="8477"/>
                  <a:pt x="11931" y="8612"/>
                  <a:pt x="12573" y="8612"/>
                </a:cubicBezTo>
                <a:cubicBezTo>
                  <a:pt x="12917" y="8612"/>
                  <a:pt x="13266" y="8573"/>
                  <a:pt x="13607" y="8503"/>
                </a:cubicBezTo>
                <a:cubicBezTo>
                  <a:pt x="14755" y="8264"/>
                  <a:pt x="15723" y="7708"/>
                  <a:pt x="16790" y="7327"/>
                </a:cubicBezTo>
                <a:cubicBezTo>
                  <a:pt x="17672" y="7012"/>
                  <a:pt x="18645" y="6819"/>
                  <a:pt x="19621" y="6819"/>
                </a:cubicBezTo>
                <a:cubicBezTo>
                  <a:pt x="19841" y="6819"/>
                  <a:pt x="20062" y="6829"/>
                  <a:pt x="20281" y="6849"/>
                </a:cubicBezTo>
                <a:cubicBezTo>
                  <a:pt x="21290" y="6943"/>
                  <a:pt x="22275" y="7285"/>
                  <a:pt x="22992" y="7844"/>
                </a:cubicBezTo>
                <a:cubicBezTo>
                  <a:pt x="23170" y="7982"/>
                  <a:pt x="23328" y="8133"/>
                  <a:pt x="23467" y="8296"/>
                </a:cubicBezTo>
                <a:cubicBezTo>
                  <a:pt x="23495" y="8329"/>
                  <a:pt x="23541" y="8346"/>
                  <a:pt x="23587" y="8346"/>
                </a:cubicBezTo>
                <a:cubicBezTo>
                  <a:pt x="23643" y="8346"/>
                  <a:pt x="23698" y="8320"/>
                  <a:pt x="23718" y="8271"/>
                </a:cubicBezTo>
                <a:cubicBezTo>
                  <a:pt x="24376" y="6550"/>
                  <a:pt x="24252" y="4734"/>
                  <a:pt x="23880" y="2982"/>
                </a:cubicBezTo>
                <a:cubicBezTo>
                  <a:pt x="23786" y="2536"/>
                  <a:pt x="23676" y="2093"/>
                  <a:pt x="23557" y="1650"/>
                </a:cubicBezTo>
                <a:cubicBezTo>
                  <a:pt x="23441" y="1217"/>
                  <a:pt x="23343" y="773"/>
                  <a:pt x="23189" y="348"/>
                </a:cubicBezTo>
                <a:cubicBezTo>
                  <a:pt x="23127" y="176"/>
                  <a:pt x="22987" y="38"/>
                  <a:pt x="22748" y="8"/>
                </a:cubicBezTo>
                <a:cubicBezTo>
                  <a:pt x="22707" y="3"/>
                  <a:pt x="22666" y="1"/>
                  <a:pt x="22626" y="1"/>
                </a:cubicBezTo>
                <a:close/>
              </a:path>
            </a:pathLst>
          </a:custGeom>
          <a:solidFill>
            <a:schemeClr val="dk2">
              <a:alpha val="477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01" name="Google Shape;1301;p50"/>
          <p:cNvSpPr/>
          <p:nvPr/>
        </p:nvSpPr>
        <p:spPr>
          <a:xfrm flipH="1" rot="5400000">
            <a:off x="-477525" y="-353486"/>
            <a:ext cx="2068926" cy="2074970"/>
          </a:xfrm>
          <a:custGeom>
            <a:rect b="b" l="l" r="r" t="t"/>
            <a:pathLst>
              <a:path extrusionOk="0" h="13045" w="13007">
                <a:moveTo>
                  <a:pt x="11086" y="1"/>
                </a:moveTo>
                <a:cubicBezTo>
                  <a:pt x="10136" y="1"/>
                  <a:pt x="9220" y="578"/>
                  <a:pt x="8514" y="1160"/>
                </a:cubicBezTo>
                <a:cubicBezTo>
                  <a:pt x="7734" y="1801"/>
                  <a:pt x="7147" y="2603"/>
                  <a:pt x="6690" y="3499"/>
                </a:cubicBezTo>
                <a:cubicBezTo>
                  <a:pt x="6269" y="4325"/>
                  <a:pt x="5846" y="5241"/>
                  <a:pt x="4914" y="5581"/>
                </a:cubicBezTo>
                <a:cubicBezTo>
                  <a:pt x="3974" y="5923"/>
                  <a:pt x="2923" y="5759"/>
                  <a:pt x="2005" y="6187"/>
                </a:cubicBezTo>
                <a:cubicBezTo>
                  <a:pt x="1188" y="6570"/>
                  <a:pt x="602" y="7349"/>
                  <a:pt x="329" y="8196"/>
                </a:cubicBezTo>
                <a:cubicBezTo>
                  <a:pt x="1" y="9208"/>
                  <a:pt x="140" y="10320"/>
                  <a:pt x="509" y="11301"/>
                </a:cubicBezTo>
                <a:cubicBezTo>
                  <a:pt x="597" y="11534"/>
                  <a:pt x="989" y="11993"/>
                  <a:pt x="1051" y="11993"/>
                </a:cubicBezTo>
                <a:cubicBezTo>
                  <a:pt x="1057" y="11993"/>
                  <a:pt x="1060" y="11988"/>
                  <a:pt x="1059" y="11977"/>
                </a:cubicBezTo>
                <a:lnTo>
                  <a:pt x="1059" y="11977"/>
                </a:lnTo>
                <a:cubicBezTo>
                  <a:pt x="1717" y="12454"/>
                  <a:pt x="2513" y="12576"/>
                  <a:pt x="3318" y="12576"/>
                </a:cubicBezTo>
                <a:cubicBezTo>
                  <a:pt x="3796" y="12576"/>
                  <a:pt x="4277" y="12533"/>
                  <a:pt x="4735" y="12495"/>
                </a:cubicBezTo>
                <a:cubicBezTo>
                  <a:pt x="5450" y="12436"/>
                  <a:pt x="6168" y="12406"/>
                  <a:pt x="6885" y="12406"/>
                </a:cubicBezTo>
                <a:cubicBezTo>
                  <a:pt x="7827" y="12406"/>
                  <a:pt x="8769" y="12458"/>
                  <a:pt x="9706" y="12564"/>
                </a:cubicBezTo>
                <a:cubicBezTo>
                  <a:pt x="10641" y="12670"/>
                  <a:pt x="11568" y="12831"/>
                  <a:pt x="12485" y="13041"/>
                </a:cubicBezTo>
                <a:cubicBezTo>
                  <a:pt x="12495" y="13043"/>
                  <a:pt x="12505" y="13045"/>
                  <a:pt x="12515" y="13045"/>
                </a:cubicBezTo>
                <a:cubicBezTo>
                  <a:pt x="12578" y="13045"/>
                  <a:pt x="12630" y="12997"/>
                  <a:pt x="12632" y="12929"/>
                </a:cubicBezTo>
                <a:lnTo>
                  <a:pt x="12879" y="5509"/>
                </a:lnTo>
                <a:cubicBezTo>
                  <a:pt x="12900" y="4891"/>
                  <a:pt x="12920" y="4272"/>
                  <a:pt x="12940" y="3654"/>
                </a:cubicBezTo>
                <a:cubicBezTo>
                  <a:pt x="12960" y="3073"/>
                  <a:pt x="13006" y="2485"/>
                  <a:pt x="12985" y="1903"/>
                </a:cubicBezTo>
                <a:cubicBezTo>
                  <a:pt x="12967" y="1412"/>
                  <a:pt x="12856" y="914"/>
                  <a:pt x="12502" y="551"/>
                </a:cubicBezTo>
                <a:cubicBezTo>
                  <a:pt x="12188" y="228"/>
                  <a:pt x="11746" y="54"/>
                  <a:pt x="11303" y="11"/>
                </a:cubicBezTo>
                <a:cubicBezTo>
                  <a:pt x="11230" y="4"/>
                  <a:pt x="11158" y="1"/>
                  <a:pt x="11086" y="1"/>
                </a:cubicBezTo>
                <a:close/>
              </a:path>
            </a:pathLst>
          </a:custGeom>
          <a:solidFill>
            <a:schemeClr val="accent1">
              <a:alpha val="5982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02" name="Google Shape;1302;p50"/>
          <p:cNvSpPr/>
          <p:nvPr/>
        </p:nvSpPr>
        <p:spPr>
          <a:xfrm flipH="1">
            <a:off x="5696165" y="4019619"/>
            <a:ext cx="4163302" cy="2268390"/>
          </a:xfrm>
          <a:custGeom>
            <a:rect b="b" l="l" r="r" t="t"/>
            <a:pathLst>
              <a:path extrusionOk="0" h="14261" w="26174">
                <a:moveTo>
                  <a:pt x="4863" y="0"/>
                </a:moveTo>
                <a:cubicBezTo>
                  <a:pt x="4600" y="0"/>
                  <a:pt x="4337" y="25"/>
                  <a:pt x="4079" y="86"/>
                </a:cubicBezTo>
                <a:cubicBezTo>
                  <a:pt x="3577" y="206"/>
                  <a:pt x="3127" y="469"/>
                  <a:pt x="2736" y="803"/>
                </a:cubicBezTo>
                <a:cubicBezTo>
                  <a:pt x="1930" y="1492"/>
                  <a:pt x="1836" y="3135"/>
                  <a:pt x="799" y="3280"/>
                </a:cubicBezTo>
                <a:cubicBezTo>
                  <a:pt x="128" y="3374"/>
                  <a:pt x="0" y="4462"/>
                  <a:pt x="66" y="4462"/>
                </a:cubicBezTo>
                <a:cubicBezTo>
                  <a:pt x="68" y="4462"/>
                  <a:pt x="70" y="4461"/>
                  <a:pt x="72" y="4459"/>
                </a:cubicBezTo>
                <a:lnTo>
                  <a:pt x="72" y="4459"/>
                </a:lnTo>
                <a:cubicBezTo>
                  <a:pt x="67" y="5698"/>
                  <a:pt x="63" y="6939"/>
                  <a:pt x="59" y="8179"/>
                </a:cubicBezTo>
                <a:cubicBezTo>
                  <a:pt x="56" y="8831"/>
                  <a:pt x="53" y="9483"/>
                  <a:pt x="51" y="10135"/>
                </a:cubicBezTo>
                <a:cubicBezTo>
                  <a:pt x="50" y="10457"/>
                  <a:pt x="49" y="10777"/>
                  <a:pt x="48" y="11099"/>
                </a:cubicBezTo>
                <a:cubicBezTo>
                  <a:pt x="47" y="11393"/>
                  <a:pt x="48" y="11687"/>
                  <a:pt x="100" y="11976"/>
                </a:cubicBezTo>
                <a:cubicBezTo>
                  <a:pt x="186" y="12456"/>
                  <a:pt x="458" y="12928"/>
                  <a:pt x="933" y="13108"/>
                </a:cubicBezTo>
                <a:cubicBezTo>
                  <a:pt x="1033" y="13146"/>
                  <a:pt x="1145" y="13169"/>
                  <a:pt x="1252" y="13169"/>
                </a:cubicBezTo>
                <a:cubicBezTo>
                  <a:pt x="1254" y="13169"/>
                  <a:pt x="1257" y="13169"/>
                  <a:pt x="1259" y="13169"/>
                </a:cubicBezTo>
                <a:cubicBezTo>
                  <a:pt x="1388" y="13167"/>
                  <a:pt x="1479" y="13054"/>
                  <a:pt x="1583" y="12989"/>
                </a:cubicBezTo>
                <a:cubicBezTo>
                  <a:pt x="1788" y="12861"/>
                  <a:pt x="2013" y="12777"/>
                  <a:pt x="2247" y="12724"/>
                </a:cubicBezTo>
                <a:cubicBezTo>
                  <a:pt x="2483" y="12671"/>
                  <a:pt x="2724" y="12651"/>
                  <a:pt x="2966" y="12651"/>
                </a:cubicBezTo>
                <a:cubicBezTo>
                  <a:pt x="3233" y="12651"/>
                  <a:pt x="3501" y="12676"/>
                  <a:pt x="3763" y="12707"/>
                </a:cubicBezTo>
                <a:cubicBezTo>
                  <a:pt x="4310" y="12772"/>
                  <a:pt x="4853" y="12875"/>
                  <a:pt x="5400" y="12938"/>
                </a:cubicBezTo>
                <a:cubicBezTo>
                  <a:pt x="6669" y="13085"/>
                  <a:pt x="7946" y="13111"/>
                  <a:pt x="9219" y="13205"/>
                </a:cubicBezTo>
                <a:cubicBezTo>
                  <a:pt x="9860" y="13253"/>
                  <a:pt x="10500" y="13317"/>
                  <a:pt x="11134" y="13424"/>
                </a:cubicBezTo>
                <a:cubicBezTo>
                  <a:pt x="11749" y="13526"/>
                  <a:pt x="12358" y="13663"/>
                  <a:pt x="12967" y="13796"/>
                </a:cubicBezTo>
                <a:cubicBezTo>
                  <a:pt x="14136" y="14051"/>
                  <a:pt x="15300" y="14261"/>
                  <a:pt x="16498" y="14261"/>
                </a:cubicBezTo>
                <a:cubicBezTo>
                  <a:pt x="16552" y="14261"/>
                  <a:pt x="16606" y="14260"/>
                  <a:pt x="16660" y="14259"/>
                </a:cubicBezTo>
                <a:cubicBezTo>
                  <a:pt x="17953" y="14238"/>
                  <a:pt x="19236" y="14050"/>
                  <a:pt x="20525" y="13980"/>
                </a:cubicBezTo>
                <a:cubicBezTo>
                  <a:pt x="21615" y="13919"/>
                  <a:pt x="22718" y="13973"/>
                  <a:pt x="23796" y="13769"/>
                </a:cubicBezTo>
                <a:cubicBezTo>
                  <a:pt x="24313" y="13670"/>
                  <a:pt x="24820" y="13506"/>
                  <a:pt x="25277" y="13242"/>
                </a:cubicBezTo>
                <a:cubicBezTo>
                  <a:pt x="25711" y="12992"/>
                  <a:pt x="26148" y="12628"/>
                  <a:pt x="26165" y="12087"/>
                </a:cubicBezTo>
                <a:cubicBezTo>
                  <a:pt x="26174" y="11806"/>
                  <a:pt x="26071" y="11536"/>
                  <a:pt x="25960" y="11284"/>
                </a:cubicBezTo>
                <a:cubicBezTo>
                  <a:pt x="25831" y="10995"/>
                  <a:pt x="25692" y="10711"/>
                  <a:pt x="25556" y="10424"/>
                </a:cubicBezTo>
                <a:cubicBezTo>
                  <a:pt x="25280" y="9836"/>
                  <a:pt x="25017" y="9241"/>
                  <a:pt x="24726" y="8660"/>
                </a:cubicBezTo>
                <a:cubicBezTo>
                  <a:pt x="24617" y="8443"/>
                  <a:pt x="24475" y="8244"/>
                  <a:pt x="24244" y="8148"/>
                </a:cubicBezTo>
                <a:cubicBezTo>
                  <a:pt x="23992" y="8043"/>
                  <a:pt x="23700" y="8056"/>
                  <a:pt x="23431" y="8053"/>
                </a:cubicBezTo>
                <a:cubicBezTo>
                  <a:pt x="23345" y="8052"/>
                  <a:pt x="23259" y="8052"/>
                  <a:pt x="23173" y="8052"/>
                </a:cubicBezTo>
                <a:cubicBezTo>
                  <a:pt x="22618" y="8052"/>
                  <a:pt x="22062" y="8075"/>
                  <a:pt x="21508" y="8122"/>
                </a:cubicBezTo>
                <a:cubicBezTo>
                  <a:pt x="20999" y="8165"/>
                  <a:pt x="20489" y="8243"/>
                  <a:pt x="19978" y="8243"/>
                </a:cubicBezTo>
                <a:cubicBezTo>
                  <a:pt x="19867" y="8243"/>
                  <a:pt x="19756" y="8239"/>
                  <a:pt x="19645" y="8231"/>
                </a:cubicBezTo>
                <a:cubicBezTo>
                  <a:pt x="19110" y="8189"/>
                  <a:pt x="18609" y="8002"/>
                  <a:pt x="18163" y="7708"/>
                </a:cubicBezTo>
                <a:cubicBezTo>
                  <a:pt x="17269" y="7121"/>
                  <a:pt x="16691" y="6224"/>
                  <a:pt x="16067" y="5381"/>
                </a:cubicBezTo>
                <a:cubicBezTo>
                  <a:pt x="15751" y="4955"/>
                  <a:pt x="15397" y="4546"/>
                  <a:pt x="14929" y="4285"/>
                </a:cubicBezTo>
                <a:cubicBezTo>
                  <a:pt x="14463" y="4025"/>
                  <a:pt x="13935" y="3920"/>
                  <a:pt x="13408" y="3879"/>
                </a:cubicBezTo>
                <a:cubicBezTo>
                  <a:pt x="13154" y="3860"/>
                  <a:pt x="12899" y="3855"/>
                  <a:pt x="12643" y="3855"/>
                </a:cubicBezTo>
                <a:cubicBezTo>
                  <a:pt x="12450" y="3855"/>
                  <a:pt x="12257" y="3858"/>
                  <a:pt x="12064" y="3858"/>
                </a:cubicBezTo>
                <a:cubicBezTo>
                  <a:pt x="11487" y="3858"/>
                  <a:pt x="10912" y="3836"/>
                  <a:pt x="10354" y="3664"/>
                </a:cubicBezTo>
                <a:cubicBezTo>
                  <a:pt x="9893" y="3522"/>
                  <a:pt x="9465" y="3265"/>
                  <a:pt x="9185" y="2863"/>
                </a:cubicBezTo>
                <a:cubicBezTo>
                  <a:pt x="8887" y="2436"/>
                  <a:pt x="8747" y="1924"/>
                  <a:pt x="8473" y="1483"/>
                </a:cubicBezTo>
                <a:cubicBezTo>
                  <a:pt x="7915" y="585"/>
                  <a:pt x="6844" y="273"/>
                  <a:pt x="5861" y="99"/>
                </a:cubicBezTo>
                <a:cubicBezTo>
                  <a:pt x="5533" y="41"/>
                  <a:pt x="5197" y="0"/>
                  <a:pt x="4863"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03" name="Google Shape;1303;p50"/>
          <p:cNvSpPr/>
          <p:nvPr/>
        </p:nvSpPr>
        <p:spPr>
          <a:xfrm rot="2024276">
            <a:off x="8338770" y="842317"/>
            <a:ext cx="755189" cy="17692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50"/>
          <p:cNvGrpSpPr/>
          <p:nvPr/>
        </p:nvGrpSpPr>
        <p:grpSpPr>
          <a:xfrm>
            <a:off x="6928061" y="349247"/>
            <a:ext cx="221772" cy="200884"/>
            <a:chOff x="1640475" y="1197075"/>
            <a:chExt cx="55475" cy="50250"/>
          </a:xfrm>
        </p:grpSpPr>
        <p:sp>
          <p:nvSpPr>
            <p:cNvPr id="1305" name="Google Shape;1305;p5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50"/>
          <p:cNvGrpSpPr/>
          <p:nvPr/>
        </p:nvGrpSpPr>
        <p:grpSpPr>
          <a:xfrm rot="10468240">
            <a:off x="1666764" y="197950"/>
            <a:ext cx="221772" cy="200884"/>
            <a:chOff x="1640475" y="1197075"/>
            <a:chExt cx="55475" cy="50250"/>
          </a:xfrm>
        </p:grpSpPr>
        <p:sp>
          <p:nvSpPr>
            <p:cNvPr id="1309" name="Google Shape;1309;p5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50"/>
          <p:cNvGrpSpPr/>
          <p:nvPr/>
        </p:nvGrpSpPr>
        <p:grpSpPr>
          <a:xfrm rot="3155490">
            <a:off x="7186097" y="4770947"/>
            <a:ext cx="221774" cy="200886"/>
            <a:chOff x="1640475" y="1197075"/>
            <a:chExt cx="55475" cy="50250"/>
          </a:xfrm>
        </p:grpSpPr>
        <p:sp>
          <p:nvSpPr>
            <p:cNvPr id="1313" name="Google Shape;1313;p5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 name="Google Shape;1316;p50"/>
          <p:cNvSpPr/>
          <p:nvPr/>
        </p:nvSpPr>
        <p:spPr>
          <a:xfrm flipH="1" rot="10800000">
            <a:off x="-59881" y="4256559"/>
            <a:ext cx="2299567" cy="1009729"/>
          </a:xfrm>
          <a:custGeom>
            <a:rect b="b" l="l" r="r" t="t"/>
            <a:pathLst>
              <a:path extrusionOk="0" h="6348" w="14457">
                <a:moveTo>
                  <a:pt x="0" y="1"/>
                </a:moveTo>
                <a:lnTo>
                  <a:pt x="0" y="6160"/>
                </a:lnTo>
                <a:cubicBezTo>
                  <a:pt x="307" y="6283"/>
                  <a:pt x="641" y="6348"/>
                  <a:pt x="972" y="6348"/>
                </a:cubicBezTo>
                <a:cubicBezTo>
                  <a:pt x="1431" y="6348"/>
                  <a:pt x="1886" y="6223"/>
                  <a:pt x="2259" y="5957"/>
                </a:cubicBezTo>
                <a:cubicBezTo>
                  <a:pt x="2971" y="5450"/>
                  <a:pt x="3272" y="4560"/>
                  <a:pt x="3620" y="3758"/>
                </a:cubicBezTo>
                <a:cubicBezTo>
                  <a:pt x="3967" y="2955"/>
                  <a:pt x="4504" y="2110"/>
                  <a:pt x="5362" y="1938"/>
                </a:cubicBezTo>
                <a:cubicBezTo>
                  <a:pt x="5472" y="1916"/>
                  <a:pt x="5582" y="1906"/>
                  <a:pt x="5692" y="1906"/>
                </a:cubicBezTo>
                <a:cubicBezTo>
                  <a:pt x="6160" y="1906"/>
                  <a:pt x="6628" y="2081"/>
                  <a:pt x="7080" y="2232"/>
                </a:cubicBezTo>
                <a:cubicBezTo>
                  <a:pt x="7585" y="2401"/>
                  <a:pt x="8141" y="2535"/>
                  <a:pt x="8672" y="2535"/>
                </a:cubicBezTo>
                <a:cubicBezTo>
                  <a:pt x="9138" y="2535"/>
                  <a:pt x="9586" y="2431"/>
                  <a:pt x="9965" y="2156"/>
                </a:cubicBezTo>
                <a:cubicBezTo>
                  <a:pt x="10504" y="1765"/>
                  <a:pt x="10846" y="1060"/>
                  <a:pt x="11419" y="789"/>
                </a:cubicBezTo>
                <a:lnTo>
                  <a:pt x="11420" y="789"/>
                </a:lnTo>
                <a:cubicBezTo>
                  <a:pt x="11436" y="781"/>
                  <a:pt x="11452" y="774"/>
                  <a:pt x="11469" y="767"/>
                </a:cubicBezTo>
                <a:cubicBezTo>
                  <a:pt x="11544" y="736"/>
                  <a:pt x="11623" y="712"/>
                  <a:pt x="11706" y="696"/>
                </a:cubicBezTo>
                <a:cubicBezTo>
                  <a:pt x="11777" y="683"/>
                  <a:pt x="11848" y="678"/>
                  <a:pt x="11919" y="678"/>
                </a:cubicBezTo>
                <a:cubicBezTo>
                  <a:pt x="12271" y="678"/>
                  <a:pt x="12623" y="809"/>
                  <a:pt x="12978" y="824"/>
                </a:cubicBezTo>
                <a:cubicBezTo>
                  <a:pt x="12999" y="824"/>
                  <a:pt x="13020" y="825"/>
                  <a:pt x="13041" y="825"/>
                </a:cubicBezTo>
                <a:cubicBezTo>
                  <a:pt x="13511" y="825"/>
                  <a:pt x="13977" y="611"/>
                  <a:pt x="14281" y="253"/>
                </a:cubicBezTo>
                <a:cubicBezTo>
                  <a:pt x="14348" y="175"/>
                  <a:pt x="14407" y="90"/>
                  <a:pt x="14457" y="1"/>
                </a:cubicBezTo>
                <a:close/>
              </a:path>
            </a:pathLst>
          </a:custGeom>
          <a:solidFill>
            <a:schemeClr val="lt2">
              <a:alpha val="5000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17" name="Google Shape;1317;p50"/>
          <p:cNvSpPr/>
          <p:nvPr/>
        </p:nvSpPr>
        <p:spPr>
          <a:xfrm rot="-8833383">
            <a:off x="923277" y="4582056"/>
            <a:ext cx="1292676" cy="1177550"/>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1">
  <p:cSld name="CUSTOM_6">
    <p:spTree>
      <p:nvGrpSpPr>
        <p:cNvPr id="1318" name="Shape 1318"/>
        <p:cNvGrpSpPr/>
        <p:nvPr/>
      </p:nvGrpSpPr>
      <p:grpSpPr>
        <a:xfrm>
          <a:off x="0" y="0"/>
          <a:ext cx="0" cy="0"/>
          <a:chOff x="0" y="0"/>
          <a:chExt cx="0" cy="0"/>
        </a:xfrm>
      </p:grpSpPr>
      <p:sp>
        <p:nvSpPr>
          <p:cNvPr id="1319" name="Google Shape;1319;p51"/>
          <p:cNvSpPr txBox="1"/>
          <p:nvPr>
            <p:ph hasCustomPrompt="1" type="title"/>
          </p:nvPr>
        </p:nvSpPr>
        <p:spPr>
          <a:xfrm>
            <a:off x="1453450" y="1418358"/>
            <a:ext cx="2751900" cy="196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1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20" name="Google Shape;1320;p51"/>
          <p:cNvSpPr txBox="1"/>
          <p:nvPr>
            <p:ph idx="2" type="title"/>
          </p:nvPr>
        </p:nvSpPr>
        <p:spPr>
          <a:xfrm>
            <a:off x="4862088" y="1676222"/>
            <a:ext cx="3149400" cy="718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21" name="Google Shape;1321;p51"/>
          <p:cNvSpPr txBox="1"/>
          <p:nvPr>
            <p:ph idx="3" type="title"/>
          </p:nvPr>
        </p:nvSpPr>
        <p:spPr>
          <a:xfrm>
            <a:off x="4862088" y="2535068"/>
            <a:ext cx="3149400" cy="4176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atin typeface="Raleway SemiBold"/>
                <a:ea typeface="Raleway SemiBold"/>
                <a:cs typeface="Raleway SemiBold"/>
                <a:sym typeface="Raleway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22" name="Google Shape;1322;p51"/>
          <p:cNvSpPr/>
          <p:nvPr/>
        </p:nvSpPr>
        <p:spPr>
          <a:xfrm flipH="1" rot="10800000">
            <a:off x="-426183" y="4147653"/>
            <a:ext cx="4076399" cy="1099141"/>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1"/>
          <p:cNvSpPr/>
          <p:nvPr/>
        </p:nvSpPr>
        <p:spPr>
          <a:xfrm rot="9900019">
            <a:off x="7095004" y="-874636"/>
            <a:ext cx="2599579" cy="2709000"/>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1"/>
          <p:cNvSpPr/>
          <p:nvPr/>
        </p:nvSpPr>
        <p:spPr>
          <a:xfrm rot="4851914">
            <a:off x="-1544179" y="-754466"/>
            <a:ext cx="3522283" cy="2810013"/>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1"/>
          <p:cNvSpPr/>
          <p:nvPr/>
        </p:nvSpPr>
        <p:spPr>
          <a:xfrm flipH="1" rot="-5015029">
            <a:off x="7313217" y="3496321"/>
            <a:ext cx="2946331" cy="1214456"/>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 name="Google Shape;1326;p51"/>
          <p:cNvGrpSpPr/>
          <p:nvPr/>
        </p:nvGrpSpPr>
        <p:grpSpPr>
          <a:xfrm flipH="1" rot="-899970">
            <a:off x="1760784" y="4172269"/>
            <a:ext cx="215932" cy="195605"/>
            <a:chOff x="1640475" y="1197075"/>
            <a:chExt cx="55475" cy="50250"/>
          </a:xfrm>
        </p:grpSpPr>
        <p:sp>
          <p:nvSpPr>
            <p:cNvPr id="1327" name="Google Shape;1327;p5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 name="Google Shape;1330;p51"/>
          <p:cNvGrpSpPr/>
          <p:nvPr/>
        </p:nvGrpSpPr>
        <p:grpSpPr>
          <a:xfrm flipH="1" rot="6649759">
            <a:off x="1641791" y="225957"/>
            <a:ext cx="279617" cy="253295"/>
            <a:chOff x="1640475" y="1197075"/>
            <a:chExt cx="55475" cy="50250"/>
          </a:xfrm>
        </p:grpSpPr>
        <p:sp>
          <p:nvSpPr>
            <p:cNvPr id="1331" name="Google Shape;1331;p5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 name="Google Shape;1334;p51"/>
          <p:cNvSpPr/>
          <p:nvPr/>
        </p:nvSpPr>
        <p:spPr>
          <a:xfrm rot="-8678282">
            <a:off x="7640087" y="3913453"/>
            <a:ext cx="888103" cy="20804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1"/>
          <p:cNvSpPr/>
          <p:nvPr/>
        </p:nvSpPr>
        <p:spPr>
          <a:xfrm rot="4808201">
            <a:off x="359983" y="1957583"/>
            <a:ext cx="545173" cy="1277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 name="Google Shape;1336;p51"/>
          <p:cNvGrpSpPr/>
          <p:nvPr/>
        </p:nvGrpSpPr>
        <p:grpSpPr>
          <a:xfrm flipH="1" rot="4499988">
            <a:off x="8640970" y="873713"/>
            <a:ext cx="290790" cy="263412"/>
            <a:chOff x="1640475" y="1197075"/>
            <a:chExt cx="55475" cy="50250"/>
          </a:xfrm>
        </p:grpSpPr>
        <p:sp>
          <p:nvSpPr>
            <p:cNvPr id="1337" name="Google Shape;1337;p51"/>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1"/>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1"/>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BODY_1_1_1_1">
    <p:spTree>
      <p:nvGrpSpPr>
        <p:cNvPr id="1340" name="Shape 1340"/>
        <p:cNvGrpSpPr/>
        <p:nvPr/>
      </p:nvGrpSpPr>
      <p:grpSpPr>
        <a:xfrm>
          <a:off x="0" y="0"/>
          <a:ext cx="0" cy="0"/>
          <a:chOff x="0" y="0"/>
          <a:chExt cx="0" cy="0"/>
        </a:xfrm>
      </p:grpSpPr>
      <p:sp>
        <p:nvSpPr>
          <p:cNvPr id="1341" name="Google Shape;1341;p52"/>
          <p:cNvSpPr txBox="1"/>
          <p:nvPr>
            <p:ph idx="1" type="subTitle"/>
          </p:nvPr>
        </p:nvSpPr>
        <p:spPr>
          <a:xfrm flipH="1">
            <a:off x="1547694" y="3071081"/>
            <a:ext cx="3779400" cy="86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Font typeface="Gloria Hallelujah"/>
              <a:buNone/>
              <a:defRPr sz="1600">
                <a:solidFill>
                  <a:schemeClr val="dk1"/>
                </a:solidFill>
                <a:latin typeface="Raleway SemiBold"/>
                <a:ea typeface="Raleway SemiBold"/>
                <a:cs typeface="Raleway SemiBold"/>
                <a:sym typeface="Raleway SemiBold"/>
              </a:defRPr>
            </a:lvl1pPr>
            <a:lvl2pPr lvl="1" rtl="0" algn="ctr">
              <a:lnSpc>
                <a:spcPct val="100000"/>
              </a:lnSpc>
              <a:spcBef>
                <a:spcPts val="0"/>
              </a:spcBef>
              <a:spcAft>
                <a:spcPts val="0"/>
              </a:spcAft>
              <a:buClr>
                <a:schemeClr val="dk1"/>
              </a:buClr>
              <a:buSzPts val="1400"/>
              <a:buNone/>
              <a:defRPr sz="1400">
                <a:solidFill>
                  <a:schemeClr val="dk1"/>
                </a:solidFill>
              </a:defRPr>
            </a:lvl2pPr>
            <a:lvl3pPr lvl="2" rtl="0" algn="ctr">
              <a:lnSpc>
                <a:spcPct val="100000"/>
              </a:lnSpc>
              <a:spcBef>
                <a:spcPts val="0"/>
              </a:spcBef>
              <a:spcAft>
                <a:spcPts val="0"/>
              </a:spcAft>
              <a:buClr>
                <a:schemeClr val="dk1"/>
              </a:buClr>
              <a:buSzPts val="1400"/>
              <a:buNone/>
              <a:defRPr sz="1400">
                <a:solidFill>
                  <a:schemeClr val="dk1"/>
                </a:solidFill>
              </a:defRPr>
            </a:lvl3pPr>
            <a:lvl4pPr lvl="3" rtl="0" algn="ctr">
              <a:lnSpc>
                <a:spcPct val="100000"/>
              </a:lnSpc>
              <a:spcBef>
                <a:spcPts val="0"/>
              </a:spcBef>
              <a:spcAft>
                <a:spcPts val="0"/>
              </a:spcAft>
              <a:buClr>
                <a:schemeClr val="dk1"/>
              </a:buClr>
              <a:buSzPts val="1400"/>
              <a:buNone/>
              <a:defRPr sz="1400">
                <a:solidFill>
                  <a:schemeClr val="dk1"/>
                </a:solidFill>
              </a:defRPr>
            </a:lvl4pPr>
            <a:lvl5pPr lvl="4" rtl="0" algn="ctr">
              <a:lnSpc>
                <a:spcPct val="100000"/>
              </a:lnSpc>
              <a:spcBef>
                <a:spcPts val="0"/>
              </a:spcBef>
              <a:spcAft>
                <a:spcPts val="0"/>
              </a:spcAft>
              <a:buClr>
                <a:schemeClr val="dk1"/>
              </a:buClr>
              <a:buSzPts val="1400"/>
              <a:buNone/>
              <a:defRPr sz="1400">
                <a:solidFill>
                  <a:schemeClr val="dk1"/>
                </a:solidFill>
              </a:defRPr>
            </a:lvl5pPr>
            <a:lvl6pPr lvl="5" rtl="0" algn="ctr">
              <a:lnSpc>
                <a:spcPct val="100000"/>
              </a:lnSpc>
              <a:spcBef>
                <a:spcPts val="0"/>
              </a:spcBef>
              <a:spcAft>
                <a:spcPts val="0"/>
              </a:spcAft>
              <a:buClr>
                <a:schemeClr val="dk1"/>
              </a:buClr>
              <a:buSzPts val="1400"/>
              <a:buNone/>
              <a:defRPr sz="1400">
                <a:solidFill>
                  <a:schemeClr val="dk1"/>
                </a:solidFill>
              </a:defRPr>
            </a:lvl6pPr>
            <a:lvl7pPr lvl="6" rtl="0" algn="ctr">
              <a:lnSpc>
                <a:spcPct val="100000"/>
              </a:lnSpc>
              <a:spcBef>
                <a:spcPts val="0"/>
              </a:spcBef>
              <a:spcAft>
                <a:spcPts val="0"/>
              </a:spcAft>
              <a:buClr>
                <a:schemeClr val="dk1"/>
              </a:buClr>
              <a:buSzPts val="1400"/>
              <a:buNone/>
              <a:defRPr sz="1400">
                <a:solidFill>
                  <a:schemeClr val="dk1"/>
                </a:solidFill>
              </a:defRPr>
            </a:lvl7pPr>
            <a:lvl8pPr lvl="7" rtl="0" algn="ctr">
              <a:lnSpc>
                <a:spcPct val="100000"/>
              </a:lnSpc>
              <a:spcBef>
                <a:spcPts val="0"/>
              </a:spcBef>
              <a:spcAft>
                <a:spcPts val="0"/>
              </a:spcAft>
              <a:buClr>
                <a:schemeClr val="dk1"/>
              </a:buClr>
              <a:buSzPts val="1400"/>
              <a:buNone/>
              <a:defRPr sz="1400">
                <a:solidFill>
                  <a:schemeClr val="dk1"/>
                </a:solidFill>
              </a:defRPr>
            </a:lvl8pPr>
            <a:lvl9pPr lvl="8" rtl="0" algn="ctr">
              <a:lnSpc>
                <a:spcPct val="100000"/>
              </a:lnSpc>
              <a:spcBef>
                <a:spcPts val="0"/>
              </a:spcBef>
              <a:spcAft>
                <a:spcPts val="0"/>
              </a:spcAft>
              <a:buClr>
                <a:schemeClr val="dk1"/>
              </a:buClr>
              <a:buSzPts val="1400"/>
              <a:buNone/>
              <a:defRPr sz="1400">
                <a:solidFill>
                  <a:schemeClr val="dk1"/>
                </a:solidFill>
              </a:defRPr>
            </a:lvl9pPr>
          </a:lstStyle>
          <a:p/>
        </p:txBody>
      </p:sp>
      <p:sp>
        <p:nvSpPr>
          <p:cNvPr id="1342" name="Google Shape;1342;p52"/>
          <p:cNvSpPr txBox="1"/>
          <p:nvPr>
            <p:ph type="ctrTitle"/>
          </p:nvPr>
        </p:nvSpPr>
        <p:spPr>
          <a:xfrm flipH="1">
            <a:off x="1143650" y="1309006"/>
            <a:ext cx="4602300" cy="1421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9600"/>
              <a:buNone/>
              <a:defRPr sz="9600">
                <a:solidFill>
                  <a:schemeClr val="dk1"/>
                </a:solidFill>
              </a:defRPr>
            </a:lvl1pPr>
            <a:lvl2pPr lvl="1" rtl="0" algn="ctr">
              <a:spcBef>
                <a:spcPts val="0"/>
              </a:spcBef>
              <a:spcAft>
                <a:spcPts val="0"/>
              </a:spcAft>
              <a:buClr>
                <a:schemeClr val="dk1"/>
              </a:buClr>
              <a:buSzPts val="12000"/>
              <a:buNone/>
              <a:defRPr sz="12000">
                <a:solidFill>
                  <a:schemeClr val="dk1"/>
                </a:solidFill>
              </a:defRPr>
            </a:lvl2pPr>
            <a:lvl3pPr lvl="2" rtl="0" algn="ctr">
              <a:spcBef>
                <a:spcPts val="0"/>
              </a:spcBef>
              <a:spcAft>
                <a:spcPts val="0"/>
              </a:spcAft>
              <a:buClr>
                <a:schemeClr val="dk1"/>
              </a:buClr>
              <a:buSzPts val="12000"/>
              <a:buNone/>
              <a:defRPr sz="12000">
                <a:solidFill>
                  <a:schemeClr val="dk1"/>
                </a:solidFill>
              </a:defRPr>
            </a:lvl3pPr>
            <a:lvl4pPr lvl="3" rtl="0" algn="ctr">
              <a:spcBef>
                <a:spcPts val="0"/>
              </a:spcBef>
              <a:spcAft>
                <a:spcPts val="0"/>
              </a:spcAft>
              <a:buClr>
                <a:schemeClr val="dk1"/>
              </a:buClr>
              <a:buSzPts val="12000"/>
              <a:buNone/>
              <a:defRPr sz="12000">
                <a:solidFill>
                  <a:schemeClr val="dk1"/>
                </a:solidFill>
              </a:defRPr>
            </a:lvl4pPr>
            <a:lvl5pPr lvl="4" rtl="0" algn="ctr">
              <a:spcBef>
                <a:spcPts val="0"/>
              </a:spcBef>
              <a:spcAft>
                <a:spcPts val="0"/>
              </a:spcAft>
              <a:buClr>
                <a:schemeClr val="dk1"/>
              </a:buClr>
              <a:buSzPts val="12000"/>
              <a:buNone/>
              <a:defRPr sz="12000">
                <a:solidFill>
                  <a:schemeClr val="dk1"/>
                </a:solidFill>
              </a:defRPr>
            </a:lvl5pPr>
            <a:lvl6pPr lvl="5" rtl="0" algn="ctr">
              <a:spcBef>
                <a:spcPts val="0"/>
              </a:spcBef>
              <a:spcAft>
                <a:spcPts val="0"/>
              </a:spcAft>
              <a:buClr>
                <a:schemeClr val="dk1"/>
              </a:buClr>
              <a:buSzPts val="12000"/>
              <a:buNone/>
              <a:defRPr sz="12000">
                <a:solidFill>
                  <a:schemeClr val="dk1"/>
                </a:solidFill>
              </a:defRPr>
            </a:lvl6pPr>
            <a:lvl7pPr lvl="6" rtl="0" algn="ctr">
              <a:spcBef>
                <a:spcPts val="0"/>
              </a:spcBef>
              <a:spcAft>
                <a:spcPts val="0"/>
              </a:spcAft>
              <a:buClr>
                <a:schemeClr val="dk1"/>
              </a:buClr>
              <a:buSzPts val="12000"/>
              <a:buNone/>
              <a:defRPr sz="12000">
                <a:solidFill>
                  <a:schemeClr val="dk1"/>
                </a:solidFill>
              </a:defRPr>
            </a:lvl7pPr>
            <a:lvl8pPr lvl="7" rtl="0" algn="ctr">
              <a:spcBef>
                <a:spcPts val="0"/>
              </a:spcBef>
              <a:spcAft>
                <a:spcPts val="0"/>
              </a:spcAft>
              <a:buClr>
                <a:schemeClr val="dk1"/>
              </a:buClr>
              <a:buSzPts val="12000"/>
              <a:buNone/>
              <a:defRPr sz="12000">
                <a:solidFill>
                  <a:schemeClr val="dk1"/>
                </a:solidFill>
              </a:defRPr>
            </a:lvl8pPr>
            <a:lvl9pPr lvl="8" rtl="0" algn="ctr">
              <a:spcBef>
                <a:spcPts val="0"/>
              </a:spcBef>
              <a:spcAft>
                <a:spcPts val="0"/>
              </a:spcAft>
              <a:buClr>
                <a:schemeClr val="dk1"/>
              </a:buClr>
              <a:buSzPts val="12000"/>
              <a:buNone/>
              <a:defRPr sz="12000">
                <a:solidFill>
                  <a:schemeClr val="dk1"/>
                </a:solidFill>
              </a:defRPr>
            </a:lvl9pPr>
          </a:lstStyle>
          <a:p/>
        </p:txBody>
      </p:sp>
      <p:sp>
        <p:nvSpPr>
          <p:cNvPr id="1343" name="Google Shape;1343;p52"/>
          <p:cNvSpPr/>
          <p:nvPr/>
        </p:nvSpPr>
        <p:spPr>
          <a:xfrm>
            <a:off x="5548426" y="-346475"/>
            <a:ext cx="3877467" cy="1370005"/>
          </a:xfrm>
          <a:custGeom>
            <a:rect b="b" l="l" r="r" t="t"/>
            <a:pathLst>
              <a:path extrusionOk="0" h="8613" w="24377">
                <a:moveTo>
                  <a:pt x="22626" y="1"/>
                </a:moveTo>
                <a:cubicBezTo>
                  <a:pt x="22431" y="1"/>
                  <a:pt x="22241" y="55"/>
                  <a:pt x="22058" y="101"/>
                </a:cubicBezTo>
                <a:cubicBezTo>
                  <a:pt x="21511" y="238"/>
                  <a:pt x="20953" y="349"/>
                  <a:pt x="20391" y="439"/>
                </a:cubicBezTo>
                <a:cubicBezTo>
                  <a:pt x="18472" y="743"/>
                  <a:pt x="16508" y="793"/>
                  <a:pt x="14552" y="793"/>
                </a:cubicBezTo>
                <a:cubicBezTo>
                  <a:pt x="14183" y="793"/>
                  <a:pt x="13813" y="791"/>
                  <a:pt x="13445" y="789"/>
                </a:cubicBezTo>
                <a:cubicBezTo>
                  <a:pt x="11020" y="775"/>
                  <a:pt x="8592" y="763"/>
                  <a:pt x="6170" y="648"/>
                </a:cubicBezTo>
                <a:cubicBezTo>
                  <a:pt x="4959" y="590"/>
                  <a:pt x="3748" y="506"/>
                  <a:pt x="2545" y="383"/>
                </a:cubicBezTo>
                <a:cubicBezTo>
                  <a:pt x="2238" y="351"/>
                  <a:pt x="1932" y="316"/>
                  <a:pt x="1627" y="279"/>
                </a:cubicBezTo>
                <a:cubicBezTo>
                  <a:pt x="1398" y="252"/>
                  <a:pt x="1163" y="215"/>
                  <a:pt x="930" y="215"/>
                </a:cubicBezTo>
                <a:cubicBezTo>
                  <a:pt x="895" y="215"/>
                  <a:pt x="861" y="215"/>
                  <a:pt x="827" y="217"/>
                </a:cubicBezTo>
                <a:cubicBezTo>
                  <a:pt x="405" y="240"/>
                  <a:pt x="13" y="441"/>
                  <a:pt x="5" y="792"/>
                </a:cubicBezTo>
                <a:cubicBezTo>
                  <a:pt x="1" y="936"/>
                  <a:pt x="84" y="1057"/>
                  <a:pt x="235" y="1138"/>
                </a:cubicBezTo>
                <a:cubicBezTo>
                  <a:pt x="259" y="1152"/>
                  <a:pt x="283" y="1157"/>
                  <a:pt x="305" y="1157"/>
                </a:cubicBezTo>
                <a:cubicBezTo>
                  <a:pt x="307" y="1157"/>
                  <a:pt x="309" y="1157"/>
                  <a:pt x="311" y="1157"/>
                </a:cubicBezTo>
                <a:lnTo>
                  <a:pt x="311" y="1157"/>
                </a:lnTo>
                <a:cubicBezTo>
                  <a:pt x="180" y="1807"/>
                  <a:pt x="426" y="2480"/>
                  <a:pt x="944" y="3003"/>
                </a:cubicBezTo>
                <a:cubicBezTo>
                  <a:pt x="1219" y="3281"/>
                  <a:pt x="1569" y="3518"/>
                  <a:pt x="1974" y="3679"/>
                </a:cubicBezTo>
                <a:cubicBezTo>
                  <a:pt x="2424" y="3858"/>
                  <a:pt x="2928" y="3933"/>
                  <a:pt x="3430" y="3957"/>
                </a:cubicBezTo>
                <a:cubicBezTo>
                  <a:pt x="3565" y="3964"/>
                  <a:pt x="3702" y="3967"/>
                  <a:pt x="3838" y="3967"/>
                </a:cubicBezTo>
                <a:cubicBezTo>
                  <a:pt x="4389" y="3967"/>
                  <a:pt x="4946" y="3924"/>
                  <a:pt x="5497" y="3924"/>
                </a:cubicBezTo>
                <a:cubicBezTo>
                  <a:pt x="5880" y="3924"/>
                  <a:pt x="6260" y="3944"/>
                  <a:pt x="6634" y="4014"/>
                </a:cubicBezTo>
                <a:cubicBezTo>
                  <a:pt x="7452" y="4167"/>
                  <a:pt x="8044" y="4590"/>
                  <a:pt x="8476" y="5128"/>
                </a:cubicBezTo>
                <a:cubicBezTo>
                  <a:pt x="8889" y="5644"/>
                  <a:pt x="9168" y="6215"/>
                  <a:pt x="9504" y="6761"/>
                </a:cubicBezTo>
                <a:cubicBezTo>
                  <a:pt x="9818" y="7272"/>
                  <a:pt x="10194" y="7795"/>
                  <a:pt x="10779" y="8153"/>
                </a:cubicBezTo>
                <a:cubicBezTo>
                  <a:pt x="11306" y="8477"/>
                  <a:pt x="11931" y="8612"/>
                  <a:pt x="12573" y="8612"/>
                </a:cubicBezTo>
                <a:cubicBezTo>
                  <a:pt x="12917" y="8612"/>
                  <a:pt x="13266" y="8573"/>
                  <a:pt x="13607" y="8503"/>
                </a:cubicBezTo>
                <a:cubicBezTo>
                  <a:pt x="14755" y="8264"/>
                  <a:pt x="15723" y="7708"/>
                  <a:pt x="16790" y="7327"/>
                </a:cubicBezTo>
                <a:cubicBezTo>
                  <a:pt x="17672" y="7012"/>
                  <a:pt x="18645" y="6819"/>
                  <a:pt x="19621" y="6819"/>
                </a:cubicBezTo>
                <a:cubicBezTo>
                  <a:pt x="19841" y="6819"/>
                  <a:pt x="20062" y="6829"/>
                  <a:pt x="20281" y="6849"/>
                </a:cubicBezTo>
                <a:cubicBezTo>
                  <a:pt x="21290" y="6943"/>
                  <a:pt x="22275" y="7285"/>
                  <a:pt x="22992" y="7844"/>
                </a:cubicBezTo>
                <a:cubicBezTo>
                  <a:pt x="23170" y="7982"/>
                  <a:pt x="23328" y="8133"/>
                  <a:pt x="23467" y="8296"/>
                </a:cubicBezTo>
                <a:cubicBezTo>
                  <a:pt x="23495" y="8329"/>
                  <a:pt x="23541" y="8346"/>
                  <a:pt x="23587" y="8346"/>
                </a:cubicBezTo>
                <a:cubicBezTo>
                  <a:pt x="23643" y="8346"/>
                  <a:pt x="23698" y="8320"/>
                  <a:pt x="23718" y="8271"/>
                </a:cubicBezTo>
                <a:cubicBezTo>
                  <a:pt x="24376" y="6550"/>
                  <a:pt x="24252" y="4734"/>
                  <a:pt x="23880" y="2982"/>
                </a:cubicBezTo>
                <a:cubicBezTo>
                  <a:pt x="23786" y="2536"/>
                  <a:pt x="23676" y="2093"/>
                  <a:pt x="23557" y="1650"/>
                </a:cubicBezTo>
                <a:cubicBezTo>
                  <a:pt x="23441" y="1217"/>
                  <a:pt x="23343" y="773"/>
                  <a:pt x="23189" y="348"/>
                </a:cubicBezTo>
                <a:cubicBezTo>
                  <a:pt x="23127" y="176"/>
                  <a:pt x="22987" y="38"/>
                  <a:pt x="22748" y="8"/>
                </a:cubicBezTo>
                <a:cubicBezTo>
                  <a:pt x="22707" y="3"/>
                  <a:pt x="22666" y="1"/>
                  <a:pt x="22626" y="1"/>
                </a:cubicBezTo>
                <a:close/>
              </a:path>
            </a:pathLst>
          </a:custGeom>
          <a:solidFill>
            <a:schemeClr val="dk2">
              <a:alpha val="477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44" name="Google Shape;1344;p52"/>
          <p:cNvSpPr/>
          <p:nvPr/>
        </p:nvSpPr>
        <p:spPr>
          <a:xfrm flipH="1" rot="5400000">
            <a:off x="-133350" y="-219449"/>
            <a:ext cx="2068926" cy="2074970"/>
          </a:xfrm>
          <a:custGeom>
            <a:rect b="b" l="l" r="r" t="t"/>
            <a:pathLst>
              <a:path extrusionOk="0" h="13045" w="13007">
                <a:moveTo>
                  <a:pt x="11086" y="1"/>
                </a:moveTo>
                <a:cubicBezTo>
                  <a:pt x="10136" y="1"/>
                  <a:pt x="9220" y="578"/>
                  <a:pt x="8514" y="1160"/>
                </a:cubicBezTo>
                <a:cubicBezTo>
                  <a:pt x="7734" y="1801"/>
                  <a:pt x="7147" y="2603"/>
                  <a:pt x="6690" y="3499"/>
                </a:cubicBezTo>
                <a:cubicBezTo>
                  <a:pt x="6269" y="4325"/>
                  <a:pt x="5846" y="5241"/>
                  <a:pt x="4914" y="5581"/>
                </a:cubicBezTo>
                <a:cubicBezTo>
                  <a:pt x="3974" y="5923"/>
                  <a:pt x="2923" y="5759"/>
                  <a:pt x="2005" y="6187"/>
                </a:cubicBezTo>
                <a:cubicBezTo>
                  <a:pt x="1188" y="6570"/>
                  <a:pt x="602" y="7349"/>
                  <a:pt x="329" y="8196"/>
                </a:cubicBezTo>
                <a:cubicBezTo>
                  <a:pt x="1" y="9208"/>
                  <a:pt x="140" y="10320"/>
                  <a:pt x="509" y="11301"/>
                </a:cubicBezTo>
                <a:cubicBezTo>
                  <a:pt x="597" y="11534"/>
                  <a:pt x="989" y="11993"/>
                  <a:pt x="1051" y="11993"/>
                </a:cubicBezTo>
                <a:cubicBezTo>
                  <a:pt x="1057" y="11993"/>
                  <a:pt x="1060" y="11988"/>
                  <a:pt x="1059" y="11977"/>
                </a:cubicBezTo>
                <a:lnTo>
                  <a:pt x="1059" y="11977"/>
                </a:lnTo>
                <a:cubicBezTo>
                  <a:pt x="1717" y="12454"/>
                  <a:pt x="2513" y="12576"/>
                  <a:pt x="3318" y="12576"/>
                </a:cubicBezTo>
                <a:cubicBezTo>
                  <a:pt x="3796" y="12576"/>
                  <a:pt x="4277" y="12533"/>
                  <a:pt x="4735" y="12495"/>
                </a:cubicBezTo>
                <a:cubicBezTo>
                  <a:pt x="5450" y="12436"/>
                  <a:pt x="6168" y="12406"/>
                  <a:pt x="6885" y="12406"/>
                </a:cubicBezTo>
                <a:cubicBezTo>
                  <a:pt x="7827" y="12406"/>
                  <a:pt x="8769" y="12458"/>
                  <a:pt x="9706" y="12564"/>
                </a:cubicBezTo>
                <a:cubicBezTo>
                  <a:pt x="10641" y="12670"/>
                  <a:pt x="11568" y="12831"/>
                  <a:pt x="12485" y="13041"/>
                </a:cubicBezTo>
                <a:cubicBezTo>
                  <a:pt x="12495" y="13043"/>
                  <a:pt x="12505" y="13045"/>
                  <a:pt x="12515" y="13045"/>
                </a:cubicBezTo>
                <a:cubicBezTo>
                  <a:pt x="12578" y="13045"/>
                  <a:pt x="12630" y="12997"/>
                  <a:pt x="12632" y="12929"/>
                </a:cubicBezTo>
                <a:lnTo>
                  <a:pt x="12879" y="5509"/>
                </a:lnTo>
                <a:cubicBezTo>
                  <a:pt x="12900" y="4891"/>
                  <a:pt x="12920" y="4272"/>
                  <a:pt x="12940" y="3654"/>
                </a:cubicBezTo>
                <a:cubicBezTo>
                  <a:pt x="12960" y="3073"/>
                  <a:pt x="13006" y="2485"/>
                  <a:pt x="12985" y="1903"/>
                </a:cubicBezTo>
                <a:cubicBezTo>
                  <a:pt x="12967" y="1412"/>
                  <a:pt x="12856" y="914"/>
                  <a:pt x="12502" y="551"/>
                </a:cubicBezTo>
                <a:cubicBezTo>
                  <a:pt x="12188" y="228"/>
                  <a:pt x="11746" y="54"/>
                  <a:pt x="11303" y="11"/>
                </a:cubicBezTo>
                <a:cubicBezTo>
                  <a:pt x="11230" y="4"/>
                  <a:pt x="11158" y="1"/>
                  <a:pt x="11086" y="1"/>
                </a:cubicBezTo>
                <a:close/>
              </a:path>
            </a:pathLst>
          </a:custGeom>
          <a:solidFill>
            <a:schemeClr val="accent1">
              <a:alpha val="5982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45" name="Google Shape;1345;p52"/>
          <p:cNvSpPr/>
          <p:nvPr/>
        </p:nvSpPr>
        <p:spPr>
          <a:xfrm flipH="1" rot="10800000">
            <a:off x="-59881" y="4256559"/>
            <a:ext cx="2299567" cy="1009729"/>
          </a:xfrm>
          <a:custGeom>
            <a:rect b="b" l="l" r="r" t="t"/>
            <a:pathLst>
              <a:path extrusionOk="0" h="6348" w="14457">
                <a:moveTo>
                  <a:pt x="0" y="1"/>
                </a:moveTo>
                <a:lnTo>
                  <a:pt x="0" y="6160"/>
                </a:lnTo>
                <a:cubicBezTo>
                  <a:pt x="307" y="6283"/>
                  <a:pt x="641" y="6348"/>
                  <a:pt x="972" y="6348"/>
                </a:cubicBezTo>
                <a:cubicBezTo>
                  <a:pt x="1431" y="6348"/>
                  <a:pt x="1886" y="6223"/>
                  <a:pt x="2259" y="5957"/>
                </a:cubicBezTo>
                <a:cubicBezTo>
                  <a:pt x="2971" y="5450"/>
                  <a:pt x="3272" y="4560"/>
                  <a:pt x="3620" y="3758"/>
                </a:cubicBezTo>
                <a:cubicBezTo>
                  <a:pt x="3967" y="2955"/>
                  <a:pt x="4504" y="2110"/>
                  <a:pt x="5362" y="1938"/>
                </a:cubicBezTo>
                <a:cubicBezTo>
                  <a:pt x="5472" y="1916"/>
                  <a:pt x="5582" y="1906"/>
                  <a:pt x="5692" y="1906"/>
                </a:cubicBezTo>
                <a:cubicBezTo>
                  <a:pt x="6160" y="1906"/>
                  <a:pt x="6628" y="2081"/>
                  <a:pt x="7080" y="2232"/>
                </a:cubicBezTo>
                <a:cubicBezTo>
                  <a:pt x="7585" y="2401"/>
                  <a:pt x="8141" y="2535"/>
                  <a:pt x="8672" y="2535"/>
                </a:cubicBezTo>
                <a:cubicBezTo>
                  <a:pt x="9138" y="2535"/>
                  <a:pt x="9586" y="2431"/>
                  <a:pt x="9965" y="2156"/>
                </a:cubicBezTo>
                <a:cubicBezTo>
                  <a:pt x="10504" y="1765"/>
                  <a:pt x="10846" y="1060"/>
                  <a:pt x="11419" y="789"/>
                </a:cubicBezTo>
                <a:lnTo>
                  <a:pt x="11420" y="789"/>
                </a:lnTo>
                <a:cubicBezTo>
                  <a:pt x="11436" y="781"/>
                  <a:pt x="11452" y="774"/>
                  <a:pt x="11469" y="767"/>
                </a:cubicBezTo>
                <a:cubicBezTo>
                  <a:pt x="11544" y="736"/>
                  <a:pt x="11623" y="712"/>
                  <a:pt x="11706" y="696"/>
                </a:cubicBezTo>
                <a:cubicBezTo>
                  <a:pt x="11777" y="683"/>
                  <a:pt x="11848" y="678"/>
                  <a:pt x="11919" y="678"/>
                </a:cubicBezTo>
                <a:cubicBezTo>
                  <a:pt x="12271" y="678"/>
                  <a:pt x="12623" y="809"/>
                  <a:pt x="12978" y="824"/>
                </a:cubicBezTo>
                <a:cubicBezTo>
                  <a:pt x="12999" y="824"/>
                  <a:pt x="13020" y="825"/>
                  <a:pt x="13041" y="825"/>
                </a:cubicBezTo>
                <a:cubicBezTo>
                  <a:pt x="13511" y="825"/>
                  <a:pt x="13977" y="611"/>
                  <a:pt x="14281" y="253"/>
                </a:cubicBezTo>
                <a:cubicBezTo>
                  <a:pt x="14348" y="175"/>
                  <a:pt x="14407" y="90"/>
                  <a:pt x="14457" y="1"/>
                </a:cubicBezTo>
                <a:close/>
              </a:path>
            </a:pathLst>
          </a:custGeom>
          <a:solidFill>
            <a:schemeClr val="lt2">
              <a:alpha val="5000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46" name="Google Shape;1346;p52"/>
          <p:cNvSpPr/>
          <p:nvPr/>
        </p:nvSpPr>
        <p:spPr>
          <a:xfrm flipH="1">
            <a:off x="5320140" y="3198044"/>
            <a:ext cx="4163302" cy="2268390"/>
          </a:xfrm>
          <a:custGeom>
            <a:rect b="b" l="l" r="r" t="t"/>
            <a:pathLst>
              <a:path extrusionOk="0" h="14261" w="26174">
                <a:moveTo>
                  <a:pt x="4863" y="0"/>
                </a:moveTo>
                <a:cubicBezTo>
                  <a:pt x="4600" y="0"/>
                  <a:pt x="4337" y="25"/>
                  <a:pt x="4079" y="86"/>
                </a:cubicBezTo>
                <a:cubicBezTo>
                  <a:pt x="3577" y="206"/>
                  <a:pt x="3127" y="469"/>
                  <a:pt x="2736" y="803"/>
                </a:cubicBezTo>
                <a:cubicBezTo>
                  <a:pt x="1930" y="1492"/>
                  <a:pt x="1836" y="3135"/>
                  <a:pt x="799" y="3280"/>
                </a:cubicBezTo>
                <a:cubicBezTo>
                  <a:pt x="128" y="3374"/>
                  <a:pt x="0" y="4462"/>
                  <a:pt x="66" y="4462"/>
                </a:cubicBezTo>
                <a:cubicBezTo>
                  <a:pt x="68" y="4462"/>
                  <a:pt x="70" y="4461"/>
                  <a:pt x="72" y="4459"/>
                </a:cubicBezTo>
                <a:lnTo>
                  <a:pt x="72" y="4459"/>
                </a:lnTo>
                <a:cubicBezTo>
                  <a:pt x="67" y="5698"/>
                  <a:pt x="63" y="6939"/>
                  <a:pt x="59" y="8179"/>
                </a:cubicBezTo>
                <a:cubicBezTo>
                  <a:pt x="56" y="8831"/>
                  <a:pt x="53" y="9483"/>
                  <a:pt x="51" y="10135"/>
                </a:cubicBezTo>
                <a:cubicBezTo>
                  <a:pt x="50" y="10457"/>
                  <a:pt x="49" y="10777"/>
                  <a:pt x="48" y="11099"/>
                </a:cubicBezTo>
                <a:cubicBezTo>
                  <a:pt x="47" y="11393"/>
                  <a:pt x="48" y="11687"/>
                  <a:pt x="100" y="11976"/>
                </a:cubicBezTo>
                <a:cubicBezTo>
                  <a:pt x="186" y="12456"/>
                  <a:pt x="458" y="12928"/>
                  <a:pt x="933" y="13108"/>
                </a:cubicBezTo>
                <a:cubicBezTo>
                  <a:pt x="1033" y="13146"/>
                  <a:pt x="1145" y="13169"/>
                  <a:pt x="1252" y="13169"/>
                </a:cubicBezTo>
                <a:cubicBezTo>
                  <a:pt x="1254" y="13169"/>
                  <a:pt x="1257" y="13169"/>
                  <a:pt x="1259" y="13169"/>
                </a:cubicBezTo>
                <a:cubicBezTo>
                  <a:pt x="1388" y="13167"/>
                  <a:pt x="1479" y="13054"/>
                  <a:pt x="1583" y="12989"/>
                </a:cubicBezTo>
                <a:cubicBezTo>
                  <a:pt x="1788" y="12861"/>
                  <a:pt x="2013" y="12777"/>
                  <a:pt x="2247" y="12724"/>
                </a:cubicBezTo>
                <a:cubicBezTo>
                  <a:pt x="2483" y="12671"/>
                  <a:pt x="2724" y="12651"/>
                  <a:pt x="2966" y="12651"/>
                </a:cubicBezTo>
                <a:cubicBezTo>
                  <a:pt x="3233" y="12651"/>
                  <a:pt x="3501" y="12676"/>
                  <a:pt x="3763" y="12707"/>
                </a:cubicBezTo>
                <a:cubicBezTo>
                  <a:pt x="4310" y="12772"/>
                  <a:pt x="4853" y="12875"/>
                  <a:pt x="5400" y="12938"/>
                </a:cubicBezTo>
                <a:cubicBezTo>
                  <a:pt x="6669" y="13085"/>
                  <a:pt x="7946" y="13111"/>
                  <a:pt x="9219" y="13205"/>
                </a:cubicBezTo>
                <a:cubicBezTo>
                  <a:pt x="9860" y="13253"/>
                  <a:pt x="10500" y="13317"/>
                  <a:pt x="11134" y="13424"/>
                </a:cubicBezTo>
                <a:cubicBezTo>
                  <a:pt x="11749" y="13526"/>
                  <a:pt x="12358" y="13663"/>
                  <a:pt x="12967" y="13796"/>
                </a:cubicBezTo>
                <a:cubicBezTo>
                  <a:pt x="14136" y="14051"/>
                  <a:pt x="15300" y="14261"/>
                  <a:pt x="16498" y="14261"/>
                </a:cubicBezTo>
                <a:cubicBezTo>
                  <a:pt x="16552" y="14261"/>
                  <a:pt x="16606" y="14260"/>
                  <a:pt x="16660" y="14259"/>
                </a:cubicBezTo>
                <a:cubicBezTo>
                  <a:pt x="17953" y="14238"/>
                  <a:pt x="19236" y="14050"/>
                  <a:pt x="20525" y="13980"/>
                </a:cubicBezTo>
                <a:cubicBezTo>
                  <a:pt x="21615" y="13919"/>
                  <a:pt x="22718" y="13973"/>
                  <a:pt x="23796" y="13769"/>
                </a:cubicBezTo>
                <a:cubicBezTo>
                  <a:pt x="24313" y="13670"/>
                  <a:pt x="24820" y="13506"/>
                  <a:pt x="25277" y="13242"/>
                </a:cubicBezTo>
                <a:cubicBezTo>
                  <a:pt x="25711" y="12992"/>
                  <a:pt x="26148" y="12628"/>
                  <a:pt x="26165" y="12087"/>
                </a:cubicBezTo>
                <a:cubicBezTo>
                  <a:pt x="26174" y="11806"/>
                  <a:pt x="26071" y="11536"/>
                  <a:pt x="25960" y="11284"/>
                </a:cubicBezTo>
                <a:cubicBezTo>
                  <a:pt x="25831" y="10995"/>
                  <a:pt x="25692" y="10711"/>
                  <a:pt x="25556" y="10424"/>
                </a:cubicBezTo>
                <a:cubicBezTo>
                  <a:pt x="25280" y="9836"/>
                  <a:pt x="25017" y="9241"/>
                  <a:pt x="24726" y="8660"/>
                </a:cubicBezTo>
                <a:cubicBezTo>
                  <a:pt x="24617" y="8443"/>
                  <a:pt x="24475" y="8244"/>
                  <a:pt x="24244" y="8148"/>
                </a:cubicBezTo>
                <a:cubicBezTo>
                  <a:pt x="23992" y="8043"/>
                  <a:pt x="23700" y="8056"/>
                  <a:pt x="23431" y="8053"/>
                </a:cubicBezTo>
                <a:cubicBezTo>
                  <a:pt x="23345" y="8052"/>
                  <a:pt x="23259" y="8052"/>
                  <a:pt x="23173" y="8052"/>
                </a:cubicBezTo>
                <a:cubicBezTo>
                  <a:pt x="22618" y="8052"/>
                  <a:pt x="22062" y="8075"/>
                  <a:pt x="21508" y="8122"/>
                </a:cubicBezTo>
                <a:cubicBezTo>
                  <a:pt x="20999" y="8165"/>
                  <a:pt x="20489" y="8243"/>
                  <a:pt x="19978" y="8243"/>
                </a:cubicBezTo>
                <a:cubicBezTo>
                  <a:pt x="19867" y="8243"/>
                  <a:pt x="19756" y="8239"/>
                  <a:pt x="19645" y="8231"/>
                </a:cubicBezTo>
                <a:cubicBezTo>
                  <a:pt x="19110" y="8189"/>
                  <a:pt x="18609" y="8002"/>
                  <a:pt x="18163" y="7708"/>
                </a:cubicBezTo>
                <a:cubicBezTo>
                  <a:pt x="17269" y="7121"/>
                  <a:pt x="16691" y="6224"/>
                  <a:pt x="16067" y="5381"/>
                </a:cubicBezTo>
                <a:cubicBezTo>
                  <a:pt x="15751" y="4955"/>
                  <a:pt x="15397" y="4546"/>
                  <a:pt x="14929" y="4285"/>
                </a:cubicBezTo>
                <a:cubicBezTo>
                  <a:pt x="14463" y="4025"/>
                  <a:pt x="13935" y="3920"/>
                  <a:pt x="13408" y="3879"/>
                </a:cubicBezTo>
                <a:cubicBezTo>
                  <a:pt x="13154" y="3860"/>
                  <a:pt x="12899" y="3855"/>
                  <a:pt x="12643" y="3855"/>
                </a:cubicBezTo>
                <a:cubicBezTo>
                  <a:pt x="12450" y="3855"/>
                  <a:pt x="12257" y="3858"/>
                  <a:pt x="12064" y="3858"/>
                </a:cubicBezTo>
                <a:cubicBezTo>
                  <a:pt x="11487" y="3858"/>
                  <a:pt x="10912" y="3836"/>
                  <a:pt x="10354" y="3664"/>
                </a:cubicBezTo>
                <a:cubicBezTo>
                  <a:pt x="9893" y="3522"/>
                  <a:pt x="9465" y="3265"/>
                  <a:pt x="9185" y="2863"/>
                </a:cubicBezTo>
                <a:cubicBezTo>
                  <a:pt x="8887" y="2436"/>
                  <a:pt x="8747" y="1924"/>
                  <a:pt x="8473" y="1483"/>
                </a:cubicBezTo>
                <a:cubicBezTo>
                  <a:pt x="7915" y="585"/>
                  <a:pt x="6844" y="273"/>
                  <a:pt x="5861" y="99"/>
                </a:cubicBezTo>
                <a:cubicBezTo>
                  <a:pt x="5533" y="41"/>
                  <a:pt x="5197" y="0"/>
                  <a:pt x="4863"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347" name="Google Shape;1347;p52"/>
          <p:cNvSpPr/>
          <p:nvPr/>
        </p:nvSpPr>
        <p:spPr>
          <a:xfrm rot="2024276">
            <a:off x="8351633" y="1663617"/>
            <a:ext cx="755189" cy="17692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2"/>
          <p:cNvSpPr/>
          <p:nvPr/>
        </p:nvSpPr>
        <p:spPr>
          <a:xfrm>
            <a:off x="7073440" y="-275926"/>
            <a:ext cx="1292661" cy="1177544"/>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 name="Google Shape;1349;p52"/>
          <p:cNvGrpSpPr/>
          <p:nvPr/>
        </p:nvGrpSpPr>
        <p:grpSpPr>
          <a:xfrm>
            <a:off x="8144336" y="3252147"/>
            <a:ext cx="221772" cy="200884"/>
            <a:chOff x="1640475" y="1197075"/>
            <a:chExt cx="55475" cy="50250"/>
          </a:xfrm>
        </p:grpSpPr>
        <p:sp>
          <p:nvSpPr>
            <p:cNvPr id="1350" name="Google Shape;1350;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52"/>
          <p:cNvGrpSpPr/>
          <p:nvPr/>
        </p:nvGrpSpPr>
        <p:grpSpPr>
          <a:xfrm flipH="1" rot="7529702">
            <a:off x="460810" y="487975"/>
            <a:ext cx="221773" cy="200885"/>
            <a:chOff x="1640475" y="1197075"/>
            <a:chExt cx="55475" cy="50250"/>
          </a:xfrm>
        </p:grpSpPr>
        <p:sp>
          <p:nvSpPr>
            <p:cNvPr id="1354" name="Google Shape;1354;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52"/>
          <p:cNvGrpSpPr/>
          <p:nvPr/>
        </p:nvGrpSpPr>
        <p:grpSpPr>
          <a:xfrm>
            <a:off x="1648299" y="4503035"/>
            <a:ext cx="221772" cy="200884"/>
            <a:chOff x="1640475" y="1197075"/>
            <a:chExt cx="55475" cy="50250"/>
          </a:xfrm>
        </p:grpSpPr>
        <p:sp>
          <p:nvSpPr>
            <p:cNvPr id="1358" name="Google Shape;1358;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52"/>
          <p:cNvGrpSpPr/>
          <p:nvPr/>
        </p:nvGrpSpPr>
        <p:grpSpPr>
          <a:xfrm>
            <a:off x="7209124" y="114872"/>
            <a:ext cx="221772" cy="200884"/>
            <a:chOff x="1640475" y="1197075"/>
            <a:chExt cx="55475" cy="50250"/>
          </a:xfrm>
        </p:grpSpPr>
        <p:sp>
          <p:nvSpPr>
            <p:cNvPr id="1362" name="Google Shape;1362;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52"/>
          <p:cNvGrpSpPr/>
          <p:nvPr/>
        </p:nvGrpSpPr>
        <p:grpSpPr>
          <a:xfrm rot="10468240">
            <a:off x="1819739" y="114875"/>
            <a:ext cx="221772" cy="200884"/>
            <a:chOff x="1640475" y="1197075"/>
            <a:chExt cx="55475" cy="50250"/>
          </a:xfrm>
        </p:grpSpPr>
        <p:sp>
          <p:nvSpPr>
            <p:cNvPr id="1366" name="Google Shape;1366;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 name="Google Shape;1369;p52"/>
          <p:cNvSpPr/>
          <p:nvPr/>
        </p:nvSpPr>
        <p:spPr>
          <a:xfrm rot="-1439237">
            <a:off x="229358" y="4354592"/>
            <a:ext cx="755196" cy="17693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flipH="1" rot="6471385">
            <a:off x="8124343" y="4299394"/>
            <a:ext cx="1292668" cy="1177548"/>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 name="Google Shape;1371;p52"/>
          <p:cNvGrpSpPr/>
          <p:nvPr/>
        </p:nvGrpSpPr>
        <p:grpSpPr>
          <a:xfrm rot="3155490">
            <a:off x="6966697" y="4660972"/>
            <a:ext cx="221774" cy="200886"/>
            <a:chOff x="1640475" y="1197075"/>
            <a:chExt cx="55475" cy="50250"/>
          </a:xfrm>
        </p:grpSpPr>
        <p:sp>
          <p:nvSpPr>
            <p:cNvPr id="1372" name="Google Shape;1372;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52"/>
          <p:cNvGrpSpPr/>
          <p:nvPr/>
        </p:nvGrpSpPr>
        <p:grpSpPr>
          <a:xfrm rot="-5400064">
            <a:off x="6187029" y="2959875"/>
            <a:ext cx="297246" cy="269250"/>
            <a:chOff x="1640475" y="1197075"/>
            <a:chExt cx="55475" cy="50250"/>
          </a:xfrm>
        </p:grpSpPr>
        <p:sp>
          <p:nvSpPr>
            <p:cNvPr id="1376" name="Google Shape;1376;p52"/>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SECTION_TITLE_AND_DESCRIPTION_1">
    <p:spTree>
      <p:nvGrpSpPr>
        <p:cNvPr id="1379" name="Shape 1379"/>
        <p:cNvGrpSpPr/>
        <p:nvPr/>
      </p:nvGrpSpPr>
      <p:grpSpPr>
        <a:xfrm>
          <a:off x="0" y="0"/>
          <a:ext cx="0" cy="0"/>
          <a:chOff x="0" y="0"/>
          <a:chExt cx="0" cy="0"/>
        </a:xfrm>
      </p:grpSpPr>
      <p:sp>
        <p:nvSpPr>
          <p:cNvPr id="1380" name="Google Shape;1380;p53"/>
          <p:cNvSpPr/>
          <p:nvPr/>
        </p:nvSpPr>
        <p:spPr>
          <a:xfrm rot="10800000">
            <a:off x="5503960" y="-195863"/>
            <a:ext cx="3782139" cy="1779867"/>
          </a:xfrm>
          <a:custGeom>
            <a:rect b="b" l="l" r="r" t="t"/>
            <a:pathLst>
              <a:path extrusionOk="0" h="11204" w="23808">
                <a:moveTo>
                  <a:pt x="1601" y="1"/>
                </a:moveTo>
                <a:cubicBezTo>
                  <a:pt x="1055" y="1"/>
                  <a:pt x="506" y="115"/>
                  <a:pt x="0" y="332"/>
                </a:cubicBezTo>
                <a:lnTo>
                  <a:pt x="0" y="11204"/>
                </a:lnTo>
                <a:lnTo>
                  <a:pt x="23808" y="11204"/>
                </a:lnTo>
                <a:cubicBezTo>
                  <a:pt x="23725" y="11045"/>
                  <a:pt x="23628" y="10895"/>
                  <a:pt x="23519" y="10757"/>
                </a:cubicBezTo>
                <a:cubicBezTo>
                  <a:pt x="23017" y="10126"/>
                  <a:pt x="22249" y="9748"/>
                  <a:pt x="21476" y="9748"/>
                </a:cubicBezTo>
                <a:cubicBezTo>
                  <a:pt x="21442" y="9748"/>
                  <a:pt x="21408" y="9749"/>
                  <a:pt x="21374" y="9751"/>
                </a:cubicBezTo>
                <a:cubicBezTo>
                  <a:pt x="20787" y="9776"/>
                  <a:pt x="20207" y="10007"/>
                  <a:pt x="19629" y="10007"/>
                </a:cubicBezTo>
                <a:cubicBezTo>
                  <a:pt x="19512" y="10007"/>
                  <a:pt x="19395" y="9998"/>
                  <a:pt x="19278" y="9975"/>
                </a:cubicBezTo>
                <a:cubicBezTo>
                  <a:pt x="19140" y="9948"/>
                  <a:pt x="19009" y="9906"/>
                  <a:pt x="18886" y="9850"/>
                </a:cubicBezTo>
                <a:cubicBezTo>
                  <a:pt x="18859" y="9838"/>
                  <a:pt x="18832" y="9826"/>
                  <a:pt x="18806" y="9811"/>
                </a:cubicBezTo>
                <a:cubicBezTo>
                  <a:pt x="17861" y="9333"/>
                  <a:pt x="17298" y="8089"/>
                  <a:pt x="16410" y="7398"/>
                </a:cubicBezTo>
                <a:cubicBezTo>
                  <a:pt x="15787" y="6913"/>
                  <a:pt x="15050" y="6730"/>
                  <a:pt x="14282" y="6730"/>
                </a:cubicBezTo>
                <a:cubicBezTo>
                  <a:pt x="13407" y="6730"/>
                  <a:pt x="12492" y="6967"/>
                  <a:pt x="11660" y="7265"/>
                </a:cubicBezTo>
                <a:cubicBezTo>
                  <a:pt x="10916" y="7531"/>
                  <a:pt x="10145" y="7839"/>
                  <a:pt x="9375" y="7839"/>
                </a:cubicBezTo>
                <a:cubicBezTo>
                  <a:pt x="9193" y="7839"/>
                  <a:pt x="9011" y="7822"/>
                  <a:pt x="8830" y="7783"/>
                </a:cubicBezTo>
                <a:cubicBezTo>
                  <a:pt x="7417" y="7481"/>
                  <a:pt x="6534" y="5988"/>
                  <a:pt x="5961" y="4572"/>
                </a:cubicBezTo>
                <a:cubicBezTo>
                  <a:pt x="5388" y="3156"/>
                  <a:pt x="4892" y="1585"/>
                  <a:pt x="3719" y="690"/>
                </a:cubicBezTo>
                <a:cubicBezTo>
                  <a:pt x="3105" y="220"/>
                  <a:pt x="2357" y="1"/>
                  <a:pt x="1601"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3"/>
          <p:cNvSpPr/>
          <p:nvPr/>
        </p:nvSpPr>
        <p:spPr>
          <a:xfrm rot="10800000">
            <a:off x="6095615" y="3584390"/>
            <a:ext cx="3260760" cy="1799884"/>
          </a:xfrm>
          <a:custGeom>
            <a:rect b="b" l="l" r="r" t="t"/>
            <a:pathLst>
              <a:path extrusionOk="0" h="11330" w="20526">
                <a:moveTo>
                  <a:pt x="12939" y="1"/>
                </a:moveTo>
                <a:cubicBezTo>
                  <a:pt x="11999" y="1"/>
                  <a:pt x="11086" y="167"/>
                  <a:pt x="10169" y="370"/>
                </a:cubicBezTo>
                <a:cubicBezTo>
                  <a:pt x="9691" y="476"/>
                  <a:pt x="9213" y="584"/>
                  <a:pt x="8731" y="667"/>
                </a:cubicBezTo>
                <a:cubicBezTo>
                  <a:pt x="8234" y="750"/>
                  <a:pt x="7732" y="802"/>
                  <a:pt x="7229" y="839"/>
                </a:cubicBezTo>
                <a:cubicBezTo>
                  <a:pt x="6231" y="913"/>
                  <a:pt x="5230" y="935"/>
                  <a:pt x="4235" y="1052"/>
                </a:cubicBezTo>
                <a:cubicBezTo>
                  <a:pt x="3806" y="1102"/>
                  <a:pt x="3380" y="1184"/>
                  <a:pt x="2951" y="1235"/>
                </a:cubicBezTo>
                <a:cubicBezTo>
                  <a:pt x="2746" y="1260"/>
                  <a:pt x="2537" y="1279"/>
                  <a:pt x="2328" y="1279"/>
                </a:cubicBezTo>
                <a:cubicBezTo>
                  <a:pt x="2138" y="1279"/>
                  <a:pt x="1948" y="1263"/>
                  <a:pt x="1762" y="1222"/>
                </a:cubicBezTo>
                <a:cubicBezTo>
                  <a:pt x="1578" y="1180"/>
                  <a:pt x="1402" y="1113"/>
                  <a:pt x="1242" y="1012"/>
                </a:cubicBezTo>
                <a:cubicBezTo>
                  <a:pt x="1161" y="960"/>
                  <a:pt x="1089" y="870"/>
                  <a:pt x="988" y="868"/>
                </a:cubicBezTo>
                <a:cubicBezTo>
                  <a:pt x="985" y="868"/>
                  <a:pt x="983" y="868"/>
                  <a:pt x="981" y="868"/>
                </a:cubicBezTo>
                <a:cubicBezTo>
                  <a:pt x="897" y="868"/>
                  <a:pt x="810" y="887"/>
                  <a:pt x="732" y="917"/>
                </a:cubicBezTo>
                <a:cubicBezTo>
                  <a:pt x="360" y="1060"/>
                  <a:pt x="147" y="1435"/>
                  <a:pt x="79" y="1816"/>
                </a:cubicBezTo>
                <a:cubicBezTo>
                  <a:pt x="38" y="2046"/>
                  <a:pt x="37" y="2279"/>
                  <a:pt x="38" y="2512"/>
                </a:cubicBezTo>
                <a:cubicBezTo>
                  <a:pt x="38" y="2767"/>
                  <a:pt x="39" y="3024"/>
                  <a:pt x="40" y="3279"/>
                </a:cubicBezTo>
                <a:cubicBezTo>
                  <a:pt x="42" y="3797"/>
                  <a:pt x="44" y="4315"/>
                  <a:pt x="46" y="4833"/>
                </a:cubicBezTo>
                <a:cubicBezTo>
                  <a:pt x="50" y="5817"/>
                  <a:pt x="54" y="6803"/>
                  <a:pt x="57" y="7787"/>
                </a:cubicBezTo>
                <a:cubicBezTo>
                  <a:pt x="55" y="7786"/>
                  <a:pt x="54" y="7785"/>
                  <a:pt x="52" y="7785"/>
                </a:cubicBezTo>
                <a:cubicBezTo>
                  <a:pt x="0" y="7785"/>
                  <a:pt x="101" y="8649"/>
                  <a:pt x="628" y="8724"/>
                </a:cubicBezTo>
                <a:cubicBezTo>
                  <a:pt x="1441" y="8840"/>
                  <a:pt x="1514" y="10145"/>
                  <a:pt x="2146" y="10693"/>
                </a:cubicBezTo>
                <a:cubicBezTo>
                  <a:pt x="2452" y="10957"/>
                  <a:pt x="2805" y="11167"/>
                  <a:pt x="3199" y="11261"/>
                </a:cubicBezTo>
                <a:cubicBezTo>
                  <a:pt x="3402" y="11310"/>
                  <a:pt x="3609" y="11330"/>
                  <a:pt x="3816" y="11330"/>
                </a:cubicBezTo>
                <a:cubicBezTo>
                  <a:pt x="4077" y="11330"/>
                  <a:pt x="4340" y="11298"/>
                  <a:pt x="4597" y="11251"/>
                </a:cubicBezTo>
                <a:cubicBezTo>
                  <a:pt x="5367" y="11113"/>
                  <a:pt x="6207" y="10865"/>
                  <a:pt x="6645" y="10152"/>
                </a:cubicBezTo>
                <a:cubicBezTo>
                  <a:pt x="6859" y="9801"/>
                  <a:pt x="6970" y="9395"/>
                  <a:pt x="7203" y="9055"/>
                </a:cubicBezTo>
                <a:cubicBezTo>
                  <a:pt x="7421" y="8736"/>
                  <a:pt x="7758" y="8532"/>
                  <a:pt x="8120" y="8419"/>
                </a:cubicBezTo>
                <a:cubicBezTo>
                  <a:pt x="8559" y="8282"/>
                  <a:pt x="9011" y="8265"/>
                  <a:pt x="9465" y="8265"/>
                </a:cubicBezTo>
                <a:cubicBezTo>
                  <a:pt x="9615" y="8265"/>
                  <a:pt x="9765" y="8267"/>
                  <a:pt x="9915" y="8267"/>
                </a:cubicBezTo>
                <a:cubicBezTo>
                  <a:pt x="10115" y="8267"/>
                  <a:pt x="10316" y="8264"/>
                  <a:pt x="10515" y="8248"/>
                </a:cubicBezTo>
                <a:cubicBezTo>
                  <a:pt x="10927" y="8216"/>
                  <a:pt x="11342" y="8132"/>
                  <a:pt x="11707" y="7927"/>
                </a:cubicBezTo>
                <a:cubicBezTo>
                  <a:pt x="12074" y="7718"/>
                  <a:pt x="12352" y="7394"/>
                  <a:pt x="12600" y="7055"/>
                </a:cubicBezTo>
                <a:cubicBezTo>
                  <a:pt x="13089" y="6385"/>
                  <a:pt x="13543" y="5673"/>
                  <a:pt x="14244" y="5207"/>
                </a:cubicBezTo>
                <a:cubicBezTo>
                  <a:pt x="14594" y="4972"/>
                  <a:pt x="14986" y="4825"/>
                  <a:pt x="15405" y="4792"/>
                </a:cubicBezTo>
                <a:cubicBezTo>
                  <a:pt x="15494" y="4785"/>
                  <a:pt x="15582" y="4782"/>
                  <a:pt x="15670" y="4782"/>
                </a:cubicBezTo>
                <a:cubicBezTo>
                  <a:pt x="16070" y="4782"/>
                  <a:pt x="16469" y="4843"/>
                  <a:pt x="16866" y="4877"/>
                </a:cubicBezTo>
                <a:cubicBezTo>
                  <a:pt x="17302" y="4915"/>
                  <a:pt x="17740" y="4933"/>
                  <a:pt x="18178" y="4933"/>
                </a:cubicBezTo>
                <a:cubicBezTo>
                  <a:pt x="18243" y="4933"/>
                  <a:pt x="18309" y="4933"/>
                  <a:pt x="18374" y="4932"/>
                </a:cubicBezTo>
                <a:cubicBezTo>
                  <a:pt x="18585" y="4929"/>
                  <a:pt x="18814" y="4941"/>
                  <a:pt x="19012" y="4857"/>
                </a:cubicBezTo>
                <a:cubicBezTo>
                  <a:pt x="19193" y="4780"/>
                  <a:pt x="19305" y="4623"/>
                  <a:pt x="19390" y="4450"/>
                </a:cubicBezTo>
                <a:cubicBezTo>
                  <a:pt x="19618" y="3989"/>
                  <a:pt x="19825" y="3515"/>
                  <a:pt x="20041" y="3049"/>
                </a:cubicBezTo>
                <a:cubicBezTo>
                  <a:pt x="20147" y="2821"/>
                  <a:pt x="20256" y="2595"/>
                  <a:pt x="20357" y="2365"/>
                </a:cubicBezTo>
                <a:cubicBezTo>
                  <a:pt x="20444" y="2165"/>
                  <a:pt x="20525" y="1951"/>
                  <a:pt x="20518" y="1728"/>
                </a:cubicBezTo>
                <a:cubicBezTo>
                  <a:pt x="20505" y="1297"/>
                  <a:pt x="20161" y="1008"/>
                  <a:pt x="19822" y="810"/>
                </a:cubicBezTo>
                <a:cubicBezTo>
                  <a:pt x="19463" y="601"/>
                  <a:pt x="19065" y="469"/>
                  <a:pt x="18660" y="392"/>
                </a:cubicBezTo>
                <a:cubicBezTo>
                  <a:pt x="17815" y="229"/>
                  <a:pt x="16950" y="272"/>
                  <a:pt x="16095" y="224"/>
                </a:cubicBezTo>
                <a:cubicBezTo>
                  <a:pt x="15084" y="168"/>
                  <a:pt x="14079" y="19"/>
                  <a:pt x="13065" y="2"/>
                </a:cubicBezTo>
                <a:cubicBezTo>
                  <a:pt x="13023" y="1"/>
                  <a:pt x="12981" y="1"/>
                  <a:pt x="12939"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3"/>
          <p:cNvSpPr/>
          <p:nvPr/>
        </p:nvSpPr>
        <p:spPr>
          <a:xfrm rot="10800000">
            <a:off x="-390198" y="3241570"/>
            <a:ext cx="2066292" cy="2072329"/>
          </a:xfrm>
          <a:custGeom>
            <a:rect b="b" l="l" r="r" t="t"/>
            <a:pathLst>
              <a:path extrusionOk="0" h="13045" w="13007">
                <a:moveTo>
                  <a:pt x="12515" y="1"/>
                </a:moveTo>
                <a:cubicBezTo>
                  <a:pt x="12505" y="1"/>
                  <a:pt x="12495" y="2"/>
                  <a:pt x="12485" y="4"/>
                </a:cubicBezTo>
                <a:cubicBezTo>
                  <a:pt x="11568" y="214"/>
                  <a:pt x="10641" y="375"/>
                  <a:pt x="9706" y="481"/>
                </a:cubicBezTo>
                <a:cubicBezTo>
                  <a:pt x="8769" y="587"/>
                  <a:pt x="7827" y="639"/>
                  <a:pt x="6885" y="639"/>
                </a:cubicBezTo>
                <a:cubicBezTo>
                  <a:pt x="6168" y="639"/>
                  <a:pt x="5450" y="609"/>
                  <a:pt x="4735" y="550"/>
                </a:cubicBezTo>
                <a:cubicBezTo>
                  <a:pt x="4277" y="512"/>
                  <a:pt x="3796" y="469"/>
                  <a:pt x="3318" y="469"/>
                </a:cubicBezTo>
                <a:cubicBezTo>
                  <a:pt x="2513" y="469"/>
                  <a:pt x="1717" y="591"/>
                  <a:pt x="1058" y="1068"/>
                </a:cubicBezTo>
                <a:cubicBezTo>
                  <a:pt x="1059" y="1057"/>
                  <a:pt x="1057" y="1052"/>
                  <a:pt x="1050" y="1052"/>
                </a:cubicBezTo>
                <a:cubicBezTo>
                  <a:pt x="989" y="1052"/>
                  <a:pt x="597" y="1511"/>
                  <a:pt x="509" y="1745"/>
                </a:cubicBezTo>
                <a:cubicBezTo>
                  <a:pt x="139" y="2725"/>
                  <a:pt x="1" y="3837"/>
                  <a:pt x="329" y="4850"/>
                </a:cubicBezTo>
                <a:cubicBezTo>
                  <a:pt x="602" y="5696"/>
                  <a:pt x="1186" y="6475"/>
                  <a:pt x="2005" y="6858"/>
                </a:cubicBezTo>
                <a:cubicBezTo>
                  <a:pt x="2923" y="7286"/>
                  <a:pt x="3974" y="7122"/>
                  <a:pt x="4914" y="7465"/>
                </a:cubicBezTo>
                <a:cubicBezTo>
                  <a:pt x="5846" y="7805"/>
                  <a:pt x="6269" y="8720"/>
                  <a:pt x="6690" y="9546"/>
                </a:cubicBezTo>
                <a:cubicBezTo>
                  <a:pt x="7147" y="10442"/>
                  <a:pt x="7734" y="11244"/>
                  <a:pt x="8514" y="11886"/>
                </a:cubicBezTo>
                <a:cubicBezTo>
                  <a:pt x="9220" y="12466"/>
                  <a:pt x="10135" y="13045"/>
                  <a:pt x="11084" y="13045"/>
                </a:cubicBezTo>
                <a:cubicBezTo>
                  <a:pt x="11157" y="13045"/>
                  <a:pt x="11229" y="13041"/>
                  <a:pt x="11303" y="13034"/>
                </a:cubicBezTo>
                <a:cubicBezTo>
                  <a:pt x="11746" y="12991"/>
                  <a:pt x="12188" y="12817"/>
                  <a:pt x="12502" y="12494"/>
                </a:cubicBezTo>
                <a:cubicBezTo>
                  <a:pt x="12856" y="12131"/>
                  <a:pt x="12967" y="11633"/>
                  <a:pt x="12985" y="11143"/>
                </a:cubicBezTo>
                <a:cubicBezTo>
                  <a:pt x="13006" y="10560"/>
                  <a:pt x="12960" y="9972"/>
                  <a:pt x="12940" y="9391"/>
                </a:cubicBezTo>
                <a:cubicBezTo>
                  <a:pt x="12920" y="8773"/>
                  <a:pt x="12900" y="8155"/>
                  <a:pt x="12879" y="7536"/>
                </a:cubicBezTo>
                <a:lnTo>
                  <a:pt x="12632" y="116"/>
                </a:lnTo>
                <a:cubicBezTo>
                  <a:pt x="12630" y="48"/>
                  <a:pt x="12578" y="1"/>
                  <a:pt x="12515"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3"/>
          <p:cNvSpPr/>
          <p:nvPr/>
        </p:nvSpPr>
        <p:spPr>
          <a:xfrm rot="10800000">
            <a:off x="-258336" y="-384598"/>
            <a:ext cx="3872371" cy="1368261"/>
          </a:xfrm>
          <a:custGeom>
            <a:rect b="b" l="l" r="r" t="t"/>
            <a:pathLst>
              <a:path extrusionOk="0" h="8613" w="24376">
                <a:moveTo>
                  <a:pt x="12572" y="1"/>
                </a:moveTo>
                <a:cubicBezTo>
                  <a:pt x="11930" y="1"/>
                  <a:pt x="11305" y="137"/>
                  <a:pt x="10778" y="460"/>
                </a:cubicBezTo>
                <a:cubicBezTo>
                  <a:pt x="10193" y="818"/>
                  <a:pt x="9818" y="1341"/>
                  <a:pt x="9503" y="1852"/>
                </a:cubicBezTo>
                <a:cubicBezTo>
                  <a:pt x="9167" y="2398"/>
                  <a:pt x="8889" y="2969"/>
                  <a:pt x="8475" y="3485"/>
                </a:cubicBezTo>
                <a:cubicBezTo>
                  <a:pt x="8044" y="4023"/>
                  <a:pt x="7451" y="4445"/>
                  <a:pt x="6633" y="4599"/>
                </a:cubicBezTo>
                <a:cubicBezTo>
                  <a:pt x="6259" y="4669"/>
                  <a:pt x="5879" y="4690"/>
                  <a:pt x="5496" y="4690"/>
                </a:cubicBezTo>
                <a:cubicBezTo>
                  <a:pt x="4945" y="4690"/>
                  <a:pt x="4388" y="4646"/>
                  <a:pt x="3837" y="4646"/>
                </a:cubicBezTo>
                <a:cubicBezTo>
                  <a:pt x="3701" y="4646"/>
                  <a:pt x="3564" y="4649"/>
                  <a:pt x="3429" y="4656"/>
                </a:cubicBezTo>
                <a:cubicBezTo>
                  <a:pt x="2927" y="4680"/>
                  <a:pt x="2424" y="4755"/>
                  <a:pt x="1974" y="4934"/>
                </a:cubicBezTo>
                <a:cubicBezTo>
                  <a:pt x="1568" y="5095"/>
                  <a:pt x="1218" y="5332"/>
                  <a:pt x="943" y="5611"/>
                </a:cubicBezTo>
                <a:cubicBezTo>
                  <a:pt x="425" y="6133"/>
                  <a:pt x="179" y="6806"/>
                  <a:pt x="311" y="7456"/>
                </a:cubicBezTo>
                <a:cubicBezTo>
                  <a:pt x="309" y="7456"/>
                  <a:pt x="307" y="7456"/>
                  <a:pt x="305" y="7456"/>
                </a:cubicBezTo>
                <a:cubicBezTo>
                  <a:pt x="282" y="7456"/>
                  <a:pt x="258" y="7461"/>
                  <a:pt x="234" y="7475"/>
                </a:cubicBezTo>
                <a:cubicBezTo>
                  <a:pt x="83" y="7556"/>
                  <a:pt x="1" y="7677"/>
                  <a:pt x="4" y="7821"/>
                </a:cubicBezTo>
                <a:cubicBezTo>
                  <a:pt x="12" y="8172"/>
                  <a:pt x="404" y="8373"/>
                  <a:pt x="826" y="8396"/>
                </a:cubicBezTo>
                <a:cubicBezTo>
                  <a:pt x="860" y="8398"/>
                  <a:pt x="894" y="8399"/>
                  <a:pt x="929" y="8399"/>
                </a:cubicBezTo>
                <a:cubicBezTo>
                  <a:pt x="1162" y="8399"/>
                  <a:pt x="1397" y="8361"/>
                  <a:pt x="1626" y="8334"/>
                </a:cubicBezTo>
                <a:cubicBezTo>
                  <a:pt x="1931" y="8297"/>
                  <a:pt x="2238" y="8262"/>
                  <a:pt x="2544" y="8230"/>
                </a:cubicBezTo>
                <a:cubicBezTo>
                  <a:pt x="3747" y="8107"/>
                  <a:pt x="4958" y="8023"/>
                  <a:pt x="6170" y="7965"/>
                </a:cubicBezTo>
                <a:cubicBezTo>
                  <a:pt x="8591" y="7850"/>
                  <a:pt x="11019" y="7838"/>
                  <a:pt x="13445" y="7824"/>
                </a:cubicBezTo>
                <a:cubicBezTo>
                  <a:pt x="13813" y="7822"/>
                  <a:pt x="14182" y="7820"/>
                  <a:pt x="14552" y="7820"/>
                </a:cubicBezTo>
                <a:cubicBezTo>
                  <a:pt x="16507" y="7820"/>
                  <a:pt x="18472" y="7870"/>
                  <a:pt x="20390" y="8174"/>
                </a:cubicBezTo>
                <a:cubicBezTo>
                  <a:pt x="20952" y="8264"/>
                  <a:pt x="21511" y="8375"/>
                  <a:pt x="22057" y="8512"/>
                </a:cubicBezTo>
                <a:cubicBezTo>
                  <a:pt x="22240" y="8558"/>
                  <a:pt x="22430" y="8612"/>
                  <a:pt x="22625" y="8612"/>
                </a:cubicBezTo>
                <a:cubicBezTo>
                  <a:pt x="22665" y="8612"/>
                  <a:pt x="22706" y="8610"/>
                  <a:pt x="22747" y="8605"/>
                </a:cubicBezTo>
                <a:cubicBezTo>
                  <a:pt x="22986" y="8575"/>
                  <a:pt x="23126" y="8437"/>
                  <a:pt x="23188" y="8265"/>
                </a:cubicBezTo>
                <a:cubicBezTo>
                  <a:pt x="23342" y="7840"/>
                  <a:pt x="23440" y="7396"/>
                  <a:pt x="23556" y="6963"/>
                </a:cubicBezTo>
                <a:cubicBezTo>
                  <a:pt x="23675" y="6520"/>
                  <a:pt x="23785" y="6077"/>
                  <a:pt x="23879" y="5631"/>
                </a:cubicBezTo>
                <a:cubicBezTo>
                  <a:pt x="24251" y="3879"/>
                  <a:pt x="24375" y="2063"/>
                  <a:pt x="23717" y="343"/>
                </a:cubicBezTo>
                <a:cubicBezTo>
                  <a:pt x="23697" y="293"/>
                  <a:pt x="23642" y="267"/>
                  <a:pt x="23586" y="267"/>
                </a:cubicBezTo>
                <a:cubicBezTo>
                  <a:pt x="23541" y="267"/>
                  <a:pt x="23495" y="284"/>
                  <a:pt x="23467" y="317"/>
                </a:cubicBezTo>
                <a:cubicBezTo>
                  <a:pt x="23327" y="480"/>
                  <a:pt x="23169" y="631"/>
                  <a:pt x="22991" y="769"/>
                </a:cubicBezTo>
                <a:cubicBezTo>
                  <a:pt x="22274" y="1328"/>
                  <a:pt x="21289" y="1670"/>
                  <a:pt x="20281" y="1764"/>
                </a:cubicBezTo>
                <a:cubicBezTo>
                  <a:pt x="20062" y="1784"/>
                  <a:pt x="19841" y="1794"/>
                  <a:pt x="19620" y="1794"/>
                </a:cubicBezTo>
                <a:cubicBezTo>
                  <a:pt x="18644" y="1794"/>
                  <a:pt x="17671" y="1601"/>
                  <a:pt x="16789" y="1286"/>
                </a:cubicBezTo>
                <a:cubicBezTo>
                  <a:pt x="15722" y="905"/>
                  <a:pt x="14754" y="349"/>
                  <a:pt x="13607" y="110"/>
                </a:cubicBezTo>
                <a:cubicBezTo>
                  <a:pt x="13266" y="40"/>
                  <a:pt x="12917" y="1"/>
                  <a:pt x="12572"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3"/>
          <p:cNvSpPr txBox="1"/>
          <p:nvPr>
            <p:ph type="title"/>
          </p:nvPr>
        </p:nvSpPr>
        <p:spPr>
          <a:xfrm>
            <a:off x="3079950" y="966254"/>
            <a:ext cx="2984100" cy="841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55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85" name="Google Shape;1385;p53"/>
          <p:cNvSpPr txBox="1"/>
          <p:nvPr>
            <p:ph idx="1" type="body"/>
          </p:nvPr>
        </p:nvSpPr>
        <p:spPr>
          <a:xfrm>
            <a:off x="1234375" y="3235750"/>
            <a:ext cx="2721900" cy="1023000"/>
          </a:xfrm>
          <a:prstGeom prst="rect">
            <a:avLst/>
          </a:prstGeom>
        </p:spPr>
        <p:txBody>
          <a:bodyPr anchorCtr="0" anchor="ctr" bIns="91425" lIns="91425" spcFirstLastPara="1" rIns="91425" wrap="square" tIns="91425">
            <a:noAutofit/>
          </a:bodyPr>
          <a:lstStyle>
            <a:lvl1pPr indent="-304800" lvl="0" marL="457200" rtl="0" algn="ctr">
              <a:lnSpc>
                <a:spcPct val="100000"/>
              </a:lnSpc>
              <a:spcBef>
                <a:spcPts val="0"/>
              </a:spcBef>
              <a:spcAft>
                <a:spcPts val="0"/>
              </a:spcAft>
              <a:buSzPts val="1200"/>
              <a:buFont typeface="Raleway SemiBold"/>
              <a:buChar char="●"/>
              <a:defRPr sz="1400">
                <a:latin typeface="Raleway SemiBold"/>
                <a:ea typeface="Raleway SemiBold"/>
                <a:cs typeface="Raleway SemiBold"/>
                <a:sym typeface="Raleway SemiBold"/>
              </a:defRPr>
            </a:lvl1pPr>
            <a:lvl2pPr indent="-304800" lvl="1" marL="9144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2pPr>
            <a:lvl3pPr indent="-304800" lvl="2" marL="13716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3pPr>
            <a:lvl4pPr indent="-304800" lvl="3" marL="18288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4pPr>
            <a:lvl5pPr indent="-304800" lvl="4" marL="22860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5pPr>
            <a:lvl6pPr indent="-304800" lvl="5" marL="27432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6pPr>
            <a:lvl7pPr indent="-304800" lvl="6" marL="32004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7pPr>
            <a:lvl8pPr indent="-304800" lvl="7" marL="36576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8pPr>
            <a:lvl9pPr indent="-304800" lvl="8" marL="4114800" rtl="0">
              <a:lnSpc>
                <a:spcPct val="100000"/>
              </a:lnSpc>
              <a:spcBef>
                <a:spcPts val="0"/>
              </a:spcBef>
              <a:spcAft>
                <a:spcPts val="0"/>
              </a:spcAft>
              <a:buSzPts val="1200"/>
              <a:buFont typeface="Raleway SemiBold"/>
              <a:buChar char="■"/>
              <a:defRPr sz="1200">
                <a:latin typeface="Raleway SemiBold"/>
                <a:ea typeface="Raleway SemiBold"/>
                <a:cs typeface="Raleway SemiBold"/>
                <a:sym typeface="Raleway SemiBold"/>
              </a:defRPr>
            </a:lvl9pPr>
          </a:lstStyle>
          <a:p/>
        </p:txBody>
      </p:sp>
      <p:sp>
        <p:nvSpPr>
          <p:cNvPr id="1386" name="Google Shape;1386;p53"/>
          <p:cNvSpPr txBox="1"/>
          <p:nvPr/>
        </p:nvSpPr>
        <p:spPr>
          <a:xfrm>
            <a:off x="5390907" y="3188897"/>
            <a:ext cx="2289900" cy="702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000">
                <a:solidFill>
                  <a:schemeClr val="dk2"/>
                </a:solidFill>
                <a:latin typeface="Raleway"/>
                <a:ea typeface="Raleway"/>
                <a:cs typeface="Raleway"/>
                <a:sym typeface="Raleway"/>
              </a:rPr>
              <a:t>CREDITS: This presentation template was created by </a:t>
            </a:r>
            <a:r>
              <a:rPr b="1" lang="en" sz="1000">
                <a:solidFill>
                  <a:schemeClr val="dk2"/>
                </a:solidFill>
                <a:uFill>
                  <a:noFill/>
                </a:uFill>
                <a:latin typeface="Raleway"/>
                <a:ea typeface="Raleway"/>
                <a:cs typeface="Raleway"/>
                <a:sym typeface="Raleway"/>
                <a:hlinkClick r:id="rId2">
                  <a:extLst>
                    <a:ext uri="{A12FA001-AC4F-418D-AE19-62706E023703}">
                      <ahyp:hlinkClr val="tx"/>
                    </a:ext>
                  </a:extLst>
                </a:hlinkClick>
              </a:rPr>
              <a:t>Slidesgo</a:t>
            </a:r>
            <a:r>
              <a:rPr lang="en" sz="1000">
                <a:solidFill>
                  <a:schemeClr val="dk2"/>
                </a:solidFill>
                <a:latin typeface="Raleway"/>
                <a:ea typeface="Raleway"/>
                <a:cs typeface="Raleway"/>
                <a:sym typeface="Raleway"/>
              </a:rPr>
              <a:t>, including icons by </a:t>
            </a:r>
            <a:r>
              <a:rPr b="1" lang="en" sz="1000">
                <a:solidFill>
                  <a:schemeClr val="dk2"/>
                </a:solidFill>
                <a:uFill>
                  <a:noFill/>
                </a:uFill>
                <a:latin typeface="Raleway"/>
                <a:ea typeface="Raleway"/>
                <a:cs typeface="Raleway"/>
                <a:sym typeface="Raleway"/>
                <a:hlinkClick r:id="rId3">
                  <a:extLst>
                    <a:ext uri="{A12FA001-AC4F-418D-AE19-62706E023703}">
                      <ahyp:hlinkClr val="tx"/>
                    </a:ext>
                  </a:extLst>
                </a:hlinkClick>
              </a:rPr>
              <a:t>Flaticon</a:t>
            </a:r>
            <a:r>
              <a:rPr lang="en" sz="1000">
                <a:solidFill>
                  <a:schemeClr val="dk2"/>
                </a:solidFill>
                <a:latin typeface="Raleway"/>
                <a:ea typeface="Raleway"/>
                <a:cs typeface="Raleway"/>
                <a:sym typeface="Raleway"/>
              </a:rPr>
              <a:t>, and infographics &amp; images by </a:t>
            </a:r>
            <a:r>
              <a:rPr b="1" lang="en" sz="1000">
                <a:solidFill>
                  <a:schemeClr val="dk2"/>
                </a:solidFill>
                <a:uFill>
                  <a:noFill/>
                </a:uFill>
                <a:latin typeface="Raleway"/>
                <a:ea typeface="Raleway"/>
                <a:cs typeface="Raleway"/>
                <a:sym typeface="Raleway"/>
                <a:hlinkClick r:id="rId4">
                  <a:extLst>
                    <a:ext uri="{A12FA001-AC4F-418D-AE19-62706E023703}">
                      <ahyp:hlinkClr val="tx"/>
                    </a:ext>
                  </a:extLst>
                </a:hlinkClick>
              </a:rPr>
              <a:t>Freepik</a:t>
            </a:r>
            <a:r>
              <a:rPr lang="en" sz="1000">
                <a:solidFill>
                  <a:schemeClr val="dk2"/>
                </a:solidFill>
                <a:latin typeface="Raleway"/>
                <a:ea typeface="Raleway"/>
                <a:cs typeface="Raleway"/>
                <a:sym typeface="Raleway"/>
              </a:rPr>
              <a:t>.</a:t>
            </a:r>
            <a:endParaRPr sz="1000">
              <a:solidFill>
                <a:schemeClr val="dk1"/>
              </a:solidFill>
            </a:endParaRPr>
          </a:p>
        </p:txBody>
      </p:sp>
      <p:grpSp>
        <p:nvGrpSpPr>
          <p:cNvPr id="1387" name="Google Shape;1387;p53"/>
          <p:cNvGrpSpPr/>
          <p:nvPr/>
        </p:nvGrpSpPr>
        <p:grpSpPr>
          <a:xfrm rot="9300375">
            <a:off x="1127031" y="4402137"/>
            <a:ext cx="226551" cy="205211"/>
            <a:chOff x="1640475" y="1197075"/>
            <a:chExt cx="55475" cy="50250"/>
          </a:xfrm>
        </p:grpSpPr>
        <p:sp>
          <p:nvSpPr>
            <p:cNvPr id="1388" name="Google Shape;1388;p5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53"/>
          <p:cNvSpPr/>
          <p:nvPr/>
        </p:nvSpPr>
        <p:spPr>
          <a:xfrm flipH="1" rot="-510326">
            <a:off x="375317" y="272405"/>
            <a:ext cx="574893" cy="13467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3"/>
          <p:cNvSpPr/>
          <p:nvPr/>
        </p:nvSpPr>
        <p:spPr>
          <a:xfrm flipH="1" rot="-9899901">
            <a:off x="4951535" y="4570194"/>
            <a:ext cx="545173" cy="127720"/>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 name="Google Shape;1393;p53"/>
          <p:cNvGrpSpPr/>
          <p:nvPr/>
        </p:nvGrpSpPr>
        <p:grpSpPr>
          <a:xfrm rot="2217042">
            <a:off x="7251693" y="4647997"/>
            <a:ext cx="365864" cy="331431"/>
            <a:chOff x="1640475" y="1197075"/>
            <a:chExt cx="55475" cy="50250"/>
          </a:xfrm>
        </p:grpSpPr>
        <p:sp>
          <p:nvSpPr>
            <p:cNvPr id="1394" name="Google Shape;1394;p5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53"/>
          <p:cNvGrpSpPr/>
          <p:nvPr/>
        </p:nvGrpSpPr>
        <p:grpSpPr>
          <a:xfrm rot="-7117196">
            <a:off x="7733082" y="352399"/>
            <a:ext cx="324154" cy="293632"/>
            <a:chOff x="1640475" y="1197075"/>
            <a:chExt cx="55475" cy="50250"/>
          </a:xfrm>
        </p:grpSpPr>
        <p:sp>
          <p:nvSpPr>
            <p:cNvPr id="1398" name="Google Shape;1398;p5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53"/>
          <p:cNvGrpSpPr/>
          <p:nvPr/>
        </p:nvGrpSpPr>
        <p:grpSpPr>
          <a:xfrm rot="-7256213">
            <a:off x="430054" y="976951"/>
            <a:ext cx="225183" cy="266962"/>
            <a:chOff x="1640475" y="1197075"/>
            <a:chExt cx="55475" cy="50250"/>
          </a:xfrm>
        </p:grpSpPr>
        <p:sp>
          <p:nvSpPr>
            <p:cNvPr id="1402" name="Google Shape;1402;p53"/>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3"/>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3"/>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 name="Google Shape;1405;p53"/>
          <p:cNvSpPr/>
          <p:nvPr/>
        </p:nvSpPr>
        <p:spPr>
          <a:xfrm rot="-5211900">
            <a:off x="-17670" y="2640499"/>
            <a:ext cx="988852" cy="900801"/>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4">
    <p:spTree>
      <p:nvGrpSpPr>
        <p:cNvPr id="1406" name="Shape 1406"/>
        <p:cNvGrpSpPr/>
        <p:nvPr/>
      </p:nvGrpSpPr>
      <p:grpSpPr>
        <a:xfrm>
          <a:off x="0" y="0"/>
          <a:ext cx="0" cy="0"/>
          <a:chOff x="0" y="0"/>
          <a:chExt cx="0" cy="0"/>
        </a:xfrm>
      </p:grpSpPr>
      <p:sp>
        <p:nvSpPr>
          <p:cNvPr id="1407" name="Google Shape;1407;p54"/>
          <p:cNvSpPr/>
          <p:nvPr/>
        </p:nvSpPr>
        <p:spPr>
          <a:xfrm flipH="1">
            <a:off x="5463834" y="-171500"/>
            <a:ext cx="3715991" cy="1895529"/>
          </a:xfrm>
          <a:custGeom>
            <a:rect b="b" l="l" r="r" t="t"/>
            <a:pathLst>
              <a:path extrusionOk="0" h="6348" w="14457">
                <a:moveTo>
                  <a:pt x="0" y="1"/>
                </a:moveTo>
                <a:lnTo>
                  <a:pt x="0" y="6160"/>
                </a:lnTo>
                <a:cubicBezTo>
                  <a:pt x="307" y="6283"/>
                  <a:pt x="641" y="6348"/>
                  <a:pt x="972" y="6348"/>
                </a:cubicBezTo>
                <a:cubicBezTo>
                  <a:pt x="1431" y="6348"/>
                  <a:pt x="1886" y="6223"/>
                  <a:pt x="2259" y="5957"/>
                </a:cubicBezTo>
                <a:cubicBezTo>
                  <a:pt x="2971" y="5450"/>
                  <a:pt x="3272" y="4560"/>
                  <a:pt x="3620" y="3758"/>
                </a:cubicBezTo>
                <a:cubicBezTo>
                  <a:pt x="3967" y="2955"/>
                  <a:pt x="4504" y="2110"/>
                  <a:pt x="5362" y="1938"/>
                </a:cubicBezTo>
                <a:cubicBezTo>
                  <a:pt x="5472" y="1916"/>
                  <a:pt x="5582" y="1906"/>
                  <a:pt x="5692" y="1906"/>
                </a:cubicBezTo>
                <a:cubicBezTo>
                  <a:pt x="6160" y="1906"/>
                  <a:pt x="6628" y="2081"/>
                  <a:pt x="7080" y="2232"/>
                </a:cubicBezTo>
                <a:cubicBezTo>
                  <a:pt x="7585" y="2401"/>
                  <a:pt x="8141" y="2535"/>
                  <a:pt x="8672" y="2535"/>
                </a:cubicBezTo>
                <a:cubicBezTo>
                  <a:pt x="9138" y="2535"/>
                  <a:pt x="9586" y="2431"/>
                  <a:pt x="9965" y="2156"/>
                </a:cubicBezTo>
                <a:cubicBezTo>
                  <a:pt x="10504" y="1765"/>
                  <a:pt x="10846" y="1060"/>
                  <a:pt x="11419" y="789"/>
                </a:cubicBezTo>
                <a:lnTo>
                  <a:pt x="11420" y="789"/>
                </a:lnTo>
                <a:cubicBezTo>
                  <a:pt x="11436" y="781"/>
                  <a:pt x="11452" y="774"/>
                  <a:pt x="11469" y="767"/>
                </a:cubicBezTo>
                <a:cubicBezTo>
                  <a:pt x="11544" y="736"/>
                  <a:pt x="11623" y="712"/>
                  <a:pt x="11706" y="696"/>
                </a:cubicBezTo>
                <a:cubicBezTo>
                  <a:pt x="11777" y="683"/>
                  <a:pt x="11848" y="678"/>
                  <a:pt x="11919" y="678"/>
                </a:cubicBezTo>
                <a:cubicBezTo>
                  <a:pt x="12271" y="678"/>
                  <a:pt x="12623" y="809"/>
                  <a:pt x="12978" y="824"/>
                </a:cubicBezTo>
                <a:cubicBezTo>
                  <a:pt x="12999" y="824"/>
                  <a:pt x="13020" y="825"/>
                  <a:pt x="13041" y="825"/>
                </a:cubicBezTo>
                <a:cubicBezTo>
                  <a:pt x="13511" y="825"/>
                  <a:pt x="13977" y="611"/>
                  <a:pt x="14281" y="253"/>
                </a:cubicBezTo>
                <a:cubicBezTo>
                  <a:pt x="14348" y="175"/>
                  <a:pt x="14407" y="90"/>
                  <a:pt x="14457"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flipH="1">
            <a:off x="6310157" y="3340499"/>
            <a:ext cx="3132243" cy="2074976"/>
          </a:xfrm>
          <a:custGeom>
            <a:rect b="b" l="l" r="r" t="t"/>
            <a:pathLst>
              <a:path extrusionOk="0" h="14261" w="26174">
                <a:moveTo>
                  <a:pt x="4863" y="0"/>
                </a:moveTo>
                <a:cubicBezTo>
                  <a:pt x="4600" y="0"/>
                  <a:pt x="4337" y="25"/>
                  <a:pt x="4079" y="86"/>
                </a:cubicBezTo>
                <a:cubicBezTo>
                  <a:pt x="3577" y="206"/>
                  <a:pt x="3127" y="469"/>
                  <a:pt x="2736" y="803"/>
                </a:cubicBezTo>
                <a:cubicBezTo>
                  <a:pt x="1930" y="1492"/>
                  <a:pt x="1836" y="3135"/>
                  <a:pt x="799" y="3280"/>
                </a:cubicBezTo>
                <a:cubicBezTo>
                  <a:pt x="128" y="3374"/>
                  <a:pt x="0" y="4462"/>
                  <a:pt x="66" y="4462"/>
                </a:cubicBezTo>
                <a:cubicBezTo>
                  <a:pt x="68" y="4462"/>
                  <a:pt x="70" y="4461"/>
                  <a:pt x="72" y="4459"/>
                </a:cubicBezTo>
                <a:lnTo>
                  <a:pt x="72" y="4459"/>
                </a:lnTo>
                <a:cubicBezTo>
                  <a:pt x="67" y="5698"/>
                  <a:pt x="63" y="6939"/>
                  <a:pt x="59" y="8179"/>
                </a:cubicBezTo>
                <a:cubicBezTo>
                  <a:pt x="56" y="8831"/>
                  <a:pt x="53" y="9483"/>
                  <a:pt x="51" y="10135"/>
                </a:cubicBezTo>
                <a:cubicBezTo>
                  <a:pt x="50" y="10457"/>
                  <a:pt x="49" y="10777"/>
                  <a:pt x="48" y="11099"/>
                </a:cubicBezTo>
                <a:cubicBezTo>
                  <a:pt x="47" y="11393"/>
                  <a:pt x="48" y="11687"/>
                  <a:pt x="100" y="11976"/>
                </a:cubicBezTo>
                <a:cubicBezTo>
                  <a:pt x="186" y="12456"/>
                  <a:pt x="458" y="12928"/>
                  <a:pt x="933" y="13108"/>
                </a:cubicBezTo>
                <a:cubicBezTo>
                  <a:pt x="1033" y="13146"/>
                  <a:pt x="1145" y="13169"/>
                  <a:pt x="1252" y="13169"/>
                </a:cubicBezTo>
                <a:cubicBezTo>
                  <a:pt x="1254" y="13169"/>
                  <a:pt x="1257" y="13169"/>
                  <a:pt x="1259" y="13169"/>
                </a:cubicBezTo>
                <a:cubicBezTo>
                  <a:pt x="1388" y="13167"/>
                  <a:pt x="1479" y="13054"/>
                  <a:pt x="1583" y="12989"/>
                </a:cubicBezTo>
                <a:cubicBezTo>
                  <a:pt x="1788" y="12861"/>
                  <a:pt x="2013" y="12777"/>
                  <a:pt x="2247" y="12724"/>
                </a:cubicBezTo>
                <a:cubicBezTo>
                  <a:pt x="2483" y="12671"/>
                  <a:pt x="2724" y="12651"/>
                  <a:pt x="2966" y="12651"/>
                </a:cubicBezTo>
                <a:cubicBezTo>
                  <a:pt x="3233" y="12651"/>
                  <a:pt x="3501" y="12676"/>
                  <a:pt x="3763" y="12707"/>
                </a:cubicBezTo>
                <a:cubicBezTo>
                  <a:pt x="4310" y="12772"/>
                  <a:pt x="4853" y="12875"/>
                  <a:pt x="5400" y="12938"/>
                </a:cubicBezTo>
                <a:cubicBezTo>
                  <a:pt x="6669" y="13085"/>
                  <a:pt x="7946" y="13111"/>
                  <a:pt x="9219" y="13205"/>
                </a:cubicBezTo>
                <a:cubicBezTo>
                  <a:pt x="9860" y="13253"/>
                  <a:pt x="10500" y="13317"/>
                  <a:pt x="11134" y="13424"/>
                </a:cubicBezTo>
                <a:cubicBezTo>
                  <a:pt x="11749" y="13526"/>
                  <a:pt x="12358" y="13663"/>
                  <a:pt x="12967" y="13796"/>
                </a:cubicBezTo>
                <a:cubicBezTo>
                  <a:pt x="14136" y="14051"/>
                  <a:pt x="15300" y="14261"/>
                  <a:pt x="16498" y="14261"/>
                </a:cubicBezTo>
                <a:cubicBezTo>
                  <a:pt x="16552" y="14261"/>
                  <a:pt x="16606" y="14260"/>
                  <a:pt x="16660" y="14259"/>
                </a:cubicBezTo>
                <a:cubicBezTo>
                  <a:pt x="17953" y="14238"/>
                  <a:pt x="19236" y="14050"/>
                  <a:pt x="20525" y="13980"/>
                </a:cubicBezTo>
                <a:cubicBezTo>
                  <a:pt x="21615" y="13919"/>
                  <a:pt x="22718" y="13973"/>
                  <a:pt x="23796" y="13769"/>
                </a:cubicBezTo>
                <a:cubicBezTo>
                  <a:pt x="24313" y="13670"/>
                  <a:pt x="24820" y="13506"/>
                  <a:pt x="25277" y="13242"/>
                </a:cubicBezTo>
                <a:cubicBezTo>
                  <a:pt x="25711" y="12992"/>
                  <a:pt x="26148" y="12628"/>
                  <a:pt x="26165" y="12087"/>
                </a:cubicBezTo>
                <a:cubicBezTo>
                  <a:pt x="26174" y="11806"/>
                  <a:pt x="26071" y="11536"/>
                  <a:pt x="25960" y="11284"/>
                </a:cubicBezTo>
                <a:cubicBezTo>
                  <a:pt x="25831" y="10995"/>
                  <a:pt x="25692" y="10711"/>
                  <a:pt x="25556" y="10424"/>
                </a:cubicBezTo>
                <a:cubicBezTo>
                  <a:pt x="25280" y="9836"/>
                  <a:pt x="25017" y="9241"/>
                  <a:pt x="24726" y="8660"/>
                </a:cubicBezTo>
                <a:cubicBezTo>
                  <a:pt x="24617" y="8443"/>
                  <a:pt x="24475" y="8244"/>
                  <a:pt x="24244" y="8148"/>
                </a:cubicBezTo>
                <a:cubicBezTo>
                  <a:pt x="23992" y="8043"/>
                  <a:pt x="23700" y="8056"/>
                  <a:pt x="23431" y="8053"/>
                </a:cubicBezTo>
                <a:cubicBezTo>
                  <a:pt x="23345" y="8052"/>
                  <a:pt x="23259" y="8052"/>
                  <a:pt x="23173" y="8052"/>
                </a:cubicBezTo>
                <a:cubicBezTo>
                  <a:pt x="22618" y="8052"/>
                  <a:pt x="22062" y="8075"/>
                  <a:pt x="21508" y="8122"/>
                </a:cubicBezTo>
                <a:cubicBezTo>
                  <a:pt x="20999" y="8165"/>
                  <a:pt x="20489" y="8243"/>
                  <a:pt x="19978" y="8243"/>
                </a:cubicBezTo>
                <a:cubicBezTo>
                  <a:pt x="19867" y="8243"/>
                  <a:pt x="19756" y="8239"/>
                  <a:pt x="19645" y="8231"/>
                </a:cubicBezTo>
                <a:cubicBezTo>
                  <a:pt x="19110" y="8189"/>
                  <a:pt x="18609" y="8002"/>
                  <a:pt x="18163" y="7708"/>
                </a:cubicBezTo>
                <a:cubicBezTo>
                  <a:pt x="17269" y="7121"/>
                  <a:pt x="16691" y="6224"/>
                  <a:pt x="16067" y="5381"/>
                </a:cubicBezTo>
                <a:cubicBezTo>
                  <a:pt x="15751" y="4955"/>
                  <a:pt x="15397" y="4546"/>
                  <a:pt x="14929" y="4285"/>
                </a:cubicBezTo>
                <a:cubicBezTo>
                  <a:pt x="14463" y="4025"/>
                  <a:pt x="13935" y="3920"/>
                  <a:pt x="13408" y="3879"/>
                </a:cubicBezTo>
                <a:cubicBezTo>
                  <a:pt x="13154" y="3860"/>
                  <a:pt x="12899" y="3855"/>
                  <a:pt x="12643" y="3855"/>
                </a:cubicBezTo>
                <a:cubicBezTo>
                  <a:pt x="12450" y="3855"/>
                  <a:pt x="12257" y="3858"/>
                  <a:pt x="12064" y="3858"/>
                </a:cubicBezTo>
                <a:cubicBezTo>
                  <a:pt x="11487" y="3858"/>
                  <a:pt x="10912" y="3836"/>
                  <a:pt x="10354" y="3664"/>
                </a:cubicBezTo>
                <a:cubicBezTo>
                  <a:pt x="9893" y="3522"/>
                  <a:pt x="9465" y="3265"/>
                  <a:pt x="9185" y="2863"/>
                </a:cubicBezTo>
                <a:cubicBezTo>
                  <a:pt x="8887" y="2436"/>
                  <a:pt x="8747" y="1924"/>
                  <a:pt x="8473" y="1483"/>
                </a:cubicBezTo>
                <a:cubicBezTo>
                  <a:pt x="7915" y="585"/>
                  <a:pt x="6844" y="273"/>
                  <a:pt x="5861" y="99"/>
                </a:cubicBezTo>
                <a:cubicBezTo>
                  <a:pt x="5533" y="41"/>
                  <a:pt x="5197" y="0"/>
                  <a:pt x="486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flipH="1">
            <a:off x="-305030" y="3501099"/>
            <a:ext cx="3502005" cy="1817658"/>
          </a:xfrm>
          <a:custGeom>
            <a:rect b="b" l="l" r="r" t="t"/>
            <a:pathLst>
              <a:path extrusionOk="0" h="13045" w="13007">
                <a:moveTo>
                  <a:pt x="11086" y="1"/>
                </a:moveTo>
                <a:cubicBezTo>
                  <a:pt x="10136" y="1"/>
                  <a:pt x="9220" y="578"/>
                  <a:pt x="8514" y="1160"/>
                </a:cubicBezTo>
                <a:cubicBezTo>
                  <a:pt x="7734" y="1801"/>
                  <a:pt x="7147" y="2603"/>
                  <a:pt x="6690" y="3499"/>
                </a:cubicBezTo>
                <a:cubicBezTo>
                  <a:pt x="6269" y="4325"/>
                  <a:pt x="5846" y="5241"/>
                  <a:pt x="4914" y="5581"/>
                </a:cubicBezTo>
                <a:cubicBezTo>
                  <a:pt x="3974" y="5923"/>
                  <a:pt x="2923" y="5759"/>
                  <a:pt x="2005" y="6187"/>
                </a:cubicBezTo>
                <a:cubicBezTo>
                  <a:pt x="1188" y="6570"/>
                  <a:pt x="602" y="7349"/>
                  <a:pt x="329" y="8196"/>
                </a:cubicBezTo>
                <a:cubicBezTo>
                  <a:pt x="1" y="9208"/>
                  <a:pt x="140" y="10320"/>
                  <a:pt x="509" y="11301"/>
                </a:cubicBezTo>
                <a:cubicBezTo>
                  <a:pt x="597" y="11534"/>
                  <a:pt x="989" y="11993"/>
                  <a:pt x="1051" y="11993"/>
                </a:cubicBezTo>
                <a:cubicBezTo>
                  <a:pt x="1057" y="11993"/>
                  <a:pt x="1060" y="11988"/>
                  <a:pt x="1059" y="11977"/>
                </a:cubicBezTo>
                <a:lnTo>
                  <a:pt x="1059" y="11977"/>
                </a:lnTo>
                <a:cubicBezTo>
                  <a:pt x="1717" y="12454"/>
                  <a:pt x="2513" y="12576"/>
                  <a:pt x="3318" y="12576"/>
                </a:cubicBezTo>
                <a:cubicBezTo>
                  <a:pt x="3796" y="12576"/>
                  <a:pt x="4277" y="12533"/>
                  <a:pt x="4735" y="12495"/>
                </a:cubicBezTo>
                <a:cubicBezTo>
                  <a:pt x="5450" y="12436"/>
                  <a:pt x="6168" y="12406"/>
                  <a:pt x="6885" y="12406"/>
                </a:cubicBezTo>
                <a:cubicBezTo>
                  <a:pt x="7827" y="12406"/>
                  <a:pt x="8769" y="12458"/>
                  <a:pt x="9706" y="12564"/>
                </a:cubicBezTo>
                <a:cubicBezTo>
                  <a:pt x="10641" y="12670"/>
                  <a:pt x="11568" y="12831"/>
                  <a:pt x="12485" y="13041"/>
                </a:cubicBezTo>
                <a:cubicBezTo>
                  <a:pt x="12495" y="13043"/>
                  <a:pt x="12505" y="13045"/>
                  <a:pt x="12515" y="13045"/>
                </a:cubicBezTo>
                <a:cubicBezTo>
                  <a:pt x="12578" y="13045"/>
                  <a:pt x="12630" y="12997"/>
                  <a:pt x="12632" y="12929"/>
                </a:cubicBezTo>
                <a:lnTo>
                  <a:pt x="12879" y="5509"/>
                </a:lnTo>
                <a:cubicBezTo>
                  <a:pt x="12900" y="4891"/>
                  <a:pt x="12920" y="4272"/>
                  <a:pt x="12940" y="3654"/>
                </a:cubicBezTo>
                <a:cubicBezTo>
                  <a:pt x="12960" y="3073"/>
                  <a:pt x="13006" y="2485"/>
                  <a:pt x="12985" y="1903"/>
                </a:cubicBezTo>
                <a:cubicBezTo>
                  <a:pt x="12967" y="1412"/>
                  <a:pt x="12856" y="914"/>
                  <a:pt x="12502" y="551"/>
                </a:cubicBezTo>
                <a:cubicBezTo>
                  <a:pt x="12188" y="228"/>
                  <a:pt x="11746" y="54"/>
                  <a:pt x="11303" y="11"/>
                </a:cubicBezTo>
                <a:cubicBezTo>
                  <a:pt x="11230" y="4"/>
                  <a:pt x="11158" y="1"/>
                  <a:pt x="11086"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flipH="1">
            <a:off x="-172967" y="-346475"/>
            <a:ext cx="3877467" cy="2004202"/>
          </a:xfrm>
          <a:custGeom>
            <a:rect b="b" l="l" r="r" t="t"/>
            <a:pathLst>
              <a:path extrusionOk="0" h="8613" w="24377">
                <a:moveTo>
                  <a:pt x="22626" y="1"/>
                </a:moveTo>
                <a:cubicBezTo>
                  <a:pt x="22431" y="1"/>
                  <a:pt x="22241" y="55"/>
                  <a:pt x="22058" y="101"/>
                </a:cubicBezTo>
                <a:cubicBezTo>
                  <a:pt x="21511" y="238"/>
                  <a:pt x="20953" y="349"/>
                  <a:pt x="20391" y="439"/>
                </a:cubicBezTo>
                <a:cubicBezTo>
                  <a:pt x="18472" y="743"/>
                  <a:pt x="16508" y="793"/>
                  <a:pt x="14552" y="793"/>
                </a:cubicBezTo>
                <a:cubicBezTo>
                  <a:pt x="14183" y="793"/>
                  <a:pt x="13813" y="791"/>
                  <a:pt x="13445" y="789"/>
                </a:cubicBezTo>
                <a:cubicBezTo>
                  <a:pt x="11020" y="775"/>
                  <a:pt x="8592" y="763"/>
                  <a:pt x="6170" y="648"/>
                </a:cubicBezTo>
                <a:cubicBezTo>
                  <a:pt x="4959" y="590"/>
                  <a:pt x="3748" y="506"/>
                  <a:pt x="2545" y="383"/>
                </a:cubicBezTo>
                <a:cubicBezTo>
                  <a:pt x="2238" y="351"/>
                  <a:pt x="1932" y="316"/>
                  <a:pt x="1627" y="279"/>
                </a:cubicBezTo>
                <a:cubicBezTo>
                  <a:pt x="1398" y="252"/>
                  <a:pt x="1163" y="215"/>
                  <a:pt x="930" y="215"/>
                </a:cubicBezTo>
                <a:cubicBezTo>
                  <a:pt x="895" y="215"/>
                  <a:pt x="861" y="215"/>
                  <a:pt x="827" y="217"/>
                </a:cubicBezTo>
                <a:cubicBezTo>
                  <a:pt x="405" y="240"/>
                  <a:pt x="13" y="441"/>
                  <a:pt x="5" y="792"/>
                </a:cubicBezTo>
                <a:cubicBezTo>
                  <a:pt x="1" y="936"/>
                  <a:pt x="84" y="1057"/>
                  <a:pt x="235" y="1138"/>
                </a:cubicBezTo>
                <a:cubicBezTo>
                  <a:pt x="259" y="1152"/>
                  <a:pt x="283" y="1157"/>
                  <a:pt x="305" y="1157"/>
                </a:cubicBezTo>
                <a:cubicBezTo>
                  <a:pt x="307" y="1157"/>
                  <a:pt x="309" y="1157"/>
                  <a:pt x="311" y="1157"/>
                </a:cubicBezTo>
                <a:lnTo>
                  <a:pt x="311" y="1157"/>
                </a:lnTo>
                <a:cubicBezTo>
                  <a:pt x="180" y="1807"/>
                  <a:pt x="426" y="2480"/>
                  <a:pt x="944" y="3003"/>
                </a:cubicBezTo>
                <a:cubicBezTo>
                  <a:pt x="1219" y="3281"/>
                  <a:pt x="1569" y="3518"/>
                  <a:pt x="1974" y="3679"/>
                </a:cubicBezTo>
                <a:cubicBezTo>
                  <a:pt x="2424" y="3858"/>
                  <a:pt x="2928" y="3933"/>
                  <a:pt x="3430" y="3957"/>
                </a:cubicBezTo>
                <a:cubicBezTo>
                  <a:pt x="3565" y="3964"/>
                  <a:pt x="3702" y="3967"/>
                  <a:pt x="3838" y="3967"/>
                </a:cubicBezTo>
                <a:cubicBezTo>
                  <a:pt x="4389" y="3967"/>
                  <a:pt x="4946" y="3924"/>
                  <a:pt x="5497" y="3924"/>
                </a:cubicBezTo>
                <a:cubicBezTo>
                  <a:pt x="5880" y="3924"/>
                  <a:pt x="6260" y="3944"/>
                  <a:pt x="6634" y="4014"/>
                </a:cubicBezTo>
                <a:cubicBezTo>
                  <a:pt x="7452" y="4167"/>
                  <a:pt x="8044" y="4590"/>
                  <a:pt x="8476" y="5128"/>
                </a:cubicBezTo>
                <a:cubicBezTo>
                  <a:pt x="8889" y="5644"/>
                  <a:pt x="9168" y="6215"/>
                  <a:pt x="9504" y="6761"/>
                </a:cubicBezTo>
                <a:cubicBezTo>
                  <a:pt x="9818" y="7272"/>
                  <a:pt x="10194" y="7795"/>
                  <a:pt x="10779" y="8153"/>
                </a:cubicBezTo>
                <a:cubicBezTo>
                  <a:pt x="11306" y="8477"/>
                  <a:pt x="11931" y="8612"/>
                  <a:pt x="12573" y="8612"/>
                </a:cubicBezTo>
                <a:cubicBezTo>
                  <a:pt x="12917" y="8612"/>
                  <a:pt x="13266" y="8573"/>
                  <a:pt x="13607" y="8503"/>
                </a:cubicBezTo>
                <a:cubicBezTo>
                  <a:pt x="14755" y="8264"/>
                  <a:pt x="15723" y="7708"/>
                  <a:pt x="16790" y="7327"/>
                </a:cubicBezTo>
                <a:cubicBezTo>
                  <a:pt x="17672" y="7012"/>
                  <a:pt x="18645" y="6819"/>
                  <a:pt x="19621" y="6819"/>
                </a:cubicBezTo>
                <a:cubicBezTo>
                  <a:pt x="19841" y="6819"/>
                  <a:pt x="20062" y="6829"/>
                  <a:pt x="20281" y="6849"/>
                </a:cubicBezTo>
                <a:cubicBezTo>
                  <a:pt x="21290" y="6943"/>
                  <a:pt x="22275" y="7285"/>
                  <a:pt x="22992" y="7844"/>
                </a:cubicBezTo>
                <a:cubicBezTo>
                  <a:pt x="23170" y="7982"/>
                  <a:pt x="23328" y="8133"/>
                  <a:pt x="23467" y="8296"/>
                </a:cubicBezTo>
                <a:cubicBezTo>
                  <a:pt x="23495" y="8329"/>
                  <a:pt x="23541" y="8346"/>
                  <a:pt x="23587" y="8346"/>
                </a:cubicBezTo>
                <a:cubicBezTo>
                  <a:pt x="23643" y="8346"/>
                  <a:pt x="23698" y="8320"/>
                  <a:pt x="23718" y="8271"/>
                </a:cubicBezTo>
                <a:cubicBezTo>
                  <a:pt x="24376" y="6550"/>
                  <a:pt x="24252" y="4734"/>
                  <a:pt x="23880" y="2982"/>
                </a:cubicBezTo>
                <a:cubicBezTo>
                  <a:pt x="23786" y="2536"/>
                  <a:pt x="23676" y="2093"/>
                  <a:pt x="23557" y="1650"/>
                </a:cubicBezTo>
                <a:cubicBezTo>
                  <a:pt x="23441" y="1217"/>
                  <a:pt x="23343" y="773"/>
                  <a:pt x="23189" y="348"/>
                </a:cubicBezTo>
                <a:cubicBezTo>
                  <a:pt x="23127" y="176"/>
                  <a:pt x="22987" y="38"/>
                  <a:pt x="22748" y="8"/>
                </a:cubicBezTo>
                <a:cubicBezTo>
                  <a:pt x="22707" y="3"/>
                  <a:pt x="22666" y="1"/>
                  <a:pt x="22626"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 name="Google Shape;1411;p54"/>
          <p:cNvGrpSpPr/>
          <p:nvPr/>
        </p:nvGrpSpPr>
        <p:grpSpPr>
          <a:xfrm rot="899994">
            <a:off x="1016472" y="201882"/>
            <a:ext cx="454166" cy="411416"/>
            <a:chOff x="1640475" y="1197075"/>
            <a:chExt cx="55475" cy="50250"/>
          </a:xfrm>
        </p:grpSpPr>
        <p:sp>
          <p:nvSpPr>
            <p:cNvPr id="1412" name="Google Shape;1412;p5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54"/>
          <p:cNvGrpSpPr/>
          <p:nvPr/>
        </p:nvGrpSpPr>
        <p:grpSpPr>
          <a:xfrm rot="-765977">
            <a:off x="8251989" y="1521724"/>
            <a:ext cx="279616" cy="253294"/>
            <a:chOff x="1640475" y="1197075"/>
            <a:chExt cx="55475" cy="50250"/>
          </a:xfrm>
        </p:grpSpPr>
        <p:sp>
          <p:nvSpPr>
            <p:cNvPr id="1416" name="Google Shape;1416;p5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54"/>
          <p:cNvSpPr/>
          <p:nvPr/>
        </p:nvSpPr>
        <p:spPr>
          <a:xfrm flipH="1" rot="-1686808">
            <a:off x="3194336" y="4571863"/>
            <a:ext cx="695049" cy="16282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flipH="1" rot="117">
            <a:off x="7874199" y="150134"/>
            <a:ext cx="545177" cy="127718"/>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 name="Google Shape;1421;p54"/>
          <p:cNvGrpSpPr/>
          <p:nvPr/>
        </p:nvGrpSpPr>
        <p:grpSpPr>
          <a:xfrm rot="-4475517">
            <a:off x="7432742" y="4442182"/>
            <a:ext cx="197770" cy="213810"/>
            <a:chOff x="1640475" y="1197075"/>
            <a:chExt cx="55475" cy="50250"/>
          </a:xfrm>
        </p:grpSpPr>
        <p:sp>
          <p:nvSpPr>
            <p:cNvPr id="1422" name="Google Shape;1422;p5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 name="Google Shape;1425;p54"/>
          <p:cNvSpPr/>
          <p:nvPr/>
        </p:nvSpPr>
        <p:spPr>
          <a:xfrm>
            <a:off x="891612" y="4121988"/>
            <a:ext cx="1167574" cy="854200"/>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rot="368157">
            <a:off x="8269118" y="4245138"/>
            <a:ext cx="520982" cy="816289"/>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 name="Google Shape;1427;p54"/>
          <p:cNvGrpSpPr/>
          <p:nvPr/>
        </p:nvGrpSpPr>
        <p:grpSpPr>
          <a:xfrm rot="-765935">
            <a:off x="274629" y="3048883"/>
            <a:ext cx="221762" cy="200885"/>
            <a:chOff x="1640475" y="1197075"/>
            <a:chExt cx="55475" cy="50250"/>
          </a:xfrm>
        </p:grpSpPr>
        <p:sp>
          <p:nvSpPr>
            <p:cNvPr id="1428" name="Google Shape;1428;p5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4_1">
    <p:spTree>
      <p:nvGrpSpPr>
        <p:cNvPr id="1431" name="Shape 1431"/>
        <p:cNvGrpSpPr/>
        <p:nvPr/>
      </p:nvGrpSpPr>
      <p:grpSpPr>
        <a:xfrm>
          <a:off x="0" y="0"/>
          <a:ext cx="0" cy="0"/>
          <a:chOff x="0" y="0"/>
          <a:chExt cx="0" cy="0"/>
        </a:xfrm>
      </p:grpSpPr>
      <p:sp>
        <p:nvSpPr>
          <p:cNvPr id="1432" name="Google Shape;1432;p55"/>
          <p:cNvSpPr/>
          <p:nvPr/>
        </p:nvSpPr>
        <p:spPr>
          <a:xfrm>
            <a:off x="-128824" y="4059063"/>
            <a:ext cx="3566130" cy="1156248"/>
          </a:xfrm>
          <a:custGeom>
            <a:rect b="b" l="l" r="r" t="t"/>
            <a:pathLst>
              <a:path extrusionOk="0" h="7088" w="21861">
                <a:moveTo>
                  <a:pt x="1470" y="1"/>
                </a:moveTo>
                <a:cubicBezTo>
                  <a:pt x="969" y="1"/>
                  <a:pt x="465" y="73"/>
                  <a:pt x="0" y="211"/>
                </a:cubicBezTo>
                <a:lnTo>
                  <a:pt x="0" y="7087"/>
                </a:lnTo>
                <a:lnTo>
                  <a:pt x="21860" y="7087"/>
                </a:lnTo>
                <a:cubicBezTo>
                  <a:pt x="21784" y="6987"/>
                  <a:pt x="21696" y="6892"/>
                  <a:pt x="21596" y="6806"/>
                </a:cubicBezTo>
                <a:cubicBezTo>
                  <a:pt x="21135" y="6406"/>
                  <a:pt x="20429" y="6167"/>
                  <a:pt x="19720" y="6167"/>
                </a:cubicBezTo>
                <a:cubicBezTo>
                  <a:pt x="19688" y="6167"/>
                  <a:pt x="19657" y="6168"/>
                  <a:pt x="19626" y="6169"/>
                </a:cubicBezTo>
                <a:cubicBezTo>
                  <a:pt x="19086" y="6184"/>
                  <a:pt x="18553" y="6331"/>
                  <a:pt x="18022" y="6331"/>
                </a:cubicBezTo>
                <a:cubicBezTo>
                  <a:pt x="17915" y="6331"/>
                  <a:pt x="17808" y="6325"/>
                  <a:pt x="17701" y="6311"/>
                </a:cubicBezTo>
                <a:cubicBezTo>
                  <a:pt x="17575" y="6294"/>
                  <a:pt x="17455" y="6267"/>
                  <a:pt x="17341" y="6232"/>
                </a:cubicBezTo>
                <a:cubicBezTo>
                  <a:pt x="17316" y="6223"/>
                  <a:pt x="17292" y="6216"/>
                  <a:pt x="17268" y="6207"/>
                </a:cubicBezTo>
                <a:cubicBezTo>
                  <a:pt x="16400" y="5904"/>
                  <a:pt x="15883" y="5118"/>
                  <a:pt x="15068" y="4680"/>
                </a:cubicBezTo>
                <a:cubicBezTo>
                  <a:pt x="14496" y="4373"/>
                  <a:pt x="13820" y="4258"/>
                  <a:pt x="13115" y="4258"/>
                </a:cubicBezTo>
                <a:cubicBezTo>
                  <a:pt x="12312" y="4258"/>
                  <a:pt x="11471" y="4408"/>
                  <a:pt x="10706" y="4596"/>
                </a:cubicBezTo>
                <a:cubicBezTo>
                  <a:pt x="10023" y="4765"/>
                  <a:pt x="9316" y="4959"/>
                  <a:pt x="8608" y="4959"/>
                </a:cubicBezTo>
                <a:cubicBezTo>
                  <a:pt x="8441" y="4959"/>
                  <a:pt x="8274" y="4948"/>
                  <a:pt x="8107" y="4924"/>
                </a:cubicBezTo>
                <a:cubicBezTo>
                  <a:pt x="6811" y="4733"/>
                  <a:pt x="5999" y="3788"/>
                  <a:pt x="5474" y="2893"/>
                </a:cubicBezTo>
                <a:cubicBezTo>
                  <a:pt x="4948" y="1997"/>
                  <a:pt x="4493" y="1003"/>
                  <a:pt x="3416" y="436"/>
                </a:cubicBezTo>
                <a:cubicBezTo>
                  <a:pt x="2851" y="140"/>
                  <a:pt x="2164" y="1"/>
                  <a:pt x="1470" y="1"/>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7070064" y="-128785"/>
            <a:ext cx="2145942" cy="1053151"/>
          </a:xfrm>
          <a:custGeom>
            <a:rect b="b" l="l" r="r" t="t"/>
            <a:pathLst>
              <a:path extrusionOk="0" h="6456" w="13155">
                <a:moveTo>
                  <a:pt x="11275" y="1"/>
                </a:moveTo>
                <a:lnTo>
                  <a:pt x="11275" y="4"/>
                </a:lnTo>
                <a:lnTo>
                  <a:pt x="209" y="2"/>
                </a:lnTo>
                <a:cubicBezTo>
                  <a:pt x="185" y="57"/>
                  <a:pt x="164" y="111"/>
                  <a:pt x="145" y="167"/>
                </a:cubicBezTo>
                <a:cubicBezTo>
                  <a:pt x="138" y="184"/>
                  <a:pt x="132" y="203"/>
                  <a:pt x="127" y="221"/>
                </a:cubicBezTo>
                <a:cubicBezTo>
                  <a:pt x="59" y="429"/>
                  <a:pt x="18" y="643"/>
                  <a:pt x="6" y="860"/>
                </a:cubicBezTo>
                <a:cubicBezTo>
                  <a:pt x="0" y="984"/>
                  <a:pt x="3" y="1110"/>
                  <a:pt x="14" y="1233"/>
                </a:cubicBezTo>
                <a:cubicBezTo>
                  <a:pt x="16" y="1251"/>
                  <a:pt x="18" y="1270"/>
                  <a:pt x="20" y="1288"/>
                </a:cubicBezTo>
                <a:cubicBezTo>
                  <a:pt x="60" y="1638"/>
                  <a:pt x="172" y="1982"/>
                  <a:pt x="341" y="2300"/>
                </a:cubicBezTo>
                <a:cubicBezTo>
                  <a:pt x="351" y="2319"/>
                  <a:pt x="361" y="2337"/>
                  <a:pt x="371" y="2355"/>
                </a:cubicBezTo>
                <a:cubicBezTo>
                  <a:pt x="531" y="2642"/>
                  <a:pt x="740" y="2905"/>
                  <a:pt x="987" y="3134"/>
                </a:cubicBezTo>
                <a:cubicBezTo>
                  <a:pt x="1075" y="3217"/>
                  <a:pt x="1169" y="3295"/>
                  <a:pt x="1269" y="3368"/>
                </a:cubicBezTo>
                <a:cubicBezTo>
                  <a:pt x="1295" y="3387"/>
                  <a:pt x="1320" y="3405"/>
                  <a:pt x="1345" y="3422"/>
                </a:cubicBezTo>
                <a:cubicBezTo>
                  <a:pt x="1608" y="3604"/>
                  <a:pt x="1902" y="3745"/>
                  <a:pt x="2218" y="3827"/>
                </a:cubicBezTo>
                <a:cubicBezTo>
                  <a:pt x="2441" y="3883"/>
                  <a:pt x="2668" y="3908"/>
                  <a:pt x="2896" y="3908"/>
                </a:cubicBezTo>
                <a:cubicBezTo>
                  <a:pt x="3496" y="3908"/>
                  <a:pt x="4103" y="3734"/>
                  <a:pt x="4654" y="3501"/>
                </a:cubicBezTo>
                <a:cubicBezTo>
                  <a:pt x="4713" y="3476"/>
                  <a:pt x="4773" y="3450"/>
                  <a:pt x="4833" y="3424"/>
                </a:cubicBezTo>
                <a:cubicBezTo>
                  <a:pt x="4873" y="3406"/>
                  <a:pt x="4915" y="3387"/>
                  <a:pt x="4955" y="3369"/>
                </a:cubicBezTo>
                <a:cubicBezTo>
                  <a:pt x="5539" y="3105"/>
                  <a:pt x="6130" y="2820"/>
                  <a:pt x="6764" y="2820"/>
                </a:cubicBezTo>
                <a:cubicBezTo>
                  <a:pt x="6811" y="2820"/>
                  <a:pt x="6859" y="2822"/>
                  <a:pt x="6907" y="2825"/>
                </a:cubicBezTo>
                <a:cubicBezTo>
                  <a:pt x="7405" y="2860"/>
                  <a:pt x="7836" y="3071"/>
                  <a:pt x="8213" y="3369"/>
                </a:cubicBezTo>
                <a:cubicBezTo>
                  <a:pt x="8237" y="3387"/>
                  <a:pt x="8259" y="3405"/>
                  <a:pt x="8281" y="3424"/>
                </a:cubicBezTo>
                <a:cubicBezTo>
                  <a:pt x="8634" y="3715"/>
                  <a:pt x="8939" y="4078"/>
                  <a:pt x="9207" y="4436"/>
                </a:cubicBezTo>
                <a:cubicBezTo>
                  <a:pt x="9219" y="4454"/>
                  <a:pt x="9233" y="4472"/>
                  <a:pt x="9246" y="4490"/>
                </a:cubicBezTo>
                <a:cubicBezTo>
                  <a:pt x="9246" y="4490"/>
                  <a:pt x="9247" y="4490"/>
                  <a:pt x="9247" y="4491"/>
                </a:cubicBezTo>
                <a:cubicBezTo>
                  <a:pt x="9498" y="4831"/>
                  <a:pt x="9757" y="5189"/>
                  <a:pt x="10053" y="5504"/>
                </a:cubicBezTo>
                <a:cubicBezTo>
                  <a:pt x="10070" y="5523"/>
                  <a:pt x="10087" y="5541"/>
                  <a:pt x="10104" y="5559"/>
                </a:cubicBezTo>
                <a:cubicBezTo>
                  <a:pt x="10436" y="5901"/>
                  <a:pt x="10812" y="6189"/>
                  <a:pt x="11272" y="6342"/>
                </a:cubicBezTo>
                <a:cubicBezTo>
                  <a:pt x="11292" y="6348"/>
                  <a:pt x="11311" y="6355"/>
                  <a:pt x="11333" y="6361"/>
                </a:cubicBezTo>
                <a:cubicBezTo>
                  <a:pt x="11361" y="6370"/>
                  <a:pt x="11391" y="6378"/>
                  <a:pt x="11420" y="6386"/>
                </a:cubicBezTo>
                <a:cubicBezTo>
                  <a:pt x="11605" y="6434"/>
                  <a:pt x="11791" y="6456"/>
                  <a:pt x="11976" y="6456"/>
                </a:cubicBezTo>
                <a:cubicBezTo>
                  <a:pt x="12384" y="6456"/>
                  <a:pt x="12786" y="6349"/>
                  <a:pt x="13154" y="6177"/>
                </a:cubicBezTo>
                <a:lnTo>
                  <a:pt x="13154" y="5505"/>
                </a:lnTo>
                <a:lnTo>
                  <a:pt x="13154" y="4492"/>
                </a:lnTo>
                <a:lnTo>
                  <a:pt x="13154" y="3371"/>
                </a:lnTo>
                <a:lnTo>
                  <a:pt x="13155" y="2358"/>
                </a:lnTo>
                <a:lnTo>
                  <a:pt x="13155" y="1236"/>
                </a:lnTo>
                <a:lnTo>
                  <a:pt x="13155" y="221"/>
                </a:lnTo>
                <a:lnTo>
                  <a:pt x="13155" y="5"/>
                </a:lnTo>
                <a:lnTo>
                  <a:pt x="11334" y="4"/>
                </a:lnTo>
                <a:lnTo>
                  <a:pt x="11334" y="1"/>
                </a:ln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445550" y="-291750"/>
            <a:ext cx="4706555" cy="1587067"/>
          </a:xfrm>
          <a:custGeom>
            <a:rect b="b" l="l" r="r" t="t"/>
            <a:pathLst>
              <a:path extrusionOk="0" h="9729" w="28852">
                <a:moveTo>
                  <a:pt x="27909" y="1"/>
                </a:moveTo>
                <a:cubicBezTo>
                  <a:pt x="27641" y="1"/>
                  <a:pt x="27359" y="65"/>
                  <a:pt x="27138" y="117"/>
                </a:cubicBezTo>
                <a:cubicBezTo>
                  <a:pt x="26393" y="292"/>
                  <a:pt x="25642" y="438"/>
                  <a:pt x="24886" y="556"/>
                </a:cubicBezTo>
                <a:cubicBezTo>
                  <a:pt x="23384" y="791"/>
                  <a:pt x="21867" y="918"/>
                  <a:pt x="20347" y="969"/>
                </a:cubicBezTo>
                <a:cubicBezTo>
                  <a:pt x="19779" y="988"/>
                  <a:pt x="19211" y="997"/>
                  <a:pt x="18643" y="997"/>
                </a:cubicBezTo>
                <a:cubicBezTo>
                  <a:pt x="16156" y="997"/>
                  <a:pt x="13669" y="829"/>
                  <a:pt x="11190" y="628"/>
                </a:cubicBezTo>
                <a:cubicBezTo>
                  <a:pt x="9660" y="504"/>
                  <a:pt x="8132" y="368"/>
                  <a:pt x="6601" y="249"/>
                </a:cubicBezTo>
                <a:cubicBezTo>
                  <a:pt x="5839" y="189"/>
                  <a:pt x="5076" y="132"/>
                  <a:pt x="4312" y="87"/>
                </a:cubicBezTo>
                <a:cubicBezTo>
                  <a:pt x="4099" y="75"/>
                  <a:pt x="3881" y="64"/>
                  <a:pt x="3664" y="64"/>
                </a:cubicBezTo>
                <a:cubicBezTo>
                  <a:pt x="3221" y="64"/>
                  <a:pt x="2777" y="107"/>
                  <a:pt x="2362" y="261"/>
                </a:cubicBezTo>
                <a:cubicBezTo>
                  <a:pt x="1198" y="695"/>
                  <a:pt x="625" y="1959"/>
                  <a:pt x="327" y="3085"/>
                </a:cubicBezTo>
                <a:cubicBezTo>
                  <a:pt x="51" y="4125"/>
                  <a:pt x="0" y="5240"/>
                  <a:pt x="241" y="6293"/>
                </a:cubicBezTo>
                <a:cubicBezTo>
                  <a:pt x="475" y="7320"/>
                  <a:pt x="1013" y="8271"/>
                  <a:pt x="1861" y="8911"/>
                </a:cubicBezTo>
                <a:cubicBezTo>
                  <a:pt x="2297" y="9241"/>
                  <a:pt x="2827" y="9490"/>
                  <a:pt x="3378" y="9490"/>
                </a:cubicBezTo>
                <a:cubicBezTo>
                  <a:pt x="3472" y="9490"/>
                  <a:pt x="3567" y="9482"/>
                  <a:pt x="3662" y="9467"/>
                </a:cubicBezTo>
                <a:cubicBezTo>
                  <a:pt x="4312" y="9361"/>
                  <a:pt x="4799" y="8877"/>
                  <a:pt x="5302" y="8495"/>
                </a:cubicBezTo>
                <a:cubicBezTo>
                  <a:pt x="5837" y="8088"/>
                  <a:pt x="6442" y="7738"/>
                  <a:pt x="7106" y="7594"/>
                </a:cubicBezTo>
                <a:cubicBezTo>
                  <a:pt x="7279" y="7557"/>
                  <a:pt x="7450" y="7538"/>
                  <a:pt x="7618" y="7538"/>
                </a:cubicBezTo>
                <a:cubicBezTo>
                  <a:pt x="8095" y="7538"/>
                  <a:pt x="8551" y="7686"/>
                  <a:pt x="8965" y="7966"/>
                </a:cubicBezTo>
                <a:cubicBezTo>
                  <a:pt x="9884" y="8588"/>
                  <a:pt x="10692" y="9729"/>
                  <a:pt x="11891" y="9729"/>
                </a:cubicBezTo>
                <a:cubicBezTo>
                  <a:pt x="11980" y="9729"/>
                  <a:pt x="12071" y="9723"/>
                  <a:pt x="12164" y="9709"/>
                </a:cubicBezTo>
                <a:cubicBezTo>
                  <a:pt x="13260" y="9554"/>
                  <a:pt x="13511" y="8401"/>
                  <a:pt x="13804" y="7521"/>
                </a:cubicBezTo>
                <a:cubicBezTo>
                  <a:pt x="13945" y="7099"/>
                  <a:pt x="14127" y="6643"/>
                  <a:pt x="14504" y="6377"/>
                </a:cubicBezTo>
                <a:cubicBezTo>
                  <a:pt x="14738" y="6212"/>
                  <a:pt x="15003" y="6142"/>
                  <a:pt x="15276" y="6142"/>
                </a:cubicBezTo>
                <a:cubicBezTo>
                  <a:pt x="15402" y="6142"/>
                  <a:pt x="15530" y="6157"/>
                  <a:pt x="15656" y="6184"/>
                </a:cubicBezTo>
                <a:cubicBezTo>
                  <a:pt x="16572" y="6381"/>
                  <a:pt x="17354" y="6961"/>
                  <a:pt x="18244" y="7232"/>
                </a:cubicBezTo>
                <a:cubicBezTo>
                  <a:pt x="18502" y="7311"/>
                  <a:pt x="18774" y="7363"/>
                  <a:pt x="19044" y="7363"/>
                </a:cubicBezTo>
                <a:cubicBezTo>
                  <a:pt x="19207" y="7363"/>
                  <a:pt x="19369" y="7344"/>
                  <a:pt x="19529" y="7301"/>
                </a:cubicBezTo>
                <a:cubicBezTo>
                  <a:pt x="19978" y="7178"/>
                  <a:pt x="20331" y="6877"/>
                  <a:pt x="20595" y="6501"/>
                </a:cubicBezTo>
                <a:cubicBezTo>
                  <a:pt x="21130" y="5738"/>
                  <a:pt x="21292" y="4712"/>
                  <a:pt x="21999" y="4070"/>
                </a:cubicBezTo>
                <a:cubicBezTo>
                  <a:pt x="22362" y="3741"/>
                  <a:pt x="22807" y="3634"/>
                  <a:pt x="23269" y="3634"/>
                </a:cubicBezTo>
                <a:cubicBezTo>
                  <a:pt x="23739" y="3634"/>
                  <a:pt x="24227" y="3745"/>
                  <a:pt x="24664" y="3849"/>
                </a:cubicBezTo>
                <a:cubicBezTo>
                  <a:pt x="25227" y="3981"/>
                  <a:pt x="25851" y="4166"/>
                  <a:pt x="26455" y="4166"/>
                </a:cubicBezTo>
                <a:cubicBezTo>
                  <a:pt x="26763" y="4166"/>
                  <a:pt x="27066" y="4118"/>
                  <a:pt x="27353" y="3990"/>
                </a:cubicBezTo>
                <a:cubicBezTo>
                  <a:pt x="28400" y="3523"/>
                  <a:pt x="28496" y="2313"/>
                  <a:pt x="28400" y="1304"/>
                </a:cubicBezTo>
                <a:cubicBezTo>
                  <a:pt x="28773" y="1190"/>
                  <a:pt x="28851" y="712"/>
                  <a:pt x="28673" y="381"/>
                </a:cubicBezTo>
                <a:cubicBezTo>
                  <a:pt x="28515" y="88"/>
                  <a:pt x="28221" y="1"/>
                  <a:pt x="27909" y="1"/>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7237760" y="3032148"/>
            <a:ext cx="2387697" cy="2484758"/>
          </a:xfrm>
          <a:custGeom>
            <a:rect b="b" l="l" r="r" t="t"/>
            <a:pathLst>
              <a:path extrusionOk="0" h="15232" w="14637">
                <a:moveTo>
                  <a:pt x="11445" y="0"/>
                </a:moveTo>
                <a:cubicBezTo>
                  <a:pt x="11308" y="0"/>
                  <a:pt x="11172" y="12"/>
                  <a:pt x="11039" y="38"/>
                </a:cubicBezTo>
                <a:cubicBezTo>
                  <a:pt x="10644" y="116"/>
                  <a:pt x="10316" y="327"/>
                  <a:pt x="10145" y="596"/>
                </a:cubicBezTo>
                <a:cubicBezTo>
                  <a:pt x="9794" y="1152"/>
                  <a:pt x="10018" y="1791"/>
                  <a:pt x="9781" y="2367"/>
                </a:cubicBezTo>
                <a:cubicBezTo>
                  <a:pt x="9296" y="3551"/>
                  <a:pt x="6867" y="3019"/>
                  <a:pt x="6220" y="4123"/>
                </a:cubicBezTo>
                <a:cubicBezTo>
                  <a:pt x="6016" y="4474"/>
                  <a:pt x="6063" y="4867"/>
                  <a:pt x="6119" y="5237"/>
                </a:cubicBezTo>
                <a:cubicBezTo>
                  <a:pt x="6188" y="5684"/>
                  <a:pt x="6293" y="6128"/>
                  <a:pt x="6331" y="6578"/>
                </a:cubicBezTo>
                <a:cubicBezTo>
                  <a:pt x="6392" y="7292"/>
                  <a:pt x="6256" y="8099"/>
                  <a:pt x="5518" y="8624"/>
                </a:cubicBezTo>
                <a:cubicBezTo>
                  <a:pt x="4829" y="9115"/>
                  <a:pt x="3797" y="9174"/>
                  <a:pt x="2910" y="9343"/>
                </a:cubicBezTo>
                <a:cubicBezTo>
                  <a:pt x="2462" y="9427"/>
                  <a:pt x="2020" y="9543"/>
                  <a:pt x="1637" y="9735"/>
                </a:cubicBezTo>
                <a:cubicBezTo>
                  <a:pt x="1309" y="9901"/>
                  <a:pt x="1030" y="10112"/>
                  <a:pt x="810" y="10355"/>
                </a:cubicBezTo>
                <a:cubicBezTo>
                  <a:pt x="347" y="10864"/>
                  <a:pt x="157" y="11482"/>
                  <a:pt x="81" y="12082"/>
                </a:cubicBezTo>
                <a:cubicBezTo>
                  <a:pt x="1" y="12715"/>
                  <a:pt x="23" y="13379"/>
                  <a:pt x="158" y="14007"/>
                </a:cubicBezTo>
                <a:cubicBezTo>
                  <a:pt x="228" y="14329"/>
                  <a:pt x="371" y="14667"/>
                  <a:pt x="709" y="14896"/>
                </a:cubicBezTo>
                <a:cubicBezTo>
                  <a:pt x="1077" y="15146"/>
                  <a:pt x="1583" y="15204"/>
                  <a:pt x="2068" y="15214"/>
                </a:cubicBezTo>
                <a:cubicBezTo>
                  <a:pt x="2549" y="15226"/>
                  <a:pt x="3032" y="15229"/>
                  <a:pt x="3515" y="15229"/>
                </a:cubicBezTo>
                <a:cubicBezTo>
                  <a:pt x="4226" y="15229"/>
                  <a:pt x="4937" y="15222"/>
                  <a:pt x="5646" y="15222"/>
                </a:cubicBezTo>
                <a:cubicBezTo>
                  <a:pt x="5675" y="15222"/>
                  <a:pt x="5704" y="15222"/>
                  <a:pt x="5733" y="15222"/>
                </a:cubicBezTo>
                <a:lnTo>
                  <a:pt x="9469" y="15227"/>
                </a:lnTo>
                <a:cubicBezTo>
                  <a:pt x="10086" y="15228"/>
                  <a:pt x="10704" y="15228"/>
                  <a:pt x="11322" y="15229"/>
                </a:cubicBezTo>
                <a:cubicBezTo>
                  <a:pt x="11640" y="15230"/>
                  <a:pt x="11959" y="15231"/>
                  <a:pt x="12278" y="15231"/>
                </a:cubicBezTo>
                <a:cubicBezTo>
                  <a:pt x="12529" y="15231"/>
                  <a:pt x="12784" y="15225"/>
                  <a:pt x="13014" y="15145"/>
                </a:cubicBezTo>
                <a:cubicBezTo>
                  <a:pt x="13410" y="15008"/>
                  <a:pt x="13574" y="14685"/>
                  <a:pt x="13640" y="14388"/>
                </a:cubicBezTo>
                <a:cubicBezTo>
                  <a:pt x="13728" y="13988"/>
                  <a:pt x="13742" y="13577"/>
                  <a:pt x="13785" y="13173"/>
                </a:cubicBezTo>
                <a:cubicBezTo>
                  <a:pt x="13882" y="12264"/>
                  <a:pt x="13977" y="11357"/>
                  <a:pt x="14072" y="10449"/>
                </a:cubicBezTo>
                <a:cubicBezTo>
                  <a:pt x="14166" y="9541"/>
                  <a:pt x="14259" y="8633"/>
                  <a:pt x="14352" y="7724"/>
                </a:cubicBezTo>
                <a:cubicBezTo>
                  <a:pt x="14437" y="6875"/>
                  <a:pt x="14530" y="6026"/>
                  <a:pt x="14567" y="5174"/>
                </a:cubicBezTo>
                <a:cubicBezTo>
                  <a:pt x="14637" y="3541"/>
                  <a:pt x="14491" y="1869"/>
                  <a:pt x="13640" y="340"/>
                </a:cubicBezTo>
                <a:cubicBezTo>
                  <a:pt x="13611" y="289"/>
                  <a:pt x="13548" y="267"/>
                  <a:pt x="13488" y="267"/>
                </a:cubicBezTo>
                <a:cubicBezTo>
                  <a:pt x="13394" y="267"/>
                  <a:pt x="13305" y="319"/>
                  <a:pt x="13349" y="398"/>
                </a:cubicBezTo>
                <a:cubicBezTo>
                  <a:pt x="13385" y="461"/>
                  <a:pt x="13419" y="526"/>
                  <a:pt x="13452" y="589"/>
                </a:cubicBezTo>
                <a:cubicBezTo>
                  <a:pt x="13105" y="411"/>
                  <a:pt x="12738" y="253"/>
                  <a:pt x="12342" y="140"/>
                </a:cubicBezTo>
                <a:cubicBezTo>
                  <a:pt x="12060" y="59"/>
                  <a:pt x="11751" y="0"/>
                  <a:pt x="11445" y="0"/>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rot="10800000">
            <a:off x="7573482" y="3136804"/>
            <a:ext cx="12575" cy="4050"/>
          </a:xfrm>
          <a:custGeom>
            <a:rect b="b" l="l" r="r" t="t"/>
            <a:pathLst>
              <a:path extrusionOk="0" h="162" w="503">
                <a:moveTo>
                  <a:pt x="61" y="0"/>
                </a:moveTo>
                <a:cubicBezTo>
                  <a:pt x="37" y="0"/>
                  <a:pt x="16" y="17"/>
                  <a:pt x="9" y="40"/>
                </a:cubicBezTo>
                <a:cubicBezTo>
                  <a:pt x="1" y="70"/>
                  <a:pt x="18" y="101"/>
                  <a:pt x="47" y="110"/>
                </a:cubicBezTo>
                <a:cubicBezTo>
                  <a:pt x="170" y="145"/>
                  <a:pt x="298" y="162"/>
                  <a:pt x="429" y="162"/>
                </a:cubicBezTo>
                <a:lnTo>
                  <a:pt x="447" y="162"/>
                </a:lnTo>
                <a:cubicBezTo>
                  <a:pt x="478" y="162"/>
                  <a:pt x="503" y="136"/>
                  <a:pt x="502" y="105"/>
                </a:cubicBezTo>
                <a:cubicBezTo>
                  <a:pt x="502" y="78"/>
                  <a:pt x="483" y="50"/>
                  <a:pt x="454" y="50"/>
                </a:cubicBezTo>
                <a:cubicBezTo>
                  <a:pt x="451" y="50"/>
                  <a:pt x="449" y="50"/>
                  <a:pt x="446" y="51"/>
                </a:cubicBezTo>
                <a:cubicBezTo>
                  <a:pt x="442" y="51"/>
                  <a:pt x="438" y="51"/>
                  <a:pt x="435" y="51"/>
                </a:cubicBezTo>
                <a:cubicBezTo>
                  <a:pt x="312" y="51"/>
                  <a:pt x="192" y="35"/>
                  <a:pt x="78" y="3"/>
                </a:cubicBezTo>
                <a:cubicBezTo>
                  <a:pt x="72" y="1"/>
                  <a:pt x="67"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rot="10800000">
            <a:off x="7341532" y="3544979"/>
            <a:ext cx="10925" cy="8600"/>
          </a:xfrm>
          <a:custGeom>
            <a:rect b="b" l="l" r="r" t="t"/>
            <a:pathLst>
              <a:path extrusionOk="0" h="344" w="437">
                <a:moveTo>
                  <a:pt x="63" y="0"/>
                </a:moveTo>
                <a:cubicBezTo>
                  <a:pt x="45" y="0"/>
                  <a:pt x="28" y="9"/>
                  <a:pt x="17" y="25"/>
                </a:cubicBezTo>
                <a:cubicBezTo>
                  <a:pt x="0" y="49"/>
                  <a:pt x="6" y="85"/>
                  <a:pt x="32" y="102"/>
                </a:cubicBezTo>
                <a:cubicBezTo>
                  <a:pt x="137" y="173"/>
                  <a:pt x="240" y="250"/>
                  <a:pt x="340" y="332"/>
                </a:cubicBezTo>
                <a:cubicBezTo>
                  <a:pt x="350" y="340"/>
                  <a:pt x="362" y="343"/>
                  <a:pt x="375" y="343"/>
                </a:cubicBezTo>
                <a:cubicBezTo>
                  <a:pt x="391" y="343"/>
                  <a:pt x="407" y="337"/>
                  <a:pt x="418" y="323"/>
                </a:cubicBezTo>
                <a:cubicBezTo>
                  <a:pt x="437" y="299"/>
                  <a:pt x="434" y="264"/>
                  <a:pt x="410" y="245"/>
                </a:cubicBezTo>
                <a:cubicBezTo>
                  <a:pt x="308" y="162"/>
                  <a:pt x="202" y="83"/>
                  <a:pt x="94" y="10"/>
                </a:cubicBezTo>
                <a:cubicBezTo>
                  <a:pt x="84" y="4"/>
                  <a:pt x="74"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rot="10800000">
            <a:off x="7022857" y="2140429"/>
            <a:ext cx="738550" cy="540325"/>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rot="9893225">
            <a:off x="1777086" y="371868"/>
            <a:ext cx="605796" cy="1419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 name="Google Shape;1440;p55"/>
          <p:cNvGrpSpPr/>
          <p:nvPr/>
        </p:nvGrpSpPr>
        <p:grpSpPr>
          <a:xfrm rot="5400000">
            <a:off x="278835" y="4536755"/>
            <a:ext cx="221772" cy="200884"/>
            <a:chOff x="1640475" y="1197075"/>
            <a:chExt cx="55475" cy="50250"/>
          </a:xfrm>
        </p:grpSpPr>
        <p:sp>
          <p:nvSpPr>
            <p:cNvPr id="1441" name="Google Shape;1441;p5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 name="Google Shape;1444;p55"/>
          <p:cNvSpPr/>
          <p:nvPr/>
        </p:nvSpPr>
        <p:spPr>
          <a:xfrm rot="-834203">
            <a:off x="8546511" y="363435"/>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 name="Google Shape;1445;p55"/>
          <p:cNvGrpSpPr/>
          <p:nvPr/>
        </p:nvGrpSpPr>
        <p:grpSpPr>
          <a:xfrm rot="4654902">
            <a:off x="7263554" y="408293"/>
            <a:ext cx="433642" cy="392824"/>
            <a:chOff x="1640475" y="1197075"/>
            <a:chExt cx="55475" cy="50250"/>
          </a:xfrm>
        </p:grpSpPr>
        <p:sp>
          <p:nvSpPr>
            <p:cNvPr id="1446" name="Google Shape;1446;p5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55"/>
          <p:cNvGrpSpPr/>
          <p:nvPr/>
        </p:nvGrpSpPr>
        <p:grpSpPr>
          <a:xfrm rot="5400000">
            <a:off x="571217" y="1059896"/>
            <a:ext cx="244822" cy="221773"/>
            <a:chOff x="1640475" y="1197075"/>
            <a:chExt cx="55475" cy="50250"/>
          </a:xfrm>
        </p:grpSpPr>
        <p:sp>
          <p:nvSpPr>
            <p:cNvPr id="1450" name="Google Shape;1450;p5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55"/>
          <p:cNvSpPr/>
          <p:nvPr/>
        </p:nvSpPr>
        <p:spPr>
          <a:xfrm rot="6477717">
            <a:off x="8298149" y="4511777"/>
            <a:ext cx="580167" cy="1359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 name="Google Shape;1454;p55"/>
          <p:cNvGrpSpPr/>
          <p:nvPr/>
        </p:nvGrpSpPr>
        <p:grpSpPr>
          <a:xfrm rot="5400000">
            <a:off x="7550086" y="4483922"/>
            <a:ext cx="221772" cy="200884"/>
            <a:chOff x="1640475" y="1197075"/>
            <a:chExt cx="55475" cy="50250"/>
          </a:xfrm>
        </p:grpSpPr>
        <p:sp>
          <p:nvSpPr>
            <p:cNvPr id="1455" name="Google Shape;1455;p55"/>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4_1_1">
    <p:spTree>
      <p:nvGrpSpPr>
        <p:cNvPr id="1458" name="Shape 1458"/>
        <p:cNvGrpSpPr/>
        <p:nvPr/>
      </p:nvGrpSpPr>
      <p:grpSpPr>
        <a:xfrm>
          <a:off x="0" y="0"/>
          <a:ext cx="0" cy="0"/>
          <a:chOff x="0" y="0"/>
          <a:chExt cx="0" cy="0"/>
        </a:xfrm>
      </p:grpSpPr>
      <p:sp>
        <p:nvSpPr>
          <p:cNvPr id="1459" name="Google Shape;1459;p56"/>
          <p:cNvSpPr/>
          <p:nvPr/>
        </p:nvSpPr>
        <p:spPr>
          <a:xfrm flipH="1">
            <a:off x="6975401" y="2798485"/>
            <a:ext cx="2665937" cy="2778151"/>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alpha val="49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flipH="1">
            <a:off x="-517990" y="4092608"/>
            <a:ext cx="3021471" cy="1245429"/>
          </a:xfrm>
          <a:custGeom>
            <a:rect b="b" l="l" r="r" t="t"/>
            <a:pathLst>
              <a:path extrusionOk="0" h="7647" w="18552">
                <a:moveTo>
                  <a:pt x="10153" y="0"/>
                </a:moveTo>
                <a:cubicBezTo>
                  <a:pt x="9767" y="0"/>
                  <a:pt x="9389" y="166"/>
                  <a:pt x="9054" y="416"/>
                </a:cubicBezTo>
                <a:cubicBezTo>
                  <a:pt x="8513" y="821"/>
                  <a:pt x="8082" y="1378"/>
                  <a:pt x="7579" y="1834"/>
                </a:cubicBezTo>
                <a:cubicBezTo>
                  <a:pt x="7060" y="2305"/>
                  <a:pt x="6487" y="2705"/>
                  <a:pt x="5872" y="2994"/>
                </a:cubicBezTo>
                <a:cubicBezTo>
                  <a:pt x="5271" y="3278"/>
                  <a:pt x="4630" y="3458"/>
                  <a:pt x="3977" y="3481"/>
                </a:cubicBezTo>
                <a:cubicBezTo>
                  <a:pt x="3929" y="3483"/>
                  <a:pt x="3881" y="3484"/>
                  <a:pt x="3834" y="3484"/>
                </a:cubicBezTo>
                <a:cubicBezTo>
                  <a:pt x="3559" y="3484"/>
                  <a:pt x="3285" y="3455"/>
                  <a:pt x="3015" y="3396"/>
                </a:cubicBezTo>
                <a:cubicBezTo>
                  <a:pt x="2664" y="3318"/>
                  <a:pt x="2330" y="3164"/>
                  <a:pt x="1977" y="3093"/>
                </a:cubicBezTo>
                <a:cubicBezTo>
                  <a:pt x="1875" y="3072"/>
                  <a:pt x="1772" y="3061"/>
                  <a:pt x="1671" y="3061"/>
                </a:cubicBezTo>
                <a:cubicBezTo>
                  <a:pt x="1440" y="3061"/>
                  <a:pt x="1217" y="3120"/>
                  <a:pt x="1014" y="3265"/>
                </a:cubicBezTo>
                <a:cubicBezTo>
                  <a:pt x="754" y="3450"/>
                  <a:pt x="551" y="3734"/>
                  <a:pt x="397" y="4032"/>
                </a:cubicBezTo>
                <a:cubicBezTo>
                  <a:pt x="125" y="4561"/>
                  <a:pt x="1" y="5210"/>
                  <a:pt x="74" y="5820"/>
                </a:cubicBezTo>
                <a:cubicBezTo>
                  <a:pt x="147" y="6440"/>
                  <a:pt x="426" y="7003"/>
                  <a:pt x="909" y="7319"/>
                </a:cubicBezTo>
                <a:cubicBezTo>
                  <a:pt x="1315" y="7583"/>
                  <a:pt x="1783" y="7647"/>
                  <a:pt x="2245" y="7647"/>
                </a:cubicBezTo>
                <a:cubicBezTo>
                  <a:pt x="2414" y="7647"/>
                  <a:pt x="2582" y="7638"/>
                  <a:pt x="2746" y="7628"/>
                </a:cubicBezTo>
                <a:cubicBezTo>
                  <a:pt x="4356" y="7524"/>
                  <a:pt x="5965" y="7405"/>
                  <a:pt x="7575" y="7294"/>
                </a:cubicBezTo>
                <a:cubicBezTo>
                  <a:pt x="9186" y="7184"/>
                  <a:pt x="10799" y="7072"/>
                  <a:pt x="12410" y="6961"/>
                </a:cubicBezTo>
                <a:cubicBezTo>
                  <a:pt x="14021" y="6849"/>
                  <a:pt x="15633" y="6738"/>
                  <a:pt x="17244" y="6628"/>
                </a:cubicBezTo>
                <a:cubicBezTo>
                  <a:pt x="17639" y="6600"/>
                  <a:pt x="18032" y="6573"/>
                  <a:pt x="18427" y="6545"/>
                </a:cubicBezTo>
                <a:cubicBezTo>
                  <a:pt x="18510" y="6540"/>
                  <a:pt x="18551" y="6442"/>
                  <a:pt x="18512" y="6361"/>
                </a:cubicBezTo>
                <a:cubicBezTo>
                  <a:pt x="18072" y="5436"/>
                  <a:pt x="17853" y="4395"/>
                  <a:pt x="17868" y="3350"/>
                </a:cubicBezTo>
                <a:lnTo>
                  <a:pt x="17868" y="3350"/>
                </a:lnTo>
                <a:cubicBezTo>
                  <a:pt x="17868" y="3350"/>
                  <a:pt x="17868" y="3350"/>
                  <a:pt x="17868" y="3350"/>
                </a:cubicBezTo>
                <a:cubicBezTo>
                  <a:pt x="17890" y="3350"/>
                  <a:pt x="17910" y="3113"/>
                  <a:pt x="17876" y="3104"/>
                </a:cubicBezTo>
                <a:cubicBezTo>
                  <a:pt x="17876" y="3094"/>
                  <a:pt x="17876" y="3084"/>
                  <a:pt x="17877" y="3074"/>
                </a:cubicBezTo>
                <a:cubicBezTo>
                  <a:pt x="17881" y="2998"/>
                  <a:pt x="17832" y="2961"/>
                  <a:pt x="17781" y="2961"/>
                </a:cubicBezTo>
                <a:cubicBezTo>
                  <a:pt x="17737" y="2961"/>
                  <a:pt x="17692" y="2987"/>
                  <a:pt x="17673" y="3037"/>
                </a:cubicBezTo>
                <a:cubicBezTo>
                  <a:pt x="17189" y="2853"/>
                  <a:pt x="16735" y="2520"/>
                  <a:pt x="16216" y="2520"/>
                </a:cubicBezTo>
                <a:cubicBezTo>
                  <a:pt x="16186" y="2520"/>
                  <a:pt x="16156" y="2521"/>
                  <a:pt x="16126" y="2523"/>
                </a:cubicBezTo>
                <a:cubicBezTo>
                  <a:pt x="15979" y="2534"/>
                  <a:pt x="15839" y="2570"/>
                  <a:pt x="15704" y="2620"/>
                </a:cubicBezTo>
                <a:lnTo>
                  <a:pt x="15674" y="2632"/>
                </a:lnTo>
                <a:cubicBezTo>
                  <a:pt x="15287" y="2786"/>
                  <a:pt x="14937" y="3066"/>
                  <a:pt x="14573" y="3274"/>
                </a:cubicBezTo>
                <a:cubicBezTo>
                  <a:pt x="14335" y="3409"/>
                  <a:pt x="14077" y="3514"/>
                  <a:pt x="13808" y="3514"/>
                </a:cubicBezTo>
                <a:cubicBezTo>
                  <a:pt x="13791" y="3514"/>
                  <a:pt x="13773" y="3514"/>
                  <a:pt x="13756" y="3513"/>
                </a:cubicBezTo>
                <a:cubicBezTo>
                  <a:pt x="13474" y="3499"/>
                  <a:pt x="13208" y="3356"/>
                  <a:pt x="12990" y="3156"/>
                </a:cubicBezTo>
                <a:cubicBezTo>
                  <a:pt x="12520" y="2727"/>
                  <a:pt x="12245" y="2115"/>
                  <a:pt x="11938" y="1541"/>
                </a:cubicBezTo>
                <a:cubicBezTo>
                  <a:pt x="11643" y="990"/>
                  <a:pt x="11280" y="403"/>
                  <a:pt x="10742" y="139"/>
                </a:cubicBezTo>
                <a:cubicBezTo>
                  <a:pt x="10546" y="43"/>
                  <a:pt x="10349" y="0"/>
                  <a:pt x="10153" y="0"/>
                </a:cubicBezTo>
                <a:close/>
              </a:path>
            </a:pathLst>
          </a:custGeom>
          <a:solidFill>
            <a:schemeClr val="lt2">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flipH="1">
            <a:off x="5299521" y="-196435"/>
            <a:ext cx="4180419" cy="1127189"/>
          </a:xfrm>
          <a:custGeom>
            <a:rect b="b" l="l" r="r" t="t"/>
            <a:pathLst>
              <a:path extrusionOk="0" h="6921" w="25668">
                <a:moveTo>
                  <a:pt x="25573" y="0"/>
                </a:moveTo>
                <a:lnTo>
                  <a:pt x="22584" y="1"/>
                </a:lnTo>
                <a:lnTo>
                  <a:pt x="22467" y="1"/>
                </a:lnTo>
                <a:lnTo>
                  <a:pt x="0" y="3"/>
                </a:lnTo>
                <a:lnTo>
                  <a:pt x="1" y="1330"/>
                </a:lnTo>
                <a:lnTo>
                  <a:pt x="1" y="2596"/>
                </a:lnTo>
                <a:lnTo>
                  <a:pt x="2" y="3737"/>
                </a:lnTo>
                <a:lnTo>
                  <a:pt x="2" y="5002"/>
                </a:lnTo>
                <a:lnTo>
                  <a:pt x="3" y="6144"/>
                </a:lnTo>
                <a:lnTo>
                  <a:pt x="3" y="6274"/>
                </a:lnTo>
                <a:cubicBezTo>
                  <a:pt x="454" y="6274"/>
                  <a:pt x="911" y="6248"/>
                  <a:pt x="1366" y="6205"/>
                </a:cubicBezTo>
                <a:cubicBezTo>
                  <a:pt x="1557" y="6187"/>
                  <a:pt x="1747" y="6167"/>
                  <a:pt x="1936" y="6144"/>
                </a:cubicBezTo>
                <a:cubicBezTo>
                  <a:pt x="2414" y="6085"/>
                  <a:pt x="2887" y="6012"/>
                  <a:pt x="3342" y="5932"/>
                </a:cubicBezTo>
                <a:cubicBezTo>
                  <a:pt x="4344" y="5756"/>
                  <a:pt x="5389" y="5552"/>
                  <a:pt x="6425" y="5552"/>
                </a:cubicBezTo>
                <a:cubicBezTo>
                  <a:pt x="6713" y="5552"/>
                  <a:pt x="7001" y="5568"/>
                  <a:pt x="7286" y="5605"/>
                </a:cubicBezTo>
                <a:cubicBezTo>
                  <a:pt x="8016" y="5698"/>
                  <a:pt x="8646" y="5918"/>
                  <a:pt x="9273" y="6143"/>
                </a:cubicBezTo>
                <a:cubicBezTo>
                  <a:pt x="9331" y="6163"/>
                  <a:pt x="9388" y="6184"/>
                  <a:pt x="9446" y="6204"/>
                </a:cubicBezTo>
                <a:cubicBezTo>
                  <a:pt x="9690" y="6291"/>
                  <a:pt x="9934" y="6378"/>
                  <a:pt x="10185" y="6455"/>
                </a:cubicBezTo>
                <a:cubicBezTo>
                  <a:pt x="11085" y="6736"/>
                  <a:pt x="12117" y="6921"/>
                  <a:pt x="13162" y="6921"/>
                </a:cubicBezTo>
                <a:cubicBezTo>
                  <a:pt x="13234" y="6921"/>
                  <a:pt x="13306" y="6920"/>
                  <a:pt x="13377" y="6918"/>
                </a:cubicBezTo>
                <a:cubicBezTo>
                  <a:pt x="14468" y="6893"/>
                  <a:pt x="15560" y="6647"/>
                  <a:pt x="16250" y="6204"/>
                </a:cubicBezTo>
                <a:cubicBezTo>
                  <a:pt x="16269" y="6191"/>
                  <a:pt x="16286" y="6180"/>
                  <a:pt x="16304" y="6168"/>
                </a:cubicBezTo>
                <a:cubicBezTo>
                  <a:pt x="16317" y="6160"/>
                  <a:pt x="16329" y="6151"/>
                  <a:pt x="16341" y="6142"/>
                </a:cubicBezTo>
                <a:cubicBezTo>
                  <a:pt x="16809" y="5812"/>
                  <a:pt x="17054" y="5407"/>
                  <a:pt x="17282" y="5000"/>
                </a:cubicBezTo>
                <a:cubicBezTo>
                  <a:pt x="17293" y="4980"/>
                  <a:pt x="17304" y="4959"/>
                  <a:pt x="17316" y="4939"/>
                </a:cubicBezTo>
                <a:cubicBezTo>
                  <a:pt x="17541" y="4532"/>
                  <a:pt x="17760" y="4125"/>
                  <a:pt x="18175" y="3797"/>
                </a:cubicBezTo>
                <a:cubicBezTo>
                  <a:pt x="18202" y="3776"/>
                  <a:pt x="18230" y="3755"/>
                  <a:pt x="18257" y="3735"/>
                </a:cubicBezTo>
                <a:cubicBezTo>
                  <a:pt x="18421" y="3617"/>
                  <a:pt x="18613" y="3510"/>
                  <a:pt x="18844" y="3420"/>
                </a:cubicBezTo>
                <a:cubicBezTo>
                  <a:pt x="19831" y="3028"/>
                  <a:pt x="21189" y="3061"/>
                  <a:pt x="22363" y="2860"/>
                </a:cubicBezTo>
                <a:cubicBezTo>
                  <a:pt x="22398" y="2854"/>
                  <a:pt x="22433" y="2848"/>
                  <a:pt x="22468" y="2841"/>
                </a:cubicBezTo>
                <a:cubicBezTo>
                  <a:pt x="22508" y="2834"/>
                  <a:pt x="22546" y="2827"/>
                  <a:pt x="22585" y="2819"/>
                </a:cubicBezTo>
                <a:cubicBezTo>
                  <a:pt x="22879" y="2759"/>
                  <a:pt x="23162" y="2683"/>
                  <a:pt x="23427" y="2592"/>
                </a:cubicBezTo>
                <a:cubicBezTo>
                  <a:pt x="23485" y="2573"/>
                  <a:pt x="23544" y="2552"/>
                  <a:pt x="23600" y="2531"/>
                </a:cubicBezTo>
                <a:cubicBezTo>
                  <a:pt x="24363" y="2247"/>
                  <a:pt x="24968" y="1845"/>
                  <a:pt x="25312" y="1389"/>
                </a:cubicBezTo>
                <a:cubicBezTo>
                  <a:pt x="25328" y="1367"/>
                  <a:pt x="25343" y="1347"/>
                  <a:pt x="25357" y="1326"/>
                </a:cubicBezTo>
                <a:cubicBezTo>
                  <a:pt x="25437" y="1213"/>
                  <a:pt x="25499" y="1097"/>
                  <a:pt x="25543" y="978"/>
                </a:cubicBezTo>
                <a:cubicBezTo>
                  <a:pt x="25668" y="651"/>
                  <a:pt x="25664" y="324"/>
                  <a:pt x="25573" y="0"/>
                </a:cubicBezTo>
                <a:close/>
              </a:path>
            </a:pathLst>
          </a:custGeom>
          <a:solidFill>
            <a:schemeClr val="dk2">
              <a:alpha val="49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flipH="1">
            <a:off x="-543725" y="-421026"/>
            <a:ext cx="3612183" cy="2881733"/>
          </a:xfrm>
          <a:custGeom>
            <a:rect b="b" l="l" r="r" t="t"/>
            <a:pathLst>
              <a:path extrusionOk="0" h="17694" w="22179">
                <a:moveTo>
                  <a:pt x="6745" y="1"/>
                </a:moveTo>
                <a:cubicBezTo>
                  <a:pt x="5279" y="1"/>
                  <a:pt x="3909" y="579"/>
                  <a:pt x="2805" y="1417"/>
                </a:cubicBezTo>
                <a:cubicBezTo>
                  <a:pt x="1651" y="2293"/>
                  <a:pt x="713" y="3427"/>
                  <a:pt x="356" y="4720"/>
                </a:cubicBezTo>
                <a:cubicBezTo>
                  <a:pt x="1" y="6014"/>
                  <a:pt x="287" y="7472"/>
                  <a:pt x="1297" y="8473"/>
                </a:cubicBezTo>
                <a:cubicBezTo>
                  <a:pt x="2084" y="9254"/>
                  <a:pt x="3260" y="9736"/>
                  <a:pt x="3846" y="10640"/>
                </a:cubicBezTo>
                <a:cubicBezTo>
                  <a:pt x="4605" y="11813"/>
                  <a:pt x="4133" y="13292"/>
                  <a:pt x="4490" y="14600"/>
                </a:cubicBezTo>
                <a:cubicBezTo>
                  <a:pt x="4708" y="15396"/>
                  <a:pt x="5235" y="16113"/>
                  <a:pt x="5912" y="16684"/>
                </a:cubicBezTo>
                <a:cubicBezTo>
                  <a:pt x="6532" y="17205"/>
                  <a:pt x="7314" y="17622"/>
                  <a:pt x="8175" y="17685"/>
                </a:cubicBezTo>
                <a:cubicBezTo>
                  <a:pt x="8256" y="17691"/>
                  <a:pt x="8336" y="17694"/>
                  <a:pt x="8416" y="17694"/>
                </a:cubicBezTo>
                <a:cubicBezTo>
                  <a:pt x="10005" y="17694"/>
                  <a:pt x="11391" y="16578"/>
                  <a:pt x="12993" y="16395"/>
                </a:cubicBezTo>
                <a:cubicBezTo>
                  <a:pt x="13164" y="16375"/>
                  <a:pt x="13335" y="16367"/>
                  <a:pt x="13506" y="16367"/>
                </a:cubicBezTo>
                <a:cubicBezTo>
                  <a:pt x="14757" y="16367"/>
                  <a:pt x="16000" y="16827"/>
                  <a:pt x="17259" y="16827"/>
                </a:cubicBezTo>
                <a:cubicBezTo>
                  <a:pt x="17356" y="16827"/>
                  <a:pt x="17454" y="16824"/>
                  <a:pt x="17551" y="16818"/>
                </a:cubicBezTo>
                <a:cubicBezTo>
                  <a:pt x="19291" y="16711"/>
                  <a:pt x="20792" y="15567"/>
                  <a:pt x="21485" y="14180"/>
                </a:cubicBezTo>
                <a:cubicBezTo>
                  <a:pt x="22179" y="12793"/>
                  <a:pt x="22168" y="11210"/>
                  <a:pt x="21846" y="9725"/>
                </a:cubicBezTo>
                <a:cubicBezTo>
                  <a:pt x="21659" y="8862"/>
                  <a:pt x="21361" y="7995"/>
                  <a:pt x="20759" y="7289"/>
                </a:cubicBezTo>
                <a:cubicBezTo>
                  <a:pt x="19574" y="5897"/>
                  <a:pt x="17483" y="5388"/>
                  <a:pt x="15558" y="4931"/>
                </a:cubicBezTo>
                <a:cubicBezTo>
                  <a:pt x="13632" y="4475"/>
                  <a:pt x="11547" y="3872"/>
                  <a:pt x="10504" y="2396"/>
                </a:cubicBezTo>
                <a:cubicBezTo>
                  <a:pt x="9551" y="1047"/>
                  <a:pt x="9231" y="194"/>
                  <a:pt x="7220" y="21"/>
                </a:cubicBezTo>
                <a:cubicBezTo>
                  <a:pt x="7061" y="7"/>
                  <a:pt x="6902" y="1"/>
                  <a:pt x="6745" y="1"/>
                </a:cubicBezTo>
                <a:close/>
              </a:path>
            </a:pathLst>
          </a:custGeom>
          <a:solidFill>
            <a:schemeClr val="accent2">
              <a:alpha val="502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1945325" y="2102150"/>
            <a:ext cx="12575" cy="4050"/>
          </a:xfrm>
          <a:custGeom>
            <a:rect b="b" l="l" r="r" t="t"/>
            <a:pathLst>
              <a:path extrusionOk="0" h="162" w="503">
                <a:moveTo>
                  <a:pt x="61" y="0"/>
                </a:moveTo>
                <a:cubicBezTo>
                  <a:pt x="37" y="0"/>
                  <a:pt x="16" y="17"/>
                  <a:pt x="9" y="40"/>
                </a:cubicBezTo>
                <a:cubicBezTo>
                  <a:pt x="1" y="70"/>
                  <a:pt x="18" y="101"/>
                  <a:pt x="47" y="110"/>
                </a:cubicBezTo>
                <a:cubicBezTo>
                  <a:pt x="170" y="145"/>
                  <a:pt x="298" y="162"/>
                  <a:pt x="429" y="162"/>
                </a:cubicBezTo>
                <a:lnTo>
                  <a:pt x="447" y="162"/>
                </a:lnTo>
                <a:cubicBezTo>
                  <a:pt x="478" y="162"/>
                  <a:pt x="503" y="136"/>
                  <a:pt x="502" y="105"/>
                </a:cubicBezTo>
                <a:cubicBezTo>
                  <a:pt x="502" y="78"/>
                  <a:pt x="483" y="50"/>
                  <a:pt x="454" y="50"/>
                </a:cubicBezTo>
                <a:cubicBezTo>
                  <a:pt x="451" y="50"/>
                  <a:pt x="449" y="50"/>
                  <a:pt x="446" y="51"/>
                </a:cubicBezTo>
                <a:cubicBezTo>
                  <a:pt x="442" y="51"/>
                  <a:pt x="438" y="51"/>
                  <a:pt x="435" y="51"/>
                </a:cubicBezTo>
                <a:cubicBezTo>
                  <a:pt x="312" y="51"/>
                  <a:pt x="192" y="35"/>
                  <a:pt x="78" y="3"/>
                </a:cubicBezTo>
                <a:cubicBezTo>
                  <a:pt x="72" y="1"/>
                  <a:pt x="67"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2178925" y="1689425"/>
            <a:ext cx="10925" cy="8600"/>
          </a:xfrm>
          <a:custGeom>
            <a:rect b="b" l="l" r="r" t="t"/>
            <a:pathLst>
              <a:path extrusionOk="0" h="344" w="437">
                <a:moveTo>
                  <a:pt x="63" y="0"/>
                </a:moveTo>
                <a:cubicBezTo>
                  <a:pt x="45" y="0"/>
                  <a:pt x="28" y="9"/>
                  <a:pt x="17" y="25"/>
                </a:cubicBezTo>
                <a:cubicBezTo>
                  <a:pt x="0" y="49"/>
                  <a:pt x="6" y="85"/>
                  <a:pt x="32" y="102"/>
                </a:cubicBezTo>
                <a:cubicBezTo>
                  <a:pt x="137" y="173"/>
                  <a:pt x="240" y="250"/>
                  <a:pt x="340" y="332"/>
                </a:cubicBezTo>
                <a:cubicBezTo>
                  <a:pt x="350" y="340"/>
                  <a:pt x="362" y="343"/>
                  <a:pt x="375" y="343"/>
                </a:cubicBezTo>
                <a:cubicBezTo>
                  <a:pt x="391" y="343"/>
                  <a:pt x="407" y="337"/>
                  <a:pt x="418" y="323"/>
                </a:cubicBezTo>
                <a:cubicBezTo>
                  <a:pt x="437" y="299"/>
                  <a:pt x="434" y="264"/>
                  <a:pt x="410" y="245"/>
                </a:cubicBezTo>
                <a:cubicBezTo>
                  <a:pt x="308" y="162"/>
                  <a:pt x="202" y="83"/>
                  <a:pt x="94" y="10"/>
                </a:cubicBezTo>
                <a:cubicBezTo>
                  <a:pt x="84" y="4"/>
                  <a:pt x="74"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1769975" y="2562250"/>
            <a:ext cx="738550" cy="540325"/>
          </a:xfrm>
          <a:custGeom>
            <a:rect b="b" l="l" r="r" t="t"/>
            <a:pathLst>
              <a:path extrusionOk="0" h="21613" w="29542">
                <a:moveTo>
                  <a:pt x="3461" y="0"/>
                </a:moveTo>
                <a:cubicBezTo>
                  <a:pt x="3371" y="0"/>
                  <a:pt x="3279" y="3"/>
                  <a:pt x="3188" y="8"/>
                </a:cubicBezTo>
                <a:cubicBezTo>
                  <a:pt x="3155" y="9"/>
                  <a:pt x="3131" y="41"/>
                  <a:pt x="3133" y="77"/>
                </a:cubicBezTo>
                <a:cubicBezTo>
                  <a:pt x="3134" y="81"/>
                  <a:pt x="3134" y="86"/>
                  <a:pt x="3135" y="89"/>
                </a:cubicBezTo>
                <a:cubicBezTo>
                  <a:pt x="3142" y="119"/>
                  <a:pt x="3169" y="141"/>
                  <a:pt x="3198" y="141"/>
                </a:cubicBezTo>
                <a:cubicBezTo>
                  <a:pt x="3199" y="141"/>
                  <a:pt x="3199" y="141"/>
                  <a:pt x="3200" y="141"/>
                </a:cubicBezTo>
                <a:cubicBezTo>
                  <a:pt x="3284" y="137"/>
                  <a:pt x="3368" y="134"/>
                  <a:pt x="3452" y="134"/>
                </a:cubicBezTo>
                <a:cubicBezTo>
                  <a:pt x="3550" y="134"/>
                  <a:pt x="3648" y="137"/>
                  <a:pt x="3745" y="143"/>
                </a:cubicBezTo>
                <a:cubicBezTo>
                  <a:pt x="3846" y="149"/>
                  <a:pt x="3949" y="158"/>
                  <a:pt x="4050" y="171"/>
                </a:cubicBezTo>
                <a:cubicBezTo>
                  <a:pt x="4052" y="171"/>
                  <a:pt x="4054" y="171"/>
                  <a:pt x="4056" y="171"/>
                </a:cubicBezTo>
                <a:cubicBezTo>
                  <a:pt x="4087" y="171"/>
                  <a:pt x="4114" y="146"/>
                  <a:pt x="4116" y="111"/>
                </a:cubicBezTo>
                <a:cubicBezTo>
                  <a:pt x="4119" y="75"/>
                  <a:pt x="4092" y="42"/>
                  <a:pt x="4059" y="37"/>
                </a:cubicBezTo>
                <a:cubicBezTo>
                  <a:pt x="3955" y="25"/>
                  <a:pt x="3850" y="15"/>
                  <a:pt x="3747" y="9"/>
                </a:cubicBezTo>
                <a:cubicBezTo>
                  <a:pt x="3653" y="3"/>
                  <a:pt x="3557" y="0"/>
                  <a:pt x="3461" y="0"/>
                </a:cubicBezTo>
                <a:close/>
                <a:moveTo>
                  <a:pt x="2344" y="125"/>
                </a:moveTo>
                <a:cubicBezTo>
                  <a:pt x="2340" y="125"/>
                  <a:pt x="2336" y="125"/>
                  <a:pt x="2332" y="126"/>
                </a:cubicBezTo>
                <a:cubicBezTo>
                  <a:pt x="2294" y="135"/>
                  <a:pt x="2257" y="143"/>
                  <a:pt x="2219" y="152"/>
                </a:cubicBezTo>
                <a:cubicBezTo>
                  <a:pt x="1978" y="213"/>
                  <a:pt x="1739" y="291"/>
                  <a:pt x="1507" y="385"/>
                </a:cubicBezTo>
                <a:cubicBezTo>
                  <a:pt x="1478" y="396"/>
                  <a:pt x="1463" y="430"/>
                  <a:pt x="1472" y="463"/>
                </a:cubicBezTo>
                <a:cubicBezTo>
                  <a:pt x="1473" y="465"/>
                  <a:pt x="1473" y="468"/>
                  <a:pt x="1474" y="471"/>
                </a:cubicBezTo>
                <a:cubicBezTo>
                  <a:pt x="1484" y="498"/>
                  <a:pt x="1508" y="515"/>
                  <a:pt x="1533" y="515"/>
                </a:cubicBezTo>
                <a:cubicBezTo>
                  <a:pt x="1540" y="515"/>
                  <a:pt x="1547" y="513"/>
                  <a:pt x="1554" y="511"/>
                </a:cubicBezTo>
                <a:cubicBezTo>
                  <a:pt x="1781" y="418"/>
                  <a:pt x="2015" y="342"/>
                  <a:pt x="2251" y="283"/>
                </a:cubicBezTo>
                <a:cubicBezTo>
                  <a:pt x="2289" y="274"/>
                  <a:pt x="2325" y="265"/>
                  <a:pt x="2361" y="256"/>
                </a:cubicBezTo>
                <a:cubicBezTo>
                  <a:pt x="2395" y="249"/>
                  <a:pt x="2415" y="214"/>
                  <a:pt x="2406" y="177"/>
                </a:cubicBezTo>
                <a:cubicBezTo>
                  <a:pt x="2406" y="177"/>
                  <a:pt x="2406" y="176"/>
                  <a:pt x="2406" y="176"/>
                </a:cubicBezTo>
                <a:cubicBezTo>
                  <a:pt x="2399" y="146"/>
                  <a:pt x="2373" y="125"/>
                  <a:pt x="2344" y="125"/>
                </a:cubicBezTo>
                <a:close/>
                <a:moveTo>
                  <a:pt x="4902" y="215"/>
                </a:moveTo>
                <a:cubicBezTo>
                  <a:pt x="4875" y="215"/>
                  <a:pt x="4851" y="234"/>
                  <a:pt x="4845" y="264"/>
                </a:cubicBezTo>
                <a:cubicBezTo>
                  <a:pt x="4843" y="275"/>
                  <a:pt x="4843" y="285"/>
                  <a:pt x="4846" y="296"/>
                </a:cubicBezTo>
                <a:cubicBezTo>
                  <a:pt x="4852" y="319"/>
                  <a:pt x="4869" y="339"/>
                  <a:pt x="4891" y="345"/>
                </a:cubicBezTo>
                <a:cubicBezTo>
                  <a:pt x="5167" y="426"/>
                  <a:pt x="5440" y="531"/>
                  <a:pt x="5705" y="657"/>
                </a:cubicBezTo>
                <a:cubicBezTo>
                  <a:pt x="5713" y="661"/>
                  <a:pt x="5722" y="663"/>
                  <a:pt x="5730" y="663"/>
                </a:cubicBezTo>
                <a:cubicBezTo>
                  <a:pt x="5753" y="663"/>
                  <a:pt x="5776" y="648"/>
                  <a:pt x="5784" y="623"/>
                </a:cubicBezTo>
                <a:cubicBezTo>
                  <a:pt x="5797" y="590"/>
                  <a:pt x="5782" y="550"/>
                  <a:pt x="5750" y="535"/>
                </a:cubicBezTo>
                <a:cubicBezTo>
                  <a:pt x="5480" y="407"/>
                  <a:pt x="5200" y="299"/>
                  <a:pt x="4919" y="217"/>
                </a:cubicBezTo>
                <a:cubicBezTo>
                  <a:pt x="4913" y="215"/>
                  <a:pt x="4908" y="215"/>
                  <a:pt x="4902" y="215"/>
                </a:cubicBezTo>
                <a:close/>
                <a:moveTo>
                  <a:pt x="761" y="768"/>
                </a:moveTo>
                <a:cubicBezTo>
                  <a:pt x="751" y="768"/>
                  <a:pt x="741" y="771"/>
                  <a:pt x="732" y="777"/>
                </a:cubicBezTo>
                <a:cubicBezTo>
                  <a:pt x="484" y="929"/>
                  <a:pt x="247" y="1103"/>
                  <a:pt x="26" y="1294"/>
                </a:cubicBezTo>
                <a:cubicBezTo>
                  <a:pt x="7" y="1310"/>
                  <a:pt x="1" y="1336"/>
                  <a:pt x="7" y="1361"/>
                </a:cubicBezTo>
                <a:cubicBezTo>
                  <a:pt x="9" y="1371"/>
                  <a:pt x="13" y="1379"/>
                  <a:pt x="19" y="1388"/>
                </a:cubicBezTo>
                <a:cubicBezTo>
                  <a:pt x="32" y="1405"/>
                  <a:pt x="50" y="1413"/>
                  <a:pt x="69" y="1413"/>
                </a:cubicBezTo>
                <a:cubicBezTo>
                  <a:pt x="82" y="1413"/>
                  <a:pt x="95" y="1409"/>
                  <a:pt x="105" y="1400"/>
                </a:cubicBezTo>
                <a:cubicBezTo>
                  <a:pt x="321" y="1214"/>
                  <a:pt x="554" y="1043"/>
                  <a:pt x="796" y="894"/>
                </a:cubicBezTo>
                <a:cubicBezTo>
                  <a:pt x="825" y="876"/>
                  <a:pt x="835" y="835"/>
                  <a:pt x="818" y="803"/>
                </a:cubicBezTo>
                <a:cubicBezTo>
                  <a:pt x="805" y="781"/>
                  <a:pt x="783" y="768"/>
                  <a:pt x="761" y="768"/>
                </a:cubicBezTo>
                <a:close/>
                <a:moveTo>
                  <a:pt x="6500" y="971"/>
                </a:moveTo>
                <a:cubicBezTo>
                  <a:pt x="6480" y="971"/>
                  <a:pt x="6461" y="982"/>
                  <a:pt x="6450" y="1002"/>
                </a:cubicBezTo>
                <a:cubicBezTo>
                  <a:pt x="6441" y="1018"/>
                  <a:pt x="6440" y="1036"/>
                  <a:pt x="6443" y="1053"/>
                </a:cubicBezTo>
                <a:cubicBezTo>
                  <a:pt x="6448" y="1069"/>
                  <a:pt x="6458" y="1084"/>
                  <a:pt x="6472" y="1095"/>
                </a:cubicBezTo>
                <a:cubicBezTo>
                  <a:pt x="6719" y="1261"/>
                  <a:pt x="6956" y="1447"/>
                  <a:pt x="7177" y="1647"/>
                </a:cubicBezTo>
                <a:cubicBezTo>
                  <a:pt x="7189" y="1659"/>
                  <a:pt x="7204" y="1664"/>
                  <a:pt x="7218" y="1664"/>
                </a:cubicBezTo>
                <a:cubicBezTo>
                  <a:pt x="7235" y="1664"/>
                  <a:pt x="7252" y="1656"/>
                  <a:pt x="7264" y="1641"/>
                </a:cubicBezTo>
                <a:cubicBezTo>
                  <a:pt x="7284" y="1613"/>
                  <a:pt x="7280" y="1570"/>
                  <a:pt x="7253" y="1547"/>
                </a:cubicBezTo>
                <a:cubicBezTo>
                  <a:pt x="7028" y="1342"/>
                  <a:pt x="6786" y="1152"/>
                  <a:pt x="6534" y="982"/>
                </a:cubicBezTo>
                <a:cubicBezTo>
                  <a:pt x="6523" y="975"/>
                  <a:pt x="6512" y="971"/>
                  <a:pt x="6500" y="971"/>
                </a:cubicBezTo>
                <a:close/>
                <a:moveTo>
                  <a:pt x="7843" y="2196"/>
                </a:moveTo>
                <a:cubicBezTo>
                  <a:pt x="7829" y="2196"/>
                  <a:pt x="7815" y="2202"/>
                  <a:pt x="7804" y="2212"/>
                </a:cubicBezTo>
                <a:cubicBezTo>
                  <a:pt x="7787" y="2230"/>
                  <a:pt x="7781" y="2254"/>
                  <a:pt x="7786" y="2279"/>
                </a:cubicBezTo>
                <a:cubicBezTo>
                  <a:pt x="7789" y="2288"/>
                  <a:pt x="7794" y="2298"/>
                  <a:pt x="7801" y="2306"/>
                </a:cubicBezTo>
                <a:cubicBezTo>
                  <a:pt x="7847" y="2363"/>
                  <a:pt x="7893" y="2421"/>
                  <a:pt x="7937" y="2480"/>
                </a:cubicBezTo>
                <a:cubicBezTo>
                  <a:pt x="8075" y="2661"/>
                  <a:pt x="8207" y="2856"/>
                  <a:pt x="8330" y="3057"/>
                </a:cubicBezTo>
                <a:cubicBezTo>
                  <a:pt x="8342" y="3078"/>
                  <a:pt x="8363" y="3089"/>
                  <a:pt x="8384" y="3089"/>
                </a:cubicBezTo>
                <a:cubicBezTo>
                  <a:pt x="8395" y="3089"/>
                  <a:pt x="8406" y="3086"/>
                  <a:pt x="8415" y="3079"/>
                </a:cubicBezTo>
                <a:cubicBezTo>
                  <a:pt x="8443" y="3060"/>
                  <a:pt x="8451" y="3018"/>
                  <a:pt x="8431" y="2987"/>
                </a:cubicBezTo>
                <a:cubicBezTo>
                  <a:pt x="8306" y="2781"/>
                  <a:pt x="8171" y="2582"/>
                  <a:pt x="8031" y="2397"/>
                </a:cubicBezTo>
                <a:cubicBezTo>
                  <a:pt x="7985" y="2337"/>
                  <a:pt x="7939" y="2278"/>
                  <a:pt x="7891" y="2220"/>
                </a:cubicBezTo>
                <a:cubicBezTo>
                  <a:pt x="7878" y="2205"/>
                  <a:pt x="7861" y="2196"/>
                  <a:pt x="7843" y="2196"/>
                </a:cubicBezTo>
                <a:close/>
                <a:moveTo>
                  <a:pt x="8818" y="3781"/>
                </a:moveTo>
                <a:cubicBezTo>
                  <a:pt x="8809" y="3781"/>
                  <a:pt x="8800" y="3783"/>
                  <a:pt x="8791" y="3787"/>
                </a:cubicBezTo>
                <a:cubicBezTo>
                  <a:pt x="8766" y="3800"/>
                  <a:pt x="8753" y="3832"/>
                  <a:pt x="8760" y="3862"/>
                </a:cubicBezTo>
                <a:cubicBezTo>
                  <a:pt x="8762" y="3866"/>
                  <a:pt x="8764" y="3872"/>
                  <a:pt x="8766" y="3876"/>
                </a:cubicBezTo>
                <a:cubicBezTo>
                  <a:pt x="8890" y="4144"/>
                  <a:pt x="9008" y="4435"/>
                  <a:pt x="9117" y="4739"/>
                </a:cubicBezTo>
                <a:cubicBezTo>
                  <a:pt x="9127" y="4767"/>
                  <a:pt x="9152" y="4784"/>
                  <a:pt x="9177" y="4784"/>
                </a:cubicBezTo>
                <a:cubicBezTo>
                  <a:pt x="9184" y="4784"/>
                  <a:pt x="9191" y="4783"/>
                  <a:pt x="9197" y="4781"/>
                </a:cubicBezTo>
                <a:cubicBezTo>
                  <a:pt x="9228" y="4768"/>
                  <a:pt x="9242" y="4728"/>
                  <a:pt x="9232" y="4695"/>
                </a:cubicBezTo>
                <a:cubicBezTo>
                  <a:pt x="9122" y="4388"/>
                  <a:pt x="9001" y="4093"/>
                  <a:pt x="8875" y="3819"/>
                </a:cubicBezTo>
                <a:cubicBezTo>
                  <a:pt x="8863" y="3795"/>
                  <a:pt x="8841" y="3781"/>
                  <a:pt x="8818" y="3781"/>
                </a:cubicBezTo>
                <a:close/>
                <a:moveTo>
                  <a:pt x="9458" y="5546"/>
                </a:moveTo>
                <a:cubicBezTo>
                  <a:pt x="9452" y="5546"/>
                  <a:pt x="9447" y="5547"/>
                  <a:pt x="9442" y="5549"/>
                </a:cubicBezTo>
                <a:cubicBezTo>
                  <a:pt x="9410" y="5558"/>
                  <a:pt x="9393" y="5594"/>
                  <a:pt x="9401" y="5628"/>
                </a:cubicBezTo>
                <a:cubicBezTo>
                  <a:pt x="9401" y="5629"/>
                  <a:pt x="9401" y="5630"/>
                  <a:pt x="9401" y="5631"/>
                </a:cubicBezTo>
                <a:cubicBezTo>
                  <a:pt x="9483" y="5913"/>
                  <a:pt x="9563" y="6226"/>
                  <a:pt x="9635" y="6539"/>
                </a:cubicBezTo>
                <a:cubicBezTo>
                  <a:pt x="9635" y="6539"/>
                  <a:pt x="9636" y="6540"/>
                  <a:pt x="9636" y="6540"/>
                </a:cubicBezTo>
                <a:cubicBezTo>
                  <a:pt x="9644" y="6570"/>
                  <a:pt x="9669" y="6592"/>
                  <a:pt x="9697" y="6592"/>
                </a:cubicBezTo>
                <a:cubicBezTo>
                  <a:pt x="9701" y="6592"/>
                  <a:pt x="9706" y="6592"/>
                  <a:pt x="9710" y="6590"/>
                </a:cubicBezTo>
                <a:cubicBezTo>
                  <a:pt x="9743" y="6583"/>
                  <a:pt x="9764" y="6548"/>
                  <a:pt x="9755" y="6511"/>
                </a:cubicBezTo>
                <a:cubicBezTo>
                  <a:pt x="9681" y="6196"/>
                  <a:pt x="9600" y="5881"/>
                  <a:pt x="9519" y="5597"/>
                </a:cubicBezTo>
                <a:cubicBezTo>
                  <a:pt x="9511" y="5566"/>
                  <a:pt x="9485" y="5546"/>
                  <a:pt x="9458" y="5546"/>
                </a:cubicBezTo>
                <a:close/>
                <a:moveTo>
                  <a:pt x="9894" y="7378"/>
                </a:moveTo>
                <a:cubicBezTo>
                  <a:pt x="9890" y="7378"/>
                  <a:pt x="9886" y="7378"/>
                  <a:pt x="9882" y="7379"/>
                </a:cubicBezTo>
                <a:cubicBezTo>
                  <a:pt x="9849" y="7386"/>
                  <a:pt x="9829" y="7420"/>
                  <a:pt x="9836" y="7457"/>
                </a:cubicBezTo>
                <a:cubicBezTo>
                  <a:pt x="9886" y="7706"/>
                  <a:pt x="9936" y="7953"/>
                  <a:pt x="9985" y="8200"/>
                </a:cubicBezTo>
                <a:lnTo>
                  <a:pt x="10019" y="8380"/>
                </a:lnTo>
                <a:cubicBezTo>
                  <a:pt x="10020" y="8381"/>
                  <a:pt x="10020" y="8382"/>
                  <a:pt x="10020" y="8383"/>
                </a:cubicBezTo>
                <a:cubicBezTo>
                  <a:pt x="10028" y="8413"/>
                  <a:pt x="10054" y="8435"/>
                  <a:pt x="10082" y="8435"/>
                </a:cubicBezTo>
                <a:cubicBezTo>
                  <a:pt x="10085" y="8435"/>
                  <a:pt x="10089" y="8435"/>
                  <a:pt x="10093" y="8434"/>
                </a:cubicBezTo>
                <a:cubicBezTo>
                  <a:pt x="10126" y="8429"/>
                  <a:pt x="10147" y="8394"/>
                  <a:pt x="10140" y="8357"/>
                </a:cubicBezTo>
                <a:lnTo>
                  <a:pt x="10104" y="8178"/>
                </a:lnTo>
                <a:cubicBezTo>
                  <a:pt x="10056" y="7931"/>
                  <a:pt x="10007" y="7682"/>
                  <a:pt x="9956" y="7433"/>
                </a:cubicBezTo>
                <a:cubicBezTo>
                  <a:pt x="9946" y="7398"/>
                  <a:pt x="9922" y="7378"/>
                  <a:pt x="9894" y="7378"/>
                </a:cubicBezTo>
                <a:close/>
                <a:moveTo>
                  <a:pt x="10265" y="9224"/>
                </a:moveTo>
                <a:cubicBezTo>
                  <a:pt x="10261" y="9224"/>
                  <a:pt x="10257" y="9224"/>
                  <a:pt x="10253" y="9225"/>
                </a:cubicBezTo>
                <a:cubicBezTo>
                  <a:pt x="10220" y="9232"/>
                  <a:pt x="10199" y="9266"/>
                  <a:pt x="10207" y="9303"/>
                </a:cubicBezTo>
                <a:cubicBezTo>
                  <a:pt x="10280" y="9642"/>
                  <a:pt x="10348" y="9944"/>
                  <a:pt x="10417" y="10224"/>
                </a:cubicBezTo>
                <a:cubicBezTo>
                  <a:pt x="10425" y="10255"/>
                  <a:pt x="10451" y="10276"/>
                  <a:pt x="10479" y="10276"/>
                </a:cubicBezTo>
                <a:cubicBezTo>
                  <a:pt x="10484" y="10276"/>
                  <a:pt x="10488" y="10275"/>
                  <a:pt x="10493" y="10274"/>
                </a:cubicBezTo>
                <a:cubicBezTo>
                  <a:pt x="10525" y="10266"/>
                  <a:pt x="10544" y="10230"/>
                  <a:pt x="10536" y="10194"/>
                </a:cubicBezTo>
                <a:cubicBezTo>
                  <a:pt x="10466" y="9916"/>
                  <a:pt x="10398" y="9617"/>
                  <a:pt x="10327" y="9278"/>
                </a:cubicBezTo>
                <a:cubicBezTo>
                  <a:pt x="10316" y="9243"/>
                  <a:pt x="10293" y="9224"/>
                  <a:pt x="10265" y="9224"/>
                </a:cubicBezTo>
                <a:close/>
                <a:moveTo>
                  <a:pt x="22673" y="11500"/>
                </a:moveTo>
                <a:cubicBezTo>
                  <a:pt x="22667" y="11500"/>
                  <a:pt x="22660" y="11500"/>
                  <a:pt x="22653" y="11500"/>
                </a:cubicBezTo>
                <a:cubicBezTo>
                  <a:pt x="22620" y="11500"/>
                  <a:pt x="22594" y="11530"/>
                  <a:pt x="22596" y="11567"/>
                </a:cubicBezTo>
                <a:cubicBezTo>
                  <a:pt x="22596" y="11573"/>
                  <a:pt x="22596" y="11577"/>
                  <a:pt x="22597" y="11582"/>
                </a:cubicBezTo>
                <a:cubicBezTo>
                  <a:pt x="22604" y="11612"/>
                  <a:pt x="22629" y="11634"/>
                  <a:pt x="22657" y="11634"/>
                </a:cubicBezTo>
                <a:cubicBezTo>
                  <a:pt x="22657" y="11634"/>
                  <a:pt x="22658" y="11634"/>
                  <a:pt x="22659" y="11634"/>
                </a:cubicBezTo>
                <a:cubicBezTo>
                  <a:pt x="22943" y="11634"/>
                  <a:pt x="23229" y="11655"/>
                  <a:pt x="23510" y="11698"/>
                </a:cubicBezTo>
                <a:cubicBezTo>
                  <a:pt x="23513" y="11698"/>
                  <a:pt x="23516" y="11699"/>
                  <a:pt x="23519" y="11699"/>
                </a:cubicBezTo>
                <a:cubicBezTo>
                  <a:pt x="23550" y="11699"/>
                  <a:pt x="23575" y="11674"/>
                  <a:pt x="23578" y="11641"/>
                </a:cubicBezTo>
                <a:cubicBezTo>
                  <a:pt x="23581" y="11605"/>
                  <a:pt x="23556" y="11571"/>
                  <a:pt x="23523" y="11565"/>
                </a:cubicBezTo>
                <a:cubicBezTo>
                  <a:pt x="23242" y="11523"/>
                  <a:pt x="22956" y="11500"/>
                  <a:pt x="22673" y="11500"/>
                </a:cubicBezTo>
                <a:close/>
                <a:moveTo>
                  <a:pt x="21800" y="11570"/>
                </a:moveTo>
                <a:cubicBezTo>
                  <a:pt x="21797" y="11570"/>
                  <a:pt x="21794" y="11570"/>
                  <a:pt x="21791" y="11571"/>
                </a:cubicBezTo>
                <a:cubicBezTo>
                  <a:pt x="21646" y="11594"/>
                  <a:pt x="21502" y="11624"/>
                  <a:pt x="21361" y="11659"/>
                </a:cubicBezTo>
                <a:cubicBezTo>
                  <a:pt x="21222" y="11694"/>
                  <a:pt x="21085" y="11734"/>
                  <a:pt x="20952" y="11779"/>
                </a:cubicBezTo>
                <a:cubicBezTo>
                  <a:pt x="20922" y="11790"/>
                  <a:pt x="20905" y="11824"/>
                  <a:pt x="20913" y="11857"/>
                </a:cubicBezTo>
                <a:cubicBezTo>
                  <a:pt x="20914" y="11859"/>
                  <a:pt x="20914" y="11861"/>
                  <a:pt x="20915" y="11862"/>
                </a:cubicBezTo>
                <a:cubicBezTo>
                  <a:pt x="20924" y="11891"/>
                  <a:pt x="20949" y="11909"/>
                  <a:pt x="20975" y="11909"/>
                </a:cubicBezTo>
                <a:cubicBezTo>
                  <a:pt x="20981" y="11909"/>
                  <a:pt x="20987" y="11908"/>
                  <a:pt x="20993" y="11906"/>
                </a:cubicBezTo>
                <a:cubicBezTo>
                  <a:pt x="21124" y="11862"/>
                  <a:pt x="21257" y="11823"/>
                  <a:pt x="21393" y="11790"/>
                </a:cubicBezTo>
                <a:cubicBezTo>
                  <a:pt x="21531" y="11755"/>
                  <a:pt x="21673" y="11727"/>
                  <a:pt x="21815" y="11703"/>
                </a:cubicBezTo>
                <a:cubicBezTo>
                  <a:pt x="21848" y="11698"/>
                  <a:pt x="21869" y="11664"/>
                  <a:pt x="21863" y="11627"/>
                </a:cubicBezTo>
                <a:cubicBezTo>
                  <a:pt x="21857" y="11594"/>
                  <a:pt x="21830" y="11570"/>
                  <a:pt x="21800" y="11570"/>
                </a:cubicBezTo>
                <a:close/>
                <a:moveTo>
                  <a:pt x="10723" y="11050"/>
                </a:moveTo>
                <a:cubicBezTo>
                  <a:pt x="10717" y="11050"/>
                  <a:pt x="10712" y="11051"/>
                  <a:pt x="10706" y="11053"/>
                </a:cubicBezTo>
                <a:cubicBezTo>
                  <a:pt x="10675" y="11062"/>
                  <a:pt x="10658" y="11097"/>
                  <a:pt x="10666" y="11132"/>
                </a:cubicBezTo>
                <a:cubicBezTo>
                  <a:pt x="10667" y="11133"/>
                  <a:pt x="10667" y="11134"/>
                  <a:pt x="10667" y="11136"/>
                </a:cubicBezTo>
                <a:cubicBezTo>
                  <a:pt x="10766" y="11455"/>
                  <a:pt x="10866" y="11748"/>
                  <a:pt x="10975" y="12030"/>
                </a:cubicBezTo>
                <a:cubicBezTo>
                  <a:pt x="10986" y="12057"/>
                  <a:pt x="11010" y="12073"/>
                  <a:pt x="11035" y="12073"/>
                </a:cubicBezTo>
                <a:cubicBezTo>
                  <a:pt x="11042" y="12073"/>
                  <a:pt x="11049" y="12071"/>
                  <a:pt x="11056" y="12069"/>
                </a:cubicBezTo>
                <a:cubicBezTo>
                  <a:pt x="11087" y="12056"/>
                  <a:pt x="11101" y="12017"/>
                  <a:pt x="11088" y="11982"/>
                </a:cubicBezTo>
                <a:cubicBezTo>
                  <a:pt x="10980" y="11704"/>
                  <a:pt x="10881" y="11416"/>
                  <a:pt x="10784" y="11098"/>
                </a:cubicBezTo>
                <a:cubicBezTo>
                  <a:pt x="10775" y="11069"/>
                  <a:pt x="10750" y="11050"/>
                  <a:pt x="10723" y="11050"/>
                </a:cubicBezTo>
                <a:close/>
                <a:moveTo>
                  <a:pt x="24363" y="11764"/>
                </a:moveTo>
                <a:cubicBezTo>
                  <a:pt x="24336" y="11764"/>
                  <a:pt x="24311" y="11783"/>
                  <a:pt x="24305" y="11812"/>
                </a:cubicBezTo>
                <a:cubicBezTo>
                  <a:pt x="24302" y="11823"/>
                  <a:pt x="24303" y="11835"/>
                  <a:pt x="24305" y="11845"/>
                </a:cubicBezTo>
                <a:cubicBezTo>
                  <a:pt x="24311" y="11869"/>
                  <a:pt x="24327" y="11888"/>
                  <a:pt x="24350" y="11894"/>
                </a:cubicBezTo>
                <a:cubicBezTo>
                  <a:pt x="24611" y="11978"/>
                  <a:pt x="24867" y="12080"/>
                  <a:pt x="25111" y="12200"/>
                </a:cubicBezTo>
                <a:lnTo>
                  <a:pt x="25158" y="12224"/>
                </a:lnTo>
                <a:cubicBezTo>
                  <a:pt x="25166" y="12229"/>
                  <a:pt x="25175" y="12230"/>
                  <a:pt x="25184" y="12230"/>
                </a:cubicBezTo>
                <a:cubicBezTo>
                  <a:pt x="25207" y="12230"/>
                  <a:pt x="25229" y="12217"/>
                  <a:pt x="25239" y="12192"/>
                </a:cubicBezTo>
                <a:cubicBezTo>
                  <a:pt x="25252" y="12159"/>
                  <a:pt x="25237" y="12119"/>
                  <a:pt x="25205" y="12103"/>
                </a:cubicBezTo>
                <a:lnTo>
                  <a:pt x="25158" y="12079"/>
                </a:lnTo>
                <a:cubicBezTo>
                  <a:pt x="24908" y="11956"/>
                  <a:pt x="24646" y="11852"/>
                  <a:pt x="24380" y="11766"/>
                </a:cubicBezTo>
                <a:cubicBezTo>
                  <a:pt x="24374" y="11765"/>
                  <a:pt x="24369" y="11764"/>
                  <a:pt x="24363" y="11764"/>
                </a:cubicBezTo>
                <a:close/>
                <a:moveTo>
                  <a:pt x="20185" y="12120"/>
                </a:moveTo>
                <a:cubicBezTo>
                  <a:pt x="20176" y="12120"/>
                  <a:pt x="20167" y="12122"/>
                  <a:pt x="20158" y="12127"/>
                </a:cubicBezTo>
                <a:cubicBezTo>
                  <a:pt x="19902" y="12267"/>
                  <a:pt x="19658" y="12432"/>
                  <a:pt x="19434" y="12615"/>
                </a:cubicBezTo>
                <a:cubicBezTo>
                  <a:pt x="19413" y="12631"/>
                  <a:pt x="19406" y="12659"/>
                  <a:pt x="19412" y="12684"/>
                </a:cubicBezTo>
                <a:cubicBezTo>
                  <a:pt x="19414" y="12692"/>
                  <a:pt x="19419" y="12701"/>
                  <a:pt x="19424" y="12708"/>
                </a:cubicBezTo>
                <a:cubicBezTo>
                  <a:pt x="19436" y="12727"/>
                  <a:pt x="19456" y="12736"/>
                  <a:pt x="19475" y="12736"/>
                </a:cubicBezTo>
                <a:cubicBezTo>
                  <a:pt x="19488" y="12736"/>
                  <a:pt x="19500" y="12732"/>
                  <a:pt x="19511" y="12723"/>
                </a:cubicBezTo>
                <a:cubicBezTo>
                  <a:pt x="19729" y="12545"/>
                  <a:pt x="19967" y="12385"/>
                  <a:pt x="20218" y="12247"/>
                </a:cubicBezTo>
                <a:cubicBezTo>
                  <a:pt x="20247" y="12231"/>
                  <a:pt x="20257" y="12190"/>
                  <a:pt x="20241" y="12157"/>
                </a:cubicBezTo>
                <a:cubicBezTo>
                  <a:pt x="20230" y="12134"/>
                  <a:pt x="20208" y="12120"/>
                  <a:pt x="20185" y="12120"/>
                </a:cubicBezTo>
                <a:close/>
                <a:moveTo>
                  <a:pt x="25947" y="12554"/>
                </a:moveTo>
                <a:cubicBezTo>
                  <a:pt x="25927" y="12554"/>
                  <a:pt x="25908" y="12565"/>
                  <a:pt x="25897" y="12584"/>
                </a:cubicBezTo>
                <a:cubicBezTo>
                  <a:pt x="25888" y="12599"/>
                  <a:pt x="25886" y="12619"/>
                  <a:pt x="25890" y="12636"/>
                </a:cubicBezTo>
                <a:cubicBezTo>
                  <a:pt x="25895" y="12652"/>
                  <a:pt x="25904" y="12667"/>
                  <a:pt x="25919" y="12676"/>
                </a:cubicBezTo>
                <a:cubicBezTo>
                  <a:pt x="26161" y="12844"/>
                  <a:pt x="26397" y="13032"/>
                  <a:pt x="26621" y="13235"/>
                </a:cubicBezTo>
                <a:cubicBezTo>
                  <a:pt x="26633" y="13246"/>
                  <a:pt x="26648" y="13252"/>
                  <a:pt x="26662" y="13252"/>
                </a:cubicBezTo>
                <a:cubicBezTo>
                  <a:pt x="26680" y="13252"/>
                  <a:pt x="26697" y="13244"/>
                  <a:pt x="26708" y="13229"/>
                </a:cubicBezTo>
                <a:cubicBezTo>
                  <a:pt x="26729" y="13200"/>
                  <a:pt x="26724" y="13158"/>
                  <a:pt x="26697" y="13134"/>
                </a:cubicBezTo>
                <a:cubicBezTo>
                  <a:pt x="26468" y="12927"/>
                  <a:pt x="26228" y="12735"/>
                  <a:pt x="25981" y="12565"/>
                </a:cubicBezTo>
                <a:cubicBezTo>
                  <a:pt x="25971" y="12558"/>
                  <a:pt x="25959" y="12554"/>
                  <a:pt x="25947" y="12554"/>
                </a:cubicBezTo>
                <a:close/>
                <a:moveTo>
                  <a:pt x="11409" y="12797"/>
                </a:moveTo>
                <a:cubicBezTo>
                  <a:pt x="11400" y="12797"/>
                  <a:pt x="11391" y="12799"/>
                  <a:pt x="11382" y="12803"/>
                </a:cubicBezTo>
                <a:cubicBezTo>
                  <a:pt x="11357" y="12817"/>
                  <a:pt x="11346" y="12848"/>
                  <a:pt x="11353" y="12878"/>
                </a:cubicBezTo>
                <a:cubicBezTo>
                  <a:pt x="11354" y="12884"/>
                  <a:pt x="11356" y="12888"/>
                  <a:pt x="11360" y="12893"/>
                </a:cubicBezTo>
                <a:cubicBezTo>
                  <a:pt x="11505" y="13182"/>
                  <a:pt x="11664" y="13455"/>
                  <a:pt x="11833" y="13707"/>
                </a:cubicBezTo>
                <a:cubicBezTo>
                  <a:pt x="11845" y="13726"/>
                  <a:pt x="11865" y="13737"/>
                  <a:pt x="11885" y="13737"/>
                </a:cubicBezTo>
                <a:cubicBezTo>
                  <a:pt x="11897" y="13737"/>
                  <a:pt x="11909" y="13733"/>
                  <a:pt x="11919" y="13724"/>
                </a:cubicBezTo>
                <a:cubicBezTo>
                  <a:pt x="11946" y="13704"/>
                  <a:pt x="11951" y="13662"/>
                  <a:pt x="11931" y="13631"/>
                </a:cubicBezTo>
                <a:cubicBezTo>
                  <a:pt x="11766" y="13385"/>
                  <a:pt x="11610" y="13115"/>
                  <a:pt x="11466" y="12833"/>
                </a:cubicBezTo>
                <a:cubicBezTo>
                  <a:pt x="11454" y="12810"/>
                  <a:pt x="11432" y="12797"/>
                  <a:pt x="11409" y="12797"/>
                </a:cubicBezTo>
                <a:close/>
                <a:moveTo>
                  <a:pt x="18848" y="13219"/>
                </a:moveTo>
                <a:cubicBezTo>
                  <a:pt x="18832" y="13219"/>
                  <a:pt x="18816" y="13226"/>
                  <a:pt x="18804" y="13239"/>
                </a:cubicBezTo>
                <a:cubicBezTo>
                  <a:pt x="18619" y="13460"/>
                  <a:pt x="18452" y="13692"/>
                  <a:pt x="18268" y="13951"/>
                </a:cubicBezTo>
                <a:cubicBezTo>
                  <a:pt x="18256" y="13968"/>
                  <a:pt x="18253" y="13989"/>
                  <a:pt x="18259" y="14009"/>
                </a:cubicBezTo>
                <a:cubicBezTo>
                  <a:pt x="18262" y="14022"/>
                  <a:pt x="18269" y="14035"/>
                  <a:pt x="18281" y="14045"/>
                </a:cubicBezTo>
                <a:cubicBezTo>
                  <a:pt x="18293" y="14055"/>
                  <a:pt x="18307" y="14060"/>
                  <a:pt x="18320" y="14060"/>
                </a:cubicBezTo>
                <a:cubicBezTo>
                  <a:pt x="18338" y="14060"/>
                  <a:pt x="18355" y="14052"/>
                  <a:pt x="18366" y="14036"/>
                </a:cubicBezTo>
                <a:cubicBezTo>
                  <a:pt x="18549" y="13779"/>
                  <a:pt x="18715" y="13549"/>
                  <a:pt x="18897" y="13331"/>
                </a:cubicBezTo>
                <a:cubicBezTo>
                  <a:pt x="18920" y="13305"/>
                  <a:pt x="18917" y="13263"/>
                  <a:pt x="18891" y="13237"/>
                </a:cubicBezTo>
                <a:cubicBezTo>
                  <a:pt x="18879" y="13225"/>
                  <a:pt x="18863" y="13219"/>
                  <a:pt x="18848" y="13219"/>
                </a:cubicBezTo>
                <a:close/>
                <a:moveTo>
                  <a:pt x="27299" y="13772"/>
                </a:moveTo>
                <a:cubicBezTo>
                  <a:pt x="27284" y="13772"/>
                  <a:pt x="27269" y="13777"/>
                  <a:pt x="27258" y="13790"/>
                </a:cubicBezTo>
                <a:cubicBezTo>
                  <a:pt x="27242" y="13806"/>
                  <a:pt x="27236" y="13830"/>
                  <a:pt x="27242" y="13854"/>
                </a:cubicBezTo>
                <a:cubicBezTo>
                  <a:pt x="27245" y="13864"/>
                  <a:pt x="27249" y="13875"/>
                  <a:pt x="27258" y="13884"/>
                </a:cubicBezTo>
                <a:cubicBezTo>
                  <a:pt x="27455" y="14111"/>
                  <a:pt x="27646" y="14355"/>
                  <a:pt x="27821" y="14608"/>
                </a:cubicBezTo>
                <a:cubicBezTo>
                  <a:pt x="27834" y="14626"/>
                  <a:pt x="27853" y="14635"/>
                  <a:pt x="27872" y="14635"/>
                </a:cubicBezTo>
                <a:cubicBezTo>
                  <a:pt x="27884" y="14635"/>
                  <a:pt x="27897" y="14631"/>
                  <a:pt x="27907" y="14623"/>
                </a:cubicBezTo>
                <a:cubicBezTo>
                  <a:pt x="27934" y="14601"/>
                  <a:pt x="27938" y="14560"/>
                  <a:pt x="27918" y="14530"/>
                </a:cubicBezTo>
                <a:cubicBezTo>
                  <a:pt x="27740" y="14272"/>
                  <a:pt x="27546" y="14025"/>
                  <a:pt x="27345" y="13794"/>
                </a:cubicBezTo>
                <a:cubicBezTo>
                  <a:pt x="27332" y="13779"/>
                  <a:pt x="27315" y="13772"/>
                  <a:pt x="27299" y="13772"/>
                </a:cubicBezTo>
                <a:close/>
                <a:moveTo>
                  <a:pt x="12451" y="14328"/>
                </a:moveTo>
                <a:cubicBezTo>
                  <a:pt x="12436" y="14328"/>
                  <a:pt x="12421" y="14335"/>
                  <a:pt x="12410" y="14347"/>
                </a:cubicBezTo>
                <a:cubicBezTo>
                  <a:pt x="12394" y="14364"/>
                  <a:pt x="12389" y="14388"/>
                  <a:pt x="12395" y="14410"/>
                </a:cubicBezTo>
                <a:cubicBezTo>
                  <a:pt x="12398" y="14422"/>
                  <a:pt x="12403" y="14433"/>
                  <a:pt x="12412" y="14442"/>
                </a:cubicBezTo>
                <a:cubicBezTo>
                  <a:pt x="12623" y="14666"/>
                  <a:pt x="12855" y="14872"/>
                  <a:pt x="13101" y="15055"/>
                </a:cubicBezTo>
                <a:cubicBezTo>
                  <a:pt x="13112" y="15064"/>
                  <a:pt x="13125" y="15068"/>
                  <a:pt x="13137" y="15068"/>
                </a:cubicBezTo>
                <a:cubicBezTo>
                  <a:pt x="13156" y="15068"/>
                  <a:pt x="13175" y="15058"/>
                  <a:pt x="13186" y="15039"/>
                </a:cubicBezTo>
                <a:cubicBezTo>
                  <a:pt x="13205" y="15008"/>
                  <a:pt x="13196" y="14967"/>
                  <a:pt x="13167" y="14945"/>
                </a:cubicBezTo>
                <a:cubicBezTo>
                  <a:pt x="12928" y="14767"/>
                  <a:pt x="12701" y="14566"/>
                  <a:pt x="12496" y="14348"/>
                </a:cubicBezTo>
                <a:cubicBezTo>
                  <a:pt x="12484" y="14335"/>
                  <a:pt x="12467" y="14328"/>
                  <a:pt x="12451" y="14328"/>
                </a:cubicBezTo>
                <a:close/>
                <a:moveTo>
                  <a:pt x="17786" y="14639"/>
                </a:moveTo>
                <a:cubicBezTo>
                  <a:pt x="17769" y="14639"/>
                  <a:pt x="17753" y="14646"/>
                  <a:pt x="17742" y="14660"/>
                </a:cubicBezTo>
                <a:cubicBezTo>
                  <a:pt x="17532" y="14920"/>
                  <a:pt x="17339" y="15114"/>
                  <a:pt x="17136" y="15273"/>
                </a:cubicBezTo>
                <a:cubicBezTo>
                  <a:pt x="17115" y="15289"/>
                  <a:pt x="17108" y="15317"/>
                  <a:pt x="17114" y="15343"/>
                </a:cubicBezTo>
                <a:cubicBezTo>
                  <a:pt x="17117" y="15350"/>
                  <a:pt x="17120" y="15359"/>
                  <a:pt x="17124" y="15366"/>
                </a:cubicBezTo>
                <a:cubicBezTo>
                  <a:pt x="17137" y="15385"/>
                  <a:pt x="17157" y="15395"/>
                  <a:pt x="17176" y="15395"/>
                </a:cubicBezTo>
                <a:cubicBezTo>
                  <a:pt x="17188" y="15395"/>
                  <a:pt x="17200" y="15391"/>
                  <a:pt x="17211" y="15382"/>
                </a:cubicBezTo>
                <a:cubicBezTo>
                  <a:pt x="17421" y="15218"/>
                  <a:pt x="17620" y="15017"/>
                  <a:pt x="17836" y="14752"/>
                </a:cubicBezTo>
                <a:cubicBezTo>
                  <a:pt x="17858" y="14724"/>
                  <a:pt x="17855" y="14682"/>
                  <a:pt x="17829" y="14657"/>
                </a:cubicBezTo>
                <a:cubicBezTo>
                  <a:pt x="17816" y="14645"/>
                  <a:pt x="17801" y="14639"/>
                  <a:pt x="17786" y="14639"/>
                </a:cubicBezTo>
                <a:close/>
                <a:moveTo>
                  <a:pt x="13895" y="15400"/>
                </a:moveTo>
                <a:cubicBezTo>
                  <a:pt x="13872" y="15400"/>
                  <a:pt x="13851" y="15415"/>
                  <a:pt x="13841" y="15440"/>
                </a:cubicBezTo>
                <a:cubicBezTo>
                  <a:pt x="13836" y="15454"/>
                  <a:pt x="13835" y="15469"/>
                  <a:pt x="13839" y="15483"/>
                </a:cubicBezTo>
                <a:cubicBezTo>
                  <a:pt x="13843" y="15502"/>
                  <a:pt x="13856" y="15519"/>
                  <a:pt x="13874" y="15529"/>
                </a:cubicBezTo>
                <a:cubicBezTo>
                  <a:pt x="14151" y="15663"/>
                  <a:pt x="14432" y="15768"/>
                  <a:pt x="14711" y="15837"/>
                </a:cubicBezTo>
                <a:cubicBezTo>
                  <a:pt x="14716" y="15839"/>
                  <a:pt x="14721" y="15839"/>
                  <a:pt x="14725" y="15839"/>
                </a:cubicBezTo>
                <a:cubicBezTo>
                  <a:pt x="14754" y="15839"/>
                  <a:pt x="14778" y="15818"/>
                  <a:pt x="14782" y="15787"/>
                </a:cubicBezTo>
                <a:cubicBezTo>
                  <a:pt x="14789" y="15751"/>
                  <a:pt x="14767" y="15716"/>
                  <a:pt x="14733" y="15707"/>
                </a:cubicBezTo>
                <a:cubicBezTo>
                  <a:pt x="14463" y="15639"/>
                  <a:pt x="14189" y="15538"/>
                  <a:pt x="13921" y="15407"/>
                </a:cubicBezTo>
                <a:cubicBezTo>
                  <a:pt x="13913" y="15403"/>
                  <a:pt x="13904" y="15400"/>
                  <a:pt x="13895" y="15400"/>
                </a:cubicBezTo>
                <a:close/>
                <a:moveTo>
                  <a:pt x="16417" y="15670"/>
                </a:moveTo>
                <a:cubicBezTo>
                  <a:pt x="16411" y="15670"/>
                  <a:pt x="16406" y="15671"/>
                  <a:pt x="16400" y="15673"/>
                </a:cubicBezTo>
                <a:cubicBezTo>
                  <a:pt x="16334" y="15695"/>
                  <a:pt x="16267" y="15715"/>
                  <a:pt x="16200" y="15732"/>
                </a:cubicBezTo>
                <a:cubicBezTo>
                  <a:pt x="16001" y="15781"/>
                  <a:pt x="15791" y="15808"/>
                  <a:pt x="15576" y="15811"/>
                </a:cubicBezTo>
                <a:cubicBezTo>
                  <a:pt x="15542" y="15811"/>
                  <a:pt x="15516" y="15842"/>
                  <a:pt x="15518" y="15878"/>
                </a:cubicBezTo>
                <a:cubicBezTo>
                  <a:pt x="15518" y="15883"/>
                  <a:pt x="15518" y="15888"/>
                  <a:pt x="15519" y="15892"/>
                </a:cubicBezTo>
                <a:cubicBezTo>
                  <a:pt x="15527" y="15922"/>
                  <a:pt x="15554" y="15944"/>
                  <a:pt x="15583" y="15944"/>
                </a:cubicBezTo>
                <a:cubicBezTo>
                  <a:pt x="15807" y="15941"/>
                  <a:pt x="16025" y="15914"/>
                  <a:pt x="16233" y="15862"/>
                </a:cubicBezTo>
                <a:cubicBezTo>
                  <a:pt x="16303" y="15845"/>
                  <a:pt x="16372" y="15825"/>
                  <a:pt x="16441" y="15801"/>
                </a:cubicBezTo>
                <a:cubicBezTo>
                  <a:pt x="16473" y="15790"/>
                  <a:pt x="16488" y="15752"/>
                  <a:pt x="16479" y="15718"/>
                </a:cubicBezTo>
                <a:cubicBezTo>
                  <a:pt x="16469" y="15689"/>
                  <a:pt x="16444" y="15670"/>
                  <a:pt x="16417" y="15670"/>
                </a:cubicBezTo>
                <a:close/>
                <a:moveTo>
                  <a:pt x="28358" y="15294"/>
                </a:moveTo>
                <a:cubicBezTo>
                  <a:pt x="28348" y="15294"/>
                  <a:pt x="28337" y="15296"/>
                  <a:pt x="28328" y="15302"/>
                </a:cubicBezTo>
                <a:cubicBezTo>
                  <a:pt x="28305" y="15317"/>
                  <a:pt x="28294" y="15347"/>
                  <a:pt x="28301" y="15376"/>
                </a:cubicBezTo>
                <a:cubicBezTo>
                  <a:pt x="28303" y="15381"/>
                  <a:pt x="28305" y="15388"/>
                  <a:pt x="28308" y="15393"/>
                </a:cubicBezTo>
                <a:cubicBezTo>
                  <a:pt x="28456" y="15663"/>
                  <a:pt x="28593" y="15944"/>
                  <a:pt x="28715" y="16229"/>
                </a:cubicBezTo>
                <a:cubicBezTo>
                  <a:pt x="28726" y="16255"/>
                  <a:pt x="28749" y="16270"/>
                  <a:pt x="28773" y="16270"/>
                </a:cubicBezTo>
                <a:cubicBezTo>
                  <a:pt x="28781" y="16270"/>
                  <a:pt x="28789" y="16269"/>
                  <a:pt x="28797" y="16265"/>
                </a:cubicBezTo>
                <a:cubicBezTo>
                  <a:pt x="28828" y="16251"/>
                  <a:pt x="28840" y="16211"/>
                  <a:pt x="28826" y="16177"/>
                </a:cubicBezTo>
                <a:cubicBezTo>
                  <a:pt x="28703" y="15888"/>
                  <a:pt x="28563" y="15602"/>
                  <a:pt x="28413" y="15329"/>
                </a:cubicBezTo>
                <a:cubicBezTo>
                  <a:pt x="28401" y="15306"/>
                  <a:pt x="28379" y="15294"/>
                  <a:pt x="28358" y="15294"/>
                </a:cubicBezTo>
                <a:close/>
                <a:moveTo>
                  <a:pt x="29094" y="17018"/>
                </a:moveTo>
                <a:cubicBezTo>
                  <a:pt x="29088" y="17018"/>
                  <a:pt x="29082" y="17019"/>
                  <a:pt x="29076" y="17021"/>
                </a:cubicBezTo>
                <a:cubicBezTo>
                  <a:pt x="29045" y="17031"/>
                  <a:pt x="29028" y="17066"/>
                  <a:pt x="29036" y="17100"/>
                </a:cubicBezTo>
                <a:cubicBezTo>
                  <a:pt x="29036" y="17101"/>
                  <a:pt x="29038" y="17102"/>
                  <a:pt x="29038" y="17103"/>
                </a:cubicBezTo>
                <a:cubicBezTo>
                  <a:pt x="29112" y="17342"/>
                  <a:pt x="29176" y="17583"/>
                  <a:pt x="29232" y="17823"/>
                </a:cubicBezTo>
                <a:cubicBezTo>
                  <a:pt x="29245" y="17884"/>
                  <a:pt x="29259" y="17946"/>
                  <a:pt x="29270" y="18008"/>
                </a:cubicBezTo>
                <a:cubicBezTo>
                  <a:pt x="29278" y="18038"/>
                  <a:pt x="29306" y="18063"/>
                  <a:pt x="29336" y="18063"/>
                </a:cubicBezTo>
                <a:cubicBezTo>
                  <a:pt x="29338" y="18063"/>
                  <a:pt x="29341" y="18063"/>
                  <a:pt x="29344" y="18063"/>
                </a:cubicBezTo>
                <a:cubicBezTo>
                  <a:pt x="29377" y="18055"/>
                  <a:pt x="29399" y="18021"/>
                  <a:pt x="29391" y="17985"/>
                </a:cubicBezTo>
                <a:cubicBezTo>
                  <a:pt x="29378" y="17922"/>
                  <a:pt x="29364" y="17860"/>
                  <a:pt x="29351" y="17797"/>
                </a:cubicBezTo>
                <a:cubicBezTo>
                  <a:pt x="29296" y="17553"/>
                  <a:pt x="29229" y="17307"/>
                  <a:pt x="29154" y="17066"/>
                </a:cubicBezTo>
                <a:cubicBezTo>
                  <a:pt x="29145" y="17037"/>
                  <a:pt x="29120" y="17018"/>
                  <a:pt x="29094" y="17018"/>
                </a:cubicBezTo>
                <a:close/>
                <a:moveTo>
                  <a:pt x="29455" y="18861"/>
                </a:moveTo>
                <a:cubicBezTo>
                  <a:pt x="29454" y="18861"/>
                  <a:pt x="29454" y="18861"/>
                  <a:pt x="29453" y="18861"/>
                </a:cubicBezTo>
                <a:cubicBezTo>
                  <a:pt x="29419" y="18862"/>
                  <a:pt x="29394" y="18893"/>
                  <a:pt x="29396" y="18929"/>
                </a:cubicBezTo>
                <a:cubicBezTo>
                  <a:pt x="29418" y="19253"/>
                  <a:pt x="29414" y="19563"/>
                  <a:pt x="29384" y="19851"/>
                </a:cubicBezTo>
                <a:cubicBezTo>
                  <a:pt x="29383" y="19860"/>
                  <a:pt x="29383" y="19868"/>
                  <a:pt x="29385" y="19877"/>
                </a:cubicBezTo>
                <a:cubicBezTo>
                  <a:pt x="29391" y="19902"/>
                  <a:pt x="29411" y="19923"/>
                  <a:pt x="29437" y="19928"/>
                </a:cubicBezTo>
                <a:cubicBezTo>
                  <a:pt x="29440" y="19928"/>
                  <a:pt x="29443" y="19929"/>
                  <a:pt x="29446" y="19929"/>
                </a:cubicBezTo>
                <a:cubicBezTo>
                  <a:pt x="29477" y="19929"/>
                  <a:pt x="29502" y="19905"/>
                  <a:pt x="29505" y="19872"/>
                </a:cubicBezTo>
                <a:cubicBezTo>
                  <a:pt x="29536" y="19575"/>
                  <a:pt x="29542" y="19257"/>
                  <a:pt x="29519" y="18926"/>
                </a:cubicBezTo>
                <a:cubicBezTo>
                  <a:pt x="29516" y="18889"/>
                  <a:pt x="29488" y="18861"/>
                  <a:pt x="29455" y="18861"/>
                </a:cubicBezTo>
                <a:close/>
                <a:moveTo>
                  <a:pt x="29244" y="20693"/>
                </a:moveTo>
                <a:cubicBezTo>
                  <a:pt x="29220" y="20693"/>
                  <a:pt x="29198" y="20708"/>
                  <a:pt x="29188" y="20733"/>
                </a:cubicBezTo>
                <a:cubicBezTo>
                  <a:pt x="29086" y="21021"/>
                  <a:pt x="28945" y="21279"/>
                  <a:pt x="28772" y="21501"/>
                </a:cubicBezTo>
                <a:cubicBezTo>
                  <a:pt x="28758" y="21518"/>
                  <a:pt x="28754" y="21540"/>
                  <a:pt x="28759" y="21560"/>
                </a:cubicBezTo>
                <a:cubicBezTo>
                  <a:pt x="28763" y="21574"/>
                  <a:pt x="28769" y="21586"/>
                  <a:pt x="28779" y="21595"/>
                </a:cubicBezTo>
                <a:cubicBezTo>
                  <a:pt x="28792" y="21607"/>
                  <a:pt x="28807" y="21613"/>
                  <a:pt x="28821" y="21613"/>
                </a:cubicBezTo>
                <a:cubicBezTo>
                  <a:pt x="28838" y="21613"/>
                  <a:pt x="28854" y="21605"/>
                  <a:pt x="28866" y="21591"/>
                </a:cubicBezTo>
                <a:cubicBezTo>
                  <a:pt x="29048" y="21358"/>
                  <a:pt x="29196" y="21088"/>
                  <a:pt x="29304" y="20787"/>
                </a:cubicBezTo>
                <a:cubicBezTo>
                  <a:pt x="29315" y="20753"/>
                  <a:pt x="29299" y="20713"/>
                  <a:pt x="29268" y="20698"/>
                </a:cubicBezTo>
                <a:cubicBezTo>
                  <a:pt x="29260" y="20694"/>
                  <a:pt x="29252" y="20693"/>
                  <a:pt x="29244" y="206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rot="-906775">
            <a:off x="7086838" y="296199"/>
            <a:ext cx="605796" cy="141937"/>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 name="Google Shape;1467;p56"/>
          <p:cNvGrpSpPr/>
          <p:nvPr/>
        </p:nvGrpSpPr>
        <p:grpSpPr>
          <a:xfrm rot="-5400000">
            <a:off x="8646175" y="1002690"/>
            <a:ext cx="221772" cy="200884"/>
            <a:chOff x="1640475" y="1197075"/>
            <a:chExt cx="55475" cy="50250"/>
          </a:xfrm>
        </p:grpSpPr>
        <p:sp>
          <p:nvSpPr>
            <p:cNvPr id="1468" name="Google Shape;1468;p5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 name="Google Shape;1471;p56"/>
          <p:cNvSpPr/>
          <p:nvPr/>
        </p:nvSpPr>
        <p:spPr>
          <a:xfrm rot="9965797">
            <a:off x="-506318" y="3859694"/>
            <a:ext cx="993864" cy="1557213"/>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 name="Google Shape;1472;p56"/>
          <p:cNvGrpSpPr/>
          <p:nvPr/>
        </p:nvGrpSpPr>
        <p:grpSpPr>
          <a:xfrm rot="-6145098">
            <a:off x="376587" y="480362"/>
            <a:ext cx="433642" cy="392824"/>
            <a:chOff x="1640475" y="1197075"/>
            <a:chExt cx="55475" cy="50250"/>
          </a:xfrm>
        </p:grpSpPr>
        <p:sp>
          <p:nvSpPr>
            <p:cNvPr id="1473" name="Google Shape;1473;p5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56"/>
          <p:cNvGrpSpPr/>
          <p:nvPr/>
        </p:nvGrpSpPr>
        <p:grpSpPr>
          <a:xfrm rot="-5400000">
            <a:off x="1758442" y="4714359"/>
            <a:ext cx="244822" cy="221773"/>
            <a:chOff x="1640475" y="1197075"/>
            <a:chExt cx="55475" cy="50250"/>
          </a:xfrm>
        </p:grpSpPr>
        <p:sp>
          <p:nvSpPr>
            <p:cNvPr id="1477" name="Google Shape;1477;p5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 name="Google Shape;1480;p56"/>
          <p:cNvSpPr/>
          <p:nvPr/>
        </p:nvSpPr>
        <p:spPr>
          <a:xfrm rot="-308323">
            <a:off x="1184892" y="245385"/>
            <a:ext cx="580167" cy="135915"/>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 name="Google Shape;1481;p56"/>
          <p:cNvGrpSpPr/>
          <p:nvPr/>
        </p:nvGrpSpPr>
        <p:grpSpPr>
          <a:xfrm rot="-5400000">
            <a:off x="8191474" y="4616297"/>
            <a:ext cx="221772" cy="200884"/>
            <a:chOff x="1640475" y="1197075"/>
            <a:chExt cx="55475" cy="50250"/>
          </a:xfrm>
        </p:grpSpPr>
        <p:sp>
          <p:nvSpPr>
            <p:cNvPr id="1482" name="Google Shape;1482;p56"/>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88" name="Shape 1488"/>
        <p:cNvGrpSpPr/>
        <p:nvPr/>
      </p:nvGrpSpPr>
      <p:grpSpPr>
        <a:xfrm>
          <a:off x="0" y="0"/>
          <a:ext cx="0" cy="0"/>
          <a:chOff x="0" y="0"/>
          <a:chExt cx="0" cy="0"/>
        </a:xfrm>
      </p:grpSpPr>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89" name="Shape 1489"/>
        <p:cNvGrpSpPr/>
        <p:nvPr/>
      </p:nvGrpSpPr>
      <p:grpSpPr>
        <a:xfrm>
          <a:off x="0" y="0"/>
          <a:ext cx="0" cy="0"/>
          <a:chOff x="0" y="0"/>
          <a:chExt cx="0" cy="0"/>
        </a:xfrm>
      </p:grpSpPr>
      <p:sp>
        <p:nvSpPr>
          <p:cNvPr id="1490" name="Google Shape;1490;p5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9.xml"/><Relationship Id="rId42" Type="http://schemas.openxmlformats.org/officeDocument/2006/relationships/slideLayout" Target="../slideLayouts/slideLayout41.xml"/><Relationship Id="rId41" Type="http://schemas.openxmlformats.org/officeDocument/2006/relationships/slideLayout" Target="../slideLayouts/slideLayout40.xml"/><Relationship Id="rId44" Type="http://schemas.openxmlformats.org/officeDocument/2006/relationships/slideLayout" Target="../slideLayouts/slideLayout43.xml"/><Relationship Id="rId43" Type="http://schemas.openxmlformats.org/officeDocument/2006/relationships/slideLayout" Target="../slideLayouts/slideLayout42.xml"/><Relationship Id="rId46" Type="http://schemas.openxmlformats.org/officeDocument/2006/relationships/slideLayout" Target="../slideLayouts/slideLayout45.xml"/><Relationship Id="rId45" Type="http://schemas.openxmlformats.org/officeDocument/2006/relationships/slideLayout" Target="../slideLayouts/slideLayout44.xml"/><Relationship Id="rId1" Type="http://schemas.openxmlformats.org/officeDocument/2006/relationships/image" Target="../media/image1.jp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48" Type="http://schemas.openxmlformats.org/officeDocument/2006/relationships/slideLayout" Target="../slideLayouts/slideLayout47.xml"/><Relationship Id="rId47" Type="http://schemas.openxmlformats.org/officeDocument/2006/relationships/slideLayout" Target="../slideLayouts/slideLayout46.xml"/><Relationship Id="rId49" Type="http://schemas.openxmlformats.org/officeDocument/2006/relationships/slideLayout" Target="../slideLayouts/slideLayout48.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33" Type="http://schemas.openxmlformats.org/officeDocument/2006/relationships/slideLayout" Target="../slideLayouts/slideLayout32.xml"/><Relationship Id="rId32" Type="http://schemas.openxmlformats.org/officeDocument/2006/relationships/slideLayout" Target="../slideLayouts/slideLayout31.xml"/><Relationship Id="rId35" Type="http://schemas.openxmlformats.org/officeDocument/2006/relationships/slideLayout" Target="../slideLayouts/slideLayout34.xml"/><Relationship Id="rId34" Type="http://schemas.openxmlformats.org/officeDocument/2006/relationships/slideLayout" Target="../slideLayouts/slideLayout33.xml"/><Relationship Id="rId37" Type="http://schemas.openxmlformats.org/officeDocument/2006/relationships/slideLayout" Target="../slideLayouts/slideLayout36.xml"/><Relationship Id="rId36" Type="http://schemas.openxmlformats.org/officeDocument/2006/relationships/slideLayout" Target="../slideLayouts/slideLayout35.xml"/><Relationship Id="rId39" Type="http://schemas.openxmlformats.org/officeDocument/2006/relationships/slideLayout" Target="../slideLayouts/slideLayout38.xml"/><Relationship Id="rId38" Type="http://schemas.openxmlformats.org/officeDocument/2006/relationships/slideLayout" Target="../slideLayouts/slideLayout37.xml"/><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29" Type="http://schemas.openxmlformats.org/officeDocument/2006/relationships/slideLayout" Target="../slideLayouts/slideLayout28.xml"/><Relationship Id="rId51" Type="http://schemas.openxmlformats.org/officeDocument/2006/relationships/slideLayout" Target="../slideLayouts/slideLayout50.xml"/><Relationship Id="rId50" Type="http://schemas.openxmlformats.org/officeDocument/2006/relationships/slideLayout" Target="../slideLayouts/slideLayout49.xml"/><Relationship Id="rId53" Type="http://schemas.openxmlformats.org/officeDocument/2006/relationships/slideLayout" Target="../slideLayouts/slideLayout52.xml"/><Relationship Id="rId52" Type="http://schemas.openxmlformats.org/officeDocument/2006/relationships/slideLayout" Target="../slideLayouts/slideLayout51.xml"/><Relationship Id="rId11" Type="http://schemas.openxmlformats.org/officeDocument/2006/relationships/slideLayout" Target="../slideLayouts/slideLayout10.xml"/><Relationship Id="rId55" Type="http://schemas.openxmlformats.org/officeDocument/2006/relationships/slideLayout" Target="../slideLayouts/slideLayout54.xml"/><Relationship Id="rId10" Type="http://schemas.openxmlformats.org/officeDocument/2006/relationships/slideLayout" Target="../slideLayouts/slideLayout9.xml"/><Relationship Id="rId54" Type="http://schemas.openxmlformats.org/officeDocument/2006/relationships/slideLayout" Target="../slideLayouts/slideLayout53.xml"/><Relationship Id="rId13" Type="http://schemas.openxmlformats.org/officeDocument/2006/relationships/slideLayout" Target="../slideLayouts/slideLayout12.xml"/><Relationship Id="rId57" Type="http://schemas.openxmlformats.org/officeDocument/2006/relationships/theme" Target="../theme/theme1.xml"/><Relationship Id="rId12" Type="http://schemas.openxmlformats.org/officeDocument/2006/relationships/slideLayout" Target="../slideLayouts/slideLayout11.xml"/><Relationship Id="rId56" Type="http://schemas.openxmlformats.org/officeDocument/2006/relationships/slideLayout" Target="../slideLayouts/slideLayout55.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slideLayout" Target="../slideLayouts/slideLayout57.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Gloria Hallelujah"/>
              <a:buNone/>
              <a:defRPr sz="2800">
                <a:solidFill>
                  <a:schemeClr val="dk1"/>
                </a:solidFill>
                <a:latin typeface="Gloria Hallelujah"/>
                <a:ea typeface="Gloria Hallelujah"/>
                <a:cs typeface="Gloria Hallelujah"/>
                <a:sym typeface="Gloria Hallelujah"/>
              </a:defRPr>
            </a:lvl1pPr>
            <a:lvl2pPr lvl="1"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2pPr>
            <a:lvl3pPr lvl="2"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3pPr>
            <a:lvl4pPr lvl="3"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4pPr>
            <a:lvl5pPr lvl="4"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5pPr>
            <a:lvl6pPr lvl="5"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6pPr>
            <a:lvl7pPr lvl="6"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7pPr>
            <a:lvl8pPr lvl="7"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8pPr>
            <a:lvl9pPr lvl="8" rtl="0">
              <a:spcBef>
                <a:spcPts val="0"/>
              </a:spcBef>
              <a:spcAft>
                <a:spcPts val="0"/>
              </a:spcAft>
              <a:buClr>
                <a:schemeClr val="dk1"/>
              </a:buClr>
              <a:buSzPts val="2800"/>
              <a:buFont typeface="Fira Sans Extra Condensed"/>
              <a:buNone/>
              <a:defRPr sz="2800">
                <a:solidFill>
                  <a:schemeClr val="dk1"/>
                </a:solidFill>
                <a:latin typeface="Fira Sans Extra Condensed"/>
                <a:ea typeface="Fira Sans Extra Condensed"/>
                <a:cs typeface="Fira Sans Extra Condensed"/>
                <a:sym typeface="Fira Sans Extra Condense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1pPr>
            <a:lvl2pPr indent="-304800" lvl="1" marL="9144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2pPr>
            <a:lvl3pPr indent="-304800" lvl="2" marL="13716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3pPr>
            <a:lvl4pPr indent="-304800" lvl="3" marL="18288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4pPr>
            <a:lvl5pPr indent="-304800" lvl="4" marL="22860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5pPr>
            <a:lvl6pPr indent="-304800" lvl="5" marL="27432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6pPr>
            <a:lvl7pPr indent="-304800" lvl="6" marL="32004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7pPr>
            <a:lvl8pPr indent="-304800" lvl="7" marL="36576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8pPr>
            <a:lvl9pPr indent="-304800" lvl="8" marL="4114800" rtl="0">
              <a:lnSpc>
                <a:spcPct val="100000"/>
              </a:lnSpc>
              <a:spcBef>
                <a:spcPts val="0"/>
              </a:spcBef>
              <a:spcAft>
                <a:spcPts val="0"/>
              </a:spcAft>
              <a:buClr>
                <a:schemeClr val="dk1"/>
              </a:buClr>
              <a:buSzPts val="1200"/>
              <a:buFont typeface="Raleway SemiBold"/>
              <a:buChar char="■"/>
              <a:defRPr sz="1200">
                <a:solidFill>
                  <a:schemeClr val="dk1"/>
                </a:solidFill>
                <a:latin typeface="Raleway SemiBold"/>
                <a:ea typeface="Raleway SemiBold"/>
                <a:cs typeface="Raleway SemiBold"/>
                <a:sym typeface="Raleway SemiBold"/>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 id="2147483683" r:id="rId37"/>
    <p:sldLayoutId id="2147483684" r:id="rId38"/>
    <p:sldLayoutId id="2147483685" r:id="rId39"/>
    <p:sldLayoutId id="2147483686" r:id="rId40"/>
    <p:sldLayoutId id="2147483687" r:id="rId41"/>
    <p:sldLayoutId id="2147483688" r:id="rId42"/>
    <p:sldLayoutId id="2147483689" r:id="rId43"/>
    <p:sldLayoutId id="2147483690" r:id="rId44"/>
    <p:sldLayoutId id="2147483691" r:id="rId45"/>
    <p:sldLayoutId id="2147483692" r:id="rId46"/>
    <p:sldLayoutId id="2147483693" r:id="rId47"/>
    <p:sldLayoutId id="2147483694" r:id="rId48"/>
    <p:sldLayoutId id="2147483695" r:id="rId49"/>
    <p:sldLayoutId id="2147483696" r:id="rId50"/>
    <p:sldLayoutId id="2147483697" r:id="rId51"/>
    <p:sldLayoutId id="2147483698" r:id="rId52"/>
    <p:sldLayoutId id="2147483699" r:id="rId53"/>
    <p:sldLayoutId id="2147483700" r:id="rId54"/>
    <p:sldLayoutId id="2147483701" r:id="rId55"/>
    <p:sldLayoutId id="2147483702" r:id="rId5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85" name="Shape 1485"/>
        <p:cNvGrpSpPr/>
        <p:nvPr/>
      </p:nvGrpSpPr>
      <p:grpSpPr>
        <a:xfrm>
          <a:off x="0" y="0"/>
          <a:ext cx="0" cy="0"/>
          <a:chOff x="0" y="0"/>
          <a:chExt cx="0" cy="0"/>
        </a:xfrm>
      </p:grpSpPr>
      <p:sp>
        <p:nvSpPr>
          <p:cNvPr id="1486" name="Google Shape;1486;p5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487" name="Google Shape;1487;p5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3" r:id="rId1"/>
    <p:sldLayoutId id="2147483704"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s://bit.ly/3A1uf1Q" TargetMode="External"/><Relationship Id="rId9"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hyperlink" Target="https://www.freepik.com/?utm_source=slidesgo_template&amp;utm_medium=referral-link&amp;utm_campaign=promo-slide&amp;utm_term=slidesgo&amp;utm_content=freepik" TargetMode="External"/><Relationship Id="rId8" Type="http://schemas.openxmlformats.org/officeDocument/2006/relationships/hyperlink" Target="https://www.flaticon.com/?utm_source=slidesgo_template&amp;utm_medium=referral-link&amp;utm_campaign=promo-slide&amp;utm_term=slidesgo&amp;utm_content=flaticon" TargetMode="External"/><Relationship Id="rId2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1"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slide" Target="/ppt/slides/slide70.xml"/><Relationship Id="rId12" Type="http://schemas.openxmlformats.org/officeDocument/2006/relationships/hyperlink" Target="https://www.videvo.net/?utm_source=slidesgo_template&amp;utm_medium=referral-link&amp;utm_campaign=sg_resources&amp;utm_content=videvo" TargetMode="External"/><Relationship Id="rId15" Type="http://schemas.openxmlformats.org/officeDocument/2006/relationships/slide" Target="/ppt/slides/slide62.xml"/><Relationship Id="rId14" Type="http://schemas.openxmlformats.org/officeDocument/2006/relationships/slide" Target="/ppt/slides/slide66.xml"/><Relationship Id="rId17" Type="http://schemas.openxmlformats.org/officeDocument/2006/relationships/slide" Target="/ppt/slides/slide60.xml"/><Relationship Id="rId16" Type="http://schemas.openxmlformats.org/officeDocument/2006/relationships/slide" Target="/ppt/slides/slide62.xml"/><Relationship Id="rId19" Type="http://schemas.openxmlformats.org/officeDocument/2006/relationships/slide" Target="/ppt/slides/slide78.xml"/><Relationship Id="rId18" Type="http://schemas.openxmlformats.org/officeDocument/2006/relationships/slide" Target="/ppt/slides/slide7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 Id="rId3" Type="http://schemas.openxmlformats.org/officeDocument/2006/relationships/slide" Target="/ppt/slides/slide23.xml"/><Relationship Id="rId4" Type="http://schemas.openxmlformats.org/officeDocument/2006/relationships/slide" Target="/ppt/slides/slide10.xml"/><Relationship Id="rId5" Type="http://schemas.openxmlformats.org/officeDocument/2006/relationships/slide" Target="/ppt/slides/slide16.xml"/><Relationship Id="rId6" Type="http://schemas.openxmlformats.org/officeDocument/2006/relationships/slide" Target="/ppt/slides/slide33.xml"/><Relationship Id="rId7" Type="http://schemas.openxmlformats.org/officeDocument/2006/relationships/slide" Target="/ppt/slides/slide18.xml"/><Relationship Id="rId8" Type="http://schemas.openxmlformats.org/officeDocument/2006/relationships/slide" Target="/ppt/slides/slide3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slide" Target="/ppt/slides/slide37.xml"/><Relationship Id="rId4" Type="http://schemas.openxmlformats.org/officeDocument/2006/relationships/slide" Target="/ppt/slides/slide29.xml"/><Relationship Id="rId9" Type="http://schemas.openxmlformats.org/officeDocument/2006/relationships/slide" Target="/ppt/slides/slide29.xml"/><Relationship Id="rId5" Type="http://schemas.openxmlformats.org/officeDocument/2006/relationships/slide" Target="/ppt/slides/slide20.xml"/><Relationship Id="rId6" Type="http://schemas.openxmlformats.org/officeDocument/2006/relationships/slide" Target="/ppt/slides/slide11.xml"/><Relationship Id="rId7" Type="http://schemas.openxmlformats.org/officeDocument/2006/relationships/slide" Target="/ppt/slides/slide11.xml"/><Relationship Id="rId8" Type="http://schemas.openxmlformats.org/officeDocument/2006/relationships/slide" Target="/ppt/slides/slide20.xml"/><Relationship Id="rId10" Type="http://schemas.openxmlformats.org/officeDocument/2006/relationships/slide" Target="/ppt/slides/slide3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slide" Target="/ppt/slides/slide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 Id="rId3" Type="http://schemas.openxmlformats.org/officeDocument/2006/relationships/slide" Target="/ppt/slides/slide6.xml"/><Relationship Id="rId4" Type="http://schemas.openxmlformats.org/officeDocument/2006/relationships/image" Target="../media/image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slide" Target="/ppt/slides/slide12.xml"/><Relationship Id="rId4" Type="http://schemas.openxmlformats.org/officeDocument/2006/relationships/slide" Target="/ppt/slid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 Id="rId3" Type="http://schemas.openxmlformats.org/officeDocument/2006/relationships/slide" Target="/ppt/slides/slide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3.jpg"/><Relationship Id="rId4" Type="http://schemas.openxmlformats.org/officeDocument/2006/relationships/slide" Target="/ppt/slides/slide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13.xml"/><Relationship Id="rId3" Type="http://schemas.openxmlformats.org/officeDocument/2006/relationships/slide" Target="/ppt/slides/slide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slide" Target="/ppt/slides/slide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15.xml"/><Relationship Id="rId3" Type="http://schemas.openxmlformats.org/officeDocument/2006/relationships/slide" Target="/ppt/slides/slide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slide" Target="/ppt/slides/slide17.xml"/><Relationship Id="rId4" Type="http://schemas.openxmlformats.org/officeDocument/2006/relationships/slide" Target="/ppt/slides/slide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7.xml"/><Relationship Id="rId3" Type="http://schemas.openxmlformats.org/officeDocument/2006/relationships/slide" Target="/ppt/slides/slide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 Id="rId3" Type="http://schemas.openxmlformats.org/officeDocument/2006/relationships/slide" Target="/ppt/slides/slide19.xml"/><Relationship Id="rId4" Type="http://schemas.openxmlformats.org/officeDocument/2006/relationships/slide" Target="/ppt/slides/slide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9.xml"/><Relationship Id="rId3" Type="http://schemas.openxmlformats.org/officeDocument/2006/relationships/slide" Target="/ppt/slides/slide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slide" Target="/ppt/slides/slide22.xml"/><Relationship Id="rId4" Type="http://schemas.openxmlformats.org/officeDocument/2006/relationships/slide" Target="/ppt/slides/slide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slide" Target="/ppt/slides/slide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ppt/slides/slide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25.xml"/><Relationship Id="rId3" Type="http://schemas.openxmlformats.org/officeDocument/2006/relationships/slide" Target="/ppt/slides/slide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slide" Target="/ppt/slides/slide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 Id="rId3" Type="http://schemas.openxmlformats.org/officeDocument/2006/relationships/slide" Target="/ppt/slides/slide31.xml"/><Relationship Id="rId4" Type="http://schemas.openxmlformats.org/officeDocument/2006/relationships/slide" Target="/ppt/slides/slide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slide" Target="/ppt/slides/slide3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slide" Target="/ppt/slides/slide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4.xml"/><Relationship Id="rId3" Type="http://schemas.openxmlformats.org/officeDocument/2006/relationships/slide" Target="/ppt/slides/slide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slide" Target="/ppt/slides/slide36.xml"/><Relationship Id="rId4" Type="http://schemas.openxmlformats.org/officeDocument/2006/relationships/slide" Target="/ppt/slides/slide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slide" Target="/ppt/slides/slide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 Id="rId3" Type="http://schemas.openxmlformats.org/officeDocument/2006/relationships/slide" Target="/ppt/slides/slide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8.xml"/><Relationship Id="rId3" Type="http://schemas.openxmlformats.org/officeDocument/2006/relationships/slide" Target="/ppt/slides/slide46.xml"/><Relationship Id="rId4" Type="http://schemas.openxmlformats.org/officeDocument/2006/relationships/slide" Target="/ppt/slides/slide40.xml"/><Relationship Id="rId5" Type="http://schemas.openxmlformats.org/officeDocument/2006/relationships/slide" Target="/ppt/slides/slide43.xml"/><Relationship Id="rId6" Type="http://schemas.openxmlformats.org/officeDocument/2006/relationships/slide" Target="/ppt/slides/slide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slide" Target="/ppt/slides/slide49.xml"/><Relationship Id="rId4" Type="http://schemas.openxmlformats.org/officeDocument/2006/relationships/slide" Target="/ppt/slides/slide41.xml"/><Relationship Id="rId5" Type="http://schemas.openxmlformats.org/officeDocument/2006/relationships/slide" Target="/ppt/slides/slide43.xml"/><Relationship Id="rId6" Type="http://schemas.openxmlformats.org/officeDocument/2006/relationships/slide" Target="/ppt/slides/slide46.xml"/><Relationship Id="rId7" Type="http://schemas.openxmlformats.org/officeDocument/2006/relationships/slide" Target="/ppt/slides/slide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0.xml"/><Relationship Id="rId3" Type="http://schemas.openxmlformats.org/officeDocument/2006/relationships/slide" Target="/ppt/slides/slide41.xml"/><Relationship Id="rId4" Type="http://schemas.openxmlformats.org/officeDocument/2006/relationships/slide" Target="/ppt/slides/slide41.xml"/><Relationship Id="rId5" Type="http://schemas.openxmlformats.org/officeDocument/2006/relationships/slide" Target="/ppt/slides/slide42.xml"/><Relationship Id="rId6" Type="http://schemas.openxmlformats.org/officeDocument/2006/relationships/slide" Target="/ppt/slides/slide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1.xml"/><Relationship Id="rId3" Type="http://schemas.openxmlformats.org/officeDocument/2006/relationships/slide" Target="/ppt/slides/slide40.xml"/><Relationship Id="rId4" Type="http://schemas.openxmlformats.org/officeDocument/2006/relationships/slide" Target="/ppt/slides/slide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2.xml"/><Relationship Id="rId3" Type="http://schemas.openxmlformats.org/officeDocument/2006/relationships/slide" Target="/ppt/slides/slide43.xml"/><Relationship Id="rId4" Type="http://schemas.openxmlformats.org/officeDocument/2006/relationships/slide" Target="/ppt/slides/slide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3.xml"/><Relationship Id="rId3" Type="http://schemas.openxmlformats.org/officeDocument/2006/relationships/slide" Target="/ppt/slides/slide45.xml"/><Relationship Id="rId4" Type="http://schemas.openxmlformats.org/officeDocument/2006/relationships/slide" Target="/ppt/slides/slide44.xml"/><Relationship Id="rId5" Type="http://schemas.openxmlformats.org/officeDocument/2006/relationships/slide" Target="/ppt/slides/slide44.xml"/><Relationship Id="rId6" Type="http://schemas.openxmlformats.org/officeDocument/2006/relationships/slide" Target="/ppt/slides/slide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4.xml"/><Relationship Id="rId3" Type="http://schemas.openxmlformats.org/officeDocument/2006/relationships/slide" Target="/ppt/slides/slide43.xml"/><Relationship Id="rId4" Type="http://schemas.openxmlformats.org/officeDocument/2006/relationships/slide" Target="/ppt/slides/slide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5.xml"/><Relationship Id="rId3" Type="http://schemas.openxmlformats.org/officeDocument/2006/relationships/slide" Target="/ppt/slides/slide46.xml"/><Relationship Id="rId4" Type="http://schemas.openxmlformats.org/officeDocument/2006/relationships/slide" Target="/ppt/slides/slide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6.xml"/><Relationship Id="rId3" Type="http://schemas.openxmlformats.org/officeDocument/2006/relationships/slide" Target="/ppt/slides/slide47.xml"/><Relationship Id="rId4" Type="http://schemas.openxmlformats.org/officeDocument/2006/relationships/slide" Target="/ppt/slides/slide48.xml"/><Relationship Id="rId5" Type="http://schemas.openxmlformats.org/officeDocument/2006/relationships/slide" Target="/ppt/slides/slide47.xml"/><Relationship Id="rId6" Type="http://schemas.openxmlformats.org/officeDocument/2006/relationships/slide" Target="/ppt/slides/slide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7.xml"/><Relationship Id="rId3" Type="http://schemas.openxmlformats.org/officeDocument/2006/relationships/slide" Target="/ppt/slides/slide46.xml"/><Relationship Id="rId4" Type="http://schemas.openxmlformats.org/officeDocument/2006/relationships/slide" Target="/ppt/slides/slide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8.xml"/><Relationship Id="rId3" Type="http://schemas.openxmlformats.org/officeDocument/2006/relationships/slide" Target="/ppt/slides/slide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 Id="rId3" Type="http://schemas.openxmlformats.org/officeDocument/2006/relationships/slide" Target="/ppt/slides/slide50.xml"/><Relationship Id="rId4" Type="http://schemas.openxmlformats.org/officeDocument/2006/relationships/slide" Target="/ppt/slides/slide50.xml"/><Relationship Id="rId9" Type="http://schemas.openxmlformats.org/officeDocument/2006/relationships/slide" Target="/ppt/slides/slide50.xml"/><Relationship Id="rId5" Type="http://schemas.openxmlformats.org/officeDocument/2006/relationships/slide" Target="/ppt/slides/slide51.xml"/><Relationship Id="rId6" Type="http://schemas.openxmlformats.org/officeDocument/2006/relationships/slide" Target="/ppt/slides/slide50.xml"/><Relationship Id="rId7" Type="http://schemas.openxmlformats.org/officeDocument/2006/relationships/slide" Target="/ppt/slides/slide50.xml"/><Relationship Id="rId8" Type="http://schemas.openxmlformats.org/officeDocument/2006/relationships/slide" Target="/ppt/slides/slide50.xml"/><Relationship Id="rId11" Type="http://schemas.openxmlformats.org/officeDocument/2006/relationships/slide" Target="/ppt/slides/slide7.xml"/><Relationship Id="rId10" Type="http://schemas.openxmlformats.org/officeDocument/2006/relationships/slide" Target="/ppt/slides/slide5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0.xml"/><Relationship Id="rId3" Type="http://schemas.openxmlformats.org/officeDocument/2006/relationships/slide" Target="/ppt/slides/slide6.xml"/><Relationship Id="rId4" Type="http://schemas.openxmlformats.org/officeDocument/2006/relationships/slide" Target="/ppt/slides/slide4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1.xml"/><Relationship Id="rId3" Type="http://schemas.openxmlformats.org/officeDocument/2006/relationships/slide" Target="/ppt/slides/slide53.xml"/><Relationship Id="rId4" Type="http://schemas.openxmlformats.org/officeDocument/2006/relationships/slide" Target="/ppt/slides/slide6.xml"/><Relationship Id="rId5" Type="http://schemas.openxmlformats.org/officeDocument/2006/relationships/image" Target="../media/image14.jp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4.xml"/><Relationship Id="rId3" Type="http://schemas.openxmlformats.org/officeDocument/2006/relationships/image" Target="../media/image12.jp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5.xml"/><Relationship Id="rId3" Type="http://schemas.openxmlformats.org/officeDocument/2006/relationships/image" Target="../media/image10.jp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58.xml"/><Relationship Id="rId3"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9.xml"/><Relationship Id="rId3" Type="http://schemas.openxmlformats.org/officeDocument/2006/relationships/image" Target="../media/image13.jpg"/><Relationship Id="rId4" Type="http://schemas.openxmlformats.org/officeDocument/2006/relationships/image" Target="../media/image11.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65.xml"/><Relationship Id="rId3" Type="http://schemas.openxmlformats.org/officeDocument/2006/relationships/hyperlink" Target="https://www.freepik.com/premium-photo/schoolbag-with-books-scattered-stationery-desk_4924268.htm#page=1&amp;query=freepik%20%20school&amp;position=1/?utm_source=slidesgo_template&amp;utm_medium=referral-link&amp;utm_campaign=sg_resources&amp;utm_content=freepik" TargetMode="External"/><Relationship Id="rId4" Type="http://schemas.openxmlformats.org/officeDocument/2006/relationships/hyperlink" Target="https://www.freepik.com/premium-photo/back-school-during-covid-concept_10070873.htm#page=1&amp;query=freepik%20%20school&amp;position=4/?utm_source=slidesgo_template&amp;utm_medium=referral-link&amp;utm_campaign=sg_resources&amp;utm_content=freepik" TargetMode="External"/><Relationship Id="rId9" Type="http://schemas.openxmlformats.org/officeDocument/2006/relationships/hyperlink" Target="https://www.freepik.com/premium-vector/sketches-school-elements-pattern_832394.htm/?utm_source=slidesgo_template&amp;utm_medium=referral-link&amp;utm_campaign=sg_resources&amp;utm_content=freepik" TargetMode="External"/><Relationship Id="rId5" Type="http://schemas.openxmlformats.org/officeDocument/2006/relationships/hyperlink" Target="https://www.freepik.com/premium-photo/close-up-girl-writing_9098709.htm#page=1&amp;query=freepik%20%20school&amp;position=12/?utm_source=slidesgo_template&amp;utm_medium=referral-link&amp;utm_campaign=sg_resources&amp;utm_content=freepik" TargetMode="External"/><Relationship Id="rId6" Type="http://schemas.openxmlformats.org/officeDocument/2006/relationships/hyperlink" Target="https://www.freepik.com/premium-photo/children-classroom-raising-hands_1249793.htm#page=1&amp;query=freepik%20%20school&amp;position=30/?utm_source=slidesgo_template&amp;utm_medium=referral-link&amp;utm_campaign=sg_resources&amp;utm_content=freepik" TargetMode="External"/><Relationship Id="rId7" Type="http://schemas.openxmlformats.org/officeDocument/2006/relationships/hyperlink" Target="https://www.freepik.com/premium-photo/girl-with-books-class_9098955.htm#page=1&amp;query=freepik%20%20school&amp;position=38/?utm_source=slidesgo_template&amp;utm_medium=referral-link&amp;utm_campaign=sg_resources&amp;utm_content=freepik" TargetMode="External"/><Relationship Id="rId8" Type="http://schemas.openxmlformats.org/officeDocument/2006/relationships/hyperlink" Target="https://www.freepik.com/premium-vector/hand-drawn-bullet-journal-elements_10988594.htm/?utm_source=slidesgo_template&amp;utm_medium=referral-link&amp;utm_campaign=sg_resources&amp;utm_content=freepik" TargetMode="External"/><Relationship Id="rId11" Type="http://schemas.openxmlformats.org/officeDocument/2006/relationships/hyperlink" Target="https://www.freepik.com/premium-vector/hand-drawn-back-school-pattern-collection_16391745.htm/?utm_source=slidesgo_template&amp;utm_medium=referral-link&amp;utm_campaign=sg_resources&amp;utm_content=freepik" TargetMode="External"/><Relationship Id="rId10" Type="http://schemas.openxmlformats.org/officeDocument/2006/relationships/hyperlink" Target="https://www.freepik.com/premium-vector/hand-drawn-back-school-pattern-collection_4781347.htm/?utm_source=slidesgo_template&amp;utm_medium=referral-link&amp;utm_campaign=sg_resources&amp;utm_content=freepik" TargetMode="External"/><Relationship Id="rId13" Type="http://schemas.openxmlformats.org/officeDocument/2006/relationships/hyperlink" Target="https://www.freepik.com/premium-vector/hand-drawn-back-school-background_16392038.htm/?utm_source=slidesgo_template&amp;utm_medium=referral-link&amp;utm_campaign=sg_resources&amp;utm_content=freepik" TargetMode="External"/><Relationship Id="rId12" Type="http://schemas.openxmlformats.org/officeDocument/2006/relationships/hyperlink" Target="https://www.freepik.com/premium-vector/hand-drawn-back-school-pattern-collection_16391749.htm/?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66.xml"/><Relationship Id="rId3" Type="http://schemas.openxmlformats.org/officeDocument/2006/relationships/hyperlink" Target="https://www.freepik.com/free-photo/students-learning-school-their-classroom_29805873.htm/?utm_source=slidesgo_template&amp;utm_medium=referral-link&amp;utm_campaign=sg_resources&amp;utm_content=freepik" TargetMode="External"/><Relationship Id="rId4" Type="http://schemas.openxmlformats.org/officeDocument/2006/relationships/hyperlink" Target="https://www.freepik.com/free-vector/back-school-pattern-collection_9395106.htm/?utm_source=slidesgo_template&amp;utm_medium=referral-link&amp;utm_campaign=sg_resources&amp;utm_content=freepik" TargetMode="External"/><Relationship Id="rId5" Type="http://schemas.openxmlformats.org/officeDocument/2006/relationships/hyperlink" Target="https://www.freepik.com/free-vector/hand-drawn-scrapbook-kit-with-ribbons-stickers_892880.htm/?utm_source=slidesgo_template&amp;utm_medium=referral-link&amp;utm_campaign=sg_resources&amp;utm_content=freepik" TargetMode="External"/><Relationship Id="rId6" Type="http://schemas.openxmlformats.org/officeDocument/2006/relationships/hyperlink" Target="https://www.freepik.com/free-vector/hand-drawn-travel-landmarks-labels_871781.htm/?utm_source=slidesgo_template&amp;utm_medium=referral-link&amp;utm_campaign=sg_resources&amp;utm_content=freepik" TargetMode="External"/><Relationship Id="rId7" Type="http://schemas.openxmlformats.org/officeDocument/2006/relationships/hyperlink" Target="https://www.freepik.com/free-vector/back-school-instagram-stories_9169450.htm#position=5&amp;page=1/?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67.xml"/><Relationship Id="rId3" Type="http://schemas.openxmlformats.org/officeDocument/2006/relationships/hyperlink" Target="https://www.freepik.com/premium-photo/smiley-teacher-standing-classroom_10139880.htm/?utm_source=slidesgo_template&amp;utm_medium=referral-link&amp;utm_campaign=sg_resources&amp;utm_content=freepik" TargetMode="External"/><Relationship Id="rId4" Type="http://schemas.openxmlformats.org/officeDocument/2006/relationships/hyperlink" Target="https://www.freepik.com/free-photo/side-view-smiley-man-taking-notes_29716853.htm/?utm_source=slidesgo_template&amp;utm_medium=referral-link&amp;utm_campaign=sg_resources&amp;utm_content=freepik" TargetMode="External"/><Relationship Id="rId9" Type="http://schemas.openxmlformats.org/officeDocument/2006/relationships/hyperlink" Target="https://www.freepik.com/premium-vector/hand-drawn-back-school-pattern-collection_16391743.htm/?utm_source=slidesgo_template&amp;utm_medium=referral-link&amp;utm_campaign=sg_resources&amp;utm_content=freepik" TargetMode="External"/><Relationship Id="rId5" Type="http://schemas.openxmlformats.org/officeDocument/2006/relationships/hyperlink" Target="https://www.freepik.com/premium-photo/african-kid-learning-class_13106463.htm/?utm_source=slidesgo_template&amp;utm_medium=referral-link&amp;utm_campaign=sg_resources&amp;utm_content=freepik" TargetMode="External"/><Relationship Id="rId6" Type="http://schemas.openxmlformats.org/officeDocument/2006/relationships/hyperlink" Target="https://www.freepik.com/premium-photo/teacher-holding-book-child-having-virtual-course_11332962.htm/?utm_source=slidesgo_template&amp;utm_medium=referral-link&amp;utm_campaign=sg_resources&amp;utm_content=freepik" TargetMode="External"/><Relationship Id="rId7" Type="http://schemas.openxmlformats.org/officeDocument/2006/relationships/hyperlink" Target="https://www.freepik.com/premium-photo/close-up-woman-feeding-cow_9138061.htm/?utm_source=slidesgo_template&amp;utm_medium=referral-link&amp;utm_campaign=sg_resources&amp;utm_content=freepik" TargetMode="External"/><Relationship Id="rId8" Type="http://schemas.openxmlformats.org/officeDocument/2006/relationships/hyperlink" Target="https://www.freepik.com/premium-vector/hand-drawn-back-school-pattern-collection_16391752.htm/?utm_source=slidesgo_template&amp;utm_medium=referral-link&amp;utm_campaign=sg_resources&amp;utm_content=freepik" TargetMode="External"/><Relationship Id="rId11" Type="http://schemas.openxmlformats.org/officeDocument/2006/relationships/hyperlink" Target="https://www.freepik.com/premium-vector/hand-drawn-bullet-journal-elements_10632660.htm/?utm_source=slidesgo_template&amp;utm_medium=referral-link&amp;utm_campaign=sg_resources&amp;utm_content=freepik" TargetMode="External"/><Relationship Id="rId10" Type="http://schemas.openxmlformats.org/officeDocument/2006/relationships/hyperlink" Target="https://www.freepik.com/premium-vector/bullet-journal-elements-pastel-colours_11089905.htm/?utm_source=slidesgo_template&amp;utm_medium=referral-link&amp;utm_campaign=sg_resources&amp;utm_content=freepik" TargetMode="External"/><Relationship Id="rId13" Type="http://schemas.openxmlformats.org/officeDocument/2006/relationships/hyperlink" Target="https://www.flaticon.es/packs/back-to-school-8/2?k=1632728271681/?utm_source=slidesgo_template&amp;utm_medium=referral-link&amp;utm_campaign=sg_resources&amp;utm_content=flaticon" TargetMode="External"/><Relationship Id="rId12" Type="http://schemas.openxmlformats.org/officeDocument/2006/relationships/hyperlink" Target="https://www.freepik.com/premium-vector/notepad-cute-shapes-bullet-journal-template_10499194.htm/?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slide" Target="/ppt/slides/slide6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0.xml"/><Relationship Id="rId3" Type="http://schemas.openxmlformats.org/officeDocument/2006/relationships/hyperlink" Target="https://fonts.google.com/specimen/Gloria+Hallelujah?query=glori" TargetMode="External"/><Relationship Id="rId4" Type="http://schemas.openxmlformats.org/officeDocument/2006/relationships/hyperlink" Target="https://fonts.google.com/specimen/Raleway?query=rale"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9.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6.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gif"/><Relationship Id="rId14" Type="http://schemas.openxmlformats.org/officeDocument/2006/relationships/image" Target="../media/image5.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7.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2.xml"/><Relationship Id="rId3" Type="http://schemas.openxmlformats.org/officeDocument/2006/relationships/hyperlink" Target="https://bit.ly/2ZjL1pd"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8.xml"/><Relationship Id="rId3" Type="http://schemas.openxmlformats.org/officeDocument/2006/relationships/hyperlink" Target="https://chrome.google.com/webstore/detail/flaticon-for-gsuit-gslide/haekgjfnhhdkgfgmldhfokhmfkgmciba" TargetMode="Externa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92.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4" name="Shape 1494"/>
        <p:cNvGrpSpPr/>
        <p:nvPr/>
      </p:nvGrpSpPr>
      <p:grpSpPr>
        <a:xfrm>
          <a:off x="0" y="0"/>
          <a:ext cx="0" cy="0"/>
          <a:chOff x="0" y="0"/>
          <a:chExt cx="0" cy="0"/>
        </a:xfrm>
      </p:grpSpPr>
      <p:grpSp>
        <p:nvGrpSpPr>
          <p:cNvPr id="1495" name="Google Shape;1495;p60"/>
          <p:cNvGrpSpPr/>
          <p:nvPr/>
        </p:nvGrpSpPr>
        <p:grpSpPr>
          <a:xfrm>
            <a:off x="1771111" y="991373"/>
            <a:ext cx="5602245" cy="2609700"/>
            <a:chOff x="6530374" y="1560189"/>
            <a:chExt cx="1045566" cy="505315"/>
          </a:xfrm>
        </p:grpSpPr>
        <p:sp>
          <p:nvSpPr>
            <p:cNvPr id="1496" name="Google Shape;1496;p60"/>
            <p:cNvSpPr/>
            <p:nvPr/>
          </p:nvSpPr>
          <p:spPr>
            <a:xfrm>
              <a:off x="6530374" y="1560189"/>
              <a:ext cx="1045566" cy="505315"/>
            </a:xfrm>
            <a:custGeom>
              <a:rect b="b" l="l" r="r" t="t"/>
              <a:pathLst>
                <a:path extrusionOk="0" h="9532" w="19723">
                  <a:moveTo>
                    <a:pt x="9861" y="175"/>
                  </a:moveTo>
                  <a:cubicBezTo>
                    <a:pt x="10245" y="742"/>
                    <a:pt x="10895" y="1094"/>
                    <a:pt x="11565" y="1094"/>
                  </a:cubicBezTo>
                  <a:cubicBezTo>
                    <a:pt x="11781" y="1094"/>
                    <a:pt x="11999" y="1057"/>
                    <a:pt x="12211" y="979"/>
                  </a:cubicBezTo>
                  <a:cubicBezTo>
                    <a:pt x="12911" y="723"/>
                    <a:pt x="13445" y="285"/>
                    <a:pt x="14221" y="239"/>
                  </a:cubicBezTo>
                  <a:cubicBezTo>
                    <a:pt x="14270" y="236"/>
                    <a:pt x="14321" y="235"/>
                    <a:pt x="14373" y="235"/>
                  </a:cubicBezTo>
                  <a:cubicBezTo>
                    <a:pt x="15133" y="235"/>
                    <a:pt x="16163" y="545"/>
                    <a:pt x="16048" y="1478"/>
                  </a:cubicBezTo>
                  <a:cubicBezTo>
                    <a:pt x="16041" y="1535"/>
                    <a:pt x="16087" y="1562"/>
                    <a:pt x="16133" y="1562"/>
                  </a:cubicBezTo>
                  <a:cubicBezTo>
                    <a:pt x="16157" y="1562"/>
                    <a:pt x="16182" y="1555"/>
                    <a:pt x="16199" y="1541"/>
                  </a:cubicBezTo>
                  <a:cubicBezTo>
                    <a:pt x="16686" y="1153"/>
                    <a:pt x="17527" y="755"/>
                    <a:pt x="18213" y="755"/>
                  </a:cubicBezTo>
                  <a:cubicBezTo>
                    <a:pt x="18807" y="755"/>
                    <a:pt x="19284" y="1053"/>
                    <a:pt x="19314" y="1913"/>
                  </a:cubicBezTo>
                  <a:cubicBezTo>
                    <a:pt x="19337" y="2569"/>
                    <a:pt x="18664" y="4064"/>
                    <a:pt x="19549" y="4430"/>
                  </a:cubicBezTo>
                  <a:cubicBezTo>
                    <a:pt x="18503" y="4912"/>
                    <a:pt x="19343" y="6243"/>
                    <a:pt x="19362" y="7008"/>
                  </a:cubicBezTo>
                  <a:cubicBezTo>
                    <a:pt x="19383" y="7804"/>
                    <a:pt x="18831" y="8383"/>
                    <a:pt x="18042" y="8418"/>
                  </a:cubicBezTo>
                  <a:cubicBezTo>
                    <a:pt x="18014" y="8419"/>
                    <a:pt x="17987" y="8420"/>
                    <a:pt x="17960" y="8420"/>
                  </a:cubicBezTo>
                  <a:cubicBezTo>
                    <a:pt x="17298" y="8420"/>
                    <a:pt x="16725" y="8054"/>
                    <a:pt x="16125" y="7817"/>
                  </a:cubicBezTo>
                  <a:cubicBezTo>
                    <a:pt x="16120" y="7814"/>
                    <a:pt x="16115" y="7813"/>
                    <a:pt x="16110" y="7813"/>
                  </a:cubicBezTo>
                  <a:cubicBezTo>
                    <a:pt x="16086" y="7813"/>
                    <a:pt x="16076" y="7843"/>
                    <a:pt x="16084" y="7867"/>
                  </a:cubicBezTo>
                  <a:cubicBezTo>
                    <a:pt x="16073" y="7878"/>
                    <a:pt x="16063" y="7893"/>
                    <a:pt x="16061" y="7915"/>
                  </a:cubicBezTo>
                  <a:cubicBezTo>
                    <a:pt x="15988" y="8725"/>
                    <a:pt x="15379" y="9325"/>
                    <a:pt x="14561" y="9368"/>
                  </a:cubicBezTo>
                  <a:cubicBezTo>
                    <a:pt x="14521" y="9370"/>
                    <a:pt x="14480" y="9371"/>
                    <a:pt x="14439" y="9371"/>
                  </a:cubicBezTo>
                  <a:cubicBezTo>
                    <a:pt x="13790" y="9371"/>
                    <a:pt x="13174" y="9100"/>
                    <a:pt x="12573" y="8878"/>
                  </a:cubicBezTo>
                  <a:cubicBezTo>
                    <a:pt x="12138" y="8718"/>
                    <a:pt x="11669" y="8569"/>
                    <a:pt x="11199" y="8569"/>
                  </a:cubicBezTo>
                  <a:cubicBezTo>
                    <a:pt x="11057" y="8569"/>
                    <a:pt x="10915" y="8583"/>
                    <a:pt x="10774" y="8613"/>
                  </a:cubicBezTo>
                  <a:cubicBezTo>
                    <a:pt x="10407" y="8694"/>
                    <a:pt x="9977" y="8910"/>
                    <a:pt x="9861" y="9293"/>
                  </a:cubicBezTo>
                  <a:cubicBezTo>
                    <a:pt x="9746" y="8910"/>
                    <a:pt x="9316" y="8694"/>
                    <a:pt x="8949" y="8613"/>
                  </a:cubicBezTo>
                  <a:cubicBezTo>
                    <a:pt x="8808" y="8583"/>
                    <a:pt x="8666" y="8569"/>
                    <a:pt x="8524" y="8569"/>
                  </a:cubicBezTo>
                  <a:cubicBezTo>
                    <a:pt x="8054" y="8569"/>
                    <a:pt x="7584" y="8718"/>
                    <a:pt x="7149" y="8878"/>
                  </a:cubicBezTo>
                  <a:cubicBezTo>
                    <a:pt x="6549" y="9100"/>
                    <a:pt x="5933" y="9371"/>
                    <a:pt x="5284" y="9371"/>
                  </a:cubicBezTo>
                  <a:cubicBezTo>
                    <a:pt x="5243" y="9371"/>
                    <a:pt x="5202" y="9370"/>
                    <a:pt x="5162" y="9368"/>
                  </a:cubicBezTo>
                  <a:cubicBezTo>
                    <a:pt x="4344" y="9325"/>
                    <a:pt x="3735" y="8725"/>
                    <a:pt x="3661" y="7915"/>
                  </a:cubicBezTo>
                  <a:cubicBezTo>
                    <a:pt x="3660" y="7893"/>
                    <a:pt x="3651" y="7878"/>
                    <a:pt x="3638" y="7867"/>
                  </a:cubicBezTo>
                  <a:cubicBezTo>
                    <a:pt x="3646" y="7843"/>
                    <a:pt x="3636" y="7813"/>
                    <a:pt x="3612" y="7813"/>
                  </a:cubicBezTo>
                  <a:cubicBezTo>
                    <a:pt x="3607" y="7813"/>
                    <a:pt x="3602" y="7814"/>
                    <a:pt x="3597" y="7817"/>
                  </a:cubicBezTo>
                  <a:cubicBezTo>
                    <a:pt x="2998" y="8054"/>
                    <a:pt x="2425" y="8420"/>
                    <a:pt x="1763" y="8420"/>
                  </a:cubicBezTo>
                  <a:cubicBezTo>
                    <a:pt x="1736" y="8420"/>
                    <a:pt x="1708" y="8419"/>
                    <a:pt x="1681" y="8418"/>
                  </a:cubicBezTo>
                  <a:cubicBezTo>
                    <a:pt x="892" y="8383"/>
                    <a:pt x="340" y="7804"/>
                    <a:pt x="361" y="7008"/>
                  </a:cubicBezTo>
                  <a:cubicBezTo>
                    <a:pt x="380" y="6243"/>
                    <a:pt x="1220" y="4912"/>
                    <a:pt x="174" y="4430"/>
                  </a:cubicBezTo>
                  <a:cubicBezTo>
                    <a:pt x="1059" y="4064"/>
                    <a:pt x="386" y="2569"/>
                    <a:pt x="409" y="1913"/>
                  </a:cubicBezTo>
                  <a:cubicBezTo>
                    <a:pt x="439" y="1053"/>
                    <a:pt x="916" y="755"/>
                    <a:pt x="1510" y="755"/>
                  </a:cubicBezTo>
                  <a:cubicBezTo>
                    <a:pt x="2196" y="755"/>
                    <a:pt x="3037" y="1153"/>
                    <a:pt x="3524" y="1541"/>
                  </a:cubicBezTo>
                  <a:cubicBezTo>
                    <a:pt x="3541" y="1555"/>
                    <a:pt x="3566" y="1562"/>
                    <a:pt x="3590" y="1562"/>
                  </a:cubicBezTo>
                  <a:cubicBezTo>
                    <a:pt x="3636" y="1562"/>
                    <a:pt x="3682" y="1535"/>
                    <a:pt x="3675" y="1478"/>
                  </a:cubicBezTo>
                  <a:cubicBezTo>
                    <a:pt x="3560" y="545"/>
                    <a:pt x="4590" y="235"/>
                    <a:pt x="5349" y="235"/>
                  </a:cubicBezTo>
                  <a:cubicBezTo>
                    <a:pt x="5401" y="235"/>
                    <a:pt x="5452" y="236"/>
                    <a:pt x="5501" y="239"/>
                  </a:cubicBezTo>
                  <a:cubicBezTo>
                    <a:pt x="6278" y="285"/>
                    <a:pt x="6812" y="723"/>
                    <a:pt x="7512" y="979"/>
                  </a:cubicBezTo>
                  <a:cubicBezTo>
                    <a:pt x="7724" y="1057"/>
                    <a:pt x="7942" y="1094"/>
                    <a:pt x="8158" y="1094"/>
                  </a:cubicBezTo>
                  <a:cubicBezTo>
                    <a:pt x="8827" y="1094"/>
                    <a:pt x="9476" y="742"/>
                    <a:pt x="9861" y="175"/>
                  </a:cubicBezTo>
                  <a:close/>
                  <a:moveTo>
                    <a:pt x="9828" y="0"/>
                  </a:moveTo>
                  <a:cubicBezTo>
                    <a:pt x="9805" y="0"/>
                    <a:pt x="9782" y="11"/>
                    <a:pt x="9766" y="36"/>
                  </a:cubicBezTo>
                  <a:cubicBezTo>
                    <a:pt x="9435" y="592"/>
                    <a:pt x="8822" y="937"/>
                    <a:pt x="8177" y="937"/>
                  </a:cubicBezTo>
                  <a:cubicBezTo>
                    <a:pt x="8124" y="937"/>
                    <a:pt x="8071" y="935"/>
                    <a:pt x="8018" y="930"/>
                  </a:cubicBezTo>
                  <a:cubicBezTo>
                    <a:pt x="7293" y="865"/>
                    <a:pt x="6726" y="293"/>
                    <a:pt x="6019" y="131"/>
                  </a:cubicBezTo>
                  <a:cubicBezTo>
                    <a:pt x="5831" y="88"/>
                    <a:pt x="5608" y="64"/>
                    <a:pt x="5375" y="64"/>
                  </a:cubicBezTo>
                  <a:cubicBezTo>
                    <a:pt x="4515" y="64"/>
                    <a:pt x="3504" y="390"/>
                    <a:pt x="3490" y="1296"/>
                  </a:cubicBezTo>
                  <a:cubicBezTo>
                    <a:pt x="2982" y="927"/>
                    <a:pt x="2217" y="528"/>
                    <a:pt x="1536" y="528"/>
                  </a:cubicBezTo>
                  <a:cubicBezTo>
                    <a:pt x="1244" y="528"/>
                    <a:pt x="968" y="602"/>
                    <a:pt x="734" y="783"/>
                  </a:cubicBezTo>
                  <a:cubicBezTo>
                    <a:pt x="377" y="1061"/>
                    <a:pt x="243" y="1536"/>
                    <a:pt x="241" y="1971"/>
                  </a:cubicBezTo>
                  <a:cubicBezTo>
                    <a:pt x="238" y="2633"/>
                    <a:pt x="901" y="4026"/>
                    <a:pt x="52" y="4354"/>
                  </a:cubicBezTo>
                  <a:cubicBezTo>
                    <a:pt x="1" y="4374"/>
                    <a:pt x="5" y="4441"/>
                    <a:pt x="42" y="4460"/>
                  </a:cubicBezTo>
                  <a:cubicBezTo>
                    <a:pt x="20" y="4495"/>
                    <a:pt x="23" y="4543"/>
                    <a:pt x="72" y="4565"/>
                  </a:cubicBezTo>
                  <a:cubicBezTo>
                    <a:pt x="937" y="4942"/>
                    <a:pt x="370" y="6036"/>
                    <a:pt x="237" y="6668"/>
                  </a:cubicBezTo>
                  <a:cubicBezTo>
                    <a:pt x="132" y="7161"/>
                    <a:pt x="198" y="7698"/>
                    <a:pt x="528" y="8095"/>
                  </a:cubicBezTo>
                  <a:cubicBezTo>
                    <a:pt x="843" y="8475"/>
                    <a:pt x="1259" y="8621"/>
                    <a:pt x="1700" y="8621"/>
                  </a:cubicBezTo>
                  <a:cubicBezTo>
                    <a:pt x="2334" y="8621"/>
                    <a:pt x="3017" y="8317"/>
                    <a:pt x="3511" y="7968"/>
                  </a:cubicBezTo>
                  <a:cubicBezTo>
                    <a:pt x="3597" y="8944"/>
                    <a:pt x="4401" y="9531"/>
                    <a:pt x="5316" y="9531"/>
                  </a:cubicBezTo>
                  <a:cubicBezTo>
                    <a:pt x="5424" y="9531"/>
                    <a:pt x="5533" y="9523"/>
                    <a:pt x="5642" y="9507"/>
                  </a:cubicBezTo>
                  <a:cubicBezTo>
                    <a:pt x="6327" y="9403"/>
                    <a:pt x="6947" y="9064"/>
                    <a:pt x="7604" y="8863"/>
                  </a:cubicBezTo>
                  <a:cubicBezTo>
                    <a:pt x="7903" y="8772"/>
                    <a:pt x="8217" y="8701"/>
                    <a:pt x="8531" y="8701"/>
                  </a:cubicBezTo>
                  <a:cubicBezTo>
                    <a:pt x="8659" y="8701"/>
                    <a:pt x="8787" y="8713"/>
                    <a:pt x="8914" y="8740"/>
                  </a:cubicBezTo>
                  <a:cubicBezTo>
                    <a:pt x="9330" y="8828"/>
                    <a:pt x="9567" y="9057"/>
                    <a:pt x="9831" y="9367"/>
                  </a:cubicBezTo>
                  <a:cubicBezTo>
                    <a:pt x="9836" y="9373"/>
                    <a:pt x="9842" y="9375"/>
                    <a:pt x="9848" y="9375"/>
                  </a:cubicBezTo>
                  <a:cubicBezTo>
                    <a:pt x="9853" y="9375"/>
                    <a:pt x="9858" y="9374"/>
                    <a:pt x="9862" y="9371"/>
                  </a:cubicBezTo>
                  <a:cubicBezTo>
                    <a:pt x="9866" y="9374"/>
                    <a:pt x="9871" y="9375"/>
                    <a:pt x="9875" y="9375"/>
                  </a:cubicBezTo>
                  <a:cubicBezTo>
                    <a:pt x="9881" y="9375"/>
                    <a:pt x="9887" y="9373"/>
                    <a:pt x="9892" y="9367"/>
                  </a:cubicBezTo>
                  <a:cubicBezTo>
                    <a:pt x="10157" y="9057"/>
                    <a:pt x="10394" y="8828"/>
                    <a:pt x="10809" y="8740"/>
                  </a:cubicBezTo>
                  <a:cubicBezTo>
                    <a:pt x="10936" y="8713"/>
                    <a:pt x="11064" y="8701"/>
                    <a:pt x="11192" y="8701"/>
                  </a:cubicBezTo>
                  <a:cubicBezTo>
                    <a:pt x="11506" y="8701"/>
                    <a:pt x="11820" y="8772"/>
                    <a:pt x="12119" y="8863"/>
                  </a:cubicBezTo>
                  <a:cubicBezTo>
                    <a:pt x="12776" y="9064"/>
                    <a:pt x="13396" y="9403"/>
                    <a:pt x="14081" y="9507"/>
                  </a:cubicBezTo>
                  <a:cubicBezTo>
                    <a:pt x="14190" y="9523"/>
                    <a:pt x="14299" y="9531"/>
                    <a:pt x="14407" y="9531"/>
                  </a:cubicBezTo>
                  <a:cubicBezTo>
                    <a:pt x="15323" y="9531"/>
                    <a:pt x="16127" y="8944"/>
                    <a:pt x="16212" y="7968"/>
                  </a:cubicBezTo>
                  <a:cubicBezTo>
                    <a:pt x="16706" y="8317"/>
                    <a:pt x="17389" y="8621"/>
                    <a:pt x="18023" y="8621"/>
                  </a:cubicBezTo>
                  <a:cubicBezTo>
                    <a:pt x="18463" y="8621"/>
                    <a:pt x="18880" y="8475"/>
                    <a:pt x="19195" y="8095"/>
                  </a:cubicBezTo>
                  <a:cubicBezTo>
                    <a:pt x="19525" y="7698"/>
                    <a:pt x="19591" y="7161"/>
                    <a:pt x="19486" y="6668"/>
                  </a:cubicBezTo>
                  <a:cubicBezTo>
                    <a:pt x="19354" y="6036"/>
                    <a:pt x="18788" y="4942"/>
                    <a:pt x="19652" y="4565"/>
                  </a:cubicBezTo>
                  <a:cubicBezTo>
                    <a:pt x="19701" y="4543"/>
                    <a:pt x="19704" y="4495"/>
                    <a:pt x="19682" y="4460"/>
                  </a:cubicBezTo>
                  <a:cubicBezTo>
                    <a:pt x="19718" y="4441"/>
                    <a:pt x="19722" y="4374"/>
                    <a:pt x="19672" y="4354"/>
                  </a:cubicBezTo>
                  <a:cubicBezTo>
                    <a:pt x="18822" y="4026"/>
                    <a:pt x="19486" y="2633"/>
                    <a:pt x="19483" y="1971"/>
                  </a:cubicBezTo>
                  <a:cubicBezTo>
                    <a:pt x="19481" y="1536"/>
                    <a:pt x="19347" y="1061"/>
                    <a:pt x="18989" y="783"/>
                  </a:cubicBezTo>
                  <a:cubicBezTo>
                    <a:pt x="18755" y="602"/>
                    <a:pt x="18479" y="528"/>
                    <a:pt x="18187" y="528"/>
                  </a:cubicBezTo>
                  <a:cubicBezTo>
                    <a:pt x="17507" y="528"/>
                    <a:pt x="16743" y="927"/>
                    <a:pt x="16234" y="1296"/>
                  </a:cubicBezTo>
                  <a:cubicBezTo>
                    <a:pt x="16219" y="390"/>
                    <a:pt x="15209" y="64"/>
                    <a:pt x="14349" y="64"/>
                  </a:cubicBezTo>
                  <a:cubicBezTo>
                    <a:pt x="14116" y="64"/>
                    <a:pt x="13893" y="88"/>
                    <a:pt x="13705" y="131"/>
                  </a:cubicBezTo>
                  <a:cubicBezTo>
                    <a:pt x="12997" y="293"/>
                    <a:pt x="12430" y="865"/>
                    <a:pt x="11705" y="930"/>
                  </a:cubicBezTo>
                  <a:cubicBezTo>
                    <a:pt x="11652" y="935"/>
                    <a:pt x="11599" y="937"/>
                    <a:pt x="11547" y="937"/>
                  </a:cubicBezTo>
                  <a:cubicBezTo>
                    <a:pt x="10902" y="937"/>
                    <a:pt x="10289" y="591"/>
                    <a:pt x="9957" y="36"/>
                  </a:cubicBezTo>
                  <a:cubicBezTo>
                    <a:pt x="9941" y="11"/>
                    <a:pt x="9919" y="0"/>
                    <a:pt x="9896" y="0"/>
                  </a:cubicBezTo>
                  <a:cubicBezTo>
                    <a:pt x="9884" y="0"/>
                    <a:pt x="9873" y="3"/>
                    <a:pt x="9862" y="7"/>
                  </a:cubicBezTo>
                  <a:cubicBezTo>
                    <a:pt x="9851" y="3"/>
                    <a:pt x="9840" y="0"/>
                    <a:pt x="9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0"/>
            <p:cNvSpPr/>
            <p:nvPr/>
          </p:nvSpPr>
          <p:spPr>
            <a:xfrm>
              <a:off x="6539545" y="1569360"/>
              <a:ext cx="1027223" cy="487609"/>
            </a:xfrm>
            <a:custGeom>
              <a:rect b="b" l="l" r="r" t="t"/>
              <a:pathLst>
                <a:path extrusionOk="0" h="9198" w="19377">
                  <a:moveTo>
                    <a:pt x="13830" y="402"/>
                  </a:moveTo>
                  <a:cubicBezTo>
                    <a:pt x="13849" y="402"/>
                    <a:pt x="13861" y="428"/>
                    <a:pt x="13846" y="442"/>
                  </a:cubicBezTo>
                  <a:cubicBezTo>
                    <a:pt x="13723" y="566"/>
                    <a:pt x="13500" y="614"/>
                    <a:pt x="13334" y="640"/>
                  </a:cubicBezTo>
                  <a:cubicBezTo>
                    <a:pt x="13332" y="640"/>
                    <a:pt x="13331" y="640"/>
                    <a:pt x="13329" y="640"/>
                  </a:cubicBezTo>
                  <a:cubicBezTo>
                    <a:pt x="13302" y="640"/>
                    <a:pt x="13291" y="600"/>
                    <a:pt x="13321" y="594"/>
                  </a:cubicBezTo>
                  <a:cubicBezTo>
                    <a:pt x="13409" y="574"/>
                    <a:pt x="13495" y="549"/>
                    <a:pt x="13579" y="516"/>
                  </a:cubicBezTo>
                  <a:cubicBezTo>
                    <a:pt x="13662" y="482"/>
                    <a:pt x="13738" y="429"/>
                    <a:pt x="13823" y="403"/>
                  </a:cubicBezTo>
                  <a:cubicBezTo>
                    <a:pt x="13826" y="402"/>
                    <a:pt x="13828" y="402"/>
                    <a:pt x="13830" y="402"/>
                  </a:cubicBezTo>
                  <a:close/>
                  <a:moveTo>
                    <a:pt x="14585" y="431"/>
                  </a:moveTo>
                  <a:cubicBezTo>
                    <a:pt x="14742" y="431"/>
                    <a:pt x="14918" y="504"/>
                    <a:pt x="14990" y="650"/>
                  </a:cubicBezTo>
                  <a:cubicBezTo>
                    <a:pt x="15001" y="673"/>
                    <a:pt x="14982" y="698"/>
                    <a:pt x="14961" y="698"/>
                  </a:cubicBezTo>
                  <a:cubicBezTo>
                    <a:pt x="14954" y="698"/>
                    <a:pt x="14946" y="695"/>
                    <a:pt x="14940" y="688"/>
                  </a:cubicBezTo>
                  <a:cubicBezTo>
                    <a:pt x="14836" y="578"/>
                    <a:pt x="14727" y="496"/>
                    <a:pt x="14568" y="495"/>
                  </a:cubicBezTo>
                  <a:cubicBezTo>
                    <a:pt x="14527" y="495"/>
                    <a:pt x="14527" y="433"/>
                    <a:pt x="14568" y="431"/>
                  </a:cubicBezTo>
                  <a:cubicBezTo>
                    <a:pt x="14573" y="431"/>
                    <a:pt x="14579" y="431"/>
                    <a:pt x="14585" y="431"/>
                  </a:cubicBezTo>
                  <a:close/>
                  <a:moveTo>
                    <a:pt x="4717" y="528"/>
                  </a:moveTo>
                  <a:cubicBezTo>
                    <a:pt x="4740" y="528"/>
                    <a:pt x="4762" y="529"/>
                    <a:pt x="4785" y="532"/>
                  </a:cubicBezTo>
                  <a:cubicBezTo>
                    <a:pt x="4827" y="536"/>
                    <a:pt x="4828" y="594"/>
                    <a:pt x="4785" y="598"/>
                  </a:cubicBezTo>
                  <a:cubicBezTo>
                    <a:pt x="4610" y="616"/>
                    <a:pt x="4454" y="645"/>
                    <a:pt x="4304" y="740"/>
                  </a:cubicBezTo>
                  <a:cubicBezTo>
                    <a:pt x="4298" y="744"/>
                    <a:pt x="4292" y="745"/>
                    <a:pt x="4287" y="745"/>
                  </a:cubicBezTo>
                  <a:cubicBezTo>
                    <a:pt x="4260" y="745"/>
                    <a:pt x="4244" y="705"/>
                    <a:pt x="4272" y="686"/>
                  </a:cubicBezTo>
                  <a:cubicBezTo>
                    <a:pt x="4400" y="595"/>
                    <a:pt x="4558" y="528"/>
                    <a:pt x="4717" y="528"/>
                  </a:cubicBezTo>
                  <a:close/>
                  <a:moveTo>
                    <a:pt x="5623" y="543"/>
                  </a:moveTo>
                  <a:cubicBezTo>
                    <a:pt x="5627" y="543"/>
                    <a:pt x="5630" y="544"/>
                    <a:pt x="5634" y="545"/>
                  </a:cubicBezTo>
                  <a:cubicBezTo>
                    <a:pt x="5798" y="597"/>
                    <a:pt x="5964" y="665"/>
                    <a:pt x="6102" y="771"/>
                  </a:cubicBezTo>
                  <a:cubicBezTo>
                    <a:pt x="6128" y="793"/>
                    <a:pt x="6114" y="831"/>
                    <a:pt x="6087" y="831"/>
                  </a:cubicBezTo>
                  <a:cubicBezTo>
                    <a:pt x="6081" y="831"/>
                    <a:pt x="6076" y="830"/>
                    <a:pt x="6070" y="827"/>
                  </a:cubicBezTo>
                  <a:cubicBezTo>
                    <a:pt x="5920" y="747"/>
                    <a:pt x="5776" y="665"/>
                    <a:pt x="5618" y="607"/>
                  </a:cubicBezTo>
                  <a:cubicBezTo>
                    <a:pt x="5583" y="593"/>
                    <a:pt x="5593" y="543"/>
                    <a:pt x="5623" y="543"/>
                  </a:cubicBezTo>
                  <a:close/>
                  <a:moveTo>
                    <a:pt x="9622" y="566"/>
                  </a:moveTo>
                  <a:cubicBezTo>
                    <a:pt x="9683" y="566"/>
                    <a:pt x="9749" y="637"/>
                    <a:pt x="9791" y="671"/>
                  </a:cubicBezTo>
                  <a:cubicBezTo>
                    <a:pt x="9876" y="736"/>
                    <a:pt x="9965" y="799"/>
                    <a:pt x="10045" y="874"/>
                  </a:cubicBezTo>
                  <a:cubicBezTo>
                    <a:pt x="10071" y="899"/>
                    <a:pt x="10047" y="941"/>
                    <a:pt x="10016" y="941"/>
                  </a:cubicBezTo>
                  <a:cubicBezTo>
                    <a:pt x="10010" y="941"/>
                    <a:pt x="10003" y="939"/>
                    <a:pt x="9997" y="935"/>
                  </a:cubicBezTo>
                  <a:cubicBezTo>
                    <a:pt x="9890" y="867"/>
                    <a:pt x="9798" y="756"/>
                    <a:pt x="9686" y="700"/>
                  </a:cubicBezTo>
                  <a:cubicBezTo>
                    <a:pt x="9659" y="686"/>
                    <a:pt x="9637" y="680"/>
                    <a:pt x="9618" y="680"/>
                  </a:cubicBezTo>
                  <a:cubicBezTo>
                    <a:pt x="9557" y="680"/>
                    <a:pt x="9526" y="740"/>
                    <a:pt x="9471" y="796"/>
                  </a:cubicBezTo>
                  <a:cubicBezTo>
                    <a:pt x="9414" y="850"/>
                    <a:pt x="9359" y="905"/>
                    <a:pt x="9303" y="960"/>
                  </a:cubicBezTo>
                  <a:cubicBezTo>
                    <a:pt x="9296" y="968"/>
                    <a:pt x="9287" y="971"/>
                    <a:pt x="9279" y="971"/>
                  </a:cubicBezTo>
                  <a:cubicBezTo>
                    <a:pt x="9250" y="971"/>
                    <a:pt x="9225" y="933"/>
                    <a:pt x="9251" y="907"/>
                  </a:cubicBezTo>
                  <a:cubicBezTo>
                    <a:pt x="9338" y="815"/>
                    <a:pt x="9424" y="720"/>
                    <a:pt x="9514" y="631"/>
                  </a:cubicBezTo>
                  <a:cubicBezTo>
                    <a:pt x="9545" y="600"/>
                    <a:pt x="9574" y="566"/>
                    <a:pt x="9621" y="566"/>
                  </a:cubicBezTo>
                  <a:cubicBezTo>
                    <a:pt x="9621" y="566"/>
                    <a:pt x="9622" y="566"/>
                    <a:pt x="9622" y="566"/>
                  </a:cubicBezTo>
                  <a:close/>
                  <a:moveTo>
                    <a:pt x="1705" y="942"/>
                  </a:moveTo>
                  <a:cubicBezTo>
                    <a:pt x="1707" y="942"/>
                    <a:pt x="1709" y="942"/>
                    <a:pt x="1711" y="943"/>
                  </a:cubicBezTo>
                  <a:cubicBezTo>
                    <a:pt x="1863" y="1005"/>
                    <a:pt x="2021" y="1061"/>
                    <a:pt x="2167" y="1138"/>
                  </a:cubicBezTo>
                  <a:cubicBezTo>
                    <a:pt x="2193" y="1151"/>
                    <a:pt x="2179" y="1192"/>
                    <a:pt x="2154" y="1192"/>
                  </a:cubicBezTo>
                  <a:cubicBezTo>
                    <a:pt x="2151" y="1192"/>
                    <a:pt x="2148" y="1191"/>
                    <a:pt x="2145" y="1190"/>
                  </a:cubicBezTo>
                  <a:cubicBezTo>
                    <a:pt x="1991" y="1133"/>
                    <a:pt x="1842" y="1053"/>
                    <a:pt x="1695" y="982"/>
                  </a:cubicBezTo>
                  <a:cubicBezTo>
                    <a:pt x="1676" y="972"/>
                    <a:pt x="1687" y="942"/>
                    <a:pt x="1705" y="942"/>
                  </a:cubicBezTo>
                  <a:close/>
                  <a:moveTo>
                    <a:pt x="12528" y="879"/>
                  </a:moveTo>
                  <a:cubicBezTo>
                    <a:pt x="12549" y="879"/>
                    <a:pt x="12564" y="910"/>
                    <a:pt x="12548" y="928"/>
                  </a:cubicBezTo>
                  <a:cubicBezTo>
                    <a:pt x="12413" y="1070"/>
                    <a:pt x="12234" y="1155"/>
                    <a:pt x="12046" y="1200"/>
                  </a:cubicBezTo>
                  <a:cubicBezTo>
                    <a:pt x="12043" y="1200"/>
                    <a:pt x="12041" y="1200"/>
                    <a:pt x="12039" y="1200"/>
                  </a:cubicBezTo>
                  <a:cubicBezTo>
                    <a:pt x="12014" y="1200"/>
                    <a:pt x="12006" y="1163"/>
                    <a:pt x="12033" y="1154"/>
                  </a:cubicBezTo>
                  <a:cubicBezTo>
                    <a:pt x="12213" y="1096"/>
                    <a:pt x="12365" y="998"/>
                    <a:pt x="12514" y="884"/>
                  </a:cubicBezTo>
                  <a:cubicBezTo>
                    <a:pt x="12518" y="881"/>
                    <a:pt x="12523" y="879"/>
                    <a:pt x="12528" y="879"/>
                  </a:cubicBezTo>
                  <a:close/>
                  <a:moveTo>
                    <a:pt x="17555" y="1021"/>
                  </a:moveTo>
                  <a:cubicBezTo>
                    <a:pt x="17586" y="1021"/>
                    <a:pt x="17616" y="1023"/>
                    <a:pt x="17647" y="1027"/>
                  </a:cubicBezTo>
                  <a:cubicBezTo>
                    <a:pt x="17688" y="1032"/>
                    <a:pt x="17690" y="1092"/>
                    <a:pt x="17647" y="1093"/>
                  </a:cubicBezTo>
                  <a:cubicBezTo>
                    <a:pt x="17464" y="1095"/>
                    <a:pt x="17289" y="1122"/>
                    <a:pt x="17123" y="1201"/>
                  </a:cubicBezTo>
                  <a:cubicBezTo>
                    <a:pt x="17119" y="1203"/>
                    <a:pt x="17114" y="1204"/>
                    <a:pt x="17110" y="1204"/>
                  </a:cubicBezTo>
                  <a:cubicBezTo>
                    <a:pt x="17082" y="1204"/>
                    <a:pt x="17063" y="1164"/>
                    <a:pt x="17092" y="1148"/>
                  </a:cubicBezTo>
                  <a:cubicBezTo>
                    <a:pt x="17237" y="1070"/>
                    <a:pt x="17393" y="1021"/>
                    <a:pt x="17555" y="1021"/>
                  </a:cubicBezTo>
                  <a:close/>
                  <a:moveTo>
                    <a:pt x="6820" y="1036"/>
                  </a:moveTo>
                  <a:cubicBezTo>
                    <a:pt x="6824" y="1036"/>
                    <a:pt x="6829" y="1037"/>
                    <a:pt x="6833" y="1039"/>
                  </a:cubicBezTo>
                  <a:cubicBezTo>
                    <a:pt x="7045" y="1154"/>
                    <a:pt x="7248" y="1178"/>
                    <a:pt x="7474" y="1234"/>
                  </a:cubicBezTo>
                  <a:cubicBezTo>
                    <a:pt x="7509" y="1243"/>
                    <a:pt x="7498" y="1290"/>
                    <a:pt x="7467" y="1293"/>
                  </a:cubicBezTo>
                  <a:cubicBezTo>
                    <a:pt x="7451" y="1294"/>
                    <a:pt x="7435" y="1294"/>
                    <a:pt x="7419" y="1294"/>
                  </a:cubicBezTo>
                  <a:cubicBezTo>
                    <a:pt x="7206" y="1294"/>
                    <a:pt x="6981" y="1194"/>
                    <a:pt x="6805" y="1090"/>
                  </a:cubicBezTo>
                  <a:cubicBezTo>
                    <a:pt x="6776" y="1074"/>
                    <a:pt x="6794" y="1036"/>
                    <a:pt x="6820" y="1036"/>
                  </a:cubicBezTo>
                  <a:close/>
                  <a:moveTo>
                    <a:pt x="10646" y="1190"/>
                  </a:moveTo>
                  <a:cubicBezTo>
                    <a:pt x="10649" y="1190"/>
                    <a:pt x="10652" y="1191"/>
                    <a:pt x="10656" y="1192"/>
                  </a:cubicBezTo>
                  <a:cubicBezTo>
                    <a:pt x="10812" y="1258"/>
                    <a:pt x="10972" y="1285"/>
                    <a:pt x="11142" y="1288"/>
                  </a:cubicBezTo>
                  <a:cubicBezTo>
                    <a:pt x="11172" y="1289"/>
                    <a:pt x="11172" y="1334"/>
                    <a:pt x="11142" y="1335"/>
                  </a:cubicBezTo>
                  <a:cubicBezTo>
                    <a:pt x="11130" y="1336"/>
                    <a:pt x="11118" y="1336"/>
                    <a:pt x="11106" y="1336"/>
                  </a:cubicBezTo>
                  <a:cubicBezTo>
                    <a:pt x="10943" y="1336"/>
                    <a:pt x="10784" y="1295"/>
                    <a:pt x="10634" y="1227"/>
                  </a:cubicBezTo>
                  <a:cubicBezTo>
                    <a:pt x="10613" y="1218"/>
                    <a:pt x="10626" y="1190"/>
                    <a:pt x="10646" y="1190"/>
                  </a:cubicBezTo>
                  <a:close/>
                  <a:moveTo>
                    <a:pt x="8610" y="1183"/>
                  </a:moveTo>
                  <a:cubicBezTo>
                    <a:pt x="8635" y="1183"/>
                    <a:pt x="8654" y="1214"/>
                    <a:pt x="8632" y="1235"/>
                  </a:cubicBezTo>
                  <a:cubicBezTo>
                    <a:pt x="8546" y="1317"/>
                    <a:pt x="8424" y="1352"/>
                    <a:pt x="8304" y="1352"/>
                  </a:cubicBezTo>
                  <a:cubicBezTo>
                    <a:pt x="8253" y="1352"/>
                    <a:pt x="8202" y="1346"/>
                    <a:pt x="8155" y="1334"/>
                  </a:cubicBezTo>
                  <a:cubicBezTo>
                    <a:pt x="8121" y="1326"/>
                    <a:pt x="8133" y="1278"/>
                    <a:pt x="8163" y="1278"/>
                  </a:cubicBezTo>
                  <a:cubicBezTo>
                    <a:pt x="8165" y="1278"/>
                    <a:pt x="8168" y="1278"/>
                    <a:pt x="8170" y="1279"/>
                  </a:cubicBezTo>
                  <a:cubicBezTo>
                    <a:pt x="8201" y="1284"/>
                    <a:pt x="8232" y="1287"/>
                    <a:pt x="8261" y="1287"/>
                  </a:cubicBezTo>
                  <a:cubicBezTo>
                    <a:pt x="8380" y="1287"/>
                    <a:pt x="8484" y="1243"/>
                    <a:pt x="8595" y="1187"/>
                  </a:cubicBezTo>
                  <a:cubicBezTo>
                    <a:pt x="8600" y="1184"/>
                    <a:pt x="8605" y="1183"/>
                    <a:pt x="8610" y="1183"/>
                  </a:cubicBezTo>
                  <a:close/>
                  <a:moveTo>
                    <a:pt x="18243" y="1079"/>
                  </a:moveTo>
                  <a:cubicBezTo>
                    <a:pt x="18243" y="1079"/>
                    <a:pt x="18244" y="1079"/>
                    <a:pt x="18244" y="1079"/>
                  </a:cubicBezTo>
                  <a:cubicBezTo>
                    <a:pt x="18436" y="1087"/>
                    <a:pt x="18612" y="1213"/>
                    <a:pt x="18657" y="1405"/>
                  </a:cubicBezTo>
                  <a:cubicBezTo>
                    <a:pt x="18664" y="1430"/>
                    <a:pt x="18644" y="1446"/>
                    <a:pt x="18625" y="1446"/>
                  </a:cubicBezTo>
                  <a:cubicBezTo>
                    <a:pt x="18612" y="1446"/>
                    <a:pt x="18598" y="1439"/>
                    <a:pt x="18592" y="1423"/>
                  </a:cubicBezTo>
                  <a:cubicBezTo>
                    <a:pt x="18534" y="1266"/>
                    <a:pt x="18405" y="1146"/>
                    <a:pt x="18237" y="1123"/>
                  </a:cubicBezTo>
                  <a:cubicBezTo>
                    <a:pt x="18213" y="1118"/>
                    <a:pt x="18219" y="1079"/>
                    <a:pt x="18243" y="1079"/>
                  </a:cubicBezTo>
                  <a:close/>
                  <a:moveTo>
                    <a:pt x="1063" y="998"/>
                  </a:moveTo>
                  <a:cubicBezTo>
                    <a:pt x="1090" y="998"/>
                    <a:pt x="1109" y="1038"/>
                    <a:pt x="1079" y="1051"/>
                  </a:cubicBezTo>
                  <a:cubicBezTo>
                    <a:pt x="911" y="1128"/>
                    <a:pt x="785" y="1266"/>
                    <a:pt x="782" y="1459"/>
                  </a:cubicBezTo>
                  <a:cubicBezTo>
                    <a:pt x="782" y="1472"/>
                    <a:pt x="772" y="1478"/>
                    <a:pt x="762" y="1478"/>
                  </a:cubicBezTo>
                  <a:cubicBezTo>
                    <a:pt x="752" y="1478"/>
                    <a:pt x="742" y="1472"/>
                    <a:pt x="741" y="1459"/>
                  </a:cubicBezTo>
                  <a:cubicBezTo>
                    <a:pt x="724" y="1257"/>
                    <a:pt x="850" y="1040"/>
                    <a:pt x="1057" y="999"/>
                  </a:cubicBezTo>
                  <a:cubicBezTo>
                    <a:pt x="1059" y="998"/>
                    <a:pt x="1061" y="998"/>
                    <a:pt x="1063" y="998"/>
                  </a:cubicBezTo>
                  <a:close/>
                  <a:moveTo>
                    <a:pt x="15374" y="878"/>
                  </a:moveTo>
                  <a:cubicBezTo>
                    <a:pt x="15387" y="878"/>
                    <a:pt x="15400" y="884"/>
                    <a:pt x="15406" y="899"/>
                  </a:cubicBezTo>
                  <a:cubicBezTo>
                    <a:pt x="15503" y="1129"/>
                    <a:pt x="15613" y="1365"/>
                    <a:pt x="15678" y="1606"/>
                  </a:cubicBezTo>
                  <a:cubicBezTo>
                    <a:pt x="15686" y="1634"/>
                    <a:pt x="15659" y="1658"/>
                    <a:pt x="15635" y="1658"/>
                  </a:cubicBezTo>
                  <a:cubicBezTo>
                    <a:pt x="15622" y="1658"/>
                    <a:pt x="15609" y="1651"/>
                    <a:pt x="15602" y="1637"/>
                  </a:cubicBezTo>
                  <a:cubicBezTo>
                    <a:pt x="15494" y="1409"/>
                    <a:pt x="15422" y="1156"/>
                    <a:pt x="15346" y="917"/>
                  </a:cubicBezTo>
                  <a:cubicBezTo>
                    <a:pt x="15337" y="892"/>
                    <a:pt x="15355" y="878"/>
                    <a:pt x="15374" y="878"/>
                  </a:cubicBezTo>
                  <a:close/>
                  <a:moveTo>
                    <a:pt x="3888" y="1236"/>
                  </a:moveTo>
                  <a:cubicBezTo>
                    <a:pt x="3902" y="1236"/>
                    <a:pt x="3918" y="1249"/>
                    <a:pt x="3914" y="1266"/>
                  </a:cubicBezTo>
                  <a:cubicBezTo>
                    <a:pt x="3882" y="1397"/>
                    <a:pt x="3855" y="1521"/>
                    <a:pt x="3858" y="1658"/>
                  </a:cubicBezTo>
                  <a:cubicBezTo>
                    <a:pt x="3858" y="1667"/>
                    <a:pt x="3849" y="1673"/>
                    <a:pt x="3841" y="1673"/>
                  </a:cubicBezTo>
                  <a:cubicBezTo>
                    <a:pt x="3834" y="1673"/>
                    <a:pt x="3828" y="1670"/>
                    <a:pt x="3827" y="1662"/>
                  </a:cubicBezTo>
                  <a:cubicBezTo>
                    <a:pt x="3809" y="1523"/>
                    <a:pt x="3815" y="1378"/>
                    <a:pt x="3870" y="1248"/>
                  </a:cubicBezTo>
                  <a:cubicBezTo>
                    <a:pt x="3874" y="1239"/>
                    <a:pt x="3880" y="1236"/>
                    <a:pt x="3888" y="1236"/>
                  </a:cubicBezTo>
                  <a:close/>
                  <a:moveTo>
                    <a:pt x="16504" y="1426"/>
                  </a:moveTo>
                  <a:cubicBezTo>
                    <a:pt x="16533" y="1426"/>
                    <a:pt x="16549" y="1466"/>
                    <a:pt x="16520" y="1485"/>
                  </a:cubicBezTo>
                  <a:cubicBezTo>
                    <a:pt x="16379" y="1581"/>
                    <a:pt x="16227" y="1659"/>
                    <a:pt x="16077" y="1741"/>
                  </a:cubicBezTo>
                  <a:cubicBezTo>
                    <a:pt x="16072" y="1744"/>
                    <a:pt x="16067" y="1745"/>
                    <a:pt x="16063" y="1745"/>
                  </a:cubicBezTo>
                  <a:cubicBezTo>
                    <a:pt x="16037" y="1745"/>
                    <a:pt x="16022" y="1707"/>
                    <a:pt x="16049" y="1691"/>
                  </a:cubicBezTo>
                  <a:cubicBezTo>
                    <a:pt x="16193" y="1600"/>
                    <a:pt x="16335" y="1506"/>
                    <a:pt x="16488" y="1430"/>
                  </a:cubicBezTo>
                  <a:cubicBezTo>
                    <a:pt x="16493" y="1427"/>
                    <a:pt x="16499" y="1426"/>
                    <a:pt x="16504" y="1426"/>
                  </a:cubicBezTo>
                  <a:close/>
                  <a:moveTo>
                    <a:pt x="2689" y="1355"/>
                  </a:moveTo>
                  <a:cubicBezTo>
                    <a:pt x="2692" y="1355"/>
                    <a:pt x="2694" y="1355"/>
                    <a:pt x="2697" y="1357"/>
                  </a:cubicBezTo>
                  <a:cubicBezTo>
                    <a:pt x="2951" y="1460"/>
                    <a:pt x="3208" y="1615"/>
                    <a:pt x="3372" y="1841"/>
                  </a:cubicBezTo>
                  <a:cubicBezTo>
                    <a:pt x="3388" y="1862"/>
                    <a:pt x="3366" y="1885"/>
                    <a:pt x="3344" y="1885"/>
                  </a:cubicBezTo>
                  <a:cubicBezTo>
                    <a:pt x="3337" y="1885"/>
                    <a:pt x="3330" y="1883"/>
                    <a:pt x="3324" y="1877"/>
                  </a:cubicBezTo>
                  <a:cubicBezTo>
                    <a:pt x="3123" y="1688"/>
                    <a:pt x="2932" y="1517"/>
                    <a:pt x="2679" y="1400"/>
                  </a:cubicBezTo>
                  <a:cubicBezTo>
                    <a:pt x="2657" y="1391"/>
                    <a:pt x="2668" y="1355"/>
                    <a:pt x="2689" y="1355"/>
                  </a:cubicBezTo>
                  <a:close/>
                  <a:moveTo>
                    <a:pt x="18641" y="2029"/>
                  </a:moveTo>
                  <a:cubicBezTo>
                    <a:pt x="18653" y="2029"/>
                    <a:pt x="18666" y="2037"/>
                    <a:pt x="18667" y="2054"/>
                  </a:cubicBezTo>
                  <a:cubicBezTo>
                    <a:pt x="18679" y="2220"/>
                    <a:pt x="18687" y="2385"/>
                    <a:pt x="18675" y="2551"/>
                  </a:cubicBezTo>
                  <a:cubicBezTo>
                    <a:pt x="18674" y="2574"/>
                    <a:pt x="18657" y="2586"/>
                    <a:pt x="18640" y="2586"/>
                  </a:cubicBezTo>
                  <a:cubicBezTo>
                    <a:pt x="18623" y="2586"/>
                    <a:pt x="18606" y="2574"/>
                    <a:pt x="18605" y="2551"/>
                  </a:cubicBezTo>
                  <a:cubicBezTo>
                    <a:pt x="18593" y="2385"/>
                    <a:pt x="18602" y="2220"/>
                    <a:pt x="18613" y="2054"/>
                  </a:cubicBezTo>
                  <a:cubicBezTo>
                    <a:pt x="18615" y="2037"/>
                    <a:pt x="18628" y="2029"/>
                    <a:pt x="18641" y="2029"/>
                  </a:cubicBezTo>
                  <a:close/>
                  <a:moveTo>
                    <a:pt x="761" y="2031"/>
                  </a:moveTo>
                  <a:cubicBezTo>
                    <a:pt x="773" y="2031"/>
                    <a:pt x="786" y="2040"/>
                    <a:pt x="788" y="2054"/>
                  </a:cubicBezTo>
                  <a:cubicBezTo>
                    <a:pt x="797" y="2140"/>
                    <a:pt x="787" y="2225"/>
                    <a:pt x="792" y="2311"/>
                  </a:cubicBezTo>
                  <a:cubicBezTo>
                    <a:pt x="799" y="2407"/>
                    <a:pt x="815" y="2501"/>
                    <a:pt x="838" y="2594"/>
                  </a:cubicBezTo>
                  <a:cubicBezTo>
                    <a:pt x="843" y="2612"/>
                    <a:pt x="828" y="2624"/>
                    <a:pt x="813" y="2624"/>
                  </a:cubicBezTo>
                  <a:cubicBezTo>
                    <a:pt x="804" y="2624"/>
                    <a:pt x="795" y="2619"/>
                    <a:pt x="791" y="2608"/>
                  </a:cubicBezTo>
                  <a:cubicBezTo>
                    <a:pt x="742" y="2438"/>
                    <a:pt x="694" y="2223"/>
                    <a:pt x="740" y="2048"/>
                  </a:cubicBezTo>
                  <a:cubicBezTo>
                    <a:pt x="743" y="2036"/>
                    <a:pt x="752" y="2031"/>
                    <a:pt x="761" y="2031"/>
                  </a:cubicBezTo>
                  <a:close/>
                  <a:moveTo>
                    <a:pt x="18620" y="3063"/>
                  </a:moveTo>
                  <a:cubicBezTo>
                    <a:pt x="18637" y="3063"/>
                    <a:pt x="18653" y="3074"/>
                    <a:pt x="18651" y="3094"/>
                  </a:cubicBezTo>
                  <a:cubicBezTo>
                    <a:pt x="18636" y="3219"/>
                    <a:pt x="18636" y="3340"/>
                    <a:pt x="18663" y="3464"/>
                  </a:cubicBezTo>
                  <a:cubicBezTo>
                    <a:pt x="18687" y="3574"/>
                    <a:pt x="18743" y="3673"/>
                    <a:pt x="18776" y="3781"/>
                  </a:cubicBezTo>
                  <a:cubicBezTo>
                    <a:pt x="18783" y="3803"/>
                    <a:pt x="18764" y="3821"/>
                    <a:pt x="18745" y="3821"/>
                  </a:cubicBezTo>
                  <a:cubicBezTo>
                    <a:pt x="18737" y="3821"/>
                    <a:pt x="18730" y="3818"/>
                    <a:pt x="18723" y="3812"/>
                  </a:cubicBezTo>
                  <a:cubicBezTo>
                    <a:pt x="18549" y="3632"/>
                    <a:pt x="18533" y="3316"/>
                    <a:pt x="18590" y="3085"/>
                  </a:cubicBezTo>
                  <a:cubicBezTo>
                    <a:pt x="18593" y="3070"/>
                    <a:pt x="18607" y="3063"/>
                    <a:pt x="18620" y="3063"/>
                  </a:cubicBezTo>
                  <a:close/>
                  <a:moveTo>
                    <a:pt x="865" y="3273"/>
                  </a:moveTo>
                  <a:cubicBezTo>
                    <a:pt x="877" y="3273"/>
                    <a:pt x="889" y="3283"/>
                    <a:pt x="891" y="3297"/>
                  </a:cubicBezTo>
                  <a:cubicBezTo>
                    <a:pt x="914" y="3502"/>
                    <a:pt x="823" y="3724"/>
                    <a:pt x="730" y="3902"/>
                  </a:cubicBezTo>
                  <a:cubicBezTo>
                    <a:pt x="726" y="3911"/>
                    <a:pt x="719" y="3915"/>
                    <a:pt x="712" y="3915"/>
                  </a:cubicBezTo>
                  <a:cubicBezTo>
                    <a:pt x="696" y="3915"/>
                    <a:pt x="680" y="3897"/>
                    <a:pt x="689" y="3879"/>
                  </a:cubicBezTo>
                  <a:cubicBezTo>
                    <a:pt x="780" y="3684"/>
                    <a:pt x="796" y="3494"/>
                    <a:pt x="845" y="3290"/>
                  </a:cubicBezTo>
                  <a:cubicBezTo>
                    <a:pt x="848" y="3278"/>
                    <a:pt x="856" y="3273"/>
                    <a:pt x="865" y="3273"/>
                  </a:cubicBezTo>
                  <a:close/>
                  <a:moveTo>
                    <a:pt x="609" y="4308"/>
                  </a:moveTo>
                  <a:cubicBezTo>
                    <a:pt x="612" y="4308"/>
                    <a:pt x="615" y="4309"/>
                    <a:pt x="618" y="4309"/>
                  </a:cubicBezTo>
                  <a:cubicBezTo>
                    <a:pt x="703" y="4334"/>
                    <a:pt x="760" y="4412"/>
                    <a:pt x="811" y="4480"/>
                  </a:cubicBezTo>
                  <a:cubicBezTo>
                    <a:pt x="866" y="4556"/>
                    <a:pt x="910" y="4638"/>
                    <a:pt x="940" y="4728"/>
                  </a:cubicBezTo>
                  <a:cubicBezTo>
                    <a:pt x="946" y="4745"/>
                    <a:pt x="931" y="4758"/>
                    <a:pt x="916" y="4758"/>
                  </a:cubicBezTo>
                  <a:cubicBezTo>
                    <a:pt x="908" y="4758"/>
                    <a:pt x="900" y="4754"/>
                    <a:pt x="896" y="4746"/>
                  </a:cubicBezTo>
                  <a:cubicBezTo>
                    <a:pt x="855" y="4667"/>
                    <a:pt x="807" y="4594"/>
                    <a:pt x="745" y="4529"/>
                  </a:cubicBezTo>
                  <a:cubicBezTo>
                    <a:pt x="692" y="4472"/>
                    <a:pt x="619" y="4432"/>
                    <a:pt x="573" y="4367"/>
                  </a:cubicBezTo>
                  <a:cubicBezTo>
                    <a:pt x="556" y="4342"/>
                    <a:pt x="581" y="4308"/>
                    <a:pt x="609" y="4308"/>
                  </a:cubicBezTo>
                  <a:close/>
                  <a:moveTo>
                    <a:pt x="18776" y="4257"/>
                  </a:moveTo>
                  <a:cubicBezTo>
                    <a:pt x="18793" y="4257"/>
                    <a:pt x="18811" y="4276"/>
                    <a:pt x="18801" y="4298"/>
                  </a:cubicBezTo>
                  <a:cubicBezTo>
                    <a:pt x="18728" y="4466"/>
                    <a:pt x="18659" y="4643"/>
                    <a:pt x="18565" y="4801"/>
                  </a:cubicBezTo>
                  <a:cubicBezTo>
                    <a:pt x="18558" y="4813"/>
                    <a:pt x="18545" y="4818"/>
                    <a:pt x="18532" y="4818"/>
                  </a:cubicBezTo>
                  <a:cubicBezTo>
                    <a:pt x="18508" y="4818"/>
                    <a:pt x="18483" y="4798"/>
                    <a:pt x="18494" y="4771"/>
                  </a:cubicBezTo>
                  <a:cubicBezTo>
                    <a:pt x="18563" y="4597"/>
                    <a:pt x="18664" y="4434"/>
                    <a:pt x="18756" y="4271"/>
                  </a:cubicBezTo>
                  <a:cubicBezTo>
                    <a:pt x="18761" y="4261"/>
                    <a:pt x="18768" y="4257"/>
                    <a:pt x="18776" y="4257"/>
                  </a:cubicBezTo>
                  <a:close/>
                  <a:moveTo>
                    <a:pt x="18544" y="5240"/>
                  </a:moveTo>
                  <a:cubicBezTo>
                    <a:pt x="18558" y="5240"/>
                    <a:pt x="18571" y="5246"/>
                    <a:pt x="18578" y="5261"/>
                  </a:cubicBezTo>
                  <a:cubicBezTo>
                    <a:pt x="18618" y="5346"/>
                    <a:pt x="18649" y="5433"/>
                    <a:pt x="18681" y="5520"/>
                  </a:cubicBezTo>
                  <a:cubicBezTo>
                    <a:pt x="18692" y="5549"/>
                    <a:pt x="18663" y="5573"/>
                    <a:pt x="18636" y="5573"/>
                  </a:cubicBezTo>
                  <a:cubicBezTo>
                    <a:pt x="18623" y="5573"/>
                    <a:pt x="18610" y="5567"/>
                    <a:pt x="18604" y="5552"/>
                  </a:cubicBezTo>
                  <a:cubicBezTo>
                    <a:pt x="18568" y="5467"/>
                    <a:pt x="18529" y="5382"/>
                    <a:pt x="18499" y="5294"/>
                  </a:cubicBezTo>
                  <a:cubicBezTo>
                    <a:pt x="18489" y="5264"/>
                    <a:pt x="18518" y="5240"/>
                    <a:pt x="18544" y="5240"/>
                  </a:cubicBezTo>
                  <a:close/>
                  <a:moveTo>
                    <a:pt x="1015" y="5154"/>
                  </a:moveTo>
                  <a:cubicBezTo>
                    <a:pt x="1030" y="5154"/>
                    <a:pt x="1045" y="5166"/>
                    <a:pt x="1047" y="5184"/>
                  </a:cubicBezTo>
                  <a:cubicBezTo>
                    <a:pt x="1062" y="5425"/>
                    <a:pt x="930" y="5670"/>
                    <a:pt x="785" y="5852"/>
                  </a:cubicBezTo>
                  <a:cubicBezTo>
                    <a:pt x="778" y="5861"/>
                    <a:pt x="770" y="5864"/>
                    <a:pt x="761" y="5864"/>
                  </a:cubicBezTo>
                  <a:cubicBezTo>
                    <a:pt x="735" y="5864"/>
                    <a:pt x="707" y="5833"/>
                    <a:pt x="726" y="5807"/>
                  </a:cubicBezTo>
                  <a:cubicBezTo>
                    <a:pt x="876" y="5613"/>
                    <a:pt x="925" y="5407"/>
                    <a:pt x="988" y="5176"/>
                  </a:cubicBezTo>
                  <a:cubicBezTo>
                    <a:pt x="992" y="5161"/>
                    <a:pt x="1003" y="5154"/>
                    <a:pt x="1015" y="5154"/>
                  </a:cubicBezTo>
                  <a:close/>
                  <a:moveTo>
                    <a:pt x="18782" y="5896"/>
                  </a:moveTo>
                  <a:cubicBezTo>
                    <a:pt x="18793" y="5896"/>
                    <a:pt x="18804" y="5901"/>
                    <a:pt x="18810" y="5914"/>
                  </a:cubicBezTo>
                  <a:cubicBezTo>
                    <a:pt x="18901" y="6084"/>
                    <a:pt x="18888" y="6308"/>
                    <a:pt x="18837" y="6489"/>
                  </a:cubicBezTo>
                  <a:cubicBezTo>
                    <a:pt x="18832" y="6505"/>
                    <a:pt x="18820" y="6512"/>
                    <a:pt x="18807" y="6512"/>
                  </a:cubicBezTo>
                  <a:cubicBezTo>
                    <a:pt x="18787" y="6512"/>
                    <a:pt x="18766" y="6495"/>
                    <a:pt x="18772" y="6469"/>
                  </a:cubicBezTo>
                  <a:cubicBezTo>
                    <a:pt x="18813" y="6283"/>
                    <a:pt x="18780" y="6125"/>
                    <a:pt x="18745" y="5942"/>
                  </a:cubicBezTo>
                  <a:cubicBezTo>
                    <a:pt x="18740" y="5916"/>
                    <a:pt x="18762" y="5896"/>
                    <a:pt x="18782" y="5896"/>
                  </a:cubicBezTo>
                  <a:close/>
                  <a:moveTo>
                    <a:pt x="718" y="6544"/>
                  </a:moveTo>
                  <a:cubicBezTo>
                    <a:pt x="737" y="6544"/>
                    <a:pt x="757" y="6562"/>
                    <a:pt x="752" y="6585"/>
                  </a:cubicBezTo>
                  <a:cubicBezTo>
                    <a:pt x="705" y="6766"/>
                    <a:pt x="682" y="6932"/>
                    <a:pt x="733" y="7116"/>
                  </a:cubicBezTo>
                  <a:cubicBezTo>
                    <a:pt x="739" y="7139"/>
                    <a:pt x="721" y="7154"/>
                    <a:pt x="703" y="7154"/>
                  </a:cubicBezTo>
                  <a:cubicBezTo>
                    <a:pt x="690" y="7154"/>
                    <a:pt x="677" y="7147"/>
                    <a:pt x="672" y="7132"/>
                  </a:cubicBezTo>
                  <a:cubicBezTo>
                    <a:pt x="602" y="6949"/>
                    <a:pt x="595" y="6735"/>
                    <a:pt x="691" y="6560"/>
                  </a:cubicBezTo>
                  <a:cubicBezTo>
                    <a:pt x="697" y="6549"/>
                    <a:pt x="707" y="6544"/>
                    <a:pt x="718" y="6544"/>
                  </a:cubicBezTo>
                  <a:close/>
                  <a:moveTo>
                    <a:pt x="18828" y="6935"/>
                  </a:moveTo>
                  <a:cubicBezTo>
                    <a:pt x="18846" y="6935"/>
                    <a:pt x="18864" y="6947"/>
                    <a:pt x="18862" y="6969"/>
                  </a:cubicBezTo>
                  <a:cubicBezTo>
                    <a:pt x="18856" y="7107"/>
                    <a:pt x="18819" y="7246"/>
                    <a:pt x="18790" y="7381"/>
                  </a:cubicBezTo>
                  <a:cubicBezTo>
                    <a:pt x="18786" y="7399"/>
                    <a:pt x="18773" y="7407"/>
                    <a:pt x="18759" y="7407"/>
                  </a:cubicBezTo>
                  <a:cubicBezTo>
                    <a:pt x="18738" y="7407"/>
                    <a:pt x="18715" y="7389"/>
                    <a:pt x="18719" y="7361"/>
                  </a:cubicBezTo>
                  <a:cubicBezTo>
                    <a:pt x="18740" y="7228"/>
                    <a:pt x="18751" y="7088"/>
                    <a:pt x="18793" y="6960"/>
                  </a:cubicBezTo>
                  <a:cubicBezTo>
                    <a:pt x="18798" y="6943"/>
                    <a:pt x="18813" y="6935"/>
                    <a:pt x="18828" y="6935"/>
                  </a:cubicBezTo>
                  <a:close/>
                  <a:moveTo>
                    <a:pt x="16250" y="7097"/>
                  </a:moveTo>
                  <a:cubicBezTo>
                    <a:pt x="16256" y="7097"/>
                    <a:pt x="16262" y="7099"/>
                    <a:pt x="16269" y="7102"/>
                  </a:cubicBezTo>
                  <a:cubicBezTo>
                    <a:pt x="16470" y="7209"/>
                    <a:pt x="16677" y="7313"/>
                    <a:pt x="16873" y="7431"/>
                  </a:cubicBezTo>
                  <a:cubicBezTo>
                    <a:pt x="16906" y="7450"/>
                    <a:pt x="16886" y="7493"/>
                    <a:pt x="16855" y="7493"/>
                  </a:cubicBezTo>
                  <a:cubicBezTo>
                    <a:pt x="16850" y="7493"/>
                    <a:pt x="16845" y="7492"/>
                    <a:pt x="16839" y="7490"/>
                  </a:cubicBezTo>
                  <a:cubicBezTo>
                    <a:pt x="16632" y="7389"/>
                    <a:pt x="16432" y="7276"/>
                    <a:pt x="16231" y="7165"/>
                  </a:cubicBezTo>
                  <a:cubicBezTo>
                    <a:pt x="16196" y="7145"/>
                    <a:pt x="16218" y="7097"/>
                    <a:pt x="16250" y="7097"/>
                  </a:cubicBezTo>
                  <a:close/>
                  <a:moveTo>
                    <a:pt x="3396" y="7233"/>
                  </a:moveTo>
                  <a:cubicBezTo>
                    <a:pt x="3423" y="7233"/>
                    <a:pt x="3438" y="7280"/>
                    <a:pt x="3410" y="7294"/>
                  </a:cubicBezTo>
                  <a:cubicBezTo>
                    <a:pt x="3262" y="7370"/>
                    <a:pt x="3115" y="7451"/>
                    <a:pt x="2959" y="7508"/>
                  </a:cubicBezTo>
                  <a:cubicBezTo>
                    <a:pt x="2955" y="7509"/>
                    <a:pt x="2951" y="7510"/>
                    <a:pt x="2947" y="7510"/>
                  </a:cubicBezTo>
                  <a:cubicBezTo>
                    <a:pt x="2914" y="7510"/>
                    <a:pt x="2897" y="7457"/>
                    <a:pt x="2930" y="7438"/>
                  </a:cubicBezTo>
                  <a:cubicBezTo>
                    <a:pt x="3074" y="7357"/>
                    <a:pt x="3232" y="7298"/>
                    <a:pt x="3385" y="7235"/>
                  </a:cubicBezTo>
                  <a:cubicBezTo>
                    <a:pt x="3389" y="7234"/>
                    <a:pt x="3392" y="7233"/>
                    <a:pt x="3396" y="7233"/>
                  </a:cubicBezTo>
                  <a:close/>
                  <a:moveTo>
                    <a:pt x="15653" y="7278"/>
                  </a:moveTo>
                  <a:cubicBezTo>
                    <a:pt x="15675" y="7278"/>
                    <a:pt x="15700" y="7302"/>
                    <a:pt x="15696" y="7328"/>
                  </a:cubicBezTo>
                  <a:cubicBezTo>
                    <a:pt x="15670" y="7504"/>
                    <a:pt x="15560" y="7669"/>
                    <a:pt x="15447" y="7801"/>
                  </a:cubicBezTo>
                  <a:cubicBezTo>
                    <a:pt x="15438" y="7811"/>
                    <a:pt x="15427" y="7815"/>
                    <a:pt x="15417" y="7815"/>
                  </a:cubicBezTo>
                  <a:cubicBezTo>
                    <a:pt x="15385" y="7815"/>
                    <a:pt x="15356" y="7771"/>
                    <a:pt x="15384" y="7736"/>
                  </a:cubicBezTo>
                  <a:cubicBezTo>
                    <a:pt x="15496" y="7603"/>
                    <a:pt x="15554" y="7455"/>
                    <a:pt x="15624" y="7298"/>
                  </a:cubicBezTo>
                  <a:cubicBezTo>
                    <a:pt x="15631" y="7284"/>
                    <a:pt x="15642" y="7278"/>
                    <a:pt x="15653" y="7278"/>
                  </a:cubicBezTo>
                  <a:close/>
                  <a:moveTo>
                    <a:pt x="2352" y="7632"/>
                  </a:moveTo>
                  <a:cubicBezTo>
                    <a:pt x="2377" y="7632"/>
                    <a:pt x="2396" y="7669"/>
                    <a:pt x="2376" y="7691"/>
                  </a:cubicBezTo>
                  <a:cubicBezTo>
                    <a:pt x="2295" y="7774"/>
                    <a:pt x="2188" y="7824"/>
                    <a:pt x="2077" y="7824"/>
                  </a:cubicBezTo>
                  <a:cubicBezTo>
                    <a:pt x="2030" y="7824"/>
                    <a:pt x="1982" y="7815"/>
                    <a:pt x="1935" y="7795"/>
                  </a:cubicBezTo>
                  <a:cubicBezTo>
                    <a:pt x="1900" y="7781"/>
                    <a:pt x="1917" y="7720"/>
                    <a:pt x="1953" y="7720"/>
                  </a:cubicBezTo>
                  <a:cubicBezTo>
                    <a:pt x="1954" y="7720"/>
                    <a:pt x="1955" y="7720"/>
                    <a:pt x="1956" y="7720"/>
                  </a:cubicBezTo>
                  <a:cubicBezTo>
                    <a:pt x="1985" y="7723"/>
                    <a:pt x="2014" y="7725"/>
                    <a:pt x="2043" y="7725"/>
                  </a:cubicBezTo>
                  <a:cubicBezTo>
                    <a:pt x="2147" y="7725"/>
                    <a:pt x="2246" y="7703"/>
                    <a:pt x="2336" y="7638"/>
                  </a:cubicBezTo>
                  <a:cubicBezTo>
                    <a:pt x="2342" y="7634"/>
                    <a:pt x="2347" y="7632"/>
                    <a:pt x="2352" y="7632"/>
                  </a:cubicBezTo>
                  <a:close/>
                  <a:moveTo>
                    <a:pt x="922" y="7575"/>
                  </a:moveTo>
                  <a:cubicBezTo>
                    <a:pt x="935" y="7575"/>
                    <a:pt x="947" y="7581"/>
                    <a:pt x="955" y="7593"/>
                  </a:cubicBezTo>
                  <a:cubicBezTo>
                    <a:pt x="1019" y="7704"/>
                    <a:pt x="1141" y="7778"/>
                    <a:pt x="1266" y="7778"/>
                  </a:cubicBezTo>
                  <a:cubicBezTo>
                    <a:pt x="1311" y="7778"/>
                    <a:pt x="1355" y="7769"/>
                    <a:pt x="1398" y="7748"/>
                  </a:cubicBezTo>
                  <a:cubicBezTo>
                    <a:pt x="1403" y="7746"/>
                    <a:pt x="1407" y="7745"/>
                    <a:pt x="1411" y="7745"/>
                  </a:cubicBezTo>
                  <a:cubicBezTo>
                    <a:pt x="1436" y="7745"/>
                    <a:pt x="1451" y="7780"/>
                    <a:pt x="1426" y="7795"/>
                  </a:cubicBezTo>
                  <a:cubicBezTo>
                    <a:pt x="1363" y="7832"/>
                    <a:pt x="1294" y="7849"/>
                    <a:pt x="1226" y="7849"/>
                  </a:cubicBezTo>
                  <a:cubicBezTo>
                    <a:pt x="1081" y="7849"/>
                    <a:pt x="941" y="7769"/>
                    <a:pt x="883" y="7623"/>
                  </a:cubicBezTo>
                  <a:cubicBezTo>
                    <a:pt x="872" y="7596"/>
                    <a:pt x="897" y="7575"/>
                    <a:pt x="922" y="7575"/>
                  </a:cubicBezTo>
                  <a:close/>
                  <a:moveTo>
                    <a:pt x="17297" y="7637"/>
                  </a:moveTo>
                  <a:cubicBezTo>
                    <a:pt x="17300" y="7637"/>
                    <a:pt x="17304" y="7638"/>
                    <a:pt x="17307" y="7639"/>
                  </a:cubicBezTo>
                  <a:cubicBezTo>
                    <a:pt x="17546" y="7741"/>
                    <a:pt x="17786" y="7777"/>
                    <a:pt x="18044" y="7785"/>
                  </a:cubicBezTo>
                  <a:cubicBezTo>
                    <a:pt x="18087" y="7786"/>
                    <a:pt x="18085" y="7844"/>
                    <a:pt x="18044" y="7850"/>
                  </a:cubicBezTo>
                  <a:cubicBezTo>
                    <a:pt x="18003" y="7854"/>
                    <a:pt x="17962" y="7856"/>
                    <a:pt x="17922" y="7856"/>
                  </a:cubicBezTo>
                  <a:cubicBezTo>
                    <a:pt x="17700" y="7856"/>
                    <a:pt x="17481" y="7793"/>
                    <a:pt x="17286" y="7692"/>
                  </a:cubicBezTo>
                  <a:cubicBezTo>
                    <a:pt x="17260" y="7678"/>
                    <a:pt x="17273" y="7637"/>
                    <a:pt x="17297" y="7637"/>
                  </a:cubicBezTo>
                  <a:close/>
                  <a:moveTo>
                    <a:pt x="3779" y="7591"/>
                  </a:moveTo>
                  <a:cubicBezTo>
                    <a:pt x="3792" y="7591"/>
                    <a:pt x="3805" y="7597"/>
                    <a:pt x="3811" y="7613"/>
                  </a:cubicBezTo>
                  <a:cubicBezTo>
                    <a:pt x="3870" y="7759"/>
                    <a:pt x="3926" y="7904"/>
                    <a:pt x="3973" y="8055"/>
                  </a:cubicBezTo>
                  <a:cubicBezTo>
                    <a:pt x="3980" y="8080"/>
                    <a:pt x="3962" y="8095"/>
                    <a:pt x="3942" y="8095"/>
                  </a:cubicBezTo>
                  <a:cubicBezTo>
                    <a:pt x="3929" y="8095"/>
                    <a:pt x="3915" y="8088"/>
                    <a:pt x="3909" y="8073"/>
                  </a:cubicBezTo>
                  <a:cubicBezTo>
                    <a:pt x="3848" y="7927"/>
                    <a:pt x="3797" y="7779"/>
                    <a:pt x="3748" y="7630"/>
                  </a:cubicBezTo>
                  <a:cubicBezTo>
                    <a:pt x="3741" y="7605"/>
                    <a:pt x="3759" y="7591"/>
                    <a:pt x="3779" y="7591"/>
                  </a:cubicBezTo>
                  <a:close/>
                  <a:moveTo>
                    <a:pt x="8508" y="7929"/>
                  </a:moveTo>
                  <a:cubicBezTo>
                    <a:pt x="8508" y="7929"/>
                    <a:pt x="8509" y="7929"/>
                    <a:pt x="8510" y="7929"/>
                  </a:cubicBezTo>
                  <a:cubicBezTo>
                    <a:pt x="8736" y="7939"/>
                    <a:pt x="8968" y="7978"/>
                    <a:pt x="9170" y="8089"/>
                  </a:cubicBezTo>
                  <a:cubicBezTo>
                    <a:pt x="9195" y="8103"/>
                    <a:pt x="9182" y="8142"/>
                    <a:pt x="9156" y="8142"/>
                  </a:cubicBezTo>
                  <a:cubicBezTo>
                    <a:pt x="9153" y="8142"/>
                    <a:pt x="9150" y="8141"/>
                    <a:pt x="9147" y="8140"/>
                  </a:cubicBezTo>
                  <a:cubicBezTo>
                    <a:pt x="8936" y="8071"/>
                    <a:pt x="8734" y="8007"/>
                    <a:pt x="8510" y="7992"/>
                  </a:cubicBezTo>
                  <a:cubicBezTo>
                    <a:pt x="8470" y="7990"/>
                    <a:pt x="8468" y="7929"/>
                    <a:pt x="8508" y="7929"/>
                  </a:cubicBezTo>
                  <a:close/>
                  <a:moveTo>
                    <a:pt x="11424" y="8024"/>
                  </a:moveTo>
                  <a:cubicBezTo>
                    <a:pt x="11616" y="8024"/>
                    <a:pt x="11807" y="8042"/>
                    <a:pt x="11994" y="8085"/>
                  </a:cubicBezTo>
                  <a:cubicBezTo>
                    <a:pt x="12030" y="8093"/>
                    <a:pt x="12024" y="8152"/>
                    <a:pt x="11989" y="8152"/>
                  </a:cubicBezTo>
                  <a:cubicBezTo>
                    <a:pt x="11988" y="8152"/>
                    <a:pt x="11987" y="8152"/>
                    <a:pt x="11986" y="8152"/>
                  </a:cubicBezTo>
                  <a:cubicBezTo>
                    <a:pt x="11731" y="8118"/>
                    <a:pt x="11480" y="8095"/>
                    <a:pt x="11225" y="8095"/>
                  </a:cubicBezTo>
                  <a:cubicBezTo>
                    <a:pt x="11214" y="8095"/>
                    <a:pt x="11202" y="8095"/>
                    <a:pt x="11191" y="8095"/>
                  </a:cubicBezTo>
                  <a:cubicBezTo>
                    <a:pt x="11191" y="8095"/>
                    <a:pt x="11190" y="8095"/>
                    <a:pt x="11190" y="8095"/>
                  </a:cubicBezTo>
                  <a:cubicBezTo>
                    <a:pt x="11149" y="8095"/>
                    <a:pt x="11151" y="8034"/>
                    <a:pt x="11191" y="8032"/>
                  </a:cubicBezTo>
                  <a:cubicBezTo>
                    <a:pt x="11268" y="8027"/>
                    <a:pt x="11346" y="8024"/>
                    <a:pt x="11424" y="8024"/>
                  </a:cubicBezTo>
                  <a:close/>
                  <a:moveTo>
                    <a:pt x="7619" y="8132"/>
                  </a:moveTo>
                  <a:cubicBezTo>
                    <a:pt x="7647" y="8132"/>
                    <a:pt x="7646" y="8176"/>
                    <a:pt x="7622" y="8186"/>
                  </a:cubicBezTo>
                  <a:cubicBezTo>
                    <a:pt x="7447" y="8251"/>
                    <a:pt x="7254" y="8279"/>
                    <a:pt x="7072" y="8319"/>
                  </a:cubicBezTo>
                  <a:cubicBezTo>
                    <a:pt x="7070" y="8319"/>
                    <a:pt x="7068" y="8319"/>
                    <a:pt x="7066" y="8319"/>
                  </a:cubicBezTo>
                  <a:cubicBezTo>
                    <a:pt x="7042" y="8319"/>
                    <a:pt x="7034" y="8284"/>
                    <a:pt x="7060" y="8277"/>
                  </a:cubicBezTo>
                  <a:cubicBezTo>
                    <a:pt x="7243" y="8225"/>
                    <a:pt x="7426" y="8157"/>
                    <a:pt x="7614" y="8133"/>
                  </a:cubicBezTo>
                  <a:cubicBezTo>
                    <a:pt x="7616" y="8133"/>
                    <a:pt x="7618" y="8132"/>
                    <a:pt x="7619" y="8132"/>
                  </a:cubicBezTo>
                  <a:close/>
                  <a:moveTo>
                    <a:pt x="10448" y="8172"/>
                  </a:moveTo>
                  <a:cubicBezTo>
                    <a:pt x="10481" y="8172"/>
                    <a:pt x="10493" y="8225"/>
                    <a:pt x="10464" y="8239"/>
                  </a:cubicBezTo>
                  <a:cubicBezTo>
                    <a:pt x="10281" y="8320"/>
                    <a:pt x="10082" y="8368"/>
                    <a:pt x="9895" y="8439"/>
                  </a:cubicBezTo>
                  <a:cubicBezTo>
                    <a:pt x="9852" y="8456"/>
                    <a:pt x="9808" y="8483"/>
                    <a:pt x="9763" y="8483"/>
                  </a:cubicBezTo>
                  <a:cubicBezTo>
                    <a:pt x="9757" y="8483"/>
                    <a:pt x="9751" y="8483"/>
                    <a:pt x="9746" y="8482"/>
                  </a:cubicBezTo>
                  <a:cubicBezTo>
                    <a:pt x="9674" y="8469"/>
                    <a:pt x="9547" y="8335"/>
                    <a:pt x="9487" y="8289"/>
                  </a:cubicBezTo>
                  <a:cubicBezTo>
                    <a:pt x="9462" y="8269"/>
                    <a:pt x="9477" y="8230"/>
                    <a:pt x="9502" y="8230"/>
                  </a:cubicBezTo>
                  <a:cubicBezTo>
                    <a:pt x="9507" y="8230"/>
                    <a:pt x="9512" y="8232"/>
                    <a:pt x="9518" y="8235"/>
                  </a:cubicBezTo>
                  <a:cubicBezTo>
                    <a:pt x="9589" y="8282"/>
                    <a:pt x="9682" y="8377"/>
                    <a:pt x="9766" y="8386"/>
                  </a:cubicBezTo>
                  <a:cubicBezTo>
                    <a:pt x="9770" y="8386"/>
                    <a:pt x="9774" y="8387"/>
                    <a:pt x="9778" y="8387"/>
                  </a:cubicBezTo>
                  <a:cubicBezTo>
                    <a:pt x="9839" y="8387"/>
                    <a:pt x="9908" y="8343"/>
                    <a:pt x="9965" y="8321"/>
                  </a:cubicBezTo>
                  <a:cubicBezTo>
                    <a:pt x="10120" y="8259"/>
                    <a:pt x="10280" y="8195"/>
                    <a:pt x="10444" y="8172"/>
                  </a:cubicBezTo>
                  <a:cubicBezTo>
                    <a:pt x="10446" y="8172"/>
                    <a:pt x="10447" y="8172"/>
                    <a:pt x="10448" y="8172"/>
                  </a:cubicBezTo>
                  <a:close/>
                  <a:moveTo>
                    <a:pt x="12480" y="8228"/>
                  </a:moveTo>
                  <a:cubicBezTo>
                    <a:pt x="12481" y="8228"/>
                    <a:pt x="12482" y="8228"/>
                    <a:pt x="12483" y="8228"/>
                  </a:cubicBezTo>
                  <a:cubicBezTo>
                    <a:pt x="12697" y="8245"/>
                    <a:pt x="12918" y="8306"/>
                    <a:pt x="13093" y="8437"/>
                  </a:cubicBezTo>
                  <a:cubicBezTo>
                    <a:pt x="13117" y="8456"/>
                    <a:pt x="13103" y="8492"/>
                    <a:pt x="13078" y="8492"/>
                  </a:cubicBezTo>
                  <a:cubicBezTo>
                    <a:pt x="13073" y="8492"/>
                    <a:pt x="13068" y="8490"/>
                    <a:pt x="13063" y="8487"/>
                  </a:cubicBezTo>
                  <a:cubicBezTo>
                    <a:pt x="12876" y="8386"/>
                    <a:pt x="12696" y="8308"/>
                    <a:pt x="12483" y="8286"/>
                  </a:cubicBezTo>
                  <a:cubicBezTo>
                    <a:pt x="12446" y="8282"/>
                    <a:pt x="12445" y="8228"/>
                    <a:pt x="12480" y="8228"/>
                  </a:cubicBezTo>
                  <a:close/>
                  <a:moveTo>
                    <a:pt x="15314" y="8275"/>
                  </a:moveTo>
                  <a:cubicBezTo>
                    <a:pt x="15340" y="8275"/>
                    <a:pt x="15366" y="8306"/>
                    <a:pt x="15349" y="8334"/>
                  </a:cubicBezTo>
                  <a:cubicBezTo>
                    <a:pt x="15223" y="8532"/>
                    <a:pt x="15008" y="8659"/>
                    <a:pt x="14778" y="8700"/>
                  </a:cubicBezTo>
                  <a:cubicBezTo>
                    <a:pt x="14776" y="8701"/>
                    <a:pt x="14773" y="8701"/>
                    <a:pt x="14770" y="8701"/>
                  </a:cubicBezTo>
                  <a:cubicBezTo>
                    <a:pt x="14724" y="8701"/>
                    <a:pt x="14706" y="8633"/>
                    <a:pt x="14756" y="8620"/>
                  </a:cubicBezTo>
                  <a:cubicBezTo>
                    <a:pt x="14971" y="8567"/>
                    <a:pt x="15138" y="8447"/>
                    <a:pt x="15288" y="8287"/>
                  </a:cubicBezTo>
                  <a:cubicBezTo>
                    <a:pt x="15295" y="8278"/>
                    <a:pt x="15305" y="8275"/>
                    <a:pt x="15314" y="8275"/>
                  </a:cubicBezTo>
                  <a:close/>
                  <a:moveTo>
                    <a:pt x="6328" y="8554"/>
                  </a:moveTo>
                  <a:cubicBezTo>
                    <a:pt x="6360" y="8554"/>
                    <a:pt x="6372" y="8602"/>
                    <a:pt x="6338" y="8611"/>
                  </a:cubicBezTo>
                  <a:cubicBezTo>
                    <a:pt x="6155" y="8661"/>
                    <a:pt x="5970" y="8697"/>
                    <a:pt x="5786" y="8736"/>
                  </a:cubicBezTo>
                  <a:cubicBezTo>
                    <a:pt x="5783" y="8737"/>
                    <a:pt x="5781" y="8737"/>
                    <a:pt x="5779" y="8737"/>
                  </a:cubicBezTo>
                  <a:cubicBezTo>
                    <a:pt x="5747" y="8737"/>
                    <a:pt x="5736" y="8689"/>
                    <a:pt x="5769" y="8680"/>
                  </a:cubicBezTo>
                  <a:cubicBezTo>
                    <a:pt x="5953" y="8636"/>
                    <a:pt x="6136" y="8589"/>
                    <a:pt x="6322" y="8555"/>
                  </a:cubicBezTo>
                  <a:cubicBezTo>
                    <a:pt x="6324" y="8554"/>
                    <a:pt x="6326" y="8554"/>
                    <a:pt x="6328" y="8554"/>
                  </a:cubicBezTo>
                  <a:close/>
                  <a:moveTo>
                    <a:pt x="13528" y="8561"/>
                  </a:moveTo>
                  <a:cubicBezTo>
                    <a:pt x="13532" y="8561"/>
                    <a:pt x="13535" y="8562"/>
                    <a:pt x="13539" y="8563"/>
                  </a:cubicBezTo>
                  <a:cubicBezTo>
                    <a:pt x="13744" y="8644"/>
                    <a:pt x="13953" y="8673"/>
                    <a:pt x="14170" y="8685"/>
                  </a:cubicBezTo>
                  <a:cubicBezTo>
                    <a:pt x="14216" y="8687"/>
                    <a:pt x="14215" y="8750"/>
                    <a:pt x="14170" y="8755"/>
                  </a:cubicBezTo>
                  <a:cubicBezTo>
                    <a:pt x="14137" y="8758"/>
                    <a:pt x="14104" y="8759"/>
                    <a:pt x="14071" y="8759"/>
                  </a:cubicBezTo>
                  <a:cubicBezTo>
                    <a:pt x="13877" y="8759"/>
                    <a:pt x="13690" y="8708"/>
                    <a:pt x="13511" y="8631"/>
                  </a:cubicBezTo>
                  <a:cubicBezTo>
                    <a:pt x="13478" y="8616"/>
                    <a:pt x="13496" y="8561"/>
                    <a:pt x="13528" y="8561"/>
                  </a:cubicBezTo>
                  <a:close/>
                  <a:moveTo>
                    <a:pt x="4378" y="8441"/>
                  </a:moveTo>
                  <a:cubicBezTo>
                    <a:pt x="4386" y="8441"/>
                    <a:pt x="4394" y="8445"/>
                    <a:pt x="4400" y="8454"/>
                  </a:cubicBezTo>
                  <a:cubicBezTo>
                    <a:pt x="4518" y="8636"/>
                    <a:pt x="4707" y="8716"/>
                    <a:pt x="4917" y="8716"/>
                  </a:cubicBezTo>
                  <a:cubicBezTo>
                    <a:pt x="4922" y="8716"/>
                    <a:pt x="4928" y="8716"/>
                    <a:pt x="4933" y="8716"/>
                  </a:cubicBezTo>
                  <a:cubicBezTo>
                    <a:pt x="4933" y="8716"/>
                    <a:pt x="4934" y="8716"/>
                    <a:pt x="4934" y="8716"/>
                  </a:cubicBezTo>
                  <a:cubicBezTo>
                    <a:pt x="4968" y="8716"/>
                    <a:pt x="4978" y="8774"/>
                    <a:pt x="4942" y="8779"/>
                  </a:cubicBezTo>
                  <a:cubicBezTo>
                    <a:pt x="4916" y="8783"/>
                    <a:pt x="4890" y="8785"/>
                    <a:pt x="4864" y="8785"/>
                  </a:cubicBezTo>
                  <a:cubicBezTo>
                    <a:pt x="4655" y="8785"/>
                    <a:pt x="4460" y="8661"/>
                    <a:pt x="4353" y="8481"/>
                  </a:cubicBezTo>
                  <a:cubicBezTo>
                    <a:pt x="4340" y="8460"/>
                    <a:pt x="4359" y="8441"/>
                    <a:pt x="4378" y="8441"/>
                  </a:cubicBezTo>
                  <a:close/>
                  <a:moveTo>
                    <a:pt x="9688" y="1"/>
                  </a:moveTo>
                  <a:cubicBezTo>
                    <a:pt x="9304" y="568"/>
                    <a:pt x="8654" y="920"/>
                    <a:pt x="7984" y="920"/>
                  </a:cubicBezTo>
                  <a:cubicBezTo>
                    <a:pt x="7768" y="920"/>
                    <a:pt x="7551" y="884"/>
                    <a:pt x="7339" y="806"/>
                  </a:cubicBezTo>
                  <a:cubicBezTo>
                    <a:pt x="6639" y="550"/>
                    <a:pt x="6105" y="112"/>
                    <a:pt x="5328" y="66"/>
                  </a:cubicBezTo>
                  <a:cubicBezTo>
                    <a:pt x="5279" y="63"/>
                    <a:pt x="5228" y="62"/>
                    <a:pt x="5176" y="62"/>
                  </a:cubicBezTo>
                  <a:cubicBezTo>
                    <a:pt x="4417" y="62"/>
                    <a:pt x="3387" y="372"/>
                    <a:pt x="3502" y="1305"/>
                  </a:cubicBezTo>
                  <a:cubicBezTo>
                    <a:pt x="3509" y="1362"/>
                    <a:pt x="3463" y="1389"/>
                    <a:pt x="3416" y="1389"/>
                  </a:cubicBezTo>
                  <a:cubicBezTo>
                    <a:pt x="3392" y="1389"/>
                    <a:pt x="3368" y="1382"/>
                    <a:pt x="3351" y="1368"/>
                  </a:cubicBezTo>
                  <a:cubicBezTo>
                    <a:pt x="2864" y="980"/>
                    <a:pt x="2023" y="582"/>
                    <a:pt x="1337" y="582"/>
                  </a:cubicBezTo>
                  <a:cubicBezTo>
                    <a:pt x="743" y="582"/>
                    <a:pt x="266" y="880"/>
                    <a:pt x="236" y="1740"/>
                  </a:cubicBezTo>
                  <a:cubicBezTo>
                    <a:pt x="213" y="2395"/>
                    <a:pt x="886" y="3891"/>
                    <a:pt x="1" y="4257"/>
                  </a:cubicBezTo>
                  <a:cubicBezTo>
                    <a:pt x="1047" y="4739"/>
                    <a:pt x="207" y="6070"/>
                    <a:pt x="188" y="6835"/>
                  </a:cubicBezTo>
                  <a:cubicBezTo>
                    <a:pt x="167" y="7630"/>
                    <a:pt x="719" y="8210"/>
                    <a:pt x="1508" y="8245"/>
                  </a:cubicBezTo>
                  <a:cubicBezTo>
                    <a:pt x="1535" y="8246"/>
                    <a:pt x="1563" y="8247"/>
                    <a:pt x="1590" y="8247"/>
                  </a:cubicBezTo>
                  <a:cubicBezTo>
                    <a:pt x="2251" y="8247"/>
                    <a:pt x="2825" y="7881"/>
                    <a:pt x="3424" y="7642"/>
                  </a:cubicBezTo>
                  <a:cubicBezTo>
                    <a:pt x="3429" y="7640"/>
                    <a:pt x="3434" y="7639"/>
                    <a:pt x="3438" y="7639"/>
                  </a:cubicBezTo>
                  <a:cubicBezTo>
                    <a:pt x="3463" y="7639"/>
                    <a:pt x="3473" y="7670"/>
                    <a:pt x="3465" y="7694"/>
                  </a:cubicBezTo>
                  <a:cubicBezTo>
                    <a:pt x="3478" y="7705"/>
                    <a:pt x="3487" y="7720"/>
                    <a:pt x="3488" y="7742"/>
                  </a:cubicBezTo>
                  <a:cubicBezTo>
                    <a:pt x="3561" y="8552"/>
                    <a:pt x="4171" y="9152"/>
                    <a:pt x="4989" y="9195"/>
                  </a:cubicBezTo>
                  <a:cubicBezTo>
                    <a:pt x="5029" y="9197"/>
                    <a:pt x="5070" y="9198"/>
                    <a:pt x="5110" y="9198"/>
                  </a:cubicBezTo>
                  <a:cubicBezTo>
                    <a:pt x="5760" y="9198"/>
                    <a:pt x="6376" y="8926"/>
                    <a:pt x="6976" y="8705"/>
                  </a:cubicBezTo>
                  <a:cubicBezTo>
                    <a:pt x="7411" y="8545"/>
                    <a:pt x="7881" y="8396"/>
                    <a:pt x="8351" y="8396"/>
                  </a:cubicBezTo>
                  <a:cubicBezTo>
                    <a:pt x="8493" y="8396"/>
                    <a:pt x="8635" y="8410"/>
                    <a:pt x="8776" y="8440"/>
                  </a:cubicBezTo>
                  <a:cubicBezTo>
                    <a:pt x="9143" y="8521"/>
                    <a:pt x="9573" y="8737"/>
                    <a:pt x="9688" y="9120"/>
                  </a:cubicBezTo>
                  <a:cubicBezTo>
                    <a:pt x="9804" y="8737"/>
                    <a:pt x="10234" y="8521"/>
                    <a:pt x="10601" y="8440"/>
                  </a:cubicBezTo>
                  <a:cubicBezTo>
                    <a:pt x="10742" y="8410"/>
                    <a:pt x="10884" y="8396"/>
                    <a:pt x="11026" y="8396"/>
                  </a:cubicBezTo>
                  <a:cubicBezTo>
                    <a:pt x="11496" y="8396"/>
                    <a:pt x="11965" y="8545"/>
                    <a:pt x="12400" y="8705"/>
                  </a:cubicBezTo>
                  <a:cubicBezTo>
                    <a:pt x="13001" y="8926"/>
                    <a:pt x="13617" y="9198"/>
                    <a:pt x="14267" y="9198"/>
                  </a:cubicBezTo>
                  <a:cubicBezTo>
                    <a:pt x="14307" y="9198"/>
                    <a:pt x="14348" y="9197"/>
                    <a:pt x="14388" y="9195"/>
                  </a:cubicBezTo>
                  <a:cubicBezTo>
                    <a:pt x="15206" y="9152"/>
                    <a:pt x="15815" y="8552"/>
                    <a:pt x="15888" y="7742"/>
                  </a:cubicBezTo>
                  <a:cubicBezTo>
                    <a:pt x="15890" y="7720"/>
                    <a:pt x="15900" y="7705"/>
                    <a:pt x="15911" y="7694"/>
                  </a:cubicBezTo>
                  <a:cubicBezTo>
                    <a:pt x="15903" y="7670"/>
                    <a:pt x="15913" y="7639"/>
                    <a:pt x="15938" y="7639"/>
                  </a:cubicBezTo>
                  <a:cubicBezTo>
                    <a:pt x="15942" y="7639"/>
                    <a:pt x="15947" y="7640"/>
                    <a:pt x="15952" y="7642"/>
                  </a:cubicBezTo>
                  <a:cubicBezTo>
                    <a:pt x="16552" y="7881"/>
                    <a:pt x="17125" y="8247"/>
                    <a:pt x="17787" y="8247"/>
                  </a:cubicBezTo>
                  <a:cubicBezTo>
                    <a:pt x="17814" y="8247"/>
                    <a:pt x="17841" y="8246"/>
                    <a:pt x="17869" y="8245"/>
                  </a:cubicBezTo>
                  <a:cubicBezTo>
                    <a:pt x="18658" y="8210"/>
                    <a:pt x="19210" y="7631"/>
                    <a:pt x="19189" y="6835"/>
                  </a:cubicBezTo>
                  <a:cubicBezTo>
                    <a:pt x="19170" y="6070"/>
                    <a:pt x="18330" y="4739"/>
                    <a:pt x="19376" y="4257"/>
                  </a:cubicBezTo>
                  <a:cubicBezTo>
                    <a:pt x="18491" y="3891"/>
                    <a:pt x="19164" y="2395"/>
                    <a:pt x="19141" y="1740"/>
                  </a:cubicBezTo>
                  <a:cubicBezTo>
                    <a:pt x="19111" y="880"/>
                    <a:pt x="18634" y="582"/>
                    <a:pt x="18040" y="582"/>
                  </a:cubicBezTo>
                  <a:cubicBezTo>
                    <a:pt x="17354" y="582"/>
                    <a:pt x="16513" y="980"/>
                    <a:pt x="16026" y="1368"/>
                  </a:cubicBezTo>
                  <a:cubicBezTo>
                    <a:pt x="16009" y="1382"/>
                    <a:pt x="15985" y="1389"/>
                    <a:pt x="15961" y="1389"/>
                  </a:cubicBezTo>
                  <a:cubicBezTo>
                    <a:pt x="15914" y="1389"/>
                    <a:pt x="15868" y="1362"/>
                    <a:pt x="15875" y="1305"/>
                  </a:cubicBezTo>
                  <a:cubicBezTo>
                    <a:pt x="15990" y="372"/>
                    <a:pt x="14960" y="62"/>
                    <a:pt x="14200" y="62"/>
                  </a:cubicBezTo>
                  <a:cubicBezTo>
                    <a:pt x="14148" y="62"/>
                    <a:pt x="14097" y="63"/>
                    <a:pt x="14048" y="66"/>
                  </a:cubicBezTo>
                  <a:cubicBezTo>
                    <a:pt x="13272" y="112"/>
                    <a:pt x="12738" y="550"/>
                    <a:pt x="12038" y="806"/>
                  </a:cubicBezTo>
                  <a:cubicBezTo>
                    <a:pt x="11826" y="884"/>
                    <a:pt x="11609" y="920"/>
                    <a:pt x="11393" y="920"/>
                  </a:cubicBezTo>
                  <a:cubicBezTo>
                    <a:pt x="10723" y="920"/>
                    <a:pt x="10073" y="568"/>
                    <a:pt x="9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0"/>
            <p:cNvSpPr/>
            <p:nvPr/>
          </p:nvSpPr>
          <p:spPr>
            <a:xfrm>
              <a:off x="7531659" y="1936943"/>
              <a:ext cx="7899" cy="25075"/>
            </a:xfrm>
            <a:custGeom>
              <a:rect b="b" l="l" r="r" t="t"/>
              <a:pathLst>
                <a:path extrusionOk="0" h="473" w="149">
                  <a:moveTo>
                    <a:pt x="113" y="1"/>
                  </a:moveTo>
                  <a:cubicBezTo>
                    <a:pt x="98" y="1"/>
                    <a:pt x="83" y="9"/>
                    <a:pt x="78" y="26"/>
                  </a:cubicBezTo>
                  <a:cubicBezTo>
                    <a:pt x="36" y="154"/>
                    <a:pt x="25" y="294"/>
                    <a:pt x="4" y="427"/>
                  </a:cubicBezTo>
                  <a:cubicBezTo>
                    <a:pt x="0" y="455"/>
                    <a:pt x="23" y="473"/>
                    <a:pt x="44" y="473"/>
                  </a:cubicBezTo>
                  <a:cubicBezTo>
                    <a:pt x="58" y="473"/>
                    <a:pt x="70" y="465"/>
                    <a:pt x="75" y="447"/>
                  </a:cubicBezTo>
                  <a:cubicBezTo>
                    <a:pt x="104" y="312"/>
                    <a:pt x="141" y="173"/>
                    <a:pt x="147" y="35"/>
                  </a:cubicBezTo>
                  <a:cubicBezTo>
                    <a:pt x="149" y="13"/>
                    <a:pt x="131" y="1"/>
                    <a:pt x="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0"/>
            <p:cNvSpPr/>
            <p:nvPr/>
          </p:nvSpPr>
          <p:spPr>
            <a:xfrm>
              <a:off x="7532931" y="1881864"/>
              <a:ext cx="8588" cy="32709"/>
            </a:xfrm>
            <a:custGeom>
              <a:rect b="b" l="l" r="r" t="t"/>
              <a:pathLst>
                <a:path extrusionOk="0" h="617" w="162">
                  <a:moveTo>
                    <a:pt x="43" y="0"/>
                  </a:moveTo>
                  <a:cubicBezTo>
                    <a:pt x="23" y="0"/>
                    <a:pt x="1" y="21"/>
                    <a:pt x="6" y="46"/>
                  </a:cubicBezTo>
                  <a:cubicBezTo>
                    <a:pt x="41" y="230"/>
                    <a:pt x="74" y="388"/>
                    <a:pt x="33" y="574"/>
                  </a:cubicBezTo>
                  <a:cubicBezTo>
                    <a:pt x="27" y="600"/>
                    <a:pt x="47" y="617"/>
                    <a:pt x="67" y="617"/>
                  </a:cubicBezTo>
                  <a:cubicBezTo>
                    <a:pt x="80" y="617"/>
                    <a:pt x="93" y="610"/>
                    <a:pt x="98" y="593"/>
                  </a:cubicBezTo>
                  <a:cubicBezTo>
                    <a:pt x="149" y="413"/>
                    <a:pt x="162" y="189"/>
                    <a:pt x="71" y="19"/>
                  </a:cubicBezTo>
                  <a:cubicBezTo>
                    <a:pt x="64" y="6"/>
                    <a:pt x="5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0"/>
            <p:cNvSpPr/>
            <p:nvPr/>
          </p:nvSpPr>
          <p:spPr>
            <a:xfrm>
              <a:off x="7519307" y="1794978"/>
              <a:ext cx="17441" cy="29846"/>
            </a:xfrm>
            <a:custGeom>
              <a:rect b="b" l="l" r="r" t="t"/>
              <a:pathLst>
                <a:path extrusionOk="0" h="563" w="329">
                  <a:moveTo>
                    <a:pt x="294" y="1"/>
                  </a:moveTo>
                  <a:cubicBezTo>
                    <a:pt x="286" y="1"/>
                    <a:pt x="279" y="5"/>
                    <a:pt x="274" y="15"/>
                  </a:cubicBezTo>
                  <a:cubicBezTo>
                    <a:pt x="182" y="178"/>
                    <a:pt x="81" y="341"/>
                    <a:pt x="12" y="515"/>
                  </a:cubicBezTo>
                  <a:cubicBezTo>
                    <a:pt x="1" y="542"/>
                    <a:pt x="26" y="562"/>
                    <a:pt x="50" y="562"/>
                  </a:cubicBezTo>
                  <a:cubicBezTo>
                    <a:pt x="63" y="562"/>
                    <a:pt x="76" y="557"/>
                    <a:pt x="83" y="545"/>
                  </a:cubicBezTo>
                  <a:cubicBezTo>
                    <a:pt x="177" y="387"/>
                    <a:pt x="246" y="210"/>
                    <a:pt x="319" y="42"/>
                  </a:cubicBezTo>
                  <a:cubicBezTo>
                    <a:pt x="329" y="20"/>
                    <a:pt x="311"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0"/>
            <p:cNvSpPr/>
            <p:nvPr/>
          </p:nvSpPr>
          <p:spPr>
            <a:xfrm>
              <a:off x="7522011" y="1731735"/>
              <a:ext cx="13253" cy="40130"/>
            </a:xfrm>
            <a:custGeom>
              <a:rect b="b" l="l" r="r" t="t"/>
              <a:pathLst>
                <a:path extrusionOk="0" h="757" w="250">
                  <a:moveTo>
                    <a:pt x="87" y="0"/>
                  </a:moveTo>
                  <a:cubicBezTo>
                    <a:pt x="74" y="0"/>
                    <a:pt x="60" y="7"/>
                    <a:pt x="57" y="22"/>
                  </a:cubicBezTo>
                  <a:cubicBezTo>
                    <a:pt x="0" y="252"/>
                    <a:pt x="16" y="569"/>
                    <a:pt x="190" y="749"/>
                  </a:cubicBezTo>
                  <a:cubicBezTo>
                    <a:pt x="196" y="754"/>
                    <a:pt x="204" y="757"/>
                    <a:pt x="211" y="757"/>
                  </a:cubicBezTo>
                  <a:cubicBezTo>
                    <a:pt x="230" y="757"/>
                    <a:pt x="250" y="739"/>
                    <a:pt x="243" y="718"/>
                  </a:cubicBezTo>
                  <a:cubicBezTo>
                    <a:pt x="210" y="610"/>
                    <a:pt x="155" y="511"/>
                    <a:pt x="130" y="400"/>
                  </a:cubicBezTo>
                  <a:cubicBezTo>
                    <a:pt x="103" y="277"/>
                    <a:pt x="103" y="156"/>
                    <a:pt x="118" y="31"/>
                  </a:cubicBezTo>
                  <a:cubicBezTo>
                    <a:pt x="120" y="11"/>
                    <a:pt x="104" y="0"/>
                    <a:pt x="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0"/>
            <p:cNvSpPr/>
            <p:nvPr/>
          </p:nvSpPr>
          <p:spPr>
            <a:xfrm>
              <a:off x="7519625" y="1847088"/>
              <a:ext cx="10868" cy="17706"/>
            </a:xfrm>
            <a:custGeom>
              <a:rect b="b" l="l" r="r" t="t"/>
              <a:pathLst>
                <a:path extrusionOk="0" h="334" w="205">
                  <a:moveTo>
                    <a:pt x="56" y="1"/>
                  </a:moveTo>
                  <a:cubicBezTo>
                    <a:pt x="30" y="1"/>
                    <a:pt x="1" y="25"/>
                    <a:pt x="11" y="55"/>
                  </a:cubicBezTo>
                  <a:cubicBezTo>
                    <a:pt x="41" y="143"/>
                    <a:pt x="80" y="228"/>
                    <a:pt x="116" y="313"/>
                  </a:cubicBezTo>
                  <a:cubicBezTo>
                    <a:pt x="122" y="328"/>
                    <a:pt x="135" y="334"/>
                    <a:pt x="148" y="334"/>
                  </a:cubicBezTo>
                  <a:cubicBezTo>
                    <a:pt x="175" y="334"/>
                    <a:pt x="204" y="310"/>
                    <a:pt x="193" y="281"/>
                  </a:cubicBezTo>
                  <a:cubicBezTo>
                    <a:pt x="161" y="194"/>
                    <a:pt x="129" y="107"/>
                    <a:pt x="90" y="22"/>
                  </a:cubicBezTo>
                  <a:cubicBezTo>
                    <a:pt x="83" y="7"/>
                    <a:pt x="70"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0"/>
            <p:cNvSpPr/>
            <p:nvPr/>
          </p:nvSpPr>
          <p:spPr>
            <a:xfrm>
              <a:off x="7525191" y="1676868"/>
              <a:ext cx="5036" cy="29634"/>
            </a:xfrm>
            <a:custGeom>
              <a:rect b="b" l="l" r="r" t="t"/>
              <a:pathLst>
                <a:path extrusionOk="0" h="559" w="95">
                  <a:moveTo>
                    <a:pt x="48" y="1"/>
                  </a:moveTo>
                  <a:cubicBezTo>
                    <a:pt x="35" y="1"/>
                    <a:pt x="22" y="9"/>
                    <a:pt x="20" y="26"/>
                  </a:cubicBezTo>
                  <a:cubicBezTo>
                    <a:pt x="8" y="192"/>
                    <a:pt x="0" y="358"/>
                    <a:pt x="11" y="523"/>
                  </a:cubicBezTo>
                  <a:cubicBezTo>
                    <a:pt x="13" y="546"/>
                    <a:pt x="30" y="558"/>
                    <a:pt x="47" y="558"/>
                  </a:cubicBezTo>
                  <a:cubicBezTo>
                    <a:pt x="64" y="558"/>
                    <a:pt x="81" y="546"/>
                    <a:pt x="82" y="523"/>
                  </a:cubicBezTo>
                  <a:cubicBezTo>
                    <a:pt x="94" y="357"/>
                    <a:pt x="86" y="192"/>
                    <a:pt x="74" y="26"/>
                  </a:cubicBezTo>
                  <a:cubicBezTo>
                    <a:pt x="73" y="9"/>
                    <a:pt x="60" y="1"/>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0"/>
            <p:cNvSpPr/>
            <p:nvPr/>
          </p:nvSpPr>
          <p:spPr>
            <a:xfrm>
              <a:off x="7505047" y="1626507"/>
              <a:ext cx="23909" cy="19509"/>
            </a:xfrm>
            <a:custGeom>
              <a:rect b="b" l="l" r="r" t="t"/>
              <a:pathLst>
                <a:path extrusionOk="0" h="368" w="451">
                  <a:moveTo>
                    <a:pt x="30" y="1"/>
                  </a:moveTo>
                  <a:cubicBezTo>
                    <a:pt x="6" y="1"/>
                    <a:pt x="0" y="40"/>
                    <a:pt x="24" y="45"/>
                  </a:cubicBezTo>
                  <a:cubicBezTo>
                    <a:pt x="192" y="68"/>
                    <a:pt x="321" y="188"/>
                    <a:pt x="379" y="345"/>
                  </a:cubicBezTo>
                  <a:cubicBezTo>
                    <a:pt x="385" y="361"/>
                    <a:pt x="399" y="368"/>
                    <a:pt x="412" y="368"/>
                  </a:cubicBezTo>
                  <a:cubicBezTo>
                    <a:pt x="431" y="368"/>
                    <a:pt x="451" y="352"/>
                    <a:pt x="444" y="327"/>
                  </a:cubicBezTo>
                  <a:cubicBezTo>
                    <a:pt x="399" y="135"/>
                    <a:pt x="223" y="9"/>
                    <a:pt x="31" y="1"/>
                  </a:cubicBezTo>
                  <a:cubicBezTo>
                    <a:pt x="31" y="1"/>
                    <a:pt x="30" y="1"/>
                    <a:pt x="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0"/>
            <p:cNvSpPr/>
            <p:nvPr/>
          </p:nvSpPr>
          <p:spPr>
            <a:xfrm>
              <a:off x="7454421" y="1974211"/>
              <a:ext cx="43947" cy="11610"/>
            </a:xfrm>
            <a:custGeom>
              <a:rect b="b" l="l" r="r" t="t"/>
              <a:pathLst>
                <a:path extrusionOk="0" h="219" w="829">
                  <a:moveTo>
                    <a:pt x="39" y="0"/>
                  </a:moveTo>
                  <a:cubicBezTo>
                    <a:pt x="15" y="0"/>
                    <a:pt x="1" y="41"/>
                    <a:pt x="27" y="55"/>
                  </a:cubicBezTo>
                  <a:cubicBezTo>
                    <a:pt x="223" y="155"/>
                    <a:pt x="441" y="218"/>
                    <a:pt x="662" y="218"/>
                  </a:cubicBezTo>
                  <a:cubicBezTo>
                    <a:pt x="703" y="218"/>
                    <a:pt x="745" y="216"/>
                    <a:pt x="786" y="212"/>
                  </a:cubicBezTo>
                  <a:cubicBezTo>
                    <a:pt x="827" y="207"/>
                    <a:pt x="829" y="149"/>
                    <a:pt x="786" y="148"/>
                  </a:cubicBezTo>
                  <a:cubicBezTo>
                    <a:pt x="528" y="140"/>
                    <a:pt x="288" y="103"/>
                    <a:pt x="49" y="2"/>
                  </a:cubicBezTo>
                  <a:cubicBezTo>
                    <a:pt x="46" y="1"/>
                    <a:pt x="42"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0"/>
            <p:cNvSpPr/>
            <p:nvPr/>
          </p:nvSpPr>
          <p:spPr>
            <a:xfrm>
              <a:off x="7444030" y="1623485"/>
              <a:ext cx="33345" cy="9701"/>
            </a:xfrm>
            <a:custGeom>
              <a:rect b="b" l="l" r="r" t="t"/>
              <a:pathLst>
                <a:path extrusionOk="0" h="183" w="629">
                  <a:moveTo>
                    <a:pt x="493" y="0"/>
                  </a:moveTo>
                  <a:cubicBezTo>
                    <a:pt x="331" y="0"/>
                    <a:pt x="175" y="49"/>
                    <a:pt x="30" y="127"/>
                  </a:cubicBezTo>
                  <a:cubicBezTo>
                    <a:pt x="1" y="143"/>
                    <a:pt x="20" y="183"/>
                    <a:pt x="48" y="183"/>
                  </a:cubicBezTo>
                  <a:cubicBezTo>
                    <a:pt x="52" y="183"/>
                    <a:pt x="57" y="182"/>
                    <a:pt x="61" y="180"/>
                  </a:cubicBezTo>
                  <a:cubicBezTo>
                    <a:pt x="227" y="100"/>
                    <a:pt x="402" y="74"/>
                    <a:pt x="585" y="71"/>
                  </a:cubicBezTo>
                  <a:cubicBezTo>
                    <a:pt x="628" y="71"/>
                    <a:pt x="626" y="10"/>
                    <a:pt x="585" y="6"/>
                  </a:cubicBezTo>
                  <a:cubicBezTo>
                    <a:pt x="554" y="2"/>
                    <a:pt x="524" y="0"/>
                    <a:pt x="4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0"/>
            <p:cNvSpPr/>
            <p:nvPr/>
          </p:nvSpPr>
          <p:spPr>
            <a:xfrm>
              <a:off x="7398069" y="1945584"/>
              <a:ext cx="37745" cy="21046"/>
            </a:xfrm>
            <a:custGeom>
              <a:rect b="b" l="l" r="r" t="t"/>
              <a:pathLst>
                <a:path extrusionOk="0" h="397" w="712">
                  <a:moveTo>
                    <a:pt x="55" y="0"/>
                  </a:moveTo>
                  <a:cubicBezTo>
                    <a:pt x="23" y="0"/>
                    <a:pt x="1" y="48"/>
                    <a:pt x="36" y="68"/>
                  </a:cubicBezTo>
                  <a:cubicBezTo>
                    <a:pt x="237" y="178"/>
                    <a:pt x="437" y="292"/>
                    <a:pt x="644" y="393"/>
                  </a:cubicBezTo>
                  <a:cubicBezTo>
                    <a:pt x="650" y="395"/>
                    <a:pt x="655" y="396"/>
                    <a:pt x="660" y="396"/>
                  </a:cubicBezTo>
                  <a:cubicBezTo>
                    <a:pt x="691" y="396"/>
                    <a:pt x="711" y="353"/>
                    <a:pt x="678" y="334"/>
                  </a:cubicBezTo>
                  <a:cubicBezTo>
                    <a:pt x="482" y="216"/>
                    <a:pt x="275" y="112"/>
                    <a:pt x="74" y="5"/>
                  </a:cubicBezTo>
                  <a:cubicBezTo>
                    <a:pt x="67" y="2"/>
                    <a:pt x="61" y="0"/>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0"/>
            <p:cNvSpPr/>
            <p:nvPr/>
          </p:nvSpPr>
          <p:spPr>
            <a:xfrm>
              <a:off x="7388898" y="1644955"/>
              <a:ext cx="27991" cy="16911"/>
            </a:xfrm>
            <a:custGeom>
              <a:rect b="b" l="l" r="r" t="t"/>
              <a:pathLst>
                <a:path extrusionOk="0" h="319" w="528">
                  <a:moveTo>
                    <a:pt x="482" y="0"/>
                  </a:moveTo>
                  <a:cubicBezTo>
                    <a:pt x="477" y="0"/>
                    <a:pt x="471" y="1"/>
                    <a:pt x="466" y="4"/>
                  </a:cubicBezTo>
                  <a:cubicBezTo>
                    <a:pt x="313" y="80"/>
                    <a:pt x="171" y="174"/>
                    <a:pt x="27" y="264"/>
                  </a:cubicBezTo>
                  <a:cubicBezTo>
                    <a:pt x="0" y="281"/>
                    <a:pt x="16" y="319"/>
                    <a:pt x="41" y="319"/>
                  </a:cubicBezTo>
                  <a:cubicBezTo>
                    <a:pt x="46" y="319"/>
                    <a:pt x="51" y="318"/>
                    <a:pt x="55" y="315"/>
                  </a:cubicBezTo>
                  <a:cubicBezTo>
                    <a:pt x="205" y="233"/>
                    <a:pt x="357" y="155"/>
                    <a:pt x="498" y="59"/>
                  </a:cubicBezTo>
                  <a:cubicBezTo>
                    <a:pt x="527" y="40"/>
                    <a:pt x="511" y="0"/>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0"/>
            <p:cNvSpPr/>
            <p:nvPr/>
          </p:nvSpPr>
          <p:spPr>
            <a:xfrm>
              <a:off x="7353592" y="1955126"/>
              <a:ext cx="18236" cy="28574"/>
            </a:xfrm>
            <a:custGeom>
              <a:rect b="b" l="l" r="r" t="t"/>
              <a:pathLst>
                <a:path extrusionOk="0" h="539" w="344">
                  <a:moveTo>
                    <a:pt x="297" y="0"/>
                  </a:moveTo>
                  <a:cubicBezTo>
                    <a:pt x="285" y="0"/>
                    <a:pt x="275" y="7"/>
                    <a:pt x="268" y="21"/>
                  </a:cubicBezTo>
                  <a:cubicBezTo>
                    <a:pt x="198" y="178"/>
                    <a:pt x="140" y="326"/>
                    <a:pt x="28" y="459"/>
                  </a:cubicBezTo>
                  <a:cubicBezTo>
                    <a:pt x="0" y="494"/>
                    <a:pt x="30" y="538"/>
                    <a:pt x="62" y="538"/>
                  </a:cubicBezTo>
                  <a:cubicBezTo>
                    <a:pt x="72" y="538"/>
                    <a:pt x="82" y="534"/>
                    <a:pt x="91" y="524"/>
                  </a:cubicBezTo>
                  <a:cubicBezTo>
                    <a:pt x="204" y="392"/>
                    <a:pt x="314" y="227"/>
                    <a:pt x="340" y="51"/>
                  </a:cubicBezTo>
                  <a:cubicBezTo>
                    <a:pt x="344" y="25"/>
                    <a:pt x="319" y="0"/>
                    <a:pt x="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0"/>
            <p:cNvSpPr/>
            <p:nvPr/>
          </p:nvSpPr>
          <p:spPr>
            <a:xfrm>
              <a:off x="7352532" y="1615851"/>
              <a:ext cx="18554" cy="41403"/>
            </a:xfrm>
            <a:custGeom>
              <a:rect b="b" l="l" r="r" t="t"/>
              <a:pathLst>
                <a:path extrusionOk="0" h="781" w="350">
                  <a:moveTo>
                    <a:pt x="38" y="1"/>
                  </a:moveTo>
                  <a:cubicBezTo>
                    <a:pt x="19" y="1"/>
                    <a:pt x="1" y="15"/>
                    <a:pt x="9" y="40"/>
                  </a:cubicBezTo>
                  <a:cubicBezTo>
                    <a:pt x="86" y="279"/>
                    <a:pt x="158" y="532"/>
                    <a:pt x="266" y="760"/>
                  </a:cubicBezTo>
                  <a:cubicBezTo>
                    <a:pt x="273" y="774"/>
                    <a:pt x="286" y="781"/>
                    <a:pt x="299" y="781"/>
                  </a:cubicBezTo>
                  <a:cubicBezTo>
                    <a:pt x="323" y="781"/>
                    <a:pt x="350" y="757"/>
                    <a:pt x="342" y="729"/>
                  </a:cubicBezTo>
                  <a:cubicBezTo>
                    <a:pt x="277" y="488"/>
                    <a:pt x="167" y="252"/>
                    <a:pt x="70" y="22"/>
                  </a:cubicBezTo>
                  <a:cubicBezTo>
                    <a:pt x="64" y="7"/>
                    <a:pt x="51" y="1"/>
                    <a:pt x="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0"/>
            <p:cNvSpPr/>
            <p:nvPr/>
          </p:nvSpPr>
          <p:spPr>
            <a:xfrm>
              <a:off x="7319135" y="2008032"/>
              <a:ext cx="35041" cy="22583"/>
            </a:xfrm>
            <a:custGeom>
              <a:rect b="b" l="l" r="r" t="t"/>
              <a:pathLst>
                <a:path extrusionOk="0" h="426" w="661">
                  <a:moveTo>
                    <a:pt x="607" y="0"/>
                  </a:moveTo>
                  <a:cubicBezTo>
                    <a:pt x="598" y="0"/>
                    <a:pt x="589" y="4"/>
                    <a:pt x="582" y="12"/>
                  </a:cubicBezTo>
                  <a:cubicBezTo>
                    <a:pt x="432" y="173"/>
                    <a:pt x="265" y="292"/>
                    <a:pt x="50" y="345"/>
                  </a:cubicBezTo>
                  <a:cubicBezTo>
                    <a:pt x="0" y="358"/>
                    <a:pt x="18" y="426"/>
                    <a:pt x="64" y="426"/>
                  </a:cubicBezTo>
                  <a:cubicBezTo>
                    <a:pt x="67" y="426"/>
                    <a:pt x="70" y="426"/>
                    <a:pt x="72" y="425"/>
                  </a:cubicBezTo>
                  <a:cubicBezTo>
                    <a:pt x="302" y="384"/>
                    <a:pt x="517" y="257"/>
                    <a:pt x="643" y="59"/>
                  </a:cubicBezTo>
                  <a:cubicBezTo>
                    <a:pt x="660" y="31"/>
                    <a:pt x="634" y="0"/>
                    <a:pt x="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0"/>
            <p:cNvSpPr/>
            <p:nvPr/>
          </p:nvSpPr>
          <p:spPr>
            <a:xfrm>
              <a:off x="7309646" y="1592208"/>
              <a:ext cx="25128" cy="14154"/>
            </a:xfrm>
            <a:custGeom>
              <a:rect b="b" l="l" r="r" t="t"/>
              <a:pathLst>
                <a:path extrusionOk="0" h="267" w="474">
                  <a:moveTo>
                    <a:pt x="58" y="0"/>
                  </a:moveTo>
                  <a:cubicBezTo>
                    <a:pt x="52" y="0"/>
                    <a:pt x="46" y="0"/>
                    <a:pt x="41" y="0"/>
                  </a:cubicBezTo>
                  <a:cubicBezTo>
                    <a:pt x="0" y="2"/>
                    <a:pt x="0" y="64"/>
                    <a:pt x="41" y="64"/>
                  </a:cubicBezTo>
                  <a:cubicBezTo>
                    <a:pt x="200" y="65"/>
                    <a:pt x="309" y="146"/>
                    <a:pt x="413" y="257"/>
                  </a:cubicBezTo>
                  <a:cubicBezTo>
                    <a:pt x="419" y="264"/>
                    <a:pt x="427" y="267"/>
                    <a:pt x="434" y="267"/>
                  </a:cubicBezTo>
                  <a:cubicBezTo>
                    <a:pt x="455" y="267"/>
                    <a:pt x="474" y="242"/>
                    <a:pt x="463" y="219"/>
                  </a:cubicBezTo>
                  <a:cubicBezTo>
                    <a:pt x="391" y="73"/>
                    <a:pt x="215"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0"/>
            <p:cNvSpPr/>
            <p:nvPr/>
          </p:nvSpPr>
          <p:spPr>
            <a:xfrm>
              <a:off x="7253983" y="2023193"/>
              <a:ext cx="39229" cy="10549"/>
            </a:xfrm>
            <a:custGeom>
              <a:rect b="b" l="l" r="r" t="t"/>
              <a:pathLst>
                <a:path extrusionOk="0" h="199" w="740">
                  <a:moveTo>
                    <a:pt x="51" y="0"/>
                  </a:moveTo>
                  <a:cubicBezTo>
                    <a:pt x="19" y="0"/>
                    <a:pt x="1" y="55"/>
                    <a:pt x="34" y="70"/>
                  </a:cubicBezTo>
                  <a:cubicBezTo>
                    <a:pt x="213" y="147"/>
                    <a:pt x="400" y="198"/>
                    <a:pt x="594" y="198"/>
                  </a:cubicBezTo>
                  <a:cubicBezTo>
                    <a:pt x="627" y="198"/>
                    <a:pt x="660" y="197"/>
                    <a:pt x="693" y="194"/>
                  </a:cubicBezTo>
                  <a:cubicBezTo>
                    <a:pt x="738" y="189"/>
                    <a:pt x="739" y="126"/>
                    <a:pt x="693" y="124"/>
                  </a:cubicBezTo>
                  <a:cubicBezTo>
                    <a:pt x="476" y="112"/>
                    <a:pt x="267" y="82"/>
                    <a:pt x="62" y="2"/>
                  </a:cubicBezTo>
                  <a:cubicBezTo>
                    <a:pt x="58" y="1"/>
                    <a:pt x="55" y="0"/>
                    <a:pt x="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0"/>
            <p:cNvSpPr/>
            <p:nvPr/>
          </p:nvSpPr>
          <p:spPr>
            <a:xfrm>
              <a:off x="7244070" y="1590618"/>
              <a:ext cx="30323" cy="12723"/>
            </a:xfrm>
            <a:custGeom>
              <a:rect b="b" l="l" r="r" t="t"/>
              <a:pathLst>
                <a:path extrusionOk="0" h="240" w="572">
                  <a:moveTo>
                    <a:pt x="540" y="1"/>
                  </a:moveTo>
                  <a:cubicBezTo>
                    <a:pt x="538" y="1"/>
                    <a:pt x="536" y="1"/>
                    <a:pt x="533" y="2"/>
                  </a:cubicBezTo>
                  <a:cubicBezTo>
                    <a:pt x="448" y="28"/>
                    <a:pt x="372" y="81"/>
                    <a:pt x="289" y="115"/>
                  </a:cubicBezTo>
                  <a:cubicBezTo>
                    <a:pt x="205" y="148"/>
                    <a:pt x="119" y="174"/>
                    <a:pt x="31" y="193"/>
                  </a:cubicBezTo>
                  <a:cubicBezTo>
                    <a:pt x="1" y="199"/>
                    <a:pt x="12" y="239"/>
                    <a:pt x="39" y="239"/>
                  </a:cubicBezTo>
                  <a:cubicBezTo>
                    <a:pt x="41" y="239"/>
                    <a:pt x="42" y="239"/>
                    <a:pt x="44" y="239"/>
                  </a:cubicBezTo>
                  <a:cubicBezTo>
                    <a:pt x="210" y="213"/>
                    <a:pt x="433" y="165"/>
                    <a:pt x="556" y="41"/>
                  </a:cubicBezTo>
                  <a:cubicBezTo>
                    <a:pt x="571" y="27"/>
                    <a:pt x="559"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0"/>
            <p:cNvSpPr/>
            <p:nvPr/>
          </p:nvSpPr>
          <p:spPr>
            <a:xfrm>
              <a:off x="7199275" y="2005540"/>
              <a:ext cx="35624" cy="13995"/>
            </a:xfrm>
            <a:custGeom>
              <a:rect b="b" l="l" r="r" t="t"/>
              <a:pathLst>
                <a:path extrusionOk="0" h="264" w="672">
                  <a:moveTo>
                    <a:pt x="35" y="1"/>
                  </a:moveTo>
                  <a:cubicBezTo>
                    <a:pt x="0" y="1"/>
                    <a:pt x="1" y="56"/>
                    <a:pt x="38" y="59"/>
                  </a:cubicBezTo>
                  <a:cubicBezTo>
                    <a:pt x="251" y="80"/>
                    <a:pt x="431" y="158"/>
                    <a:pt x="618" y="259"/>
                  </a:cubicBezTo>
                  <a:cubicBezTo>
                    <a:pt x="623" y="262"/>
                    <a:pt x="628" y="264"/>
                    <a:pt x="633" y="264"/>
                  </a:cubicBezTo>
                  <a:cubicBezTo>
                    <a:pt x="658" y="264"/>
                    <a:pt x="672" y="228"/>
                    <a:pt x="648" y="209"/>
                  </a:cubicBezTo>
                  <a:cubicBezTo>
                    <a:pt x="473" y="78"/>
                    <a:pt x="252" y="17"/>
                    <a:pt x="38" y="1"/>
                  </a:cubicBezTo>
                  <a:cubicBezTo>
                    <a:pt x="37" y="1"/>
                    <a:pt x="36" y="1"/>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0"/>
            <p:cNvSpPr/>
            <p:nvPr/>
          </p:nvSpPr>
          <p:spPr>
            <a:xfrm>
              <a:off x="7176003" y="1615957"/>
              <a:ext cx="29634" cy="17070"/>
            </a:xfrm>
            <a:custGeom>
              <a:rect b="b" l="l" r="r" t="t"/>
              <a:pathLst>
                <a:path extrusionOk="0" h="322" w="559">
                  <a:moveTo>
                    <a:pt x="522" y="0"/>
                  </a:moveTo>
                  <a:cubicBezTo>
                    <a:pt x="517" y="0"/>
                    <a:pt x="512" y="2"/>
                    <a:pt x="508" y="5"/>
                  </a:cubicBezTo>
                  <a:cubicBezTo>
                    <a:pt x="359" y="119"/>
                    <a:pt x="207" y="217"/>
                    <a:pt x="27" y="275"/>
                  </a:cubicBezTo>
                  <a:cubicBezTo>
                    <a:pt x="0" y="284"/>
                    <a:pt x="8" y="321"/>
                    <a:pt x="33" y="321"/>
                  </a:cubicBezTo>
                  <a:cubicBezTo>
                    <a:pt x="35" y="321"/>
                    <a:pt x="37" y="321"/>
                    <a:pt x="40" y="321"/>
                  </a:cubicBezTo>
                  <a:cubicBezTo>
                    <a:pt x="228" y="276"/>
                    <a:pt x="407" y="191"/>
                    <a:pt x="542" y="49"/>
                  </a:cubicBezTo>
                  <a:cubicBezTo>
                    <a:pt x="558" y="31"/>
                    <a:pt x="543" y="0"/>
                    <a:pt x="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0"/>
            <p:cNvSpPr/>
            <p:nvPr/>
          </p:nvSpPr>
          <p:spPr>
            <a:xfrm>
              <a:off x="7130572" y="1994673"/>
              <a:ext cx="46704" cy="6839"/>
            </a:xfrm>
            <a:custGeom>
              <a:rect b="b" l="l" r="r" t="t"/>
              <a:pathLst>
                <a:path extrusionOk="0" h="129" w="881">
                  <a:moveTo>
                    <a:pt x="276" y="1"/>
                  </a:moveTo>
                  <a:cubicBezTo>
                    <a:pt x="198" y="1"/>
                    <a:pt x="120" y="4"/>
                    <a:pt x="42" y="9"/>
                  </a:cubicBezTo>
                  <a:cubicBezTo>
                    <a:pt x="2" y="11"/>
                    <a:pt x="0" y="72"/>
                    <a:pt x="41" y="72"/>
                  </a:cubicBezTo>
                  <a:cubicBezTo>
                    <a:pt x="41" y="72"/>
                    <a:pt x="42" y="72"/>
                    <a:pt x="42" y="72"/>
                  </a:cubicBezTo>
                  <a:cubicBezTo>
                    <a:pt x="53" y="72"/>
                    <a:pt x="65" y="72"/>
                    <a:pt x="76" y="72"/>
                  </a:cubicBezTo>
                  <a:cubicBezTo>
                    <a:pt x="331" y="72"/>
                    <a:pt x="582" y="95"/>
                    <a:pt x="837" y="128"/>
                  </a:cubicBezTo>
                  <a:cubicBezTo>
                    <a:pt x="838" y="128"/>
                    <a:pt x="840" y="128"/>
                    <a:pt x="841" y="128"/>
                  </a:cubicBezTo>
                  <a:cubicBezTo>
                    <a:pt x="875" y="128"/>
                    <a:pt x="880" y="70"/>
                    <a:pt x="845" y="61"/>
                  </a:cubicBezTo>
                  <a:cubicBezTo>
                    <a:pt x="658" y="19"/>
                    <a:pt x="467"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0"/>
            <p:cNvSpPr/>
            <p:nvPr/>
          </p:nvSpPr>
          <p:spPr>
            <a:xfrm>
              <a:off x="7102158" y="1632391"/>
              <a:ext cx="29634" cy="7793"/>
            </a:xfrm>
            <a:custGeom>
              <a:rect b="b" l="l" r="r" t="t"/>
              <a:pathLst>
                <a:path extrusionOk="0" h="147" w="559">
                  <a:moveTo>
                    <a:pt x="33" y="1"/>
                  </a:moveTo>
                  <a:cubicBezTo>
                    <a:pt x="13" y="1"/>
                    <a:pt x="0" y="29"/>
                    <a:pt x="21" y="38"/>
                  </a:cubicBezTo>
                  <a:cubicBezTo>
                    <a:pt x="171" y="106"/>
                    <a:pt x="330" y="147"/>
                    <a:pt x="493" y="147"/>
                  </a:cubicBezTo>
                  <a:cubicBezTo>
                    <a:pt x="505" y="147"/>
                    <a:pt x="517" y="147"/>
                    <a:pt x="529" y="146"/>
                  </a:cubicBezTo>
                  <a:cubicBezTo>
                    <a:pt x="559" y="145"/>
                    <a:pt x="559" y="100"/>
                    <a:pt x="529" y="99"/>
                  </a:cubicBezTo>
                  <a:cubicBezTo>
                    <a:pt x="359" y="96"/>
                    <a:pt x="199" y="69"/>
                    <a:pt x="43" y="3"/>
                  </a:cubicBezTo>
                  <a:cubicBezTo>
                    <a:pt x="39" y="2"/>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0"/>
            <p:cNvSpPr/>
            <p:nvPr/>
          </p:nvSpPr>
          <p:spPr>
            <a:xfrm>
              <a:off x="7041141" y="2002572"/>
              <a:ext cx="54709" cy="16540"/>
            </a:xfrm>
            <a:custGeom>
              <a:rect b="b" l="l" r="r" t="t"/>
              <a:pathLst>
                <a:path extrusionOk="0" h="312" w="1032">
                  <a:moveTo>
                    <a:pt x="986" y="0"/>
                  </a:moveTo>
                  <a:cubicBezTo>
                    <a:pt x="985" y="0"/>
                    <a:pt x="984" y="0"/>
                    <a:pt x="982" y="0"/>
                  </a:cubicBezTo>
                  <a:cubicBezTo>
                    <a:pt x="818" y="23"/>
                    <a:pt x="658" y="87"/>
                    <a:pt x="503" y="149"/>
                  </a:cubicBezTo>
                  <a:cubicBezTo>
                    <a:pt x="446" y="171"/>
                    <a:pt x="377" y="215"/>
                    <a:pt x="316" y="215"/>
                  </a:cubicBezTo>
                  <a:cubicBezTo>
                    <a:pt x="312" y="215"/>
                    <a:pt x="308" y="214"/>
                    <a:pt x="304" y="214"/>
                  </a:cubicBezTo>
                  <a:cubicBezTo>
                    <a:pt x="220" y="205"/>
                    <a:pt x="127" y="111"/>
                    <a:pt x="56" y="63"/>
                  </a:cubicBezTo>
                  <a:cubicBezTo>
                    <a:pt x="50" y="60"/>
                    <a:pt x="45" y="58"/>
                    <a:pt x="40" y="58"/>
                  </a:cubicBezTo>
                  <a:cubicBezTo>
                    <a:pt x="15" y="58"/>
                    <a:pt x="0" y="97"/>
                    <a:pt x="25" y="117"/>
                  </a:cubicBezTo>
                  <a:cubicBezTo>
                    <a:pt x="85" y="163"/>
                    <a:pt x="212" y="298"/>
                    <a:pt x="284" y="310"/>
                  </a:cubicBezTo>
                  <a:cubicBezTo>
                    <a:pt x="289" y="311"/>
                    <a:pt x="295" y="311"/>
                    <a:pt x="301" y="311"/>
                  </a:cubicBezTo>
                  <a:cubicBezTo>
                    <a:pt x="346" y="311"/>
                    <a:pt x="390" y="284"/>
                    <a:pt x="433" y="267"/>
                  </a:cubicBezTo>
                  <a:cubicBezTo>
                    <a:pt x="620" y="196"/>
                    <a:pt x="819" y="148"/>
                    <a:pt x="1002" y="67"/>
                  </a:cubicBezTo>
                  <a:cubicBezTo>
                    <a:pt x="1031" y="53"/>
                    <a:pt x="1019" y="0"/>
                    <a:pt x="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0"/>
            <p:cNvSpPr/>
            <p:nvPr/>
          </p:nvSpPr>
          <p:spPr>
            <a:xfrm>
              <a:off x="7028578" y="1599365"/>
              <a:ext cx="44902" cy="21470"/>
            </a:xfrm>
            <a:custGeom>
              <a:rect b="b" l="l" r="r" t="t"/>
              <a:pathLst>
                <a:path extrusionOk="0" h="405" w="847">
                  <a:moveTo>
                    <a:pt x="398" y="0"/>
                  </a:moveTo>
                  <a:cubicBezTo>
                    <a:pt x="398" y="0"/>
                    <a:pt x="397" y="0"/>
                    <a:pt x="397" y="0"/>
                  </a:cubicBezTo>
                  <a:cubicBezTo>
                    <a:pt x="349" y="0"/>
                    <a:pt x="320" y="34"/>
                    <a:pt x="289" y="65"/>
                  </a:cubicBezTo>
                  <a:cubicBezTo>
                    <a:pt x="199" y="154"/>
                    <a:pt x="113" y="249"/>
                    <a:pt x="26" y="341"/>
                  </a:cubicBezTo>
                  <a:cubicBezTo>
                    <a:pt x="1" y="367"/>
                    <a:pt x="26" y="404"/>
                    <a:pt x="54" y="404"/>
                  </a:cubicBezTo>
                  <a:cubicBezTo>
                    <a:pt x="62" y="404"/>
                    <a:pt x="71" y="401"/>
                    <a:pt x="78" y="393"/>
                  </a:cubicBezTo>
                  <a:cubicBezTo>
                    <a:pt x="135" y="339"/>
                    <a:pt x="191" y="284"/>
                    <a:pt x="246" y="230"/>
                  </a:cubicBezTo>
                  <a:cubicBezTo>
                    <a:pt x="301" y="174"/>
                    <a:pt x="332" y="114"/>
                    <a:pt x="393" y="114"/>
                  </a:cubicBezTo>
                  <a:cubicBezTo>
                    <a:pt x="412" y="114"/>
                    <a:pt x="434" y="120"/>
                    <a:pt x="461" y="134"/>
                  </a:cubicBezTo>
                  <a:cubicBezTo>
                    <a:pt x="573" y="190"/>
                    <a:pt x="665" y="300"/>
                    <a:pt x="772" y="369"/>
                  </a:cubicBezTo>
                  <a:cubicBezTo>
                    <a:pt x="778" y="373"/>
                    <a:pt x="785" y="375"/>
                    <a:pt x="791" y="375"/>
                  </a:cubicBezTo>
                  <a:cubicBezTo>
                    <a:pt x="822" y="375"/>
                    <a:pt x="846" y="333"/>
                    <a:pt x="820" y="308"/>
                  </a:cubicBezTo>
                  <a:cubicBezTo>
                    <a:pt x="740" y="233"/>
                    <a:pt x="651" y="170"/>
                    <a:pt x="567" y="105"/>
                  </a:cubicBezTo>
                  <a:cubicBezTo>
                    <a:pt x="524" y="71"/>
                    <a:pt x="459" y="0"/>
                    <a:pt x="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0"/>
            <p:cNvSpPr/>
            <p:nvPr/>
          </p:nvSpPr>
          <p:spPr>
            <a:xfrm>
              <a:off x="6988448" y="1989637"/>
              <a:ext cx="38593" cy="11345"/>
            </a:xfrm>
            <a:custGeom>
              <a:rect b="b" l="l" r="r" t="t"/>
              <a:pathLst>
                <a:path extrusionOk="0" h="214" w="728">
                  <a:moveTo>
                    <a:pt x="40" y="1"/>
                  </a:moveTo>
                  <a:cubicBezTo>
                    <a:pt x="0" y="1"/>
                    <a:pt x="2" y="62"/>
                    <a:pt x="42" y="64"/>
                  </a:cubicBezTo>
                  <a:cubicBezTo>
                    <a:pt x="266" y="79"/>
                    <a:pt x="468" y="143"/>
                    <a:pt x="679" y="212"/>
                  </a:cubicBezTo>
                  <a:cubicBezTo>
                    <a:pt x="682" y="213"/>
                    <a:pt x="685" y="214"/>
                    <a:pt x="688" y="214"/>
                  </a:cubicBezTo>
                  <a:cubicBezTo>
                    <a:pt x="714" y="214"/>
                    <a:pt x="727" y="175"/>
                    <a:pt x="702" y="161"/>
                  </a:cubicBezTo>
                  <a:cubicBezTo>
                    <a:pt x="500" y="50"/>
                    <a:pt x="268" y="11"/>
                    <a:pt x="42" y="1"/>
                  </a:cubicBezTo>
                  <a:cubicBezTo>
                    <a:pt x="41" y="1"/>
                    <a:pt x="40" y="1"/>
                    <a:pt x="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0"/>
            <p:cNvSpPr/>
            <p:nvPr/>
          </p:nvSpPr>
          <p:spPr>
            <a:xfrm>
              <a:off x="6969947" y="1632073"/>
              <a:ext cx="28415" cy="8959"/>
            </a:xfrm>
            <a:custGeom>
              <a:rect b="b" l="l" r="r" t="t"/>
              <a:pathLst>
                <a:path extrusionOk="0" h="169" w="536">
                  <a:moveTo>
                    <a:pt x="491" y="0"/>
                  </a:moveTo>
                  <a:cubicBezTo>
                    <a:pt x="486" y="0"/>
                    <a:pt x="481" y="1"/>
                    <a:pt x="476" y="4"/>
                  </a:cubicBezTo>
                  <a:cubicBezTo>
                    <a:pt x="365" y="60"/>
                    <a:pt x="261" y="104"/>
                    <a:pt x="142" y="104"/>
                  </a:cubicBezTo>
                  <a:cubicBezTo>
                    <a:pt x="113" y="104"/>
                    <a:pt x="82" y="101"/>
                    <a:pt x="51" y="96"/>
                  </a:cubicBezTo>
                  <a:cubicBezTo>
                    <a:pt x="49" y="95"/>
                    <a:pt x="46" y="95"/>
                    <a:pt x="44" y="95"/>
                  </a:cubicBezTo>
                  <a:cubicBezTo>
                    <a:pt x="13" y="95"/>
                    <a:pt x="1" y="143"/>
                    <a:pt x="36" y="151"/>
                  </a:cubicBezTo>
                  <a:cubicBezTo>
                    <a:pt x="83" y="162"/>
                    <a:pt x="134" y="168"/>
                    <a:pt x="185" y="168"/>
                  </a:cubicBezTo>
                  <a:cubicBezTo>
                    <a:pt x="305" y="168"/>
                    <a:pt x="426" y="134"/>
                    <a:pt x="513" y="52"/>
                  </a:cubicBezTo>
                  <a:cubicBezTo>
                    <a:pt x="535" y="31"/>
                    <a:pt x="516" y="0"/>
                    <a:pt x="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0"/>
            <p:cNvSpPr/>
            <p:nvPr/>
          </p:nvSpPr>
          <p:spPr>
            <a:xfrm>
              <a:off x="6912429" y="2000451"/>
              <a:ext cx="32603" cy="9966"/>
            </a:xfrm>
            <a:custGeom>
              <a:rect b="b" l="l" r="r" t="t"/>
              <a:pathLst>
                <a:path extrusionOk="0" h="188" w="615">
                  <a:moveTo>
                    <a:pt x="586" y="0"/>
                  </a:moveTo>
                  <a:cubicBezTo>
                    <a:pt x="584" y="0"/>
                    <a:pt x="582" y="1"/>
                    <a:pt x="580" y="1"/>
                  </a:cubicBezTo>
                  <a:cubicBezTo>
                    <a:pt x="392" y="25"/>
                    <a:pt x="209" y="93"/>
                    <a:pt x="26" y="145"/>
                  </a:cubicBezTo>
                  <a:cubicBezTo>
                    <a:pt x="0" y="152"/>
                    <a:pt x="8" y="187"/>
                    <a:pt x="32" y="187"/>
                  </a:cubicBezTo>
                  <a:cubicBezTo>
                    <a:pt x="34" y="187"/>
                    <a:pt x="36" y="187"/>
                    <a:pt x="38" y="187"/>
                  </a:cubicBezTo>
                  <a:cubicBezTo>
                    <a:pt x="220" y="147"/>
                    <a:pt x="413" y="119"/>
                    <a:pt x="588" y="54"/>
                  </a:cubicBezTo>
                  <a:cubicBezTo>
                    <a:pt x="613" y="44"/>
                    <a:pt x="615" y="0"/>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0"/>
            <p:cNvSpPr/>
            <p:nvPr/>
          </p:nvSpPr>
          <p:spPr>
            <a:xfrm>
              <a:off x="6898752" y="1624227"/>
              <a:ext cx="38858" cy="13783"/>
            </a:xfrm>
            <a:custGeom>
              <a:rect b="b" l="l" r="r" t="t"/>
              <a:pathLst>
                <a:path extrusionOk="0" h="260" w="733">
                  <a:moveTo>
                    <a:pt x="44" y="0"/>
                  </a:moveTo>
                  <a:cubicBezTo>
                    <a:pt x="18" y="0"/>
                    <a:pt x="0" y="39"/>
                    <a:pt x="29" y="55"/>
                  </a:cubicBezTo>
                  <a:cubicBezTo>
                    <a:pt x="206" y="158"/>
                    <a:pt x="430" y="259"/>
                    <a:pt x="643" y="259"/>
                  </a:cubicBezTo>
                  <a:cubicBezTo>
                    <a:pt x="659" y="259"/>
                    <a:pt x="675" y="259"/>
                    <a:pt x="691" y="258"/>
                  </a:cubicBezTo>
                  <a:cubicBezTo>
                    <a:pt x="722" y="255"/>
                    <a:pt x="733" y="208"/>
                    <a:pt x="698" y="199"/>
                  </a:cubicBezTo>
                  <a:cubicBezTo>
                    <a:pt x="472" y="143"/>
                    <a:pt x="269" y="119"/>
                    <a:pt x="59" y="4"/>
                  </a:cubicBezTo>
                  <a:cubicBezTo>
                    <a:pt x="54" y="2"/>
                    <a:pt x="49"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0"/>
            <p:cNvSpPr/>
            <p:nvPr/>
          </p:nvSpPr>
          <p:spPr>
            <a:xfrm>
              <a:off x="6843620" y="2022822"/>
              <a:ext cx="33769" cy="9754"/>
            </a:xfrm>
            <a:custGeom>
              <a:rect b="b" l="l" r="r" t="t"/>
              <a:pathLst>
                <a:path extrusionOk="0" h="184" w="637">
                  <a:moveTo>
                    <a:pt x="592" y="0"/>
                  </a:moveTo>
                  <a:cubicBezTo>
                    <a:pt x="590" y="0"/>
                    <a:pt x="588" y="0"/>
                    <a:pt x="586" y="1"/>
                  </a:cubicBezTo>
                  <a:cubicBezTo>
                    <a:pt x="400" y="35"/>
                    <a:pt x="217" y="82"/>
                    <a:pt x="33" y="126"/>
                  </a:cubicBezTo>
                  <a:cubicBezTo>
                    <a:pt x="0" y="134"/>
                    <a:pt x="12" y="183"/>
                    <a:pt x="43" y="183"/>
                  </a:cubicBezTo>
                  <a:cubicBezTo>
                    <a:pt x="45" y="183"/>
                    <a:pt x="47" y="183"/>
                    <a:pt x="50" y="182"/>
                  </a:cubicBezTo>
                  <a:cubicBezTo>
                    <a:pt x="234" y="143"/>
                    <a:pt x="419" y="105"/>
                    <a:pt x="602" y="57"/>
                  </a:cubicBezTo>
                  <a:cubicBezTo>
                    <a:pt x="636" y="48"/>
                    <a:pt x="624"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0"/>
            <p:cNvSpPr/>
            <p:nvPr/>
          </p:nvSpPr>
          <p:spPr>
            <a:xfrm>
              <a:off x="6835509" y="1598092"/>
              <a:ext cx="28892" cy="15374"/>
            </a:xfrm>
            <a:custGeom>
              <a:rect b="b" l="l" r="r" t="t"/>
              <a:pathLst>
                <a:path extrusionOk="0" h="290" w="545">
                  <a:moveTo>
                    <a:pt x="41" y="1"/>
                  </a:moveTo>
                  <a:cubicBezTo>
                    <a:pt x="10" y="1"/>
                    <a:pt x="0" y="51"/>
                    <a:pt x="35" y="64"/>
                  </a:cubicBezTo>
                  <a:cubicBezTo>
                    <a:pt x="193" y="123"/>
                    <a:pt x="338" y="205"/>
                    <a:pt x="487" y="285"/>
                  </a:cubicBezTo>
                  <a:cubicBezTo>
                    <a:pt x="493" y="288"/>
                    <a:pt x="498" y="289"/>
                    <a:pt x="503" y="289"/>
                  </a:cubicBezTo>
                  <a:cubicBezTo>
                    <a:pt x="531" y="289"/>
                    <a:pt x="545" y="250"/>
                    <a:pt x="519" y="229"/>
                  </a:cubicBezTo>
                  <a:cubicBezTo>
                    <a:pt x="381" y="123"/>
                    <a:pt x="215" y="55"/>
                    <a:pt x="52" y="3"/>
                  </a:cubicBezTo>
                  <a:cubicBezTo>
                    <a:pt x="48" y="2"/>
                    <a:pt x="45" y="1"/>
                    <a:pt x="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0"/>
            <p:cNvSpPr/>
            <p:nvPr/>
          </p:nvSpPr>
          <p:spPr>
            <a:xfrm>
              <a:off x="6769615" y="2016832"/>
              <a:ext cx="33769" cy="18236"/>
            </a:xfrm>
            <a:custGeom>
              <a:rect b="b" l="l" r="r" t="t"/>
              <a:pathLst>
                <a:path extrusionOk="0" h="344" w="637">
                  <a:moveTo>
                    <a:pt x="38" y="0"/>
                  </a:moveTo>
                  <a:cubicBezTo>
                    <a:pt x="19" y="0"/>
                    <a:pt x="0" y="19"/>
                    <a:pt x="13" y="40"/>
                  </a:cubicBezTo>
                  <a:cubicBezTo>
                    <a:pt x="120" y="220"/>
                    <a:pt x="315" y="344"/>
                    <a:pt x="524" y="344"/>
                  </a:cubicBezTo>
                  <a:cubicBezTo>
                    <a:pt x="550" y="344"/>
                    <a:pt x="576" y="342"/>
                    <a:pt x="602" y="338"/>
                  </a:cubicBezTo>
                  <a:cubicBezTo>
                    <a:pt x="637" y="333"/>
                    <a:pt x="628" y="275"/>
                    <a:pt x="593" y="275"/>
                  </a:cubicBezTo>
                  <a:cubicBezTo>
                    <a:pt x="593" y="275"/>
                    <a:pt x="592" y="275"/>
                    <a:pt x="592" y="275"/>
                  </a:cubicBezTo>
                  <a:cubicBezTo>
                    <a:pt x="587" y="275"/>
                    <a:pt x="581" y="275"/>
                    <a:pt x="576" y="275"/>
                  </a:cubicBezTo>
                  <a:cubicBezTo>
                    <a:pt x="367" y="275"/>
                    <a:pt x="178" y="195"/>
                    <a:pt x="60" y="13"/>
                  </a:cubicBezTo>
                  <a:cubicBezTo>
                    <a:pt x="54" y="4"/>
                    <a:pt x="46" y="0"/>
                    <a:pt x="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0"/>
            <p:cNvSpPr/>
            <p:nvPr/>
          </p:nvSpPr>
          <p:spPr>
            <a:xfrm>
              <a:off x="6764526" y="1597297"/>
              <a:ext cx="31012" cy="11610"/>
            </a:xfrm>
            <a:custGeom>
              <a:rect b="b" l="l" r="r" t="t"/>
              <a:pathLst>
                <a:path extrusionOk="0" h="219" w="585">
                  <a:moveTo>
                    <a:pt x="473" y="1"/>
                  </a:moveTo>
                  <a:cubicBezTo>
                    <a:pt x="314" y="1"/>
                    <a:pt x="156" y="68"/>
                    <a:pt x="28" y="159"/>
                  </a:cubicBezTo>
                  <a:cubicBezTo>
                    <a:pt x="0" y="178"/>
                    <a:pt x="16" y="218"/>
                    <a:pt x="43" y="218"/>
                  </a:cubicBezTo>
                  <a:cubicBezTo>
                    <a:pt x="48" y="218"/>
                    <a:pt x="54" y="217"/>
                    <a:pt x="60" y="213"/>
                  </a:cubicBezTo>
                  <a:cubicBezTo>
                    <a:pt x="210" y="118"/>
                    <a:pt x="366" y="89"/>
                    <a:pt x="541" y="71"/>
                  </a:cubicBezTo>
                  <a:cubicBezTo>
                    <a:pt x="584" y="66"/>
                    <a:pt x="583" y="9"/>
                    <a:pt x="541" y="5"/>
                  </a:cubicBezTo>
                  <a:cubicBezTo>
                    <a:pt x="518" y="2"/>
                    <a:pt x="496"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0"/>
            <p:cNvSpPr/>
            <p:nvPr/>
          </p:nvSpPr>
          <p:spPr>
            <a:xfrm>
              <a:off x="6737861" y="1971719"/>
              <a:ext cx="12723" cy="26771"/>
            </a:xfrm>
            <a:custGeom>
              <a:rect b="b" l="l" r="r" t="t"/>
              <a:pathLst>
                <a:path extrusionOk="0" h="505" w="240">
                  <a:moveTo>
                    <a:pt x="38" y="1"/>
                  </a:moveTo>
                  <a:cubicBezTo>
                    <a:pt x="19" y="1"/>
                    <a:pt x="1" y="15"/>
                    <a:pt x="8" y="40"/>
                  </a:cubicBezTo>
                  <a:cubicBezTo>
                    <a:pt x="56" y="189"/>
                    <a:pt x="107" y="337"/>
                    <a:pt x="168" y="483"/>
                  </a:cubicBezTo>
                  <a:cubicBezTo>
                    <a:pt x="174" y="498"/>
                    <a:pt x="188" y="505"/>
                    <a:pt x="201" y="505"/>
                  </a:cubicBezTo>
                  <a:cubicBezTo>
                    <a:pt x="221" y="505"/>
                    <a:pt x="239" y="490"/>
                    <a:pt x="232" y="465"/>
                  </a:cubicBezTo>
                  <a:cubicBezTo>
                    <a:pt x="185" y="314"/>
                    <a:pt x="129" y="169"/>
                    <a:pt x="70" y="23"/>
                  </a:cubicBezTo>
                  <a:cubicBezTo>
                    <a:pt x="64" y="7"/>
                    <a:pt x="51" y="1"/>
                    <a:pt x="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0"/>
            <p:cNvSpPr/>
            <p:nvPr/>
          </p:nvSpPr>
          <p:spPr>
            <a:xfrm>
              <a:off x="6741466" y="1634830"/>
              <a:ext cx="5831" cy="23219"/>
            </a:xfrm>
            <a:custGeom>
              <a:rect b="b" l="l" r="r" t="t"/>
              <a:pathLst>
                <a:path extrusionOk="0" h="438" w="110">
                  <a:moveTo>
                    <a:pt x="79" y="1"/>
                  </a:moveTo>
                  <a:cubicBezTo>
                    <a:pt x="71" y="1"/>
                    <a:pt x="65" y="4"/>
                    <a:pt x="61" y="13"/>
                  </a:cubicBezTo>
                  <a:cubicBezTo>
                    <a:pt x="6" y="143"/>
                    <a:pt x="0" y="288"/>
                    <a:pt x="18" y="426"/>
                  </a:cubicBezTo>
                  <a:cubicBezTo>
                    <a:pt x="19" y="434"/>
                    <a:pt x="26" y="438"/>
                    <a:pt x="32" y="438"/>
                  </a:cubicBezTo>
                  <a:cubicBezTo>
                    <a:pt x="41" y="438"/>
                    <a:pt x="49" y="432"/>
                    <a:pt x="49" y="423"/>
                  </a:cubicBezTo>
                  <a:cubicBezTo>
                    <a:pt x="46" y="286"/>
                    <a:pt x="73" y="162"/>
                    <a:pt x="105" y="31"/>
                  </a:cubicBezTo>
                  <a:cubicBezTo>
                    <a:pt x="109" y="14"/>
                    <a:pt x="93"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0"/>
            <p:cNvSpPr/>
            <p:nvPr/>
          </p:nvSpPr>
          <p:spPr>
            <a:xfrm>
              <a:off x="6693119" y="1952794"/>
              <a:ext cx="28733" cy="14737"/>
            </a:xfrm>
            <a:custGeom>
              <a:rect b="b" l="l" r="r" t="t"/>
              <a:pathLst>
                <a:path extrusionOk="0" h="278" w="542">
                  <a:moveTo>
                    <a:pt x="499" y="0"/>
                  </a:moveTo>
                  <a:cubicBezTo>
                    <a:pt x="495" y="0"/>
                    <a:pt x="492" y="1"/>
                    <a:pt x="488" y="2"/>
                  </a:cubicBezTo>
                  <a:cubicBezTo>
                    <a:pt x="335" y="65"/>
                    <a:pt x="177" y="124"/>
                    <a:pt x="33" y="205"/>
                  </a:cubicBezTo>
                  <a:cubicBezTo>
                    <a:pt x="0" y="224"/>
                    <a:pt x="17" y="277"/>
                    <a:pt x="50" y="277"/>
                  </a:cubicBezTo>
                  <a:cubicBezTo>
                    <a:pt x="54" y="277"/>
                    <a:pt x="58" y="276"/>
                    <a:pt x="62" y="275"/>
                  </a:cubicBezTo>
                  <a:cubicBezTo>
                    <a:pt x="218" y="218"/>
                    <a:pt x="365" y="136"/>
                    <a:pt x="513" y="61"/>
                  </a:cubicBezTo>
                  <a:cubicBezTo>
                    <a:pt x="541" y="47"/>
                    <a:pt x="526"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0"/>
            <p:cNvSpPr/>
            <p:nvPr/>
          </p:nvSpPr>
          <p:spPr>
            <a:xfrm>
              <a:off x="6680344" y="1641191"/>
              <a:ext cx="38858" cy="28150"/>
            </a:xfrm>
            <a:custGeom>
              <a:rect b="b" l="l" r="r" t="t"/>
              <a:pathLst>
                <a:path extrusionOk="0" h="531" w="733">
                  <a:moveTo>
                    <a:pt x="34" y="0"/>
                  </a:moveTo>
                  <a:cubicBezTo>
                    <a:pt x="12" y="0"/>
                    <a:pt x="1" y="36"/>
                    <a:pt x="23" y="47"/>
                  </a:cubicBezTo>
                  <a:cubicBezTo>
                    <a:pt x="276" y="162"/>
                    <a:pt x="467" y="333"/>
                    <a:pt x="668" y="522"/>
                  </a:cubicBezTo>
                  <a:cubicBezTo>
                    <a:pt x="674" y="528"/>
                    <a:pt x="681" y="530"/>
                    <a:pt x="688" y="530"/>
                  </a:cubicBezTo>
                  <a:cubicBezTo>
                    <a:pt x="710" y="530"/>
                    <a:pt x="732" y="507"/>
                    <a:pt x="716" y="486"/>
                  </a:cubicBezTo>
                  <a:cubicBezTo>
                    <a:pt x="552" y="260"/>
                    <a:pt x="295" y="105"/>
                    <a:pt x="41" y="2"/>
                  </a:cubicBezTo>
                  <a:cubicBezTo>
                    <a:pt x="39" y="1"/>
                    <a:pt x="36" y="0"/>
                    <a:pt x="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0"/>
            <p:cNvSpPr/>
            <p:nvPr/>
          </p:nvSpPr>
          <p:spPr>
            <a:xfrm>
              <a:off x="6640214" y="1973945"/>
              <a:ext cx="26347" cy="10231"/>
            </a:xfrm>
            <a:custGeom>
              <a:rect b="b" l="l" r="r" t="t"/>
              <a:pathLst>
                <a:path extrusionOk="0" h="193" w="497">
                  <a:moveTo>
                    <a:pt x="453" y="0"/>
                  </a:moveTo>
                  <a:cubicBezTo>
                    <a:pt x="448" y="0"/>
                    <a:pt x="443" y="2"/>
                    <a:pt x="437" y="6"/>
                  </a:cubicBezTo>
                  <a:cubicBezTo>
                    <a:pt x="347" y="71"/>
                    <a:pt x="248" y="93"/>
                    <a:pt x="144" y="93"/>
                  </a:cubicBezTo>
                  <a:cubicBezTo>
                    <a:pt x="115" y="93"/>
                    <a:pt x="86" y="91"/>
                    <a:pt x="57" y="88"/>
                  </a:cubicBezTo>
                  <a:cubicBezTo>
                    <a:pt x="56" y="88"/>
                    <a:pt x="55" y="88"/>
                    <a:pt x="54" y="88"/>
                  </a:cubicBezTo>
                  <a:cubicBezTo>
                    <a:pt x="18" y="88"/>
                    <a:pt x="1" y="149"/>
                    <a:pt x="36" y="163"/>
                  </a:cubicBezTo>
                  <a:cubicBezTo>
                    <a:pt x="83" y="183"/>
                    <a:pt x="131" y="192"/>
                    <a:pt x="178" y="192"/>
                  </a:cubicBezTo>
                  <a:cubicBezTo>
                    <a:pt x="289" y="192"/>
                    <a:pt x="397" y="142"/>
                    <a:pt x="477" y="59"/>
                  </a:cubicBezTo>
                  <a:cubicBezTo>
                    <a:pt x="497" y="37"/>
                    <a:pt x="478" y="0"/>
                    <a:pt x="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0"/>
            <p:cNvSpPr/>
            <p:nvPr/>
          </p:nvSpPr>
          <p:spPr>
            <a:xfrm>
              <a:off x="6628392" y="1619244"/>
              <a:ext cx="27460" cy="13306"/>
            </a:xfrm>
            <a:custGeom>
              <a:rect b="b" l="l" r="r" t="t"/>
              <a:pathLst>
                <a:path extrusionOk="0" h="251" w="518">
                  <a:moveTo>
                    <a:pt x="28" y="1"/>
                  </a:moveTo>
                  <a:cubicBezTo>
                    <a:pt x="11" y="1"/>
                    <a:pt x="0" y="31"/>
                    <a:pt x="19" y="41"/>
                  </a:cubicBezTo>
                  <a:cubicBezTo>
                    <a:pt x="166" y="112"/>
                    <a:pt x="315" y="192"/>
                    <a:pt x="469" y="249"/>
                  </a:cubicBezTo>
                  <a:cubicBezTo>
                    <a:pt x="472" y="250"/>
                    <a:pt x="475" y="251"/>
                    <a:pt x="478" y="251"/>
                  </a:cubicBezTo>
                  <a:cubicBezTo>
                    <a:pt x="503" y="251"/>
                    <a:pt x="517" y="210"/>
                    <a:pt x="491" y="197"/>
                  </a:cubicBezTo>
                  <a:cubicBezTo>
                    <a:pt x="345" y="120"/>
                    <a:pt x="187" y="64"/>
                    <a:pt x="35" y="2"/>
                  </a:cubicBezTo>
                  <a:cubicBezTo>
                    <a:pt x="33" y="1"/>
                    <a:pt x="30"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0"/>
            <p:cNvSpPr/>
            <p:nvPr/>
          </p:nvSpPr>
          <p:spPr>
            <a:xfrm>
              <a:off x="6585718" y="1970924"/>
              <a:ext cx="30800" cy="14578"/>
            </a:xfrm>
            <a:custGeom>
              <a:rect b="b" l="l" r="r" t="t"/>
              <a:pathLst>
                <a:path extrusionOk="0" h="275" w="581">
                  <a:moveTo>
                    <a:pt x="51" y="0"/>
                  </a:moveTo>
                  <a:cubicBezTo>
                    <a:pt x="26" y="0"/>
                    <a:pt x="1" y="21"/>
                    <a:pt x="12" y="48"/>
                  </a:cubicBezTo>
                  <a:cubicBezTo>
                    <a:pt x="70" y="194"/>
                    <a:pt x="210" y="274"/>
                    <a:pt x="355" y="274"/>
                  </a:cubicBezTo>
                  <a:cubicBezTo>
                    <a:pt x="423" y="274"/>
                    <a:pt x="492" y="257"/>
                    <a:pt x="555" y="220"/>
                  </a:cubicBezTo>
                  <a:cubicBezTo>
                    <a:pt x="580" y="205"/>
                    <a:pt x="565" y="170"/>
                    <a:pt x="540" y="170"/>
                  </a:cubicBezTo>
                  <a:cubicBezTo>
                    <a:pt x="536" y="170"/>
                    <a:pt x="532" y="171"/>
                    <a:pt x="527" y="173"/>
                  </a:cubicBezTo>
                  <a:cubicBezTo>
                    <a:pt x="484" y="194"/>
                    <a:pt x="440" y="203"/>
                    <a:pt x="395" y="203"/>
                  </a:cubicBezTo>
                  <a:cubicBezTo>
                    <a:pt x="270" y="203"/>
                    <a:pt x="148" y="129"/>
                    <a:pt x="84" y="18"/>
                  </a:cubicBezTo>
                  <a:cubicBezTo>
                    <a:pt x="76" y="6"/>
                    <a:pt x="64" y="0"/>
                    <a:pt x="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0"/>
            <p:cNvSpPr/>
            <p:nvPr/>
          </p:nvSpPr>
          <p:spPr>
            <a:xfrm>
              <a:off x="6577872" y="1622266"/>
              <a:ext cx="20463" cy="25499"/>
            </a:xfrm>
            <a:custGeom>
              <a:rect b="b" l="l" r="r" t="t"/>
              <a:pathLst>
                <a:path extrusionOk="0" h="481" w="386">
                  <a:moveTo>
                    <a:pt x="340" y="0"/>
                  </a:moveTo>
                  <a:cubicBezTo>
                    <a:pt x="338" y="0"/>
                    <a:pt x="336" y="0"/>
                    <a:pt x="334" y="1"/>
                  </a:cubicBezTo>
                  <a:cubicBezTo>
                    <a:pt x="127" y="42"/>
                    <a:pt x="1" y="259"/>
                    <a:pt x="18" y="461"/>
                  </a:cubicBezTo>
                  <a:cubicBezTo>
                    <a:pt x="19" y="474"/>
                    <a:pt x="29" y="480"/>
                    <a:pt x="39" y="480"/>
                  </a:cubicBezTo>
                  <a:cubicBezTo>
                    <a:pt x="49" y="480"/>
                    <a:pt x="59" y="474"/>
                    <a:pt x="59" y="461"/>
                  </a:cubicBezTo>
                  <a:cubicBezTo>
                    <a:pt x="62" y="268"/>
                    <a:pt x="188" y="129"/>
                    <a:pt x="356" y="53"/>
                  </a:cubicBezTo>
                  <a:cubicBezTo>
                    <a:pt x="386" y="40"/>
                    <a:pt x="367"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0"/>
            <p:cNvSpPr/>
            <p:nvPr/>
          </p:nvSpPr>
          <p:spPr>
            <a:xfrm>
              <a:off x="6576971" y="1842582"/>
              <a:ext cx="18872" cy="37692"/>
            </a:xfrm>
            <a:custGeom>
              <a:rect b="b" l="l" r="r" t="t"/>
              <a:pathLst>
                <a:path extrusionOk="0" h="711" w="356">
                  <a:moveTo>
                    <a:pt x="309" y="0"/>
                  </a:moveTo>
                  <a:cubicBezTo>
                    <a:pt x="297" y="0"/>
                    <a:pt x="286" y="7"/>
                    <a:pt x="282" y="22"/>
                  </a:cubicBezTo>
                  <a:cubicBezTo>
                    <a:pt x="219" y="253"/>
                    <a:pt x="170" y="459"/>
                    <a:pt x="20" y="653"/>
                  </a:cubicBezTo>
                  <a:cubicBezTo>
                    <a:pt x="1" y="679"/>
                    <a:pt x="29" y="710"/>
                    <a:pt x="55" y="710"/>
                  </a:cubicBezTo>
                  <a:cubicBezTo>
                    <a:pt x="64" y="710"/>
                    <a:pt x="72" y="707"/>
                    <a:pt x="79" y="698"/>
                  </a:cubicBezTo>
                  <a:cubicBezTo>
                    <a:pt x="224" y="516"/>
                    <a:pt x="356" y="271"/>
                    <a:pt x="341" y="30"/>
                  </a:cubicBezTo>
                  <a:cubicBezTo>
                    <a:pt x="339" y="12"/>
                    <a:pt x="324" y="0"/>
                    <a:pt x="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0"/>
            <p:cNvSpPr/>
            <p:nvPr/>
          </p:nvSpPr>
          <p:spPr>
            <a:xfrm>
              <a:off x="6568966" y="1797735"/>
              <a:ext cx="20781" cy="23856"/>
            </a:xfrm>
            <a:custGeom>
              <a:rect b="b" l="l" r="r" t="t"/>
              <a:pathLst>
                <a:path extrusionOk="0" h="450" w="392">
                  <a:moveTo>
                    <a:pt x="54" y="0"/>
                  </a:moveTo>
                  <a:cubicBezTo>
                    <a:pt x="26" y="0"/>
                    <a:pt x="1" y="34"/>
                    <a:pt x="18" y="59"/>
                  </a:cubicBezTo>
                  <a:cubicBezTo>
                    <a:pt x="64" y="124"/>
                    <a:pt x="137" y="164"/>
                    <a:pt x="190" y="221"/>
                  </a:cubicBezTo>
                  <a:cubicBezTo>
                    <a:pt x="252" y="286"/>
                    <a:pt x="300" y="359"/>
                    <a:pt x="341" y="438"/>
                  </a:cubicBezTo>
                  <a:cubicBezTo>
                    <a:pt x="345" y="446"/>
                    <a:pt x="353" y="450"/>
                    <a:pt x="361" y="450"/>
                  </a:cubicBezTo>
                  <a:cubicBezTo>
                    <a:pt x="376" y="450"/>
                    <a:pt x="391" y="437"/>
                    <a:pt x="385" y="420"/>
                  </a:cubicBezTo>
                  <a:cubicBezTo>
                    <a:pt x="355" y="330"/>
                    <a:pt x="311" y="248"/>
                    <a:pt x="256" y="172"/>
                  </a:cubicBezTo>
                  <a:cubicBezTo>
                    <a:pt x="205" y="104"/>
                    <a:pt x="148" y="26"/>
                    <a:pt x="63" y="1"/>
                  </a:cubicBezTo>
                  <a:cubicBezTo>
                    <a:pt x="60" y="1"/>
                    <a:pt x="57"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0"/>
            <p:cNvSpPr/>
            <p:nvPr/>
          </p:nvSpPr>
          <p:spPr>
            <a:xfrm>
              <a:off x="6575539" y="1742867"/>
              <a:ext cx="12511" cy="34034"/>
            </a:xfrm>
            <a:custGeom>
              <a:rect b="b" l="l" r="r" t="t"/>
              <a:pathLst>
                <a:path extrusionOk="0" h="642" w="236">
                  <a:moveTo>
                    <a:pt x="186" y="0"/>
                  </a:moveTo>
                  <a:cubicBezTo>
                    <a:pt x="177" y="0"/>
                    <a:pt x="169" y="5"/>
                    <a:pt x="166" y="17"/>
                  </a:cubicBezTo>
                  <a:cubicBezTo>
                    <a:pt x="117" y="221"/>
                    <a:pt x="101" y="411"/>
                    <a:pt x="10" y="606"/>
                  </a:cubicBezTo>
                  <a:cubicBezTo>
                    <a:pt x="1" y="624"/>
                    <a:pt x="17" y="642"/>
                    <a:pt x="33" y="642"/>
                  </a:cubicBezTo>
                  <a:cubicBezTo>
                    <a:pt x="40" y="642"/>
                    <a:pt x="47" y="638"/>
                    <a:pt x="51" y="629"/>
                  </a:cubicBezTo>
                  <a:cubicBezTo>
                    <a:pt x="144" y="451"/>
                    <a:pt x="235" y="229"/>
                    <a:pt x="213" y="24"/>
                  </a:cubicBezTo>
                  <a:cubicBezTo>
                    <a:pt x="211" y="10"/>
                    <a:pt x="198"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0"/>
            <p:cNvSpPr/>
            <p:nvPr/>
          </p:nvSpPr>
          <p:spPr>
            <a:xfrm>
              <a:off x="6576335" y="1676974"/>
              <a:ext cx="7899" cy="31542"/>
            </a:xfrm>
            <a:custGeom>
              <a:rect b="b" l="l" r="r" t="t"/>
              <a:pathLst>
                <a:path extrusionOk="0" h="595" w="149">
                  <a:moveTo>
                    <a:pt x="67" y="1"/>
                  </a:moveTo>
                  <a:cubicBezTo>
                    <a:pt x="58" y="1"/>
                    <a:pt x="49" y="6"/>
                    <a:pt x="46" y="18"/>
                  </a:cubicBezTo>
                  <a:cubicBezTo>
                    <a:pt x="0" y="193"/>
                    <a:pt x="48" y="408"/>
                    <a:pt x="97" y="578"/>
                  </a:cubicBezTo>
                  <a:cubicBezTo>
                    <a:pt x="101" y="589"/>
                    <a:pt x="110" y="594"/>
                    <a:pt x="119" y="594"/>
                  </a:cubicBezTo>
                  <a:cubicBezTo>
                    <a:pt x="134" y="594"/>
                    <a:pt x="149" y="582"/>
                    <a:pt x="144" y="564"/>
                  </a:cubicBezTo>
                  <a:cubicBezTo>
                    <a:pt x="121" y="471"/>
                    <a:pt x="105" y="377"/>
                    <a:pt x="98" y="281"/>
                  </a:cubicBezTo>
                  <a:cubicBezTo>
                    <a:pt x="93" y="195"/>
                    <a:pt x="103" y="110"/>
                    <a:pt x="94" y="24"/>
                  </a:cubicBezTo>
                  <a:cubicBezTo>
                    <a:pt x="92" y="10"/>
                    <a:pt x="79"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0"/>
            <p:cNvSpPr/>
            <p:nvPr/>
          </p:nvSpPr>
          <p:spPr>
            <a:xfrm>
              <a:off x="6571033" y="1916269"/>
              <a:ext cx="8694" cy="32391"/>
            </a:xfrm>
            <a:custGeom>
              <a:rect b="b" l="l" r="r" t="t"/>
              <a:pathLst>
                <a:path extrusionOk="0" h="611" w="164">
                  <a:moveTo>
                    <a:pt x="124" y="0"/>
                  </a:moveTo>
                  <a:cubicBezTo>
                    <a:pt x="113" y="0"/>
                    <a:pt x="103" y="5"/>
                    <a:pt x="97" y="16"/>
                  </a:cubicBezTo>
                  <a:cubicBezTo>
                    <a:pt x="1" y="191"/>
                    <a:pt x="8" y="405"/>
                    <a:pt x="78" y="588"/>
                  </a:cubicBezTo>
                  <a:cubicBezTo>
                    <a:pt x="83" y="603"/>
                    <a:pt x="96" y="610"/>
                    <a:pt x="109" y="610"/>
                  </a:cubicBezTo>
                  <a:cubicBezTo>
                    <a:pt x="127" y="610"/>
                    <a:pt x="145" y="595"/>
                    <a:pt x="139" y="572"/>
                  </a:cubicBezTo>
                  <a:cubicBezTo>
                    <a:pt x="88" y="388"/>
                    <a:pt x="111" y="222"/>
                    <a:pt x="158" y="41"/>
                  </a:cubicBezTo>
                  <a:cubicBezTo>
                    <a:pt x="163" y="18"/>
                    <a:pt x="143"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 name="Google Shape;1542;p60"/>
          <p:cNvSpPr txBox="1"/>
          <p:nvPr>
            <p:ph type="ctrTitle"/>
          </p:nvPr>
        </p:nvSpPr>
        <p:spPr>
          <a:xfrm>
            <a:off x="1069650" y="1237975"/>
            <a:ext cx="7004700" cy="188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Team Building</a:t>
            </a:r>
            <a:endParaRPr/>
          </a:p>
          <a:p>
            <a:pPr indent="0" lvl="0" marL="0" rtl="0" algn="ctr">
              <a:spcBef>
                <a:spcPts val="0"/>
              </a:spcBef>
              <a:spcAft>
                <a:spcPts val="0"/>
              </a:spcAft>
              <a:buNone/>
            </a:pPr>
            <a:r>
              <a:rPr lang="en"/>
              <a:t>Class</a:t>
            </a:r>
            <a:endParaRPr/>
          </a:p>
        </p:txBody>
      </p:sp>
      <p:sp>
        <p:nvSpPr>
          <p:cNvPr id="1543" name="Google Shape;1543;p60"/>
          <p:cNvSpPr txBox="1"/>
          <p:nvPr>
            <p:ph idx="1" type="subTitle"/>
          </p:nvPr>
        </p:nvSpPr>
        <p:spPr>
          <a:xfrm>
            <a:off x="3327311" y="3762300"/>
            <a:ext cx="24894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7" name="Shape 1547"/>
        <p:cNvGrpSpPr/>
        <p:nvPr/>
      </p:nvGrpSpPr>
      <p:grpSpPr>
        <a:xfrm>
          <a:off x="0" y="0"/>
          <a:ext cx="0" cy="0"/>
          <a:chOff x="0" y="0"/>
          <a:chExt cx="0" cy="0"/>
        </a:xfrm>
      </p:grpSpPr>
      <p:grpSp>
        <p:nvGrpSpPr>
          <p:cNvPr id="1548" name="Google Shape;1548;p61"/>
          <p:cNvGrpSpPr/>
          <p:nvPr/>
        </p:nvGrpSpPr>
        <p:grpSpPr>
          <a:xfrm>
            <a:off x="909177" y="598485"/>
            <a:ext cx="7158440" cy="921454"/>
            <a:chOff x="7728915" y="2370420"/>
            <a:chExt cx="1034472" cy="222546"/>
          </a:xfrm>
        </p:grpSpPr>
        <p:sp>
          <p:nvSpPr>
            <p:cNvPr id="1549" name="Google Shape;1549;p61"/>
            <p:cNvSpPr/>
            <p:nvPr/>
          </p:nvSpPr>
          <p:spPr>
            <a:xfrm>
              <a:off x="7737238" y="2413890"/>
              <a:ext cx="167201" cy="172874"/>
            </a:xfrm>
            <a:custGeom>
              <a:rect b="b" l="l" r="r" t="t"/>
              <a:pathLst>
                <a:path extrusionOk="0" h="3261" w="3154">
                  <a:moveTo>
                    <a:pt x="2396" y="0"/>
                  </a:moveTo>
                  <a:cubicBezTo>
                    <a:pt x="2396" y="27"/>
                    <a:pt x="2379" y="54"/>
                    <a:pt x="2341" y="55"/>
                  </a:cubicBezTo>
                  <a:cubicBezTo>
                    <a:pt x="2153" y="65"/>
                    <a:pt x="1962" y="69"/>
                    <a:pt x="1769" y="69"/>
                  </a:cubicBezTo>
                  <a:cubicBezTo>
                    <a:pt x="1251" y="69"/>
                    <a:pt x="725" y="38"/>
                    <a:pt x="217" y="3"/>
                  </a:cubicBezTo>
                  <a:lnTo>
                    <a:pt x="217" y="3"/>
                  </a:lnTo>
                  <a:cubicBezTo>
                    <a:pt x="557" y="612"/>
                    <a:pt x="989" y="1160"/>
                    <a:pt x="1436" y="1696"/>
                  </a:cubicBezTo>
                  <a:cubicBezTo>
                    <a:pt x="1452" y="1716"/>
                    <a:pt x="1453" y="1739"/>
                    <a:pt x="1445" y="1759"/>
                  </a:cubicBezTo>
                  <a:cubicBezTo>
                    <a:pt x="1459" y="1781"/>
                    <a:pt x="1461" y="1812"/>
                    <a:pt x="1437" y="1838"/>
                  </a:cubicBezTo>
                  <a:cubicBezTo>
                    <a:pt x="978" y="2326"/>
                    <a:pt x="493" y="2807"/>
                    <a:pt x="1" y="3261"/>
                  </a:cubicBezTo>
                  <a:cubicBezTo>
                    <a:pt x="1049" y="3215"/>
                    <a:pt x="2102" y="3223"/>
                    <a:pt x="3153" y="3218"/>
                  </a:cubicBezTo>
                  <a:cubicBezTo>
                    <a:pt x="2894" y="3063"/>
                    <a:pt x="2646" y="2892"/>
                    <a:pt x="2419" y="2690"/>
                  </a:cubicBezTo>
                  <a:cubicBezTo>
                    <a:pt x="2407" y="2678"/>
                    <a:pt x="2405" y="2665"/>
                    <a:pt x="2407" y="2651"/>
                  </a:cubicBezTo>
                  <a:cubicBezTo>
                    <a:pt x="2397" y="2633"/>
                    <a:pt x="2398" y="2610"/>
                    <a:pt x="2412" y="2594"/>
                  </a:cubicBezTo>
                  <a:cubicBezTo>
                    <a:pt x="2411" y="2589"/>
                    <a:pt x="2409" y="2584"/>
                    <a:pt x="2409" y="2580"/>
                  </a:cubicBezTo>
                  <a:cubicBezTo>
                    <a:pt x="2396" y="2032"/>
                    <a:pt x="2454" y="1483"/>
                    <a:pt x="2449" y="935"/>
                  </a:cubicBezTo>
                  <a:cubicBezTo>
                    <a:pt x="2448" y="622"/>
                    <a:pt x="2435" y="311"/>
                    <a:pt x="2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1"/>
            <p:cNvSpPr/>
            <p:nvPr/>
          </p:nvSpPr>
          <p:spPr>
            <a:xfrm>
              <a:off x="8619035" y="2410179"/>
              <a:ext cx="135129" cy="175312"/>
            </a:xfrm>
            <a:custGeom>
              <a:rect b="b" l="l" r="r" t="t"/>
              <a:pathLst>
                <a:path extrusionOk="0" h="3307" w="2549">
                  <a:moveTo>
                    <a:pt x="2549" y="1"/>
                  </a:moveTo>
                  <a:cubicBezTo>
                    <a:pt x="2390" y="76"/>
                    <a:pt x="2205" y="93"/>
                    <a:pt x="2017" y="93"/>
                  </a:cubicBezTo>
                  <a:cubicBezTo>
                    <a:pt x="1859" y="93"/>
                    <a:pt x="1699" y="81"/>
                    <a:pt x="1549" y="79"/>
                  </a:cubicBezTo>
                  <a:cubicBezTo>
                    <a:pt x="1232" y="75"/>
                    <a:pt x="915" y="70"/>
                    <a:pt x="599" y="49"/>
                  </a:cubicBezTo>
                  <a:lnTo>
                    <a:pt x="599" y="49"/>
                  </a:lnTo>
                  <a:cubicBezTo>
                    <a:pt x="661" y="877"/>
                    <a:pt x="712" y="1715"/>
                    <a:pt x="657" y="2538"/>
                  </a:cubicBezTo>
                  <a:cubicBezTo>
                    <a:pt x="663" y="2551"/>
                    <a:pt x="663" y="2565"/>
                    <a:pt x="652" y="2581"/>
                  </a:cubicBezTo>
                  <a:cubicBezTo>
                    <a:pt x="462" y="2837"/>
                    <a:pt x="234" y="3084"/>
                    <a:pt x="0" y="3306"/>
                  </a:cubicBezTo>
                  <a:cubicBezTo>
                    <a:pt x="511" y="3251"/>
                    <a:pt x="1028" y="3230"/>
                    <a:pt x="1544" y="3230"/>
                  </a:cubicBezTo>
                  <a:cubicBezTo>
                    <a:pt x="1873" y="3230"/>
                    <a:pt x="2202" y="3239"/>
                    <a:pt x="2530" y="3253"/>
                  </a:cubicBezTo>
                  <a:cubicBezTo>
                    <a:pt x="2365" y="3056"/>
                    <a:pt x="2233" y="2834"/>
                    <a:pt x="2080" y="2627"/>
                  </a:cubicBezTo>
                  <a:cubicBezTo>
                    <a:pt x="1864" y="2332"/>
                    <a:pt x="1625" y="2062"/>
                    <a:pt x="1376" y="1795"/>
                  </a:cubicBezTo>
                  <a:cubicBezTo>
                    <a:pt x="1336" y="1752"/>
                    <a:pt x="1365" y="1698"/>
                    <a:pt x="1407" y="1686"/>
                  </a:cubicBezTo>
                  <a:cubicBezTo>
                    <a:pt x="1379" y="1671"/>
                    <a:pt x="1363" y="1632"/>
                    <a:pt x="1391" y="1599"/>
                  </a:cubicBezTo>
                  <a:cubicBezTo>
                    <a:pt x="1796" y="1113"/>
                    <a:pt x="2189" y="627"/>
                    <a:pt x="2534" y="94"/>
                  </a:cubicBezTo>
                  <a:cubicBezTo>
                    <a:pt x="2511" y="65"/>
                    <a:pt x="2507" y="21"/>
                    <a:pt x="2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1"/>
            <p:cNvSpPr/>
            <p:nvPr/>
          </p:nvSpPr>
          <p:spPr>
            <a:xfrm>
              <a:off x="7869820" y="2375244"/>
              <a:ext cx="779814" cy="175100"/>
            </a:xfrm>
            <a:custGeom>
              <a:rect b="b" l="l" r="r" t="t"/>
              <a:pathLst>
                <a:path extrusionOk="0" h="3303" w="14710">
                  <a:moveTo>
                    <a:pt x="1" y="1"/>
                  </a:moveTo>
                  <a:lnTo>
                    <a:pt x="1" y="1"/>
                  </a:lnTo>
                  <a:cubicBezTo>
                    <a:pt x="4" y="7"/>
                    <a:pt x="7" y="14"/>
                    <a:pt x="7" y="21"/>
                  </a:cubicBezTo>
                  <a:cubicBezTo>
                    <a:pt x="129" y="1078"/>
                    <a:pt x="213" y="2253"/>
                    <a:pt x="1" y="3303"/>
                  </a:cubicBezTo>
                  <a:cubicBezTo>
                    <a:pt x="1471" y="3229"/>
                    <a:pt x="2946" y="3217"/>
                    <a:pt x="4421" y="3217"/>
                  </a:cubicBezTo>
                  <a:cubicBezTo>
                    <a:pt x="5090" y="3217"/>
                    <a:pt x="5759" y="3220"/>
                    <a:pt x="6427" y="3220"/>
                  </a:cubicBezTo>
                  <a:cubicBezTo>
                    <a:pt x="6695" y="3220"/>
                    <a:pt x="6964" y="3219"/>
                    <a:pt x="7232" y="3218"/>
                  </a:cubicBezTo>
                  <a:cubicBezTo>
                    <a:pt x="7778" y="3216"/>
                    <a:pt x="8323" y="3215"/>
                    <a:pt x="8869" y="3215"/>
                  </a:cubicBezTo>
                  <a:cubicBezTo>
                    <a:pt x="10559" y="3215"/>
                    <a:pt x="12249" y="3225"/>
                    <a:pt x="13939" y="3242"/>
                  </a:cubicBezTo>
                  <a:cubicBezTo>
                    <a:pt x="13952" y="3228"/>
                    <a:pt x="13972" y="3220"/>
                    <a:pt x="13992" y="3220"/>
                  </a:cubicBezTo>
                  <a:cubicBezTo>
                    <a:pt x="14011" y="3220"/>
                    <a:pt x="14031" y="3228"/>
                    <a:pt x="14042" y="3243"/>
                  </a:cubicBezTo>
                  <a:cubicBezTo>
                    <a:pt x="14185" y="3244"/>
                    <a:pt x="14330" y="3245"/>
                    <a:pt x="14474" y="3247"/>
                  </a:cubicBezTo>
                  <a:cubicBezTo>
                    <a:pt x="14477" y="3228"/>
                    <a:pt x="14492" y="3211"/>
                    <a:pt x="14518" y="3210"/>
                  </a:cubicBezTo>
                  <a:cubicBezTo>
                    <a:pt x="14559" y="3209"/>
                    <a:pt x="14601" y="3207"/>
                    <a:pt x="14642" y="3207"/>
                  </a:cubicBezTo>
                  <a:lnTo>
                    <a:pt x="14670" y="3207"/>
                  </a:lnTo>
                  <a:cubicBezTo>
                    <a:pt x="14682" y="3197"/>
                    <a:pt x="14693" y="3186"/>
                    <a:pt x="14705" y="3177"/>
                  </a:cubicBezTo>
                  <a:lnTo>
                    <a:pt x="14710" y="3175"/>
                  </a:lnTo>
                  <a:cubicBezTo>
                    <a:pt x="14632" y="2149"/>
                    <a:pt x="14635" y="1119"/>
                    <a:pt x="14546" y="93"/>
                  </a:cubicBezTo>
                  <a:lnTo>
                    <a:pt x="14543" y="93"/>
                  </a:lnTo>
                  <a:cubicBezTo>
                    <a:pt x="13973" y="100"/>
                    <a:pt x="13402" y="103"/>
                    <a:pt x="12831" y="103"/>
                  </a:cubicBezTo>
                  <a:cubicBezTo>
                    <a:pt x="10957" y="103"/>
                    <a:pt x="9082" y="71"/>
                    <a:pt x="7210" y="57"/>
                  </a:cubicBezTo>
                  <a:cubicBezTo>
                    <a:pt x="5992" y="49"/>
                    <a:pt x="4772" y="38"/>
                    <a:pt x="3553" y="32"/>
                  </a:cubicBezTo>
                  <a:cubicBezTo>
                    <a:pt x="3436" y="31"/>
                    <a:pt x="3319" y="31"/>
                    <a:pt x="3202" y="31"/>
                  </a:cubicBezTo>
                  <a:cubicBezTo>
                    <a:pt x="2695" y="31"/>
                    <a:pt x="2186" y="36"/>
                    <a:pt x="1677" y="36"/>
                  </a:cubicBezTo>
                  <a:cubicBezTo>
                    <a:pt x="1118" y="36"/>
                    <a:pt x="558" y="2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1"/>
            <p:cNvSpPr/>
            <p:nvPr/>
          </p:nvSpPr>
          <p:spPr>
            <a:xfrm>
              <a:off x="8615165" y="2551455"/>
              <a:ext cx="25234" cy="25022"/>
            </a:xfrm>
            <a:custGeom>
              <a:rect b="b" l="l" r="r" t="t"/>
              <a:pathLst>
                <a:path extrusionOk="0" h="472" w="476">
                  <a:moveTo>
                    <a:pt x="476" y="0"/>
                  </a:moveTo>
                  <a:cubicBezTo>
                    <a:pt x="470" y="3"/>
                    <a:pt x="464" y="5"/>
                    <a:pt x="458" y="5"/>
                  </a:cubicBezTo>
                  <a:cubicBezTo>
                    <a:pt x="305" y="4"/>
                    <a:pt x="152" y="3"/>
                    <a:pt x="0" y="2"/>
                  </a:cubicBezTo>
                  <a:lnTo>
                    <a:pt x="0" y="2"/>
                  </a:lnTo>
                  <a:cubicBezTo>
                    <a:pt x="24" y="156"/>
                    <a:pt x="29" y="315"/>
                    <a:pt x="15" y="471"/>
                  </a:cubicBezTo>
                  <a:cubicBezTo>
                    <a:pt x="159" y="308"/>
                    <a:pt x="313" y="147"/>
                    <a:pt x="4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1"/>
            <p:cNvSpPr/>
            <p:nvPr/>
          </p:nvSpPr>
          <p:spPr>
            <a:xfrm>
              <a:off x="7873107" y="2555696"/>
              <a:ext cx="41085" cy="27513"/>
            </a:xfrm>
            <a:custGeom>
              <a:rect b="b" l="l" r="r" t="t"/>
              <a:pathLst>
                <a:path extrusionOk="0" h="519" w="775">
                  <a:moveTo>
                    <a:pt x="1" y="0"/>
                  </a:moveTo>
                  <a:cubicBezTo>
                    <a:pt x="259" y="173"/>
                    <a:pt x="513" y="351"/>
                    <a:pt x="774" y="518"/>
                  </a:cubicBezTo>
                  <a:cubicBezTo>
                    <a:pt x="754" y="347"/>
                    <a:pt x="748" y="174"/>
                    <a:pt x="762" y="2"/>
                  </a:cubicBezTo>
                  <a:cubicBezTo>
                    <a:pt x="508" y="2"/>
                    <a:pt x="255" y="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1"/>
            <p:cNvSpPr/>
            <p:nvPr/>
          </p:nvSpPr>
          <p:spPr>
            <a:xfrm>
              <a:off x="8691290" y="2406733"/>
              <a:ext cx="72097" cy="92931"/>
            </a:xfrm>
            <a:custGeom>
              <a:rect b="b" l="l" r="r" t="t"/>
              <a:pathLst>
                <a:path extrusionOk="0" h="1753" w="1360">
                  <a:moveTo>
                    <a:pt x="1202" y="1"/>
                  </a:moveTo>
                  <a:lnTo>
                    <a:pt x="1186" y="66"/>
                  </a:lnTo>
                  <a:cubicBezTo>
                    <a:pt x="1144" y="86"/>
                    <a:pt x="1148" y="130"/>
                    <a:pt x="1171" y="159"/>
                  </a:cubicBezTo>
                  <a:cubicBezTo>
                    <a:pt x="826" y="692"/>
                    <a:pt x="433" y="1178"/>
                    <a:pt x="28" y="1664"/>
                  </a:cubicBezTo>
                  <a:cubicBezTo>
                    <a:pt x="0" y="1697"/>
                    <a:pt x="15" y="1736"/>
                    <a:pt x="44" y="1751"/>
                  </a:cubicBezTo>
                  <a:lnTo>
                    <a:pt x="86" y="1753"/>
                  </a:lnTo>
                  <a:cubicBezTo>
                    <a:pt x="92" y="1751"/>
                    <a:pt x="98" y="1746"/>
                    <a:pt x="104" y="1741"/>
                  </a:cubicBezTo>
                  <a:cubicBezTo>
                    <a:pt x="597" y="1303"/>
                    <a:pt x="1003" y="759"/>
                    <a:pt x="1337" y="191"/>
                  </a:cubicBezTo>
                  <a:cubicBezTo>
                    <a:pt x="1359" y="152"/>
                    <a:pt x="1344" y="116"/>
                    <a:pt x="1318" y="96"/>
                  </a:cubicBezTo>
                  <a:cubicBezTo>
                    <a:pt x="1321" y="62"/>
                    <a:pt x="1296" y="30"/>
                    <a:pt x="1264" y="19"/>
                  </a:cubicBezTo>
                  <a:cubicBezTo>
                    <a:pt x="1244" y="11"/>
                    <a:pt x="1223" y="5"/>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1"/>
            <p:cNvSpPr/>
            <p:nvPr/>
          </p:nvSpPr>
          <p:spPr>
            <a:xfrm>
              <a:off x="7728915" y="2370420"/>
              <a:ext cx="1031411" cy="222546"/>
            </a:xfrm>
            <a:custGeom>
              <a:rect b="b" l="l" r="r" t="t"/>
              <a:pathLst>
                <a:path extrusionOk="0" h="4198" w="19456">
                  <a:moveTo>
                    <a:pt x="2659" y="92"/>
                  </a:moveTo>
                  <a:lnTo>
                    <a:pt x="2659" y="92"/>
                  </a:lnTo>
                  <a:cubicBezTo>
                    <a:pt x="3216" y="120"/>
                    <a:pt x="3776" y="127"/>
                    <a:pt x="4335" y="127"/>
                  </a:cubicBezTo>
                  <a:cubicBezTo>
                    <a:pt x="4844" y="127"/>
                    <a:pt x="5353" y="122"/>
                    <a:pt x="5860" y="122"/>
                  </a:cubicBezTo>
                  <a:cubicBezTo>
                    <a:pt x="5977" y="122"/>
                    <a:pt x="6094" y="122"/>
                    <a:pt x="6211" y="123"/>
                  </a:cubicBezTo>
                  <a:cubicBezTo>
                    <a:pt x="7430" y="129"/>
                    <a:pt x="8650" y="140"/>
                    <a:pt x="9868" y="148"/>
                  </a:cubicBezTo>
                  <a:cubicBezTo>
                    <a:pt x="11740" y="162"/>
                    <a:pt x="13615" y="194"/>
                    <a:pt x="15489" y="194"/>
                  </a:cubicBezTo>
                  <a:cubicBezTo>
                    <a:pt x="16060" y="194"/>
                    <a:pt x="16631" y="191"/>
                    <a:pt x="17201" y="184"/>
                  </a:cubicBezTo>
                  <a:lnTo>
                    <a:pt x="17204" y="184"/>
                  </a:lnTo>
                  <a:cubicBezTo>
                    <a:pt x="17293" y="1210"/>
                    <a:pt x="17290" y="2239"/>
                    <a:pt x="17368" y="3266"/>
                  </a:cubicBezTo>
                  <a:lnTo>
                    <a:pt x="17363" y="3268"/>
                  </a:lnTo>
                  <a:cubicBezTo>
                    <a:pt x="17351" y="3277"/>
                    <a:pt x="17339" y="3288"/>
                    <a:pt x="17328" y="3298"/>
                  </a:cubicBezTo>
                  <a:lnTo>
                    <a:pt x="17300" y="3298"/>
                  </a:lnTo>
                  <a:cubicBezTo>
                    <a:pt x="17259" y="3298"/>
                    <a:pt x="17217" y="3300"/>
                    <a:pt x="17176" y="3301"/>
                  </a:cubicBezTo>
                  <a:cubicBezTo>
                    <a:pt x="17150" y="3302"/>
                    <a:pt x="17135" y="3319"/>
                    <a:pt x="17132" y="3338"/>
                  </a:cubicBezTo>
                  <a:cubicBezTo>
                    <a:pt x="16988" y="3336"/>
                    <a:pt x="16843" y="3335"/>
                    <a:pt x="16699" y="3334"/>
                  </a:cubicBezTo>
                  <a:cubicBezTo>
                    <a:pt x="16688" y="3319"/>
                    <a:pt x="16669" y="3311"/>
                    <a:pt x="16650" y="3311"/>
                  </a:cubicBezTo>
                  <a:cubicBezTo>
                    <a:pt x="16630" y="3311"/>
                    <a:pt x="16610" y="3319"/>
                    <a:pt x="16597" y="3333"/>
                  </a:cubicBezTo>
                  <a:cubicBezTo>
                    <a:pt x="14907" y="3316"/>
                    <a:pt x="13217" y="3306"/>
                    <a:pt x="11527" y="3306"/>
                  </a:cubicBezTo>
                  <a:cubicBezTo>
                    <a:pt x="10981" y="3306"/>
                    <a:pt x="10436" y="3307"/>
                    <a:pt x="9890" y="3309"/>
                  </a:cubicBezTo>
                  <a:cubicBezTo>
                    <a:pt x="9622" y="3310"/>
                    <a:pt x="9354" y="3311"/>
                    <a:pt x="9085" y="3311"/>
                  </a:cubicBezTo>
                  <a:cubicBezTo>
                    <a:pt x="8417" y="3311"/>
                    <a:pt x="7748" y="3308"/>
                    <a:pt x="7079" y="3308"/>
                  </a:cubicBezTo>
                  <a:cubicBezTo>
                    <a:pt x="5605" y="3308"/>
                    <a:pt x="4130" y="3320"/>
                    <a:pt x="2659" y="3394"/>
                  </a:cubicBezTo>
                  <a:cubicBezTo>
                    <a:pt x="2871" y="2344"/>
                    <a:pt x="2787" y="1169"/>
                    <a:pt x="2665" y="112"/>
                  </a:cubicBezTo>
                  <a:cubicBezTo>
                    <a:pt x="2665" y="105"/>
                    <a:pt x="2662" y="98"/>
                    <a:pt x="2659" y="92"/>
                  </a:cubicBezTo>
                  <a:close/>
                  <a:moveTo>
                    <a:pt x="17194" y="3415"/>
                  </a:moveTo>
                  <a:cubicBezTo>
                    <a:pt x="17031" y="3562"/>
                    <a:pt x="16877" y="3723"/>
                    <a:pt x="16733" y="3886"/>
                  </a:cubicBezTo>
                  <a:cubicBezTo>
                    <a:pt x="16747" y="3730"/>
                    <a:pt x="16742" y="3571"/>
                    <a:pt x="16718" y="3417"/>
                  </a:cubicBezTo>
                  <a:lnTo>
                    <a:pt x="16718" y="3417"/>
                  </a:lnTo>
                  <a:cubicBezTo>
                    <a:pt x="16870" y="3418"/>
                    <a:pt x="17023" y="3419"/>
                    <a:pt x="17176" y="3420"/>
                  </a:cubicBezTo>
                  <a:cubicBezTo>
                    <a:pt x="17182" y="3420"/>
                    <a:pt x="17188" y="3418"/>
                    <a:pt x="17194" y="3415"/>
                  </a:cubicBezTo>
                  <a:close/>
                  <a:moveTo>
                    <a:pt x="2721" y="3495"/>
                  </a:moveTo>
                  <a:lnTo>
                    <a:pt x="2721" y="3495"/>
                  </a:lnTo>
                  <a:cubicBezTo>
                    <a:pt x="2975" y="3497"/>
                    <a:pt x="3228" y="3497"/>
                    <a:pt x="3482" y="3497"/>
                  </a:cubicBezTo>
                  <a:cubicBezTo>
                    <a:pt x="3468" y="3669"/>
                    <a:pt x="3474" y="3842"/>
                    <a:pt x="3494" y="4013"/>
                  </a:cubicBezTo>
                  <a:cubicBezTo>
                    <a:pt x="3233" y="3846"/>
                    <a:pt x="2979" y="3668"/>
                    <a:pt x="2721" y="3495"/>
                  </a:cubicBezTo>
                  <a:close/>
                  <a:moveTo>
                    <a:pt x="3773" y="0"/>
                  </a:moveTo>
                  <a:cubicBezTo>
                    <a:pt x="3374" y="0"/>
                    <a:pt x="2976" y="6"/>
                    <a:pt x="2580" y="24"/>
                  </a:cubicBezTo>
                  <a:cubicBezTo>
                    <a:pt x="2563" y="25"/>
                    <a:pt x="2553" y="36"/>
                    <a:pt x="2550" y="48"/>
                  </a:cubicBezTo>
                  <a:cubicBezTo>
                    <a:pt x="2528" y="59"/>
                    <a:pt x="2513" y="79"/>
                    <a:pt x="2516" y="111"/>
                  </a:cubicBezTo>
                  <a:cubicBezTo>
                    <a:pt x="2537" y="347"/>
                    <a:pt x="2556" y="584"/>
                    <a:pt x="2572" y="819"/>
                  </a:cubicBezTo>
                  <a:cubicBezTo>
                    <a:pt x="2592" y="1131"/>
                    <a:pt x="2605" y="1442"/>
                    <a:pt x="2607" y="1755"/>
                  </a:cubicBezTo>
                  <a:cubicBezTo>
                    <a:pt x="2611" y="2303"/>
                    <a:pt x="2553" y="2852"/>
                    <a:pt x="2566" y="3399"/>
                  </a:cubicBezTo>
                  <a:cubicBezTo>
                    <a:pt x="2566" y="3404"/>
                    <a:pt x="2568" y="3409"/>
                    <a:pt x="2569" y="3413"/>
                  </a:cubicBezTo>
                  <a:cubicBezTo>
                    <a:pt x="2556" y="3429"/>
                    <a:pt x="2554" y="3453"/>
                    <a:pt x="2564" y="3471"/>
                  </a:cubicBezTo>
                  <a:cubicBezTo>
                    <a:pt x="2562" y="3484"/>
                    <a:pt x="2564" y="3498"/>
                    <a:pt x="2576" y="3509"/>
                  </a:cubicBezTo>
                  <a:cubicBezTo>
                    <a:pt x="2803" y="3712"/>
                    <a:pt x="3051" y="3882"/>
                    <a:pt x="3310" y="4037"/>
                  </a:cubicBezTo>
                  <a:cubicBezTo>
                    <a:pt x="2260" y="4043"/>
                    <a:pt x="1207" y="4034"/>
                    <a:pt x="158" y="4081"/>
                  </a:cubicBezTo>
                  <a:cubicBezTo>
                    <a:pt x="650" y="3627"/>
                    <a:pt x="1136" y="3146"/>
                    <a:pt x="1594" y="2658"/>
                  </a:cubicBezTo>
                  <a:cubicBezTo>
                    <a:pt x="1619" y="2631"/>
                    <a:pt x="1616" y="2601"/>
                    <a:pt x="1602" y="2579"/>
                  </a:cubicBezTo>
                  <a:cubicBezTo>
                    <a:pt x="1610" y="2559"/>
                    <a:pt x="1610" y="2536"/>
                    <a:pt x="1593" y="2516"/>
                  </a:cubicBezTo>
                  <a:cubicBezTo>
                    <a:pt x="1146" y="1980"/>
                    <a:pt x="716" y="1432"/>
                    <a:pt x="374" y="822"/>
                  </a:cubicBezTo>
                  <a:lnTo>
                    <a:pt x="374" y="822"/>
                  </a:lnTo>
                  <a:cubicBezTo>
                    <a:pt x="887" y="857"/>
                    <a:pt x="1416" y="889"/>
                    <a:pt x="1937" y="889"/>
                  </a:cubicBezTo>
                  <a:cubicBezTo>
                    <a:pt x="2125" y="889"/>
                    <a:pt x="2313" y="884"/>
                    <a:pt x="2498" y="875"/>
                  </a:cubicBezTo>
                  <a:cubicBezTo>
                    <a:pt x="2536" y="873"/>
                    <a:pt x="2553" y="847"/>
                    <a:pt x="2553" y="820"/>
                  </a:cubicBezTo>
                  <a:cubicBezTo>
                    <a:pt x="2553" y="793"/>
                    <a:pt x="2535" y="766"/>
                    <a:pt x="2498" y="762"/>
                  </a:cubicBezTo>
                  <a:cubicBezTo>
                    <a:pt x="2059" y="717"/>
                    <a:pt x="1605" y="704"/>
                    <a:pt x="1154" y="704"/>
                  </a:cubicBezTo>
                  <a:cubicBezTo>
                    <a:pt x="878" y="704"/>
                    <a:pt x="603" y="709"/>
                    <a:pt x="333" y="715"/>
                  </a:cubicBezTo>
                  <a:cubicBezTo>
                    <a:pt x="320" y="715"/>
                    <a:pt x="311" y="719"/>
                    <a:pt x="301" y="725"/>
                  </a:cubicBezTo>
                  <a:cubicBezTo>
                    <a:pt x="296" y="724"/>
                    <a:pt x="291" y="723"/>
                    <a:pt x="286" y="723"/>
                  </a:cubicBezTo>
                  <a:cubicBezTo>
                    <a:pt x="248" y="723"/>
                    <a:pt x="208" y="764"/>
                    <a:pt x="233" y="810"/>
                  </a:cubicBezTo>
                  <a:cubicBezTo>
                    <a:pt x="582" y="1447"/>
                    <a:pt x="973" y="2057"/>
                    <a:pt x="1487" y="2575"/>
                  </a:cubicBezTo>
                  <a:cubicBezTo>
                    <a:pt x="989" y="3022"/>
                    <a:pt x="505" y="3513"/>
                    <a:pt x="67" y="4018"/>
                  </a:cubicBezTo>
                  <a:cubicBezTo>
                    <a:pt x="47" y="4040"/>
                    <a:pt x="50" y="4066"/>
                    <a:pt x="63" y="4085"/>
                  </a:cubicBezTo>
                  <a:cubicBezTo>
                    <a:pt x="1" y="4091"/>
                    <a:pt x="1" y="4184"/>
                    <a:pt x="66" y="4185"/>
                  </a:cubicBezTo>
                  <a:cubicBezTo>
                    <a:pt x="382" y="4194"/>
                    <a:pt x="697" y="4197"/>
                    <a:pt x="1013" y="4197"/>
                  </a:cubicBezTo>
                  <a:cubicBezTo>
                    <a:pt x="1847" y="4197"/>
                    <a:pt x="2682" y="4174"/>
                    <a:pt x="3514" y="4165"/>
                  </a:cubicBezTo>
                  <a:cubicBezTo>
                    <a:pt x="3556" y="4164"/>
                    <a:pt x="3576" y="4130"/>
                    <a:pt x="3575" y="4098"/>
                  </a:cubicBezTo>
                  <a:cubicBezTo>
                    <a:pt x="3598" y="4092"/>
                    <a:pt x="3616" y="4075"/>
                    <a:pt x="3614" y="4044"/>
                  </a:cubicBezTo>
                  <a:cubicBezTo>
                    <a:pt x="3601" y="3862"/>
                    <a:pt x="3600" y="3680"/>
                    <a:pt x="3601" y="3497"/>
                  </a:cubicBezTo>
                  <a:cubicBezTo>
                    <a:pt x="5697" y="3493"/>
                    <a:pt x="7794" y="3412"/>
                    <a:pt x="9890" y="3401"/>
                  </a:cubicBezTo>
                  <a:cubicBezTo>
                    <a:pt x="10703" y="3397"/>
                    <a:pt x="11516" y="3395"/>
                    <a:pt x="12329" y="3395"/>
                  </a:cubicBezTo>
                  <a:cubicBezTo>
                    <a:pt x="13748" y="3395"/>
                    <a:pt x="15167" y="3402"/>
                    <a:pt x="16586" y="3415"/>
                  </a:cubicBezTo>
                  <a:cubicBezTo>
                    <a:pt x="16600" y="3637"/>
                    <a:pt x="16604" y="3855"/>
                    <a:pt x="16603" y="4079"/>
                  </a:cubicBezTo>
                  <a:cubicBezTo>
                    <a:pt x="16562" y="4092"/>
                    <a:pt x="16561" y="4159"/>
                    <a:pt x="16611" y="4159"/>
                  </a:cubicBezTo>
                  <a:cubicBezTo>
                    <a:pt x="16612" y="4159"/>
                    <a:pt x="16612" y="4159"/>
                    <a:pt x="16613" y="4159"/>
                  </a:cubicBezTo>
                  <a:cubicBezTo>
                    <a:pt x="17326" y="4141"/>
                    <a:pt x="18037" y="4114"/>
                    <a:pt x="18749" y="4114"/>
                  </a:cubicBezTo>
                  <a:cubicBezTo>
                    <a:pt x="18946" y="4114"/>
                    <a:pt x="19143" y="4116"/>
                    <a:pt x="19341" y="4121"/>
                  </a:cubicBezTo>
                  <a:cubicBezTo>
                    <a:pt x="19373" y="4121"/>
                    <a:pt x="19391" y="4100"/>
                    <a:pt x="19396" y="4076"/>
                  </a:cubicBezTo>
                  <a:cubicBezTo>
                    <a:pt x="19397" y="4077"/>
                    <a:pt x="19398" y="4077"/>
                    <a:pt x="19399" y="4077"/>
                  </a:cubicBezTo>
                  <a:cubicBezTo>
                    <a:pt x="19428" y="4077"/>
                    <a:pt x="19456" y="4043"/>
                    <a:pt x="19437" y="4012"/>
                  </a:cubicBezTo>
                  <a:cubicBezTo>
                    <a:pt x="19103" y="3446"/>
                    <a:pt x="18737" y="2909"/>
                    <a:pt x="18260" y="2449"/>
                  </a:cubicBezTo>
                  <a:cubicBezTo>
                    <a:pt x="18254" y="2443"/>
                    <a:pt x="18247" y="2440"/>
                    <a:pt x="18240" y="2437"/>
                  </a:cubicBezTo>
                  <a:lnTo>
                    <a:pt x="18198" y="2434"/>
                  </a:lnTo>
                  <a:cubicBezTo>
                    <a:pt x="18156" y="2447"/>
                    <a:pt x="18129" y="2502"/>
                    <a:pt x="18167" y="2543"/>
                  </a:cubicBezTo>
                  <a:cubicBezTo>
                    <a:pt x="18416" y="2811"/>
                    <a:pt x="18655" y="3081"/>
                    <a:pt x="18872" y="3377"/>
                  </a:cubicBezTo>
                  <a:cubicBezTo>
                    <a:pt x="19024" y="3583"/>
                    <a:pt x="19156" y="3805"/>
                    <a:pt x="19321" y="4002"/>
                  </a:cubicBezTo>
                  <a:cubicBezTo>
                    <a:pt x="18993" y="3988"/>
                    <a:pt x="18664" y="3979"/>
                    <a:pt x="18335" y="3979"/>
                  </a:cubicBezTo>
                  <a:cubicBezTo>
                    <a:pt x="17819" y="3979"/>
                    <a:pt x="17302" y="4000"/>
                    <a:pt x="16791" y="4055"/>
                  </a:cubicBezTo>
                  <a:cubicBezTo>
                    <a:pt x="17025" y="3834"/>
                    <a:pt x="17254" y="3586"/>
                    <a:pt x="17443" y="3330"/>
                  </a:cubicBezTo>
                  <a:cubicBezTo>
                    <a:pt x="17454" y="3315"/>
                    <a:pt x="17454" y="3300"/>
                    <a:pt x="17449" y="3287"/>
                  </a:cubicBezTo>
                  <a:cubicBezTo>
                    <a:pt x="17503" y="2464"/>
                    <a:pt x="17452" y="1627"/>
                    <a:pt x="17390" y="799"/>
                  </a:cubicBezTo>
                  <a:lnTo>
                    <a:pt x="17390" y="799"/>
                  </a:lnTo>
                  <a:cubicBezTo>
                    <a:pt x="17707" y="819"/>
                    <a:pt x="18023" y="825"/>
                    <a:pt x="18340" y="829"/>
                  </a:cubicBezTo>
                  <a:cubicBezTo>
                    <a:pt x="18490" y="830"/>
                    <a:pt x="18651" y="843"/>
                    <a:pt x="18810" y="843"/>
                  </a:cubicBezTo>
                  <a:cubicBezTo>
                    <a:pt x="18997" y="843"/>
                    <a:pt x="19181" y="825"/>
                    <a:pt x="19340" y="751"/>
                  </a:cubicBezTo>
                  <a:lnTo>
                    <a:pt x="19356" y="685"/>
                  </a:lnTo>
                  <a:cubicBezTo>
                    <a:pt x="19265" y="662"/>
                    <a:pt x="19164" y="655"/>
                    <a:pt x="19059" y="655"/>
                  </a:cubicBezTo>
                  <a:cubicBezTo>
                    <a:pt x="18865" y="655"/>
                    <a:pt x="18660" y="680"/>
                    <a:pt x="18495" y="680"/>
                  </a:cubicBezTo>
                  <a:cubicBezTo>
                    <a:pt x="18123" y="680"/>
                    <a:pt x="17753" y="682"/>
                    <a:pt x="17383" y="705"/>
                  </a:cubicBezTo>
                  <a:cubicBezTo>
                    <a:pt x="17369" y="516"/>
                    <a:pt x="17353" y="327"/>
                    <a:pt x="17339" y="139"/>
                  </a:cubicBezTo>
                  <a:cubicBezTo>
                    <a:pt x="17335" y="95"/>
                    <a:pt x="17299" y="72"/>
                    <a:pt x="17265" y="72"/>
                  </a:cubicBezTo>
                  <a:cubicBezTo>
                    <a:pt x="17249" y="72"/>
                    <a:pt x="17233" y="77"/>
                    <a:pt x="17222" y="87"/>
                  </a:cubicBezTo>
                  <a:cubicBezTo>
                    <a:pt x="17215" y="85"/>
                    <a:pt x="17209" y="83"/>
                    <a:pt x="17202" y="83"/>
                  </a:cubicBezTo>
                  <a:cubicBezTo>
                    <a:pt x="14759" y="28"/>
                    <a:pt x="12312" y="49"/>
                    <a:pt x="9868" y="40"/>
                  </a:cubicBezTo>
                  <a:cubicBezTo>
                    <a:pt x="8650" y="37"/>
                    <a:pt x="7431" y="34"/>
                    <a:pt x="6211" y="29"/>
                  </a:cubicBezTo>
                  <a:cubicBezTo>
                    <a:pt x="5402" y="26"/>
                    <a:pt x="4586" y="0"/>
                    <a:pt x="3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 name="Google Shape;1556;p61"/>
          <p:cNvSpPr txBox="1"/>
          <p:nvPr>
            <p:ph type="title"/>
          </p:nvPr>
        </p:nvSpPr>
        <p:spPr>
          <a:xfrm>
            <a:off x="2085275" y="673465"/>
            <a:ext cx="497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1557" name="Google Shape;1557;p61"/>
          <p:cNvSpPr txBox="1"/>
          <p:nvPr/>
        </p:nvSpPr>
        <p:spPr>
          <a:xfrm>
            <a:off x="720025" y="1694925"/>
            <a:ext cx="7704000" cy="3369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Raleway"/>
                <a:ea typeface="Raleway"/>
                <a:cs typeface="Raleway"/>
                <a:sym typeface="Raleway"/>
              </a:rPr>
              <a:t>You can delete this slide when you’re done editing the presentation</a:t>
            </a:r>
            <a:endParaRPr sz="1200">
              <a:solidFill>
                <a:schemeClr val="dk1"/>
              </a:solidFill>
              <a:latin typeface="Raleway"/>
              <a:ea typeface="Raleway"/>
              <a:cs typeface="Raleway"/>
              <a:sym typeface="Raleway"/>
            </a:endParaRPr>
          </a:p>
        </p:txBody>
      </p:sp>
      <p:sp>
        <p:nvSpPr>
          <p:cNvPr id="1558" name="Google Shape;1558;p61"/>
          <p:cNvSpPr txBox="1"/>
          <p:nvPr/>
        </p:nvSpPr>
        <p:spPr>
          <a:xfrm>
            <a:off x="720025" y="4209875"/>
            <a:ext cx="3513600" cy="435600"/>
          </a:xfrm>
          <a:prstGeom prst="rect">
            <a:avLst/>
          </a:pr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Raleway"/>
                <a:ea typeface="Raleway"/>
                <a:cs typeface="Raleway"/>
                <a:sym typeface="Raleway"/>
              </a:rPr>
              <a:t>For more info:</a:t>
            </a:r>
            <a:br>
              <a:rPr b="1" lang="en" sz="800">
                <a:solidFill>
                  <a:schemeClr val="dk1"/>
                </a:solidFill>
                <a:latin typeface="Raleway"/>
                <a:ea typeface="Raleway"/>
                <a:cs typeface="Raleway"/>
                <a:sym typeface="Raleway"/>
              </a:rPr>
            </a:br>
            <a:r>
              <a:rPr b="1" lang="en" sz="1000" u="sng">
                <a:solidFill>
                  <a:schemeClr val="dk1"/>
                </a:solidFill>
                <a:latin typeface="Raleway"/>
                <a:ea typeface="Raleway"/>
                <a:cs typeface="Raleway"/>
                <a:sym typeface="Raleway"/>
                <a:hlinkClick r:id="rId3">
                  <a:extLst>
                    <a:ext uri="{A12FA001-AC4F-418D-AE19-62706E023703}">
                      <ahyp:hlinkClr val="tx"/>
                    </a:ext>
                  </a:extLst>
                </a:hlinkClick>
              </a:rPr>
              <a:t>SLIDESGO</a:t>
            </a:r>
            <a:r>
              <a:rPr b="1" lang="en" sz="1000">
                <a:solidFill>
                  <a:schemeClr val="dk1"/>
                </a:solidFill>
                <a:uFill>
                  <a:noFill/>
                </a:uFill>
                <a:latin typeface="Raleway"/>
                <a:ea typeface="Raleway"/>
                <a:cs typeface="Raleway"/>
                <a:sym typeface="Raleway"/>
                <a:hlinkClick r:id="rId4">
                  <a:extLst>
                    <a:ext uri="{A12FA001-AC4F-418D-AE19-62706E023703}">
                      <ahyp:hlinkClr val="tx"/>
                    </a:ext>
                  </a:extLst>
                </a:hlinkClick>
              </a:rPr>
              <a:t> </a:t>
            </a:r>
            <a:r>
              <a:rPr b="1" lang="en" sz="1000">
                <a:solidFill>
                  <a:schemeClr val="dk1"/>
                </a:solidFill>
                <a:latin typeface="Raleway"/>
                <a:ea typeface="Raleway"/>
                <a:cs typeface="Raleway"/>
                <a:sym typeface="Raleway"/>
              </a:rPr>
              <a:t>| </a:t>
            </a:r>
            <a:r>
              <a:rPr b="1" lang="en" sz="1000" u="sng">
                <a:solidFill>
                  <a:schemeClr val="dk1"/>
                </a:solidFill>
                <a:latin typeface="Raleway"/>
                <a:ea typeface="Raleway"/>
                <a:cs typeface="Raleway"/>
                <a:sym typeface="Raleway"/>
                <a:hlinkClick r:id="rId5">
                  <a:extLst>
                    <a:ext uri="{A12FA001-AC4F-418D-AE19-62706E023703}">
                      <ahyp:hlinkClr val="tx"/>
                    </a:ext>
                  </a:extLst>
                </a:hlinkClick>
              </a:rPr>
              <a:t>BLOG</a:t>
            </a:r>
            <a:r>
              <a:rPr b="1" lang="en" sz="1000">
                <a:solidFill>
                  <a:schemeClr val="dk1"/>
                </a:solidFill>
                <a:latin typeface="Raleway"/>
                <a:ea typeface="Raleway"/>
                <a:cs typeface="Raleway"/>
                <a:sym typeface="Raleway"/>
              </a:rPr>
              <a:t> | </a:t>
            </a:r>
            <a:r>
              <a:rPr b="1" lang="en" sz="1000" u="sng">
                <a:solidFill>
                  <a:schemeClr val="dk1"/>
                </a:solidFill>
                <a:latin typeface="Raleway"/>
                <a:ea typeface="Raleway"/>
                <a:cs typeface="Raleway"/>
                <a:sym typeface="Raleway"/>
                <a:hlinkClick r:id="rId6">
                  <a:extLst>
                    <a:ext uri="{A12FA001-AC4F-418D-AE19-62706E023703}">
                      <ahyp:hlinkClr val="tx"/>
                    </a:ext>
                  </a:extLst>
                </a:hlinkClick>
              </a:rPr>
              <a:t>FAQ</a:t>
            </a:r>
            <a:r>
              <a:rPr b="1" lang="en" sz="1000" u="sng">
                <a:solidFill>
                  <a:schemeClr val="dk1"/>
                </a:solidFill>
                <a:latin typeface="Raleway"/>
                <a:ea typeface="Raleway"/>
                <a:cs typeface="Raleway"/>
                <a:sym typeface="Raleway"/>
              </a:rPr>
              <a:t>s</a:t>
            </a:r>
            <a:endParaRPr b="1" sz="1000" u="sng">
              <a:solidFill>
                <a:schemeClr val="dk1"/>
              </a:solidFill>
              <a:latin typeface="Raleway"/>
              <a:ea typeface="Raleway"/>
              <a:cs typeface="Raleway"/>
              <a:sym typeface="Raleway"/>
            </a:endParaRPr>
          </a:p>
        </p:txBody>
      </p:sp>
      <p:sp>
        <p:nvSpPr>
          <p:cNvPr id="1559" name="Google Shape;1559;p61"/>
          <p:cNvSpPr txBox="1"/>
          <p:nvPr/>
        </p:nvSpPr>
        <p:spPr>
          <a:xfrm>
            <a:off x="4367675" y="4209875"/>
            <a:ext cx="4056300" cy="435600"/>
          </a:xfrm>
          <a:prstGeom prst="rect">
            <a:avLst/>
          </a:pr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Raleway"/>
                <a:ea typeface="Raleway"/>
                <a:cs typeface="Raleway"/>
                <a:sym typeface="Raleway"/>
              </a:rPr>
              <a:t>You can visit our sister </a:t>
            </a:r>
            <a:r>
              <a:rPr lang="en" sz="800">
                <a:solidFill>
                  <a:schemeClr val="dk1"/>
                </a:solidFill>
                <a:latin typeface="Raleway"/>
                <a:ea typeface="Raleway"/>
                <a:cs typeface="Raleway"/>
                <a:sym typeface="Raleway"/>
              </a:rPr>
              <a:t>projects</a:t>
            </a:r>
            <a:r>
              <a:rPr lang="en" sz="800">
                <a:solidFill>
                  <a:schemeClr val="dk1"/>
                </a:solidFill>
                <a:latin typeface="Raleway"/>
                <a:ea typeface="Raleway"/>
                <a:cs typeface="Raleway"/>
                <a:sym typeface="Raleway"/>
              </a:rPr>
              <a:t>:</a:t>
            </a:r>
            <a:br>
              <a:rPr b="1" lang="en" sz="800">
                <a:solidFill>
                  <a:schemeClr val="dk1"/>
                </a:solidFill>
                <a:latin typeface="Raleway"/>
                <a:ea typeface="Raleway"/>
                <a:cs typeface="Raleway"/>
                <a:sym typeface="Raleway"/>
              </a:rPr>
            </a:br>
            <a:r>
              <a:rPr b="1" lang="en" sz="1000" u="sng">
                <a:solidFill>
                  <a:schemeClr val="dk1"/>
                </a:solidFill>
                <a:latin typeface="Raleway"/>
                <a:ea typeface="Raleway"/>
                <a:cs typeface="Raleway"/>
                <a:sym typeface="Raleway"/>
                <a:hlinkClick r:id="rId7">
                  <a:extLst>
                    <a:ext uri="{A12FA001-AC4F-418D-AE19-62706E023703}">
                      <ahyp:hlinkClr val="tx"/>
                    </a:ext>
                  </a:extLst>
                </a:hlinkClick>
              </a:rPr>
              <a:t>FREEPIK</a:t>
            </a:r>
            <a:r>
              <a:rPr b="1" lang="en" sz="1000">
                <a:solidFill>
                  <a:schemeClr val="dk1"/>
                </a:solidFill>
                <a:latin typeface="Raleway"/>
                <a:ea typeface="Raleway"/>
                <a:cs typeface="Raleway"/>
                <a:sym typeface="Raleway"/>
              </a:rPr>
              <a:t> | </a:t>
            </a:r>
            <a:r>
              <a:rPr b="1" lang="en" sz="1000" u="sng">
                <a:solidFill>
                  <a:schemeClr val="dk1"/>
                </a:solidFill>
                <a:latin typeface="Raleway"/>
                <a:ea typeface="Raleway"/>
                <a:cs typeface="Raleway"/>
                <a:sym typeface="Raleway"/>
                <a:hlinkClick r:id="rId8">
                  <a:extLst>
                    <a:ext uri="{A12FA001-AC4F-418D-AE19-62706E023703}">
                      <ahyp:hlinkClr val="tx"/>
                    </a:ext>
                  </a:extLst>
                </a:hlinkClick>
              </a:rPr>
              <a:t>FLATICON</a:t>
            </a:r>
            <a:r>
              <a:rPr b="1" lang="en" sz="1000">
                <a:solidFill>
                  <a:schemeClr val="dk1"/>
                </a:solidFill>
                <a:latin typeface="Raleway"/>
                <a:ea typeface="Raleway"/>
                <a:cs typeface="Raleway"/>
                <a:sym typeface="Raleway"/>
              </a:rPr>
              <a:t> | </a:t>
            </a:r>
            <a:r>
              <a:rPr b="1" lang="en" sz="1000" u="sng">
                <a:solidFill>
                  <a:schemeClr val="dk1"/>
                </a:solidFill>
                <a:latin typeface="Raleway"/>
                <a:ea typeface="Raleway"/>
                <a:cs typeface="Raleway"/>
                <a:sym typeface="Raleway"/>
                <a:hlinkClick r:id="rId9">
                  <a:extLst>
                    <a:ext uri="{A12FA001-AC4F-418D-AE19-62706E023703}">
                      <ahyp:hlinkClr val="tx"/>
                    </a:ext>
                  </a:extLst>
                </a:hlinkClick>
              </a:rPr>
              <a:t>STORYSET</a:t>
            </a:r>
            <a:r>
              <a:rPr b="1" lang="en" sz="1000">
                <a:solidFill>
                  <a:schemeClr val="dk1"/>
                </a:solidFill>
                <a:latin typeface="Raleway"/>
                <a:ea typeface="Raleway"/>
                <a:cs typeface="Raleway"/>
                <a:sym typeface="Raleway"/>
              </a:rPr>
              <a:t> | </a:t>
            </a:r>
            <a:r>
              <a:rPr b="1" lang="en" sz="1000" u="sng">
                <a:solidFill>
                  <a:schemeClr val="dk1"/>
                </a:solidFill>
                <a:latin typeface="Raleway"/>
                <a:ea typeface="Raleway"/>
                <a:cs typeface="Raleway"/>
                <a:sym typeface="Raleway"/>
                <a:hlinkClick r:id="rId10">
                  <a:extLst>
                    <a:ext uri="{A12FA001-AC4F-418D-AE19-62706E023703}">
                      <ahyp:hlinkClr val="tx"/>
                    </a:ext>
                  </a:extLst>
                </a:hlinkClick>
              </a:rPr>
              <a:t>WEPIK</a:t>
            </a:r>
            <a:r>
              <a:rPr b="1" lang="en" sz="1000">
                <a:solidFill>
                  <a:schemeClr val="dk1"/>
                </a:solidFill>
                <a:uFill>
                  <a:noFill/>
                </a:uFill>
                <a:latin typeface="Raleway"/>
                <a:ea typeface="Raleway"/>
                <a:cs typeface="Raleway"/>
                <a:sym typeface="Raleway"/>
                <a:hlinkClick r:id="rId11">
                  <a:extLst>
                    <a:ext uri="{A12FA001-AC4F-418D-AE19-62706E023703}">
                      <ahyp:hlinkClr val="tx"/>
                    </a:ext>
                  </a:extLst>
                </a:hlinkClick>
              </a:rPr>
              <a:t> </a:t>
            </a:r>
            <a:r>
              <a:rPr b="1" lang="en" sz="1000">
                <a:solidFill>
                  <a:schemeClr val="dk1"/>
                </a:solidFill>
                <a:latin typeface="Raleway"/>
                <a:ea typeface="Raleway"/>
                <a:cs typeface="Raleway"/>
                <a:sym typeface="Raleway"/>
              </a:rPr>
              <a:t>| </a:t>
            </a:r>
            <a:r>
              <a:rPr b="1" lang="en" sz="1000" u="sng">
                <a:solidFill>
                  <a:schemeClr val="dk1"/>
                </a:solidFill>
                <a:latin typeface="Raleway"/>
                <a:ea typeface="Raleway"/>
                <a:cs typeface="Raleway"/>
                <a:sym typeface="Raleway"/>
                <a:hlinkClick r:id="rId12">
                  <a:extLst>
                    <a:ext uri="{A12FA001-AC4F-418D-AE19-62706E023703}">
                      <ahyp:hlinkClr val="tx"/>
                    </a:ext>
                  </a:extLst>
                </a:hlinkClick>
              </a:rPr>
              <a:t>VIDEVO</a:t>
            </a:r>
            <a:endParaRPr b="1" sz="1000">
              <a:solidFill>
                <a:schemeClr val="dk1"/>
              </a:solidFill>
              <a:latin typeface="Raleway"/>
              <a:ea typeface="Raleway"/>
              <a:cs typeface="Raleway"/>
              <a:sym typeface="Raleway"/>
            </a:endParaRPr>
          </a:p>
        </p:txBody>
      </p:sp>
      <p:graphicFrame>
        <p:nvGraphicFramePr>
          <p:cNvPr id="1560" name="Google Shape;1560;p61"/>
          <p:cNvGraphicFramePr/>
          <p:nvPr/>
        </p:nvGraphicFramePr>
        <p:xfrm>
          <a:off x="720000" y="2138647"/>
          <a:ext cx="3000000" cy="3000000"/>
        </p:xfrm>
        <a:graphic>
          <a:graphicData uri="http://schemas.openxmlformats.org/drawingml/2006/table">
            <a:tbl>
              <a:tblPr>
                <a:noFill/>
                <a:tableStyleId>{8F163E8D-8FA3-412A-B799-8354B796EDC3}</a:tableStyleId>
              </a:tblPr>
              <a:tblGrid>
                <a:gridCol w="2457050"/>
                <a:gridCol w="5246950"/>
              </a:tblGrid>
              <a:tr h="331100">
                <a:tc>
                  <a:txBody>
                    <a:bodyPr/>
                    <a:lstStyle/>
                    <a:p>
                      <a:pPr indent="0" lvl="0" marL="0" rtl="0" algn="l">
                        <a:spcBef>
                          <a:spcPts val="0"/>
                        </a:spcBef>
                        <a:spcAft>
                          <a:spcPts val="0"/>
                        </a:spcAft>
                        <a:buNone/>
                      </a:pPr>
                      <a:r>
                        <a:rPr b="1" lang="en" sz="1100" u="sng">
                          <a:solidFill>
                            <a:schemeClr val="dk1"/>
                          </a:solidFill>
                          <a:latin typeface="Raleway"/>
                          <a:ea typeface="Raleway"/>
                          <a:cs typeface="Raleway"/>
                          <a:sym typeface="Raleway"/>
                          <a:hlinkClick action="ppaction://hlinksldjump" r:id="rId13">
                            <a:extLst>
                              <a:ext uri="{A12FA001-AC4F-418D-AE19-62706E023703}">
                                <ahyp:hlinkClr val="tx"/>
                              </a:ext>
                            </a:extLst>
                          </a:hlinkClick>
                        </a:rPr>
                        <a:t>Fonts</a:t>
                      </a:r>
                      <a:endParaRPr b="1" sz="1100" u="sng">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aleway"/>
                          <a:ea typeface="Raleway"/>
                          <a:cs typeface="Raleway"/>
                          <a:sym typeface="Raleway"/>
                        </a:rPr>
                        <a:t>To view this template correctly in PowerPoint, download and install the fonts we used</a:t>
                      </a:r>
                      <a:endParaRPr sz="10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31100">
                <a:tc>
                  <a:txBody>
                    <a:bodyPr/>
                    <a:lstStyle/>
                    <a:p>
                      <a:pPr indent="0" lvl="0" marL="0" rtl="0" algn="l">
                        <a:spcBef>
                          <a:spcPts val="0"/>
                        </a:spcBef>
                        <a:spcAft>
                          <a:spcPts val="0"/>
                        </a:spcAft>
                        <a:buNone/>
                      </a:pPr>
                      <a:r>
                        <a:rPr b="1" lang="en" sz="1100" u="sng">
                          <a:solidFill>
                            <a:schemeClr val="dk1"/>
                          </a:solidFill>
                          <a:latin typeface="Raleway"/>
                          <a:ea typeface="Raleway"/>
                          <a:cs typeface="Raleway"/>
                          <a:sym typeface="Raleway"/>
                          <a:hlinkClick action="ppaction://hlinksldjump" r:id="rId14">
                            <a:extLst>
                              <a:ext uri="{A12FA001-AC4F-418D-AE19-62706E023703}">
                                <ahyp:hlinkClr val="tx"/>
                              </a:ext>
                            </a:extLst>
                          </a:hlinkClick>
                        </a:rPr>
                        <a:t>Used</a:t>
                      </a:r>
                      <a:r>
                        <a:rPr b="1" lang="en" sz="1100">
                          <a:solidFill>
                            <a:schemeClr val="dk1"/>
                          </a:solidFill>
                          <a:latin typeface="Raleway"/>
                          <a:ea typeface="Raleway"/>
                          <a:cs typeface="Raleway"/>
                          <a:sym typeface="Raleway"/>
                        </a:rPr>
                        <a:t> and </a:t>
                      </a:r>
                      <a:r>
                        <a:rPr b="1" lang="en" sz="1100" u="sng">
                          <a:solidFill>
                            <a:schemeClr val="dk1"/>
                          </a:solidFill>
                          <a:latin typeface="Raleway"/>
                          <a:ea typeface="Raleway"/>
                          <a:cs typeface="Raleway"/>
                          <a:sym typeface="Raleway"/>
                          <a:hlinkClick action="ppaction://hlinksldjump" r:id="rId15">
                            <a:extLst>
                              <a:ext uri="{A12FA001-AC4F-418D-AE19-62706E023703}">
                                <ahyp:hlinkClr val="tx"/>
                              </a:ext>
                            </a:extLst>
                          </a:hlinkClick>
                        </a:rPr>
                        <a:t>alternative</a:t>
                      </a:r>
                      <a:r>
                        <a:rPr b="1" lang="en" sz="1100" u="sng">
                          <a:solidFill>
                            <a:schemeClr val="dk1"/>
                          </a:solidFill>
                          <a:latin typeface="Raleway"/>
                          <a:ea typeface="Raleway"/>
                          <a:cs typeface="Raleway"/>
                          <a:sym typeface="Raleway"/>
                          <a:hlinkClick action="ppaction://hlinksldjump" r:id="rId16">
                            <a:extLst>
                              <a:ext uri="{A12FA001-AC4F-418D-AE19-62706E023703}">
                                <ahyp:hlinkClr val="tx"/>
                              </a:ext>
                            </a:extLst>
                          </a:hlinkClick>
                        </a:rPr>
                        <a:t> resources</a:t>
                      </a:r>
                      <a:endParaRPr b="1" sz="1100" u="sng">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aleway"/>
                          <a:ea typeface="Raleway"/>
                          <a:cs typeface="Raleway"/>
                          <a:sym typeface="Raleway"/>
                        </a:rPr>
                        <a:t>An assortment of graphic resources that are suitable for use in this presentation</a:t>
                      </a:r>
                      <a:endParaRPr sz="10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31100">
                <a:tc>
                  <a:txBody>
                    <a:bodyPr/>
                    <a:lstStyle/>
                    <a:p>
                      <a:pPr indent="0" lvl="0" marL="0" rtl="0" algn="l">
                        <a:spcBef>
                          <a:spcPts val="0"/>
                        </a:spcBef>
                        <a:spcAft>
                          <a:spcPts val="0"/>
                        </a:spcAft>
                        <a:buNone/>
                      </a:pPr>
                      <a:r>
                        <a:rPr b="1" lang="en" sz="1100" u="sng">
                          <a:solidFill>
                            <a:schemeClr val="dk1"/>
                          </a:solidFill>
                          <a:latin typeface="Raleway"/>
                          <a:ea typeface="Raleway"/>
                          <a:cs typeface="Raleway"/>
                          <a:sym typeface="Raleway"/>
                          <a:hlinkClick action="ppaction://hlinksldjump" r:id="rId17">
                            <a:extLst>
                              <a:ext uri="{A12FA001-AC4F-418D-AE19-62706E023703}">
                                <ahyp:hlinkClr val="tx"/>
                              </a:ext>
                            </a:extLst>
                          </a:hlinkClick>
                        </a:rPr>
                        <a:t>Thanks slide</a:t>
                      </a:r>
                      <a:endParaRPr b="1" sz="1100" u="sng">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aleway"/>
                          <a:ea typeface="Raleway"/>
                          <a:cs typeface="Raleway"/>
                          <a:sym typeface="Raleway"/>
                        </a:rPr>
                        <a:t>You must keep it so that proper credits for our design are given</a:t>
                      </a:r>
                      <a:endParaRPr sz="10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31100">
                <a:tc>
                  <a:txBody>
                    <a:bodyPr/>
                    <a:lstStyle/>
                    <a:p>
                      <a:pPr indent="0" lvl="0" marL="0" rtl="0" algn="l">
                        <a:spcBef>
                          <a:spcPts val="0"/>
                        </a:spcBef>
                        <a:spcAft>
                          <a:spcPts val="0"/>
                        </a:spcAft>
                        <a:buNone/>
                      </a:pPr>
                      <a:r>
                        <a:rPr b="1" lang="en" sz="1100" u="sng">
                          <a:solidFill>
                            <a:schemeClr val="dk1"/>
                          </a:solidFill>
                          <a:latin typeface="Raleway"/>
                          <a:ea typeface="Raleway"/>
                          <a:cs typeface="Raleway"/>
                          <a:sym typeface="Raleway"/>
                          <a:hlinkClick action="ppaction://hlinksldjump" r:id="rId18">
                            <a:extLst>
                              <a:ext uri="{A12FA001-AC4F-418D-AE19-62706E023703}">
                                <ahyp:hlinkClr val="tx"/>
                              </a:ext>
                            </a:extLst>
                          </a:hlinkClick>
                        </a:rPr>
                        <a:t>Colors</a:t>
                      </a:r>
                      <a:endParaRPr b="1" sz="1100" u="sng">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aleway"/>
                          <a:ea typeface="Raleway"/>
                          <a:cs typeface="Raleway"/>
                          <a:sym typeface="Raleway"/>
                        </a:rPr>
                        <a:t>All the colors used in this presentation</a:t>
                      </a:r>
                      <a:endParaRPr sz="10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31100">
                <a:tc>
                  <a:txBody>
                    <a:bodyPr/>
                    <a:lstStyle/>
                    <a:p>
                      <a:pPr indent="0" lvl="0" marL="0" rtl="0" algn="l">
                        <a:spcBef>
                          <a:spcPts val="0"/>
                        </a:spcBef>
                        <a:spcAft>
                          <a:spcPts val="0"/>
                        </a:spcAft>
                        <a:buNone/>
                      </a:pPr>
                      <a:r>
                        <a:rPr b="1" lang="en" sz="1100" u="sng">
                          <a:solidFill>
                            <a:schemeClr val="dk1"/>
                          </a:solidFill>
                          <a:latin typeface="Raleway"/>
                          <a:ea typeface="Raleway"/>
                          <a:cs typeface="Raleway"/>
                          <a:sym typeface="Raleway"/>
                          <a:hlinkClick action="ppaction://hlinksldjump" r:id="rId19">
                            <a:extLst>
                              <a:ext uri="{A12FA001-AC4F-418D-AE19-62706E023703}">
                                <ahyp:hlinkClr val="tx"/>
                              </a:ext>
                            </a:extLst>
                          </a:hlinkClick>
                        </a:rPr>
                        <a:t>Icons</a:t>
                      </a:r>
                      <a:r>
                        <a:rPr b="1" lang="en" sz="1100">
                          <a:solidFill>
                            <a:schemeClr val="dk1"/>
                          </a:solidFill>
                          <a:latin typeface="Raleway"/>
                          <a:ea typeface="Raleway"/>
                          <a:cs typeface="Raleway"/>
                          <a:sym typeface="Raleway"/>
                        </a:rPr>
                        <a:t> and </a:t>
                      </a:r>
                      <a:r>
                        <a:rPr b="1" lang="en" sz="1100" u="sng">
                          <a:solidFill>
                            <a:schemeClr val="dk1"/>
                          </a:solidFill>
                          <a:latin typeface="Raleway"/>
                          <a:ea typeface="Raleway"/>
                          <a:cs typeface="Raleway"/>
                          <a:sym typeface="Raleway"/>
                          <a:hlinkClick>
                            <a:extLst>
                              <a:ext uri="{A12FA001-AC4F-418D-AE19-62706E023703}">
                                <ahyp:hlinkClr val="tx"/>
                              </a:ext>
                            </a:extLst>
                          </a:hlinkClick>
                        </a:rPr>
                        <a:t>infographic resources</a:t>
                      </a:r>
                      <a:endParaRPr b="1" sz="1100" u="sng">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solidFill>
                            <a:schemeClr val="dk1"/>
                          </a:solidFill>
                          <a:latin typeface="Raleway"/>
                          <a:ea typeface="Raleway"/>
                          <a:cs typeface="Raleway"/>
                          <a:sym typeface="Raleway"/>
                        </a:rPr>
                        <a:t>These can be used in the template, and their size and color can be edited</a:t>
                      </a:r>
                      <a:endParaRPr sz="10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31100">
                <a:tc>
                  <a:txBody>
                    <a:bodyPr/>
                    <a:lstStyle/>
                    <a:p>
                      <a:pPr indent="0" lvl="0" marL="0" rtl="0" algn="l">
                        <a:spcBef>
                          <a:spcPts val="0"/>
                        </a:spcBef>
                        <a:spcAft>
                          <a:spcPts val="0"/>
                        </a:spcAft>
                        <a:buNone/>
                      </a:pPr>
                      <a:r>
                        <a:rPr b="1" lang="en" sz="1100">
                          <a:solidFill>
                            <a:schemeClr val="dk1"/>
                          </a:solidFill>
                          <a:latin typeface="Raleway"/>
                          <a:ea typeface="Raleway"/>
                          <a:cs typeface="Raleway"/>
                          <a:sym typeface="Raleway"/>
                        </a:rPr>
                        <a:t>Editable presentation theme </a:t>
                      </a:r>
                      <a:endParaRPr b="1" sz="11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aleway"/>
                          <a:ea typeface="Raleway"/>
                          <a:cs typeface="Raleway"/>
                          <a:sym typeface="Raleway"/>
                        </a:rPr>
                        <a:t>You can edit the master slides easily. For more info, click </a:t>
                      </a:r>
                      <a:r>
                        <a:rPr b="1" lang="en" sz="1100" u="sng">
                          <a:solidFill>
                            <a:schemeClr val="dk1"/>
                          </a:solidFill>
                          <a:latin typeface="Raleway"/>
                          <a:ea typeface="Raleway"/>
                          <a:cs typeface="Raleway"/>
                          <a:sym typeface="Raleway"/>
                          <a:hlinkClick r:id="rId20">
                            <a:extLst>
                              <a:ext uri="{A12FA001-AC4F-418D-AE19-62706E023703}">
                                <ahyp:hlinkClr val="tx"/>
                              </a:ext>
                            </a:extLst>
                          </a:hlinkClick>
                        </a:rPr>
                        <a:t>here</a:t>
                      </a:r>
                      <a:endParaRPr sz="1000">
                        <a:solidFill>
                          <a:schemeClr val="dk1"/>
                        </a:solidFill>
                        <a:latin typeface="Raleway"/>
                        <a:ea typeface="Raleway"/>
                        <a:cs typeface="Raleway"/>
                        <a:sym typeface="Raleway"/>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 name="Shape 1564"/>
        <p:cNvGrpSpPr/>
        <p:nvPr/>
      </p:nvGrpSpPr>
      <p:grpSpPr>
        <a:xfrm>
          <a:off x="0" y="0"/>
          <a:ext cx="0" cy="0"/>
          <a:chOff x="0" y="0"/>
          <a:chExt cx="0" cy="0"/>
        </a:xfrm>
      </p:grpSpPr>
      <p:sp>
        <p:nvSpPr>
          <p:cNvPr id="1565" name="Google Shape;1565;p62"/>
          <p:cNvSpPr txBox="1"/>
          <p:nvPr>
            <p:ph type="ctrTitle"/>
          </p:nvPr>
        </p:nvSpPr>
        <p:spPr>
          <a:xfrm flipH="1">
            <a:off x="2270875" y="1057400"/>
            <a:ext cx="4602300" cy="142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566" name="Google Shape;1566;p62"/>
          <p:cNvSpPr txBox="1"/>
          <p:nvPr>
            <p:ph idx="1" type="subTitle"/>
          </p:nvPr>
        </p:nvSpPr>
        <p:spPr>
          <a:xfrm flipH="1">
            <a:off x="2649475" y="2513525"/>
            <a:ext cx="38451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 </a:t>
            </a:r>
            <a:r>
              <a:rPr lang="en"/>
              <a:t>can</a:t>
            </a:r>
            <a:r>
              <a:rPr lang="en"/>
              <a:t> be the part of the presentation where you can introduce yourself, write your email…</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 name="Shape 1570"/>
        <p:cNvGrpSpPr/>
        <p:nvPr/>
      </p:nvGrpSpPr>
      <p:grpSpPr>
        <a:xfrm>
          <a:off x="0" y="0"/>
          <a:ext cx="0" cy="0"/>
          <a:chOff x="0" y="0"/>
          <a:chExt cx="0" cy="0"/>
        </a:xfrm>
      </p:grpSpPr>
      <p:sp>
        <p:nvSpPr>
          <p:cNvPr id="1571" name="Google Shape;1571;p63"/>
          <p:cNvSpPr/>
          <p:nvPr/>
        </p:nvSpPr>
        <p:spPr>
          <a:xfrm rot="-5400000">
            <a:off x="2751316" y="-310147"/>
            <a:ext cx="1698625" cy="4714956"/>
          </a:xfrm>
          <a:custGeom>
            <a:rect b="b" l="l" r="r" t="t"/>
            <a:pathLst>
              <a:path extrusionOk="0" h="10908" w="3796">
                <a:moveTo>
                  <a:pt x="3698" y="4576"/>
                </a:moveTo>
                <a:cubicBezTo>
                  <a:pt x="3669" y="5532"/>
                  <a:pt x="3708" y="6830"/>
                  <a:pt x="3776" y="8127"/>
                </a:cubicBezTo>
                <a:cubicBezTo>
                  <a:pt x="3795" y="8303"/>
                  <a:pt x="3747" y="8478"/>
                  <a:pt x="3639" y="8615"/>
                </a:cubicBezTo>
                <a:cubicBezTo>
                  <a:pt x="3395" y="8927"/>
                  <a:pt x="3171" y="9249"/>
                  <a:pt x="2908" y="9542"/>
                </a:cubicBezTo>
                <a:cubicBezTo>
                  <a:pt x="2566" y="9932"/>
                  <a:pt x="2244" y="10332"/>
                  <a:pt x="1903" y="10712"/>
                </a:cubicBezTo>
                <a:cubicBezTo>
                  <a:pt x="1864" y="10761"/>
                  <a:pt x="1815" y="10800"/>
                  <a:pt x="1776" y="10849"/>
                </a:cubicBezTo>
                <a:cubicBezTo>
                  <a:pt x="1737" y="10898"/>
                  <a:pt x="1688" y="10908"/>
                  <a:pt x="1630" y="10859"/>
                </a:cubicBezTo>
                <a:cubicBezTo>
                  <a:pt x="1493" y="10761"/>
                  <a:pt x="1376" y="10644"/>
                  <a:pt x="1259" y="10517"/>
                </a:cubicBezTo>
                <a:cubicBezTo>
                  <a:pt x="995" y="10205"/>
                  <a:pt x="722" y="9893"/>
                  <a:pt x="449" y="9581"/>
                </a:cubicBezTo>
                <a:cubicBezTo>
                  <a:pt x="313" y="9415"/>
                  <a:pt x="196" y="9249"/>
                  <a:pt x="88" y="9073"/>
                </a:cubicBezTo>
                <a:cubicBezTo>
                  <a:pt x="49" y="9005"/>
                  <a:pt x="30" y="8917"/>
                  <a:pt x="30" y="8839"/>
                </a:cubicBezTo>
                <a:cubicBezTo>
                  <a:pt x="69" y="8108"/>
                  <a:pt x="30" y="7366"/>
                  <a:pt x="30" y="6635"/>
                </a:cubicBezTo>
                <a:cubicBezTo>
                  <a:pt x="0" y="5259"/>
                  <a:pt x="0" y="3874"/>
                  <a:pt x="39" y="2498"/>
                </a:cubicBezTo>
                <a:cubicBezTo>
                  <a:pt x="59" y="1776"/>
                  <a:pt x="108" y="1054"/>
                  <a:pt x="157" y="333"/>
                </a:cubicBezTo>
                <a:cubicBezTo>
                  <a:pt x="166" y="137"/>
                  <a:pt x="166" y="137"/>
                  <a:pt x="371" y="98"/>
                </a:cubicBezTo>
                <a:cubicBezTo>
                  <a:pt x="703" y="30"/>
                  <a:pt x="1044" y="1"/>
                  <a:pt x="1386" y="1"/>
                </a:cubicBezTo>
                <a:cubicBezTo>
                  <a:pt x="1903" y="11"/>
                  <a:pt x="2420" y="11"/>
                  <a:pt x="2927" y="1"/>
                </a:cubicBezTo>
                <a:cubicBezTo>
                  <a:pt x="3171" y="1"/>
                  <a:pt x="3415" y="20"/>
                  <a:pt x="3659" y="69"/>
                </a:cubicBezTo>
                <a:cubicBezTo>
                  <a:pt x="3756" y="79"/>
                  <a:pt x="3766" y="128"/>
                  <a:pt x="3766" y="206"/>
                </a:cubicBezTo>
                <a:cubicBezTo>
                  <a:pt x="3756" y="284"/>
                  <a:pt x="3766" y="391"/>
                  <a:pt x="3756" y="479"/>
                </a:cubicBezTo>
                <a:cubicBezTo>
                  <a:pt x="3708" y="1737"/>
                  <a:pt x="3708" y="2986"/>
                  <a:pt x="3698" y="4576"/>
                </a:cubicBezTo>
                <a:close/>
              </a:path>
            </a:pathLst>
          </a:custGeom>
          <a:solidFill>
            <a:schemeClr val="accent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3"/>
          <p:cNvSpPr txBox="1"/>
          <p:nvPr>
            <p:ph idx="1" type="subTitle"/>
          </p:nvPr>
        </p:nvSpPr>
        <p:spPr>
          <a:xfrm flipH="1">
            <a:off x="1547694" y="3071081"/>
            <a:ext cx="3779400" cy="86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can be the part of the presentation where you can introduce yourself, write your email…</a:t>
            </a:r>
            <a:endParaRPr/>
          </a:p>
        </p:txBody>
      </p:sp>
      <p:sp>
        <p:nvSpPr>
          <p:cNvPr id="1573" name="Google Shape;1573;p63"/>
          <p:cNvSpPr txBox="1"/>
          <p:nvPr>
            <p:ph type="ctrTitle"/>
          </p:nvPr>
        </p:nvSpPr>
        <p:spPr>
          <a:xfrm flipH="1">
            <a:off x="1143650" y="1309006"/>
            <a:ext cx="4602300" cy="142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grpSp>
        <p:nvGrpSpPr>
          <p:cNvPr id="1574" name="Google Shape;1574;p63"/>
          <p:cNvGrpSpPr/>
          <p:nvPr/>
        </p:nvGrpSpPr>
        <p:grpSpPr>
          <a:xfrm>
            <a:off x="7224715" y="2268438"/>
            <a:ext cx="1048422" cy="677108"/>
            <a:chOff x="7198967" y="2705811"/>
            <a:chExt cx="1368876" cy="883954"/>
          </a:xfrm>
        </p:grpSpPr>
        <p:sp>
          <p:nvSpPr>
            <p:cNvPr id="1575" name="Google Shape;1575;p63"/>
            <p:cNvSpPr/>
            <p:nvPr/>
          </p:nvSpPr>
          <p:spPr>
            <a:xfrm rot="1441116">
              <a:off x="7478870" y="2920857"/>
              <a:ext cx="1036417" cy="478705"/>
            </a:xfrm>
            <a:custGeom>
              <a:rect b="b" l="l" r="r" t="t"/>
              <a:pathLst>
                <a:path extrusionOk="0" h="3709" w="8030">
                  <a:moveTo>
                    <a:pt x="5228" y="184"/>
                  </a:moveTo>
                  <a:cubicBezTo>
                    <a:pt x="5336" y="184"/>
                    <a:pt x="5424" y="195"/>
                    <a:pt x="5473" y="225"/>
                  </a:cubicBezTo>
                  <a:cubicBezTo>
                    <a:pt x="5473" y="264"/>
                    <a:pt x="5502" y="283"/>
                    <a:pt x="5532" y="283"/>
                  </a:cubicBezTo>
                  <a:lnTo>
                    <a:pt x="5512" y="283"/>
                  </a:lnTo>
                  <a:lnTo>
                    <a:pt x="5512" y="293"/>
                  </a:lnTo>
                  <a:cubicBezTo>
                    <a:pt x="5288" y="293"/>
                    <a:pt x="4907" y="683"/>
                    <a:pt x="4761" y="800"/>
                  </a:cubicBezTo>
                  <a:lnTo>
                    <a:pt x="4185" y="1220"/>
                  </a:lnTo>
                  <a:lnTo>
                    <a:pt x="3610" y="1649"/>
                  </a:lnTo>
                  <a:lnTo>
                    <a:pt x="3229" y="1922"/>
                  </a:lnTo>
                  <a:cubicBezTo>
                    <a:pt x="3176" y="2022"/>
                    <a:pt x="3120" y="2069"/>
                    <a:pt x="3056" y="2069"/>
                  </a:cubicBezTo>
                  <a:cubicBezTo>
                    <a:pt x="3013" y="2069"/>
                    <a:pt x="2968" y="2049"/>
                    <a:pt x="2917" y="2010"/>
                  </a:cubicBezTo>
                  <a:cubicBezTo>
                    <a:pt x="2673" y="1971"/>
                    <a:pt x="2381" y="1678"/>
                    <a:pt x="2186" y="1561"/>
                  </a:cubicBezTo>
                  <a:lnTo>
                    <a:pt x="1581" y="1181"/>
                  </a:lnTo>
                  <a:cubicBezTo>
                    <a:pt x="1142" y="907"/>
                    <a:pt x="703" y="634"/>
                    <a:pt x="273" y="371"/>
                  </a:cubicBezTo>
                  <a:cubicBezTo>
                    <a:pt x="1639" y="351"/>
                    <a:pt x="3015" y="303"/>
                    <a:pt x="4390" y="264"/>
                  </a:cubicBezTo>
                  <a:cubicBezTo>
                    <a:pt x="4552" y="257"/>
                    <a:pt x="4952" y="184"/>
                    <a:pt x="5228" y="184"/>
                  </a:cubicBezTo>
                  <a:close/>
                  <a:moveTo>
                    <a:pt x="7245" y="751"/>
                  </a:moveTo>
                  <a:cubicBezTo>
                    <a:pt x="7413" y="751"/>
                    <a:pt x="7540" y="903"/>
                    <a:pt x="7512" y="1083"/>
                  </a:cubicBezTo>
                  <a:cubicBezTo>
                    <a:pt x="7483" y="1268"/>
                    <a:pt x="7112" y="1444"/>
                    <a:pt x="6966" y="1542"/>
                  </a:cubicBezTo>
                  <a:cubicBezTo>
                    <a:pt x="6906" y="1576"/>
                    <a:pt x="6929" y="1664"/>
                    <a:pt x="6989" y="1664"/>
                  </a:cubicBezTo>
                  <a:cubicBezTo>
                    <a:pt x="6997" y="1664"/>
                    <a:pt x="7005" y="1662"/>
                    <a:pt x="7015" y="1659"/>
                  </a:cubicBezTo>
                  <a:lnTo>
                    <a:pt x="7044" y="1649"/>
                  </a:lnTo>
                  <a:lnTo>
                    <a:pt x="7044" y="1649"/>
                  </a:lnTo>
                  <a:cubicBezTo>
                    <a:pt x="7026" y="1675"/>
                    <a:pt x="7048" y="1709"/>
                    <a:pt x="7080" y="1709"/>
                  </a:cubicBezTo>
                  <a:cubicBezTo>
                    <a:pt x="7084" y="1709"/>
                    <a:pt x="7088" y="1708"/>
                    <a:pt x="7093" y="1707"/>
                  </a:cubicBezTo>
                  <a:cubicBezTo>
                    <a:pt x="7123" y="1702"/>
                    <a:pt x="7153" y="1699"/>
                    <a:pt x="7182" y="1699"/>
                  </a:cubicBezTo>
                  <a:cubicBezTo>
                    <a:pt x="7542" y="1699"/>
                    <a:pt x="7765" y="2122"/>
                    <a:pt x="7522" y="2429"/>
                  </a:cubicBezTo>
                  <a:cubicBezTo>
                    <a:pt x="7403" y="2567"/>
                    <a:pt x="7265" y="2617"/>
                    <a:pt x="7119" y="2617"/>
                  </a:cubicBezTo>
                  <a:cubicBezTo>
                    <a:pt x="6966" y="2617"/>
                    <a:pt x="6804" y="2562"/>
                    <a:pt x="6644" y="2498"/>
                  </a:cubicBezTo>
                  <a:cubicBezTo>
                    <a:pt x="6636" y="2495"/>
                    <a:pt x="6629" y="2493"/>
                    <a:pt x="6622" y="2493"/>
                  </a:cubicBezTo>
                  <a:cubicBezTo>
                    <a:pt x="6556" y="2493"/>
                    <a:pt x="6515" y="2609"/>
                    <a:pt x="6585" y="2644"/>
                  </a:cubicBezTo>
                  <a:lnTo>
                    <a:pt x="6634" y="2663"/>
                  </a:lnTo>
                  <a:cubicBezTo>
                    <a:pt x="6634" y="2673"/>
                    <a:pt x="6644" y="2683"/>
                    <a:pt x="6654" y="2693"/>
                  </a:cubicBezTo>
                  <a:cubicBezTo>
                    <a:pt x="6907" y="2868"/>
                    <a:pt x="6829" y="3298"/>
                    <a:pt x="6488" y="3307"/>
                  </a:cubicBezTo>
                  <a:cubicBezTo>
                    <a:pt x="6146" y="3307"/>
                    <a:pt x="5961" y="2966"/>
                    <a:pt x="5824" y="2712"/>
                  </a:cubicBezTo>
                  <a:lnTo>
                    <a:pt x="5824" y="1337"/>
                  </a:lnTo>
                  <a:cubicBezTo>
                    <a:pt x="6127" y="1064"/>
                    <a:pt x="6488" y="878"/>
                    <a:pt x="6888" y="790"/>
                  </a:cubicBezTo>
                  <a:cubicBezTo>
                    <a:pt x="6995" y="761"/>
                    <a:pt x="7112" y="751"/>
                    <a:pt x="7229" y="751"/>
                  </a:cubicBezTo>
                  <a:cubicBezTo>
                    <a:pt x="7234" y="751"/>
                    <a:pt x="7240" y="751"/>
                    <a:pt x="7245" y="751"/>
                  </a:cubicBezTo>
                  <a:close/>
                  <a:moveTo>
                    <a:pt x="5600" y="439"/>
                  </a:moveTo>
                  <a:cubicBezTo>
                    <a:pt x="5649" y="644"/>
                    <a:pt x="5600" y="917"/>
                    <a:pt x="5600" y="1083"/>
                  </a:cubicBezTo>
                  <a:lnTo>
                    <a:pt x="5610" y="2176"/>
                  </a:lnTo>
                  <a:cubicBezTo>
                    <a:pt x="5610" y="2400"/>
                    <a:pt x="5717" y="3151"/>
                    <a:pt x="5551" y="3337"/>
                  </a:cubicBezTo>
                  <a:cubicBezTo>
                    <a:pt x="5571" y="3298"/>
                    <a:pt x="5561" y="3259"/>
                    <a:pt x="5541" y="3239"/>
                  </a:cubicBezTo>
                  <a:cubicBezTo>
                    <a:pt x="5054" y="2663"/>
                    <a:pt x="4517" y="2146"/>
                    <a:pt x="3922" y="1678"/>
                  </a:cubicBezTo>
                  <a:cubicBezTo>
                    <a:pt x="3981" y="1629"/>
                    <a:pt x="4039" y="1581"/>
                    <a:pt x="4098" y="1542"/>
                  </a:cubicBezTo>
                  <a:lnTo>
                    <a:pt x="4946" y="907"/>
                  </a:lnTo>
                  <a:cubicBezTo>
                    <a:pt x="5112" y="790"/>
                    <a:pt x="5444" y="644"/>
                    <a:pt x="5600" y="439"/>
                  </a:cubicBezTo>
                  <a:close/>
                  <a:moveTo>
                    <a:pt x="166" y="439"/>
                  </a:moveTo>
                  <a:cubicBezTo>
                    <a:pt x="800" y="878"/>
                    <a:pt x="1444" y="1298"/>
                    <a:pt x="2088" y="1727"/>
                  </a:cubicBezTo>
                  <a:cubicBezTo>
                    <a:pt x="2127" y="1756"/>
                    <a:pt x="2176" y="1795"/>
                    <a:pt x="2234" y="1834"/>
                  </a:cubicBezTo>
                  <a:cubicBezTo>
                    <a:pt x="2176" y="1873"/>
                    <a:pt x="2127" y="1932"/>
                    <a:pt x="2068" y="1971"/>
                  </a:cubicBezTo>
                  <a:lnTo>
                    <a:pt x="1464" y="2468"/>
                  </a:lnTo>
                  <a:cubicBezTo>
                    <a:pt x="1112" y="2761"/>
                    <a:pt x="693" y="3054"/>
                    <a:pt x="381" y="3405"/>
                  </a:cubicBezTo>
                  <a:lnTo>
                    <a:pt x="371" y="3395"/>
                  </a:lnTo>
                  <a:cubicBezTo>
                    <a:pt x="156" y="3249"/>
                    <a:pt x="215" y="3200"/>
                    <a:pt x="215" y="2956"/>
                  </a:cubicBezTo>
                  <a:lnTo>
                    <a:pt x="215" y="2361"/>
                  </a:lnTo>
                  <a:cubicBezTo>
                    <a:pt x="205" y="1717"/>
                    <a:pt x="195" y="1083"/>
                    <a:pt x="166" y="439"/>
                  </a:cubicBezTo>
                  <a:close/>
                  <a:moveTo>
                    <a:pt x="3844" y="1746"/>
                  </a:moveTo>
                  <a:cubicBezTo>
                    <a:pt x="4381" y="2273"/>
                    <a:pt x="4898" y="2810"/>
                    <a:pt x="5405" y="3356"/>
                  </a:cubicBezTo>
                  <a:cubicBezTo>
                    <a:pt x="5415" y="3366"/>
                    <a:pt x="5424" y="3376"/>
                    <a:pt x="5444" y="3385"/>
                  </a:cubicBezTo>
                  <a:cubicBezTo>
                    <a:pt x="5375" y="3400"/>
                    <a:pt x="5283" y="3405"/>
                    <a:pt x="5185" y="3405"/>
                  </a:cubicBezTo>
                  <a:cubicBezTo>
                    <a:pt x="4949" y="3405"/>
                    <a:pt x="4675" y="3376"/>
                    <a:pt x="4585" y="3376"/>
                  </a:cubicBezTo>
                  <a:lnTo>
                    <a:pt x="3483" y="3405"/>
                  </a:lnTo>
                  <a:lnTo>
                    <a:pt x="1425" y="3463"/>
                  </a:lnTo>
                  <a:cubicBezTo>
                    <a:pt x="1260" y="3469"/>
                    <a:pt x="1050" y="3502"/>
                    <a:pt x="849" y="3502"/>
                  </a:cubicBezTo>
                  <a:cubicBezTo>
                    <a:pt x="728" y="3502"/>
                    <a:pt x="610" y="3490"/>
                    <a:pt x="508" y="3454"/>
                  </a:cubicBezTo>
                  <a:cubicBezTo>
                    <a:pt x="800" y="3249"/>
                    <a:pt x="1083" y="3034"/>
                    <a:pt x="1347" y="2790"/>
                  </a:cubicBezTo>
                  <a:lnTo>
                    <a:pt x="1834" y="2390"/>
                  </a:lnTo>
                  <a:lnTo>
                    <a:pt x="2078" y="2195"/>
                  </a:lnTo>
                  <a:lnTo>
                    <a:pt x="2205" y="2098"/>
                  </a:lnTo>
                  <a:cubicBezTo>
                    <a:pt x="2254" y="2068"/>
                    <a:pt x="2283" y="2029"/>
                    <a:pt x="2293" y="1981"/>
                  </a:cubicBezTo>
                  <a:cubicBezTo>
                    <a:pt x="2303" y="2006"/>
                    <a:pt x="2327" y="2018"/>
                    <a:pt x="2353" y="2018"/>
                  </a:cubicBezTo>
                  <a:cubicBezTo>
                    <a:pt x="2376" y="2018"/>
                    <a:pt x="2401" y="2009"/>
                    <a:pt x="2420" y="1990"/>
                  </a:cubicBezTo>
                  <a:lnTo>
                    <a:pt x="2429" y="1981"/>
                  </a:lnTo>
                  <a:cubicBezTo>
                    <a:pt x="2609" y="2127"/>
                    <a:pt x="2829" y="2260"/>
                    <a:pt x="3022" y="2260"/>
                  </a:cubicBezTo>
                  <a:cubicBezTo>
                    <a:pt x="3060" y="2260"/>
                    <a:pt x="3097" y="2255"/>
                    <a:pt x="3132" y="2244"/>
                  </a:cubicBezTo>
                  <a:cubicBezTo>
                    <a:pt x="3356" y="2176"/>
                    <a:pt x="3620" y="1951"/>
                    <a:pt x="3844" y="1746"/>
                  </a:cubicBezTo>
                  <a:close/>
                  <a:moveTo>
                    <a:pt x="5698" y="0"/>
                  </a:moveTo>
                  <a:cubicBezTo>
                    <a:pt x="3854" y="68"/>
                    <a:pt x="2010" y="107"/>
                    <a:pt x="156" y="156"/>
                  </a:cubicBezTo>
                  <a:cubicBezTo>
                    <a:pt x="137" y="156"/>
                    <a:pt x="108" y="166"/>
                    <a:pt x="88" y="195"/>
                  </a:cubicBezTo>
                  <a:cubicBezTo>
                    <a:pt x="83" y="194"/>
                    <a:pt x="78" y="193"/>
                    <a:pt x="73" y="193"/>
                  </a:cubicBezTo>
                  <a:cubicBezTo>
                    <a:pt x="42" y="193"/>
                    <a:pt x="20" y="220"/>
                    <a:pt x="20" y="254"/>
                  </a:cubicBezTo>
                  <a:cubicBezTo>
                    <a:pt x="10" y="595"/>
                    <a:pt x="0" y="927"/>
                    <a:pt x="0" y="1268"/>
                  </a:cubicBezTo>
                  <a:cubicBezTo>
                    <a:pt x="0" y="1883"/>
                    <a:pt x="0" y="2507"/>
                    <a:pt x="0" y="3122"/>
                  </a:cubicBezTo>
                  <a:lnTo>
                    <a:pt x="0" y="3541"/>
                  </a:lnTo>
                  <a:cubicBezTo>
                    <a:pt x="0" y="3590"/>
                    <a:pt x="30" y="3629"/>
                    <a:pt x="78" y="3649"/>
                  </a:cubicBezTo>
                  <a:cubicBezTo>
                    <a:pt x="386" y="3694"/>
                    <a:pt x="696" y="3708"/>
                    <a:pt x="1007" y="3708"/>
                  </a:cubicBezTo>
                  <a:cubicBezTo>
                    <a:pt x="1506" y="3708"/>
                    <a:pt x="2009" y="3670"/>
                    <a:pt x="2507" y="3658"/>
                  </a:cubicBezTo>
                  <a:cubicBezTo>
                    <a:pt x="3434" y="3629"/>
                    <a:pt x="4361" y="3610"/>
                    <a:pt x="5288" y="3571"/>
                  </a:cubicBezTo>
                  <a:cubicBezTo>
                    <a:pt x="5756" y="3551"/>
                    <a:pt x="5824" y="3522"/>
                    <a:pt x="5824" y="3034"/>
                  </a:cubicBezTo>
                  <a:lnTo>
                    <a:pt x="5824" y="2995"/>
                  </a:lnTo>
                  <a:cubicBezTo>
                    <a:pt x="5985" y="3229"/>
                    <a:pt x="6212" y="3463"/>
                    <a:pt x="6467" y="3463"/>
                  </a:cubicBezTo>
                  <a:cubicBezTo>
                    <a:pt x="6552" y="3463"/>
                    <a:pt x="6641" y="3437"/>
                    <a:pt x="6732" y="3376"/>
                  </a:cubicBezTo>
                  <a:cubicBezTo>
                    <a:pt x="6937" y="3229"/>
                    <a:pt x="6976" y="2946"/>
                    <a:pt x="6839" y="2751"/>
                  </a:cubicBezTo>
                  <a:lnTo>
                    <a:pt x="6839" y="2751"/>
                  </a:lnTo>
                  <a:cubicBezTo>
                    <a:pt x="6917" y="2776"/>
                    <a:pt x="7000" y="2788"/>
                    <a:pt x="7083" y="2788"/>
                  </a:cubicBezTo>
                  <a:cubicBezTo>
                    <a:pt x="7166" y="2788"/>
                    <a:pt x="7249" y="2776"/>
                    <a:pt x="7327" y="2751"/>
                  </a:cubicBezTo>
                  <a:cubicBezTo>
                    <a:pt x="7522" y="2683"/>
                    <a:pt x="7678" y="2527"/>
                    <a:pt x="7746" y="2332"/>
                  </a:cubicBezTo>
                  <a:cubicBezTo>
                    <a:pt x="7869" y="1991"/>
                    <a:pt x="7584" y="1603"/>
                    <a:pt x="7236" y="1603"/>
                  </a:cubicBezTo>
                  <a:cubicBezTo>
                    <a:pt x="7195" y="1603"/>
                    <a:pt x="7154" y="1608"/>
                    <a:pt x="7112" y="1620"/>
                  </a:cubicBezTo>
                  <a:cubicBezTo>
                    <a:pt x="7444" y="1434"/>
                    <a:pt x="8029" y="917"/>
                    <a:pt x="7522" y="644"/>
                  </a:cubicBezTo>
                  <a:cubicBezTo>
                    <a:pt x="7438" y="599"/>
                    <a:pt x="7336" y="582"/>
                    <a:pt x="7229" y="582"/>
                  </a:cubicBezTo>
                  <a:cubicBezTo>
                    <a:pt x="7010" y="582"/>
                    <a:pt x="6768" y="653"/>
                    <a:pt x="6605" y="712"/>
                  </a:cubicBezTo>
                  <a:cubicBezTo>
                    <a:pt x="6312" y="810"/>
                    <a:pt x="6039" y="976"/>
                    <a:pt x="5815" y="1190"/>
                  </a:cubicBezTo>
                  <a:lnTo>
                    <a:pt x="5815" y="117"/>
                  </a:lnTo>
                  <a:cubicBezTo>
                    <a:pt x="5815" y="49"/>
                    <a:pt x="5766" y="0"/>
                    <a:pt x="5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rot="1441116">
              <a:off x="8190320" y="3161758"/>
              <a:ext cx="250650" cy="330150"/>
            </a:xfrm>
            <a:custGeom>
              <a:rect b="b" l="l" r="r" t="t"/>
              <a:pathLst>
                <a:path extrusionOk="0" h="2558" w="1942">
                  <a:moveTo>
                    <a:pt x="1420" y="1"/>
                  </a:moveTo>
                  <a:cubicBezTo>
                    <a:pt x="1415" y="1"/>
                    <a:pt x="1410" y="1"/>
                    <a:pt x="1405" y="1"/>
                  </a:cubicBezTo>
                  <a:cubicBezTo>
                    <a:pt x="1288" y="1"/>
                    <a:pt x="1181" y="21"/>
                    <a:pt x="1064" y="40"/>
                  </a:cubicBezTo>
                  <a:cubicBezTo>
                    <a:pt x="674" y="128"/>
                    <a:pt x="303" y="323"/>
                    <a:pt x="0" y="587"/>
                  </a:cubicBezTo>
                  <a:lnTo>
                    <a:pt x="0" y="1962"/>
                  </a:lnTo>
                  <a:cubicBezTo>
                    <a:pt x="145" y="2222"/>
                    <a:pt x="346" y="2557"/>
                    <a:pt x="660" y="2557"/>
                  </a:cubicBezTo>
                  <a:cubicBezTo>
                    <a:pt x="665" y="2557"/>
                    <a:pt x="669" y="2557"/>
                    <a:pt x="674" y="2557"/>
                  </a:cubicBezTo>
                  <a:cubicBezTo>
                    <a:pt x="995" y="2538"/>
                    <a:pt x="1083" y="2118"/>
                    <a:pt x="830" y="1943"/>
                  </a:cubicBezTo>
                  <a:cubicBezTo>
                    <a:pt x="820" y="1943"/>
                    <a:pt x="810" y="1933"/>
                    <a:pt x="810" y="1913"/>
                  </a:cubicBezTo>
                  <a:lnTo>
                    <a:pt x="761" y="1894"/>
                  </a:lnTo>
                  <a:cubicBezTo>
                    <a:pt x="691" y="1859"/>
                    <a:pt x="732" y="1743"/>
                    <a:pt x="805" y="1743"/>
                  </a:cubicBezTo>
                  <a:cubicBezTo>
                    <a:pt x="813" y="1743"/>
                    <a:pt x="821" y="1745"/>
                    <a:pt x="830" y="1748"/>
                  </a:cubicBezTo>
                  <a:cubicBezTo>
                    <a:pt x="984" y="1812"/>
                    <a:pt x="1144" y="1867"/>
                    <a:pt x="1296" y="1867"/>
                  </a:cubicBezTo>
                  <a:cubicBezTo>
                    <a:pt x="1441" y="1867"/>
                    <a:pt x="1579" y="1817"/>
                    <a:pt x="1698" y="1679"/>
                  </a:cubicBezTo>
                  <a:cubicBezTo>
                    <a:pt x="1941" y="1372"/>
                    <a:pt x="1718" y="949"/>
                    <a:pt x="1358" y="949"/>
                  </a:cubicBezTo>
                  <a:cubicBezTo>
                    <a:pt x="1329" y="949"/>
                    <a:pt x="1299" y="952"/>
                    <a:pt x="1269" y="957"/>
                  </a:cubicBezTo>
                  <a:cubicBezTo>
                    <a:pt x="1264" y="958"/>
                    <a:pt x="1260" y="959"/>
                    <a:pt x="1257" y="959"/>
                  </a:cubicBezTo>
                  <a:cubicBezTo>
                    <a:pt x="1226" y="959"/>
                    <a:pt x="1211" y="925"/>
                    <a:pt x="1220" y="899"/>
                  </a:cubicBezTo>
                  <a:lnTo>
                    <a:pt x="1220" y="899"/>
                  </a:lnTo>
                  <a:lnTo>
                    <a:pt x="1191" y="918"/>
                  </a:lnTo>
                  <a:cubicBezTo>
                    <a:pt x="1183" y="922"/>
                    <a:pt x="1176" y="923"/>
                    <a:pt x="1169" y="923"/>
                  </a:cubicBezTo>
                  <a:cubicBezTo>
                    <a:pt x="1115" y="923"/>
                    <a:pt x="1090" y="826"/>
                    <a:pt x="1142" y="792"/>
                  </a:cubicBezTo>
                  <a:cubicBezTo>
                    <a:pt x="1288" y="694"/>
                    <a:pt x="1669" y="518"/>
                    <a:pt x="1688" y="333"/>
                  </a:cubicBezTo>
                  <a:cubicBezTo>
                    <a:pt x="1726" y="162"/>
                    <a:pt x="1589" y="1"/>
                    <a:pt x="14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rot="1441116">
              <a:off x="7974134" y="3020285"/>
              <a:ext cx="230516" cy="372871"/>
            </a:xfrm>
            <a:custGeom>
              <a:rect b="b" l="l" r="r" t="t"/>
              <a:pathLst>
                <a:path extrusionOk="0" h="2889" w="1786">
                  <a:moveTo>
                    <a:pt x="1688" y="1"/>
                  </a:moveTo>
                  <a:cubicBezTo>
                    <a:pt x="1522" y="196"/>
                    <a:pt x="1190" y="342"/>
                    <a:pt x="1024" y="469"/>
                  </a:cubicBezTo>
                  <a:lnTo>
                    <a:pt x="166" y="1103"/>
                  </a:lnTo>
                  <a:cubicBezTo>
                    <a:pt x="117" y="1142"/>
                    <a:pt x="59" y="1181"/>
                    <a:pt x="0" y="1240"/>
                  </a:cubicBezTo>
                  <a:cubicBezTo>
                    <a:pt x="585" y="1698"/>
                    <a:pt x="1132" y="2225"/>
                    <a:pt x="1610" y="2791"/>
                  </a:cubicBezTo>
                  <a:cubicBezTo>
                    <a:pt x="1639" y="2820"/>
                    <a:pt x="1639" y="2859"/>
                    <a:pt x="1629" y="2889"/>
                  </a:cubicBezTo>
                  <a:cubicBezTo>
                    <a:pt x="1785" y="2713"/>
                    <a:pt x="1688" y="1962"/>
                    <a:pt x="1688" y="1737"/>
                  </a:cubicBezTo>
                  <a:lnTo>
                    <a:pt x="1688" y="635"/>
                  </a:lnTo>
                  <a:cubicBezTo>
                    <a:pt x="1688" y="469"/>
                    <a:pt x="1727" y="196"/>
                    <a:pt x="16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rot="1441116">
              <a:off x="7561946" y="2894854"/>
              <a:ext cx="681350" cy="242773"/>
            </a:xfrm>
            <a:custGeom>
              <a:rect b="b" l="l" r="r" t="t"/>
              <a:pathLst>
                <a:path extrusionOk="0" h="1881" w="5279">
                  <a:moveTo>
                    <a:pt x="4960" y="0"/>
                  </a:moveTo>
                  <a:cubicBezTo>
                    <a:pt x="4680" y="0"/>
                    <a:pt x="4282" y="73"/>
                    <a:pt x="4128" y="80"/>
                  </a:cubicBezTo>
                  <a:cubicBezTo>
                    <a:pt x="2752" y="119"/>
                    <a:pt x="1376" y="158"/>
                    <a:pt x="1" y="178"/>
                  </a:cubicBezTo>
                  <a:cubicBezTo>
                    <a:pt x="440" y="451"/>
                    <a:pt x="879" y="714"/>
                    <a:pt x="1308" y="988"/>
                  </a:cubicBezTo>
                  <a:lnTo>
                    <a:pt x="1923" y="1368"/>
                  </a:lnTo>
                  <a:cubicBezTo>
                    <a:pt x="2128" y="1495"/>
                    <a:pt x="2420" y="1778"/>
                    <a:pt x="2654" y="1817"/>
                  </a:cubicBezTo>
                  <a:cubicBezTo>
                    <a:pt x="2701" y="1860"/>
                    <a:pt x="2746" y="1881"/>
                    <a:pt x="2789" y="1881"/>
                  </a:cubicBezTo>
                  <a:cubicBezTo>
                    <a:pt x="2854" y="1881"/>
                    <a:pt x="2914" y="1833"/>
                    <a:pt x="2967" y="1739"/>
                  </a:cubicBezTo>
                  <a:lnTo>
                    <a:pt x="3347" y="1456"/>
                  </a:lnTo>
                  <a:lnTo>
                    <a:pt x="3923" y="1036"/>
                  </a:lnTo>
                  <a:lnTo>
                    <a:pt x="4498" y="607"/>
                  </a:lnTo>
                  <a:cubicBezTo>
                    <a:pt x="4645" y="490"/>
                    <a:pt x="5035" y="100"/>
                    <a:pt x="5259" y="100"/>
                  </a:cubicBezTo>
                  <a:lnTo>
                    <a:pt x="5279" y="100"/>
                  </a:lnTo>
                  <a:cubicBezTo>
                    <a:pt x="5249" y="100"/>
                    <a:pt x="5210" y="71"/>
                    <a:pt x="5210" y="41"/>
                  </a:cubicBezTo>
                  <a:cubicBezTo>
                    <a:pt x="5159" y="11"/>
                    <a:pt x="5068" y="0"/>
                    <a:pt x="49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3"/>
            <p:cNvSpPr/>
            <p:nvPr/>
          </p:nvSpPr>
          <p:spPr>
            <a:xfrm rot="1441116">
              <a:off x="7513897" y="3083944"/>
              <a:ext cx="638500" cy="225865"/>
            </a:xfrm>
            <a:custGeom>
              <a:rect b="b" l="l" r="r" t="t"/>
              <a:pathLst>
                <a:path extrusionOk="0" h="1750" w="4947">
                  <a:moveTo>
                    <a:pt x="3327" y="0"/>
                  </a:moveTo>
                  <a:cubicBezTo>
                    <a:pt x="3113" y="195"/>
                    <a:pt x="2859" y="429"/>
                    <a:pt x="2625" y="488"/>
                  </a:cubicBezTo>
                  <a:cubicBezTo>
                    <a:pt x="2586" y="499"/>
                    <a:pt x="2547" y="504"/>
                    <a:pt x="2508" y="504"/>
                  </a:cubicBezTo>
                  <a:cubicBezTo>
                    <a:pt x="2308" y="504"/>
                    <a:pt x="2100" y="373"/>
                    <a:pt x="1913" y="234"/>
                  </a:cubicBezTo>
                  <a:lnTo>
                    <a:pt x="1903" y="244"/>
                  </a:lnTo>
                  <a:cubicBezTo>
                    <a:pt x="1887" y="260"/>
                    <a:pt x="1867" y="268"/>
                    <a:pt x="1848" y="268"/>
                  </a:cubicBezTo>
                  <a:cubicBezTo>
                    <a:pt x="1820" y="268"/>
                    <a:pt x="1793" y="253"/>
                    <a:pt x="1776" y="225"/>
                  </a:cubicBezTo>
                  <a:cubicBezTo>
                    <a:pt x="1767" y="273"/>
                    <a:pt x="1737" y="322"/>
                    <a:pt x="1689" y="342"/>
                  </a:cubicBezTo>
                  <a:lnTo>
                    <a:pt x="1571" y="439"/>
                  </a:lnTo>
                  <a:lnTo>
                    <a:pt x="1328" y="644"/>
                  </a:lnTo>
                  <a:lnTo>
                    <a:pt x="840" y="1044"/>
                  </a:lnTo>
                  <a:cubicBezTo>
                    <a:pt x="576" y="1278"/>
                    <a:pt x="294" y="1503"/>
                    <a:pt x="1" y="1698"/>
                  </a:cubicBezTo>
                  <a:cubicBezTo>
                    <a:pt x="112" y="1737"/>
                    <a:pt x="238" y="1749"/>
                    <a:pt x="368" y="1749"/>
                  </a:cubicBezTo>
                  <a:cubicBezTo>
                    <a:pt x="558" y="1749"/>
                    <a:pt x="755" y="1723"/>
                    <a:pt x="918" y="1717"/>
                  </a:cubicBezTo>
                  <a:lnTo>
                    <a:pt x="2976" y="1659"/>
                  </a:lnTo>
                  <a:lnTo>
                    <a:pt x="4069" y="1620"/>
                  </a:lnTo>
                  <a:cubicBezTo>
                    <a:pt x="4172" y="1620"/>
                    <a:pt x="4450" y="1649"/>
                    <a:pt x="4688" y="1649"/>
                  </a:cubicBezTo>
                  <a:cubicBezTo>
                    <a:pt x="4786" y="1649"/>
                    <a:pt x="4878" y="1644"/>
                    <a:pt x="4947" y="1629"/>
                  </a:cubicBezTo>
                  <a:cubicBezTo>
                    <a:pt x="4927" y="1629"/>
                    <a:pt x="4918" y="1620"/>
                    <a:pt x="4908" y="1610"/>
                  </a:cubicBezTo>
                  <a:cubicBezTo>
                    <a:pt x="4401" y="1054"/>
                    <a:pt x="3884" y="517"/>
                    <a:pt x="33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3"/>
            <p:cNvSpPr/>
            <p:nvPr/>
          </p:nvSpPr>
          <p:spPr>
            <a:xfrm rot="1441116">
              <a:off x="7528203" y="2828903"/>
              <a:ext cx="267042" cy="382809"/>
            </a:xfrm>
            <a:custGeom>
              <a:rect b="b" l="l" r="r" t="t"/>
              <a:pathLst>
                <a:path extrusionOk="0" h="2966" w="2069">
                  <a:moveTo>
                    <a:pt x="0" y="0"/>
                  </a:moveTo>
                  <a:cubicBezTo>
                    <a:pt x="29" y="644"/>
                    <a:pt x="49" y="1288"/>
                    <a:pt x="49" y="1932"/>
                  </a:cubicBezTo>
                  <a:lnTo>
                    <a:pt x="49" y="2517"/>
                  </a:lnTo>
                  <a:cubicBezTo>
                    <a:pt x="49" y="2761"/>
                    <a:pt x="0" y="2820"/>
                    <a:pt x="205" y="2956"/>
                  </a:cubicBezTo>
                  <a:lnTo>
                    <a:pt x="225" y="2966"/>
                  </a:lnTo>
                  <a:cubicBezTo>
                    <a:pt x="527" y="2615"/>
                    <a:pt x="946" y="2332"/>
                    <a:pt x="1298" y="2029"/>
                  </a:cubicBezTo>
                  <a:lnTo>
                    <a:pt x="1912" y="1532"/>
                  </a:lnTo>
                  <a:cubicBezTo>
                    <a:pt x="1961" y="1493"/>
                    <a:pt x="2010" y="1434"/>
                    <a:pt x="2068" y="1395"/>
                  </a:cubicBezTo>
                  <a:cubicBezTo>
                    <a:pt x="2010" y="1356"/>
                    <a:pt x="1961" y="1317"/>
                    <a:pt x="1922" y="1288"/>
                  </a:cubicBezTo>
                  <a:cubicBezTo>
                    <a:pt x="1278" y="868"/>
                    <a:pt x="634" y="4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3"/>
            <p:cNvSpPr/>
            <p:nvPr/>
          </p:nvSpPr>
          <p:spPr>
            <a:xfrm rot="1441116">
              <a:off x="7274950" y="2767913"/>
              <a:ext cx="247294" cy="323826"/>
            </a:xfrm>
            <a:custGeom>
              <a:rect b="b" l="l" r="r" t="t"/>
              <a:pathLst>
                <a:path extrusionOk="0" h="2509" w="1916">
                  <a:moveTo>
                    <a:pt x="816" y="0"/>
                  </a:moveTo>
                  <a:cubicBezTo>
                    <a:pt x="795" y="0"/>
                    <a:pt x="775" y="1"/>
                    <a:pt x="754" y="2"/>
                  </a:cubicBezTo>
                  <a:cubicBezTo>
                    <a:pt x="657" y="2"/>
                    <a:pt x="569" y="11"/>
                    <a:pt x="481" y="41"/>
                  </a:cubicBezTo>
                  <a:cubicBezTo>
                    <a:pt x="257" y="99"/>
                    <a:pt x="198" y="197"/>
                    <a:pt x="237" y="411"/>
                  </a:cubicBezTo>
                  <a:cubicBezTo>
                    <a:pt x="276" y="626"/>
                    <a:pt x="335" y="685"/>
                    <a:pt x="549" y="753"/>
                  </a:cubicBezTo>
                  <a:cubicBezTo>
                    <a:pt x="666" y="772"/>
                    <a:pt x="793" y="792"/>
                    <a:pt x="910" y="792"/>
                  </a:cubicBezTo>
                  <a:cubicBezTo>
                    <a:pt x="998" y="792"/>
                    <a:pt x="1018" y="899"/>
                    <a:pt x="940" y="928"/>
                  </a:cubicBezTo>
                  <a:cubicBezTo>
                    <a:pt x="930" y="938"/>
                    <a:pt x="930" y="948"/>
                    <a:pt x="910" y="948"/>
                  </a:cubicBezTo>
                  <a:cubicBezTo>
                    <a:pt x="637" y="948"/>
                    <a:pt x="237" y="1065"/>
                    <a:pt x="110" y="1358"/>
                  </a:cubicBezTo>
                  <a:cubicBezTo>
                    <a:pt x="1" y="1616"/>
                    <a:pt x="199" y="1667"/>
                    <a:pt x="382" y="1667"/>
                  </a:cubicBezTo>
                  <a:cubicBezTo>
                    <a:pt x="427" y="1667"/>
                    <a:pt x="472" y="1664"/>
                    <a:pt x="510" y="1660"/>
                  </a:cubicBezTo>
                  <a:cubicBezTo>
                    <a:pt x="676" y="1631"/>
                    <a:pt x="852" y="1582"/>
                    <a:pt x="1008" y="1504"/>
                  </a:cubicBezTo>
                  <a:cubicBezTo>
                    <a:pt x="1015" y="1500"/>
                    <a:pt x="1023" y="1499"/>
                    <a:pt x="1029" y="1499"/>
                  </a:cubicBezTo>
                  <a:cubicBezTo>
                    <a:pt x="1077" y="1499"/>
                    <a:pt x="1109" y="1577"/>
                    <a:pt x="1066" y="1611"/>
                  </a:cubicBezTo>
                  <a:cubicBezTo>
                    <a:pt x="1037" y="1631"/>
                    <a:pt x="1008" y="1650"/>
                    <a:pt x="979" y="1670"/>
                  </a:cubicBezTo>
                  <a:cubicBezTo>
                    <a:pt x="842" y="1767"/>
                    <a:pt x="735" y="1914"/>
                    <a:pt x="666" y="2070"/>
                  </a:cubicBezTo>
                  <a:cubicBezTo>
                    <a:pt x="608" y="2294"/>
                    <a:pt x="715" y="2509"/>
                    <a:pt x="969" y="2509"/>
                  </a:cubicBezTo>
                  <a:cubicBezTo>
                    <a:pt x="1281" y="2509"/>
                    <a:pt x="1505" y="2236"/>
                    <a:pt x="1808" y="2197"/>
                  </a:cubicBezTo>
                  <a:cubicBezTo>
                    <a:pt x="1812" y="2196"/>
                    <a:pt x="1816" y="2195"/>
                    <a:pt x="1820" y="2195"/>
                  </a:cubicBezTo>
                  <a:cubicBezTo>
                    <a:pt x="1855" y="2195"/>
                    <a:pt x="1886" y="2230"/>
                    <a:pt x="1886" y="2265"/>
                  </a:cubicBezTo>
                  <a:lnTo>
                    <a:pt x="1905" y="2265"/>
                  </a:lnTo>
                  <a:cubicBezTo>
                    <a:pt x="1915" y="1650"/>
                    <a:pt x="1915" y="1026"/>
                    <a:pt x="1915" y="411"/>
                  </a:cubicBezTo>
                  <a:lnTo>
                    <a:pt x="1857" y="411"/>
                  </a:lnTo>
                  <a:cubicBezTo>
                    <a:pt x="1849" y="440"/>
                    <a:pt x="1827" y="458"/>
                    <a:pt x="1803" y="458"/>
                  </a:cubicBezTo>
                  <a:cubicBezTo>
                    <a:pt x="1795" y="458"/>
                    <a:pt x="1786" y="456"/>
                    <a:pt x="1778" y="450"/>
                  </a:cubicBezTo>
                  <a:cubicBezTo>
                    <a:pt x="1538" y="164"/>
                    <a:pt x="1184" y="0"/>
                    <a:pt x="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rot="1441116">
              <a:off x="7262467" y="2742235"/>
              <a:ext cx="256975" cy="366676"/>
            </a:xfrm>
            <a:custGeom>
              <a:rect b="b" l="l" r="r" t="t"/>
              <a:pathLst>
                <a:path extrusionOk="0" h="2841" w="1991">
                  <a:moveTo>
                    <a:pt x="847" y="0"/>
                  </a:moveTo>
                  <a:cubicBezTo>
                    <a:pt x="648" y="0"/>
                    <a:pt x="457" y="50"/>
                    <a:pt x="303" y="164"/>
                  </a:cubicBezTo>
                  <a:cubicBezTo>
                    <a:pt x="127" y="281"/>
                    <a:pt x="69" y="515"/>
                    <a:pt x="147" y="710"/>
                  </a:cubicBezTo>
                  <a:cubicBezTo>
                    <a:pt x="235" y="905"/>
                    <a:pt x="420" y="1042"/>
                    <a:pt x="625" y="1071"/>
                  </a:cubicBezTo>
                  <a:cubicBezTo>
                    <a:pt x="547" y="1100"/>
                    <a:pt x="469" y="1130"/>
                    <a:pt x="401" y="1178"/>
                  </a:cubicBezTo>
                  <a:cubicBezTo>
                    <a:pt x="225" y="1276"/>
                    <a:pt x="1" y="1500"/>
                    <a:pt x="30" y="1715"/>
                  </a:cubicBezTo>
                  <a:cubicBezTo>
                    <a:pt x="60" y="1926"/>
                    <a:pt x="242" y="1999"/>
                    <a:pt x="456" y="1999"/>
                  </a:cubicBezTo>
                  <a:cubicBezTo>
                    <a:pt x="588" y="1999"/>
                    <a:pt x="732" y="1971"/>
                    <a:pt x="859" y="1930"/>
                  </a:cubicBezTo>
                  <a:lnTo>
                    <a:pt x="859" y="1930"/>
                  </a:lnTo>
                  <a:cubicBezTo>
                    <a:pt x="635" y="2144"/>
                    <a:pt x="469" y="2476"/>
                    <a:pt x="742" y="2720"/>
                  </a:cubicBezTo>
                  <a:cubicBezTo>
                    <a:pt x="837" y="2807"/>
                    <a:pt x="945" y="2840"/>
                    <a:pt x="1059" y="2840"/>
                  </a:cubicBezTo>
                  <a:cubicBezTo>
                    <a:pt x="1367" y="2840"/>
                    <a:pt x="1719" y="2593"/>
                    <a:pt x="1962" y="2486"/>
                  </a:cubicBezTo>
                  <a:cubicBezTo>
                    <a:pt x="1981" y="2476"/>
                    <a:pt x="1991" y="2456"/>
                    <a:pt x="1991" y="2437"/>
                  </a:cubicBezTo>
                  <a:cubicBezTo>
                    <a:pt x="1991" y="2398"/>
                    <a:pt x="1962" y="2359"/>
                    <a:pt x="1913" y="2359"/>
                  </a:cubicBezTo>
                  <a:cubicBezTo>
                    <a:pt x="1620" y="2408"/>
                    <a:pt x="1396" y="2681"/>
                    <a:pt x="1084" y="2681"/>
                  </a:cubicBezTo>
                  <a:cubicBezTo>
                    <a:pt x="830" y="2681"/>
                    <a:pt x="713" y="2466"/>
                    <a:pt x="781" y="2242"/>
                  </a:cubicBezTo>
                  <a:cubicBezTo>
                    <a:pt x="849" y="2076"/>
                    <a:pt x="957" y="1939"/>
                    <a:pt x="1084" y="1832"/>
                  </a:cubicBezTo>
                  <a:cubicBezTo>
                    <a:pt x="1123" y="1822"/>
                    <a:pt x="1152" y="1803"/>
                    <a:pt x="1181" y="1774"/>
                  </a:cubicBezTo>
                  <a:cubicBezTo>
                    <a:pt x="1225" y="1738"/>
                    <a:pt x="1182" y="1663"/>
                    <a:pt x="1130" y="1663"/>
                  </a:cubicBezTo>
                  <a:cubicBezTo>
                    <a:pt x="1124" y="1663"/>
                    <a:pt x="1119" y="1664"/>
                    <a:pt x="1113" y="1666"/>
                  </a:cubicBezTo>
                  <a:cubicBezTo>
                    <a:pt x="957" y="1754"/>
                    <a:pt x="791" y="1803"/>
                    <a:pt x="625" y="1832"/>
                  </a:cubicBezTo>
                  <a:cubicBezTo>
                    <a:pt x="587" y="1836"/>
                    <a:pt x="543" y="1839"/>
                    <a:pt x="499" y="1839"/>
                  </a:cubicBezTo>
                  <a:cubicBezTo>
                    <a:pt x="315" y="1839"/>
                    <a:pt x="115" y="1787"/>
                    <a:pt x="225" y="1520"/>
                  </a:cubicBezTo>
                  <a:cubicBezTo>
                    <a:pt x="347" y="1247"/>
                    <a:pt x="715" y="1119"/>
                    <a:pt x="994" y="1119"/>
                  </a:cubicBezTo>
                  <a:cubicBezTo>
                    <a:pt x="1005" y="1119"/>
                    <a:pt x="1015" y="1120"/>
                    <a:pt x="1025" y="1120"/>
                  </a:cubicBezTo>
                  <a:cubicBezTo>
                    <a:pt x="1035" y="1120"/>
                    <a:pt x="1045" y="1110"/>
                    <a:pt x="1054" y="1100"/>
                  </a:cubicBezTo>
                  <a:cubicBezTo>
                    <a:pt x="1123" y="1071"/>
                    <a:pt x="1103" y="964"/>
                    <a:pt x="1025" y="954"/>
                  </a:cubicBezTo>
                  <a:cubicBezTo>
                    <a:pt x="898" y="954"/>
                    <a:pt x="771" y="944"/>
                    <a:pt x="654" y="915"/>
                  </a:cubicBezTo>
                  <a:cubicBezTo>
                    <a:pt x="449" y="847"/>
                    <a:pt x="381" y="808"/>
                    <a:pt x="342" y="574"/>
                  </a:cubicBezTo>
                  <a:cubicBezTo>
                    <a:pt x="303" y="339"/>
                    <a:pt x="371" y="271"/>
                    <a:pt x="586" y="203"/>
                  </a:cubicBezTo>
                  <a:cubicBezTo>
                    <a:pt x="674" y="174"/>
                    <a:pt x="771" y="164"/>
                    <a:pt x="859" y="164"/>
                  </a:cubicBezTo>
                  <a:cubicBezTo>
                    <a:pt x="870" y="164"/>
                    <a:pt x="881" y="163"/>
                    <a:pt x="893" y="163"/>
                  </a:cubicBezTo>
                  <a:cubicBezTo>
                    <a:pt x="1280" y="163"/>
                    <a:pt x="1637" y="328"/>
                    <a:pt x="1883" y="613"/>
                  </a:cubicBezTo>
                  <a:cubicBezTo>
                    <a:pt x="1896" y="622"/>
                    <a:pt x="1909" y="626"/>
                    <a:pt x="1922" y="626"/>
                  </a:cubicBezTo>
                  <a:cubicBezTo>
                    <a:pt x="1949" y="626"/>
                    <a:pt x="1971" y="607"/>
                    <a:pt x="1971" y="574"/>
                  </a:cubicBezTo>
                  <a:cubicBezTo>
                    <a:pt x="1971" y="574"/>
                    <a:pt x="1971" y="564"/>
                    <a:pt x="1962" y="554"/>
                  </a:cubicBezTo>
                  <a:cubicBezTo>
                    <a:pt x="1748" y="234"/>
                    <a:pt x="1279" y="0"/>
                    <a:pt x="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3"/>
            <p:cNvSpPr/>
            <p:nvPr/>
          </p:nvSpPr>
          <p:spPr>
            <a:xfrm rot="1441116">
              <a:off x="7492715" y="2863262"/>
              <a:ext cx="750531" cy="477285"/>
            </a:xfrm>
            <a:custGeom>
              <a:rect b="b" l="l" r="r" t="t"/>
              <a:pathLst>
                <a:path extrusionOk="0" h="3698" w="5815">
                  <a:moveTo>
                    <a:pt x="5707" y="0"/>
                  </a:moveTo>
                  <a:cubicBezTo>
                    <a:pt x="3863" y="68"/>
                    <a:pt x="2010" y="107"/>
                    <a:pt x="166" y="156"/>
                  </a:cubicBezTo>
                  <a:cubicBezTo>
                    <a:pt x="137" y="156"/>
                    <a:pt x="107" y="166"/>
                    <a:pt x="88" y="186"/>
                  </a:cubicBezTo>
                  <a:cubicBezTo>
                    <a:pt x="59" y="186"/>
                    <a:pt x="29" y="215"/>
                    <a:pt x="29" y="244"/>
                  </a:cubicBezTo>
                  <a:cubicBezTo>
                    <a:pt x="20" y="585"/>
                    <a:pt x="10" y="927"/>
                    <a:pt x="10" y="1268"/>
                  </a:cubicBezTo>
                  <a:cubicBezTo>
                    <a:pt x="10" y="1883"/>
                    <a:pt x="10" y="2498"/>
                    <a:pt x="0" y="3122"/>
                  </a:cubicBezTo>
                  <a:lnTo>
                    <a:pt x="0" y="3541"/>
                  </a:lnTo>
                  <a:cubicBezTo>
                    <a:pt x="0" y="3590"/>
                    <a:pt x="29" y="3629"/>
                    <a:pt x="78" y="3639"/>
                  </a:cubicBezTo>
                  <a:cubicBezTo>
                    <a:pt x="312" y="3678"/>
                    <a:pt x="546" y="3698"/>
                    <a:pt x="790" y="3698"/>
                  </a:cubicBezTo>
                  <a:cubicBezTo>
                    <a:pt x="761" y="3639"/>
                    <a:pt x="751" y="3571"/>
                    <a:pt x="732" y="3502"/>
                  </a:cubicBezTo>
                  <a:cubicBezTo>
                    <a:pt x="654" y="3493"/>
                    <a:pt x="566" y="3483"/>
                    <a:pt x="488" y="3454"/>
                  </a:cubicBezTo>
                  <a:cubicBezTo>
                    <a:pt x="566" y="3415"/>
                    <a:pt x="634" y="3366"/>
                    <a:pt x="712" y="3307"/>
                  </a:cubicBezTo>
                  <a:cubicBezTo>
                    <a:pt x="702" y="3239"/>
                    <a:pt x="693" y="3171"/>
                    <a:pt x="683" y="3102"/>
                  </a:cubicBezTo>
                  <a:cubicBezTo>
                    <a:pt x="576" y="3200"/>
                    <a:pt x="478" y="3298"/>
                    <a:pt x="381" y="3405"/>
                  </a:cubicBezTo>
                  <a:lnTo>
                    <a:pt x="361" y="3395"/>
                  </a:lnTo>
                  <a:cubicBezTo>
                    <a:pt x="156" y="3259"/>
                    <a:pt x="205" y="3200"/>
                    <a:pt x="205" y="2956"/>
                  </a:cubicBezTo>
                  <a:lnTo>
                    <a:pt x="205" y="2371"/>
                  </a:lnTo>
                  <a:cubicBezTo>
                    <a:pt x="205" y="1727"/>
                    <a:pt x="195" y="1083"/>
                    <a:pt x="156" y="449"/>
                  </a:cubicBezTo>
                  <a:lnTo>
                    <a:pt x="156" y="449"/>
                  </a:lnTo>
                  <a:cubicBezTo>
                    <a:pt x="517" y="693"/>
                    <a:pt x="868" y="927"/>
                    <a:pt x="1220" y="1161"/>
                  </a:cubicBezTo>
                  <a:cubicBezTo>
                    <a:pt x="1259" y="1122"/>
                    <a:pt x="1298" y="1073"/>
                    <a:pt x="1346" y="1044"/>
                  </a:cubicBezTo>
                  <a:cubicBezTo>
                    <a:pt x="985" y="820"/>
                    <a:pt x="624" y="595"/>
                    <a:pt x="263" y="371"/>
                  </a:cubicBezTo>
                  <a:cubicBezTo>
                    <a:pt x="1629" y="342"/>
                    <a:pt x="3005" y="303"/>
                    <a:pt x="4380" y="264"/>
                  </a:cubicBezTo>
                  <a:cubicBezTo>
                    <a:pt x="4542" y="257"/>
                    <a:pt x="4942" y="184"/>
                    <a:pt x="5218" y="184"/>
                  </a:cubicBezTo>
                  <a:cubicBezTo>
                    <a:pt x="5326" y="184"/>
                    <a:pt x="5414" y="195"/>
                    <a:pt x="5463" y="225"/>
                  </a:cubicBezTo>
                  <a:cubicBezTo>
                    <a:pt x="5463" y="264"/>
                    <a:pt x="5492" y="283"/>
                    <a:pt x="5531" y="283"/>
                  </a:cubicBezTo>
                  <a:lnTo>
                    <a:pt x="5502" y="283"/>
                  </a:lnTo>
                  <a:cubicBezTo>
                    <a:pt x="5366" y="312"/>
                    <a:pt x="5239" y="371"/>
                    <a:pt x="5131" y="468"/>
                  </a:cubicBezTo>
                  <a:cubicBezTo>
                    <a:pt x="5268" y="478"/>
                    <a:pt x="5405" y="488"/>
                    <a:pt x="5541" y="507"/>
                  </a:cubicBezTo>
                  <a:cubicBezTo>
                    <a:pt x="5561" y="488"/>
                    <a:pt x="5580" y="459"/>
                    <a:pt x="5600" y="439"/>
                  </a:cubicBezTo>
                  <a:cubicBezTo>
                    <a:pt x="5610" y="468"/>
                    <a:pt x="5610" y="488"/>
                    <a:pt x="5610" y="517"/>
                  </a:cubicBezTo>
                  <a:cubicBezTo>
                    <a:pt x="5678" y="517"/>
                    <a:pt x="5746" y="537"/>
                    <a:pt x="5814" y="546"/>
                  </a:cubicBezTo>
                  <a:lnTo>
                    <a:pt x="5814" y="107"/>
                  </a:lnTo>
                  <a:cubicBezTo>
                    <a:pt x="5814" y="49"/>
                    <a:pt x="5766" y="0"/>
                    <a:pt x="5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3"/>
            <p:cNvSpPr/>
            <p:nvPr/>
          </p:nvSpPr>
          <p:spPr>
            <a:xfrm rot="1441116">
              <a:off x="7274950" y="2767913"/>
              <a:ext cx="247294" cy="323826"/>
            </a:xfrm>
            <a:custGeom>
              <a:rect b="b" l="l" r="r" t="t"/>
              <a:pathLst>
                <a:path extrusionOk="0" h="2509" w="1916">
                  <a:moveTo>
                    <a:pt x="816" y="0"/>
                  </a:moveTo>
                  <a:cubicBezTo>
                    <a:pt x="795" y="0"/>
                    <a:pt x="775" y="1"/>
                    <a:pt x="754" y="2"/>
                  </a:cubicBezTo>
                  <a:cubicBezTo>
                    <a:pt x="657" y="2"/>
                    <a:pt x="569" y="11"/>
                    <a:pt x="481" y="41"/>
                  </a:cubicBezTo>
                  <a:cubicBezTo>
                    <a:pt x="257" y="99"/>
                    <a:pt x="198" y="197"/>
                    <a:pt x="237" y="411"/>
                  </a:cubicBezTo>
                  <a:cubicBezTo>
                    <a:pt x="276" y="626"/>
                    <a:pt x="335" y="685"/>
                    <a:pt x="549" y="753"/>
                  </a:cubicBezTo>
                  <a:cubicBezTo>
                    <a:pt x="666" y="772"/>
                    <a:pt x="793" y="792"/>
                    <a:pt x="910" y="792"/>
                  </a:cubicBezTo>
                  <a:cubicBezTo>
                    <a:pt x="998" y="792"/>
                    <a:pt x="1018" y="899"/>
                    <a:pt x="940" y="928"/>
                  </a:cubicBezTo>
                  <a:cubicBezTo>
                    <a:pt x="930" y="938"/>
                    <a:pt x="930" y="948"/>
                    <a:pt x="910" y="948"/>
                  </a:cubicBezTo>
                  <a:cubicBezTo>
                    <a:pt x="637" y="948"/>
                    <a:pt x="237" y="1065"/>
                    <a:pt x="110" y="1358"/>
                  </a:cubicBezTo>
                  <a:cubicBezTo>
                    <a:pt x="1" y="1616"/>
                    <a:pt x="199" y="1667"/>
                    <a:pt x="382" y="1667"/>
                  </a:cubicBezTo>
                  <a:cubicBezTo>
                    <a:pt x="427" y="1667"/>
                    <a:pt x="472" y="1664"/>
                    <a:pt x="510" y="1660"/>
                  </a:cubicBezTo>
                  <a:cubicBezTo>
                    <a:pt x="676" y="1631"/>
                    <a:pt x="852" y="1582"/>
                    <a:pt x="1008" y="1504"/>
                  </a:cubicBezTo>
                  <a:cubicBezTo>
                    <a:pt x="1015" y="1500"/>
                    <a:pt x="1023" y="1499"/>
                    <a:pt x="1029" y="1499"/>
                  </a:cubicBezTo>
                  <a:cubicBezTo>
                    <a:pt x="1077" y="1499"/>
                    <a:pt x="1109" y="1577"/>
                    <a:pt x="1066" y="1611"/>
                  </a:cubicBezTo>
                  <a:cubicBezTo>
                    <a:pt x="1037" y="1631"/>
                    <a:pt x="1008" y="1650"/>
                    <a:pt x="979" y="1670"/>
                  </a:cubicBezTo>
                  <a:cubicBezTo>
                    <a:pt x="842" y="1767"/>
                    <a:pt x="735" y="1914"/>
                    <a:pt x="666" y="2070"/>
                  </a:cubicBezTo>
                  <a:cubicBezTo>
                    <a:pt x="608" y="2294"/>
                    <a:pt x="715" y="2509"/>
                    <a:pt x="969" y="2509"/>
                  </a:cubicBezTo>
                  <a:cubicBezTo>
                    <a:pt x="1281" y="2509"/>
                    <a:pt x="1505" y="2236"/>
                    <a:pt x="1808" y="2197"/>
                  </a:cubicBezTo>
                  <a:cubicBezTo>
                    <a:pt x="1812" y="2196"/>
                    <a:pt x="1816" y="2195"/>
                    <a:pt x="1820" y="2195"/>
                  </a:cubicBezTo>
                  <a:cubicBezTo>
                    <a:pt x="1855" y="2195"/>
                    <a:pt x="1886" y="2230"/>
                    <a:pt x="1886" y="2265"/>
                  </a:cubicBezTo>
                  <a:lnTo>
                    <a:pt x="1905" y="2265"/>
                  </a:lnTo>
                  <a:cubicBezTo>
                    <a:pt x="1915" y="1650"/>
                    <a:pt x="1915" y="1026"/>
                    <a:pt x="1915" y="411"/>
                  </a:cubicBezTo>
                  <a:lnTo>
                    <a:pt x="1857" y="411"/>
                  </a:lnTo>
                  <a:cubicBezTo>
                    <a:pt x="1849" y="440"/>
                    <a:pt x="1827" y="458"/>
                    <a:pt x="1803" y="458"/>
                  </a:cubicBezTo>
                  <a:cubicBezTo>
                    <a:pt x="1795" y="458"/>
                    <a:pt x="1786" y="456"/>
                    <a:pt x="1778" y="450"/>
                  </a:cubicBezTo>
                  <a:cubicBezTo>
                    <a:pt x="1538" y="164"/>
                    <a:pt x="1184" y="0"/>
                    <a:pt x="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3"/>
            <p:cNvSpPr/>
            <p:nvPr/>
          </p:nvSpPr>
          <p:spPr>
            <a:xfrm rot="1441116">
              <a:off x="7262467" y="2742235"/>
              <a:ext cx="256975" cy="366676"/>
            </a:xfrm>
            <a:custGeom>
              <a:rect b="b" l="l" r="r" t="t"/>
              <a:pathLst>
                <a:path extrusionOk="0" h="2841" w="1991">
                  <a:moveTo>
                    <a:pt x="847" y="0"/>
                  </a:moveTo>
                  <a:cubicBezTo>
                    <a:pt x="648" y="0"/>
                    <a:pt x="457" y="50"/>
                    <a:pt x="303" y="164"/>
                  </a:cubicBezTo>
                  <a:cubicBezTo>
                    <a:pt x="127" y="281"/>
                    <a:pt x="69" y="515"/>
                    <a:pt x="147" y="710"/>
                  </a:cubicBezTo>
                  <a:cubicBezTo>
                    <a:pt x="235" y="905"/>
                    <a:pt x="420" y="1042"/>
                    <a:pt x="625" y="1071"/>
                  </a:cubicBezTo>
                  <a:cubicBezTo>
                    <a:pt x="547" y="1100"/>
                    <a:pt x="469" y="1130"/>
                    <a:pt x="401" y="1178"/>
                  </a:cubicBezTo>
                  <a:cubicBezTo>
                    <a:pt x="225" y="1276"/>
                    <a:pt x="1" y="1500"/>
                    <a:pt x="30" y="1715"/>
                  </a:cubicBezTo>
                  <a:cubicBezTo>
                    <a:pt x="60" y="1926"/>
                    <a:pt x="242" y="1999"/>
                    <a:pt x="456" y="1999"/>
                  </a:cubicBezTo>
                  <a:cubicBezTo>
                    <a:pt x="588" y="1999"/>
                    <a:pt x="732" y="1971"/>
                    <a:pt x="859" y="1930"/>
                  </a:cubicBezTo>
                  <a:lnTo>
                    <a:pt x="859" y="1930"/>
                  </a:lnTo>
                  <a:cubicBezTo>
                    <a:pt x="635" y="2144"/>
                    <a:pt x="469" y="2476"/>
                    <a:pt x="742" y="2720"/>
                  </a:cubicBezTo>
                  <a:cubicBezTo>
                    <a:pt x="837" y="2807"/>
                    <a:pt x="945" y="2840"/>
                    <a:pt x="1059" y="2840"/>
                  </a:cubicBezTo>
                  <a:cubicBezTo>
                    <a:pt x="1367" y="2840"/>
                    <a:pt x="1719" y="2593"/>
                    <a:pt x="1962" y="2486"/>
                  </a:cubicBezTo>
                  <a:cubicBezTo>
                    <a:pt x="1981" y="2476"/>
                    <a:pt x="1991" y="2456"/>
                    <a:pt x="1991" y="2437"/>
                  </a:cubicBezTo>
                  <a:cubicBezTo>
                    <a:pt x="1991" y="2398"/>
                    <a:pt x="1962" y="2359"/>
                    <a:pt x="1913" y="2359"/>
                  </a:cubicBezTo>
                  <a:cubicBezTo>
                    <a:pt x="1620" y="2408"/>
                    <a:pt x="1396" y="2681"/>
                    <a:pt x="1084" y="2681"/>
                  </a:cubicBezTo>
                  <a:cubicBezTo>
                    <a:pt x="830" y="2681"/>
                    <a:pt x="713" y="2466"/>
                    <a:pt x="781" y="2242"/>
                  </a:cubicBezTo>
                  <a:cubicBezTo>
                    <a:pt x="849" y="2076"/>
                    <a:pt x="957" y="1939"/>
                    <a:pt x="1084" y="1832"/>
                  </a:cubicBezTo>
                  <a:cubicBezTo>
                    <a:pt x="1123" y="1822"/>
                    <a:pt x="1152" y="1803"/>
                    <a:pt x="1181" y="1774"/>
                  </a:cubicBezTo>
                  <a:cubicBezTo>
                    <a:pt x="1225" y="1738"/>
                    <a:pt x="1182" y="1663"/>
                    <a:pt x="1130" y="1663"/>
                  </a:cubicBezTo>
                  <a:cubicBezTo>
                    <a:pt x="1124" y="1663"/>
                    <a:pt x="1119" y="1664"/>
                    <a:pt x="1113" y="1666"/>
                  </a:cubicBezTo>
                  <a:cubicBezTo>
                    <a:pt x="957" y="1754"/>
                    <a:pt x="791" y="1803"/>
                    <a:pt x="625" y="1832"/>
                  </a:cubicBezTo>
                  <a:cubicBezTo>
                    <a:pt x="587" y="1836"/>
                    <a:pt x="543" y="1839"/>
                    <a:pt x="499" y="1839"/>
                  </a:cubicBezTo>
                  <a:cubicBezTo>
                    <a:pt x="315" y="1839"/>
                    <a:pt x="115" y="1787"/>
                    <a:pt x="225" y="1520"/>
                  </a:cubicBezTo>
                  <a:cubicBezTo>
                    <a:pt x="347" y="1247"/>
                    <a:pt x="715" y="1119"/>
                    <a:pt x="994" y="1119"/>
                  </a:cubicBezTo>
                  <a:cubicBezTo>
                    <a:pt x="1005" y="1119"/>
                    <a:pt x="1015" y="1120"/>
                    <a:pt x="1025" y="1120"/>
                  </a:cubicBezTo>
                  <a:cubicBezTo>
                    <a:pt x="1035" y="1120"/>
                    <a:pt x="1045" y="1110"/>
                    <a:pt x="1054" y="1100"/>
                  </a:cubicBezTo>
                  <a:cubicBezTo>
                    <a:pt x="1123" y="1071"/>
                    <a:pt x="1103" y="964"/>
                    <a:pt x="1025" y="954"/>
                  </a:cubicBezTo>
                  <a:cubicBezTo>
                    <a:pt x="898" y="954"/>
                    <a:pt x="771" y="944"/>
                    <a:pt x="654" y="915"/>
                  </a:cubicBezTo>
                  <a:cubicBezTo>
                    <a:pt x="449" y="847"/>
                    <a:pt x="381" y="808"/>
                    <a:pt x="342" y="574"/>
                  </a:cubicBezTo>
                  <a:cubicBezTo>
                    <a:pt x="303" y="339"/>
                    <a:pt x="371" y="271"/>
                    <a:pt x="586" y="203"/>
                  </a:cubicBezTo>
                  <a:cubicBezTo>
                    <a:pt x="674" y="174"/>
                    <a:pt x="771" y="164"/>
                    <a:pt x="859" y="164"/>
                  </a:cubicBezTo>
                  <a:cubicBezTo>
                    <a:pt x="870" y="164"/>
                    <a:pt x="881" y="163"/>
                    <a:pt x="893" y="163"/>
                  </a:cubicBezTo>
                  <a:cubicBezTo>
                    <a:pt x="1280" y="163"/>
                    <a:pt x="1637" y="328"/>
                    <a:pt x="1883" y="613"/>
                  </a:cubicBezTo>
                  <a:cubicBezTo>
                    <a:pt x="1896" y="622"/>
                    <a:pt x="1909" y="626"/>
                    <a:pt x="1922" y="626"/>
                  </a:cubicBezTo>
                  <a:cubicBezTo>
                    <a:pt x="1949" y="626"/>
                    <a:pt x="1971" y="607"/>
                    <a:pt x="1971" y="574"/>
                  </a:cubicBezTo>
                  <a:cubicBezTo>
                    <a:pt x="1971" y="574"/>
                    <a:pt x="1971" y="564"/>
                    <a:pt x="1962" y="554"/>
                  </a:cubicBezTo>
                  <a:cubicBezTo>
                    <a:pt x="1748" y="234"/>
                    <a:pt x="1279" y="0"/>
                    <a:pt x="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63"/>
          <p:cNvGrpSpPr/>
          <p:nvPr/>
        </p:nvGrpSpPr>
        <p:grpSpPr>
          <a:xfrm rot="-1357897">
            <a:off x="5562905" y="274555"/>
            <a:ext cx="525216" cy="627740"/>
            <a:chOff x="4515208" y="-1246226"/>
            <a:chExt cx="538517" cy="643724"/>
          </a:xfrm>
        </p:grpSpPr>
        <p:sp>
          <p:nvSpPr>
            <p:cNvPr id="1587" name="Google Shape;1587;p63"/>
            <p:cNvSpPr/>
            <p:nvPr/>
          </p:nvSpPr>
          <p:spPr>
            <a:xfrm>
              <a:off x="4522274" y="-1132618"/>
              <a:ext cx="531451" cy="530116"/>
            </a:xfrm>
            <a:custGeom>
              <a:rect b="b" l="l" r="r" t="t"/>
              <a:pathLst>
                <a:path extrusionOk="0" h="6752" w="6769">
                  <a:moveTo>
                    <a:pt x="5434" y="1"/>
                  </a:moveTo>
                  <a:cubicBezTo>
                    <a:pt x="5389" y="1"/>
                    <a:pt x="5342" y="38"/>
                    <a:pt x="5354" y="98"/>
                  </a:cubicBezTo>
                  <a:cubicBezTo>
                    <a:pt x="5647" y="1249"/>
                    <a:pt x="5920" y="2401"/>
                    <a:pt x="6193" y="3552"/>
                  </a:cubicBezTo>
                  <a:cubicBezTo>
                    <a:pt x="6320" y="4049"/>
                    <a:pt x="6437" y="4557"/>
                    <a:pt x="6545" y="5054"/>
                  </a:cubicBezTo>
                  <a:cubicBezTo>
                    <a:pt x="6593" y="5259"/>
                    <a:pt x="6632" y="5269"/>
                    <a:pt x="6476" y="5376"/>
                  </a:cubicBezTo>
                  <a:cubicBezTo>
                    <a:pt x="6145" y="5581"/>
                    <a:pt x="5793" y="5737"/>
                    <a:pt x="5423" y="5864"/>
                  </a:cubicBezTo>
                  <a:cubicBezTo>
                    <a:pt x="4701" y="6137"/>
                    <a:pt x="3950" y="6342"/>
                    <a:pt x="3189" y="6478"/>
                  </a:cubicBezTo>
                  <a:cubicBezTo>
                    <a:pt x="2837" y="6547"/>
                    <a:pt x="2486" y="6586"/>
                    <a:pt x="2125" y="6586"/>
                  </a:cubicBezTo>
                  <a:cubicBezTo>
                    <a:pt x="1794" y="6586"/>
                    <a:pt x="1735" y="6352"/>
                    <a:pt x="1618" y="6069"/>
                  </a:cubicBezTo>
                  <a:cubicBezTo>
                    <a:pt x="945" y="4371"/>
                    <a:pt x="613" y="2498"/>
                    <a:pt x="164" y="732"/>
                  </a:cubicBezTo>
                  <a:cubicBezTo>
                    <a:pt x="153" y="693"/>
                    <a:pt x="122" y="676"/>
                    <a:pt x="91" y="676"/>
                  </a:cubicBezTo>
                  <a:cubicBezTo>
                    <a:pt x="46" y="676"/>
                    <a:pt x="1" y="713"/>
                    <a:pt x="18" y="771"/>
                  </a:cubicBezTo>
                  <a:lnTo>
                    <a:pt x="18" y="781"/>
                  </a:lnTo>
                  <a:cubicBezTo>
                    <a:pt x="301" y="1893"/>
                    <a:pt x="574" y="3015"/>
                    <a:pt x="867" y="4127"/>
                  </a:cubicBezTo>
                  <a:cubicBezTo>
                    <a:pt x="1072" y="4888"/>
                    <a:pt x="1257" y="5678"/>
                    <a:pt x="1589" y="6400"/>
                  </a:cubicBezTo>
                  <a:cubicBezTo>
                    <a:pt x="1719" y="6686"/>
                    <a:pt x="1914" y="6752"/>
                    <a:pt x="2157" y="6752"/>
                  </a:cubicBezTo>
                  <a:cubicBezTo>
                    <a:pt x="2278" y="6752"/>
                    <a:pt x="2411" y="6735"/>
                    <a:pt x="2555" y="6722"/>
                  </a:cubicBezTo>
                  <a:cubicBezTo>
                    <a:pt x="3452" y="6654"/>
                    <a:pt x="4340" y="6400"/>
                    <a:pt x="5179" y="6117"/>
                  </a:cubicBezTo>
                  <a:cubicBezTo>
                    <a:pt x="5413" y="6039"/>
                    <a:pt x="6769" y="5630"/>
                    <a:pt x="6759" y="5337"/>
                  </a:cubicBezTo>
                  <a:cubicBezTo>
                    <a:pt x="6749" y="4966"/>
                    <a:pt x="6603" y="4566"/>
                    <a:pt x="6515" y="4215"/>
                  </a:cubicBezTo>
                  <a:cubicBezTo>
                    <a:pt x="6193" y="2830"/>
                    <a:pt x="5852" y="1435"/>
                    <a:pt x="5501" y="49"/>
                  </a:cubicBezTo>
                  <a:cubicBezTo>
                    <a:pt x="5489" y="16"/>
                    <a:pt x="5462" y="1"/>
                    <a:pt x="5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3"/>
            <p:cNvSpPr/>
            <p:nvPr/>
          </p:nvSpPr>
          <p:spPr>
            <a:xfrm>
              <a:off x="4593485" y="-1035106"/>
              <a:ext cx="121851" cy="426244"/>
            </a:xfrm>
            <a:custGeom>
              <a:rect b="b" l="l" r="r" t="t"/>
              <a:pathLst>
                <a:path extrusionOk="0" h="5429" w="1552">
                  <a:moveTo>
                    <a:pt x="97" y="0"/>
                  </a:moveTo>
                  <a:cubicBezTo>
                    <a:pt x="51" y="0"/>
                    <a:pt x="1" y="40"/>
                    <a:pt x="18" y="105"/>
                  </a:cubicBezTo>
                  <a:cubicBezTo>
                    <a:pt x="467" y="1861"/>
                    <a:pt x="935" y="3617"/>
                    <a:pt x="1384" y="5373"/>
                  </a:cubicBezTo>
                  <a:cubicBezTo>
                    <a:pt x="1396" y="5412"/>
                    <a:pt x="1426" y="5429"/>
                    <a:pt x="1456" y="5429"/>
                  </a:cubicBezTo>
                  <a:cubicBezTo>
                    <a:pt x="1503" y="5429"/>
                    <a:pt x="1552" y="5389"/>
                    <a:pt x="1540" y="5324"/>
                  </a:cubicBezTo>
                  <a:cubicBezTo>
                    <a:pt x="1082" y="3568"/>
                    <a:pt x="623" y="1812"/>
                    <a:pt x="165" y="56"/>
                  </a:cubicBezTo>
                  <a:cubicBezTo>
                    <a:pt x="157" y="17"/>
                    <a:pt x="128"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3"/>
            <p:cNvSpPr/>
            <p:nvPr/>
          </p:nvSpPr>
          <p:spPr>
            <a:xfrm>
              <a:off x="4515208" y="-1246226"/>
              <a:ext cx="441240" cy="221876"/>
            </a:xfrm>
            <a:custGeom>
              <a:rect b="b" l="l" r="r" t="t"/>
              <a:pathLst>
                <a:path extrusionOk="0" h="2826" w="5620">
                  <a:moveTo>
                    <a:pt x="4660" y="211"/>
                  </a:moveTo>
                  <a:cubicBezTo>
                    <a:pt x="4385" y="803"/>
                    <a:pt x="4646" y="1338"/>
                    <a:pt x="5254" y="1543"/>
                  </a:cubicBezTo>
                  <a:lnTo>
                    <a:pt x="5254" y="1543"/>
                  </a:lnTo>
                  <a:cubicBezTo>
                    <a:pt x="4454" y="1850"/>
                    <a:pt x="2283" y="2593"/>
                    <a:pt x="1072" y="2593"/>
                  </a:cubicBezTo>
                  <a:cubicBezTo>
                    <a:pt x="522" y="2593"/>
                    <a:pt x="171" y="2440"/>
                    <a:pt x="235" y="2023"/>
                  </a:cubicBezTo>
                  <a:cubicBezTo>
                    <a:pt x="362" y="1272"/>
                    <a:pt x="1923" y="931"/>
                    <a:pt x="2508" y="755"/>
                  </a:cubicBezTo>
                  <a:cubicBezTo>
                    <a:pt x="3219" y="539"/>
                    <a:pt x="3947" y="406"/>
                    <a:pt x="4660" y="211"/>
                  </a:cubicBezTo>
                  <a:close/>
                  <a:moveTo>
                    <a:pt x="4824" y="0"/>
                  </a:moveTo>
                  <a:cubicBezTo>
                    <a:pt x="4817" y="0"/>
                    <a:pt x="4809" y="1"/>
                    <a:pt x="4800" y="4"/>
                  </a:cubicBezTo>
                  <a:cubicBezTo>
                    <a:pt x="3835" y="297"/>
                    <a:pt x="2840" y="462"/>
                    <a:pt x="1874" y="784"/>
                  </a:cubicBezTo>
                  <a:cubicBezTo>
                    <a:pt x="1298" y="979"/>
                    <a:pt x="1" y="1379"/>
                    <a:pt x="79" y="2189"/>
                  </a:cubicBezTo>
                  <a:cubicBezTo>
                    <a:pt x="121" y="2655"/>
                    <a:pt x="540" y="2826"/>
                    <a:pt x="1130" y="2826"/>
                  </a:cubicBezTo>
                  <a:cubicBezTo>
                    <a:pt x="2565" y="2826"/>
                    <a:pt x="5014" y="1818"/>
                    <a:pt x="5532" y="1604"/>
                  </a:cubicBezTo>
                  <a:cubicBezTo>
                    <a:pt x="5600" y="1574"/>
                    <a:pt x="5620" y="1467"/>
                    <a:pt x="5532" y="1448"/>
                  </a:cubicBezTo>
                  <a:cubicBezTo>
                    <a:pt x="4830" y="1331"/>
                    <a:pt x="4459" y="804"/>
                    <a:pt x="4888" y="121"/>
                  </a:cubicBezTo>
                  <a:cubicBezTo>
                    <a:pt x="4915" y="81"/>
                    <a:pt x="4901" y="44"/>
                    <a:pt x="4874" y="23"/>
                  </a:cubicBezTo>
                  <a:lnTo>
                    <a:pt x="4874" y="23"/>
                  </a:lnTo>
                  <a:cubicBezTo>
                    <a:pt x="4861" y="9"/>
                    <a:pt x="4845" y="0"/>
                    <a:pt x="48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3"/>
            <p:cNvSpPr/>
            <p:nvPr/>
          </p:nvSpPr>
          <p:spPr>
            <a:xfrm>
              <a:off x="4577939" y="-1197234"/>
              <a:ext cx="269847" cy="93351"/>
            </a:xfrm>
            <a:custGeom>
              <a:rect b="b" l="l" r="r" t="t"/>
              <a:pathLst>
                <a:path extrusionOk="0" h="1189" w="3437">
                  <a:moveTo>
                    <a:pt x="3334" y="0"/>
                  </a:moveTo>
                  <a:cubicBezTo>
                    <a:pt x="3326" y="0"/>
                    <a:pt x="3318" y="2"/>
                    <a:pt x="3309" y="4"/>
                  </a:cubicBezTo>
                  <a:cubicBezTo>
                    <a:pt x="2236" y="365"/>
                    <a:pt x="1153" y="668"/>
                    <a:pt x="90" y="1029"/>
                  </a:cubicBezTo>
                  <a:cubicBezTo>
                    <a:pt x="1" y="1064"/>
                    <a:pt x="25" y="1188"/>
                    <a:pt x="104" y="1188"/>
                  </a:cubicBezTo>
                  <a:cubicBezTo>
                    <a:pt x="111" y="1188"/>
                    <a:pt x="120" y="1187"/>
                    <a:pt x="129" y="1185"/>
                  </a:cubicBezTo>
                  <a:cubicBezTo>
                    <a:pt x="1192" y="814"/>
                    <a:pt x="2275" y="511"/>
                    <a:pt x="3348" y="160"/>
                  </a:cubicBezTo>
                  <a:cubicBezTo>
                    <a:pt x="3437" y="125"/>
                    <a:pt x="3412" y="0"/>
                    <a:pt x="3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4567732" y="-1164259"/>
              <a:ext cx="293794" cy="93901"/>
            </a:xfrm>
            <a:custGeom>
              <a:rect b="b" l="l" r="r" t="t"/>
              <a:pathLst>
                <a:path extrusionOk="0" h="1196" w="3742">
                  <a:moveTo>
                    <a:pt x="3628" y="0"/>
                  </a:moveTo>
                  <a:cubicBezTo>
                    <a:pt x="3621" y="0"/>
                    <a:pt x="3613" y="1"/>
                    <a:pt x="3605" y="4"/>
                  </a:cubicBezTo>
                  <a:cubicBezTo>
                    <a:pt x="2424" y="316"/>
                    <a:pt x="1263" y="735"/>
                    <a:pt x="83" y="1048"/>
                  </a:cubicBezTo>
                  <a:cubicBezTo>
                    <a:pt x="1" y="1075"/>
                    <a:pt x="30" y="1196"/>
                    <a:pt x="105" y="1196"/>
                  </a:cubicBezTo>
                  <a:cubicBezTo>
                    <a:pt x="111" y="1196"/>
                    <a:pt x="116" y="1195"/>
                    <a:pt x="122" y="1194"/>
                  </a:cubicBezTo>
                  <a:cubicBezTo>
                    <a:pt x="1312" y="882"/>
                    <a:pt x="2463" y="462"/>
                    <a:pt x="3644" y="160"/>
                  </a:cubicBezTo>
                  <a:cubicBezTo>
                    <a:pt x="3742" y="133"/>
                    <a:pt x="3709" y="0"/>
                    <a:pt x="3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4631328" y="-1127358"/>
              <a:ext cx="222818" cy="66186"/>
            </a:xfrm>
            <a:custGeom>
              <a:rect b="b" l="l" r="r" t="t"/>
              <a:pathLst>
                <a:path extrusionOk="0" h="843" w="2838">
                  <a:moveTo>
                    <a:pt x="2733" y="0"/>
                  </a:moveTo>
                  <a:cubicBezTo>
                    <a:pt x="2728" y="0"/>
                    <a:pt x="2722" y="1"/>
                    <a:pt x="2717" y="2"/>
                  </a:cubicBezTo>
                  <a:cubicBezTo>
                    <a:pt x="1839" y="226"/>
                    <a:pt x="970" y="490"/>
                    <a:pt x="92" y="695"/>
                  </a:cubicBezTo>
                  <a:cubicBezTo>
                    <a:pt x="1" y="713"/>
                    <a:pt x="30" y="843"/>
                    <a:pt x="114" y="843"/>
                  </a:cubicBezTo>
                  <a:cubicBezTo>
                    <a:pt x="120" y="843"/>
                    <a:pt x="125" y="842"/>
                    <a:pt x="131" y="841"/>
                  </a:cubicBezTo>
                  <a:cubicBezTo>
                    <a:pt x="1019" y="646"/>
                    <a:pt x="1878" y="382"/>
                    <a:pt x="2756" y="148"/>
                  </a:cubicBezTo>
                  <a:cubicBezTo>
                    <a:pt x="2838" y="121"/>
                    <a:pt x="2809" y="0"/>
                    <a:pt x="2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63"/>
          <p:cNvGrpSpPr/>
          <p:nvPr/>
        </p:nvGrpSpPr>
        <p:grpSpPr>
          <a:xfrm rot="1691954">
            <a:off x="4072347" y="3984443"/>
            <a:ext cx="540884" cy="695549"/>
            <a:chOff x="2770689" y="4138464"/>
            <a:chExt cx="520229" cy="668989"/>
          </a:xfrm>
        </p:grpSpPr>
        <p:sp>
          <p:nvSpPr>
            <p:cNvPr id="1594" name="Google Shape;1594;p63"/>
            <p:cNvSpPr/>
            <p:nvPr/>
          </p:nvSpPr>
          <p:spPr>
            <a:xfrm rot="2231121">
              <a:off x="2855044" y="4429849"/>
              <a:ext cx="209862" cy="349737"/>
            </a:xfrm>
            <a:custGeom>
              <a:rect b="b" l="l" r="r" t="t"/>
              <a:pathLst>
                <a:path extrusionOk="0" h="3533" w="2120">
                  <a:moveTo>
                    <a:pt x="1109" y="1"/>
                  </a:moveTo>
                  <a:cubicBezTo>
                    <a:pt x="1064" y="1"/>
                    <a:pt x="1019" y="38"/>
                    <a:pt x="1036" y="96"/>
                  </a:cubicBezTo>
                  <a:cubicBezTo>
                    <a:pt x="1212" y="691"/>
                    <a:pt x="1436" y="1277"/>
                    <a:pt x="1632" y="1872"/>
                  </a:cubicBezTo>
                  <a:cubicBezTo>
                    <a:pt x="1807" y="2399"/>
                    <a:pt x="2119" y="3325"/>
                    <a:pt x="1280" y="3384"/>
                  </a:cubicBezTo>
                  <a:cubicBezTo>
                    <a:pt x="1271" y="3385"/>
                    <a:pt x="1262" y="3385"/>
                    <a:pt x="1253" y="3385"/>
                  </a:cubicBezTo>
                  <a:cubicBezTo>
                    <a:pt x="750" y="3385"/>
                    <a:pt x="655" y="2334"/>
                    <a:pt x="578" y="1999"/>
                  </a:cubicBezTo>
                  <a:cubicBezTo>
                    <a:pt x="451" y="1423"/>
                    <a:pt x="266" y="877"/>
                    <a:pt x="158" y="301"/>
                  </a:cubicBezTo>
                  <a:cubicBezTo>
                    <a:pt x="151" y="258"/>
                    <a:pt x="123" y="240"/>
                    <a:pt x="93" y="240"/>
                  </a:cubicBezTo>
                  <a:cubicBezTo>
                    <a:pt x="49" y="240"/>
                    <a:pt x="0" y="281"/>
                    <a:pt x="12" y="340"/>
                  </a:cubicBezTo>
                  <a:cubicBezTo>
                    <a:pt x="168" y="1199"/>
                    <a:pt x="383" y="2057"/>
                    <a:pt x="636" y="2896"/>
                  </a:cubicBezTo>
                  <a:cubicBezTo>
                    <a:pt x="748" y="3241"/>
                    <a:pt x="922" y="3532"/>
                    <a:pt x="1303" y="3532"/>
                  </a:cubicBezTo>
                  <a:cubicBezTo>
                    <a:pt x="1321" y="3532"/>
                    <a:pt x="1340" y="3532"/>
                    <a:pt x="1358" y="3530"/>
                  </a:cubicBezTo>
                  <a:cubicBezTo>
                    <a:pt x="1817" y="3501"/>
                    <a:pt x="2012" y="3199"/>
                    <a:pt x="2002" y="2769"/>
                  </a:cubicBezTo>
                  <a:cubicBezTo>
                    <a:pt x="1983" y="1862"/>
                    <a:pt x="1446" y="906"/>
                    <a:pt x="1183" y="57"/>
                  </a:cubicBezTo>
                  <a:cubicBezTo>
                    <a:pt x="1171" y="18"/>
                    <a:pt x="1140" y="1"/>
                    <a:pt x="1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rot="2231121">
              <a:off x="2951278" y="4179559"/>
              <a:ext cx="236689" cy="299350"/>
            </a:xfrm>
            <a:custGeom>
              <a:rect b="b" l="l" r="r" t="t"/>
              <a:pathLst>
                <a:path extrusionOk="0" h="3024" w="2391">
                  <a:moveTo>
                    <a:pt x="882" y="155"/>
                  </a:moveTo>
                  <a:cubicBezTo>
                    <a:pt x="1152" y="155"/>
                    <a:pt x="1463" y="368"/>
                    <a:pt x="1610" y="602"/>
                  </a:cubicBezTo>
                  <a:cubicBezTo>
                    <a:pt x="1903" y="1089"/>
                    <a:pt x="2030" y="1762"/>
                    <a:pt x="2147" y="2309"/>
                  </a:cubicBezTo>
                  <a:cubicBezTo>
                    <a:pt x="2237" y="2750"/>
                    <a:pt x="1246" y="2867"/>
                    <a:pt x="863" y="2867"/>
                  </a:cubicBezTo>
                  <a:cubicBezTo>
                    <a:pt x="853" y="2867"/>
                    <a:pt x="844" y="2867"/>
                    <a:pt x="835" y="2867"/>
                  </a:cubicBezTo>
                  <a:lnTo>
                    <a:pt x="835" y="2867"/>
                  </a:lnTo>
                  <a:cubicBezTo>
                    <a:pt x="710" y="2399"/>
                    <a:pt x="553" y="1939"/>
                    <a:pt x="450" y="1470"/>
                  </a:cubicBezTo>
                  <a:cubicBezTo>
                    <a:pt x="381" y="1167"/>
                    <a:pt x="372" y="855"/>
                    <a:pt x="440" y="553"/>
                  </a:cubicBezTo>
                  <a:cubicBezTo>
                    <a:pt x="517" y="264"/>
                    <a:pt x="689" y="155"/>
                    <a:pt x="882" y="155"/>
                  </a:cubicBezTo>
                  <a:close/>
                  <a:moveTo>
                    <a:pt x="1007" y="0"/>
                  </a:moveTo>
                  <a:cubicBezTo>
                    <a:pt x="708" y="0"/>
                    <a:pt x="417" y="200"/>
                    <a:pt x="293" y="524"/>
                  </a:cubicBezTo>
                  <a:cubicBezTo>
                    <a:pt x="1" y="1255"/>
                    <a:pt x="518" y="2270"/>
                    <a:pt x="703" y="2972"/>
                  </a:cubicBezTo>
                  <a:cubicBezTo>
                    <a:pt x="715" y="3006"/>
                    <a:pt x="742" y="3021"/>
                    <a:pt x="770" y="3021"/>
                  </a:cubicBezTo>
                  <a:cubicBezTo>
                    <a:pt x="772" y="3021"/>
                    <a:pt x="774" y="3021"/>
                    <a:pt x="776" y="3021"/>
                  </a:cubicBezTo>
                  <a:lnTo>
                    <a:pt x="776" y="3021"/>
                  </a:lnTo>
                  <a:cubicBezTo>
                    <a:pt x="778" y="3021"/>
                    <a:pt x="780" y="3021"/>
                    <a:pt x="781" y="3021"/>
                  </a:cubicBezTo>
                  <a:cubicBezTo>
                    <a:pt x="817" y="3023"/>
                    <a:pt x="859" y="3024"/>
                    <a:pt x="906" y="3024"/>
                  </a:cubicBezTo>
                  <a:cubicBezTo>
                    <a:pt x="1348" y="3024"/>
                    <a:pt x="2199" y="2928"/>
                    <a:pt x="2323" y="2504"/>
                  </a:cubicBezTo>
                  <a:cubicBezTo>
                    <a:pt x="2391" y="2260"/>
                    <a:pt x="2186" y="1811"/>
                    <a:pt x="2128" y="1577"/>
                  </a:cubicBezTo>
                  <a:cubicBezTo>
                    <a:pt x="2001" y="1128"/>
                    <a:pt x="1864" y="641"/>
                    <a:pt x="1562" y="280"/>
                  </a:cubicBezTo>
                  <a:cubicBezTo>
                    <a:pt x="1403" y="86"/>
                    <a:pt x="1203" y="0"/>
                    <a:pt x="1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3"/>
            <p:cNvSpPr/>
            <p:nvPr/>
          </p:nvSpPr>
          <p:spPr>
            <a:xfrm rot="2231121">
              <a:off x="3037184" y="4221529"/>
              <a:ext cx="163732" cy="352905"/>
            </a:xfrm>
            <a:custGeom>
              <a:rect b="b" l="l" r="r" t="t"/>
              <a:pathLst>
                <a:path extrusionOk="0" h="3565" w="1654">
                  <a:moveTo>
                    <a:pt x="339" y="1"/>
                  </a:moveTo>
                  <a:cubicBezTo>
                    <a:pt x="256" y="1"/>
                    <a:pt x="168" y="27"/>
                    <a:pt x="73" y="84"/>
                  </a:cubicBezTo>
                  <a:cubicBezTo>
                    <a:pt x="0" y="133"/>
                    <a:pt x="42" y="235"/>
                    <a:pt x="108" y="235"/>
                  </a:cubicBezTo>
                  <a:cubicBezTo>
                    <a:pt x="122" y="235"/>
                    <a:pt x="136" y="231"/>
                    <a:pt x="151" y="221"/>
                  </a:cubicBezTo>
                  <a:cubicBezTo>
                    <a:pt x="213" y="182"/>
                    <a:pt x="271" y="164"/>
                    <a:pt x="327" y="164"/>
                  </a:cubicBezTo>
                  <a:cubicBezTo>
                    <a:pt x="787" y="164"/>
                    <a:pt x="1028" y="1379"/>
                    <a:pt x="1098" y="1684"/>
                  </a:cubicBezTo>
                  <a:cubicBezTo>
                    <a:pt x="1185" y="2064"/>
                    <a:pt x="1254" y="2455"/>
                    <a:pt x="1312" y="2845"/>
                  </a:cubicBezTo>
                  <a:cubicBezTo>
                    <a:pt x="1361" y="3001"/>
                    <a:pt x="1361" y="3177"/>
                    <a:pt x="1332" y="3333"/>
                  </a:cubicBezTo>
                  <a:cubicBezTo>
                    <a:pt x="1326" y="3333"/>
                    <a:pt x="1321" y="3333"/>
                    <a:pt x="1316" y="3333"/>
                  </a:cubicBezTo>
                  <a:cubicBezTo>
                    <a:pt x="1177" y="3333"/>
                    <a:pt x="1069" y="3210"/>
                    <a:pt x="1078" y="3069"/>
                  </a:cubicBezTo>
                  <a:cubicBezTo>
                    <a:pt x="1039" y="2952"/>
                    <a:pt x="1010" y="2835"/>
                    <a:pt x="990" y="2718"/>
                  </a:cubicBezTo>
                  <a:cubicBezTo>
                    <a:pt x="982" y="2679"/>
                    <a:pt x="952" y="2662"/>
                    <a:pt x="921" y="2662"/>
                  </a:cubicBezTo>
                  <a:cubicBezTo>
                    <a:pt x="875" y="2662"/>
                    <a:pt x="827" y="2699"/>
                    <a:pt x="844" y="2757"/>
                  </a:cubicBezTo>
                  <a:cubicBezTo>
                    <a:pt x="881" y="2941"/>
                    <a:pt x="978" y="3565"/>
                    <a:pt x="1282" y="3565"/>
                  </a:cubicBezTo>
                  <a:cubicBezTo>
                    <a:pt x="1301" y="3565"/>
                    <a:pt x="1321" y="3562"/>
                    <a:pt x="1342" y="3557"/>
                  </a:cubicBezTo>
                  <a:cubicBezTo>
                    <a:pt x="1654" y="3469"/>
                    <a:pt x="1468" y="2757"/>
                    <a:pt x="1429" y="2601"/>
                  </a:cubicBezTo>
                  <a:cubicBezTo>
                    <a:pt x="1368" y="2214"/>
                    <a:pt x="1100"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3"/>
            <p:cNvSpPr/>
            <p:nvPr/>
          </p:nvSpPr>
          <p:spPr>
            <a:xfrm rot="2231121">
              <a:off x="2953325" y="4385878"/>
              <a:ext cx="162445" cy="52564"/>
            </a:xfrm>
            <a:custGeom>
              <a:rect b="b" l="l" r="r" t="t"/>
              <a:pathLst>
                <a:path extrusionOk="0" h="531" w="1641">
                  <a:moveTo>
                    <a:pt x="1530" y="1"/>
                  </a:moveTo>
                  <a:cubicBezTo>
                    <a:pt x="1517" y="1"/>
                    <a:pt x="1503" y="5"/>
                    <a:pt x="1490" y="15"/>
                  </a:cubicBezTo>
                  <a:cubicBezTo>
                    <a:pt x="1179" y="219"/>
                    <a:pt x="747" y="375"/>
                    <a:pt x="356" y="375"/>
                  </a:cubicBezTo>
                  <a:cubicBezTo>
                    <a:pt x="280" y="375"/>
                    <a:pt x="205" y="369"/>
                    <a:pt x="133" y="356"/>
                  </a:cubicBezTo>
                  <a:cubicBezTo>
                    <a:pt x="130" y="356"/>
                    <a:pt x="127" y="356"/>
                    <a:pt x="124" y="356"/>
                  </a:cubicBezTo>
                  <a:cubicBezTo>
                    <a:pt x="34" y="356"/>
                    <a:pt x="0" y="494"/>
                    <a:pt x="94" y="512"/>
                  </a:cubicBezTo>
                  <a:cubicBezTo>
                    <a:pt x="169" y="525"/>
                    <a:pt x="247" y="530"/>
                    <a:pt x="327" y="530"/>
                  </a:cubicBezTo>
                  <a:cubicBezTo>
                    <a:pt x="754" y="530"/>
                    <a:pt x="1230" y="364"/>
                    <a:pt x="1568" y="142"/>
                  </a:cubicBezTo>
                  <a:cubicBezTo>
                    <a:pt x="1640" y="101"/>
                    <a:pt x="1592" y="1"/>
                    <a:pt x="1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rot="2231121">
              <a:off x="2965649" y="4352753"/>
              <a:ext cx="166306" cy="57811"/>
            </a:xfrm>
            <a:custGeom>
              <a:rect b="b" l="l" r="r" t="t"/>
              <a:pathLst>
                <a:path extrusionOk="0" h="584" w="1680">
                  <a:moveTo>
                    <a:pt x="1567" y="1"/>
                  </a:moveTo>
                  <a:cubicBezTo>
                    <a:pt x="1549" y="1"/>
                    <a:pt x="1530" y="7"/>
                    <a:pt x="1512" y="23"/>
                  </a:cubicBezTo>
                  <a:cubicBezTo>
                    <a:pt x="1148" y="318"/>
                    <a:pt x="729" y="428"/>
                    <a:pt x="277" y="428"/>
                  </a:cubicBezTo>
                  <a:cubicBezTo>
                    <a:pt x="221" y="428"/>
                    <a:pt x="164" y="426"/>
                    <a:pt x="107" y="423"/>
                  </a:cubicBezTo>
                  <a:cubicBezTo>
                    <a:pt x="0" y="423"/>
                    <a:pt x="10" y="569"/>
                    <a:pt x="107" y="579"/>
                  </a:cubicBezTo>
                  <a:cubicBezTo>
                    <a:pt x="162" y="582"/>
                    <a:pt x="216" y="583"/>
                    <a:pt x="270" y="583"/>
                  </a:cubicBezTo>
                  <a:cubicBezTo>
                    <a:pt x="771" y="583"/>
                    <a:pt x="1223" y="456"/>
                    <a:pt x="1620" y="130"/>
                  </a:cubicBezTo>
                  <a:cubicBezTo>
                    <a:pt x="1680" y="77"/>
                    <a:pt x="1629" y="1"/>
                    <a:pt x="1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2" name="Shape 1602"/>
        <p:cNvGrpSpPr/>
        <p:nvPr/>
      </p:nvGrpSpPr>
      <p:grpSpPr>
        <a:xfrm>
          <a:off x="0" y="0"/>
          <a:ext cx="0" cy="0"/>
          <a:chOff x="0" y="0"/>
          <a:chExt cx="0" cy="0"/>
        </a:xfrm>
      </p:grpSpPr>
      <p:grpSp>
        <p:nvGrpSpPr>
          <p:cNvPr id="1603" name="Google Shape;1603;p64"/>
          <p:cNvGrpSpPr/>
          <p:nvPr/>
        </p:nvGrpSpPr>
        <p:grpSpPr>
          <a:xfrm>
            <a:off x="1936853" y="1116358"/>
            <a:ext cx="5270292" cy="1509225"/>
            <a:chOff x="7728910" y="1917859"/>
            <a:chExt cx="1034486" cy="222599"/>
          </a:xfrm>
        </p:grpSpPr>
        <p:sp>
          <p:nvSpPr>
            <p:cNvPr id="1604" name="Google Shape;1604;p64"/>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4"/>
            <p:cNvSpPr/>
            <p:nvPr/>
          </p:nvSpPr>
          <p:spPr>
            <a:xfrm>
              <a:off x="7728910"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4"/>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4"/>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3" name="Google Shape;1643;p64"/>
          <p:cNvSpPr txBox="1"/>
          <p:nvPr>
            <p:ph type="title"/>
          </p:nvPr>
        </p:nvSpPr>
        <p:spPr>
          <a:xfrm>
            <a:off x="2906875" y="1270638"/>
            <a:ext cx="3330300" cy="9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Description about the activity</a:t>
            </a:r>
            <a:endParaRPr/>
          </a:p>
        </p:txBody>
      </p:sp>
      <p:sp>
        <p:nvSpPr>
          <p:cNvPr id="1644" name="Google Shape;1644;p64"/>
          <p:cNvSpPr txBox="1"/>
          <p:nvPr>
            <p:ph idx="1" type="subTitle"/>
          </p:nvPr>
        </p:nvSpPr>
        <p:spPr>
          <a:xfrm>
            <a:off x="1982875" y="2912938"/>
            <a:ext cx="5178300" cy="111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 and its atmosphere is extremely poisonous</a:t>
            </a:r>
            <a:r>
              <a:rPr lang="en"/>
              <a:t>. It’s the second-brightest natural object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8" name="Shape 1648"/>
        <p:cNvGrpSpPr/>
        <p:nvPr/>
      </p:nvGrpSpPr>
      <p:grpSpPr>
        <a:xfrm>
          <a:off x="0" y="0"/>
          <a:ext cx="0" cy="0"/>
          <a:chOff x="0" y="0"/>
          <a:chExt cx="0" cy="0"/>
        </a:xfrm>
      </p:grpSpPr>
      <p:sp>
        <p:nvSpPr>
          <p:cNvPr id="1649" name="Google Shape;1649;p65"/>
          <p:cNvSpPr/>
          <p:nvPr/>
        </p:nvSpPr>
        <p:spPr>
          <a:xfrm rot="-10709925">
            <a:off x="3336530" y="3241014"/>
            <a:ext cx="2470932" cy="735361"/>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1650" name="Google Shape;1650;p65"/>
          <p:cNvSpPr/>
          <p:nvPr/>
        </p:nvSpPr>
        <p:spPr>
          <a:xfrm rot="-10679987">
            <a:off x="5967215" y="3240955"/>
            <a:ext cx="2470601" cy="735432"/>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1651" name="Google Shape;1651;p65"/>
          <p:cNvSpPr/>
          <p:nvPr/>
        </p:nvSpPr>
        <p:spPr>
          <a:xfrm flipH="1" rot="-60166">
            <a:off x="728452" y="3240924"/>
            <a:ext cx="2470709" cy="735407"/>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1652" name="Google Shape;1652;p65"/>
          <p:cNvSpPr/>
          <p:nvPr/>
        </p:nvSpPr>
        <p:spPr>
          <a:xfrm flipH="1" rot="10709925">
            <a:off x="3336530" y="1808389"/>
            <a:ext cx="2470932" cy="735361"/>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1653" name="Google Shape;1653;p65"/>
          <p:cNvSpPr/>
          <p:nvPr/>
        </p:nvSpPr>
        <p:spPr>
          <a:xfrm rot="60166">
            <a:off x="728452" y="1808425"/>
            <a:ext cx="2470709" cy="735407"/>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1654" name="Google Shape;1654;p65"/>
          <p:cNvSpPr/>
          <p:nvPr/>
        </p:nvSpPr>
        <p:spPr>
          <a:xfrm>
            <a:off x="5967103" y="1808375"/>
            <a:ext cx="2470825" cy="73541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grpSp>
        <p:nvGrpSpPr>
          <p:cNvPr id="1655" name="Google Shape;1655;p65"/>
          <p:cNvGrpSpPr/>
          <p:nvPr/>
        </p:nvGrpSpPr>
        <p:grpSpPr>
          <a:xfrm>
            <a:off x="1715630" y="672140"/>
            <a:ext cx="5713283" cy="735427"/>
            <a:chOff x="7728915" y="2370420"/>
            <a:chExt cx="1034472" cy="222546"/>
          </a:xfrm>
        </p:grpSpPr>
        <p:sp>
          <p:nvSpPr>
            <p:cNvPr id="1656" name="Google Shape;1656;p65"/>
            <p:cNvSpPr/>
            <p:nvPr/>
          </p:nvSpPr>
          <p:spPr>
            <a:xfrm>
              <a:off x="7737238" y="2413890"/>
              <a:ext cx="167201" cy="172874"/>
            </a:xfrm>
            <a:custGeom>
              <a:rect b="b" l="l" r="r" t="t"/>
              <a:pathLst>
                <a:path extrusionOk="0" h="3261" w="3154">
                  <a:moveTo>
                    <a:pt x="2396" y="0"/>
                  </a:moveTo>
                  <a:cubicBezTo>
                    <a:pt x="2396" y="27"/>
                    <a:pt x="2379" y="54"/>
                    <a:pt x="2341" y="55"/>
                  </a:cubicBezTo>
                  <a:cubicBezTo>
                    <a:pt x="2153" y="65"/>
                    <a:pt x="1962" y="69"/>
                    <a:pt x="1769" y="69"/>
                  </a:cubicBezTo>
                  <a:cubicBezTo>
                    <a:pt x="1251" y="69"/>
                    <a:pt x="725" y="38"/>
                    <a:pt x="217" y="3"/>
                  </a:cubicBezTo>
                  <a:lnTo>
                    <a:pt x="217" y="3"/>
                  </a:lnTo>
                  <a:cubicBezTo>
                    <a:pt x="557" y="612"/>
                    <a:pt x="989" y="1160"/>
                    <a:pt x="1436" y="1696"/>
                  </a:cubicBezTo>
                  <a:cubicBezTo>
                    <a:pt x="1452" y="1716"/>
                    <a:pt x="1453" y="1739"/>
                    <a:pt x="1445" y="1759"/>
                  </a:cubicBezTo>
                  <a:cubicBezTo>
                    <a:pt x="1459" y="1781"/>
                    <a:pt x="1461" y="1812"/>
                    <a:pt x="1437" y="1838"/>
                  </a:cubicBezTo>
                  <a:cubicBezTo>
                    <a:pt x="978" y="2326"/>
                    <a:pt x="493" y="2807"/>
                    <a:pt x="1" y="3261"/>
                  </a:cubicBezTo>
                  <a:cubicBezTo>
                    <a:pt x="1049" y="3215"/>
                    <a:pt x="2102" y="3223"/>
                    <a:pt x="3153" y="3218"/>
                  </a:cubicBezTo>
                  <a:cubicBezTo>
                    <a:pt x="2894" y="3063"/>
                    <a:pt x="2646" y="2892"/>
                    <a:pt x="2419" y="2690"/>
                  </a:cubicBezTo>
                  <a:cubicBezTo>
                    <a:pt x="2407" y="2678"/>
                    <a:pt x="2405" y="2665"/>
                    <a:pt x="2407" y="2651"/>
                  </a:cubicBezTo>
                  <a:cubicBezTo>
                    <a:pt x="2397" y="2633"/>
                    <a:pt x="2398" y="2610"/>
                    <a:pt x="2412" y="2594"/>
                  </a:cubicBezTo>
                  <a:cubicBezTo>
                    <a:pt x="2411" y="2589"/>
                    <a:pt x="2409" y="2584"/>
                    <a:pt x="2409" y="2580"/>
                  </a:cubicBezTo>
                  <a:cubicBezTo>
                    <a:pt x="2396" y="2032"/>
                    <a:pt x="2454" y="1483"/>
                    <a:pt x="2449" y="935"/>
                  </a:cubicBezTo>
                  <a:cubicBezTo>
                    <a:pt x="2448" y="622"/>
                    <a:pt x="2435" y="311"/>
                    <a:pt x="24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5"/>
            <p:cNvSpPr/>
            <p:nvPr/>
          </p:nvSpPr>
          <p:spPr>
            <a:xfrm>
              <a:off x="8619035" y="2410179"/>
              <a:ext cx="135129" cy="175312"/>
            </a:xfrm>
            <a:custGeom>
              <a:rect b="b" l="l" r="r" t="t"/>
              <a:pathLst>
                <a:path extrusionOk="0" h="3307" w="2549">
                  <a:moveTo>
                    <a:pt x="2549" y="1"/>
                  </a:moveTo>
                  <a:cubicBezTo>
                    <a:pt x="2390" y="76"/>
                    <a:pt x="2205" y="93"/>
                    <a:pt x="2017" y="93"/>
                  </a:cubicBezTo>
                  <a:cubicBezTo>
                    <a:pt x="1859" y="93"/>
                    <a:pt x="1699" y="81"/>
                    <a:pt x="1549" y="79"/>
                  </a:cubicBezTo>
                  <a:cubicBezTo>
                    <a:pt x="1232" y="75"/>
                    <a:pt x="915" y="70"/>
                    <a:pt x="599" y="49"/>
                  </a:cubicBezTo>
                  <a:lnTo>
                    <a:pt x="599" y="49"/>
                  </a:lnTo>
                  <a:cubicBezTo>
                    <a:pt x="661" y="877"/>
                    <a:pt x="712" y="1715"/>
                    <a:pt x="657" y="2538"/>
                  </a:cubicBezTo>
                  <a:cubicBezTo>
                    <a:pt x="663" y="2551"/>
                    <a:pt x="663" y="2565"/>
                    <a:pt x="652" y="2581"/>
                  </a:cubicBezTo>
                  <a:cubicBezTo>
                    <a:pt x="462" y="2837"/>
                    <a:pt x="234" y="3084"/>
                    <a:pt x="0" y="3306"/>
                  </a:cubicBezTo>
                  <a:cubicBezTo>
                    <a:pt x="511" y="3251"/>
                    <a:pt x="1028" y="3230"/>
                    <a:pt x="1544" y="3230"/>
                  </a:cubicBezTo>
                  <a:cubicBezTo>
                    <a:pt x="1873" y="3230"/>
                    <a:pt x="2202" y="3239"/>
                    <a:pt x="2530" y="3253"/>
                  </a:cubicBezTo>
                  <a:cubicBezTo>
                    <a:pt x="2365" y="3056"/>
                    <a:pt x="2233" y="2834"/>
                    <a:pt x="2080" y="2627"/>
                  </a:cubicBezTo>
                  <a:cubicBezTo>
                    <a:pt x="1864" y="2332"/>
                    <a:pt x="1625" y="2062"/>
                    <a:pt x="1376" y="1795"/>
                  </a:cubicBezTo>
                  <a:cubicBezTo>
                    <a:pt x="1336" y="1752"/>
                    <a:pt x="1365" y="1698"/>
                    <a:pt x="1407" y="1686"/>
                  </a:cubicBezTo>
                  <a:cubicBezTo>
                    <a:pt x="1379" y="1671"/>
                    <a:pt x="1363" y="1632"/>
                    <a:pt x="1391" y="1599"/>
                  </a:cubicBezTo>
                  <a:cubicBezTo>
                    <a:pt x="1796" y="1113"/>
                    <a:pt x="2189" y="627"/>
                    <a:pt x="2534" y="94"/>
                  </a:cubicBezTo>
                  <a:cubicBezTo>
                    <a:pt x="2511" y="65"/>
                    <a:pt x="2507" y="21"/>
                    <a:pt x="2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5"/>
            <p:cNvSpPr/>
            <p:nvPr/>
          </p:nvSpPr>
          <p:spPr>
            <a:xfrm>
              <a:off x="7869820" y="2375244"/>
              <a:ext cx="779814" cy="175100"/>
            </a:xfrm>
            <a:custGeom>
              <a:rect b="b" l="l" r="r" t="t"/>
              <a:pathLst>
                <a:path extrusionOk="0" h="3303" w="14710">
                  <a:moveTo>
                    <a:pt x="1" y="1"/>
                  </a:moveTo>
                  <a:lnTo>
                    <a:pt x="1" y="1"/>
                  </a:lnTo>
                  <a:cubicBezTo>
                    <a:pt x="4" y="7"/>
                    <a:pt x="7" y="14"/>
                    <a:pt x="7" y="21"/>
                  </a:cubicBezTo>
                  <a:cubicBezTo>
                    <a:pt x="129" y="1078"/>
                    <a:pt x="213" y="2253"/>
                    <a:pt x="1" y="3303"/>
                  </a:cubicBezTo>
                  <a:cubicBezTo>
                    <a:pt x="1471" y="3229"/>
                    <a:pt x="2946" y="3217"/>
                    <a:pt x="4421" y="3217"/>
                  </a:cubicBezTo>
                  <a:cubicBezTo>
                    <a:pt x="5090" y="3217"/>
                    <a:pt x="5759" y="3220"/>
                    <a:pt x="6427" y="3220"/>
                  </a:cubicBezTo>
                  <a:cubicBezTo>
                    <a:pt x="6695" y="3220"/>
                    <a:pt x="6964" y="3219"/>
                    <a:pt x="7232" y="3218"/>
                  </a:cubicBezTo>
                  <a:cubicBezTo>
                    <a:pt x="7778" y="3216"/>
                    <a:pt x="8323" y="3215"/>
                    <a:pt x="8869" y="3215"/>
                  </a:cubicBezTo>
                  <a:cubicBezTo>
                    <a:pt x="10559" y="3215"/>
                    <a:pt x="12249" y="3225"/>
                    <a:pt x="13939" y="3242"/>
                  </a:cubicBezTo>
                  <a:cubicBezTo>
                    <a:pt x="13952" y="3228"/>
                    <a:pt x="13972" y="3220"/>
                    <a:pt x="13992" y="3220"/>
                  </a:cubicBezTo>
                  <a:cubicBezTo>
                    <a:pt x="14011" y="3220"/>
                    <a:pt x="14031" y="3228"/>
                    <a:pt x="14042" y="3243"/>
                  </a:cubicBezTo>
                  <a:cubicBezTo>
                    <a:pt x="14185" y="3244"/>
                    <a:pt x="14330" y="3245"/>
                    <a:pt x="14474" y="3247"/>
                  </a:cubicBezTo>
                  <a:cubicBezTo>
                    <a:pt x="14477" y="3228"/>
                    <a:pt x="14492" y="3211"/>
                    <a:pt x="14518" y="3210"/>
                  </a:cubicBezTo>
                  <a:cubicBezTo>
                    <a:pt x="14559" y="3209"/>
                    <a:pt x="14601" y="3207"/>
                    <a:pt x="14642" y="3207"/>
                  </a:cubicBezTo>
                  <a:lnTo>
                    <a:pt x="14670" y="3207"/>
                  </a:lnTo>
                  <a:cubicBezTo>
                    <a:pt x="14682" y="3197"/>
                    <a:pt x="14693" y="3186"/>
                    <a:pt x="14705" y="3177"/>
                  </a:cubicBezTo>
                  <a:lnTo>
                    <a:pt x="14710" y="3175"/>
                  </a:lnTo>
                  <a:cubicBezTo>
                    <a:pt x="14632" y="2149"/>
                    <a:pt x="14635" y="1119"/>
                    <a:pt x="14546" y="93"/>
                  </a:cubicBezTo>
                  <a:lnTo>
                    <a:pt x="14543" y="93"/>
                  </a:lnTo>
                  <a:cubicBezTo>
                    <a:pt x="13973" y="100"/>
                    <a:pt x="13402" y="103"/>
                    <a:pt x="12831" y="103"/>
                  </a:cubicBezTo>
                  <a:cubicBezTo>
                    <a:pt x="10957" y="103"/>
                    <a:pt x="9082" y="71"/>
                    <a:pt x="7210" y="57"/>
                  </a:cubicBezTo>
                  <a:cubicBezTo>
                    <a:pt x="5992" y="49"/>
                    <a:pt x="4772" y="38"/>
                    <a:pt x="3553" y="32"/>
                  </a:cubicBezTo>
                  <a:cubicBezTo>
                    <a:pt x="3436" y="31"/>
                    <a:pt x="3319" y="31"/>
                    <a:pt x="3202" y="31"/>
                  </a:cubicBezTo>
                  <a:cubicBezTo>
                    <a:pt x="2695" y="31"/>
                    <a:pt x="2186" y="36"/>
                    <a:pt x="1677" y="36"/>
                  </a:cubicBezTo>
                  <a:cubicBezTo>
                    <a:pt x="1118" y="36"/>
                    <a:pt x="558" y="2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5"/>
            <p:cNvSpPr/>
            <p:nvPr/>
          </p:nvSpPr>
          <p:spPr>
            <a:xfrm>
              <a:off x="8615165" y="2551455"/>
              <a:ext cx="25234" cy="25022"/>
            </a:xfrm>
            <a:custGeom>
              <a:rect b="b" l="l" r="r" t="t"/>
              <a:pathLst>
                <a:path extrusionOk="0" h="472" w="476">
                  <a:moveTo>
                    <a:pt x="476" y="0"/>
                  </a:moveTo>
                  <a:cubicBezTo>
                    <a:pt x="470" y="3"/>
                    <a:pt x="464" y="5"/>
                    <a:pt x="458" y="5"/>
                  </a:cubicBezTo>
                  <a:cubicBezTo>
                    <a:pt x="305" y="4"/>
                    <a:pt x="152" y="3"/>
                    <a:pt x="0" y="2"/>
                  </a:cubicBezTo>
                  <a:lnTo>
                    <a:pt x="0" y="2"/>
                  </a:lnTo>
                  <a:cubicBezTo>
                    <a:pt x="24" y="156"/>
                    <a:pt x="29" y="315"/>
                    <a:pt x="15" y="471"/>
                  </a:cubicBezTo>
                  <a:cubicBezTo>
                    <a:pt x="159" y="308"/>
                    <a:pt x="313" y="147"/>
                    <a:pt x="4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5"/>
            <p:cNvSpPr/>
            <p:nvPr/>
          </p:nvSpPr>
          <p:spPr>
            <a:xfrm>
              <a:off x="7873107" y="2555696"/>
              <a:ext cx="41085" cy="27513"/>
            </a:xfrm>
            <a:custGeom>
              <a:rect b="b" l="l" r="r" t="t"/>
              <a:pathLst>
                <a:path extrusionOk="0" h="519" w="775">
                  <a:moveTo>
                    <a:pt x="1" y="0"/>
                  </a:moveTo>
                  <a:cubicBezTo>
                    <a:pt x="259" y="173"/>
                    <a:pt x="513" y="351"/>
                    <a:pt x="774" y="518"/>
                  </a:cubicBezTo>
                  <a:cubicBezTo>
                    <a:pt x="754" y="347"/>
                    <a:pt x="748" y="174"/>
                    <a:pt x="762" y="2"/>
                  </a:cubicBezTo>
                  <a:cubicBezTo>
                    <a:pt x="508" y="2"/>
                    <a:pt x="255" y="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5"/>
            <p:cNvSpPr/>
            <p:nvPr/>
          </p:nvSpPr>
          <p:spPr>
            <a:xfrm>
              <a:off x="8691290" y="2406733"/>
              <a:ext cx="72097" cy="92931"/>
            </a:xfrm>
            <a:custGeom>
              <a:rect b="b" l="l" r="r" t="t"/>
              <a:pathLst>
                <a:path extrusionOk="0" h="1753" w="1360">
                  <a:moveTo>
                    <a:pt x="1202" y="1"/>
                  </a:moveTo>
                  <a:lnTo>
                    <a:pt x="1186" y="66"/>
                  </a:lnTo>
                  <a:cubicBezTo>
                    <a:pt x="1144" y="86"/>
                    <a:pt x="1148" y="130"/>
                    <a:pt x="1171" y="159"/>
                  </a:cubicBezTo>
                  <a:cubicBezTo>
                    <a:pt x="826" y="692"/>
                    <a:pt x="433" y="1178"/>
                    <a:pt x="28" y="1664"/>
                  </a:cubicBezTo>
                  <a:cubicBezTo>
                    <a:pt x="0" y="1697"/>
                    <a:pt x="15" y="1736"/>
                    <a:pt x="44" y="1751"/>
                  </a:cubicBezTo>
                  <a:lnTo>
                    <a:pt x="86" y="1753"/>
                  </a:lnTo>
                  <a:cubicBezTo>
                    <a:pt x="92" y="1751"/>
                    <a:pt x="98" y="1746"/>
                    <a:pt x="104" y="1741"/>
                  </a:cubicBezTo>
                  <a:cubicBezTo>
                    <a:pt x="597" y="1303"/>
                    <a:pt x="1003" y="759"/>
                    <a:pt x="1337" y="191"/>
                  </a:cubicBezTo>
                  <a:cubicBezTo>
                    <a:pt x="1359" y="152"/>
                    <a:pt x="1344" y="116"/>
                    <a:pt x="1318" y="96"/>
                  </a:cubicBezTo>
                  <a:cubicBezTo>
                    <a:pt x="1321" y="62"/>
                    <a:pt x="1296" y="30"/>
                    <a:pt x="1264" y="19"/>
                  </a:cubicBezTo>
                  <a:cubicBezTo>
                    <a:pt x="1244" y="11"/>
                    <a:pt x="1223" y="5"/>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5"/>
            <p:cNvSpPr/>
            <p:nvPr/>
          </p:nvSpPr>
          <p:spPr>
            <a:xfrm>
              <a:off x="7728915" y="2370420"/>
              <a:ext cx="1031411" cy="222546"/>
            </a:xfrm>
            <a:custGeom>
              <a:rect b="b" l="l" r="r" t="t"/>
              <a:pathLst>
                <a:path extrusionOk="0" h="4198" w="19456">
                  <a:moveTo>
                    <a:pt x="2659" y="92"/>
                  </a:moveTo>
                  <a:lnTo>
                    <a:pt x="2659" y="92"/>
                  </a:lnTo>
                  <a:cubicBezTo>
                    <a:pt x="3216" y="120"/>
                    <a:pt x="3776" y="127"/>
                    <a:pt x="4335" y="127"/>
                  </a:cubicBezTo>
                  <a:cubicBezTo>
                    <a:pt x="4844" y="127"/>
                    <a:pt x="5353" y="122"/>
                    <a:pt x="5860" y="122"/>
                  </a:cubicBezTo>
                  <a:cubicBezTo>
                    <a:pt x="5977" y="122"/>
                    <a:pt x="6094" y="122"/>
                    <a:pt x="6211" y="123"/>
                  </a:cubicBezTo>
                  <a:cubicBezTo>
                    <a:pt x="7430" y="129"/>
                    <a:pt x="8650" y="140"/>
                    <a:pt x="9868" y="148"/>
                  </a:cubicBezTo>
                  <a:cubicBezTo>
                    <a:pt x="11740" y="162"/>
                    <a:pt x="13615" y="194"/>
                    <a:pt x="15489" y="194"/>
                  </a:cubicBezTo>
                  <a:cubicBezTo>
                    <a:pt x="16060" y="194"/>
                    <a:pt x="16631" y="191"/>
                    <a:pt x="17201" y="184"/>
                  </a:cubicBezTo>
                  <a:lnTo>
                    <a:pt x="17204" y="184"/>
                  </a:lnTo>
                  <a:cubicBezTo>
                    <a:pt x="17293" y="1210"/>
                    <a:pt x="17290" y="2239"/>
                    <a:pt x="17368" y="3266"/>
                  </a:cubicBezTo>
                  <a:lnTo>
                    <a:pt x="17363" y="3268"/>
                  </a:lnTo>
                  <a:cubicBezTo>
                    <a:pt x="17351" y="3277"/>
                    <a:pt x="17339" y="3288"/>
                    <a:pt x="17328" y="3298"/>
                  </a:cubicBezTo>
                  <a:lnTo>
                    <a:pt x="17300" y="3298"/>
                  </a:lnTo>
                  <a:cubicBezTo>
                    <a:pt x="17259" y="3298"/>
                    <a:pt x="17217" y="3300"/>
                    <a:pt x="17176" y="3301"/>
                  </a:cubicBezTo>
                  <a:cubicBezTo>
                    <a:pt x="17150" y="3302"/>
                    <a:pt x="17135" y="3319"/>
                    <a:pt x="17132" y="3338"/>
                  </a:cubicBezTo>
                  <a:cubicBezTo>
                    <a:pt x="16988" y="3336"/>
                    <a:pt x="16843" y="3335"/>
                    <a:pt x="16699" y="3334"/>
                  </a:cubicBezTo>
                  <a:cubicBezTo>
                    <a:pt x="16688" y="3319"/>
                    <a:pt x="16669" y="3311"/>
                    <a:pt x="16650" y="3311"/>
                  </a:cubicBezTo>
                  <a:cubicBezTo>
                    <a:pt x="16630" y="3311"/>
                    <a:pt x="16610" y="3319"/>
                    <a:pt x="16597" y="3333"/>
                  </a:cubicBezTo>
                  <a:cubicBezTo>
                    <a:pt x="14907" y="3316"/>
                    <a:pt x="13217" y="3306"/>
                    <a:pt x="11527" y="3306"/>
                  </a:cubicBezTo>
                  <a:cubicBezTo>
                    <a:pt x="10981" y="3306"/>
                    <a:pt x="10436" y="3307"/>
                    <a:pt x="9890" y="3309"/>
                  </a:cubicBezTo>
                  <a:cubicBezTo>
                    <a:pt x="9622" y="3310"/>
                    <a:pt x="9354" y="3311"/>
                    <a:pt x="9085" y="3311"/>
                  </a:cubicBezTo>
                  <a:cubicBezTo>
                    <a:pt x="8417" y="3311"/>
                    <a:pt x="7748" y="3308"/>
                    <a:pt x="7079" y="3308"/>
                  </a:cubicBezTo>
                  <a:cubicBezTo>
                    <a:pt x="5605" y="3308"/>
                    <a:pt x="4130" y="3320"/>
                    <a:pt x="2659" y="3394"/>
                  </a:cubicBezTo>
                  <a:cubicBezTo>
                    <a:pt x="2871" y="2344"/>
                    <a:pt x="2787" y="1169"/>
                    <a:pt x="2665" y="112"/>
                  </a:cubicBezTo>
                  <a:cubicBezTo>
                    <a:pt x="2665" y="105"/>
                    <a:pt x="2662" y="98"/>
                    <a:pt x="2659" y="92"/>
                  </a:cubicBezTo>
                  <a:close/>
                  <a:moveTo>
                    <a:pt x="17194" y="3415"/>
                  </a:moveTo>
                  <a:cubicBezTo>
                    <a:pt x="17031" y="3562"/>
                    <a:pt x="16877" y="3723"/>
                    <a:pt x="16733" y="3886"/>
                  </a:cubicBezTo>
                  <a:cubicBezTo>
                    <a:pt x="16747" y="3730"/>
                    <a:pt x="16742" y="3571"/>
                    <a:pt x="16718" y="3417"/>
                  </a:cubicBezTo>
                  <a:lnTo>
                    <a:pt x="16718" y="3417"/>
                  </a:lnTo>
                  <a:cubicBezTo>
                    <a:pt x="16870" y="3418"/>
                    <a:pt x="17023" y="3419"/>
                    <a:pt x="17176" y="3420"/>
                  </a:cubicBezTo>
                  <a:cubicBezTo>
                    <a:pt x="17182" y="3420"/>
                    <a:pt x="17188" y="3418"/>
                    <a:pt x="17194" y="3415"/>
                  </a:cubicBezTo>
                  <a:close/>
                  <a:moveTo>
                    <a:pt x="2721" y="3495"/>
                  </a:moveTo>
                  <a:lnTo>
                    <a:pt x="2721" y="3495"/>
                  </a:lnTo>
                  <a:cubicBezTo>
                    <a:pt x="2975" y="3497"/>
                    <a:pt x="3228" y="3497"/>
                    <a:pt x="3482" y="3497"/>
                  </a:cubicBezTo>
                  <a:cubicBezTo>
                    <a:pt x="3468" y="3669"/>
                    <a:pt x="3474" y="3842"/>
                    <a:pt x="3494" y="4013"/>
                  </a:cubicBezTo>
                  <a:cubicBezTo>
                    <a:pt x="3233" y="3846"/>
                    <a:pt x="2979" y="3668"/>
                    <a:pt x="2721" y="3495"/>
                  </a:cubicBezTo>
                  <a:close/>
                  <a:moveTo>
                    <a:pt x="3773" y="0"/>
                  </a:moveTo>
                  <a:cubicBezTo>
                    <a:pt x="3374" y="0"/>
                    <a:pt x="2976" y="6"/>
                    <a:pt x="2580" y="24"/>
                  </a:cubicBezTo>
                  <a:cubicBezTo>
                    <a:pt x="2563" y="25"/>
                    <a:pt x="2553" y="36"/>
                    <a:pt x="2550" y="48"/>
                  </a:cubicBezTo>
                  <a:cubicBezTo>
                    <a:pt x="2528" y="59"/>
                    <a:pt x="2513" y="79"/>
                    <a:pt x="2516" y="111"/>
                  </a:cubicBezTo>
                  <a:cubicBezTo>
                    <a:pt x="2537" y="347"/>
                    <a:pt x="2556" y="584"/>
                    <a:pt x="2572" y="819"/>
                  </a:cubicBezTo>
                  <a:cubicBezTo>
                    <a:pt x="2592" y="1131"/>
                    <a:pt x="2605" y="1442"/>
                    <a:pt x="2607" y="1755"/>
                  </a:cubicBezTo>
                  <a:cubicBezTo>
                    <a:pt x="2611" y="2303"/>
                    <a:pt x="2553" y="2852"/>
                    <a:pt x="2566" y="3399"/>
                  </a:cubicBezTo>
                  <a:cubicBezTo>
                    <a:pt x="2566" y="3404"/>
                    <a:pt x="2568" y="3409"/>
                    <a:pt x="2569" y="3413"/>
                  </a:cubicBezTo>
                  <a:cubicBezTo>
                    <a:pt x="2556" y="3429"/>
                    <a:pt x="2554" y="3453"/>
                    <a:pt x="2564" y="3471"/>
                  </a:cubicBezTo>
                  <a:cubicBezTo>
                    <a:pt x="2562" y="3484"/>
                    <a:pt x="2564" y="3498"/>
                    <a:pt x="2576" y="3509"/>
                  </a:cubicBezTo>
                  <a:cubicBezTo>
                    <a:pt x="2803" y="3712"/>
                    <a:pt x="3051" y="3882"/>
                    <a:pt x="3310" y="4037"/>
                  </a:cubicBezTo>
                  <a:cubicBezTo>
                    <a:pt x="2260" y="4043"/>
                    <a:pt x="1207" y="4034"/>
                    <a:pt x="158" y="4081"/>
                  </a:cubicBezTo>
                  <a:cubicBezTo>
                    <a:pt x="650" y="3627"/>
                    <a:pt x="1136" y="3146"/>
                    <a:pt x="1594" y="2658"/>
                  </a:cubicBezTo>
                  <a:cubicBezTo>
                    <a:pt x="1619" y="2631"/>
                    <a:pt x="1616" y="2601"/>
                    <a:pt x="1602" y="2579"/>
                  </a:cubicBezTo>
                  <a:cubicBezTo>
                    <a:pt x="1610" y="2559"/>
                    <a:pt x="1610" y="2536"/>
                    <a:pt x="1593" y="2516"/>
                  </a:cubicBezTo>
                  <a:cubicBezTo>
                    <a:pt x="1146" y="1980"/>
                    <a:pt x="716" y="1432"/>
                    <a:pt x="374" y="822"/>
                  </a:cubicBezTo>
                  <a:lnTo>
                    <a:pt x="374" y="822"/>
                  </a:lnTo>
                  <a:cubicBezTo>
                    <a:pt x="887" y="857"/>
                    <a:pt x="1416" y="889"/>
                    <a:pt x="1937" y="889"/>
                  </a:cubicBezTo>
                  <a:cubicBezTo>
                    <a:pt x="2125" y="889"/>
                    <a:pt x="2313" y="884"/>
                    <a:pt x="2498" y="875"/>
                  </a:cubicBezTo>
                  <a:cubicBezTo>
                    <a:pt x="2536" y="873"/>
                    <a:pt x="2553" y="847"/>
                    <a:pt x="2553" y="820"/>
                  </a:cubicBezTo>
                  <a:cubicBezTo>
                    <a:pt x="2553" y="793"/>
                    <a:pt x="2535" y="766"/>
                    <a:pt x="2498" y="762"/>
                  </a:cubicBezTo>
                  <a:cubicBezTo>
                    <a:pt x="2059" y="717"/>
                    <a:pt x="1605" y="704"/>
                    <a:pt x="1154" y="704"/>
                  </a:cubicBezTo>
                  <a:cubicBezTo>
                    <a:pt x="878" y="704"/>
                    <a:pt x="603" y="709"/>
                    <a:pt x="333" y="715"/>
                  </a:cubicBezTo>
                  <a:cubicBezTo>
                    <a:pt x="320" y="715"/>
                    <a:pt x="311" y="719"/>
                    <a:pt x="301" y="725"/>
                  </a:cubicBezTo>
                  <a:cubicBezTo>
                    <a:pt x="296" y="724"/>
                    <a:pt x="291" y="723"/>
                    <a:pt x="286" y="723"/>
                  </a:cubicBezTo>
                  <a:cubicBezTo>
                    <a:pt x="248" y="723"/>
                    <a:pt x="208" y="764"/>
                    <a:pt x="233" y="810"/>
                  </a:cubicBezTo>
                  <a:cubicBezTo>
                    <a:pt x="582" y="1447"/>
                    <a:pt x="973" y="2057"/>
                    <a:pt x="1487" y="2575"/>
                  </a:cubicBezTo>
                  <a:cubicBezTo>
                    <a:pt x="989" y="3022"/>
                    <a:pt x="505" y="3513"/>
                    <a:pt x="67" y="4018"/>
                  </a:cubicBezTo>
                  <a:cubicBezTo>
                    <a:pt x="47" y="4040"/>
                    <a:pt x="50" y="4066"/>
                    <a:pt x="63" y="4085"/>
                  </a:cubicBezTo>
                  <a:cubicBezTo>
                    <a:pt x="1" y="4091"/>
                    <a:pt x="1" y="4184"/>
                    <a:pt x="66" y="4185"/>
                  </a:cubicBezTo>
                  <a:cubicBezTo>
                    <a:pt x="382" y="4194"/>
                    <a:pt x="697" y="4197"/>
                    <a:pt x="1013" y="4197"/>
                  </a:cubicBezTo>
                  <a:cubicBezTo>
                    <a:pt x="1847" y="4197"/>
                    <a:pt x="2682" y="4174"/>
                    <a:pt x="3514" y="4165"/>
                  </a:cubicBezTo>
                  <a:cubicBezTo>
                    <a:pt x="3556" y="4164"/>
                    <a:pt x="3576" y="4130"/>
                    <a:pt x="3575" y="4098"/>
                  </a:cubicBezTo>
                  <a:cubicBezTo>
                    <a:pt x="3598" y="4092"/>
                    <a:pt x="3616" y="4075"/>
                    <a:pt x="3614" y="4044"/>
                  </a:cubicBezTo>
                  <a:cubicBezTo>
                    <a:pt x="3601" y="3862"/>
                    <a:pt x="3600" y="3680"/>
                    <a:pt x="3601" y="3497"/>
                  </a:cubicBezTo>
                  <a:cubicBezTo>
                    <a:pt x="5697" y="3493"/>
                    <a:pt x="7794" y="3412"/>
                    <a:pt x="9890" y="3401"/>
                  </a:cubicBezTo>
                  <a:cubicBezTo>
                    <a:pt x="10703" y="3397"/>
                    <a:pt x="11516" y="3395"/>
                    <a:pt x="12329" y="3395"/>
                  </a:cubicBezTo>
                  <a:cubicBezTo>
                    <a:pt x="13748" y="3395"/>
                    <a:pt x="15167" y="3402"/>
                    <a:pt x="16586" y="3415"/>
                  </a:cubicBezTo>
                  <a:cubicBezTo>
                    <a:pt x="16600" y="3637"/>
                    <a:pt x="16604" y="3855"/>
                    <a:pt x="16603" y="4079"/>
                  </a:cubicBezTo>
                  <a:cubicBezTo>
                    <a:pt x="16562" y="4092"/>
                    <a:pt x="16561" y="4159"/>
                    <a:pt x="16611" y="4159"/>
                  </a:cubicBezTo>
                  <a:cubicBezTo>
                    <a:pt x="16612" y="4159"/>
                    <a:pt x="16612" y="4159"/>
                    <a:pt x="16613" y="4159"/>
                  </a:cubicBezTo>
                  <a:cubicBezTo>
                    <a:pt x="17326" y="4141"/>
                    <a:pt x="18037" y="4114"/>
                    <a:pt x="18749" y="4114"/>
                  </a:cubicBezTo>
                  <a:cubicBezTo>
                    <a:pt x="18946" y="4114"/>
                    <a:pt x="19143" y="4116"/>
                    <a:pt x="19341" y="4121"/>
                  </a:cubicBezTo>
                  <a:cubicBezTo>
                    <a:pt x="19373" y="4121"/>
                    <a:pt x="19391" y="4100"/>
                    <a:pt x="19396" y="4076"/>
                  </a:cubicBezTo>
                  <a:cubicBezTo>
                    <a:pt x="19397" y="4077"/>
                    <a:pt x="19398" y="4077"/>
                    <a:pt x="19399" y="4077"/>
                  </a:cubicBezTo>
                  <a:cubicBezTo>
                    <a:pt x="19428" y="4077"/>
                    <a:pt x="19456" y="4043"/>
                    <a:pt x="19437" y="4012"/>
                  </a:cubicBezTo>
                  <a:cubicBezTo>
                    <a:pt x="19103" y="3446"/>
                    <a:pt x="18737" y="2909"/>
                    <a:pt x="18260" y="2449"/>
                  </a:cubicBezTo>
                  <a:cubicBezTo>
                    <a:pt x="18254" y="2443"/>
                    <a:pt x="18247" y="2440"/>
                    <a:pt x="18240" y="2437"/>
                  </a:cubicBezTo>
                  <a:lnTo>
                    <a:pt x="18198" y="2434"/>
                  </a:lnTo>
                  <a:cubicBezTo>
                    <a:pt x="18156" y="2447"/>
                    <a:pt x="18129" y="2502"/>
                    <a:pt x="18167" y="2543"/>
                  </a:cubicBezTo>
                  <a:cubicBezTo>
                    <a:pt x="18416" y="2811"/>
                    <a:pt x="18655" y="3081"/>
                    <a:pt x="18872" y="3377"/>
                  </a:cubicBezTo>
                  <a:cubicBezTo>
                    <a:pt x="19024" y="3583"/>
                    <a:pt x="19156" y="3805"/>
                    <a:pt x="19321" y="4002"/>
                  </a:cubicBezTo>
                  <a:cubicBezTo>
                    <a:pt x="18993" y="3988"/>
                    <a:pt x="18664" y="3979"/>
                    <a:pt x="18335" y="3979"/>
                  </a:cubicBezTo>
                  <a:cubicBezTo>
                    <a:pt x="17819" y="3979"/>
                    <a:pt x="17302" y="4000"/>
                    <a:pt x="16791" y="4055"/>
                  </a:cubicBezTo>
                  <a:cubicBezTo>
                    <a:pt x="17025" y="3834"/>
                    <a:pt x="17254" y="3586"/>
                    <a:pt x="17443" y="3330"/>
                  </a:cubicBezTo>
                  <a:cubicBezTo>
                    <a:pt x="17454" y="3315"/>
                    <a:pt x="17454" y="3300"/>
                    <a:pt x="17449" y="3287"/>
                  </a:cubicBezTo>
                  <a:cubicBezTo>
                    <a:pt x="17503" y="2464"/>
                    <a:pt x="17452" y="1627"/>
                    <a:pt x="17390" y="799"/>
                  </a:cubicBezTo>
                  <a:lnTo>
                    <a:pt x="17390" y="799"/>
                  </a:lnTo>
                  <a:cubicBezTo>
                    <a:pt x="17707" y="819"/>
                    <a:pt x="18023" y="825"/>
                    <a:pt x="18340" y="829"/>
                  </a:cubicBezTo>
                  <a:cubicBezTo>
                    <a:pt x="18490" y="830"/>
                    <a:pt x="18651" y="843"/>
                    <a:pt x="18810" y="843"/>
                  </a:cubicBezTo>
                  <a:cubicBezTo>
                    <a:pt x="18997" y="843"/>
                    <a:pt x="19181" y="825"/>
                    <a:pt x="19340" y="751"/>
                  </a:cubicBezTo>
                  <a:lnTo>
                    <a:pt x="19356" y="685"/>
                  </a:lnTo>
                  <a:cubicBezTo>
                    <a:pt x="19265" y="662"/>
                    <a:pt x="19164" y="655"/>
                    <a:pt x="19059" y="655"/>
                  </a:cubicBezTo>
                  <a:cubicBezTo>
                    <a:pt x="18865" y="655"/>
                    <a:pt x="18660" y="680"/>
                    <a:pt x="18495" y="680"/>
                  </a:cubicBezTo>
                  <a:cubicBezTo>
                    <a:pt x="18123" y="680"/>
                    <a:pt x="17753" y="682"/>
                    <a:pt x="17383" y="705"/>
                  </a:cubicBezTo>
                  <a:cubicBezTo>
                    <a:pt x="17369" y="516"/>
                    <a:pt x="17353" y="327"/>
                    <a:pt x="17339" y="139"/>
                  </a:cubicBezTo>
                  <a:cubicBezTo>
                    <a:pt x="17335" y="95"/>
                    <a:pt x="17299" y="72"/>
                    <a:pt x="17265" y="72"/>
                  </a:cubicBezTo>
                  <a:cubicBezTo>
                    <a:pt x="17249" y="72"/>
                    <a:pt x="17233" y="77"/>
                    <a:pt x="17222" y="87"/>
                  </a:cubicBezTo>
                  <a:cubicBezTo>
                    <a:pt x="17215" y="85"/>
                    <a:pt x="17209" y="83"/>
                    <a:pt x="17202" y="83"/>
                  </a:cubicBezTo>
                  <a:cubicBezTo>
                    <a:pt x="14759" y="28"/>
                    <a:pt x="12312" y="49"/>
                    <a:pt x="9868" y="40"/>
                  </a:cubicBezTo>
                  <a:cubicBezTo>
                    <a:pt x="8650" y="37"/>
                    <a:pt x="7431" y="34"/>
                    <a:pt x="6211" y="29"/>
                  </a:cubicBezTo>
                  <a:cubicBezTo>
                    <a:pt x="5402" y="26"/>
                    <a:pt x="4586" y="0"/>
                    <a:pt x="3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 name="Google Shape;1663;p65">
            <a:hlinkClick action="ppaction://hlinksldjump" r:id="rId3"/>
          </p:cNvPr>
          <p:cNvSpPr txBox="1"/>
          <p:nvPr>
            <p:ph idx="5" type="title"/>
          </p:nvPr>
        </p:nvSpPr>
        <p:spPr>
          <a:xfrm>
            <a:off x="800269" y="33448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Birthday Line Up</a:t>
            </a:r>
            <a:endParaRPr/>
          </a:p>
        </p:txBody>
      </p:sp>
      <p:sp>
        <p:nvSpPr>
          <p:cNvPr id="1664" name="Google Shape;1664;p65"/>
          <p:cNvSpPr txBox="1"/>
          <p:nvPr>
            <p:ph idx="6" type="subTitle"/>
          </p:nvPr>
        </p:nvSpPr>
        <p:spPr>
          <a:xfrm>
            <a:off x="704869" y="4083775"/>
            <a:ext cx="2496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describe the topic of the section here</a:t>
            </a:r>
            <a:endParaRPr/>
          </a:p>
        </p:txBody>
      </p:sp>
      <p:sp>
        <p:nvSpPr>
          <p:cNvPr id="1665" name="Google Shape;1665;p65"/>
          <p:cNvSpPr txBox="1"/>
          <p:nvPr>
            <p:ph type="title"/>
          </p:nvPr>
        </p:nvSpPr>
        <p:spPr>
          <a:xfrm>
            <a:off x="2288175" y="673625"/>
            <a:ext cx="456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activities</a:t>
            </a:r>
            <a:endParaRPr/>
          </a:p>
        </p:txBody>
      </p:sp>
      <p:sp>
        <p:nvSpPr>
          <p:cNvPr id="1666" name="Google Shape;1666;p65">
            <a:hlinkClick action="ppaction://hlinksldjump" r:id="rId4"/>
          </p:cNvPr>
          <p:cNvSpPr txBox="1"/>
          <p:nvPr>
            <p:ph idx="2" type="title"/>
          </p:nvPr>
        </p:nvSpPr>
        <p:spPr>
          <a:xfrm>
            <a:off x="800269" y="19114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Look into my eyes</a:t>
            </a:r>
            <a:endParaRPr/>
          </a:p>
        </p:txBody>
      </p:sp>
      <p:sp>
        <p:nvSpPr>
          <p:cNvPr id="1667" name="Google Shape;1667;p65"/>
          <p:cNvSpPr txBox="1"/>
          <p:nvPr>
            <p:ph idx="1" type="subTitle"/>
          </p:nvPr>
        </p:nvSpPr>
        <p:spPr>
          <a:xfrm>
            <a:off x="704869" y="2650375"/>
            <a:ext cx="2496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describe the topic of the section here</a:t>
            </a:r>
            <a:endParaRPr/>
          </a:p>
        </p:txBody>
      </p:sp>
      <p:sp>
        <p:nvSpPr>
          <p:cNvPr id="1668" name="Google Shape;1668;p65">
            <a:hlinkClick action="ppaction://hlinksldjump" r:id="rId5"/>
          </p:cNvPr>
          <p:cNvSpPr txBox="1"/>
          <p:nvPr>
            <p:ph idx="3" type="title"/>
          </p:nvPr>
        </p:nvSpPr>
        <p:spPr>
          <a:xfrm>
            <a:off x="3419624" y="1911450"/>
            <a:ext cx="2305500" cy="527700"/>
          </a:xfrm>
          <a:prstGeom prst="rect">
            <a:avLst/>
          </a:prstGeom>
        </p:spPr>
        <p:txBody>
          <a:bodyPr anchorCtr="0" anchor="ctr" bIns="91425" lIns="0" spcFirstLastPara="1" rIns="0" wrap="square" tIns="91425">
            <a:noAutofit/>
          </a:bodyPr>
          <a:lstStyle/>
          <a:p>
            <a:pPr indent="0" lvl="0" marL="0" rtl="0" algn="ctr">
              <a:spcBef>
                <a:spcPts val="0"/>
              </a:spcBef>
              <a:spcAft>
                <a:spcPts val="0"/>
              </a:spcAft>
              <a:buClr>
                <a:schemeClr val="dk1"/>
              </a:buClr>
              <a:buSzPts val="1100"/>
              <a:buFont typeface="Arial"/>
              <a:buNone/>
            </a:pPr>
            <a:r>
              <a:rPr lang="en"/>
              <a:t>Greetings, </a:t>
            </a:r>
            <a:endParaRPr/>
          </a:p>
          <a:p>
            <a:pPr indent="0" lvl="0" marL="0" rtl="0" algn="ctr">
              <a:spcBef>
                <a:spcPts val="0"/>
              </a:spcBef>
              <a:spcAft>
                <a:spcPts val="0"/>
              </a:spcAft>
              <a:buClr>
                <a:schemeClr val="dk1"/>
              </a:buClr>
              <a:buSzPts val="1100"/>
              <a:buFont typeface="Arial"/>
              <a:buNone/>
            </a:pPr>
            <a:r>
              <a:rPr lang="en"/>
              <a:t>Your</a:t>
            </a:r>
            <a:r>
              <a:rPr lang="en"/>
              <a:t> </a:t>
            </a:r>
            <a:r>
              <a:rPr lang="en"/>
              <a:t>Majesty</a:t>
            </a:r>
            <a:endParaRPr/>
          </a:p>
        </p:txBody>
      </p:sp>
      <p:sp>
        <p:nvSpPr>
          <p:cNvPr id="1669" name="Google Shape;1669;p65"/>
          <p:cNvSpPr txBox="1"/>
          <p:nvPr>
            <p:ph idx="4" type="subTitle"/>
          </p:nvPr>
        </p:nvSpPr>
        <p:spPr>
          <a:xfrm>
            <a:off x="3324974" y="2650375"/>
            <a:ext cx="249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describe the topic of the section here</a:t>
            </a:r>
            <a:endParaRPr/>
          </a:p>
        </p:txBody>
      </p:sp>
      <p:sp>
        <p:nvSpPr>
          <p:cNvPr id="1670" name="Google Shape;1670;p65">
            <a:hlinkClick action="ppaction://hlinksldjump" r:id="rId6"/>
          </p:cNvPr>
          <p:cNvSpPr txBox="1"/>
          <p:nvPr>
            <p:ph idx="7" type="title"/>
          </p:nvPr>
        </p:nvSpPr>
        <p:spPr>
          <a:xfrm>
            <a:off x="3419624" y="33448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L</a:t>
            </a:r>
            <a:r>
              <a:rPr lang="en"/>
              <a:t>et's travel!</a:t>
            </a:r>
            <a:endParaRPr/>
          </a:p>
        </p:txBody>
      </p:sp>
      <p:sp>
        <p:nvSpPr>
          <p:cNvPr id="1671" name="Google Shape;1671;p65"/>
          <p:cNvSpPr txBox="1"/>
          <p:nvPr>
            <p:ph idx="8" type="subTitle"/>
          </p:nvPr>
        </p:nvSpPr>
        <p:spPr>
          <a:xfrm>
            <a:off x="3324749" y="4083775"/>
            <a:ext cx="249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describe the topic of the section here</a:t>
            </a:r>
            <a:endParaRPr/>
          </a:p>
        </p:txBody>
      </p:sp>
      <p:sp>
        <p:nvSpPr>
          <p:cNvPr id="1672" name="Google Shape;1672;p65">
            <a:hlinkClick action="ppaction://hlinksldjump" r:id="rId7"/>
          </p:cNvPr>
          <p:cNvSpPr txBox="1"/>
          <p:nvPr>
            <p:ph idx="9" type="title"/>
          </p:nvPr>
        </p:nvSpPr>
        <p:spPr>
          <a:xfrm>
            <a:off x="6038978" y="19114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Rock, Paper, Scissors Tag</a:t>
            </a:r>
            <a:endParaRPr/>
          </a:p>
        </p:txBody>
      </p:sp>
      <p:sp>
        <p:nvSpPr>
          <p:cNvPr id="1673" name="Google Shape;1673;p65"/>
          <p:cNvSpPr txBox="1"/>
          <p:nvPr>
            <p:ph idx="13" type="subTitle"/>
          </p:nvPr>
        </p:nvSpPr>
        <p:spPr>
          <a:xfrm>
            <a:off x="5944778" y="2650375"/>
            <a:ext cx="24939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describe the topic of the section here</a:t>
            </a:r>
            <a:endParaRPr/>
          </a:p>
        </p:txBody>
      </p:sp>
      <p:sp>
        <p:nvSpPr>
          <p:cNvPr id="1674" name="Google Shape;1674;p65">
            <a:hlinkClick action="ppaction://hlinksldjump" r:id="rId8"/>
          </p:cNvPr>
          <p:cNvSpPr txBox="1"/>
          <p:nvPr>
            <p:ph idx="14" type="title"/>
          </p:nvPr>
        </p:nvSpPr>
        <p:spPr>
          <a:xfrm>
            <a:off x="6038978" y="33448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Quick quiz</a:t>
            </a:r>
            <a:endParaRPr/>
          </a:p>
        </p:txBody>
      </p:sp>
      <p:sp>
        <p:nvSpPr>
          <p:cNvPr id="1675" name="Google Shape;1675;p65"/>
          <p:cNvSpPr txBox="1"/>
          <p:nvPr>
            <p:ph idx="15" type="subTitle"/>
          </p:nvPr>
        </p:nvSpPr>
        <p:spPr>
          <a:xfrm>
            <a:off x="5944328" y="4083775"/>
            <a:ext cx="2494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describe the topic of the section here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53"/>
                                        </p:tgtEl>
                                        <p:attrNameLst>
                                          <p:attrName>style.visibility</p:attrName>
                                        </p:attrNameLst>
                                      </p:cBhvr>
                                      <p:to>
                                        <p:strVal val="visible"/>
                                      </p:to>
                                    </p:set>
                                    <p:animEffect filter="fade" transition="in">
                                      <p:cBhvr>
                                        <p:cTn dur="1000"/>
                                        <p:tgtEl>
                                          <p:spTgt spid="1653"/>
                                        </p:tgtEl>
                                      </p:cBhvr>
                                    </p:animEffect>
                                  </p:childTnLst>
                                </p:cTn>
                              </p:par>
                              <p:par>
                                <p:cTn fill="hold" nodeType="withEffect" presetClass="entr" presetID="10" presetSubtype="0">
                                  <p:stCondLst>
                                    <p:cond delay="0"/>
                                  </p:stCondLst>
                                  <p:childTnLst>
                                    <p:set>
                                      <p:cBhvr>
                                        <p:cTn dur="1" fill="hold">
                                          <p:stCondLst>
                                            <p:cond delay="0"/>
                                          </p:stCondLst>
                                        </p:cTn>
                                        <p:tgtEl>
                                          <p:spTgt spid="1666"/>
                                        </p:tgtEl>
                                        <p:attrNameLst>
                                          <p:attrName>style.visibility</p:attrName>
                                        </p:attrNameLst>
                                      </p:cBhvr>
                                      <p:to>
                                        <p:strVal val="visible"/>
                                      </p:to>
                                    </p:set>
                                    <p:animEffect filter="fade" transition="in">
                                      <p:cBhvr>
                                        <p:cTn dur="1000"/>
                                        <p:tgtEl>
                                          <p:spTgt spid="1666"/>
                                        </p:tgtEl>
                                      </p:cBhvr>
                                    </p:animEffect>
                                  </p:childTnLst>
                                </p:cTn>
                              </p:par>
                              <p:par>
                                <p:cTn fill="hold" nodeType="withEffect" presetClass="entr" presetID="10" presetSubtype="0">
                                  <p:stCondLst>
                                    <p:cond delay="0"/>
                                  </p:stCondLst>
                                  <p:childTnLst>
                                    <p:set>
                                      <p:cBhvr>
                                        <p:cTn dur="1" fill="hold">
                                          <p:stCondLst>
                                            <p:cond delay="0"/>
                                          </p:stCondLst>
                                        </p:cTn>
                                        <p:tgtEl>
                                          <p:spTgt spid="1667"/>
                                        </p:tgtEl>
                                        <p:attrNameLst>
                                          <p:attrName>style.visibility</p:attrName>
                                        </p:attrNameLst>
                                      </p:cBhvr>
                                      <p:to>
                                        <p:strVal val="visible"/>
                                      </p:to>
                                    </p:set>
                                    <p:animEffect filter="fade" transition="in">
                                      <p:cBhvr>
                                        <p:cTn dur="1000"/>
                                        <p:tgtEl>
                                          <p:spTgt spid="166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652"/>
                                        </p:tgtEl>
                                        <p:attrNameLst>
                                          <p:attrName>style.visibility</p:attrName>
                                        </p:attrNameLst>
                                      </p:cBhvr>
                                      <p:to>
                                        <p:strVal val="visible"/>
                                      </p:to>
                                    </p:set>
                                    <p:animEffect filter="fade" transition="in">
                                      <p:cBhvr>
                                        <p:cTn dur="1000"/>
                                        <p:tgtEl>
                                          <p:spTgt spid="1652"/>
                                        </p:tgtEl>
                                      </p:cBhvr>
                                    </p:animEffect>
                                  </p:childTnLst>
                                </p:cTn>
                              </p:par>
                              <p:par>
                                <p:cTn fill="hold" nodeType="withEffect" presetClass="entr" presetID="10" presetSubtype="0">
                                  <p:stCondLst>
                                    <p:cond delay="0"/>
                                  </p:stCondLst>
                                  <p:childTnLst>
                                    <p:set>
                                      <p:cBhvr>
                                        <p:cTn dur="1" fill="hold">
                                          <p:stCondLst>
                                            <p:cond delay="0"/>
                                          </p:stCondLst>
                                        </p:cTn>
                                        <p:tgtEl>
                                          <p:spTgt spid="1668"/>
                                        </p:tgtEl>
                                        <p:attrNameLst>
                                          <p:attrName>style.visibility</p:attrName>
                                        </p:attrNameLst>
                                      </p:cBhvr>
                                      <p:to>
                                        <p:strVal val="visible"/>
                                      </p:to>
                                    </p:set>
                                    <p:animEffect filter="fade" transition="in">
                                      <p:cBhvr>
                                        <p:cTn dur="1000"/>
                                        <p:tgtEl>
                                          <p:spTgt spid="1668"/>
                                        </p:tgtEl>
                                      </p:cBhvr>
                                    </p:animEffect>
                                  </p:childTnLst>
                                </p:cTn>
                              </p:par>
                              <p:par>
                                <p:cTn fill="hold" nodeType="withEffect" presetClass="entr" presetID="10" presetSubtype="0">
                                  <p:stCondLst>
                                    <p:cond delay="0"/>
                                  </p:stCondLst>
                                  <p:childTnLst>
                                    <p:set>
                                      <p:cBhvr>
                                        <p:cTn dur="1" fill="hold">
                                          <p:stCondLst>
                                            <p:cond delay="0"/>
                                          </p:stCondLst>
                                        </p:cTn>
                                        <p:tgtEl>
                                          <p:spTgt spid="1669"/>
                                        </p:tgtEl>
                                        <p:attrNameLst>
                                          <p:attrName>style.visibility</p:attrName>
                                        </p:attrNameLst>
                                      </p:cBhvr>
                                      <p:to>
                                        <p:strVal val="visible"/>
                                      </p:to>
                                    </p:set>
                                    <p:animEffect filter="fade" transition="in">
                                      <p:cBhvr>
                                        <p:cTn dur="1000"/>
                                        <p:tgtEl>
                                          <p:spTgt spid="166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654"/>
                                        </p:tgtEl>
                                        <p:attrNameLst>
                                          <p:attrName>style.visibility</p:attrName>
                                        </p:attrNameLst>
                                      </p:cBhvr>
                                      <p:to>
                                        <p:strVal val="visible"/>
                                      </p:to>
                                    </p:set>
                                    <p:animEffect filter="fade" transition="in">
                                      <p:cBhvr>
                                        <p:cTn dur="1000"/>
                                        <p:tgtEl>
                                          <p:spTgt spid="1654"/>
                                        </p:tgtEl>
                                      </p:cBhvr>
                                    </p:animEffect>
                                  </p:childTnLst>
                                </p:cTn>
                              </p:par>
                              <p:par>
                                <p:cTn fill="hold" nodeType="withEffect" presetClass="entr" presetID="10" presetSubtype="0">
                                  <p:stCondLst>
                                    <p:cond delay="0"/>
                                  </p:stCondLst>
                                  <p:childTnLst>
                                    <p:set>
                                      <p:cBhvr>
                                        <p:cTn dur="1" fill="hold">
                                          <p:stCondLst>
                                            <p:cond delay="0"/>
                                          </p:stCondLst>
                                        </p:cTn>
                                        <p:tgtEl>
                                          <p:spTgt spid="1672"/>
                                        </p:tgtEl>
                                        <p:attrNameLst>
                                          <p:attrName>style.visibility</p:attrName>
                                        </p:attrNameLst>
                                      </p:cBhvr>
                                      <p:to>
                                        <p:strVal val="visible"/>
                                      </p:to>
                                    </p:set>
                                    <p:animEffect filter="fade" transition="in">
                                      <p:cBhvr>
                                        <p:cTn dur="1000"/>
                                        <p:tgtEl>
                                          <p:spTgt spid="1672"/>
                                        </p:tgtEl>
                                      </p:cBhvr>
                                    </p:animEffect>
                                  </p:childTnLst>
                                </p:cTn>
                              </p:par>
                              <p:par>
                                <p:cTn fill="hold" nodeType="withEffect" presetClass="entr" presetID="10" presetSubtype="0">
                                  <p:stCondLst>
                                    <p:cond delay="0"/>
                                  </p:stCondLst>
                                  <p:childTnLst>
                                    <p:set>
                                      <p:cBhvr>
                                        <p:cTn dur="1" fill="hold">
                                          <p:stCondLst>
                                            <p:cond delay="0"/>
                                          </p:stCondLst>
                                        </p:cTn>
                                        <p:tgtEl>
                                          <p:spTgt spid="1673"/>
                                        </p:tgtEl>
                                        <p:attrNameLst>
                                          <p:attrName>style.visibility</p:attrName>
                                        </p:attrNameLst>
                                      </p:cBhvr>
                                      <p:to>
                                        <p:strVal val="visible"/>
                                      </p:to>
                                    </p:set>
                                    <p:animEffect filter="fade" transition="in">
                                      <p:cBhvr>
                                        <p:cTn dur="1000"/>
                                        <p:tgtEl>
                                          <p:spTgt spid="167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651"/>
                                        </p:tgtEl>
                                        <p:attrNameLst>
                                          <p:attrName>style.visibility</p:attrName>
                                        </p:attrNameLst>
                                      </p:cBhvr>
                                      <p:to>
                                        <p:strVal val="visible"/>
                                      </p:to>
                                    </p:set>
                                    <p:animEffect filter="fade" transition="in">
                                      <p:cBhvr>
                                        <p:cTn dur="1000"/>
                                        <p:tgtEl>
                                          <p:spTgt spid="1651"/>
                                        </p:tgtEl>
                                      </p:cBhvr>
                                    </p:animEffect>
                                  </p:childTnLst>
                                </p:cTn>
                              </p:par>
                              <p:par>
                                <p:cTn fill="hold" nodeType="withEffect" presetClass="entr" presetID="10" presetSubtype="0">
                                  <p:stCondLst>
                                    <p:cond delay="0"/>
                                  </p:stCondLst>
                                  <p:childTnLst>
                                    <p:set>
                                      <p:cBhvr>
                                        <p:cTn dur="1" fill="hold">
                                          <p:stCondLst>
                                            <p:cond delay="0"/>
                                          </p:stCondLst>
                                        </p:cTn>
                                        <p:tgtEl>
                                          <p:spTgt spid="1663"/>
                                        </p:tgtEl>
                                        <p:attrNameLst>
                                          <p:attrName>style.visibility</p:attrName>
                                        </p:attrNameLst>
                                      </p:cBhvr>
                                      <p:to>
                                        <p:strVal val="visible"/>
                                      </p:to>
                                    </p:set>
                                    <p:animEffect filter="fade" transition="in">
                                      <p:cBhvr>
                                        <p:cTn dur="1000"/>
                                        <p:tgtEl>
                                          <p:spTgt spid="1663"/>
                                        </p:tgtEl>
                                      </p:cBhvr>
                                    </p:animEffect>
                                  </p:childTnLst>
                                </p:cTn>
                              </p:par>
                              <p:par>
                                <p:cTn fill="hold" nodeType="withEffect" presetClass="entr" presetID="10" presetSubtype="0">
                                  <p:stCondLst>
                                    <p:cond delay="0"/>
                                  </p:stCondLst>
                                  <p:childTnLst>
                                    <p:set>
                                      <p:cBhvr>
                                        <p:cTn dur="1" fill="hold">
                                          <p:stCondLst>
                                            <p:cond delay="0"/>
                                          </p:stCondLst>
                                        </p:cTn>
                                        <p:tgtEl>
                                          <p:spTgt spid="1664"/>
                                        </p:tgtEl>
                                        <p:attrNameLst>
                                          <p:attrName>style.visibility</p:attrName>
                                        </p:attrNameLst>
                                      </p:cBhvr>
                                      <p:to>
                                        <p:strVal val="visible"/>
                                      </p:to>
                                    </p:set>
                                    <p:animEffect filter="fade" transition="in">
                                      <p:cBhvr>
                                        <p:cTn dur="1000"/>
                                        <p:tgtEl>
                                          <p:spTgt spid="1664"/>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649"/>
                                        </p:tgtEl>
                                        <p:attrNameLst>
                                          <p:attrName>style.visibility</p:attrName>
                                        </p:attrNameLst>
                                      </p:cBhvr>
                                      <p:to>
                                        <p:strVal val="visible"/>
                                      </p:to>
                                    </p:set>
                                    <p:animEffect filter="fade" transition="in">
                                      <p:cBhvr>
                                        <p:cTn dur="1000"/>
                                        <p:tgtEl>
                                          <p:spTgt spid="1649"/>
                                        </p:tgtEl>
                                      </p:cBhvr>
                                    </p:animEffect>
                                  </p:childTnLst>
                                </p:cTn>
                              </p:par>
                              <p:par>
                                <p:cTn fill="hold" nodeType="withEffect" presetClass="entr" presetID="10" presetSubtype="0">
                                  <p:stCondLst>
                                    <p:cond delay="0"/>
                                  </p:stCondLst>
                                  <p:childTnLst>
                                    <p:set>
                                      <p:cBhvr>
                                        <p:cTn dur="1" fill="hold">
                                          <p:stCondLst>
                                            <p:cond delay="0"/>
                                          </p:stCondLst>
                                        </p:cTn>
                                        <p:tgtEl>
                                          <p:spTgt spid="1670"/>
                                        </p:tgtEl>
                                        <p:attrNameLst>
                                          <p:attrName>style.visibility</p:attrName>
                                        </p:attrNameLst>
                                      </p:cBhvr>
                                      <p:to>
                                        <p:strVal val="visible"/>
                                      </p:to>
                                    </p:set>
                                    <p:animEffect filter="fade" transition="in">
                                      <p:cBhvr>
                                        <p:cTn dur="1000"/>
                                        <p:tgtEl>
                                          <p:spTgt spid="1670"/>
                                        </p:tgtEl>
                                      </p:cBhvr>
                                    </p:animEffect>
                                  </p:childTnLst>
                                </p:cTn>
                              </p:par>
                              <p:par>
                                <p:cTn fill="hold" nodeType="withEffect" presetClass="entr" presetID="10" presetSubtype="0">
                                  <p:stCondLst>
                                    <p:cond delay="0"/>
                                  </p:stCondLst>
                                  <p:childTnLst>
                                    <p:set>
                                      <p:cBhvr>
                                        <p:cTn dur="1" fill="hold">
                                          <p:stCondLst>
                                            <p:cond delay="0"/>
                                          </p:stCondLst>
                                        </p:cTn>
                                        <p:tgtEl>
                                          <p:spTgt spid="1671"/>
                                        </p:tgtEl>
                                        <p:attrNameLst>
                                          <p:attrName>style.visibility</p:attrName>
                                        </p:attrNameLst>
                                      </p:cBhvr>
                                      <p:to>
                                        <p:strVal val="visible"/>
                                      </p:to>
                                    </p:set>
                                    <p:animEffect filter="fade" transition="in">
                                      <p:cBhvr>
                                        <p:cTn dur="1000"/>
                                        <p:tgtEl>
                                          <p:spTgt spid="1671"/>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650"/>
                                        </p:tgtEl>
                                        <p:attrNameLst>
                                          <p:attrName>style.visibility</p:attrName>
                                        </p:attrNameLst>
                                      </p:cBhvr>
                                      <p:to>
                                        <p:strVal val="visible"/>
                                      </p:to>
                                    </p:set>
                                    <p:animEffect filter="fade" transition="in">
                                      <p:cBhvr>
                                        <p:cTn dur="1000"/>
                                        <p:tgtEl>
                                          <p:spTgt spid="1650"/>
                                        </p:tgtEl>
                                      </p:cBhvr>
                                    </p:animEffect>
                                  </p:childTnLst>
                                </p:cTn>
                              </p:par>
                              <p:par>
                                <p:cTn fill="hold" nodeType="withEffect" presetClass="entr" presetID="10" presetSubtype="0">
                                  <p:stCondLst>
                                    <p:cond delay="0"/>
                                  </p:stCondLst>
                                  <p:childTnLst>
                                    <p:set>
                                      <p:cBhvr>
                                        <p:cTn dur="1" fill="hold">
                                          <p:stCondLst>
                                            <p:cond delay="0"/>
                                          </p:stCondLst>
                                        </p:cTn>
                                        <p:tgtEl>
                                          <p:spTgt spid="1674"/>
                                        </p:tgtEl>
                                        <p:attrNameLst>
                                          <p:attrName>style.visibility</p:attrName>
                                        </p:attrNameLst>
                                      </p:cBhvr>
                                      <p:to>
                                        <p:strVal val="visible"/>
                                      </p:to>
                                    </p:set>
                                    <p:animEffect filter="fade" transition="in">
                                      <p:cBhvr>
                                        <p:cTn dur="1000"/>
                                        <p:tgtEl>
                                          <p:spTgt spid="1674"/>
                                        </p:tgtEl>
                                      </p:cBhvr>
                                    </p:animEffect>
                                  </p:childTnLst>
                                </p:cTn>
                              </p:par>
                              <p:par>
                                <p:cTn fill="hold" nodeType="withEffect" presetClass="entr" presetID="10" presetSubtype="0">
                                  <p:stCondLst>
                                    <p:cond delay="0"/>
                                  </p:stCondLst>
                                  <p:childTnLst>
                                    <p:set>
                                      <p:cBhvr>
                                        <p:cTn dur="1" fill="hold">
                                          <p:stCondLst>
                                            <p:cond delay="0"/>
                                          </p:stCondLst>
                                        </p:cTn>
                                        <p:tgtEl>
                                          <p:spTgt spid="1675"/>
                                        </p:tgtEl>
                                        <p:attrNameLst>
                                          <p:attrName>style.visibility</p:attrName>
                                        </p:attrNameLst>
                                      </p:cBhvr>
                                      <p:to>
                                        <p:strVal val="visible"/>
                                      </p:to>
                                    </p:set>
                                    <p:animEffect filter="fade" transition="in">
                                      <p:cBhvr>
                                        <p:cTn dur="1000"/>
                                        <p:tgtEl>
                                          <p:spTgt spid="167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9" name="Shape 1679"/>
        <p:cNvGrpSpPr/>
        <p:nvPr/>
      </p:nvGrpSpPr>
      <p:grpSpPr>
        <a:xfrm>
          <a:off x="0" y="0"/>
          <a:ext cx="0" cy="0"/>
          <a:chOff x="0" y="0"/>
          <a:chExt cx="0" cy="0"/>
        </a:xfrm>
      </p:grpSpPr>
      <p:grpSp>
        <p:nvGrpSpPr>
          <p:cNvPr id="1680" name="Google Shape;1680;p66"/>
          <p:cNvGrpSpPr/>
          <p:nvPr/>
        </p:nvGrpSpPr>
        <p:grpSpPr>
          <a:xfrm>
            <a:off x="2500316" y="650950"/>
            <a:ext cx="4143518" cy="745906"/>
            <a:chOff x="2500316" y="650950"/>
            <a:chExt cx="4143518" cy="745906"/>
          </a:xfrm>
        </p:grpSpPr>
        <p:sp>
          <p:nvSpPr>
            <p:cNvPr id="1681" name="Google Shape;1681;p66"/>
            <p:cNvSpPr/>
            <p:nvPr/>
          </p:nvSpPr>
          <p:spPr>
            <a:xfrm>
              <a:off x="2521150" y="824550"/>
              <a:ext cx="810325" cy="540800"/>
            </a:xfrm>
            <a:custGeom>
              <a:rect b="b" l="l" r="r" t="t"/>
              <a:pathLst>
                <a:path extrusionOk="0" h="21632" w="32413">
                  <a:moveTo>
                    <a:pt x="20115" y="0"/>
                  </a:moveTo>
                  <a:lnTo>
                    <a:pt x="1524" y="853"/>
                  </a:lnTo>
                  <a:lnTo>
                    <a:pt x="10262" y="9947"/>
                  </a:lnTo>
                  <a:lnTo>
                    <a:pt x="5560" y="16290"/>
                  </a:lnTo>
                  <a:lnTo>
                    <a:pt x="0" y="21632"/>
                  </a:lnTo>
                  <a:lnTo>
                    <a:pt x="32413" y="21226"/>
                  </a:lnTo>
                </a:path>
              </a:pathLst>
            </a:custGeom>
            <a:solidFill>
              <a:schemeClr val="dk2"/>
            </a:solidFill>
            <a:ln cap="flat" cmpd="sng" w="9525">
              <a:solidFill>
                <a:schemeClr val="dk2"/>
              </a:solidFill>
              <a:prstDash val="solid"/>
              <a:round/>
              <a:headEnd len="med" w="med" type="none"/>
              <a:tailEnd len="med" w="med" type="none"/>
            </a:ln>
          </p:spPr>
        </p:sp>
        <p:sp>
          <p:nvSpPr>
            <p:cNvPr id="1682" name="Google Shape;1682;p66"/>
            <p:cNvSpPr/>
            <p:nvPr/>
          </p:nvSpPr>
          <p:spPr>
            <a:xfrm>
              <a:off x="3060950" y="1223100"/>
              <a:ext cx="287700" cy="121900"/>
            </a:xfrm>
            <a:custGeom>
              <a:rect b="b" l="l" r="r" t="t"/>
              <a:pathLst>
                <a:path extrusionOk="0" h="4876" w="11508">
                  <a:moveTo>
                    <a:pt x="0" y="203"/>
                  </a:moveTo>
                  <a:lnTo>
                    <a:pt x="11508" y="4876"/>
                  </a:lnTo>
                  <a:lnTo>
                    <a:pt x="11380" y="0"/>
                  </a:lnTo>
                  <a:close/>
                </a:path>
              </a:pathLst>
            </a:custGeom>
            <a:solidFill>
              <a:schemeClr val="lt2"/>
            </a:solidFill>
            <a:ln>
              <a:noFill/>
            </a:ln>
          </p:spPr>
        </p:sp>
        <p:sp>
          <p:nvSpPr>
            <p:cNvPr id="1683" name="Google Shape;1683;p66"/>
            <p:cNvSpPr/>
            <p:nvPr/>
          </p:nvSpPr>
          <p:spPr>
            <a:xfrm>
              <a:off x="5948725" y="821200"/>
              <a:ext cx="687675" cy="564175"/>
            </a:xfrm>
            <a:custGeom>
              <a:rect b="b" l="l" r="r" t="t"/>
              <a:pathLst>
                <a:path extrusionOk="0" h="22567" w="27507">
                  <a:moveTo>
                    <a:pt x="7611" y="134"/>
                  </a:moveTo>
                  <a:lnTo>
                    <a:pt x="27374" y="0"/>
                  </a:lnTo>
                  <a:lnTo>
                    <a:pt x="19095" y="10816"/>
                  </a:lnTo>
                  <a:lnTo>
                    <a:pt x="22166" y="16424"/>
                  </a:lnTo>
                  <a:lnTo>
                    <a:pt x="27507" y="22300"/>
                  </a:lnTo>
                  <a:lnTo>
                    <a:pt x="0" y="22567"/>
                  </a:lnTo>
                </a:path>
              </a:pathLst>
            </a:custGeom>
            <a:solidFill>
              <a:schemeClr val="dk2"/>
            </a:solidFill>
            <a:ln cap="flat" cmpd="sng" w="9525">
              <a:solidFill>
                <a:schemeClr val="dk2"/>
              </a:solidFill>
              <a:prstDash val="solid"/>
              <a:round/>
              <a:headEnd len="med" w="med" type="none"/>
              <a:tailEnd len="med" w="med" type="none"/>
            </a:ln>
          </p:spPr>
        </p:sp>
        <p:sp>
          <p:nvSpPr>
            <p:cNvPr id="1684" name="Google Shape;1684;p66"/>
            <p:cNvSpPr/>
            <p:nvPr/>
          </p:nvSpPr>
          <p:spPr>
            <a:xfrm>
              <a:off x="3034450" y="664300"/>
              <a:ext cx="3144625" cy="584200"/>
            </a:xfrm>
            <a:custGeom>
              <a:rect b="b" l="l" r="r" t="t"/>
              <a:pathLst>
                <a:path extrusionOk="0" h="23368" w="125785">
                  <a:moveTo>
                    <a:pt x="134" y="801"/>
                  </a:moveTo>
                  <a:lnTo>
                    <a:pt x="67032" y="2003"/>
                  </a:lnTo>
                  <a:lnTo>
                    <a:pt x="123381" y="0"/>
                  </a:lnTo>
                  <a:lnTo>
                    <a:pt x="125785" y="21899"/>
                  </a:lnTo>
                  <a:lnTo>
                    <a:pt x="87462" y="23368"/>
                  </a:lnTo>
                  <a:lnTo>
                    <a:pt x="37655" y="22834"/>
                  </a:lnTo>
                  <a:lnTo>
                    <a:pt x="935" y="22033"/>
                  </a:lnTo>
                  <a:lnTo>
                    <a:pt x="0" y="7478"/>
                  </a:lnTo>
                </a:path>
              </a:pathLst>
            </a:custGeom>
            <a:solidFill>
              <a:schemeClr val="dk2"/>
            </a:solidFill>
            <a:ln cap="flat" cmpd="sng" w="9525">
              <a:solidFill>
                <a:schemeClr val="dk2"/>
              </a:solidFill>
              <a:prstDash val="solid"/>
              <a:round/>
              <a:headEnd len="med" w="med" type="none"/>
              <a:tailEnd len="med" w="med" type="none"/>
            </a:ln>
          </p:spPr>
        </p:sp>
        <p:sp>
          <p:nvSpPr>
            <p:cNvPr id="1685" name="Google Shape;1685;p66"/>
            <p:cNvSpPr/>
            <p:nvPr/>
          </p:nvSpPr>
          <p:spPr>
            <a:xfrm>
              <a:off x="5928700" y="1215125"/>
              <a:ext cx="237700" cy="150200"/>
            </a:xfrm>
            <a:custGeom>
              <a:rect b="b" l="l" r="r" t="t"/>
              <a:pathLst>
                <a:path extrusionOk="0" h="6008" w="9508">
                  <a:moveTo>
                    <a:pt x="9508" y="365"/>
                  </a:moveTo>
                  <a:lnTo>
                    <a:pt x="0" y="6008"/>
                  </a:lnTo>
                  <a:lnTo>
                    <a:pt x="267" y="0"/>
                  </a:lnTo>
                  <a:close/>
                </a:path>
              </a:pathLst>
            </a:custGeom>
            <a:solidFill>
              <a:schemeClr val="lt2"/>
            </a:solidFill>
            <a:ln>
              <a:noFill/>
            </a:ln>
          </p:spPr>
        </p:sp>
        <p:sp>
          <p:nvSpPr>
            <p:cNvPr id="1686" name="Google Shape;1686;p66"/>
            <p:cNvSpPr/>
            <p:nvPr/>
          </p:nvSpPr>
          <p:spPr>
            <a:xfrm>
              <a:off x="2500316" y="650950"/>
              <a:ext cx="4143518" cy="745906"/>
            </a:xfrm>
            <a:custGeom>
              <a:rect b="b" l="l" r="r" t="t"/>
              <a:pathLst>
                <a:path extrusionOk="0" h="5172" w="26741">
                  <a:moveTo>
                    <a:pt x="3678" y="4001"/>
                  </a:moveTo>
                  <a:lnTo>
                    <a:pt x="3678" y="4001"/>
                  </a:lnTo>
                  <a:cubicBezTo>
                    <a:pt x="4254" y="4040"/>
                    <a:pt x="4830" y="4060"/>
                    <a:pt x="5405" y="4089"/>
                  </a:cubicBezTo>
                  <a:cubicBezTo>
                    <a:pt x="5415" y="4323"/>
                    <a:pt x="5444" y="4557"/>
                    <a:pt x="5473" y="4791"/>
                  </a:cubicBezTo>
                  <a:cubicBezTo>
                    <a:pt x="4878" y="4528"/>
                    <a:pt x="4283" y="4245"/>
                    <a:pt x="3678" y="4001"/>
                  </a:cubicBezTo>
                  <a:close/>
                  <a:moveTo>
                    <a:pt x="23424" y="4050"/>
                  </a:moveTo>
                  <a:cubicBezTo>
                    <a:pt x="23024" y="4303"/>
                    <a:pt x="22633" y="4577"/>
                    <a:pt x="22243" y="4850"/>
                  </a:cubicBezTo>
                  <a:cubicBezTo>
                    <a:pt x="22233" y="4616"/>
                    <a:pt x="22233" y="4372"/>
                    <a:pt x="22233" y="4138"/>
                  </a:cubicBezTo>
                  <a:cubicBezTo>
                    <a:pt x="22233" y="4118"/>
                    <a:pt x="22224" y="4099"/>
                    <a:pt x="22214" y="4089"/>
                  </a:cubicBezTo>
                  <a:cubicBezTo>
                    <a:pt x="22624" y="4079"/>
                    <a:pt x="23024" y="4060"/>
                    <a:pt x="23424" y="4050"/>
                  </a:cubicBezTo>
                  <a:close/>
                  <a:moveTo>
                    <a:pt x="3278" y="1299"/>
                  </a:moveTo>
                  <a:lnTo>
                    <a:pt x="3278" y="1299"/>
                  </a:lnTo>
                  <a:cubicBezTo>
                    <a:pt x="3259" y="2157"/>
                    <a:pt x="3337" y="3016"/>
                    <a:pt x="3513" y="3855"/>
                  </a:cubicBezTo>
                  <a:cubicBezTo>
                    <a:pt x="3444" y="3884"/>
                    <a:pt x="3454" y="3991"/>
                    <a:pt x="3532" y="4001"/>
                  </a:cubicBezTo>
                  <a:lnTo>
                    <a:pt x="3552" y="4001"/>
                  </a:lnTo>
                  <a:cubicBezTo>
                    <a:pt x="3532" y="4020"/>
                    <a:pt x="3542" y="4050"/>
                    <a:pt x="3571" y="4069"/>
                  </a:cubicBezTo>
                  <a:cubicBezTo>
                    <a:pt x="4117" y="4352"/>
                    <a:pt x="4673" y="4616"/>
                    <a:pt x="5239" y="4869"/>
                  </a:cubicBezTo>
                  <a:cubicBezTo>
                    <a:pt x="4456" y="4851"/>
                    <a:pt x="3667" y="4841"/>
                    <a:pt x="2876" y="4841"/>
                  </a:cubicBezTo>
                  <a:cubicBezTo>
                    <a:pt x="1992" y="4841"/>
                    <a:pt x="1106" y="4853"/>
                    <a:pt x="225" y="4879"/>
                  </a:cubicBezTo>
                  <a:cubicBezTo>
                    <a:pt x="781" y="4333"/>
                    <a:pt x="1308" y="3747"/>
                    <a:pt x="1796" y="3142"/>
                  </a:cubicBezTo>
                  <a:cubicBezTo>
                    <a:pt x="1815" y="3113"/>
                    <a:pt x="1825" y="3074"/>
                    <a:pt x="1805" y="3035"/>
                  </a:cubicBezTo>
                  <a:lnTo>
                    <a:pt x="1805" y="3035"/>
                  </a:lnTo>
                  <a:cubicBezTo>
                    <a:pt x="1814" y="3042"/>
                    <a:pt x="1823" y="3045"/>
                    <a:pt x="1832" y="3045"/>
                  </a:cubicBezTo>
                  <a:cubicBezTo>
                    <a:pt x="1874" y="3045"/>
                    <a:pt x="1914" y="2980"/>
                    <a:pt x="1874" y="2947"/>
                  </a:cubicBezTo>
                  <a:cubicBezTo>
                    <a:pt x="1337" y="2508"/>
                    <a:pt x="888" y="1972"/>
                    <a:pt x="547" y="1367"/>
                  </a:cubicBezTo>
                  <a:lnTo>
                    <a:pt x="547" y="1367"/>
                  </a:lnTo>
                  <a:cubicBezTo>
                    <a:pt x="931" y="1388"/>
                    <a:pt x="1314" y="1398"/>
                    <a:pt x="1698" y="1398"/>
                  </a:cubicBezTo>
                  <a:cubicBezTo>
                    <a:pt x="2202" y="1398"/>
                    <a:pt x="2706" y="1381"/>
                    <a:pt x="3210" y="1347"/>
                  </a:cubicBezTo>
                  <a:cubicBezTo>
                    <a:pt x="3239" y="1338"/>
                    <a:pt x="3269" y="1328"/>
                    <a:pt x="3278" y="1299"/>
                  </a:cubicBezTo>
                  <a:close/>
                  <a:moveTo>
                    <a:pt x="23217" y="1"/>
                  </a:moveTo>
                  <a:cubicBezTo>
                    <a:pt x="23215" y="1"/>
                    <a:pt x="23212" y="1"/>
                    <a:pt x="23209" y="1"/>
                  </a:cubicBezTo>
                  <a:cubicBezTo>
                    <a:pt x="18652" y="189"/>
                    <a:pt x="14100" y="234"/>
                    <a:pt x="9547" y="234"/>
                  </a:cubicBezTo>
                  <a:cubicBezTo>
                    <a:pt x="7490" y="234"/>
                    <a:pt x="5434" y="225"/>
                    <a:pt x="3376" y="216"/>
                  </a:cubicBezTo>
                  <a:cubicBezTo>
                    <a:pt x="3317" y="216"/>
                    <a:pt x="3288" y="284"/>
                    <a:pt x="3327" y="323"/>
                  </a:cubicBezTo>
                  <a:cubicBezTo>
                    <a:pt x="3308" y="616"/>
                    <a:pt x="3298" y="908"/>
                    <a:pt x="3288" y="1201"/>
                  </a:cubicBezTo>
                  <a:cubicBezTo>
                    <a:pt x="3278" y="1172"/>
                    <a:pt x="3249" y="1162"/>
                    <a:pt x="3210" y="1162"/>
                  </a:cubicBezTo>
                  <a:cubicBezTo>
                    <a:pt x="2499" y="1200"/>
                    <a:pt x="1794" y="1214"/>
                    <a:pt x="1086" y="1214"/>
                  </a:cubicBezTo>
                  <a:cubicBezTo>
                    <a:pt x="881" y="1214"/>
                    <a:pt x="675" y="1213"/>
                    <a:pt x="469" y="1211"/>
                  </a:cubicBezTo>
                  <a:cubicBezTo>
                    <a:pt x="453" y="1193"/>
                    <a:pt x="433" y="1185"/>
                    <a:pt x="413" y="1185"/>
                  </a:cubicBezTo>
                  <a:cubicBezTo>
                    <a:pt x="355" y="1185"/>
                    <a:pt x="294" y="1246"/>
                    <a:pt x="322" y="1318"/>
                  </a:cubicBezTo>
                  <a:cubicBezTo>
                    <a:pt x="644" y="1991"/>
                    <a:pt x="1132" y="2567"/>
                    <a:pt x="1747" y="2996"/>
                  </a:cubicBezTo>
                  <a:cubicBezTo>
                    <a:pt x="1739" y="2994"/>
                    <a:pt x="1732" y="2992"/>
                    <a:pt x="1725" y="2992"/>
                  </a:cubicBezTo>
                  <a:cubicBezTo>
                    <a:pt x="1707" y="2992"/>
                    <a:pt x="1693" y="3001"/>
                    <a:pt x="1679" y="3016"/>
                  </a:cubicBezTo>
                  <a:cubicBezTo>
                    <a:pt x="1132" y="3581"/>
                    <a:pt x="615" y="4186"/>
                    <a:pt x="137" y="4811"/>
                  </a:cubicBezTo>
                  <a:cubicBezTo>
                    <a:pt x="118" y="4830"/>
                    <a:pt x="118" y="4859"/>
                    <a:pt x="137" y="4889"/>
                  </a:cubicBezTo>
                  <a:lnTo>
                    <a:pt x="127" y="4889"/>
                  </a:lnTo>
                  <a:cubicBezTo>
                    <a:pt x="1" y="4898"/>
                    <a:pt x="1" y="5074"/>
                    <a:pt x="127" y="5084"/>
                  </a:cubicBezTo>
                  <a:cubicBezTo>
                    <a:pt x="756" y="5112"/>
                    <a:pt x="1385" y="5126"/>
                    <a:pt x="2015" y="5126"/>
                  </a:cubicBezTo>
                  <a:cubicBezTo>
                    <a:pt x="3146" y="5126"/>
                    <a:pt x="4277" y="5080"/>
                    <a:pt x="5405" y="4986"/>
                  </a:cubicBezTo>
                  <a:cubicBezTo>
                    <a:pt x="5425" y="4986"/>
                    <a:pt x="5444" y="4977"/>
                    <a:pt x="5454" y="4957"/>
                  </a:cubicBezTo>
                  <a:lnTo>
                    <a:pt x="5532" y="4996"/>
                  </a:lnTo>
                  <a:cubicBezTo>
                    <a:pt x="5544" y="5001"/>
                    <a:pt x="5557" y="5003"/>
                    <a:pt x="5571" y="5003"/>
                  </a:cubicBezTo>
                  <a:cubicBezTo>
                    <a:pt x="5614" y="5003"/>
                    <a:pt x="5659" y="4979"/>
                    <a:pt x="5659" y="4928"/>
                  </a:cubicBezTo>
                  <a:cubicBezTo>
                    <a:pt x="5630" y="4645"/>
                    <a:pt x="5620" y="4372"/>
                    <a:pt x="5571" y="4099"/>
                  </a:cubicBezTo>
                  <a:lnTo>
                    <a:pt x="5571" y="4099"/>
                  </a:lnTo>
                  <a:cubicBezTo>
                    <a:pt x="8244" y="4206"/>
                    <a:pt x="10917" y="4216"/>
                    <a:pt x="13580" y="4216"/>
                  </a:cubicBezTo>
                  <a:cubicBezTo>
                    <a:pt x="16409" y="4216"/>
                    <a:pt x="19239" y="4186"/>
                    <a:pt x="22077" y="4099"/>
                  </a:cubicBezTo>
                  <a:lnTo>
                    <a:pt x="22077" y="4099"/>
                  </a:lnTo>
                  <a:cubicBezTo>
                    <a:pt x="22068" y="4108"/>
                    <a:pt x="22058" y="4118"/>
                    <a:pt x="22058" y="4138"/>
                  </a:cubicBezTo>
                  <a:cubicBezTo>
                    <a:pt x="22058" y="4430"/>
                    <a:pt x="22077" y="4723"/>
                    <a:pt x="22077" y="5016"/>
                  </a:cubicBezTo>
                  <a:cubicBezTo>
                    <a:pt x="22077" y="5064"/>
                    <a:pt x="22116" y="5103"/>
                    <a:pt x="22175" y="5113"/>
                  </a:cubicBezTo>
                  <a:cubicBezTo>
                    <a:pt x="22175" y="5142"/>
                    <a:pt x="22204" y="5172"/>
                    <a:pt x="22233" y="5172"/>
                  </a:cubicBezTo>
                  <a:cubicBezTo>
                    <a:pt x="23697" y="5172"/>
                    <a:pt x="25160" y="5162"/>
                    <a:pt x="26623" y="5094"/>
                  </a:cubicBezTo>
                  <a:cubicBezTo>
                    <a:pt x="26741" y="5084"/>
                    <a:pt x="26731" y="4918"/>
                    <a:pt x="26614" y="4918"/>
                  </a:cubicBezTo>
                  <a:lnTo>
                    <a:pt x="26584" y="4918"/>
                  </a:lnTo>
                  <a:cubicBezTo>
                    <a:pt x="26604" y="4889"/>
                    <a:pt x="26594" y="4859"/>
                    <a:pt x="26575" y="4830"/>
                  </a:cubicBezTo>
                  <a:cubicBezTo>
                    <a:pt x="26067" y="4303"/>
                    <a:pt x="25677" y="3679"/>
                    <a:pt x="25424" y="2996"/>
                  </a:cubicBezTo>
                  <a:lnTo>
                    <a:pt x="25424" y="2986"/>
                  </a:lnTo>
                  <a:cubicBezTo>
                    <a:pt x="25443" y="2977"/>
                    <a:pt x="25453" y="2967"/>
                    <a:pt x="25463" y="2957"/>
                  </a:cubicBezTo>
                  <a:cubicBezTo>
                    <a:pt x="25853" y="2401"/>
                    <a:pt x="26272" y="1874"/>
                    <a:pt x="26682" y="1338"/>
                  </a:cubicBezTo>
                  <a:cubicBezTo>
                    <a:pt x="26702" y="1318"/>
                    <a:pt x="26702" y="1289"/>
                    <a:pt x="26672" y="1269"/>
                  </a:cubicBezTo>
                  <a:cubicBezTo>
                    <a:pt x="26731" y="1221"/>
                    <a:pt x="26692" y="1133"/>
                    <a:pt x="26614" y="1123"/>
                  </a:cubicBezTo>
                  <a:cubicBezTo>
                    <a:pt x="26261" y="1116"/>
                    <a:pt x="25907" y="1113"/>
                    <a:pt x="25553" y="1113"/>
                  </a:cubicBezTo>
                  <a:cubicBezTo>
                    <a:pt x="24907" y="1113"/>
                    <a:pt x="24258" y="1124"/>
                    <a:pt x="23609" y="1143"/>
                  </a:cubicBezTo>
                  <a:cubicBezTo>
                    <a:pt x="23570" y="840"/>
                    <a:pt x="23531" y="528"/>
                    <a:pt x="23492" y="235"/>
                  </a:cubicBezTo>
                  <a:cubicBezTo>
                    <a:pt x="23487" y="172"/>
                    <a:pt x="23438" y="140"/>
                    <a:pt x="23392" y="140"/>
                  </a:cubicBezTo>
                  <a:cubicBezTo>
                    <a:pt x="23346" y="140"/>
                    <a:pt x="23302" y="172"/>
                    <a:pt x="23307" y="235"/>
                  </a:cubicBezTo>
                  <a:cubicBezTo>
                    <a:pt x="23394" y="1396"/>
                    <a:pt x="23394" y="2694"/>
                    <a:pt x="23687" y="3825"/>
                  </a:cubicBezTo>
                  <a:cubicBezTo>
                    <a:pt x="23696" y="3852"/>
                    <a:pt x="23717" y="3865"/>
                    <a:pt x="23738" y="3865"/>
                  </a:cubicBezTo>
                  <a:cubicBezTo>
                    <a:pt x="23762" y="3865"/>
                    <a:pt x="23785" y="3847"/>
                    <a:pt x="23785" y="3816"/>
                  </a:cubicBezTo>
                  <a:cubicBezTo>
                    <a:pt x="23833" y="2996"/>
                    <a:pt x="23736" y="2128"/>
                    <a:pt x="23629" y="1279"/>
                  </a:cubicBezTo>
                  <a:lnTo>
                    <a:pt x="23629" y="1279"/>
                  </a:lnTo>
                  <a:cubicBezTo>
                    <a:pt x="24247" y="1298"/>
                    <a:pt x="24869" y="1305"/>
                    <a:pt x="25491" y="1305"/>
                  </a:cubicBezTo>
                  <a:cubicBezTo>
                    <a:pt x="25849" y="1305"/>
                    <a:pt x="26208" y="1302"/>
                    <a:pt x="26565" y="1299"/>
                  </a:cubicBezTo>
                  <a:lnTo>
                    <a:pt x="26565" y="1299"/>
                  </a:lnTo>
                  <a:cubicBezTo>
                    <a:pt x="26097" y="1777"/>
                    <a:pt x="25667" y="2294"/>
                    <a:pt x="25297" y="2860"/>
                  </a:cubicBezTo>
                  <a:cubicBezTo>
                    <a:pt x="25267" y="2899"/>
                    <a:pt x="25277" y="2957"/>
                    <a:pt x="25316" y="2977"/>
                  </a:cubicBezTo>
                  <a:cubicBezTo>
                    <a:pt x="25306" y="2996"/>
                    <a:pt x="25306" y="3016"/>
                    <a:pt x="25306" y="3025"/>
                  </a:cubicBezTo>
                  <a:cubicBezTo>
                    <a:pt x="25521" y="3738"/>
                    <a:pt x="25902" y="4391"/>
                    <a:pt x="26428" y="4928"/>
                  </a:cubicBezTo>
                  <a:cubicBezTo>
                    <a:pt x="25053" y="4928"/>
                    <a:pt x="23677" y="4977"/>
                    <a:pt x="22302" y="5025"/>
                  </a:cubicBezTo>
                  <a:cubicBezTo>
                    <a:pt x="22760" y="4713"/>
                    <a:pt x="23219" y="4391"/>
                    <a:pt x="23658" y="4050"/>
                  </a:cubicBezTo>
                  <a:cubicBezTo>
                    <a:pt x="23677" y="4040"/>
                    <a:pt x="23687" y="4030"/>
                    <a:pt x="23687" y="4011"/>
                  </a:cubicBezTo>
                  <a:cubicBezTo>
                    <a:pt x="23755" y="3942"/>
                    <a:pt x="23707" y="3825"/>
                    <a:pt x="23609" y="3825"/>
                  </a:cubicBezTo>
                  <a:cubicBezTo>
                    <a:pt x="20263" y="3923"/>
                    <a:pt x="16917" y="4001"/>
                    <a:pt x="13571" y="4001"/>
                  </a:cubicBezTo>
                  <a:cubicBezTo>
                    <a:pt x="10263" y="4001"/>
                    <a:pt x="6956" y="3884"/>
                    <a:pt x="3639" y="3855"/>
                  </a:cubicBezTo>
                  <a:cubicBezTo>
                    <a:pt x="3571" y="2674"/>
                    <a:pt x="3474" y="1533"/>
                    <a:pt x="3522" y="352"/>
                  </a:cubicBezTo>
                  <a:lnTo>
                    <a:pt x="3522" y="352"/>
                  </a:lnTo>
                  <a:cubicBezTo>
                    <a:pt x="5966" y="458"/>
                    <a:pt x="8417" y="502"/>
                    <a:pt x="10869" y="502"/>
                  </a:cubicBezTo>
                  <a:cubicBezTo>
                    <a:pt x="14985" y="502"/>
                    <a:pt x="19107" y="377"/>
                    <a:pt x="23209" y="206"/>
                  </a:cubicBezTo>
                  <a:cubicBezTo>
                    <a:pt x="23333" y="206"/>
                    <a:pt x="23336" y="1"/>
                    <a:pt x="232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 name="Google Shape;1687;p66"/>
          <p:cNvSpPr/>
          <p:nvPr/>
        </p:nvSpPr>
        <p:spPr>
          <a:xfrm>
            <a:off x="4738178" y="2561726"/>
            <a:ext cx="1622118" cy="662997"/>
          </a:xfrm>
          <a:custGeom>
            <a:rect b="b" l="l" r="r" t="t"/>
            <a:pathLst>
              <a:path extrusionOk="0" h="5156" w="13951">
                <a:moveTo>
                  <a:pt x="9921" y="1"/>
                </a:moveTo>
                <a:cubicBezTo>
                  <a:pt x="8487" y="1"/>
                  <a:pt x="7041" y="22"/>
                  <a:pt x="5629" y="22"/>
                </a:cubicBezTo>
                <a:lnTo>
                  <a:pt x="59" y="22"/>
                </a:lnTo>
                <a:cubicBezTo>
                  <a:pt x="59" y="1544"/>
                  <a:pt x="0" y="3330"/>
                  <a:pt x="49" y="5095"/>
                </a:cubicBezTo>
                <a:cubicBezTo>
                  <a:pt x="1480" y="5141"/>
                  <a:pt x="2859" y="5156"/>
                  <a:pt x="4205" y="5156"/>
                </a:cubicBezTo>
                <a:cubicBezTo>
                  <a:pt x="6897" y="5156"/>
                  <a:pt x="9460" y="5095"/>
                  <a:pt x="12048" y="5095"/>
                </a:cubicBezTo>
                <a:cubicBezTo>
                  <a:pt x="13317" y="5095"/>
                  <a:pt x="13951" y="5056"/>
                  <a:pt x="13951" y="5056"/>
                </a:cubicBezTo>
                <a:cubicBezTo>
                  <a:pt x="13951" y="3876"/>
                  <a:pt x="13892" y="832"/>
                  <a:pt x="13834" y="71"/>
                </a:cubicBezTo>
                <a:lnTo>
                  <a:pt x="12058" y="22"/>
                </a:lnTo>
                <a:cubicBezTo>
                  <a:pt x="11353" y="6"/>
                  <a:pt x="10638" y="1"/>
                  <a:pt x="9921" y="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2783972" y="2561726"/>
            <a:ext cx="1622118" cy="662997"/>
          </a:xfrm>
          <a:custGeom>
            <a:rect b="b" l="l" r="r" t="t"/>
            <a:pathLst>
              <a:path extrusionOk="0" h="5156" w="13951">
                <a:moveTo>
                  <a:pt x="9921" y="1"/>
                </a:moveTo>
                <a:cubicBezTo>
                  <a:pt x="8487" y="1"/>
                  <a:pt x="7041" y="22"/>
                  <a:pt x="5629" y="22"/>
                </a:cubicBezTo>
                <a:lnTo>
                  <a:pt x="59" y="22"/>
                </a:lnTo>
                <a:cubicBezTo>
                  <a:pt x="59" y="1544"/>
                  <a:pt x="0" y="3330"/>
                  <a:pt x="49" y="5095"/>
                </a:cubicBezTo>
                <a:cubicBezTo>
                  <a:pt x="1480" y="5141"/>
                  <a:pt x="2859" y="5156"/>
                  <a:pt x="4205" y="5156"/>
                </a:cubicBezTo>
                <a:cubicBezTo>
                  <a:pt x="6897" y="5156"/>
                  <a:pt x="9460" y="5095"/>
                  <a:pt x="12048" y="5095"/>
                </a:cubicBezTo>
                <a:cubicBezTo>
                  <a:pt x="13317" y="5095"/>
                  <a:pt x="13951" y="5056"/>
                  <a:pt x="13951" y="5056"/>
                </a:cubicBezTo>
                <a:cubicBezTo>
                  <a:pt x="13951" y="3876"/>
                  <a:pt x="13892" y="832"/>
                  <a:pt x="13834" y="71"/>
                </a:cubicBezTo>
                <a:lnTo>
                  <a:pt x="12058" y="22"/>
                </a:lnTo>
                <a:cubicBezTo>
                  <a:pt x="11353" y="6"/>
                  <a:pt x="10638" y="1"/>
                  <a:pt x="9921" y="1"/>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829782" y="2561726"/>
            <a:ext cx="1622118" cy="662997"/>
          </a:xfrm>
          <a:custGeom>
            <a:rect b="b" l="l" r="r" t="t"/>
            <a:pathLst>
              <a:path extrusionOk="0" h="5156" w="13951">
                <a:moveTo>
                  <a:pt x="9921" y="1"/>
                </a:moveTo>
                <a:cubicBezTo>
                  <a:pt x="8487" y="1"/>
                  <a:pt x="7041" y="22"/>
                  <a:pt x="5629" y="22"/>
                </a:cubicBezTo>
                <a:lnTo>
                  <a:pt x="59" y="22"/>
                </a:lnTo>
                <a:cubicBezTo>
                  <a:pt x="59" y="1544"/>
                  <a:pt x="0" y="3330"/>
                  <a:pt x="49" y="5095"/>
                </a:cubicBezTo>
                <a:cubicBezTo>
                  <a:pt x="1480" y="5141"/>
                  <a:pt x="2859" y="5156"/>
                  <a:pt x="4205" y="5156"/>
                </a:cubicBezTo>
                <a:cubicBezTo>
                  <a:pt x="6897" y="5156"/>
                  <a:pt x="9460" y="5095"/>
                  <a:pt x="12048" y="5095"/>
                </a:cubicBezTo>
                <a:cubicBezTo>
                  <a:pt x="13317" y="5095"/>
                  <a:pt x="13951" y="5056"/>
                  <a:pt x="13951" y="5056"/>
                </a:cubicBezTo>
                <a:cubicBezTo>
                  <a:pt x="13951" y="3876"/>
                  <a:pt x="13892" y="832"/>
                  <a:pt x="13834" y="71"/>
                </a:cubicBezTo>
                <a:lnTo>
                  <a:pt x="12058" y="22"/>
                </a:lnTo>
                <a:cubicBezTo>
                  <a:pt x="11353" y="6"/>
                  <a:pt x="10638" y="1"/>
                  <a:pt x="9921" y="1"/>
                </a:cubicBezTo>
                <a:close/>
              </a:path>
            </a:pathLst>
          </a:cu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6692350" y="2561726"/>
            <a:ext cx="1622118" cy="662997"/>
          </a:xfrm>
          <a:custGeom>
            <a:rect b="b" l="l" r="r" t="t"/>
            <a:pathLst>
              <a:path extrusionOk="0" h="5156" w="13951">
                <a:moveTo>
                  <a:pt x="9921" y="1"/>
                </a:moveTo>
                <a:cubicBezTo>
                  <a:pt x="8487" y="1"/>
                  <a:pt x="7041" y="22"/>
                  <a:pt x="5629" y="22"/>
                </a:cubicBezTo>
                <a:lnTo>
                  <a:pt x="59" y="22"/>
                </a:lnTo>
                <a:cubicBezTo>
                  <a:pt x="59" y="1544"/>
                  <a:pt x="0" y="3330"/>
                  <a:pt x="49" y="5095"/>
                </a:cubicBezTo>
                <a:cubicBezTo>
                  <a:pt x="1480" y="5141"/>
                  <a:pt x="2859" y="5156"/>
                  <a:pt x="4205" y="5156"/>
                </a:cubicBezTo>
                <a:cubicBezTo>
                  <a:pt x="6897" y="5156"/>
                  <a:pt x="9460" y="5095"/>
                  <a:pt x="12048" y="5095"/>
                </a:cubicBezTo>
                <a:cubicBezTo>
                  <a:pt x="13317" y="5095"/>
                  <a:pt x="13951" y="5056"/>
                  <a:pt x="13951" y="5056"/>
                </a:cubicBezTo>
                <a:cubicBezTo>
                  <a:pt x="13951" y="3876"/>
                  <a:pt x="13892" y="832"/>
                  <a:pt x="13834" y="71"/>
                </a:cubicBezTo>
                <a:lnTo>
                  <a:pt x="12058" y="22"/>
                </a:lnTo>
                <a:cubicBezTo>
                  <a:pt x="11353" y="6"/>
                  <a:pt x="10638" y="1"/>
                  <a:pt x="9921"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6"/>
          <p:cNvSpPr txBox="1"/>
          <p:nvPr>
            <p:ph type="title"/>
          </p:nvPr>
        </p:nvSpPr>
        <p:spPr>
          <a:xfrm>
            <a:off x="3195425" y="673625"/>
            <a:ext cx="275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activities</a:t>
            </a:r>
            <a:endParaRPr/>
          </a:p>
        </p:txBody>
      </p:sp>
      <p:sp>
        <p:nvSpPr>
          <p:cNvPr id="1692" name="Google Shape;1692;p66">
            <a:hlinkClick action="ppaction://hlinksldjump" r:id="rId3"/>
          </p:cNvPr>
          <p:cNvSpPr txBox="1"/>
          <p:nvPr>
            <p:ph idx="2" type="title"/>
          </p:nvPr>
        </p:nvSpPr>
        <p:spPr>
          <a:xfrm>
            <a:off x="6692209" y="2629375"/>
            <a:ext cx="1622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Quick quiz</a:t>
            </a:r>
            <a:endParaRPr/>
          </a:p>
        </p:txBody>
      </p:sp>
      <p:sp>
        <p:nvSpPr>
          <p:cNvPr id="1693" name="Google Shape;1693;p66"/>
          <p:cNvSpPr txBox="1"/>
          <p:nvPr>
            <p:ph idx="1" type="subTitle"/>
          </p:nvPr>
        </p:nvSpPr>
        <p:spPr>
          <a:xfrm>
            <a:off x="6651584" y="3403300"/>
            <a:ext cx="1703400" cy="66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694" name="Google Shape;1694;p66">
            <a:hlinkClick action="ppaction://hlinksldjump" r:id="rId4"/>
          </p:cNvPr>
          <p:cNvSpPr txBox="1"/>
          <p:nvPr>
            <p:ph idx="3" type="title"/>
          </p:nvPr>
        </p:nvSpPr>
        <p:spPr>
          <a:xfrm>
            <a:off x="4738037" y="2629375"/>
            <a:ext cx="1622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write!</a:t>
            </a:r>
            <a:endParaRPr/>
          </a:p>
        </p:txBody>
      </p:sp>
      <p:sp>
        <p:nvSpPr>
          <p:cNvPr id="1695" name="Google Shape;1695;p66"/>
          <p:cNvSpPr txBox="1"/>
          <p:nvPr>
            <p:ph idx="4" type="subTitle"/>
          </p:nvPr>
        </p:nvSpPr>
        <p:spPr>
          <a:xfrm>
            <a:off x="4697412" y="3403300"/>
            <a:ext cx="1703400" cy="66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696" name="Google Shape;1696;p66">
            <a:hlinkClick action="ppaction://hlinksldjump" r:id="rId5"/>
          </p:cNvPr>
          <p:cNvSpPr txBox="1"/>
          <p:nvPr>
            <p:ph idx="5" type="title"/>
          </p:nvPr>
        </p:nvSpPr>
        <p:spPr>
          <a:xfrm>
            <a:off x="2783831" y="2629375"/>
            <a:ext cx="1622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Hot Seat</a:t>
            </a:r>
            <a:endParaRPr/>
          </a:p>
        </p:txBody>
      </p:sp>
      <p:sp>
        <p:nvSpPr>
          <p:cNvPr id="1697" name="Google Shape;1697;p66"/>
          <p:cNvSpPr txBox="1"/>
          <p:nvPr>
            <p:ph idx="6" type="subTitle"/>
          </p:nvPr>
        </p:nvSpPr>
        <p:spPr>
          <a:xfrm>
            <a:off x="2743206" y="3403300"/>
            <a:ext cx="1703400" cy="66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698" name="Google Shape;1698;p66">
            <a:hlinkClick action="ppaction://hlinksldjump" r:id="rId6"/>
          </p:cNvPr>
          <p:cNvSpPr txBox="1"/>
          <p:nvPr>
            <p:ph idx="7" type="title"/>
          </p:nvPr>
        </p:nvSpPr>
        <p:spPr>
          <a:xfrm>
            <a:off x="829641" y="2629375"/>
            <a:ext cx="1622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Look into my eyes</a:t>
            </a:r>
            <a:endParaRPr/>
          </a:p>
        </p:txBody>
      </p:sp>
      <p:sp>
        <p:nvSpPr>
          <p:cNvPr id="1699" name="Google Shape;1699;p66"/>
          <p:cNvSpPr txBox="1"/>
          <p:nvPr>
            <p:ph idx="8" type="subTitle"/>
          </p:nvPr>
        </p:nvSpPr>
        <p:spPr>
          <a:xfrm>
            <a:off x="789016" y="3403300"/>
            <a:ext cx="1703400" cy="66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700" name="Google Shape;1700;p66">
            <a:hlinkClick action="ppaction://hlinksldjump" r:id="rId7"/>
          </p:cNvPr>
          <p:cNvSpPr txBox="1"/>
          <p:nvPr>
            <p:ph idx="9" type="title"/>
          </p:nvPr>
        </p:nvSpPr>
        <p:spPr>
          <a:xfrm>
            <a:off x="789016" y="1880125"/>
            <a:ext cx="1703400" cy="49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701" name="Google Shape;1701;p66">
            <a:hlinkClick action="ppaction://hlinksldjump" r:id="rId8"/>
          </p:cNvPr>
          <p:cNvSpPr txBox="1"/>
          <p:nvPr>
            <p:ph idx="13" type="title"/>
          </p:nvPr>
        </p:nvSpPr>
        <p:spPr>
          <a:xfrm>
            <a:off x="2743206" y="1880125"/>
            <a:ext cx="1703400" cy="49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702" name="Google Shape;1702;p66">
            <a:hlinkClick action="ppaction://hlinksldjump" r:id="rId9"/>
          </p:cNvPr>
          <p:cNvSpPr txBox="1"/>
          <p:nvPr>
            <p:ph idx="14" type="title"/>
          </p:nvPr>
        </p:nvSpPr>
        <p:spPr>
          <a:xfrm>
            <a:off x="4697412" y="1880125"/>
            <a:ext cx="1703400" cy="49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703" name="Google Shape;1703;p66">
            <a:hlinkClick action="ppaction://hlinksldjump" r:id="rId10"/>
          </p:cNvPr>
          <p:cNvSpPr txBox="1"/>
          <p:nvPr>
            <p:ph idx="15" type="title"/>
          </p:nvPr>
        </p:nvSpPr>
        <p:spPr>
          <a:xfrm>
            <a:off x="6651584" y="1880125"/>
            <a:ext cx="1703400" cy="49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89"/>
                                        </p:tgtEl>
                                        <p:attrNameLst>
                                          <p:attrName>style.visibility</p:attrName>
                                        </p:attrNameLst>
                                      </p:cBhvr>
                                      <p:to>
                                        <p:strVal val="visible"/>
                                      </p:to>
                                    </p:set>
                                    <p:animEffect filter="fade" transition="in">
                                      <p:cBhvr>
                                        <p:cTn dur="1000"/>
                                        <p:tgtEl>
                                          <p:spTgt spid="1689"/>
                                        </p:tgtEl>
                                      </p:cBhvr>
                                    </p:animEffect>
                                  </p:childTnLst>
                                </p:cTn>
                              </p:par>
                              <p:par>
                                <p:cTn fill="hold" nodeType="withEffect" presetClass="entr" presetID="10" presetSubtype="0">
                                  <p:stCondLst>
                                    <p:cond delay="0"/>
                                  </p:stCondLst>
                                  <p:childTnLst>
                                    <p:set>
                                      <p:cBhvr>
                                        <p:cTn dur="1" fill="hold">
                                          <p:stCondLst>
                                            <p:cond delay="0"/>
                                          </p:stCondLst>
                                        </p:cTn>
                                        <p:tgtEl>
                                          <p:spTgt spid="1698"/>
                                        </p:tgtEl>
                                        <p:attrNameLst>
                                          <p:attrName>style.visibility</p:attrName>
                                        </p:attrNameLst>
                                      </p:cBhvr>
                                      <p:to>
                                        <p:strVal val="visible"/>
                                      </p:to>
                                    </p:set>
                                    <p:animEffect filter="fade" transition="in">
                                      <p:cBhvr>
                                        <p:cTn dur="1000"/>
                                        <p:tgtEl>
                                          <p:spTgt spid="1698"/>
                                        </p:tgtEl>
                                      </p:cBhvr>
                                    </p:animEffect>
                                  </p:childTnLst>
                                </p:cTn>
                              </p:par>
                              <p:par>
                                <p:cTn fill="hold" nodeType="withEffect" presetClass="entr" presetID="10" presetSubtype="0">
                                  <p:stCondLst>
                                    <p:cond delay="0"/>
                                  </p:stCondLst>
                                  <p:childTnLst>
                                    <p:set>
                                      <p:cBhvr>
                                        <p:cTn dur="1" fill="hold">
                                          <p:stCondLst>
                                            <p:cond delay="0"/>
                                          </p:stCondLst>
                                        </p:cTn>
                                        <p:tgtEl>
                                          <p:spTgt spid="1699"/>
                                        </p:tgtEl>
                                        <p:attrNameLst>
                                          <p:attrName>style.visibility</p:attrName>
                                        </p:attrNameLst>
                                      </p:cBhvr>
                                      <p:to>
                                        <p:strVal val="visible"/>
                                      </p:to>
                                    </p:set>
                                    <p:animEffect filter="fade" transition="in">
                                      <p:cBhvr>
                                        <p:cTn dur="1000"/>
                                        <p:tgtEl>
                                          <p:spTgt spid="1699"/>
                                        </p:tgtEl>
                                      </p:cBhvr>
                                    </p:animEffect>
                                  </p:childTnLst>
                                </p:cTn>
                              </p:par>
                              <p:par>
                                <p:cTn fill="hold" nodeType="withEffect" presetClass="entr" presetID="10" presetSubtype="0">
                                  <p:stCondLst>
                                    <p:cond delay="0"/>
                                  </p:stCondLst>
                                  <p:childTnLst>
                                    <p:set>
                                      <p:cBhvr>
                                        <p:cTn dur="1" fill="hold">
                                          <p:stCondLst>
                                            <p:cond delay="0"/>
                                          </p:stCondLst>
                                        </p:cTn>
                                        <p:tgtEl>
                                          <p:spTgt spid="1700"/>
                                        </p:tgtEl>
                                        <p:attrNameLst>
                                          <p:attrName>style.visibility</p:attrName>
                                        </p:attrNameLst>
                                      </p:cBhvr>
                                      <p:to>
                                        <p:strVal val="visible"/>
                                      </p:to>
                                    </p:set>
                                    <p:animEffect filter="fade" transition="in">
                                      <p:cBhvr>
                                        <p:cTn dur="1000"/>
                                        <p:tgtEl>
                                          <p:spTgt spid="170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688"/>
                                        </p:tgtEl>
                                        <p:attrNameLst>
                                          <p:attrName>style.visibility</p:attrName>
                                        </p:attrNameLst>
                                      </p:cBhvr>
                                      <p:to>
                                        <p:strVal val="visible"/>
                                      </p:to>
                                    </p:set>
                                    <p:animEffect filter="fade" transition="in">
                                      <p:cBhvr>
                                        <p:cTn dur="1000"/>
                                        <p:tgtEl>
                                          <p:spTgt spid="1688"/>
                                        </p:tgtEl>
                                      </p:cBhvr>
                                    </p:animEffect>
                                  </p:childTnLst>
                                </p:cTn>
                              </p:par>
                              <p:par>
                                <p:cTn fill="hold" nodeType="withEffect" presetClass="entr" presetID="10" presetSubtype="0">
                                  <p:stCondLst>
                                    <p:cond delay="0"/>
                                  </p:stCondLst>
                                  <p:childTnLst>
                                    <p:set>
                                      <p:cBhvr>
                                        <p:cTn dur="1" fill="hold">
                                          <p:stCondLst>
                                            <p:cond delay="0"/>
                                          </p:stCondLst>
                                        </p:cTn>
                                        <p:tgtEl>
                                          <p:spTgt spid="1696"/>
                                        </p:tgtEl>
                                        <p:attrNameLst>
                                          <p:attrName>style.visibility</p:attrName>
                                        </p:attrNameLst>
                                      </p:cBhvr>
                                      <p:to>
                                        <p:strVal val="visible"/>
                                      </p:to>
                                    </p:set>
                                    <p:animEffect filter="fade" transition="in">
                                      <p:cBhvr>
                                        <p:cTn dur="1000"/>
                                        <p:tgtEl>
                                          <p:spTgt spid="1696"/>
                                        </p:tgtEl>
                                      </p:cBhvr>
                                    </p:animEffect>
                                  </p:childTnLst>
                                </p:cTn>
                              </p:par>
                              <p:par>
                                <p:cTn fill="hold" nodeType="withEffect" presetClass="entr" presetID="10" presetSubtype="0">
                                  <p:stCondLst>
                                    <p:cond delay="0"/>
                                  </p:stCondLst>
                                  <p:childTnLst>
                                    <p:set>
                                      <p:cBhvr>
                                        <p:cTn dur="1" fill="hold">
                                          <p:stCondLst>
                                            <p:cond delay="0"/>
                                          </p:stCondLst>
                                        </p:cTn>
                                        <p:tgtEl>
                                          <p:spTgt spid="1697"/>
                                        </p:tgtEl>
                                        <p:attrNameLst>
                                          <p:attrName>style.visibility</p:attrName>
                                        </p:attrNameLst>
                                      </p:cBhvr>
                                      <p:to>
                                        <p:strVal val="visible"/>
                                      </p:to>
                                    </p:set>
                                    <p:animEffect filter="fade" transition="in">
                                      <p:cBhvr>
                                        <p:cTn dur="1000"/>
                                        <p:tgtEl>
                                          <p:spTgt spid="1697"/>
                                        </p:tgtEl>
                                      </p:cBhvr>
                                    </p:animEffect>
                                  </p:childTnLst>
                                </p:cTn>
                              </p:par>
                              <p:par>
                                <p:cTn fill="hold" nodeType="withEffect" presetClass="entr" presetID="10" presetSubtype="0">
                                  <p:stCondLst>
                                    <p:cond delay="0"/>
                                  </p:stCondLst>
                                  <p:childTnLst>
                                    <p:set>
                                      <p:cBhvr>
                                        <p:cTn dur="1" fill="hold">
                                          <p:stCondLst>
                                            <p:cond delay="0"/>
                                          </p:stCondLst>
                                        </p:cTn>
                                        <p:tgtEl>
                                          <p:spTgt spid="1701"/>
                                        </p:tgtEl>
                                        <p:attrNameLst>
                                          <p:attrName>style.visibility</p:attrName>
                                        </p:attrNameLst>
                                      </p:cBhvr>
                                      <p:to>
                                        <p:strVal val="visible"/>
                                      </p:to>
                                    </p:set>
                                    <p:animEffect filter="fade" transition="in">
                                      <p:cBhvr>
                                        <p:cTn dur="1000"/>
                                        <p:tgtEl>
                                          <p:spTgt spid="170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687"/>
                                        </p:tgtEl>
                                        <p:attrNameLst>
                                          <p:attrName>style.visibility</p:attrName>
                                        </p:attrNameLst>
                                      </p:cBhvr>
                                      <p:to>
                                        <p:strVal val="visible"/>
                                      </p:to>
                                    </p:set>
                                    <p:animEffect filter="fade" transition="in">
                                      <p:cBhvr>
                                        <p:cTn dur="1000"/>
                                        <p:tgtEl>
                                          <p:spTgt spid="1687"/>
                                        </p:tgtEl>
                                      </p:cBhvr>
                                    </p:animEffect>
                                  </p:childTnLst>
                                </p:cTn>
                              </p:par>
                              <p:par>
                                <p:cTn fill="hold" nodeType="withEffect" presetClass="entr" presetID="10" presetSubtype="0">
                                  <p:stCondLst>
                                    <p:cond delay="0"/>
                                  </p:stCondLst>
                                  <p:childTnLst>
                                    <p:set>
                                      <p:cBhvr>
                                        <p:cTn dur="1" fill="hold">
                                          <p:stCondLst>
                                            <p:cond delay="0"/>
                                          </p:stCondLst>
                                        </p:cTn>
                                        <p:tgtEl>
                                          <p:spTgt spid="1694"/>
                                        </p:tgtEl>
                                        <p:attrNameLst>
                                          <p:attrName>style.visibility</p:attrName>
                                        </p:attrNameLst>
                                      </p:cBhvr>
                                      <p:to>
                                        <p:strVal val="visible"/>
                                      </p:to>
                                    </p:set>
                                    <p:animEffect filter="fade" transition="in">
                                      <p:cBhvr>
                                        <p:cTn dur="1000"/>
                                        <p:tgtEl>
                                          <p:spTgt spid="1694"/>
                                        </p:tgtEl>
                                      </p:cBhvr>
                                    </p:animEffect>
                                  </p:childTnLst>
                                </p:cTn>
                              </p:par>
                              <p:par>
                                <p:cTn fill="hold" nodeType="withEffect" presetClass="entr" presetID="10" presetSubtype="0">
                                  <p:stCondLst>
                                    <p:cond delay="0"/>
                                  </p:stCondLst>
                                  <p:childTnLst>
                                    <p:set>
                                      <p:cBhvr>
                                        <p:cTn dur="1" fill="hold">
                                          <p:stCondLst>
                                            <p:cond delay="0"/>
                                          </p:stCondLst>
                                        </p:cTn>
                                        <p:tgtEl>
                                          <p:spTgt spid="1695"/>
                                        </p:tgtEl>
                                        <p:attrNameLst>
                                          <p:attrName>style.visibility</p:attrName>
                                        </p:attrNameLst>
                                      </p:cBhvr>
                                      <p:to>
                                        <p:strVal val="visible"/>
                                      </p:to>
                                    </p:set>
                                    <p:animEffect filter="fade" transition="in">
                                      <p:cBhvr>
                                        <p:cTn dur="1000"/>
                                        <p:tgtEl>
                                          <p:spTgt spid="1695"/>
                                        </p:tgtEl>
                                      </p:cBhvr>
                                    </p:animEffect>
                                  </p:childTnLst>
                                </p:cTn>
                              </p:par>
                              <p:par>
                                <p:cTn fill="hold" nodeType="withEffect" presetClass="entr" presetID="10" presetSubtype="0">
                                  <p:stCondLst>
                                    <p:cond delay="0"/>
                                  </p:stCondLst>
                                  <p:childTnLst>
                                    <p:set>
                                      <p:cBhvr>
                                        <p:cTn dur="1" fill="hold">
                                          <p:stCondLst>
                                            <p:cond delay="0"/>
                                          </p:stCondLst>
                                        </p:cTn>
                                        <p:tgtEl>
                                          <p:spTgt spid="1702"/>
                                        </p:tgtEl>
                                        <p:attrNameLst>
                                          <p:attrName>style.visibility</p:attrName>
                                        </p:attrNameLst>
                                      </p:cBhvr>
                                      <p:to>
                                        <p:strVal val="visible"/>
                                      </p:to>
                                    </p:set>
                                    <p:animEffect filter="fade" transition="in">
                                      <p:cBhvr>
                                        <p:cTn dur="1000"/>
                                        <p:tgtEl>
                                          <p:spTgt spid="170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690"/>
                                        </p:tgtEl>
                                        <p:attrNameLst>
                                          <p:attrName>style.visibility</p:attrName>
                                        </p:attrNameLst>
                                      </p:cBhvr>
                                      <p:to>
                                        <p:strVal val="visible"/>
                                      </p:to>
                                    </p:set>
                                    <p:animEffect filter="fade" transition="in">
                                      <p:cBhvr>
                                        <p:cTn dur="1000"/>
                                        <p:tgtEl>
                                          <p:spTgt spid="1690"/>
                                        </p:tgtEl>
                                      </p:cBhvr>
                                    </p:animEffect>
                                  </p:childTnLst>
                                </p:cTn>
                              </p:par>
                              <p:par>
                                <p:cTn fill="hold" nodeType="withEffect" presetClass="entr" presetID="10" presetSubtype="0">
                                  <p:stCondLst>
                                    <p:cond delay="0"/>
                                  </p:stCondLst>
                                  <p:childTnLst>
                                    <p:set>
                                      <p:cBhvr>
                                        <p:cTn dur="1" fill="hold">
                                          <p:stCondLst>
                                            <p:cond delay="0"/>
                                          </p:stCondLst>
                                        </p:cTn>
                                        <p:tgtEl>
                                          <p:spTgt spid="1692"/>
                                        </p:tgtEl>
                                        <p:attrNameLst>
                                          <p:attrName>style.visibility</p:attrName>
                                        </p:attrNameLst>
                                      </p:cBhvr>
                                      <p:to>
                                        <p:strVal val="visible"/>
                                      </p:to>
                                    </p:set>
                                    <p:animEffect filter="fade" transition="in">
                                      <p:cBhvr>
                                        <p:cTn dur="1000"/>
                                        <p:tgtEl>
                                          <p:spTgt spid="1692"/>
                                        </p:tgtEl>
                                      </p:cBhvr>
                                    </p:animEffect>
                                  </p:childTnLst>
                                </p:cTn>
                              </p:par>
                              <p:par>
                                <p:cTn fill="hold" nodeType="withEffect" presetClass="entr" presetID="10" presetSubtype="0">
                                  <p:stCondLst>
                                    <p:cond delay="0"/>
                                  </p:stCondLst>
                                  <p:childTnLst>
                                    <p:set>
                                      <p:cBhvr>
                                        <p:cTn dur="1" fill="hold">
                                          <p:stCondLst>
                                            <p:cond delay="0"/>
                                          </p:stCondLst>
                                        </p:cTn>
                                        <p:tgtEl>
                                          <p:spTgt spid="1693"/>
                                        </p:tgtEl>
                                        <p:attrNameLst>
                                          <p:attrName>style.visibility</p:attrName>
                                        </p:attrNameLst>
                                      </p:cBhvr>
                                      <p:to>
                                        <p:strVal val="visible"/>
                                      </p:to>
                                    </p:set>
                                    <p:animEffect filter="fade" transition="in">
                                      <p:cBhvr>
                                        <p:cTn dur="1000"/>
                                        <p:tgtEl>
                                          <p:spTgt spid="1693"/>
                                        </p:tgtEl>
                                      </p:cBhvr>
                                    </p:animEffect>
                                  </p:childTnLst>
                                </p:cTn>
                              </p:par>
                              <p:par>
                                <p:cTn fill="hold" nodeType="withEffect" presetClass="entr" presetID="10" presetSubtype="0">
                                  <p:stCondLst>
                                    <p:cond delay="0"/>
                                  </p:stCondLst>
                                  <p:childTnLst>
                                    <p:set>
                                      <p:cBhvr>
                                        <p:cTn dur="1" fill="hold">
                                          <p:stCondLst>
                                            <p:cond delay="0"/>
                                          </p:stCondLst>
                                        </p:cTn>
                                        <p:tgtEl>
                                          <p:spTgt spid="1703"/>
                                        </p:tgtEl>
                                        <p:attrNameLst>
                                          <p:attrName>style.visibility</p:attrName>
                                        </p:attrNameLst>
                                      </p:cBhvr>
                                      <p:to>
                                        <p:strVal val="visible"/>
                                      </p:to>
                                    </p:set>
                                    <p:animEffect filter="fade" transition="in">
                                      <p:cBhvr>
                                        <p:cTn dur="1000"/>
                                        <p:tgtEl>
                                          <p:spTgt spid="17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7" name="Shape 1707"/>
        <p:cNvGrpSpPr/>
        <p:nvPr/>
      </p:nvGrpSpPr>
      <p:grpSpPr>
        <a:xfrm>
          <a:off x="0" y="0"/>
          <a:ext cx="0" cy="0"/>
          <a:chOff x="0" y="0"/>
          <a:chExt cx="0" cy="0"/>
        </a:xfrm>
      </p:grpSpPr>
      <p:sp>
        <p:nvSpPr>
          <p:cNvPr id="1708" name="Google Shape;1708;p67"/>
          <p:cNvSpPr txBox="1"/>
          <p:nvPr>
            <p:ph type="ctrTitle"/>
          </p:nvPr>
        </p:nvSpPr>
        <p:spPr>
          <a:xfrm flipH="1">
            <a:off x="3050275" y="3150850"/>
            <a:ext cx="3043500" cy="42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creative teacher</a:t>
            </a:r>
            <a:endParaRPr/>
          </a:p>
        </p:txBody>
      </p:sp>
      <p:sp>
        <p:nvSpPr>
          <p:cNvPr id="1709" name="Google Shape;1709;p67"/>
          <p:cNvSpPr txBox="1"/>
          <p:nvPr>
            <p:ph idx="1" type="subTitle"/>
          </p:nvPr>
        </p:nvSpPr>
        <p:spPr>
          <a:xfrm flipH="1">
            <a:off x="1698300" y="1796000"/>
            <a:ext cx="5747400" cy="13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1710" name="Google Shape;1710;p67"/>
          <p:cNvGrpSpPr/>
          <p:nvPr/>
        </p:nvGrpSpPr>
        <p:grpSpPr>
          <a:xfrm>
            <a:off x="713184" y="4691184"/>
            <a:ext cx="7726459" cy="369843"/>
            <a:chOff x="713184" y="4691184"/>
            <a:chExt cx="7726459" cy="369843"/>
          </a:xfrm>
        </p:grpSpPr>
        <p:sp>
          <p:nvSpPr>
            <p:cNvPr id="1711" name="Google Shape;1711;p67"/>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712" name="Google Shape;1712;p67"/>
            <p:cNvSpPr/>
            <p:nvPr/>
          </p:nvSpPr>
          <p:spPr>
            <a:xfrm>
              <a:off x="7976332" y="4790561"/>
              <a:ext cx="235956" cy="18072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7"/>
            <p:cNvSpPr/>
            <p:nvPr/>
          </p:nvSpPr>
          <p:spPr>
            <a:xfrm flipH="1">
              <a:off x="833695" y="4790561"/>
              <a:ext cx="235956" cy="18072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7">
              <a:hlinkClick action="ppaction://hlinksldjump" r:id="rId3"/>
            </p:cNvPr>
            <p:cNvSpPr/>
            <p:nvPr/>
          </p:nvSpPr>
          <p:spPr>
            <a:xfrm>
              <a:off x="4405006" y="4772876"/>
              <a:ext cx="235941" cy="204896"/>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8" name="Shape 1718"/>
        <p:cNvGrpSpPr/>
        <p:nvPr/>
      </p:nvGrpSpPr>
      <p:grpSpPr>
        <a:xfrm>
          <a:off x="0" y="0"/>
          <a:ext cx="0" cy="0"/>
          <a:chOff x="0" y="0"/>
          <a:chExt cx="0" cy="0"/>
        </a:xfrm>
      </p:grpSpPr>
      <p:sp>
        <p:nvSpPr>
          <p:cNvPr id="1719" name="Google Shape;1719;p68"/>
          <p:cNvSpPr/>
          <p:nvPr/>
        </p:nvSpPr>
        <p:spPr>
          <a:xfrm rot="5400000">
            <a:off x="6261313" y="1928346"/>
            <a:ext cx="606870" cy="3217503"/>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20" name="Google Shape;1720;p68"/>
          <p:cNvSpPr/>
          <p:nvPr/>
        </p:nvSpPr>
        <p:spPr>
          <a:xfrm rot="5400000">
            <a:off x="6318246" y="2068544"/>
            <a:ext cx="492999" cy="2937109"/>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noFill/>
          <a:ln cap="rnd" cmpd="sng" w="19050">
            <a:solidFill>
              <a:schemeClr val="dk1"/>
            </a:solidFill>
            <a:prstDash val="dash"/>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21" name="Google Shape;1721;p68"/>
          <p:cNvSpPr txBox="1"/>
          <p:nvPr>
            <p:ph type="ctrTitle"/>
          </p:nvPr>
        </p:nvSpPr>
        <p:spPr>
          <a:xfrm flipH="1">
            <a:off x="5176498" y="3324697"/>
            <a:ext cx="2776500" cy="42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creative teacher</a:t>
            </a:r>
            <a:endParaRPr/>
          </a:p>
        </p:txBody>
      </p:sp>
      <p:sp>
        <p:nvSpPr>
          <p:cNvPr id="1722" name="Google Shape;1722;p68"/>
          <p:cNvSpPr txBox="1"/>
          <p:nvPr>
            <p:ph idx="1" type="subTitle"/>
          </p:nvPr>
        </p:nvSpPr>
        <p:spPr>
          <a:xfrm flipH="1">
            <a:off x="4771100" y="1171938"/>
            <a:ext cx="3587100" cy="19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1723" name="Google Shape;1723;p68"/>
          <p:cNvGrpSpPr/>
          <p:nvPr/>
        </p:nvGrpSpPr>
        <p:grpSpPr>
          <a:xfrm>
            <a:off x="713184" y="4691184"/>
            <a:ext cx="7726459" cy="369843"/>
            <a:chOff x="713184" y="4691184"/>
            <a:chExt cx="7726459" cy="369843"/>
          </a:xfrm>
        </p:grpSpPr>
        <p:sp>
          <p:nvSpPr>
            <p:cNvPr id="1724" name="Google Shape;1724;p68"/>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725" name="Google Shape;1725;p68"/>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8"/>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8">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pic>
        <p:nvPicPr>
          <p:cNvPr id="1728" name="Google Shape;1728;p68"/>
          <p:cNvPicPr preferRelativeResize="0"/>
          <p:nvPr/>
        </p:nvPicPr>
        <p:blipFill rotWithShape="1">
          <a:blip r:embed="rId4">
            <a:alphaModFix/>
          </a:blip>
          <a:srcRect b="12490" l="23351" r="-38" t="288"/>
          <a:stretch/>
        </p:blipFill>
        <p:spPr>
          <a:xfrm>
            <a:off x="819162" y="1252587"/>
            <a:ext cx="3477384" cy="2638332"/>
          </a:xfrm>
          <a:prstGeom prst="cloud">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1728"/>
                                        </p:tgtEl>
                                        <p:attrNameLst>
                                          <p:attrName>style.visibility</p:attrName>
                                        </p:attrNameLst>
                                      </p:cBhvr>
                                      <p:to>
                                        <p:strVal val="visible"/>
                                      </p:to>
                                    </p:set>
                                    <p:anim calcmode="lin" valueType="num">
                                      <p:cBhvr additive="base">
                                        <p:cTn dur="1000"/>
                                        <p:tgtEl>
                                          <p:spTgt spid="1728"/>
                                        </p:tgtEl>
                                        <p:attrNameLst>
                                          <p:attrName>ppt_w</p:attrName>
                                        </p:attrNameLst>
                                      </p:cBhvr>
                                      <p:tavLst>
                                        <p:tav fmla="" tm="0">
                                          <p:val>
                                            <p:strVal val="0"/>
                                          </p:val>
                                        </p:tav>
                                        <p:tav fmla="" tm="100000">
                                          <p:val>
                                            <p:strVal val="#ppt_w"/>
                                          </p:val>
                                        </p:tav>
                                      </p:tavLst>
                                    </p:anim>
                                    <p:anim calcmode="lin" valueType="num">
                                      <p:cBhvr additive="base">
                                        <p:cTn dur="1000"/>
                                        <p:tgtEl>
                                          <p:spTgt spid="1728"/>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2" name="Shape 1732"/>
        <p:cNvGrpSpPr/>
        <p:nvPr/>
      </p:nvGrpSpPr>
      <p:grpSpPr>
        <a:xfrm>
          <a:off x="0" y="0"/>
          <a:ext cx="0" cy="0"/>
          <a:chOff x="0" y="0"/>
          <a:chExt cx="0" cy="0"/>
        </a:xfrm>
      </p:grpSpPr>
      <p:grpSp>
        <p:nvGrpSpPr>
          <p:cNvPr id="1733" name="Google Shape;1733;p69"/>
          <p:cNvGrpSpPr/>
          <p:nvPr/>
        </p:nvGrpSpPr>
        <p:grpSpPr>
          <a:xfrm>
            <a:off x="2176905" y="1038209"/>
            <a:ext cx="4699670" cy="1011247"/>
            <a:chOff x="7728915" y="1917859"/>
            <a:chExt cx="1034486" cy="222599"/>
          </a:xfrm>
        </p:grpSpPr>
        <p:sp>
          <p:nvSpPr>
            <p:cNvPr id="1734" name="Google Shape;1734;p69"/>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 name="Google Shape;1773;p69"/>
          <p:cNvSpPr txBox="1"/>
          <p:nvPr>
            <p:ph type="title"/>
          </p:nvPr>
        </p:nvSpPr>
        <p:spPr>
          <a:xfrm>
            <a:off x="2886750" y="1000350"/>
            <a:ext cx="3370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Look into my eyes</a:t>
            </a:r>
            <a:endParaRPr/>
          </a:p>
        </p:txBody>
      </p:sp>
      <p:grpSp>
        <p:nvGrpSpPr>
          <p:cNvPr id="1774" name="Google Shape;1774;p69"/>
          <p:cNvGrpSpPr/>
          <p:nvPr/>
        </p:nvGrpSpPr>
        <p:grpSpPr>
          <a:xfrm rot="10800000">
            <a:off x="7696618" y="319731"/>
            <a:ext cx="1032914" cy="874792"/>
            <a:chOff x="5130338" y="3221575"/>
            <a:chExt cx="343275" cy="290725"/>
          </a:xfrm>
        </p:grpSpPr>
        <p:sp>
          <p:nvSpPr>
            <p:cNvPr id="1775" name="Google Shape;1775;p69"/>
            <p:cNvSpPr/>
            <p:nvPr/>
          </p:nvSpPr>
          <p:spPr>
            <a:xfrm>
              <a:off x="5130338" y="3221575"/>
              <a:ext cx="343275" cy="290725"/>
            </a:xfrm>
            <a:custGeom>
              <a:rect b="b" l="l" r="r" t="t"/>
              <a:pathLst>
                <a:path extrusionOk="0" h="11629" w="13731">
                  <a:moveTo>
                    <a:pt x="6799" y="4944"/>
                  </a:moveTo>
                  <a:cubicBezTo>
                    <a:pt x="6833" y="4944"/>
                    <a:pt x="6868" y="4956"/>
                    <a:pt x="6904" y="4980"/>
                  </a:cubicBezTo>
                  <a:cubicBezTo>
                    <a:pt x="6966" y="5019"/>
                    <a:pt x="7015" y="5049"/>
                    <a:pt x="7020" y="5049"/>
                  </a:cubicBezTo>
                  <a:cubicBezTo>
                    <a:pt x="7020" y="5049"/>
                    <a:pt x="7021" y="5049"/>
                    <a:pt x="7021" y="5049"/>
                  </a:cubicBezTo>
                  <a:cubicBezTo>
                    <a:pt x="7021" y="5049"/>
                    <a:pt x="7021" y="5049"/>
                    <a:pt x="7021" y="5049"/>
                  </a:cubicBezTo>
                  <a:cubicBezTo>
                    <a:pt x="7022" y="5049"/>
                    <a:pt x="7085" y="5165"/>
                    <a:pt x="7158" y="5306"/>
                  </a:cubicBezTo>
                  <a:cubicBezTo>
                    <a:pt x="7233" y="5449"/>
                    <a:pt x="7416" y="5707"/>
                    <a:pt x="7567" y="5881"/>
                  </a:cubicBezTo>
                  <a:lnTo>
                    <a:pt x="7840" y="6199"/>
                  </a:lnTo>
                  <a:lnTo>
                    <a:pt x="7683" y="6263"/>
                  </a:lnTo>
                  <a:cubicBezTo>
                    <a:pt x="7581" y="6305"/>
                    <a:pt x="7506" y="6329"/>
                    <a:pt x="7440" y="6329"/>
                  </a:cubicBezTo>
                  <a:cubicBezTo>
                    <a:pt x="7321" y="6329"/>
                    <a:pt x="7230" y="6252"/>
                    <a:pt x="7054" y="6063"/>
                  </a:cubicBezTo>
                  <a:cubicBezTo>
                    <a:pt x="6919" y="5918"/>
                    <a:pt x="6732" y="5704"/>
                    <a:pt x="6637" y="5585"/>
                  </a:cubicBezTo>
                  <a:cubicBezTo>
                    <a:pt x="6464" y="5369"/>
                    <a:pt x="6464" y="5369"/>
                    <a:pt x="6544" y="5204"/>
                  </a:cubicBezTo>
                  <a:cubicBezTo>
                    <a:pt x="6629" y="5028"/>
                    <a:pt x="6711" y="4944"/>
                    <a:pt x="6799" y="4944"/>
                  </a:cubicBezTo>
                  <a:close/>
                  <a:moveTo>
                    <a:pt x="10174" y="295"/>
                  </a:moveTo>
                  <a:cubicBezTo>
                    <a:pt x="10473" y="295"/>
                    <a:pt x="11110" y="422"/>
                    <a:pt x="11426" y="556"/>
                  </a:cubicBezTo>
                  <a:cubicBezTo>
                    <a:pt x="12134" y="855"/>
                    <a:pt x="12480" y="1110"/>
                    <a:pt x="12817" y="1584"/>
                  </a:cubicBezTo>
                  <a:cubicBezTo>
                    <a:pt x="13086" y="1960"/>
                    <a:pt x="13343" y="2662"/>
                    <a:pt x="13401" y="3180"/>
                  </a:cubicBezTo>
                  <a:cubicBezTo>
                    <a:pt x="13429" y="3424"/>
                    <a:pt x="13432" y="3689"/>
                    <a:pt x="13408" y="3763"/>
                  </a:cubicBezTo>
                  <a:cubicBezTo>
                    <a:pt x="13383" y="3839"/>
                    <a:pt x="13344" y="3997"/>
                    <a:pt x="13319" y="4118"/>
                  </a:cubicBezTo>
                  <a:cubicBezTo>
                    <a:pt x="13221" y="4600"/>
                    <a:pt x="12497" y="5623"/>
                    <a:pt x="12018" y="5952"/>
                  </a:cubicBezTo>
                  <a:cubicBezTo>
                    <a:pt x="11576" y="6256"/>
                    <a:pt x="10508" y="6450"/>
                    <a:pt x="9610" y="6450"/>
                  </a:cubicBezTo>
                  <a:cubicBezTo>
                    <a:pt x="9196" y="6450"/>
                    <a:pt x="8819" y="6409"/>
                    <a:pt x="8555" y="6318"/>
                  </a:cubicBezTo>
                  <a:cubicBezTo>
                    <a:pt x="8353" y="6249"/>
                    <a:pt x="8284" y="6199"/>
                    <a:pt x="7991" y="5905"/>
                  </a:cubicBezTo>
                  <a:cubicBezTo>
                    <a:pt x="7793" y="5707"/>
                    <a:pt x="7590" y="5463"/>
                    <a:pt x="7494" y="5307"/>
                  </a:cubicBezTo>
                  <a:cubicBezTo>
                    <a:pt x="7405" y="5161"/>
                    <a:pt x="7225" y="4900"/>
                    <a:pt x="7095" y="4727"/>
                  </a:cubicBezTo>
                  <a:cubicBezTo>
                    <a:pt x="6657" y="4142"/>
                    <a:pt x="6588" y="3491"/>
                    <a:pt x="6875" y="2678"/>
                  </a:cubicBezTo>
                  <a:cubicBezTo>
                    <a:pt x="7088" y="2075"/>
                    <a:pt x="7201" y="1869"/>
                    <a:pt x="7533" y="1479"/>
                  </a:cubicBezTo>
                  <a:cubicBezTo>
                    <a:pt x="7836" y="1124"/>
                    <a:pt x="7953" y="1023"/>
                    <a:pt x="8283" y="828"/>
                  </a:cubicBezTo>
                  <a:cubicBezTo>
                    <a:pt x="8761" y="546"/>
                    <a:pt x="9187" y="402"/>
                    <a:pt x="9655" y="363"/>
                  </a:cubicBezTo>
                  <a:cubicBezTo>
                    <a:pt x="9789" y="352"/>
                    <a:pt x="9970" y="325"/>
                    <a:pt x="10064" y="304"/>
                  </a:cubicBezTo>
                  <a:cubicBezTo>
                    <a:pt x="10092" y="297"/>
                    <a:pt x="10129" y="295"/>
                    <a:pt x="10174" y="295"/>
                  </a:cubicBezTo>
                  <a:close/>
                  <a:moveTo>
                    <a:pt x="6271" y="5577"/>
                  </a:moveTo>
                  <a:lnTo>
                    <a:pt x="6342" y="5675"/>
                  </a:lnTo>
                  <a:cubicBezTo>
                    <a:pt x="6381" y="5729"/>
                    <a:pt x="6536" y="5914"/>
                    <a:pt x="6687" y="6088"/>
                  </a:cubicBezTo>
                  <a:lnTo>
                    <a:pt x="6962" y="6403"/>
                  </a:lnTo>
                  <a:lnTo>
                    <a:pt x="6774" y="6561"/>
                  </a:lnTo>
                  <a:cubicBezTo>
                    <a:pt x="6669" y="6647"/>
                    <a:pt x="6530" y="6758"/>
                    <a:pt x="6461" y="6809"/>
                  </a:cubicBezTo>
                  <a:cubicBezTo>
                    <a:pt x="6395" y="6858"/>
                    <a:pt x="6297" y="6929"/>
                    <a:pt x="6251" y="6965"/>
                  </a:cubicBezTo>
                  <a:cubicBezTo>
                    <a:pt x="6203" y="7000"/>
                    <a:pt x="5930" y="7206"/>
                    <a:pt x="5641" y="7423"/>
                  </a:cubicBezTo>
                  <a:cubicBezTo>
                    <a:pt x="4886" y="7991"/>
                    <a:pt x="4546" y="8262"/>
                    <a:pt x="4183" y="8584"/>
                  </a:cubicBezTo>
                  <a:cubicBezTo>
                    <a:pt x="4005" y="8743"/>
                    <a:pt x="3743" y="8960"/>
                    <a:pt x="3599" y="9069"/>
                  </a:cubicBezTo>
                  <a:cubicBezTo>
                    <a:pt x="2693" y="9754"/>
                    <a:pt x="2270" y="10082"/>
                    <a:pt x="2053" y="10270"/>
                  </a:cubicBezTo>
                  <a:cubicBezTo>
                    <a:pt x="1918" y="10385"/>
                    <a:pt x="1732" y="10544"/>
                    <a:pt x="1642" y="10619"/>
                  </a:cubicBezTo>
                  <a:cubicBezTo>
                    <a:pt x="1551" y="10694"/>
                    <a:pt x="1350" y="10865"/>
                    <a:pt x="1196" y="10996"/>
                  </a:cubicBezTo>
                  <a:cubicBezTo>
                    <a:pt x="1043" y="11128"/>
                    <a:pt x="844" y="11260"/>
                    <a:pt x="757" y="11289"/>
                  </a:cubicBezTo>
                  <a:cubicBezTo>
                    <a:pt x="704" y="11307"/>
                    <a:pt x="666" y="11317"/>
                    <a:pt x="635" y="11317"/>
                  </a:cubicBezTo>
                  <a:cubicBezTo>
                    <a:pt x="588" y="11317"/>
                    <a:pt x="558" y="11294"/>
                    <a:pt x="516" y="11244"/>
                  </a:cubicBezTo>
                  <a:cubicBezTo>
                    <a:pt x="355" y="11055"/>
                    <a:pt x="377" y="11019"/>
                    <a:pt x="1057" y="10345"/>
                  </a:cubicBezTo>
                  <a:cubicBezTo>
                    <a:pt x="1697" y="9711"/>
                    <a:pt x="2386" y="9085"/>
                    <a:pt x="2916" y="8654"/>
                  </a:cubicBezTo>
                  <a:cubicBezTo>
                    <a:pt x="3083" y="8519"/>
                    <a:pt x="3508" y="8139"/>
                    <a:pt x="3866" y="7805"/>
                  </a:cubicBezTo>
                  <a:cubicBezTo>
                    <a:pt x="4224" y="7472"/>
                    <a:pt x="4665" y="7067"/>
                    <a:pt x="4853" y="6902"/>
                  </a:cubicBezTo>
                  <a:cubicBezTo>
                    <a:pt x="5177" y="6616"/>
                    <a:pt x="5430" y="6380"/>
                    <a:pt x="6015" y="5822"/>
                  </a:cubicBezTo>
                  <a:lnTo>
                    <a:pt x="6271" y="5577"/>
                  </a:lnTo>
                  <a:close/>
                  <a:moveTo>
                    <a:pt x="10296" y="1"/>
                  </a:moveTo>
                  <a:cubicBezTo>
                    <a:pt x="10231" y="1"/>
                    <a:pt x="10169" y="4"/>
                    <a:pt x="10109" y="10"/>
                  </a:cubicBezTo>
                  <a:cubicBezTo>
                    <a:pt x="9984" y="23"/>
                    <a:pt x="9786" y="41"/>
                    <a:pt x="9675" y="50"/>
                  </a:cubicBezTo>
                  <a:cubicBezTo>
                    <a:pt x="8785" y="119"/>
                    <a:pt x="7857" y="603"/>
                    <a:pt x="7288" y="1294"/>
                  </a:cubicBezTo>
                  <a:cubicBezTo>
                    <a:pt x="7151" y="1461"/>
                    <a:pt x="6977" y="1701"/>
                    <a:pt x="6902" y="1827"/>
                  </a:cubicBezTo>
                  <a:cubicBezTo>
                    <a:pt x="6719" y="2134"/>
                    <a:pt x="6452" y="2907"/>
                    <a:pt x="6423" y="3214"/>
                  </a:cubicBezTo>
                  <a:cubicBezTo>
                    <a:pt x="6389" y="3563"/>
                    <a:pt x="6433" y="4051"/>
                    <a:pt x="6526" y="4354"/>
                  </a:cubicBezTo>
                  <a:cubicBezTo>
                    <a:pt x="6600" y="4598"/>
                    <a:pt x="6598" y="4620"/>
                    <a:pt x="6485" y="4769"/>
                  </a:cubicBezTo>
                  <a:cubicBezTo>
                    <a:pt x="6419" y="4857"/>
                    <a:pt x="6316" y="5032"/>
                    <a:pt x="6249" y="5165"/>
                  </a:cubicBezTo>
                  <a:cubicBezTo>
                    <a:pt x="6172" y="5321"/>
                    <a:pt x="6075" y="5450"/>
                    <a:pt x="5967" y="5542"/>
                  </a:cubicBezTo>
                  <a:cubicBezTo>
                    <a:pt x="5876" y="5620"/>
                    <a:pt x="5603" y="5866"/>
                    <a:pt x="5358" y="6093"/>
                  </a:cubicBezTo>
                  <a:cubicBezTo>
                    <a:pt x="5115" y="6318"/>
                    <a:pt x="4755" y="6644"/>
                    <a:pt x="4559" y="6818"/>
                  </a:cubicBezTo>
                  <a:cubicBezTo>
                    <a:pt x="4364" y="6990"/>
                    <a:pt x="3899" y="7407"/>
                    <a:pt x="3529" y="7741"/>
                  </a:cubicBezTo>
                  <a:cubicBezTo>
                    <a:pt x="3161" y="8075"/>
                    <a:pt x="2691" y="8487"/>
                    <a:pt x="2489" y="8655"/>
                  </a:cubicBezTo>
                  <a:cubicBezTo>
                    <a:pt x="2009" y="9055"/>
                    <a:pt x="1567" y="9446"/>
                    <a:pt x="900" y="10064"/>
                  </a:cubicBezTo>
                  <a:cubicBezTo>
                    <a:pt x="113" y="10792"/>
                    <a:pt x="1" y="11024"/>
                    <a:pt x="259" y="11395"/>
                  </a:cubicBezTo>
                  <a:cubicBezTo>
                    <a:pt x="378" y="11566"/>
                    <a:pt x="461" y="11628"/>
                    <a:pt x="601" y="11628"/>
                  </a:cubicBezTo>
                  <a:cubicBezTo>
                    <a:pt x="628" y="11628"/>
                    <a:pt x="658" y="11626"/>
                    <a:pt x="690" y="11621"/>
                  </a:cubicBezTo>
                  <a:cubicBezTo>
                    <a:pt x="883" y="11596"/>
                    <a:pt x="1254" y="11337"/>
                    <a:pt x="1915" y="10768"/>
                  </a:cubicBezTo>
                  <a:cubicBezTo>
                    <a:pt x="2193" y="10528"/>
                    <a:pt x="2662" y="10151"/>
                    <a:pt x="2894" y="9980"/>
                  </a:cubicBezTo>
                  <a:cubicBezTo>
                    <a:pt x="3352" y="9644"/>
                    <a:pt x="3808" y="9288"/>
                    <a:pt x="4043" y="9085"/>
                  </a:cubicBezTo>
                  <a:cubicBezTo>
                    <a:pt x="4476" y="8710"/>
                    <a:pt x="5455" y="7920"/>
                    <a:pt x="5761" y="7696"/>
                  </a:cubicBezTo>
                  <a:cubicBezTo>
                    <a:pt x="5829" y="7646"/>
                    <a:pt x="6042" y="7492"/>
                    <a:pt x="6233" y="7352"/>
                  </a:cubicBezTo>
                  <a:cubicBezTo>
                    <a:pt x="6423" y="7212"/>
                    <a:pt x="6579" y="7084"/>
                    <a:pt x="6580" y="7066"/>
                  </a:cubicBezTo>
                  <a:cubicBezTo>
                    <a:pt x="6580" y="7048"/>
                    <a:pt x="6614" y="7024"/>
                    <a:pt x="6658" y="7012"/>
                  </a:cubicBezTo>
                  <a:cubicBezTo>
                    <a:pt x="6702" y="6999"/>
                    <a:pt x="6833" y="6901"/>
                    <a:pt x="6950" y="6793"/>
                  </a:cubicBezTo>
                  <a:cubicBezTo>
                    <a:pt x="7102" y="6652"/>
                    <a:pt x="7154" y="6613"/>
                    <a:pt x="7235" y="6613"/>
                  </a:cubicBezTo>
                  <a:cubicBezTo>
                    <a:pt x="7259" y="6613"/>
                    <a:pt x="7286" y="6616"/>
                    <a:pt x="7319" y="6622"/>
                  </a:cubicBezTo>
                  <a:cubicBezTo>
                    <a:pt x="7332" y="6624"/>
                    <a:pt x="7348" y="6625"/>
                    <a:pt x="7365" y="6625"/>
                  </a:cubicBezTo>
                  <a:cubicBezTo>
                    <a:pt x="7539" y="6625"/>
                    <a:pt x="7892" y="6520"/>
                    <a:pt x="7980" y="6434"/>
                  </a:cubicBezTo>
                  <a:cubicBezTo>
                    <a:pt x="7989" y="6426"/>
                    <a:pt x="8002" y="6422"/>
                    <a:pt x="8020" y="6422"/>
                  </a:cubicBezTo>
                  <a:cubicBezTo>
                    <a:pt x="8066" y="6422"/>
                    <a:pt x="8142" y="6449"/>
                    <a:pt x="8241" y="6501"/>
                  </a:cubicBezTo>
                  <a:cubicBezTo>
                    <a:pt x="8533" y="6656"/>
                    <a:pt x="8944" y="6732"/>
                    <a:pt x="9534" y="6732"/>
                  </a:cubicBezTo>
                  <a:cubicBezTo>
                    <a:pt x="9911" y="6732"/>
                    <a:pt x="10362" y="6701"/>
                    <a:pt x="10902" y="6640"/>
                  </a:cubicBezTo>
                  <a:cubicBezTo>
                    <a:pt x="11213" y="6605"/>
                    <a:pt x="11921" y="6356"/>
                    <a:pt x="12146" y="6204"/>
                  </a:cubicBezTo>
                  <a:cubicBezTo>
                    <a:pt x="12351" y="6064"/>
                    <a:pt x="12826" y="5576"/>
                    <a:pt x="13030" y="5292"/>
                  </a:cubicBezTo>
                  <a:cubicBezTo>
                    <a:pt x="13552" y="4568"/>
                    <a:pt x="13730" y="4034"/>
                    <a:pt x="13698" y="3291"/>
                  </a:cubicBezTo>
                  <a:cubicBezTo>
                    <a:pt x="13653" y="2236"/>
                    <a:pt x="13053" y="1136"/>
                    <a:pt x="12259" y="650"/>
                  </a:cubicBezTo>
                  <a:cubicBezTo>
                    <a:pt x="11589" y="240"/>
                    <a:pt x="10859" y="1"/>
                    <a:pt x="10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a:off x="5308463" y="3242500"/>
              <a:ext cx="142475" cy="129950"/>
            </a:xfrm>
            <a:custGeom>
              <a:rect b="b" l="l" r="r" t="t"/>
              <a:pathLst>
                <a:path extrusionOk="0" h="5198" w="5699">
                  <a:moveTo>
                    <a:pt x="3125" y="286"/>
                  </a:moveTo>
                  <a:cubicBezTo>
                    <a:pt x="3281" y="286"/>
                    <a:pt x="3452" y="309"/>
                    <a:pt x="3732" y="351"/>
                  </a:cubicBezTo>
                  <a:cubicBezTo>
                    <a:pt x="4156" y="415"/>
                    <a:pt x="4271" y="466"/>
                    <a:pt x="4565" y="712"/>
                  </a:cubicBezTo>
                  <a:cubicBezTo>
                    <a:pt x="4904" y="997"/>
                    <a:pt x="5048" y="1178"/>
                    <a:pt x="5150" y="1451"/>
                  </a:cubicBezTo>
                  <a:cubicBezTo>
                    <a:pt x="5216" y="1626"/>
                    <a:pt x="5229" y="1719"/>
                    <a:pt x="5189" y="1719"/>
                  </a:cubicBezTo>
                  <a:cubicBezTo>
                    <a:pt x="5175" y="1719"/>
                    <a:pt x="5155" y="1708"/>
                    <a:pt x="5129" y="1686"/>
                  </a:cubicBezTo>
                  <a:cubicBezTo>
                    <a:pt x="5062" y="1628"/>
                    <a:pt x="4228" y="1315"/>
                    <a:pt x="4143" y="1315"/>
                  </a:cubicBezTo>
                  <a:cubicBezTo>
                    <a:pt x="4141" y="1315"/>
                    <a:pt x="4140" y="1315"/>
                    <a:pt x="4139" y="1315"/>
                  </a:cubicBezTo>
                  <a:cubicBezTo>
                    <a:pt x="4137" y="1315"/>
                    <a:pt x="4135" y="1315"/>
                    <a:pt x="4133" y="1315"/>
                  </a:cubicBezTo>
                  <a:cubicBezTo>
                    <a:pt x="4108" y="1315"/>
                    <a:pt x="4049" y="1291"/>
                    <a:pt x="3996" y="1258"/>
                  </a:cubicBezTo>
                  <a:cubicBezTo>
                    <a:pt x="3939" y="1223"/>
                    <a:pt x="3728" y="1137"/>
                    <a:pt x="3529" y="1067"/>
                  </a:cubicBezTo>
                  <a:cubicBezTo>
                    <a:pt x="3330" y="998"/>
                    <a:pt x="3126" y="919"/>
                    <a:pt x="3077" y="893"/>
                  </a:cubicBezTo>
                  <a:cubicBezTo>
                    <a:pt x="3027" y="867"/>
                    <a:pt x="2877" y="804"/>
                    <a:pt x="2743" y="752"/>
                  </a:cubicBezTo>
                  <a:cubicBezTo>
                    <a:pt x="2410" y="624"/>
                    <a:pt x="2344" y="596"/>
                    <a:pt x="2237" y="536"/>
                  </a:cubicBezTo>
                  <a:lnTo>
                    <a:pt x="2140" y="482"/>
                  </a:lnTo>
                  <a:lnTo>
                    <a:pt x="2375" y="421"/>
                  </a:lnTo>
                  <a:cubicBezTo>
                    <a:pt x="2741" y="327"/>
                    <a:pt x="2919" y="286"/>
                    <a:pt x="3125" y="286"/>
                  </a:cubicBezTo>
                  <a:close/>
                  <a:moveTo>
                    <a:pt x="1758" y="609"/>
                  </a:moveTo>
                  <a:cubicBezTo>
                    <a:pt x="1800" y="609"/>
                    <a:pt x="1837" y="617"/>
                    <a:pt x="1871" y="633"/>
                  </a:cubicBezTo>
                  <a:cubicBezTo>
                    <a:pt x="1935" y="663"/>
                    <a:pt x="2075" y="731"/>
                    <a:pt x="2189" y="786"/>
                  </a:cubicBezTo>
                  <a:cubicBezTo>
                    <a:pt x="2658" y="1015"/>
                    <a:pt x="4163" y="1596"/>
                    <a:pt x="4281" y="1596"/>
                  </a:cubicBezTo>
                  <a:cubicBezTo>
                    <a:pt x="4282" y="1596"/>
                    <a:pt x="4283" y="1596"/>
                    <a:pt x="4284" y="1596"/>
                  </a:cubicBezTo>
                  <a:cubicBezTo>
                    <a:pt x="4286" y="1596"/>
                    <a:pt x="4288" y="1595"/>
                    <a:pt x="4290" y="1595"/>
                  </a:cubicBezTo>
                  <a:cubicBezTo>
                    <a:pt x="4310" y="1595"/>
                    <a:pt x="4336" y="1607"/>
                    <a:pt x="4351" y="1623"/>
                  </a:cubicBezTo>
                  <a:cubicBezTo>
                    <a:pt x="4389" y="1661"/>
                    <a:pt x="4833" y="1851"/>
                    <a:pt x="5102" y="1944"/>
                  </a:cubicBezTo>
                  <a:cubicBezTo>
                    <a:pt x="5215" y="1983"/>
                    <a:pt x="5316" y="2022"/>
                    <a:pt x="5329" y="2032"/>
                  </a:cubicBezTo>
                  <a:cubicBezTo>
                    <a:pt x="5342" y="2041"/>
                    <a:pt x="5360" y="2169"/>
                    <a:pt x="5369" y="2316"/>
                  </a:cubicBezTo>
                  <a:cubicBezTo>
                    <a:pt x="5387" y="2570"/>
                    <a:pt x="5320" y="3289"/>
                    <a:pt x="5274" y="3350"/>
                  </a:cubicBezTo>
                  <a:cubicBezTo>
                    <a:pt x="5271" y="3355"/>
                    <a:pt x="5260" y="3357"/>
                    <a:pt x="5244" y="3357"/>
                  </a:cubicBezTo>
                  <a:cubicBezTo>
                    <a:pt x="5061" y="3357"/>
                    <a:pt x="4114" y="3047"/>
                    <a:pt x="3399" y="2745"/>
                  </a:cubicBezTo>
                  <a:cubicBezTo>
                    <a:pt x="3185" y="2657"/>
                    <a:pt x="2865" y="2525"/>
                    <a:pt x="2684" y="2453"/>
                  </a:cubicBezTo>
                  <a:cubicBezTo>
                    <a:pt x="2504" y="2381"/>
                    <a:pt x="2276" y="2276"/>
                    <a:pt x="2181" y="2222"/>
                  </a:cubicBezTo>
                  <a:cubicBezTo>
                    <a:pt x="2085" y="2167"/>
                    <a:pt x="1961" y="2114"/>
                    <a:pt x="1904" y="2103"/>
                  </a:cubicBezTo>
                  <a:cubicBezTo>
                    <a:pt x="1845" y="2092"/>
                    <a:pt x="1779" y="2061"/>
                    <a:pt x="1749" y="2031"/>
                  </a:cubicBezTo>
                  <a:cubicBezTo>
                    <a:pt x="1701" y="1983"/>
                    <a:pt x="972" y="1661"/>
                    <a:pt x="772" y="1599"/>
                  </a:cubicBezTo>
                  <a:cubicBezTo>
                    <a:pt x="596" y="1546"/>
                    <a:pt x="601" y="1496"/>
                    <a:pt x="793" y="1264"/>
                  </a:cubicBezTo>
                  <a:cubicBezTo>
                    <a:pt x="897" y="1141"/>
                    <a:pt x="1014" y="1017"/>
                    <a:pt x="1054" y="990"/>
                  </a:cubicBezTo>
                  <a:cubicBezTo>
                    <a:pt x="1095" y="962"/>
                    <a:pt x="1200" y="887"/>
                    <a:pt x="1294" y="818"/>
                  </a:cubicBezTo>
                  <a:cubicBezTo>
                    <a:pt x="1484" y="679"/>
                    <a:pt x="1637" y="609"/>
                    <a:pt x="1758" y="609"/>
                  </a:cubicBezTo>
                  <a:close/>
                  <a:moveTo>
                    <a:pt x="508" y="1738"/>
                  </a:moveTo>
                  <a:cubicBezTo>
                    <a:pt x="533" y="1738"/>
                    <a:pt x="564" y="1752"/>
                    <a:pt x="586" y="1773"/>
                  </a:cubicBezTo>
                  <a:cubicBezTo>
                    <a:pt x="611" y="1799"/>
                    <a:pt x="750" y="1868"/>
                    <a:pt x="899" y="1929"/>
                  </a:cubicBezTo>
                  <a:cubicBezTo>
                    <a:pt x="1045" y="1989"/>
                    <a:pt x="1310" y="2107"/>
                    <a:pt x="1480" y="2187"/>
                  </a:cubicBezTo>
                  <a:cubicBezTo>
                    <a:pt x="3069" y="2935"/>
                    <a:pt x="4531" y="3511"/>
                    <a:pt x="4819" y="3511"/>
                  </a:cubicBezTo>
                  <a:cubicBezTo>
                    <a:pt x="4838" y="3511"/>
                    <a:pt x="4851" y="3509"/>
                    <a:pt x="4860" y="3504"/>
                  </a:cubicBezTo>
                  <a:cubicBezTo>
                    <a:pt x="4873" y="3496"/>
                    <a:pt x="4887" y="3492"/>
                    <a:pt x="4903" y="3492"/>
                  </a:cubicBezTo>
                  <a:cubicBezTo>
                    <a:pt x="4957" y="3492"/>
                    <a:pt x="5032" y="3539"/>
                    <a:pt x="5161" y="3648"/>
                  </a:cubicBezTo>
                  <a:cubicBezTo>
                    <a:pt x="5200" y="3680"/>
                    <a:pt x="5187" y="3733"/>
                    <a:pt x="5118" y="3827"/>
                  </a:cubicBezTo>
                  <a:cubicBezTo>
                    <a:pt x="5065" y="3900"/>
                    <a:pt x="4954" y="4027"/>
                    <a:pt x="4868" y="4112"/>
                  </a:cubicBezTo>
                  <a:cubicBezTo>
                    <a:pt x="4779" y="4200"/>
                    <a:pt x="4740" y="4236"/>
                    <a:pt x="4687" y="4236"/>
                  </a:cubicBezTo>
                  <a:cubicBezTo>
                    <a:pt x="4652" y="4236"/>
                    <a:pt x="4611" y="4220"/>
                    <a:pt x="4545" y="4193"/>
                  </a:cubicBezTo>
                  <a:cubicBezTo>
                    <a:pt x="4451" y="4153"/>
                    <a:pt x="4106" y="4052"/>
                    <a:pt x="3777" y="3966"/>
                  </a:cubicBezTo>
                  <a:lnTo>
                    <a:pt x="3181" y="3810"/>
                  </a:lnTo>
                  <a:lnTo>
                    <a:pt x="3296" y="3982"/>
                  </a:lnTo>
                  <a:cubicBezTo>
                    <a:pt x="3394" y="4129"/>
                    <a:pt x="3434" y="4159"/>
                    <a:pt x="3556" y="4180"/>
                  </a:cubicBezTo>
                  <a:cubicBezTo>
                    <a:pt x="3753" y="4215"/>
                    <a:pt x="4407" y="4402"/>
                    <a:pt x="4407" y="4425"/>
                  </a:cubicBezTo>
                  <a:cubicBezTo>
                    <a:pt x="4407" y="4465"/>
                    <a:pt x="3695" y="4774"/>
                    <a:pt x="3469" y="4832"/>
                  </a:cubicBezTo>
                  <a:cubicBezTo>
                    <a:pt x="3280" y="4880"/>
                    <a:pt x="3161" y="4903"/>
                    <a:pt x="3047" y="4903"/>
                  </a:cubicBezTo>
                  <a:cubicBezTo>
                    <a:pt x="2959" y="4903"/>
                    <a:pt x="2874" y="4889"/>
                    <a:pt x="2761" y="4863"/>
                  </a:cubicBezTo>
                  <a:cubicBezTo>
                    <a:pt x="2652" y="4837"/>
                    <a:pt x="2548" y="4818"/>
                    <a:pt x="2511" y="4818"/>
                  </a:cubicBezTo>
                  <a:cubicBezTo>
                    <a:pt x="2507" y="4818"/>
                    <a:pt x="2503" y="4818"/>
                    <a:pt x="2501" y="4819"/>
                  </a:cubicBezTo>
                  <a:cubicBezTo>
                    <a:pt x="2500" y="4819"/>
                    <a:pt x="2499" y="4819"/>
                    <a:pt x="2497" y="4819"/>
                  </a:cubicBezTo>
                  <a:cubicBezTo>
                    <a:pt x="2465" y="4819"/>
                    <a:pt x="2308" y="4780"/>
                    <a:pt x="2137" y="4729"/>
                  </a:cubicBezTo>
                  <a:cubicBezTo>
                    <a:pt x="1767" y="4617"/>
                    <a:pt x="1431" y="4399"/>
                    <a:pt x="1058" y="4027"/>
                  </a:cubicBezTo>
                  <a:cubicBezTo>
                    <a:pt x="771" y="3740"/>
                    <a:pt x="633" y="3510"/>
                    <a:pt x="494" y="3088"/>
                  </a:cubicBezTo>
                  <a:lnTo>
                    <a:pt x="393" y="2783"/>
                  </a:lnTo>
                  <a:lnTo>
                    <a:pt x="725" y="2982"/>
                  </a:lnTo>
                  <a:cubicBezTo>
                    <a:pt x="1058" y="3183"/>
                    <a:pt x="1518" y="3420"/>
                    <a:pt x="1790" y="3528"/>
                  </a:cubicBezTo>
                  <a:cubicBezTo>
                    <a:pt x="1870" y="3561"/>
                    <a:pt x="2171" y="3683"/>
                    <a:pt x="2456" y="3800"/>
                  </a:cubicBezTo>
                  <a:cubicBezTo>
                    <a:pt x="2763" y="3926"/>
                    <a:pt x="2909" y="3976"/>
                    <a:pt x="2989" y="3976"/>
                  </a:cubicBezTo>
                  <a:cubicBezTo>
                    <a:pt x="3018" y="3976"/>
                    <a:pt x="3038" y="3969"/>
                    <a:pt x="3055" y="3958"/>
                  </a:cubicBezTo>
                  <a:cubicBezTo>
                    <a:pt x="3190" y="3861"/>
                    <a:pt x="3143" y="3796"/>
                    <a:pt x="2849" y="3677"/>
                  </a:cubicBezTo>
                  <a:cubicBezTo>
                    <a:pt x="2707" y="3619"/>
                    <a:pt x="2577" y="3576"/>
                    <a:pt x="2544" y="3576"/>
                  </a:cubicBezTo>
                  <a:cubicBezTo>
                    <a:pt x="2542" y="3576"/>
                    <a:pt x="2540" y="3576"/>
                    <a:pt x="2539" y="3577"/>
                  </a:cubicBezTo>
                  <a:cubicBezTo>
                    <a:pt x="2535" y="3578"/>
                    <a:pt x="2531" y="3579"/>
                    <a:pt x="2527" y="3579"/>
                  </a:cubicBezTo>
                  <a:cubicBezTo>
                    <a:pt x="2507" y="3579"/>
                    <a:pt x="2481" y="3565"/>
                    <a:pt x="2459" y="3544"/>
                  </a:cubicBezTo>
                  <a:cubicBezTo>
                    <a:pt x="2435" y="3519"/>
                    <a:pt x="2370" y="3486"/>
                    <a:pt x="2311" y="3470"/>
                  </a:cubicBezTo>
                  <a:cubicBezTo>
                    <a:pt x="2251" y="3453"/>
                    <a:pt x="2176" y="3418"/>
                    <a:pt x="2137" y="3390"/>
                  </a:cubicBezTo>
                  <a:cubicBezTo>
                    <a:pt x="2099" y="3363"/>
                    <a:pt x="2040" y="3339"/>
                    <a:pt x="2008" y="3338"/>
                  </a:cubicBezTo>
                  <a:cubicBezTo>
                    <a:pt x="1976" y="3337"/>
                    <a:pt x="1931" y="3319"/>
                    <a:pt x="1910" y="3299"/>
                  </a:cubicBezTo>
                  <a:cubicBezTo>
                    <a:pt x="1889" y="3277"/>
                    <a:pt x="1770" y="3221"/>
                    <a:pt x="1641" y="3170"/>
                  </a:cubicBezTo>
                  <a:cubicBezTo>
                    <a:pt x="1513" y="3119"/>
                    <a:pt x="1235" y="2978"/>
                    <a:pt x="1021" y="2855"/>
                  </a:cubicBezTo>
                  <a:cubicBezTo>
                    <a:pt x="807" y="2733"/>
                    <a:pt x="560" y="2597"/>
                    <a:pt x="470" y="2553"/>
                  </a:cubicBezTo>
                  <a:cubicBezTo>
                    <a:pt x="314" y="2477"/>
                    <a:pt x="308" y="2468"/>
                    <a:pt x="306" y="2308"/>
                  </a:cubicBezTo>
                  <a:cubicBezTo>
                    <a:pt x="303" y="2122"/>
                    <a:pt x="423" y="1756"/>
                    <a:pt x="495" y="1739"/>
                  </a:cubicBezTo>
                  <a:cubicBezTo>
                    <a:pt x="499" y="1738"/>
                    <a:pt x="504" y="1738"/>
                    <a:pt x="508" y="1738"/>
                  </a:cubicBezTo>
                  <a:close/>
                  <a:moveTo>
                    <a:pt x="3170" y="0"/>
                  </a:moveTo>
                  <a:cubicBezTo>
                    <a:pt x="2983" y="0"/>
                    <a:pt x="2801" y="31"/>
                    <a:pt x="2471" y="104"/>
                  </a:cubicBezTo>
                  <a:cubicBezTo>
                    <a:pt x="1637" y="288"/>
                    <a:pt x="1417" y="375"/>
                    <a:pt x="1045" y="667"/>
                  </a:cubicBezTo>
                  <a:cubicBezTo>
                    <a:pt x="329" y="1227"/>
                    <a:pt x="0" y="1794"/>
                    <a:pt x="15" y="2441"/>
                  </a:cubicBezTo>
                  <a:cubicBezTo>
                    <a:pt x="22" y="2752"/>
                    <a:pt x="137" y="3303"/>
                    <a:pt x="242" y="3523"/>
                  </a:cubicBezTo>
                  <a:cubicBezTo>
                    <a:pt x="299" y="3646"/>
                    <a:pt x="455" y="3901"/>
                    <a:pt x="592" y="4096"/>
                  </a:cubicBezTo>
                  <a:cubicBezTo>
                    <a:pt x="845" y="4458"/>
                    <a:pt x="860" y="4472"/>
                    <a:pt x="1437" y="4872"/>
                  </a:cubicBezTo>
                  <a:cubicBezTo>
                    <a:pt x="1678" y="5040"/>
                    <a:pt x="2234" y="5176"/>
                    <a:pt x="2763" y="5196"/>
                  </a:cubicBezTo>
                  <a:cubicBezTo>
                    <a:pt x="2795" y="5197"/>
                    <a:pt x="2827" y="5198"/>
                    <a:pt x="2859" y="5198"/>
                  </a:cubicBezTo>
                  <a:cubicBezTo>
                    <a:pt x="3300" y="5198"/>
                    <a:pt x="3726" y="5087"/>
                    <a:pt x="4250" y="4838"/>
                  </a:cubicBezTo>
                  <a:cubicBezTo>
                    <a:pt x="4606" y="4670"/>
                    <a:pt x="4719" y="4594"/>
                    <a:pt x="5016" y="4321"/>
                  </a:cubicBezTo>
                  <a:cubicBezTo>
                    <a:pt x="5501" y="3877"/>
                    <a:pt x="5543" y="3789"/>
                    <a:pt x="5619" y="3068"/>
                  </a:cubicBezTo>
                  <a:cubicBezTo>
                    <a:pt x="5699" y="2330"/>
                    <a:pt x="5681" y="2116"/>
                    <a:pt x="5503" y="1553"/>
                  </a:cubicBezTo>
                  <a:cubicBezTo>
                    <a:pt x="5366" y="1127"/>
                    <a:pt x="5362" y="1119"/>
                    <a:pt x="5050" y="787"/>
                  </a:cubicBezTo>
                  <a:cubicBezTo>
                    <a:pt x="4873" y="598"/>
                    <a:pt x="4638" y="388"/>
                    <a:pt x="4514" y="307"/>
                  </a:cubicBezTo>
                  <a:cubicBezTo>
                    <a:pt x="4267" y="146"/>
                    <a:pt x="4083" y="96"/>
                    <a:pt x="3481" y="22"/>
                  </a:cubicBezTo>
                  <a:cubicBezTo>
                    <a:pt x="3362" y="8"/>
                    <a:pt x="3266" y="0"/>
                    <a:pt x="3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a:off x="5386088" y="3342225"/>
              <a:ext cx="3100" cy="2225"/>
            </a:xfrm>
            <a:custGeom>
              <a:rect b="b" l="l" r="r" t="t"/>
              <a:pathLst>
                <a:path extrusionOk="0" h="89" w="124">
                  <a:moveTo>
                    <a:pt x="82" y="1"/>
                  </a:moveTo>
                  <a:cubicBezTo>
                    <a:pt x="64" y="1"/>
                    <a:pt x="44" y="10"/>
                    <a:pt x="26" y="27"/>
                  </a:cubicBezTo>
                  <a:cubicBezTo>
                    <a:pt x="1" y="52"/>
                    <a:pt x="1" y="80"/>
                    <a:pt x="29" y="86"/>
                  </a:cubicBezTo>
                  <a:cubicBezTo>
                    <a:pt x="35" y="88"/>
                    <a:pt x="42" y="89"/>
                    <a:pt x="49" y="89"/>
                  </a:cubicBezTo>
                  <a:cubicBezTo>
                    <a:pt x="71" y="89"/>
                    <a:pt x="94" y="81"/>
                    <a:pt x="107" y="69"/>
                  </a:cubicBezTo>
                  <a:cubicBezTo>
                    <a:pt x="124" y="52"/>
                    <a:pt x="123" y="27"/>
                    <a:pt x="105" y="10"/>
                  </a:cubicBezTo>
                  <a:cubicBezTo>
                    <a:pt x="99" y="3"/>
                    <a:pt x="91"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69"/>
          <p:cNvGrpSpPr/>
          <p:nvPr/>
        </p:nvGrpSpPr>
        <p:grpSpPr>
          <a:xfrm>
            <a:off x="7611278" y="3503587"/>
            <a:ext cx="792698" cy="1086339"/>
            <a:chOff x="6722988" y="1767725"/>
            <a:chExt cx="207225" cy="298150"/>
          </a:xfrm>
        </p:grpSpPr>
        <p:sp>
          <p:nvSpPr>
            <p:cNvPr id="1779" name="Google Shape;1779;p69"/>
            <p:cNvSpPr/>
            <p:nvPr/>
          </p:nvSpPr>
          <p:spPr>
            <a:xfrm>
              <a:off x="6722988" y="1767725"/>
              <a:ext cx="190525" cy="250650"/>
            </a:xfrm>
            <a:custGeom>
              <a:rect b="b" l="l" r="r" t="t"/>
              <a:pathLst>
                <a:path extrusionOk="0" h="10026" w="7621">
                  <a:moveTo>
                    <a:pt x="3858" y="193"/>
                  </a:moveTo>
                  <a:cubicBezTo>
                    <a:pt x="4020" y="193"/>
                    <a:pt x="4181" y="206"/>
                    <a:pt x="4340" y="234"/>
                  </a:cubicBezTo>
                  <a:cubicBezTo>
                    <a:pt x="5387" y="416"/>
                    <a:pt x="6354" y="1208"/>
                    <a:pt x="6861" y="2301"/>
                  </a:cubicBezTo>
                  <a:cubicBezTo>
                    <a:pt x="7295" y="3237"/>
                    <a:pt x="7424" y="4362"/>
                    <a:pt x="7244" y="5646"/>
                  </a:cubicBezTo>
                  <a:cubicBezTo>
                    <a:pt x="7190" y="6025"/>
                    <a:pt x="7103" y="6458"/>
                    <a:pt x="6859" y="6791"/>
                  </a:cubicBezTo>
                  <a:lnTo>
                    <a:pt x="6828" y="6832"/>
                  </a:lnTo>
                  <a:cubicBezTo>
                    <a:pt x="6761" y="6921"/>
                    <a:pt x="6685" y="7022"/>
                    <a:pt x="6672" y="7151"/>
                  </a:cubicBezTo>
                  <a:cubicBezTo>
                    <a:pt x="6662" y="7261"/>
                    <a:pt x="6701" y="7363"/>
                    <a:pt x="6733" y="7444"/>
                  </a:cubicBezTo>
                  <a:lnTo>
                    <a:pt x="7117" y="8427"/>
                  </a:lnTo>
                  <a:cubicBezTo>
                    <a:pt x="7157" y="8531"/>
                    <a:pt x="7209" y="8661"/>
                    <a:pt x="7183" y="8772"/>
                  </a:cubicBezTo>
                  <a:cubicBezTo>
                    <a:pt x="7153" y="8905"/>
                    <a:pt x="7022" y="9004"/>
                    <a:pt x="6877" y="9101"/>
                  </a:cubicBezTo>
                  <a:cubicBezTo>
                    <a:pt x="6298" y="9492"/>
                    <a:pt x="5771" y="9817"/>
                    <a:pt x="5178" y="9833"/>
                  </a:cubicBezTo>
                  <a:cubicBezTo>
                    <a:pt x="5168" y="9833"/>
                    <a:pt x="5158" y="9833"/>
                    <a:pt x="5149" y="9833"/>
                  </a:cubicBezTo>
                  <a:cubicBezTo>
                    <a:pt x="4703" y="9833"/>
                    <a:pt x="4552" y="9520"/>
                    <a:pt x="4354" y="9126"/>
                  </a:cubicBezTo>
                  <a:cubicBezTo>
                    <a:pt x="4308" y="9037"/>
                    <a:pt x="4261" y="8943"/>
                    <a:pt x="4209" y="8851"/>
                  </a:cubicBezTo>
                  <a:cubicBezTo>
                    <a:pt x="4142" y="8731"/>
                    <a:pt x="4064" y="8594"/>
                    <a:pt x="3945" y="8493"/>
                  </a:cubicBezTo>
                  <a:cubicBezTo>
                    <a:pt x="3850" y="8412"/>
                    <a:pt x="3737" y="8359"/>
                    <a:pt x="3637" y="8319"/>
                  </a:cubicBezTo>
                  <a:cubicBezTo>
                    <a:pt x="3457" y="8244"/>
                    <a:pt x="3269" y="8185"/>
                    <a:pt x="3087" y="8129"/>
                  </a:cubicBezTo>
                  <a:cubicBezTo>
                    <a:pt x="2894" y="8068"/>
                    <a:pt x="2693" y="8005"/>
                    <a:pt x="2507" y="7925"/>
                  </a:cubicBezTo>
                  <a:cubicBezTo>
                    <a:pt x="1453" y="7471"/>
                    <a:pt x="653" y="6348"/>
                    <a:pt x="419" y="4994"/>
                  </a:cubicBezTo>
                  <a:cubicBezTo>
                    <a:pt x="201" y="3728"/>
                    <a:pt x="475" y="2476"/>
                    <a:pt x="1173" y="1560"/>
                  </a:cubicBezTo>
                  <a:cubicBezTo>
                    <a:pt x="1823" y="707"/>
                    <a:pt x="2856" y="193"/>
                    <a:pt x="3858" y="193"/>
                  </a:cubicBezTo>
                  <a:close/>
                  <a:moveTo>
                    <a:pt x="3860" y="0"/>
                  </a:moveTo>
                  <a:cubicBezTo>
                    <a:pt x="2799" y="0"/>
                    <a:pt x="1705" y="542"/>
                    <a:pt x="1019" y="1443"/>
                  </a:cubicBezTo>
                  <a:cubicBezTo>
                    <a:pt x="289" y="2403"/>
                    <a:pt x="1" y="3708"/>
                    <a:pt x="228" y="5027"/>
                  </a:cubicBezTo>
                  <a:cubicBezTo>
                    <a:pt x="474" y="6444"/>
                    <a:pt x="1317" y="7622"/>
                    <a:pt x="2430" y="8102"/>
                  </a:cubicBezTo>
                  <a:cubicBezTo>
                    <a:pt x="2627" y="8186"/>
                    <a:pt x="2831" y="8250"/>
                    <a:pt x="3029" y="8312"/>
                  </a:cubicBezTo>
                  <a:cubicBezTo>
                    <a:pt x="3207" y="8368"/>
                    <a:pt x="3392" y="8426"/>
                    <a:pt x="3565" y="8497"/>
                  </a:cubicBezTo>
                  <a:cubicBezTo>
                    <a:pt x="3653" y="8534"/>
                    <a:pt x="3745" y="8576"/>
                    <a:pt x="3820" y="8639"/>
                  </a:cubicBezTo>
                  <a:cubicBezTo>
                    <a:pt x="3913" y="8719"/>
                    <a:pt x="3978" y="8835"/>
                    <a:pt x="4041" y="8946"/>
                  </a:cubicBezTo>
                  <a:cubicBezTo>
                    <a:pt x="4091" y="9033"/>
                    <a:pt x="4137" y="9125"/>
                    <a:pt x="4181" y="9213"/>
                  </a:cubicBezTo>
                  <a:cubicBezTo>
                    <a:pt x="4382" y="9614"/>
                    <a:pt x="4589" y="10026"/>
                    <a:pt x="5151" y="10026"/>
                  </a:cubicBezTo>
                  <a:lnTo>
                    <a:pt x="5184" y="10026"/>
                  </a:lnTo>
                  <a:cubicBezTo>
                    <a:pt x="5880" y="10007"/>
                    <a:pt x="6520" y="9576"/>
                    <a:pt x="6986" y="9261"/>
                  </a:cubicBezTo>
                  <a:cubicBezTo>
                    <a:pt x="7156" y="9147"/>
                    <a:pt x="7327" y="9017"/>
                    <a:pt x="7372" y="8813"/>
                  </a:cubicBezTo>
                  <a:cubicBezTo>
                    <a:pt x="7409" y="8646"/>
                    <a:pt x="7344" y="8479"/>
                    <a:pt x="7297" y="8356"/>
                  </a:cubicBezTo>
                  <a:lnTo>
                    <a:pt x="6913" y="7373"/>
                  </a:lnTo>
                  <a:cubicBezTo>
                    <a:pt x="6888" y="7308"/>
                    <a:pt x="6859" y="7234"/>
                    <a:pt x="6865" y="7170"/>
                  </a:cubicBezTo>
                  <a:cubicBezTo>
                    <a:pt x="6872" y="7096"/>
                    <a:pt x="6926" y="7024"/>
                    <a:pt x="6983" y="6948"/>
                  </a:cubicBezTo>
                  <a:lnTo>
                    <a:pt x="7015" y="6905"/>
                  </a:lnTo>
                  <a:cubicBezTo>
                    <a:pt x="7284" y="6538"/>
                    <a:pt x="7378" y="6076"/>
                    <a:pt x="7435" y="5674"/>
                  </a:cubicBezTo>
                  <a:cubicBezTo>
                    <a:pt x="7621" y="4351"/>
                    <a:pt x="7486" y="3190"/>
                    <a:pt x="7037" y="2220"/>
                  </a:cubicBezTo>
                  <a:cubicBezTo>
                    <a:pt x="6502" y="1070"/>
                    <a:pt x="5482" y="236"/>
                    <a:pt x="4373" y="44"/>
                  </a:cubicBezTo>
                  <a:cubicBezTo>
                    <a:pt x="4204" y="14"/>
                    <a:pt x="4033" y="0"/>
                    <a:pt x="3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a:off x="6841838" y="1986975"/>
              <a:ext cx="88375" cy="78900"/>
            </a:xfrm>
            <a:custGeom>
              <a:rect b="b" l="l" r="r" t="t"/>
              <a:pathLst>
                <a:path extrusionOk="0" h="3156" w="3535">
                  <a:moveTo>
                    <a:pt x="2590" y="1"/>
                  </a:moveTo>
                  <a:cubicBezTo>
                    <a:pt x="2540" y="1"/>
                    <a:pt x="2492" y="39"/>
                    <a:pt x="2490" y="93"/>
                  </a:cubicBezTo>
                  <a:cubicBezTo>
                    <a:pt x="2488" y="146"/>
                    <a:pt x="2529" y="191"/>
                    <a:pt x="2583" y="193"/>
                  </a:cubicBezTo>
                  <a:cubicBezTo>
                    <a:pt x="2647" y="196"/>
                    <a:pt x="2712" y="228"/>
                    <a:pt x="2761" y="283"/>
                  </a:cubicBezTo>
                  <a:cubicBezTo>
                    <a:pt x="2809" y="336"/>
                    <a:pt x="2835" y="403"/>
                    <a:pt x="2831" y="466"/>
                  </a:cubicBezTo>
                  <a:cubicBezTo>
                    <a:pt x="2830" y="487"/>
                    <a:pt x="2825" y="508"/>
                    <a:pt x="2822" y="529"/>
                  </a:cubicBezTo>
                  <a:cubicBezTo>
                    <a:pt x="2811" y="600"/>
                    <a:pt x="2796" y="688"/>
                    <a:pt x="2842" y="770"/>
                  </a:cubicBezTo>
                  <a:cubicBezTo>
                    <a:pt x="2883" y="845"/>
                    <a:pt x="2955" y="881"/>
                    <a:pt x="3011" y="910"/>
                  </a:cubicBezTo>
                  <a:cubicBezTo>
                    <a:pt x="3050" y="930"/>
                    <a:pt x="3086" y="949"/>
                    <a:pt x="3099" y="972"/>
                  </a:cubicBezTo>
                  <a:cubicBezTo>
                    <a:pt x="3115" y="998"/>
                    <a:pt x="3107" y="1050"/>
                    <a:pt x="3099" y="1103"/>
                  </a:cubicBezTo>
                  <a:cubicBezTo>
                    <a:pt x="3087" y="1185"/>
                    <a:pt x="3071" y="1289"/>
                    <a:pt x="3139" y="1378"/>
                  </a:cubicBezTo>
                  <a:cubicBezTo>
                    <a:pt x="3166" y="1413"/>
                    <a:pt x="3200" y="1436"/>
                    <a:pt x="3228" y="1455"/>
                  </a:cubicBezTo>
                  <a:cubicBezTo>
                    <a:pt x="3239" y="1461"/>
                    <a:pt x="3249" y="1469"/>
                    <a:pt x="3260" y="1477"/>
                  </a:cubicBezTo>
                  <a:cubicBezTo>
                    <a:pt x="3323" y="1528"/>
                    <a:pt x="3330" y="1634"/>
                    <a:pt x="3303" y="1711"/>
                  </a:cubicBezTo>
                  <a:cubicBezTo>
                    <a:pt x="3268" y="1811"/>
                    <a:pt x="3184" y="1897"/>
                    <a:pt x="3109" y="1970"/>
                  </a:cubicBezTo>
                  <a:cubicBezTo>
                    <a:pt x="2657" y="2406"/>
                    <a:pt x="2098" y="2732"/>
                    <a:pt x="1492" y="2911"/>
                  </a:cubicBezTo>
                  <a:cubicBezTo>
                    <a:pt x="1399" y="2938"/>
                    <a:pt x="1301" y="2962"/>
                    <a:pt x="1208" y="2962"/>
                  </a:cubicBezTo>
                  <a:cubicBezTo>
                    <a:pt x="1181" y="2962"/>
                    <a:pt x="1154" y="2960"/>
                    <a:pt x="1128" y="2956"/>
                  </a:cubicBezTo>
                  <a:cubicBezTo>
                    <a:pt x="1037" y="2940"/>
                    <a:pt x="929" y="2878"/>
                    <a:pt x="908" y="2779"/>
                  </a:cubicBezTo>
                  <a:cubicBezTo>
                    <a:pt x="902" y="2754"/>
                    <a:pt x="901" y="2724"/>
                    <a:pt x="900" y="2692"/>
                  </a:cubicBezTo>
                  <a:cubicBezTo>
                    <a:pt x="899" y="2628"/>
                    <a:pt x="897" y="2554"/>
                    <a:pt x="858" y="2484"/>
                  </a:cubicBezTo>
                  <a:cubicBezTo>
                    <a:pt x="804" y="2393"/>
                    <a:pt x="712" y="2353"/>
                    <a:pt x="630" y="2317"/>
                  </a:cubicBezTo>
                  <a:cubicBezTo>
                    <a:pt x="555" y="2285"/>
                    <a:pt x="508" y="2262"/>
                    <a:pt x="498" y="2227"/>
                  </a:cubicBezTo>
                  <a:cubicBezTo>
                    <a:pt x="490" y="2202"/>
                    <a:pt x="500" y="2165"/>
                    <a:pt x="508" y="2126"/>
                  </a:cubicBezTo>
                  <a:cubicBezTo>
                    <a:pt x="522" y="2069"/>
                    <a:pt x="537" y="2005"/>
                    <a:pt x="520" y="1935"/>
                  </a:cubicBezTo>
                  <a:cubicBezTo>
                    <a:pt x="498" y="1849"/>
                    <a:pt x="436" y="1791"/>
                    <a:pt x="385" y="1745"/>
                  </a:cubicBezTo>
                  <a:cubicBezTo>
                    <a:pt x="370" y="1732"/>
                    <a:pt x="355" y="1719"/>
                    <a:pt x="342" y="1705"/>
                  </a:cubicBezTo>
                  <a:cubicBezTo>
                    <a:pt x="187" y="1540"/>
                    <a:pt x="244" y="1337"/>
                    <a:pt x="319" y="1195"/>
                  </a:cubicBezTo>
                  <a:cubicBezTo>
                    <a:pt x="345" y="1148"/>
                    <a:pt x="327" y="1090"/>
                    <a:pt x="280" y="1065"/>
                  </a:cubicBezTo>
                  <a:cubicBezTo>
                    <a:pt x="265" y="1057"/>
                    <a:pt x="250" y="1054"/>
                    <a:pt x="235" y="1054"/>
                  </a:cubicBezTo>
                  <a:cubicBezTo>
                    <a:pt x="200" y="1054"/>
                    <a:pt x="166" y="1073"/>
                    <a:pt x="148" y="1105"/>
                  </a:cubicBezTo>
                  <a:cubicBezTo>
                    <a:pt x="1" y="1384"/>
                    <a:pt x="19" y="1644"/>
                    <a:pt x="202" y="1837"/>
                  </a:cubicBezTo>
                  <a:cubicBezTo>
                    <a:pt x="219" y="1854"/>
                    <a:pt x="237" y="1871"/>
                    <a:pt x="255" y="1888"/>
                  </a:cubicBezTo>
                  <a:cubicBezTo>
                    <a:pt x="291" y="1920"/>
                    <a:pt x="324" y="1951"/>
                    <a:pt x="332" y="1981"/>
                  </a:cubicBezTo>
                  <a:cubicBezTo>
                    <a:pt x="338" y="2006"/>
                    <a:pt x="330" y="2042"/>
                    <a:pt x="320" y="2081"/>
                  </a:cubicBezTo>
                  <a:cubicBezTo>
                    <a:pt x="307" y="2138"/>
                    <a:pt x="290" y="2210"/>
                    <a:pt x="314" y="2284"/>
                  </a:cubicBezTo>
                  <a:cubicBezTo>
                    <a:pt x="351" y="2405"/>
                    <a:pt x="463" y="2455"/>
                    <a:pt x="553" y="2494"/>
                  </a:cubicBezTo>
                  <a:cubicBezTo>
                    <a:pt x="613" y="2520"/>
                    <a:pt x="670" y="2544"/>
                    <a:pt x="690" y="2581"/>
                  </a:cubicBezTo>
                  <a:cubicBezTo>
                    <a:pt x="706" y="2607"/>
                    <a:pt x="707" y="2649"/>
                    <a:pt x="708" y="2696"/>
                  </a:cubicBezTo>
                  <a:cubicBezTo>
                    <a:pt x="708" y="2733"/>
                    <a:pt x="709" y="2777"/>
                    <a:pt x="719" y="2820"/>
                  </a:cubicBezTo>
                  <a:cubicBezTo>
                    <a:pt x="759" y="3007"/>
                    <a:pt x="937" y="3118"/>
                    <a:pt x="1095" y="3146"/>
                  </a:cubicBezTo>
                  <a:cubicBezTo>
                    <a:pt x="1132" y="3152"/>
                    <a:pt x="1171" y="3155"/>
                    <a:pt x="1208" y="3155"/>
                  </a:cubicBezTo>
                  <a:cubicBezTo>
                    <a:pt x="1324" y="3155"/>
                    <a:pt x="1439" y="3128"/>
                    <a:pt x="1547" y="3096"/>
                  </a:cubicBezTo>
                  <a:cubicBezTo>
                    <a:pt x="2182" y="2909"/>
                    <a:pt x="2769" y="2567"/>
                    <a:pt x="3244" y="2108"/>
                  </a:cubicBezTo>
                  <a:cubicBezTo>
                    <a:pt x="3335" y="2021"/>
                    <a:pt x="3436" y="1915"/>
                    <a:pt x="3486" y="1774"/>
                  </a:cubicBezTo>
                  <a:cubicBezTo>
                    <a:pt x="3535" y="1634"/>
                    <a:pt x="3521" y="1442"/>
                    <a:pt x="3382" y="1328"/>
                  </a:cubicBezTo>
                  <a:cubicBezTo>
                    <a:pt x="3367" y="1315"/>
                    <a:pt x="3351" y="1304"/>
                    <a:pt x="3335" y="1293"/>
                  </a:cubicBezTo>
                  <a:cubicBezTo>
                    <a:pt x="3317" y="1282"/>
                    <a:pt x="3300" y="1271"/>
                    <a:pt x="3292" y="1260"/>
                  </a:cubicBezTo>
                  <a:cubicBezTo>
                    <a:pt x="3274" y="1237"/>
                    <a:pt x="3283" y="1185"/>
                    <a:pt x="3290" y="1132"/>
                  </a:cubicBezTo>
                  <a:cubicBezTo>
                    <a:pt x="3302" y="1055"/>
                    <a:pt x="3317" y="961"/>
                    <a:pt x="3267" y="875"/>
                  </a:cubicBezTo>
                  <a:cubicBezTo>
                    <a:pt x="3225" y="803"/>
                    <a:pt x="3155" y="768"/>
                    <a:pt x="3100" y="739"/>
                  </a:cubicBezTo>
                  <a:cubicBezTo>
                    <a:pt x="3061" y="719"/>
                    <a:pt x="3024" y="699"/>
                    <a:pt x="3012" y="677"/>
                  </a:cubicBezTo>
                  <a:cubicBezTo>
                    <a:pt x="2998" y="652"/>
                    <a:pt x="3006" y="607"/>
                    <a:pt x="3013" y="560"/>
                  </a:cubicBezTo>
                  <a:cubicBezTo>
                    <a:pt x="3018" y="533"/>
                    <a:pt x="3022" y="506"/>
                    <a:pt x="3023" y="479"/>
                  </a:cubicBezTo>
                  <a:cubicBezTo>
                    <a:pt x="3030" y="364"/>
                    <a:pt x="2988" y="245"/>
                    <a:pt x="2904" y="153"/>
                  </a:cubicBezTo>
                  <a:cubicBezTo>
                    <a:pt x="2821" y="61"/>
                    <a:pt x="2707" y="5"/>
                    <a:pt x="2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a:off x="6849788" y="2015300"/>
              <a:ext cx="46350" cy="23075"/>
            </a:xfrm>
            <a:custGeom>
              <a:rect b="b" l="l" r="r" t="t"/>
              <a:pathLst>
                <a:path extrusionOk="0" h="923" w="1854">
                  <a:moveTo>
                    <a:pt x="1744" y="1"/>
                  </a:moveTo>
                  <a:cubicBezTo>
                    <a:pt x="1727" y="1"/>
                    <a:pt x="1709" y="5"/>
                    <a:pt x="1693" y="15"/>
                  </a:cubicBezTo>
                  <a:cubicBezTo>
                    <a:pt x="962" y="462"/>
                    <a:pt x="89" y="730"/>
                    <a:pt x="80" y="733"/>
                  </a:cubicBezTo>
                  <a:cubicBezTo>
                    <a:pt x="29" y="748"/>
                    <a:pt x="0" y="802"/>
                    <a:pt x="15" y="854"/>
                  </a:cubicBezTo>
                  <a:cubicBezTo>
                    <a:pt x="28" y="895"/>
                    <a:pt x="66" y="922"/>
                    <a:pt x="108" y="922"/>
                  </a:cubicBezTo>
                  <a:cubicBezTo>
                    <a:pt x="118" y="922"/>
                    <a:pt x="126" y="921"/>
                    <a:pt x="136" y="918"/>
                  </a:cubicBezTo>
                  <a:cubicBezTo>
                    <a:pt x="172" y="906"/>
                    <a:pt x="1041" y="640"/>
                    <a:pt x="1794" y="180"/>
                  </a:cubicBezTo>
                  <a:cubicBezTo>
                    <a:pt x="1840" y="152"/>
                    <a:pt x="1854" y="93"/>
                    <a:pt x="1826" y="47"/>
                  </a:cubicBezTo>
                  <a:cubicBezTo>
                    <a:pt x="1808" y="17"/>
                    <a:pt x="1776" y="1"/>
                    <a:pt x="17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a:off x="6889163" y="2019025"/>
              <a:ext cx="36175" cy="24950"/>
            </a:xfrm>
            <a:custGeom>
              <a:rect b="b" l="l" r="r" t="t"/>
              <a:pathLst>
                <a:path extrusionOk="0" h="998" w="1447">
                  <a:moveTo>
                    <a:pt x="1337" y="1"/>
                  </a:moveTo>
                  <a:cubicBezTo>
                    <a:pt x="1316" y="1"/>
                    <a:pt x="1295" y="8"/>
                    <a:pt x="1276" y="22"/>
                  </a:cubicBezTo>
                  <a:cubicBezTo>
                    <a:pt x="870" y="347"/>
                    <a:pt x="70" y="813"/>
                    <a:pt x="63" y="818"/>
                  </a:cubicBezTo>
                  <a:cubicBezTo>
                    <a:pt x="17" y="845"/>
                    <a:pt x="1" y="903"/>
                    <a:pt x="27" y="949"/>
                  </a:cubicBezTo>
                  <a:cubicBezTo>
                    <a:pt x="46" y="980"/>
                    <a:pt x="78" y="997"/>
                    <a:pt x="111" y="997"/>
                  </a:cubicBezTo>
                  <a:cubicBezTo>
                    <a:pt x="128" y="997"/>
                    <a:pt x="144" y="993"/>
                    <a:pt x="160" y="985"/>
                  </a:cubicBezTo>
                  <a:cubicBezTo>
                    <a:pt x="193" y="965"/>
                    <a:pt x="980" y="506"/>
                    <a:pt x="1397" y="173"/>
                  </a:cubicBezTo>
                  <a:cubicBezTo>
                    <a:pt x="1439" y="140"/>
                    <a:pt x="1446" y="79"/>
                    <a:pt x="1413" y="37"/>
                  </a:cubicBezTo>
                  <a:cubicBezTo>
                    <a:pt x="1394" y="13"/>
                    <a:pt x="1366" y="1"/>
                    <a:pt x="1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a:off x="6778588" y="1860225"/>
              <a:ext cx="121600" cy="155350"/>
            </a:xfrm>
            <a:custGeom>
              <a:rect b="b" l="l" r="r" t="t"/>
              <a:pathLst>
                <a:path extrusionOk="0" h="6214" w="4864">
                  <a:moveTo>
                    <a:pt x="3353" y="193"/>
                  </a:moveTo>
                  <a:cubicBezTo>
                    <a:pt x="3373" y="193"/>
                    <a:pt x="3394" y="196"/>
                    <a:pt x="3414" y="205"/>
                  </a:cubicBezTo>
                  <a:cubicBezTo>
                    <a:pt x="3476" y="230"/>
                    <a:pt x="3529" y="294"/>
                    <a:pt x="3570" y="396"/>
                  </a:cubicBezTo>
                  <a:cubicBezTo>
                    <a:pt x="3702" y="712"/>
                    <a:pt x="3630" y="1111"/>
                    <a:pt x="3398" y="1363"/>
                  </a:cubicBezTo>
                  <a:cubicBezTo>
                    <a:pt x="3382" y="1380"/>
                    <a:pt x="3366" y="1396"/>
                    <a:pt x="3349" y="1411"/>
                  </a:cubicBezTo>
                  <a:lnTo>
                    <a:pt x="3185" y="968"/>
                  </a:lnTo>
                  <a:cubicBezTo>
                    <a:pt x="3125" y="807"/>
                    <a:pt x="3050" y="606"/>
                    <a:pt x="3092" y="429"/>
                  </a:cubicBezTo>
                  <a:cubicBezTo>
                    <a:pt x="3112" y="344"/>
                    <a:pt x="3178" y="258"/>
                    <a:pt x="3258" y="217"/>
                  </a:cubicBezTo>
                  <a:cubicBezTo>
                    <a:pt x="3283" y="205"/>
                    <a:pt x="3316" y="193"/>
                    <a:pt x="3353" y="193"/>
                  </a:cubicBezTo>
                  <a:close/>
                  <a:moveTo>
                    <a:pt x="1633" y="366"/>
                  </a:moveTo>
                  <a:cubicBezTo>
                    <a:pt x="1636" y="366"/>
                    <a:pt x="1639" y="367"/>
                    <a:pt x="1641" y="367"/>
                  </a:cubicBezTo>
                  <a:cubicBezTo>
                    <a:pt x="1664" y="370"/>
                    <a:pt x="1692" y="389"/>
                    <a:pt x="1718" y="409"/>
                  </a:cubicBezTo>
                  <a:cubicBezTo>
                    <a:pt x="2072" y="675"/>
                    <a:pt x="2274" y="1112"/>
                    <a:pt x="2248" y="1538"/>
                  </a:cubicBezTo>
                  <a:cubicBezTo>
                    <a:pt x="1895" y="1339"/>
                    <a:pt x="1687" y="946"/>
                    <a:pt x="1589" y="707"/>
                  </a:cubicBezTo>
                  <a:cubicBezTo>
                    <a:pt x="1557" y="631"/>
                    <a:pt x="1524" y="543"/>
                    <a:pt x="1538" y="467"/>
                  </a:cubicBezTo>
                  <a:cubicBezTo>
                    <a:pt x="1548" y="414"/>
                    <a:pt x="1594" y="366"/>
                    <a:pt x="1633" y="366"/>
                  </a:cubicBezTo>
                  <a:close/>
                  <a:moveTo>
                    <a:pt x="344" y="2199"/>
                  </a:moveTo>
                  <a:cubicBezTo>
                    <a:pt x="389" y="2199"/>
                    <a:pt x="435" y="2209"/>
                    <a:pt x="474" y="2219"/>
                  </a:cubicBezTo>
                  <a:cubicBezTo>
                    <a:pt x="752" y="2294"/>
                    <a:pt x="988" y="2454"/>
                    <a:pt x="1194" y="2657"/>
                  </a:cubicBezTo>
                  <a:cubicBezTo>
                    <a:pt x="1158" y="2661"/>
                    <a:pt x="1121" y="2663"/>
                    <a:pt x="1085" y="2663"/>
                  </a:cubicBezTo>
                  <a:cubicBezTo>
                    <a:pt x="752" y="2663"/>
                    <a:pt x="418" y="2520"/>
                    <a:pt x="209" y="2272"/>
                  </a:cubicBezTo>
                  <a:cubicBezTo>
                    <a:pt x="218" y="2246"/>
                    <a:pt x="247" y="2218"/>
                    <a:pt x="280" y="2208"/>
                  </a:cubicBezTo>
                  <a:cubicBezTo>
                    <a:pt x="300" y="2201"/>
                    <a:pt x="322" y="2199"/>
                    <a:pt x="344" y="2199"/>
                  </a:cubicBezTo>
                  <a:close/>
                  <a:moveTo>
                    <a:pt x="3352" y="0"/>
                  </a:moveTo>
                  <a:cubicBezTo>
                    <a:pt x="3291" y="0"/>
                    <a:pt x="3229" y="15"/>
                    <a:pt x="3170" y="45"/>
                  </a:cubicBezTo>
                  <a:cubicBezTo>
                    <a:pt x="3038" y="113"/>
                    <a:pt x="2937" y="243"/>
                    <a:pt x="2903" y="385"/>
                  </a:cubicBezTo>
                  <a:cubicBezTo>
                    <a:pt x="2848" y="619"/>
                    <a:pt x="2935" y="851"/>
                    <a:pt x="3004" y="1036"/>
                  </a:cubicBezTo>
                  <a:lnTo>
                    <a:pt x="3188" y="1529"/>
                  </a:lnTo>
                  <a:cubicBezTo>
                    <a:pt x="3040" y="1614"/>
                    <a:pt x="2868" y="1660"/>
                    <a:pt x="2698" y="1660"/>
                  </a:cubicBezTo>
                  <a:cubicBezTo>
                    <a:pt x="2610" y="1660"/>
                    <a:pt x="2523" y="1648"/>
                    <a:pt x="2440" y="1622"/>
                  </a:cubicBezTo>
                  <a:cubicBezTo>
                    <a:pt x="2438" y="1621"/>
                    <a:pt x="2436" y="1620"/>
                    <a:pt x="2434" y="1620"/>
                  </a:cubicBezTo>
                  <a:cubicBezTo>
                    <a:pt x="2492" y="1107"/>
                    <a:pt x="2258" y="573"/>
                    <a:pt x="1834" y="255"/>
                  </a:cubicBezTo>
                  <a:cubicBezTo>
                    <a:pt x="1787" y="220"/>
                    <a:pt x="1735" y="186"/>
                    <a:pt x="1670" y="176"/>
                  </a:cubicBezTo>
                  <a:cubicBezTo>
                    <a:pt x="1658" y="174"/>
                    <a:pt x="1646" y="173"/>
                    <a:pt x="1634" y="173"/>
                  </a:cubicBezTo>
                  <a:cubicBezTo>
                    <a:pt x="1491" y="173"/>
                    <a:pt x="1373" y="300"/>
                    <a:pt x="1348" y="431"/>
                  </a:cubicBezTo>
                  <a:cubicBezTo>
                    <a:pt x="1326" y="554"/>
                    <a:pt x="1364" y="671"/>
                    <a:pt x="1409" y="782"/>
                  </a:cubicBezTo>
                  <a:cubicBezTo>
                    <a:pt x="1601" y="1243"/>
                    <a:pt x="1883" y="1576"/>
                    <a:pt x="2216" y="1740"/>
                  </a:cubicBezTo>
                  <a:cubicBezTo>
                    <a:pt x="2117" y="2139"/>
                    <a:pt x="1804" y="2488"/>
                    <a:pt x="1419" y="2611"/>
                  </a:cubicBezTo>
                  <a:cubicBezTo>
                    <a:pt x="1173" y="2345"/>
                    <a:pt x="881" y="2129"/>
                    <a:pt x="523" y="2032"/>
                  </a:cubicBezTo>
                  <a:cubicBezTo>
                    <a:pt x="472" y="2019"/>
                    <a:pt x="410" y="2005"/>
                    <a:pt x="345" y="2005"/>
                  </a:cubicBezTo>
                  <a:cubicBezTo>
                    <a:pt x="304" y="2005"/>
                    <a:pt x="261" y="2011"/>
                    <a:pt x="219" y="2025"/>
                  </a:cubicBezTo>
                  <a:cubicBezTo>
                    <a:pt x="88" y="2068"/>
                    <a:pt x="0" y="2193"/>
                    <a:pt x="16" y="2316"/>
                  </a:cubicBezTo>
                  <a:lnTo>
                    <a:pt x="19" y="2342"/>
                  </a:lnTo>
                  <a:lnTo>
                    <a:pt x="35" y="2363"/>
                  </a:lnTo>
                  <a:cubicBezTo>
                    <a:pt x="278" y="2675"/>
                    <a:pt x="682" y="2854"/>
                    <a:pt x="1086" y="2854"/>
                  </a:cubicBezTo>
                  <a:cubicBezTo>
                    <a:pt x="1175" y="2854"/>
                    <a:pt x="1265" y="2846"/>
                    <a:pt x="1352" y="2827"/>
                  </a:cubicBezTo>
                  <a:cubicBezTo>
                    <a:pt x="1509" y="3011"/>
                    <a:pt x="1648" y="3215"/>
                    <a:pt x="1773" y="3414"/>
                  </a:cubicBezTo>
                  <a:cubicBezTo>
                    <a:pt x="2314" y="4275"/>
                    <a:pt x="2764" y="5196"/>
                    <a:pt x="3111" y="6151"/>
                  </a:cubicBezTo>
                  <a:cubicBezTo>
                    <a:pt x="3125" y="6190"/>
                    <a:pt x="3162" y="6214"/>
                    <a:pt x="3202" y="6214"/>
                  </a:cubicBezTo>
                  <a:cubicBezTo>
                    <a:pt x="3212" y="6214"/>
                    <a:pt x="3223" y="6213"/>
                    <a:pt x="3234" y="6208"/>
                  </a:cubicBezTo>
                  <a:cubicBezTo>
                    <a:pt x="3284" y="6190"/>
                    <a:pt x="3310" y="6135"/>
                    <a:pt x="3291" y="6085"/>
                  </a:cubicBezTo>
                  <a:cubicBezTo>
                    <a:pt x="2941" y="5117"/>
                    <a:pt x="2485" y="4184"/>
                    <a:pt x="1937" y="3311"/>
                  </a:cubicBezTo>
                  <a:cubicBezTo>
                    <a:pt x="1821" y="3129"/>
                    <a:pt x="1695" y="2942"/>
                    <a:pt x="1554" y="2767"/>
                  </a:cubicBezTo>
                  <a:cubicBezTo>
                    <a:pt x="1965" y="2607"/>
                    <a:pt x="2284" y="2241"/>
                    <a:pt x="2397" y="1810"/>
                  </a:cubicBezTo>
                  <a:cubicBezTo>
                    <a:pt x="2498" y="1839"/>
                    <a:pt x="2601" y="1854"/>
                    <a:pt x="2705" y="1854"/>
                  </a:cubicBezTo>
                  <a:cubicBezTo>
                    <a:pt x="2896" y="1854"/>
                    <a:pt x="3087" y="1805"/>
                    <a:pt x="3256" y="1714"/>
                  </a:cubicBezTo>
                  <a:lnTo>
                    <a:pt x="4664" y="5499"/>
                  </a:lnTo>
                  <a:cubicBezTo>
                    <a:pt x="4678" y="5538"/>
                    <a:pt x="4715" y="5562"/>
                    <a:pt x="4754" y="5562"/>
                  </a:cubicBezTo>
                  <a:cubicBezTo>
                    <a:pt x="4765" y="5562"/>
                    <a:pt x="4777" y="5560"/>
                    <a:pt x="4788" y="5556"/>
                  </a:cubicBezTo>
                  <a:cubicBezTo>
                    <a:pt x="4838" y="5538"/>
                    <a:pt x="4864" y="5482"/>
                    <a:pt x="4845" y="5432"/>
                  </a:cubicBezTo>
                  <a:lnTo>
                    <a:pt x="3421" y="1604"/>
                  </a:lnTo>
                  <a:cubicBezTo>
                    <a:pt x="3463" y="1571"/>
                    <a:pt x="3503" y="1534"/>
                    <a:pt x="3539" y="1494"/>
                  </a:cubicBezTo>
                  <a:cubicBezTo>
                    <a:pt x="3826" y="1182"/>
                    <a:pt x="3910" y="711"/>
                    <a:pt x="3748" y="321"/>
                  </a:cubicBezTo>
                  <a:cubicBezTo>
                    <a:pt x="3686" y="173"/>
                    <a:pt x="3599" y="73"/>
                    <a:pt x="3489" y="27"/>
                  </a:cubicBezTo>
                  <a:cubicBezTo>
                    <a:pt x="3445" y="9"/>
                    <a:pt x="3399" y="0"/>
                    <a:pt x="3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69"/>
          <p:cNvGrpSpPr/>
          <p:nvPr/>
        </p:nvGrpSpPr>
        <p:grpSpPr>
          <a:xfrm>
            <a:off x="843646" y="821286"/>
            <a:ext cx="1196554" cy="697172"/>
            <a:chOff x="5132688" y="4641800"/>
            <a:chExt cx="341200" cy="198800"/>
          </a:xfrm>
        </p:grpSpPr>
        <p:sp>
          <p:nvSpPr>
            <p:cNvPr id="1785" name="Google Shape;1785;p69"/>
            <p:cNvSpPr/>
            <p:nvPr/>
          </p:nvSpPr>
          <p:spPr>
            <a:xfrm>
              <a:off x="5132688" y="4641800"/>
              <a:ext cx="341200" cy="198800"/>
            </a:xfrm>
            <a:custGeom>
              <a:rect b="b" l="l" r="r" t="t"/>
              <a:pathLst>
                <a:path extrusionOk="0" h="7952" w="13648">
                  <a:moveTo>
                    <a:pt x="5178" y="615"/>
                  </a:moveTo>
                  <a:cubicBezTo>
                    <a:pt x="5313" y="615"/>
                    <a:pt x="5338" y="648"/>
                    <a:pt x="5397" y="744"/>
                  </a:cubicBezTo>
                  <a:cubicBezTo>
                    <a:pt x="5445" y="822"/>
                    <a:pt x="5519" y="929"/>
                    <a:pt x="5563" y="986"/>
                  </a:cubicBezTo>
                  <a:cubicBezTo>
                    <a:pt x="5764" y="1240"/>
                    <a:pt x="5834" y="1344"/>
                    <a:pt x="6093" y="1780"/>
                  </a:cubicBezTo>
                  <a:cubicBezTo>
                    <a:pt x="6245" y="2034"/>
                    <a:pt x="6446" y="2335"/>
                    <a:pt x="6539" y="2445"/>
                  </a:cubicBezTo>
                  <a:cubicBezTo>
                    <a:pt x="6632" y="2556"/>
                    <a:pt x="6728" y="2685"/>
                    <a:pt x="6754" y="2732"/>
                  </a:cubicBezTo>
                  <a:cubicBezTo>
                    <a:pt x="6835" y="2885"/>
                    <a:pt x="7315" y="3557"/>
                    <a:pt x="7381" y="3612"/>
                  </a:cubicBezTo>
                  <a:cubicBezTo>
                    <a:pt x="7436" y="3657"/>
                    <a:pt x="7438" y="3698"/>
                    <a:pt x="7396" y="3871"/>
                  </a:cubicBezTo>
                  <a:cubicBezTo>
                    <a:pt x="7326" y="4146"/>
                    <a:pt x="6907" y="5322"/>
                    <a:pt x="6713" y="5781"/>
                  </a:cubicBezTo>
                  <a:cubicBezTo>
                    <a:pt x="6629" y="5983"/>
                    <a:pt x="6483" y="6340"/>
                    <a:pt x="6388" y="6579"/>
                  </a:cubicBezTo>
                  <a:cubicBezTo>
                    <a:pt x="6294" y="6818"/>
                    <a:pt x="6193" y="7037"/>
                    <a:pt x="6161" y="7070"/>
                  </a:cubicBezTo>
                  <a:cubicBezTo>
                    <a:pt x="6122" y="7109"/>
                    <a:pt x="5967" y="7136"/>
                    <a:pt x="5700" y="7148"/>
                  </a:cubicBezTo>
                  <a:cubicBezTo>
                    <a:pt x="5222" y="7168"/>
                    <a:pt x="4805" y="7220"/>
                    <a:pt x="3876" y="7376"/>
                  </a:cubicBezTo>
                  <a:cubicBezTo>
                    <a:pt x="3755" y="7397"/>
                    <a:pt x="3446" y="7444"/>
                    <a:pt x="3183" y="7483"/>
                  </a:cubicBezTo>
                  <a:cubicBezTo>
                    <a:pt x="2921" y="7522"/>
                    <a:pt x="2598" y="7572"/>
                    <a:pt x="2460" y="7595"/>
                  </a:cubicBezTo>
                  <a:cubicBezTo>
                    <a:pt x="2364" y="7612"/>
                    <a:pt x="2271" y="7622"/>
                    <a:pt x="2217" y="7622"/>
                  </a:cubicBezTo>
                  <a:cubicBezTo>
                    <a:pt x="2196" y="7622"/>
                    <a:pt x="2181" y="7620"/>
                    <a:pt x="2175" y="7617"/>
                  </a:cubicBezTo>
                  <a:cubicBezTo>
                    <a:pt x="2052" y="7541"/>
                    <a:pt x="1303" y="6316"/>
                    <a:pt x="973" y="5650"/>
                  </a:cubicBezTo>
                  <a:cubicBezTo>
                    <a:pt x="827" y="5354"/>
                    <a:pt x="652" y="5086"/>
                    <a:pt x="467" y="4873"/>
                  </a:cubicBezTo>
                  <a:cubicBezTo>
                    <a:pt x="192" y="4557"/>
                    <a:pt x="146" y="4473"/>
                    <a:pt x="223" y="4426"/>
                  </a:cubicBezTo>
                  <a:cubicBezTo>
                    <a:pt x="246" y="4412"/>
                    <a:pt x="277" y="4343"/>
                    <a:pt x="293" y="4270"/>
                  </a:cubicBezTo>
                  <a:cubicBezTo>
                    <a:pt x="309" y="4198"/>
                    <a:pt x="419" y="3900"/>
                    <a:pt x="535" y="3612"/>
                  </a:cubicBezTo>
                  <a:cubicBezTo>
                    <a:pt x="653" y="3324"/>
                    <a:pt x="818" y="2880"/>
                    <a:pt x="901" y="2632"/>
                  </a:cubicBezTo>
                  <a:cubicBezTo>
                    <a:pt x="985" y="2381"/>
                    <a:pt x="1080" y="2130"/>
                    <a:pt x="1113" y="2071"/>
                  </a:cubicBezTo>
                  <a:cubicBezTo>
                    <a:pt x="1145" y="2014"/>
                    <a:pt x="1173" y="1949"/>
                    <a:pt x="1174" y="1931"/>
                  </a:cubicBezTo>
                  <a:cubicBezTo>
                    <a:pt x="1176" y="1913"/>
                    <a:pt x="1203" y="1855"/>
                    <a:pt x="1236" y="1802"/>
                  </a:cubicBezTo>
                  <a:cubicBezTo>
                    <a:pt x="1269" y="1750"/>
                    <a:pt x="1368" y="1574"/>
                    <a:pt x="1456" y="1414"/>
                  </a:cubicBezTo>
                  <a:cubicBezTo>
                    <a:pt x="1544" y="1254"/>
                    <a:pt x="1629" y="1121"/>
                    <a:pt x="1645" y="1121"/>
                  </a:cubicBezTo>
                  <a:cubicBezTo>
                    <a:pt x="1718" y="1119"/>
                    <a:pt x="2840" y="943"/>
                    <a:pt x="3292" y="863"/>
                  </a:cubicBezTo>
                  <a:cubicBezTo>
                    <a:pt x="3786" y="775"/>
                    <a:pt x="4538" y="667"/>
                    <a:pt x="4866" y="636"/>
                  </a:cubicBezTo>
                  <a:cubicBezTo>
                    <a:pt x="5011" y="623"/>
                    <a:pt x="5109" y="615"/>
                    <a:pt x="5178" y="615"/>
                  </a:cubicBezTo>
                  <a:close/>
                  <a:moveTo>
                    <a:pt x="13512" y="1"/>
                  </a:moveTo>
                  <a:cubicBezTo>
                    <a:pt x="13493" y="1"/>
                    <a:pt x="13319" y="145"/>
                    <a:pt x="13122" y="325"/>
                  </a:cubicBezTo>
                  <a:cubicBezTo>
                    <a:pt x="12403" y="975"/>
                    <a:pt x="10790" y="2637"/>
                    <a:pt x="10531" y="2992"/>
                  </a:cubicBezTo>
                  <a:cubicBezTo>
                    <a:pt x="10485" y="3055"/>
                    <a:pt x="10360" y="3081"/>
                    <a:pt x="9871" y="3130"/>
                  </a:cubicBezTo>
                  <a:cubicBezTo>
                    <a:pt x="9181" y="3199"/>
                    <a:pt x="8930" y="3239"/>
                    <a:pt x="8449" y="3358"/>
                  </a:cubicBezTo>
                  <a:cubicBezTo>
                    <a:pt x="8260" y="3405"/>
                    <a:pt x="7996" y="3455"/>
                    <a:pt x="7866" y="3469"/>
                  </a:cubicBezTo>
                  <a:lnTo>
                    <a:pt x="7627" y="3493"/>
                  </a:lnTo>
                  <a:lnTo>
                    <a:pt x="7421" y="3204"/>
                  </a:lnTo>
                  <a:cubicBezTo>
                    <a:pt x="7310" y="3045"/>
                    <a:pt x="7109" y="2766"/>
                    <a:pt x="6982" y="2589"/>
                  </a:cubicBezTo>
                  <a:cubicBezTo>
                    <a:pt x="6624" y="2091"/>
                    <a:pt x="6473" y="1866"/>
                    <a:pt x="6198" y="1422"/>
                  </a:cubicBezTo>
                  <a:cubicBezTo>
                    <a:pt x="6060" y="1201"/>
                    <a:pt x="5864" y="912"/>
                    <a:pt x="5763" y="789"/>
                  </a:cubicBezTo>
                  <a:cubicBezTo>
                    <a:pt x="5664" y="666"/>
                    <a:pt x="5581" y="545"/>
                    <a:pt x="5581" y="522"/>
                  </a:cubicBezTo>
                  <a:cubicBezTo>
                    <a:pt x="5581" y="500"/>
                    <a:pt x="5527" y="440"/>
                    <a:pt x="5462" y="389"/>
                  </a:cubicBezTo>
                  <a:cubicBezTo>
                    <a:pt x="5388" y="332"/>
                    <a:pt x="5344" y="311"/>
                    <a:pt x="5229" y="311"/>
                  </a:cubicBezTo>
                  <a:cubicBezTo>
                    <a:pt x="5177" y="311"/>
                    <a:pt x="5109" y="315"/>
                    <a:pt x="5018" y="322"/>
                  </a:cubicBezTo>
                  <a:cubicBezTo>
                    <a:pt x="4604" y="356"/>
                    <a:pt x="4274" y="404"/>
                    <a:pt x="3050" y="609"/>
                  </a:cubicBezTo>
                  <a:cubicBezTo>
                    <a:pt x="2499" y="702"/>
                    <a:pt x="1994" y="777"/>
                    <a:pt x="1924" y="777"/>
                  </a:cubicBezTo>
                  <a:cubicBezTo>
                    <a:pt x="1854" y="777"/>
                    <a:pt x="1706" y="808"/>
                    <a:pt x="1599" y="845"/>
                  </a:cubicBezTo>
                  <a:lnTo>
                    <a:pt x="1401" y="913"/>
                  </a:lnTo>
                  <a:lnTo>
                    <a:pt x="1076" y="1568"/>
                  </a:lnTo>
                  <a:cubicBezTo>
                    <a:pt x="895" y="1929"/>
                    <a:pt x="721" y="2330"/>
                    <a:pt x="687" y="2460"/>
                  </a:cubicBezTo>
                  <a:cubicBezTo>
                    <a:pt x="654" y="2589"/>
                    <a:pt x="494" y="3019"/>
                    <a:pt x="335" y="3409"/>
                  </a:cubicBezTo>
                  <a:cubicBezTo>
                    <a:pt x="100" y="3989"/>
                    <a:pt x="42" y="4180"/>
                    <a:pt x="23" y="4430"/>
                  </a:cubicBezTo>
                  <a:lnTo>
                    <a:pt x="1" y="4739"/>
                  </a:lnTo>
                  <a:lnTo>
                    <a:pt x="190" y="4968"/>
                  </a:lnTo>
                  <a:cubicBezTo>
                    <a:pt x="295" y="5096"/>
                    <a:pt x="390" y="5208"/>
                    <a:pt x="404" y="5218"/>
                  </a:cubicBezTo>
                  <a:cubicBezTo>
                    <a:pt x="440" y="5249"/>
                    <a:pt x="876" y="6026"/>
                    <a:pt x="876" y="6061"/>
                  </a:cubicBezTo>
                  <a:cubicBezTo>
                    <a:pt x="876" y="6186"/>
                    <a:pt x="1792" y="7638"/>
                    <a:pt x="1990" y="7826"/>
                  </a:cubicBezTo>
                  <a:lnTo>
                    <a:pt x="2121" y="7951"/>
                  </a:lnTo>
                  <a:lnTo>
                    <a:pt x="2480" y="7897"/>
                  </a:lnTo>
                  <a:cubicBezTo>
                    <a:pt x="2679" y="7866"/>
                    <a:pt x="3119" y="7794"/>
                    <a:pt x="3465" y="7736"/>
                  </a:cubicBezTo>
                  <a:cubicBezTo>
                    <a:pt x="3810" y="7678"/>
                    <a:pt x="4158" y="7624"/>
                    <a:pt x="4242" y="7615"/>
                  </a:cubicBezTo>
                  <a:cubicBezTo>
                    <a:pt x="4325" y="7606"/>
                    <a:pt x="4587" y="7569"/>
                    <a:pt x="4825" y="7532"/>
                  </a:cubicBezTo>
                  <a:cubicBezTo>
                    <a:pt x="5062" y="7496"/>
                    <a:pt x="5468" y="7458"/>
                    <a:pt x="5727" y="7446"/>
                  </a:cubicBezTo>
                  <a:cubicBezTo>
                    <a:pt x="6154" y="7428"/>
                    <a:pt x="6208" y="7416"/>
                    <a:pt x="6308" y="7316"/>
                  </a:cubicBezTo>
                  <a:cubicBezTo>
                    <a:pt x="6370" y="7256"/>
                    <a:pt x="6456" y="7118"/>
                    <a:pt x="6501" y="7002"/>
                  </a:cubicBezTo>
                  <a:cubicBezTo>
                    <a:pt x="6546" y="6889"/>
                    <a:pt x="6695" y="6535"/>
                    <a:pt x="6832" y="6214"/>
                  </a:cubicBezTo>
                  <a:cubicBezTo>
                    <a:pt x="7190" y="5367"/>
                    <a:pt x="7665" y="4088"/>
                    <a:pt x="7703" y="3863"/>
                  </a:cubicBezTo>
                  <a:cubicBezTo>
                    <a:pt x="7715" y="3795"/>
                    <a:pt x="7773" y="3765"/>
                    <a:pt x="7975" y="3726"/>
                  </a:cubicBezTo>
                  <a:cubicBezTo>
                    <a:pt x="8115" y="3697"/>
                    <a:pt x="8280" y="3662"/>
                    <a:pt x="8338" y="3647"/>
                  </a:cubicBezTo>
                  <a:cubicBezTo>
                    <a:pt x="8611" y="3579"/>
                    <a:pt x="9406" y="3454"/>
                    <a:pt x="9833" y="3411"/>
                  </a:cubicBezTo>
                  <a:cubicBezTo>
                    <a:pt x="10709" y="3323"/>
                    <a:pt x="10631" y="3354"/>
                    <a:pt x="10942" y="2963"/>
                  </a:cubicBezTo>
                  <a:cubicBezTo>
                    <a:pt x="11096" y="2769"/>
                    <a:pt x="11490" y="2347"/>
                    <a:pt x="11814" y="2028"/>
                  </a:cubicBezTo>
                  <a:cubicBezTo>
                    <a:pt x="12139" y="1709"/>
                    <a:pt x="12574" y="1281"/>
                    <a:pt x="12778" y="1079"/>
                  </a:cubicBezTo>
                  <a:cubicBezTo>
                    <a:pt x="12984" y="876"/>
                    <a:pt x="13262" y="612"/>
                    <a:pt x="13398" y="489"/>
                  </a:cubicBezTo>
                  <a:cubicBezTo>
                    <a:pt x="13534" y="368"/>
                    <a:pt x="13647" y="231"/>
                    <a:pt x="13647" y="186"/>
                  </a:cubicBezTo>
                  <a:cubicBezTo>
                    <a:pt x="13647" y="103"/>
                    <a:pt x="13572" y="1"/>
                    <a:pt x="13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a:off x="5415463" y="4668700"/>
              <a:ext cx="57600" cy="63725"/>
            </a:xfrm>
            <a:custGeom>
              <a:rect b="b" l="l" r="r" t="t"/>
              <a:pathLst>
                <a:path extrusionOk="0" h="2549" w="2304">
                  <a:moveTo>
                    <a:pt x="2151" y="1"/>
                  </a:moveTo>
                  <a:cubicBezTo>
                    <a:pt x="2127" y="1"/>
                    <a:pt x="1979" y="132"/>
                    <a:pt x="1824" y="292"/>
                  </a:cubicBezTo>
                  <a:cubicBezTo>
                    <a:pt x="1503" y="626"/>
                    <a:pt x="1336" y="810"/>
                    <a:pt x="1159" y="1033"/>
                  </a:cubicBezTo>
                  <a:cubicBezTo>
                    <a:pt x="1089" y="1119"/>
                    <a:pt x="925" y="1304"/>
                    <a:pt x="789" y="1447"/>
                  </a:cubicBezTo>
                  <a:cubicBezTo>
                    <a:pt x="408" y="1850"/>
                    <a:pt x="59" y="2301"/>
                    <a:pt x="28" y="2430"/>
                  </a:cubicBezTo>
                  <a:cubicBezTo>
                    <a:pt x="1" y="2537"/>
                    <a:pt x="9" y="2548"/>
                    <a:pt x="106" y="2548"/>
                  </a:cubicBezTo>
                  <a:cubicBezTo>
                    <a:pt x="187" y="2548"/>
                    <a:pt x="256" y="2489"/>
                    <a:pt x="402" y="2296"/>
                  </a:cubicBezTo>
                  <a:cubicBezTo>
                    <a:pt x="504" y="2159"/>
                    <a:pt x="739" y="1879"/>
                    <a:pt x="919" y="1682"/>
                  </a:cubicBezTo>
                  <a:cubicBezTo>
                    <a:pt x="1098" y="1484"/>
                    <a:pt x="1314" y="1243"/>
                    <a:pt x="1393" y="1149"/>
                  </a:cubicBezTo>
                  <a:cubicBezTo>
                    <a:pt x="1474" y="1055"/>
                    <a:pt x="1693" y="817"/>
                    <a:pt x="1884" y="615"/>
                  </a:cubicBezTo>
                  <a:cubicBezTo>
                    <a:pt x="2076" y="414"/>
                    <a:pt x="2245" y="224"/>
                    <a:pt x="2265" y="190"/>
                  </a:cubicBezTo>
                  <a:cubicBezTo>
                    <a:pt x="2303" y="123"/>
                    <a:pt x="2229" y="1"/>
                    <a:pt x="2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a:off x="5250013" y="4674050"/>
              <a:ext cx="39775" cy="57100"/>
            </a:xfrm>
            <a:custGeom>
              <a:rect b="b" l="l" r="r" t="t"/>
              <a:pathLst>
                <a:path extrusionOk="0" h="2284" w="1591">
                  <a:moveTo>
                    <a:pt x="121" y="0"/>
                  </a:moveTo>
                  <a:cubicBezTo>
                    <a:pt x="97" y="0"/>
                    <a:pt x="75" y="11"/>
                    <a:pt x="54" y="31"/>
                  </a:cubicBezTo>
                  <a:cubicBezTo>
                    <a:pt x="1" y="84"/>
                    <a:pt x="21" y="251"/>
                    <a:pt x="87" y="306"/>
                  </a:cubicBezTo>
                  <a:cubicBezTo>
                    <a:pt x="164" y="371"/>
                    <a:pt x="574" y="983"/>
                    <a:pt x="737" y="1279"/>
                  </a:cubicBezTo>
                  <a:cubicBezTo>
                    <a:pt x="802" y="1397"/>
                    <a:pt x="945" y="1629"/>
                    <a:pt x="1055" y="1798"/>
                  </a:cubicBezTo>
                  <a:cubicBezTo>
                    <a:pt x="1164" y="1967"/>
                    <a:pt x="1275" y="2141"/>
                    <a:pt x="1301" y="2187"/>
                  </a:cubicBezTo>
                  <a:cubicBezTo>
                    <a:pt x="1336" y="2249"/>
                    <a:pt x="1406" y="2284"/>
                    <a:pt x="1465" y="2284"/>
                  </a:cubicBezTo>
                  <a:cubicBezTo>
                    <a:pt x="1508" y="2284"/>
                    <a:pt x="1545" y="2266"/>
                    <a:pt x="1560" y="2228"/>
                  </a:cubicBezTo>
                  <a:cubicBezTo>
                    <a:pt x="1591" y="2149"/>
                    <a:pt x="1416" y="1796"/>
                    <a:pt x="1224" y="1550"/>
                  </a:cubicBezTo>
                  <a:cubicBezTo>
                    <a:pt x="1157" y="1464"/>
                    <a:pt x="1102" y="1385"/>
                    <a:pt x="1102" y="1373"/>
                  </a:cubicBezTo>
                  <a:cubicBezTo>
                    <a:pt x="1102" y="1336"/>
                    <a:pt x="752" y="769"/>
                    <a:pt x="485" y="375"/>
                  </a:cubicBezTo>
                  <a:cubicBezTo>
                    <a:pt x="308" y="114"/>
                    <a:pt x="201" y="0"/>
                    <a:pt x="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a:off x="5157088" y="4683925"/>
              <a:ext cx="37500" cy="70800"/>
            </a:xfrm>
            <a:custGeom>
              <a:rect b="b" l="l" r="r" t="t"/>
              <a:pathLst>
                <a:path extrusionOk="0" h="2832" w="1500">
                  <a:moveTo>
                    <a:pt x="1385" y="1"/>
                  </a:moveTo>
                  <a:cubicBezTo>
                    <a:pt x="1330" y="1"/>
                    <a:pt x="1268" y="33"/>
                    <a:pt x="1228" y="95"/>
                  </a:cubicBezTo>
                  <a:cubicBezTo>
                    <a:pt x="1191" y="149"/>
                    <a:pt x="1118" y="298"/>
                    <a:pt x="1063" y="430"/>
                  </a:cubicBezTo>
                  <a:cubicBezTo>
                    <a:pt x="1009" y="561"/>
                    <a:pt x="941" y="695"/>
                    <a:pt x="912" y="731"/>
                  </a:cubicBezTo>
                  <a:cubicBezTo>
                    <a:pt x="828" y="834"/>
                    <a:pt x="622" y="1241"/>
                    <a:pt x="484" y="1574"/>
                  </a:cubicBezTo>
                  <a:cubicBezTo>
                    <a:pt x="417" y="1738"/>
                    <a:pt x="286" y="2055"/>
                    <a:pt x="196" y="2273"/>
                  </a:cubicBezTo>
                  <a:cubicBezTo>
                    <a:pt x="14" y="2712"/>
                    <a:pt x="0" y="2783"/>
                    <a:pt x="93" y="2819"/>
                  </a:cubicBezTo>
                  <a:cubicBezTo>
                    <a:pt x="116" y="2827"/>
                    <a:pt x="136" y="2832"/>
                    <a:pt x="155" y="2832"/>
                  </a:cubicBezTo>
                  <a:cubicBezTo>
                    <a:pt x="239" y="2832"/>
                    <a:pt x="298" y="2741"/>
                    <a:pt x="394" y="2486"/>
                  </a:cubicBezTo>
                  <a:cubicBezTo>
                    <a:pt x="460" y="2318"/>
                    <a:pt x="570" y="2055"/>
                    <a:pt x="638" y="1906"/>
                  </a:cubicBezTo>
                  <a:cubicBezTo>
                    <a:pt x="706" y="1759"/>
                    <a:pt x="763" y="1621"/>
                    <a:pt x="763" y="1605"/>
                  </a:cubicBezTo>
                  <a:cubicBezTo>
                    <a:pt x="763" y="1588"/>
                    <a:pt x="890" y="1329"/>
                    <a:pt x="1045" y="1034"/>
                  </a:cubicBezTo>
                  <a:cubicBezTo>
                    <a:pt x="1199" y="738"/>
                    <a:pt x="1368" y="412"/>
                    <a:pt x="1419" y="315"/>
                  </a:cubicBezTo>
                  <a:cubicBezTo>
                    <a:pt x="1469" y="216"/>
                    <a:pt x="1499" y="104"/>
                    <a:pt x="1484" y="66"/>
                  </a:cubicBezTo>
                  <a:cubicBezTo>
                    <a:pt x="1467" y="22"/>
                    <a:pt x="1428" y="1"/>
                    <a:pt x="13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a:off x="5197163" y="4799650"/>
              <a:ext cx="67975" cy="17800"/>
            </a:xfrm>
            <a:custGeom>
              <a:rect b="b" l="l" r="r" t="t"/>
              <a:pathLst>
                <a:path extrusionOk="0" h="712" w="2719">
                  <a:moveTo>
                    <a:pt x="2588" y="0"/>
                  </a:moveTo>
                  <a:cubicBezTo>
                    <a:pt x="2512" y="0"/>
                    <a:pt x="2401" y="24"/>
                    <a:pt x="2246" y="72"/>
                  </a:cubicBezTo>
                  <a:cubicBezTo>
                    <a:pt x="2102" y="115"/>
                    <a:pt x="1922" y="152"/>
                    <a:pt x="1839" y="154"/>
                  </a:cubicBezTo>
                  <a:cubicBezTo>
                    <a:pt x="1759" y="156"/>
                    <a:pt x="1572" y="185"/>
                    <a:pt x="1429" y="218"/>
                  </a:cubicBezTo>
                  <a:cubicBezTo>
                    <a:pt x="1285" y="250"/>
                    <a:pt x="1030" y="302"/>
                    <a:pt x="866" y="331"/>
                  </a:cubicBezTo>
                  <a:cubicBezTo>
                    <a:pt x="175" y="453"/>
                    <a:pt x="1" y="526"/>
                    <a:pt x="55" y="668"/>
                  </a:cubicBezTo>
                  <a:cubicBezTo>
                    <a:pt x="66" y="696"/>
                    <a:pt x="93" y="711"/>
                    <a:pt x="161" y="711"/>
                  </a:cubicBezTo>
                  <a:cubicBezTo>
                    <a:pt x="274" y="711"/>
                    <a:pt x="501" y="669"/>
                    <a:pt x="952" y="571"/>
                  </a:cubicBezTo>
                  <a:cubicBezTo>
                    <a:pt x="1236" y="509"/>
                    <a:pt x="1578" y="448"/>
                    <a:pt x="1708" y="435"/>
                  </a:cubicBezTo>
                  <a:cubicBezTo>
                    <a:pt x="1988" y="409"/>
                    <a:pt x="2561" y="294"/>
                    <a:pt x="2653" y="246"/>
                  </a:cubicBezTo>
                  <a:cubicBezTo>
                    <a:pt x="2690" y="227"/>
                    <a:pt x="2718" y="166"/>
                    <a:pt x="2718" y="109"/>
                  </a:cubicBezTo>
                  <a:cubicBezTo>
                    <a:pt x="2718" y="36"/>
                    <a:pt x="2680" y="0"/>
                    <a:pt x="25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0" name="Google Shape;1790;p69"/>
          <p:cNvSpPr/>
          <p:nvPr/>
        </p:nvSpPr>
        <p:spPr>
          <a:xfrm rot="173206">
            <a:off x="3875367" y="3298049"/>
            <a:ext cx="1393337" cy="735422"/>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1791" name="Google Shape;1791;p69"/>
          <p:cNvSpPr/>
          <p:nvPr/>
        </p:nvSpPr>
        <p:spPr>
          <a:xfrm>
            <a:off x="3260225" y="3162489"/>
            <a:ext cx="792702" cy="12420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a:hlinkClick action="ppaction://hlinksldjump" r:id="rId3"/>
          </p:cNvPr>
          <p:cNvSpPr txBox="1"/>
          <p:nvPr>
            <p:ph idx="1" type="subTitle"/>
          </p:nvPr>
        </p:nvSpPr>
        <p:spPr>
          <a:xfrm>
            <a:off x="3923225" y="3369800"/>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a:p>
        </p:txBody>
      </p:sp>
      <p:sp>
        <p:nvSpPr>
          <p:cNvPr id="1793" name="Google Shape;1793;p69"/>
          <p:cNvSpPr txBox="1"/>
          <p:nvPr>
            <p:ph idx="2" type="subTitle"/>
          </p:nvPr>
        </p:nvSpPr>
        <p:spPr>
          <a:xfrm>
            <a:off x="3041475" y="2310025"/>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1794" name="Google Shape;1794;p69"/>
          <p:cNvGrpSpPr/>
          <p:nvPr/>
        </p:nvGrpSpPr>
        <p:grpSpPr>
          <a:xfrm rot="-989018">
            <a:off x="966695" y="3893501"/>
            <a:ext cx="432689" cy="306506"/>
            <a:chOff x="6072450" y="2896632"/>
            <a:chExt cx="277325" cy="196450"/>
          </a:xfrm>
        </p:grpSpPr>
        <p:sp>
          <p:nvSpPr>
            <p:cNvPr id="1795" name="Google Shape;1795;p69"/>
            <p:cNvSpPr/>
            <p:nvPr/>
          </p:nvSpPr>
          <p:spPr>
            <a:xfrm>
              <a:off x="6178600" y="2974507"/>
              <a:ext cx="68175" cy="52475"/>
            </a:xfrm>
            <a:custGeom>
              <a:rect b="b" l="l" r="r" t="t"/>
              <a:pathLst>
                <a:path extrusionOk="0" h="2099" w="2727">
                  <a:moveTo>
                    <a:pt x="896" y="0"/>
                  </a:moveTo>
                  <a:cubicBezTo>
                    <a:pt x="343" y="263"/>
                    <a:pt x="1" y="884"/>
                    <a:pt x="246" y="1480"/>
                  </a:cubicBezTo>
                  <a:cubicBezTo>
                    <a:pt x="407" y="1878"/>
                    <a:pt x="763" y="2099"/>
                    <a:pt x="1150" y="2099"/>
                  </a:cubicBezTo>
                  <a:cubicBezTo>
                    <a:pt x="1278" y="2099"/>
                    <a:pt x="1409" y="2075"/>
                    <a:pt x="1538" y="2025"/>
                  </a:cubicBezTo>
                  <a:cubicBezTo>
                    <a:pt x="2726" y="1565"/>
                    <a:pt x="2195" y="9"/>
                    <a:pt x="1059" y="9"/>
                  </a:cubicBezTo>
                  <a:cubicBezTo>
                    <a:pt x="1031" y="9"/>
                    <a:pt x="1004" y="10"/>
                    <a:pt x="975" y="12"/>
                  </a:cubicBezTo>
                  <a:cubicBezTo>
                    <a:pt x="971" y="13"/>
                    <a:pt x="966" y="13"/>
                    <a:pt x="962" y="13"/>
                  </a:cubicBezTo>
                  <a:cubicBezTo>
                    <a:pt x="938" y="13"/>
                    <a:pt x="916" y="8"/>
                    <a:pt x="896" y="0"/>
                  </a:cubicBezTo>
                  <a:close/>
                </a:path>
              </a:pathLst>
            </a:custGeom>
            <a:solidFill>
              <a:srgbClr val="FAF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6151025" y="2952457"/>
              <a:ext cx="120075" cy="100100"/>
            </a:xfrm>
            <a:custGeom>
              <a:rect b="b" l="l" r="r" t="t"/>
              <a:pathLst>
                <a:path extrusionOk="0" h="4004" w="4803">
                  <a:moveTo>
                    <a:pt x="2227" y="509"/>
                  </a:moveTo>
                  <a:cubicBezTo>
                    <a:pt x="2966" y="509"/>
                    <a:pt x="3650" y="1121"/>
                    <a:pt x="3717" y="1868"/>
                  </a:cubicBezTo>
                  <a:cubicBezTo>
                    <a:pt x="3780" y="2582"/>
                    <a:pt x="3219" y="3191"/>
                    <a:pt x="2542" y="3338"/>
                  </a:cubicBezTo>
                  <a:cubicBezTo>
                    <a:pt x="2443" y="3360"/>
                    <a:pt x="2345" y="3371"/>
                    <a:pt x="2248" y="3371"/>
                  </a:cubicBezTo>
                  <a:cubicBezTo>
                    <a:pt x="1597" y="3371"/>
                    <a:pt x="1027" y="2896"/>
                    <a:pt x="901" y="2228"/>
                  </a:cubicBezTo>
                  <a:cubicBezTo>
                    <a:pt x="762" y="1499"/>
                    <a:pt x="1224" y="875"/>
                    <a:pt x="1898" y="716"/>
                  </a:cubicBezTo>
                  <a:cubicBezTo>
                    <a:pt x="1903" y="624"/>
                    <a:pt x="1963" y="529"/>
                    <a:pt x="2078" y="517"/>
                  </a:cubicBezTo>
                  <a:cubicBezTo>
                    <a:pt x="2128" y="511"/>
                    <a:pt x="2178" y="509"/>
                    <a:pt x="2227" y="509"/>
                  </a:cubicBezTo>
                  <a:close/>
                  <a:moveTo>
                    <a:pt x="2687" y="1"/>
                  </a:moveTo>
                  <a:cubicBezTo>
                    <a:pt x="2374" y="1"/>
                    <a:pt x="2059" y="78"/>
                    <a:pt x="1780" y="240"/>
                  </a:cubicBezTo>
                  <a:cubicBezTo>
                    <a:pt x="1744" y="261"/>
                    <a:pt x="1708" y="270"/>
                    <a:pt x="1675" y="270"/>
                  </a:cubicBezTo>
                  <a:cubicBezTo>
                    <a:pt x="1628" y="270"/>
                    <a:pt x="1585" y="252"/>
                    <a:pt x="1552" y="224"/>
                  </a:cubicBezTo>
                  <a:cubicBezTo>
                    <a:pt x="598" y="718"/>
                    <a:pt x="0" y="1845"/>
                    <a:pt x="517" y="2881"/>
                  </a:cubicBezTo>
                  <a:cubicBezTo>
                    <a:pt x="882" y="3609"/>
                    <a:pt x="1580" y="4003"/>
                    <a:pt x="2313" y="4003"/>
                  </a:cubicBezTo>
                  <a:cubicBezTo>
                    <a:pt x="2701" y="4003"/>
                    <a:pt x="3098" y="3893"/>
                    <a:pt x="3461" y="3664"/>
                  </a:cubicBezTo>
                  <a:cubicBezTo>
                    <a:pt x="4319" y="3119"/>
                    <a:pt x="4802" y="1855"/>
                    <a:pt x="4295" y="924"/>
                  </a:cubicBezTo>
                  <a:cubicBezTo>
                    <a:pt x="3969" y="328"/>
                    <a:pt x="3330" y="1"/>
                    <a:pt x="2687" y="1"/>
                  </a:cubicBezTo>
                  <a:close/>
                </a:path>
              </a:pathLst>
            </a:custGeom>
            <a:solidFill>
              <a:srgbClr val="FAF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6123750" y="2903807"/>
              <a:ext cx="38075" cy="16550"/>
            </a:xfrm>
            <a:custGeom>
              <a:rect b="b" l="l" r="r" t="t"/>
              <a:pathLst>
                <a:path extrusionOk="0" h="662" w="1523">
                  <a:moveTo>
                    <a:pt x="935" y="1"/>
                  </a:moveTo>
                  <a:cubicBezTo>
                    <a:pt x="882" y="1"/>
                    <a:pt x="829" y="4"/>
                    <a:pt x="777" y="9"/>
                  </a:cubicBezTo>
                  <a:cubicBezTo>
                    <a:pt x="579" y="30"/>
                    <a:pt x="102" y="164"/>
                    <a:pt x="1" y="413"/>
                  </a:cubicBezTo>
                  <a:cubicBezTo>
                    <a:pt x="50" y="407"/>
                    <a:pt x="99" y="403"/>
                    <a:pt x="149" y="403"/>
                  </a:cubicBezTo>
                  <a:cubicBezTo>
                    <a:pt x="388" y="403"/>
                    <a:pt x="630" y="481"/>
                    <a:pt x="855" y="662"/>
                  </a:cubicBezTo>
                  <a:cubicBezTo>
                    <a:pt x="1068" y="651"/>
                    <a:pt x="1283" y="642"/>
                    <a:pt x="1497" y="632"/>
                  </a:cubicBezTo>
                  <a:cubicBezTo>
                    <a:pt x="1495" y="630"/>
                    <a:pt x="1495" y="630"/>
                    <a:pt x="1495" y="628"/>
                  </a:cubicBezTo>
                  <a:cubicBezTo>
                    <a:pt x="1477" y="427"/>
                    <a:pt x="1523" y="258"/>
                    <a:pt x="1340" y="115"/>
                  </a:cubicBezTo>
                  <a:cubicBezTo>
                    <a:pt x="1226" y="26"/>
                    <a:pt x="1080" y="1"/>
                    <a:pt x="935" y="1"/>
                  </a:cubicBezTo>
                  <a:close/>
                </a:path>
              </a:pathLst>
            </a:custGeom>
            <a:solidFill>
              <a:srgbClr val="FAF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a:off x="6211850" y="2930582"/>
              <a:ext cx="114775" cy="147100"/>
            </a:xfrm>
            <a:custGeom>
              <a:rect b="b" l="l" r="r" t="t"/>
              <a:pathLst>
                <a:path extrusionOk="0" h="5884" w="4591">
                  <a:moveTo>
                    <a:pt x="264" y="0"/>
                  </a:moveTo>
                  <a:lnTo>
                    <a:pt x="252" y="441"/>
                  </a:lnTo>
                  <a:cubicBezTo>
                    <a:pt x="1116" y="441"/>
                    <a:pt x="1975" y="940"/>
                    <a:pt x="2333" y="1776"/>
                  </a:cubicBezTo>
                  <a:cubicBezTo>
                    <a:pt x="2866" y="3030"/>
                    <a:pt x="2123" y="4547"/>
                    <a:pt x="926" y="5092"/>
                  </a:cubicBezTo>
                  <a:cubicBezTo>
                    <a:pt x="626" y="5227"/>
                    <a:pt x="312" y="5301"/>
                    <a:pt x="1" y="5318"/>
                  </a:cubicBezTo>
                  <a:lnTo>
                    <a:pt x="29" y="5883"/>
                  </a:lnTo>
                  <a:cubicBezTo>
                    <a:pt x="1141" y="5825"/>
                    <a:pt x="2252" y="5730"/>
                    <a:pt x="3355" y="5597"/>
                  </a:cubicBezTo>
                  <a:cubicBezTo>
                    <a:pt x="3651" y="5565"/>
                    <a:pt x="3944" y="5523"/>
                    <a:pt x="4238" y="5472"/>
                  </a:cubicBezTo>
                  <a:cubicBezTo>
                    <a:pt x="4482" y="5076"/>
                    <a:pt x="4584" y="4652"/>
                    <a:pt x="4540" y="4203"/>
                  </a:cubicBezTo>
                  <a:cubicBezTo>
                    <a:pt x="4590" y="3627"/>
                    <a:pt x="4542" y="3020"/>
                    <a:pt x="4530" y="2443"/>
                  </a:cubicBezTo>
                  <a:cubicBezTo>
                    <a:pt x="4524" y="2034"/>
                    <a:pt x="4586" y="1523"/>
                    <a:pt x="4494" y="1122"/>
                  </a:cubicBezTo>
                  <a:cubicBezTo>
                    <a:pt x="4584" y="665"/>
                    <a:pt x="4385" y="339"/>
                    <a:pt x="3898" y="145"/>
                  </a:cubicBezTo>
                  <a:cubicBezTo>
                    <a:pt x="3607" y="127"/>
                    <a:pt x="3318" y="113"/>
                    <a:pt x="3030" y="97"/>
                  </a:cubicBezTo>
                  <a:cubicBezTo>
                    <a:pt x="2109" y="54"/>
                    <a:pt x="1185" y="20"/>
                    <a:pt x="264" y="0"/>
                  </a:cubicBezTo>
                  <a:close/>
                </a:path>
              </a:pathLst>
            </a:custGeom>
            <a:solidFill>
              <a:srgbClr val="FCF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6095250" y="2926982"/>
              <a:ext cx="123200" cy="152525"/>
            </a:xfrm>
            <a:custGeom>
              <a:rect b="b" l="l" r="r" t="t"/>
              <a:pathLst>
                <a:path extrusionOk="0" h="6101" w="4928">
                  <a:moveTo>
                    <a:pt x="1023" y="1"/>
                  </a:moveTo>
                  <a:cubicBezTo>
                    <a:pt x="206" y="202"/>
                    <a:pt x="93" y="1641"/>
                    <a:pt x="47" y="2238"/>
                  </a:cubicBezTo>
                  <a:cubicBezTo>
                    <a:pt x="3" y="2788"/>
                    <a:pt x="1" y="3339"/>
                    <a:pt x="23" y="3890"/>
                  </a:cubicBezTo>
                  <a:cubicBezTo>
                    <a:pt x="45" y="4377"/>
                    <a:pt x="29" y="4991"/>
                    <a:pt x="176" y="5460"/>
                  </a:cubicBezTo>
                  <a:cubicBezTo>
                    <a:pt x="360" y="6041"/>
                    <a:pt x="553" y="6100"/>
                    <a:pt x="991" y="6100"/>
                  </a:cubicBezTo>
                  <a:cubicBezTo>
                    <a:pt x="1104" y="6100"/>
                    <a:pt x="1233" y="6096"/>
                    <a:pt x="1383" y="6096"/>
                  </a:cubicBezTo>
                  <a:cubicBezTo>
                    <a:pt x="1398" y="6096"/>
                    <a:pt x="1413" y="6097"/>
                    <a:pt x="1428" y="6097"/>
                  </a:cubicBezTo>
                  <a:cubicBezTo>
                    <a:pt x="1595" y="6098"/>
                    <a:pt x="1761" y="6099"/>
                    <a:pt x="1928" y="6099"/>
                  </a:cubicBezTo>
                  <a:cubicBezTo>
                    <a:pt x="2849" y="6099"/>
                    <a:pt x="3772" y="6076"/>
                    <a:pt x="4693" y="6027"/>
                  </a:cubicBezTo>
                  <a:lnTo>
                    <a:pt x="4665" y="5462"/>
                  </a:lnTo>
                  <a:cubicBezTo>
                    <a:pt x="4619" y="5465"/>
                    <a:pt x="4574" y="5466"/>
                    <a:pt x="4528" y="5466"/>
                  </a:cubicBezTo>
                  <a:cubicBezTo>
                    <a:pt x="3522" y="5466"/>
                    <a:pt x="2571" y="4860"/>
                    <a:pt x="2222" y="3820"/>
                  </a:cubicBezTo>
                  <a:cubicBezTo>
                    <a:pt x="1797" y="2546"/>
                    <a:pt x="2564" y="1331"/>
                    <a:pt x="3743" y="953"/>
                  </a:cubicBezTo>
                  <a:cubicBezTo>
                    <a:pt x="3757" y="931"/>
                    <a:pt x="3776" y="913"/>
                    <a:pt x="3801" y="899"/>
                  </a:cubicBezTo>
                  <a:cubicBezTo>
                    <a:pt x="4143" y="685"/>
                    <a:pt x="4530" y="585"/>
                    <a:pt x="4916" y="585"/>
                  </a:cubicBezTo>
                  <a:lnTo>
                    <a:pt x="4928" y="144"/>
                  </a:lnTo>
                  <a:cubicBezTo>
                    <a:pt x="3991" y="126"/>
                    <a:pt x="3051" y="116"/>
                    <a:pt x="2113" y="112"/>
                  </a:cubicBezTo>
                  <a:cubicBezTo>
                    <a:pt x="2073" y="153"/>
                    <a:pt x="2018" y="180"/>
                    <a:pt x="1958" y="180"/>
                  </a:cubicBezTo>
                  <a:cubicBezTo>
                    <a:pt x="1928" y="180"/>
                    <a:pt x="1896" y="173"/>
                    <a:pt x="1864" y="158"/>
                  </a:cubicBezTo>
                  <a:cubicBezTo>
                    <a:pt x="1830" y="140"/>
                    <a:pt x="1797" y="126"/>
                    <a:pt x="1762" y="110"/>
                  </a:cubicBezTo>
                  <a:lnTo>
                    <a:pt x="1174" y="110"/>
                  </a:lnTo>
                  <a:cubicBezTo>
                    <a:pt x="1090" y="110"/>
                    <a:pt x="1042" y="61"/>
                    <a:pt x="1023" y="1"/>
                  </a:cubicBezTo>
                  <a:close/>
                </a:path>
              </a:pathLst>
            </a:custGeom>
            <a:solidFill>
              <a:srgbClr val="FCF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6072450" y="2896632"/>
              <a:ext cx="277325" cy="196450"/>
            </a:xfrm>
            <a:custGeom>
              <a:rect b="b" l="l" r="r" t="t"/>
              <a:pathLst>
                <a:path extrusionOk="0" h="7858" w="11093">
                  <a:moveTo>
                    <a:pt x="2988" y="287"/>
                  </a:moveTo>
                  <a:cubicBezTo>
                    <a:pt x="3133" y="287"/>
                    <a:pt x="3278" y="313"/>
                    <a:pt x="3392" y="402"/>
                  </a:cubicBezTo>
                  <a:cubicBezTo>
                    <a:pt x="3575" y="545"/>
                    <a:pt x="3529" y="714"/>
                    <a:pt x="3547" y="915"/>
                  </a:cubicBezTo>
                  <a:cubicBezTo>
                    <a:pt x="3547" y="917"/>
                    <a:pt x="3547" y="917"/>
                    <a:pt x="3549" y="919"/>
                  </a:cubicBezTo>
                  <a:cubicBezTo>
                    <a:pt x="3335" y="929"/>
                    <a:pt x="3120" y="938"/>
                    <a:pt x="2907" y="949"/>
                  </a:cubicBezTo>
                  <a:cubicBezTo>
                    <a:pt x="2682" y="768"/>
                    <a:pt x="2441" y="690"/>
                    <a:pt x="2202" y="690"/>
                  </a:cubicBezTo>
                  <a:cubicBezTo>
                    <a:pt x="2152" y="690"/>
                    <a:pt x="2103" y="694"/>
                    <a:pt x="2054" y="700"/>
                  </a:cubicBezTo>
                  <a:cubicBezTo>
                    <a:pt x="2155" y="451"/>
                    <a:pt x="2631" y="317"/>
                    <a:pt x="2829" y="296"/>
                  </a:cubicBezTo>
                  <a:cubicBezTo>
                    <a:pt x="2881" y="291"/>
                    <a:pt x="2935" y="287"/>
                    <a:pt x="2988" y="287"/>
                  </a:cubicBezTo>
                  <a:close/>
                  <a:moveTo>
                    <a:pt x="1935" y="1215"/>
                  </a:moveTo>
                  <a:cubicBezTo>
                    <a:pt x="1954" y="1275"/>
                    <a:pt x="2002" y="1324"/>
                    <a:pt x="2086" y="1324"/>
                  </a:cubicBezTo>
                  <a:lnTo>
                    <a:pt x="2674" y="1324"/>
                  </a:lnTo>
                  <a:cubicBezTo>
                    <a:pt x="2709" y="1340"/>
                    <a:pt x="2742" y="1354"/>
                    <a:pt x="2776" y="1372"/>
                  </a:cubicBezTo>
                  <a:cubicBezTo>
                    <a:pt x="2808" y="1387"/>
                    <a:pt x="2840" y="1394"/>
                    <a:pt x="2870" y="1394"/>
                  </a:cubicBezTo>
                  <a:cubicBezTo>
                    <a:pt x="2930" y="1394"/>
                    <a:pt x="2985" y="1367"/>
                    <a:pt x="3025" y="1326"/>
                  </a:cubicBezTo>
                  <a:cubicBezTo>
                    <a:pt x="3963" y="1330"/>
                    <a:pt x="4903" y="1340"/>
                    <a:pt x="5840" y="1358"/>
                  </a:cubicBezTo>
                  <a:cubicBezTo>
                    <a:pt x="6761" y="1378"/>
                    <a:pt x="7685" y="1412"/>
                    <a:pt x="8606" y="1455"/>
                  </a:cubicBezTo>
                  <a:cubicBezTo>
                    <a:pt x="8894" y="1471"/>
                    <a:pt x="9183" y="1485"/>
                    <a:pt x="9474" y="1503"/>
                  </a:cubicBezTo>
                  <a:cubicBezTo>
                    <a:pt x="9961" y="1698"/>
                    <a:pt x="10160" y="2023"/>
                    <a:pt x="10070" y="2480"/>
                  </a:cubicBezTo>
                  <a:cubicBezTo>
                    <a:pt x="10162" y="2881"/>
                    <a:pt x="10100" y="3392"/>
                    <a:pt x="10106" y="3801"/>
                  </a:cubicBezTo>
                  <a:cubicBezTo>
                    <a:pt x="10118" y="4378"/>
                    <a:pt x="10166" y="4985"/>
                    <a:pt x="10116" y="5561"/>
                  </a:cubicBezTo>
                  <a:cubicBezTo>
                    <a:pt x="10160" y="6010"/>
                    <a:pt x="10058" y="6434"/>
                    <a:pt x="9814" y="6830"/>
                  </a:cubicBezTo>
                  <a:cubicBezTo>
                    <a:pt x="9520" y="6881"/>
                    <a:pt x="9227" y="6923"/>
                    <a:pt x="8931" y="6955"/>
                  </a:cubicBezTo>
                  <a:cubicBezTo>
                    <a:pt x="7828" y="7089"/>
                    <a:pt x="6717" y="7183"/>
                    <a:pt x="5605" y="7241"/>
                  </a:cubicBezTo>
                  <a:cubicBezTo>
                    <a:pt x="4684" y="7290"/>
                    <a:pt x="3761" y="7313"/>
                    <a:pt x="2840" y="7313"/>
                  </a:cubicBezTo>
                  <a:cubicBezTo>
                    <a:pt x="2673" y="7313"/>
                    <a:pt x="2507" y="7312"/>
                    <a:pt x="2340" y="7311"/>
                  </a:cubicBezTo>
                  <a:cubicBezTo>
                    <a:pt x="2325" y="7311"/>
                    <a:pt x="2310" y="7310"/>
                    <a:pt x="2295" y="7310"/>
                  </a:cubicBezTo>
                  <a:cubicBezTo>
                    <a:pt x="2145" y="7310"/>
                    <a:pt x="2016" y="7314"/>
                    <a:pt x="1903" y="7314"/>
                  </a:cubicBezTo>
                  <a:cubicBezTo>
                    <a:pt x="1465" y="7314"/>
                    <a:pt x="1272" y="7255"/>
                    <a:pt x="1088" y="6674"/>
                  </a:cubicBezTo>
                  <a:cubicBezTo>
                    <a:pt x="941" y="6205"/>
                    <a:pt x="957" y="5591"/>
                    <a:pt x="935" y="5104"/>
                  </a:cubicBezTo>
                  <a:cubicBezTo>
                    <a:pt x="913" y="4553"/>
                    <a:pt x="915" y="4002"/>
                    <a:pt x="959" y="3452"/>
                  </a:cubicBezTo>
                  <a:cubicBezTo>
                    <a:pt x="1005" y="2855"/>
                    <a:pt x="1118" y="1416"/>
                    <a:pt x="1935" y="1215"/>
                  </a:cubicBezTo>
                  <a:close/>
                  <a:moveTo>
                    <a:pt x="2998" y="1"/>
                  </a:moveTo>
                  <a:cubicBezTo>
                    <a:pt x="2936" y="1"/>
                    <a:pt x="2873" y="5"/>
                    <a:pt x="2811" y="12"/>
                  </a:cubicBezTo>
                  <a:cubicBezTo>
                    <a:pt x="2434" y="54"/>
                    <a:pt x="1813" y="336"/>
                    <a:pt x="1806" y="758"/>
                  </a:cubicBezTo>
                  <a:cubicBezTo>
                    <a:pt x="1310" y="924"/>
                    <a:pt x="869" y="1384"/>
                    <a:pt x="666" y="1905"/>
                  </a:cubicBezTo>
                  <a:cubicBezTo>
                    <a:pt x="0" y="3603"/>
                    <a:pt x="364" y="5897"/>
                    <a:pt x="708" y="7631"/>
                  </a:cubicBezTo>
                  <a:cubicBezTo>
                    <a:pt x="730" y="7752"/>
                    <a:pt x="857" y="7830"/>
                    <a:pt x="973" y="7832"/>
                  </a:cubicBezTo>
                  <a:cubicBezTo>
                    <a:pt x="1552" y="7849"/>
                    <a:pt x="2132" y="7858"/>
                    <a:pt x="2711" y="7858"/>
                  </a:cubicBezTo>
                  <a:cubicBezTo>
                    <a:pt x="4638" y="7858"/>
                    <a:pt x="6562" y="7761"/>
                    <a:pt x="8479" y="7555"/>
                  </a:cubicBezTo>
                  <a:cubicBezTo>
                    <a:pt x="9063" y="7493"/>
                    <a:pt x="10122" y="7571"/>
                    <a:pt x="10508" y="6997"/>
                  </a:cubicBezTo>
                  <a:cubicBezTo>
                    <a:pt x="10906" y="6408"/>
                    <a:pt x="10669" y="5112"/>
                    <a:pt x="10661" y="4461"/>
                  </a:cubicBezTo>
                  <a:cubicBezTo>
                    <a:pt x="10645" y="3219"/>
                    <a:pt x="11092" y="1215"/>
                    <a:pt x="9474" y="1024"/>
                  </a:cubicBezTo>
                  <a:cubicBezTo>
                    <a:pt x="8405" y="897"/>
                    <a:pt x="7309" y="853"/>
                    <a:pt x="6209" y="853"/>
                  </a:cubicBezTo>
                  <a:cubicBezTo>
                    <a:pt x="5418" y="853"/>
                    <a:pt x="4624" y="876"/>
                    <a:pt x="3838" y="907"/>
                  </a:cubicBezTo>
                  <a:cubicBezTo>
                    <a:pt x="3945" y="726"/>
                    <a:pt x="3852" y="464"/>
                    <a:pt x="3722" y="305"/>
                  </a:cubicBezTo>
                  <a:cubicBezTo>
                    <a:pt x="3540" y="79"/>
                    <a:pt x="3272" y="1"/>
                    <a:pt x="29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6140150" y="2941607"/>
              <a:ext cx="143375" cy="122025"/>
            </a:xfrm>
            <a:custGeom>
              <a:rect b="b" l="l" r="r" t="t"/>
              <a:pathLst>
                <a:path extrusionOk="0" h="4881" w="5735">
                  <a:moveTo>
                    <a:pt x="3122" y="435"/>
                  </a:moveTo>
                  <a:cubicBezTo>
                    <a:pt x="3765" y="435"/>
                    <a:pt x="4404" y="762"/>
                    <a:pt x="4730" y="1358"/>
                  </a:cubicBezTo>
                  <a:cubicBezTo>
                    <a:pt x="5237" y="2289"/>
                    <a:pt x="4754" y="3553"/>
                    <a:pt x="3896" y="4098"/>
                  </a:cubicBezTo>
                  <a:cubicBezTo>
                    <a:pt x="3533" y="4327"/>
                    <a:pt x="3136" y="4437"/>
                    <a:pt x="2748" y="4437"/>
                  </a:cubicBezTo>
                  <a:cubicBezTo>
                    <a:pt x="2015" y="4437"/>
                    <a:pt x="1317" y="4044"/>
                    <a:pt x="952" y="3316"/>
                  </a:cubicBezTo>
                  <a:cubicBezTo>
                    <a:pt x="435" y="2279"/>
                    <a:pt x="1033" y="1152"/>
                    <a:pt x="1987" y="658"/>
                  </a:cubicBezTo>
                  <a:cubicBezTo>
                    <a:pt x="2020" y="686"/>
                    <a:pt x="2063" y="704"/>
                    <a:pt x="2110" y="704"/>
                  </a:cubicBezTo>
                  <a:cubicBezTo>
                    <a:pt x="2143" y="704"/>
                    <a:pt x="2179" y="695"/>
                    <a:pt x="2215" y="674"/>
                  </a:cubicBezTo>
                  <a:cubicBezTo>
                    <a:pt x="2494" y="512"/>
                    <a:pt x="2809" y="435"/>
                    <a:pt x="3122" y="435"/>
                  </a:cubicBezTo>
                  <a:close/>
                  <a:moveTo>
                    <a:pt x="3120" y="0"/>
                  </a:moveTo>
                  <a:cubicBezTo>
                    <a:pt x="2734" y="0"/>
                    <a:pt x="2347" y="100"/>
                    <a:pt x="2005" y="314"/>
                  </a:cubicBezTo>
                  <a:cubicBezTo>
                    <a:pt x="1979" y="328"/>
                    <a:pt x="1961" y="346"/>
                    <a:pt x="1947" y="367"/>
                  </a:cubicBezTo>
                  <a:cubicBezTo>
                    <a:pt x="768" y="746"/>
                    <a:pt x="1" y="1961"/>
                    <a:pt x="426" y="3235"/>
                  </a:cubicBezTo>
                  <a:cubicBezTo>
                    <a:pt x="774" y="4275"/>
                    <a:pt x="1726" y="4881"/>
                    <a:pt x="2732" y="4881"/>
                  </a:cubicBezTo>
                  <a:cubicBezTo>
                    <a:pt x="2778" y="4881"/>
                    <a:pt x="2823" y="4880"/>
                    <a:pt x="2869" y="4877"/>
                  </a:cubicBezTo>
                  <a:cubicBezTo>
                    <a:pt x="3180" y="4860"/>
                    <a:pt x="3494" y="4786"/>
                    <a:pt x="3794" y="4651"/>
                  </a:cubicBezTo>
                  <a:cubicBezTo>
                    <a:pt x="4991" y="4106"/>
                    <a:pt x="5734" y="2589"/>
                    <a:pt x="5201" y="1335"/>
                  </a:cubicBezTo>
                  <a:cubicBezTo>
                    <a:pt x="4843" y="499"/>
                    <a:pt x="3984" y="0"/>
                    <a:pt x="3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a:off x="6170075" y="2965157"/>
              <a:ext cx="76700" cy="71575"/>
            </a:xfrm>
            <a:custGeom>
              <a:rect b="b" l="l" r="r" t="t"/>
              <a:pathLst>
                <a:path extrusionOk="0" h="2863" w="3068">
                  <a:moveTo>
                    <a:pt x="1237" y="374"/>
                  </a:moveTo>
                  <a:cubicBezTo>
                    <a:pt x="1256" y="381"/>
                    <a:pt x="1276" y="386"/>
                    <a:pt x="1299" y="386"/>
                  </a:cubicBezTo>
                  <a:cubicBezTo>
                    <a:pt x="1304" y="386"/>
                    <a:pt x="1310" y="386"/>
                    <a:pt x="1316" y="385"/>
                  </a:cubicBezTo>
                  <a:cubicBezTo>
                    <a:pt x="1344" y="383"/>
                    <a:pt x="1372" y="382"/>
                    <a:pt x="1399" y="382"/>
                  </a:cubicBezTo>
                  <a:cubicBezTo>
                    <a:pt x="2536" y="382"/>
                    <a:pt x="3067" y="1939"/>
                    <a:pt x="1879" y="2399"/>
                  </a:cubicBezTo>
                  <a:cubicBezTo>
                    <a:pt x="1750" y="2449"/>
                    <a:pt x="1619" y="2473"/>
                    <a:pt x="1491" y="2473"/>
                  </a:cubicBezTo>
                  <a:cubicBezTo>
                    <a:pt x="1104" y="2473"/>
                    <a:pt x="748" y="2252"/>
                    <a:pt x="587" y="1854"/>
                  </a:cubicBezTo>
                  <a:cubicBezTo>
                    <a:pt x="342" y="1258"/>
                    <a:pt x="684" y="637"/>
                    <a:pt x="1237" y="374"/>
                  </a:cubicBezTo>
                  <a:close/>
                  <a:moveTo>
                    <a:pt x="1465" y="1"/>
                  </a:moveTo>
                  <a:cubicBezTo>
                    <a:pt x="1416" y="1"/>
                    <a:pt x="1366" y="3"/>
                    <a:pt x="1316" y="9"/>
                  </a:cubicBezTo>
                  <a:cubicBezTo>
                    <a:pt x="1201" y="21"/>
                    <a:pt x="1141" y="116"/>
                    <a:pt x="1136" y="208"/>
                  </a:cubicBezTo>
                  <a:cubicBezTo>
                    <a:pt x="462" y="367"/>
                    <a:pt x="0" y="991"/>
                    <a:pt x="138" y="1720"/>
                  </a:cubicBezTo>
                  <a:cubicBezTo>
                    <a:pt x="265" y="2388"/>
                    <a:pt x="835" y="2863"/>
                    <a:pt x="1486" y="2863"/>
                  </a:cubicBezTo>
                  <a:cubicBezTo>
                    <a:pt x="1583" y="2863"/>
                    <a:pt x="1681" y="2852"/>
                    <a:pt x="1780" y="2830"/>
                  </a:cubicBezTo>
                  <a:cubicBezTo>
                    <a:pt x="2456" y="2683"/>
                    <a:pt x="3018" y="2073"/>
                    <a:pt x="2955" y="1360"/>
                  </a:cubicBezTo>
                  <a:cubicBezTo>
                    <a:pt x="2888" y="613"/>
                    <a:pt x="2204" y="1"/>
                    <a:pt x="1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 name="Google Shape;1803;p69"/>
          <p:cNvGrpSpPr/>
          <p:nvPr/>
        </p:nvGrpSpPr>
        <p:grpSpPr>
          <a:xfrm>
            <a:off x="713184" y="4691184"/>
            <a:ext cx="7726459" cy="369843"/>
            <a:chOff x="713184" y="4691184"/>
            <a:chExt cx="7726459" cy="369843"/>
          </a:xfrm>
        </p:grpSpPr>
        <p:sp>
          <p:nvSpPr>
            <p:cNvPr id="1804" name="Google Shape;1804;p69"/>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805" name="Google Shape;1805;p69"/>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1" name="Shape 1811"/>
        <p:cNvGrpSpPr/>
        <p:nvPr/>
      </p:nvGrpSpPr>
      <p:grpSpPr>
        <a:xfrm>
          <a:off x="0" y="0"/>
          <a:ext cx="0" cy="0"/>
          <a:chOff x="0" y="0"/>
          <a:chExt cx="0" cy="0"/>
        </a:xfrm>
      </p:grpSpPr>
      <p:grpSp>
        <p:nvGrpSpPr>
          <p:cNvPr id="1812" name="Google Shape;1812;p70"/>
          <p:cNvGrpSpPr/>
          <p:nvPr/>
        </p:nvGrpSpPr>
        <p:grpSpPr>
          <a:xfrm>
            <a:off x="1903586" y="1870233"/>
            <a:ext cx="5336851" cy="804683"/>
            <a:chOff x="2500316" y="711578"/>
            <a:chExt cx="4143518" cy="745906"/>
          </a:xfrm>
        </p:grpSpPr>
        <p:sp>
          <p:nvSpPr>
            <p:cNvPr id="1813" name="Google Shape;1813;p70"/>
            <p:cNvSpPr/>
            <p:nvPr/>
          </p:nvSpPr>
          <p:spPr>
            <a:xfrm>
              <a:off x="2521150" y="885178"/>
              <a:ext cx="810325" cy="540800"/>
            </a:xfrm>
            <a:custGeom>
              <a:rect b="b" l="l" r="r" t="t"/>
              <a:pathLst>
                <a:path extrusionOk="0" h="21632" w="32413">
                  <a:moveTo>
                    <a:pt x="20115" y="0"/>
                  </a:moveTo>
                  <a:lnTo>
                    <a:pt x="1524" y="853"/>
                  </a:lnTo>
                  <a:lnTo>
                    <a:pt x="10262" y="9947"/>
                  </a:lnTo>
                  <a:lnTo>
                    <a:pt x="5560" y="16290"/>
                  </a:lnTo>
                  <a:lnTo>
                    <a:pt x="0" y="21632"/>
                  </a:lnTo>
                  <a:lnTo>
                    <a:pt x="32413" y="21226"/>
                  </a:lnTo>
                </a:path>
              </a:pathLst>
            </a:custGeom>
            <a:solidFill>
              <a:schemeClr val="dk2"/>
            </a:solidFill>
            <a:ln>
              <a:noFill/>
            </a:ln>
          </p:spPr>
        </p:sp>
        <p:sp>
          <p:nvSpPr>
            <p:cNvPr id="1814" name="Google Shape;1814;p70"/>
            <p:cNvSpPr/>
            <p:nvPr/>
          </p:nvSpPr>
          <p:spPr>
            <a:xfrm>
              <a:off x="3060950" y="1283728"/>
              <a:ext cx="287700" cy="121900"/>
            </a:xfrm>
            <a:custGeom>
              <a:rect b="b" l="l" r="r" t="t"/>
              <a:pathLst>
                <a:path extrusionOk="0" h="4876" w="11508">
                  <a:moveTo>
                    <a:pt x="0" y="203"/>
                  </a:moveTo>
                  <a:lnTo>
                    <a:pt x="11508" y="4876"/>
                  </a:lnTo>
                  <a:lnTo>
                    <a:pt x="11380" y="0"/>
                  </a:lnTo>
                  <a:close/>
                </a:path>
              </a:pathLst>
            </a:custGeom>
            <a:solidFill>
              <a:schemeClr val="accent1"/>
            </a:solidFill>
            <a:ln>
              <a:noFill/>
            </a:ln>
          </p:spPr>
        </p:sp>
        <p:sp>
          <p:nvSpPr>
            <p:cNvPr id="1815" name="Google Shape;1815;p70"/>
            <p:cNvSpPr/>
            <p:nvPr/>
          </p:nvSpPr>
          <p:spPr>
            <a:xfrm>
              <a:off x="5948725" y="881828"/>
              <a:ext cx="687675" cy="564175"/>
            </a:xfrm>
            <a:custGeom>
              <a:rect b="b" l="l" r="r" t="t"/>
              <a:pathLst>
                <a:path extrusionOk="0" h="22567" w="27507">
                  <a:moveTo>
                    <a:pt x="7611" y="134"/>
                  </a:moveTo>
                  <a:lnTo>
                    <a:pt x="27374" y="0"/>
                  </a:lnTo>
                  <a:lnTo>
                    <a:pt x="19095" y="10816"/>
                  </a:lnTo>
                  <a:lnTo>
                    <a:pt x="22166" y="16424"/>
                  </a:lnTo>
                  <a:lnTo>
                    <a:pt x="27507" y="22300"/>
                  </a:lnTo>
                  <a:lnTo>
                    <a:pt x="0" y="22567"/>
                  </a:lnTo>
                </a:path>
              </a:pathLst>
            </a:custGeom>
            <a:solidFill>
              <a:schemeClr val="dk2"/>
            </a:solidFill>
            <a:ln>
              <a:noFill/>
            </a:ln>
          </p:spPr>
        </p:sp>
        <p:sp>
          <p:nvSpPr>
            <p:cNvPr id="1816" name="Google Shape;1816;p70"/>
            <p:cNvSpPr/>
            <p:nvPr/>
          </p:nvSpPr>
          <p:spPr>
            <a:xfrm>
              <a:off x="3034450" y="724928"/>
              <a:ext cx="3144625" cy="584200"/>
            </a:xfrm>
            <a:custGeom>
              <a:rect b="b" l="l" r="r" t="t"/>
              <a:pathLst>
                <a:path extrusionOk="0" h="23368" w="125785">
                  <a:moveTo>
                    <a:pt x="134" y="801"/>
                  </a:moveTo>
                  <a:lnTo>
                    <a:pt x="67032" y="2003"/>
                  </a:lnTo>
                  <a:lnTo>
                    <a:pt x="123381" y="0"/>
                  </a:lnTo>
                  <a:lnTo>
                    <a:pt x="125785" y="21899"/>
                  </a:lnTo>
                  <a:lnTo>
                    <a:pt x="87462" y="23368"/>
                  </a:lnTo>
                  <a:lnTo>
                    <a:pt x="37655" y="22834"/>
                  </a:lnTo>
                  <a:lnTo>
                    <a:pt x="935" y="22033"/>
                  </a:lnTo>
                  <a:lnTo>
                    <a:pt x="0" y="7478"/>
                  </a:lnTo>
                </a:path>
              </a:pathLst>
            </a:custGeom>
            <a:solidFill>
              <a:schemeClr val="dk2"/>
            </a:solidFill>
            <a:ln>
              <a:noFill/>
            </a:ln>
          </p:spPr>
        </p:sp>
        <p:sp>
          <p:nvSpPr>
            <p:cNvPr id="1817" name="Google Shape;1817;p70"/>
            <p:cNvSpPr/>
            <p:nvPr/>
          </p:nvSpPr>
          <p:spPr>
            <a:xfrm>
              <a:off x="5928700" y="1275753"/>
              <a:ext cx="237700" cy="150200"/>
            </a:xfrm>
            <a:custGeom>
              <a:rect b="b" l="l" r="r" t="t"/>
              <a:pathLst>
                <a:path extrusionOk="0" h="6008" w="9508">
                  <a:moveTo>
                    <a:pt x="9508" y="365"/>
                  </a:moveTo>
                  <a:lnTo>
                    <a:pt x="0" y="6008"/>
                  </a:lnTo>
                  <a:lnTo>
                    <a:pt x="267" y="0"/>
                  </a:lnTo>
                  <a:close/>
                </a:path>
              </a:pathLst>
            </a:custGeom>
            <a:solidFill>
              <a:schemeClr val="accent1"/>
            </a:solidFill>
            <a:ln>
              <a:noFill/>
            </a:ln>
          </p:spPr>
        </p:sp>
        <p:sp>
          <p:nvSpPr>
            <p:cNvPr id="1818" name="Google Shape;1818;p70"/>
            <p:cNvSpPr/>
            <p:nvPr/>
          </p:nvSpPr>
          <p:spPr>
            <a:xfrm>
              <a:off x="5987418" y="820950"/>
              <a:ext cx="53650" cy="371050"/>
            </a:xfrm>
            <a:custGeom>
              <a:rect b="b" l="l" r="r" t="t"/>
              <a:pathLst>
                <a:path extrusionOk="0" h="14842" w="2146">
                  <a:moveTo>
                    <a:pt x="291" y="0"/>
                  </a:moveTo>
                  <a:cubicBezTo>
                    <a:pt x="-531" y="4918"/>
                    <a:pt x="569" y="10112"/>
                    <a:pt x="2146" y="14842"/>
                  </a:cubicBezTo>
                </a:path>
              </a:pathLst>
            </a:custGeom>
            <a:noFill/>
            <a:ln cap="rnd" cmpd="sng" w="19050">
              <a:solidFill>
                <a:schemeClr val="dk1"/>
              </a:solidFill>
              <a:prstDash val="dash"/>
              <a:round/>
              <a:headEnd len="med" w="med" type="none"/>
              <a:tailEnd len="med" w="med" type="none"/>
            </a:ln>
          </p:spPr>
        </p:sp>
        <p:sp>
          <p:nvSpPr>
            <p:cNvPr id="1819" name="Google Shape;1819;p70"/>
            <p:cNvSpPr/>
            <p:nvPr/>
          </p:nvSpPr>
          <p:spPr>
            <a:xfrm flipH="1">
              <a:off x="3111768" y="820950"/>
              <a:ext cx="53650" cy="371050"/>
            </a:xfrm>
            <a:custGeom>
              <a:rect b="b" l="l" r="r" t="t"/>
              <a:pathLst>
                <a:path extrusionOk="0" h="14842" w="2146">
                  <a:moveTo>
                    <a:pt x="291" y="0"/>
                  </a:moveTo>
                  <a:cubicBezTo>
                    <a:pt x="-531" y="4918"/>
                    <a:pt x="569" y="10112"/>
                    <a:pt x="2146" y="14842"/>
                  </a:cubicBezTo>
                </a:path>
              </a:pathLst>
            </a:custGeom>
            <a:noFill/>
            <a:ln cap="rnd" cmpd="sng" w="19050">
              <a:solidFill>
                <a:schemeClr val="dk1"/>
              </a:solidFill>
              <a:prstDash val="dash"/>
              <a:round/>
              <a:headEnd len="med" w="med" type="none"/>
              <a:tailEnd len="med" w="med" type="none"/>
            </a:ln>
          </p:spPr>
        </p:sp>
        <p:sp>
          <p:nvSpPr>
            <p:cNvPr id="1820" name="Google Shape;1820;p70"/>
            <p:cNvSpPr/>
            <p:nvPr/>
          </p:nvSpPr>
          <p:spPr>
            <a:xfrm>
              <a:off x="2500316" y="711578"/>
              <a:ext cx="4143518" cy="745906"/>
            </a:xfrm>
            <a:custGeom>
              <a:rect b="b" l="l" r="r" t="t"/>
              <a:pathLst>
                <a:path extrusionOk="0" h="5172" w="26741">
                  <a:moveTo>
                    <a:pt x="3678" y="4001"/>
                  </a:moveTo>
                  <a:lnTo>
                    <a:pt x="3678" y="4001"/>
                  </a:lnTo>
                  <a:cubicBezTo>
                    <a:pt x="4254" y="4040"/>
                    <a:pt x="4830" y="4060"/>
                    <a:pt x="5405" y="4089"/>
                  </a:cubicBezTo>
                  <a:cubicBezTo>
                    <a:pt x="5415" y="4323"/>
                    <a:pt x="5444" y="4557"/>
                    <a:pt x="5473" y="4791"/>
                  </a:cubicBezTo>
                  <a:cubicBezTo>
                    <a:pt x="4878" y="4528"/>
                    <a:pt x="4283" y="4245"/>
                    <a:pt x="3678" y="4001"/>
                  </a:cubicBezTo>
                  <a:close/>
                  <a:moveTo>
                    <a:pt x="23424" y="4050"/>
                  </a:moveTo>
                  <a:cubicBezTo>
                    <a:pt x="23024" y="4303"/>
                    <a:pt x="22633" y="4577"/>
                    <a:pt x="22243" y="4850"/>
                  </a:cubicBezTo>
                  <a:cubicBezTo>
                    <a:pt x="22233" y="4616"/>
                    <a:pt x="22233" y="4372"/>
                    <a:pt x="22233" y="4138"/>
                  </a:cubicBezTo>
                  <a:cubicBezTo>
                    <a:pt x="22233" y="4118"/>
                    <a:pt x="22224" y="4099"/>
                    <a:pt x="22214" y="4089"/>
                  </a:cubicBezTo>
                  <a:cubicBezTo>
                    <a:pt x="22624" y="4079"/>
                    <a:pt x="23024" y="4060"/>
                    <a:pt x="23424" y="4050"/>
                  </a:cubicBezTo>
                  <a:close/>
                  <a:moveTo>
                    <a:pt x="3278" y="1299"/>
                  </a:moveTo>
                  <a:lnTo>
                    <a:pt x="3278" y="1299"/>
                  </a:lnTo>
                  <a:cubicBezTo>
                    <a:pt x="3259" y="2157"/>
                    <a:pt x="3337" y="3016"/>
                    <a:pt x="3513" y="3855"/>
                  </a:cubicBezTo>
                  <a:cubicBezTo>
                    <a:pt x="3444" y="3884"/>
                    <a:pt x="3454" y="3991"/>
                    <a:pt x="3532" y="4001"/>
                  </a:cubicBezTo>
                  <a:lnTo>
                    <a:pt x="3552" y="4001"/>
                  </a:lnTo>
                  <a:cubicBezTo>
                    <a:pt x="3532" y="4020"/>
                    <a:pt x="3542" y="4050"/>
                    <a:pt x="3571" y="4069"/>
                  </a:cubicBezTo>
                  <a:cubicBezTo>
                    <a:pt x="4117" y="4352"/>
                    <a:pt x="4673" y="4616"/>
                    <a:pt x="5239" y="4869"/>
                  </a:cubicBezTo>
                  <a:cubicBezTo>
                    <a:pt x="4456" y="4851"/>
                    <a:pt x="3667" y="4841"/>
                    <a:pt x="2876" y="4841"/>
                  </a:cubicBezTo>
                  <a:cubicBezTo>
                    <a:pt x="1992" y="4841"/>
                    <a:pt x="1106" y="4853"/>
                    <a:pt x="225" y="4879"/>
                  </a:cubicBezTo>
                  <a:cubicBezTo>
                    <a:pt x="781" y="4333"/>
                    <a:pt x="1308" y="3747"/>
                    <a:pt x="1796" y="3142"/>
                  </a:cubicBezTo>
                  <a:cubicBezTo>
                    <a:pt x="1815" y="3113"/>
                    <a:pt x="1825" y="3074"/>
                    <a:pt x="1805" y="3035"/>
                  </a:cubicBezTo>
                  <a:lnTo>
                    <a:pt x="1805" y="3035"/>
                  </a:lnTo>
                  <a:cubicBezTo>
                    <a:pt x="1814" y="3042"/>
                    <a:pt x="1823" y="3045"/>
                    <a:pt x="1832" y="3045"/>
                  </a:cubicBezTo>
                  <a:cubicBezTo>
                    <a:pt x="1874" y="3045"/>
                    <a:pt x="1914" y="2980"/>
                    <a:pt x="1874" y="2947"/>
                  </a:cubicBezTo>
                  <a:cubicBezTo>
                    <a:pt x="1337" y="2508"/>
                    <a:pt x="888" y="1972"/>
                    <a:pt x="547" y="1367"/>
                  </a:cubicBezTo>
                  <a:lnTo>
                    <a:pt x="547" y="1367"/>
                  </a:lnTo>
                  <a:cubicBezTo>
                    <a:pt x="931" y="1388"/>
                    <a:pt x="1314" y="1398"/>
                    <a:pt x="1698" y="1398"/>
                  </a:cubicBezTo>
                  <a:cubicBezTo>
                    <a:pt x="2202" y="1398"/>
                    <a:pt x="2706" y="1381"/>
                    <a:pt x="3210" y="1347"/>
                  </a:cubicBezTo>
                  <a:cubicBezTo>
                    <a:pt x="3239" y="1338"/>
                    <a:pt x="3269" y="1328"/>
                    <a:pt x="3278" y="1299"/>
                  </a:cubicBezTo>
                  <a:close/>
                  <a:moveTo>
                    <a:pt x="23217" y="1"/>
                  </a:moveTo>
                  <a:cubicBezTo>
                    <a:pt x="23215" y="1"/>
                    <a:pt x="23212" y="1"/>
                    <a:pt x="23209" y="1"/>
                  </a:cubicBezTo>
                  <a:cubicBezTo>
                    <a:pt x="18652" y="189"/>
                    <a:pt x="14100" y="234"/>
                    <a:pt x="9547" y="234"/>
                  </a:cubicBezTo>
                  <a:cubicBezTo>
                    <a:pt x="7490" y="234"/>
                    <a:pt x="5434" y="225"/>
                    <a:pt x="3376" y="216"/>
                  </a:cubicBezTo>
                  <a:cubicBezTo>
                    <a:pt x="3317" y="216"/>
                    <a:pt x="3288" y="284"/>
                    <a:pt x="3327" y="323"/>
                  </a:cubicBezTo>
                  <a:cubicBezTo>
                    <a:pt x="3308" y="616"/>
                    <a:pt x="3298" y="908"/>
                    <a:pt x="3288" y="1201"/>
                  </a:cubicBezTo>
                  <a:cubicBezTo>
                    <a:pt x="3278" y="1172"/>
                    <a:pt x="3249" y="1162"/>
                    <a:pt x="3210" y="1162"/>
                  </a:cubicBezTo>
                  <a:cubicBezTo>
                    <a:pt x="2499" y="1200"/>
                    <a:pt x="1794" y="1214"/>
                    <a:pt x="1086" y="1214"/>
                  </a:cubicBezTo>
                  <a:cubicBezTo>
                    <a:pt x="881" y="1214"/>
                    <a:pt x="675" y="1213"/>
                    <a:pt x="469" y="1211"/>
                  </a:cubicBezTo>
                  <a:cubicBezTo>
                    <a:pt x="453" y="1193"/>
                    <a:pt x="433" y="1185"/>
                    <a:pt x="413" y="1185"/>
                  </a:cubicBezTo>
                  <a:cubicBezTo>
                    <a:pt x="355" y="1185"/>
                    <a:pt x="294" y="1246"/>
                    <a:pt x="322" y="1318"/>
                  </a:cubicBezTo>
                  <a:cubicBezTo>
                    <a:pt x="644" y="1991"/>
                    <a:pt x="1132" y="2567"/>
                    <a:pt x="1747" y="2996"/>
                  </a:cubicBezTo>
                  <a:cubicBezTo>
                    <a:pt x="1739" y="2994"/>
                    <a:pt x="1732" y="2992"/>
                    <a:pt x="1725" y="2992"/>
                  </a:cubicBezTo>
                  <a:cubicBezTo>
                    <a:pt x="1707" y="2992"/>
                    <a:pt x="1693" y="3001"/>
                    <a:pt x="1679" y="3016"/>
                  </a:cubicBezTo>
                  <a:cubicBezTo>
                    <a:pt x="1132" y="3581"/>
                    <a:pt x="615" y="4186"/>
                    <a:pt x="137" y="4811"/>
                  </a:cubicBezTo>
                  <a:cubicBezTo>
                    <a:pt x="118" y="4830"/>
                    <a:pt x="118" y="4859"/>
                    <a:pt x="137" y="4889"/>
                  </a:cubicBezTo>
                  <a:lnTo>
                    <a:pt x="127" y="4889"/>
                  </a:lnTo>
                  <a:cubicBezTo>
                    <a:pt x="1" y="4898"/>
                    <a:pt x="1" y="5074"/>
                    <a:pt x="127" y="5084"/>
                  </a:cubicBezTo>
                  <a:cubicBezTo>
                    <a:pt x="756" y="5112"/>
                    <a:pt x="1385" y="5126"/>
                    <a:pt x="2015" y="5126"/>
                  </a:cubicBezTo>
                  <a:cubicBezTo>
                    <a:pt x="3146" y="5126"/>
                    <a:pt x="4277" y="5080"/>
                    <a:pt x="5405" y="4986"/>
                  </a:cubicBezTo>
                  <a:cubicBezTo>
                    <a:pt x="5425" y="4986"/>
                    <a:pt x="5444" y="4977"/>
                    <a:pt x="5454" y="4957"/>
                  </a:cubicBezTo>
                  <a:lnTo>
                    <a:pt x="5532" y="4996"/>
                  </a:lnTo>
                  <a:cubicBezTo>
                    <a:pt x="5544" y="5001"/>
                    <a:pt x="5557" y="5003"/>
                    <a:pt x="5571" y="5003"/>
                  </a:cubicBezTo>
                  <a:cubicBezTo>
                    <a:pt x="5614" y="5003"/>
                    <a:pt x="5659" y="4979"/>
                    <a:pt x="5659" y="4928"/>
                  </a:cubicBezTo>
                  <a:cubicBezTo>
                    <a:pt x="5630" y="4645"/>
                    <a:pt x="5620" y="4372"/>
                    <a:pt x="5571" y="4099"/>
                  </a:cubicBezTo>
                  <a:lnTo>
                    <a:pt x="5571" y="4099"/>
                  </a:lnTo>
                  <a:cubicBezTo>
                    <a:pt x="8244" y="4206"/>
                    <a:pt x="10917" y="4216"/>
                    <a:pt x="13580" y="4216"/>
                  </a:cubicBezTo>
                  <a:cubicBezTo>
                    <a:pt x="16409" y="4216"/>
                    <a:pt x="19239" y="4186"/>
                    <a:pt x="22077" y="4099"/>
                  </a:cubicBezTo>
                  <a:lnTo>
                    <a:pt x="22077" y="4099"/>
                  </a:lnTo>
                  <a:cubicBezTo>
                    <a:pt x="22068" y="4108"/>
                    <a:pt x="22058" y="4118"/>
                    <a:pt x="22058" y="4138"/>
                  </a:cubicBezTo>
                  <a:cubicBezTo>
                    <a:pt x="22058" y="4430"/>
                    <a:pt x="22077" y="4723"/>
                    <a:pt x="22077" y="5016"/>
                  </a:cubicBezTo>
                  <a:cubicBezTo>
                    <a:pt x="22077" y="5064"/>
                    <a:pt x="22116" y="5103"/>
                    <a:pt x="22175" y="5113"/>
                  </a:cubicBezTo>
                  <a:cubicBezTo>
                    <a:pt x="22175" y="5142"/>
                    <a:pt x="22204" y="5172"/>
                    <a:pt x="22233" y="5172"/>
                  </a:cubicBezTo>
                  <a:cubicBezTo>
                    <a:pt x="23697" y="5172"/>
                    <a:pt x="25160" y="5162"/>
                    <a:pt x="26623" y="5094"/>
                  </a:cubicBezTo>
                  <a:cubicBezTo>
                    <a:pt x="26741" y="5084"/>
                    <a:pt x="26731" y="4918"/>
                    <a:pt x="26614" y="4918"/>
                  </a:cubicBezTo>
                  <a:lnTo>
                    <a:pt x="26584" y="4918"/>
                  </a:lnTo>
                  <a:cubicBezTo>
                    <a:pt x="26604" y="4889"/>
                    <a:pt x="26594" y="4859"/>
                    <a:pt x="26575" y="4830"/>
                  </a:cubicBezTo>
                  <a:cubicBezTo>
                    <a:pt x="26067" y="4303"/>
                    <a:pt x="25677" y="3679"/>
                    <a:pt x="25424" y="2996"/>
                  </a:cubicBezTo>
                  <a:lnTo>
                    <a:pt x="25424" y="2986"/>
                  </a:lnTo>
                  <a:cubicBezTo>
                    <a:pt x="25443" y="2977"/>
                    <a:pt x="25453" y="2967"/>
                    <a:pt x="25463" y="2957"/>
                  </a:cubicBezTo>
                  <a:cubicBezTo>
                    <a:pt x="25853" y="2401"/>
                    <a:pt x="26272" y="1874"/>
                    <a:pt x="26682" y="1338"/>
                  </a:cubicBezTo>
                  <a:cubicBezTo>
                    <a:pt x="26702" y="1318"/>
                    <a:pt x="26702" y="1289"/>
                    <a:pt x="26672" y="1269"/>
                  </a:cubicBezTo>
                  <a:cubicBezTo>
                    <a:pt x="26731" y="1221"/>
                    <a:pt x="26692" y="1133"/>
                    <a:pt x="26614" y="1123"/>
                  </a:cubicBezTo>
                  <a:cubicBezTo>
                    <a:pt x="26261" y="1116"/>
                    <a:pt x="25907" y="1113"/>
                    <a:pt x="25553" y="1113"/>
                  </a:cubicBezTo>
                  <a:cubicBezTo>
                    <a:pt x="24907" y="1113"/>
                    <a:pt x="24258" y="1124"/>
                    <a:pt x="23609" y="1143"/>
                  </a:cubicBezTo>
                  <a:cubicBezTo>
                    <a:pt x="23570" y="840"/>
                    <a:pt x="23531" y="528"/>
                    <a:pt x="23492" y="235"/>
                  </a:cubicBezTo>
                  <a:cubicBezTo>
                    <a:pt x="23487" y="172"/>
                    <a:pt x="23438" y="140"/>
                    <a:pt x="23392" y="140"/>
                  </a:cubicBezTo>
                  <a:cubicBezTo>
                    <a:pt x="23346" y="140"/>
                    <a:pt x="23302" y="172"/>
                    <a:pt x="23307" y="235"/>
                  </a:cubicBezTo>
                  <a:cubicBezTo>
                    <a:pt x="23394" y="1396"/>
                    <a:pt x="23394" y="2694"/>
                    <a:pt x="23687" y="3825"/>
                  </a:cubicBezTo>
                  <a:cubicBezTo>
                    <a:pt x="23696" y="3852"/>
                    <a:pt x="23717" y="3865"/>
                    <a:pt x="23738" y="3865"/>
                  </a:cubicBezTo>
                  <a:cubicBezTo>
                    <a:pt x="23762" y="3865"/>
                    <a:pt x="23785" y="3847"/>
                    <a:pt x="23785" y="3816"/>
                  </a:cubicBezTo>
                  <a:cubicBezTo>
                    <a:pt x="23833" y="2996"/>
                    <a:pt x="23736" y="2128"/>
                    <a:pt x="23629" y="1279"/>
                  </a:cubicBezTo>
                  <a:lnTo>
                    <a:pt x="23629" y="1279"/>
                  </a:lnTo>
                  <a:cubicBezTo>
                    <a:pt x="24247" y="1298"/>
                    <a:pt x="24869" y="1305"/>
                    <a:pt x="25491" y="1305"/>
                  </a:cubicBezTo>
                  <a:cubicBezTo>
                    <a:pt x="25849" y="1305"/>
                    <a:pt x="26208" y="1302"/>
                    <a:pt x="26565" y="1299"/>
                  </a:cubicBezTo>
                  <a:lnTo>
                    <a:pt x="26565" y="1299"/>
                  </a:lnTo>
                  <a:cubicBezTo>
                    <a:pt x="26097" y="1777"/>
                    <a:pt x="25667" y="2294"/>
                    <a:pt x="25297" y="2860"/>
                  </a:cubicBezTo>
                  <a:cubicBezTo>
                    <a:pt x="25267" y="2899"/>
                    <a:pt x="25277" y="2957"/>
                    <a:pt x="25316" y="2977"/>
                  </a:cubicBezTo>
                  <a:cubicBezTo>
                    <a:pt x="25306" y="2996"/>
                    <a:pt x="25306" y="3016"/>
                    <a:pt x="25306" y="3025"/>
                  </a:cubicBezTo>
                  <a:cubicBezTo>
                    <a:pt x="25521" y="3738"/>
                    <a:pt x="25902" y="4391"/>
                    <a:pt x="26428" y="4928"/>
                  </a:cubicBezTo>
                  <a:cubicBezTo>
                    <a:pt x="25053" y="4928"/>
                    <a:pt x="23677" y="4977"/>
                    <a:pt x="22302" y="5025"/>
                  </a:cubicBezTo>
                  <a:cubicBezTo>
                    <a:pt x="22760" y="4713"/>
                    <a:pt x="23219" y="4391"/>
                    <a:pt x="23658" y="4050"/>
                  </a:cubicBezTo>
                  <a:cubicBezTo>
                    <a:pt x="23677" y="4040"/>
                    <a:pt x="23687" y="4030"/>
                    <a:pt x="23687" y="4011"/>
                  </a:cubicBezTo>
                  <a:cubicBezTo>
                    <a:pt x="23755" y="3942"/>
                    <a:pt x="23707" y="3825"/>
                    <a:pt x="23609" y="3825"/>
                  </a:cubicBezTo>
                  <a:cubicBezTo>
                    <a:pt x="20263" y="3923"/>
                    <a:pt x="16917" y="4001"/>
                    <a:pt x="13571" y="4001"/>
                  </a:cubicBezTo>
                  <a:cubicBezTo>
                    <a:pt x="10263" y="4001"/>
                    <a:pt x="6956" y="3884"/>
                    <a:pt x="3639" y="3855"/>
                  </a:cubicBezTo>
                  <a:cubicBezTo>
                    <a:pt x="3571" y="2674"/>
                    <a:pt x="3474" y="1533"/>
                    <a:pt x="3522" y="352"/>
                  </a:cubicBezTo>
                  <a:lnTo>
                    <a:pt x="3522" y="352"/>
                  </a:lnTo>
                  <a:cubicBezTo>
                    <a:pt x="5966" y="458"/>
                    <a:pt x="8417" y="502"/>
                    <a:pt x="10869" y="502"/>
                  </a:cubicBezTo>
                  <a:cubicBezTo>
                    <a:pt x="14985" y="502"/>
                    <a:pt x="19107" y="377"/>
                    <a:pt x="23209" y="206"/>
                  </a:cubicBezTo>
                  <a:cubicBezTo>
                    <a:pt x="23333" y="206"/>
                    <a:pt x="23336" y="1"/>
                    <a:pt x="232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 name="Google Shape;1821;p70"/>
          <p:cNvSpPr/>
          <p:nvPr/>
        </p:nvSpPr>
        <p:spPr>
          <a:xfrm rot="173206">
            <a:off x="3875367" y="3753561"/>
            <a:ext cx="1393337" cy="735422"/>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1822" name="Google Shape;1822;p70"/>
          <p:cNvSpPr txBox="1"/>
          <p:nvPr>
            <p:ph type="title"/>
          </p:nvPr>
        </p:nvSpPr>
        <p:spPr>
          <a:xfrm>
            <a:off x="2848650" y="1984588"/>
            <a:ext cx="3446700" cy="45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Look into my eyes</a:t>
            </a:r>
            <a:endParaRPr/>
          </a:p>
        </p:txBody>
      </p:sp>
      <p:sp>
        <p:nvSpPr>
          <p:cNvPr id="1823" name="Google Shape;1823;p70"/>
          <p:cNvSpPr txBox="1"/>
          <p:nvPr>
            <p:ph idx="1" type="subTitle"/>
          </p:nvPr>
        </p:nvSpPr>
        <p:spPr>
          <a:xfrm>
            <a:off x="3923100" y="3825325"/>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a:p>
        </p:txBody>
      </p:sp>
      <p:sp>
        <p:nvSpPr>
          <p:cNvPr id="1824" name="Google Shape;1824;p70"/>
          <p:cNvSpPr txBox="1"/>
          <p:nvPr>
            <p:ph idx="2" type="subTitle"/>
          </p:nvPr>
        </p:nvSpPr>
        <p:spPr>
          <a:xfrm>
            <a:off x="3041400" y="2839138"/>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825" name="Google Shape;1825;p70"/>
          <p:cNvGrpSpPr/>
          <p:nvPr/>
        </p:nvGrpSpPr>
        <p:grpSpPr>
          <a:xfrm>
            <a:off x="713184" y="4691184"/>
            <a:ext cx="7726459" cy="369843"/>
            <a:chOff x="713184" y="4691184"/>
            <a:chExt cx="7726459" cy="369843"/>
          </a:xfrm>
        </p:grpSpPr>
        <p:sp>
          <p:nvSpPr>
            <p:cNvPr id="1826" name="Google Shape;1826;p70"/>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827" name="Google Shape;1827;p70"/>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0"/>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0">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
        <p:nvSpPr>
          <p:cNvPr id="1830" name="Google Shape;1830;p70"/>
          <p:cNvSpPr txBox="1"/>
          <p:nvPr>
            <p:ph idx="3" type="title"/>
          </p:nvPr>
        </p:nvSpPr>
        <p:spPr>
          <a:xfrm>
            <a:off x="3196050" y="540025"/>
            <a:ext cx="2751900" cy="120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831" name="Google Shape;1831;p70"/>
          <p:cNvGrpSpPr/>
          <p:nvPr/>
        </p:nvGrpSpPr>
        <p:grpSpPr>
          <a:xfrm rot="-611739">
            <a:off x="7466722" y="3288184"/>
            <a:ext cx="1050286" cy="496515"/>
            <a:chOff x="6495976" y="3401625"/>
            <a:chExt cx="738622" cy="349178"/>
          </a:xfrm>
        </p:grpSpPr>
        <p:sp>
          <p:nvSpPr>
            <p:cNvPr id="1832" name="Google Shape;1832;p70"/>
            <p:cNvSpPr/>
            <p:nvPr/>
          </p:nvSpPr>
          <p:spPr>
            <a:xfrm>
              <a:off x="6495976" y="3458697"/>
              <a:ext cx="391767" cy="292107"/>
            </a:xfrm>
            <a:custGeom>
              <a:rect b="b" l="l" r="r" t="t"/>
              <a:pathLst>
                <a:path extrusionOk="0" h="3245" w="4352">
                  <a:moveTo>
                    <a:pt x="2060" y="152"/>
                  </a:moveTo>
                  <a:cubicBezTo>
                    <a:pt x="2782" y="152"/>
                    <a:pt x="3326" y="671"/>
                    <a:pt x="3488" y="1414"/>
                  </a:cubicBezTo>
                  <a:cubicBezTo>
                    <a:pt x="3712" y="2399"/>
                    <a:pt x="2941" y="3043"/>
                    <a:pt x="2024" y="3092"/>
                  </a:cubicBezTo>
                  <a:cubicBezTo>
                    <a:pt x="1990" y="3094"/>
                    <a:pt x="1955" y="3095"/>
                    <a:pt x="1921" y="3095"/>
                  </a:cubicBezTo>
                  <a:cubicBezTo>
                    <a:pt x="204" y="3095"/>
                    <a:pt x="1" y="469"/>
                    <a:pt x="1735" y="186"/>
                  </a:cubicBezTo>
                  <a:lnTo>
                    <a:pt x="1735" y="186"/>
                  </a:lnTo>
                  <a:cubicBezTo>
                    <a:pt x="1737" y="185"/>
                    <a:pt x="1739" y="185"/>
                    <a:pt x="1742" y="185"/>
                  </a:cubicBezTo>
                  <a:lnTo>
                    <a:pt x="1742" y="185"/>
                  </a:lnTo>
                  <a:cubicBezTo>
                    <a:pt x="1742" y="185"/>
                    <a:pt x="1742" y="185"/>
                    <a:pt x="1742" y="185"/>
                  </a:cubicBezTo>
                  <a:cubicBezTo>
                    <a:pt x="1851" y="163"/>
                    <a:pt x="1957" y="152"/>
                    <a:pt x="2060" y="152"/>
                  </a:cubicBezTo>
                  <a:close/>
                  <a:moveTo>
                    <a:pt x="2064" y="0"/>
                  </a:moveTo>
                  <a:cubicBezTo>
                    <a:pt x="1949" y="0"/>
                    <a:pt x="1828" y="12"/>
                    <a:pt x="1703" y="38"/>
                  </a:cubicBezTo>
                  <a:cubicBezTo>
                    <a:pt x="834" y="146"/>
                    <a:pt x="229" y="955"/>
                    <a:pt x="356" y="1823"/>
                  </a:cubicBezTo>
                  <a:cubicBezTo>
                    <a:pt x="480" y="2727"/>
                    <a:pt x="1175" y="3244"/>
                    <a:pt x="2025" y="3244"/>
                  </a:cubicBezTo>
                  <a:cubicBezTo>
                    <a:pt x="2111" y="3244"/>
                    <a:pt x="2199" y="3239"/>
                    <a:pt x="2288" y="3228"/>
                  </a:cubicBezTo>
                  <a:cubicBezTo>
                    <a:pt x="4351" y="2981"/>
                    <a:pt x="3872" y="0"/>
                    <a:pt x="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0"/>
            <p:cNvSpPr/>
            <p:nvPr/>
          </p:nvSpPr>
          <p:spPr>
            <a:xfrm>
              <a:off x="6541707" y="3491913"/>
              <a:ext cx="296976" cy="225134"/>
            </a:xfrm>
            <a:custGeom>
              <a:rect b="b" l="l" r="r" t="t"/>
              <a:pathLst>
                <a:path extrusionOk="0" h="2501" w="3299">
                  <a:moveTo>
                    <a:pt x="1545" y="160"/>
                  </a:moveTo>
                  <a:cubicBezTo>
                    <a:pt x="2079" y="160"/>
                    <a:pt x="2481" y="550"/>
                    <a:pt x="2609" y="1103"/>
                  </a:cubicBezTo>
                  <a:cubicBezTo>
                    <a:pt x="2765" y="1835"/>
                    <a:pt x="2190" y="2313"/>
                    <a:pt x="1516" y="2352"/>
                  </a:cubicBezTo>
                  <a:cubicBezTo>
                    <a:pt x="1491" y="2353"/>
                    <a:pt x="1465" y="2354"/>
                    <a:pt x="1441" y="2354"/>
                  </a:cubicBezTo>
                  <a:cubicBezTo>
                    <a:pt x="147" y="2354"/>
                    <a:pt x="1" y="403"/>
                    <a:pt x="1296" y="187"/>
                  </a:cubicBezTo>
                  <a:lnTo>
                    <a:pt x="1296" y="187"/>
                  </a:lnTo>
                  <a:cubicBezTo>
                    <a:pt x="1298" y="187"/>
                    <a:pt x="1300" y="187"/>
                    <a:pt x="1302" y="186"/>
                  </a:cubicBezTo>
                  <a:lnTo>
                    <a:pt x="1302" y="186"/>
                  </a:lnTo>
                  <a:cubicBezTo>
                    <a:pt x="1302" y="186"/>
                    <a:pt x="1302" y="186"/>
                    <a:pt x="1302" y="186"/>
                  </a:cubicBezTo>
                  <a:cubicBezTo>
                    <a:pt x="1302" y="186"/>
                    <a:pt x="1303" y="186"/>
                    <a:pt x="1303" y="186"/>
                  </a:cubicBezTo>
                  <a:lnTo>
                    <a:pt x="1303" y="186"/>
                  </a:lnTo>
                  <a:cubicBezTo>
                    <a:pt x="1386" y="169"/>
                    <a:pt x="1467" y="160"/>
                    <a:pt x="1545" y="160"/>
                  </a:cubicBezTo>
                  <a:close/>
                  <a:moveTo>
                    <a:pt x="1540" y="1"/>
                  </a:moveTo>
                  <a:cubicBezTo>
                    <a:pt x="1452" y="1"/>
                    <a:pt x="1359" y="10"/>
                    <a:pt x="1263" y="30"/>
                  </a:cubicBezTo>
                  <a:cubicBezTo>
                    <a:pt x="590" y="118"/>
                    <a:pt x="131" y="742"/>
                    <a:pt x="229" y="1406"/>
                  </a:cubicBezTo>
                  <a:cubicBezTo>
                    <a:pt x="326" y="2106"/>
                    <a:pt x="859" y="2501"/>
                    <a:pt x="1512" y="2501"/>
                  </a:cubicBezTo>
                  <a:cubicBezTo>
                    <a:pt x="1578" y="2501"/>
                    <a:pt x="1644" y="2497"/>
                    <a:pt x="1712" y="2489"/>
                  </a:cubicBezTo>
                  <a:cubicBezTo>
                    <a:pt x="3298" y="2305"/>
                    <a:pt x="2928" y="1"/>
                    <a:pt x="1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0"/>
            <p:cNvSpPr/>
            <p:nvPr/>
          </p:nvSpPr>
          <p:spPr>
            <a:xfrm>
              <a:off x="6842020" y="3401625"/>
              <a:ext cx="392577" cy="292107"/>
            </a:xfrm>
            <a:custGeom>
              <a:rect b="b" l="l" r="r" t="t"/>
              <a:pathLst>
                <a:path extrusionOk="0" h="3245" w="4361">
                  <a:moveTo>
                    <a:pt x="2070" y="152"/>
                  </a:moveTo>
                  <a:cubicBezTo>
                    <a:pt x="2792" y="152"/>
                    <a:pt x="3335" y="670"/>
                    <a:pt x="3497" y="1404"/>
                  </a:cubicBezTo>
                  <a:cubicBezTo>
                    <a:pt x="3722" y="2389"/>
                    <a:pt x="2951" y="3033"/>
                    <a:pt x="2034" y="3092"/>
                  </a:cubicBezTo>
                  <a:cubicBezTo>
                    <a:pt x="1999" y="3094"/>
                    <a:pt x="1964" y="3095"/>
                    <a:pt x="1930" y="3095"/>
                  </a:cubicBezTo>
                  <a:cubicBezTo>
                    <a:pt x="203" y="3095"/>
                    <a:pt x="1" y="469"/>
                    <a:pt x="1744" y="186"/>
                  </a:cubicBezTo>
                  <a:lnTo>
                    <a:pt x="1744" y="186"/>
                  </a:lnTo>
                  <a:cubicBezTo>
                    <a:pt x="1746" y="185"/>
                    <a:pt x="1749" y="185"/>
                    <a:pt x="1751" y="184"/>
                  </a:cubicBezTo>
                  <a:lnTo>
                    <a:pt x="1751" y="184"/>
                  </a:lnTo>
                  <a:cubicBezTo>
                    <a:pt x="1751" y="184"/>
                    <a:pt x="1751" y="184"/>
                    <a:pt x="1751" y="184"/>
                  </a:cubicBezTo>
                  <a:cubicBezTo>
                    <a:pt x="1861" y="163"/>
                    <a:pt x="1967" y="152"/>
                    <a:pt x="2070" y="152"/>
                  </a:cubicBezTo>
                  <a:close/>
                  <a:moveTo>
                    <a:pt x="2072" y="0"/>
                  </a:moveTo>
                  <a:cubicBezTo>
                    <a:pt x="1970" y="0"/>
                    <a:pt x="1863" y="10"/>
                    <a:pt x="1752" y="30"/>
                  </a:cubicBezTo>
                  <a:lnTo>
                    <a:pt x="1752" y="30"/>
                  </a:lnTo>
                  <a:cubicBezTo>
                    <a:pt x="1745" y="28"/>
                    <a:pt x="1737" y="27"/>
                    <a:pt x="1729" y="27"/>
                  </a:cubicBezTo>
                  <a:cubicBezTo>
                    <a:pt x="1723" y="27"/>
                    <a:pt x="1718" y="27"/>
                    <a:pt x="1712" y="28"/>
                  </a:cubicBezTo>
                  <a:lnTo>
                    <a:pt x="1712" y="38"/>
                  </a:lnTo>
                  <a:cubicBezTo>
                    <a:pt x="844" y="145"/>
                    <a:pt x="229" y="955"/>
                    <a:pt x="356" y="1823"/>
                  </a:cubicBezTo>
                  <a:cubicBezTo>
                    <a:pt x="489" y="2727"/>
                    <a:pt x="1185" y="3244"/>
                    <a:pt x="2034" y="3244"/>
                  </a:cubicBezTo>
                  <a:cubicBezTo>
                    <a:pt x="2121" y="3244"/>
                    <a:pt x="2208" y="3239"/>
                    <a:pt x="2297" y="3228"/>
                  </a:cubicBezTo>
                  <a:cubicBezTo>
                    <a:pt x="4361" y="2981"/>
                    <a:pt x="3872" y="0"/>
                    <a:pt x="2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0"/>
            <p:cNvSpPr/>
            <p:nvPr/>
          </p:nvSpPr>
          <p:spPr>
            <a:xfrm>
              <a:off x="6888651" y="3435022"/>
              <a:ext cx="297156" cy="224954"/>
            </a:xfrm>
            <a:custGeom>
              <a:rect b="b" l="l" r="r" t="t"/>
              <a:pathLst>
                <a:path extrusionOk="0" h="2499" w="3301">
                  <a:moveTo>
                    <a:pt x="1544" y="158"/>
                  </a:moveTo>
                  <a:cubicBezTo>
                    <a:pt x="2079" y="158"/>
                    <a:pt x="2480" y="548"/>
                    <a:pt x="2599" y="1101"/>
                  </a:cubicBezTo>
                  <a:cubicBezTo>
                    <a:pt x="2765" y="1833"/>
                    <a:pt x="2189" y="2311"/>
                    <a:pt x="1506" y="2350"/>
                  </a:cubicBezTo>
                  <a:cubicBezTo>
                    <a:pt x="1481" y="2351"/>
                    <a:pt x="1456" y="2352"/>
                    <a:pt x="1431" y="2352"/>
                  </a:cubicBezTo>
                  <a:cubicBezTo>
                    <a:pt x="147" y="2352"/>
                    <a:pt x="0" y="393"/>
                    <a:pt x="1294" y="185"/>
                  </a:cubicBezTo>
                  <a:lnTo>
                    <a:pt x="1294" y="185"/>
                  </a:lnTo>
                  <a:cubicBezTo>
                    <a:pt x="1296" y="185"/>
                    <a:pt x="1299" y="185"/>
                    <a:pt x="1301" y="184"/>
                  </a:cubicBezTo>
                  <a:lnTo>
                    <a:pt x="1301" y="184"/>
                  </a:lnTo>
                  <a:cubicBezTo>
                    <a:pt x="1301" y="184"/>
                    <a:pt x="1301" y="184"/>
                    <a:pt x="1301" y="184"/>
                  </a:cubicBezTo>
                  <a:cubicBezTo>
                    <a:pt x="1302" y="184"/>
                    <a:pt x="1302" y="184"/>
                    <a:pt x="1303" y="184"/>
                  </a:cubicBezTo>
                  <a:lnTo>
                    <a:pt x="1303" y="184"/>
                  </a:lnTo>
                  <a:cubicBezTo>
                    <a:pt x="1386" y="167"/>
                    <a:pt x="1466" y="158"/>
                    <a:pt x="1544" y="158"/>
                  </a:cubicBezTo>
                  <a:close/>
                  <a:moveTo>
                    <a:pt x="1533" y="0"/>
                  </a:moveTo>
                  <a:cubicBezTo>
                    <a:pt x="1447" y="0"/>
                    <a:pt x="1356" y="9"/>
                    <a:pt x="1262" y="28"/>
                  </a:cubicBezTo>
                  <a:cubicBezTo>
                    <a:pt x="589" y="126"/>
                    <a:pt x="121" y="740"/>
                    <a:pt x="218" y="1404"/>
                  </a:cubicBezTo>
                  <a:cubicBezTo>
                    <a:pt x="316" y="2104"/>
                    <a:pt x="857" y="2498"/>
                    <a:pt x="1511" y="2498"/>
                  </a:cubicBezTo>
                  <a:cubicBezTo>
                    <a:pt x="1577" y="2498"/>
                    <a:pt x="1644" y="2494"/>
                    <a:pt x="1711" y="2486"/>
                  </a:cubicBezTo>
                  <a:cubicBezTo>
                    <a:pt x="3300" y="2303"/>
                    <a:pt x="2926" y="0"/>
                    <a:pt x="15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0"/>
            <p:cNvSpPr/>
            <p:nvPr/>
          </p:nvSpPr>
          <p:spPr>
            <a:xfrm>
              <a:off x="6802410" y="3529811"/>
              <a:ext cx="85249" cy="32316"/>
            </a:xfrm>
            <a:custGeom>
              <a:rect b="b" l="l" r="r" t="t"/>
              <a:pathLst>
                <a:path extrusionOk="0" h="359" w="947">
                  <a:moveTo>
                    <a:pt x="521" y="1"/>
                  </a:moveTo>
                  <a:cubicBezTo>
                    <a:pt x="345" y="1"/>
                    <a:pt x="170" y="76"/>
                    <a:pt x="45" y="224"/>
                  </a:cubicBezTo>
                  <a:cubicBezTo>
                    <a:pt x="1" y="283"/>
                    <a:pt x="51" y="358"/>
                    <a:pt x="103" y="358"/>
                  </a:cubicBezTo>
                  <a:cubicBezTo>
                    <a:pt x="120" y="358"/>
                    <a:pt x="138" y="350"/>
                    <a:pt x="152" y="331"/>
                  </a:cubicBezTo>
                  <a:cubicBezTo>
                    <a:pt x="250" y="216"/>
                    <a:pt x="390" y="155"/>
                    <a:pt x="529" y="155"/>
                  </a:cubicBezTo>
                  <a:cubicBezTo>
                    <a:pt x="626" y="155"/>
                    <a:pt x="722" y="184"/>
                    <a:pt x="806" y="243"/>
                  </a:cubicBezTo>
                  <a:cubicBezTo>
                    <a:pt x="823" y="256"/>
                    <a:pt x="839" y="262"/>
                    <a:pt x="853" y="262"/>
                  </a:cubicBezTo>
                  <a:cubicBezTo>
                    <a:pt x="914" y="262"/>
                    <a:pt x="947" y="164"/>
                    <a:pt x="884" y="116"/>
                  </a:cubicBezTo>
                  <a:cubicBezTo>
                    <a:pt x="774" y="39"/>
                    <a:pt x="647" y="1"/>
                    <a:pt x="5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0"/>
            <p:cNvSpPr/>
            <p:nvPr/>
          </p:nvSpPr>
          <p:spPr>
            <a:xfrm>
              <a:off x="6808532" y="3561947"/>
              <a:ext cx="80658" cy="23315"/>
            </a:xfrm>
            <a:custGeom>
              <a:rect b="b" l="l" r="r" t="t"/>
              <a:pathLst>
                <a:path extrusionOk="0" h="259" w="896">
                  <a:moveTo>
                    <a:pt x="501" y="1"/>
                  </a:moveTo>
                  <a:cubicBezTo>
                    <a:pt x="353" y="1"/>
                    <a:pt x="205" y="41"/>
                    <a:pt x="74" y="120"/>
                  </a:cubicBezTo>
                  <a:cubicBezTo>
                    <a:pt x="0" y="162"/>
                    <a:pt x="44" y="258"/>
                    <a:pt x="112" y="258"/>
                  </a:cubicBezTo>
                  <a:cubicBezTo>
                    <a:pt x="125" y="258"/>
                    <a:pt x="139" y="255"/>
                    <a:pt x="152" y="247"/>
                  </a:cubicBezTo>
                  <a:cubicBezTo>
                    <a:pt x="254" y="188"/>
                    <a:pt x="371" y="159"/>
                    <a:pt x="489" y="159"/>
                  </a:cubicBezTo>
                  <a:cubicBezTo>
                    <a:pt x="586" y="159"/>
                    <a:pt x="685" y="178"/>
                    <a:pt x="777" y="218"/>
                  </a:cubicBezTo>
                  <a:cubicBezTo>
                    <a:pt x="785" y="221"/>
                    <a:pt x="792" y="222"/>
                    <a:pt x="799" y="222"/>
                  </a:cubicBezTo>
                  <a:cubicBezTo>
                    <a:pt x="871" y="222"/>
                    <a:pt x="896" y="97"/>
                    <a:pt x="816" y="62"/>
                  </a:cubicBezTo>
                  <a:cubicBezTo>
                    <a:pt x="714" y="21"/>
                    <a:pt x="607"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0"/>
            <p:cNvSpPr/>
            <p:nvPr/>
          </p:nvSpPr>
          <p:spPr>
            <a:xfrm>
              <a:off x="6638300" y="3534942"/>
              <a:ext cx="81108" cy="146278"/>
            </a:xfrm>
            <a:custGeom>
              <a:rect b="b" l="l" r="r" t="t"/>
              <a:pathLst>
                <a:path extrusionOk="0" h="1625" w="901">
                  <a:moveTo>
                    <a:pt x="805" y="0"/>
                  </a:moveTo>
                  <a:cubicBezTo>
                    <a:pt x="774" y="0"/>
                    <a:pt x="742" y="15"/>
                    <a:pt x="726" y="50"/>
                  </a:cubicBezTo>
                  <a:cubicBezTo>
                    <a:pt x="522" y="547"/>
                    <a:pt x="248" y="1016"/>
                    <a:pt x="34" y="1503"/>
                  </a:cubicBezTo>
                  <a:cubicBezTo>
                    <a:pt x="0" y="1564"/>
                    <a:pt x="54" y="1624"/>
                    <a:pt x="104" y="1624"/>
                  </a:cubicBezTo>
                  <a:cubicBezTo>
                    <a:pt x="127" y="1624"/>
                    <a:pt x="148" y="1612"/>
                    <a:pt x="161" y="1581"/>
                  </a:cubicBezTo>
                  <a:cubicBezTo>
                    <a:pt x="385" y="1074"/>
                    <a:pt x="668" y="596"/>
                    <a:pt x="882" y="89"/>
                  </a:cubicBezTo>
                  <a:cubicBezTo>
                    <a:pt x="900" y="36"/>
                    <a:pt x="853" y="0"/>
                    <a:pt x="8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0"/>
            <p:cNvSpPr/>
            <p:nvPr/>
          </p:nvSpPr>
          <p:spPr>
            <a:xfrm>
              <a:off x="6614535" y="3537642"/>
              <a:ext cx="58873" cy="100099"/>
            </a:xfrm>
            <a:custGeom>
              <a:rect b="b" l="l" r="r" t="t"/>
              <a:pathLst>
                <a:path extrusionOk="0" h="1112" w="654">
                  <a:moveTo>
                    <a:pt x="555" y="0"/>
                  </a:moveTo>
                  <a:cubicBezTo>
                    <a:pt x="525" y="0"/>
                    <a:pt x="494" y="15"/>
                    <a:pt x="483" y="49"/>
                  </a:cubicBezTo>
                  <a:cubicBezTo>
                    <a:pt x="356" y="371"/>
                    <a:pt x="200" y="683"/>
                    <a:pt x="34" y="986"/>
                  </a:cubicBezTo>
                  <a:cubicBezTo>
                    <a:pt x="0" y="1053"/>
                    <a:pt x="56" y="1112"/>
                    <a:pt x="106" y="1112"/>
                  </a:cubicBezTo>
                  <a:cubicBezTo>
                    <a:pt x="128" y="1112"/>
                    <a:pt x="149" y="1100"/>
                    <a:pt x="161" y="1073"/>
                  </a:cubicBezTo>
                  <a:cubicBezTo>
                    <a:pt x="337" y="751"/>
                    <a:pt x="493" y="429"/>
                    <a:pt x="629" y="98"/>
                  </a:cubicBezTo>
                  <a:cubicBezTo>
                    <a:pt x="653" y="38"/>
                    <a:pt x="604" y="0"/>
                    <a:pt x="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0"/>
            <p:cNvSpPr/>
            <p:nvPr/>
          </p:nvSpPr>
          <p:spPr>
            <a:xfrm>
              <a:off x="6688263" y="3567618"/>
              <a:ext cx="60583" cy="97669"/>
            </a:xfrm>
            <a:custGeom>
              <a:rect b="b" l="l" r="r" t="t"/>
              <a:pathLst>
                <a:path extrusionOk="0" h="1085" w="673">
                  <a:moveTo>
                    <a:pt x="573" y="1"/>
                  </a:moveTo>
                  <a:cubicBezTo>
                    <a:pt x="539" y="1"/>
                    <a:pt x="505" y="18"/>
                    <a:pt x="493" y="57"/>
                  </a:cubicBezTo>
                  <a:cubicBezTo>
                    <a:pt x="376" y="370"/>
                    <a:pt x="220" y="682"/>
                    <a:pt x="35" y="965"/>
                  </a:cubicBezTo>
                  <a:cubicBezTo>
                    <a:pt x="0" y="1027"/>
                    <a:pt x="59" y="1085"/>
                    <a:pt x="114" y="1085"/>
                  </a:cubicBezTo>
                  <a:cubicBezTo>
                    <a:pt x="136" y="1085"/>
                    <a:pt x="157" y="1075"/>
                    <a:pt x="171" y="1052"/>
                  </a:cubicBezTo>
                  <a:cubicBezTo>
                    <a:pt x="366" y="750"/>
                    <a:pt x="523" y="428"/>
                    <a:pt x="649" y="96"/>
                  </a:cubicBezTo>
                  <a:cubicBezTo>
                    <a:pt x="673" y="38"/>
                    <a:pt x="623"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0"/>
            <p:cNvSpPr/>
            <p:nvPr/>
          </p:nvSpPr>
          <p:spPr>
            <a:xfrm>
              <a:off x="6984975" y="3477871"/>
              <a:ext cx="80928" cy="146458"/>
            </a:xfrm>
            <a:custGeom>
              <a:rect b="b" l="l" r="r" t="t"/>
              <a:pathLst>
                <a:path extrusionOk="0" h="1627" w="899">
                  <a:moveTo>
                    <a:pt x="807" y="0"/>
                  </a:moveTo>
                  <a:cubicBezTo>
                    <a:pt x="776" y="0"/>
                    <a:pt x="744" y="15"/>
                    <a:pt x="729" y="50"/>
                  </a:cubicBezTo>
                  <a:cubicBezTo>
                    <a:pt x="524" y="547"/>
                    <a:pt x="251" y="1015"/>
                    <a:pt x="26" y="1503"/>
                  </a:cubicBezTo>
                  <a:cubicBezTo>
                    <a:pt x="0" y="1569"/>
                    <a:pt x="54" y="1626"/>
                    <a:pt x="104" y="1626"/>
                  </a:cubicBezTo>
                  <a:cubicBezTo>
                    <a:pt x="127" y="1626"/>
                    <a:pt x="150" y="1613"/>
                    <a:pt x="163" y="1581"/>
                  </a:cubicBezTo>
                  <a:cubicBezTo>
                    <a:pt x="387" y="1084"/>
                    <a:pt x="661" y="606"/>
                    <a:pt x="875" y="89"/>
                  </a:cubicBezTo>
                  <a:cubicBezTo>
                    <a:pt x="899" y="35"/>
                    <a:pt x="854" y="0"/>
                    <a:pt x="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0"/>
            <p:cNvSpPr/>
            <p:nvPr/>
          </p:nvSpPr>
          <p:spPr>
            <a:xfrm>
              <a:off x="6961209" y="3480481"/>
              <a:ext cx="59053" cy="100189"/>
            </a:xfrm>
            <a:custGeom>
              <a:rect b="b" l="l" r="r" t="t"/>
              <a:pathLst>
                <a:path extrusionOk="0" h="1113" w="656">
                  <a:moveTo>
                    <a:pt x="558" y="1"/>
                  </a:moveTo>
                  <a:cubicBezTo>
                    <a:pt x="527" y="1"/>
                    <a:pt x="497" y="16"/>
                    <a:pt x="486" y="50"/>
                  </a:cubicBezTo>
                  <a:cubicBezTo>
                    <a:pt x="349" y="372"/>
                    <a:pt x="203" y="684"/>
                    <a:pt x="27" y="996"/>
                  </a:cubicBezTo>
                  <a:cubicBezTo>
                    <a:pt x="0" y="1057"/>
                    <a:pt x="52" y="1113"/>
                    <a:pt x="103" y="1113"/>
                  </a:cubicBezTo>
                  <a:cubicBezTo>
                    <a:pt x="126" y="1113"/>
                    <a:pt x="148" y="1101"/>
                    <a:pt x="164" y="1074"/>
                  </a:cubicBezTo>
                  <a:cubicBezTo>
                    <a:pt x="339" y="752"/>
                    <a:pt x="495" y="430"/>
                    <a:pt x="632" y="99"/>
                  </a:cubicBezTo>
                  <a:cubicBezTo>
                    <a:pt x="656" y="39"/>
                    <a:pt x="606" y="1"/>
                    <a:pt x="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0"/>
            <p:cNvSpPr/>
            <p:nvPr/>
          </p:nvSpPr>
          <p:spPr>
            <a:xfrm>
              <a:off x="7035117" y="3510547"/>
              <a:ext cx="60133" cy="97669"/>
            </a:xfrm>
            <a:custGeom>
              <a:rect b="b" l="l" r="r" t="t"/>
              <a:pathLst>
                <a:path extrusionOk="0" h="1085" w="668">
                  <a:moveTo>
                    <a:pt x="575" y="1"/>
                  </a:moveTo>
                  <a:cubicBezTo>
                    <a:pt x="543" y="1"/>
                    <a:pt x="510" y="18"/>
                    <a:pt x="494" y="57"/>
                  </a:cubicBezTo>
                  <a:cubicBezTo>
                    <a:pt x="377" y="369"/>
                    <a:pt x="221" y="682"/>
                    <a:pt x="35" y="974"/>
                  </a:cubicBezTo>
                  <a:cubicBezTo>
                    <a:pt x="1" y="1030"/>
                    <a:pt x="59" y="1085"/>
                    <a:pt x="113" y="1085"/>
                  </a:cubicBezTo>
                  <a:cubicBezTo>
                    <a:pt x="136" y="1085"/>
                    <a:pt x="158" y="1075"/>
                    <a:pt x="172" y="1052"/>
                  </a:cubicBezTo>
                  <a:cubicBezTo>
                    <a:pt x="357" y="750"/>
                    <a:pt x="523" y="428"/>
                    <a:pt x="650" y="96"/>
                  </a:cubicBezTo>
                  <a:cubicBezTo>
                    <a:pt x="667" y="38"/>
                    <a:pt x="622" y="1"/>
                    <a:pt x="5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70"/>
          <p:cNvGrpSpPr/>
          <p:nvPr/>
        </p:nvGrpSpPr>
        <p:grpSpPr>
          <a:xfrm>
            <a:off x="1124154" y="3070676"/>
            <a:ext cx="629726" cy="648282"/>
            <a:chOff x="889765" y="2908025"/>
            <a:chExt cx="517102" cy="532339"/>
          </a:xfrm>
        </p:grpSpPr>
        <p:sp>
          <p:nvSpPr>
            <p:cNvPr id="1845" name="Google Shape;1845;p70"/>
            <p:cNvSpPr/>
            <p:nvPr/>
          </p:nvSpPr>
          <p:spPr>
            <a:xfrm rot="-871945">
              <a:off x="1015900" y="2944580"/>
              <a:ext cx="332818" cy="325129"/>
            </a:xfrm>
            <a:custGeom>
              <a:rect b="b" l="l" r="r" t="t"/>
              <a:pathLst>
                <a:path extrusionOk="0" h="3594" w="3679">
                  <a:moveTo>
                    <a:pt x="1230" y="166"/>
                  </a:moveTo>
                  <a:cubicBezTo>
                    <a:pt x="1945" y="166"/>
                    <a:pt x="2660" y="179"/>
                    <a:pt x="3376" y="179"/>
                  </a:cubicBezTo>
                  <a:cubicBezTo>
                    <a:pt x="3610" y="179"/>
                    <a:pt x="3464" y="257"/>
                    <a:pt x="3473" y="510"/>
                  </a:cubicBezTo>
                  <a:cubicBezTo>
                    <a:pt x="3493" y="959"/>
                    <a:pt x="3493" y="1418"/>
                    <a:pt x="3493" y="1876"/>
                  </a:cubicBezTo>
                  <a:cubicBezTo>
                    <a:pt x="3493" y="2276"/>
                    <a:pt x="3493" y="2686"/>
                    <a:pt x="3483" y="3086"/>
                  </a:cubicBezTo>
                  <a:cubicBezTo>
                    <a:pt x="3483" y="3193"/>
                    <a:pt x="3522" y="3437"/>
                    <a:pt x="3415" y="3437"/>
                  </a:cubicBezTo>
                  <a:lnTo>
                    <a:pt x="322" y="3437"/>
                  </a:lnTo>
                  <a:cubicBezTo>
                    <a:pt x="311" y="3437"/>
                    <a:pt x="303" y="3438"/>
                    <a:pt x="297" y="3439"/>
                  </a:cubicBezTo>
                  <a:lnTo>
                    <a:pt x="297" y="3439"/>
                  </a:lnTo>
                  <a:cubicBezTo>
                    <a:pt x="304" y="3429"/>
                    <a:pt x="309" y="3408"/>
                    <a:pt x="303" y="3369"/>
                  </a:cubicBezTo>
                  <a:cubicBezTo>
                    <a:pt x="160" y="2333"/>
                    <a:pt x="240" y="1233"/>
                    <a:pt x="244" y="176"/>
                  </a:cubicBezTo>
                  <a:lnTo>
                    <a:pt x="244" y="176"/>
                  </a:lnTo>
                  <a:cubicBezTo>
                    <a:pt x="573" y="168"/>
                    <a:pt x="901" y="166"/>
                    <a:pt x="1230" y="166"/>
                  </a:cubicBezTo>
                  <a:close/>
                  <a:moveTo>
                    <a:pt x="1584" y="0"/>
                  </a:moveTo>
                  <a:cubicBezTo>
                    <a:pt x="1121" y="0"/>
                    <a:pt x="660" y="6"/>
                    <a:pt x="201" y="21"/>
                  </a:cubicBezTo>
                  <a:lnTo>
                    <a:pt x="201" y="21"/>
                  </a:lnTo>
                  <a:cubicBezTo>
                    <a:pt x="188" y="14"/>
                    <a:pt x="173" y="10"/>
                    <a:pt x="159" y="10"/>
                  </a:cubicBezTo>
                  <a:cubicBezTo>
                    <a:pt x="125" y="10"/>
                    <a:pt x="93" y="30"/>
                    <a:pt x="88" y="71"/>
                  </a:cubicBezTo>
                  <a:lnTo>
                    <a:pt x="88" y="71"/>
                  </a:lnTo>
                  <a:cubicBezTo>
                    <a:pt x="82" y="89"/>
                    <a:pt x="82" y="111"/>
                    <a:pt x="88" y="130"/>
                  </a:cubicBezTo>
                  <a:lnTo>
                    <a:pt x="88" y="130"/>
                  </a:lnTo>
                  <a:cubicBezTo>
                    <a:pt x="88" y="790"/>
                    <a:pt x="88" y="1441"/>
                    <a:pt x="98" y="2110"/>
                  </a:cubicBezTo>
                  <a:cubicBezTo>
                    <a:pt x="98" y="2520"/>
                    <a:pt x="0" y="3174"/>
                    <a:pt x="186" y="3554"/>
                  </a:cubicBezTo>
                  <a:cubicBezTo>
                    <a:pt x="205" y="3583"/>
                    <a:pt x="225" y="3593"/>
                    <a:pt x="254" y="3593"/>
                  </a:cubicBezTo>
                  <a:lnTo>
                    <a:pt x="3542" y="3593"/>
                  </a:lnTo>
                  <a:cubicBezTo>
                    <a:pt x="3581" y="3593"/>
                    <a:pt x="3610" y="3564"/>
                    <a:pt x="3620" y="3515"/>
                  </a:cubicBezTo>
                  <a:cubicBezTo>
                    <a:pt x="3678" y="2374"/>
                    <a:pt x="3678" y="1232"/>
                    <a:pt x="3620" y="101"/>
                  </a:cubicBezTo>
                  <a:cubicBezTo>
                    <a:pt x="3610" y="52"/>
                    <a:pt x="3581" y="23"/>
                    <a:pt x="3542" y="23"/>
                  </a:cubicBezTo>
                  <a:cubicBezTo>
                    <a:pt x="2888" y="11"/>
                    <a:pt x="2235" y="0"/>
                    <a:pt x="1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0"/>
            <p:cNvSpPr/>
            <p:nvPr/>
          </p:nvSpPr>
          <p:spPr>
            <a:xfrm rot="-871945">
              <a:off x="948516" y="3078679"/>
              <a:ext cx="332818" cy="325129"/>
            </a:xfrm>
            <a:custGeom>
              <a:rect b="b" l="l" r="r" t="t"/>
              <a:pathLst>
                <a:path extrusionOk="0" h="3594" w="3679">
                  <a:moveTo>
                    <a:pt x="1230" y="166"/>
                  </a:moveTo>
                  <a:cubicBezTo>
                    <a:pt x="1945" y="166"/>
                    <a:pt x="2661" y="179"/>
                    <a:pt x="3376" y="179"/>
                  </a:cubicBezTo>
                  <a:cubicBezTo>
                    <a:pt x="3610" y="179"/>
                    <a:pt x="3464" y="257"/>
                    <a:pt x="3474" y="511"/>
                  </a:cubicBezTo>
                  <a:cubicBezTo>
                    <a:pt x="3493" y="960"/>
                    <a:pt x="3493" y="1418"/>
                    <a:pt x="3493" y="1877"/>
                  </a:cubicBezTo>
                  <a:cubicBezTo>
                    <a:pt x="3493" y="2277"/>
                    <a:pt x="3493" y="2687"/>
                    <a:pt x="3484" y="3087"/>
                  </a:cubicBezTo>
                  <a:cubicBezTo>
                    <a:pt x="3484" y="3194"/>
                    <a:pt x="3523" y="3438"/>
                    <a:pt x="3415" y="3438"/>
                  </a:cubicBezTo>
                  <a:lnTo>
                    <a:pt x="313" y="3438"/>
                  </a:lnTo>
                  <a:cubicBezTo>
                    <a:pt x="304" y="3438"/>
                    <a:pt x="296" y="3438"/>
                    <a:pt x="291" y="3439"/>
                  </a:cubicBezTo>
                  <a:lnTo>
                    <a:pt x="291" y="3439"/>
                  </a:lnTo>
                  <a:cubicBezTo>
                    <a:pt x="299" y="3429"/>
                    <a:pt x="307" y="3408"/>
                    <a:pt x="303" y="3369"/>
                  </a:cubicBezTo>
                  <a:cubicBezTo>
                    <a:pt x="161" y="2334"/>
                    <a:pt x="231" y="1234"/>
                    <a:pt x="235" y="177"/>
                  </a:cubicBezTo>
                  <a:lnTo>
                    <a:pt x="235" y="177"/>
                  </a:lnTo>
                  <a:cubicBezTo>
                    <a:pt x="567" y="169"/>
                    <a:pt x="898" y="166"/>
                    <a:pt x="1230" y="166"/>
                  </a:cubicBezTo>
                  <a:close/>
                  <a:moveTo>
                    <a:pt x="1583" y="1"/>
                  </a:moveTo>
                  <a:cubicBezTo>
                    <a:pt x="1121" y="1"/>
                    <a:pt x="659" y="6"/>
                    <a:pt x="198" y="22"/>
                  </a:cubicBezTo>
                  <a:lnTo>
                    <a:pt x="198" y="22"/>
                  </a:lnTo>
                  <a:cubicBezTo>
                    <a:pt x="186" y="15"/>
                    <a:pt x="171" y="11"/>
                    <a:pt x="157" y="11"/>
                  </a:cubicBezTo>
                  <a:cubicBezTo>
                    <a:pt x="118" y="11"/>
                    <a:pt x="79" y="38"/>
                    <a:pt x="79" y="92"/>
                  </a:cubicBezTo>
                  <a:lnTo>
                    <a:pt x="84" y="92"/>
                  </a:lnTo>
                  <a:cubicBezTo>
                    <a:pt x="83" y="105"/>
                    <a:pt x="84" y="118"/>
                    <a:pt x="89" y="131"/>
                  </a:cubicBezTo>
                  <a:lnTo>
                    <a:pt x="89" y="131"/>
                  </a:lnTo>
                  <a:cubicBezTo>
                    <a:pt x="89" y="791"/>
                    <a:pt x="89" y="1441"/>
                    <a:pt x="98" y="2111"/>
                  </a:cubicBezTo>
                  <a:cubicBezTo>
                    <a:pt x="98" y="2521"/>
                    <a:pt x="1" y="3174"/>
                    <a:pt x="186" y="3555"/>
                  </a:cubicBezTo>
                  <a:cubicBezTo>
                    <a:pt x="206" y="3584"/>
                    <a:pt x="225" y="3594"/>
                    <a:pt x="254" y="3594"/>
                  </a:cubicBezTo>
                  <a:lnTo>
                    <a:pt x="3532" y="3594"/>
                  </a:lnTo>
                  <a:cubicBezTo>
                    <a:pt x="3581" y="3594"/>
                    <a:pt x="3610" y="3565"/>
                    <a:pt x="3620" y="3516"/>
                  </a:cubicBezTo>
                  <a:cubicBezTo>
                    <a:pt x="3679" y="2374"/>
                    <a:pt x="3679" y="1233"/>
                    <a:pt x="3620" y="101"/>
                  </a:cubicBezTo>
                  <a:cubicBezTo>
                    <a:pt x="3610" y="53"/>
                    <a:pt x="3581" y="23"/>
                    <a:pt x="3532" y="23"/>
                  </a:cubicBezTo>
                  <a:cubicBezTo>
                    <a:pt x="2885" y="12"/>
                    <a:pt x="2234" y="1"/>
                    <a:pt x="15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0"/>
            <p:cNvSpPr/>
            <p:nvPr/>
          </p:nvSpPr>
          <p:spPr>
            <a:xfrm rot="-871945">
              <a:off x="1200211" y="2922943"/>
              <a:ext cx="117151" cy="124931"/>
            </a:xfrm>
            <a:custGeom>
              <a:rect b="b" l="l" r="r" t="t"/>
              <a:pathLst>
                <a:path extrusionOk="0" h="1381" w="1295">
                  <a:moveTo>
                    <a:pt x="1182" y="0"/>
                  </a:moveTo>
                  <a:cubicBezTo>
                    <a:pt x="1166" y="0"/>
                    <a:pt x="1149" y="8"/>
                    <a:pt x="1135" y="26"/>
                  </a:cubicBezTo>
                  <a:cubicBezTo>
                    <a:pt x="784" y="446"/>
                    <a:pt x="413" y="846"/>
                    <a:pt x="52" y="1246"/>
                  </a:cubicBezTo>
                  <a:cubicBezTo>
                    <a:pt x="1" y="1304"/>
                    <a:pt x="49" y="1380"/>
                    <a:pt x="110" y="1380"/>
                  </a:cubicBezTo>
                  <a:cubicBezTo>
                    <a:pt x="129" y="1380"/>
                    <a:pt x="150" y="1372"/>
                    <a:pt x="169" y="1353"/>
                  </a:cubicBezTo>
                  <a:lnTo>
                    <a:pt x="169" y="1363"/>
                  </a:lnTo>
                  <a:cubicBezTo>
                    <a:pt x="530" y="953"/>
                    <a:pt x="901" y="553"/>
                    <a:pt x="1243" y="143"/>
                  </a:cubicBezTo>
                  <a:cubicBezTo>
                    <a:pt x="1295" y="83"/>
                    <a:pt x="1238" y="0"/>
                    <a:pt x="1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0"/>
            <p:cNvSpPr/>
            <p:nvPr/>
          </p:nvSpPr>
          <p:spPr>
            <a:xfrm rot="-871945">
              <a:off x="903759" y="2999271"/>
              <a:ext cx="119956" cy="126831"/>
            </a:xfrm>
            <a:custGeom>
              <a:rect b="b" l="l" r="r" t="t"/>
              <a:pathLst>
                <a:path extrusionOk="0" h="1402" w="1326">
                  <a:moveTo>
                    <a:pt x="1220" y="1"/>
                  </a:moveTo>
                  <a:cubicBezTo>
                    <a:pt x="1202" y="1"/>
                    <a:pt x="1183" y="9"/>
                    <a:pt x="1166" y="28"/>
                  </a:cubicBezTo>
                  <a:cubicBezTo>
                    <a:pt x="815" y="457"/>
                    <a:pt x="396" y="828"/>
                    <a:pt x="44" y="1267"/>
                  </a:cubicBezTo>
                  <a:cubicBezTo>
                    <a:pt x="0" y="1326"/>
                    <a:pt x="50" y="1402"/>
                    <a:pt x="107" y="1402"/>
                  </a:cubicBezTo>
                  <a:cubicBezTo>
                    <a:pt x="126" y="1402"/>
                    <a:pt x="145" y="1394"/>
                    <a:pt x="161" y="1374"/>
                  </a:cubicBezTo>
                  <a:cubicBezTo>
                    <a:pt x="503" y="935"/>
                    <a:pt x="932" y="574"/>
                    <a:pt x="1274" y="135"/>
                  </a:cubicBezTo>
                  <a:cubicBezTo>
                    <a:pt x="1325" y="77"/>
                    <a:pt x="1277" y="1"/>
                    <a:pt x="1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0"/>
            <p:cNvSpPr/>
            <p:nvPr/>
          </p:nvSpPr>
          <p:spPr>
            <a:xfrm rot="-871945">
              <a:off x="988772" y="3293380"/>
              <a:ext cx="119142" cy="131173"/>
            </a:xfrm>
            <a:custGeom>
              <a:rect b="b" l="l" r="r" t="t"/>
              <a:pathLst>
                <a:path extrusionOk="0" h="1450" w="1317">
                  <a:moveTo>
                    <a:pt x="1206" y="1"/>
                  </a:moveTo>
                  <a:cubicBezTo>
                    <a:pt x="1189" y="1"/>
                    <a:pt x="1172" y="7"/>
                    <a:pt x="1156" y="23"/>
                  </a:cubicBezTo>
                  <a:cubicBezTo>
                    <a:pt x="776" y="442"/>
                    <a:pt x="425" y="881"/>
                    <a:pt x="54" y="1310"/>
                  </a:cubicBezTo>
                  <a:cubicBezTo>
                    <a:pt x="1" y="1371"/>
                    <a:pt x="54" y="1449"/>
                    <a:pt x="112" y="1449"/>
                  </a:cubicBezTo>
                  <a:cubicBezTo>
                    <a:pt x="129" y="1449"/>
                    <a:pt x="146" y="1443"/>
                    <a:pt x="161" y="1427"/>
                  </a:cubicBezTo>
                  <a:cubicBezTo>
                    <a:pt x="532" y="988"/>
                    <a:pt x="893" y="559"/>
                    <a:pt x="1264" y="140"/>
                  </a:cubicBezTo>
                  <a:cubicBezTo>
                    <a:pt x="1317" y="79"/>
                    <a:pt x="1264"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0"/>
            <p:cNvSpPr/>
            <p:nvPr/>
          </p:nvSpPr>
          <p:spPr>
            <a:xfrm rot="-871945">
              <a:off x="1277347" y="3223542"/>
              <a:ext cx="115523" cy="126288"/>
            </a:xfrm>
            <a:custGeom>
              <a:rect b="b" l="l" r="r" t="t"/>
              <a:pathLst>
                <a:path extrusionOk="0" h="1396" w="1277">
                  <a:moveTo>
                    <a:pt x="1172" y="1"/>
                  </a:moveTo>
                  <a:cubicBezTo>
                    <a:pt x="1153" y="1"/>
                    <a:pt x="1133" y="10"/>
                    <a:pt x="1116" y="32"/>
                  </a:cubicBezTo>
                  <a:cubicBezTo>
                    <a:pt x="784" y="452"/>
                    <a:pt x="482" y="910"/>
                    <a:pt x="62" y="1261"/>
                  </a:cubicBezTo>
                  <a:cubicBezTo>
                    <a:pt x="0" y="1316"/>
                    <a:pt x="62" y="1395"/>
                    <a:pt x="129" y="1395"/>
                  </a:cubicBezTo>
                  <a:cubicBezTo>
                    <a:pt x="146" y="1395"/>
                    <a:pt x="164" y="1390"/>
                    <a:pt x="179" y="1378"/>
                  </a:cubicBezTo>
                  <a:cubicBezTo>
                    <a:pt x="589" y="1017"/>
                    <a:pt x="892" y="569"/>
                    <a:pt x="1233" y="139"/>
                  </a:cubicBezTo>
                  <a:cubicBezTo>
                    <a:pt x="1277" y="81"/>
                    <a:pt x="1228" y="1"/>
                    <a:pt x="1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4" name="Shape 1854"/>
        <p:cNvGrpSpPr/>
        <p:nvPr/>
      </p:nvGrpSpPr>
      <p:grpSpPr>
        <a:xfrm>
          <a:off x="0" y="0"/>
          <a:ext cx="0" cy="0"/>
          <a:chOff x="0" y="0"/>
          <a:chExt cx="0" cy="0"/>
        </a:xfrm>
      </p:grpSpPr>
      <p:pic>
        <p:nvPicPr>
          <p:cNvPr id="1855" name="Google Shape;1855;p71"/>
          <p:cNvPicPr preferRelativeResize="0"/>
          <p:nvPr/>
        </p:nvPicPr>
        <p:blipFill rotWithShape="1">
          <a:blip r:embed="rId3">
            <a:alphaModFix/>
          </a:blip>
          <a:srcRect b="0" l="3874" r="3883" t="0"/>
          <a:stretch/>
        </p:blipFill>
        <p:spPr>
          <a:xfrm>
            <a:off x="-449050" y="1573751"/>
            <a:ext cx="5362848" cy="3874824"/>
          </a:xfrm>
          <a:prstGeom prst="cloud">
            <a:avLst/>
          </a:prstGeom>
          <a:noFill/>
          <a:ln>
            <a:noFill/>
          </a:ln>
        </p:spPr>
      </p:pic>
      <p:grpSp>
        <p:nvGrpSpPr>
          <p:cNvPr id="1856" name="Google Shape;1856;p71"/>
          <p:cNvGrpSpPr/>
          <p:nvPr/>
        </p:nvGrpSpPr>
        <p:grpSpPr>
          <a:xfrm>
            <a:off x="2633161" y="697249"/>
            <a:ext cx="3886046" cy="766699"/>
            <a:chOff x="7728915" y="1917859"/>
            <a:chExt cx="1034486" cy="222599"/>
          </a:xfrm>
        </p:grpSpPr>
        <p:sp>
          <p:nvSpPr>
            <p:cNvPr id="1857" name="Google Shape;1857;p71"/>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1"/>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1"/>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1"/>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1"/>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1"/>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1"/>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1"/>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1"/>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1"/>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1"/>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1"/>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1"/>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1"/>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1"/>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1"/>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1"/>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1"/>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1"/>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1"/>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1"/>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1"/>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1"/>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1"/>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1"/>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1"/>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1"/>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1"/>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1"/>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1"/>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1"/>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1"/>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1"/>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1"/>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1"/>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1"/>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1"/>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1"/>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1"/>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6" name="Google Shape;1896;p71"/>
          <p:cNvSpPr txBox="1"/>
          <p:nvPr>
            <p:ph idx="1" type="body"/>
          </p:nvPr>
        </p:nvSpPr>
        <p:spPr>
          <a:xfrm>
            <a:off x="5161950" y="1735113"/>
            <a:ext cx="2997000" cy="22659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t>This activity will build your student’s trust and they will connect with each other. It goes like this: they have to be set in pairs and then stare at the eyes of their partner for a whole minute. They might not like it at first, but it will be very enriching for their relationships.</a:t>
            </a:r>
            <a:endParaRPr/>
          </a:p>
          <a:p>
            <a:pPr indent="0" lvl="0" marL="0" rtl="0" algn="l">
              <a:spcBef>
                <a:spcPts val="1200"/>
              </a:spcBef>
              <a:spcAft>
                <a:spcPts val="0"/>
              </a:spcAft>
              <a:buClr>
                <a:schemeClr val="dk1"/>
              </a:buClr>
              <a:buSzPts val="1100"/>
              <a:buFont typeface="Arial"/>
              <a:buNone/>
            </a:pPr>
            <a:r>
              <a:t/>
            </a:r>
            <a:endParaRPr/>
          </a:p>
          <a:p>
            <a:pPr indent="0" lvl="0" marL="0" rtl="0" algn="l">
              <a:spcBef>
                <a:spcPts val="0"/>
              </a:spcBef>
              <a:spcAft>
                <a:spcPts val="0"/>
              </a:spcAft>
              <a:buNone/>
            </a:pPr>
            <a:r>
              <a:t/>
            </a:r>
            <a:endParaRPr>
              <a:solidFill>
                <a:schemeClr val="dk1"/>
              </a:solidFill>
            </a:endParaRPr>
          </a:p>
        </p:txBody>
      </p:sp>
      <p:sp>
        <p:nvSpPr>
          <p:cNvPr id="1897" name="Google Shape;1897;p71"/>
          <p:cNvSpPr txBox="1"/>
          <p:nvPr>
            <p:ph type="title"/>
          </p:nvPr>
        </p:nvSpPr>
        <p:spPr>
          <a:xfrm>
            <a:off x="3284000" y="759398"/>
            <a:ext cx="25764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Look into my eyes</a:t>
            </a:r>
            <a:endParaRPr/>
          </a:p>
        </p:txBody>
      </p:sp>
      <p:sp>
        <p:nvSpPr>
          <p:cNvPr id="1898" name="Google Shape;1898;p71"/>
          <p:cNvSpPr/>
          <p:nvPr/>
        </p:nvSpPr>
        <p:spPr>
          <a:xfrm>
            <a:off x="-537923" y="3506050"/>
            <a:ext cx="2000005" cy="2084189"/>
          </a:xfrm>
          <a:custGeom>
            <a:rect b="b" l="l" r="r" t="t"/>
            <a:pathLst>
              <a:path extrusionOk="0" h="17058" w="16369">
                <a:moveTo>
                  <a:pt x="5829" y="1"/>
                </a:moveTo>
                <a:cubicBezTo>
                  <a:pt x="5334" y="1"/>
                  <a:pt x="4839" y="58"/>
                  <a:pt x="4360" y="159"/>
                </a:cubicBezTo>
                <a:cubicBezTo>
                  <a:pt x="4030" y="230"/>
                  <a:pt x="3295" y="699"/>
                  <a:pt x="3438" y="702"/>
                </a:cubicBezTo>
                <a:cubicBezTo>
                  <a:pt x="2321" y="1836"/>
                  <a:pt x="2234" y="3557"/>
                  <a:pt x="2129" y="5064"/>
                </a:cubicBezTo>
                <a:cubicBezTo>
                  <a:pt x="1990" y="7098"/>
                  <a:pt x="1660" y="9115"/>
                  <a:pt x="1127" y="11083"/>
                </a:cubicBezTo>
                <a:cubicBezTo>
                  <a:pt x="826" y="12197"/>
                  <a:pt x="460" y="13293"/>
                  <a:pt x="35" y="14365"/>
                </a:cubicBezTo>
                <a:cubicBezTo>
                  <a:pt x="0" y="14453"/>
                  <a:pt x="50" y="14547"/>
                  <a:pt x="144" y="14565"/>
                </a:cubicBezTo>
                <a:cubicBezTo>
                  <a:pt x="3129" y="15121"/>
                  <a:pt x="6113" y="15678"/>
                  <a:pt x="9098" y="16235"/>
                </a:cubicBezTo>
                <a:cubicBezTo>
                  <a:pt x="9845" y="16375"/>
                  <a:pt x="10591" y="16514"/>
                  <a:pt x="11337" y="16653"/>
                </a:cubicBezTo>
                <a:cubicBezTo>
                  <a:pt x="12039" y="16784"/>
                  <a:pt x="12743" y="16949"/>
                  <a:pt x="13454" y="17030"/>
                </a:cubicBezTo>
                <a:cubicBezTo>
                  <a:pt x="13604" y="17047"/>
                  <a:pt x="13756" y="17058"/>
                  <a:pt x="13907" y="17058"/>
                </a:cubicBezTo>
                <a:cubicBezTo>
                  <a:pt x="14359" y="17058"/>
                  <a:pt x="14804" y="16965"/>
                  <a:pt x="15183" y="16694"/>
                </a:cubicBezTo>
                <a:cubicBezTo>
                  <a:pt x="15632" y="16373"/>
                  <a:pt x="15926" y="15869"/>
                  <a:pt x="16060" y="15339"/>
                </a:cubicBezTo>
                <a:cubicBezTo>
                  <a:pt x="16369" y="14114"/>
                  <a:pt x="15800" y="12781"/>
                  <a:pt x="15182" y="11745"/>
                </a:cubicBezTo>
                <a:cubicBezTo>
                  <a:pt x="14547" y="10679"/>
                  <a:pt x="13684" y="9818"/>
                  <a:pt x="12681" y="9099"/>
                </a:cubicBezTo>
                <a:cubicBezTo>
                  <a:pt x="11757" y="8436"/>
                  <a:pt x="10725" y="7754"/>
                  <a:pt x="10485" y="6560"/>
                </a:cubicBezTo>
                <a:cubicBezTo>
                  <a:pt x="10242" y="5357"/>
                  <a:pt x="10635" y="4113"/>
                  <a:pt x="10285" y="2920"/>
                </a:cubicBezTo>
                <a:cubicBezTo>
                  <a:pt x="9973" y="1857"/>
                  <a:pt x="9136" y="1003"/>
                  <a:pt x="8160" y="515"/>
                </a:cubicBezTo>
                <a:cubicBezTo>
                  <a:pt x="7437" y="153"/>
                  <a:pt x="6634" y="1"/>
                  <a:pt x="58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 name="Google Shape;1899;p71"/>
          <p:cNvGrpSpPr/>
          <p:nvPr/>
        </p:nvGrpSpPr>
        <p:grpSpPr>
          <a:xfrm>
            <a:off x="713184" y="4691184"/>
            <a:ext cx="7726459" cy="369843"/>
            <a:chOff x="713184" y="4691184"/>
            <a:chExt cx="7726459" cy="369843"/>
          </a:xfrm>
        </p:grpSpPr>
        <p:sp>
          <p:nvSpPr>
            <p:cNvPr id="1900" name="Google Shape;1900;p71"/>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901" name="Google Shape;1901;p71"/>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1"/>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1">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1855"/>
                                        </p:tgtEl>
                                        <p:attrNameLst>
                                          <p:attrName>style.visibility</p:attrName>
                                        </p:attrNameLst>
                                      </p:cBhvr>
                                      <p:to>
                                        <p:strVal val="visible"/>
                                      </p:to>
                                    </p:set>
                                    <p:anim calcmode="lin" valueType="num">
                                      <p:cBhvr additive="base">
                                        <p:cTn dur="1000"/>
                                        <p:tgtEl>
                                          <p:spTgt spid="1855"/>
                                        </p:tgtEl>
                                        <p:attrNameLst>
                                          <p:attrName>ppt_w</p:attrName>
                                        </p:attrNameLst>
                                      </p:cBhvr>
                                      <p:tavLst>
                                        <p:tav fmla="" tm="0">
                                          <p:val>
                                            <p:strVal val="0"/>
                                          </p:val>
                                        </p:tav>
                                        <p:tav fmla="" tm="100000">
                                          <p:val>
                                            <p:strVal val="#ppt_w"/>
                                          </p:val>
                                        </p:tav>
                                      </p:tavLst>
                                    </p:anim>
                                    <p:anim calcmode="lin" valueType="num">
                                      <p:cBhvr additive="base">
                                        <p:cTn dur="1000"/>
                                        <p:tgtEl>
                                          <p:spTgt spid="1855"/>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7" name="Shape 1907"/>
        <p:cNvGrpSpPr/>
        <p:nvPr/>
      </p:nvGrpSpPr>
      <p:grpSpPr>
        <a:xfrm>
          <a:off x="0" y="0"/>
          <a:ext cx="0" cy="0"/>
          <a:chOff x="0" y="0"/>
          <a:chExt cx="0" cy="0"/>
        </a:xfrm>
      </p:grpSpPr>
      <p:grpSp>
        <p:nvGrpSpPr>
          <p:cNvPr id="1908" name="Google Shape;1908;p72"/>
          <p:cNvGrpSpPr/>
          <p:nvPr/>
        </p:nvGrpSpPr>
        <p:grpSpPr>
          <a:xfrm>
            <a:off x="2500316" y="704330"/>
            <a:ext cx="4143518" cy="745906"/>
            <a:chOff x="2500316" y="711578"/>
            <a:chExt cx="4143518" cy="745906"/>
          </a:xfrm>
        </p:grpSpPr>
        <p:sp>
          <p:nvSpPr>
            <p:cNvPr id="1909" name="Google Shape;1909;p72"/>
            <p:cNvSpPr/>
            <p:nvPr/>
          </p:nvSpPr>
          <p:spPr>
            <a:xfrm>
              <a:off x="2521150" y="885178"/>
              <a:ext cx="810325" cy="540800"/>
            </a:xfrm>
            <a:custGeom>
              <a:rect b="b" l="l" r="r" t="t"/>
              <a:pathLst>
                <a:path extrusionOk="0" h="21632" w="32413">
                  <a:moveTo>
                    <a:pt x="20115" y="0"/>
                  </a:moveTo>
                  <a:lnTo>
                    <a:pt x="1524" y="853"/>
                  </a:lnTo>
                  <a:lnTo>
                    <a:pt x="10262" y="9947"/>
                  </a:lnTo>
                  <a:lnTo>
                    <a:pt x="5560" y="16290"/>
                  </a:lnTo>
                  <a:lnTo>
                    <a:pt x="0" y="21632"/>
                  </a:lnTo>
                  <a:lnTo>
                    <a:pt x="32413" y="21226"/>
                  </a:lnTo>
                </a:path>
              </a:pathLst>
            </a:custGeom>
            <a:solidFill>
              <a:schemeClr val="dk2"/>
            </a:solidFill>
            <a:ln cap="flat" cmpd="sng" w="9525">
              <a:solidFill>
                <a:schemeClr val="dk2"/>
              </a:solidFill>
              <a:prstDash val="solid"/>
              <a:round/>
              <a:headEnd len="med" w="med" type="none"/>
              <a:tailEnd len="med" w="med" type="none"/>
            </a:ln>
          </p:spPr>
        </p:sp>
        <p:sp>
          <p:nvSpPr>
            <p:cNvPr id="1910" name="Google Shape;1910;p72"/>
            <p:cNvSpPr/>
            <p:nvPr/>
          </p:nvSpPr>
          <p:spPr>
            <a:xfrm>
              <a:off x="3060950" y="1283728"/>
              <a:ext cx="287700" cy="121900"/>
            </a:xfrm>
            <a:custGeom>
              <a:rect b="b" l="l" r="r" t="t"/>
              <a:pathLst>
                <a:path extrusionOk="0" h="4876" w="11508">
                  <a:moveTo>
                    <a:pt x="0" y="203"/>
                  </a:moveTo>
                  <a:lnTo>
                    <a:pt x="11508" y="4876"/>
                  </a:lnTo>
                  <a:lnTo>
                    <a:pt x="11380" y="0"/>
                  </a:lnTo>
                  <a:close/>
                </a:path>
              </a:pathLst>
            </a:custGeom>
            <a:solidFill>
              <a:schemeClr val="accent1"/>
            </a:solidFill>
            <a:ln>
              <a:noFill/>
            </a:ln>
          </p:spPr>
        </p:sp>
        <p:sp>
          <p:nvSpPr>
            <p:cNvPr id="1911" name="Google Shape;1911;p72"/>
            <p:cNvSpPr/>
            <p:nvPr/>
          </p:nvSpPr>
          <p:spPr>
            <a:xfrm>
              <a:off x="5948725" y="881828"/>
              <a:ext cx="687675" cy="564175"/>
            </a:xfrm>
            <a:custGeom>
              <a:rect b="b" l="l" r="r" t="t"/>
              <a:pathLst>
                <a:path extrusionOk="0" h="22567" w="27507">
                  <a:moveTo>
                    <a:pt x="7611" y="134"/>
                  </a:moveTo>
                  <a:lnTo>
                    <a:pt x="27374" y="0"/>
                  </a:lnTo>
                  <a:lnTo>
                    <a:pt x="19095" y="10816"/>
                  </a:lnTo>
                  <a:lnTo>
                    <a:pt x="22166" y="16424"/>
                  </a:lnTo>
                  <a:lnTo>
                    <a:pt x="27507" y="22300"/>
                  </a:lnTo>
                  <a:lnTo>
                    <a:pt x="0" y="22567"/>
                  </a:lnTo>
                </a:path>
              </a:pathLst>
            </a:custGeom>
            <a:solidFill>
              <a:schemeClr val="dk2"/>
            </a:solidFill>
            <a:ln cap="flat" cmpd="sng" w="9525">
              <a:solidFill>
                <a:schemeClr val="dk2"/>
              </a:solidFill>
              <a:prstDash val="solid"/>
              <a:round/>
              <a:headEnd len="med" w="med" type="none"/>
              <a:tailEnd len="med" w="med" type="none"/>
            </a:ln>
          </p:spPr>
        </p:sp>
        <p:sp>
          <p:nvSpPr>
            <p:cNvPr id="1912" name="Google Shape;1912;p72"/>
            <p:cNvSpPr/>
            <p:nvPr/>
          </p:nvSpPr>
          <p:spPr>
            <a:xfrm>
              <a:off x="3034450" y="724928"/>
              <a:ext cx="3144625" cy="584200"/>
            </a:xfrm>
            <a:custGeom>
              <a:rect b="b" l="l" r="r" t="t"/>
              <a:pathLst>
                <a:path extrusionOk="0" h="23368" w="125785">
                  <a:moveTo>
                    <a:pt x="134" y="801"/>
                  </a:moveTo>
                  <a:lnTo>
                    <a:pt x="67032" y="2003"/>
                  </a:lnTo>
                  <a:lnTo>
                    <a:pt x="123381" y="0"/>
                  </a:lnTo>
                  <a:lnTo>
                    <a:pt x="125785" y="21899"/>
                  </a:lnTo>
                  <a:lnTo>
                    <a:pt x="87462" y="23368"/>
                  </a:lnTo>
                  <a:lnTo>
                    <a:pt x="37655" y="22834"/>
                  </a:lnTo>
                  <a:lnTo>
                    <a:pt x="935" y="22033"/>
                  </a:lnTo>
                  <a:lnTo>
                    <a:pt x="0" y="7478"/>
                  </a:lnTo>
                </a:path>
              </a:pathLst>
            </a:custGeom>
            <a:solidFill>
              <a:schemeClr val="dk2"/>
            </a:solidFill>
            <a:ln cap="flat" cmpd="sng" w="9525">
              <a:solidFill>
                <a:schemeClr val="dk2"/>
              </a:solidFill>
              <a:prstDash val="solid"/>
              <a:round/>
              <a:headEnd len="med" w="med" type="none"/>
              <a:tailEnd len="med" w="med" type="none"/>
            </a:ln>
          </p:spPr>
        </p:sp>
        <p:sp>
          <p:nvSpPr>
            <p:cNvPr id="1913" name="Google Shape;1913;p72"/>
            <p:cNvSpPr/>
            <p:nvPr/>
          </p:nvSpPr>
          <p:spPr>
            <a:xfrm>
              <a:off x="5928700" y="1275753"/>
              <a:ext cx="237700" cy="150200"/>
            </a:xfrm>
            <a:custGeom>
              <a:rect b="b" l="l" r="r" t="t"/>
              <a:pathLst>
                <a:path extrusionOk="0" h="6008" w="9508">
                  <a:moveTo>
                    <a:pt x="9508" y="365"/>
                  </a:moveTo>
                  <a:lnTo>
                    <a:pt x="0" y="6008"/>
                  </a:lnTo>
                  <a:lnTo>
                    <a:pt x="267" y="0"/>
                  </a:lnTo>
                  <a:close/>
                </a:path>
              </a:pathLst>
            </a:custGeom>
            <a:solidFill>
              <a:schemeClr val="accent1"/>
            </a:solidFill>
            <a:ln>
              <a:noFill/>
            </a:ln>
          </p:spPr>
        </p:sp>
        <p:sp>
          <p:nvSpPr>
            <p:cNvPr id="1914" name="Google Shape;1914;p72"/>
            <p:cNvSpPr/>
            <p:nvPr/>
          </p:nvSpPr>
          <p:spPr>
            <a:xfrm>
              <a:off x="2500316" y="711578"/>
              <a:ext cx="4143518" cy="745906"/>
            </a:xfrm>
            <a:custGeom>
              <a:rect b="b" l="l" r="r" t="t"/>
              <a:pathLst>
                <a:path extrusionOk="0" h="5172" w="26741">
                  <a:moveTo>
                    <a:pt x="3678" y="4001"/>
                  </a:moveTo>
                  <a:lnTo>
                    <a:pt x="3678" y="4001"/>
                  </a:lnTo>
                  <a:cubicBezTo>
                    <a:pt x="4254" y="4040"/>
                    <a:pt x="4830" y="4060"/>
                    <a:pt x="5405" y="4089"/>
                  </a:cubicBezTo>
                  <a:cubicBezTo>
                    <a:pt x="5415" y="4323"/>
                    <a:pt x="5444" y="4557"/>
                    <a:pt x="5473" y="4791"/>
                  </a:cubicBezTo>
                  <a:cubicBezTo>
                    <a:pt x="4878" y="4528"/>
                    <a:pt x="4283" y="4245"/>
                    <a:pt x="3678" y="4001"/>
                  </a:cubicBezTo>
                  <a:close/>
                  <a:moveTo>
                    <a:pt x="23424" y="4050"/>
                  </a:moveTo>
                  <a:cubicBezTo>
                    <a:pt x="23024" y="4303"/>
                    <a:pt x="22633" y="4577"/>
                    <a:pt x="22243" y="4850"/>
                  </a:cubicBezTo>
                  <a:cubicBezTo>
                    <a:pt x="22233" y="4616"/>
                    <a:pt x="22233" y="4372"/>
                    <a:pt x="22233" y="4138"/>
                  </a:cubicBezTo>
                  <a:cubicBezTo>
                    <a:pt x="22233" y="4118"/>
                    <a:pt x="22224" y="4099"/>
                    <a:pt x="22214" y="4089"/>
                  </a:cubicBezTo>
                  <a:cubicBezTo>
                    <a:pt x="22624" y="4079"/>
                    <a:pt x="23024" y="4060"/>
                    <a:pt x="23424" y="4050"/>
                  </a:cubicBezTo>
                  <a:close/>
                  <a:moveTo>
                    <a:pt x="3278" y="1299"/>
                  </a:moveTo>
                  <a:lnTo>
                    <a:pt x="3278" y="1299"/>
                  </a:lnTo>
                  <a:cubicBezTo>
                    <a:pt x="3259" y="2157"/>
                    <a:pt x="3337" y="3016"/>
                    <a:pt x="3513" y="3855"/>
                  </a:cubicBezTo>
                  <a:cubicBezTo>
                    <a:pt x="3444" y="3884"/>
                    <a:pt x="3454" y="3991"/>
                    <a:pt x="3532" y="4001"/>
                  </a:cubicBezTo>
                  <a:lnTo>
                    <a:pt x="3552" y="4001"/>
                  </a:lnTo>
                  <a:cubicBezTo>
                    <a:pt x="3532" y="4020"/>
                    <a:pt x="3542" y="4050"/>
                    <a:pt x="3571" y="4069"/>
                  </a:cubicBezTo>
                  <a:cubicBezTo>
                    <a:pt x="4117" y="4352"/>
                    <a:pt x="4673" y="4616"/>
                    <a:pt x="5239" y="4869"/>
                  </a:cubicBezTo>
                  <a:cubicBezTo>
                    <a:pt x="4456" y="4851"/>
                    <a:pt x="3667" y="4841"/>
                    <a:pt x="2876" y="4841"/>
                  </a:cubicBezTo>
                  <a:cubicBezTo>
                    <a:pt x="1992" y="4841"/>
                    <a:pt x="1106" y="4853"/>
                    <a:pt x="225" y="4879"/>
                  </a:cubicBezTo>
                  <a:cubicBezTo>
                    <a:pt x="781" y="4333"/>
                    <a:pt x="1308" y="3747"/>
                    <a:pt x="1796" y="3142"/>
                  </a:cubicBezTo>
                  <a:cubicBezTo>
                    <a:pt x="1815" y="3113"/>
                    <a:pt x="1825" y="3074"/>
                    <a:pt x="1805" y="3035"/>
                  </a:cubicBezTo>
                  <a:lnTo>
                    <a:pt x="1805" y="3035"/>
                  </a:lnTo>
                  <a:cubicBezTo>
                    <a:pt x="1814" y="3042"/>
                    <a:pt x="1823" y="3045"/>
                    <a:pt x="1832" y="3045"/>
                  </a:cubicBezTo>
                  <a:cubicBezTo>
                    <a:pt x="1874" y="3045"/>
                    <a:pt x="1914" y="2980"/>
                    <a:pt x="1874" y="2947"/>
                  </a:cubicBezTo>
                  <a:cubicBezTo>
                    <a:pt x="1337" y="2508"/>
                    <a:pt x="888" y="1972"/>
                    <a:pt x="547" y="1367"/>
                  </a:cubicBezTo>
                  <a:lnTo>
                    <a:pt x="547" y="1367"/>
                  </a:lnTo>
                  <a:cubicBezTo>
                    <a:pt x="931" y="1388"/>
                    <a:pt x="1314" y="1398"/>
                    <a:pt x="1698" y="1398"/>
                  </a:cubicBezTo>
                  <a:cubicBezTo>
                    <a:pt x="2202" y="1398"/>
                    <a:pt x="2706" y="1381"/>
                    <a:pt x="3210" y="1347"/>
                  </a:cubicBezTo>
                  <a:cubicBezTo>
                    <a:pt x="3239" y="1338"/>
                    <a:pt x="3269" y="1328"/>
                    <a:pt x="3278" y="1299"/>
                  </a:cubicBezTo>
                  <a:close/>
                  <a:moveTo>
                    <a:pt x="23217" y="1"/>
                  </a:moveTo>
                  <a:cubicBezTo>
                    <a:pt x="23215" y="1"/>
                    <a:pt x="23212" y="1"/>
                    <a:pt x="23209" y="1"/>
                  </a:cubicBezTo>
                  <a:cubicBezTo>
                    <a:pt x="18652" y="189"/>
                    <a:pt x="14100" y="234"/>
                    <a:pt x="9547" y="234"/>
                  </a:cubicBezTo>
                  <a:cubicBezTo>
                    <a:pt x="7490" y="234"/>
                    <a:pt x="5434" y="225"/>
                    <a:pt x="3376" y="216"/>
                  </a:cubicBezTo>
                  <a:cubicBezTo>
                    <a:pt x="3317" y="216"/>
                    <a:pt x="3288" y="284"/>
                    <a:pt x="3327" y="323"/>
                  </a:cubicBezTo>
                  <a:cubicBezTo>
                    <a:pt x="3308" y="616"/>
                    <a:pt x="3298" y="908"/>
                    <a:pt x="3288" y="1201"/>
                  </a:cubicBezTo>
                  <a:cubicBezTo>
                    <a:pt x="3278" y="1172"/>
                    <a:pt x="3249" y="1162"/>
                    <a:pt x="3210" y="1162"/>
                  </a:cubicBezTo>
                  <a:cubicBezTo>
                    <a:pt x="2499" y="1200"/>
                    <a:pt x="1794" y="1214"/>
                    <a:pt x="1086" y="1214"/>
                  </a:cubicBezTo>
                  <a:cubicBezTo>
                    <a:pt x="881" y="1214"/>
                    <a:pt x="675" y="1213"/>
                    <a:pt x="469" y="1211"/>
                  </a:cubicBezTo>
                  <a:cubicBezTo>
                    <a:pt x="453" y="1193"/>
                    <a:pt x="433" y="1185"/>
                    <a:pt x="413" y="1185"/>
                  </a:cubicBezTo>
                  <a:cubicBezTo>
                    <a:pt x="355" y="1185"/>
                    <a:pt x="294" y="1246"/>
                    <a:pt x="322" y="1318"/>
                  </a:cubicBezTo>
                  <a:cubicBezTo>
                    <a:pt x="644" y="1991"/>
                    <a:pt x="1132" y="2567"/>
                    <a:pt x="1747" y="2996"/>
                  </a:cubicBezTo>
                  <a:cubicBezTo>
                    <a:pt x="1739" y="2994"/>
                    <a:pt x="1732" y="2992"/>
                    <a:pt x="1725" y="2992"/>
                  </a:cubicBezTo>
                  <a:cubicBezTo>
                    <a:pt x="1707" y="2992"/>
                    <a:pt x="1693" y="3001"/>
                    <a:pt x="1679" y="3016"/>
                  </a:cubicBezTo>
                  <a:cubicBezTo>
                    <a:pt x="1132" y="3581"/>
                    <a:pt x="615" y="4186"/>
                    <a:pt x="137" y="4811"/>
                  </a:cubicBezTo>
                  <a:cubicBezTo>
                    <a:pt x="118" y="4830"/>
                    <a:pt x="118" y="4859"/>
                    <a:pt x="137" y="4889"/>
                  </a:cubicBezTo>
                  <a:lnTo>
                    <a:pt x="127" y="4889"/>
                  </a:lnTo>
                  <a:cubicBezTo>
                    <a:pt x="1" y="4898"/>
                    <a:pt x="1" y="5074"/>
                    <a:pt x="127" y="5084"/>
                  </a:cubicBezTo>
                  <a:cubicBezTo>
                    <a:pt x="756" y="5112"/>
                    <a:pt x="1385" y="5126"/>
                    <a:pt x="2015" y="5126"/>
                  </a:cubicBezTo>
                  <a:cubicBezTo>
                    <a:pt x="3146" y="5126"/>
                    <a:pt x="4277" y="5080"/>
                    <a:pt x="5405" y="4986"/>
                  </a:cubicBezTo>
                  <a:cubicBezTo>
                    <a:pt x="5425" y="4986"/>
                    <a:pt x="5444" y="4977"/>
                    <a:pt x="5454" y="4957"/>
                  </a:cubicBezTo>
                  <a:lnTo>
                    <a:pt x="5532" y="4996"/>
                  </a:lnTo>
                  <a:cubicBezTo>
                    <a:pt x="5544" y="5001"/>
                    <a:pt x="5557" y="5003"/>
                    <a:pt x="5571" y="5003"/>
                  </a:cubicBezTo>
                  <a:cubicBezTo>
                    <a:pt x="5614" y="5003"/>
                    <a:pt x="5659" y="4979"/>
                    <a:pt x="5659" y="4928"/>
                  </a:cubicBezTo>
                  <a:cubicBezTo>
                    <a:pt x="5630" y="4645"/>
                    <a:pt x="5620" y="4372"/>
                    <a:pt x="5571" y="4099"/>
                  </a:cubicBezTo>
                  <a:lnTo>
                    <a:pt x="5571" y="4099"/>
                  </a:lnTo>
                  <a:cubicBezTo>
                    <a:pt x="8244" y="4206"/>
                    <a:pt x="10917" y="4216"/>
                    <a:pt x="13580" y="4216"/>
                  </a:cubicBezTo>
                  <a:cubicBezTo>
                    <a:pt x="16409" y="4216"/>
                    <a:pt x="19239" y="4186"/>
                    <a:pt x="22077" y="4099"/>
                  </a:cubicBezTo>
                  <a:lnTo>
                    <a:pt x="22077" y="4099"/>
                  </a:lnTo>
                  <a:cubicBezTo>
                    <a:pt x="22068" y="4108"/>
                    <a:pt x="22058" y="4118"/>
                    <a:pt x="22058" y="4138"/>
                  </a:cubicBezTo>
                  <a:cubicBezTo>
                    <a:pt x="22058" y="4430"/>
                    <a:pt x="22077" y="4723"/>
                    <a:pt x="22077" y="5016"/>
                  </a:cubicBezTo>
                  <a:cubicBezTo>
                    <a:pt x="22077" y="5064"/>
                    <a:pt x="22116" y="5103"/>
                    <a:pt x="22175" y="5113"/>
                  </a:cubicBezTo>
                  <a:cubicBezTo>
                    <a:pt x="22175" y="5142"/>
                    <a:pt x="22204" y="5172"/>
                    <a:pt x="22233" y="5172"/>
                  </a:cubicBezTo>
                  <a:cubicBezTo>
                    <a:pt x="23697" y="5172"/>
                    <a:pt x="25160" y="5162"/>
                    <a:pt x="26623" y="5094"/>
                  </a:cubicBezTo>
                  <a:cubicBezTo>
                    <a:pt x="26741" y="5084"/>
                    <a:pt x="26731" y="4918"/>
                    <a:pt x="26614" y="4918"/>
                  </a:cubicBezTo>
                  <a:lnTo>
                    <a:pt x="26584" y="4918"/>
                  </a:lnTo>
                  <a:cubicBezTo>
                    <a:pt x="26604" y="4889"/>
                    <a:pt x="26594" y="4859"/>
                    <a:pt x="26575" y="4830"/>
                  </a:cubicBezTo>
                  <a:cubicBezTo>
                    <a:pt x="26067" y="4303"/>
                    <a:pt x="25677" y="3679"/>
                    <a:pt x="25424" y="2996"/>
                  </a:cubicBezTo>
                  <a:lnTo>
                    <a:pt x="25424" y="2986"/>
                  </a:lnTo>
                  <a:cubicBezTo>
                    <a:pt x="25443" y="2977"/>
                    <a:pt x="25453" y="2967"/>
                    <a:pt x="25463" y="2957"/>
                  </a:cubicBezTo>
                  <a:cubicBezTo>
                    <a:pt x="25853" y="2401"/>
                    <a:pt x="26272" y="1874"/>
                    <a:pt x="26682" y="1338"/>
                  </a:cubicBezTo>
                  <a:cubicBezTo>
                    <a:pt x="26702" y="1318"/>
                    <a:pt x="26702" y="1289"/>
                    <a:pt x="26672" y="1269"/>
                  </a:cubicBezTo>
                  <a:cubicBezTo>
                    <a:pt x="26731" y="1221"/>
                    <a:pt x="26692" y="1133"/>
                    <a:pt x="26614" y="1123"/>
                  </a:cubicBezTo>
                  <a:cubicBezTo>
                    <a:pt x="26261" y="1116"/>
                    <a:pt x="25907" y="1113"/>
                    <a:pt x="25553" y="1113"/>
                  </a:cubicBezTo>
                  <a:cubicBezTo>
                    <a:pt x="24907" y="1113"/>
                    <a:pt x="24258" y="1124"/>
                    <a:pt x="23609" y="1143"/>
                  </a:cubicBezTo>
                  <a:cubicBezTo>
                    <a:pt x="23570" y="840"/>
                    <a:pt x="23531" y="528"/>
                    <a:pt x="23492" y="235"/>
                  </a:cubicBezTo>
                  <a:cubicBezTo>
                    <a:pt x="23487" y="172"/>
                    <a:pt x="23438" y="140"/>
                    <a:pt x="23392" y="140"/>
                  </a:cubicBezTo>
                  <a:cubicBezTo>
                    <a:pt x="23346" y="140"/>
                    <a:pt x="23302" y="172"/>
                    <a:pt x="23307" y="235"/>
                  </a:cubicBezTo>
                  <a:cubicBezTo>
                    <a:pt x="23394" y="1396"/>
                    <a:pt x="23394" y="2694"/>
                    <a:pt x="23687" y="3825"/>
                  </a:cubicBezTo>
                  <a:cubicBezTo>
                    <a:pt x="23696" y="3852"/>
                    <a:pt x="23717" y="3865"/>
                    <a:pt x="23738" y="3865"/>
                  </a:cubicBezTo>
                  <a:cubicBezTo>
                    <a:pt x="23762" y="3865"/>
                    <a:pt x="23785" y="3847"/>
                    <a:pt x="23785" y="3816"/>
                  </a:cubicBezTo>
                  <a:cubicBezTo>
                    <a:pt x="23833" y="2996"/>
                    <a:pt x="23736" y="2128"/>
                    <a:pt x="23629" y="1279"/>
                  </a:cubicBezTo>
                  <a:lnTo>
                    <a:pt x="23629" y="1279"/>
                  </a:lnTo>
                  <a:cubicBezTo>
                    <a:pt x="24247" y="1298"/>
                    <a:pt x="24869" y="1305"/>
                    <a:pt x="25491" y="1305"/>
                  </a:cubicBezTo>
                  <a:cubicBezTo>
                    <a:pt x="25849" y="1305"/>
                    <a:pt x="26208" y="1302"/>
                    <a:pt x="26565" y="1299"/>
                  </a:cubicBezTo>
                  <a:lnTo>
                    <a:pt x="26565" y="1299"/>
                  </a:lnTo>
                  <a:cubicBezTo>
                    <a:pt x="26097" y="1777"/>
                    <a:pt x="25667" y="2294"/>
                    <a:pt x="25297" y="2860"/>
                  </a:cubicBezTo>
                  <a:cubicBezTo>
                    <a:pt x="25267" y="2899"/>
                    <a:pt x="25277" y="2957"/>
                    <a:pt x="25316" y="2977"/>
                  </a:cubicBezTo>
                  <a:cubicBezTo>
                    <a:pt x="25306" y="2996"/>
                    <a:pt x="25306" y="3016"/>
                    <a:pt x="25306" y="3025"/>
                  </a:cubicBezTo>
                  <a:cubicBezTo>
                    <a:pt x="25521" y="3738"/>
                    <a:pt x="25902" y="4391"/>
                    <a:pt x="26428" y="4928"/>
                  </a:cubicBezTo>
                  <a:cubicBezTo>
                    <a:pt x="25053" y="4928"/>
                    <a:pt x="23677" y="4977"/>
                    <a:pt x="22302" y="5025"/>
                  </a:cubicBezTo>
                  <a:cubicBezTo>
                    <a:pt x="22760" y="4713"/>
                    <a:pt x="23219" y="4391"/>
                    <a:pt x="23658" y="4050"/>
                  </a:cubicBezTo>
                  <a:cubicBezTo>
                    <a:pt x="23677" y="4040"/>
                    <a:pt x="23687" y="4030"/>
                    <a:pt x="23687" y="4011"/>
                  </a:cubicBezTo>
                  <a:cubicBezTo>
                    <a:pt x="23755" y="3942"/>
                    <a:pt x="23707" y="3825"/>
                    <a:pt x="23609" y="3825"/>
                  </a:cubicBezTo>
                  <a:cubicBezTo>
                    <a:pt x="20263" y="3923"/>
                    <a:pt x="16917" y="4001"/>
                    <a:pt x="13571" y="4001"/>
                  </a:cubicBezTo>
                  <a:cubicBezTo>
                    <a:pt x="10263" y="4001"/>
                    <a:pt x="6956" y="3884"/>
                    <a:pt x="3639" y="3855"/>
                  </a:cubicBezTo>
                  <a:cubicBezTo>
                    <a:pt x="3571" y="2674"/>
                    <a:pt x="3474" y="1533"/>
                    <a:pt x="3522" y="352"/>
                  </a:cubicBezTo>
                  <a:lnTo>
                    <a:pt x="3522" y="352"/>
                  </a:lnTo>
                  <a:cubicBezTo>
                    <a:pt x="5966" y="458"/>
                    <a:pt x="8417" y="502"/>
                    <a:pt x="10869" y="502"/>
                  </a:cubicBezTo>
                  <a:cubicBezTo>
                    <a:pt x="14985" y="502"/>
                    <a:pt x="19107" y="377"/>
                    <a:pt x="23209" y="206"/>
                  </a:cubicBezTo>
                  <a:cubicBezTo>
                    <a:pt x="23333" y="206"/>
                    <a:pt x="23336" y="1"/>
                    <a:pt x="232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2"/>
            <p:cNvSpPr/>
            <p:nvPr/>
          </p:nvSpPr>
          <p:spPr>
            <a:xfrm>
              <a:off x="5987418" y="820950"/>
              <a:ext cx="53650" cy="371050"/>
            </a:xfrm>
            <a:custGeom>
              <a:rect b="b" l="l" r="r" t="t"/>
              <a:pathLst>
                <a:path extrusionOk="0" h="14842" w="2146">
                  <a:moveTo>
                    <a:pt x="291" y="0"/>
                  </a:moveTo>
                  <a:cubicBezTo>
                    <a:pt x="-531" y="4918"/>
                    <a:pt x="569" y="10112"/>
                    <a:pt x="2146" y="14842"/>
                  </a:cubicBezTo>
                </a:path>
              </a:pathLst>
            </a:custGeom>
            <a:noFill/>
            <a:ln cap="rnd" cmpd="sng" w="19050">
              <a:solidFill>
                <a:schemeClr val="dk1"/>
              </a:solidFill>
              <a:prstDash val="solid"/>
              <a:round/>
              <a:headEnd len="med" w="med" type="none"/>
              <a:tailEnd len="med" w="med" type="none"/>
            </a:ln>
          </p:spPr>
        </p:sp>
        <p:sp>
          <p:nvSpPr>
            <p:cNvPr id="1916" name="Google Shape;1916;p72"/>
            <p:cNvSpPr/>
            <p:nvPr/>
          </p:nvSpPr>
          <p:spPr>
            <a:xfrm flipH="1">
              <a:off x="3111768" y="820950"/>
              <a:ext cx="53650" cy="371050"/>
            </a:xfrm>
            <a:custGeom>
              <a:rect b="b" l="l" r="r" t="t"/>
              <a:pathLst>
                <a:path extrusionOk="0" h="14842" w="2146">
                  <a:moveTo>
                    <a:pt x="291" y="0"/>
                  </a:moveTo>
                  <a:cubicBezTo>
                    <a:pt x="-531" y="4918"/>
                    <a:pt x="569" y="10112"/>
                    <a:pt x="2146" y="14842"/>
                  </a:cubicBezTo>
                </a:path>
              </a:pathLst>
            </a:custGeom>
            <a:noFill/>
            <a:ln cap="rnd" cmpd="sng" w="19050">
              <a:solidFill>
                <a:schemeClr val="dk1"/>
              </a:solidFill>
              <a:prstDash val="solid"/>
              <a:round/>
              <a:headEnd len="med" w="med" type="none"/>
              <a:tailEnd len="med" w="med" type="none"/>
            </a:ln>
          </p:spPr>
        </p:sp>
      </p:grpSp>
      <p:sp>
        <p:nvSpPr>
          <p:cNvPr id="1917" name="Google Shape;1917;p72"/>
          <p:cNvSpPr txBox="1"/>
          <p:nvPr>
            <p:ph idx="1" type="body"/>
          </p:nvPr>
        </p:nvSpPr>
        <p:spPr>
          <a:xfrm>
            <a:off x="2233425" y="1987750"/>
            <a:ext cx="4677300" cy="1778100"/>
          </a:xfrm>
          <a:prstGeom prst="rect">
            <a:avLst/>
          </a:prstGeom>
        </p:spPr>
        <p:txBody>
          <a:bodyPr anchorCtr="0" anchor="ctr" bIns="91425" lIns="91425" spcFirstLastPara="1" rIns="91425" wrap="square" tIns="91425">
            <a:noAutofit/>
          </a:bodyPr>
          <a:lstStyle/>
          <a:p>
            <a:pPr indent="0" lvl="0" marL="0" rtl="0" algn="ctr">
              <a:spcBef>
                <a:spcPts val="1200"/>
              </a:spcBef>
              <a:spcAft>
                <a:spcPts val="1200"/>
              </a:spcAft>
              <a:buClr>
                <a:schemeClr val="dk1"/>
              </a:buClr>
              <a:buSzPts val="1100"/>
              <a:buFont typeface="Arial"/>
              <a:buNone/>
            </a:pPr>
            <a:r>
              <a:rPr lang="en"/>
              <a:t>This activity will build your student’s trust and they will connect with each other. It goes like this: they have to be set in pairs and then stare at the eyes of their partner for a whole minute. They might not like it at first, but it will be very enriching for their relationships.</a:t>
            </a:r>
            <a:endParaRPr>
              <a:solidFill>
                <a:schemeClr val="dk1"/>
              </a:solidFill>
            </a:endParaRPr>
          </a:p>
        </p:txBody>
      </p:sp>
      <p:grpSp>
        <p:nvGrpSpPr>
          <p:cNvPr id="1918" name="Google Shape;1918;p72"/>
          <p:cNvGrpSpPr/>
          <p:nvPr/>
        </p:nvGrpSpPr>
        <p:grpSpPr>
          <a:xfrm>
            <a:off x="713184" y="4691184"/>
            <a:ext cx="7726459" cy="369843"/>
            <a:chOff x="713184" y="4691184"/>
            <a:chExt cx="7726459" cy="369843"/>
          </a:xfrm>
        </p:grpSpPr>
        <p:sp>
          <p:nvSpPr>
            <p:cNvPr id="1919" name="Google Shape;1919;p72"/>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920" name="Google Shape;1920;p72"/>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2"/>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2">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
        <p:nvSpPr>
          <p:cNvPr id="1923" name="Google Shape;1923;p72"/>
          <p:cNvSpPr txBox="1"/>
          <p:nvPr>
            <p:ph type="title"/>
          </p:nvPr>
        </p:nvSpPr>
        <p:spPr>
          <a:xfrm>
            <a:off x="3283875" y="759398"/>
            <a:ext cx="25764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Look into my eyes</a:t>
            </a:r>
            <a:endParaRPr/>
          </a:p>
        </p:txBody>
      </p:sp>
      <p:grpSp>
        <p:nvGrpSpPr>
          <p:cNvPr id="1924" name="Google Shape;1924;p72"/>
          <p:cNvGrpSpPr/>
          <p:nvPr/>
        </p:nvGrpSpPr>
        <p:grpSpPr>
          <a:xfrm>
            <a:off x="807883" y="2160914"/>
            <a:ext cx="569355" cy="531490"/>
            <a:chOff x="807875" y="1796681"/>
            <a:chExt cx="523834" cy="488996"/>
          </a:xfrm>
        </p:grpSpPr>
        <p:sp>
          <p:nvSpPr>
            <p:cNvPr id="1925" name="Google Shape;1925;p72"/>
            <p:cNvSpPr/>
            <p:nvPr/>
          </p:nvSpPr>
          <p:spPr>
            <a:xfrm>
              <a:off x="807875" y="1796681"/>
              <a:ext cx="523834" cy="488996"/>
            </a:xfrm>
            <a:custGeom>
              <a:rect b="b" l="l" r="r" t="t"/>
              <a:pathLst>
                <a:path extrusionOk="0" h="13587" w="14556">
                  <a:moveTo>
                    <a:pt x="7214" y="454"/>
                  </a:moveTo>
                  <a:cubicBezTo>
                    <a:pt x="9222" y="454"/>
                    <a:pt x="11307" y="1214"/>
                    <a:pt x="12624" y="2657"/>
                  </a:cubicBezTo>
                  <a:cubicBezTo>
                    <a:pt x="14497" y="4715"/>
                    <a:pt x="14009" y="8471"/>
                    <a:pt x="12585" y="10657"/>
                  </a:cubicBezTo>
                  <a:cubicBezTo>
                    <a:pt x="11863" y="11778"/>
                    <a:pt x="10741" y="12676"/>
                    <a:pt x="9444" y="13008"/>
                  </a:cubicBezTo>
                  <a:cubicBezTo>
                    <a:pt x="8993" y="13123"/>
                    <a:pt x="8476" y="13182"/>
                    <a:pt x="7941" y="13182"/>
                  </a:cubicBezTo>
                  <a:cubicBezTo>
                    <a:pt x="6797" y="13182"/>
                    <a:pt x="5572" y="12910"/>
                    <a:pt x="4741" y="12325"/>
                  </a:cubicBezTo>
                  <a:cubicBezTo>
                    <a:pt x="3473" y="11437"/>
                    <a:pt x="3844" y="9837"/>
                    <a:pt x="3298" y="8559"/>
                  </a:cubicBezTo>
                  <a:cubicBezTo>
                    <a:pt x="2888" y="7613"/>
                    <a:pt x="2137" y="6901"/>
                    <a:pt x="1161" y="6676"/>
                  </a:cubicBezTo>
                  <a:cubicBezTo>
                    <a:pt x="127" y="5808"/>
                    <a:pt x="1298" y="3691"/>
                    <a:pt x="1961" y="2881"/>
                  </a:cubicBezTo>
                  <a:cubicBezTo>
                    <a:pt x="2732" y="1935"/>
                    <a:pt x="3746" y="1223"/>
                    <a:pt x="4897" y="823"/>
                  </a:cubicBezTo>
                  <a:cubicBezTo>
                    <a:pt x="5622" y="575"/>
                    <a:pt x="6412" y="454"/>
                    <a:pt x="7214" y="454"/>
                  </a:cubicBezTo>
                  <a:close/>
                  <a:moveTo>
                    <a:pt x="7210" y="1"/>
                  </a:moveTo>
                  <a:cubicBezTo>
                    <a:pt x="5994" y="1"/>
                    <a:pt x="4784" y="274"/>
                    <a:pt x="3707" y="852"/>
                  </a:cubicBezTo>
                  <a:cubicBezTo>
                    <a:pt x="1864" y="1857"/>
                    <a:pt x="0" y="3993"/>
                    <a:pt x="371" y="6247"/>
                  </a:cubicBezTo>
                  <a:cubicBezTo>
                    <a:pt x="459" y="6803"/>
                    <a:pt x="751" y="7076"/>
                    <a:pt x="1278" y="7242"/>
                  </a:cubicBezTo>
                  <a:cubicBezTo>
                    <a:pt x="2107" y="7486"/>
                    <a:pt x="2751" y="8140"/>
                    <a:pt x="2985" y="8979"/>
                  </a:cubicBezTo>
                  <a:cubicBezTo>
                    <a:pt x="3229" y="9788"/>
                    <a:pt x="3171" y="10657"/>
                    <a:pt x="3473" y="11447"/>
                  </a:cubicBezTo>
                  <a:cubicBezTo>
                    <a:pt x="3941" y="12705"/>
                    <a:pt x="5278" y="13232"/>
                    <a:pt x="6497" y="13447"/>
                  </a:cubicBezTo>
                  <a:cubicBezTo>
                    <a:pt x="7006" y="13536"/>
                    <a:pt x="7519" y="13587"/>
                    <a:pt x="8026" y="13587"/>
                  </a:cubicBezTo>
                  <a:cubicBezTo>
                    <a:pt x="9290" y="13587"/>
                    <a:pt x="10518" y="13270"/>
                    <a:pt x="11541" y="12442"/>
                  </a:cubicBezTo>
                  <a:cubicBezTo>
                    <a:pt x="12799" y="11408"/>
                    <a:pt x="13677" y="9983"/>
                    <a:pt x="14029" y="8393"/>
                  </a:cubicBezTo>
                  <a:cubicBezTo>
                    <a:pt x="14555" y="5974"/>
                    <a:pt x="14263" y="3203"/>
                    <a:pt x="12146" y="1623"/>
                  </a:cubicBezTo>
                  <a:cubicBezTo>
                    <a:pt x="10744" y="573"/>
                    <a:pt x="8971" y="1"/>
                    <a:pt x="7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2"/>
            <p:cNvSpPr/>
            <p:nvPr/>
          </p:nvSpPr>
          <p:spPr>
            <a:xfrm>
              <a:off x="868587" y="1909723"/>
              <a:ext cx="132398" cy="121430"/>
            </a:xfrm>
            <a:custGeom>
              <a:rect b="b" l="l" r="r" t="t"/>
              <a:pathLst>
                <a:path extrusionOk="0" h="3374" w="3679">
                  <a:moveTo>
                    <a:pt x="1774" y="455"/>
                  </a:moveTo>
                  <a:cubicBezTo>
                    <a:pt x="2757" y="455"/>
                    <a:pt x="3589" y="1862"/>
                    <a:pt x="2615" y="2667"/>
                  </a:cubicBezTo>
                  <a:cubicBezTo>
                    <a:pt x="2391" y="2855"/>
                    <a:pt x="2163" y="2935"/>
                    <a:pt x="1947" y="2935"/>
                  </a:cubicBezTo>
                  <a:cubicBezTo>
                    <a:pt x="1051" y="2935"/>
                    <a:pt x="345" y="1571"/>
                    <a:pt x="879" y="872"/>
                  </a:cubicBezTo>
                  <a:cubicBezTo>
                    <a:pt x="908" y="862"/>
                    <a:pt x="937" y="843"/>
                    <a:pt x="957" y="823"/>
                  </a:cubicBezTo>
                  <a:cubicBezTo>
                    <a:pt x="1055" y="716"/>
                    <a:pt x="1172" y="628"/>
                    <a:pt x="1298" y="570"/>
                  </a:cubicBezTo>
                  <a:cubicBezTo>
                    <a:pt x="1386" y="531"/>
                    <a:pt x="1474" y="511"/>
                    <a:pt x="1562" y="492"/>
                  </a:cubicBezTo>
                  <a:cubicBezTo>
                    <a:pt x="1591" y="492"/>
                    <a:pt x="1620" y="482"/>
                    <a:pt x="1650" y="462"/>
                  </a:cubicBezTo>
                  <a:cubicBezTo>
                    <a:pt x="1691" y="457"/>
                    <a:pt x="1733" y="455"/>
                    <a:pt x="1774" y="455"/>
                  </a:cubicBezTo>
                  <a:close/>
                  <a:moveTo>
                    <a:pt x="1821" y="1"/>
                  </a:moveTo>
                  <a:cubicBezTo>
                    <a:pt x="1663" y="1"/>
                    <a:pt x="1503" y="24"/>
                    <a:pt x="1347" y="72"/>
                  </a:cubicBezTo>
                  <a:cubicBezTo>
                    <a:pt x="313" y="316"/>
                    <a:pt x="1" y="1399"/>
                    <a:pt x="420" y="2345"/>
                  </a:cubicBezTo>
                  <a:cubicBezTo>
                    <a:pt x="696" y="2956"/>
                    <a:pt x="1332" y="3373"/>
                    <a:pt x="1972" y="3373"/>
                  </a:cubicBezTo>
                  <a:cubicBezTo>
                    <a:pt x="2262" y="3373"/>
                    <a:pt x="2552" y="3288"/>
                    <a:pt x="2811" y="3096"/>
                  </a:cubicBezTo>
                  <a:cubicBezTo>
                    <a:pt x="3601" y="2530"/>
                    <a:pt x="3679" y="1350"/>
                    <a:pt x="3093" y="609"/>
                  </a:cubicBezTo>
                  <a:cubicBezTo>
                    <a:pt x="2777" y="219"/>
                    <a:pt x="2306"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2"/>
            <p:cNvSpPr/>
            <p:nvPr/>
          </p:nvSpPr>
          <p:spPr>
            <a:xfrm>
              <a:off x="1003433" y="1839796"/>
              <a:ext cx="141143" cy="117003"/>
            </a:xfrm>
            <a:custGeom>
              <a:rect b="b" l="l" r="r" t="t"/>
              <a:pathLst>
                <a:path extrusionOk="0" h="3251" w="3922">
                  <a:moveTo>
                    <a:pt x="2000" y="504"/>
                  </a:moveTo>
                  <a:cubicBezTo>
                    <a:pt x="2688" y="504"/>
                    <a:pt x="3397" y="991"/>
                    <a:pt x="3288" y="1849"/>
                  </a:cubicBezTo>
                  <a:cubicBezTo>
                    <a:pt x="3206" y="2504"/>
                    <a:pt x="2738" y="2770"/>
                    <a:pt x="2229" y="2770"/>
                  </a:cubicBezTo>
                  <a:cubicBezTo>
                    <a:pt x="1578" y="2770"/>
                    <a:pt x="860" y="2335"/>
                    <a:pt x="800" y="1722"/>
                  </a:cubicBezTo>
                  <a:cubicBezTo>
                    <a:pt x="810" y="1693"/>
                    <a:pt x="820" y="1664"/>
                    <a:pt x="820" y="1635"/>
                  </a:cubicBezTo>
                  <a:cubicBezTo>
                    <a:pt x="810" y="1391"/>
                    <a:pt x="888" y="1166"/>
                    <a:pt x="1044" y="981"/>
                  </a:cubicBezTo>
                  <a:cubicBezTo>
                    <a:pt x="1054" y="952"/>
                    <a:pt x="1073" y="932"/>
                    <a:pt x="1073" y="903"/>
                  </a:cubicBezTo>
                  <a:cubicBezTo>
                    <a:pt x="1301" y="632"/>
                    <a:pt x="1648" y="504"/>
                    <a:pt x="2000" y="504"/>
                  </a:cubicBezTo>
                  <a:close/>
                  <a:moveTo>
                    <a:pt x="2013" y="1"/>
                  </a:moveTo>
                  <a:cubicBezTo>
                    <a:pt x="1431" y="1"/>
                    <a:pt x="890" y="305"/>
                    <a:pt x="595" y="825"/>
                  </a:cubicBezTo>
                  <a:cubicBezTo>
                    <a:pt x="0" y="1703"/>
                    <a:pt x="507" y="2708"/>
                    <a:pt x="1473" y="3117"/>
                  </a:cubicBezTo>
                  <a:cubicBezTo>
                    <a:pt x="1683" y="3207"/>
                    <a:pt x="1909" y="3250"/>
                    <a:pt x="2134" y="3250"/>
                  </a:cubicBezTo>
                  <a:cubicBezTo>
                    <a:pt x="2860" y="3250"/>
                    <a:pt x="3578" y="2802"/>
                    <a:pt x="3727" y="2035"/>
                  </a:cubicBezTo>
                  <a:cubicBezTo>
                    <a:pt x="3922" y="1078"/>
                    <a:pt x="3171" y="152"/>
                    <a:pt x="2234" y="15"/>
                  </a:cubicBezTo>
                  <a:cubicBezTo>
                    <a:pt x="2160" y="5"/>
                    <a:pt x="2086"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2"/>
            <p:cNvSpPr/>
            <p:nvPr/>
          </p:nvSpPr>
          <p:spPr>
            <a:xfrm>
              <a:off x="1147709" y="1920771"/>
              <a:ext cx="132758" cy="121178"/>
            </a:xfrm>
            <a:custGeom>
              <a:rect b="b" l="l" r="r" t="t"/>
              <a:pathLst>
                <a:path extrusionOk="0" h="3367" w="3689">
                  <a:moveTo>
                    <a:pt x="1774" y="450"/>
                  </a:moveTo>
                  <a:cubicBezTo>
                    <a:pt x="2756" y="450"/>
                    <a:pt x="3589" y="1857"/>
                    <a:pt x="2625" y="2662"/>
                  </a:cubicBezTo>
                  <a:cubicBezTo>
                    <a:pt x="2401" y="2850"/>
                    <a:pt x="2173" y="2930"/>
                    <a:pt x="1956" y="2930"/>
                  </a:cubicBezTo>
                  <a:cubicBezTo>
                    <a:pt x="1060" y="2930"/>
                    <a:pt x="354" y="1567"/>
                    <a:pt x="888" y="867"/>
                  </a:cubicBezTo>
                  <a:cubicBezTo>
                    <a:pt x="908" y="858"/>
                    <a:pt x="937" y="838"/>
                    <a:pt x="957" y="819"/>
                  </a:cubicBezTo>
                  <a:cubicBezTo>
                    <a:pt x="1054" y="711"/>
                    <a:pt x="1171" y="633"/>
                    <a:pt x="1308" y="565"/>
                  </a:cubicBezTo>
                  <a:cubicBezTo>
                    <a:pt x="1386" y="536"/>
                    <a:pt x="1483" y="506"/>
                    <a:pt x="1571" y="487"/>
                  </a:cubicBezTo>
                  <a:cubicBezTo>
                    <a:pt x="1600" y="487"/>
                    <a:pt x="1620" y="477"/>
                    <a:pt x="1649" y="458"/>
                  </a:cubicBezTo>
                  <a:cubicBezTo>
                    <a:pt x="1691" y="453"/>
                    <a:pt x="1732" y="450"/>
                    <a:pt x="1774" y="450"/>
                  </a:cubicBezTo>
                  <a:close/>
                  <a:moveTo>
                    <a:pt x="1844" y="0"/>
                  </a:moveTo>
                  <a:cubicBezTo>
                    <a:pt x="1681" y="0"/>
                    <a:pt x="1517" y="25"/>
                    <a:pt x="1357" y="77"/>
                  </a:cubicBezTo>
                  <a:cubicBezTo>
                    <a:pt x="313" y="321"/>
                    <a:pt x="1" y="1394"/>
                    <a:pt x="430" y="2350"/>
                  </a:cubicBezTo>
                  <a:cubicBezTo>
                    <a:pt x="704" y="2959"/>
                    <a:pt x="1333" y="3367"/>
                    <a:pt x="1971" y="3367"/>
                  </a:cubicBezTo>
                  <a:cubicBezTo>
                    <a:pt x="2263" y="3367"/>
                    <a:pt x="2557" y="3281"/>
                    <a:pt x="2820" y="3092"/>
                  </a:cubicBezTo>
                  <a:cubicBezTo>
                    <a:pt x="3610" y="2526"/>
                    <a:pt x="3688" y="1336"/>
                    <a:pt x="3093" y="604"/>
                  </a:cubicBezTo>
                  <a:cubicBezTo>
                    <a:pt x="2787" y="218"/>
                    <a:pt x="2323" y="0"/>
                    <a:pt x="1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2"/>
            <p:cNvSpPr/>
            <p:nvPr/>
          </p:nvSpPr>
          <p:spPr>
            <a:xfrm>
              <a:off x="1125936" y="2078547"/>
              <a:ext cx="131354" cy="121970"/>
            </a:xfrm>
            <a:custGeom>
              <a:rect b="b" l="l" r="r" t="t"/>
              <a:pathLst>
                <a:path extrusionOk="0" h="3389" w="3650">
                  <a:moveTo>
                    <a:pt x="1948" y="450"/>
                  </a:moveTo>
                  <a:cubicBezTo>
                    <a:pt x="1975" y="450"/>
                    <a:pt x="2003" y="451"/>
                    <a:pt x="2030" y="454"/>
                  </a:cubicBezTo>
                  <a:cubicBezTo>
                    <a:pt x="2059" y="473"/>
                    <a:pt x="2088" y="483"/>
                    <a:pt x="2118" y="493"/>
                  </a:cubicBezTo>
                  <a:cubicBezTo>
                    <a:pt x="2254" y="522"/>
                    <a:pt x="2391" y="571"/>
                    <a:pt x="2518" y="649"/>
                  </a:cubicBezTo>
                  <a:cubicBezTo>
                    <a:pt x="2586" y="698"/>
                    <a:pt x="2654" y="766"/>
                    <a:pt x="2723" y="834"/>
                  </a:cubicBezTo>
                  <a:cubicBezTo>
                    <a:pt x="2742" y="854"/>
                    <a:pt x="2762" y="873"/>
                    <a:pt x="2781" y="883"/>
                  </a:cubicBezTo>
                  <a:cubicBezTo>
                    <a:pt x="3371" y="1603"/>
                    <a:pt x="2835" y="2940"/>
                    <a:pt x="1831" y="2940"/>
                  </a:cubicBezTo>
                  <a:cubicBezTo>
                    <a:pt x="1706" y="2940"/>
                    <a:pt x="1573" y="2919"/>
                    <a:pt x="1435" y="2873"/>
                  </a:cubicBezTo>
                  <a:cubicBezTo>
                    <a:pt x="37" y="2426"/>
                    <a:pt x="901" y="450"/>
                    <a:pt x="1948" y="450"/>
                  </a:cubicBezTo>
                  <a:close/>
                  <a:moveTo>
                    <a:pt x="1971" y="0"/>
                  </a:moveTo>
                  <a:cubicBezTo>
                    <a:pt x="1432" y="0"/>
                    <a:pt x="894" y="321"/>
                    <a:pt x="537" y="844"/>
                  </a:cubicBezTo>
                  <a:cubicBezTo>
                    <a:pt x="1" y="1654"/>
                    <a:pt x="215" y="2883"/>
                    <a:pt x="1171" y="3273"/>
                  </a:cubicBezTo>
                  <a:cubicBezTo>
                    <a:pt x="1362" y="3352"/>
                    <a:pt x="1560" y="3389"/>
                    <a:pt x="1757" y="3389"/>
                  </a:cubicBezTo>
                  <a:cubicBezTo>
                    <a:pt x="2484" y="3389"/>
                    <a:pt x="3189" y="2889"/>
                    <a:pt x="3435" y="2190"/>
                  </a:cubicBezTo>
                  <a:cubicBezTo>
                    <a:pt x="3649" y="1556"/>
                    <a:pt x="3464" y="864"/>
                    <a:pt x="2957" y="425"/>
                  </a:cubicBezTo>
                  <a:cubicBezTo>
                    <a:pt x="2660" y="132"/>
                    <a:pt x="2315" y="0"/>
                    <a:pt x="1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2"/>
            <p:cNvSpPr/>
            <p:nvPr/>
          </p:nvSpPr>
          <p:spPr>
            <a:xfrm>
              <a:off x="977810" y="2115976"/>
              <a:ext cx="134485" cy="116248"/>
            </a:xfrm>
            <a:custGeom>
              <a:rect b="b" l="l" r="r" t="t"/>
              <a:pathLst>
                <a:path extrusionOk="0" h="3230" w="3737">
                  <a:moveTo>
                    <a:pt x="1636" y="493"/>
                  </a:moveTo>
                  <a:cubicBezTo>
                    <a:pt x="2207" y="493"/>
                    <a:pt x="2801" y="782"/>
                    <a:pt x="2946" y="1287"/>
                  </a:cubicBezTo>
                  <a:cubicBezTo>
                    <a:pt x="2946" y="1316"/>
                    <a:pt x="2946" y="1346"/>
                    <a:pt x="2946" y="1375"/>
                  </a:cubicBezTo>
                  <a:cubicBezTo>
                    <a:pt x="2966" y="1521"/>
                    <a:pt x="2966" y="1667"/>
                    <a:pt x="2946" y="1804"/>
                  </a:cubicBezTo>
                  <a:cubicBezTo>
                    <a:pt x="2917" y="1892"/>
                    <a:pt x="2888" y="1980"/>
                    <a:pt x="2849" y="2058"/>
                  </a:cubicBezTo>
                  <a:cubicBezTo>
                    <a:pt x="2829" y="2087"/>
                    <a:pt x="2829" y="2116"/>
                    <a:pt x="2819" y="2145"/>
                  </a:cubicBezTo>
                  <a:cubicBezTo>
                    <a:pt x="2603" y="2532"/>
                    <a:pt x="2161" y="2731"/>
                    <a:pt x="1717" y="2731"/>
                  </a:cubicBezTo>
                  <a:cubicBezTo>
                    <a:pt x="1119" y="2731"/>
                    <a:pt x="519" y="2369"/>
                    <a:pt x="468" y="1619"/>
                  </a:cubicBezTo>
                  <a:cubicBezTo>
                    <a:pt x="422" y="836"/>
                    <a:pt x="1015" y="493"/>
                    <a:pt x="1636" y="493"/>
                  </a:cubicBezTo>
                  <a:close/>
                  <a:moveTo>
                    <a:pt x="1682" y="1"/>
                  </a:moveTo>
                  <a:cubicBezTo>
                    <a:pt x="836" y="1"/>
                    <a:pt x="18" y="615"/>
                    <a:pt x="10" y="1521"/>
                  </a:cubicBezTo>
                  <a:cubicBezTo>
                    <a:pt x="0" y="2478"/>
                    <a:pt x="874" y="3229"/>
                    <a:pt x="1801" y="3229"/>
                  </a:cubicBezTo>
                  <a:cubicBezTo>
                    <a:pt x="1818" y="3229"/>
                    <a:pt x="1836" y="3229"/>
                    <a:pt x="1853" y="3228"/>
                  </a:cubicBezTo>
                  <a:cubicBezTo>
                    <a:pt x="2517" y="3199"/>
                    <a:pt x="3092" y="2760"/>
                    <a:pt x="3317" y="2136"/>
                  </a:cubicBezTo>
                  <a:cubicBezTo>
                    <a:pt x="3736" y="1160"/>
                    <a:pt x="3053" y="263"/>
                    <a:pt x="2039" y="38"/>
                  </a:cubicBezTo>
                  <a:cubicBezTo>
                    <a:pt x="1921" y="13"/>
                    <a:pt x="1801" y="1"/>
                    <a:pt x="16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72"/>
          <p:cNvGrpSpPr/>
          <p:nvPr/>
        </p:nvGrpSpPr>
        <p:grpSpPr>
          <a:xfrm rot="1225805">
            <a:off x="7655342" y="1779852"/>
            <a:ext cx="786104" cy="503144"/>
            <a:chOff x="5598676" y="-545500"/>
            <a:chExt cx="662164" cy="423783"/>
          </a:xfrm>
        </p:grpSpPr>
        <p:sp>
          <p:nvSpPr>
            <p:cNvPr id="1932" name="Google Shape;1932;p72"/>
            <p:cNvSpPr/>
            <p:nvPr/>
          </p:nvSpPr>
          <p:spPr>
            <a:xfrm>
              <a:off x="5651363" y="-452273"/>
              <a:ext cx="248662" cy="51520"/>
            </a:xfrm>
            <a:custGeom>
              <a:rect b="b" l="l" r="r" t="t"/>
              <a:pathLst>
                <a:path extrusionOk="0" h="882" w="4257">
                  <a:moveTo>
                    <a:pt x="2662" y="1"/>
                  </a:moveTo>
                  <a:cubicBezTo>
                    <a:pt x="1803" y="1"/>
                    <a:pt x="948" y="198"/>
                    <a:pt x="161" y="582"/>
                  </a:cubicBezTo>
                  <a:cubicBezTo>
                    <a:pt x="0" y="658"/>
                    <a:pt x="104" y="881"/>
                    <a:pt x="262" y="881"/>
                  </a:cubicBezTo>
                  <a:cubicBezTo>
                    <a:pt x="286" y="881"/>
                    <a:pt x="311" y="876"/>
                    <a:pt x="337" y="864"/>
                  </a:cubicBezTo>
                  <a:cubicBezTo>
                    <a:pt x="1065" y="507"/>
                    <a:pt x="1862" y="322"/>
                    <a:pt x="2665" y="322"/>
                  </a:cubicBezTo>
                  <a:cubicBezTo>
                    <a:pt x="3110" y="322"/>
                    <a:pt x="3557" y="379"/>
                    <a:pt x="3995" y="494"/>
                  </a:cubicBezTo>
                  <a:cubicBezTo>
                    <a:pt x="4007" y="496"/>
                    <a:pt x="4019" y="497"/>
                    <a:pt x="4030" y="497"/>
                  </a:cubicBezTo>
                  <a:cubicBezTo>
                    <a:pt x="4199" y="497"/>
                    <a:pt x="4256" y="236"/>
                    <a:pt x="4073" y="182"/>
                  </a:cubicBezTo>
                  <a:cubicBezTo>
                    <a:pt x="3609" y="60"/>
                    <a:pt x="3135" y="1"/>
                    <a:pt x="2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2"/>
            <p:cNvSpPr/>
            <p:nvPr/>
          </p:nvSpPr>
          <p:spPr>
            <a:xfrm>
              <a:off x="5598676" y="-545500"/>
              <a:ext cx="662164" cy="423783"/>
            </a:xfrm>
            <a:custGeom>
              <a:rect b="b" l="l" r="r" t="t"/>
              <a:pathLst>
                <a:path extrusionOk="0" h="7255" w="11336">
                  <a:moveTo>
                    <a:pt x="8369" y="325"/>
                  </a:moveTo>
                  <a:cubicBezTo>
                    <a:pt x="9234" y="325"/>
                    <a:pt x="10100" y="572"/>
                    <a:pt x="10858" y="1065"/>
                  </a:cubicBezTo>
                  <a:cubicBezTo>
                    <a:pt x="11004" y="2929"/>
                    <a:pt x="11004" y="4802"/>
                    <a:pt x="10858" y="6675"/>
                  </a:cubicBezTo>
                  <a:cubicBezTo>
                    <a:pt x="10092" y="6215"/>
                    <a:pt x="9225" y="5983"/>
                    <a:pt x="8358" y="5983"/>
                  </a:cubicBezTo>
                  <a:cubicBezTo>
                    <a:pt x="7513" y="5983"/>
                    <a:pt x="6667" y="6203"/>
                    <a:pt x="5912" y="6646"/>
                  </a:cubicBezTo>
                  <a:cubicBezTo>
                    <a:pt x="6000" y="4782"/>
                    <a:pt x="5990" y="2919"/>
                    <a:pt x="5892" y="1056"/>
                  </a:cubicBezTo>
                  <a:cubicBezTo>
                    <a:pt x="6647" y="569"/>
                    <a:pt x="7507" y="325"/>
                    <a:pt x="8369" y="325"/>
                  </a:cubicBezTo>
                  <a:close/>
                  <a:moveTo>
                    <a:pt x="3498" y="415"/>
                  </a:moveTo>
                  <a:cubicBezTo>
                    <a:pt x="4212" y="415"/>
                    <a:pt x="4914" y="586"/>
                    <a:pt x="5561" y="1026"/>
                  </a:cubicBezTo>
                  <a:cubicBezTo>
                    <a:pt x="5658" y="2899"/>
                    <a:pt x="5668" y="4773"/>
                    <a:pt x="5590" y="6636"/>
                  </a:cubicBezTo>
                  <a:cubicBezTo>
                    <a:pt x="4932" y="6230"/>
                    <a:pt x="4227" y="6069"/>
                    <a:pt x="3510" y="6069"/>
                  </a:cubicBezTo>
                  <a:cubicBezTo>
                    <a:pt x="2452" y="6069"/>
                    <a:pt x="1369" y="6420"/>
                    <a:pt x="380" y="6850"/>
                  </a:cubicBezTo>
                  <a:cubicBezTo>
                    <a:pt x="449" y="4977"/>
                    <a:pt x="429" y="3104"/>
                    <a:pt x="332" y="1241"/>
                  </a:cubicBezTo>
                  <a:cubicBezTo>
                    <a:pt x="1322" y="802"/>
                    <a:pt x="2425" y="415"/>
                    <a:pt x="3498" y="415"/>
                  </a:cubicBezTo>
                  <a:close/>
                  <a:moveTo>
                    <a:pt x="8366" y="0"/>
                  </a:moveTo>
                  <a:cubicBezTo>
                    <a:pt x="7480" y="0"/>
                    <a:pt x="6592" y="242"/>
                    <a:pt x="5805" y="724"/>
                  </a:cubicBezTo>
                  <a:cubicBezTo>
                    <a:pt x="5780" y="705"/>
                    <a:pt x="5747" y="699"/>
                    <a:pt x="5714" y="699"/>
                  </a:cubicBezTo>
                  <a:cubicBezTo>
                    <a:pt x="5695" y="699"/>
                    <a:pt x="5676" y="701"/>
                    <a:pt x="5658" y="704"/>
                  </a:cubicBezTo>
                  <a:cubicBezTo>
                    <a:pt x="4982" y="259"/>
                    <a:pt x="4250" y="84"/>
                    <a:pt x="3505" y="84"/>
                  </a:cubicBezTo>
                  <a:cubicBezTo>
                    <a:pt x="2358" y="84"/>
                    <a:pt x="1180" y="499"/>
                    <a:pt x="127" y="978"/>
                  </a:cubicBezTo>
                  <a:cubicBezTo>
                    <a:pt x="107" y="987"/>
                    <a:pt x="98" y="997"/>
                    <a:pt x="78" y="1007"/>
                  </a:cubicBezTo>
                  <a:cubicBezTo>
                    <a:pt x="29" y="1036"/>
                    <a:pt x="0" y="1085"/>
                    <a:pt x="10" y="1143"/>
                  </a:cubicBezTo>
                  <a:cubicBezTo>
                    <a:pt x="117" y="3104"/>
                    <a:pt x="127" y="5055"/>
                    <a:pt x="49" y="7016"/>
                  </a:cubicBezTo>
                  <a:cubicBezTo>
                    <a:pt x="8" y="7139"/>
                    <a:pt x="104" y="7255"/>
                    <a:pt x="222" y="7255"/>
                  </a:cubicBezTo>
                  <a:cubicBezTo>
                    <a:pt x="245" y="7255"/>
                    <a:pt x="269" y="7250"/>
                    <a:pt x="293" y="7241"/>
                  </a:cubicBezTo>
                  <a:cubicBezTo>
                    <a:pt x="1285" y="6785"/>
                    <a:pt x="2396" y="6389"/>
                    <a:pt x="3482" y="6389"/>
                  </a:cubicBezTo>
                  <a:cubicBezTo>
                    <a:pt x="4211" y="6389"/>
                    <a:pt x="4928" y="6568"/>
                    <a:pt x="5590" y="7026"/>
                  </a:cubicBezTo>
                  <a:cubicBezTo>
                    <a:pt x="5609" y="7036"/>
                    <a:pt x="5639" y="7046"/>
                    <a:pt x="5668" y="7046"/>
                  </a:cubicBezTo>
                  <a:cubicBezTo>
                    <a:pt x="5696" y="7074"/>
                    <a:pt x="5731" y="7089"/>
                    <a:pt x="5767" y="7089"/>
                  </a:cubicBezTo>
                  <a:cubicBezTo>
                    <a:pt x="5793" y="7089"/>
                    <a:pt x="5819" y="7081"/>
                    <a:pt x="5844" y="7065"/>
                  </a:cubicBezTo>
                  <a:cubicBezTo>
                    <a:pt x="6605" y="6558"/>
                    <a:pt x="7480" y="6304"/>
                    <a:pt x="8357" y="6304"/>
                  </a:cubicBezTo>
                  <a:cubicBezTo>
                    <a:pt x="9234" y="6304"/>
                    <a:pt x="10112" y="6558"/>
                    <a:pt x="10877" y="7065"/>
                  </a:cubicBezTo>
                  <a:cubicBezTo>
                    <a:pt x="10901" y="7081"/>
                    <a:pt x="10929" y="7088"/>
                    <a:pt x="10957" y="7088"/>
                  </a:cubicBezTo>
                  <a:cubicBezTo>
                    <a:pt x="11000" y="7088"/>
                    <a:pt x="11043" y="7071"/>
                    <a:pt x="11073" y="7036"/>
                  </a:cubicBezTo>
                  <a:cubicBezTo>
                    <a:pt x="11131" y="7007"/>
                    <a:pt x="11170" y="6958"/>
                    <a:pt x="11170" y="6889"/>
                  </a:cubicBezTo>
                  <a:cubicBezTo>
                    <a:pt x="11336" y="4909"/>
                    <a:pt x="11336" y="2919"/>
                    <a:pt x="11170" y="948"/>
                  </a:cubicBezTo>
                  <a:cubicBezTo>
                    <a:pt x="11170" y="861"/>
                    <a:pt x="11102" y="802"/>
                    <a:pt x="11024" y="792"/>
                  </a:cubicBezTo>
                  <a:cubicBezTo>
                    <a:pt x="10216" y="264"/>
                    <a:pt x="9292" y="0"/>
                    <a:pt x="8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2"/>
            <p:cNvSpPr/>
            <p:nvPr/>
          </p:nvSpPr>
          <p:spPr>
            <a:xfrm>
              <a:off x="5651363" y="-369620"/>
              <a:ext cx="248662" cy="51461"/>
            </a:xfrm>
            <a:custGeom>
              <a:rect b="b" l="l" r="r" t="t"/>
              <a:pathLst>
                <a:path extrusionOk="0" h="881" w="4257">
                  <a:moveTo>
                    <a:pt x="2662" y="0"/>
                  </a:moveTo>
                  <a:cubicBezTo>
                    <a:pt x="1803" y="0"/>
                    <a:pt x="948" y="197"/>
                    <a:pt x="161" y="581"/>
                  </a:cubicBezTo>
                  <a:cubicBezTo>
                    <a:pt x="0" y="657"/>
                    <a:pt x="104" y="881"/>
                    <a:pt x="262" y="881"/>
                  </a:cubicBezTo>
                  <a:cubicBezTo>
                    <a:pt x="286" y="881"/>
                    <a:pt x="311" y="876"/>
                    <a:pt x="337" y="864"/>
                  </a:cubicBezTo>
                  <a:cubicBezTo>
                    <a:pt x="1065" y="506"/>
                    <a:pt x="1862" y="322"/>
                    <a:pt x="2665" y="322"/>
                  </a:cubicBezTo>
                  <a:cubicBezTo>
                    <a:pt x="3110" y="322"/>
                    <a:pt x="3557" y="379"/>
                    <a:pt x="3995" y="493"/>
                  </a:cubicBezTo>
                  <a:cubicBezTo>
                    <a:pt x="4007" y="496"/>
                    <a:pt x="4019" y="497"/>
                    <a:pt x="4030" y="497"/>
                  </a:cubicBezTo>
                  <a:cubicBezTo>
                    <a:pt x="4199" y="497"/>
                    <a:pt x="4256" y="236"/>
                    <a:pt x="4073" y="181"/>
                  </a:cubicBezTo>
                  <a:cubicBezTo>
                    <a:pt x="3609" y="60"/>
                    <a:pt x="3135"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2"/>
            <p:cNvSpPr/>
            <p:nvPr/>
          </p:nvSpPr>
          <p:spPr>
            <a:xfrm>
              <a:off x="5651363" y="-280716"/>
              <a:ext cx="248487" cy="51461"/>
            </a:xfrm>
            <a:custGeom>
              <a:rect b="b" l="l" r="r" t="t"/>
              <a:pathLst>
                <a:path extrusionOk="0" h="881" w="4254">
                  <a:moveTo>
                    <a:pt x="2662" y="0"/>
                  </a:moveTo>
                  <a:cubicBezTo>
                    <a:pt x="1803" y="0"/>
                    <a:pt x="948" y="197"/>
                    <a:pt x="161" y="581"/>
                  </a:cubicBezTo>
                  <a:cubicBezTo>
                    <a:pt x="0" y="657"/>
                    <a:pt x="104" y="881"/>
                    <a:pt x="262" y="881"/>
                  </a:cubicBezTo>
                  <a:cubicBezTo>
                    <a:pt x="286" y="881"/>
                    <a:pt x="311" y="875"/>
                    <a:pt x="337" y="864"/>
                  </a:cubicBezTo>
                  <a:cubicBezTo>
                    <a:pt x="1065" y="506"/>
                    <a:pt x="1861" y="326"/>
                    <a:pt x="2663" y="326"/>
                  </a:cubicBezTo>
                  <a:cubicBezTo>
                    <a:pt x="3109" y="326"/>
                    <a:pt x="3557" y="382"/>
                    <a:pt x="3995" y="493"/>
                  </a:cubicBezTo>
                  <a:cubicBezTo>
                    <a:pt x="4010" y="497"/>
                    <a:pt x="4024" y="499"/>
                    <a:pt x="4038" y="499"/>
                  </a:cubicBezTo>
                  <a:cubicBezTo>
                    <a:pt x="4201" y="499"/>
                    <a:pt x="4254" y="244"/>
                    <a:pt x="4073" y="181"/>
                  </a:cubicBezTo>
                  <a:cubicBezTo>
                    <a:pt x="3609" y="60"/>
                    <a:pt x="3135"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2"/>
            <p:cNvSpPr/>
            <p:nvPr/>
          </p:nvSpPr>
          <p:spPr>
            <a:xfrm>
              <a:off x="5976662" y="-452273"/>
              <a:ext cx="234993" cy="51520"/>
            </a:xfrm>
            <a:custGeom>
              <a:rect b="b" l="l" r="r" t="t"/>
              <a:pathLst>
                <a:path extrusionOk="0" h="882" w="4023">
                  <a:moveTo>
                    <a:pt x="2513" y="1"/>
                  </a:moveTo>
                  <a:cubicBezTo>
                    <a:pt x="1698" y="1"/>
                    <a:pt x="889" y="198"/>
                    <a:pt x="153" y="582"/>
                  </a:cubicBezTo>
                  <a:cubicBezTo>
                    <a:pt x="1" y="658"/>
                    <a:pt x="98" y="881"/>
                    <a:pt x="241" y="881"/>
                  </a:cubicBezTo>
                  <a:cubicBezTo>
                    <a:pt x="263" y="881"/>
                    <a:pt x="286" y="876"/>
                    <a:pt x="309" y="864"/>
                  </a:cubicBezTo>
                  <a:cubicBezTo>
                    <a:pt x="993" y="507"/>
                    <a:pt x="1750" y="322"/>
                    <a:pt x="2510" y="322"/>
                  </a:cubicBezTo>
                  <a:cubicBezTo>
                    <a:pt x="2931" y="322"/>
                    <a:pt x="3352" y="379"/>
                    <a:pt x="3763" y="494"/>
                  </a:cubicBezTo>
                  <a:cubicBezTo>
                    <a:pt x="3777" y="497"/>
                    <a:pt x="3790" y="499"/>
                    <a:pt x="3803" y="499"/>
                  </a:cubicBezTo>
                  <a:cubicBezTo>
                    <a:pt x="3968" y="499"/>
                    <a:pt x="4022" y="227"/>
                    <a:pt x="3850" y="182"/>
                  </a:cubicBezTo>
                  <a:cubicBezTo>
                    <a:pt x="3411" y="60"/>
                    <a:pt x="2961" y="1"/>
                    <a:pt x="2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2"/>
            <p:cNvSpPr/>
            <p:nvPr/>
          </p:nvSpPr>
          <p:spPr>
            <a:xfrm>
              <a:off x="5976662" y="-369620"/>
              <a:ext cx="234993" cy="51461"/>
            </a:xfrm>
            <a:custGeom>
              <a:rect b="b" l="l" r="r" t="t"/>
              <a:pathLst>
                <a:path extrusionOk="0" h="881" w="4023">
                  <a:moveTo>
                    <a:pt x="2513" y="0"/>
                  </a:moveTo>
                  <a:cubicBezTo>
                    <a:pt x="1698" y="0"/>
                    <a:pt x="889" y="197"/>
                    <a:pt x="153" y="581"/>
                  </a:cubicBezTo>
                  <a:cubicBezTo>
                    <a:pt x="1" y="657"/>
                    <a:pt x="98" y="881"/>
                    <a:pt x="241" y="881"/>
                  </a:cubicBezTo>
                  <a:cubicBezTo>
                    <a:pt x="263" y="881"/>
                    <a:pt x="286" y="876"/>
                    <a:pt x="309" y="864"/>
                  </a:cubicBezTo>
                  <a:cubicBezTo>
                    <a:pt x="993" y="506"/>
                    <a:pt x="1750" y="322"/>
                    <a:pt x="2510" y="322"/>
                  </a:cubicBezTo>
                  <a:cubicBezTo>
                    <a:pt x="2931" y="322"/>
                    <a:pt x="3352" y="379"/>
                    <a:pt x="3763" y="493"/>
                  </a:cubicBezTo>
                  <a:cubicBezTo>
                    <a:pt x="3777" y="497"/>
                    <a:pt x="3790" y="498"/>
                    <a:pt x="3803" y="498"/>
                  </a:cubicBezTo>
                  <a:cubicBezTo>
                    <a:pt x="3968" y="498"/>
                    <a:pt x="4022" y="226"/>
                    <a:pt x="3850" y="181"/>
                  </a:cubicBezTo>
                  <a:cubicBezTo>
                    <a:pt x="3411" y="60"/>
                    <a:pt x="2961" y="0"/>
                    <a:pt x="2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2"/>
            <p:cNvSpPr/>
            <p:nvPr/>
          </p:nvSpPr>
          <p:spPr>
            <a:xfrm>
              <a:off x="5976662" y="-280716"/>
              <a:ext cx="234993" cy="51461"/>
            </a:xfrm>
            <a:custGeom>
              <a:rect b="b" l="l" r="r" t="t"/>
              <a:pathLst>
                <a:path extrusionOk="0" h="881" w="4023">
                  <a:moveTo>
                    <a:pt x="2513" y="0"/>
                  </a:moveTo>
                  <a:cubicBezTo>
                    <a:pt x="1698" y="0"/>
                    <a:pt x="889" y="197"/>
                    <a:pt x="153" y="581"/>
                  </a:cubicBezTo>
                  <a:cubicBezTo>
                    <a:pt x="1" y="657"/>
                    <a:pt x="98" y="881"/>
                    <a:pt x="241" y="881"/>
                  </a:cubicBezTo>
                  <a:cubicBezTo>
                    <a:pt x="263" y="881"/>
                    <a:pt x="286" y="875"/>
                    <a:pt x="309" y="864"/>
                  </a:cubicBezTo>
                  <a:cubicBezTo>
                    <a:pt x="993" y="506"/>
                    <a:pt x="1749" y="326"/>
                    <a:pt x="2508" y="326"/>
                  </a:cubicBezTo>
                  <a:cubicBezTo>
                    <a:pt x="2930" y="326"/>
                    <a:pt x="3352" y="382"/>
                    <a:pt x="3763" y="493"/>
                  </a:cubicBezTo>
                  <a:cubicBezTo>
                    <a:pt x="3777" y="497"/>
                    <a:pt x="3790" y="498"/>
                    <a:pt x="3803" y="498"/>
                  </a:cubicBezTo>
                  <a:cubicBezTo>
                    <a:pt x="3968" y="498"/>
                    <a:pt x="4022" y="226"/>
                    <a:pt x="3850" y="181"/>
                  </a:cubicBezTo>
                  <a:cubicBezTo>
                    <a:pt x="3411" y="60"/>
                    <a:pt x="2961" y="0"/>
                    <a:pt x="2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2" name="Shape 1942"/>
        <p:cNvGrpSpPr/>
        <p:nvPr/>
      </p:nvGrpSpPr>
      <p:grpSpPr>
        <a:xfrm>
          <a:off x="0" y="0"/>
          <a:ext cx="0" cy="0"/>
          <a:chOff x="0" y="0"/>
          <a:chExt cx="0" cy="0"/>
        </a:xfrm>
      </p:grpSpPr>
      <p:grpSp>
        <p:nvGrpSpPr>
          <p:cNvPr id="1943" name="Google Shape;1943;p73"/>
          <p:cNvGrpSpPr/>
          <p:nvPr/>
        </p:nvGrpSpPr>
        <p:grpSpPr>
          <a:xfrm rot="10800000">
            <a:off x="1862275" y="3675025"/>
            <a:ext cx="856150" cy="255250"/>
            <a:chOff x="1654700" y="3490157"/>
            <a:chExt cx="856150" cy="255250"/>
          </a:xfrm>
        </p:grpSpPr>
        <p:sp>
          <p:nvSpPr>
            <p:cNvPr id="1944" name="Google Shape;1944;p73"/>
            <p:cNvSpPr/>
            <p:nvPr/>
          </p:nvSpPr>
          <p:spPr>
            <a:xfrm>
              <a:off x="1668750" y="3499607"/>
              <a:ext cx="827450" cy="237475"/>
            </a:xfrm>
            <a:custGeom>
              <a:rect b="b" l="l" r="r" t="t"/>
              <a:pathLst>
                <a:path extrusionOk="0" h="9499" w="33098">
                  <a:moveTo>
                    <a:pt x="27657" y="3147"/>
                  </a:moveTo>
                  <a:cubicBezTo>
                    <a:pt x="27731" y="3147"/>
                    <a:pt x="27805" y="3191"/>
                    <a:pt x="27841" y="3285"/>
                  </a:cubicBezTo>
                  <a:cubicBezTo>
                    <a:pt x="27960" y="3606"/>
                    <a:pt x="27976" y="3994"/>
                    <a:pt x="27938" y="4384"/>
                  </a:cubicBezTo>
                  <a:cubicBezTo>
                    <a:pt x="28123" y="4412"/>
                    <a:pt x="28288" y="4474"/>
                    <a:pt x="28415" y="4587"/>
                  </a:cubicBezTo>
                  <a:cubicBezTo>
                    <a:pt x="28508" y="4673"/>
                    <a:pt x="28465" y="4846"/>
                    <a:pt x="28342" y="4871"/>
                  </a:cubicBezTo>
                  <a:cubicBezTo>
                    <a:pt x="28284" y="4884"/>
                    <a:pt x="28226" y="4889"/>
                    <a:pt x="28168" y="4889"/>
                  </a:cubicBezTo>
                  <a:cubicBezTo>
                    <a:pt x="28068" y="4889"/>
                    <a:pt x="27968" y="4874"/>
                    <a:pt x="27868" y="4858"/>
                  </a:cubicBezTo>
                  <a:cubicBezTo>
                    <a:pt x="27822" y="5100"/>
                    <a:pt x="27765" y="5333"/>
                    <a:pt x="27707" y="5536"/>
                  </a:cubicBezTo>
                  <a:cubicBezTo>
                    <a:pt x="27681" y="5628"/>
                    <a:pt x="27612" y="5668"/>
                    <a:pt x="27542" y="5668"/>
                  </a:cubicBezTo>
                  <a:cubicBezTo>
                    <a:pt x="27435" y="5668"/>
                    <a:pt x="27324" y="5576"/>
                    <a:pt x="27351" y="5437"/>
                  </a:cubicBezTo>
                  <a:cubicBezTo>
                    <a:pt x="27391" y="5236"/>
                    <a:pt x="27423" y="5038"/>
                    <a:pt x="27445" y="4837"/>
                  </a:cubicBezTo>
                  <a:lnTo>
                    <a:pt x="27445" y="4837"/>
                  </a:lnTo>
                  <a:cubicBezTo>
                    <a:pt x="27210" y="4848"/>
                    <a:pt x="26982" y="4897"/>
                    <a:pt x="26757" y="4975"/>
                  </a:cubicBezTo>
                  <a:cubicBezTo>
                    <a:pt x="26733" y="4983"/>
                    <a:pt x="26710" y="4987"/>
                    <a:pt x="26689" y="4987"/>
                  </a:cubicBezTo>
                  <a:cubicBezTo>
                    <a:pt x="26496" y="4987"/>
                    <a:pt x="26442" y="4673"/>
                    <a:pt x="26652" y="4589"/>
                  </a:cubicBezTo>
                  <a:cubicBezTo>
                    <a:pt x="26871" y="4504"/>
                    <a:pt x="27176" y="4416"/>
                    <a:pt x="27481" y="4382"/>
                  </a:cubicBezTo>
                  <a:cubicBezTo>
                    <a:pt x="27481" y="4368"/>
                    <a:pt x="27481" y="4354"/>
                    <a:pt x="27483" y="4341"/>
                  </a:cubicBezTo>
                  <a:cubicBezTo>
                    <a:pt x="27490" y="4010"/>
                    <a:pt x="27419" y="3664"/>
                    <a:pt x="27457" y="3339"/>
                  </a:cubicBezTo>
                  <a:cubicBezTo>
                    <a:pt x="27473" y="3216"/>
                    <a:pt x="27565" y="3147"/>
                    <a:pt x="27657" y="3147"/>
                  </a:cubicBezTo>
                  <a:close/>
                  <a:moveTo>
                    <a:pt x="20237" y="3738"/>
                  </a:moveTo>
                  <a:cubicBezTo>
                    <a:pt x="20318" y="3738"/>
                    <a:pt x="20404" y="3789"/>
                    <a:pt x="20427" y="3872"/>
                  </a:cubicBezTo>
                  <a:cubicBezTo>
                    <a:pt x="20489" y="4094"/>
                    <a:pt x="20457" y="4338"/>
                    <a:pt x="20422" y="4576"/>
                  </a:cubicBezTo>
                  <a:cubicBezTo>
                    <a:pt x="20620" y="4557"/>
                    <a:pt x="20817" y="4544"/>
                    <a:pt x="21010" y="4544"/>
                  </a:cubicBezTo>
                  <a:cubicBezTo>
                    <a:pt x="21048" y="4544"/>
                    <a:pt x="21086" y="4545"/>
                    <a:pt x="21124" y="4546"/>
                  </a:cubicBezTo>
                  <a:cubicBezTo>
                    <a:pt x="21348" y="4551"/>
                    <a:pt x="21413" y="4901"/>
                    <a:pt x="21179" y="4947"/>
                  </a:cubicBezTo>
                  <a:cubicBezTo>
                    <a:pt x="20916" y="4999"/>
                    <a:pt x="20641" y="5026"/>
                    <a:pt x="20365" y="5042"/>
                  </a:cubicBezTo>
                  <a:cubicBezTo>
                    <a:pt x="20337" y="5303"/>
                    <a:pt x="20309" y="5566"/>
                    <a:pt x="20272" y="5828"/>
                  </a:cubicBezTo>
                  <a:cubicBezTo>
                    <a:pt x="20258" y="5920"/>
                    <a:pt x="20185" y="5961"/>
                    <a:pt x="20108" y="5961"/>
                  </a:cubicBezTo>
                  <a:cubicBezTo>
                    <a:pt x="20008" y="5961"/>
                    <a:pt x="19900" y="5892"/>
                    <a:pt x="19903" y="5776"/>
                  </a:cubicBezTo>
                  <a:cubicBezTo>
                    <a:pt x="19908" y="5538"/>
                    <a:pt x="19924" y="5299"/>
                    <a:pt x="19940" y="5061"/>
                  </a:cubicBezTo>
                  <a:lnTo>
                    <a:pt x="19940" y="5061"/>
                  </a:lnTo>
                  <a:cubicBezTo>
                    <a:pt x="19665" y="5068"/>
                    <a:pt x="19391" y="5072"/>
                    <a:pt x="19125" y="5084"/>
                  </a:cubicBezTo>
                  <a:cubicBezTo>
                    <a:pt x="19122" y="5084"/>
                    <a:pt x="19119" y="5084"/>
                    <a:pt x="19116" y="5084"/>
                  </a:cubicBezTo>
                  <a:cubicBezTo>
                    <a:pt x="18904" y="5084"/>
                    <a:pt x="18920" y="4772"/>
                    <a:pt x="19125" y="4747"/>
                  </a:cubicBezTo>
                  <a:cubicBezTo>
                    <a:pt x="19399" y="4712"/>
                    <a:pt x="19683" y="4669"/>
                    <a:pt x="19967" y="4629"/>
                  </a:cubicBezTo>
                  <a:cubicBezTo>
                    <a:pt x="19981" y="4354"/>
                    <a:pt x="19972" y="4077"/>
                    <a:pt x="20090" y="3828"/>
                  </a:cubicBezTo>
                  <a:cubicBezTo>
                    <a:pt x="20119" y="3765"/>
                    <a:pt x="20177" y="3738"/>
                    <a:pt x="20237" y="3738"/>
                  </a:cubicBezTo>
                  <a:close/>
                  <a:moveTo>
                    <a:pt x="3082" y="3422"/>
                  </a:moveTo>
                  <a:cubicBezTo>
                    <a:pt x="3186" y="3422"/>
                    <a:pt x="3283" y="3490"/>
                    <a:pt x="3281" y="3623"/>
                  </a:cubicBezTo>
                  <a:cubicBezTo>
                    <a:pt x="3277" y="3921"/>
                    <a:pt x="3159" y="4204"/>
                    <a:pt x="3096" y="4498"/>
                  </a:cubicBezTo>
                  <a:cubicBezTo>
                    <a:pt x="3336" y="4518"/>
                    <a:pt x="3579" y="4549"/>
                    <a:pt x="3791" y="4647"/>
                  </a:cubicBezTo>
                  <a:cubicBezTo>
                    <a:pt x="3965" y="4730"/>
                    <a:pt x="3923" y="5029"/>
                    <a:pt x="3738" y="5063"/>
                  </a:cubicBezTo>
                  <a:cubicBezTo>
                    <a:pt x="3662" y="5077"/>
                    <a:pt x="3585" y="5083"/>
                    <a:pt x="3507" y="5083"/>
                  </a:cubicBezTo>
                  <a:cubicBezTo>
                    <a:pt x="3349" y="5083"/>
                    <a:pt x="3188" y="5059"/>
                    <a:pt x="3029" y="5031"/>
                  </a:cubicBezTo>
                  <a:cubicBezTo>
                    <a:pt x="3015" y="5281"/>
                    <a:pt x="3015" y="5530"/>
                    <a:pt x="3024" y="5778"/>
                  </a:cubicBezTo>
                  <a:cubicBezTo>
                    <a:pt x="3029" y="5895"/>
                    <a:pt x="2923" y="5962"/>
                    <a:pt x="2824" y="5962"/>
                  </a:cubicBezTo>
                  <a:cubicBezTo>
                    <a:pt x="2746" y="5962"/>
                    <a:pt x="2671" y="5921"/>
                    <a:pt x="2657" y="5830"/>
                  </a:cubicBezTo>
                  <a:cubicBezTo>
                    <a:pt x="2616" y="5578"/>
                    <a:pt x="2581" y="5273"/>
                    <a:pt x="2575" y="4959"/>
                  </a:cubicBezTo>
                  <a:cubicBezTo>
                    <a:pt x="2309" y="4931"/>
                    <a:pt x="2006" y="4917"/>
                    <a:pt x="1861" y="4687"/>
                  </a:cubicBezTo>
                  <a:cubicBezTo>
                    <a:pt x="1831" y="4641"/>
                    <a:pt x="1840" y="4569"/>
                    <a:pt x="1881" y="4530"/>
                  </a:cubicBezTo>
                  <a:cubicBezTo>
                    <a:pt x="1985" y="4434"/>
                    <a:pt x="2115" y="4405"/>
                    <a:pt x="2254" y="4405"/>
                  </a:cubicBezTo>
                  <a:cubicBezTo>
                    <a:pt x="2367" y="4405"/>
                    <a:pt x="2485" y="4424"/>
                    <a:pt x="2597" y="4442"/>
                  </a:cubicBezTo>
                  <a:cubicBezTo>
                    <a:pt x="2632" y="4094"/>
                    <a:pt x="2720" y="3760"/>
                    <a:pt x="2895" y="3516"/>
                  </a:cubicBezTo>
                  <a:cubicBezTo>
                    <a:pt x="2941" y="3453"/>
                    <a:pt x="3013" y="3422"/>
                    <a:pt x="3082" y="3422"/>
                  </a:cubicBezTo>
                  <a:close/>
                  <a:moveTo>
                    <a:pt x="24430" y="3376"/>
                  </a:moveTo>
                  <a:cubicBezTo>
                    <a:pt x="24488" y="3376"/>
                    <a:pt x="24545" y="3396"/>
                    <a:pt x="24586" y="3442"/>
                  </a:cubicBezTo>
                  <a:cubicBezTo>
                    <a:pt x="24654" y="3521"/>
                    <a:pt x="24691" y="3571"/>
                    <a:pt x="24745" y="3661"/>
                  </a:cubicBezTo>
                  <a:cubicBezTo>
                    <a:pt x="24822" y="3799"/>
                    <a:pt x="24707" y="3951"/>
                    <a:pt x="24569" y="3951"/>
                  </a:cubicBezTo>
                  <a:cubicBezTo>
                    <a:pt x="24568" y="3951"/>
                    <a:pt x="24567" y="3951"/>
                    <a:pt x="24566" y="3951"/>
                  </a:cubicBezTo>
                  <a:cubicBezTo>
                    <a:pt x="24520" y="4148"/>
                    <a:pt x="24491" y="4349"/>
                    <a:pt x="24474" y="4553"/>
                  </a:cubicBezTo>
                  <a:cubicBezTo>
                    <a:pt x="24559" y="4548"/>
                    <a:pt x="24644" y="4542"/>
                    <a:pt x="24729" y="4542"/>
                  </a:cubicBezTo>
                  <a:cubicBezTo>
                    <a:pt x="24836" y="4542"/>
                    <a:pt x="24941" y="4552"/>
                    <a:pt x="25040" y="4585"/>
                  </a:cubicBezTo>
                  <a:cubicBezTo>
                    <a:pt x="25234" y="4647"/>
                    <a:pt x="25234" y="4911"/>
                    <a:pt x="25040" y="4975"/>
                  </a:cubicBezTo>
                  <a:cubicBezTo>
                    <a:pt x="24942" y="5008"/>
                    <a:pt x="24838" y="5017"/>
                    <a:pt x="24732" y="5017"/>
                  </a:cubicBezTo>
                  <a:cubicBezTo>
                    <a:pt x="24643" y="5017"/>
                    <a:pt x="24553" y="5010"/>
                    <a:pt x="24463" y="5005"/>
                  </a:cubicBezTo>
                  <a:lnTo>
                    <a:pt x="24463" y="5005"/>
                  </a:lnTo>
                  <a:cubicBezTo>
                    <a:pt x="24472" y="5296"/>
                    <a:pt x="24509" y="5589"/>
                    <a:pt x="24572" y="5880"/>
                  </a:cubicBezTo>
                  <a:cubicBezTo>
                    <a:pt x="24599" y="6011"/>
                    <a:pt x="24495" y="6096"/>
                    <a:pt x="24394" y="6096"/>
                  </a:cubicBezTo>
                  <a:cubicBezTo>
                    <a:pt x="24327" y="6096"/>
                    <a:pt x="24261" y="6058"/>
                    <a:pt x="24236" y="5973"/>
                  </a:cubicBezTo>
                  <a:cubicBezTo>
                    <a:pt x="24144" y="5645"/>
                    <a:pt x="24091" y="5319"/>
                    <a:pt x="24073" y="4993"/>
                  </a:cubicBezTo>
                  <a:cubicBezTo>
                    <a:pt x="23902" y="4991"/>
                    <a:pt x="23729" y="4987"/>
                    <a:pt x="23558" y="4985"/>
                  </a:cubicBezTo>
                  <a:cubicBezTo>
                    <a:pt x="23294" y="4980"/>
                    <a:pt x="23294" y="4581"/>
                    <a:pt x="23558" y="4576"/>
                  </a:cubicBezTo>
                  <a:cubicBezTo>
                    <a:pt x="23729" y="4571"/>
                    <a:pt x="23897" y="4569"/>
                    <a:pt x="24067" y="4564"/>
                  </a:cubicBezTo>
                  <a:cubicBezTo>
                    <a:pt x="24079" y="4227"/>
                    <a:pt x="24123" y="3888"/>
                    <a:pt x="24200" y="3544"/>
                  </a:cubicBezTo>
                  <a:cubicBezTo>
                    <a:pt x="24223" y="3440"/>
                    <a:pt x="24328" y="3376"/>
                    <a:pt x="24430" y="3376"/>
                  </a:cubicBezTo>
                  <a:close/>
                  <a:moveTo>
                    <a:pt x="15973" y="3750"/>
                  </a:moveTo>
                  <a:cubicBezTo>
                    <a:pt x="16049" y="3750"/>
                    <a:pt x="16129" y="3799"/>
                    <a:pt x="16150" y="3876"/>
                  </a:cubicBezTo>
                  <a:cubicBezTo>
                    <a:pt x="16229" y="4140"/>
                    <a:pt x="16182" y="4426"/>
                    <a:pt x="16180" y="4701"/>
                  </a:cubicBezTo>
                  <a:cubicBezTo>
                    <a:pt x="16351" y="4698"/>
                    <a:pt x="16524" y="4696"/>
                    <a:pt x="16695" y="4691"/>
                  </a:cubicBezTo>
                  <a:cubicBezTo>
                    <a:pt x="16697" y="4691"/>
                    <a:pt x="16699" y="4691"/>
                    <a:pt x="16701" y="4691"/>
                  </a:cubicBezTo>
                  <a:cubicBezTo>
                    <a:pt x="16991" y="4691"/>
                    <a:pt x="16991" y="5154"/>
                    <a:pt x="16701" y="5154"/>
                  </a:cubicBezTo>
                  <a:cubicBezTo>
                    <a:pt x="16699" y="5154"/>
                    <a:pt x="16697" y="5154"/>
                    <a:pt x="16695" y="5154"/>
                  </a:cubicBezTo>
                  <a:cubicBezTo>
                    <a:pt x="16532" y="5151"/>
                    <a:pt x="16365" y="5146"/>
                    <a:pt x="16202" y="5144"/>
                  </a:cubicBezTo>
                  <a:lnTo>
                    <a:pt x="16202" y="5144"/>
                  </a:lnTo>
                  <a:cubicBezTo>
                    <a:pt x="16222" y="5389"/>
                    <a:pt x="16256" y="5631"/>
                    <a:pt x="16305" y="5874"/>
                  </a:cubicBezTo>
                  <a:cubicBezTo>
                    <a:pt x="16333" y="6020"/>
                    <a:pt x="16211" y="6116"/>
                    <a:pt x="16097" y="6116"/>
                  </a:cubicBezTo>
                  <a:cubicBezTo>
                    <a:pt x="16022" y="6116"/>
                    <a:pt x="15951" y="6074"/>
                    <a:pt x="15929" y="5977"/>
                  </a:cubicBezTo>
                  <a:cubicBezTo>
                    <a:pt x="15872" y="5730"/>
                    <a:pt x="15802" y="5438"/>
                    <a:pt x="15756" y="5134"/>
                  </a:cubicBezTo>
                  <a:cubicBezTo>
                    <a:pt x="15497" y="5128"/>
                    <a:pt x="15238" y="5124"/>
                    <a:pt x="14980" y="5112"/>
                  </a:cubicBezTo>
                  <a:cubicBezTo>
                    <a:pt x="14735" y="5102"/>
                    <a:pt x="14735" y="4742"/>
                    <a:pt x="14980" y="4733"/>
                  </a:cubicBezTo>
                  <a:cubicBezTo>
                    <a:pt x="15222" y="4724"/>
                    <a:pt x="15467" y="4717"/>
                    <a:pt x="15709" y="4712"/>
                  </a:cubicBezTo>
                  <a:cubicBezTo>
                    <a:pt x="15693" y="4394"/>
                    <a:pt x="15719" y="4086"/>
                    <a:pt x="15834" y="3835"/>
                  </a:cubicBezTo>
                  <a:cubicBezTo>
                    <a:pt x="15863" y="3776"/>
                    <a:pt x="15917" y="3750"/>
                    <a:pt x="15973" y="3750"/>
                  </a:cubicBezTo>
                  <a:close/>
                  <a:moveTo>
                    <a:pt x="11694" y="3878"/>
                  </a:moveTo>
                  <a:cubicBezTo>
                    <a:pt x="11790" y="3878"/>
                    <a:pt x="11882" y="3942"/>
                    <a:pt x="11882" y="4063"/>
                  </a:cubicBezTo>
                  <a:cubicBezTo>
                    <a:pt x="11882" y="4271"/>
                    <a:pt x="11828" y="4474"/>
                    <a:pt x="11786" y="4680"/>
                  </a:cubicBezTo>
                  <a:cubicBezTo>
                    <a:pt x="11823" y="4680"/>
                    <a:pt x="11860" y="4679"/>
                    <a:pt x="11897" y="4679"/>
                  </a:cubicBezTo>
                  <a:cubicBezTo>
                    <a:pt x="12066" y="4679"/>
                    <a:pt x="12235" y="4686"/>
                    <a:pt x="12406" y="4701"/>
                  </a:cubicBezTo>
                  <a:cubicBezTo>
                    <a:pt x="12692" y="4729"/>
                    <a:pt x="12699" y="5169"/>
                    <a:pt x="12437" y="5169"/>
                  </a:cubicBezTo>
                  <a:cubicBezTo>
                    <a:pt x="12427" y="5169"/>
                    <a:pt x="12417" y="5169"/>
                    <a:pt x="12406" y="5167"/>
                  </a:cubicBezTo>
                  <a:cubicBezTo>
                    <a:pt x="12180" y="5137"/>
                    <a:pt x="11957" y="5128"/>
                    <a:pt x="11738" y="5126"/>
                  </a:cubicBezTo>
                  <a:lnTo>
                    <a:pt x="11738" y="5126"/>
                  </a:lnTo>
                  <a:cubicBezTo>
                    <a:pt x="11732" y="5428"/>
                    <a:pt x="11764" y="5733"/>
                    <a:pt x="11831" y="6028"/>
                  </a:cubicBezTo>
                  <a:cubicBezTo>
                    <a:pt x="11859" y="6152"/>
                    <a:pt x="11768" y="6228"/>
                    <a:pt x="11674" y="6228"/>
                  </a:cubicBezTo>
                  <a:cubicBezTo>
                    <a:pt x="11611" y="6228"/>
                    <a:pt x="11547" y="6193"/>
                    <a:pt x="11517" y="6116"/>
                  </a:cubicBezTo>
                  <a:cubicBezTo>
                    <a:pt x="11413" y="5839"/>
                    <a:pt x="11323" y="5490"/>
                    <a:pt x="11293" y="5140"/>
                  </a:cubicBezTo>
                  <a:cubicBezTo>
                    <a:pt x="11060" y="5156"/>
                    <a:pt x="10829" y="5183"/>
                    <a:pt x="10593" y="5229"/>
                  </a:cubicBezTo>
                  <a:cubicBezTo>
                    <a:pt x="10577" y="5233"/>
                    <a:pt x="10562" y="5234"/>
                    <a:pt x="10548" y="5234"/>
                  </a:cubicBezTo>
                  <a:cubicBezTo>
                    <a:pt x="10341" y="5234"/>
                    <a:pt x="10265" y="4921"/>
                    <a:pt x="10492" y="4860"/>
                  </a:cubicBezTo>
                  <a:cubicBezTo>
                    <a:pt x="10755" y="4788"/>
                    <a:pt x="11021" y="4744"/>
                    <a:pt x="11289" y="4714"/>
                  </a:cubicBezTo>
                  <a:cubicBezTo>
                    <a:pt x="11307" y="4438"/>
                    <a:pt x="11376" y="4176"/>
                    <a:pt x="11522" y="3967"/>
                  </a:cubicBezTo>
                  <a:cubicBezTo>
                    <a:pt x="11564" y="3906"/>
                    <a:pt x="11630" y="3878"/>
                    <a:pt x="11694" y="3878"/>
                  </a:cubicBezTo>
                  <a:close/>
                  <a:moveTo>
                    <a:pt x="7225" y="4012"/>
                  </a:moveTo>
                  <a:cubicBezTo>
                    <a:pt x="7323" y="4012"/>
                    <a:pt x="7432" y="4100"/>
                    <a:pt x="7442" y="4206"/>
                  </a:cubicBezTo>
                  <a:cubicBezTo>
                    <a:pt x="7456" y="4375"/>
                    <a:pt x="7432" y="4544"/>
                    <a:pt x="7400" y="4714"/>
                  </a:cubicBezTo>
                  <a:cubicBezTo>
                    <a:pt x="7673" y="4742"/>
                    <a:pt x="7935" y="4788"/>
                    <a:pt x="8174" y="4871"/>
                  </a:cubicBezTo>
                  <a:cubicBezTo>
                    <a:pt x="8408" y="4949"/>
                    <a:pt x="8377" y="5315"/>
                    <a:pt x="8116" y="5315"/>
                  </a:cubicBezTo>
                  <a:cubicBezTo>
                    <a:pt x="8115" y="5315"/>
                    <a:pt x="8114" y="5315"/>
                    <a:pt x="8114" y="5315"/>
                  </a:cubicBezTo>
                  <a:cubicBezTo>
                    <a:pt x="7841" y="5313"/>
                    <a:pt x="7569" y="5257"/>
                    <a:pt x="7296" y="5218"/>
                  </a:cubicBezTo>
                  <a:cubicBezTo>
                    <a:pt x="7241" y="5516"/>
                    <a:pt x="7183" y="5814"/>
                    <a:pt x="7123" y="6111"/>
                  </a:cubicBezTo>
                  <a:cubicBezTo>
                    <a:pt x="7106" y="6200"/>
                    <a:pt x="7029" y="6240"/>
                    <a:pt x="6950" y="6240"/>
                  </a:cubicBezTo>
                  <a:cubicBezTo>
                    <a:pt x="6852" y="6240"/>
                    <a:pt x="6751" y="6176"/>
                    <a:pt x="6764" y="6063"/>
                  </a:cubicBezTo>
                  <a:cubicBezTo>
                    <a:pt x="6802" y="5765"/>
                    <a:pt x="6841" y="5470"/>
                    <a:pt x="6883" y="5174"/>
                  </a:cubicBezTo>
                  <a:cubicBezTo>
                    <a:pt x="6580" y="5150"/>
                    <a:pt x="6275" y="5139"/>
                    <a:pt x="5973" y="5128"/>
                  </a:cubicBezTo>
                  <a:cubicBezTo>
                    <a:pt x="5700" y="5118"/>
                    <a:pt x="5703" y="4721"/>
                    <a:pt x="5973" y="4705"/>
                  </a:cubicBezTo>
                  <a:cubicBezTo>
                    <a:pt x="6198" y="4693"/>
                    <a:pt x="6443" y="4683"/>
                    <a:pt x="6693" y="4683"/>
                  </a:cubicBezTo>
                  <a:cubicBezTo>
                    <a:pt x="6777" y="4683"/>
                    <a:pt x="6861" y="4684"/>
                    <a:pt x="6945" y="4687"/>
                  </a:cubicBezTo>
                  <a:cubicBezTo>
                    <a:pt x="6971" y="4488"/>
                    <a:pt x="7005" y="4294"/>
                    <a:pt x="7086" y="4110"/>
                  </a:cubicBezTo>
                  <a:cubicBezTo>
                    <a:pt x="7116" y="4040"/>
                    <a:pt x="7169" y="4012"/>
                    <a:pt x="7225" y="4012"/>
                  </a:cubicBezTo>
                  <a:close/>
                  <a:moveTo>
                    <a:pt x="33098" y="0"/>
                  </a:moveTo>
                  <a:cubicBezTo>
                    <a:pt x="27612" y="48"/>
                    <a:pt x="22124" y="86"/>
                    <a:pt x="16638" y="120"/>
                  </a:cubicBezTo>
                  <a:cubicBezTo>
                    <a:pt x="13798" y="136"/>
                    <a:pt x="10955" y="148"/>
                    <a:pt x="8116" y="152"/>
                  </a:cubicBezTo>
                  <a:cubicBezTo>
                    <a:pt x="6301" y="157"/>
                    <a:pt x="4434" y="270"/>
                    <a:pt x="2588" y="270"/>
                  </a:cubicBezTo>
                  <a:cubicBezTo>
                    <a:pt x="1742" y="270"/>
                    <a:pt x="901" y="246"/>
                    <a:pt x="72" y="177"/>
                  </a:cubicBezTo>
                  <a:lnTo>
                    <a:pt x="72" y="177"/>
                  </a:lnTo>
                  <a:cubicBezTo>
                    <a:pt x="76" y="196"/>
                    <a:pt x="82" y="214"/>
                    <a:pt x="80" y="235"/>
                  </a:cubicBezTo>
                  <a:cubicBezTo>
                    <a:pt x="0" y="3325"/>
                    <a:pt x="152" y="6411"/>
                    <a:pt x="94" y="9498"/>
                  </a:cubicBezTo>
                  <a:cubicBezTo>
                    <a:pt x="1895" y="9246"/>
                    <a:pt x="3760" y="9232"/>
                    <a:pt x="5606" y="9232"/>
                  </a:cubicBezTo>
                  <a:cubicBezTo>
                    <a:pt x="5839" y="9232"/>
                    <a:pt x="6071" y="9232"/>
                    <a:pt x="6303" y="9232"/>
                  </a:cubicBezTo>
                  <a:cubicBezTo>
                    <a:pt x="6876" y="9232"/>
                    <a:pt x="7447" y="9231"/>
                    <a:pt x="8012" y="9222"/>
                  </a:cubicBezTo>
                  <a:cubicBezTo>
                    <a:pt x="10750" y="9172"/>
                    <a:pt x="13488" y="9146"/>
                    <a:pt x="16226" y="9140"/>
                  </a:cubicBezTo>
                  <a:cubicBezTo>
                    <a:pt x="16785" y="9139"/>
                    <a:pt x="17344" y="9138"/>
                    <a:pt x="17904" y="9138"/>
                  </a:cubicBezTo>
                  <a:cubicBezTo>
                    <a:pt x="22841" y="9138"/>
                    <a:pt x="27778" y="9196"/>
                    <a:pt x="32710" y="9355"/>
                  </a:cubicBezTo>
                  <a:cubicBezTo>
                    <a:pt x="31567" y="7993"/>
                    <a:pt x="30565" y="6460"/>
                    <a:pt x="29588" y="4983"/>
                  </a:cubicBezTo>
                  <a:cubicBezTo>
                    <a:pt x="29491" y="4837"/>
                    <a:pt x="29588" y="4705"/>
                    <a:pt x="29718" y="4671"/>
                  </a:cubicBezTo>
                  <a:cubicBezTo>
                    <a:pt x="30620" y="2999"/>
                    <a:pt x="31907" y="1472"/>
                    <a:pt x="33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3"/>
            <p:cNvSpPr/>
            <p:nvPr/>
          </p:nvSpPr>
          <p:spPr>
            <a:xfrm>
              <a:off x="1654700" y="3490157"/>
              <a:ext cx="856150" cy="255250"/>
            </a:xfrm>
            <a:custGeom>
              <a:rect b="b" l="l" r="r" t="t"/>
              <a:pathLst>
                <a:path extrusionOk="0" h="10210" w="34246">
                  <a:moveTo>
                    <a:pt x="33660" y="378"/>
                  </a:moveTo>
                  <a:lnTo>
                    <a:pt x="33660" y="378"/>
                  </a:lnTo>
                  <a:cubicBezTo>
                    <a:pt x="32469" y="1850"/>
                    <a:pt x="31182" y="3377"/>
                    <a:pt x="30280" y="5049"/>
                  </a:cubicBezTo>
                  <a:cubicBezTo>
                    <a:pt x="30150" y="5083"/>
                    <a:pt x="30053" y="5215"/>
                    <a:pt x="30150" y="5361"/>
                  </a:cubicBezTo>
                  <a:cubicBezTo>
                    <a:pt x="31127" y="6838"/>
                    <a:pt x="32129" y="8371"/>
                    <a:pt x="33272" y="9733"/>
                  </a:cubicBezTo>
                  <a:cubicBezTo>
                    <a:pt x="28340" y="9574"/>
                    <a:pt x="23403" y="9516"/>
                    <a:pt x="18466" y="9516"/>
                  </a:cubicBezTo>
                  <a:cubicBezTo>
                    <a:pt x="17907" y="9516"/>
                    <a:pt x="17348" y="9517"/>
                    <a:pt x="16789" y="9518"/>
                  </a:cubicBezTo>
                  <a:cubicBezTo>
                    <a:pt x="14050" y="9523"/>
                    <a:pt x="11312" y="9550"/>
                    <a:pt x="8574" y="9600"/>
                  </a:cubicBezTo>
                  <a:cubicBezTo>
                    <a:pt x="8009" y="9609"/>
                    <a:pt x="7438" y="9610"/>
                    <a:pt x="6865" y="9610"/>
                  </a:cubicBezTo>
                  <a:cubicBezTo>
                    <a:pt x="6633" y="9610"/>
                    <a:pt x="6401" y="9610"/>
                    <a:pt x="6168" y="9610"/>
                  </a:cubicBezTo>
                  <a:cubicBezTo>
                    <a:pt x="4322" y="9610"/>
                    <a:pt x="2457" y="9624"/>
                    <a:pt x="656" y="9876"/>
                  </a:cubicBezTo>
                  <a:cubicBezTo>
                    <a:pt x="714" y="6789"/>
                    <a:pt x="562" y="3703"/>
                    <a:pt x="642" y="613"/>
                  </a:cubicBezTo>
                  <a:cubicBezTo>
                    <a:pt x="644" y="593"/>
                    <a:pt x="638" y="574"/>
                    <a:pt x="634" y="555"/>
                  </a:cubicBezTo>
                  <a:lnTo>
                    <a:pt x="634" y="555"/>
                  </a:lnTo>
                  <a:cubicBezTo>
                    <a:pt x="1463" y="624"/>
                    <a:pt x="2304" y="648"/>
                    <a:pt x="3150" y="648"/>
                  </a:cubicBezTo>
                  <a:cubicBezTo>
                    <a:pt x="4996" y="648"/>
                    <a:pt x="6863" y="535"/>
                    <a:pt x="8678" y="530"/>
                  </a:cubicBezTo>
                  <a:cubicBezTo>
                    <a:pt x="11517" y="526"/>
                    <a:pt x="14360" y="514"/>
                    <a:pt x="17200" y="498"/>
                  </a:cubicBezTo>
                  <a:cubicBezTo>
                    <a:pt x="22686" y="464"/>
                    <a:pt x="28174" y="426"/>
                    <a:pt x="33660" y="378"/>
                  </a:cubicBezTo>
                  <a:close/>
                  <a:moveTo>
                    <a:pt x="34016" y="1"/>
                  </a:moveTo>
                  <a:cubicBezTo>
                    <a:pt x="34015" y="1"/>
                    <a:pt x="34014" y="1"/>
                    <a:pt x="34013" y="1"/>
                  </a:cubicBezTo>
                  <a:cubicBezTo>
                    <a:pt x="28410" y="52"/>
                    <a:pt x="22806" y="114"/>
                    <a:pt x="17200" y="170"/>
                  </a:cubicBezTo>
                  <a:cubicBezTo>
                    <a:pt x="14436" y="198"/>
                    <a:pt x="11672" y="227"/>
                    <a:pt x="8909" y="257"/>
                  </a:cubicBezTo>
                  <a:cubicBezTo>
                    <a:pt x="8731" y="259"/>
                    <a:pt x="8552" y="260"/>
                    <a:pt x="8374" y="260"/>
                  </a:cubicBezTo>
                  <a:cubicBezTo>
                    <a:pt x="6846" y="260"/>
                    <a:pt x="5287" y="198"/>
                    <a:pt x="3738" y="198"/>
                  </a:cubicBezTo>
                  <a:cubicBezTo>
                    <a:pt x="2610" y="198"/>
                    <a:pt x="1487" y="231"/>
                    <a:pt x="387" y="345"/>
                  </a:cubicBezTo>
                  <a:cubicBezTo>
                    <a:pt x="334" y="350"/>
                    <a:pt x="304" y="385"/>
                    <a:pt x="296" y="424"/>
                  </a:cubicBezTo>
                  <a:cubicBezTo>
                    <a:pt x="232" y="458"/>
                    <a:pt x="181" y="519"/>
                    <a:pt x="179" y="613"/>
                  </a:cubicBezTo>
                  <a:cubicBezTo>
                    <a:pt x="97" y="3689"/>
                    <a:pt x="0" y="6862"/>
                    <a:pt x="324" y="9925"/>
                  </a:cubicBezTo>
                  <a:cubicBezTo>
                    <a:pt x="335" y="10031"/>
                    <a:pt x="420" y="10085"/>
                    <a:pt x="502" y="10085"/>
                  </a:cubicBezTo>
                  <a:cubicBezTo>
                    <a:pt x="503" y="10085"/>
                    <a:pt x="505" y="10085"/>
                    <a:pt x="507" y="10085"/>
                  </a:cubicBezTo>
                  <a:cubicBezTo>
                    <a:pt x="527" y="10108"/>
                    <a:pt x="555" y="10124"/>
                    <a:pt x="587" y="10126"/>
                  </a:cubicBezTo>
                  <a:cubicBezTo>
                    <a:pt x="1324" y="10187"/>
                    <a:pt x="2068" y="10209"/>
                    <a:pt x="2816" y="10209"/>
                  </a:cubicBezTo>
                  <a:cubicBezTo>
                    <a:pt x="4811" y="10209"/>
                    <a:pt x="6829" y="10049"/>
                    <a:pt x="8802" y="10015"/>
                  </a:cubicBezTo>
                  <a:cubicBezTo>
                    <a:pt x="11541" y="9969"/>
                    <a:pt x="14279" y="9944"/>
                    <a:pt x="17018" y="9939"/>
                  </a:cubicBezTo>
                  <a:cubicBezTo>
                    <a:pt x="17269" y="9939"/>
                    <a:pt x="17519" y="9939"/>
                    <a:pt x="17770" y="9939"/>
                  </a:cubicBezTo>
                  <a:cubicBezTo>
                    <a:pt x="22997" y="9939"/>
                    <a:pt x="28222" y="10033"/>
                    <a:pt x="33448" y="10154"/>
                  </a:cubicBezTo>
                  <a:cubicBezTo>
                    <a:pt x="33450" y="10154"/>
                    <a:pt x="33451" y="10154"/>
                    <a:pt x="33452" y="10154"/>
                  </a:cubicBezTo>
                  <a:cubicBezTo>
                    <a:pt x="33585" y="10154"/>
                    <a:pt x="33649" y="10051"/>
                    <a:pt x="33649" y="9948"/>
                  </a:cubicBezTo>
                  <a:cubicBezTo>
                    <a:pt x="33703" y="9902"/>
                    <a:pt x="33731" y="9821"/>
                    <a:pt x="33690" y="9747"/>
                  </a:cubicBezTo>
                  <a:cubicBezTo>
                    <a:pt x="32796" y="8154"/>
                    <a:pt x="31656" y="6635"/>
                    <a:pt x="30566" y="5168"/>
                  </a:cubicBezTo>
                  <a:cubicBezTo>
                    <a:pt x="31804" y="3689"/>
                    <a:pt x="32858" y="2042"/>
                    <a:pt x="34071" y="539"/>
                  </a:cubicBezTo>
                  <a:cubicBezTo>
                    <a:pt x="34121" y="477"/>
                    <a:pt x="34129" y="408"/>
                    <a:pt x="34110" y="343"/>
                  </a:cubicBezTo>
                  <a:cubicBezTo>
                    <a:pt x="34246" y="256"/>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3"/>
            <p:cNvSpPr/>
            <p:nvPr/>
          </p:nvSpPr>
          <p:spPr>
            <a:xfrm>
              <a:off x="2329775" y="3578282"/>
              <a:ext cx="51700" cy="63025"/>
            </a:xfrm>
            <a:custGeom>
              <a:rect b="b" l="l" r="r" t="t"/>
              <a:pathLst>
                <a:path extrusionOk="0" h="2521" w="2068">
                  <a:moveTo>
                    <a:pt x="1216" y="0"/>
                  </a:moveTo>
                  <a:cubicBezTo>
                    <a:pt x="1124" y="0"/>
                    <a:pt x="1032" y="69"/>
                    <a:pt x="1016" y="192"/>
                  </a:cubicBezTo>
                  <a:cubicBezTo>
                    <a:pt x="977" y="517"/>
                    <a:pt x="1048" y="863"/>
                    <a:pt x="1042" y="1194"/>
                  </a:cubicBezTo>
                  <a:cubicBezTo>
                    <a:pt x="1040" y="1207"/>
                    <a:pt x="1040" y="1221"/>
                    <a:pt x="1040" y="1235"/>
                  </a:cubicBezTo>
                  <a:cubicBezTo>
                    <a:pt x="735" y="1269"/>
                    <a:pt x="430" y="1357"/>
                    <a:pt x="211" y="1442"/>
                  </a:cubicBezTo>
                  <a:cubicBezTo>
                    <a:pt x="1" y="1526"/>
                    <a:pt x="55" y="1840"/>
                    <a:pt x="248" y="1840"/>
                  </a:cubicBezTo>
                  <a:cubicBezTo>
                    <a:pt x="269" y="1840"/>
                    <a:pt x="292" y="1836"/>
                    <a:pt x="316" y="1828"/>
                  </a:cubicBezTo>
                  <a:cubicBezTo>
                    <a:pt x="541" y="1750"/>
                    <a:pt x="769" y="1701"/>
                    <a:pt x="1004" y="1690"/>
                  </a:cubicBezTo>
                  <a:lnTo>
                    <a:pt x="1004" y="1690"/>
                  </a:lnTo>
                  <a:cubicBezTo>
                    <a:pt x="982" y="1891"/>
                    <a:pt x="949" y="2089"/>
                    <a:pt x="910" y="2290"/>
                  </a:cubicBezTo>
                  <a:cubicBezTo>
                    <a:pt x="883" y="2429"/>
                    <a:pt x="994" y="2521"/>
                    <a:pt x="1101" y="2521"/>
                  </a:cubicBezTo>
                  <a:cubicBezTo>
                    <a:pt x="1171" y="2521"/>
                    <a:pt x="1240" y="2481"/>
                    <a:pt x="1266" y="2389"/>
                  </a:cubicBezTo>
                  <a:cubicBezTo>
                    <a:pt x="1324" y="2186"/>
                    <a:pt x="1381" y="1953"/>
                    <a:pt x="1427" y="1711"/>
                  </a:cubicBezTo>
                  <a:cubicBezTo>
                    <a:pt x="1527" y="1727"/>
                    <a:pt x="1627" y="1742"/>
                    <a:pt x="1727" y="1742"/>
                  </a:cubicBezTo>
                  <a:cubicBezTo>
                    <a:pt x="1785" y="1742"/>
                    <a:pt x="1843" y="1737"/>
                    <a:pt x="1901" y="1724"/>
                  </a:cubicBezTo>
                  <a:cubicBezTo>
                    <a:pt x="2024" y="1699"/>
                    <a:pt x="2067" y="1526"/>
                    <a:pt x="1974" y="1440"/>
                  </a:cubicBezTo>
                  <a:cubicBezTo>
                    <a:pt x="1847" y="1327"/>
                    <a:pt x="1682" y="1265"/>
                    <a:pt x="1497" y="1237"/>
                  </a:cubicBezTo>
                  <a:cubicBezTo>
                    <a:pt x="1535" y="847"/>
                    <a:pt x="1519" y="459"/>
                    <a:pt x="1400" y="138"/>
                  </a:cubicBezTo>
                  <a:cubicBezTo>
                    <a:pt x="1364" y="44"/>
                    <a:pt x="1290" y="0"/>
                    <a:pt x="1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3"/>
            <p:cNvSpPr/>
            <p:nvPr/>
          </p:nvSpPr>
          <p:spPr>
            <a:xfrm>
              <a:off x="2251100" y="3583982"/>
              <a:ext cx="48525" cy="68025"/>
            </a:xfrm>
            <a:custGeom>
              <a:rect b="b" l="l" r="r" t="t"/>
              <a:pathLst>
                <a:path extrusionOk="0" h="2721" w="1941">
                  <a:moveTo>
                    <a:pt x="1136" y="1"/>
                  </a:moveTo>
                  <a:cubicBezTo>
                    <a:pt x="1034" y="1"/>
                    <a:pt x="929" y="65"/>
                    <a:pt x="906" y="169"/>
                  </a:cubicBezTo>
                  <a:cubicBezTo>
                    <a:pt x="829" y="513"/>
                    <a:pt x="785" y="852"/>
                    <a:pt x="773" y="1190"/>
                  </a:cubicBezTo>
                  <a:cubicBezTo>
                    <a:pt x="603" y="1194"/>
                    <a:pt x="435" y="1196"/>
                    <a:pt x="264" y="1201"/>
                  </a:cubicBezTo>
                  <a:cubicBezTo>
                    <a:pt x="0" y="1206"/>
                    <a:pt x="0" y="1605"/>
                    <a:pt x="264" y="1610"/>
                  </a:cubicBezTo>
                  <a:cubicBezTo>
                    <a:pt x="435" y="1612"/>
                    <a:pt x="608" y="1616"/>
                    <a:pt x="779" y="1619"/>
                  </a:cubicBezTo>
                  <a:cubicBezTo>
                    <a:pt x="797" y="1944"/>
                    <a:pt x="850" y="2270"/>
                    <a:pt x="942" y="2598"/>
                  </a:cubicBezTo>
                  <a:cubicBezTo>
                    <a:pt x="967" y="2683"/>
                    <a:pt x="1033" y="2721"/>
                    <a:pt x="1100" y="2721"/>
                  </a:cubicBezTo>
                  <a:cubicBezTo>
                    <a:pt x="1201" y="2721"/>
                    <a:pt x="1305" y="2636"/>
                    <a:pt x="1278" y="2505"/>
                  </a:cubicBezTo>
                  <a:cubicBezTo>
                    <a:pt x="1215" y="2214"/>
                    <a:pt x="1178" y="1922"/>
                    <a:pt x="1169" y="1630"/>
                  </a:cubicBezTo>
                  <a:lnTo>
                    <a:pt x="1169" y="1630"/>
                  </a:lnTo>
                  <a:cubicBezTo>
                    <a:pt x="1259" y="1635"/>
                    <a:pt x="1349" y="1642"/>
                    <a:pt x="1438" y="1642"/>
                  </a:cubicBezTo>
                  <a:cubicBezTo>
                    <a:pt x="1544" y="1642"/>
                    <a:pt x="1648" y="1633"/>
                    <a:pt x="1746" y="1600"/>
                  </a:cubicBezTo>
                  <a:cubicBezTo>
                    <a:pt x="1940" y="1536"/>
                    <a:pt x="1940" y="1272"/>
                    <a:pt x="1746" y="1210"/>
                  </a:cubicBezTo>
                  <a:cubicBezTo>
                    <a:pt x="1647" y="1177"/>
                    <a:pt x="1542" y="1167"/>
                    <a:pt x="1435" y="1167"/>
                  </a:cubicBezTo>
                  <a:cubicBezTo>
                    <a:pt x="1350" y="1167"/>
                    <a:pt x="1265" y="1173"/>
                    <a:pt x="1180" y="1178"/>
                  </a:cubicBezTo>
                  <a:cubicBezTo>
                    <a:pt x="1197" y="975"/>
                    <a:pt x="1226" y="774"/>
                    <a:pt x="1272" y="576"/>
                  </a:cubicBezTo>
                  <a:cubicBezTo>
                    <a:pt x="1273" y="576"/>
                    <a:pt x="1274" y="576"/>
                    <a:pt x="1275" y="576"/>
                  </a:cubicBezTo>
                  <a:cubicBezTo>
                    <a:pt x="1413" y="576"/>
                    <a:pt x="1528" y="424"/>
                    <a:pt x="1451" y="287"/>
                  </a:cubicBezTo>
                  <a:cubicBezTo>
                    <a:pt x="1397" y="196"/>
                    <a:pt x="1360" y="146"/>
                    <a:pt x="1292" y="67"/>
                  </a:cubicBezTo>
                  <a:cubicBezTo>
                    <a:pt x="1251" y="21"/>
                    <a:pt x="1194" y="1"/>
                    <a:pt x="1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3"/>
            <p:cNvSpPr/>
            <p:nvPr/>
          </p:nvSpPr>
          <p:spPr>
            <a:xfrm>
              <a:off x="2141300" y="3593057"/>
              <a:ext cx="62775" cy="55600"/>
            </a:xfrm>
            <a:custGeom>
              <a:rect b="b" l="l" r="r" t="t"/>
              <a:pathLst>
                <a:path extrusionOk="0" h="2224" w="2511">
                  <a:moveTo>
                    <a:pt x="1334" y="0"/>
                  </a:moveTo>
                  <a:cubicBezTo>
                    <a:pt x="1274" y="0"/>
                    <a:pt x="1217" y="27"/>
                    <a:pt x="1187" y="90"/>
                  </a:cubicBezTo>
                  <a:cubicBezTo>
                    <a:pt x="1070" y="340"/>
                    <a:pt x="1079" y="616"/>
                    <a:pt x="1065" y="891"/>
                  </a:cubicBezTo>
                  <a:cubicBezTo>
                    <a:pt x="781" y="931"/>
                    <a:pt x="497" y="974"/>
                    <a:pt x="223" y="1009"/>
                  </a:cubicBezTo>
                  <a:cubicBezTo>
                    <a:pt x="17" y="1034"/>
                    <a:pt x="1" y="1346"/>
                    <a:pt x="213" y="1346"/>
                  </a:cubicBezTo>
                  <a:cubicBezTo>
                    <a:pt x="216" y="1346"/>
                    <a:pt x="219" y="1346"/>
                    <a:pt x="223" y="1346"/>
                  </a:cubicBezTo>
                  <a:cubicBezTo>
                    <a:pt x="487" y="1334"/>
                    <a:pt x="762" y="1330"/>
                    <a:pt x="1038" y="1323"/>
                  </a:cubicBezTo>
                  <a:lnTo>
                    <a:pt x="1038" y="1323"/>
                  </a:lnTo>
                  <a:cubicBezTo>
                    <a:pt x="1022" y="1561"/>
                    <a:pt x="1004" y="1801"/>
                    <a:pt x="1000" y="2038"/>
                  </a:cubicBezTo>
                  <a:cubicBezTo>
                    <a:pt x="998" y="2155"/>
                    <a:pt x="1105" y="2224"/>
                    <a:pt x="1206" y="2224"/>
                  </a:cubicBezTo>
                  <a:cubicBezTo>
                    <a:pt x="1283" y="2224"/>
                    <a:pt x="1356" y="2182"/>
                    <a:pt x="1370" y="2090"/>
                  </a:cubicBezTo>
                  <a:cubicBezTo>
                    <a:pt x="1407" y="1829"/>
                    <a:pt x="1435" y="1565"/>
                    <a:pt x="1463" y="1304"/>
                  </a:cubicBezTo>
                  <a:cubicBezTo>
                    <a:pt x="1739" y="1288"/>
                    <a:pt x="2014" y="1261"/>
                    <a:pt x="2277" y="1209"/>
                  </a:cubicBezTo>
                  <a:cubicBezTo>
                    <a:pt x="2511" y="1163"/>
                    <a:pt x="2446" y="813"/>
                    <a:pt x="2222" y="808"/>
                  </a:cubicBezTo>
                  <a:cubicBezTo>
                    <a:pt x="2185" y="807"/>
                    <a:pt x="2147" y="806"/>
                    <a:pt x="2109" y="806"/>
                  </a:cubicBezTo>
                  <a:cubicBezTo>
                    <a:pt x="1916" y="806"/>
                    <a:pt x="1718" y="819"/>
                    <a:pt x="1519" y="839"/>
                  </a:cubicBezTo>
                  <a:cubicBezTo>
                    <a:pt x="1555" y="600"/>
                    <a:pt x="1587" y="356"/>
                    <a:pt x="1525" y="134"/>
                  </a:cubicBezTo>
                  <a:cubicBezTo>
                    <a:pt x="1502" y="51"/>
                    <a:pt x="1416" y="0"/>
                    <a:pt x="1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3"/>
            <p:cNvSpPr/>
            <p:nvPr/>
          </p:nvSpPr>
          <p:spPr>
            <a:xfrm>
              <a:off x="2037100" y="3593332"/>
              <a:ext cx="56450" cy="59200"/>
            </a:xfrm>
            <a:custGeom>
              <a:rect b="b" l="l" r="r" t="t"/>
              <a:pathLst>
                <a:path extrusionOk="0" h="2368" w="2258">
                  <a:moveTo>
                    <a:pt x="1238" y="1"/>
                  </a:moveTo>
                  <a:cubicBezTo>
                    <a:pt x="1182" y="1"/>
                    <a:pt x="1128" y="26"/>
                    <a:pt x="1100" y="85"/>
                  </a:cubicBezTo>
                  <a:cubicBezTo>
                    <a:pt x="985" y="337"/>
                    <a:pt x="959" y="644"/>
                    <a:pt x="975" y="963"/>
                  </a:cubicBezTo>
                  <a:cubicBezTo>
                    <a:pt x="733" y="968"/>
                    <a:pt x="488" y="975"/>
                    <a:pt x="246" y="984"/>
                  </a:cubicBezTo>
                  <a:cubicBezTo>
                    <a:pt x="1" y="993"/>
                    <a:pt x="1" y="1353"/>
                    <a:pt x="246" y="1363"/>
                  </a:cubicBezTo>
                  <a:cubicBezTo>
                    <a:pt x="505" y="1375"/>
                    <a:pt x="764" y="1379"/>
                    <a:pt x="1022" y="1385"/>
                  </a:cubicBezTo>
                  <a:cubicBezTo>
                    <a:pt x="1068" y="1689"/>
                    <a:pt x="1138" y="1981"/>
                    <a:pt x="1195" y="2228"/>
                  </a:cubicBezTo>
                  <a:cubicBezTo>
                    <a:pt x="1217" y="2325"/>
                    <a:pt x="1288" y="2367"/>
                    <a:pt x="1363" y="2367"/>
                  </a:cubicBezTo>
                  <a:cubicBezTo>
                    <a:pt x="1477" y="2367"/>
                    <a:pt x="1599" y="2271"/>
                    <a:pt x="1571" y="2125"/>
                  </a:cubicBezTo>
                  <a:cubicBezTo>
                    <a:pt x="1523" y="1882"/>
                    <a:pt x="1488" y="1640"/>
                    <a:pt x="1468" y="1395"/>
                  </a:cubicBezTo>
                  <a:lnTo>
                    <a:pt x="1468" y="1395"/>
                  </a:lnTo>
                  <a:cubicBezTo>
                    <a:pt x="1631" y="1397"/>
                    <a:pt x="1798" y="1402"/>
                    <a:pt x="1961" y="1405"/>
                  </a:cubicBezTo>
                  <a:cubicBezTo>
                    <a:pt x="1963" y="1405"/>
                    <a:pt x="1965" y="1405"/>
                    <a:pt x="1967" y="1405"/>
                  </a:cubicBezTo>
                  <a:cubicBezTo>
                    <a:pt x="2257" y="1405"/>
                    <a:pt x="2257" y="942"/>
                    <a:pt x="1967" y="942"/>
                  </a:cubicBezTo>
                  <a:cubicBezTo>
                    <a:pt x="1965" y="942"/>
                    <a:pt x="1963" y="942"/>
                    <a:pt x="1961" y="942"/>
                  </a:cubicBezTo>
                  <a:cubicBezTo>
                    <a:pt x="1790" y="947"/>
                    <a:pt x="1617" y="949"/>
                    <a:pt x="1446" y="952"/>
                  </a:cubicBezTo>
                  <a:cubicBezTo>
                    <a:pt x="1450" y="677"/>
                    <a:pt x="1495" y="391"/>
                    <a:pt x="1416" y="127"/>
                  </a:cubicBezTo>
                  <a:cubicBezTo>
                    <a:pt x="1395" y="49"/>
                    <a:pt x="1315" y="1"/>
                    <a:pt x="1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3"/>
            <p:cNvSpPr/>
            <p:nvPr/>
          </p:nvSpPr>
          <p:spPr>
            <a:xfrm>
              <a:off x="1925375" y="3596532"/>
              <a:ext cx="60850" cy="58775"/>
            </a:xfrm>
            <a:custGeom>
              <a:rect b="b" l="l" r="r" t="t"/>
              <a:pathLst>
                <a:path extrusionOk="0" h="2351" w="2434">
                  <a:moveTo>
                    <a:pt x="1428" y="1"/>
                  </a:moveTo>
                  <a:cubicBezTo>
                    <a:pt x="1364" y="1"/>
                    <a:pt x="1299" y="30"/>
                    <a:pt x="1257" y="90"/>
                  </a:cubicBezTo>
                  <a:cubicBezTo>
                    <a:pt x="1111" y="299"/>
                    <a:pt x="1042" y="561"/>
                    <a:pt x="1023" y="837"/>
                  </a:cubicBezTo>
                  <a:cubicBezTo>
                    <a:pt x="756" y="867"/>
                    <a:pt x="490" y="911"/>
                    <a:pt x="227" y="983"/>
                  </a:cubicBezTo>
                  <a:cubicBezTo>
                    <a:pt x="0" y="1044"/>
                    <a:pt x="76" y="1357"/>
                    <a:pt x="282" y="1357"/>
                  </a:cubicBezTo>
                  <a:cubicBezTo>
                    <a:pt x="297" y="1357"/>
                    <a:pt x="312" y="1356"/>
                    <a:pt x="328" y="1352"/>
                  </a:cubicBezTo>
                  <a:cubicBezTo>
                    <a:pt x="563" y="1306"/>
                    <a:pt x="795" y="1279"/>
                    <a:pt x="1028" y="1263"/>
                  </a:cubicBezTo>
                  <a:cubicBezTo>
                    <a:pt x="1058" y="1613"/>
                    <a:pt x="1148" y="1962"/>
                    <a:pt x="1251" y="2239"/>
                  </a:cubicBezTo>
                  <a:cubicBezTo>
                    <a:pt x="1281" y="2316"/>
                    <a:pt x="1346" y="2351"/>
                    <a:pt x="1409" y="2351"/>
                  </a:cubicBezTo>
                  <a:cubicBezTo>
                    <a:pt x="1503" y="2351"/>
                    <a:pt x="1593" y="2275"/>
                    <a:pt x="1565" y="2151"/>
                  </a:cubicBezTo>
                  <a:cubicBezTo>
                    <a:pt x="1499" y="1856"/>
                    <a:pt x="1466" y="1551"/>
                    <a:pt x="1473" y="1249"/>
                  </a:cubicBezTo>
                  <a:lnTo>
                    <a:pt x="1473" y="1249"/>
                  </a:lnTo>
                  <a:cubicBezTo>
                    <a:pt x="1692" y="1251"/>
                    <a:pt x="1915" y="1260"/>
                    <a:pt x="2141" y="1290"/>
                  </a:cubicBezTo>
                  <a:cubicBezTo>
                    <a:pt x="2152" y="1292"/>
                    <a:pt x="2162" y="1292"/>
                    <a:pt x="2172" y="1292"/>
                  </a:cubicBezTo>
                  <a:cubicBezTo>
                    <a:pt x="2434" y="1292"/>
                    <a:pt x="2427" y="852"/>
                    <a:pt x="2141" y="824"/>
                  </a:cubicBezTo>
                  <a:cubicBezTo>
                    <a:pt x="1970" y="809"/>
                    <a:pt x="1801" y="802"/>
                    <a:pt x="1632" y="802"/>
                  </a:cubicBezTo>
                  <a:cubicBezTo>
                    <a:pt x="1595" y="802"/>
                    <a:pt x="1558" y="803"/>
                    <a:pt x="1521" y="803"/>
                  </a:cubicBezTo>
                  <a:cubicBezTo>
                    <a:pt x="1563" y="597"/>
                    <a:pt x="1617" y="394"/>
                    <a:pt x="1617" y="187"/>
                  </a:cubicBezTo>
                  <a:cubicBezTo>
                    <a:pt x="1617" y="66"/>
                    <a:pt x="1525" y="1"/>
                    <a:pt x="1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3"/>
            <p:cNvSpPr/>
            <p:nvPr/>
          </p:nvSpPr>
          <p:spPr>
            <a:xfrm>
              <a:off x="1811250" y="3599882"/>
              <a:ext cx="67700" cy="55750"/>
            </a:xfrm>
            <a:custGeom>
              <a:rect b="b" l="l" r="r" t="t"/>
              <a:pathLst>
                <a:path extrusionOk="0" h="2230" w="2708">
                  <a:moveTo>
                    <a:pt x="1524" y="1"/>
                  </a:moveTo>
                  <a:cubicBezTo>
                    <a:pt x="1468" y="1"/>
                    <a:pt x="1416" y="29"/>
                    <a:pt x="1386" y="99"/>
                  </a:cubicBezTo>
                  <a:cubicBezTo>
                    <a:pt x="1305" y="284"/>
                    <a:pt x="1271" y="477"/>
                    <a:pt x="1245" y="676"/>
                  </a:cubicBezTo>
                  <a:cubicBezTo>
                    <a:pt x="1161" y="673"/>
                    <a:pt x="1076" y="672"/>
                    <a:pt x="993" y="672"/>
                  </a:cubicBezTo>
                  <a:cubicBezTo>
                    <a:pt x="742" y="672"/>
                    <a:pt x="498" y="682"/>
                    <a:pt x="273" y="694"/>
                  </a:cubicBezTo>
                  <a:cubicBezTo>
                    <a:pt x="3" y="711"/>
                    <a:pt x="0" y="1107"/>
                    <a:pt x="273" y="1117"/>
                  </a:cubicBezTo>
                  <a:cubicBezTo>
                    <a:pt x="575" y="1129"/>
                    <a:pt x="880" y="1140"/>
                    <a:pt x="1183" y="1163"/>
                  </a:cubicBezTo>
                  <a:cubicBezTo>
                    <a:pt x="1141" y="1459"/>
                    <a:pt x="1102" y="1755"/>
                    <a:pt x="1064" y="2052"/>
                  </a:cubicBezTo>
                  <a:cubicBezTo>
                    <a:pt x="1051" y="2165"/>
                    <a:pt x="1152" y="2230"/>
                    <a:pt x="1251" y="2230"/>
                  </a:cubicBezTo>
                  <a:cubicBezTo>
                    <a:pt x="1329" y="2230"/>
                    <a:pt x="1405" y="2189"/>
                    <a:pt x="1422" y="2101"/>
                  </a:cubicBezTo>
                  <a:cubicBezTo>
                    <a:pt x="1483" y="1803"/>
                    <a:pt x="1541" y="1505"/>
                    <a:pt x="1595" y="1207"/>
                  </a:cubicBezTo>
                  <a:cubicBezTo>
                    <a:pt x="1868" y="1246"/>
                    <a:pt x="2141" y="1302"/>
                    <a:pt x="2414" y="1304"/>
                  </a:cubicBezTo>
                  <a:cubicBezTo>
                    <a:pt x="2414" y="1304"/>
                    <a:pt x="2415" y="1304"/>
                    <a:pt x="2416" y="1304"/>
                  </a:cubicBezTo>
                  <a:cubicBezTo>
                    <a:pt x="2677" y="1304"/>
                    <a:pt x="2708" y="938"/>
                    <a:pt x="2474" y="860"/>
                  </a:cubicBezTo>
                  <a:cubicBezTo>
                    <a:pt x="2235" y="777"/>
                    <a:pt x="1973" y="731"/>
                    <a:pt x="1700" y="703"/>
                  </a:cubicBezTo>
                  <a:cubicBezTo>
                    <a:pt x="1732" y="533"/>
                    <a:pt x="1756" y="364"/>
                    <a:pt x="1742" y="196"/>
                  </a:cubicBezTo>
                  <a:cubicBezTo>
                    <a:pt x="1731" y="90"/>
                    <a:pt x="1622" y="1"/>
                    <a:pt x="1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3"/>
            <p:cNvSpPr/>
            <p:nvPr/>
          </p:nvSpPr>
          <p:spPr>
            <a:xfrm>
              <a:off x="1714525" y="3585132"/>
              <a:ext cx="53350" cy="63550"/>
            </a:xfrm>
            <a:custGeom>
              <a:rect b="b" l="l" r="r" t="t"/>
              <a:pathLst>
                <a:path extrusionOk="0" h="2542" w="2134">
                  <a:moveTo>
                    <a:pt x="1251" y="1"/>
                  </a:moveTo>
                  <a:cubicBezTo>
                    <a:pt x="1182" y="1"/>
                    <a:pt x="1110" y="32"/>
                    <a:pt x="1064" y="95"/>
                  </a:cubicBezTo>
                  <a:cubicBezTo>
                    <a:pt x="889" y="339"/>
                    <a:pt x="801" y="672"/>
                    <a:pt x="766" y="1021"/>
                  </a:cubicBezTo>
                  <a:cubicBezTo>
                    <a:pt x="654" y="1003"/>
                    <a:pt x="536" y="984"/>
                    <a:pt x="423" y="984"/>
                  </a:cubicBezTo>
                  <a:cubicBezTo>
                    <a:pt x="284" y="984"/>
                    <a:pt x="154" y="1013"/>
                    <a:pt x="50" y="1109"/>
                  </a:cubicBezTo>
                  <a:cubicBezTo>
                    <a:pt x="9" y="1148"/>
                    <a:pt x="0" y="1220"/>
                    <a:pt x="30" y="1266"/>
                  </a:cubicBezTo>
                  <a:cubicBezTo>
                    <a:pt x="175" y="1496"/>
                    <a:pt x="478" y="1510"/>
                    <a:pt x="744" y="1538"/>
                  </a:cubicBezTo>
                  <a:cubicBezTo>
                    <a:pt x="750" y="1852"/>
                    <a:pt x="785" y="2157"/>
                    <a:pt x="826" y="2409"/>
                  </a:cubicBezTo>
                  <a:cubicBezTo>
                    <a:pt x="840" y="2500"/>
                    <a:pt x="915" y="2541"/>
                    <a:pt x="993" y="2541"/>
                  </a:cubicBezTo>
                  <a:cubicBezTo>
                    <a:pt x="1092" y="2541"/>
                    <a:pt x="1198" y="2474"/>
                    <a:pt x="1193" y="2357"/>
                  </a:cubicBezTo>
                  <a:cubicBezTo>
                    <a:pt x="1184" y="2109"/>
                    <a:pt x="1184" y="1859"/>
                    <a:pt x="1198" y="1610"/>
                  </a:cubicBezTo>
                  <a:cubicBezTo>
                    <a:pt x="1357" y="1638"/>
                    <a:pt x="1518" y="1662"/>
                    <a:pt x="1676" y="1662"/>
                  </a:cubicBezTo>
                  <a:cubicBezTo>
                    <a:pt x="1754" y="1662"/>
                    <a:pt x="1831" y="1656"/>
                    <a:pt x="1907" y="1642"/>
                  </a:cubicBezTo>
                  <a:cubicBezTo>
                    <a:pt x="2092" y="1608"/>
                    <a:pt x="2134" y="1309"/>
                    <a:pt x="1960" y="1226"/>
                  </a:cubicBezTo>
                  <a:cubicBezTo>
                    <a:pt x="1748" y="1127"/>
                    <a:pt x="1505" y="1097"/>
                    <a:pt x="1265" y="1077"/>
                  </a:cubicBezTo>
                  <a:cubicBezTo>
                    <a:pt x="1328" y="783"/>
                    <a:pt x="1446" y="499"/>
                    <a:pt x="1450" y="202"/>
                  </a:cubicBezTo>
                  <a:cubicBezTo>
                    <a:pt x="1452" y="69"/>
                    <a:pt x="1355" y="1"/>
                    <a:pt x="1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73"/>
          <p:cNvGrpSpPr/>
          <p:nvPr/>
        </p:nvGrpSpPr>
        <p:grpSpPr>
          <a:xfrm>
            <a:off x="6440125" y="3675025"/>
            <a:ext cx="856150" cy="255250"/>
            <a:chOff x="1654700" y="3490157"/>
            <a:chExt cx="856150" cy="255250"/>
          </a:xfrm>
        </p:grpSpPr>
        <p:sp>
          <p:nvSpPr>
            <p:cNvPr id="1954" name="Google Shape;1954;p73"/>
            <p:cNvSpPr/>
            <p:nvPr/>
          </p:nvSpPr>
          <p:spPr>
            <a:xfrm>
              <a:off x="1668750" y="3499607"/>
              <a:ext cx="827450" cy="237475"/>
            </a:xfrm>
            <a:custGeom>
              <a:rect b="b" l="l" r="r" t="t"/>
              <a:pathLst>
                <a:path extrusionOk="0" h="9499" w="33098">
                  <a:moveTo>
                    <a:pt x="27657" y="3147"/>
                  </a:moveTo>
                  <a:cubicBezTo>
                    <a:pt x="27731" y="3147"/>
                    <a:pt x="27805" y="3191"/>
                    <a:pt x="27841" y="3285"/>
                  </a:cubicBezTo>
                  <a:cubicBezTo>
                    <a:pt x="27960" y="3606"/>
                    <a:pt x="27976" y="3994"/>
                    <a:pt x="27938" y="4384"/>
                  </a:cubicBezTo>
                  <a:cubicBezTo>
                    <a:pt x="28123" y="4412"/>
                    <a:pt x="28288" y="4474"/>
                    <a:pt x="28415" y="4587"/>
                  </a:cubicBezTo>
                  <a:cubicBezTo>
                    <a:pt x="28508" y="4673"/>
                    <a:pt x="28465" y="4846"/>
                    <a:pt x="28342" y="4871"/>
                  </a:cubicBezTo>
                  <a:cubicBezTo>
                    <a:pt x="28284" y="4884"/>
                    <a:pt x="28226" y="4889"/>
                    <a:pt x="28168" y="4889"/>
                  </a:cubicBezTo>
                  <a:cubicBezTo>
                    <a:pt x="28068" y="4889"/>
                    <a:pt x="27968" y="4874"/>
                    <a:pt x="27868" y="4858"/>
                  </a:cubicBezTo>
                  <a:cubicBezTo>
                    <a:pt x="27822" y="5100"/>
                    <a:pt x="27765" y="5333"/>
                    <a:pt x="27707" y="5536"/>
                  </a:cubicBezTo>
                  <a:cubicBezTo>
                    <a:pt x="27681" y="5628"/>
                    <a:pt x="27612" y="5668"/>
                    <a:pt x="27542" y="5668"/>
                  </a:cubicBezTo>
                  <a:cubicBezTo>
                    <a:pt x="27435" y="5668"/>
                    <a:pt x="27324" y="5576"/>
                    <a:pt x="27351" y="5437"/>
                  </a:cubicBezTo>
                  <a:cubicBezTo>
                    <a:pt x="27391" y="5236"/>
                    <a:pt x="27423" y="5038"/>
                    <a:pt x="27445" y="4837"/>
                  </a:cubicBezTo>
                  <a:lnTo>
                    <a:pt x="27445" y="4837"/>
                  </a:lnTo>
                  <a:cubicBezTo>
                    <a:pt x="27210" y="4848"/>
                    <a:pt x="26982" y="4897"/>
                    <a:pt x="26757" y="4975"/>
                  </a:cubicBezTo>
                  <a:cubicBezTo>
                    <a:pt x="26733" y="4983"/>
                    <a:pt x="26710" y="4987"/>
                    <a:pt x="26689" y="4987"/>
                  </a:cubicBezTo>
                  <a:cubicBezTo>
                    <a:pt x="26496" y="4987"/>
                    <a:pt x="26442" y="4673"/>
                    <a:pt x="26652" y="4589"/>
                  </a:cubicBezTo>
                  <a:cubicBezTo>
                    <a:pt x="26871" y="4504"/>
                    <a:pt x="27176" y="4416"/>
                    <a:pt x="27481" y="4382"/>
                  </a:cubicBezTo>
                  <a:cubicBezTo>
                    <a:pt x="27481" y="4368"/>
                    <a:pt x="27481" y="4354"/>
                    <a:pt x="27483" y="4341"/>
                  </a:cubicBezTo>
                  <a:cubicBezTo>
                    <a:pt x="27490" y="4010"/>
                    <a:pt x="27419" y="3664"/>
                    <a:pt x="27457" y="3339"/>
                  </a:cubicBezTo>
                  <a:cubicBezTo>
                    <a:pt x="27473" y="3216"/>
                    <a:pt x="27565" y="3147"/>
                    <a:pt x="27657" y="3147"/>
                  </a:cubicBezTo>
                  <a:close/>
                  <a:moveTo>
                    <a:pt x="20237" y="3738"/>
                  </a:moveTo>
                  <a:cubicBezTo>
                    <a:pt x="20318" y="3738"/>
                    <a:pt x="20404" y="3789"/>
                    <a:pt x="20427" y="3872"/>
                  </a:cubicBezTo>
                  <a:cubicBezTo>
                    <a:pt x="20489" y="4094"/>
                    <a:pt x="20457" y="4338"/>
                    <a:pt x="20422" y="4576"/>
                  </a:cubicBezTo>
                  <a:cubicBezTo>
                    <a:pt x="20620" y="4557"/>
                    <a:pt x="20817" y="4544"/>
                    <a:pt x="21010" y="4544"/>
                  </a:cubicBezTo>
                  <a:cubicBezTo>
                    <a:pt x="21048" y="4544"/>
                    <a:pt x="21086" y="4545"/>
                    <a:pt x="21124" y="4546"/>
                  </a:cubicBezTo>
                  <a:cubicBezTo>
                    <a:pt x="21348" y="4551"/>
                    <a:pt x="21413" y="4901"/>
                    <a:pt x="21179" y="4947"/>
                  </a:cubicBezTo>
                  <a:cubicBezTo>
                    <a:pt x="20916" y="4999"/>
                    <a:pt x="20641" y="5026"/>
                    <a:pt x="20365" y="5042"/>
                  </a:cubicBezTo>
                  <a:cubicBezTo>
                    <a:pt x="20337" y="5303"/>
                    <a:pt x="20309" y="5566"/>
                    <a:pt x="20272" y="5828"/>
                  </a:cubicBezTo>
                  <a:cubicBezTo>
                    <a:pt x="20258" y="5920"/>
                    <a:pt x="20185" y="5961"/>
                    <a:pt x="20108" y="5961"/>
                  </a:cubicBezTo>
                  <a:cubicBezTo>
                    <a:pt x="20008" y="5961"/>
                    <a:pt x="19900" y="5892"/>
                    <a:pt x="19903" y="5776"/>
                  </a:cubicBezTo>
                  <a:cubicBezTo>
                    <a:pt x="19908" y="5538"/>
                    <a:pt x="19924" y="5299"/>
                    <a:pt x="19940" y="5061"/>
                  </a:cubicBezTo>
                  <a:lnTo>
                    <a:pt x="19940" y="5061"/>
                  </a:lnTo>
                  <a:cubicBezTo>
                    <a:pt x="19665" y="5068"/>
                    <a:pt x="19391" y="5072"/>
                    <a:pt x="19125" y="5084"/>
                  </a:cubicBezTo>
                  <a:cubicBezTo>
                    <a:pt x="19122" y="5084"/>
                    <a:pt x="19119" y="5084"/>
                    <a:pt x="19116" y="5084"/>
                  </a:cubicBezTo>
                  <a:cubicBezTo>
                    <a:pt x="18904" y="5084"/>
                    <a:pt x="18920" y="4772"/>
                    <a:pt x="19125" y="4747"/>
                  </a:cubicBezTo>
                  <a:cubicBezTo>
                    <a:pt x="19399" y="4712"/>
                    <a:pt x="19683" y="4669"/>
                    <a:pt x="19967" y="4629"/>
                  </a:cubicBezTo>
                  <a:cubicBezTo>
                    <a:pt x="19981" y="4354"/>
                    <a:pt x="19972" y="4077"/>
                    <a:pt x="20090" y="3828"/>
                  </a:cubicBezTo>
                  <a:cubicBezTo>
                    <a:pt x="20119" y="3765"/>
                    <a:pt x="20177" y="3738"/>
                    <a:pt x="20237" y="3738"/>
                  </a:cubicBezTo>
                  <a:close/>
                  <a:moveTo>
                    <a:pt x="3082" y="3422"/>
                  </a:moveTo>
                  <a:cubicBezTo>
                    <a:pt x="3186" y="3422"/>
                    <a:pt x="3283" y="3490"/>
                    <a:pt x="3281" y="3623"/>
                  </a:cubicBezTo>
                  <a:cubicBezTo>
                    <a:pt x="3277" y="3921"/>
                    <a:pt x="3159" y="4204"/>
                    <a:pt x="3096" y="4498"/>
                  </a:cubicBezTo>
                  <a:cubicBezTo>
                    <a:pt x="3336" y="4518"/>
                    <a:pt x="3579" y="4549"/>
                    <a:pt x="3791" y="4647"/>
                  </a:cubicBezTo>
                  <a:cubicBezTo>
                    <a:pt x="3965" y="4730"/>
                    <a:pt x="3923" y="5029"/>
                    <a:pt x="3738" y="5063"/>
                  </a:cubicBezTo>
                  <a:cubicBezTo>
                    <a:pt x="3662" y="5077"/>
                    <a:pt x="3585" y="5083"/>
                    <a:pt x="3507" y="5083"/>
                  </a:cubicBezTo>
                  <a:cubicBezTo>
                    <a:pt x="3349" y="5083"/>
                    <a:pt x="3188" y="5059"/>
                    <a:pt x="3029" y="5031"/>
                  </a:cubicBezTo>
                  <a:cubicBezTo>
                    <a:pt x="3015" y="5281"/>
                    <a:pt x="3015" y="5530"/>
                    <a:pt x="3024" y="5778"/>
                  </a:cubicBezTo>
                  <a:cubicBezTo>
                    <a:pt x="3029" y="5895"/>
                    <a:pt x="2923" y="5962"/>
                    <a:pt x="2824" y="5962"/>
                  </a:cubicBezTo>
                  <a:cubicBezTo>
                    <a:pt x="2746" y="5962"/>
                    <a:pt x="2671" y="5921"/>
                    <a:pt x="2657" y="5830"/>
                  </a:cubicBezTo>
                  <a:cubicBezTo>
                    <a:pt x="2616" y="5578"/>
                    <a:pt x="2581" y="5273"/>
                    <a:pt x="2575" y="4959"/>
                  </a:cubicBezTo>
                  <a:cubicBezTo>
                    <a:pt x="2309" y="4931"/>
                    <a:pt x="2006" y="4917"/>
                    <a:pt x="1861" y="4687"/>
                  </a:cubicBezTo>
                  <a:cubicBezTo>
                    <a:pt x="1831" y="4641"/>
                    <a:pt x="1840" y="4569"/>
                    <a:pt x="1881" y="4530"/>
                  </a:cubicBezTo>
                  <a:cubicBezTo>
                    <a:pt x="1985" y="4434"/>
                    <a:pt x="2115" y="4405"/>
                    <a:pt x="2254" y="4405"/>
                  </a:cubicBezTo>
                  <a:cubicBezTo>
                    <a:pt x="2367" y="4405"/>
                    <a:pt x="2485" y="4424"/>
                    <a:pt x="2597" y="4442"/>
                  </a:cubicBezTo>
                  <a:cubicBezTo>
                    <a:pt x="2632" y="4094"/>
                    <a:pt x="2720" y="3760"/>
                    <a:pt x="2895" y="3516"/>
                  </a:cubicBezTo>
                  <a:cubicBezTo>
                    <a:pt x="2941" y="3453"/>
                    <a:pt x="3013" y="3422"/>
                    <a:pt x="3082" y="3422"/>
                  </a:cubicBezTo>
                  <a:close/>
                  <a:moveTo>
                    <a:pt x="24430" y="3376"/>
                  </a:moveTo>
                  <a:cubicBezTo>
                    <a:pt x="24488" y="3376"/>
                    <a:pt x="24545" y="3396"/>
                    <a:pt x="24586" y="3442"/>
                  </a:cubicBezTo>
                  <a:cubicBezTo>
                    <a:pt x="24654" y="3521"/>
                    <a:pt x="24691" y="3571"/>
                    <a:pt x="24745" y="3661"/>
                  </a:cubicBezTo>
                  <a:cubicBezTo>
                    <a:pt x="24822" y="3799"/>
                    <a:pt x="24707" y="3951"/>
                    <a:pt x="24569" y="3951"/>
                  </a:cubicBezTo>
                  <a:cubicBezTo>
                    <a:pt x="24568" y="3951"/>
                    <a:pt x="24567" y="3951"/>
                    <a:pt x="24566" y="3951"/>
                  </a:cubicBezTo>
                  <a:cubicBezTo>
                    <a:pt x="24520" y="4148"/>
                    <a:pt x="24491" y="4349"/>
                    <a:pt x="24474" y="4553"/>
                  </a:cubicBezTo>
                  <a:cubicBezTo>
                    <a:pt x="24559" y="4548"/>
                    <a:pt x="24644" y="4542"/>
                    <a:pt x="24729" y="4542"/>
                  </a:cubicBezTo>
                  <a:cubicBezTo>
                    <a:pt x="24836" y="4542"/>
                    <a:pt x="24941" y="4552"/>
                    <a:pt x="25040" y="4585"/>
                  </a:cubicBezTo>
                  <a:cubicBezTo>
                    <a:pt x="25234" y="4647"/>
                    <a:pt x="25234" y="4911"/>
                    <a:pt x="25040" y="4975"/>
                  </a:cubicBezTo>
                  <a:cubicBezTo>
                    <a:pt x="24942" y="5008"/>
                    <a:pt x="24838" y="5017"/>
                    <a:pt x="24732" y="5017"/>
                  </a:cubicBezTo>
                  <a:cubicBezTo>
                    <a:pt x="24643" y="5017"/>
                    <a:pt x="24553" y="5010"/>
                    <a:pt x="24463" y="5005"/>
                  </a:cubicBezTo>
                  <a:lnTo>
                    <a:pt x="24463" y="5005"/>
                  </a:lnTo>
                  <a:cubicBezTo>
                    <a:pt x="24472" y="5296"/>
                    <a:pt x="24509" y="5589"/>
                    <a:pt x="24572" y="5880"/>
                  </a:cubicBezTo>
                  <a:cubicBezTo>
                    <a:pt x="24599" y="6011"/>
                    <a:pt x="24495" y="6096"/>
                    <a:pt x="24394" y="6096"/>
                  </a:cubicBezTo>
                  <a:cubicBezTo>
                    <a:pt x="24327" y="6096"/>
                    <a:pt x="24261" y="6058"/>
                    <a:pt x="24236" y="5973"/>
                  </a:cubicBezTo>
                  <a:cubicBezTo>
                    <a:pt x="24144" y="5645"/>
                    <a:pt x="24091" y="5319"/>
                    <a:pt x="24073" y="4993"/>
                  </a:cubicBezTo>
                  <a:cubicBezTo>
                    <a:pt x="23902" y="4991"/>
                    <a:pt x="23729" y="4987"/>
                    <a:pt x="23558" y="4985"/>
                  </a:cubicBezTo>
                  <a:cubicBezTo>
                    <a:pt x="23294" y="4980"/>
                    <a:pt x="23294" y="4581"/>
                    <a:pt x="23558" y="4576"/>
                  </a:cubicBezTo>
                  <a:cubicBezTo>
                    <a:pt x="23729" y="4571"/>
                    <a:pt x="23897" y="4569"/>
                    <a:pt x="24067" y="4564"/>
                  </a:cubicBezTo>
                  <a:cubicBezTo>
                    <a:pt x="24079" y="4227"/>
                    <a:pt x="24123" y="3888"/>
                    <a:pt x="24200" y="3544"/>
                  </a:cubicBezTo>
                  <a:cubicBezTo>
                    <a:pt x="24223" y="3440"/>
                    <a:pt x="24328" y="3376"/>
                    <a:pt x="24430" y="3376"/>
                  </a:cubicBezTo>
                  <a:close/>
                  <a:moveTo>
                    <a:pt x="15973" y="3750"/>
                  </a:moveTo>
                  <a:cubicBezTo>
                    <a:pt x="16049" y="3750"/>
                    <a:pt x="16129" y="3799"/>
                    <a:pt x="16150" y="3876"/>
                  </a:cubicBezTo>
                  <a:cubicBezTo>
                    <a:pt x="16229" y="4140"/>
                    <a:pt x="16182" y="4426"/>
                    <a:pt x="16180" y="4701"/>
                  </a:cubicBezTo>
                  <a:cubicBezTo>
                    <a:pt x="16351" y="4698"/>
                    <a:pt x="16524" y="4696"/>
                    <a:pt x="16695" y="4691"/>
                  </a:cubicBezTo>
                  <a:cubicBezTo>
                    <a:pt x="16697" y="4691"/>
                    <a:pt x="16699" y="4691"/>
                    <a:pt x="16701" y="4691"/>
                  </a:cubicBezTo>
                  <a:cubicBezTo>
                    <a:pt x="16991" y="4691"/>
                    <a:pt x="16991" y="5154"/>
                    <a:pt x="16701" y="5154"/>
                  </a:cubicBezTo>
                  <a:cubicBezTo>
                    <a:pt x="16699" y="5154"/>
                    <a:pt x="16697" y="5154"/>
                    <a:pt x="16695" y="5154"/>
                  </a:cubicBezTo>
                  <a:cubicBezTo>
                    <a:pt x="16532" y="5151"/>
                    <a:pt x="16365" y="5146"/>
                    <a:pt x="16202" y="5144"/>
                  </a:cubicBezTo>
                  <a:lnTo>
                    <a:pt x="16202" y="5144"/>
                  </a:lnTo>
                  <a:cubicBezTo>
                    <a:pt x="16222" y="5389"/>
                    <a:pt x="16256" y="5631"/>
                    <a:pt x="16305" y="5874"/>
                  </a:cubicBezTo>
                  <a:cubicBezTo>
                    <a:pt x="16333" y="6020"/>
                    <a:pt x="16211" y="6116"/>
                    <a:pt x="16097" y="6116"/>
                  </a:cubicBezTo>
                  <a:cubicBezTo>
                    <a:pt x="16022" y="6116"/>
                    <a:pt x="15951" y="6074"/>
                    <a:pt x="15929" y="5977"/>
                  </a:cubicBezTo>
                  <a:cubicBezTo>
                    <a:pt x="15872" y="5730"/>
                    <a:pt x="15802" y="5438"/>
                    <a:pt x="15756" y="5134"/>
                  </a:cubicBezTo>
                  <a:cubicBezTo>
                    <a:pt x="15497" y="5128"/>
                    <a:pt x="15238" y="5124"/>
                    <a:pt x="14980" y="5112"/>
                  </a:cubicBezTo>
                  <a:cubicBezTo>
                    <a:pt x="14735" y="5102"/>
                    <a:pt x="14735" y="4742"/>
                    <a:pt x="14980" y="4733"/>
                  </a:cubicBezTo>
                  <a:cubicBezTo>
                    <a:pt x="15222" y="4724"/>
                    <a:pt x="15467" y="4717"/>
                    <a:pt x="15709" y="4712"/>
                  </a:cubicBezTo>
                  <a:cubicBezTo>
                    <a:pt x="15693" y="4394"/>
                    <a:pt x="15719" y="4086"/>
                    <a:pt x="15834" y="3835"/>
                  </a:cubicBezTo>
                  <a:cubicBezTo>
                    <a:pt x="15863" y="3776"/>
                    <a:pt x="15917" y="3750"/>
                    <a:pt x="15973" y="3750"/>
                  </a:cubicBezTo>
                  <a:close/>
                  <a:moveTo>
                    <a:pt x="11694" y="3878"/>
                  </a:moveTo>
                  <a:cubicBezTo>
                    <a:pt x="11790" y="3878"/>
                    <a:pt x="11882" y="3942"/>
                    <a:pt x="11882" y="4063"/>
                  </a:cubicBezTo>
                  <a:cubicBezTo>
                    <a:pt x="11882" y="4271"/>
                    <a:pt x="11828" y="4474"/>
                    <a:pt x="11786" y="4680"/>
                  </a:cubicBezTo>
                  <a:cubicBezTo>
                    <a:pt x="11823" y="4680"/>
                    <a:pt x="11860" y="4679"/>
                    <a:pt x="11897" y="4679"/>
                  </a:cubicBezTo>
                  <a:cubicBezTo>
                    <a:pt x="12066" y="4679"/>
                    <a:pt x="12235" y="4686"/>
                    <a:pt x="12406" y="4701"/>
                  </a:cubicBezTo>
                  <a:cubicBezTo>
                    <a:pt x="12692" y="4729"/>
                    <a:pt x="12699" y="5169"/>
                    <a:pt x="12437" y="5169"/>
                  </a:cubicBezTo>
                  <a:cubicBezTo>
                    <a:pt x="12427" y="5169"/>
                    <a:pt x="12417" y="5169"/>
                    <a:pt x="12406" y="5167"/>
                  </a:cubicBezTo>
                  <a:cubicBezTo>
                    <a:pt x="12180" y="5137"/>
                    <a:pt x="11957" y="5128"/>
                    <a:pt x="11738" y="5126"/>
                  </a:cubicBezTo>
                  <a:lnTo>
                    <a:pt x="11738" y="5126"/>
                  </a:lnTo>
                  <a:cubicBezTo>
                    <a:pt x="11732" y="5428"/>
                    <a:pt x="11764" y="5733"/>
                    <a:pt x="11831" y="6028"/>
                  </a:cubicBezTo>
                  <a:cubicBezTo>
                    <a:pt x="11859" y="6152"/>
                    <a:pt x="11768" y="6228"/>
                    <a:pt x="11674" y="6228"/>
                  </a:cubicBezTo>
                  <a:cubicBezTo>
                    <a:pt x="11611" y="6228"/>
                    <a:pt x="11547" y="6193"/>
                    <a:pt x="11517" y="6116"/>
                  </a:cubicBezTo>
                  <a:cubicBezTo>
                    <a:pt x="11413" y="5839"/>
                    <a:pt x="11323" y="5490"/>
                    <a:pt x="11293" y="5140"/>
                  </a:cubicBezTo>
                  <a:cubicBezTo>
                    <a:pt x="11060" y="5156"/>
                    <a:pt x="10829" y="5183"/>
                    <a:pt x="10593" y="5229"/>
                  </a:cubicBezTo>
                  <a:cubicBezTo>
                    <a:pt x="10577" y="5233"/>
                    <a:pt x="10562" y="5234"/>
                    <a:pt x="10548" y="5234"/>
                  </a:cubicBezTo>
                  <a:cubicBezTo>
                    <a:pt x="10341" y="5234"/>
                    <a:pt x="10265" y="4921"/>
                    <a:pt x="10492" y="4860"/>
                  </a:cubicBezTo>
                  <a:cubicBezTo>
                    <a:pt x="10755" y="4788"/>
                    <a:pt x="11021" y="4744"/>
                    <a:pt x="11289" y="4714"/>
                  </a:cubicBezTo>
                  <a:cubicBezTo>
                    <a:pt x="11307" y="4438"/>
                    <a:pt x="11376" y="4176"/>
                    <a:pt x="11522" y="3967"/>
                  </a:cubicBezTo>
                  <a:cubicBezTo>
                    <a:pt x="11564" y="3906"/>
                    <a:pt x="11630" y="3878"/>
                    <a:pt x="11694" y="3878"/>
                  </a:cubicBezTo>
                  <a:close/>
                  <a:moveTo>
                    <a:pt x="7225" y="4012"/>
                  </a:moveTo>
                  <a:cubicBezTo>
                    <a:pt x="7323" y="4012"/>
                    <a:pt x="7432" y="4100"/>
                    <a:pt x="7442" y="4206"/>
                  </a:cubicBezTo>
                  <a:cubicBezTo>
                    <a:pt x="7456" y="4375"/>
                    <a:pt x="7432" y="4544"/>
                    <a:pt x="7400" y="4714"/>
                  </a:cubicBezTo>
                  <a:cubicBezTo>
                    <a:pt x="7673" y="4742"/>
                    <a:pt x="7935" y="4788"/>
                    <a:pt x="8174" y="4871"/>
                  </a:cubicBezTo>
                  <a:cubicBezTo>
                    <a:pt x="8408" y="4949"/>
                    <a:pt x="8377" y="5315"/>
                    <a:pt x="8116" y="5315"/>
                  </a:cubicBezTo>
                  <a:cubicBezTo>
                    <a:pt x="8115" y="5315"/>
                    <a:pt x="8114" y="5315"/>
                    <a:pt x="8114" y="5315"/>
                  </a:cubicBezTo>
                  <a:cubicBezTo>
                    <a:pt x="7841" y="5313"/>
                    <a:pt x="7569" y="5257"/>
                    <a:pt x="7296" y="5218"/>
                  </a:cubicBezTo>
                  <a:cubicBezTo>
                    <a:pt x="7241" y="5516"/>
                    <a:pt x="7183" y="5814"/>
                    <a:pt x="7123" y="6111"/>
                  </a:cubicBezTo>
                  <a:cubicBezTo>
                    <a:pt x="7106" y="6200"/>
                    <a:pt x="7029" y="6240"/>
                    <a:pt x="6950" y="6240"/>
                  </a:cubicBezTo>
                  <a:cubicBezTo>
                    <a:pt x="6852" y="6240"/>
                    <a:pt x="6751" y="6176"/>
                    <a:pt x="6764" y="6063"/>
                  </a:cubicBezTo>
                  <a:cubicBezTo>
                    <a:pt x="6802" y="5765"/>
                    <a:pt x="6841" y="5470"/>
                    <a:pt x="6883" y="5174"/>
                  </a:cubicBezTo>
                  <a:cubicBezTo>
                    <a:pt x="6580" y="5150"/>
                    <a:pt x="6275" y="5139"/>
                    <a:pt x="5973" y="5128"/>
                  </a:cubicBezTo>
                  <a:cubicBezTo>
                    <a:pt x="5700" y="5118"/>
                    <a:pt x="5703" y="4721"/>
                    <a:pt x="5973" y="4705"/>
                  </a:cubicBezTo>
                  <a:cubicBezTo>
                    <a:pt x="6198" y="4693"/>
                    <a:pt x="6443" y="4683"/>
                    <a:pt x="6693" y="4683"/>
                  </a:cubicBezTo>
                  <a:cubicBezTo>
                    <a:pt x="6777" y="4683"/>
                    <a:pt x="6861" y="4684"/>
                    <a:pt x="6945" y="4687"/>
                  </a:cubicBezTo>
                  <a:cubicBezTo>
                    <a:pt x="6971" y="4488"/>
                    <a:pt x="7005" y="4294"/>
                    <a:pt x="7086" y="4110"/>
                  </a:cubicBezTo>
                  <a:cubicBezTo>
                    <a:pt x="7116" y="4040"/>
                    <a:pt x="7169" y="4012"/>
                    <a:pt x="7225" y="4012"/>
                  </a:cubicBezTo>
                  <a:close/>
                  <a:moveTo>
                    <a:pt x="33098" y="0"/>
                  </a:moveTo>
                  <a:cubicBezTo>
                    <a:pt x="27612" y="48"/>
                    <a:pt x="22124" y="86"/>
                    <a:pt x="16638" y="120"/>
                  </a:cubicBezTo>
                  <a:cubicBezTo>
                    <a:pt x="13798" y="136"/>
                    <a:pt x="10955" y="148"/>
                    <a:pt x="8116" y="152"/>
                  </a:cubicBezTo>
                  <a:cubicBezTo>
                    <a:pt x="6301" y="157"/>
                    <a:pt x="4434" y="270"/>
                    <a:pt x="2588" y="270"/>
                  </a:cubicBezTo>
                  <a:cubicBezTo>
                    <a:pt x="1742" y="270"/>
                    <a:pt x="901" y="246"/>
                    <a:pt x="72" y="177"/>
                  </a:cubicBezTo>
                  <a:lnTo>
                    <a:pt x="72" y="177"/>
                  </a:lnTo>
                  <a:cubicBezTo>
                    <a:pt x="76" y="196"/>
                    <a:pt x="82" y="214"/>
                    <a:pt x="80" y="235"/>
                  </a:cubicBezTo>
                  <a:cubicBezTo>
                    <a:pt x="0" y="3325"/>
                    <a:pt x="152" y="6411"/>
                    <a:pt x="94" y="9498"/>
                  </a:cubicBezTo>
                  <a:cubicBezTo>
                    <a:pt x="1895" y="9246"/>
                    <a:pt x="3760" y="9232"/>
                    <a:pt x="5606" y="9232"/>
                  </a:cubicBezTo>
                  <a:cubicBezTo>
                    <a:pt x="5839" y="9232"/>
                    <a:pt x="6071" y="9232"/>
                    <a:pt x="6303" y="9232"/>
                  </a:cubicBezTo>
                  <a:cubicBezTo>
                    <a:pt x="6876" y="9232"/>
                    <a:pt x="7447" y="9231"/>
                    <a:pt x="8012" y="9222"/>
                  </a:cubicBezTo>
                  <a:cubicBezTo>
                    <a:pt x="10750" y="9172"/>
                    <a:pt x="13488" y="9146"/>
                    <a:pt x="16226" y="9140"/>
                  </a:cubicBezTo>
                  <a:cubicBezTo>
                    <a:pt x="16785" y="9139"/>
                    <a:pt x="17344" y="9138"/>
                    <a:pt x="17904" y="9138"/>
                  </a:cubicBezTo>
                  <a:cubicBezTo>
                    <a:pt x="22841" y="9138"/>
                    <a:pt x="27778" y="9196"/>
                    <a:pt x="32710" y="9355"/>
                  </a:cubicBezTo>
                  <a:cubicBezTo>
                    <a:pt x="31567" y="7993"/>
                    <a:pt x="30565" y="6460"/>
                    <a:pt x="29588" y="4983"/>
                  </a:cubicBezTo>
                  <a:cubicBezTo>
                    <a:pt x="29491" y="4837"/>
                    <a:pt x="29588" y="4705"/>
                    <a:pt x="29718" y="4671"/>
                  </a:cubicBezTo>
                  <a:cubicBezTo>
                    <a:pt x="30620" y="2999"/>
                    <a:pt x="31907" y="1472"/>
                    <a:pt x="33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3"/>
            <p:cNvSpPr/>
            <p:nvPr/>
          </p:nvSpPr>
          <p:spPr>
            <a:xfrm>
              <a:off x="1654700" y="3490157"/>
              <a:ext cx="856150" cy="255250"/>
            </a:xfrm>
            <a:custGeom>
              <a:rect b="b" l="l" r="r" t="t"/>
              <a:pathLst>
                <a:path extrusionOk="0" h="10210" w="34246">
                  <a:moveTo>
                    <a:pt x="33660" y="378"/>
                  </a:moveTo>
                  <a:lnTo>
                    <a:pt x="33660" y="378"/>
                  </a:lnTo>
                  <a:cubicBezTo>
                    <a:pt x="32469" y="1850"/>
                    <a:pt x="31182" y="3377"/>
                    <a:pt x="30280" y="5049"/>
                  </a:cubicBezTo>
                  <a:cubicBezTo>
                    <a:pt x="30150" y="5083"/>
                    <a:pt x="30053" y="5215"/>
                    <a:pt x="30150" y="5361"/>
                  </a:cubicBezTo>
                  <a:cubicBezTo>
                    <a:pt x="31127" y="6838"/>
                    <a:pt x="32129" y="8371"/>
                    <a:pt x="33272" y="9733"/>
                  </a:cubicBezTo>
                  <a:cubicBezTo>
                    <a:pt x="28340" y="9574"/>
                    <a:pt x="23403" y="9516"/>
                    <a:pt x="18466" y="9516"/>
                  </a:cubicBezTo>
                  <a:cubicBezTo>
                    <a:pt x="17907" y="9516"/>
                    <a:pt x="17348" y="9517"/>
                    <a:pt x="16789" y="9518"/>
                  </a:cubicBezTo>
                  <a:cubicBezTo>
                    <a:pt x="14050" y="9523"/>
                    <a:pt x="11312" y="9550"/>
                    <a:pt x="8574" y="9600"/>
                  </a:cubicBezTo>
                  <a:cubicBezTo>
                    <a:pt x="8009" y="9609"/>
                    <a:pt x="7438" y="9610"/>
                    <a:pt x="6865" y="9610"/>
                  </a:cubicBezTo>
                  <a:cubicBezTo>
                    <a:pt x="6633" y="9610"/>
                    <a:pt x="6401" y="9610"/>
                    <a:pt x="6168" y="9610"/>
                  </a:cubicBezTo>
                  <a:cubicBezTo>
                    <a:pt x="4322" y="9610"/>
                    <a:pt x="2457" y="9624"/>
                    <a:pt x="656" y="9876"/>
                  </a:cubicBezTo>
                  <a:cubicBezTo>
                    <a:pt x="714" y="6789"/>
                    <a:pt x="562" y="3703"/>
                    <a:pt x="642" y="613"/>
                  </a:cubicBezTo>
                  <a:cubicBezTo>
                    <a:pt x="644" y="593"/>
                    <a:pt x="638" y="574"/>
                    <a:pt x="634" y="555"/>
                  </a:cubicBezTo>
                  <a:lnTo>
                    <a:pt x="634" y="555"/>
                  </a:lnTo>
                  <a:cubicBezTo>
                    <a:pt x="1463" y="624"/>
                    <a:pt x="2304" y="648"/>
                    <a:pt x="3150" y="648"/>
                  </a:cubicBezTo>
                  <a:cubicBezTo>
                    <a:pt x="4996" y="648"/>
                    <a:pt x="6863" y="535"/>
                    <a:pt x="8678" y="530"/>
                  </a:cubicBezTo>
                  <a:cubicBezTo>
                    <a:pt x="11517" y="526"/>
                    <a:pt x="14360" y="514"/>
                    <a:pt x="17200" y="498"/>
                  </a:cubicBezTo>
                  <a:cubicBezTo>
                    <a:pt x="22686" y="464"/>
                    <a:pt x="28174" y="426"/>
                    <a:pt x="33660" y="378"/>
                  </a:cubicBezTo>
                  <a:close/>
                  <a:moveTo>
                    <a:pt x="34016" y="1"/>
                  </a:moveTo>
                  <a:cubicBezTo>
                    <a:pt x="34015" y="1"/>
                    <a:pt x="34014" y="1"/>
                    <a:pt x="34013" y="1"/>
                  </a:cubicBezTo>
                  <a:cubicBezTo>
                    <a:pt x="28410" y="52"/>
                    <a:pt x="22806" y="114"/>
                    <a:pt x="17200" y="170"/>
                  </a:cubicBezTo>
                  <a:cubicBezTo>
                    <a:pt x="14436" y="198"/>
                    <a:pt x="11672" y="227"/>
                    <a:pt x="8909" y="257"/>
                  </a:cubicBezTo>
                  <a:cubicBezTo>
                    <a:pt x="8731" y="259"/>
                    <a:pt x="8552" y="260"/>
                    <a:pt x="8374" y="260"/>
                  </a:cubicBezTo>
                  <a:cubicBezTo>
                    <a:pt x="6846" y="260"/>
                    <a:pt x="5287" y="198"/>
                    <a:pt x="3738" y="198"/>
                  </a:cubicBezTo>
                  <a:cubicBezTo>
                    <a:pt x="2610" y="198"/>
                    <a:pt x="1487" y="231"/>
                    <a:pt x="387" y="345"/>
                  </a:cubicBezTo>
                  <a:cubicBezTo>
                    <a:pt x="334" y="350"/>
                    <a:pt x="304" y="385"/>
                    <a:pt x="296" y="424"/>
                  </a:cubicBezTo>
                  <a:cubicBezTo>
                    <a:pt x="232" y="458"/>
                    <a:pt x="181" y="519"/>
                    <a:pt x="179" y="613"/>
                  </a:cubicBezTo>
                  <a:cubicBezTo>
                    <a:pt x="97" y="3689"/>
                    <a:pt x="0" y="6862"/>
                    <a:pt x="324" y="9925"/>
                  </a:cubicBezTo>
                  <a:cubicBezTo>
                    <a:pt x="335" y="10031"/>
                    <a:pt x="420" y="10085"/>
                    <a:pt x="502" y="10085"/>
                  </a:cubicBezTo>
                  <a:cubicBezTo>
                    <a:pt x="503" y="10085"/>
                    <a:pt x="505" y="10085"/>
                    <a:pt x="507" y="10085"/>
                  </a:cubicBezTo>
                  <a:cubicBezTo>
                    <a:pt x="527" y="10108"/>
                    <a:pt x="555" y="10124"/>
                    <a:pt x="587" y="10126"/>
                  </a:cubicBezTo>
                  <a:cubicBezTo>
                    <a:pt x="1324" y="10187"/>
                    <a:pt x="2068" y="10209"/>
                    <a:pt x="2816" y="10209"/>
                  </a:cubicBezTo>
                  <a:cubicBezTo>
                    <a:pt x="4811" y="10209"/>
                    <a:pt x="6829" y="10049"/>
                    <a:pt x="8802" y="10015"/>
                  </a:cubicBezTo>
                  <a:cubicBezTo>
                    <a:pt x="11541" y="9969"/>
                    <a:pt x="14279" y="9944"/>
                    <a:pt x="17018" y="9939"/>
                  </a:cubicBezTo>
                  <a:cubicBezTo>
                    <a:pt x="17269" y="9939"/>
                    <a:pt x="17519" y="9939"/>
                    <a:pt x="17770" y="9939"/>
                  </a:cubicBezTo>
                  <a:cubicBezTo>
                    <a:pt x="22997" y="9939"/>
                    <a:pt x="28222" y="10033"/>
                    <a:pt x="33448" y="10154"/>
                  </a:cubicBezTo>
                  <a:cubicBezTo>
                    <a:pt x="33450" y="10154"/>
                    <a:pt x="33451" y="10154"/>
                    <a:pt x="33452" y="10154"/>
                  </a:cubicBezTo>
                  <a:cubicBezTo>
                    <a:pt x="33585" y="10154"/>
                    <a:pt x="33649" y="10051"/>
                    <a:pt x="33649" y="9948"/>
                  </a:cubicBezTo>
                  <a:cubicBezTo>
                    <a:pt x="33703" y="9902"/>
                    <a:pt x="33731" y="9821"/>
                    <a:pt x="33690" y="9747"/>
                  </a:cubicBezTo>
                  <a:cubicBezTo>
                    <a:pt x="32796" y="8154"/>
                    <a:pt x="31656" y="6635"/>
                    <a:pt x="30566" y="5168"/>
                  </a:cubicBezTo>
                  <a:cubicBezTo>
                    <a:pt x="31804" y="3689"/>
                    <a:pt x="32858" y="2042"/>
                    <a:pt x="34071" y="539"/>
                  </a:cubicBezTo>
                  <a:cubicBezTo>
                    <a:pt x="34121" y="477"/>
                    <a:pt x="34129" y="408"/>
                    <a:pt x="34110" y="343"/>
                  </a:cubicBezTo>
                  <a:cubicBezTo>
                    <a:pt x="34246" y="256"/>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3"/>
            <p:cNvSpPr/>
            <p:nvPr/>
          </p:nvSpPr>
          <p:spPr>
            <a:xfrm>
              <a:off x="2329775" y="3578282"/>
              <a:ext cx="51700" cy="63025"/>
            </a:xfrm>
            <a:custGeom>
              <a:rect b="b" l="l" r="r" t="t"/>
              <a:pathLst>
                <a:path extrusionOk="0" h="2521" w="2068">
                  <a:moveTo>
                    <a:pt x="1216" y="0"/>
                  </a:moveTo>
                  <a:cubicBezTo>
                    <a:pt x="1124" y="0"/>
                    <a:pt x="1032" y="69"/>
                    <a:pt x="1016" y="192"/>
                  </a:cubicBezTo>
                  <a:cubicBezTo>
                    <a:pt x="977" y="517"/>
                    <a:pt x="1048" y="863"/>
                    <a:pt x="1042" y="1194"/>
                  </a:cubicBezTo>
                  <a:cubicBezTo>
                    <a:pt x="1040" y="1207"/>
                    <a:pt x="1040" y="1221"/>
                    <a:pt x="1040" y="1235"/>
                  </a:cubicBezTo>
                  <a:cubicBezTo>
                    <a:pt x="735" y="1269"/>
                    <a:pt x="430" y="1357"/>
                    <a:pt x="211" y="1442"/>
                  </a:cubicBezTo>
                  <a:cubicBezTo>
                    <a:pt x="1" y="1526"/>
                    <a:pt x="55" y="1840"/>
                    <a:pt x="248" y="1840"/>
                  </a:cubicBezTo>
                  <a:cubicBezTo>
                    <a:pt x="269" y="1840"/>
                    <a:pt x="292" y="1836"/>
                    <a:pt x="316" y="1828"/>
                  </a:cubicBezTo>
                  <a:cubicBezTo>
                    <a:pt x="541" y="1750"/>
                    <a:pt x="769" y="1701"/>
                    <a:pt x="1004" y="1690"/>
                  </a:cubicBezTo>
                  <a:lnTo>
                    <a:pt x="1004" y="1690"/>
                  </a:lnTo>
                  <a:cubicBezTo>
                    <a:pt x="982" y="1891"/>
                    <a:pt x="949" y="2089"/>
                    <a:pt x="910" y="2290"/>
                  </a:cubicBezTo>
                  <a:cubicBezTo>
                    <a:pt x="883" y="2429"/>
                    <a:pt x="994" y="2521"/>
                    <a:pt x="1101" y="2521"/>
                  </a:cubicBezTo>
                  <a:cubicBezTo>
                    <a:pt x="1171" y="2521"/>
                    <a:pt x="1240" y="2481"/>
                    <a:pt x="1266" y="2389"/>
                  </a:cubicBezTo>
                  <a:cubicBezTo>
                    <a:pt x="1324" y="2186"/>
                    <a:pt x="1381" y="1953"/>
                    <a:pt x="1427" y="1711"/>
                  </a:cubicBezTo>
                  <a:cubicBezTo>
                    <a:pt x="1527" y="1727"/>
                    <a:pt x="1627" y="1742"/>
                    <a:pt x="1727" y="1742"/>
                  </a:cubicBezTo>
                  <a:cubicBezTo>
                    <a:pt x="1785" y="1742"/>
                    <a:pt x="1843" y="1737"/>
                    <a:pt x="1901" y="1724"/>
                  </a:cubicBezTo>
                  <a:cubicBezTo>
                    <a:pt x="2024" y="1699"/>
                    <a:pt x="2067" y="1526"/>
                    <a:pt x="1974" y="1440"/>
                  </a:cubicBezTo>
                  <a:cubicBezTo>
                    <a:pt x="1847" y="1327"/>
                    <a:pt x="1682" y="1265"/>
                    <a:pt x="1497" y="1237"/>
                  </a:cubicBezTo>
                  <a:cubicBezTo>
                    <a:pt x="1535" y="847"/>
                    <a:pt x="1519" y="459"/>
                    <a:pt x="1400" y="138"/>
                  </a:cubicBezTo>
                  <a:cubicBezTo>
                    <a:pt x="1364" y="44"/>
                    <a:pt x="1290" y="0"/>
                    <a:pt x="1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3"/>
            <p:cNvSpPr/>
            <p:nvPr/>
          </p:nvSpPr>
          <p:spPr>
            <a:xfrm>
              <a:off x="2251100" y="3583982"/>
              <a:ext cx="48525" cy="68025"/>
            </a:xfrm>
            <a:custGeom>
              <a:rect b="b" l="l" r="r" t="t"/>
              <a:pathLst>
                <a:path extrusionOk="0" h="2721" w="1941">
                  <a:moveTo>
                    <a:pt x="1136" y="1"/>
                  </a:moveTo>
                  <a:cubicBezTo>
                    <a:pt x="1034" y="1"/>
                    <a:pt x="929" y="65"/>
                    <a:pt x="906" y="169"/>
                  </a:cubicBezTo>
                  <a:cubicBezTo>
                    <a:pt x="829" y="513"/>
                    <a:pt x="785" y="852"/>
                    <a:pt x="773" y="1190"/>
                  </a:cubicBezTo>
                  <a:cubicBezTo>
                    <a:pt x="603" y="1194"/>
                    <a:pt x="435" y="1196"/>
                    <a:pt x="264" y="1201"/>
                  </a:cubicBezTo>
                  <a:cubicBezTo>
                    <a:pt x="0" y="1206"/>
                    <a:pt x="0" y="1605"/>
                    <a:pt x="264" y="1610"/>
                  </a:cubicBezTo>
                  <a:cubicBezTo>
                    <a:pt x="435" y="1612"/>
                    <a:pt x="608" y="1616"/>
                    <a:pt x="779" y="1619"/>
                  </a:cubicBezTo>
                  <a:cubicBezTo>
                    <a:pt x="797" y="1944"/>
                    <a:pt x="850" y="2270"/>
                    <a:pt x="942" y="2598"/>
                  </a:cubicBezTo>
                  <a:cubicBezTo>
                    <a:pt x="967" y="2683"/>
                    <a:pt x="1033" y="2721"/>
                    <a:pt x="1100" y="2721"/>
                  </a:cubicBezTo>
                  <a:cubicBezTo>
                    <a:pt x="1201" y="2721"/>
                    <a:pt x="1305" y="2636"/>
                    <a:pt x="1278" y="2505"/>
                  </a:cubicBezTo>
                  <a:cubicBezTo>
                    <a:pt x="1215" y="2214"/>
                    <a:pt x="1178" y="1922"/>
                    <a:pt x="1169" y="1630"/>
                  </a:cubicBezTo>
                  <a:lnTo>
                    <a:pt x="1169" y="1630"/>
                  </a:lnTo>
                  <a:cubicBezTo>
                    <a:pt x="1259" y="1635"/>
                    <a:pt x="1349" y="1642"/>
                    <a:pt x="1438" y="1642"/>
                  </a:cubicBezTo>
                  <a:cubicBezTo>
                    <a:pt x="1544" y="1642"/>
                    <a:pt x="1648" y="1633"/>
                    <a:pt x="1746" y="1600"/>
                  </a:cubicBezTo>
                  <a:cubicBezTo>
                    <a:pt x="1940" y="1536"/>
                    <a:pt x="1940" y="1272"/>
                    <a:pt x="1746" y="1210"/>
                  </a:cubicBezTo>
                  <a:cubicBezTo>
                    <a:pt x="1647" y="1177"/>
                    <a:pt x="1542" y="1167"/>
                    <a:pt x="1435" y="1167"/>
                  </a:cubicBezTo>
                  <a:cubicBezTo>
                    <a:pt x="1350" y="1167"/>
                    <a:pt x="1265" y="1173"/>
                    <a:pt x="1180" y="1178"/>
                  </a:cubicBezTo>
                  <a:cubicBezTo>
                    <a:pt x="1197" y="975"/>
                    <a:pt x="1226" y="774"/>
                    <a:pt x="1272" y="576"/>
                  </a:cubicBezTo>
                  <a:cubicBezTo>
                    <a:pt x="1273" y="576"/>
                    <a:pt x="1274" y="576"/>
                    <a:pt x="1275" y="576"/>
                  </a:cubicBezTo>
                  <a:cubicBezTo>
                    <a:pt x="1413" y="576"/>
                    <a:pt x="1528" y="424"/>
                    <a:pt x="1451" y="287"/>
                  </a:cubicBezTo>
                  <a:cubicBezTo>
                    <a:pt x="1397" y="196"/>
                    <a:pt x="1360" y="146"/>
                    <a:pt x="1292" y="67"/>
                  </a:cubicBezTo>
                  <a:cubicBezTo>
                    <a:pt x="1251" y="21"/>
                    <a:pt x="1194" y="1"/>
                    <a:pt x="1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3"/>
            <p:cNvSpPr/>
            <p:nvPr/>
          </p:nvSpPr>
          <p:spPr>
            <a:xfrm>
              <a:off x="2141300" y="3593057"/>
              <a:ext cx="62775" cy="55600"/>
            </a:xfrm>
            <a:custGeom>
              <a:rect b="b" l="l" r="r" t="t"/>
              <a:pathLst>
                <a:path extrusionOk="0" h="2224" w="2511">
                  <a:moveTo>
                    <a:pt x="1334" y="0"/>
                  </a:moveTo>
                  <a:cubicBezTo>
                    <a:pt x="1274" y="0"/>
                    <a:pt x="1217" y="27"/>
                    <a:pt x="1187" y="90"/>
                  </a:cubicBezTo>
                  <a:cubicBezTo>
                    <a:pt x="1070" y="340"/>
                    <a:pt x="1079" y="616"/>
                    <a:pt x="1065" y="891"/>
                  </a:cubicBezTo>
                  <a:cubicBezTo>
                    <a:pt x="781" y="931"/>
                    <a:pt x="497" y="974"/>
                    <a:pt x="223" y="1009"/>
                  </a:cubicBezTo>
                  <a:cubicBezTo>
                    <a:pt x="17" y="1034"/>
                    <a:pt x="1" y="1346"/>
                    <a:pt x="213" y="1346"/>
                  </a:cubicBezTo>
                  <a:cubicBezTo>
                    <a:pt x="216" y="1346"/>
                    <a:pt x="219" y="1346"/>
                    <a:pt x="223" y="1346"/>
                  </a:cubicBezTo>
                  <a:cubicBezTo>
                    <a:pt x="487" y="1334"/>
                    <a:pt x="762" y="1330"/>
                    <a:pt x="1038" y="1323"/>
                  </a:cubicBezTo>
                  <a:lnTo>
                    <a:pt x="1038" y="1323"/>
                  </a:lnTo>
                  <a:cubicBezTo>
                    <a:pt x="1022" y="1561"/>
                    <a:pt x="1004" y="1801"/>
                    <a:pt x="1000" y="2038"/>
                  </a:cubicBezTo>
                  <a:cubicBezTo>
                    <a:pt x="998" y="2155"/>
                    <a:pt x="1105" y="2224"/>
                    <a:pt x="1206" y="2224"/>
                  </a:cubicBezTo>
                  <a:cubicBezTo>
                    <a:pt x="1283" y="2224"/>
                    <a:pt x="1356" y="2182"/>
                    <a:pt x="1370" y="2090"/>
                  </a:cubicBezTo>
                  <a:cubicBezTo>
                    <a:pt x="1407" y="1829"/>
                    <a:pt x="1435" y="1565"/>
                    <a:pt x="1463" y="1304"/>
                  </a:cubicBezTo>
                  <a:cubicBezTo>
                    <a:pt x="1739" y="1288"/>
                    <a:pt x="2014" y="1261"/>
                    <a:pt x="2277" y="1209"/>
                  </a:cubicBezTo>
                  <a:cubicBezTo>
                    <a:pt x="2511" y="1163"/>
                    <a:pt x="2446" y="813"/>
                    <a:pt x="2222" y="808"/>
                  </a:cubicBezTo>
                  <a:cubicBezTo>
                    <a:pt x="2185" y="807"/>
                    <a:pt x="2147" y="806"/>
                    <a:pt x="2109" y="806"/>
                  </a:cubicBezTo>
                  <a:cubicBezTo>
                    <a:pt x="1916" y="806"/>
                    <a:pt x="1718" y="819"/>
                    <a:pt x="1519" y="839"/>
                  </a:cubicBezTo>
                  <a:cubicBezTo>
                    <a:pt x="1555" y="600"/>
                    <a:pt x="1587" y="356"/>
                    <a:pt x="1525" y="134"/>
                  </a:cubicBezTo>
                  <a:cubicBezTo>
                    <a:pt x="1502" y="51"/>
                    <a:pt x="1416" y="0"/>
                    <a:pt x="1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3"/>
            <p:cNvSpPr/>
            <p:nvPr/>
          </p:nvSpPr>
          <p:spPr>
            <a:xfrm>
              <a:off x="2037100" y="3593332"/>
              <a:ext cx="56450" cy="59200"/>
            </a:xfrm>
            <a:custGeom>
              <a:rect b="b" l="l" r="r" t="t"/>
              <a:pathLst>
                <a:path extrusionOk="0" h="2368" w="2258">
                  <a:moveTo>
                    <a:pt x="1238" y="1"/>
                  </a:moveTo>
                  <a:cubicBezTo>
                    <a:pt x="1182" y="1"/>
                    <a:pt x="1128" y="26"/>
                    <a:pt x="1100" y="85"/>
                  </a:cubicBezTo>
                  <a:cubicBezTo>
                    <a:pt x="985" y="337"/>
                    <a:pt x="959" y="644"/>
                    <a:pt x="975" y="963"/>
                  </a:cubicBezTo>
                  <a:cubicBezTo>
                    <a:pt x="733" y="968"/>
                    <a:pt x="488" y="975"/>
                    <a:pt x="246" y="984"/>
                  </a:cubicBezTo>
                  <a:cubicBezTo>
                    <a:pt x="1" y="993"/>
                    <a:pt x="1" y="1353"/>
                    <a:pt x="246" y="1363"/>
                  </a:cubicBezTo>
                  <a:cubicBezTo>
                    <a:pt x="505" y="1375"/>
                    <a:pt x="764" y="1379"/>
                    <a:pt x="1022" y="1385"/>
                  </a:cubicBezTo>
                  <a:cubicBezTo>
                    <a:pt x="1068" y="1689"/>
                    <a:pt x="1138" y="1981"/>
                    <a:pt x="1195" y="2228"/>
                  </a:cubicBezTo>
                  <a:cubicBezTo>
                    <a:pt x="1217" y="2325"/>
                    <a:pt x="1288" y="2367"/>
                    <a:pt x="1363" y="2367"/>
                  </a:cubicBezTo>
                  <a:cubicBezTo>
                    <a:pt x="1477" y="2367"/>
                    <a:pt x="1599" y="2271"/>
                    <a:pt x="1571" y="2125"/>
                  </a:cubicBezTo>
                  <a:cubicBezTo>
                    <a:pt x="1523" y="1882"/>
                    <a:pt x="1488" y="1640"/>
                    <a:pt x="1468" y="1395"/>
                  </a:cubicBezTo>
                  <a:lnTo>
                    <a:pt x="1468" y="1395"/>
                  </a:lnTo>
                  <a:cubicBezTo>
                    <a:pt x="1631" y="1397"/>
                    <a:pt x="1798" y="1402"/>
                    <a:pt x="1961" y="1405"/>
                  </a:cubicBezTo>
                  <a:cubicBezTo>
                    <a:pt x="1963" y="1405"/>
                    <a:pt x="1965" y="1405"/>
                    <a:pt x="1967" y="1405"/>
                  </a:cubicBezTo>
                  <a:cubicBezTo>
                    <a:pt x="2257" y="1405"/>
                    <a:pt x="2257" y="942"/>
                    <a:pt x="1967" y="942"/>
                  </a:cubicBezTo>
                  <a:cubicBezTo>
                    <a:pt x="1965" y="942"/>
                    <a:pt x="1963" y="942"/>
                    <a:pt x="1961" y="942"/>
                  </a:cubicBezTo>
                  <a:cubicBezTo>
                    <a:pt x="1790" y="947"/>
                    <a:pt x="1617" y="949"/>
                    <a:pt x="1446" y="952"/>
                  </a:cubicBezTo>
                  <a:cubicBezTo>
                    <a:pt x="1450" y="677"/>
                    <a:pt x="1495" y="391"/>
                    <a:pt x="1416" y="127"/>
                  </a:cubicBezTo>
                  <a:cubicBezTo>
                    <a:pt x="1395" y="49"/>
                    <a:pt x="1315" y="1"/>
                    <a:pt x="1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3"/>
            <p:cNvSpPr/>
            <p:nvPr/>
          </p:nvSpPr>
          <p:spPr>
            <a:xfrm>
              <a:off x="1925375" y="3596532"/>
              <a:ext cx="60850" cy="58775"/>
            </a:xfrm>
            <a:custGeom>
              <a:rect b="b" l="l" r="r" t="t"/>
              <a:pathLst>
                <a:path extrusionOk="0" h="2351" w="2434">
                  <a:moveTo>
                    <a:pt x="1428" y="1"/>
                  </a:moveTo>
                  <a:cubicBezTo>
                    <a:pt x="1364" y="1"/>
                    <a:pt x="1299" y="30"/>
                    <a:pt x="1257" y="90"/>
                  </a:cubicBezTo>
                  <a:cubicBezTo>
                    <a:pt x="1111" y="299"/>
                    <a:pt x="1042" y="561"/>
                    <a:pt x="1023" y="837"/>
                  </a:cubicBezTo>
                  <a:cubicBezTo>
                    <a:pt x="756" y="867"/>
                    <a:pt x="490" y="911"/>
                    <a:pt x="227" y="983"/>
                  </a:cubicBezTo>
                  <a:cubicBezTo>
                    <a:pt x="0" y="1044"/>
                    <a:pt x="76" y="1357"/>
                    <a:pt x="282" y="1357"/>
                  </a:cubicBezTo>
                  <a:cubicBezTo>
                    <a:pt x="297" y="1357"/>
                    <a:pt x="312" y="1356"/>
                    <a:pt x="328" y="1352"/>
                  </a:cubicBezTo>
                  <a:cubicBezTo>
                    <a:pt x="563" y="1306"/>
                    <a:pt x="795" y="1279"/>
                    <a:pt x="1028" y="1263"/>
                  </a:cubicBezTo>
                  <a:cubicBezTo>
                    <a:pt x="1058" y="1613"/>
                    <a:pt x="1148" y="1962"/>
                    <a:pt x="1251" y="2239"/>
                  </a:cubicBezTo>
                  <a:cubicBezTo>
                    <a:pt x="1281" y="2316"/>
                    <a:pt x="1346" y="2351"/>
                    <a:pt x="1409" y="2351"/>
                  </a:cubicBezTo>
                  <a:cubicBezTo>
                    <a:pt x="1503" y="2351"/>
                    <a:pt x="1593" y="2275"/>
                    <a:pt x="1565" y="2151"/>
                  </a:cubicBezTo>
                  <a:cubicBezTo>
                    <a:pt x="1499" y="1856"/>
                    <a:pt x="1466" y="1551"/>
                    <a:pt x="1473" y="1249"/>
                  </a:cubicBezTo>
                  <a:lnTo>
                    <a:pt x="1473" y="1249"/>
                  </a:lnTo>
                  <a:cubicBezTo>
                    <a:pt x="1692" y="1251"/>
                    <a:pt x="1915" y="1260"/>
                    <a:pt x="2141" y="1290"/>
                  </a:cubicBezTo>
                  <a:cubicBezTo>
                    <a:pt x="2152" y="1292"/>
                    <a:pt x="2162" y="1292"/>
                    <a:pt x="2172" y="1292"/>
                  </a:cubicBezTo>
                  <a:cubicBezTo>
                    <a:pt x="2434" y="1292"/>
                    <a:pt x="2427" y="852"/>
                    <a:pt x="2141" y="824"/>
                  </a:cubicBezTo>
                  <a:cubicBezTo>
                    <a:pt x="1970" y="809"/>
                    <a:pt x="1801" y="802"/>
                    <a:pt x="1632" y="802"/>
                  </a:cubicBezTo>
                  <a:cubicBezTo>
                    <a:pt x="1595" y="802"/>
                    <a:pt x="1558" y="803"/>
                    <a:pt x="1521" y="803"/>
                  </a:cubicBezTo>
                  <a:cubicBezTo>
                    <a:pt x="1563" y="597"/>
                    <a:pt x="1617" y="394"/>
                    <a:pt x="1617" y="187"/>
                  </a:cubicBezTo>
                  <a:cubicBezTo>
                    <a:pt x="1617" y="66"/>
                    <a:pt x="1525" y="1"/>
                    <a:pt x="1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3"/>
            <p:cNvSpPr/>
            <p:nvPr/>
          </p:nvSpPr>
          <p:spPr>
            <a:xfrm>
              <a:off x="1811250" y="3599882"/>
              <a:ext cx="67700" cy="55750"/>
            </a:xfrm>
            <a:custGeom>
              <a:rect b="b" l="l" r="r" t="t"/>
              <a:pathLst>
                <a:path extrusionOk="0" h="2230" w="2708">
                  <a:moveTo>
                    <a:pt x="1524" y="1"/>
                  </a:moveTo>
                  <a:cubicBezTo>
                    <a:pt x="1468" y="1"/>
                    <a:pt x="1416" y="29"/>
                    <a:pt x="1386" y="99"/>
                  </a:cubicBezTo>
                  <a:cubicBezTo>
                    <a:pt x="1305" y="284"/>
                    <a:pt x="1271" y="477"/>
                    <a:pt x="1245" y="676"/>
                  </a:cubicBezTo>
                  <a:cubicBezTo>
                    <a:pt x="1161" y="673"/>
                    <a:pt x="1076" y="672"/>
                    <a:pt x="993" y="672"/>
                  </a:cubicBezTo>
                  <a:cubicBezTo>
                    <a:pt x="742" y="672"/>
                    <a:pt x="498" y="682"/>
                    <a:pt x="273" y="694"/>
                  </a:cubicBezTo>
                  <a:cubicBezTo>
                    <a:pt x="3" y="711"/>
                    <a:pt x="0" y="1107"/>
                    <a:pt x="273" y="1117"/>
                  </a:cubicBezTo>
                  <a:cubicBezTo>
                    <a:pt x="575" y="1129"/>
                    <a:pt x="880" y="1140"/>
                    <a:pt x="1183" y="1163"/>
                  </a:cubicBezTo>
                  <a:cubicBezTo>
                    <a:pt x="1141" y="1459"/>
                    <a:pt x="1102" y="1755"/>
                    <a:pt x="1064" y="2052"/>
                  </a:cubicBezTo>
                  <a:cubicBezTo>
                    <a:pt x="1051" y="2165"/>
                    <a:pt x="1152" y="2230"/>
                    <a:pt x="1251" y="2230"/>
                  </a:cubicBezTo>
                  <a:cubicBezTo>
                    <a:pt x="1329" y="2230"/>
                    <a:pt x="1405" y="2189"/>
                    <a:pt x="1422" y="2101"/>
                  </a:cubicBezTo>
                  <a:cubicBezTo>
                    <a:pt x="1483" y="1803"/>
                    <a:pt x="1541" y="1505"/>
                    <a:pt x="1595" y="1207"/>
                  </a:cubicBezTo>
                  <a:cubicBezTo>
                    <a:pt x="1868" y="1246"/>
                    <a:pt x="2141" y="1302"/>
                    <a:pt x="2414" y="1304"/>
                  </a:cubicBezTo>
                  <a:cubicBezTo>
                    <a:pt x="2414" y="1304"/>
                    <a:pt x="2415" y="1304"/>
                    <a:pt x="2416" y="1304"/>
                  </a:cubicBezTo>
                  <a:cubicBezTo>
                    <a:pt x="2677" y="1304"/>
                    <a:pt x="2708" y="938"/>
                    <a:pt x="2474" y="860"/>
                  </a:cubicBezTo>
                  <a:cubicBezTo>
                    <a:pt x="2235" y="777"/>
                    <a:pt x="1973" y="731"/>
                    <a:pt x="1700" y="703"/>
                  </a:cubicBezTo>
                  <a:cubicBezTo>
                    <a:pt x="1732" y="533"/>
                    <a:pt x="1756" y="364"/>
                    <a:pt x="1742" y="196"/>
                  </a:cubicBezTo>
                  <a:cubicBezTo>
                    <a:pt x="1731" y="90"/>
                    <a:pt x="1622" y="1"/>
                    <a:pt x="1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3"/>
            <p:cNvSpPr/>
            <p:nvPr/>
          </p:nvSpPr>
          <p:spPr>
            <a:xfrm>
              <a:off x="1714525" y="3585132"/>
              <a:ext cx="53350" cy="63550"/>
            </a:xfrm>
            <a:custGeom>
              <a:rect b="b" l="l" r="r" t="t"/>
              <a:pathLst>
                <a:path extrusionOk="0" h="2542" w="2134">
                  <a:moveTo>
                    <a:pt x="1251" y="1"/>
                  </a:moveTo>
                  <a:cubicBezTo>
                    <a:pt x="1182" y="1"/>
                    <a:pt x="1110" y="32"/>
                    <a:pt x="1064" y="95"/>
                  </a:cubicBezTo>
                  <a:cubicBezTo>
                    <a:pt x="889" y="339"/>
                    <a:pt x="801" y="672"/>
                    <a:pt x="766" y="1021"/>
                  </a:cubicBezTo>
                  <a:cubicBezTo>
                    <a:pt x="654" y="1003"/>
                    <a:pt x="536" y="984"/>
                    <a:pt x="423" y="984"/>
                  </a:cubicBezTo>
                  <a:cubicBezTo>
                    <a:pt x="284" y="984"/>
                    <a:pt x="154" y="1013"/>
                    <a:pt x="50" y="1109"/>
                  </a:cubicBezTo>
                  <a:cubicBezTo>
                    <a:pt x="9" y="1148"/>
                    <a:pt x="0" y="1220"/>
                    <a:pt x="30" y="1266"/>
                  </a:cubicBezTo>
                  <a:cubicBezTo>
                    <a:pt x="175" y="1496"/>
                    <a:pt x="478" y="1510"/>
                    <a:pt x="744" y="1538"/>
                  </a:cubicBezTo>
                  <a:cubicBezTo>
                    <a:pt x="750" y="1852"/>
                    <a:pt x="785" y="2157"/>
                    <a:pt x="826" y="2409"/>
                  </a:cubicBezTo>
                  <a:cubicBezTo>
                    <a:pt x="840" y="2500"/>
                    <a:pt x="915" y="2541"/>
                    <a:pt x="993" y="2541"/>
                  </a:cubicBezTo>
                  <a:cubicBezTo>
                    <a:pt x="1092" y="2541"/>
                    <a:pt x="1198" y="2474"/>
                    <a:pt x="1193" y="2357"/>
                  </a:cubicBezTo>
                  <a:cubicBezTo>
                    <a:pt x="1184" y="2109"/>
                    <a:pt x="1184" y="1859"/>
                    <a:pt x="1198" y="1610"/>
                  </a:cubicBezTo>
                  <a:cubicBezTo>
                    <a:pt x="1357" y="1638"/>
                    <a:pt x="1518" y="1662"/>
                    <a:pt x="1676" y="1662"/>
                  </a:cubicBezTo>
                  <a:cubicBezTo>
                    <a:pt x="1754" y="1662"/>
                    <a:pt x="1831" y="1656"/>
                    <a:pt x="1907" y="1642"/>
                  </a:cubicBezTo>
                  <a:cubicBezTo>
                    <a:pt x="2092" y="1608"/>
                    <a:pt x="2134" y="1309"/>
                    <a:pt x="1960" y="1226"/>
                  </a:cubicBezTo>
                  <a:cubicBezTo>
                    <a:pt x="1748" y="1127"/>
                    <a:pt x="1505" y="1097"/>
                    <a:pt x="1265" y="1077"/>
                  </a:cubicBezTo>
                  <a:cubicBezTo>
                    <a:pt x="1328" y="783"/>
                    <a:pt x="1446" y="499"/>
                    <a:pt x="1450" y="202"/>
                  </a:cubicBezTo>
                  <a:cubicBezTo>
                    <a:pt x="1452" y="69"/>
                    <a:pt x="1355" y="1"/>
                    <a:pt x="1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73"/>
          <p:cNvGrpSpPr/>
          <p:nvPr/>
        </p:nvGrpSpPr>
        <p:grpSpPr>
          <a:xfrm>
            <a:off x="2540693" y="1106139"/>
            <a:ext cx="4062820" cy="1963466"/>
            <a:chOff x="2646769" y="3458220"/>
            <a:chExt cx="1419425" cy="685975"/>
          </a:xfrm>
        </p:grpSpPr>
        <p:sp>
          <p:nvSpPr>
            <p:cNvPr id="1964" name="Google Shape;1964;p73"/>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3"/>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6" name="Google Shape;1966;p73"/>
          <p:cNvSpPr txBox="1"/>
          <p:nvPr>
            <p:ph type="title"/>
          </p:nvPr>
        </p:nvSpPr>
        <p:spPr>
          <a:xfrm>
            <a:off x="3196100" y="1106125"/>
            <a:ext cx="27519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60’</a:t>
            </a:r>
            <a:endParaRPr/>
          </a:p>
        </p:txBody>
      </p:sp>
      <p:sp>
        <p:nvSpPr>
          <p:cNvPr id="1967" name="Google Shape;1967;p73"/>
          <p:cNvSpPr/>
          <p:nvPr/>
        </p:nvSpPr>
        <p:spPr>
          <a:xfrm>
            <a:off x="3758298" y="4190701"/>
            <a:ext cx="1627506" cy="381299"/>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968" name="Google Shape;1968;p73"/>
          <p:cNvGrpSpPr/>
          <p:nvPr/>
        </p:nvGrpSpPr>
        <p:grpSpPr>
          <a:xfrm>
            <a:off x="7381594" y="703985"/>
            <a:ext cx="1193200" cy="990119"/>
            <a:chOff x="2920875" y="1580725"/>
            <a:chExt cx="346800" cy="287775"/>
          </a:xfrm>
        </p:grpSpPr>
        <p:sp>
          <p:nvSpPr>
            <p:cNvPr id="1969" name="Google Shape;1969;p73"/>
            <p:cNvSpPr/>
            <p:nvPr/>
          </p:nvSpPr>
          <p:spPr>
            <a:xfrm>
              <a:off x="2920875" y="1580725"/>
              <a:ext cx="346800" cy="287775"/>
            </a:xfrm>
            <a:custGeom>
              <a:rect b="b" l="l" r="r" t="t"/>
              <a:pathLst>
                <a:path extrusionOk="0" h="11511" w="13872">
                  <a:moveTo>
                    <a:pt x="10839" y="201"/>
                  </a:moveTo>
                  <a:cubicBezTo>
                    <a:pt x="11069" y="201"/>
                    <a:pt x="11333" y="599"/>
                    <a:pt x="11414" y="826"/>
                  </a:cubicBezTo>
                  <a:lnTo>
                    <a:pt x="13595" y="7030"/>
                  </a:lnTo>
                  <a:cubicBezTo>
                    <a:pt x="13647" y="7170"/>
                    <a:pt x="13548" y="7298"/>
                    <a:pt x="13485" y="7432"/>
                  </a:cubicBezTo>
                  <a:cubicBezTo>
                    <a:pt x="13421" y="7567"/>
                    <a:pt x="13398" y="7692"/>
                    <a:pt x="13258" y="7742"/>
                  </a:cubicBezTo>
                  <a:lnTo>
                    <a:pt x="3355" y="11261"/>
                  </a:lnTo>
                  <a:cubicBezTo>
                    <a:pt x="3292" y="11283"/>
                    <a:pt x="3229" y="11294"/>
                    <a:pt x="3166" y="11294"/>
                  </a:cubicBezTo>
                  <a:cubicBezTo>
                    <a:pt x="2937" y="11294"/>
                    <a:pt x="2722" y="11153"/>
                    <a:pt x="2642" y="10934"/>
                  </a:cubicBezTo>
                  <a:lnTo>
                    <a:pt x="772" y="5372"/>
                  </a:lnTo>
                  <a:cubicBezTo>
                    <a:pt x="717" y="5223"/>
                    <a:pt x="170" y="4287"/>
                    <a:pt x="297" y="3955"/>
                  </a:cubicBezTo>
                  <a:cubicBezTo>
                    <a:pt x="351" y="3816"/>
                    <a:pt x="475" y="3720"/>
                    <a:pt x="615" y="3669"/>
                  </a:cubicBezTo>
                  <a:lnTo>
                    <a:pt x="10201" y="263"/>
                  </a:lnTo>
                  <a:cubicBezTo>
                    <a:pt x="10263" y="240"/>
                    <a:pt x="10777" y="201"/>
                    <a:pt x="10839" y="201"/>
                  </a:cubicBezTo>
                  <a:close/>
                  <a:moveTo>
                    <a:pt x="10852" y="0"/>
                  </a:moveTo>
                  <a:cubicBezTo>
                    <a:pt x="10430" y="0"/>
                    <a:pt x="9862" y="153"/>
                    <a:pt x="9607" y="243"/>
                  </a:cubicBezTo>
                  <a:lnTo>
                    <a:pt x="541" y="3464"/>
                  </a:lnTo>
                  <a:cubicBezTo>
                    <a:pt x="345" y="3534"/>
                    <a:pt x="188" y="3676"/>
                    <a:pt x="100" y="3863"/>
                  </a:cubicBezTo>
                  <a:cubicBezTo>
                    <a:pt x="11" y="4050"/>
                    <a:pt x="0" y="4259"/>
                    <a:pt x="71" y="4454"/>
                  </a:cubicBezTo>
                  <a:lnTo>
                    <a:pt x="2433" y="10999"/>
                  </a:lnTo>
                  <a:cubicBezTo>
                    <a:pt x="2547" y="11314"/>
                    <a:pt x="2847" y="11511"/>
                    <a:pt x="3167" y="11511"/>
                  </a:cubicBezTo>
                  <a:cubicBezTo>
                    <a:pt x="3253" y="11511"/>
                    <a:pt x="3342" y="11497"/>
                    <a:pt x="3428" y="11466"/>
                  </a:cubicBezTo>
                  <a:lnTo>
                    <a:pt x="12931" y="8152"/>
                  </a:lnTo>
                  <a:cubicBezTo>
                    <a:pt x="13127" y="8081"/>
                    <a:pt x="13520" y="7857"/>
                    <a:pt x="13609" y="7670"/>
                  </a:cubicBezTo>
                  <a:cubicBezTo>
                    <a:pt x="13699" y="7483"/>
                    <a:pt x="13872" y="7152"/>
                    <a:pt x="13801" y="6958"/>
                  </a:cubicBezTo>
                  <a:lnTo>
                    <a:pt x="11350" y="201"/>
                  </a:lnTo>
                  <a:cubicBezTo>
                    <a:pt x="11296" y="53"/>
                    <a:pt x="11099" y="0"/>
                    <a:pt x="10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3"/>
            <p:cNvSpPr/>
            <p:nvPr/>
          </p:nvSpPr>
          <p:spPr>
            <a:xfrm>
              <a:off x="2930275" y="1610025"/>
              <a:ext cx="281625" cy="105350"/>
            </a:xfrm>
            <a:custGeom>
              <a:rect b="b" l="l" r="r" t="t"/>
              <a:pathLst>
                <a:path extrusionOk="0" h="4214" w="11265">
                  <a:moveTo>
                    <a:pt x="11189" y="0"/>
                  </a:moveTo>
                  <a:cubicBezTo>
                    <a:pt x="11182" y="0"/>
                    <a:pt x="11174" y="2"/>
                    <a:pt x="11167" y="4"/>
                  </a:cubicBezTo>
                  <a:lnTo>
                    <a:pt x="53" y="3954"/>
                  </a:lnTo>
                  <a:cubicBezTo>
                    <a:pt x="18" y="3965"/>
                    <a:pt x="0" y="4004"/>
                    <a:pt x="13" y="4038"/>
                  </a:cubicBezTo>
                  <a:cubicBezTo>
                    <a:pt x="23" y="4065"/>
                    <a:pt x="48" y="4082"/>
                    <a:pt x="75" y="4082"/>
                  </a:cubicBezTo>
                  <a:cubicBezTo>
                    <a:pt x="82" y="4082"/>
                    <a:pt x="164" y="4213"/>
                    <a:pt x="173" y="4213"/>
                  </a:cubicBezTo>
                  <a:cubicBezTo>
                    <a:pt x="173" y="4213"/>
                    <a:pt x="173" y="4213"/>
                    <a:pt x="173" y="4213"/>
                  </a:cubicBezTo>
                  <a:lnTo>
                    <a:pt x="11212" y="128"/>
                  </a:lnTo>
                  <a:cubicBezTo>
                    <a:pt x="11246" y="116"/>
                    <a:pt x="11264" y="79"/>
                    <a:pt x="11251" y="44"/>
                  </a:cubicBezTo>
                  <a:cubicBezTo>
                    <a:pt x="11242" y="17"/>
                    <a:pt x="11216" y="0"/>
                    <a:pt x="11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3"/>
            <p:cNvSpPr/>
            <p:nvPr/>
          </p:nvSpPr>
          <p:spPr>
            <a:xfrm>
              <a:off x="2979125" y="1643075"/>
              <a:ext cx="253850" cy="188350"/>
            </a:xfrm>
            <a:custGeom>
              <a:rect b="b" l="l" r="r" t="t"/>
              <a:pathLst>
                <a:path extrusionOk="0" h="7534" w="10154">
                  <a:moveTo>
                    <a:pt x="8444" y="278"/>
                  </a:moveTo>
                  <a:lnTo>
                    <a:pt x="9810" y="4018"/>
                  </a:lnTo>
                  <a:cubicBezTo>
                    <a:pt x="9835" y="4292"/>
                    <a:pt x="9687" y="4435"/>
                    <a:pt x="9407" y="4534"/>
                  </a:cubicBezTo>
                  <a:lnTo>
                    <a:pt x="1749" y="7256"/>
                  </a:lnTo>
                  <a:lnTo>
                    <a:pt x="283" y="3669"/>
                  </a:lnTo>
                  <a:cubicBezTo>
                    <a:pt x="228" y="3470"/>
                    <a:pt x="332" y="3231"/>
                    <a:pt x="368" y="3125"/>
                  </a:cubicBezTo>
                  <a:cubicBezTo>
                    <a:pt x="395" y="3046"/>
                    <a:pt x="457" y="2984"/>
                    <a:pt x="538" y="2957"/>
                  </a:cubicBezTo>
                  <a:lnTo>
                    <a:pt x="8444" y="278"/>
                  </a:lnTo>
                  <a:close/>
                  <a:moveTo>
                    <a:pt x="8575" y="0"/>
                  </a:moveTo>
                  <a:lnTo>
                    <a:pt x="566" y="2846"/>
                  </a:lnTo>
                  <a:cubicBezTo>
                    <a:pt x="253" y="2958"/>
                    <a:pt x="0" y="3212"/>
                    <a:pt x="203" y="3617"/>
                  </a:cubicBezTo>
                  <a:lnTo>
                    <a:pt x="1618" y="7534"/>
                  </a:lnTo>
                  <a:lnTo>
                    <a:pt x="9717" y="4594"/>
                  </a:lnTo>
                  <a:cubicBezTo>
                    <a:pt x="9859" y="4543"/>
                    <a:pt x="10153" y="4370"/>
                    <a:pt x="10102" y="4229"/>
                  </a:cubicBezTo>
                  <a:lnTo>
                    <a:pt x="85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3"/>
            <p:cNvSpPr/>
            <p:nvPr/>
          </p:nvSpPr>
          <p:spPr>
            <a:xfrm>
              <a:off x="3053850" y="1729250"/>
              <a:ext cx="25300" cy="38550"/>
            </a:xfrm>
            <a:custGeom>
              <a:rect b="b" l="l" r="r" t="t"/>
              <a:pathLst>
                <a:path extrusionOk="0" h="1542" w="1012">
                  <a:moveTo>
                    <a:pt x="277" y="413"/>
                  </a:moveTo>
                  <a:lnTo>
                    <a:pt x="545" y="822"/>
                  </a:lnTo>
                  <a:lnTo>
                    <a:pt x="332" y="897"/>
                  </a:lnTo>
                  <a:cubicBezTo>
                    <a:pt x="313" y="734"/>
                    <a:pt x="294" y="563"/>
                    <a:pt x="277" y="413"/>
                  </a:cubicBezTo>
                  <a:close/>
                  <a:moveTo>
                    <a:pt x="179" y="1"/>
                  </a:moveTo>
                  <a:cubicBezTo>
                    <a:pt x="111" y="1"/>
                    <a:pt x="1" y="65"/>
                    <a:pt x="21" y="119"/>
                  </a:cubicBezTo>
                  <a:cubicBezTo>
                    <a:pt x="46" y="192"/>
                    <a:pt x="198" y="1449"/>
                    <a:pt x="220" y="1512"/>
                  </a:cubicBezTo>
                  <a:cubicBezTo>
                    <a:pt x="228" y="1533"/>
                    <a:pt x="252" y="1541"/>
                    <a:pt x="281" y="1541"/>
                  </a:cubicBezTo>
                  <a:cubicBezTo>
                    <a:pt x="341" y="1541"/>
                    <a:pt x="418" y="1506"/>
                    <a:pt x="403" y="1464"/>
                  </a:cubicBezTo>
                  <a:cubicBezTo>
                    <a:pt x="396" y="1444"/>
                    <a:pt x="372" y="1260"/>
                    <a:pt x="346" y="1031"/>
                  </a:cubicBezTo>
                  <a:lnTo>
                    <a:pt x="620" y="934"/>
                  </a:lnTo>
                  <a:cubicBezTo>
                    <a:pt x="747" y="1130"/>
                    <a:pt x="846" y="1287"/>
                    <a:pt x="854" y="1306"/>
                  </a:cubicBezTo>
                  <a:cubicBezTo>
                    <a:pt x="860" y="1323"/>
                    <a:pt x="876" y="1331"/>
                    <a:pt x="895" y="1331"/>
                  </a:cubicBezTo>
                  <a:cubicBezTo>
                    <a:pt x="943" y="1331"/>
                    <a:pt x="1012" y="1284"/>
                    <a:pt x="995" y="1240"/>
                  </a:cubicBezTo>
                  <a:cubicBezTo>
                    <a:pt x="972" y="1177"/>
                    <a:pt x="288" y="109"/>
                    <a:pt x="261" y="36"/>
                  </a:cubicBezTo>
                  <a:cubicBezTo>
                    <a:pt x="252" y="10"/>
                    <a:pt x="223" y="1"/>
                    <a:pt x="191" y="1"/>
                  </a:cubicBezTo>
                  <a:cubicBezTo>
                    <a:pt x="189" y="1"/>
                    <a:pt x="187" y="1"/>
                    <a:pt x="185" y="1"/>
                  </a:cubicBezTo>
                  <a:cubicBezTo>
                    <a:pt x="183" y="1"/>
                    <a:pt x="181"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3"/>
            <p:cNvSpPr/>
            <p:nvPr/>
          </p:nvSpPr>
          <p:spPr>
            <a:xfrm>
              <a:off x="3089650" y="1715025"/>
              <a:ext cx="33675" cy="36700"/>
            </a:xfrm>
            <a:custGeom>
              <a:rect b="b" l="l" r="r" t="t"/>
              <a:pathLst>
                <a:path extrusionOk="0" h="1468" w="1347">
                  <a:moveTo>
                    <a:pt x="413" y="164"/>
                  </a:moveTo>
                  <a:cubicBezTo>
                    <a:pt x="498" y="164"/>
                    <a:pt x="586" y="198"/>
                    <a:pt x="630" y="320"/>
                  </a:cubicBezTo>
                  <a:cubicBezTo>
                    <a:pt x="711" y="545"/>
                    <a:pt x="540" y="601"/>
                    <a:pt x="420" y="632"/>
                  </a:cubicBezTo>
                  <a:lnTo>
                    <a:pt x="243" y="199"/>
                  </a:lnTo>
                  <a:cubicBezTo>
                    <a:pt x="286" y="183"/>
                    <a:pt x="348" y="164"/>
                    <a:pt x="413" y="164"/>
                  </a:cubicBezTo>
                  <a:close/>
                  <a:moveTo>
                    <a:pt x="727" y="719"/>
                  </a:moveTo>
                  <a:cubicBezTo>
                    <a:pt x="824" y="719"/>
                    <a:pt x="922" y="757"/>
                    <a:pt x="970" y="889"/>
                  </a:cubicBezTo>
                  <a:cubicBezTo>
                    <a:pt x="1059" y="1138"/>
                    <a:pt x="803" y="1266"/>
                    <a:pt x="695" y="1307"/>
                  </a:cubicBezTo>
                  <a:cubicBezTo>
                    <a:pt x="650" y="1193"/>
                    <a:pt x="566" y="991"/>
                    <a:pt x="482" y="780"/>
                  </a:cubicBezTo>
                  <a:cubicBezTo>
                    <a:pt x="524" y="761"/>
                    <a:pt x="625" y="719"/>
                    <a:pt x="727" y="719"/>
                  </a:cubicBezTo>
                  <a:close/>
                  <a:moveTo>
                    <a:pt x="374" y="1"/>
                  </a:moveTo>
                  <a:cubicBezTo>
                    <a:pt x="224" y="1"/>
                    <a:pt x="93" y="48"/>
                    <a:pt x="93" y="48"/>
                  </a:cubicBezTo>
                  <a:lnTo>
                    <a:pt x="94" y="52"/>
                  </a:lnTo>
                  <a:cubicBezTo>
                    <a:pt x="44" y="72"/>
                    <a:pt x="1" y="112"/>
                    <a:pt x="15" y="150"/>
                  </a:cubicBezTo>
                  <a:cubicBezTo>
                    <a:pt x="41" y="223"/>
                    <a:pt x="558" y="1372"/>
                    <a:pt x="582" y="1435"/>
                  </a:cubicBezTo>
                  <a:cubicBezTo>
                    <a:pt x="590" y="1458"/>
                    <a:pt x="617" y="1467"/>
                    <a:pt x="644" y="1467"/>
                  </a:cubicBezTo>
                  <a:cubicBezTo>
                    <a:pt x="647" y="1467"/>
                    <a:pt x="650" y="1467"/>
                    <a:pt x="652" y="1467"/>
                  </a:cubicBezTo>
                  <a:cubicBezTo>
                    <a:pt x="652" y="1467"/>
                    <a:pt x="1347" y="1373"/>
                    <a:pt x="1155" y="841"/>
                  </a:cubicBezTo>
                  <a:cubicBezTo>
                    <a:pt x="1073" y="616"/>
                    <a:pt x="924" y="553"/>
                    <a:pt x="777" y="553"/>
                  </a:cubicBezTo>
                  <a:cubicBezTo>
                    <a:pt x="765" y="553"/>
                    <a:pt x="752" y="554"/>
                    <a:pt x="740" y="555"/>
                  </a:cubicBezTo>
                  <a:cubicBezTo>
                    <a:pt x="797" y="475"/>
                    <a:pt x="821" y="376"/>
                    <a:pt x="777" y="256"/>
                  </a:cubicBezTo>
                  <a:cubicBezTo>
                    <a:pt x="703" y="51"/>
                    <a:pt x="528" y="1"/>
                    <a:pt x="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3"/>
            <p:cNvSpPr/>
            <p:nvPr/>
          </p:nvSpPr>
          <p:spPr>
            <a:xfrm>
              <a:off x="3134950" y="1696425"/>
              <a:ext cx="30575" cy="37875"/>
            </a:xfrm>
            <a:custGeom>
              <a:rect b="b" l="l" r="r" t="t"/>
              <a:pathLst>
                <a:path extrusionOk="0" h="1515" w="1223">
                  <a:moveTo>
                    <a:pt x="491" y="1"/>
                  </a:moveTo>
                  <a:cubicBezTo>
                    <a:pt x="452" y="1"/>
                    <a:pt x="413" y="7"/>
                    <a:pt x="376" y="20"/>
                  </a:cubicBezTo>
                  <a:cubicBezTo>
                    <a:pt x="102" y="117"/>
                    <a:pt x="1" y="524"/>
                    <a:pt x="148" y="930"/>
                  </a:cubicBezTo>
                  <a:cubicBezTo>
                    <a:pt x="274" y="1280"/>
                    <a:pt x="540" y="1514"/>
                    <a:pt x="785" y="1514"/>
                  </a:cubicBezTo>
                  <a:cubicBezTo>
                    <a:pt x="827" y="1514"/>
                    <a:pt x="868" y="1507"/>
                    <a:pt x="908" y="1493"/>
                  </a:cubicBezTo>
                  <a:cubicBezTo>
                    <a:pt x="1152" y="1406"/>
                    <a:pt x="1223" y="1086"/>
                    <a:pt x="1199" y="1021"/>
                  </a:cubicBezTo>
                  <a:cubicBezTo>
                    <a:pt x="1186" y="985"/>
                    <a:pt x="1151" y="974"/>
                    <a:pt x="1112" y="974"/>
                  </a:cubicBezTo>
                  <a:cubicBezTo>
                    <a:pt x="1081" y="974"/>
                    <a:pt x="1048" y="982"/>
                    <a:pt x="1025" y="990"/>
                  </a:cubicBezTo>
                  <a:cubicBezTo>
                    <a:pt x="972" y="1008"/>
                    <a:pt x="1049" y="1222"/>
                    <a:pt x="847" y="1293"/>
                  </a:cubicBezTo>
                  <a:cubicBezTo>
                    <a:pt x="818" y="1304"/>
                    <a:pt x="789" y="1309"/>
                    <a:pt x="761" y="1309"/>
                  </a:cubicBezTo>
                  <a:cubicBezTo>
                    <a:pt x="597" y="1309"/>
                    <a:pt x="452" y="1133"/>
                    <a:pt x="342" y="830"/>
                  </a:cubicBezTo>
                  <a:cubicBezTo>
                    <a:pt x="222" y="493"/>
                    <a:pt x="266" y="252"/>
                    <a:pt x="434" y="191"/>
                  </a:cubicBezTo>
                  <a:cubicBezTo>
                    <a:pt x="452" y="185"/>
                    <a:pt x="469" y="182"/>
                    <a:pt x="486" y="182"/>
                  </a:cubicBezTo>
                  <a:cubicBezTo>
                    <a:pt x="603" y="182"/>
                    <a:pt x="688" y="319"/>
                    <a:pt x="727" y="319"/>
                  </a:cubicBezTo>
                  <a:cubicBezTo>
                    <a:pt x="728" y="319"/>
                    <a:pt x="730" y="319"/>
                    <a:pt x="731" y="318"/>
                  </a:cubicBezTo>
                  <a:cubicBezTo>
                    <a:pt x="772" y="304"/>
                    <a:pt x="822" y="207"/>
                    <a:pt x="805" y="159"/>
                  </a:cubicBezTo>
                  <a:cubicBezTo>
                    <a:pt x="779" y="87"/>
                    <a:pt x="638" y="1"/>
                    <a:pt x="4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73"/>
          <p:cNvGrpSpPr/>
          <p:nvPr/>
        </p:nvGrpSpPr>
        <p:grpSpPr>
          <a:xfrm flipH="1">
            <a:off x="969710" y="867382"/>
            <a:ext cx="705070" cy="663326"/>
            <a:chOff x="1572775" y="1963600"/>
            <a:chExt cx="145775" cy="137150"/>
          </a:xfrm>
        </p:grpSpPr>
        <p:sp>
          <p:nvSpPr>
            <p:cNvPr id="1976" name="Google Shape;1976;p73"/>
            <p:cNvSpPr/>
            <p:nvPr/>
          </p:nvSpPr>
          <p:spPr>
            <a:xfrm>
              <a:off x="1572775" y="1963600"/>
              <a:ext cx="145775" cy="137150"/>
            </a:xfrm>
            <a:custGeom>
              <a:rect b="b" l="l" r="r" t="t"/>
              <a:pathLst>
                <a:path extrusionOk="0" h="5486" w="5831">
                  <a:moveTo>
                    <a:pt x="574" y="458"/>
                  </a:moveTo>
                  <a:cubicBezTo>
                    <a:pt x="837" y="458"/>
                    <a:pt x="1415" y="609"/>
                    <a:pt x="2646" y="1125"/>
                  </a:cubicBezTo>
                  <a:lnTo>
                    <a:pt x="3789" y="1537"/>
                  </a:lnTo>
                  <a:cubicBezTo>
                    <a:pt x="3810" y="1532"/>
                    <a:pt x="3833" y="1530"/>
                    <a:pt x="3859" y="1530"/>
                  </a:cubicBezTo>
                  <a:cubicBezTo>
                    <a:pt x="4316" y="1530"/>
                    <a:pt x="5469" y="2299"/>
                    <a:pt x="5359" y="2417"/>
                  </a:cubicBezTo>
                  <a:lnTo>
                    <a:pt x="4505" y="3335"/>
                  </a:lnTo>
                  <a:cubicBezTo>
                    <a:pt x="4492" y="3351"/>
                    <a:pt x="4536" y="3461"/>
                    <a:pt x="4538" y="3481"/>
                  </a:cubicBezTo>
                  <a:lnTo>
                    <a:pt x="4582" y="4268"/>
                  </a:lnTo>
                  <a:cubicBezTo>
                    <a:pt x="4590" y="4407"/>
                    <a:pt x="4479" y="4520"/>
                    <a:pt x="4345" y="4520"/>
                  </a:cubicBezTo>
                  <a:cubicBezTo>
                    <a:pt x="4333" y="4520"/>
                    <a:pt x="4320" y="4519"/>
                    <a:pt x="4308" y="4517"/>
                  </a:cubicBezTo>
                  <a:lnTo>
                    <a:pt x="3326" y="4363"/>
                  </a:lnTo>
                  <a:cubicBezTo>
                    <a:pt x="3322" y="4362"/>
                    <a:pt x="3318" y="4362"/>
                    <a:pt x="3314" y="4362"/>
                  </a:cubicBezTo>
                  <a:cubicBezTo>
                    <a:pt x="3297" y="4362"/>
                    <a:pt x="3280" y="4367"/>
                    <a:pt x="3266" y="4377"/>
                  </a:cubicBezTo>
                  <a:lnTo>
                    <a:pt x="2238" y="5092"/>
                  </a:lnTo>
                  <a:cubicBezTo>
                    <a:pt x="2214" y="5109"/>
                    <a:pt x="2184" y="5124"/>
                    <a:pt x="2147" y="5124"/>
                  </a:cubicBezTo>
                  <a:cubicBezTo>
                    <a:pt x="1983" y="5124"/>
                    <a:pt x="1690" y="4823"/>
                    <a:pt x="1304" y="3004"/>
                  </a:cubicBezTo>
                  <a:lnTo>
                    <a:pt x="388" y="671"/>
                  </a:lnTo>
                  <a:cubicBezTo>
                    <a:pt x="357" y="581"/>
                    <a:pt x="337" y="458"/>
                    <a:pt x="574" y="458"/>
                  </a:cubicBezTo>
                  <a:close/>
                  <a:moveTo>
                    <a:pt x="35" y="0"/>
                  </a:moveTo>
                  <a:cubicBezTo>
                    <a:pt x="33" y="0"/>
                    <a:pt x="32" y="1"/>
                    <a:pt x="32" y="1"/>
                  </a:cubicBezTo>
                  <a:cubicBezTo>
                    <a:pt x="8" y="23"/>
                    <a:pt x="1" y="58"/>
                    <a:pt x="11" y="87"/>
                  </a:cubicBezTo>
                  <a:lnTo>
                    <a:pt x="854" y="2486"/>
                  </a:lnTo>
                  <a:cubicBezTo>
                    <a:pt x="898" y="2613"/>
                    <a:pt x="1233" y="3622"/>
                    <a:pt x="1248" y="3756"/>
                  </a:cubicBezTo>
                  <a:cubicBezTo>
                    <a:pt x="1320" y="4410"/>
                    <a:pt x="1888" y="5474"/>
                    <a:pt x="1911" y="5481"/>
                  </a:cubicBezTo>
                  <a:cubicBezTo>
                    <a:pt x="1919" y="5483"/>
                    <a:pt x="1928" y="5486"/>
                    <a:pt x="1937" y="5486"/>
                  </a:cubicBezTo>
                  <a:cubicBezTo>
                    <a:pt x="1953" y="5486"/>
                    <a:pt x="1970" y="5480"/>
                    <a:pt x="1984" y="5470"/>
                  </a:cubicBezTo>
                  <a:lnTo>
                    <a:pt x="2964" y="4789"/>
                  </a:lnTo>
                  <a:cubicBezTo>
                    <a:pt x="3013" y="4755"/>
                    <a:pt x="3353" y="4546"/>
                    <a:pt x="3424" y="4546"/>
                  </a:cubicBezTo>
                  <a:cubicBezTo>
                    <a:pt x="3426" y="4546"/>
                    <a:pt x="3427" y="4546"/>
                    <a:pt x="3429" y="4547"/>
                  </a:cubicBezTo>
                  <a:lnTo>
                    <a:pt x="4216" y="4643"/>
                  </a:lnTo>
                  <a:cubicBezTo>
                    <a:pt x="4238" y="4646"/>
                    <a:pt x="4642" y="4724"/>
                    <a:pt x="4728" y="4724"/>
                  </a:cubicBezTo>
                  <a:cubicBezTo>
                    <a:pt x="4737" y="4724"/>
                    <a:pt x="4742" y="4723"/>
                    <a:pt x="4744" y="4722"/>
                  </a:cubicBezTo>
                  <a:cubicBezTo>
                    <a:pt x="4808" y="4643"/>
                    <a:pt x="4710" y="4365"/>
                    <a:pt x="4707" y="4339"/>
                  </a:cubicBezTo>
                  <a:lnTo>
                    <a:pt x="4711" y="3598"/>
                  </a:lnTo>
                  <a:cubicBezTo>
                    <a:pt x="4781" y="3204"/>
                    <a:pt x="5211" y="2981"/>
                    <a:pt x="5249" y="2934"/>
                  </a:cubicBezTo>
                  <a:lnTo>
                    <a:pt x="5807" y="2169"/>
                  </a:lnTo>
                  <a:cubicBezTo>
                    <a:pt x="5824" y="2148"/>
                    <a:pt x="5830" y="2120"/>
                    <a:pt x="5823" y="2095"/>
                  </a:cubicBezTo>
                  <a:cubicBezTo>
                    <a:pt x="5815" y="2068"/>
                    <a:pt x="5797" y="2048"/>
                    <a:pt x="5771" y="2038"/>
                  </a:cubicBezTo>
                  <a:lnTo>
                    <a:pt x="5049" y="1757"/>
                  </a:lnTo>
                  <a:cubicBezTo>
                    <a:pt x="4919" y="1713"/>
                    <a:pt x="3185" y="1144"/>
                    <a:pt x="3063" y="1081"/>
                  </a:cubicBezTo>
                  <a:cubicBezTo>
                    <a:pt x="2085" y="572"/>
                    <a:pt x="124"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3"/>
            <p:cNvSpPr/>
            <p:nvPr/>
          </p:nvSpPr>
          <p:spPr>
            <a:xfrm>
              <a:off x="1574375" y="1965300"/>
              <a:ext cx="116800" cy="87325"/>
            </a:xfrm>
            <a:custGeom>
              <a:rect b="b" l="l" r="r" t="t"/>
              <a:pathLst>
                <a:path extrusionOk="0" h="3493" w="4672">
                  <a:moveTo>
                    <a:pt x="95" y="0"/>
                  </a:moveTo>
                  <a:cubicBezTo>
                    <a:pt x="69" y="0"/>
                    <a:pt x="44" y="12"/>
                    <a:pt x="27" y="34"/>
                  </a:cubicBezTo>
                  <a:cubicBezTo>
                    <a:pt x="1" y="71"/>
                    <a:pt x="8" y="123"/>
                    <a:pt x="44" y="150"/>
                  </a:cubicBezTo>
                  <a:lnTo>
                    <a:pt x="4527" y="3476"/>
                  </a:lnTo>
                  <a:cubicBezTo>
                    <a:pt x="4542" y="3487"/>
                    <a:pt x="4560" y="3492"/>
                    <a:pt x="4577" y="3492"/>
                  </a:cubicBezTo>
                  <a:cubicBezTo>
                    <a:pt x="4603" y="3492"/>
                    <a:pt x="4627" y="3481"/>
                    <a:pt x="4643" y="3458"/>
                  </a:cubicBezTo>
                  <a:cubicBezTo>
                    <a:pt x="4671" y="3422"/>
                    <a:pt x="2164" y="1516"/>
                    <a:pt x="2128" y="1488"/>
                  </a:cubicBezTo>
                  <a:lnTo>
                    <a:pt x="144" y="16"/>
                  </a:lnTo>
                  <a:cubicBezTo>
                    <a:pt x="129" y="6"/>
                    <a:pt x="112" y="0"/>
                    <a:pt x="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3"/>
            <p:cNvSpPr/>
            <p:nvPr/>
          </p:nvSpPr>
          <p:spPr>
            <a:xfrm>
              <a:off x="1576350" y="1966325"/>
              <a:ext cx="81650" cy="110500"/>
            </a:xfrm>
            <a:custGeom>
              <a:rect b="b" l="l" r="r" t="t"/>
              <a:pathLst>
                <a:path extrusionOk="0" h="4420" w="3266">
                  <a:moveTo>
                    <a:pt x="94" y="0"/>
                  </a:moveTo>
                  <a:cubicBezTo>
                    <a:pt x="77" y="0"/>
                    <a:pt x="60" y="5"/>
                    <a:pt x="46" y="16"/>
                  </a:cubicBezTo>
                  <a:cubicBezTo>
                    <a:pt x="8" y="44"/>
                    <a:pt x="1" y="95"/>
                    <a:pt x="27" y="132"/>
                  </a:cubicBezTo>
                  <a:lnTo>
                    <a:pt x="2170" y="3096"/>
                  </a:lnTo>
                  <a:cubicBezTo>
                    <a:pt x="2261" y="3229"/>
                    <a:pt x="2343" y="3369"/>
                    <a:pt x="2414" y="3515"/>
                  </a:cubicBezTo>
                  <a:cubicBezTo>
                    <a:pt x="2813" y="4345"/>
                    <a:pt x="3147" y="4419"/>
                    <a:pt x="3171" y="4419"/>
                  </a:cubicBezTo>
                  <a:cubicBezTo>
                    <a:pt x="3187" y="4419"/>
                    <a:pt x="3204" y="4414"/>
                    <a:pt x="3219" y="4403"/>
                  </a:cubicBezTo>
                  <a:cubicBezTo>
                    <a:pt x="3257" y="4377"/>
                    <a:pt x="3265" y="4324"/>
                    <a:pt x="3239" y="4288"/>
                  </a:cubicBezTo>
                  <a:lnTo>
                    <a:pt x="162" y="35"/>
                  </a:lnTo>
                  <a:cubicBezTo>
                    <a:pt x="146" y="12"/>
                    <a:pt x="120"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3"/>
            <p:cNvSpPr/>
            <p:nvPr/>
          </p:nvSpPr>
          <p:spPr>
            <a:xfrm>
              <a:off x="1586025" y="1977200"/>
              <a:ext cx="105775" cy="102475"/>
            </a:xfrm>
            <a:custGeom>
              <a:rect b="b" l="l" r="r" t="t"/>
              <a:pathLst>
                <a:path extrusionOk="0" h="4099" w="4231">
                  <a:moveTo>
                    <a:pt x="92" y="1"/>
                  </a:moveTo>
                  <a:cubicBezTo>
                    <a:pt x="71" y="1"/>
                    <a:pt x="49" y="9"/>
                    <a:pt x="32" y="26"/>
                  </a:cubicBezTo>
                  <a:cubicBezTo>
                    <a:pt x="0" y="58"/>
                    <a:pt x="1" y="112"/>
                    <a:pt x="34" y="144"/>
                  </a:cubicBezTo>
                  <a:lnTo>
                    <a:pt x="4081" y="4075"/>
                  </a:lnTo>
                  <a:cubicBezTo>
                    <a:pt x="4097" y="4091"/>
                    <a:pt x="4119" y="4099"/>
                    <a:pt x="4139" y="4099"/>
                  </a:cubicBezTo>
                  <a:cubicBezTo>
                    <a:pt x="4161" y="4099"/>
                    <a:pt x="4183" y="4091"/>
                    <a:pt x="4199" y="4074"/>
                  </a:cubicBezTo>
                  <a:cubicBezTo>
                    <a:pt x="4231" y="4041"/>
                    <a:pt x="2419" y="2168"/>
                    <a:pt x="2386" y="2136"/>
                  </a:cubicBezTo>
                  <a:lnTo>
                    <a:pt x="150" y="24"/>
                  </a:lnTo>
                  <a:cubicBezTo>
                    <a:pt x="134" y="9"/>
                    <a:pt x="113"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0" name="Google Shape;1980;p73"/>
          <p:cNvSpPr txBox="1"/>
          <p:nvPr>
            <p:ph idx="2" type="title"/>
          </p:nvPr>
        </p:nvSpPr>
        <p:spPr>
          <a:xfrm>
            <a:off x="2835100" y="3533700"/>
            <a:ext cx="34740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Time is running out!</a:t>
            </a:r>
            <a:endParaRPr/>
          </a:p>
        </p:txBody>
      </p:sp>
      <p:grpSp>
        <p:nvGrpSpPr>
          <p:cNvPr id="1981" name="Google Shape;1981;p73"/>
          <p:cNvGrpSpPr/>
          <p:nvPr/>
        </p:nvGrpSpPr>
        <p:grpSpPr>
          <a:xfrm>
            <a:off x="713184" y="4691184"/>
            <a:ext cx="7726459" cy="369843"/>
            <a:chOff x="713184" y="4691184"/>
            <a:chExt cx="7726459" cy="369843"/>
          </a:xfrm>
        </p:grpSpPr>
        <p:sp>
          <p:nvSpPr>
            <p:cNvPr id="1982" name="Google Shape;1982;p73"/>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1983" name="Google Shape;1983;p73"/>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3"/>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3">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9" name="Shape 1989"/>
        <p:cNvGrpSpPr/>
        <p:nvPr/>
      </p:nvGrpSpPr>
      <p:grpSpPr>
        <a:xfrm>
          <a:off x="0" y="0"/>
          <a:ext cx="0" cy="0"/>
          <a:chOff x="0" y="0"/>
          <a:chExt cx="0" cy="0"/>
        </a:xfrm>
      </p:grpSpPr>
      <p:sp>
        <p:nvSpPr>
          <p:cNvPr id="1990" name="Google Shape;1990;p74"/>
          <p:cNvSpPr/>
          <p:nvPr/>
        </p:nvSpPr>
        <p:spPr>
          <a:xfrm>
            <a:off x="1132512" y="1062500"/>
            <a:ext cx="3331067" cy="2539767"/>
          </a:xfrm>
          <a:custGeom>
            <a:rect b="b" l="l" r="r" t="t"/>
            <a:pathLst>
              <a:path extrusionOk="0" h="8527" w="10577">
                <a:moveTo>
                  <a:pt x="10576" y="2410"/>
                </a:moveTo>
                <a:cubicBezTo>
                  <a:pt x="10576" y="2751"/>
                  <a:pt x="10488" y="3083"/>
                  <a:pt x="10322" y="3385"/>
                </a:cubicBezTo>
                <a:cubicBezTo>
                  <a:pt x="10186" y="3639"/>
                  <a:pt x="10039" y="3883"/>
                  <a:pt x="9864" y="4117"/>
                </a:cubicBezTo>
                <a:cubicBezTo>
                  <a:pt x="9718" y="4322"/>
                  <a:pt x="9718" y="4400"/>
                  <a:pt x="9864" y="4605"/>
                </a:cubicBezTo>
                <a:cubicBezTo>
                  <a:pt x="10030" y="4829"/>
                  <a:pt x="10127" y="5102"/>
                  <a:pt x="10166" y="5375"/>
                </a:cubicBezTo>
                <a:cubicBezTo>
                  <a:pt x="10196" y="5541"/>
                  <a:pt x="10196" y="5717"/>
                  <a:pt x="10205" y="5883"/>
                </a:cubicBezTo>
                <a:cubicBezTo>
                  <a:pt x="10244" y="6614"/>
                  <a:pt x="9893" y="7122"/>
                  <a:pt x="9298" y="7483"/>
                </a:cubicBezTo>
                <a:cubicBezTo>
                  <a:pt x="8791" y="7814"/>
                  <a:pt x="8157" y="7902"/>
                  <a:pt x="7581" y="7707"/>
                </a:cubicBezTo>
                <a:cubicBezTo>
                  <a:pt x="7386" y="7648"/>
                  <a:pt x="7191" y="7590"/>
                  <a:pt x="6986" y="7541"/>
                </a:cubicBezTo>
                <a:cubicBezTo>
                  <a:pt x="6840" y="7483"/>
                  <a:pt x="6684" y="7522"/>
                  <a:pt x="6586" y="7639"/>
                </a:cubicBezTo>
                <a:cubicBezTo>
                  <a:pt x="6127" y="8136"/>
                  <a:pt x="5542" y="8341"/>
                  <a:pt x="4898" y="8448"/>
                </a:cubicBezTo>
                <a:cubicBezTo>
                  <a:pt x="4596" y="8517"/>
                  <a:pt x="4293" y="8526"/>
                  <a:pt x="3981" y="8497"/>
                </a:cubicBezTo>
                <a:cubicBezTo>
                  <a:pt x="3659" y="8468"/>
                  <a:pt x="3376" y="8292"/>
                  <a:pt x="3211" y="8009"/>
                </a:cubicBezTo>
                <a:cubicBezTo>
                  <a:pt x="3113" y="7844"/>
                  <a:pt x="3025" y="7678"/>
                  <a:pt x="2957" y="7492"/>
                </a:cubicBezTo>
                <a:cubicBezTo>
                  <a:pt x="2889" y="7326"/>
                  <a:pt x="2801" y="7278"/>
                  <a:pt x="2625" y="7326"/>
                </a:cubicBezTo>
                <a:cubicBezTo>
                  <a:pt x="2606" y="7336"/>
                  <a:pt x="2586" y="7336"/>
                  <a:pt x="2567" y="7346"/>
                </a:cubicBezTo>
                <a:cubicBezTo>
                  <a:pt x="2128" y="7522"/>
                  <a:pt x="1659" y="7492"/>
                  <a:pt x="1211" y="7434"/>
                </a:cubicBezTo>
                <a:cubicBezTo>
                  <a:pt x="752" y="7385"/>
                  <a:pt x="303" y="6917"/>
                  <a:pt x="235" y="6429"/>
                </a:cubicBezTo>
                <a:cubicBezTo>
                  <a:pt x="186" y="6029"/>
                  <a:pt x="284" y="5619"/>
                  <a:pt x="499" y="5278"/>
                </a:cubicBezTo>
                <a:cubicBezTo>
                  <a:pt x="538" y="5219"/>
                  <a:pt x="586" y="5161"/>
                  <a:pt x="625" y="5102"/>
                </a:cubicBezTo>
                <a:cubicBezTo>
                  <a:pt x="703" y="5005"/>
                  <a:pt x="713" y="4868"/>
                  <a:pt x="645" y="4761"/>
                </a:cubicBezTo>
                <a:cubicBezTo>
                  <a:pt x="596" y="4683"/>
                  <a:pt x="547" y="4605"/>
                  <a:pt x="489" y="4527"/>
                </a:cubicBezTo>
                <a:cubicBezTo>
                  <a:pt x="235" y="4166"/>
                  <a:pt x="79" y="3736"/>
                  <a:pt x="50" y="3297"/>
                </a:cubicBezTo>
                <a:cubicBezTo>
                  <a:pt x="1" y="2644"/>
                  <a:pt x="264" y="2107"/>
                  <a:pt x="742" y="1678"/>
                </a:cubicBezTo>
                <a:cubicBezTo>
                  <a:pt x="1123" y="1337"/>
                  <a:pt x="1611" y="1102"/>
                  <a:pt x="2118" y="1034"/>
                </a:cubicBezTo>
                <a:cubicBezTo>
                  <a:pt x="2450" y="985"/>
                  <a:pt x="2791" y="1034"/>
                  <a:pt x="3093" y="1180"/>
                </a:cubicBezTo>
                <a:cubicBezTo>
                  <a:pt x="3240" y="1259"/>
                  <a:pt x="3376" y="1337"/>
                  <a:pt x="3523" y="1405"/>
                </a:cubicBezTo>
                <a:cubicBezTo>
                  <a:pt x="3786" y="1522"/>
                  <a:pt x="3893" y="1493"/>
                  <a:pt x="4030" y="1239"/>
                </a:cubicBezTo>
                <a:cubicBezTo>
                  <a:pt x="4118" y="1093"/>
                  <a:pt x="4196" y="946"/>
                  <a:pt x="4293" y="810"/>
                </a:cubicBezTo>
                <a:cubicBezTo>
                  <a:pt x="4615" y="293"/>
                  <a:pt x="5201" y="0"/>
                  <a:pt x="5815" y="49"/>
                </a:cubicBezTo>
                <a:cubicBezTo>
                  <a:pt x="6274" y="59"/>
                  <a:pt x="6693" y="312"/>
                  <a:pt x="6908" y="722"/>
                </a:cubicBezTo>
                <a:cubicBezTo>
                  <a:pt x="6986" y="839"/>
                  <a:pt x="7044" y="985"/>
                  <a:pt x="7113" y="1112"/>
                </a:cubicBezTo>
                <a:cubicBezTo>
                  <a:pt x="7240" y="1317"/>
                  <a:pt x="7357" y="1356"/>
                  <a:pt x="7552" y="1210"/>
                </a:cubicBezTo>
                <a:cubicBezTo>
                  <a:pt x="7601" y="1180"/>
                  <a:pt x="7649" y="1141"/>
                  <a:pt x="7698" y="1102"/>
                </a:cubicBezTo>
                <a:cubicBezTo>
                  <a:pt x="8196" y="673"/>
                  <a:pt x="8791" y="527"/>
                  <a:pt x="9425" y="537"/>
                </a:cubicBezTo>
                <a:cubicBezTo>
                  <a:pt x="9620" y="537"/>
                  <a:pt x="9815" y="615"/>
                  <a:pt x="9952" y="761"/>
                </a:cubicBezTo>
                <a:cubicBezTo>
                  <a:pt x="10332" y="1141"/>
                  <a:pt x="10488" y="1629"/>
                  <a:pt x="10566" y="2146"/>
                </a:cubicBezTo>
                <a:cubicBezTo>
                  <a:pt x="10576" y="2234"/>
                  <a:pt x="10576" y="2322"/>
                  <a:pt x="10576" y="2410"/>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4"/>
          <p:cNvSpPr txBox="1"/>
          <p:nvPr>
            <p:ph type="title"/>
          </p:nvPr>
        </p:nvSpPr>
        <p:spPr>
          <a:xfrm>
            <a:off x="1453450" y="1418358"/>
            <a:ext cx="2751900" cy="196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90’’</a:t>
            </a:r>
            <a:endParaRPr/>
          </a:p>
        </p:txBody>
      </p:sp>
      <p:sp>
        <p:nvSpPr>
          <p:cNvPr id="1992" name="Google Shape;1992;p74"/>
          <p:cNvSpPr txBox="1"/>
          <p:nvPr>
            <p:ph idx="2" type="title"/>
          </p:nvPr>
        </p:nvSpPr>
        <p:spPr>
          <a:xfrm>
            <a:off x="4862088" y="1676222"/>
            <a:ext cx="3149400" cy="71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t>
            </a:r>
            <a:r>
              <a:rPr lang="en"/>
              <a:t>stimated time for each question</a:t>
            </a:r>
            <a:endParaRPr/>
          </a:p>
        </p:txBody>
      </p:sp>
      <p:sp>
        <p:nvSpPr>
          <p:cNvPr id="1993" name="Google Shape;1993;p74"/>
          <p:cNvSpPr txBox="1"/>
          <p:nvPr>
            <p:ph idx="3" type="title"/>
          </p:nvPr>
        </p:nvSpPr>
        <p:spPr>
          <a:xfrm>
            <a:off x="4862088" y="2535068"/>
            <a:ext cx="3149400" cy="41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Remember to read the questions carefully</a:t>
            </a:r>
            <a:endParaRPr/>
          </a:p>
        </p:txBody>
      </p:sp>
      <p:sp>
        <p:nvSpPr>
          <p:cNvPr id="1994" name="Google Shape;1994;p74"/>
          <p:cNvSpPr/>
          <p:nvPr/>
        </p:nvSpPr>
        <p:spPr>
          <a:xfrm flipH="1" rot="7120763">
            <a:off x="4703396" y="623065"/>
            <a:ext cx="272094" cy="591283"/>
          </a:xfrm>
          <a:custGeom>
            <a:rect b="b" l="l" r="r" t="t"/>
            <a:pathLst>
              <a:path extrusionOk="0" h="10157" w="4674">
                <a:moveTo>
                  <a:pt x="3474" y="2937"/>
                </a:moveTo>
                <a:cubicBezTo>
                  <a:pt x="3503" y="3191"/>
                  <a:pt x="3513" y="3425"/>
                  <a:pt x="3542" y="3649"/>
                </a:cubicBezTo>
                <a:cubicBezTo>
                  <a:pt x="3630" y="4537"/>
                  <a:pt x="3630" y="5425"/>
                  <a:pt x="3542" y="6312"/>
                </a:cubicBezTo>
                <a:cubicBezTo>
                  <a:pt x="3474" y="7103"/>
                  <a:pt x="3337" y="7883"/>
                  <a:pt x="3123" y="8644"/>
                </a:cubicBezTo>
                <a:cubicBezTo>
                  <a:pt x="3015" y="9044"/>
                  <a:pt x="2850" y="9434"/>
                  <a:pt x="2703" y="9834"/>
                </a:cubicBezTo>
                <a:cubicBezTo>
                  <a:pt x="2684" y="9873"/>
                  <a:pt x="2664" y="9912"/>
                  <a:pt x="2645" y="9951"/>
                </a:cubicBezTo>
                <a:cubicBezTo>
                  <a:pt x="2576" y="10098"/>
                  <a:pt x="2391" y="10156"/>
                  <a:pt x="2245" y="10078"/>
                </a:cubicBezTo>
                <a:cubicBezTo>
                  <a:pt x="2089" y="9990"/>
                  <a:pt x="1942" y="9873"/>
                  <a:pt x="1835" y="9737"/>
                </a:cubicBezTo>
                <a:cubicBezTo>
                  <a:pt x="1728" y="9600"/>
                  <a:pt x="1630" y="9463"/>
                  <a:pt x="1513" y="9346"/>
                </a:cubicBezTo>
                <a:cubicBezTo>
                  <a:pt x="1406" y="9220"/>
                  <a:pt x="1406" y="9210"/>
                  <a:pt x="1250" y="9298"/>
                </a:cubicBezTo>
                <a:cubicBezTo>
                  <a:pt x="957" y="9483"/>
                  <a:pt x="645" y="9629"/>
                  <a:pt x="303" y="9727"/>
                </a:cubicBezTo>
                <a:cubicBezTo>
                  <a:pt x="216" y="9746"/>
                  <a:pt x="138" y="9776"/>
                  <a:pt x="59" y="9688"/>
                </a:cubicBezTo>
                <a:cubicBezTo>
                  <a:pt x="11" y="9620"/>
                  <a:pt x="1" y="9522"/>
                  <a:pt x="40" y="9444"/>
                </a:cubicBezTo>
                <a:cubicBezTo>
                  <a:pt x="138" y="9229"/>
                  <a:pt x="206" y="9005"/>
                  <a:pt x="372" y="8829"/>
                </a:cubicBezTo>
                <a:cubicBezTo>
                  <a:pt x="401" y="8790"/>
                  <a:pt x="420" y="8751"/>
                  <a:pt x="440" y="8712"/>
                </a:cubicBezTo>
                <a:cubicBezTo>
                  <a:pt x="957" y="7649"/>
                  <a:pt x="1406" y="6556"/>
                  <a:pt x="1650" y="5405"/>
                </a:cubicBezTo>
                <a:cubicBezTo>
                  <a:pt x="1806" y="4625"/>
                  <a:pt x="1913" y="3844"/>
                  <a:pt x="1981" y="3054"/>
                </a:cubicBezTo>
                <a:lnTo>
                  <a:pt x="1981" y="2898"/>
                </a:lnTo>
                <a:cubicBezTo>
                  <a:pt x="1903" y="2888"/>
                  <a:pt x="1855" y="2937"/>
                  <a:pt x="1806" y="2956"/>
                </a:cubicBezTo>
                <a:cubicBezTo>
                  <a:pt x="1552" y="3083"/>
                  <a:pt x="1289" y="3181"/>
                  <a:pt x="1025" y="3269"/>
                </a:cubicBezTo>
                <a:cubicBezTo>
                  <a:pt x="928" y="3298"/>
                  <a:pt x="840" y="3317"/>
                  <a:pt x="762" y="3230"/>
                </a:cubicBezTo>
                <a:cubicBezTo>
                  <a:pt x="703" y="3152"/>
                  <a:pt x="703" y="3035"/>
                  <a:pt x="762" y="2956"/>
                </a:cubicBezTo>
                <a:cubicBezTo>
                  <a:pt x="801" y="2878"/>
                  <a:pt x="850" y="2800"/>
                  <a:pt x="908" y="2732"/>
                </a:cubicBezTo>
                <a:cubicBezTo>
                  <a:pt x="1464" y="2020"/>
                  <a:pt x="2020" y="1298"/>
                  <a:pt x="2557" y="557"/>
                </a:cubicBezTo>
                <a:cubicBezTo>
                  <a:pt x="2645" y="440"/>
                  <a:pt x="2742" y="313"/>
                  <a:pt x="2850" y="205"/>
                </a:cubicBezTo>
                <a:cubicBezTo>
                  <a:pt x="3035" y="1"/>
                  <a:pt x="3172" y="1"/>
                  <a:pt x="3347" y="215"/>
                </a:cubicBezTo>
                <a:cubicBezTo>
                  <a:pt x="3650" y="586"/>
                  <a:pt x="3903" y="996"/>
                  <a:pt x="4079" y="1444"/>
                </a:cubicBezTo>
                <a:cubicBezTo>
                  <a:pt x="4264" y="1952"/>
                  <a:pt x="4440" y="2459"/>
                  <a:pt x="4615" y="2966"/>
                </a:cubicBezTo>
                <a:cubicBezTo>
                  <a:pt x="4674" y="3142"/>
                  <a:pt x="4586" y="3249"/>
                  <a:pt x="4391" y="3220"/>
                </a:cubicBezTo>
                <a:cubicBezTo>
                  <a:pt x="4225" y="3191"/>
                  <a:pt x="4069" y="3142"/>
                  <a:pt x="3913" y="3083"/>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5" name="Google Shape;1995;p74"/>
          <p:cNvGrpSpPr/>
          <p:nvPr/>
        </p:nvGrpSpPr>
        <p:grpSpPr>
          <a:xfrm>
            <a:off x="6229808" y="3419945"/>
            <a:ext cx="700902" cy="683649"/>
            <a:chOff x="703200" y="3675650"/>
            <a:chExt cx="482018" cy="470153"/>
          </a:xfrm>
        </p:grpSpPr>
        <p:sp>
          <p:nvSpPr>
            <p:cNvPr id="1996" name="Google Shape;1996;p74"/>
            <p:cNvSpPr/>
            <p:nvPr/>
          </p:nvSpPr>
          <p:spPr>
            <a:xfrm>
              <a:off x="766105" y="3732418"/>
              <a:ext cx="358765" cy="357026"/>
            </a:xfrm>
            <a:custGeom>
              <a:rect b="b" l="l" r="r" t="t"/>
              <a:pathLst>
                <a:path extrusionOk="0" h="6981" w="7015">
                  <a:moveTo>
                    <a:pt x="3851" y="457"/>
                  </a:moveTo>
                  <a:cubicBezTo>
                    <a:pt x="4037" y="457"/>
                    <a:pt x="4226" y="473"/>
                    <a:pt x="4419" y="519"/>
                  </a:cubicBezTo>
                  <a:cubicBezTo>
                    <a:pt x="5053" y="665"/>
                    <a:pt x="5600" y="1036"/>
                    <a:pt x="5980" y="1563"/>
                  </a:cubicBezTo>
                  <a:cubicBezTo>
                    <a:pt x="6361" y="2070"/>
                    <a:pt x="6566" y="2704"/>
                    <a:pt x="6536" y="3338"/>
                  </a:cubicBezTo>
                  <a:cubicBezTo>
                    <a:pt x="6507" y="4050"/>
                    <a:pt x="6322" y="4899"/>
                    <a:pt x="5853" y="5445"/>
                  </a:cubicBezTo>
                  <a:cubicBezTo>
                    <a:pt x="5414" y="5972"/>
                    <a:pt x="4741" y="6304"/>
                    <a:pt x="4088" y="6489"/>
                  </a:cubicBezTo>
                  <a:cubicBezTo>
                    <a:pt x="3768" y="6584"/>
                    <a:pt x="3434" y="6637"/>
                    <a:pt x="3101" y="6637"/>
                  </a:cubicBezTo>
                  <a:cubicBezTo>
                    <a:pt x="2712" y="6637"/>
                    <a:pt x="2324" y="6564"/>
                    <a:pt x="1961" y="6401"/>
                  </a:cubicBezTo>
                  <a:cubicBezTo>
                    <a:pt x="1317" y="6109"/>
                    <a:pt x="839" y="5553"/>
                    <a:pt x="634" y="4870"/>
                  </a:cubicBezTo>
                  <a:cubicBezTo>
                    <a:pt x="400" y="4187"/>
                    <a:pt x="322" y="3397"/>
                    <a:pt x="498" y="2694"/>
                  </a:cubicBezTo>
                  <a:cubicBezTo>
                    <a:pt x="663" y="2031"/>
                    <a:pt x="1063" y="1446"/>
                    <a:pt x="1610" y="1036"/>
                  </a:cubicBezTo>
                  <a:cubicBezTo>
                    <a:pt x="1873" y="831"/>
                    <a:pt x="2166" y="675"/>
                    <a:pt x="2468" y="568"/>
                  </a:cubicBezTo>
                  <a:lnTo>
                    <a:pt x="2488" y="568"/>
                  </a:lnTo>
                  <a:cubicBezTo>
                    <a:pt x="2957" y="554"/>
                    <a:pt x="3398" y="457"/>
                    <a:pt x="3851" y="457"/>
                  </a:cubicBezTo>
                  <a:close/>
                  <a:moveTo>
                    <a:pt x="3749" y="1"/>
                  </a:moveTo>
                  <a:cubicBezTo>
                    <a:pt x="3522" y="1"/>
                    <a:pt x="3298" y="27"/>
                    <a:pt x="3093" y="90"/>
                  </a:cubicBezTo>
                  <a:cubicBezTo>
                    <a:pt x="2556" y="109"/>
                    <a:pt x="1990" y="363"/>
                    <a:pt x="1571" y="655"/>
                  </a:cubicBezTo>
                  <a:cubicBezTo>
                    <a:pt x="1005" y="1036"/>
                    <a:pt x="556" y="1582"/>
                    <a:pt x="302" y="2226"/>
                  </a:cubicBezTo>
                  <a:cubicBezTo>
                    <a:pt x="0" y="2967"/>
                    <a:pt x="29" y="3787"/>
                    <a:pt x="205" y="4567"/>
                  </a:cubicBezTo>
                  <a:cubicBezTo>
                    <a:pt x="371" y="5309"/>
                    <a:pt x="732" y="6001"/>
                    <a:pt x="1366" y="6440"/>
                  </a:cubicBezTo>
                  <a:cubicBezTo>
                    <a:pt x="1903" y="6813"/>
                    <a:pt x="2543" y="6980"/>
                    <a:pt x="3192" y="6980"/>
                  </a:cubicBezTo>
                  <a:cubicBezTo>
                    <a:pt x="4122" y="6980"/>
                    <a:pt x="5071" y="6638"/>
                    <a:pt x="5766" y="6070"/>
                  </a:cubicBezTo>
                  <a:cubicBezTo>
                    <a:pt x="6429" y="5543"/>
                    <a:pt x="6712" y="4753"/>
                    <a:pt x="6858" y="3933"/>
                  </a:cubicBezTo>
                  <a:cubicBezTo>
                    <a:pt x="7014" y="3202"/>
                    <a:pt x="6926" y="2431"/>
                    <a:pt x="6605" y="1758"/>
                  </a:cubicBezTo>
                  <a:cubicBezTo>
                    <a:pt x="6244" y="1016"/>
                    <a:pt x="5590" y="441"/>
                    <a:pt x="4810" y="177"/>
                  </a:cubicBezTo>
                  <a:cubicBezTo>
                    <a:pt x="4505" y="74"/>
                    <a:pt x="4125" y="1"/>
                    <a:pt x="3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4"/>
            <p:cNvSpPr/>
            <p:nvPr/>
          </p:nvSpPr>
          <p:spPr>
            <a:xfrm>
              <a:off x="703200" y="3675650"/>
              <a:ext cx="482018" cy="470153"/>
            </a:xfrm>
            <a:custGeom>
              <a:rect b="b" l="l" r="r" t="t"/>
              <a:pathLst>
                <a:path extrusionOk="0" h="9193" w="9425">
                  <a:moveTo>
                    <a:pt x="4883" y="422"/>
                  </a:moveTo>
                  <a:cubicBezTo>
                    <a:pt x="5660" y="422"/>
                    <a:pt x="6420" y="637"/>
                    <a:pt x="7083" y="1053"/>
                  </a:cubicBezTo>
                  <a:cubicBezTo>
                    <a:pt x="8654" y="2019"/>
                    <a:pt x="9230" y="4068"/>
                    <a:pt x="8674" y="5765"/>
                  </a:cubicBezTo>
                  <a:cubicBezTo>
                    <a:pt x="8361" y="6702"/>
                    <a:pt x="7747" y="7658"/>
                    <a:pt x="6908" y="8214"/>
                  </a:cubicBezTo>
                  <a:cubicBezTo>
                    <a:pt x="6173" y="8707"/>
                    <a:pt x="5253" y="8855"/>
                    <a:pt x="4381" y="8855"/>
                  </a:cubicBezTo>
                  <a:cubicBezTo>
                    <a:pt x="4270" y="8855"/>
                    <a:pt x="4159" y="8852"/>
                    <a:pt x="4049" y="8848"/>
                  </a:cubicBezTo>
                  <a:cubicBezTo>
                    <a:pt x="3484" y="8838"/>
                    <a:pt x="2928" y="8692"/>
                    <a:pt x="2430" y="8428"/>
                  </a:cubicBezTo>
                  <a:cubicBezTo>
                    <a:pt x="1981" y="8155"/>
                    <a:pt x="1601" y="7785"/>
                    <a:pt x="1308" y="7346"/>
                  </a:cubicBezTo>
                  <a:cubicBezTo>
                    <a:pt x="791" y="6594"/>
                    <a:pt x="518" y="5707"/>
                    <a:pt x="518" y="4799"/>
                  </a:cubicBezTo>
                  <a:cubicBezTo>
                    <a:pt x="498" y="3775"/>
                    <a:pt x="850" y="2780"/>
                    <a:pt x="1503" y="1980"/>
                  </a:cubicBezTo>
                  <a:cubicBezTo>
                    <a:pt x="1786" y="1629"/>
                    <a:pt x="2128" y="1326"/>
                    <a:pt x="2508" y="1073"/>
                  </a:cubicBezTo>
                  <a:cubicBezTo>
                    <a:pt x="3191" y="751"/>
                    <a:pt x="3874" y="478"/>
                    <a:pt x="4644" y="429"/>
                  </a:cubicBezTo>
                  <a:cubicBezTo>
                    <a:pt x="4724" y="424"/>
                    <a:pt x="4804" y="422"/>
                    <a:pt x="4883" y="422"/>
                  </a:cubicBezTo>
                  <a:close/>
                  <a:moveTo>
                    <a:pt x="4902" y="0"/>
                  </a:moveTo>
                  <a:cubicBezTo>
                    <a:pt x="4271" y="0"/>
                    <a:pt x="3637" y="138"/>
                    <a:pt x="3045" y="419"/>
                  </a:cubicBezTo>
                  <a:cubicBezTo>
                    <a:pt x="1571" y="1043"/>
                    <a:pt x="469" y="2565"/>
                    <a:pt x="254" y="4126"/>
                  </a:cubicBezTo>
                  <a:cubicBezTo>
                    <a:pt x="1" y="6097"/>
                    <a:pt x="1025" y="8467"/>
                    <a:pt x="3074" y="9023"/>
                  </a:cubicBezTo>
                  <a:cubicBezTo>
                    <a:pt x="3531" y="9138"/>
                    <a:pt x="3993" y="9192"/>
                    <a:pt x="4458" y="9192"/>
                  </a:cubicBezTo>
                  <a:cubicBezTo>
                    <a:pt x="4588" y="9192"/>
                    <a:pt x="4719" y="9188"/>
                    <a:pt x="4849" y="9180"/>
                  </a:cubicBezTo>
                  <a:cubicBezTo>
                    <a:pt x="5376" y="9160"/>
                    <a:pt x="5903" y="9072"/>
                    <a:pt x="6410" y="8906"/>
                  </a:cubicBezTo>
                  <a:cubicBezTo>
                    <a:pt x="7454" y="8545"/>
                    <a:pt x="8215" y="7667"/>
                    <a:pt x="8713" y="6711"/>
                  </a:cubicBezTo>
                  <a:cubicBezTo>
                    <a:pt x="9210" y="5765"/>
                    <a:pt x="9425" y="4673"/>
                    <a:pt x="9220" y="3609"/>
                  </a:cubicBezTo>
                  <a:cubicBezTo>
                    <a:pt x="9034" y="2673"/>
                    <a:pt x="8556" y="1814"/>
                    <a:pt x="7864" y="1161"/>
                  </a:cubicBezTo>
                  <a:cubicBezTo>
                    <a:pt x="7040" y="398"/>
                    <a:pt x="5977" y="0"/>
                    <a:pt x="4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4"/>
            <p:cNvSpPr/>
            <p:nvPr/>
          </p:nvSpPr>
          <p:spPr>
            <a:xfrm>
              <a:off x="966633" y="3771388"/>
              <a:ext cx="25009" cy="33498"/>
            </a:xfrm>
            <a:custGeom>
              <a:rect b="b" l="l" r="r" t="t"/>
              <a:pathLst>
                <a:path extrusionOk="0" h="655" w="489">
                  <a:moveTo>
                    <a:pt x="245" y="1"/>
                  </a:moveTo>
                  <a:cubicBezTo>
                    <a:pt x="176" y="1"/>
                    <a:pt x="118" y="30"/>
                    <a:pt x="79" y="69"/>
                  </a:cubicBezTo>
                  <a:cubicBezTo>
                    <a:pt x="30" y="118"/>
                    <a:pt x="11" y="186"/>
                    <a:pt x="11" y="245"/>
                  </a:cubicBezTo>
                  <a:cubicBezTo>
                    <a:pt x="11" y="274"/>
                    <a:pt x="11" y="293"/>
                    <a:pt x="11" y="313"/>
                  </a:cubicBezTo>
                  <a:cubicBezTo>
                    <a:pt x="11" y="332"/>
                    <a:pt x="1" y="352"/>
                    <a:pt x="1" y="371"/>
                  </a:cubicBezTo>
                  <a:cubicBezTo>
                    <a:pt x="1" y="401"/>
                    <a:pt x="1" y="420"/>
                    <a:pt x="1" y="440"/>
                  </a:cubicBezTo>
                  <a:cubicBezTo>
                    <a:pt x="1" y="479"/>
                    <a:pt x="20" y="518"/>
                    <a:pt x="40" y="557"/>
                  </a:cubicBezTo>
                  <a:cubicBezTo>
                    <a:pt x="50" y="576"/>
                    <a:pt x="59" y="586"/>
                    <a:pt x="79" y="606"/>
                  </a:cubicBezTo>
                  <a:cubicBezTo>
                    <a:pt x="108" y="625"/>
                    <a:pt x="137" y="645"/>
                    <a:pt x="176" y="654"/>
                  </a:cubicBezTo>
                  <a:lnTo>
                    <a:pt x="235" y="654"/>
                  </a:lnTo>
                  <a:cubicBezTo>
                    <a:pt x="264" y="654"/>
                    <a:pt x="293" y="645"/>
                    <a:pt x="323" y="635"/>
                  </a:cubicBezTo>
                  <a:cubicBezTo>
                    <a:pt x="332" y="625"/>
                    <a:pt x="352" y="615"/>
                    <a:pt x="362" y="606"/>
                  </a:cubicBezTo>
                  <a:cubicBezTo>
                    <a:pt x="391" y="586"/>
                    <a:pt x="411" y="557"/>
                    <a:pt x="420" y="537"/>
                  </a:cubicBezTo>
                  <a:cubicBezTo>
                    <a:pt x="450" y="488"/>
                    <a:pt x="469" y="440"/>
                    <a:pt x="479" y="381"/>
                  </a:cubicBezTo>
                  <a:cubicBezTo>
                    <a:pt x="489" y="332"/>
                    <a:pt x="489" y="284"/>
                    <a:pt x="489" y="225"/>
                  </a:cubicBezTo>
                  <a:cubicBezTo>
                    <a:pt x="489" y="167"/>
                    <a:pt x="459" y="108"/>
                    <a:pt x="411" y="69"/>
                  </a:cubicBezTo>
                  <a:cubicBezTo>
                    <a:pt x="391" y="40"/>
                    <a:pt x="362" y="20"/>
                    <a:pt x="332" y="20"/>
                  </a:cubicBezTo>
                  <a:cubicBezTo>
                    <a:pt x="303" y="1"/>
                    <a:pt x="274"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4"/>
            <p:cNvSpPr/>
            <p:nvPr/>
          </p:nvSpPr>
          <p:spPr>
            <a:xfrm>
              <a:off x="804513" y="3872803"/>
              <a:ext cx="35442" cy="20406"/>
            </a:xfrm>
            <a:custGeom>
              <a:rect b="b" l="l" r="r" t="t"/>
              <a:pathLst>
                <a:path extrusionOk="0" h="399" w="693">
                  <a:moveTo>
                    <a:pt x="182" y="1"/>
                  </a:moveTo>
                  <a:cubicBezTo>
                    <a:pt x="108" y="1"/>
                    <a:pt x="36" y="61"/>
                    <a:pt x="20" y="135"/>
                  </a:cubicBezTo>
                  <a:cubicBezTo>
                    <a:pt x="0" y="183"/>
                    <a:pt x="10" y="232"/>
                    <a:pt x="39" y="271"/>
                  </a:cubicBezTo>
                  <a:lnTo>
                    <a:pt x="69" y="310"/>
                  </a:lnTo>
                  <a:cubicBezTo>
                    <a:pt x="88" y="330"/>
                    <a:pt x="117" y="349"/>
                    <a:pt x="147" y="349"/>
                  </a:cubicBezTo>
                  <a:cubicBezTo>
                    <a:pt x="225" y="379"/>
                    <a:pt x="312" y="398"/>
                    <a:pt x="390" y="398"/>
                  </a:cubicBezTo>
                  <a:cubicBezTo>
                    <a:pt x="439" y="398"/>
                    <a:pt x="488" y="398"/>
                    <a:pt x="527" y="379"/>
                  </a:cubicBezTo>
                  <a:cubicBezTo>
                    <a:pt x="566" y="369"/>
                    <a:pt x="605" y="349"/>
                    <a:pt x="634" y="320"/>
                  </a:cubicBezTo>
                  <a:cubicBezTo>
                    <a:pt x="654" y="291"/>
                    <a:pt x="673" y="261"/>
                    <a:pt x="673" y="232"/>
                  </a:cubicBezTo>
                  <a:cubicBezTo>
                    <a:pt x="683" y="213"/>
                    <a:pt x="683" y="193"/>
                    <a:pt x="673" y="174"/>
                  </a:cubicBezTo>
                  <a:cubicBezTo>
                    <a:pt x="683" y="164"/>
                    <a:pt x="683" y="154"/>
                    <a:pt x="683" y="144"/>
                  </a:cubicBezTo>
                  <a:lnTo>
                    <a:pt x="683" y="154"/>
                  </a:lnTo>
                  <a:cubicBezTo>
                    <a:pt x="693" y="135"/>
                    <a:pt x="683" y="105"/>
                    <a:pt x="664" y="105"/>
                  </a:cubicBezTo>
                  <a:lnTo>
                    <a:pt x="654" y="105"/>
                  </a:lnTo>
                  <a:lnTo>
                    <a:pt x="634" y="96"/>
                  </a:lnTo>
                  <a:cubicBezTo>
                    <a:pt x="593" y="47"/>
                    <a:pt x="532" y="25"/>
                    <a:pt x="467" y="25"/>
                  </a:cubicBezTo>
                  <a:cubicBezTo>
                    <a:pt x="455" y="25"/>
                    <a:pt x="442" y="26"/>
                    <a:pt x="429" y="27"/>
                  </a:cubicBezTo>
                  <a:lnTo>
                    <a:pt x="322" y="27"/>
                  </a:lnTo>
                  <a:cubicBezTo>
                    <a:pt x="293" y="18"/>
                    <a:pt x="264" y="18"/>
                    <a:pt x="225" y="8"/>
                  </a:cubicBezTo>
                  <a:cubicBezTo>
                    <a:pt x="211" y="3"/>
                    <a:pt x="196"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4"/>
            <p:cNvSpPr/>
            <p:nvPr/>
          </p:nvSpPr>
          <p:spPr>
            <a:xfrm>
              <a:off x="1049944" y="3933918"/>
              <a:ext cx="37487" cy="25009"/>
            </a:xfrm>
            <a:custGeom>
              <a:rect b="b" l="l" r="r" t="t"/>
              <a:pathLst>
                <a:path extrusionOk="0" h="489" w="733">
                  <a:moveTo>
                    <a:pt x="201" y="1"/>
                  </a:moveTo>
                  <a:cubicBezTo>
                    <a:pt x="169" y="1"/>
                    <a:pt x="138" y="8"/>
                    <a:pt x="108" y="22"/>
                  </a:cubicBezTo>
                  <a:cubicBezTo>
                    <a:pt x="79" y="32"/>
                    <a:pt x="59" y="52"/>
                    <a:pt x="40" y="71"/>
                  </a:cubicBezTo>
                  <a:cubicBezTo>
                    <a:pt x="11" y="110"/>
                    <a:pt x="1" y="159"/>
                    <a:pt x="20" y="208"/>
                  </a:cubicBezTo>
                  <a:cubicBezTo>
                    <a:pt x="40" y="276"/>
                    <a:pt x="89" y="335"/>
                    <a:pt x="157" y="374"/>
                  </a:cubicBezTo>
                  <a:cubicBezTo>
                    <a:pt x="196" y="403"/>
                    <a:pt x="245" y="422"/>
                    <a:pt x="294" y="442"/>
                  </a:cubicBezTo>
                  <a:cubicBezTo>
                    <a:pt x="333" y="452"/>
                    <a:pt x="372" y="461"/>
                    <a:pt x="411" y="471"/>
                  </a:cubicBezTo>
                  <a:cubicBezTo>
                    <a:pt x="438" y="483"/>
                    <a:pt x="468" y="488"/>
                    <a:pt x="498" y="488"/>
                  </a:cubicBezTo>
                  <a:cubicBezTo>
                    <a:pt x="545" y="488"/>
                    <a:pt x="594" y="475"/>
                    <a:pt x="635" y="452"/>
                  </a:cubicBezTo>
                  <a:cubicBezTo>
                    <a:pt x="664" y="432"/>
                    <a:pt x="684" y="413"/>
                    <a:pt x="703" y="374"/>
                  </a:cubicBezTo>
                  <a:cubicBezTo>
                    <a:pt x="713" y="354"/>
                    <a:pt x="723" y="325"/>
                    <a:pt x="723" y="305"/>
                  </a:cubicBezTo>
                  <a:cubicBezTo>
                    <a:pt x="733" y="247"/>
                    <a:pt x="713" y="188"/>
                    <a:pt x="664" y="149"/>
                  </a:cubicBezTo>
                  <a:cubicBezTo>
                    <a:pt x="586" y="91"/>
                    <a:pt x="489" y="62"/>
                    <a:pt x="391" y="52"/>
                  </a:cubicBezTo>
                  <a:lnTo>
                    <a:pt x="294" y="22"/>
                  </a:lnTo>
                  <a:cubicBezTo>
                    <a:pt x="264" y="8"/>
                    <a:pt x="233" y="1"/>
                    <a:pt x="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4"/>
            <p:cNvSpPr/>
            <p:nvPr/>
          </p:nvSpPr>
          <p:spPr>
            <a:xfrm>
              <a:off x="909252" y="4015643"/>
              <a:ext cx="22042" cy="32987"/>
            </a:xfrm>
            <a:custGeom>
              <a:rect b="b" l="l" r="r" t="t"/>
              <a:pathLst>
                <a:path extrusionOk="0" h="645" w="431">
                  <a:moveTo>
                    <a:pt x="264" y="1"/>
                  </a:moveTo>
                  <a:cubicBezTo>
                    <a:pt x="222" y="1"/>
                    <a:pt x="178" y="18"/>
                    <a:pt x="147" y="54"/>
                  </a:cubicBezTo>
                  <a:cubicBezTo>
                    <a:pt x="128" y="63"/>
                    <a:pt x="108" y="83"/>
                    <a:pt x="98" y="102"/>
                  </a:cubicBezTo>
                  <a:cubicBezTo>
                    <a:pt x="89" y="132"/>
                    <a:pt x="79" y="151"/>
                    <a:pt x="79" y="180"/>
                  </a:cubicBezTo>
                  <a:cubicBezTo>
                    <a:pt x="79" y="200"/>
                    <a:pt x="69" y="229"/>
                    <a:pt x="59" y="249"/>
                  </a:cubicBezTo>
                  <a:cubicBezTo>
                    <a:pt x="50" y="298"/>
                    <a:pt x="40" y="346"/>
                    <a:pt x="20" y="395"/>
                  </a:cubicBezTo>
                  <a:cubicBezTo>
                    <a:pt x="11" y="415"/>
                    <a:pt x="1" y="444"/>
                    <a:pt x="11" y="463"/>
                  </a:cubicBezTo>
                  <a:cubicBezTo>
                    <a:pt x="11" y="483"/>
                    <a:pt x="11" y="502"/>
                    <a:pt x="20" y="522"/>
                  </a:cubicBezTo>
                  <a:cubicBezTo>
                    <a:pt x="41" y="598"/>
                    <a:pt x="116" y="645"/>
                    <a:pt x="192" y="645"/>
                  </a:cubicBezTo>
                  <a:cubicBezTo>
                    <a:pt x="223" y="645"/>
                    <a:pt x="255" y="637"/>
                    <a:pt x="284" y="619"/>
                  </a:cubicBezTo>
                  <a:cubicBezTo>
                    <a:pt x="313" y="600"/>
                    <a:pt x="333" y="571"/>
                    <a:pt x="352" y="541"/>
                  </a:cubicBezTo>
                  <a:cubicBezTo>
                    <a:pt x="362" y="522"/>
                    <a:pt x="372" y="502"/>
                    <a:pt x="372" y="483"/>
                  </a:cubicBezTo>
                  <a:cubicBezTo>
                    <a:pt x="372" y="473"/>
                    <a:pt x="381" y="454"/>
                    <a:pt x="391" y="434"/>
                  </a:cubicBezTo>
                  <a:cubicBezTo>
                    <a:pt x="391" y="424"/>
                    <a:pt x="401" y="385"/>
                    <a:pt x="411" y="356"/>
                  </a:cubicBezTo>
                  <a:cubicBezTo>
                    <a:pt x="420" y="327"/>
                    <a:pt x="420" y="298"/>
                    <a:pt x="430" y="268"/>
                  </a:cubicBezTo>
                  <a:cubicBezTo>
                    <a:pt x="430" y="239"/>
                    <a:pt x="430" y="210"/>
                    <a:pt x="430" y="180"/>
                  </a:cubicBezTo>
                  <a:cubicBezTo>
                    <a:pt x="430" y="141"/>
                    <a:pt x="411" y="102"/>
                    <a:pt x="391" y="73"/>
                  </a:cubicBezTo>
                  <a:cubicBezTo>
                    <a:pt x="365" y="25"/>
                    <a:pt x="315" y="1"/>
                    <a:pt x="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4"/>
            <p:cNvSpPr/>
            <p:nvPr/>
          </p:nvSpPr>
          <p:spPr>
            <a:xfrm>
              <a:off x="886340" y="3819155"/>
              <a:ext cx="94818" cy="148825"/>
            </a:xfrm>
            <a:custGeom>
              <a:rect b="b" l="l" r="r" t="t"/>
              <a:pathLst>
                <a:path extrusionOk="0" h="2910" w="1854">
                  <a:moveTo>
                    <a:pt x="1663" y="1"/>
                  </a:moveTo>
                  <a:cubicBezTo>
                    <a:pt x="1620" y="1"/>
                    <a:pt x="1576" y="17"/>
                    <a:pt x="1542" y="52"/>
                  </a:cubicBezTo>
                  <a:cubicBezTo>
                    <a:pt x="1483" y="120"/>
                    <a:pt x="1444" y="208"/>
                    <a:pt x="1424" y="296"/>
                  </a:cubicBezTo>
                  <a:cubicBezTo>
                    <a:pt x="1405" y="384"/>
                    <a:pt x="1376" y="471"/>
                    <a:pt x="1356" y="559"/>
                  </a:cubicBezTo>
                  <a:cubicBezTo>
                    <a:pt x="1307" y="725"/>
                    <a:pt x="1259" y="901"/>
                    <a:pt x="1210" y="1067"/>
                  </a:cubicBezTo>
                  <a:cubicBezTo>
                    <a:pt x="1161" y="1242"/>
                    <a:pt x="1122" y="1408"/>
                    <a:pt x="1073" y="1584"/>
                  </a:cubicBezTo>
                  <a:cubicBezTo>
                    <a:pt x="1063" y="1613"/>
                    <a:pt x="1054" y="1652"/>
                    <a:pt x="1054" y="1681"/>
                  </a:cubicBezTo>
                  <a:lnTo>
                    <a:pt x="1015" y="1681"/>
                  </a:lnTo>
                  <a:cubicBezTo>
                    <a:pt x="966" y="1701"/>
                    <a:pt x="917" y="1730"/>
                    <a:pt x="878" y="1769"/>
                  </a:cubicBezTo>
                  <a:cubicBezTo>
                    <a:pt x="849" y="1808"/>
                    <a:pt x="820" y="1857"/>
                    <a:pt x="810" y="1906"/>
                  </a:cubicBezTo>
                  <a:lnTo>
                    <a:pt x="800" y="1925"/>
                  </a:lnTo>
                  <a:cubicBezTo>
                    <a:pt x="781" y="1954"/>
                    <a:pt x="771" y="1984"/>
                    <a:pt x="761" y="2013"/>
                  </a:cubicBezTo>
                  <a:lnTo>
                    <a:pt x="751" y="2032"/>
                  </a:lnTo>
                  <a:lnTo>
                    <a:pt x="517" y="2218"/>
                  </a:lnTo>
                  <a:lnTo>
                    <a:pt x="283" y="2413"/>
                  </a:lnTo>
                  <a:cubicBezTo>
                    <a:pt x="205" y="2471"/>
                    <a:pt x="127" y="2540"/>
                    <a:pt x="49" y="2608"/>
                  </a:cubicBezTo>
                  <a:cubicBezTo>
                    <a:pt x="10" y="2647"/>
                    <a:pt x="0" y="2705"/>
                    <a:pt x="0" y="2764"/>
                  </a:cubicBezTo>
                  <a:cubicBezTo>
                    <a:pt x="21" y="2854"/>
                    <a:pt x="96" y="2910"/>
                    <a:pt x="176" y="2910"/>
                  </a:cubicBezTo>
                  <a:cubicBezTo>
                    <a:pt x="209" y="2910"/>
                    <a:pt x="242" y="2901"/>
                    <a:pt x="273" y="2881"/>
                  </a:cubicBezTo>
                  <a:cubicBezTo>
                    <a:pt x="361" y="2813"/>
                    <a:pt x="449" y="2745"/>
                    <a:pt x="527" y="2666"/>
                  </a:cubicBezTo>
                  <a:lnTo>
                    <a:pt x="751" y="2471"/>
                  </a:lnTo>
                  <a:lnTo>
                    <a:pt x="898" y="2354"/>
                  </a:lnTo>
                  <a:cubicBezTo>
                    <a:pt x="917" y="2364"/>
                    <a:pt x="937" y="2364"/>
                    <a:pt x="966" y="2364"/>
                  </a:cubicBezTo>
                  <a:cubicBezTo>
                    <a:pt x="1005" y="2364"/>
                    <a:pt x="1054" y="2354"/>
                    <a:pt x="1103" y="2345"/>
                  </a:cubicBezTo>
                  <a:cubicBezTo>
                    <a:pt x="1142" y="2325"/>
                    <a:pt x="1181" y="2306"/>
                    <a:pt x="1220" y="2286"/>
                  </a:cubicBezTo>
                  <a:cubicBezTo>
                    <a:pt x="1259" y="2266"/>
                    <a:pt x="1298" y="2237"/>
                    <a:pt x="1327" y="2198"/>
                  </a:cubicBezTo>
                  <a:cubicBezTo>
                    <a:pt x="1346" y="2179"/>
                    <a:pt x="1366" y="2149"/>
                    <a:pt x="1376" y="2130"/>
                  </a:cubicBezTo>
                  <a:cubicBezTo>
                    <a:pt x="1405" y="2091"/>
                    <a:pt x="1415" y="2042"/>
                    <a:pt x="1415" y="1993"/>
                  </a:cubicBezTo>
                  <a:cubicBezTo>
                    <a:pt x="1405" y="1935"/>
                    <a:pt x="1385" y="1876"/>
                    <a:pt x="1356" y="1827"/>
                  </a:cubicBezTo>
                  <a:lnTo>
                    <a:pt x="1346" y="1818"/>
                  </a:lnTo>
                  <a:cubicBezTo>
                    <a:pt x="1366" y="1759"/>
                    <a:pt x="1385" y="1701"/>
                    <a:pt x="1395" y="1662"/>
                  </a:cubicBezTo>
                  <a:cubicBezTo>
                    <a:pt x="1454" y="1486"/>
                    <a:pt x="1512" y="1320"/>
                    <a:pt x="1561" y="1145"/>
                  </a:cubicBezTo>
                  <a:lnTo>
                    <a:pt x="1707" y="637"/>
                  </a:lnTo>
                  <a:cubicBezTo>
                    <a:pt x="1756" y="471"/>
                    <a:pt x="1854" y="276"/>
                    <a:pt x="1815" y="111"/>
                  </a:cubicBezTo>
                  <a:cubicBezTo>
                    <a:pt x="1791" y="40"/>
                    <a:pt x="1728" y="1"/>
                    <a:pt x="1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4"/>
            <p:cNvSpPr/>
            <p:nvPr/>
          </p:nvSpPr>
          <p:spPr>
            <a:xfrm>
              <a:off x="750097" y="3982554"/>
              <a:ext cx="18053" cy="26236"/>
            </a:xfrm>
            <a:custGeom>
              <a:rect b="b" l="l" r="r" t="t"/>
              <a:pathLst>
                <a:path extrusionOk="0" h="513" w="353">
                  <a:moveTo>
                    <a:pt x="108" y="1"/>
                  </a:moveTo>
                  <a:cubicBezTo>
                    <a:pt x="98" y="1"/>
                    <a:pt x="89" y="3"/>
                    <a:pt x="79" y="8"/>
                  </a:cubicBezTo>
                  <a:cubicBezTo>
                    <a:pt x="30" y="28"/>
                    <a:pt x="1" y="67"/>
                    <a:pt x="1" y="115"/>
                  </a:cubicBezTo>
                  <a:cubicBezTo>
                    <a:pt x="1" y="145"/>
                    <a:pt x="1" y="184"/>
                    <a:pt x="11" y="213"/>
                  </a:cubicBezTo>
                  <a:cubicBezTo>
                    <a:pt x="11" y="232"/>
                    <a:pt x="30" y="262"/>
                    <a:pt x="40" y="281"/>
                  </a:cubicBezTo>
                  <a:cubicBezTo>
                    <a:pt x="50" y="310"/>
                    <a:pt x="50" y="330"/>
                    <a:pt x="59" y="349"/>
                  </a:cubicBezTo>
                  <a:cubicBezTo>
                    <a:pt x="69" y="379"/>
                    <a:pt x="79" y="398"/>
                    <a:pt x="89" y="428"/>
                  </a:cubicBezTo>
                  <a:cubicBezTo>
                    <a:pt x="107" y="487"/>
                    <a:pt x="153" y="513"/>
                    <a:pt x="200" y="513"/>
                  </a:cubicBezTo>
                  <a:cubicBezTo>
                    <a:pt x="275" y="513"/>
                    <a:pt x="353" y="446"/>
                    <a:pt x="323" y="349"/>
                  </a:cubicBezTo>
                  <a:cubicBezTo>
                    <a:pt x="323" y="320"/>
                    <a:pt x="313" y="301"/>
                    <a:pt x="303" y="271"/>
                  </a:cubicBezTo>
                  <a:lnTo>
                    <a:pt x="274" y="203"/>
                  </a:lnTo>
                  <a:cubicBezTo>
                    <a:pt x="264" y="184"/>
                    <a:pt x="255" y="164"/>
                    <a:pt x="245" y="135"/>
                  </a:cubicBezTo>
                  <a:cubicBezTo>
                    <a:pt x="245" y="125"/>
                    <a:pt x="235" y="106"/>
                    <a:pt x="225" y="96"/>
                  </a:cubicBezTo>
                  <a:cubicBezTo>
                    <a:pt x="225" y="96"/>
                    <a:pt x="215" y="86"/>
                    <a:pt x="215" y="86"/>
                  </a:cubicBezTo>
                  <a:lnTo>
                    <a:pt x="196" y="47"/>
                  </a:lnTo>
                  <a:cubicBezTo>
                    <a:pt x="176" y="28"/>
                    <a:pt x="157" y="18"/>
                    <a:pt x="137" y="8"/>
                  </a:cubicBezTo>
                  <a:cubicBezTo>
                    <a:pt x="128" y="3"/>
                    <a:pt x="118"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4"/>
            <p:cNvSpPr/>
            <p:nvPr/>
          </p:nvSpPr>
          <p:spPr>
            <a:xfrm>
              <a:off x="768099" y="4004903"/>
              <a:ext cx="11507" cy="12530"/>
            </a:xfrm>
            <a:custGeom>
              <a:rect b="b" l="l" r="r" t="t"/>
              <a:pathLst>
                <a:path extrusionOk="0" h="245" w="225">
                  <a:moveTo>
                    <a:pt x="98" y="0"/>
                  </a:moveTo>
                  <a:cubicBezTo>
                    <a:pt x="88" y="0"/>
                    <a:pt x="78" y="0"/>
                    <a:pt x="59" y="10"/>
                  </a:cubicBezTo>
                  <a:cubicBezTo>
                    <a:pt x="49" y="20"/>
                    <a:pt x="39" y="20"/>
                    <a:pt x="29" y="39"/>
                  </a:cubicBezTo>
                  <a:cubicBezTo>
                    <a:pt x="20" y="49"/>
                    <a:pt x="10" y="59"/>
                    <a:pt x="10" y="69"/>
                  </a:cubicBezTo>
                  <a:cubicBezTo>
                    <a:pt x="0" y="78"/>
                    <a:pt x="0" y="98"/>
                    <a:pt x="0" y="108"/>
                  </a:cubicBezTo>
                  <a:cubicBezTo>
                    <a:pt x="0" y="127"/>
                    <a:pt x="10" y="147"/>
                    <a:pt x="20" y="166"/>
                  </a:cubicBezTo>
                  <a:lnTo>
                    <a:pt x="39" y="195"/>
                  </a:lnTo>
                  <a:cubicBezTo>
                    <a:pt x="49" y="205"/>
                    <a:pt x="59" y="215"/>
                    <a:pt x="68" y="225"/>
                  </a:cubicBezTo>
                  <a:cubicBezTo>
                    <a:pt x="78" y="234"/>
                    <a:pt x="88" y="234"/>
                    <a:pt x="98" y="244"/>
                  </a:cubicBezTo>
                  <a:lnTo>
                    <a:pt x="127" y="244"/>
                  </a:lnTo>
                  <a:cubicBezTo>
                    <a:pt x="146" y="244"/>
                    <a:pt x="156" y="234"/>
                    <a:pt x="166" y="234"/>
                  </a:cubicBezTo>
                  <a:cubicBezTo>
                    <a:pt x="176" y="225"/>
                    <a:pt x="185" y="225"/>
                    <a:pt x="185" y="215"/>
                  </a:cubicBezTo>
                  <a:cubicBezTo>
                    <a:pt x="195" y="205"/>
                    <a:pt x="205" y="195"/>
                    <a:pt x="215" y="186"/>
                  </a:cubicBezTo>
                  <a:lnTo>
                    <a:pt x="224" y="166"/>
                  </a:lnTo>
                  <a:cubicBezTo>
                    <a:pt x="224" y="147"/>
                    <a:pt x="224" y="127"/>
                    <a:pt x="224" y="108"/>
                  </a:cubicBezTo>
                  <a:lnTo>
                    <a:pt x="205" y="78"/>
                  </a:lnTo>
                  <a:cubicBezTo>
                    <a:pt x="205" y="59"/>
                    <a:pt x="195" y="39"/>
                    <a:pt x="176" y="30"/>
                  </a:cubicBezTo>
                  <a:lnTo>
                    <a:pt x="156" y="10"/>
                  </a:lnTo>
                  <a:cubicBezTo>
                    <a:pt x="137" y="0"/>
                    <a:pt x="117"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4"/>
            <p:cNvSpPr/>
            <p:nvPr/>
          </p:nvSpPr>
          <p:spPr>
            <a:xfrm>
              <a:off x="1112337" y="3800437"/>
              <a:ext cx="15496" cy="22912"/>
            </a:xfrm>
            <a:custGeom>
              <a:rect b="b" l="l" r="r" t="t"/>
              <a:pathLst>
                <a:path extrusionOk="0" h="448" w="303">
                  <a:moveTo>
                    <a:pt x="88" y="1"/>
                  </a:moveTo>
                  <a:cubicBezTo>
                    <a:pt x="78" y="1"/>
                    <a:pt x="69" y="3"/>
                    <a:pt x="59" y="8"/>
                  </a:cubicBezTo>
                  <a:cubicBezTo>
                    <a:pt x="49" y="8"/>
                    <a:pt x="30" y="18"/>
                    <a:pt x="20" y="28"/>
                  </a:cubicBezTo>
                  <a:cubicBezTo>
                    <a:pt x="0" y="47"/>
                    <a:pt x="0" y="67"/>
                    <a:pt x="0" y="96"/>
                  </a:cubicBezTo>
                  <a:cubicBezTo>
                    <a:pt x="0" y="125"/>
                    <a:pt x="0" y="155"/>
                    <a:pt x="10" y="184"/>
                  </a:cubicBezTo>
                  <a:cubicBezTo>
                    <a:pt x="20" y="213"/>
                    <a:pt x="30" y="233"/>
                    <a:pt x="30" y="252"/>
                  </a:cubicBezTo>
                  <a:cubicBezTo>
                    <a:pt x="39" y="281"/>
                    <a:pt x="49" y="301"/>
                    <a:pt x="59" y="320"/>
                  </a:cubicBezTo>
                  <a:lnTo>
                    <a:pt x="69" y="359"/>
                  </a:lnTo>
                  <a:cubicBezTo>
                    <a:pt x="78" y="369"/>
                    <a:pt x="78" y="379"/>
                    <a:pt x="88" y="398"/>
                  </a:cubicBezTo>
                  <a:cubicBezTo>
                    <a:pt x="108" y="418"/>
                    <a:pt x="137" y="437"/>
                    <a:pt x="166" y="447"/>
                  </a:cubicBezTo>
                  <a:lnTo>
                    <a:pt x="196" y="447"/>
                  </a:lnTo>
                  <a:cubicBezTo>
                    <a:pt x="205" y="447"/>
                    <a:pt x="225" y="447"/>
                    <a:pt x="235" y="437"/>
                  </a:cubicBezTo>
                  <a:cubicBezTo>
                    <a:pt x="254" y="428"/>
                    <a:pt x="274" y="408"/>
                    <a:pt x="283" y="389"/>
                  </a:cubicBezTo>
                  <a:cubicBezTo>
                    <a:pt x="303" y="359"/>
                    <a:pt x="303" y="330"/>
                    <a:pt x="293" y="301"/>
                  </a:cubicBezTo>
                  <a:cubicBezTo>
                    <a:pt x="293" y="291"/>
                    <a:pt x="293" y="281"/>
                    <a:pt x="293" y="281"/>
                  </a:cubicBezTo>
                  <a:cubicBezTo>
                    <a:pt x="293" y="272"/>
                    <a:pt x="283" y="252"/>
                    <a:pt x="274" y="242"/>
                  </a:cubicBezTo>
                  <a:cubicBezTo>
                    <a:pt x="264" y="213"/>
                    <a:pt x="254" y="194"/>
                    <a:pt x="235" y="164"/>
                  </a:cubicBezTo>
                  <a:cubicBezTo>
                    <a:pt x="225" y="135"/>
                    <a:pt x="215" y="116"/>
                    <a:pt x="205" y="96"/>
                  </a:cubicBezTo>
                  <a:cubicBezTo>
                    <a:pt x="196" y="77"/>
                    <a:pt x="176" y="57"/>
                    <a:pt x="166" y="38"/>
                  </a:cubicBezTo>
                  <a:cubicBezTo>
                    <a:pt x="156" y="28"/>
                    <a:pt x="137" y="8"/>
                    <a:pt x="117" y="8"/>
                  </a:cubicBezTo>
                  <a:cubicBezTo>
                    <a:pt x="108" y="3"/>
                    <a:pt x="98" y="1"/>
                    <a:pt x="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4"/>
            <p:cNvSpPr/>
            <p:nvPr/>
          </p:nvSpPr>
          <p:spPr>
            <a:xfrm>
              <a:off x="1125327" y="3834242"/>
              <a:ext cx="13502" cy="14064"/>
            </a:xfrm>
            <a:custGeom>
              <a:rect b="b" l="l" r="r" t="t"/>
              <a:pathLst>
                <a:path extrusionOk="0" h="275" w="264">
                  <a:moveTo>
                    <a:pt x="68" y="1"/>
                  </a:moveTo>
                  <a:cubicBezTo>
                    <a:pt x="59" y="1"/>
                    <a:pt x="49" y="11"/>
                    <a:pt x="39" y="11"/>
                  </a:cubicBezTo>
                  <a:cubicBezTo>
                    <a:pt x="29" y="20"/>
                    <a:pt x="20" y="30"/>
                    <a:pt x="10" y="50"/>
                  </a:cubicBezTo>
                  <a:cubicBezTo>
                    <a:pt x="0" y="59"/>
                    <a:pt x="0" y="79"/>
                    <a:pt x="0" y="98"/>
                  </a:cubicBezTo>
                  <a:lnTo>
                    <a:pt x="0" y="118"/>
                  </a:lnTo>
                  <a:lnTo>
                    <a:pt x="10" y="137"/>
                  </a:lnTo>
                  <a:lnTo>
                    <a:pt x="20" y="147"/>
                  </a:lnTo>
                  <a:cubicBezTo>
                    <a:pt x="20" y="157"/>
                    <a:pt x="20" y="157"/>
                    <a:pt x="20" y="167"/>
                  </a:cubicBezTo>
                  <a:cubicBezTo>
                    <a:pt x="29" y="196"/>
                    <a:pt x="39" y="225"/>
                    <a:pt x="68" y="245"/>
                  </a:cubicBezTo>
                  <a:cubicBezTo>
                    <a:pt x="78" y="255"/>
                    <a:pt x="98" y="264"/>
                    <a:pt x="117" y="274"/>
                  </a:cubicBezTo>
                  <a:lnTo>
                    <a:pt x="146" y="274"/>
                  </a:lnTo>
                  <a:cubicBezTo>
                    <a:pt x="166" y="264"/>
                    <a:pt x="185" y="264"/>
                    <a:pt x="205" y="255"/>
                  </a:cubicBezTo>
                  <a:cubicBezTo>
                    <a:pt x="215" y="245"/>
                    <a:pt x="234" y="235"/>
                    <a:pt x="234" y="225"/>
                  </a:cubicBezTo>
                  <a:cubicBezTo>
                    <a:pt x="244" y="206"/>
                    <a:pt x="254" y="196"/>
                    <a:pt x="254" y="176"/>
                  </a:cubicBezTo>
                  <a:cubicBezTo>
                    <a:pt x="263" y="167"/>
                    <a:pt x="263" y="147"/>
                    <a:pt x="263" y="137"/>
                  </a:cubicBezTo>
                  <a:cubicBezTo>
                    <a:pt x="254" y="118"/>
                    <a:pt x="254" y="108"/>
                    <a:pt x="244" y="89"/>
                  </a:cubicBezTo>
                  <a:cubicBezTo>
                    <a:pt x="244" y="89"/>
                    <a:pt x="234" y="89"/>
                    <a:pt x="234" y="79"/>
                  </a:cubicBezTo>
                  <a:cubicBezTo>
                    <a:pt x="234" y="79"/>
                    <a:pt x="234" y="79"/>
                    <a:pt x="234" y="69"/>
                  </a:cubicBezTo>
                  <a:lnTo>
                    <a:pt x="224" y="50"/>
                  </a:lnTo>
                  <a:lnTo>
                    <a:pt x="205" y="20"/>
                  </a:lnTo>
                  <a:cubicBezTo>
                    <a:pt x="195" y="11"/>
                    <a:pt x="185" y="1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74"/>
          <p:cNvGrpSpPr/>
          <p:nvPr/>
        </p:nvGrpSpPr>
        <p:grpSpPr>
          <a:xfrm>
            <a:off x="713184" y="4691184"/>
            <a:ext cx="7726459" cy="369843"/>
            <a:chOff x="713184" y="4691184"/>
            <a:chExt cx="7726459" cy="369843"/>
          </a:xfrm>
        </p:grpSpPr>
        <p:grpSp>
          <p:nvGrpSpPr>
            <p:cNvPr id="2008" name="Google Shape;2008;p74"/>
            <p:cNvGrpSpPr/>
            <p:nvPr/>
          </p:nvGrpSpPr>
          <p:grpSpPr>
            <a:xfrm>
              <a:off x="713184" y="4691184"/>
              <a:ext cx="7726459" cy="369843"/>
              <a:chOff x="713184" y="4691184"/>
              <a:chExt cx="7726459" cy="369843"/>
            </a:xfrm>
          </p:grpSpPr>
          <p:sp>
            <p:nvSpPr>
              <p:cNvPr id="2009" name="Google Shape;2009;p74"/>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010" name="Google Shape;2010;p74"/>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4"/>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2" name="Google Shape;2012;p74">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6" name="Shape 2016"/>
        <p:cNvGrpSpPr/>
        <p:nvPr/>
      </p:nvGrpSpPr>
      <p:grpSpPr>
        <a:xfrm>
          <a:off x="0" y="0"/>
          <a:ext cx="0" cy="0"/>
          <a:chOff x="0" y="0"/>
          <a:chExt cx="0" cy="0"/>
        </a:xfrm>
      </p:grpSpPr>
      <p:grpSp>
        <p:nvGrpSpPr>
          <p:cNvPr id="2017" name="Google Shape;2017;p75"/>
          <p:cNvGrpSpPr/>
          <p:nvPr/>
        </p:nvGrpSpPr>
        <p:grpSpPr>
          <a:xfrm>
            <a:off x="2176859" y="879680"/>
            <a:ext cx="4699670" cy="1345814"/>
            <a:chOff x="7728915" y="1917859"/>
            <a:chExt cx="1034486" cy="222599"/>
          </a:xfrm>
        </p:grpSpPr>
        <p:sp>
          <p:nvSpPr>
            <p:cNvPr id="2018" name="Google Shape;2018;p75"/>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5"/>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5"/>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5"/>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5"/>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5"/>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5"/>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5"/>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5"/>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5"/>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5"/>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5"/>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5"/>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5"/>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5"/>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5"/>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5"/>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5"/>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5"/>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5"/>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5"/>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5"/>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5"/>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5"/>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5"/>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5"/>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5"/>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5"/>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5"/>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5"/>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5"/>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5"/>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5"/>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5"/>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5"/>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5"/>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5"/>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5"/>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5"/>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7" name="Google Shape;2057;p75"/>
          <p:cNvSpPr/>
          <p:nvPr/>
        </p:nvSpPr>
        <p:spPr>
          <a:xfrm rot="173206">
            <a:off x="3875367" y="3298049"/>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2058" name="Google Shape;2058;p75"/>
          <p:cNvSpPr/>
          <p:nvPr/>
        </p:nvSpPr>
        <p:spPr>
          <a:xfrm>
            <a:off x="3260225" y="3543489"/>
            <a:ext cx="792702" cy="12420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5">
            <a:hlinkClick action="ppaction://hlinksldjump" r:id="rId3"/>
          </p:cNvPr>
          <p:cNvSpPr txBox="1"/>
          <p:nvPr>
            <p:ph idx="1" type="subTitle"/>
          </p:nvPr>
        </p:nvSpPr>
        <p:spPr>
          <a:xfrm>
            <a:off x="3923100" y="3369800"/>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sz="1600"/>
          </a:p>
        </p:txBody>
      </p:sp>
      <p:sp>
        <p:nvSpPr>
          <p:cNvPr id="2060" name="Google Shape;2060;p75"/>
          <p:cNvSpPr txBox="1"/>
          <p:nvPr>
            <p:ph type="title"/>
          </p:nvPr>
        </p:nvSpPr>
        <p:spPr>
          <a:xfrm>
            <a:off x="3225150" y="1000350"/>
            <a:ext cx="26937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Greetings, your majesty</a:t>
            </a:r>
            <a:endParaRPr/>
          </a:p>
        </p:txBody>
      </p:sp>
      <p:sp>
        <p:nvSpPr>
          <p:cNvPr id="2061" name="Google Shape;2061;p75"/>
          <p:cNvSpPr txBox="1"/>
          <p:nvPr>
            <p:ph idx="2" type="subTitle"/>
          </p:nvPr>
        </p:nvSpPr>
        <p:spPr>
          <a:xfrm>
            <a:off x="3041400" y="2310025"/>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2062" name="Google Shape;2062;p75"/>
          <p:cNvGrpSpPr/>
          <p:nvPr/>
        </p:nvGrpSpPr>
        <p:grpSpPr>
          <a:xfrm>
            <a:off x="7698207" y="1104553"/>
            <a:ext cx="792707" cy="702905"/>
            <a:chOff x="3725850" y="3874550"/>
            <a:chExt cx="232875" cy="206500"/>
          </a:xfrm>
        </p:grpSpPr>
        <p:sp>
          <p:nvSpPr>
            <p:cNvPr id="2063" name="Google Shape;2063;p75"/>
            <p:cNvSpPr/>
            <p:nvPr/>
          </p:nvSpPr>
          <p:spPr>
            <a:xfrm>
              <a:off x="3725850" y="3874550"/>
              <a:ext cx="232875" cy="206500"/>
            </a:xfrm>
            <a:custGeom>
              <a:rect b="b" l="l" r="r" t="t"/>
              <a:pathLst>
                <a:path extrusionOk="0" h="8260" w="9315">
                  <a:moveTo>
                    <a:pt x="3669" y="297"/>
                  </a:moveTo>
                  <a:cubicBezTo>
                    <a:pt x="4503" y="297"/>
                    <a:pt x="5647" y="413"/>
                    <a:pt x="6146" y="563"/>
                  </a:cubicBezTo>
                  <a:cubicBezTo>
                    <a:pt x="6286" y="605"/>
                    <a:pt x="6533" y="677"/>
                    <a:pt x="6692" y="724"/>
                  </a:cubicBezTo>
                  <a:cubicBezTo>
                    <a:pt x="7482" y="953"/>
                    <a:pt x="8206" y="1470"/>
                    <a:pt x="8611" y="2092"/>
                  </a:cubicBezTo>
                  <a:cubicBezTo>
                    <a:pt x="9065" y="2789"/>
                    <a:pt x="9125" y="3432"/>
                    <a:pt x="8832" y="4487"/>
                  </a:cubicBezTo>
                  <a:cubicBezTo>
                    <a:pt x="8746" y="4797"/>
                    <a:pt x="8661" y="5050"/>
                    <a:pt x="8642" y="5050"/>
                  </a:cubicBezTo>
                  <a:cubicBezTo>
                    <a:pt x="8642" y="5050"/>
                    <a:pt x="8642" y="5050"/>
                    <a:pt x="8642" y="5050"/>
                  </a:cubicBezTo>
                  <a:cubicBezTo>
                    <a:pt x="8625" y="5048"/>
                    <a:pt x="8586" y="4996"/>
                    <a:pt x="8557" y="4939"/>
                  </a:cubicBezTo>
                  <a:cubicBezTo>
                    <a:pt x="8460" y="4738"/>
                    <a:pt x="8199" y="4424"/>
                    <a:pt x="8120" y="4413"/>
                  </a:cubicBezTo>
                  <a:cubicBezTo>
                    <a:pt x="8108" y="4411"/>
                    <a:pt x="8097" y="4411"/>
                    <a:pt x="8087" y="4411"/>
                  </a:cubicBezTo>
                  <a:cubicBezTo>
                    <a:pt x="7955" y="4411"/>
                    <a:pt x="7998" y="4557"/>
                    <a:pt x="8229" y="4906"/>
                  </a:cubicBezTo>
                  <a:cubicBezTo>
                    <a:pt x="8369" y="5116"/>
                    <a:pt x="8505" y="5292"/>
                    <a:pt x="8530" y="5296"/>
                  </a:cubicBezTo>
                  <a:cubicBezTo>
                    <a:pt x="8555" y="5299"/>
                    <a:pt x="8556" y="5345"/>
                    <a:pt x="8531" y="5408"/>
                  </a:cubicBezTo>
                  <a:cubicBezTo>
                    <a:pt x="8459" y="5584"/>
                    <a:pt x="8056" y="6181"/>
                    <a:pt x="8008" y="6181"/>
                  </a:cubicBezTo>
                  <a:cubicBezTo>
                    <a:pt x="8008" y="6181"/>
                    <a:pt x="8007" y="6181"/>
                    <a:pt x="8007" y="6181"/>
                  </a:cubicBezTo>
                  <a:cubicBezTo>
                    <a:pt x="7985" y="6178"/>
                    <a:pt x="7944" y="6111"/>
                    <a:pt x="7915" y="6027"/>
                  </a:cubicBezTo>
                  <a:cubicBezTo>
                    <a:pt x="7807" y="5714"/>
                    <a:pt x="7609" y="5464"/>
                    <a:pt x="7505" y="5464"/>
                  </a:cubicBezTo>
                  <a:cubicBezTo>
                    <a:pt x="7471" y="5464"/>
                    <a:pt x="7448" y="5490"/>
                    <a:pt x="7440" y="5547"/>
                  </a:cubicBezTo>
                  <a:cubicBezTo>
                    <a:pt x="7427" y="5644"/>
                    <a:pt x="7651" y="6132"/>
                    <a:pt x="7714" y="6141"/>
                  </a:cubicBezTo>
                  <a:cubicBezTo>
                    <a:pt x="7735" y="6144"/>
                    <a:pt x="7745" y="6184"/>
                    <a:pt x="7740" y="6229"/>
                  </a:cubicBezTo>
                  <a:cubicBezTo>
                    <a:pt x="7734" y="6274"/>
                    <a:pt x="7759" y="6338"/>
                    <a:pt x="7795" y="6367"/>
                  </a:cubicBezTo>
                  <a:cubicBezTo>
                    <a:pt x="7839" y="6404"/>
                    <a:pt x="7846" y="6431"/>
                    <a:pt x="7813" y="6449"/>
                  </a:cubicBezTo>
                  <a:cubicBezTo>
                    <a:pt x="7786" y="6463"/>
                    <a:pt x="7665" y="6525"/>
                    <a:pt x="7549" y="6584"/>
                  </a:cubicBezTo>
                  <a:lnTo>
                    <a:pt x="7335" y="6694"/>
                  </a:lnTo>
                  <a:lnTo>
                    <a:pt x="7295" y="6582"/>
                  </a:lnTo>
                  <a:cubicBezTo>
                    <a:pt x="7272" y="6521"/>
                    <a:pt x="7229" y="6467"/>
                    <a:pt x="7198" y="6463"/>
                  </a:cubicBezTo>
                  <a:cubicBezTo>
                    <a:pt x="7167" y="6459"/>
                    <a:pt x="7156" y="6432"/>
                    <a:pt x="7172" y="6401"/>
                  </a:cubicBezTo>
                  <a:cubicBezTo>
                    <a:pt x="7188" y="6372"/>
                    <a:pt x="7161" y="6267"/>
                    <a:pt x="7115" y="6174"/>
                  </a:cubicBezTo>
                  <a:cubicBezTo>
                    <a:pt x="7068" y="6080"/>
                    <a:pt x="7030" y="5992"/>
                    <a:pt x="7031" y="5983"/>
                  </a:cubicBezTo>
                  <a:cubicBezTo>
                    <a:pt x="7033" y="5974"/>
                    <a:pt x="6986" y="5869"/>
                    <a:pt x="6927" y="5748"/>
                  </a:cubicBezTo>
                  <a:cubicBezTo>
                    <a:pt x="6838" y="5568"/>
                    <a:pt x="6771" y="5485"/>
                    <a:pt x="6708" y="5485"/>
                  </a:cubicBezTo>
                  <a:cubicBezTo>
                    <a:pt x="6689" y="5485"/>
                    <a:pt x="6670" y="5492"/>
                    <a:pt x="6652" y="5507"/>
                  </a:cubicBezTo>
                  <a:cubicBezTo>
                    <a:pt x="6577" y="5566"/>
                    <a:pt x="6612" y="5735"/>
                    <a:pt x="6750" y="5970"/>
                  </a:cubicBezTo>
                  <a:cubicBezTo>
                    <a:pt x="6816" y="6082"/>
                    <a:pt x="6871" y="6191"/>
                    <a:pt x="6869" y="6208"/>
                  </a:cubicBezTo>
                  <a:cubicBezTo>
                    <a:pt x="6868" y="6225"/>
                    <a:pt x="6914" y="6345"/>
                    <a:pt x="6972" y="6473"/>
                  </a:cubicBezTo>
                  <a:cubicBezTo>
                    <a:pt x="7029" y="6601"/>
                    <a:pt x="7066" y="6714"/>
                    <a:pt x="7055" y="6723"/>
                  </a:cubicBezTo>
                  <a:cubicBezTo>
                    <a:pt x="7044" y="6731"/>
                    <a:pt x="6884" y="6745"/>
                    <a:pt x="6696" y="6754"/>
                  </a:cubicBezTo>
                  <a:lnTo>
                    <a:pt x="6358" y="6769"/>
                  </a:lnTo>
                  <a:lnTo>
                    <a:pt x="6274" y="6622"/>
                  </a:lnTo>
                  <a:cubicBezTo>
                    <a:pt x="6228" y="6542"/>
                    <a:pt x="6177" y="6400"/>
                    <a:pt x="6160" y="6306"/>
                  </a:cubicBezTo>
                  <a:cubicBezTo>
                    <a:pt x="6135" y="6165"/>
                    <a:pt x="6087" y="6092"/>
                    <a:pt x="6021" y="6092"/>
                  </a:cubicBezTo>
                  <a:cubicBezTo>
                    <a:pt x="5994" y="6092"/>
                    <a:pt x="5964" y="6104"/>
                    <a:pt x="5931" y="6129"/>
                  </a:cubicBezTo>
                  <a:cubicBezTo>
                    <a:pt x="5859" y="6184"/>
                    <a:pt x="5859" y="6206"/>
                    <a:pt x="5937" y="6445"/>
                  </a:cubicBezTo>
                  <a:cubicBezTo>
                    <a:pt x="5981" y="6584"/>
                    <a:pt x="6013" y="6707"/>
                    <a:pt x="6005" y="6714"/>
                  </a:cubicBezTo>
                  <a:cubicBezTo>
                    <a:pt x="6005" y="6715"/>
                    <a:pt x="6002" y="6715"/>
                    <a:pt x="5997" y="6715"/>
                  </a:cubicBezTo>
                  <a:cubicBezTo>
                    <a:pt x="5944" y="6715"/>
                    <a:pt x="5642" y="6682"/>
                    <a:pt x="5285" y="6636"/>
                  </a:cubicBezTo>
                  <a:lnTo>
                    <a:pt x="4580" y="6546"/>
                  </a:lnTo>
                  <a:lnTo>
                    <a:pt x="3848" y="7105"/>
                  </a:lnTo>
                  <a:cubicBezTo>
                    <a:pt x="3144" y="7641"/>
                    <a:pt x="2856" y="7835"/>
                    <a:pt x="2639" y="7913"/>
                  </a:cubicBezTo>
                  <a:cubicBezTo>
                    <a:pt x="2583" y="7933"/>
                    <a:pt x="2545" y="7944"/>
                    <a:pt x="2523" y="7944"/>
                  </a:cubicBezTo>
                  <a:cubicBezTo>
                    <a:pt x="2490" y="7944"/>
                    <a:pt x="2492" y="7921"/>
                    <a:pt x="2519" y="7870"/>
                  </a:cubicBezTo>
                  <a:cubicBezTo>
                    <a:pt x="2715" y="7515"/>
                    <a:pt x="2937" y="6357"/>
                    <a:pt x="2844" y="6177"/>
                  </a:cubicBezTo>
                  <a:cubicBezTo>
                    <a:pt x="2808" y="6105"/>
                    <a:pt x="2648" y="6006"/>
                    <a:pt x="2313" y="5848"/>
                  </a:cubicBezTo>
                  <a:cubicBezTo>
                    <a:pt x="2048" y="5723"/>
                    <a:pt x="1816" y="5603"/>
                    <a:pt x="1796" y="5581"/>
                  </a:cubicBezTo>
                  <a:cubicBezTo>
                    <a:pt x="1775" y="5558"/>
                    <a:pt x="1678" y="5495"/>
                    <a:pt x="1577" y="5438"/>
                  </a:cubicBezTo>
                  <a:cubicBezTo>
                    <a:pt x="1324" y="5293"/>
                    <a:pt x="861" y="4911"/>
                    <a:pt x="767" y="4768"/>
                  </a:cubicBezTo>
                  <a:cubicBezTo>
                    <a:pt x="482" y="4330"/>
                    <a:pt x="291" y="3777"/>
                    <a:pt x="290" y="3386"/>
                  </a:cubicBezTo>
                  <a:cubicBezTo>
                    <a:pt x="289" y="2830"/>
                    <a:pt x="564" y="2015"/>
                    <a:pt x="938" y="1465"/>
                  </a:cubicBezTo>
                  <a:cubicBezTo>
                    <a:pt x="1075" y="1265"/>
                    <a:pt x="1203" y="1101"/>
                    <a:pt x="1221" y="1101"/>
                  </a:cubicBezTo>
                  <a:cubicBezTo>
                    <a:pt x="1221" y="1101"/>
                    <a:pt x="1221" y="1101"/>
                    <a:pt x="1221" y="1101"/>
                  </a:cubicBezTo>
                  <a:cubicBezTo>
                    <a:pt x="1240" y="1105"/>
                    <a:pt x="1279" y="1159"/>
                    <a:pt x="1311" y="1226"/>
                  </a:cubicBezTo>
                  <a:cubicBezTo>
                    <a:pt x="1435" y="1488"/>
                    <a:pt x="1624" y="1722"/>
                    <a:pt x="1722" y="1736"/>
                  </a:cubicBezTo>
                  <a:cubicBezTo>
                    <a:pt x="1731" y="1737"/>
                    <a:pt x="1740" y="1738"/>
                    <a:pt x="1748" y="1738"/>
                  </a:cubicBezTo>
                  <a:cubicBezTo>
                    <a:pt x="1877" y="1738"/>
                    <a:pt x="1876" y="1579"/>
                    <a:pt x="1737" y="1454"/>
                  </a:cubicBezTo>
                  <a:cubicBezTo>
                    <a:pt x="1674" y="1398"/>
                    <a:pt x="1626" y="1321"/>
                    <a:pt x="1630" y="1285"/>
                  </a:cubicBezTo>
                  <a:cubicBezTo>
                    <a:pt x="1634" y="1249"/>
                    <a:pt x="1595" y="1164"/>
                    <a:pt x="1545" y="1104"/>
                  </a:cubicBezTo>
                  <a:cubicBezTo>
                    <a:pt x="1396" y="919"/>
                    <a:pt x="1443" y="828"/>
                    <a:pt x="1761" y="688"/>
                  </a:cubicBezTo>
                  <a:cubicBezTo>
                    <a:pt x="1805" y="669"/>
                    <a:pt x="1834" y="656"/>
                    <a:pt x="1858" y="656"/>
                  </a:cubicBezTo>
                  <a:cubicBezTo>
                    <a:pt x="1901" y="656"/>
                    <a:pt x="1930" y="694"/>
                    <a:pt x="2009" y="798"/>
                  </a:cubicBezTo>
                  <a:cubicBezTo>
                    <a:pt x="2079" y="891"/>
                    <a:pt x="2155" y="967"/>
                    <a:pt x="2184" y="972"/>
                  </a:cubicBezTo>
                  <a:cubicBezTo>
                    <a:pt x="2213" y="977"/>
                    <a:pt x="2221" y="1004"/>
                    <a:pt x="2204" y="1035"/>
                  </a:cubicBezTo>
                  <a:cubicBezTo>
                    <a:pt x="2164" y="1109"/>
                    <a:pt x="2338" y="1344"/>
                    <a:pt x="2444" y="1359"/>
                  </a:cubicBezTo>
                  <a:cubicBezTo>
                    <a:pt x="2452" y="1360"/>
                    <a:pt x="2461" y="1361"/>
                    <a:pt x="2468" y="1361"/>
                  </a:cubicBezTo>
                  <a:cubicBezTo>
                    <a:pt x="2605" y="1361"/>
                    <a:pt x="2559" y="1173"/>
                    <a:pt x="2343" y="863"/>
                  </a:cubicBezTo>
                  <a:cubicBezTo>
                    <a:pt x="2223" y="693"/>
                    <a:pt x="2125" y="539"/>
                    <a:pt x="2127" y="527"/>
                  </a:cubicBezTo>
                  <a:cubicBezTo>
                    <a:pt x="2134" y="482"/>
                    <a:pt x="2876" y="337"/>
                    <a:pt x="3223" y="311"/>
                  </a:cubicBezTo>
                  <a:cubicBezTo>
                    <a:pt x="3355" y="301"/>
                    <a:pt x="3506" y="297"/>
                    <a:pt x="3669" y="297"/>
                  </a:cubicBezTo>
                  <a:close/>
                  <a:moveTo>
                    <a:pt x="3713" y="0"/>
                  </a:moveTo>
                  <a:cubicBezTo>
                    <a:pt x="2901" y="0"/>
                    <a:pt x="2159" y="145"/>
                    <a:pt x="1604" y="416"/>
                  </a:cubicBezTo>
                  <a:cubicBezTo>
                    <a:pt x="1403" y="514"/>
                    <a:pt x="935" y="985"/>
                    <a:pt x="950" y="1073"/>
                  </a:cubicBezTo>
                  <a:cubicBezTo>
                    <a:pt x="953" y="1090"/>
                    <a:pt x="942" y="1101"/>
                    <a:pt x="923" y="1101"/>
                  </a:cubicBezTo>
                  <a:cubicBezTo>
                    <a:pt x="920" y="1101"/>
                    <a:pt x="918" y="1101"/>
                    <a:pt x="915" y="1100"/>
                  </a:cubicBezTo>
                  <a:cubicBezTo>
                    <a:pt x="914" y="1100"/>
                    <a:pt x="913" y="1100"/>
                    <a:pt x="912" y="1100"/>
                  </a:cubicBezTo>
                  <a:cubicBezTo>
                    <a:pt x="847" y="1100"/>
                    <a:pt x="617" y="1416"/>
                    <a:pt x="491" y="1680"/>
                  </a:cubicBezTo>
                  <a:cubicBezTo>
                    <a:pt x="188" y="2311"/>
                    <a:pt x="0" y="3012"/>
                    <a:pt x="20" y="3432"/>
                  </a:cubicBezTo>
                  <a:cubicBezTo>
                    <a:pt x="46" y="4021"/>
                    <a:pt x="344" y="4727"/>
                    <a:pt x="733" y="5125"/>
                  </a:cubicBezTo>
                  <a:cubicBezTo>
                    <a:pt x="926" y="5322"/>
                    <a:pt x="1321" y="5646"/>
                    <a:pt x="1377" y="5653"/>
                  </a:cubicBezTo>
                  <a:cubicBezTo>
                    <a:pt x="1400" y="5657"/>
                    <a:pt x="1508" y="5721"/>
                    <a:pt x="1613" y="5794"/>
                  </a:cubicBezTo>
                  <a:cubicBezTo>
                    <a:pt x="1719" y="5868"/>
                    <a:pt x="1846" y="5935"/>
                    <a:pt x="1893" y="5943"/>
                  </a:cubicBezTo>
                  <a:cubicBezTo>
                    <a:pt x="1941" y="5951"/>
                    <a:pt x="1985" y="5974"/>
                    <a:pt x="1996" y="5997"/>
                  </a:cubicBezTo>
                  <a:cubicBezTo>
                    <a:pt x="2006" y="6019"/>
                    <a:pt x="2136" y="6090"/>
                    <a:pt x="2284" y="6155"/>
                  </a:cubicBezTo>
                  <a:cubicBezTo>
                    <a:pt x="2484" y="6242"/>
                    <a:pt x="2563" y="6300"/>
                    <a:pt x="2579" y="6372"/>
                  </a:cubicBezTo>
                  <a:cubicBezTo>
                    <a:pt x="2618" y="6534"/>
                    <a:pt x="2464" y="7231"/>
                    <a:pt x="2293" y="7677"/>
                  </a:cubicBezTo>
                  <a:cubicBezTo>
                    <a:pt x="2139" y="8078"/>
                    <a:pt x="2136" y="8093"/>
                    <a:pt x="2200" y="8182"/>
                  </a:cubicBezTo>
                  <a:cubicBezTo>
                    <a:pt x="2240" y="8238"/>
                    <a:pt x="2267" y="8259"/>
                    <a:pt x="2330" y="8259"/>
                  </a:cubicBezTo>
                  <a:cubicBezTo>
                    <a:pt x="2359" y="8259"/>
                    <a:pt x="2396" y="8255"/>
                    <a:pt x="2445" y="8247"/>
                  </a:cubicBezTo>
                  <a:cubicBezTo>
                    <a:pt x="2781" y="8196"/>
                    <a:pt x="3296" y="7899"/>
                    <a:pt x="3995" y="7353"/>
                  </a:cubicBezTo>
                  <a:lnTo>
                    <a:pt x="4679" y="6818"/>
                  </a:lnTo>
                  <a:lnTo>
                    <a:pt x="5552" y="6942"/>
                  </a:lnTo>
                  <a:cubicBezTo>
                    <a:pt x="6039" y="7010"/>
                    <a:pt x="6431" y="7049"/>
                    <a:pt x="6627" y="7049"/>
                  </a:cubicBezTo>
                  <a:cubicBezTo>
                    <a:pt x="6650" y="7049"/>
                    <a:pt x="6671" y="7049"/>
                    <a:pt x="6689" y="7048"/>
                  </a:cubicBezTo>
                  <a:cubicBezTo>
                    <a:pt x="6835" y="7038"/>
                    <a:pt x="7023" y="7025"/>
                    <a:pt x="7112" y="7020"/>
                  </a:cubicBezTo>
                  <a:cubicBezTo>
                    <a:pt x="7350" y="7003"/>
                    <a:pt x="7663" y="6890"/>
                    <a:pt x="7881" y="6742"/>
                  </a:cubicBezTo>
                  <a:cubicBezTo>
                    <a:pt x="8177" y="6539"/>
                    <a:pt x="8647" y="5876"/>
                    <a:pt x="8855" y="5366"/>
                  </a:cubicBezTo>
                  <a:cubicBezTo>
                    <a:pt x="9005" y="5000"/>
                    <a:pt x="9182" y="4299"/>
                    <a:pt x="9252" y="3803"/>
                  </a:cubicBezTo>
                  <a:cubicBezTo>
                    <a:pt x="9313" y="3363"/>
                    <a:pt x="9315" y="3224"/>
                    <a:pt x="9266" y="2946"/>
                  </a:cubicBezTo>
                  <a:cubicBezTo>
                    <a:pt x="9175" y="2438"/>
                    <a:pt x="9099" y="2271"/>
                    <a:pt x="8677" y="1653"/>
                  </a:cubicBezTo>
                  <a:cubicBezTo>
                    <a:pt x="8648" y="1610"/>
                    <a:pt x="8457" y="1433"/>
                    <a:pt x="8253" y="1258"/>
                  </a:cubicBezTo>
                  <a:cubicBezTo>
                    <a:pt x="7870" y="934"/>
                    <a:pt x="7462" y="684"/>
                    <a:pt x="7132" y="574"/>
                  </a:cubicBezTo>
                  <a:cubicBezTo>
                    <a:pt x="6340" y="310"/>
                    <a:pt x="6116" y="253"/>
                    <a:pt x="5417" y="141"/>
                  </a:cubicBezTo>
                  <a:cubicBezTo>
                    <a:pt x="5024" y="78"/>
                    <a:pt x="4689" y="32"/>
                    <a:pt x="4631" y="32"/>
                  </a:cubicBezTo>
                  <a:cubicBezTo>
                    <a:pt x="4627" y="32"/>
                    <a:pt x="4624" y="32"/>
                    <a:pt x="4623" y="33"/>
                  </a:cubicBezTo>
                  <a:cubicBezTo>
                    <a:pt x="4619" y="36"/>
                    <a:pt x="4599" y="38"/>
                    <a:pt x="4566" y="38"/>
                  </a:cubicBezTo>
                  <a:cubicBezTo>
                    <a:pt x="4504" y="38"/>
                    <a:pt x="4399" y="33"/>
                    <a:pt x="4284" y="24"/>
                  </a:cubicBezTo>
                  <a:cubicBezTo>
                    <a:pt x="4091" y="8"/>
                    <a:pt x="3900" y="0"/>
                    <a:pt x="37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5"/>
            <p:cNvSpPr/>
            <p:nvPr/>
          </p:nvSpPr>
          <p:spPr>
            <a:xfrm>
              <a:off x="3821275" y="3914800"/>
              <a:ext cx="61850" cy="74850"/>
            </a:xfrm>
            <a:custGeom>
              <a:rect b="b" l="l" r="r" t="t"/>
              <a:pathLst>
                <a:path extrusionOk="0" h="2994" w="2474">
                  <a:moveTo>
                    <a:pt x="1110" y="310"/>
                  </a:moveTo>
                  <a:cubicBezTo>
                    <a:pt x="1110" y="310"/>
                    <a:pt x="1110" y="310"/>
                    <a:pt x="1110" y="310"/>
                  </a:cubicBezTo>
                  <a:cubicBezTo>
                    <a:pt x="1122" y="312"/>
                    <a:pt x="1243" y="359"/>
                    <a:pt x="1380" y="415"/>
                  </a:cubicBezTo>
                  <a:cubicBezTo>
                    <a:pt x="1506" y="468"/>
                    <a:pt x="1630" y="505"/>
                    <a:pt x="1676" y="505"/>
                  </a:cubicBezTo>
                  <a:cubicBezTo>
                    <a:pt x="1680" y="505"/>
                    <a:pt x="1683" y="505"/>
                    <a:pt x="1686" y="504"/>
                  </a:cubicBezTo>
                  <a:cubicBezTo>
                    <a:pt x="1693" y="502"/>
                    <a:pt x="1701" y="502"/>
                    <a:pt x="1708" y="502"/>
                  </a:cubicBezTo>
                  <a:cubicBezTo>
                    <a:pt x="1735" y="502"/>
                    <a:pt x="1758" y="514"/>
                    <a:pt x="1767" y="534"/>
                  </a:cubicBezTo>
                  <a:cubicBezTo>
                    <a:pt x="1779" y="559"/>
                    <a:pt x="1852" y="586"/>
                    <a:pt x="1933" y="598"/>
                  </a:cubicBezTo>
                  <a:cubicBezTo>
                    <a:pt x="2014" y="610"/>
                    <a:pt x="2087" y="640"/>
                    <a:pt x="2098" y="667"/>
                  </a:cubicBezTo>
                  <a:cubicBezTo>
                    <a:pt x="2114" y="706"/>
                    <a:pt x="1814" y="1172"/>
                    <a:pt x="1735" y="1228"/>
                  </a:cubicBezTo>
                  <a:cubicBezTo>
                    <a:pt x="1702" y="1252"/>
                    <a:pt x="1615" y="1367"/>
                    <a:pt x="1305" y="1797"/>
                  </a:cubicBezTo>
                  <a:cubicBezTo>
                    <a:pt x="1164" y="1993"/>
                    <a:pt x="962" y="2260"/>
                    <a:pt x="858" y="2389"/>
                  </a:cubicBezTo>
                  <a:cubicBezTo>
                    <a:pt x="757" y="2516"/>
                    <a:pt x="668" y="2636"/>
                    <a:pt x="666" y="2655"/>
                  </a:cubicBezTo>
                  <a:cubicBezTo>
                    <a:pt x="665" y="2665"/>
                    <a:pt x="635" y="2672"/>
                    <a:pt x="593" y="2672"/>
                  </a:cubicBezTo>
                  <a:cubicBezTo>
                    <a:pt x="569" y="2672"/>
                    <a:pt x="541" y="2670"/>
                    <a:pt x="511" y="2665"/>
                  </a:cubicBezTo>
                  <a:cubicBezTo>
                    <a:pt x="338" y="2642"/>
                    <a:pt x="338" y="2675"/>
                    <a:pt x="510" y="2101"/>
                  </a:cubicBezTo>
                  <a:cubicBezTo>
                    <a:pt x="584" y="1859"/>
                    <a:pt x="651" y="1601"/>
                    <a:pt x="664" y="1523"/>
                  </a:cubicBezTo>
                  <a:cubicBezTo>
                    <a:pt x="675" y="1448"/>
                    <a:pt x="697" y="1388"/>
                    <a:pt x="712" y="1388"/>
                  </a:cubicBezTo>
                  <a:cubicBezTo>
                    <a:pt x="712" y="1388"/>
                    <a:pt x="713" y="1388"/>
                    <a:pt x="713" y="1388"/>
                  </a:cubicBezTo>
                  <a:cubicBezTo>
                    <a:pt x="713" y="1388"/>
                    <a:pt x="713" y="1388"/>
                    <a:pt x="713" y="1388"/>
                  </a:cubicBezTo>
                  <a:cubicBezTo>
                    <a:pt x="740" y="1388"/>
                    <a:pt x="906" y="922"/>
                    <a:pt x="1034" y="486"/>
                  </a:cubicBezTo>
                  <a:cubicBezTo>
                    <a:pt x="1064" y="388"/>
                    <a:pt x="1097" y="310"/>
                    <a:pt x="1110" y="310"/>
                  </a:cubicBezTo>
                  <a:close/>
                  <a:moveTo>
                    <a:pt x="969" y="1"/>
                  </a:moveTo>
                  <a:cubicBezTo>
                    <a:pt x="945" y="1"/>
                    <a:pt x="934" y="9"/>
                    <a:pt x="922" y="22"/>
                  </a:cubicBezTo>
                  <a:cubicBezTo>
                    <a:pt x="902" y="47"/>
                    <a:pt x="868" y="127"/>
                    <a:pt x="846" y="199"/>
                  </a:cubicBezTo>
                  <a:cubicBezTo>
                    <a:pt x="803" y="354"/>
                    <a:pt x="427" y="1549"/>
                    <a:pt x="385" y="1669"/>
                  </a:cubicBezTo>
                  <a:cubicBezTo>
                    <a:pt x="369" y="1715"/>
                    <a:pt x="307" y="1903"/>
                    <a:pt x="247" y="2085"/>
                  </a:cubicBezTo>
                  <a:cubicBezTo>
                    <a:pt x="187" y="2268"/>
                    <a:pt x="110" y="2471"/>
                    <a:pt x="75" y="2535"/>
                  </a:cubicBezTo>
                  <a:cubicBezTo>
                    <a:pt x="0" y="2674"/>
                    <a:pt x="42" y="2812"/>
                    <a:pt x="173" y="2858"/>
                  </a:cubicBezTo>
                  <a:cubicBezTo>
                    <a:pt x="224" y="2875"/>
                    <a:pt x="388" y="2918"/>
                    <a:pt x="541" y="2955"/>
                  </a:cubicBezTo>
                  <a:cubicBezTo>
                    <a:pt x="643" y="2979"/>
                    <a:pt x="716" y="2994"/>
                    <a:pt x="771" y="2994"/>
                  </a:cubicBezTo>
                  <a:cubicBezTo>
                    <a:pt x="889" y="2994"/>
                    <a:pt x="927" y="2928"/>
                    <a:pt x="995" y="2745"/>
                  </a:cubicBezTo>
                  <a:cubicBezTo>
                    <a:pt x="1030" y="2651"/>
                    <a:pt x="1140" y="2475"/>
                    <a:pt x="1244" y="2348"/>
                  </a:cubicBezTo>
                  <a:cubicBezTo>
                    <a:pt x="1346" y="2222"/>
                    <a:pt x="1488" y="2033"/>
                    <a:pt x="1564" y="1922"/>
                  </a:cubicBezTo>
                  <a:cubicBezTo>
                    <a:pt x="1639" y="1813"/>
                    <a:pt x="1836" y="1547"/>
                    <a:pt x="2002" y="1330"/>
                  </a:cubicBezTo>
                  <a:cubicBezTo>
                    <a:pt x="2329" y="906"/>
                    <a:pt x="2473" y="657"/>
                    <a:pt x="2451" y="559"/>
                  </a:cubicBezTo>
                  <a:cubicBezTo>
                    <a:pt x="2432" y="475"/>
                    <a:pt x="2216" y="378"/>
                    <a:pt x="2086" y="378"/>
                  </a:cubicBezTo>
                  <a:cubicBezTo>
                    <a:pt x="2061" y="378"/>
                    <a:pt x="2039" y="381"/>
                    <a:pt x="2023" y="389"/>
                  </a:cubicBezTo>
                  <a:cubicBezTo>
                    <a:pt x="1997" y="400"/>
                    <a:pt x="1975" y="405"/>
                    <a:pt x="1960" y="405"/>
                  </a:cubicBezTo>
                  <a:cubicBezTo>
                    <a:pt x="1946" y="405"/>
                    <a:pt x="1938" y="400"/>
                    <a:pt x="1939" y="390"/>
                  </a:cubicBezTo>
                  <a:cubicBezTo>
                    <a:pt x="1942" y="368"/>
                    <a:pt x="1783" y="289"/>
                    <a:pt x="1582" y="211"/>
                  </a:cubicBezTo>
                  <a:cubicBezTo>
                    <a:pt x="1167" y="52"/>
                    <a:pt x="1029" y="1"/>
                    <a:pt x="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5"/>
            <p:cNvSpPr/>
            <p:nvPr/>
          </p:nvSpPr>
          <p:spPr>
            <a:xfrm>
              <a:off x="3807350" y="3992475"/>
              <a:ext cx="38375" cy="27675"/>
            </a:xfrm>
            <a:custGeom>
              <a:rect b="b" l="l" r="r" t="t"/>
              <a:pathLst>
                <a:path extrusionOk="0" h="1107" w="1535">
                  <a:moveTo>
                    <a:pt x="792" y="318"/>
                  </a:moveTo>
                  <a:cubicBezTo>
                    <a:pt x="887" y="318"/>
                    <a:pt x="912" y="344"/>
                    <a:pt x="969" y="425"/>
                  </a:cubicBezTo>
                  <a:cubicBezTo>
                    <a:pt x="1111" y="628"/>
                    <a:pt x="876" y="843"/>
                    <a:pt x="643" y="843"/>
                  </a:cubicBezTo>
                  <a:cubicBezTo>
                    <a:pt x="562" y="843"/>
                    <a:pt x="481" y="817"/>
                    <a:pt x="416" y="757"/>
                  </a:cubicBezTo>
                  <a:cubicBezTo>
                    <a:pt x="233" y="586"/>
                    <a:pt x="351" y="356"/>
                    <a:pt x="637" y="329"/>
                  </a:cubicBezTo>
                  <a:cubicBezTo>
                    <a:pt x="705" y="322"/>
                    <a:pt x="754" y="318"/>
                    <a:pt x="792" y="318"/>
                  </a:cubicBezTo>
                  <a:close/>
                  <a:moveTo>
                    <a:pt x="682" y="1"/>
                  </a:moveTo>
                  <a:cubicBezTo>
                    <a:pt x="636" y="1"/>
                    <a:pt x="585" y="5"/>
                    <a:pt x="527" y="14"/>
                  </a:cubicBezTo>
                  <a:cubicBezTo>
                    <a:pt x="336" y="45"/>
                    <a:pt x="181" y="155"/>
                    <a:pt x="113" y="309"/>
                  </a:cubicBezTo>
                  <a:cubicBezTo>
                    <a:pt x="1" y="564"/>
                    <a:pt x="11" y="676"/>
                    <a:pt x="163" y="877"/>
                  </a:cubicBezTo>
                  <a:cubicBezTo>
                    <a:pt x="293" y="1050"/>
                    <a:pt x="327" y="1070"/>
                    <a:pt x="535" y="1098"/>
                  </a:cubicBezTo>
                  <a:cubicBezTo>
                    <a:pt x="576" y="1103"/>
                    <a:pt x="616" y="1106"/>
                    <a:pt x="654" y="1106"/>
                  </a:cubicBezTo>
                  <a:cubicBezTo>
                    <a:pt x="1267" y="1106"/>
                    <a:pt x="1535" y="418"/>
                    <a:pt x="986" y="89"/>
                  </a:cubicBezTo>
                  <a:cubicBezTo>
                    <a:pt x="883" y="28"/>
                    <a:pt x="794" y="1"/>
                    <a:pt x="6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75"/>
          <p:cNvGrpSpPr/>
          <p:nvPr/>
        </p:nvGrpSpPr>
        <p:grpSpPr>
          <a:xfrm>
            <a:off x="7230819" y="3828276"/>
            <a:ext cx="467381" cy="453537"/>
            <a:chOff x="5244650" y="4666550"/>
            <a:chExt cx="154450" cy="149875"/>
          </a:xfrm>
        </p:grpSpPr>
        <p:sp>
          <p:nvSpPr>
            <p:cNvPr id="2067" name="Google Shape;2067;p75"/>
            <p:cNvSpPr/>
            <p:nvPr/>
          </p:nvSpPr>
          <p:spPr>
            <a:xfrm>
              <a:off x="5244650" y="4666550"/>
              <a:ext cx="154450" cy="149875"/>
            </a:xfrm>
            <a:custGeom>
              <a:rect b="b" l="l" r="r" t="t"/>
              <a:pathLst>
                <a:path extrusionOk="0" h="5995" w="6178">
                  <a:moveTo>
                    <a:pt x="4603" y="299"/>
                  </a:moveTo>
                  <a:lnTo>
                    <a:pt x="4574" y="634"/>
                  </a:lnTo>
                  <a:cubicBezTo>
                    <a:pt x="4558" y="819"/>
                    <a:pt x="4534" y="1194"/>
                    <a:pt x="4520" y="1474"/>
                  </a:cubicBezTo>
                  <a:lnTo>
                    <a:pt x="4496" y="1980"/>
                  </a:lnTo>
                  <a:lnTo>
                    <a:pt x="4791" y="1987"/>
                  </a:lnTo>
                  <a:cubicBezTo>
                    <a:pt x="4955" y="1992"/>
                    <a:pt x="5183" y="1998"/>
                    <a:pt x="5302" y="2000"/>
                  </a:cubicBezTo>
                  <a:lnTo>
                    <a:pt x="5518" y="2004"/>
                  </a:lnTo>
                  <a:lnTo>
                    <a:pt x="5511" y="2149"/>
                  </a:lnTo>
                  <a:cubicBezTo>
                    <a:pt x="5505" y="2232"/>
                    <a:pt x="5479" y="2310"/>
                    <a:pt x="5449" y="2329"/>
                  </a:cubicBezTo>
                  <a:cubicBezTo>
                    <a:pt x="5429" y="2341"/>
                    <a:pt x="5317" y="2348"/>
                    <a:pt x="5168" y="2348"/>
                  </a:cubicBezTo>
                  <a:cubicBezTo>
                    <a:pt x="5095" y="2348"/>
                    <a:pt x="5013" y="2346"/>
                    <a:pt x="4929" y="2343"/>
                  </a:cubicBezTo>
                  <a:lnTo>
                    <a:pt x="4463" y="2325"/>
                  </a:lnTo>
                  <a:lnTo>
                    <a:pt x="4483" y="2980"/>
                  </a:lnTo>
                  <a:cubicBezTo>
                    <a:pt x="4495" y="3342"/>
                    <a:pt x="4510" y="3642"/>
                    <a:pt x="4518" y="3649"/>
                  </a:cubicBezTo>
                  <a:cubicBezTo>
                    <a:pt x="4526" y="3658"/>
                    <a:pt x="4832" y="3672"/>
                    <a:pt x="5198" y="3680"/>
                  </a:cubicBezTo>
                  <a:cubicBezTo>
                    <a:pt x="5785" y="3695"/>
                    <a:pt x="5865" y="3706"/>
                    <a:pt x="5878" y="3771"/>
                  </a:cubicBezTo>
                  <a:cubicBezTo>
                    <a:pt x="5886" y="3812"/>
                    <a:pt x="5875" y="3862"/>
                    <a:pt x="5854" y="3884"/>
                  </a:cubicBezTo>
                  <a:cubicBezTo>
                    <a:pt x="5832" y="3906"/>
                    <a:pt x="5516" y="3927"/>
                    <a:pt x="5155" y="3931"/>
                  </a:cubicBezTo>
                  <a:lnTo>
                    <a:pt x="4496" y="3940"/>
                  </a:lnTo>
                  <a:lnTo>
                    <a:pt x="4510" y="4688"/>
                  </a:lnTo>
                  <a:cubicBezTo>
                    <a:pt x="4519" y="5168"/>
                    <a:pt x="4509" y="5436"/>
                    <a:pt x="4481" y="5436"/>
                  </a:cubicBezTo>
                  <a:cubicBezTo>
                    <a:pt x="4457" y="5436"/>
                    <a:pt x="4394" y="5446"/>
                    <a:pt x="4341" y="5460"/>
                  </a:cubicBezTo>
                  <a:cubicBezTo>
                    <a:pt x="4323" y="5465"/>
                    <a:pt x="4309" y="5468"/>
                    <a:pt x="4297" y="5468"/>
                  </a:cubicBezTo>
                  <a:cubicBezTo>
                    <a:pt x="4246" y="5468"/>
                    <a:pt x="4245" y="5405"/>
                    <a:pt x="4245" y="5098"/>
                  </a:cubicBezTo>
                  <a:cubicBezTo>
                    <a:pt x="4245" y="4885"/>
                    <a:pt x="4232" y="4535"/>
                    <a:pt x="4216" y="4317"/>
                  </a:cubicBezTo>
                  <a:lnTo>
                    <a:pt x="4187" y="3923"/>
                  </a:lnTo>
                  <a:lnTo>
                    <a:pt x="3924" y="3943"/>
                  </a:lnTo>
                  <a:cubicBezTo>
                    <a:pt x="3781" y="3955"/>
                    <a:pt x="3524" y="3973"/>
                    <a:pt x="3359" y="3985"/>
                  </a:cubicBezTo>
                  <a:cubicBezTo>
                    <a:pt x="3193" y="3997"/>
                    <a:pt x="2887" y="4019"/>
                    <a:pt x="2678" y="4036"/>
                  </a:cubicBezTo>
                  <a:lnTo>
                    <a:pt x="2297" y="4067"/>
                  </a:lnTo>
                  <a:lnTo>
                    <a:pt x="2322" y="4479"/>
                  </a:lnTo>
                  <a:cubicBezTo>
                    <a:pt x="2336" y="4706"/>
                    <a:pt x="2358" y="5071"/>
                    <a:pt x="2371" y="5287"/>
                  </a:cubicBezTo>
                  <a:lnTo>
                    <a:pt x="2397" y="5682"/>
                  </a:lnTo>
                  <a:lnTo>
                    <a:pt x="2244" y="5706"/>
                  </a:lnTo>
                  <a:cubicBezTo>
                    <a:pt x="2178" y="5716"/>
                    <a:pt x="2125" y="5723"/>
                    <a:pt x="2083" y="5723"/>
                  </a:cubicBezTo>
                  <a:cubicBezTo>
                    <a:pt x="1933" y="5723"/>
                    <a:pt x="1912" y="5642"/>
                    <a:pt x="1914" y="5374"/>
                  </a:cubicBezTo>
                  <a:cubicBezTo>
                    <a:pt x="1915" y="5205"/>
                    <a:pt x="1915" y="4844"/>
                    <a:pt x="1914" y="4577"/>
                  </a:cubicBezTo>
                  <a:lnTo>
                    <a:pt x="1912" y="4087"/>
                  </a:lnTo>
                  <a:lnTo>
                    <a:pt x="1751" y="4112"/>
                  </a:lnTo>
                  <a:cubicBezTo>
                    <a:pt x="1664" y="4126"/>
                    <a:pt x="1513" y="4147"/>
                    <a:pt x="1418" y="4159"/>
                  </a:cubicBezTo>
                  <a:cubicBezTo>
                    <a:pt x="1323" y="4172"/>
                    <a:pt x="1106" y="4218"/>
                    <a:pt x="933" y="4263"/>
                  </a:cubicBezTo>
                  <a:lnTo>
                    <a:pt x="621" y="4343"/>
                  </a:lnTo>
                  <a:lnTo>
                    <a:pt x="621" y="4159"/>
                  </a:lnTo>
                  <a:lnTo>
                    <a:pt x="621" y="3976"/>
                  </a:lnTo>
                  <a:lnTo>
                    <a:pt x="870" y="3950"/>
                  </a:lnTo>
                  <a:cubicBezTo>
                    <a:pt x="1006" y="3936"/>
                    <a:pt x="1293" y="3914"/>
                    <a:pt x="1503" y="3903"/>
                  </a:cubicBezTo>
                  <a:cubicBezTo>
                    <a:pt x="1712" y="3892"/>
                    <a:pt x="1896" y="3873"/>
                    <a:pt x="1905" y="3862"/>
                  </a:cubicBezTo>
                  <a:cubicBezTo>
                    <a:pt x="1930" y="3834"/>
                    <a:pt x="1931" y="3775"/>
                    <a:pt x="1913" y="2966"/>
                  </a:cubicBezTo>
                  <a:lnTo>
                    <a:pt x="1899" y="2333"/>
                  </a:lnTo>
                  <a:lnTo>
                    <a:pt x="1271" y="2328"/>
                  </a:lnTo>
                  <a:cubicBezTo>
                    <a:pt x="383" y="2320"/>
                    <a:pt x="363" y="2318"/>
                    <a:pt x="363" y="2230"/>
                  </a:cubicBezTo>
                  <a:cubicBezTo>
                    <a:pt x="363" y="2142"/>
                    <a:pt x="498" y="2122"/>
                    <a:pt x="1307" y="2092"/>
                  </a:cubicBezTo>
                  <a:cubicBezTo>
                    <a:pt x="1623" y="2080"/>
                    <a:pt x="1888" y="2064"/>
                    <a:pt x="1895" y="2058"/>
                  </a:cubicBezTo>
                  <a:cubicBezTo>
                    <a:pt x="1902" y="2051"/>
                    <a:pt x="1917" y="1679"/>
                    <a:pt x="1930" y="1232"/>
                  </a:cubicBezTo>
                  <a:cubicBezTo>
                    <a:pt x="1943" y="784"/>
                    <a:pt x="1963" y="408"/>
                    <a:pt x="1975" y="395"/>
                  </a:cubicBezTo>
                  <a:cubicBezTo>
                    <a:pt x="1980" y="390"/>
                    <a:pt x="1998" y="388"/>
                    <a:pt x="2025" y="388"/>
                  </a:cubicBezTo>
                  <a:cubicBezTo>
                    <a:pt x="2067" y="388"/>
                    <a:pt x="2130" y="394"/>
                    <a:pt x="2197" y="404"/>
                  </a:cubicBezTo>
                  <a:lnTo>
                    <a:pt x="2397" y="435"/>
                  </a:lnTo>
                  <a:lnTo>
                    <a:pt x="2382" y="1252"/>
                  </a:lnTo>
                  <a:lnTo>
                    <a:pt x="2368" y="2070"/>
                  </a:lnTo>
                  <a:lnTo>
                    <a:pt x="2368" y="2070"/>
                  </a:lnTo>
                  <a:lnTo>
                    <a:pt x="2778" y="2068"/>
                  </a:lnTo>
                  <a:cubicBezTo>
                    <a:pt x="3005" y="2067"/>
                    <a:pt x="3335" y="2046"/>
                    <a:pt x="3512" y="2020"/>
                  </a:cubicBezTo>
                  <a:cubicBezTo>
                    <a:pt x="3688" y="1996"/>
                    <a:pt x="3934" y="1966"/>
                    <a:pt x="4055" y="1953"/>
                  </a:cubicBezTo>
                  <a:lnTo>
                    <a:pt x="4274" y="1930"/>
                  </a:lnTo>
                  <a:lnTo>
                    <a:pt x="4303" y="1301"/>
                  </a:lnTo>
                  <a:cubicBezTo>
                    <a:pt x="4319" y="956"/>
                    <a:pt x="4351" y="650"/>
                    <a:pt x="4375" y="622"/>
                  </a:cubicBezTo>
                  <a:cubicBezTo>
                    <a:pt x="4399" y="593"/>
                    <a:pt x="4406" y="509"/>
                    <a:pt x="4391" y="435"/>
                  </a:cubicBezTo>
                  <a:cubicBezTo>
                    <a:pt x="4366" y="307"/>
                    <a:pt x="4372" y="299"/>
                    <a:pt x="4483" y="299"/>
                  </a:cubicBezTo>
                  <a:close/>
                  <a:moveTo>
                    <a:pt x="4285" y="0"/>
                  </a:moveTo>
                  <a:cubicBezTo>
                    <a:pt x="4175" y="0"/>
                    <a:pt x="4110" y="12"/>
                    <a:pt x="4095" y="36"/>
                  </a:cubicBezTo>
                  <a:cubicBezTo>
                    <a:pt x="4078" y="63"/>
                    <a:pt x="4070" y="168"/>
                    <a:pt x="4076" y="266"/>
                  </a:cubicBezTo>
                  <a:cubicBezTo>
                    <a:pt x="4093" y="525"/>
                    <a:pt x="4024" y="1721"/>
                    <a:pt x="3991" y="1729"/>
                  </a:cubicBezTo>
                  <a:cubicBezTo>
                    <a:pt x="3888" y="1749"/>
                    <a:pt x="3338" y="1771"/>
                    <a:pt x="2988" y="1771"/>
                  </a:cubicBezTo>
                  <a:cubicBezTo>
                    <a:pt x="2947" y="1771"/>
                    <a:pt x="2908" y="1771"/>
                    <a:pt x="2873" y="1770"/>
                  </a:cubicBezTo>
                  <a:lnTo>
                    <a:pt x="2642" y="1766"/>
                  </a:lnTo>
                  <a:lnTo>
                    <a:pt x="2649" y="1065"/>
                  </a:lnTo>
                  <a:cubicBezTo>
                    <a:pt x="2652" y="678"/>
                    <a:pt x="2653" y="339"/>
                    <a:pt x="2651" y="307"/>
                  </a:cubicBezTo>
                  <a:cubicBezTo>
                    <a:pt x="2644" y="203"/>
                    <a:pt x="2259" y="118"/>
                    <a:pt x="1980" y="118"/>
                  </a:cubicBezTo>
                  <a:cubicBezTo>
                    <a:pt x="1851" y="118"/>
                    <a:pt x="1744" y="137"/>
                    <a:pt x="1709" y="180"/>
                  </a:cubicBezTo>
                  <a:cubicBezTo>
                    <a:pt x="1682" y="212"/>
                    <a:pt x="1663" y="547"/>
                    <a:pt x="1661" y="1007"/>
                  </a:cubicBezTo>
                  <a:cubicBezTo>
                    <a:pt x="1659" y="1435"/>
                    <a:pt x="1648" y="1789"/>
                    <a:pt x="1638" y="1799"/>
                  </a:cubicBezTo>
                  <a:cubicBezTo>
                    <a:pt x="1628" y="1808"/>
                    <a:pt x="1311" y="1826"/>
                    <a:pt x="937" y="1840"/>
                  </a:cubicBezTo>
                  <a:cubicBezTo>
                    <a:pt x="564" y="1854"/>
                    <a:pt x="224" y="1880"/>
                    <a:pt x="185" y="1900"/>
                  </a:cubicBezTo>
                  <a:cubicBezTo>
                    <a:pt x="91" y="1948"/>
                    <a:pt x="1" y="2451"/>
                    <a:pt x="72" y="2526"/>
                  </a:cubicBezTo>
                  <a:cubicBezTo>
                    <a:pt x="107" y="2562"/>
                    <a:pt x="366" y="2584"/>
                    <a:pt x="880" y="2594"/>
                  </a:cubicBezTo>
                  <a:lnTo>
                    <a:pt x="1636" y="2608"/>
                  </a:lnTo>
                  <a:lnTo>
                    <a:pt x="1648" y="3112"/>
                  </a:lnTo>
                  <a:lnTo>
                    <a:pt x="1661" y="3615"/>
                  </a:lnTo>
                  <a:lnTo>
                    <a:pt x="1519" y="3638"/>
                  </a:lnTo>
                  <a:cubicBezTo>
                    <a:pt x="1441" y="3650"/>
                    <a:pt x="1176" y="3671"/>
                    <a:pt x="925" y="3685"/>
                  </a:cubicBezTo>
                  <a:cubicBezTo>
                    <a:pt x="341" y="3717"/>
                    <a:pt x="314" y="3739"/>
                    <a:pt x="325" y="4174"/>
                  </a:cubicBezTo>
                  <a:cubicBezTo>
                    <a:pt x="331" y="4392"/>
                    <a:pt x="355" y="4517"/>
                    <a:pt x="403" y="4577"/>
                  </a:cubicBezTo>
                  <a:lnTo>
                    <a:pt x="473" y="4663"/>
                  </a:lnTo>
                  <a:lnTo>
                    <a:pt x="818" y="4574"/>
                  </a:lnTo>
                  <a:cubicBezTo>
                    <a:pt x="1007" y="4526"/>
                    <a:pt x="1275" y="4473"/>
                    <a:pt x="1410" y="4457"/>
                  </a:cubicBezTo>
                  <a:lnTo>
                    <a:pt x="1656" y="4428"/>
                  </a:lnTo>
                  <a:lnTo>
                    <a:pt x="1659" y="4704"/>
                  </a:lnTo>
                  <a:cubicBezTo>
                    <a:pt x="1660" y="4855"/>
                    <a:pt x="1657" y="5164"/>
                    <a:pt x="1655" y="5390"/>
                  </a:cubicBezTo>
                  <a:cubicBezTo>
                    <a:pt x="1649" y="5918"/>
                    <a:pt x="1687" y="5972"/>
                    <a:pt x="2145" y="5972"/>
                  </a:cubicBezTo>
                  <a:cubicBezTo>
                    <a:pt x="2155" y="5972"/>
                    <a:pt x="2164" y="5972"/>
                    <a:pt x="2175" y="5972"/>
                  </a:cubicBezTo>
                  <a:cubicBezTo>
                    <a:pt x="2672" y="5970"/>
                    <a:pt x="2660" y="5994"/>
                    <a:pt x="2624" y="5090"/>
                  </a:cubicBezTo>
                  <a:lnTo>
                    <a:pt x="2593" y="4326"/>
                  </a:lnTo>
                  <a:lnTo>
                    <a:pt x="2825" y="4297"/>
                  </a:lnTo>
                  <a:cubicBezTo>
                    <a:pt x="2953" y="4282"/>
                    <a:pt x="3263" y="4269"/>
                    <a:pt x="3514" y="4269"/>
                  </a:cubicBezTo>
                  <a:lnTo>
                    <a:pt x="3970" y="4269"/>
                  </a:lnTo>
                  <a:lnTo>
                    <a:pt x="3980" y="4946"/>
                  </a:lnTo>
                  <a:cubicBezTo>
                    <a:pt x="3986" y="5349"/>
                    <a:pt x="4010" y="5647"/>
                    <a:pt x="4038" y="5680"/>
                  </a:cubicBezTo>
                  <a:cubicBezTo>
                    <a:pt x="4068" y="5715"/>
                    <a:pt x="4191" y="5736"/>
                    <a:pt x="4376" y="5736"/>
                  </a:cubicBezTo>
                  <a:cubicBezTo>
                    <a:pt x="4821" y="5736"/>
                    <a:pt x="4821" y="5736"/>
                    <a:pt x="4796" y="4926"/>
                  </a:cubicBezTo>
                  <a:cubicBezTo>
                    <a:pt x="4781" y="4466"/>
                    <a:pt x="4790" y="4255"/>
                    <a:pt x="4823" y="4243"/>
                  </a:cubicBezTo>
                  <a:cubicBezTo>
                    <a:pt x="4848" y="4235"/>
                    <a:pt x="5114" y="4219"/>
                    <a:pt x="5410" y="4209"/>
                  </a:cubicBezTo>
                  <a:cubicBezTo>
                    <a:pt x="5706" y="4198"/>
                    <a:pt x="5983" y="4177"/>
                    <a:pt x="6022" y="4161"/>
                  </a:cubicBezTo>
                  <a:cubicBezTo>
                    <a:pt x="6069" y="4143"/>
                    <a:pt x="6105" y="4063"/>
                    <a:pt x="6125" y="3931"/>
                  </a:cubicBezTo>
                  <a:cubicBezTo>
                    <a:pt x="6142" y="3820"/>
                    <a:pt x="6162" y="3692"/>
                    <a:pt x="6170" y="3646"/>
                  </a:cubicBezTo>
                  <a:cubicBezTo>
                    <a:pt x="6177" y="3601"/>
                    <a:pt x="6157" y="3518"/>
                    <a:pt x="6125" y="3469"/>
                  </a:cubicBezTo>
                  <a:cubicBezTo>
                    <a:pt x="6084" y="3405"/>
                    <a:pt x="6059" y="3385"/>
                    <a:pt x="5815" y="3385"/>
                  </a:cubicBezTo>
                  <a:cubicBezTo>
                    <a:pt x="5720" y="3385"/>
                    <a:pt x="5591" y="3388"/>
                    <a:pt x="5415" y="3393"/>
                  </a:cubicBezTo>
                  <a:lnTo>
                    <a:pt x="4763" y="3409"/>
                  </a:lnTo>
                  <a:lnTo>
                    <a:pt x="4758" y="3246"/>
                  </a:lnTo>
                  <a:cubicBezTo>
                    <a:pt x="4749" y="3015"/>
                    <a:pt x="4768" y="2655"/>
                    <a:pt x="4789" y="2633"/>
                  </a:cubicBezTo>
                  <a:cubicBezTo>
                    <a:pt x="4798" y="2624"/>
                    <a:pt x="4931" y="2617"/>
                    <a:pt x="5103" y="2617"/>
                  </a:cubicBezTo>
                  <a:cubicBezTo>
                    <a:pt x="5135" y="2617"/>
                    <a:pt x="5169" y="2617"/>
                    <a:pt x="5203" y="2617"/>
                  </a:cubicBezTo>
                  <a:cubicBezTo>
                    <a:pt x="5228" y="2618"/>
                    <a:pt x="5251" y="2618"/>
                    <a:pt x="5274" y="2618"/>
                  </a:cubicBezTo>
                  <a:cubicBezTo>
                    <a:pt x="5719" y="2618"/>
                    <a:pt x="5777" y="2550"/>
                    <a:pt x="5821" y="2111"/>
                  </a:cubicBezTo>
                  <a:cubicBezTo>
                    <a:pt x="5845" y="1869"/>
                    <a:pt x="5839" y="1791"/>
                    <a:pt x="5793" y="1762"/>
                  </a:cubicBezTo>
                  <a:cubicBezTo>
                    <a:pt x="5760" y="1741"/>
                    <a:pt x="5521" y="1724"/>
                    <a:pt x="5266" y="1723"/>
                  </a:cubicBezTo>
                  <a:lnTo>
                    <a:pt x="4800" y="1721"/>
                  </a:lnTo>
                  <a:lnTo>
                    <a:pt x="4829" y="1020"/>
                  </a:lnTo>
                  <a:cubicBezTo>
                    <a:pt x="4844" y="634"/>
                    <a:pt x="4864" y="296"/>
                    <a:pt x="4872" y="268"/>
                  </a:cubicBezTo>
                  <a:cubicBezTo>
                    <a:pt x="4879" y="239"/>
                    <a:pt x="4852" y="173"/>
                    <a:pt x="4808" y="120"/>
                  </a:cubicBezTo>
                  <a:cubicBezTo>
                    <a:pt x="4744" y="40"/>
                    <a:pt x="4679" y="20"/>
                    <a:pt x="4429" y="5"/>
                  </a:cubicBezTo>
                  <a:cubicBezTo>
                    <a:pt x="4374" y="2"/>
                    <a:pt x="4326" y="0"/>
                    <a:pt x="4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5"/>
            <p:cNvSpPr/>
            <p:nvPr/>
          </p:nvSpPr>
          <p:spPr>
            <a:xfrm>
              <a:off x="5300100" y="4724150"/>
              <a:ext cx="48200" cy="38525"/>
            </a:xfrm>
            <a:custGeom>
              <a:rect b="b" l="l" r="r" t="t"/>
              <a:pathLst>
                <a:path extrusionOk="0" h="1541" w="1928">
                  <a:moveTo>
                    <a:pt x="730" y="302"/>
                  </a:moveTo>
                  <a:cubicBezTo>
                    <a:pt x="813" y="302"/>
                    <a:pt x="904" y="303"/>
                    <a:pt x="998" y="305"/>
                  </a:cubicBezTo>
                  <a:lnTo>
                    <a:pt x="1648" y="317"/>
                  </a:lnTo>
                  <a:lnTo>
                    <a:pt x="1660" y="715"/>
                  </a:lnTo>
                  <a:cubicBezTo>
                    <a:pt x="1669" y="1011"/>
                    <a:pt x="1657" y="1119"/>
                    <a:pt x="1615" y="1134"/>
                  </a:cubicBezTo>
                  <a:cubicBezTo>
                    <a:pt x="1565" y="1151"/>
                    <a:pt x="1105" y="1194"/>
                    <a:pt x="920" y="1198"/>
                  </a:cubicBezTo>
                  <a:cubicBezTo>
                    <a:pt x="871" y="1199"/>
                    <a:pt x="854" y="1219"/>
                    <a:pt x="873" y="1251"/>
                  </a:cubicBezTo>
                  <a:cubicBezTo>
                    <a:pt x="886" y="1273"/>
                    <a:pt x="885" y="1284"/>
                    <a:pt x="871" y="1284"/>
                  </a:cubicBezTo>
                  <a:cubicBezTo>
                    <a:pt x="862" y="1284"/>
                    <a:pt x="849" y="1280"/>
                    <a:pt x="830" y="1272"/>
                  </a:cubicBezTo>
                  <a:cubicBezTo>
                    <a:pt x="790" y="1256"/>
                    <a:pt x="649" y="1242"/>
                    <a:pt x="522" y="1242"/>
                  </a:cubicBezTo>
                  <a:lnTo>
                    <a:pt x="288" y="1242"/>
                  </a:lnTo>
                  <a:lnTo>
                    <a:pt x="288" y="795"/>
                  </a:lnTo>
                  <a:cubicBezTo>
                    <a:pt x="288" y="548"/>
                    <a:pt x="302" y="337"/>
                    <a:pt x="319" y="321"/>
                  </a:cubicBezTo>
                  <a:cubicBezTo>
                    <a:pt x="331" y="309"/>
                    <a:pt x="500" y="302"/>
                    <a:pt x="730" y="302"/>
                  </a:cubicBezTo>
                  <a:close/>
                  <a:moveTo>
                    <a:pt x="1790" y="1"/>
                  </a:moveTo>
                  <a:cubicBezTo>
                    <a:pt x="1787" y="1"/>
                    <a:pt x="1784" y="1"/>
                    <a:pt x="1783" y="3"/>
                  </a:cubicBezTo>
                  <a:cubicBezTo>
                    <a:pt x="1779" y="8"/>
                    <a:pt x="1393" y="19"/>
                    <a:pt x="924" y="25"/>
                  </a:cubicBezTo>
                  <a:cubicBezTo>
                    <a:pt x="83" y="38"/>
                    <a:pt x="74" y="39"/>
                    <a:pt x="54" y="134"/>
                  </a:cubicBezTo>
                  <a:cubicBezTo>
                    <a:pt x="42" y="187"/>
                    <a:pt x="26" y="524"/>
                    <a:pt x="16" y="886"/>
                  </a:cubicBezTo>
                  <a:lnTo>
                    <a:pt x="0" y="1541"/>
                  </a:lnTo>
                  <a:lnTo>
                    <a:pt x="306" y="1518"/>
                  </a:lnTo>
                  <a:cubicBezTo>
                    <a:pt x="476" y="1506"/>
                    <a:pt x="795" y="1477"/>
                    <a:pt x="1022" y="1453"/>
                  </a:cubicBezTo>
                  <a:cubicBezTo>
                    <a:pt x="1247" y="1429"/>
                    <a:pt x="1541" y="1400"/>
                    <a:pt x="1679" y="1387"/>
                  </a:cubicBezTo>
                  <a:lnTo>
                    <a:pt x="1928" y="1365"/>
                  </a:lnTo>
                  <a:lnTo>
                    <a:pt x="1928" y="705"/>
                  </a:lnTo>
                  <a:cubicBezTo>
                    <a:pt x="1928" y="142"/>
                    <a:pt x="1917" y="42"/>
                    <a:pt x="1859" y="19"/>
                  </a:cubicBezTo>
                  <a:cubicBezTo>
                    <a:pt x="1831" y="8"/>
                    <a:pt x="1803" y="1"/>
                    <a:pt x="1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75"/>
          <p:cNvGrpSpPr/>
          <p:nvPr/>
        </p:nvGrpSpPr>
        <p:grpSpPr>
          <a:xfrm>
            <a:off x="486863" y="3200391"/>
            <a:ext cx="924382" cy="1002619"/>
            <a:chOff x="4427950" y="2495000"/>
            <a:chExt cx="259250" cy="281200"/>
          </a:xfrm>
        </p:grpSpPr>
        <p:sp>
          <p:nvSpPr>
            <p:cNvPr id="2070" name="Google Shape;2070;p75"/>
            <p:cNvSpPr/>
            <p:nvPr/>
          </p:nvSpPr>
          <p:spPr>
            <a:xfrm>
              <a:off x="4427950" y="2495000"/>
              <a:ext cx="259250" cy="281200"/>
            </a:xfrm>
            <a:custGeom>
              <a:rect b="b" l="l" r="r" t="t"/>
              <a:pathLst>
                <a:path extrusionOk="0" h="11248" w="10370">
                  <a:moveTo>
                    <a:pt x="5063" y="285"/>
                  </a:moveTo>
                  <a:cubicBezTo>
                    <a:pt x="5067" y="285"/>
                    <a:pt x="5072" y="286"/>
                    <a:pt x="5076" y="286"/>
                  </a:cubicBezTo>
                  <a:cubicBezTo>
                    <a:pt x="5081" y="287"/>
                    <a:pt x="5088" y="286"/>
                    <a:pt x="5094" y="288"/>
                  </a:cubicBezTo>
                  <a:cubicBezTo>
                    <a:pt x="5099" y="289"/>
                    <a:pt x="5105" y="289"/>
                    <a:pt x="5110" y="290"/>
                  </a:cubicBezTo>
                  <a:lnTo>
                    <a:pt x="5113" y="290"/>
                  </a:lnTo>
                  <a:cubicBezTo>
                    <a:pt x="5119" y="292"/>
                    <a:pt x="5124" y="293"/>
                    <a:pt x="5129" y="296"/>
                  </a:cubicBezTo>
                  <a:lnTo>
                    <a:pt x="5138" y="298"/>
                  </a:lnTo>
                  <a:lnTo>
                    <a:pt x="5145" y="301"/>
                  </a:lnTo>
                  <a:lnTo>
                    <a:pt x="5162" y="307"/>
                  </a:lnTo>
                  <a:lnTo>
                    <a:pt x="5374" y="392"/>
                  </a:lnTo>
                  <a:lnTo>
                    <a:pt x="5583" y="478"/>
                  </a:lnTo>
                  <a:cubicBezTo>
                    <a:pt x="5583" y="478"/>
                    <a:pt x="6155" y="742"/>
                    <a:pt x="6226" y="770"/>
                  </a:cubicBezTo>
                  <a:cubicBezTo>
                    <a:pt x="6537" y="895"/>
                    <a:pt x="6724" y="881"/>
                    <a:pt x="6878" y="897"/>
                  </a:cubicBezTo>
                  <a:cubicBezTo>
                    <a:pt x="6955" y="906"/>
                    <a:pt x="7032" y="913"/>
                    <a:pt x="7108" y="925"/>
                  </a:cubicBezTo>
                  <a:cubicBezTo>
                    <a:pt x="7184" y="936"/>
                    <a:pt x="7258" y="949"/>
                    <a:pt x="7332" y="966"/>
                  </a:cubicBezTo>
                  <a:cubicBezTo>
                    <a:pt x="7407" y="983"/>
                    <a:pt x="7480" y="1003"/>
                    <a:pt x="7552" y="1024"/>
                  </a:cubicBezTo>
                  <a:cubicBezTo>
                    <a:pt x="7625" y="1045"/>
                    <a:pt x="7697" y="1067"/>
                    <a:pt x="7769" y="1089"/>
                  </a:cubicBezTo>
                  <a:cubicBezTo>
                    <a:pt x="7914" y="1133"/>
                    <a:pt x="8059" y="1179"/>
                    <a:pt x="8202" y="1225"/>
                  </a:cubicBezTo>
                  <a:cubicBezTo>
                    <a:pt x="8490" y="1318"/>
                    <a:pt x="8775" y="1417"/>
                    <a:pt x="9060" y="1520"/>
                  </a:cubicBezTo>
                  <a:lnTo>
                    <a:pt x="9166" y="1558"/>
                  </a:lnTo>
                  <a:lnTo>
                    <a:pt x="9220" y="1577"/>
                  </a:lnTo>
                  <a:lnTo>
                    <a:pt x="9246" y="1587"/>
                  </a:lnTo>
                  <a:lnTo>
                    <a:pt x="9253" y="1590"/>
                  </a:lnTo>
                  <a:lnTo>
                    <a:pt x="9258" y="1592"/>
                  </a:lnTo>
                  <a:lnTo>
                    <a:pt x="9268" y="1596"/>
                  </a:lnTo>
                  <a:cubicBezTo>
                    <a:pt x="9319" y="1618"/>
                    <a:pt x="9363" y="1655"/>
                    <a:pt x="9392" y="1701"/>
                  </a:cubicBezTo>
                  <a:cubicBezTo>
                    <a:pt x="9422" y="1746"/>
                    <a:pt x="9438" y="1800"/>
                    <a:pt x="9438" y="1852"/>
                  </a:cubicBezTo>
                  <a:lnTo>
                    <a:pt x="9438" y="1872"/>
                  </a:lnTo>
                  <a:lnTo>
                    <a:pt x="9436" y="1900"/>
                  </a:lnTo>
                  <a:lnTo>
                    <a:pt x="9433" y="1957"/>
                  </a:lnTo>
                  <a:lnTo>
                    <a:pt x="9427" y="2070"/>
                  </a:lnTo>
                  <a:cubicBezTo>
                    <a:pt x="9412" y="2372"/>
                    <a:pt x="9400" y="2675"/>
                    <a:pt x="9392" y="2977"/>
                  </a:cubicBezTo>
                  <a:cubicBezTo>
                    <a:pt x="9383" y="3279"/>
                    <a:pt x="9381" y="3582"/>
                    <a:pt x="9377" y="3884"/>
                  </a:cubicBezTo>
                  <a:cubicBezTo>
                    <a:pt x="9369" y="4489"/>
                    <a:pt x="9365" y="5093"/>
                    <a:pt x="9364" y="5698"/>
                  </a:cubicBezTo>
                  <a:cubicBezTo>
                    <a:pt x="9365" y="6907"/>
                    <a:pt x="9356" y="8116"/>
                    <a:pt x="9354" y="9326"/>
                  </a:cubicBezTo>
                  <a:lnTo>
                    <a:pt x="9353" y="9389"/>
                  </a:lnTo>
                  <a:cubicBezTo>
                    <a:pt x="9353" y="9404"/>
                    <a:pt x="9364" y="9418"/>
                    <a:pt x="9379" y="9422"/>
                  </a:cubicBezTo>
                  <a:lnTo>
                    <a:pt x="9437" y="9441"/>
                  </a:lnTo>
                  <a:lnTo>
                    <a:pt x="9693" y="9526"/>
                  </a:lnTo>
                  <a:cubicBezTo>
                    <a:pt x="9731" y="9538"/>
                    <a:pt x="10114" y="9696"/>
                    <a:pt x="10102" y="9735"/>
                  </a:cubicBezTo>
                  <a:lnTo>
                    <a:pt x="10058" y="9870"/>
                  </a:lnTo>
                  <a:cubicBezTo>
                    <a:pt x="10057" y="9872"/>
                    <a:pt x="10057" y="9875"/>
                    <a:pt x="10056" y="9877"/>
                  </a:cubicBezTo>
                  <a:lnTo>
                    <a:pt x="9934" y="10462"/>
                  </a:lnTo>
                  <a:lnTo>
                    <a:pt x="9846" y="10738"/>
                  </a:lnTo>
                  <a:lnTo>
                    <a:pt x="9823" y="10807"/>
                  </a:lnTo>
                  <a:lnTo>
                    <a:pt x="9820" y="10816"/>
                  </a:lnTo>
                  <a:lnTo>
                    <a:pt x="9818" y="10822"/>
                  </a:lnTo>
                  <a:lnTo>
                    <a:pt x="9814" y="10834"/>
                  </a:lnTo>
                  <a:cubicBezTo>
                    <a:pt x="9811" y="10843"/>
                    <a:pt x="9806" y="10849"/>
                    <a:pt x="9803" y="10857"/>
                  </a:cubicBezTo>
                  <a:cubicBezTo>
                    <a:pt x="9788" y="10888"/>
                    <a:pt x="9767" y="10914"/>
                    <a:pt x="9742" y="10937"/>
                  </a:cubicBezTo>
                  <a:cubicBezTo>
                    <a:pt x="9693" y="10981"/>
                    <a:pt x="9628" y="11007"/>
                    <a:pt x="9562" y="11007"/>
                  </a:cubicBezTo>
                  <a:cubicBezTo>
                    <a:pt x="9561" y="11007"/>
                    <a:pt x="9560" y="11007"/>
                    <a:pt x="9558" y="11007"/>
                  </a:cubicBezTo>
                  <a:cubicBezTo>
                    <a:pt x="9550" y="11007"/>
                    <a:pt x="9541" y="11006"/>
                    <a:pt x="9533" y="11006"/>
                  </a:cubicBezTo>
                  <a:cubicBezTo>
                    <a:pt x="9525" y="11006"/>
                    <a:pt x="9517" y="11003"/>
                    <a:pt x="9508" y="11002"/>
                  </a:cubicBezTo>
                  <a:cubicBezTo>
                    <a:pt x="9500" y="11002"/>
                    <a:pt x="9492" y="10999"/>
                    <a:pt x="9484" y="10997"/>
                  </a:cubicBezTo>
                  <a:lnTo>
                    <a:pt x="9477" y="10994"/>
                  </a:lnTo>
                  <a:cubicBezTo>
                    <a:pt x="9475" y="10994"/>
                    <a:pt x="9474" y="10994"/>
                    <a:pt x="9471" y="10993"/>
                  </a:cubicBezTo>
                  <a:lnTo>
                    <a:pt x="9454" y="10987"/>
                  </a:lnTo>
                  <a:lnTo>
                    <a:pt x="9316" y="10942"/>
                  </a:lnTo>
                  <a:lnTo>
                    <a:pt x="9309" y="10940"/>
                  </a:lnTo>
                  <a:cubicBezTo>
                    <a:pt x="9053" y="10827"/>
                    <a:pt x="8795" y="10718"/>
                    <a:pt x="8536" y="10610"/>
                  </a:cubicBezTo>
                  <a:lnTo>
                    <a:pt x="8342" y="10529"/>
                  </a:lnTo>
                  <a:lnTo>
                    <a:pt x="8146" y="10449"/>
                  </a:lnTo>
                  <a:cubicBezTo>
                    <a:pt x="8016" y="10395"/>
                    <a:pt x="7885" y="10343"/>
                    <a:pt x="7755" y="10290"/>
                  </a:cubicBezTo>
                  <a:cubicBezTo>
                    <a:pt x="7689" y="10264"/>
                    <a:pt x="7625" y="10237"/>
                    <a:pt x="7559" y="10211"/>
                  </a:cubicBezTo>
                  <a:cubicBezTo>
                    <a:pt x="7493" y="10187"/>
                    <a:pt x="7427" y="10162"/>
                    <a:pt x="7360" y="10141"/>
                  </a:cubicBezTo>
                  <a:cubicBezTo>
                    <a:pt x="7294" y="10119"/>
                    <a:pt x="7226" y="10100"/>
                    <a:pt x="7159" y="10079"/>
                  </a:cubicBezTo>
                  <a:lnTo>
                    <a:pt x="6957" y="10018"/>
                  </a:lnTo>
                  <a:cubicBezTo>
                    <a:pt x="6824" y="9978"/>
                    <a:pt x="6688" y="9939"/>
                    <a:pt x="6553" y="9899"/>
                  </a:cubicBezTo>
                  <a:lnTo>
                    <a:pt x="6150" y="9782"/>
                  </a:lnTo>
                  <a:lnTo>
                    <a:pt x="5340" y="9548"/>
                  </a:lnTo>
                  <a:lnTo>
                    <a:pt x="5314" y="9540"/>
                  </a:lnTo>
                  <a:cubicBezTo>
                    <a:pt x="5310" y="9539"/>
                    <a:pt x="5307" y="9538"/>
                    <a:pt x="5302" y="9537"/>
                  </a:cubicBezTo>
                  <a:cubicBezTo>
                    <a:pt x="5295" y="9536"/>
                    <a:pt x="5290" y="9532"/>
                    <a:pt x="5282" y="9530"/>
                  </a:cubicBezTo>
                  <a:cubicBezTo>
                    <a:pt x="5281" y="9529"/>
                    <a:pt x="5279" y="9528"/>
                    <a:pt x="5277" y="9527"/>
                  </a:cubicBezTo>
                  <a:cubicBezTo>
                    <a:pt x="5264" y="9519"/>
                    <a:pt x="5249" y="9513"/>
                    <a:pt x="5237" y="9501"/>
                  </a:cubicBezTo>
                  <a:lnTo>
                    <a:pt x="5233" y="9498"/>
                  </a:lnTo>
                  <a:lnTo>
                    <a:pt x="5229" y="9492"/>
                  </a:lnTo>
                  <a:cubicBezTo>
                    <a:pt x="5225" y="9489"/>
                    <a:pt x="5222" y="9487"/>
                    <a:pt x="5219" y="9484"/>
                  </a:cubicBezTo>
                  <a:cubicBezTo>
                    <a:pt x="5214" y="9476"/>
                    <a:pt x="5207" y="9471"/>
                    <a:pt x="5203" y="9462"/>
                  </a:cubicBezTo>
                  <a:cubicBezTo>
                    <a:pt x="5193" y="9450"/>
                    <a:pt x="5186" y="9434"/>
                    <a:pt x="5180" y="9418"/>
                  </a:cubicBezTo>
                  <a:cubicBezTo>
                    <a:pt x="5180" y="9417"/>
                    <a:pt x="5178" y="9415"/>
                    <a:pt x="5178" y="9414"/>
                  </a:cubicBezTo>
                  <a:cubicBezTo>
                    <a:pt x="5176" y="9406"/>
                    <a:pt x="5173" y="9398"/>
                    <a:pt x="5172" y="9390"/>
                  </a:cubicBezTo>
                  <a:cubicBezTo>
                    <a:pt x="5170" y="9382"/>
                    <a:pt x="5170" y="9374"/>
                    <a:pt x="5169" y="9365"/>
                  </a:cubicBezTo>
                  <a:cubicBezTo>
                    <a:pt x="5168" y="9364"/>
                    <a:pt x="5168" y="9363"/>
                    <a:pt x="5168" y="9362"/>
                  </a:cubicBezTo>
                  <a:cubicBezTo>
                    <a:pt x="5168" y="9345"/>
                    <a:pt x="5168" y="9327"/>
                    <a:pt x="5172" y="9310"/>
                  </a:cubicBezTo>
                  <a:lnTo>
                    <a:pt x="5173" y="9302"/>
                  </a:lnTo>
                  <a:lnTo>
                    <a:pt x="5173" y="9299"/>
                  </a:lnTo>
                  <a:lnTo>
                    <a:pt x="5175" y="9293"/>
                  </a:lnTo>
                  <a:lnTo>
                    <a:pt x="5182" y="9268"/>
                  </a:lnTo>
                  <a:lnTo>
                    <a:pt x="5197" y="9217"/>
                  </a:lnTo>
                  <a:lnTo>
                    <a:pt x="5224" y="9115"/>
                  </a:lnTo>
                  <a:lnTo>
                    <a:pt x="5340" y="8710"/>
                  </a:lnTo>
                  <a:lnTo>
                    <a:pt x="5397" y="8509"/>
                  </a:lnTo>
                  <a:lnTo>
                    <a:pt x="5411" y="8457"/>
                  </a:lnTo>
                  <a:lnTo>
                    <a:pt x="5419" y="8432"/>
                  </a:lnTo>
                  <a:lnTo>
                    <a:pt x="5422" y="8420"/>
                  </a:lnTo>
                  <a:lnTo>
                    <a:pt x="5425" y="8412"/>
                  </a:lnTo>
                  <a:lnTo>
                    <a:pt x="5428" y="8400"/>
                  </a:lnTo>
                  <a:cubicBezTo>
                    <a:pt x="5429" y="8397"/>
                    <a:pt x="5429" y="8396"/>
                    <a:pt x="5431" y="8395"/>
                  </a:cubicBezTo>
                  <a:cubicBezTo>
                    <a:pt x="5433" y="8391"/>
                    <a:pt x="5434" y="8387"/>
                    <a:pt x="5436" y="8382"/>
                  </a:cubicBezTo>
                  <a:lnTo>
                    <a:pt x="5439" y="8375"/>
                  </a:lnTo>
                  <a:lnTo>
                    <a:pt x="5443" y="8367"/>
                  </a:lnTo>
                  <a:lnTo>
                    <a:pt x="5450" y="8356"/>
                  </a:lnTo>
                  <a:cubicBezTo>
                    <a:pt x="5450" y="8355"/>
                    <a:pt x="5451" y="8354"/>
                    <a:pt x="5452" y="8353"/>
                  </a:cubicBezTo>
                  <a:cubicBezTo>
                    <a:pt x="5474" y="8317"/>
                    <a:pt x="5507" y="8285"/>
                    <a:pt x="5547" y="8266"/>
                  </a:cubicBezTo>
                  <a:cubicBezTo>
                    <a:pt x="5556" y="8261"/>
                    <a:pt x="5565" y="8257"/>
                    <a:pt x="5575" y="8253"/>
                  </a:cubicBezTo>
                  <a:cubicBezTo>
                    <a:pt x="5577" y="8252"/>
                    <a:pt x="5578" y="8252"/>
                    <a:pt x="5579" y="8251"/>
                  </a:cubicBezTo>
                  <a:lnTo>
                    <a:pt x="5593" y="8247"/>
                  </a:lnTo>
                  <a:lnTo>
                    <a:pt x="5601" y="8245"/>
                  </a:lnTo>
                  <a:lnTo>
                    <a:pt x="5610" y="8244"/>
                  </a:lnTo>
                  <a:cubicBezTo>
                    <a:pt x="5631" y="8238"/>
                    <a:pt x="5653" y="8238"/>
                    <a:pt x="5675" y="8238"/>
                  </a:cubicBezTo>
                  <a:lnTo>
                    <a:pt x="5678" y="8238"/>
                  </a:lnTo>
                  <a:cubicBezTo>
                    <a:pt x="5689" y="8239"/>
                    <a:pt x="5701" y="8239"/>
                    <a:pt x="5710" y="8243"/>
                  </a:cubicBezTo>
                  <a:lnTo>
                    <a:pt x="5719" y="8245"/>
                  </a:lnTo>
                  <a:lnTo>
                    <a:pt x="5723" y="8246"/>
                  </a:lnTo>
                  <a:lnTo>
                    <a:pt x="5725" y="8246"/>
                  </a:lnTo>
                  <a:lnTo>
                    <a:pt x="5729" y="8247"/>
                  </a:lnTo>
                  <a:lnTo>
                    <a:pt x="5754" y="8254"/>
                  </a:lnTo>
                  <a:lnTo>
                    <a:pt x="5855" y="8283"/>
                  </a:lnTo>
                  <a:lnTo>
                    <a:pt x="6058" y="8342"/>
                  </a:lnTo>
                  <a:lnTo>
                    <a:pt x="6075" y="8347"/>
                  </a:lnTo>
                  <a:lnTo>
                    <a:pt x="6278" y="8410"/>
                  </a:lnTo>
                  <a:lnTo>
                    <a:pt x="6537" y="8366"/>
                  </a:lnTo>
                  <a:cubicBezTo>
                    <a:pt x="6549" y="8370"/>
                    <a:pt x="6561" y="8372"/>
                    <a:pt x="6572" y="8372"/>
                  </a:cubicBezTo>
                  <a:cubicBezTo>
                    <a:pt x="6634" y="8372"/>
                    <a:pt x="6688" y="8322"/>
                    <a:pt x="6689" y="8255"/>
                  </a:cubicBezTo>
                  <a:lnTo>
                    <a:pt x="6682" y="8078"/>
                  </a:lnTo>
                  <a:lnTo>
                    <a:pt x="6686" y="7455"/>
                  </a:lnTo>
                  <a:lnTo>
                    <a:pt x="6686" y="7410"/>
                  </a:lnTo>
                  <a:cubicBezTo>
                    <a:pt x="6686" y="7396"/>
                    <a:pt x="6678" y="7384"/>
                    <a:pt x="6665" y="7377"/>
                  </a:cubicBezTo>
                  <a:lnTo>
                    <a:pt x="6611" y="7352"/>
                  </a:lnTo>
                  <a:cubicBezTo>
                    <a:pt x="6511" y="7303"/>
                    <a:pt x="6408" y="7260"/>
                    <a:pt x="6305" y="7218"/>
                  </a:cubicBezTo>
                  <a:cubicBezTo>
                    <a:pt x="6203" y="7176"/>
                    <a:pt x="6099" y="7137"/>
                    <a:pt x="5995" y="7099"/>
                  </a:cubicBezTo>
                  <a:cubicBezTo>
                    <a:pt x="5786" y="7024"/>
                    <a:pt x="5577" y="6953"/>
                    <a:pt x="5365" y="6888"/>
                  </a:cubicBezTo>
                  <a:cubicBezTo>
                    <a:pt x="5154" y="6822"/>
                    <a:pt x="4941" y="6759"/>
                    <a:pt x="4728" y="6700"/>
                  </a:cubicBezTo>
                  <a:cubicBezTo>
                    <a:pt x="4621" y="6670"/>
                    <a:pt x="4513" y="6642"/>
                    <a:pt x="4406" y="6616"/>
                  </a:cubicBezTo>
                  <a:cubicBezTo>
                    <a:pt x="4298" y="6588"/>
                    <a:pt x="4371" y="6603"/>
                    <a:pt x="4262" y="6580"/>
                  </a:cubicBezTo>
                  <a:lnTo>
                    <a:pt x="4070" y="6538"/>
                  </a:lnTo>
                  <a:cubicBezTo>
                    <a:pt x="4069" y="6537"/>
                    <a:pt x="4068" y="6537"/>
                    <a:pt x="4067" y="6537"/>
                  </a:cubicBezTo>
                  <a:cubicBezTo>
                    <a:pt x="4028" y="6537"/>
                    <a:pt x="3880" y="6716"/>
                    <a:pt x="3867" y="6733"/>
                  </a:cubicBezTo>
                  <a:cubicBezTo>
                    <a:pt x="3866" y="6733"/>
                    <a:pt x="3866" y="6734"/>
                    <a:pt x="3864" y="6735"/>
                  </a:cubicBezTo>
                  <a:lnTo>
                    <a:pt x="3713" y="6956"/>
                  </a:lnTo>
                  <a:cubicBezTo>
                    <a:pt x="3625" y="7083"/>
                    <a:pt x="3536" y="7211"/>
                    <a:pt x="3449" y="7337"/>
                  </a:cubicBezTo>
                  <a:lnTo>
                    <a:pt x="3407" y="7395"/>
                  </a:lnTo>
                  <a:cubicBezTo>
                    <a:pt x="3394" y="7416"/>
                    <a:pt x="3403" y="7442"/>
                    <a:pt x="3425" y="7450"/>
                  </a:cubicBezTo>
                  <a:lnTo>
                    <a:pt x="3631" y="7581"/>
                  </a:lnTo>
                  <a:lnTo>
                    <a:pt x="3916" y="7610"/>
                  </a:lnTo>
                  <a:lnTo>
                    <a:pt x="4020" y="7644"/>
                  </a:lnTo>
                  <a:cubicBezTo>
                    <a:pt x="4048" y="7655"/>
                    <a:pt x="4076" y="7666"/>
                    <a:pt x="4101" y="7683"/>
                  </a:cubicBezTo>
                  <a:cubicBezTo>
                    <a:pt x="4107" y="7687"/>
                    <a:pt x="4113" y="7690"/>
                    <a:pt x="4120" y="7694"/>
                  </a:cubicBezTo>
                  <a:lnTo>
                    <a:pt x="4137" y="7708"/>
                  </a:lnTo>
                  <a:lnTo>
                    <a:pt x="4146" y="7716"/>
                  </a:lnTo>
                  <a:lnTo>
                    <a:pt x="4154" y="7723"/>
                  </a:lnTo>
                  <a:lnTo>
                    <a:pt x="4170" y="7738"/>
                  </a:lnTo>
                  <a:cubicBezTo>
                    <a:pt x="4175" y="7744"/>
                    <a:pt x="4180" y="7750"/>
                    <a:pt x="4185" y="7755"/>
                  </a:cubicBezTo>
                  <a:cubicBezTo>
                    <a:pt x="4189" y="7761"/>
                    <a:pt x="4195" y="7766"/>
                    <a:pt x="4199" y="7772"/>
                  </a:cubicBezTo>
                  <a:cubicBezTo>
                    <a:pt x="4207" y="7785"/>
                    <a:pt x="4217" y="7797"/>
                    <a:pt x="4223" y="7810"/>
                  </a:cubicBezTo>
                  <a:cubicBezTo>
                    <a:pt x="4227" y="7816"/>
                    <a:pt x="4230" y="7823"/>
                    <a:pt x="4233" y="7828"/>
                  </a:cubicBezTo>
                  <a:cubicBezTo>
                    <a:pt x="4234" y="7829"/>
                    <a:pt x="4234" y="7830"/>
                    <a:pt x="4235" y="7831"/>
                  </a:cubicBezTo>
                  <a:lnTo>
                    <a:pt x="4243" y="7850"/>
                  </a:lnTo>
                  <a:lnTo>
                    <a:pt x="4248" y="7860"/>
                  </a:lnTo>
                  <a:lnTo>
                    <a:pt x="4251" y="7871"/>
                  </a:lnTo>
                  <a:lnTo>
                    <a:pt x="4259" y="7892"/>
                  </a:lnTo>
                  <a:cubicBezTo>
                    <a:pt x="4261" y="7900"/>
                    <a:pt x="4262" y="7907"/>
                    <a:pt x="4263" y="7915"/>
                  </a:cubicBezTo>
                  <a:cubicBezTo>
                    <a:pt x="4265" y="7921"/>
                    <a:pt x="4267" y="7928"/>
                    <a:pt x="4268" y="7936"/>
                  </a:cubicBezTo>
                  <a:cubicBezTo>
                    <a:pt x="4269" y="7951"/>
                    <a:pt x="4273" y="7966"/>
                    <a:pt x="4273" y="7981"/>
                  </a:cubicBezTo>
                  <a:lnTo>
                    <a:pt x="4273" y="8001"/>
                  </a:lnTo>
                  <a:cubicBezTo>
                    <a:pt x="4273" y="8002"/>
                    <a:pt x="4273" y="8003"/>
                    <a:pt x="4273" y="8004"/>
                  </a:cubicBezTo>
                  <a:lnTo>
                    <a:pt x="4271" y="8025"/>
                  </a:lnTo>
                  <a:cubicBezTo>
                    <a:pt x="4271" y="8040"/>
                    <a:pt x="4267" y="8054"/>
                    <a:pt x="4265" y="8069"/>
                  </a:cubicBezTo>
                  <a:cubicBezTo>
                    <a:pt x="4264" y="8077"/>
                    <a:pt x="4262" y="8083"/>
                    <a:pt x="4260" y="8091"/>
                  </a:cubicBezTo>
                  <a:lnTo>
                    <a:pt x="4254" y="8112"/>
                  </a:lnTo>
                  <a:lnTo>
                    <a:pt x="4236" y="8166"/>
                  </a:lnTo>
                  <a:lnTo>
                    <a:pt x="4098" y="8586"/>
                  </a:lnTo>
                  <a:lnTo>
                    <a:pt x="4029" y="8797"/>
                  </a:lnTo>
                  <a:lnTo>
                    <a:pt x="3825" y="8983"/>
                  </a:lnTo>
                  <a:cubicBezTo>
                    <a:pt x="3751" y="9019"/>
                    <a:pt x="3671" y="9037"/>
                    <a:pt x="3590" y="9037"/>
                  </a:cubicBezTo>
                  <a:cubicBezTo>
                    <a:pt x="3531" y="9037"/>
                    <a:pt x="3472" y="9027"/>
                    <a:pt x="3415" y="9007"/>
                  </a:cubicBezTo>
                  <a:lnTo>
                    <a:pt x="3270" y="8989"/>
                  </a:lnTo>
                  <a:lnTo>
                    <a:pt x="2850" y="8847"/>
                  </a:lnTo>
                  <a:lnTo>
                    <a:pt x="2835" y="8842"/>
                  </a:lnTo>
                  <a:lnTo>
                    <a:pt x="2832" y="8842"/>
                  </a:lnTo>
                  <a:lnTo>
                    <a:pt x="2362" y="8683"/>
                  </a:lnTo>
                  <a:lnTo>
                    <a:pt x="1876" y="8518"/>
                  </a:lnTo>
                  <a:lnTo>
                    <a:pt x="1861" y="8513"/>
                  </a:lnTo>
                  <a:cubicBezTo>
                    <a:pt x="1705" y="8453"/>
                    <a:pt x="1547" y="8396"/>
                    <a:pt x="1389" y="8341"/>
                  </a:cubicBezTo>
                  <a:cubicBezTo>
                    <a:pt x="1226" y="8284"/>
                    <a:pt x="1062" y="8230"/>
                    <a:pt x="899" y="8176"/>
                  </a:cubicBezTo>
                  <a:lnTo>
                    <a:pt x="554" y="8098"/>
                  </a:lnTo>
                  <a:cubicBezTo>
                    <a:pt x="401" y="8048"/>
                    <a:pt x="284" y="7924"/>
                    <a:pt x="243" y="7768"/>
                  </a:cubicBezTo>
                  <a:lnTo>
                    <a:pt x="436" y="7266"/>
                  </a:lnTo>
                  <a:lnTo>
                    <a:pt x="513" y="7019"/>
                  </a:lnTo>
                  <a:lnTo>
                    <a:pt x="552" y="6896"/>
                  </a:lnTo>
                  <a:lnTo>
                    <a:pt x="561" y="6865"/>
                  </a:lnTo>
                  <a:lnTo>
                    <a:pt x="566" y="6849"/>
                  </a:lnTo>
                  <a:lnTo>
                    <a:pt x="569" y="6842"/>
                  </a:lnTo>
                  <a:lnTo>
                    <a:pt x="570" y="6838"/>
                  </a:lnTo>
                  <a:cubicBezTo>
                    <a:pt x="573" y="6831"/>
                    <a:pt x="575" y="6826"/>
                    <a:pt x="577" y="6820"/>
                  </a:cubicBezTo>
                  <a:cubicBezTo>
                    <a:pt x="577" y="6818"/>
                    <a:pt x="578" y="6817"/>
                    <a:pt x="578" y="6815"/>
                  </a:cubicBezTo>
                  <a:cubicBezTo>
                    <a:pt x="582" y="6810"/>
                    <a:pt x="584" y="6804"/>
                    <a:pt x="587" y="6798"/>
                  </a:cubicBezTo>
                  <a:cubicBezTo>
                    <a:pt x="617" y="6740"/>
                    <a:pt x="785" y="6727"/>
                    <a:pt x="924" y="6727"/>
                  </a:cubicBezTo>
                  <a:cubicBezTo>
                    <a:pt x="1028" y="6727"/>
                    <a:pt x="1116" y="6734"/>
                    <a:pt x="1116" y="6734"/>
                  </a:cubicBezTo>
                  <a:lnTo>
                    <a:pt x="1363" y="6811"/>
                  </a:lnTo>
                  <a:lnTo>
                    <a:pt x="1424" y="6829"/>
                  </a:lnTo>
                  <a:cubicBezTo>
                    <a:pt x="1428" y="6830"/>
                    <a:pt x="1432" y="6831"/>
                    <a:pt x="1435" y="6831"/>
                  </a:cubicBezTo>
                  <a:cubicBezTo>
                    <a:pt x="1447" y="6831"/>
                    <a:pt x="1458" y="6825"/>
                    <a:pt x="1465" y="6815"/>
                  </a:cubicBezTo>
                  <a:lnTo>
                    <a:pt x="1499" y="6765"/>
                  </a:lnTo>
                  <a:cubicBezTo>
                    <a:pt x="1780" y="6354"/>
                    <a:pt x="2062" y="5945"/>
                    <a:pt x="2345" y="5535"/>
                  </a:cubicBezTo>
                  <a:cubicBezTo>
                    <a:pt x="2628" y="5126"/>
                    <a:pt x="2913" y="4718"/>
                    <a:pt x="3198" y="4310"/>
                  </a:cubicBezTo>
                  <a:lnTo>
                    <a:pt x="3626" y="3699"/>
                  </a:lnTo>
                  <a:cubicBezTo>
                    <a:pt x="3697" y="3598"/>
                    <a:pt x="3769" y="3496"/>
                    <a:pt x="3844" y="3397"/>
                  </a:cubicBezTo>
                  <a:lnTo>
                    <a:pt x="4068" y="3098"/>
                  </a:lnTo>
                  <a:cubicBezTo>
                    <a:pt x="4142" y="2998"/>
                    <a:pt x="4216" y="2897"/>
                    <a:pt x="4286" y="2795"/>
                  </a:cubicBezTo>
                  <a:cubicBezTo>
                    <a:pt x="4357" y="2693"/>
                    <a:pt x="4426" y="2589"/>
                    <a:pt x="4494" y="2484"/>
                  </a:cubicBezTo>
                  <a:cubicBezTo>
                    <a:pt x="4561" y="2380"/>
                    <a:pt x="4626" y="2274"/>
                    <a:pt x="4690" y="2167"/>
                  </a:cubicBezTo>
                  <a:cubicBezTo>
                    <a:pt x="4753" y="2059"/>
                    <a:pt x="4815" y="1950"/>
                    <a:pt x="4872" y="1838"/>
                  </a:cubicBezTo>
                  <a:lnTo>
                    <a:pt x="4889" y="1803"/>
                  </a:lnTo>
                  <a:cubicBezTo>
                    <a:pt x="4900" y="1783"/>
                    <a:pt x="4889" y="1759"/>
                    <a:pt x="4869" y="1753"/>
                  </a:cubicBezTo>
                  <a:lnTo>
                    <a:pt x="4843" y="1744"/>
                  </a:lnTo>
                  <a:cubicBezTo>
                    <a:pt x="4841" y="1743"/>
                    <a:pt x="4838" y="1742"/>
                    <a:pt x="4836" y="1741"/>
                  </a:cubicBezTo>
                  <a:cubicBezTo>
                    <a:pt x="4810" y="1726"/>
                    <a:pt x="4630" y="1622"/>
                    <a:pt x="4606" y="1569"/>
                  </a:cubicBezTo>
                  <a:cubicBezTo>
                    <a:pt x="4592" y="1541"/>
                    <a:pt x="4584" y="1510"/>
                    <a:pt x="4579" y="1479"/>
                  </a:cubicBezTo>
                  <a:cubicBezTo>
                    <a:pt x="4575" y="1450"/>
                    <a:pt x="4630" y="985"/>
                    <a:pt x="4636" y="935"/>
                  </a:cubicBezTo>
                  <a:cubicBezTo>
                    <a:pt x="4637" y="932"/>
                    <a:pt x="4637" y="930"/>
                    <a:pt x="4638" y="927"/>
                  </a:cubicBezTo>
                  <a:lnTo>
                    <a:pt x="4716" y="719"/>
                  </a:lnTo>
                  <a:lnTo>
                    <a:pt x="4796" y="506"/>
                  </a:lnTo>
                  <a:cubicBezTo>
                    <a:pt x="4802" y="489"/>
                    <a:pt x="4810" y="471"/>
                    <a:pt x="4816" y="455"/>
                  </a:cubicBezTo>
                  <a:cubicBezTo>
                    <a:pt x="4816" y="454"/>
                    <a:pt x="4816" y="453"/>
                    <a:pt x="4817" y="451"/>
                  </a:cubicBezTo>
                  <a:cubicBezTo>
                    <a:pt x="4823" y="441"/>
                    <a:pt x="4828" y="428"/>
                    <a:pt x="4836" y="417"/>
                  </a:cubicBezTo>
                  <a:cubicBezTo>
                    <a:pt x="4848" y="394"/>
                    <a:pt x="4865" y="373"/>
                    <a:pt x="4885" y="356"/>
                  </a:cubicBezTo>
                  <a:cubicBezTo>
                    <a:pt x="4923" y="320"/>
                    <a:pt x="4971" y="298"/>
                    <a:pt x="5020" y="289"/>
                  </a:cubicBezTo>
                  <a:cubicBezTo>
                    <a:pt x="5027" y="289"/>
                    <a:pt x="5032" y="288"/>
                    <a:pt x="5037" y="287"/>
                  </a:cubicBezTo>
                  <a:lnTo>
                    <a:pt x="5041" y="287"/>
                  </a:lnTo>
                  <a:cubicBezTo>
                    <a:pt x="5047" y="286"/>
                    <a:pt x="5052" y="286"/>
                    <a:pt x="5058" y="286"/>
                  </a:cubicBezTo>
                  <a:cubicBezTo>
                    <a:pt x="5060" y="286"/>
                    <a:pt x="5061" y="285"/>
                    <a:pt x="5063" y="285"/>
                  </a:cubicBezTo>
                  <a:close/>
                  <a:moveTo>
                    <a:pt x="5111" y="1"/>
                  </a:moveTo>
                  <a:cubicBezTo>
                    <a:pt x="5109" y="1"/>
                    <a:pt x="5106" y="1"/>
                    <a:pt x="5103" y="1"/>
                  </a:cubicBezTo>
                  <a:cubicBezTo>
                    <a:pt x="5090" y="1"/>
                    <a:pt x="5077" y="2"/>
                    <a:pt x="5064" y="3"/>
                  </a:cubicBezTo>
                  <a:cubicBezTo>
                    <a:pt x="5051" y="4"/>
                    <a:pt x="5038" y="5"/>
                    <a:pt x="5026" y="8"/>
                  </a:cubicBezTo>
                  <a:lnTo>
                    <a:pt x="4990" y="15"/>
                  </a:lnTo>
                  <a:cubicBezTo>
                    <a:pt x="4989" y="15"/>
                    <a:pt x="4988" y="15"/>
                    <a:pt x="4987" y="16"/>
                  </a:cubicBezTo>
                  <a:lnTo>
                    <a:pt x="4952" y="25"/>
                  </a:lnTo>
                  <a:cubicBezTo>
                    <a:pt x="4855" y="55"/>
                    <a:pt x="4768" y="114"/>
                    <a:pt x="4704" y="190"/>
                  </a:cubicBezTo>
                  <a:cubicBezTo>
                    <a:pt x="4672" y="227"/>
                    <a:pt x="4645" y="269"/>
                    <a:pt x="4626" y="314"/>
                  </a:cubicBezTo>
                  <a:cubicBezTo>
                    <a:pt x="4615" y="336"/>
                    <a:pt x="4609" y="359"/>
                    <a:pt x="4602" y="382"/>
                  </a:cubicBezTo>
                  <a:cubicBezTo>
                    <a:pt x="4602" y="382"/>
                    <a:pt x="4602" y="383"/>
                    <a:pt x="4601" y="384"/>
                  </a:cubicBezTo>
                  <a:lnTo>
                    <a:pt x="4587" y="438"/>
                  </a:lnTo>
                  <a:lnTo>
                    <a:pt x="4528" y="658"/>
                  </a:lnTo>
                  <a:lnTo>
                    <a:pt x="4468" y="877"/>
                  </a:lnTo>
                  <a:lnTo>
                    <a:pt x="4407" y="1095"/>
                  </a:lnTo>
                  <a:lnTo>
                    <a:pt x="4376" y="1205"/>
                  </a:lnTo>
                  <a:lnTo>
                    <a:pt x="4368" y="1231"/>
                  </a:lnTo>
                  <a:cubicBezTo>
                    <a:pt x="4367" y="1236"/>
                    <a:pt x="4365" y="1241"/>
                    <a:pt x="4364" y="1246"/>
                  </a:cubicBezTo>
                  <a:lnTo>
                    <a:pt x="4360" y="1263"/>
                  </a:lnTo>
                  <a:cubicBezTo>
                    <a:pt x="4354" y="1284"/>
                    <a:pt x="4352" y="1306"/>
                    <a:pt x="4348" y="1327"/>
                  </a:cubicBezTo>
                  <a:cubicBezTo>
                    <a:pt x="4348" y="1329"/>
                    <a:pt x="4348" y="1330"/>
                    <a:pt x="4348" y="1331"/>
                  </a:cubicBezTo>
                  <a:cubicBezTo>
                    <a:pt x="4345" y="1374"/>
                    <a:pt x="4347" y="1419"/>
                    <a:pt x="4356" y="1462"/>
                  </a:cubicBezTo>
                  <a:cubicBezTo>
                    <a:pt x="4364" y="1506"/>
                    <a:pt x="4378" y="1549"/>
                    <a:pt x="4399" y="1587"/>
                  </a:cubicBezTo>
                  <a:cubicBezTo>
                    <a:pt x="4420" y="1627"/>
                    <a:pt x="4443" y="1663"/>
                    <a:pt x="4474" y="1695"/>
                  </a:cubicBezTo>
                  <a:cubicBezTo>
                    <a:pt x="4481" y="1704"/>
                    <a:pt x="4489" y="1711"/>
                    <a:pt x="4498" y="1718"/>
                  </a:cubicBezTo>
                  <a:cubicBezTo>
                    <a:pt x="4505" y="1726"/>
                    <a:pt x="4514" y="1733"/>
                    <a:pt x="4523" y="1740"/>
                  </a:cubicBezTo>
                  <a:lnTo>
                    <a:pt x="4547" y="1759"/>
                  </a:lnTo>
                  <a:cubicBezTo>
                    <a:pt x="4548" y="1759"/>
                    <a:pt x="4549" y="1760"/>
                    <a:pt x="4550" y="1761"/>
                  </a:cubicBezTo>
                  <a:lnTo>
                    <a:pt x="4577" y="1777"/>
                  </a:lnTo>
                  <a:cubicBezTo>
                    <a:pt x="4586" y="1784"/>
                    <a:pt x="4595" y="1788"/>
                    <a:pt x="4606" y="1793"/>
                  </a:cubicBezTo>
                  <a:cubicBezTo>
                    <a:pt x="4615" y="1798"/>
                    <a:pt x="4625" y="1803"/>
                    <a:pt x="4635" y="1807"/>
                  </a:cubicBezTo>
                  <a:lnTo>
                    <a:pt x="4666" y="1819"/>
                  </a:lnTo>
                  <a:cubicBezTo>
                    <a:pt x="4671" y="1821"/>
                    <a:pt x="4676" y="1822"/>
                    <a:pt x="4681" y="1823"/>
                  </a:cubicBezTo>
                  <a:lnTo>
                    <a:pt x="4693" y="1827"/>
                  </a:lnTo>
                  <a:lnTo>
                    <a:pt x="4709" y="1833"/>
                  </a:lnTo>
                  <a:cubicBezTo>
                    <a:pt x="4645" y="1904"/>
                    <a:pt x="4584" y="1977"/>
                    <a:pt x="4524" y="2051"/>
                  </a:cubicBezTo>
                  <a:cubicBezTo>
                    <a:pt x="4445" y="2147"/>
                    <a:pt x="4368" y="2245"/>
                    <a:pt x="4292" y="2343"/>
                  </a:cubicBezTo>
                  <a:cubicBezTo>
                    <a:pt x="4141" y="2542"/>
                    <a:pt x="3998" y="2745"/>
                    <a:pt x="3863" y="2954"/>
                  </a:cubicBezTo>
                  <a:lnTo>
                    <a:pt x="3659" y="3267"/>
                  </a:lnTo>
                  <a:cubicBezTo>
                    <a:pt x="3592" y="3372"/>
                    <a:pt x="3522" y="3475"/>
                    <a:pt x="3450" y="3576"/>
                  </a:cubicBezTo>
                  <a:lnTo>
                    <a:pt x="3024" y="4188"/>
                  </a:lnTo>
                  <a:lnTo>
                    <a:pt x="2167" y="5410"/>
                  </a:lnTo>
                  <a:cubicBezTo>
                    <a:pt x="1902" y="5785"/>
                    <a:pt x="1637" y="6159"/>
                    <a:pt x="1371" y="6532"/>
                  </a:cubicBezTo>
                  <a:cubicBezTo>
                    <a:pt x="1365" y="6542"/>
                    <a:pt x="1354" y="6547"/>
                    <a:pt x="1342" y="6547"/>
                  </a:cubicBezTo>
                  <a:cubicBezTo>
                    <a:pt x="1338" y="6547"/>
                    <a:pt x="1334" y="6546"/>
                    <a:pt x="1330" y="6545"/>
                  </a:cubicBezTo>
                  <a:cubicBezTo>
                    <a:pt x="1286" y="6529"/>
                    <a:pt x="1240" y="6513"/>
                    <a:pt x="1195" y="6498"/>
                  </a:cubicBezTo>
                  <a:lnTo>
                    <a:pt x="1072" y="6456"/>
                  </a:lnTo>
                  <a:lnTo>
                    <a:pt x="1011" y="6436"/>
                  </a:lnTo>
                  <a:lnTo>
                    <a:pt x="980" y="6425"/>
                  </a:lnTo>
                  <a:lnTo>
                    <a:pt x="939" y="6414"/>
                  </a:lnTo>
                  <a:cubicBezTo>
                    <a:pt x="403" y="6535"/>
                    <a:pt x="335" y="6708"/>
                    <a:pt x="335" y="6708"/>
                  </a:cubicBezTo>
                  <a:cubicBezTo>
                    <a:pt x="334" y="6708"/>
                    <a:pt x="334" y="6710"/>
                    <a:pt x="333" y="6711"/>
                  </a:cubicBezTo>
                  <a:cubicBezTo>
                    <a:pt x="327" y="6723"/>
                    <a:pt x="323" y="6736"/>
                    <a:pt x="318" y="6750"/>
                  </a:cubicBezTo>
                  <a:lnTo>
                    <a:pt x="313" y="6760"/>
                  </a:lnTo>
                  <a:lnTo>
                    <a:pt x="311" y="6767"/>
                  </a:lnTo>
                  <a:lnTo>
                    <a:pt x="306" y="6783"/>
                  </a:lnTo>
                  <a:lnTo>
                    <a:pt x="295" y="6814"/>
                  </a:lnTo>
                  <a:lnTo>
                    <a:pt x="256" y="6937"/>
                  </a:lnTo>
                  <a:lnTo>
                    <a:pt x="175" y="7183"/>
                  </a:lnTo>
                  <a:lnTo>
                    <a:pt x="94" y="7427"/>
                  </a:lnTo>
                  <a:lnTo>
                    <a:pt x="54" y="7550"/>
                  </a:lnTo>
                  <a:lnTo>
                    <a:pt x="34" y="7612"/>
                  </a:lnTo>
                  <a:lnTo>
                    <a:pt x="31" y="7620"/>
                  </a:lnTo>
                  <a:cubicBezTo>
                    <a:pt x="30" y="7622"/>
                    <a:pt x="29" y="7624"/>
                    <a:pt x="28" y="7628"/>
                  </a:cubicBezTo>
                  <a:lnTo>
                    <a:pt x="23" y="7649"/>
                  </a:lnTo>
                  <a:cubicBezTo>
                    <a:pt x="19" y="7663"/>
                    <a:pt x="14" y="7676"/>
                    <a:pt x="13" y="7691"/>
                  </a:cubicBezTo>
                  <a:cubicBezTo>
                    <a:pt x="2" y="7748"/>
                    <a:pt x="0" y="7808"/>
                    <a:pt x="8" y="7865"/>
                  </a:cubicBezTo>
                  <a:cubicBezTo>
                    <a:pt x="16" y="7923"/>
                    <a:pt x="33" y="7980"/>
                    <a:pt x="59" y="8032"/>
                  </a:cubicBezTo>
                  <a:cubicBezTo>
                    <a:pt x="85" y="8084"/>
                    <a:pt x="120" y="8132"/>
                    <a:pt x="161" y="8173"/>
                  </a:cubicBezTo>
                  <a:cubicBezTo>
                    <a:pt x="171" y="8184"/>
                    <a:pt x="182" y="8194"/>
                    <a:pt x="194" y="8203"/>
                  </a:cubicBezTo>
                  <a:lnTo>
                    <a:pt x="227" y="8230"/>
                  </a:lnTo>
                  <a:cubicBezTo>
                    <a:pt x="228" y="8230"/>
                    <a:pt x="229" y="8231"/>
                    <a:pt x="229" y="8231"/>
                  </a:cubicBezTo>
                  <a:cubicBezTo>
                    <a:pt x="241" y="8239"/>
                    <a:pt x="254" y="8247"/>
                    <a:pt x="265" y="8254"/>
                  </a:cubicBezTo>
                  <a:cubicBezTo>
                    <a:pt x="277" y="8262"/>
                    <a:pt x="291" y="8268"/>
                    <a:pt x="304" y="8275"/>
                  </a:cubicBezTo>
                  <a:cubicBezTo>
                    <a:pt x="310" y="8278"/>
                    <a:pt x="317" y="8281"/>
                    <a:pt x="324" y="8284"/>
                  </a:cubicBezTo>
                  <a:lnTo>
                    <a:pt x="344" y="8292"/>
                  </a:lnTo>
                  <a:lnTo>
                    <a:pt x="365" y="8300"/>
                  </a:lnTo>
                  <a:lnTo>
                    <a:pt x="374" y="8303"/>
                  </a:lnTo>
                  <a:lnTo>
                    <a:pt x="382" y="8306"/>
                  </a:lnTo>
                  <a:lnTo>
                    <a:pt x="444" y="8326"/>
                  </a:lnTo>
                  <a:lnTo>
                    <a:pt x="567" y="8366"/>
                  </a:lnTo>
                  <a:lnTo>
                    <a:pt x="811" y="8447"/>
                  </a:lnTo>
                  <a:cubicBezTo>
                    <a:pt x="976" y="8500"/>
                    <a:pt x="1140" y="8552"/>
                    <a:pt x="1305" y="8603"/>
                  </a:cubicBezTo>
                  <a:cubicBezTo>
                    <a:pt x="1469" y="8653"/>
                    <a:pt x="1635" y="8702"/>
                    <a:pt x="1802" y="8747"/>
                  </a:cubicBezTo>
                  <a:lnTo>
                    <a:pt x="1813" y="8750"/>
                  </a:lnTo>
                  <a:lnTo>
                    <a:pt x="2293" y="8898"/>
                  </a:lnTo>
                  <a:lnTo>
                    <a:pt x="2782" y="9052"/>
                  </a:lnTo>
                  <a:lnTo>
                    <a:pt x="2799" y="9058"/>
                  </a:lnTo>
                  <a:lnTo>
                    <a:pt x="2802" y="9058"/>
                  </a:lnTo>
                  <a:lnTo>
                    <a:pt x="3206" y="9186"/>
                  </a:lnTo>
                  <a:lnTo>
                    <a:pt x="3418" y="9252"/>
                  </a:lnTo>
                  <a:lnTo>
                    <a:pt x="3524" y="9286"/>
                  </a:lnTo>
                  <a:lnTo>
                    <a:pt x="3550" y="9295"/>
                  </a:lnTo>
                  <a:lnTo>
                    <a:pt x="3583" y="9303"/>
                  </a:lnTo>
                  <a:lnTo>
                    <a:pt x="3598" y="9308"/>
                  </a:lnTo>
                  <a:cubicBezTo>
                    <a:pt x="3600" y="9308"/>
                    <a:pt x="3601" y="9308"/>
                    <a:pt x="3602" y="9309"/>
                  </a:cubicBezTo>
                  <a:lnTo>
                    <a:pt x="3618" y="9311"/>
                  </a:lnTo>
                  <a:cubicBezTo>
                    <a:pt x="3628" y="9313"/>
                    <a:pt x="3640" y="9315"/>
                    <a:pt x="3652" y="9316"/>
                  </a:cubicBezTo>
                  <a:cubicBezTo>
                    <a:pt x="3669" y="9318"/>
                    <a:pt x="3686" y="9319"/>
                    <a:pt x="3703" y="9319"/>
                  </a:cubicBezTo>
                  <a:cubicBezTo>
                    <a:pt x="3733" y="9319"/>
                    <a:pt x="3762" y="9316"/>
                    <a:pt x="3790" y="9311"/>
                  </a:cubicBezTo>
                  <a:cubicBezTo>
                    <a:pt x="3836" y="9302"/>
                    <a:pt x="3879" y="9288"/>
                    <a:pt x="3921" y="9268"/>
                  </a:cubicBezTo>
                  <a:cubicBezTo>
                    <a:pt x="4003" y="9226"/>
                    <a:pt x="4075" y="9162"/>
                    <a:pt x="4122" y="9083"/>
                  </a:cubicBezTo>
                  <a:cubicBezTo>
                    <a:pt x="4135" y="9065"/>
                    <a:pt x="4143" y="9045"/>
                    <a:pt x="4153" y="9024"/>
                  </a:cubicBezTo>
                  <a:cubicBezTo>
                    <a:pt x="4154" y="9023"/>
                    <a:pt x="4154" y="9022"/>
                    <a:pt x="4155" y="9021"/>
                  </a:cubicBezTo>
                  <a:cubicBezTo>
                    <a:pt x="4158" y="9012"/>
                    <a:pt x="4163" y="9001"/>
                    <a:pt x="4166" y="8990"/>
                  </a:cubicBezTo>
                  <a:lnTo>
                    <a:pt x="4172" y="8974"/>
                  </a:lnTo>
                  <a:lnTo>
                    <a:pt x="4176" y="8961"/>
                  </a:lnTo>
                  <a:lnTo>
                    <a:pt x="4210" y="8856"/>
                  </a:lnTo>
                  <a:lnTo>
                    <a:pt x="4277" y="8644"/>
                  </a:lnTo>
                  <a:lnTo>
                    <a:pt x="4410" y="8221"/>
                  </a:lnTo>
                  <a:lnTo>
                    <a:pt x="4427" y="8169"/>
                  </a:lnTo>
                  <a:lnTo>
                    <a:pt x="4436" y="8137"/>
                  </a:lnTo>
                  <a:cubicBezTo>
                    <a:pt x="4439" y="8126"/>
                    <a:pt x="4442" y="8115"/>
                    <a:pt x="4443" y="8105"/>
                  </a:cubicBezTo>
                  <a:cubicBezTo>
                    <a:pt x="4447" y="8082"/>
                    <a:pt x="4452" y="8061"/>
                    <a:pt x="4452" y="8038"/>
                  </a:cubicBezTo>
                  <a:lnTo>
                    <a:pt x="4454" y="8007"/>
                  </a:lnTo>
                  <a:cubicBezTo>
                    <a:pt x="4454" y="8006"/>
                    <a:pt x="4454" y="8005"/>
                    <a:pt x="4454" y="8004"/>
                  </a:cubicBezTo>
                  <a:lnTo>
                    <a:pt x="4453" y="7972"/>
                  </a:lnTo>
                  <a:cubicBezTo>
                    <a:pt x="4453" y="7951"/>
                    <a:pt x="4449" y="7928"/>
                    <a:pt x="4446" y="7907"/>
                  </a:cubicBezTo>
                  <a:cubicBezTo>
                    <a:pt x="4445" y="7896"/>
                    <a:pt x="4441" y="7886"/>
                    <a:pt x="4439" y="7874"/>
                  </a:cubicBezTo>
                  <a:cubicBezTo>
                    <a:pt x="4437" y="7863"/>
                    <a:pt x="4435" y="7853"/>
                    <a:pt x="4432" y="7842"/>
                  </a:cubicBezTo>
                  <a:lnTo>
                    <a:pt x="4421" y="7811"/>
                  </a:lnTo>
                  <a:lnTo>
                    <a:pt x="4416" y="7797"/>
                  </a:lnTo>
                  <a:cubicBezTo>
                    <a:pt x="4416" y="7796"/>
                    <a:pt x="4415" y="7795"/>
                    <a:pt x="4415" y="7794"/>
                  </a:cubicBezTo>
                  <a:lnTo>
                    <a:pt x="4408" y="7780"/>
                  </a:lnTo>
                  <a:lnTo>
                    <a:pt x="4394" y="7750"/>
                  </a:lnTo>
                  <a:cubicBezTo>
                    <a:pt x="4390" y="7740"/>
                    <a:pt x="4384" y="7731"/>
                    <a:pt x="4378" y="7721"/>
                  </a:cubicBezTo>
                  <a:cubicBezTo>
                    <a:pt x="4369" y="7702"/>
                    <a:pt x="4355" y="7684"/>
                    <a:pt x="4342" y="7667"/>
                  </a:cubicBezTo>
                  <a:cubicBezTo>
                    <a:pt x="4336" y="7657"/>
                    <a:pt x="4328" y="7650"/>
                    <a:pt x="4322" y="7641"/>
                  </a:cubicBezTo>
                  <a:cubicBezTo>
                    <a:pt x="4314" y="7633"/>
                    <a:pt x="4307" y="7624"/>
                    <a:pt x="4299" y="7615"/>
                  </a:cubicBezTo>
                  <a:lnTo>
                    <a:pt x="4276" y="7593"/>
                  </a:lnTo>
                  <a:lnTo>
                    <a:pt x="4265" y="7582"/>
                  </a:lnTo>
                  <a:cubicBezTo>
                    <a:pt x="4264" y="7582"/>
                    <a:pt x="4263" y="7581"/>
                    <a:pt x="4262" y="7580"/>
                  </a:cubicBezTo>
                  <a:lnTo>
                    <a:pt x="4250" y="7572"/>
                  </a:lnTo>
                  <a:lnTo>
                    <a:pt x="4224" y="7550"/>
                  </a:lnTo>
                  <a:cubicBezTo>
                    <a:pt x="4216" y="7544"/>
                    <a:pt x="4206" y="7539"/>
                    <a:pt x="4197" y="7532"/>
                  </a:cubicBezTo>
                  <a:cubicBezTo>
                    <a:pt x="4159" y="7509"/>
                    <a:pt x="4119" y="7490"/>
                    <a:pt x="4077" y="7477"/>
                  </a:cubicBezTo>
                  <a:lnTo>
                    <a:pt x="3971" y="7441"/>
                  </a:lnTo>
                  <a:lnTo>
                    <a:pt x="3711" y="7356"/>
                  </a:lnTo>
                  <a:cubicBezTo>
                    <a:pt x="3687" y="7348"/>
                    <a:pt x="3679" y="7322"/>
                    <a:pt x="3692" y="7301"/>
                  </a:cubicBezTo>
                  <a:lnTo>
                    <a:pt x="3862" y="7061"/>
                  </a:lnTo>
                  <a:lnTo>
                    <a:pt x="3931" y="6964"/>
                  </a:lnTo>
                  <a:cubicBezTo>
                    <a:pt x="3995" y="6874"/>
                    <a:pt x="4097" y="6824"/>
                    <a:pt x="4202" y="6824"/>
                  </a:cubicBezTo>
                  <a:cubicBezTo>
                    <a:pt x="4244" y="6824"/>
                    <a:pt x="4286" y="6832"/>
                    <a:pt x="4327" y="6848"/>
                  </a:cubicBezTo>
                  <a:cubicBezTo>
                    <a:pt x="4328" y="6849"/>
                    <a:pt x="4329" y="6849"/>
                    <a:pt x="4330" y="6849"/>
                  </a:cubicBezTo>
                  <a:cubicBezTo>
                    <a:pt x="4433" y="6891"/>
                    <a:pt x="4536" y="6932"/>
                    <a:pt x="4640" y="6971"/>
                  </a:cubicBezTo>
                  <a:cubicBezTo>
                    <a:pt x="4847" y="7049"/>
                    <a:pt x="5056" y="7124"/>
                    <a:pt x="5266" y="7196"/>
                  </a:cubicBezTo>
                  <a:cubicBezTo>
                    <a:pt x="5475" y="7267"/>
                    <a:pt x="5686" y="7334"/>
                    <a:pt x="5898" y="7396"/>
                  </a:cubicBezTo>
                  <a:cubicBezTo>
                    <a:pt x="6005" y="7426"/>
                    <a:pt x="6112" y="7456"/>
                    <a:pt x="6220" y="7483"/>
                  </a:cubicBezTo>
                  <a:cubicBezTo>
                    <a:pt x="6247" y="7489"/>
                    <a:pt x="6275" y="7496"/>
                    <a:pt x="6301" y="7502"/>
                  </a:cubicBezTo>
                  <a:cubicBezTo>
                    <a:pt x="6399" y="7526"/>
                    <a:pt x="6468" y="7614"/>
                    <a:pt x="6466" y="7716"/>
                  </a:cubicBezTo>
                  <a:lnTo>
                    <a:pt x="6460" y="7951"/>
                  </a:lnTo>
                  <a:cubicBezTo>
                    <a:pt x="6458" y="8062"/>
                    <a:pt x="6365" y="8145"/>
                    <a:pt x="6262" y="8145"/>
                  </a:cubicBezTo>
                  <a:cubicBezTo>
                    <a:pt x="6241" y="8145"/>
                    <a:pt x="6220" y="8142"/>
                    <a:pt x="6199" y="8135"/>
                  </a:cubicBezTo>
                  <a:lnTo>
                    <a:pt x="6135" y="8113"/>
                  </a:lnTo>
                  <a:lnTo>
                    <a:pt x="6121" y="8108"/>
                  </a:lnTo>
                  <a:lnTo>
                    <a:pt x="5936" y="8040"/>
                  </a:lnTo>
                  <a:lnTo>
                    <a:pt x="5838" y="8003"/>
                  </a:lnTo>
                  <a:lnTo>
                    <a:pt x="5813" y="7994"/>
                  </a:lnTo>
                  <a:lnTo>
                    <a:pt x="5810" y="7993"/>
                  </a:lnTo>
                  <a:lnTo>
                    <a:pt x="5806" y="7991"/>
                  </a:lnTo>
                  <a:lnTo>
                    <a:pt x="5797" y="7988"/>
                  </a:lnTo>
                  <a:lnTo>
                    <a:pt x="5780" y="7983"/>
                  </a:lnTo>
                  <a:cubicBezTo>
                    <a:pt x="5759" y="7975"/>
                    <a:pt x="5735" y="7972"/>
                    <a:pt x="5713" y="7968"/>
                  </a:cubicBezTo>
                  <a:lnTo>
                    <a:pt x="5709" y="7967"/>
                  </a:lnTo>
                  <a:cubicBezTo>
                    <a:pt x="5683" y="7964"/>
                    <a:pt x="5657" y="7962"/>
                    <a:pt x="5630" y="7962"/>
                  </a:cubicBezTo>
                  <a:cubicBezTo>
                    <a:pt x="5609" y="7962"/>
                    <a:pt x="5589" y="7963"/>
                    <a:pt x="5568" y="7966"/>
                  </a:cubicBezTo>
                  <a:lnTo>
                    <a:pt x="5552" y="7968"/>
                  </a:lnTo>
                  <a:lnTo>
                    <a:pt x="5549" y="7968"/>
                  </a:lnTo>
                  <a:lnTo>
                    <a:pt x="5533" y="7971"/>
                  </a:lnTo>
                  <a:cubicBezTo>
                    <a:pt x="5521" y="7974"/>
                    <a:pt x="5511" y="7977"/>
                    <a:pt x="5499" y="7979"/>
                  </a:cubicBezTo>
                  <a:cubicBezTo>
                    <a:pt x="5498" y="7979"/>
                    <a:pt x="5498" y="7980"/>
                    <a:pt x="5497" y="7980"/>
                  </a:cubicBezTo>
                  <a:cubicBezTo>
                    <a:pt x="5474" y="7986"/>
                    <a:pt x="5452" y="7993"/>
                    <a:pt x="5431" y="8002"/>
                  </a:cubicBezTo>
                  <a:cubicBezTo>
                    <a:pt x="5341" y="8038"/>
                    <a:pt x="5263" y="8100"/>
                    <a:pt x="5204" y="8177"/>
                  </a:cubicBezTo>
                  <a:cubicBezTo>
                    <a:pt x="5197" y="8188"/>
                    <a:pt x="5190" y="8198"/>
                    <a:pt x="5183" y="8208"/>
                  </a:cubicBezTo>
                  <a:lnTo>
                    <a:pt x="5174" y="8222"/>
                  </a:lnTo>
                  <a:cubicBezTo>
                    <a:pt x="5173" y="8223"/>
                    <a:pt x="5173" y="8223"/>
                    <a:pt x="5172" y="8224"/>
                  </a:cubicBezTo>
                  <a:lnTo>
                    <a:pt x="5165" y="8239"/>
                  </a:lnTo>
                  <a:lnTo>
                    <a:pt x="5147" y="8270"/>
                  </a:lnTo>
                  <a:cubicBezTo>
                    <a:pt x="5147" y="8271"/>
                    <a:pt x="5146" y="8272"/>
                    <a:pt x="5146" y="8273"/>
                  </a:cubicBezTo>
                  <a:cubicBezTo>
                    <a:pt x="5142" y="8284"/>
                    <a:pt x="5138" y="8295"/>
                    <a:pt x="5133" y="8306"/>
                  </a:cubicBezTo>
                  <a:lnTo>
                    <a:pt x="5126" y="8323"/>
                  </a:lnTo>
                  <a:lnTo>
                    <a:pt x="5121" y="8335"/>
                  </a:lnTo>
                  <a:lnTo>
                    <a:pt x="5112" y="8360"/>
                  </a:lnTo>
                  <a:lnTo>
                    <a:pt x="5094" y="8409"/>
                  </a:lnTo>
                  <a:lnTo>
                    <a:pt x="5021" y="8607"/>
                  </a:lnTo>
                  <a:lnTo>
                    <a:pt x="4877" y="9003"/>
                  </a:lnTo>
                  <a:cubicBezTo>
                    <a:pt x="4877" y="9003"/>
                    <a:pt x="4705" y="9451"/>
                    <a:pt x="4731" y="9497"/>
                  </a:cubicBezTo>
                  <a:cubicBezTo>
                    <a:pt x="4743" y="9520"/>
                    <a:pt x="4759" y="9542"/>
                    <a:pt x="4772" y="9563"/>
                  </a:cubicBezTo>
                  <a:cubicBezTo>
                    <a:pt x="4774" y="9564"/>
                    <a:pt x="4774" y="9564"/>
                    <a:pt x="4775" y="9565"/>
                  </a:cubicBezTo>
                  <a:cubicBezTo>
                    <a:pt x="4782" y="9576"/>
                    <a:pt x="4791" y="9585"/>
                    <a:pt x="4798" y="9595"/>
                  </a:cubicBezTo>
                  <a:lnTo>
                    <a:pt x="4811" y="9610"/>
                  </a:lnTo>
                  <a:cubicBezTo>
                    <a:pt x="4811" y="9610"/>
                    <a:pt x="4812" y="9611"/>
                    <a:pt x="4812" y="9611"/>
                  </a:cubicBezTo>
                  <a:lnTo>
                    <a:pt x="4825" y="9625"/>
                  </a:lnTo>
                  <a:cubicBezTo>
                    <a:pt x="4861" y="9663"/>
                    <a:pt x="4904" y="9695"/>
                    <a:pt x="4950" y="9724"/>
                  </a:cubicBezTo>
                  <a:cubicBezTo>
                    <a:pt x="4950" y="9724"/>
                    <a:pt x="4951" y="9724"/>
                    <a:pt x="4952" y="9725"/>
                  </a:cubicBezTo>
                  <a:cubicBezTo>
                    <a:pt x="4974" y="9738"/>
                    <a:pt x="5121" y="9921"/>
                    <a:pt x="5145" y="9930"/>
                  </a:cubicBezTo>
                  <a:cubicBezTo>
                    <a:pt x="5157" y="9936"/>
                    <a:pt x="5171" y="9941"/>
                    <a:pt x="5183" y="9945"/>
                  </a:cubicBezTo>
                  <a:lnTo>
                    <a:pt x="5207" y="9955"/>
                  </a:lnTo>
                  <a:lnTo>
                    <a:pt x="5999" y="10242"/>
                  </a:lnTo>
                  <a:lnTo>
                    <a:pt x="6395" y="10387"/>
                  </a:lnTo>
                  <a:cubicBezTo>
                    <a:pt x="6528" y="10434"/>
                    <a:pt x="6660" y="10482"/>
                    <a:pt x="6793" y="10528"/>
                  </a:cubicBezTo>
                  <a:cubicBezTo>
                    <a:pt x="6925" y="10574"/>
                    <a:pt x="7058" y="10621"/>
                    <a:pt x="7190" y="10665"/>
                  </a:cubicBezTo>
                  <a:cubicBezTo>
                    <a:pt x="7257" y="10688"/>
                    <a:pt x="7325" y="10708"/>
                    <a:pt x="7392" y="10726"/>
                  </a:cubicBezTo>
                  <a:cubicBezTo>
                    <a:pt x="7460" y="10743"/>
                    <a:pt x="7529" y="10760"/>
                    <a:pt x="7597" y="10778"/>
                  </a:cubicBezTo>
                  <a:cubicBezTo>
                    <a:pt x="7733" y="10812"/>
                    <a:pt x="7869" y="10847"/>
                    <a:pt x="8006" y="10880"/>
                  </a:cubicBezTo>
                  <a:lnTo>
                    <a:pt x="8211" y="10931"/>
                  </a:lnTo>
                  <a:lnTo>
                    <a:pt x="8416" y="10981"/>
                  </a:lnTo>
                  <a:cubicBezTo>
                    <a:pt x="8690" y="11046"/>
                    <a:pt x="8964" y="11110"/>
                    <a:pt x="9240" y="11170"/>
                  </a:cubicBezTo>
                  <a:lnTo>
                    <a:pt x="9244" y="11171"/>
                  </a:lnTo>
                  <a:lnTo>
                    <a:pt x="9379" y="11216"/>
                  </a:lnTo>
                  <a:lnTo>
                    <a:pt x="9397" y="11221"/>
                  </a:lnTo>
                  <a:cubicBezTo>
                    <a:pt x="9399" y="11222"/>
                    <a:pt x="9404" y="11223"/>
                    <a:pt x="9407" y="11224"/>
                  </a:cubicBezTo>
                  <a:lnTo>
                    <a:pt x="9418" y="11227"/>
                  </a:lnTo>
                  <a:cubicBezTo>
                    <a:pt x="9433" y="11232"/>
                    <a:pt x="9448" y="11236"/>
                    <a:pt x="9464" y="11238"/>
                  </a:cubicBezTo>
                  <a:cubicBezTo>
                    <a:pt x="9479" y="11240"/>
                    <a:pt x="9495" y="11244"/>
                    <a:pt x="9511" y="11245"/>
                  </a:cubicBezTo>
                  <a:cubicBezTo>
                    <a:pt x="9526" y="11245"/>
                    <a:pt x="9542" y="11248"/>
                    <a:pt x="9558" y="11248"/>
                  </a:cubicBezTo>
                  <a:cubicBezTo>
                    <a:pt x="9560" y="11248"/>
                    <a:pt x="9561" y="11248"/>
                    <a:pt x="9562" y="11248"/>
                  </a:cubicBezTo>
                  <a:cubicBezTo>
                    <a:pt x="9688" y="11248"/>
                    <a:pt x="9812" y="11199"/>
                    <a:pt x="9905" y="11115"/>
                  </a:cubicBezTo>
                  <a:cubicBezTo>
                    <a:pt x="9952" y="11072"/>
                    <a:pt x="9990" y="11021"/>
                    <a:pt x="10019" y="10966"/>
                  </a:cubicBezTo>
                  <a:cubicBezTo>
                    <a:pt x="10025" y="10951"/>
                    <a:pt x="10033" y="10937"/>
                    <a:pt x="10038" y="10922"/>
                  </a:cubicBezTo>
                  <a:lnTo>
                    <a:pt x="10046" y="10900"/>
                  </a:lnTo>
                  <a:lnTo>
                    <a:pt x="10050" y="10889"/>
                  </a:lnTo>
                  <a:lnTo>
                    <a:pt x="10053" y="10880"/>
                  </a:lnTo>
                  <a:lnTo>
                    <a:pt x="10075" y="10812"/>
                  </a:lnTo>
                  <a:lnTo>
                    <a:pt x="10164" y="10535"/>
                  </a:lnTo>
                  <a:lnTo>
                    <a:pt x="10253" y="10259"/>
                  </a:lnTo>
                  <a:lnTo>
                    <a:pt x="10298" y="10122"/>
                  </a:lnTo>
                  <a:lnTo>
                    <a:pt x="10320" y="10052"/>
                  </a:lnTo>
                  <a:lnTo>
                    <a:pt x="10325" y="10035"/>
                  </a:lnTo>
                  <a:cubicBezTo>
                    <a:pt x="10328" y="10030"/>
                    <a:pt x="10330" y="10024"/>
                    <a:pt x="10332" y="10016"/>
                  </a:cubicBezTo>
                  <a:cubicBezTo>
                    <a:pt x="10336" y="10001"/>
                    <a:pt x="10340" y="9986"/>
                    <a:pt x="10344" y="9970"/>
                  </a:cubicBezTo>
                  <a:cubicBezTo>
                    <a:pt x="10369" y="9847"/>
                    <a:pt x="10348" y="9715"/>
                    <a:pt x="10285" y="9606"/>
                  </a:cubicBezTo>
                  <a:cubicBezTo>
                    <a:pt x="10253" y="9551"/>
                    <a:pt x="10212" y="9502"/>
                    <a:pt x="10163" y="9462"/>
                  </a:cubicBezTo>
                  <a:cubicBezTo>
                    <a:pt x="10114" y="9423"/>
                    <a:pt x="10057" y="9392"/>
                    <a:pt x="9997" y="9373"/>
                  </a:cubicBezTo>
                  <a:lnTo>
                    <a:pt x="9621" y="9250"/>
                  </a:lnTo>
                  <a:cubicBezTo>
                    <a:pt x="9606" y="9245"/>
                    <a:pt x="9597" y="9231"/>
                    <a:pt x="9597" y="9215"/>
                  </a:cubicBezTo>
                  <a:lnTo>
                    <a:pt x="9630" y="7516"/>
                  </a:lnTo>
                  <a:lnTo>
                    <a:pt x="9667" y="5702"/>
                  </a:lnTo>
                  <a:cubicBezTo>
                    <a:pt x="9680" y="5097"/>
                    <a:pt x="9690" y="4493"/>
                    <a:pt x="9696" y="3888"/>
                  </a:cubicBezTo>
                  <a:cubicBezTo>
                    <a:pt x="9698" y="3586"/>
                    <a:pt x="9702" y="3284"/>
                    <a:pt x="9700" y="2981"/>
                  </a:cubicBezTo>
                  <a:cubicBezTo>
                    <a:pt x="9698" y="2679"/>
                    <a:pt x="9693" y="2377"/>
                    <a:pt x="9686" y="2074"/>
                  </a:cubicBezTo>
                  <a:lnTo>
                    <a:pt x="9683" y="1961"/>
                  </a:lnTo>
                  <a:lnTo>
                    <a:pt x="9681" y="1904"/>
                  </a:lnTo>
                  <a:lnTo>
                    <a:pt x="9681" y="1876"/>
                  </a:lnTo>
                  <a:lnTo>
                    <a:pt x="9679" y="1839"/>
                  </a:lnTo>
                  <a:cubicBezTo>
                    <a:pt x="9671" y="1741"/>
                    <a:pt x="9633" y="1646"/>
                    <a:pt x="9573" y="1570"/>
                  </a:cubicBezTo>
                  <a:cubicBezTo>
                    <a:pt x="9515" y="1492"/>
                    <a:pt x="9432" y="1434"/>
                    <a:pt x="9343" y="1403"/>
                  </a:cubicBezTo>
                  <a:lnTo>
                    <a:pt x="9326" y="1397"/>
                  </a:lnTo>
                  <a:lnTo>
                    <a:pt x="9317" y="1395"/>
                  </a:lnTo>
                  <a:lnTo>
                    <a:pt x="9311" y="1393"/>
                  </a:lnTo>
                  <a:lnTo>
                    <a:pt x="9283" y="1385"/>
                  </a:lnTo>
                  <a:lnTo>
                    <a:pt x="9228" y="1369"/>
                  </a:lnTo>
                  <a:lnTo>
                    <a:pt x="9119" y="1337"/>
                  </a:lnTo>
                  <a:cubicBezTo>
                    <a:pt x="8830" y="1253"/>
                    <a:pt x="8540" y="1164"/>
                    <a:pt x="8253" y="1070"/>
                  </a:cubicBezTo>
                  <a:cubicBezTo>
                    <a:pt x="8110" y="1023"/>
                    <a:pt x="7967" y="974"/>
                    <a:pt x="7824" y="925"/>
                  </a:cubicBezTo>
                  <a:cubicBezTo>
                    <a:pt x="7752" y="899"/>
                    <a:pt x="7681" y="875"/>
                    <a:pt x="7610" y="849"/>
                  </a:cubicBezTo>
                  <a:cubicBezTo>
                    <a:pt x="7538" y="824"/>
                    <a:pt x="7468" y="797"/>
                    <a:pt x="7398" y="766"/>
                  </a:cubicBezTo>
                  <a:cubicBezTo>
                    <a:pt x="7329" y="736"/>
                    <a:pt x="7261" y="701"/>
                    <a:pt x="7192" y="667"/>
                  </a:cubicBezTo>
                  <a:cubicBezTo>
                    <a:pt x="6876" y="505"/>
                    <a:pt x="6266" y="412"/>
                    <a:pt x="6199" y="373"/>
                  </a:cubicBezTo>
                  <a:cubicBezTo>
                    <a:pt x="6069" y="298"/>
                    <a:pt x="5515" y="89"/>
                    <a:pt x="5479" y="77"/>
                  </a:cubicBezTo>
                  <a:cubicBezTo>
                    <a:pt x="5478" y="75"/>
                    <a:pt x="5476" y="75"/>
                    <a:pt x="5475" y="75"/>
                  </a:cubicBezTo>
                  <a:lnTo>
                    <a:pt x="5256" y="20"/>
                  </a:lnTo>
                  <a:cubicBezTo>
                    <a:pt x="5210" y="9"/>
                    <a:pt x="5161" y="1"/>
                    <a:pt x="5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5"/>
            <p:cNvSpPr/>
            <p:nvPr/>
          </p:nvSpPr>
          <p:spPr>
            <a:xfrm>
              <a:off x="4551650" y="2571825"/>
              <a:ext cx="45550" cy="69825"/>
            </a:xfrm>
            <a:custGeom>
              <a:rect b="b" l="l" r="r" t="t"/>
              <a:pathLst>
                <a:path extrusionOk="0" h="2793" w="1822">
                  <a:moveTo>
                    <a:pt x="1525" y="191"/>
                  </a:moveTo>
                  <a:cubicBezTo>
                    <a:pt x="1531" y="191"/>
                    <a:pt x="1537" y="194"/>
                    <a:pt x="1542" y="198"/>
                  </a:cubicBezTo>
                  <a:cubicBezTo>
                    <a:pt x="1553" y="208"/>
                    <a:pt x="1559" y="222"/>
                    <a:pt x="1560" y="233"/>
                  </a:cubicBezTo>
                  <a:cubicBezTo>
                    <a:pt x="1563" y="244"/>
                    <a:pt x="1562" y="249"/>
                    <a:pt x="1564" y="249"/>
                  </a:cubicBezTo>
                  <a:cubicBezTo>
                    <a:pt x="1564" y="250"/>
                    <a:pt x="1564" y="250"/>
                    <a:pt x="1564" y="250"/>
                  </a:cubicBezTo>
                  <a:cubicBezTo>
                    <a:pt x="1564" y="251"/>
                    <a:pt x="1564" y="251"/>
                    <a:pt x="1565" y="251"/>
                  </a:cubicBezTo>
                  <a:cubicBezTo>
                    <a:pt x="1565" y="251"/>
                    <a:pt x="1565" y="251"/>
                    <a:pt x="1566" y="250"/>
                  </a:cubicBezTo>
                  <a:cubicBezTo>
                    <a:pt x="1566" y="250"/>
                    <a:pt x="1566" y="250"/>
                    <a:pt x="1567" y="249"/>
                  </a:cubicBezTo>
                  <a:cubicBezTo>
                    <a:pt x="1569" y="248"/>
                    <a:pt x="1569" y="248"/>
                    <a:pt x="1572" y="248"/>
                  </a:cubicBezTo>
                  <a:cubicBezTo>
                    <a:pt x="1574" y="247"/>
                    <a:pt x="1575" y="247"/>
                    <a:pt x="1579" y="247"/>
                  </a:cubicBezTo>
                  <a:cubicBezTo>
                    <a:pt x="1580" y="248"/>
                    <a:pt x="1581" y="248"/>
                    <a:pt x="1582" y="249"/>
                  </a:cubicBezTo>
                  <a:cubicBezTo>
                    <a:pt x="1583" y="249"/>
                    <a:pt x="1584" y="250"/>
                    <a:pt x="1585" y="251"/>
                  </a:cubicBezTo>
                  <a:lnTo>
                    <a:pt x="1586" y="254"/>
                  </a:lnTo>
                  <a:lnTo>
                    <a:pt x="1588" y="255"/>
                  </a:lnTo>
                  <a:cubicBezTo>
                    <a:pt x="1588" y="256"/>
                    <a:pt x="1588" y="260"/>
                    <a:pt x="1588" y="262"/>
                  </a:cubicBezTo>
                  <a:cubicBezTo>
                    <a:pt x="1589" y="280"/>
                    <a:pt x="1589" y="297"/>
                    <a:pt x="1589" y="315"/>
                  </a:cubicBezTo>
                  <a:lnTo>
                    <a:pt x="1588" y="369"/>
                  </a:lnTo>
                  <a:cubicBezTo>
                    <a:pt x="1587" y="439"/>
                    <a:pt x="1585" y="510"/>
                    <a:pt x="1582" y="580"/>
                  </a:cubicBezTo>
                  <a:lnTo>
                    <a:pt x="1570" y="793"/>
                  </a:lnTo>
                  <a:cubicBezTo>
                    <a:pt x="1567" y="863"/>
                    <a:pt x="1564" y="934"/>
                    <a:pt x="1557" y="1004"/>
                  </a:cubicBezTo>
                  <a:cubicBezTo>
                    <a:pt x="1552" y="1075"/>
                    <a:pt x="1545" y="1145"/>
                    <a:pt x="1541" y="1216"/>
                  </a:cubicBezTo>
                  <a:lnTo>
                    <a:pt x="1538" y="1269"/>
                  </a:lnTo>
                  <a:lnTo>
                    <a:pt x="1537" y="1323"/>
                  </a:lnTo>
                  <a:cubicBezTo>
                    <a:pt x="1536" y="1340"/>
                    <a:pt x="1536" y="1358"/>
                    <a:pt x="1537" y="1375"/>
                  </a:cubicBezTo>
                  <a:cubicBezTo>
                    <a:pt x="1539" y="1393"/>
                    <a:pt x="1541" y="1410"/>
                    <a:pt x="1544" y="1428"/>
                  </a:cubicBezTo>
                  <a:cubicBezTo>
                    <a:pt x="1549" y="1447"/>
                    <a:pt x="1551" y="1464"/>
                    <a:pt x="1553" y="1482"/>
                  </a:cubicBezTo>
                  <a:cubicBezTo>
                    <a:pt x="1555" y="1499"/>
                    <a:pt x="1556" y="1517"/>
                    <a:pt x="1557" y="1535"/>
                  </a:cubicBezTo>
                  <a:lnTo>
                    <a:pt x="1564" y="1641"/>
                  </a:lnTo>
                  <a:lnTo>
                    <a:pt x="1569" y="1747"/>
                  </a:lnTo>
                  <a:lnTo>
                    <a:pt x="1573" y="1854"/>
                  </a:lnTo>
                  <a:lnTo>
                    <a:pt x="1578" y="2065"/>
                  </a:lnTo>
                  <a:cubicBezTo>
                    <a:pt x="1579" y="2137"/>
                    <a:pt x="1582" y="2207"/>
                    <a:pt x="1576" y="2278"/>
                  </a:cubicBezTo>
                  <a:cubicBezTo>
                    <a:pt x="1573" y="2313"/>
                    <a:pt x="1570" y="2348"/>
                    <a:pt x="1563" y="2383"/>
                  </a:cubicBezTo>
                  <a:cubicBezTo>
                    <a:pt x="1558" y="2402"/>
                    <a:pt x="1553" y="2419"/>
                    <a:pt x="1545" y="2436"/>
                  </a:cubicBezTo>
                  <a:cubicBezTo>
                    <a:pt x="1538" y="2454"/>
                    <a:pt x="1529" y="2471"/>
                    <a:pt x="1522" y="2489"/>
                  </a:cubicBezTo>
                  <a:cubicBezTo>
                    <a:pt x="1513" y="2506"/>
                    <a:pt x="1507" y="2524"/>
                    <a:pt x="1502" y="2542"/>
                  </a:cubicBezTo>
                  <a:cubicBezTo>
                    <a:pt x="1502" y="2544"/>
                    <a:pt x="1502" y="2545"/>
                    <a:pt x="1501" y="2547"/>
                  </a:cubicBezTo>
                  <a:cubicBezTo>
                    <a:pt x="1502" y="2546"/>
                    <a:pt x="1503" y="2546"/>
                    <a:pt x="1504" y="2546"/>
                  </a:cubicBezTo>
                  <a:cubicBezTo>
                    <a:pt x="1505" y="2546"/>
                    <a:pt x="1506" y="2546"/>
                    <a:pt x="1507" y="2547"/>
                  </a:cubicBezTo>
                  <a:cubicBezTo>
                    <a:pt x="1513" y="2549"/>
                    <a:pt x="1521" y="2556"/>
                    <a:pt x="1524" y="2564"/>
                  </a:cubicBezTo>
                  <a:cubicBezTo>
                    <a:pt x="1527" y="2573"/>
                    <a:pt x="1526" y="2580"/>
                    <a:pt x="1523" y="2584"/>
                  </a:cubicBezTo>
                  <a:cubicBezTo>
                    <a:pt x="1521" y="2590"/>
                    <a:pt x="1516" y="2590"/>
                    <a:pt x="1511" y="2590"/>
                  </a:cubicBezTo>
                  <a:cubicBezTo>
                    <a:pt x="1511" y="2590"/>
                    <a:pt x="1510" y="2590"/>
                    <a:pt x="1510" y="2591"/>
                  </a:cubicBezTo>
                  <a:lnTo>
                    <a:pt x="1504" y="2589"/>
                  </a:lnTo>
                  <a:lnTo>
                    <a:pt x="1491" y="2584"/>
                  </a:lnTo>
                  <a:cubicBezTo>
                    <a:pt x="1482" y="2582"/>
                    <a:pt x="1475" y="2579"/>
                    <a:pt x="1466" y="2577"/>
                  </a:cubicBezTo>
                  <a:cubicBezTo>
                    <a:pt x="1449" y="2570"/>
                    <a:pt x="1433" y="2563"/>
                    <a:pt x="1417" y="2555"/>
                  </a:cubicBezTo>
                  <a:cubicBezTo>
                    <a:pt x="1354" y="2523"/>
                    <a:pt x="1290" y="2490"/>
                    <a:pt x="1228" y="2451"/>
                  </a:cubicBezTo>
                  <a:cubicBezTo>
                    <a:pt x="1167" y="2412"/>
                    <a:pt x="1106" y="2371"/>
                    <a:pt x="1043" y="2333"/>
                  </a:cubicBezTo>
                  <a:cubicBezTo>
                    <a:pt x="981" y="2295"/>
                    <a:pt x="918" y="2258"/>
                    <a:pt x="856" y="2222"/>
                  </a:cubicBezTo>
                  <a:cubicBezTo>
                    <a:pt x="828" y="2206"/>
                    <a:pt x="525" y="2193"/>
                    <a:pt x="439" y="2193"/>
                  </a:cubicBezTo>
                  <a:cubicBezTo>
                    <a:pt x="430" y="2193"/>
                    <a:pt x="423" y="2193"/>
                    <a:pt x="420" y="2193"/>
                  </a:cubicBezTo>
                  <a:cubicBezTo>
                    <a:pt x="408" y="2195"/>
                    <a:pt x="397" y="2195"/>
                    <a:pt x="386" y="2195"/>
                  </a:cubicBezTo>
                  <a:cubicBezTo>
                    <a:pt x="378" y="2195"/>
                    <a:pt x="370" y="2195"/>
                    <a:pt x="363" y="2194"/>
                  </a:cubicBezTo>
                  <a:cubicBezTo>
                    <a:pt x="345" y="2193"/>
                    <a:pt x="327" y="2191"/>
                    <a:pt x="309" y="2188"/>
                  </a:cubicBezTo>
                  <a:cubicBezTo>
                    <a:pt x="291" y="2186"/>
                    <a:pt x="274" y="2182"/>
                    <a:pt x="257" y="2177"/>
                  </a:cubicBezTo>
                  <a:lnTo>
                    <a:pt x="251" y="2175"/>
                  </a:lnTo>
                  <a:lnTo>
                    <a:pt x="248" y="2174"/>
                  </a:lnTo>
                  <a:lnTo>
                    <a:pt x="246" y="2174"/>
                  </a:lnTo>
                  <a:cubicBezTo>
                    <a:pt x="245" y="2174"/>
                    <a:pt x="243" y="2174"/>
                    <a:pt x="242" y="2173"/>
                  </a:cubicBezTo>
                  <a:cubicBezTo>
                    <a:pt x="241" y="2172"/>
                    <a:pt x="239" y="2172"/>
                    <a:pt x="238" y="2170"/>
                  </a:cubicBezTo>
                  <a:cubicBezTo>
                    <a:pt x="233" y="2164"/>
                    <a:pt x="233" y="2155"/>
                    <a:pt x="235" y="2149"/>
                  </a:cubicBezTo>
                  <a:cubicBezTo>
                    <a:pt x="236" y="2146"/>
                    <a:pt x="237" y="2144"/>
                    <a:pt x="239" y="2142"/>
                  </a:cubicBezTo>
                  <a:cubicBezTo>
                    <a:pt x="240" y="2141"/>
                    <a:pt x="241" y="2139"/>
                    <a:pt x="243" y="2137"/>
                  </a:cubicBezTo>
                  <a:cubicBezTo>
                    <a:pt x="262" y="2107"/>
                    <a:pt x="283" y="2077"/>
                    <a:pt x="304" y="2049"/>
                  </a:cubicBezTo>
                  <a:cubicBezTo>
                    <a:pt x="326" y="2021"/>
                    <a:pt x="347" y="1993"/>
                    <a:pt x="369" y="1966"/>
                  </a:cubicBezTo>
                  <a:cubicBezTo>
                    <a:pt x="413" y="1910"/>
                    <a:pt x="455" y="1852"/>
                    <a:pt x="499" y="1797"/>
                  </a:cubicBezTo>
                  <a:cubicBezTo>
                    <a:pt x="585" y="1685"/>
                    <a:pt x="676" y="1576"/>
                    <a:pt x="757" y="1459"/>
                  </a:cubicBezTo>
                  <a:cubicBezTo>
                    <a:pt x="777" y="1431"/>
                    <a:pt x="798" y="1402"/>
                    <a:pt x="817" y="1372"/>
                  </a:cubicBezTo>
                  <a:cubicBezTo>
                    <a:pt x="836" y="1343"/>
                    <a:pt x="856" y="1313"/>
                    <a:pt x="874" y="1282"/>
                  </a:cubicBezTo>
                  <a:cubicBezTo>
                    <a:pt x="908" y="1220"/>
                    <a:pt x="933" y="1152"/>
                    <a:pt x="960" y="1083"/>
                  </a:cubicBezTo>
                  <a:cubicBezTo>
                    <a:pt x="985" y="1015"/>
                    <a:pt x="1013" y="949"/>
                    <a:pt x="1055" y="891"/>
                  </a:cubicBezTo>
                  <a:cubicBezTo>
                    <a:pt x="1075" y="862"/>
                    <a:pt x="1099" y="835"/>
                    <a:pt x="1124" y="810"/>
                  </a:cubicBezTo>
                  <a:cubicBezTo>
                    <a:pt x="1136" y="797"/>
                    <a:pt x="1153" y="787"/>
                    <a:pt x="1176" y="781"/>
                  </a:cubicBezTo>
                  <a:cubicBezTo>
                    <a:pt x="1198" y="776"/>
                    <a:pt x="1406" y="446"/>
                    <a:pt x="1430" y="376"/>
                  </a:cubicBezTo>
                  <a:cubicBezTo>
                    <a:pt x="1442" y="342"/>
                    <a:pt x="1456" y="309"/>
                    <a:pt x="1471" y="276"/>
                  </a:cubicBezTo>
                  <a:cubicBezTo>
                    <a:pt x="1479" y="260"/>
                    <a:pt x="1487" y="244"/>
                    <a:pt x="1495" y="228"/>
                  </a:cubicBezTo>
                  <a:lnTo>
                    <a:pt x="1502" y="216"/>
                  </a:lnTo>
                  <a:cubicBezTo>
                    <a:pt x="1503" y="214"/>
                    <a:pt x="1503" y="213"/>
                    <a:pt x="1504" y="212"/>
                  </a:cubicBezTo>
                  <a:lnTo>
                    <a:pt x="1505" y="208"/>
                  </a:lnTo>
                  <a:cubicBezTo>
                    <a:pt x="1507" y="206"/>
                    <a:pt x="1508" y="204"/>
                    <a:pt x="1509" y="202"/>
                  </a:cubicBezTo>
                  <a:cubicBezTo>
                    <a:pt x="1510" y="200"/>
                    <a:pt x="1511" y="198"/>
                    <a:pt x="1513" y="197"/>
                  </a:cubicBezTo>
                  <a:cubicBezTo>
                    <a:pt x="1516" y="193"/>
                    <a:pt x="1521" y="191"/>
                    <a:pt x="1525" y="191"/>
                  </a:cubicBezTo>
                  <a:close/>
                  <a:moveTo>
                    <a:pt x="1607" y="0"/>
                  </a:moveTo>
                  <a:cubicBezTo>
                    <a:pt x="1599" y="0"/>
                    <a:pt x="1590" y="2"/>
                    <a:pt x="1583" y="4"/>
                  </a:cubicBezTo>
                  <a:cubicBezTo>
                    <a:pt x="1549" y="11"/>
                    <a:pt x="1520" y="30"/>
                    <a:pt x="1496" y="49"/>
                  </a:cubicBezTo>
                  <a:cubicBezTo>
                    <a:pt x="1485" y="60"/>
                    <a:pt x="1473" y="67"/>
                    <a:pt x="1463" y="77"/>
                  </a:cubicBezTo>
                  <a:cubicBezTo>
                    <a:pt x="1454" y="87"/>
                    <a:pt x="1443" y="94"/>
                    <a:pt x="1433" y="103"/>
                  </a:cubicBezTo>
                  <a:lnTo>
                    <a:pt x="1417" y="114"/>
                  </a:lnTo>
                  <a:lnTo>
                    <a:pt x="1404" y="128"/>
                  </a:lnTo>
                  <a:lnTo>
                    <a:pt x="1392" y="141"/>
                  </a:lnTo>
                  <a:lnTo>
                    <a:pt x="1383" y="152"/>
                  </a:lnTo>
                  <a:cubicBezTo>
                    <a:pt x="1371" y="165"/>
                    <a:pt x="1360" y="177"/>
                    <a:pt x="1347" y="191"/>
                  </a:cubicBezTo>
                  <a:cubicBezTo>
                    <a:pt x="1322" y="217"/>
                    <a:pt x="1296" y="241"/>
                    <a:pt x="1268" y="265"/>
                  </a:cubicBezTo>
                  <a:cubicBezTo>
                    <a:pt x="1212" y="313"/>
                    <a:pt x="940" y="769"/>
                    <a:pt x="919" y="799"/>
                  </a:cubicBezTo>
                  <a:cubicBezTo>
                    <a:pt x="881" y="858"/>
                    <a:pt x="830" y="908"/>
                    <a:pt x="774" y="956"/>
                  </a:cubicBezTo>
                  <a:cubicBezTo>
                    <a:pt x="720" y="1004"/>
                    <a:pt x="665" y="1052"/>
                    <a:pt x="619" y="1107"/>
                  </a:cubicBezTo>
                  <a:cubicBezTo>
                    <a:pt x="597" y="1135"/>
                    <a:pt x="577" y="1163"/>
                    <a:pt x="555" y="1191"/>
                  </a:cubicBezTo>
                  <a:cubicBezTo>
                    <a:pt x="535" y="1220"/>
                    <a:pt x="515" y="1249"/>
                    <a:pt x="495" y="1279"/>
                  </a:cubicBezTo>
                  <a:cubicBezTo>
                    <a:pt x="415" y="1396"/>
                    <a:pt x="347" y="1520"/>
                    <a:pt x="272" y="1641"/>
                  </a:cubicBezTo>
                  <a:cubicBezTo>
                    <a:pt x="235" y="1701"/>
                    <a:pt x="197" y="1761"/>
                    <a:pt x="160" y="1821"/>
                  </a:cubicBezTo>
                  <a:cubicBezTo>
                    <a:pt x="142" y="1852"/>
                    <a:pt x="124" y="1882"/>
                    <a:pt x="104" y="1912"/>
                  </a:cubicBezTo>
                  <a:cubicBezTo>
                    <a:pt x="86" y="1942"/>
                    <a:pt x="66" y="1971"/>
                    <a:pt x="46" y="2000"/>
                  </a:cubicBezTo>
                  <a:cubicBezTo>
                    <a:pt x="27" y="2027"/>
                    <a:pt x="14" y="2058"/>
                    <a:pt x="7" y="2091"/>
                  </a:cubicBezTo>
                  <a:cubicBezTo>
                    <a:pt x="1" y="2124"/>
                    <a:pt x="2" y="2157"/>
                    <a:pt x="8" y="2189"/>
                  </a:cubicBezTo>
                  <a:cubicBezTo>
                    <a:pt x="16" y="2221"/>
                    <a:pt x="29" y="2251"/>
                    <a:pt x="47" y="2277"/>
                  </a:cubicBezTo>
                  <a:cubicBezTo>
                    <a:pt x="66" y="2303"/>
                    <a:pt x="88" y="2326"/>
                    <a:pt x="115" y="2344"/>
                  </a:cubicBezTo>
                  <a:cubicBezTo>
                    <a:pt x="128" y="2352"/>
                    <a:pt x="142" y="2360"/>
                    <a:pt x="156" y="2366"/>
                  </a:cubicBezTo>
                  <a:cubicBezTo>
                    <a:pt x="156" y="2366"/>
                    <a:pt x="845" y="2715"/>
                    <a:pt x="917" y="2720"/>
                  </a:cubicBezTo>
                  <a:cubicBezTo>
                    <a:pt x="990" y="2726"/>
                    <a:pt x="1064" y="2728"/>
                    <a:pt x="1136" y="2733"/>
                  </a:cubicBezTo>
                  <a:cubicBezTo>
                    <a:pt x="1204" y="2738"/>
                    <a:pt x="1561" y="2792"/>
                    <a:pt x="1639" y="2792"/>
                  </a:cubicBezTo>
                  <a:cubicBezTo>
                    <a:pt x="1645" y="2792"/>
                    <a:pt x="1649" y="2792"/>
                    <a:pt x="1651" y="2791"/>
                  </a:cubicBezTo>
                  <a:cubicBezTo>
                    <a:pt x="1660" y="2789"/>
                    <a:pt x="1668" y="2786"/>
                    <a:pt x="1677" y="2783"/>
                  </a:cubicBezTo>
                  <a:cubicBezTo>
                    <a:pt x="1685" y="2781"/>
                    <a:pt x="1693" y="2777"/>
                    <a:pt x="1701" y="2772"/>
                  </a:cubicBezTo>
                  <a:cubicBezTo>
                    <a:pt x="1717" y="2764"/>
                    <a:pt x="1735" y="2754"/>
                    <a:pt x="1748" y="2740"/>
                  </a:cubicBezTo>
                  <a:cubicBezTo>
                    <a:pt x="1776" y="2716"/>
                    <a:pt x="1799" y="2680"/>
                    <a:pt x="1808" y="2643"/>
                  </a:cubicBezTo>
                  <a:cubicBezTo>
                    <a:pt x="1812" y="2633"/>
                    <a:pt x="1814" y="2624"/>
                    <a:pt x="1815" y="2614"/>
                  </a:cubicBezTo>
                  <a:cubicBezTo>
                    <a:pt x="1817" y="2605"/>
                    <a:pt x="1817" y="2595"/>
                    <a:pt x="1817" y="2585"/>
                  </a:cubicBezTo>
                  <a:lnTo>
                    <a:pt x="1817" y="2571"/>
                  </a:lnTo>
                  <a:lnTo>
                    <a:pt x="1817" y="2564"/>
                  </a:lnTo>
                  <a:lnTo>
                    <a:pt x="1817" y="2561"/>
                  </a:lnTo>
                  <a:cubicBezTo>
                    <a:pt x="1816" y="2556"/>
                    <a:pt x="1815" y="2552"/>
                    <a:pt x="1814" y="2548"/>
                  </a:cubicBezTo>
                  <a:cubicBezTo>
                    <a:pt x="1809" y="2530"/>
                    <a:pt x="1803" y="2512"/>
                    <a:pt x="1795" y="2495"/>
                  </a:cubicBezTo>
                  <a:cubicBezTo>
                    <a:pt x="1789" y="2476"/>
                    <a:pt x="1781" y="2458"/>
                    <a:pt x="1774" y="2441"/>
                  </a:cubicBezTo>
                  <a:cubicBezTo>
                    <a:pt x="1768" y="2423"/>
                    <a:pt x="1762" y="2405"/>
                    <a:pt x="1758" y="2388"/>
                  </a:cubicBezTo>
                  <a:cubicBezTo>
                    <a:pt x="1753" y="2351"/>
                    <a:pt x="1751" y="2316"/>
                    <a:pt x="1748" y="2281"/>
                  </a:cubicBezTo>
                  <a:cubicBezTo>
                    <a:pt x="1745" y="2210"/>
                    <a:pt x="1751" y="2140"/>
                    <a:pt x="1755" y="2069"/>
                  </a:cubicBezTo>
                  <a:lnTo>
                    <a:pt x="1767" y="1857"/>
                  </a:lnTo>
                  <a:lnTo>
                    <a:pt x="1774" y="1751"/>
                  </a:lnTo>
                  <a:lnTo>
                    <a:pt x="1784" y="1645"/>
                  </a:lnTo>
                  <a:lnTo>
                    <a:pt x="1793" y="1538"/>
                  </a:lnTo>
                  <a:cubicBezTo>
                    <a:pt x="1794" y="1521"/>
                    <a:pt x="1797" y="1503"/>
                    <a:pt x="1799" y="1486"/>
                  </a:cubicBezTo>
                  <a:cubicBezTo>
                    <a:pt x="1802" y="1468"/>
                    <a:pt x="1805" y="1451"/>
                    <a:pt x="1809" y="1433"/>
                  </a:cubicBezTo>
                  <a:cubicBezTo>
                    <a:pt x="1813" y="1416"/>
                    <a:pt x="1817" y="1397"/>
                    <a:pt x="1819" y="1380"/>
                  </a:cubicBezTo>
                  <a:cubicBezTo>
                    <a:pt x="1820" y="1362"/>
                    <a:pt x="1821" y="1345"/>
                    <a:pt x="1821" y="1327"/>
                  </a:cubicBezTo>
                  <a:lnTo>
                    <a:pt x="1821" y="1273"/>
                  </a:lnTo>
                  <a:lnTo>
                    <a:pt x="1820" y="1221"/>
                  </a:lnTo>
                  <a:cubicBezTo>
                    <a:pt x="1819" y="1150"/>
                    <a:pt x="1815" y="1079"/>
                    <a:pt x="1812" y="1009"/>
                  </a:cubicBezTo>
                  <a:cubicBezTo>
                    <a:pt x="1808" y="937"/>
                    <a:pt x="1807" y="866"/>
                    <a:pt x="1805" y="796"/>
                  </a:cubicBezTo>
                  <a:lnTo>
                    <a:pt x="1802" y="583"/>
                  </a:lnTo>
                  <a:cubicBezTo>
                    <a:pt x="1801" y="513"/>
                    <a:pt x="1801" y="442"/>
                    <a:pt x="1803" y="371"/>
                  </a:cubicBezTo>
                  <a:lnTo>
                    <a:pt x="1804" y="318"/>
                  </a:lnTo>
                  <a:cubicBezTo>
                    <a:pt x="1804" y="300"/>
                    <a:pt x="1804" y="283"/>
                    <a:pt x="1806" y="265"/>
                  </a:cubicBezTo>
                  <a:cubicBezTo>
                    <a:pt x="1806" y="263"/>
                    <a:pt x="1806" y="262"/>
                    <a:pt x="1806" y="258"/>
                  </a:cubicBezTo>
                  <a:lnTo>
                    <a:pt x="1806" y="247"/>
                  </a:lnTo>
                  <a:lnTo>
                    <a:pt x="1807" y="223"/>
                  </a:lnTo>
                  <a:cubicBezTo>
                    <a:pt x="1806" y="207"/>
                    <a:pt x="1804" y="191"/>
                    <a:pt x="1802" y="175"/>
                  </a:cubicBezTo>
                  <a:cubicBezTo>
                    <a:pt x="1798" y="159"/>
                    <a:pt x="1793" y="142"/>
                    <a:pt x="1787" y="126"/>
                  </a:cubicBezTo>
                  <a:cubicBezTo>
                    <a:pt x="1779" y="111"/>
                    <a:pt x="1772" y="95"/>
                    <a:pt x="1761" y="81"/>
                  </a:cubicBezTo>
                  <a:cubicBezTo>
                    <a:pt x="1756" y="75"/>
                    <a:pt x="1751" y="67"/>
                    <a:pt x="1744" y="61"/>
                  </a:cubicBezTo>
                  <a:cubicBezTo>
                    <a:pt x="1738" y="55"/>
                    <a:pt x="1731" y="49"/>
                    <a:pt x="1725" y="44"/>
                  </a:cubicBezTo>
                  <a:cubicBezTo>
                    <a:pt x="1722" y="41"/>
                    <a:pt x="1719" y="39"/>
                    <a:pt x="1715" y="35"/>
                  </a:cubicBezTo>
                  <a:cubicBezTo>
                    <a:pt x="1711" y="33"/>
                    <a:pt x="1708" y="31"/>
                    <a:pt x="1704" y="29"/>
                  </a:cubicBezTo>
                  <a:cubicBezTo>
                    <a:pt x="1697" y="25"/>
                    <a:pt x="1690" y="20"/>
                    <a:pt x="1681" y="16"/>
                  </a:cubicBezTo>
                  <a:cubicBezTo>
                    <a:pt x="1674" y="13"/>
                    <a:pt x="1666" y="10"/>
                    <a:pt x="1658" y="8"/>
                  </a:cubicBezTo>
                  <a:cubicBezTo>
                    <a:pt x="1650" y="4"/>
                    <a:pt x="1642" y="2"/>
                    <a:pt x="1633" y="2"/>
                  </a:cubicBezTo>
                  <a:cubicBezTo>
                    <a:pt x="1625" y="1"/>
                    <a:pt x="1616" y="0"/>
                    <a:pt x="1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5"/>
            <p:cNvSpPr/>
            <p:nvPr/>
          </p:nvSpPr>
          <p:spPr>
            <a:xfrm>
              <a:off x="4589025" y="2635475"/>
              <a:ext cx="150" cy="325"/>
            </a:xfrm>
            <a:custGeom>
              <a:rect b="b" l="l" r="r" t="t"/>
              <a:pathLst>
                <a:path extrusionOk="0" h="13" w="6">
                  <a:moveTo>
                    <a:pt x="6" y="1"/>
                  </a:moveTo>
                  <a:lnTo>
                    <a:pt x="6" y="1"/>
                  </a:lnTo>
                  <a:cubicBezTo>
                    <a:pt x="3" y="2"/>
                    <a:pt x="1" y="3"/>
                    <a:pt x="0" y="6"/>
                  </a:cubicBezTo>
                  <a:cubicBezTo>
                    <a:pt x="1" y="7"/>
                    <a:pt x="0" y="7"/>
                    <a:pt x="0" y="8"/>
                  </a:cubicBezTo>
                  <a:cubicBezTo>
                    <a:pt x="1" y="9"/>
                    <a:pt x="1" y="10"/>
                    <a:pt x="1" y="12"/>
                  </a:cubicBezTo>
                  <a:cubicBezTo>
                    <a:pt x="2" y="12"/>
                    <a:pt x="2" y="12"/>
                    <a:pt x="2" y="13"/>
                  </a:cubicBezTo>
                  <a:lnTo>
                    <a:pt x="3" y="13"/>
                  </a:lnTo>
                  <a:lnTo>
                    <a:pt x="3" y="9"/>
                  </a:lnTo>
                  <a:cubicBezTo>
                    <a:pt x="5" y="6"/>
                    <a:pt x="6" y="4"/>
                    <a:pt x="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75"/>
          <p:cNvGrpSpPr/>
          <p:nvPr/>
        </p:nvGrpSpPr>
        <p:grpSpPr>
          <a:xfrm rot="-1464194">
            <a:off x="861313" y="691245"/>
            <a:ext cx="400890" cy="308761"/>
            <a:chOff x="6060100" y="2504357"/>
            <a:chExt cx="256950" cy="197900"/>
          </a:xfrm>
        </p:grpSpPr>
        <p:sp>
          <p:nvSpPr>
            <p:cNvPr id="2074" name="Google Shape;2074;p75"/>
            <p:cNvSpPr/>
            <p:nvPr/>
          </p:nvSpPr>
          <p:spPr>
            <a:xfrm>
              <a:off x="6060100" y="2504357"/>
              <a:ext cx="256950" cy="197900"/>
            </a:xfrm>
            <a:custGeom>
              <a:rect b="b" l="l" r="r" t="t"/>
              <a:pathLst>
                <a:path extrusionOk="0" h="7916" w="10278">
                  <a:moveTo>
                    <a:pt x="7357" y="528"/>
                  </a:moveTo>
                  <a:cubicBezTo>
                    <a:pt x="8886" y="528"/>
                    <a:pt x="8922" y="2740"/>
                    <a:pt x="8396" y="3792"/>
                  </a:cubicBezTo>
                  <a:cubicBezTo>
                    <a:pt x="7578" y="5426"/>
                    <a:pt x="6108" y="6456"/>
                    <a:pt x="4602" y="7389"/>
                  </a:cubicBezTo>
                  <a:cubicBezTo>
                    <a:pt x="4522" y="7437"/>
                    <a:pt x="4492" y="7506"/>
                    <a:pt x="4490" y="7573"/>
                  </a:cubicBezTo>
                  <a:cubicBezTo>
                    <a:pt x="3361" y="6492"/>
                    <a:pt x="2315" y="5241"/>
                    <a:pt x="1806" y="3740"/>
                  </a:cubicBezTo>
                  <a:cubicBezTo>
                    <a:pt x="1504" y="2849"/>
                    <a:pt x="1365" y="1667"/>
                    <a:pt x="2125" y="949"/>
                  </a:cubicBezTo>
                  <a:cubicBezTo>
                    <a:pt x="2364" y="723"/>
                    <a:pt x="2666" y="625"/>
                    <a:pt x="2977" y="625"/>
                  </a:cubicBezTo>
                  <a:cubicBezTo>
                    <a:pt x="3565" y="625"/>
                    <a:pt x="4183" y="977"/>
                    <a:pt x="4464" y="1480"/>
                  </a:cubicBezTo>
                  <a:cubicBezTo>
                    <a:pt x="4681" y="1868"/>
                    <a:pt x="4759" y="2335"/>
                    <a:pt x="4836" y="2766"/>
                  </a:cubicBezTo>
                  <a:cubicBezTo>
                    <a:pt x="4857" y="2889"/>
                    <a:pt x="4963" y="2946"/>
                    <a:pt x="5072" y="2946"/>
                  </a:cubicBezTo>
                  <a:cubicBezTo>
                    <a:pt x="5208" y="2946"/>
                    <a:pt x="5348" y="2857"/>
                    <a:pt x="5332" y="2700"/>
                  </a:cubicBezTo>
                  <a:cubicBezTo>
                    <a:pt x="5332" y="2688"/>
                    <a:pt x="5330" y="2678"/>
                    <a:pt x="5330" y="2667"/>
                  </a:cubicBezTo>
                  <a:cubicBezTo>
                    <a:pt x="5526" y="1806"/>
                    <a:pt x="5948" y="818"/>
                    <a:pt x="6886" y="589"/>
                  </a:cubicBezTo>
                  <a:cubicBezTo>
                    <a:pt x="7057" y="547"/>
                    <a:pt x="7213" y="528"/>
                    <a:pt x="7357" y="528"/>
                  </a:cubicBezTo>
                  <a:close/>
                  <a:moveTo>
                    <a:pt x="3085" y="0"/>
                  </a:moveTo>
                  <a:cubicBezTo>
                    <a:pt x="2364" y="0"/>
                    <a:pt x="1702" y="444"/>
                    <a:pt x="1326" y="1106"/>
                  </a:cubicBezTo>
                  <a:cubicBezTo>
                    <a:pt x="1" y="3440"/>
                    <a:pt x="2522" y="6659"/>
                    <a:pt x="4355" y="7890"/>
                  </a:cubicBezTo>
                  <a:cubicBezTo>
                    <a:pt x="4382" y="7907"/>
                    <a:pt x="4409" y="7915"/>
                    <a:pt x="4435" y="7915"/>
                  </a:cubicBezTo>
                  <a:cubicBezTo>
                    <a:pt x="4510" y="7915"/>
                    <a:pt x="4576" y="7850"/>
                    <a:pt x="4594" y="7774"/>
                  </a:cubicBezTo>
                  <a:cubicBezTo>
                    <a:pt x="4634" y="7805"/>
                    <a:pt x="4684" y="7824"/>
                    <a:pt x="4740" y="7824"/>
                  </a:cubicBezTo>
                  <a:cubicBezTo>
                    <a:pt x="4773" y="7824"/>
                    <a:pt x="4808" y="7817"/>
                    <a:pt x="4845" y="7802"/>
                  </a:cubicBezTo>
                  <a:cubicBezTo>
                    <a:pt x="6960" y="6909"/>
                    <a:pt x="10278" y="3867"/>
                    <a:pt x="9031" y="1275"/>
                  </a:cubicBezTo>
                  <a:cubicBezTo>
                    <a:pt x="8680" y="547"/>
                    <a:pt x="7983" y="6"/>
                    <a:pt x="7205" y="6"/>
                  </a:cubicBezTo>
                  <a:cubicBezTo>
                    <a:pt x="7000" y="6"/>
                    <a:pt x="6790" y="44"/>
                    <a:pt x="6578" y="125"/>
                  </a:cubicBezTo>
                  <a:cubicBezTo>
                    <a:pt x="5831" y="414"/>
                    <a:pt x="5399" y="1092"/>
                    <a:pt x="5163" y="1829"/>
                  </a:cubicBezTo>
                  <a:cubicBezTo>
                    <a:pt x="4944" y="1092"/>
                    <a:pt x="4514" y="430"/>
                    <a:pt x="3753" y="130"/>
                  </a:cubicBezTo>
                  <a:cubicBezTo>
                    <a:pt x="3529" y="41"/>
                    <a:pt x="3304" y="0"/>
                    <a:pt x="3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5"/>
            <p:cNvSpPr/>
            <p:nvPr/>
          </p:nvSpPr>
          <p:spPr>
            <a:xfrm>
              <a:off x="6094225" y="2517532"/>
              <a:ext cx="188925" cy="176175"/>
            </a:xfrm>
            <a:custGeom>
              <a:rect b="b" l="l" r="r" t="t"/>
              <a:pathLst>
                <a:path extrusionOk="0" h="7047" w="7557">
                  <a:moveTo>
                    <a:pt x="5992" y="1"/>
                  </a:moveTo>
                  <a:cubicBezTo>
                    <a:pt x="5848" y="1"/>
                    <a:pt x="5692" y="20"/>
                    <a:pt x="5521" y="62"/>
                  </a:cubicBezTo>
                  <a:cubicBezTo>
                    <a:pt x="4583" y="291"/>
                    <a:pt x="4161" y="1279"/>
                    <a:pt x="3965" y="2140"/>
                  </a:cubicBezTo>
                  <a:cubicBezTo>
                    <a:pt x="3965" y="2151"/>
                    <a:pt x="3967" y="2161"/>
                    <a:pt x="3967" y="2173"/>
                  </a:cubicBezTo>
                  <a:cubicBezTo>
                    <a:pt x="3983" y="2330"/>
                    <a:pt x="3843" y="2419"/>
                    <a:pt x="3707" y="2419"/>
                  </a:cubicBezTo>
                  <a:cubicBezTo>
                    <a:pt x="3598" y="2419"/>
                    <a:pt x="3492" y="2362"/>
                    <a:pt x="3470" y="2239"/>
                  </a:cubicBezTo>
                  <a:cubicBezTo>
                    <a:pt x="3394" y="1808"/>
                    <a:pt x="3316" y="1341"/>
                    <a:pt x="3098" y="953"/>
                  </a:cubicBezTo>
                  <a:cubicBezTo>
                    <a:pt x="2817" y="450"/>
                    <a:pt x="2199" y="98"/>
                    <a:pt x="1611" y="98"/>
                  </a:cubicBezTo>
                  <a:cubicBezTo>
                    <a:pt x="1301" y="98"/>
                    <a:pt x="999" y="196"/>
                    <a:pt x="760" y="422"/>
                  </a:cubicBezTo>
                  <a:cubicBezTo>
                    <a:pt x="0" y="1140"/>
                    <a:pt x="139" y="2322"/>
                    <a:pt x="441" y="3213"/>
                  </a:cubicBezTo>
                  <a:cubicBezTo>
                    <a:pt x="949" y="4714"/>
                    <a:pt x="1996" y="5966"/>
                    <a:pt x="3124" y="7046"/>
                  </a:cubicBezTo>
                  <a:cubicBezTo>
                    <a:pt x="3127" y="6979"/>
                    <a:pt x="3157" y="6911"/>
                    <a:pt x="3237" y="6862"/>
                  </a:cubicBezTo>
                  <a:cubicBezTo>
                    <a:pt x="4743" y="5929"/>
                    <a:pt x="6213" y="4899"/>
                    <a:pt x="7031" y="3265"/>
                  </a:cubicBezTo>
                  <a:cubicBezTo>
                    <a:pt x="7557" y="2213"/>
                    <a:pt x="7521" y="1"/>
                    <a:pt x="5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75"/>
          <p:cNvGrpSpPr/>
          <p:nvPr/>
        </p:nvGrpSpPr>
        <p:grpSpPr>
          <a:xfrm>
            <a:off x="713184" y="4691184"/>
            <a:ext cx="7726459" cy="369843"/>
            <a:chOff x="713184" y="4691184"/>
            <a:chExt cx="7726459" cy="369843"/>
          </a:xfrm>
        </p:grpSpPr>
        <p:sp>
          <p:nvSpPr>
            <p:cNvPr id="2077" name="Google Shape;2077;p75"/>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078" name="Google Shape;2078;p75"/>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5"/>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5">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4" name="Shape 2084"/>
        <p:cNvGrpSpPr/>
        <p:nvPr/>
      </p:nvGrpSpPr>
      <p:grpSpPr>
        <a:xfrm>
          <a:off x="0" y="0"/>
          <a:ext cx="0" cy="0"/>
          <a:chOff x="0" y="0"/>
          <a:chExt cx="0" cy="0"/>
        </a:xfrm>
      </p:grpSpPr>
      <p:grpSp>
        <p:nvGrpSpPr>
          <p:cNvPr id="2085" name="Google Shape;2085;p76"/>
          <p:cNvGrpSpPr/>
          <p:nvPr/>
        </p:nvGrpSpPr>
        <p:grpSpPr>
          <a:xfrm>
            <a:off x="1967311" y="706986"/>
            <a:ext cx="5117188" cy="709803"/>
            <a:chOff x="7728915" y="1917859"/>
            <a:chExt cx="1034486" cy="222599"/>
          </a:xfrm>
        </p:grpSpPr>
        <p:sp>
          <p:nvSpPr>
            <p:cNvPr id="2086" name="Google Shape;2086;p76"/>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6"/>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6"/>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6"/>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6"/>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6"/>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6"/>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6"/>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6"/>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6"/>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6"/>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6"/>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6"/>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6"/>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6"/>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6"/>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6"/>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6"/>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6"/>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6"/>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6"/>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6"/>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6"/>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6"/>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6"/>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6"/>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6"/>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6"/>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6"/>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6"/>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6"/>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6"/>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6"/>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6"/>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6"/>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6"/>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6"/>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6"/>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6"/>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5" name="Google Shape;2125;p76"/>
          <p:cNvSpPr/>
          <p:nvPr/>
        </p:nvSpPr>
        <p:spPr>
          <a:xfrm flipH="1" rot="10799676">
            <a:off x="5129407" y="3247874"/>
            <a:ext cx="2618086" cy="47371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2126" name="Google Shape;2126;p76"/>
          <p:cNvSpPr/>
          <p:nvPr/>
        </p:nvSpPr>
        <p:spPr>
          <a:xfrm flipH="1" rot="-60026">
            <a:off x="1438494" y="3253257"/>
            <a:ext cx="2617991" cy="47372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2127" name="Google Shape;2127;p76"/>
          <p:cNvSpPr/>
          <p:nvPr/>
        </p:nvSpPr>
        <p:spPr>
          <a:xfrm flipH="1" rot="10799676">
            <a:off x="5129407" y="1808612"/>
            <a:ext cx="2618086" cy="47371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2128" name="Google Shape;2128;p76"/>
          <p:cNvSpPr/>
          <p:nvPr/>
        </p:nvSpPr>
        <p:spPr>
          <a:xfrm flipH="1" rot="-60026">
            <a:off x="1438494" y="1813994"/>
            <a:ext cx="2617991" cy="47372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2129" name="Google Shape;2129;p76"/>
          <p:cNvSpPr txBox="1"/>
          <p:nvPr>
            <p:ph idx="2" type="title"/>
          </p:nvPr>
        </p:nvSpPr>
        <p:spPr>
          <a:xfrm>
            <a:off x="1611274" y="1803075"/>
            <a:ext cx="218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Take a chair</a:t>
            </a:r>
            <a:endParaRPr/>
          </a:p>
        </p:txBody>
      </p:sp>
      <p:sp>
        <p:nvSpPr>
          <p:cNvPr id="2130" name="Google Shape;2130;p76"/>
          <p:cNvSpPr txBox="1"/>
          <p:nvPr>
            <p:ph idx="1" type="subTitle"/>
          </p:nvPr>
        </p:nvSpPr>
        <p:spPr>
          <a:xfrm>
            <a:off x="1272075" y="2274175"/>
            <a:ext cx="2867100" cy="70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Take one student and sit them facing away from the rest of their classmates</a:t>
            </a:r>
            <a:endParaRPr/>
          </a:p>
        </p:txBody>
      </p:sp>
      <p:sp>
        <p:nvSpPr>
          <p:cNvPr id="2131" name="Google Shape;2131;p76"/>
          <p:cNvSpPr txBox="1"/>
          <p:nvPr>
            <p:ph idx="3" type="title"/>
          </p:nvPr>
        </p:nvSpPr>
        <p:spPr>
          <a:xfrm>
            <a:off x="5345648" y="1803075"/>
            <a:ext cx="218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Close your eyes</a:t>
            </a:r>
            <a:endParaRPr/>
          </a:p>
        </p:txBody>
      </p:sp>
      <p:sp>
        <p:nvSpPr>
          <p:cNvPr id="2132" name="Google Shape;2132;p76"/>
          <p:cNvSpPr txBox="1"/>
          <p:nvPr>
            <p:ph idx="4" type="subTitle"/>
          </p:nvPr>
        </p:nvSpPr>
        <p:spPr>
          <a:xfrm>
            <a:off x="5004852" y="2274175"/>
            <a:ext cx="2867100" cy="70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student has to close their eyes and the rest must stand behind them</a:t>
            </a:r>
            <a:endParaRPr/>
          </a:p>
        </p:txBody>
      </p:sp>
      <p:sp>
        <p:nvSpPr>
          <p:cNvPr id="2133" name="Google Shape;2133;p76"/>
          <p:cNvSpPr txBox="1"/>
          <p:nvPr>
            <p:ph idx="5" type="title"/>
          </p:nvPr>
        </p:nvSpPr>
        <p:spPr>
          <a:xfrm>
            <a:off x="1611274" y="3247725"/>
            <a:ext cx="218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Say “Hi!”</a:t>
            </a:r>
            <a:endParaRPr/>
          </a:p>
        </p:txBody>
      </p:sp>
      <p:sp>
        <p:nvSpPr>
          <p:cNvPr id="2134" name="Google Shape;2134;p76"/>
          <p:cNvSpPr txBox="1"/>
          <p:nvPr>
            <p:ph idx="6" type="subTitle"/>
          </p:nvPr>
        </p:nvSpPr>
        <p:spPr>
          <a:xfrm>
            <a:off x="1272069" y="3714976"/>
            <a:ext cx="2867100" cy="71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Now, the students say “Greetings, your majesty” imitating different voices</a:t>
            </a:r>
            <a:endParaRPr/>
          </a:p>
        </p:txBody>
      </p:sp>
      <p:sp>
        <p:nvSpPr>
          <p:cNvPr id="2135" name="Google Shape;2135;p76"/>
          <p:cNvSpPr txBox="1"/>
          <p:nvPr>
            <p:ph idx="7" type="title"/>
          </p:nvPr>
        </p:nvSpPr>
        <p:spPr>
          <a:xfrm>
            <a:off x="5345648" y="3247725"/>
            <a:ext cx="218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 said it?</a:t>
            </a:r>
            <a:endParaRPr/>
          </a:p>
        </p:txBody>
      </p:sp>
      <p:sp>
        <p:nvSpPr>
          <p:cNvPr id="2136" name="Google Shape;2136;p76"/>
          <p:cNvSpPr txBox="1"/>
          <p:nvPr>
            <p:ph idx="8" type="subTitle"/>
          </p:nvPr>
        </p:nvSpPr>
        <p:spPr>
          <a:xfrm>
            <a:off x="5004848" y="3714976"/>
            <a:ext cx="2867100" cy="71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After that, the student in the chair must guess who the speakers were</a:t>
            </a:r>
            <a:endParaRPr/>
          </a:p>
        </p:txBody>
      </p:sp>
      <p:sp>
        <p:nvSpPr>
          <p:cNvPr id="2137" name="Google Shape;2137;p76"/>
          <p:cNvSpPr txBox="1"/>
          <p:nvPr>
            <p:ph type="title"/>
          </p:nvPr>
        </p:nvSpPr>
        <p:spPr>
          <a:xfrm>
            <a:off x="2820300" y="759404"/>
            <a:ext cx="35037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Greetings, your majesty</a:t>
            </a:r>
            <a:endParaRPr/>
          </a:p>
        </p:txBody>
      </p:sp>
      <p:grpSp>
        <p:nvGrpSpPr>
          <p:cNvPr id="2138" name="Google Shape;2138;p76"/>
          <p:cNvGrpSpPr/>
          <p:nvPr/>
        </p:nvGrpSpPr>
        <p:grpSpPr>
          <a:xfrm>
            <a:off x="713184" y="4691184"/>
            <a:ext cx="7726459" cy="369843"/>
            <a:chOff x="713184" y="4691184"/>
            <a:chExt cx="7726459" cy="369843"/>
          </a:xfrm>
        </p:grpSpPr>
        <p:sp>
          <p:nvSpPr>
            <p:cNvPr id="2139" name="Google Shape;2139;p76"/>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140" name="Google Shape;2140;p76"/>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6"/>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6">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6" name="Shape 2146"/>
        <p:cNvGrpSpPr/>
        <p:nvPr/>
      </p:nvGrpSpPr>
      <p:grpSpPr>
        <a:xfrm>
          <a:off x="0" y="0"/>
          <a:ext cx="0" cy="0"/>
          <a:chOff x="0" y="0"/>
          <a:chExt cx="0" cy="0"/>
        </a:xfrm>
      </p:grpSpPr>
      <p:grpSp>
        <p:nvGrpSpPr>
          <p:cNvPr id="2147" name="Google Shape;2147;p77"/>
          <p:cNvGrpSpPr/>
          <p:nvPr/>
        </p:nvGrpSpPr>
        <p:grpSpPr>
          <a:xfrm>
            <a:off x="2176859" y="879680"/>
            <a:ext cx="4699670" cy="1345814"/>
            <a:chOff x="7728915" y="1917859"/>
            <a:chExt cx="1034486" cy="222599"/>
          </a:xfrm>
        </p:grpSpPr>
        <p:sp>
          <p:nvSpPr>
            <p:cNvPr id="2148" name="Google Shape;2148;p77"/>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7"/>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7"/>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7"/>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7"/>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7"/>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7"/>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7"/>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7"/>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7"/>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7"/>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7"/>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7"/>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7"/>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7"/>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7"/>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7"/>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7"/>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7"/>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7"/>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7"/>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7"/>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7"/>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7"/>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7"/>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7"/>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7"/>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7"/>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7"/>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7"/>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7"/>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7"/>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7"/>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7"/>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7"/>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7"/>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7"/>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7"/>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7"/>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7" name="Google Shape;2187;p77"/>
          <p:cNvSpPr/>
          <p:nvPr/>
        </p:nvSpPr>
        <p:spPr>
          <a:xfrm rot="173206">
            <a:off x="3875367" y="3298049"/>
            <a:ext cx="1393337" cy="735422"/>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2188" name="Google Shape;2188;p77">
            <a:hlinkClick action="ppaction://hlinksldjump" r:id="rId3"/>
          </p:cNvPr>
          <p:cNvSpPr txBox="1"/>
          <p:nvPr>
            <p:ph idx="1" type="subTitle"/>
          </p:nvPr>
        </p:nvSpPr>
        <p:spPr>
          <a:xfrm>
            <a:off x="3923225" y="3369800"/>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sz="1600"/>
          </a:p>
        </p:txBody>
      </p:sp>
      <p:sp>
        <p:nvSpPr>
          <p:cNvPr id="2189" name="Google Shape;2189;p77"/>
          <p:cNvSpPr txBox="1"/>
          <p:nvPr>
            <p:ph type="title"/>
          </p:nvPr>
        </p:nvSpPr>
        <p:spPr>
          <a:xfrm>
            <a:off x="2886750" y="1000350"/>
            <a:ext cx="3370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Rock, paper, scissors tag</a:t>
            </a:r>
            <a:endParaRPr/>
          </a:p>
        </p:txBody>
      </p:sp>
      <p:sp>
        <p:nvSpPr>
          <p:cNvPr id="2190" name="Google Shape;2190;p77"/>
          <p:cNvSpPr txBox="1"/>
          <p:nvPr>
            <p:ph idx="2" type="subTitle"/>
          </p:nvPr>
        </p:nvSpPr>
        <p:spPr>
          <a:xfrm>
            <a:off x="3041475" y="2310025"/>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2191" name="Google Shape;2191;p77"/>
          <p:cNvGrpSpPr/>
          <p:nvPr/>
        </p:nvGrpSpPr>
        <p:grpSpPr>
          <a:xfrm>
            <a:off x="616526" y="2901918"/>
            <a:ext cx="1030736" cy="1345846"/>
            <a:chOff x="2890275" y="2949625"/>
            <a:chExt cx="407325" cy="531850"/>
          </a:xfrm>
        </p:grpSpPr>
        <p:sp>
          <p:nvSpPr>
            <p:cNvPr id="2192" name="Google Shape;2192;p77"/>
            <p:cNvSpPr/>
            <p:nvPr/>
          </p:nvSpPr>
          <p:spPr>
            <a:xfrm>
              <a:off x="2908450" y="2949625"/>
              <a:ext cx="389150" cy="492575"/>
            </a:xfrm>
            <a:custGeom>
              <a:rect b="b" l="l" r="r" t="t"/>
              <a:pathLst>
                <a:path extrusionOk="0" h="19703" w="15566">
                  <a:moveTo>
                    <a:pt x="10760" y="301"/>
                  </a:moveTo>
                  <a:cubicBezTo>
                    <a:pt x="10950" y="301"/>
                    <a:pt x="11135" y="355"/>
                    <a:pt x="11177" y="509"/>
                  </a:cubicBezTo>
                  <a:lnTo>
                    <a:pt x="14169" y="11456"/>
                  </a:lnTo>
                  <a:cubicBezTo>
                    <a:pt x="14164" y="11514"/>
                    <a:pt x="14169" y="11572"/>
                    <a:pt x="14185" y="11626"/>
                  </a:cubicBezTo>
                  <a:lnTo>
                    <a:pt x="15330" y="15540"/>
                  </a:lnTo>
                  <a:lnTo>
                    <a:pt x="14901" y="15691"/>
                  </a:lnTo>
                  <a:lnTo>
                    <a:pt x="14717" y="15754"/>
                  </a:lnTo>
                  <a:lnTo>
                    <a:pt x="14480" y="15839"/>
                  </a:lnTo>
                  <a:lnTo>
                    <a:pt x="11712" y="16745"/>
                  </a:lnTo>
                  <a:cubicBezTo>
                    <a:pt x="11665" y="16760"/>
                    <a:pt x="11617" y="16770"/>
                    <a:pt x="11568" y="16774"/>
                  </a:cubicBezTo>
                  <a:cubicBezTo>
                    <a:pt x="11459" y="16784"/>
                    <a:pt x="11350" y="16801"/>
                    <a:pt x="11242" y="16826"/>
                  </a:cubicBezTo>
                  <a:cubicBezTo>
                    <a:pt x="11167" y="16843"/>
                    <a:pt x="9499" y="17538"/>
                    <a:pt x="8556" y="17905"/>
                  </a:cubicBezTo>
                  <a:lnTo>
                    <a:pt x="8556" y="17905"/>
                  </a:lnTo>
                  <a:lnTo>
                    <a:pt x="5584" y="18942"/>
                  </a:lnTo>
                  <a:lnTo>
                    <a:pt x="5584" y="18942"/>
                  </a:lnTo>
                  <a:lnTo>
                    <a:pt x="4684" y="19256"/>
                  </a:lnTo>
                  <a:lnTo>
                    <a:pt x="4093" y="19462"/>
                  </a:lnTo>
                  <a:cubicBezTo>
                    <a:pt x="4093" y="19461"/>
                    <a:pt x="4093" y="19461"/>
                    <a:pt x="4093" y="19460"/>
                  </a:cubicBezTo>
                  <a:lnTo>
                    <a:pt x="4093" y="19460"/>
                  </a:lnTo>
                  <a:cubicBezTo>
                    <a:pt x="3948" y="18911"/>
                    <a:pt x="3477" y="16385"/>
                    <a:pt x="2661" y="12995"/>
                  </a:cubicBezTo>
                  <a:cubicBezTo>
                    <a:pt x="2031" y="10384"/>
                    <a:pt x="1106" y="7113"/>
                    <a:pt x="540" y="4753"/>
                  </a:cubicBezTo>
                  <a:lnTo>
                    <a:pt x="540" y="4753"/>
                  </a:lnTo>
                  <a:cubicBezTo>
                    <a:pt x="537" y="4741"/>
                    <a:pt x="534" y="4729"/>
                    <a:pt x="531" y="4717"/>
                  </a:cubicBezTo>
                  <a:cubicBezTo>
                    <a:pt x="516" y="4654"/>
                    <a:pt x="502" y="4592"/>
                    <a:pt x="488" y="4529"/>
                  </a:cubicBezTo>
                  <a:cubicBezTo>
                    <a:pt x="452" y="4385"/>
                    <a:pt x="418" y="4244"/>
                    <a:pt x="385" y="4105"/>
                  </a:cubicBezTo>
                  <a:cubicBezTo>
                    <a:pt x="370" y="4042"/>
                    <a:pt x="355" y="3981"/>
                    <a:pt x="340" y="3919"/>
                  </a:cubicBezTo>
                  <a:cubicBezTo>
                    <a:pt x="318" y="3825"/>
                    <a:pt x="321" y="3780"/>
                    <a:pt x="319" y="3727"/>
                  </a:cubicBezTo>
                  <a:cubicBezTo>
                    <a:pt x="317" y="3644"/>
                    <a:pt x="370" y="3569"/>
                    <a:pt x="449" y="3544"/>
                  </a:cubicBezTo>
                  <a:lnTo>
                    <a:pt x="10461" y="344"/>
                  </a:lnTo>
                  <a:cubicBezTo>
                    <a:pt x="10546" y="318"/>
                    <a:pt x="10653" y="301"/>
                    <a:pt x="10760" y="301"/>
                  </a:cubicBezTo>
                  <a:close/>
                  <a:moveTo>
                    <a:pt x="10907" y="0"/>
                  </a:moveTo>
                  <a:cubicBezTo>
                    <a:pt x="10767" y="0"/>
                    <a:pt x="10515" y="39"/>
                    <a:pt x="10477" y="51"/>
                  </a:cubicBezTo>
                  <a:lnTo>
                    <a:pt x="86" y="3300"/>
                  </a:lnTo>
                  <a:lnTo>
                    <a:pt x="1" y="3327"/>
                  </a:lnTo>
                  <a:lnTo>
                    <a:pt x="22" y="3414"/>
                  </a:lnTo>
                  <a:cubicBezTo>
                    <a:pt x="66" y="3598"/>
                    <a:pt x="111" y="3785"/>
                    <a:pt x="156" y="3975"/>
                  </a:cubicBezTo>
                  <a:cubicBezTo>
                    <a:pt x="170" y="4038"/>
                    <a:pt x="185" y="4100"/>
                    <a:pt x="200" y="4162"/>
                  </a:cubicBezTo>
                  <a:cubicBezTo>
                    <a:pt x="200" y="4162"/>
                    <a:pt x="200" y="4163"/>
                    <a:pt x="201" y="4163"/>
                  </a:cubicBezTo>
                  <a:lnTo>
                    <a:pt x="201" y="4163"/>
                  </a:lnTo>
                  <a:lnTo>
                    <a:pt x="200" y="4163"/>
                  </a:lnTo>
                  <a:cubicBezTo>
                    <a:pt x="233" y="4302"/>
                    <a:pt x="268" y="4443"/>
                    <a:pt x="301" y="4587"/>
                  </a:cubicBezTo>
                  <a:cubicBezTo>
                    <a:pt x="317" y="4648"/>
                    <a:pt x="332" y="4710"/>
                    <a:pt x="347" y="4774"/>
                  </a:cubicBezTo>
                  <a:cubicBezTo>
                    <a:pt x="1797" y="10838"/>
                    <a:pt x="3890" y="19552"/>
                    <a:pt x="3949" y="19641"/>
                  </a:cubicBezTo>
                  <a:lnTo>
                    <a:pt x="3991" y="19702"/>
                  </a:lnTo>
                  <a:lnTo>
                    <a:pt x="14348" y="16087"/>
                  </a:lnTo>
                  <a:lnTo>
                    <a:pt x="14531" y="16024"/>
                  </a:lnTo>
                  <a:lnTo>
                    <a:pt x="14768" y="15941"/>
                  </a:lnTo>
                  <a:lnTo>
                    <a:pt x="14952" y="15877"/>
                  </a:lnTo>
                  <a:lnTo>
                    <a:pt x="15479" y="15692"/>
                  </a:lnTo>
                  <a:lnTo>
                    <a:pt x="15565" y="15662"/>
                  </a:lnTo>
                  <a:lnTo>
                    <a:pt x="11461" y="479"/>
                  </a:lnTo>
                  <a:lnTo>
                    <a:pt x="11002" y="20"/>
                  </a:lnTo>
                  <a:cubicBezTo>
                    <a:pt x="10998" y="6"/>
                    <a:pt x="10961" y="0"/>
                    <a:pt x="109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7"/>
            <p:cNvSpPr/>
            <p:nvPr/>
          </p:nvSpPr>
          <p:spPr>
            <a:xfrm>
              <a:off x="2897400" y="3047550"/>
              <a:ext cx="389150" cy="415525"/>
            </a:xfrm>
            <a:custGeom>
              <a:rect b="b" l="l" r="r" t="t"/>
              <a:pathLst>
                <a:path extrusionOk="0" h="16621" w="15566">
                  <a:moveTo>
                    <a:pt x="782" y="0"/>
                  </a:moveTo>
                  <a:lnTo>
                    <a:pt x="598" y="58"/>
                  </a:lnTo>
                  <a:lnTo>
                    <a:pt x="87" y="218"/>
                  </a:lnTo>
                  <a:lnTo>
                    <a:pt x="0" y="245"/>
                  </a:lnTo>
                  <a:lnTo>
                    <a:pt x="22" y="332"/>
                  </a:lnTo>
                  <a:cubicBezTo>
                    <a:pt x="63" y="503"/>
                    <a:pt x="104" y="678"/>
                    <a:pt x="147" y="855"/>
                  </a:cubicBezTo>
                  <a:cubicBezTo>
                    <a:pt x="162" y="917"/>
                    <a:pt x="175" y="980"/>
                    <a:pt x="191" y="1043"/>
                  </a:cubicBezTo>
                  <a:cubicBezTo>
                    <a:pt x="1643" y="7114"/>
                    <a:pt x="3889" y="16468"/>
                    <a:pt x="3949" y="16559"/>
                  </a:cubicBezTo>
                  <a:lnTo>
                    <a:pt x="3991" y="16621"/>
                  </a:lnTo>
                  <a:lnTo>
                    <a:pt x="14962" y="12793"/>
                  </a:lnTo>
                  <a:lnTo>
                    <a:pt x="14961" y="12792"/>
                  </a:lnTo>
                  <a:lnTo>
                    <a:pt x="14961" y="12792"/>
                  </a:lnTo>
                  <a:lnTo>
                    <a:pt x="14962" y="12792"/>
                  </a:lnTo>
                  <a:lnTo>
                    <a:pt x="15144" y="12728"/>
                  </a:lnTo>
                  <a:lnTo>
                    <a:pt x="15480" y="12611"/>
                  </a:lnTo>
                  <a:lnTo>
                    <a:pt x="15565" y="12581"/>
                  </a:lnTo>
                  <a:lnTo>
                    <a:pt x="15394" y="11959"/>
                  </a:lnTo>
                  <a:lnTo>
                    <a:pt x="15343" y="11774"/>
                  </a:lnTo>
                  <a:lnTo>
                    <a:pt x="15159" y="11837"/>
                  </a:lnTo>
                  <a:lnTo>
                    <a:pt x="15210" y="12024"/>
                  </a:lnTo>
                  <a:lnTo>
                    <a:pt x="15330" y="12459"/>
                  </a:lnTo>
                  <a:lnTo>
                    <a:pt x="15093" y="12542"/>
                  </a:lnTo>
                  <a:lnTo>
                    <a:pt x="14910" y="12605"/>
                  </a:lnTo>
                  <a:lnTo>
                    <a:pt x="4094" y="16382"/>
                  </a:lnTo>
                  <a:cubicBezTo>
                    <a:pt x="3828" y="15375"/>
                    <a:pt x="1664" y="6361"/>
                    <a:pt x="376" y="985"/>
                  </a:cubicBezTo>
                  <a:cubicBezTo>
                    <a:pt x="361" y="922"/>
                    <a:pt x="346" y="860"/>
                    <a:pt x="332" y="798"/>
                  </a:cubicBezTo>
                  <a:cubicBezTo>
                    <a:pt x="297" y="653"/>
                    <a:pt x="263" y="512"/>
                    <a:pt x="231" y="374"/>
                  </a:cubicBezTo>
                  <a:lnTo>
                    <a:pt x="642" y="245"/>
                  </a:lnTo>
                  <a:lnTo>
                    <a:pt x="827" y="188"/>
                  </a:lnTo>
                  <a:cubicBezTo>
                    <a:pt x="812" y="124"/>
                    <a:pt x="797" y="62"/>
                    <a:pt x="7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7"/>
            <p:cNvSpPr/>
            <p:nvPr/>
          </p:nvSpPr>
          <p:spPr>
            <a:xfrm>
              <a:off x="2890950" y="3062825"/>
              <a:ext cx="389150" cy="418650"/>
            </a:xfrm>
            <a:custGeom>
              <a:rect b="b" l="l" r="r" t="t"/>
              <a:pathLst>
                <a:path extrusionOk="0" h="16746" w="15566">
                  <a:moveTo>
                    <a:pt x="1188" y="1"/>
                  </a:moveTo>
                  <a:lnTo>
                    <a:pt x="1001" y="59"/>
                  </a:lnTo>
                  <a:cubicBezTo>
                    <a:pt x="1017" y="120"/>
                    <a:pt x="1032" y="182"/>
                    <a:pt x="1047" y="245"/>
                  </a:cubicBezTo>
                  <a:lnTo>
                    <a:pt x="1231" y="189"/>
                  </a:lnTo>
                  <a:cubicBezTo>
                    <a:pt x="1216" y="126"/>
                    <a:pt x="1202" y="64"/>
                    <a:pt x="1188" y="1"/>
                  </a:cubicBezTo>
                  <a:close/>
                  <a:moveTo>
                    <a:pt x="15180" y="11311"/>
                  </a:moveTo>
                  <a:lnTo>
                    <a:pt x="14996" y="11374"/>
                  </a:lnTo>
                  <a:lnTo>
                    <a:pt x="15046" y="11559"/>
                  </a:lnTo>
                  <a:lnTo>
                    <a:pt x="15231" y="11496"/>
                  </a:lnTo>
                  <a:lnTo>
                    <a:pt x="15180" y="11311"/>
                  </a:lnTo>
                  <a:close/>
                  <a:moveTo>
                    <a:pt x="590" y="187"/>
                  </a:moveTo>
                  <a:lnTo>
                    <a:pt x="405" y="245"/>
                  </a:lnTo>
                  <a:lnTo>
                    <a:pt x="1" y="371"/>
                  </a:lnTo>
                  <a:lnTo>
                    <a:pt x="22" y="459"/>
                  </a:lnTo>
                  <a:cubicBezTo>
                    <a:pt x="1461" y="6478"/>
                    <a:pt x="3886" y="16590"/>
                    <a:pt x="3950" y="16685"/>
                  </a:cubicBezTo>
                  <a:lnTo>
                    <a:pt x="3991" y="16746"/>
                  </a:lnTo>
                  <a:lnTo>
                    <a:pt x="15481" y="12737"/>
                  </a:lnTo>
                  <a:lnTo>
                    <a:pt x="15566" y="12707"/>
                  </a:lnTo>
                  <a:lnTo>
                    <a:pt x="15402" y="12118"/>
                  </a:lnTo>
                  <a:lnTo>
                    <a:pt x="15351" y="11931"/>
                  </a:lnTo>
                  <a:lnTo>
                    <a:pt x="15168" y="11995"/>
                  </a:lnTo>
                  <a:lnTo>
                    <a:pt x="15220" y="12182"/>
                  </a:lnTo>
                  <a:lnTo>
                    <a:pt x="15331" y="12585"/>
                  </a:lnTo>
                  <a:lnTo>
                    <a:pt x="4096" y="16506"/>
                  </a:lnTo>
                  <a:cubicBezTo>
                    <a:pt x="3817" y="15461"/>
                    <a:pt x="1492" y="5772"/>
                    <a:pt x="232" y="500"/>
                  </a:cubicBezTo>
                  <a:lnTo>
                    <a:pt x="449" y="432"/>
                  </a:lnTo>
                  <a:lnTo>
                    <a:pt x="634" y="374"/>
                  </a:lnTo>
                  <a:cubicBezTo>
                    <a:pt x="620" y="311"/>
                    <a:pt x="605" y="249"/>
                    <a:pt x="590" y="1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7"/>
            <p:cNvSpPr/>
            <p:nvPr/>
          </p:nvSpPr>
          <p:spPr>
            <a:xfrm>
              <a:off x="2974125" y="2998550"/>
              <a:ext cx="226500" cy="180875"/>
            </a:xfrm>
            <a:custGeom>
              <a:rect b="b" l="l" r="r" t="t"/>
              <a:pathLst>
                <a:path extrusionOk="0" h="7235" w="9060">
                  <a:moveTo>
                    <a:pt x="7514" y="223"/>
                  </a:moveTo>
                  <a:lnTo>
                    <a:pt x="8740" y="4411"/>
                  </a:lnTo>
                  <a:cubicBezTo>
                    <a:pt x="8815" y="4702"/>
                    <a:pt x="2118" y="6761"/>
                    <a:pt x="1836" y="6861"/>
                  </a:cubicBezTo>
                  <a:cubicBezTo>
                    <a:pt x="1673" y="6913"/>
                    <a:pt x="1530" y="7012"/>
                    <a:pt x="1428" y="7012"/>
                  </a:cubicBezTo>
                  <a:cubicBezTo>
                    <a:pt x="1369" y="7012"/>
                    <a:pt x="1324" y="6979"/>
                    <a:pt x="1296" y="6884"/>
                  </a:cubicBezTo>
                  <a:lnTo>
                    <a:pt x="286" y="3272"/>
                  </a:lnTo>
                  <a:cubicBezTo>
                    <a:pt x="195" y="2956"/>
                    <a:pt x="369" y="2624"/>
                    <a:pt x="681" y="2519"/>
                  </a:cubicBezTo>
                  <a:lnTo>
                    <a:pt x="7514" y="223"/>
                  </a:lnTo>
                  <a:close/>
                  <a:moveTo>
                    <a:pt x="7629" y="0"/>
                  </a:moveTo>
                  <a:lnTo>
                    <a:pt x="419" y="2439"/>
                  </a:lnTo>
                  <a:cubicBezTo>
                    <a:pt x="294" y="2482"/>
                    <a:pt x="0" y="2783"/>
                    <a:pt x="37" y="2909"/>
                  </a:cubicBezTo>
                  <a:lnTo>
                    <a:pt x="1249" y="7235"/>
                  </a:lnTo>
                  <a:lnTo>
                    <a:pt x="9059" y="4710"/>
                  </a:lnTo>
                  <a:lnTo>
                    <a:pt x="76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7"/>
            <p:cNvSpPr/>
            <p:nvPr/>
          </p:nvSpPr>
          <p:spPr>
            <a:xfrm>
              <a:off x="3006075" y="3370025"/>
              <a:ext cx="29975" cy="28850"/>
            </a:xfrm>
            <a:custGeom>
              <a:rect b="b" l="l" r="r" t="t"/>
              <a:pathLst>
                <a:path extrusionOk="0" h="1154" w="1199">
                  <a:moveTo>
                    <a:pt x="598" y="194"/>
                  </a:moveTo>
                  <a:cubicBezTo>
                    <a:pt x="724" y="194"/>
                    <a:pt x="847" y="254"/>
                    <a:pt x="922" y="365"/>
                  </a:cubicBezTo>
                  <a:cubicBezTo>
                    <a:pt x="979" y="450"/>
                    <a:pt x="999" y="551"/>
                    <a:pt x="980" y="652"/>
                  </a:cubicBezTo>
                  <a:cubicBezTo>
                    <a:pt x="959" y="752"/>
                    <a:pt x="901" y="840"/>
                    <a:pt x="815" y="896"/>
                  </a:cubicBezTo>
                  <a:cubicBezTo>
                    <a:pt x="749" y="940"/>
                    <a:pt x="674" y="961"/>
                    <a:pt x="600" y="961"/>
                  </a:cubicBezTo>
                  <a:cubicBezTo>
                    <a:pt x="474" y="961"/>
                    <a:pt x="351" y="901"/>
                    <a:pt x="277" y="791"/>
                  </a:cubicBezTo>
                  <a:cubicBezTo>
                    <a:pt x="220" y="705"/>
                    <a:pt x="200" y="604"/>
                    <a:pt x="219" y="503"/>
                  </a:cubicBezTo>
                  <a:cubicBezTo>
                    <a:pt x="239" y="403"/>
                    <a:pt x="298" y="316"/>
                    <a:pt x="384" y="259"/>
                  </a:cubicBezTo>
                  <a:cubicBezTo>
                    <a:pt x="450" y="215"/>
                    <a:pt x="525" y="194"/>
                    <a:pt x="598" y="194"/>
                  </a:cubicBezTo>
                  <a:close/>
                  <a:moveTo>
                    <a:pt x="597" y="1"/>
                  </a:moveTo>
                  <a:cubicBezTo>
                    <a:pt x="487" y="1"/>
                    <a:pt x="376" y="32"/>
                    <a:pt x="277" y="97"/>
                  </a:cubicBezTo>
                  <a:cubicBezTo>
                    <a:pt x="148" y="184"/>
                    <a:pt x="60" y="314"/>
                    <a:pt x="30" y="466"/>
                  </a:cubicBezTo>
                  <a:cubicBezTo>
                    <a:pt x="0" y="616"/>
                    <a:pt x="31" y="770"/>
                    <a:pt x="117" y="897"/>
                  </a:cubicBezTo>
                  <a:cubicBezTo>
                    <a:pt x="229" y="1064"/>
                    <a:pt x="412" y="1154"/>
                    <a:pt x="600" y="1154"/>
                  </a:cubicBezTo>
                  <a:cubicBezTo>
                    <a:pt x="710" y="1154"/>
                    <a:pt x="823" y="1123"/>
                    <a:pt x="921" y="1058"/>
                  </a:cubicBezTo>
                  <a:cubicBezTo>
                    <a:pt x="1050" y="971"/>
                    <a:pt x="1139" y="841"/>
                    <a:pt x="1169" y="689"/>
                  </a:cubicBezTo>
                  <a:cubicBezTo>
                    <a:pt x="1199" y="538"/>
                    <a:pt x="1168" y="385"/>
                    <a:pt x="1081" y="257"/>
                  </a:cubicBezTo>
                  <a:cubicBezTo>
                    <a:pt x="969" y="91"/>
                    <a:pt x="785" y="1"/>
                    <a:pt x="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7"/>
            <p:cNvSpPr/>
            <p:nvPr/>
          </p:nvSpPr>
          <p:spPr>
            <a:xfrm>
              <a:off x="2988525" y="3299900"/>
              <a:ext cx="30000" cy="28825"/>
            </a:xfrm>
            <a:custGeom>
              <a:rect b="b" l="l" r="r" t="t"/>
              <a:pathLst>
                <a:path extrusionOk="0" h="1153" w="1200">
                  <a:moveTo>
                    <a:pt x="600" y="193"/>
                  </a:moveTo>
                  <a:cubicBezTo>
                    <a:pt x="725" y="193"/>
                    <a:pt x="847" y="253"/>
                    <a:pt x="922" y="364"/>
                  </a:cubicBezTo>
                  <a:cubicBezTo>
                    <a:pt x="980" y="448"/>
                    <a:pt x="1000" y="551"/>
                    <a:pt x="980" y="650"/>
                  </a:cubicBezTo>
                  <a:cubicBezTo>
                    <a:pt x="960" y="752"/>
                    <a:pt x="902" y="838"/>
                    <a:pt x="815" y="895"/>
                  </a:cubicBezTo>
                  <a:cubicBezTo>
                    <a:pt x="749" y="939"/>
                    <a:pt x="674" y="960"/>
                    <a:pt x="600" y="960"/>
                  </a:cubicBezTo>
                  <a:cubicBezTo>
                    <a:pt x="474" y="960"/>
                    <a:pt x="351" y="900"/>
                    <a:pt x="277" y="789"/>
                  </a:cubicBezTo>
                  <a:cubicBezTo>
                    <a:pt x="220" y="704"/>
                    <a:pt x="200" y="602"/>
                    <a:pt x="220" y="502"/>
                  </a:cubicBezTo>
                  <a:cubicBezTo>
                    <a:pt x="240" y="401"/>
                    <a:pt x="298" y="315"/>
                    <a:pt x="385" y="257"/>
                  </a:cubicBezTo>
                  <a:cubicBezTo>
                    <a:pt x="450" y="214"/>
                    <a:pt x="526" y="193"/>
                    <a:pt x="600" y="193"/>
                  </a:cubicBezTo>
                  <a:close/>
                  <a:moveTo>
                    <a:pt x="599" y="0"/>
                  </a:moveTo>
                  <a:cubicBezTo>
                    <a:pt x="488" y="0"/>
                    <a:pt x="377" y="31"/>
                    <a:pt x="278" y="97"/>
                  </a:cubicBezTo>
                  <a:cubicBezTo>
                    <a:pt x="149" y="182"/>
                    <a:pt x="61" y="313"/>
                    <a:pt x="30" y="464"/>
                  </a:cubicBezTo>
                  <a:cubicBezTo>
                    <a:pt x="0" y="615"/>
                    <a:pt x="31" y="769"/>
                    <a:pt x="118" y="897"/>
                  </a:cubicBezTo>
                  <a:cubicBezTo>
                    <a:pt x="229" y="1063"/>
                    <a:pt x="414" y="1152"/>
                    <a:pt x="601" y="1152"/>
                  </a:cubicBezTo>
                  <a:cubicBezTo>
                    <a:pt x="712" y="1152"/>
                    <a:pt x="823" y="1121"/>
                    <a:pt x="922" y="1056"/>
                  </a:cubicBezTo>
                  <a:cubicBezTo>
                    <a:pt x="1051" y="971"/>
                    <a:pt x="1139" y="839"/>
                    <a:pt x="1169" y="689"/>
                  </a:cubicBezTo>
                  <a:cubicBezTo>
                    <a:pt x="1200" y="537"/>
                    <a:pt x="1169" y="384"/>
                    <a:pt x="1082" y="256"/>
                  </a:cubicBezTo>
                  <a:cubicBezTo>
                    <a:pt x="971" y="90"/>
                    <a:pt x="787" y="0"/>
                    <a:pt x="5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7"/>
            <p:cNvSpPr/>
            <p:nvPr/>
          </p:nvSpPr>
          <p:spPr>
            <a:xfrm>
              <a:off x="2971975" y="3228475"/>
              <a:ext cx="29200" cy="28850"/>
            </a:xfrm>
            <a:custGeom>
              <a:rect b="b" l="l" r="r" t="t"/>
              <a:pathLst>
                <a:path extrusionOk="0" h="1154" w="1168">
                  <a:moveTo>
                    <a:pt x="591" y="193"/>
                  </a:moveTo>
                  <a:cubicBezTo>
                    <a:pt x="694" y="196"/>
                    <a:pt x="791" y="237"/>
                    <a:pt x="863" y="311"/>
                  </a:cubicBezTo>
                  <a:cubicBezTo>
                    <a:pt x="935" y="385"/>
                    <a:pt x="973" y="481"/>
                    <a:pt x="972" y="583"/>
                  </a:cubicBezTo>
                  <a:cubicBezTo>
                    <a:pt x="970" y="686"/>
                    <a:pt x="928" y="781"/>
                    <a:pt x="853" y="853"/>
                  </a:cubicBezTo>
                  <a:cubicBezTo>
                    <a:pt x="780" y="924"/>
                    <a:pt x="686" y="959"/>
                    <a:pt x="578" y="960"/>
                  </a:cubicBezTo>
                  <a:cubicBezTo>
                    <a:pt x="474" y="958"/>
                    <a:pt x="378" y="917"/>
                    <a:pt x="305" y="843"/>
                  </a:cubicBezTo>
                  <a:cubicBezTo>
                    <a:pt x="234" y="769"/>
                    <a:pt x="195" y="673"/>
                    <a:pt x="198" y="571"/>
                  </a:cubicBezTo>
                  <a:cubicBezTo>
                    <a:pt x="201" y="361"/>
                    <a:pt x="374" y="193"/>
                    <a:pt x="584" y="193"/>
                  </a:cubicBezTo>
                  <a:close/>
                  <a:moveTo>
                    <a:pt x="584" y="0"/>
                  </a:moveTo>
                  <a:cubicBezTo>
                    <a:pt x="269" y="0"/>
                    <a:pt x="9" y="252"/>
                    <a:pt x="4" y="567"/>
                  </a:cubicBezTo>
                  <a:cubicBezTo>
                    <a:pt x="1" y="721"/>
                    <a:pt x="60" y="868"/>
                    <a:pt x="168" y="978"/>
                  </a:cubicBezTo>
                  <a:cubicBezTo>
                    <a:pt x="276" y="1089"/>
                    <a:pt x="420" y="1151"/>
                    <a:pt x="575" y="1154"/>
                  </a:cubicBezTo>
                  <a:lnTo>
                    <a:pt x="585" y="1154"/>
                  </a:lnTo>
                  <a:cubicBezTo>
                    <a:pt x="736" y="1154"/>
                    <a:pt x="878" y="1096"/>
                    <a:pt x="988" y="991"/>
                  </a:cubicBezTo>
                  <a:cubicBezTo>
                    <a:pt x="1099" y="885"/>
                    <a:pt x="1162" y="741"/>
                    <a:pt x="1164" y="587"/>
                  </a:cubicBezTo>
                  <a:cubicBezTo>
                    <a:pt x="1168" y="433"/>
                    <a:pt x="1110" y="286"/>
                    <a:pt x="1002" y="176"/>
                  </a:cubicBezTo>
                  <a:cubicBezTo>
                    <a:pt x="894" y="65"/>
                    <a:pt x="750" y="3"/>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7"/>
            <p:cNvSpPr/>
            <p:nvPr/>
          </p:nvSpPr>
          <p:spPr>
            <a:xfrm>
              <a:off x="2952100" y="3155625"/>
              <a:ext cx="29225" cy="28875"/>
            </a:xfrm>
            <a:custGeom>
              <a:rect b="b" l="l" r="r" t="t"/>
              <a:pathLst>
                <a:path extrusionOk="0" h="1155" w="1169">
                  <a:moveTo>
                    <a:pt x="590" y="194"/>
                  </a:moveTo>
                  <a:cubicBezTo>
                    <a:pt x="803" y="198"/>
                    <a:pt x="974" y="373"/>
                    <a:pt x="970" y="584"/>
                  </a:cubicBezTo>
                  <a:cubicBezTo>
                    <a:pt x="967" y="794"/>
                    <a:pt x="794" y="961"/>
                    <a:pt x="583" y="961"/>
                  </a:cubicBezTo>
                  <a:lnTo>
                    <a:pt x="577" y="961"/>
                  </a:lnTo>
                  <a:cubicBezTo>
                    <a:pt x="473" y="959"/>
                    <a:pt x="376" y="918"/>
                    <a:pt x="305" y="844"/>
                  </a:cubicBezTo>
                  <a:cubicBezTo>
                    <a:pt x="233" y="770"/>
                    <a:pt x="195" y="674"/>
                    <a:pt x="196" y="571"/>
                  </a:cubicBezTo>
                  <a:cubicBezTo>
                    <a:pt x="200" y="362"/>
                    <a:pt x="373" y="194"/>
                    <a:pt x="583" y="194"/>
                  </a:cubicBezTo>
                  <a:close/>
                  <a:moveTo>
                    <a:pt x="583" y="1"/>
                  </a:moveTo>
                  <a:cubicBezTo>
                    <a:pt x="267" y="1"/>
                    <a:pt x="8" y="254"/>
                    <a:pt x="2" y="568"/>
                  </a:cubicBezTo>
                  <a:cubicBezTo>
                    <a:pt x="0" y="722"/>
                    <a:pt x="58" y="868"/>
                    <a:pt x="166" y="979"/>
                  </a:cubicBezTo>
                  <a:cubicBezTo>
                    <a:pt x="274" y="1089"/>
                    <a:pt x="418" y="1151"/>
                    <a:pt x="573" y="1155"/>
                  </a:cubicBezTo>
                  <a:lnTo>
                    <a:pt x="583" y="1155"/>
                  </a:lnTo>
                  <a:cubicBezTo>
                    <a:pt x="899" y="1155"/>
                    <a:pt x="1158" y="902"/>
                    <a:pt x="1163" y="587"/>
                  </a:cubicBezTo>
                  <a:cubicBezTo>
                    <a:pt x="1169" y="270"/>
                    <a:pt x="912" y="7"/>
                    <a:pt x="593" y="2"/>
                  </a:cubicBezTo>
                  <a:cubicBezTo>
                    <a:pt x="590" y="1"/>
                    <a:pt x="587" y="1"/>
                    <a:pt x="5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7"/>
            <p:cNvSpPr/>
            <p:nvPr/>
          </p:nvSpPr>
          <p:spPr>
            <a:xfrm>
              <a:off x="2931775" y="3068650"/>
              <a:ext cx="29175" cy="28850"/>
            </a:xfrm>
            <a:custGeom>
              <a:rect b="b" l="l" r="r" t="t"/>
              <a:pathLst>
                <a:path extrusionOk="0" h="1154" w="1167">
                  <a:moveTo>
                    <a:pt x="590" y="194"/>
                  </a:moveTo>
                  <a:cubicBezTo>
                    <a:pt x="693" y="195"/>
                    <a:pt x="790" y="237"/>
                    <a:pt x="862" y="310"/>
                  </a:cubicBezTo>
                  <a:cubicBezTo>
                    <a:pt x="934" y="384"/>
                    <a:pt x="972" y="481"/>
                    <a:pt x="970" y="584"/>
                  </a:cubicBezTo>
                  <a:cubicBezTo>
                    <a:pt x="967" y="793"/>
                    <a:pt x="794" y="961"/>
                    <a:pt x="583" y="961"/>
                  </a:cubicBezTo>
                  <a:lnTo>
                    <a:pt x="577" y="961"/>
                  </a:lnTo>
                  <a:cubicBezTo>
                    <a:pt x="473" y="959"/>
                    <a:pt x="376" y="917"/>
                    <a:pt x="305" y="843"/>
                  </a:cubicBezTo>
                  <a:cubicBezTo>
                    <a:pt x="233" y="770"/>
                    <a:pt x="195" y="672"/>
                    <a:pt x="196" y="571"/>
                  </a:cubicBezTo>
                  <a:cubicBezTo>
                    <a:pt x="200" y="362"/>
                    <a:pt x="373" y="194"/>
                    <a:pt x="583" y="194"/>
                  </a:cubicBezTo>
                  <a:close/>
                  <a:moveTo>
                    <a:pt x="583" y="0"/>
                  </a:moveTo>
                  <a:cubicBezTo>
                    <a:pt x="267" y="0"/>
                    <a:pt x="9" y="253"/>
                    <a:pt x="3" y="567"/>
                  </a:cubicBezTo>
                  <a:cubicBezTo>
                    <a:pt x="0" y="722"/>
                    <a:pt x="58" y="867"/>
                    <a:pt x="167" y="978"/>
                  </a:cubicBezTo>
                  <a:cubicBezTo>
                    <a:pt x="274" y="1088"/>
                    <a:pt x="419" y="1151"/>
                    <a:pt x="574" y="1153"/>
                  </a:cubicBezTo>
                  <a:lnTo>
                    <a:pt x="583" y="1153"/>
                  </a:lnTo>
                  <a:cubicBezTo>
                    <a:pt x="899" y="1153"/>
                    <a:pt x="1158" y="901"/>
                    <a:pt x="1163" y="587"/>
                  </a:cubicBezTo>
                  <a:cubicBezTo>
                    <a:pt x="1167" y="432"/>
                    <a:pt x="1108" y="287"/>
                    <a:pt x="1000" y="176"/>
                  </a:cubicBezTo>
                  <a:cubicBezTo>
                    <a:pt x="893" y="66"/>
                    <a:pt x="748" y="3"/>
                    <a:pt x="5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7"/>
            <p:cNvSpPr/>
            <p:nvPr/>
          </p:nvSpPr>
          <p:spPr>
            <a:xfrm>
              <a:off x="2964525" y="3375800"/>
              <a:ext cx="61325" cy="53925"/>
            </a:xfrm>
            <a:custGeom>
              <a:rect b="b" l="l" r="r" t="t"/>
              <a:pathLst>
                <a:path extrusionOk="0" h="2157" w="2453">
                  <a:moveTo>
                    <a:pt x="1644" y="1"/>
                  </a:moveTo>
                  <a:cubicBezTo>
                    <a:pt x="1346" y="1"/>
                    <a:pt x="1050" y="89"/>
                    <a:pt x="814" y="223"/>
                  </a:cubicBezTo>
                  <a:cubicBezTo>
                    <a:pt x="441" y="435"/>
                    <a:pt x="189" y="739"/>
                    <a:pt x="105" y="1081"/>
                  </a:cubicBezTo>
                  <a:cubicBezTo>
                    <a:pt x="1" y="1495"/>
                    <a:pt x="180" y="1953"/>
                    <a:pt x="520" y="2145"/>
                  </a:cubicBezTo>
                  <a:cubicBezTo>
                    <a:pt x="534" y="2153"/>
                    <a:pt x="550" y="2157"/>
                    <a:pt x="566" y="2157"/>
                  </a:cubicBezTo>
                  <a:cubicBezTo>
                    <a:pt x="599" y="2157"/>
                    <a:pt x="631" y="2140"/>
                    <a:pt x="648" y="2110"/>
                  </a:cubicBezTo>
                  <a:cubicBezTo>
                    <a:pt x="674" y="2064"/>
                    <a:pt x="658" y="2006"/>
                    <a:pt x="612" y="1980"/>
                  </a:cubicBezTo>
                  <a:cubicBezTo>
                    <a:pt x="348" y="1832"/>
                    <a:pt x="205" y="1456"/>
                    <a:pt x="287" y="1127"/>
                  </a:cubicBezTo>
                  <a:cubicBezTo>
                    <a:pt x="384" y="734"/>
                    <a:pt x="718" y="494"/>
                    <a:pt x="907" y="386"/>
                  </a:cubicBezTo>
                  <a:cubicBezTo>
                    <a:pt x="1116" y="268"/>
                    <a:pt x="1380" y="188"/>
                    <a:pt x="1642" y="188"/>
                  </a:cubicBezTo>
                  <a:cubicBezTo>
                    <a:pt x="1871" y="188"/>
                    <a:pt x="2098" y="248"/>
                    <a:pt x="2289" y="394"/>
                  </a:cubicBezTo>
                  <a:cubicBezTo>
                    <a:pt x="2306" y="407"/>
                    <a:pt x="2326" y="413"/>
                    <a:pt x="2346" y="413"/>
                  </a:cubicBezTo>
                  <a:cubicBezTo>
                    <a:pt x="2375" y="413"/>
                    <a:pt x="2403" y="401"/>
                    <a:pt x="2422" y="377"/>
                  </a:cubicBezTo>
                  <a:cubicBezTo>
                    <a:pt x="2453" y="335"/>
                    <a:pt x="2445" y="276"/>
                    <a:pt x="2403" y="244"/>
                  </a:cubicBezTo>
                  <a:cubicBezTo>
                    <a:pt x="2178" y="71"/>
                    <a:pt x="1910" y="1"/>
                    <a:pt x="1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7"/>
            <p:cNvSpPr/>
            <p:nvPr/>
          </p:nvSpPr>
          <p:spPr>
            <a:xfrm>
              <a:off x="2945950" y="3307175"/>
              <a:ext cx="64700" cy="54700"/>
            </a:xfrm>
            <a:custGeom>
              <a:rect b="b" l="l" r="r" t="t"/>
              <a:pathLst>
                <a:path extrusionOk="0" h="2188" w="2588">
                  <a:moveTo>
                    <a:pt x="1761" y="0"/>
                  </a:moveTo>
                  <a:cubicBezTo>
                    <a:pt x="1454" y="0"/>
                    <a:pt x="1144" y="90"/>
                    <a:pt x="896" y="225"/>
                  </a:cubicBezTo>
                  <a:cubicBezTo>
                    <a:pt x="501" y="437"/>
                    <a:pt x="228" y="745"/>
                    <a:pt x="125" y="1091"/>
                  </a:cubicBezTo>
                  <a:cubicBezTo>
                    <a:pt x="0" y="1513"/>
                    <a:pt x="166" y="1979"/>
                    <a:pt x="511" y="2174"/>
                  </a:cubicBezTo>
                  <a:cubicBezTo>
                    <a:pt x="526" y="2183"/>
                    <a:pt x="542" y="2187"/>
                    <a:pt x="559" y="2187"/>
                  </a:cubicBezTo>
                  <a:cubicBezTo>
                    <a:pt x="592" y="2187"/>
                    <a:pt x="625" y="2169"/>
                    <a:pt x="642" y="2138"/>
                  </a:cubicBezTo>
                  <a:cubicBezTo>
                    <a:pt x="669" y="2091"/>
                    <a:pt x="653" y="2032"/>
                    <a:pt x="606" y="2005"/>
                  </a:cubicBezTo>
                  <a:cubicBezTo>
                    <a:pt x="311" y="1839"/>
                    <a:pt x="224" y="1437"/>
                    <a:pt x="310" y="1146"/>
                  </a:cubicBezTo>
                  <a:cubicBezTo>
                    <a:pt x="429" y="746"/>
                    <a:pt x="786" y="503"/>
                    <a:pt x="987" y="395"/>
                  </a:cubicBezTo>
                  <a:cubicBezTo>
                    <a:pt x="1211" y="273"/>
                    <a:pt x="1489" y="192"/>
                    <a:pt x="1761" y="192"/>
                  </a:cubicBezTo>
                  <a:cubicBezTo>
                    <a:pt x="1997" y="192"/>
                    <a:pt x="2230" y="253"/>
                    <a:pt x="2420" y="401"/>
                  </a:cubicBezTo>
                  <a:cubicBezTo>
                    <a:pt x="2438" y="414"/>
                    <a:pt x="2458" y="421"/>
                    <a:pt x="2479" y="421"/>
                  </a:cubicBezTo>
                  <a:cubicBezTo>
                    <a:pt x="2508" y="421"/>
                    <a:pt x="2536" y="408"/>
                    <a:pt x="2556" y="383"/>
                  </a:cubicBezTo>
                  <a:cubicBezTo>
                    <a:pt x="2588" y="341"/>
                    <a:pt x="2580" y="280"/>
                    <a:pt x="2539" y="248"/>
                  </a:cubicBezTo>
                  <a:cubicBezTo>
                    <a:pt x="2312" y="72"/>
                    <a:pt x="2037" y="0"/>
                    <a:pt x="1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7"/>
            <p:cNvSpPr/>
            <p:nvPr/>
          </p:nvSpPr>
          <p:spPr>
            <a:xfrm>
              <a:off x="2927500" y="3232925"/>
              <a:ext cx="66475" cy="52750"/>
            </a:xfrm>
            <a:custGeom>
              <a:rect b="b" l="l" r="r" t="t"/>
              <a:pathLst>
                <a:path extrusionOk="0" h="2110" w="2659">
                  <a:moveTo>
                    <a:pt x="1752" y="0"/>
                  </a:moveTo>
                  <a:cubicBezTo>
                    <a:pt x="1479" y="0"/>
                    <a:pt x="1205" y="67"/>
                    <a:pt x="977" y="172"/>
                  </a:cubicBezTo>
                  <a:cubicBezTo>
                    <a:pt x="570" y="359"/>
                    <a:pt x="277" y="649"/>
                    <a:pt x="152" y="988"/>
                  </a:cubicBezTo>
                  <a:cubicBezTo>
                    <a:pt x="0" y="1401"/>
                    <a:pt x="136" y="1876"/>
                    <a:pt x="468" y="2093"/>
                  </a:cubicBezTo>
                  <a:cubicBezTo>
                    <a:pt x="484" y="2104"/>
                    <a:pt x="502" y="2109"/>
                    <a:pt x="520" y="2109"/>
                  </a:cubicBezTo>
                  <a:cubicBezTo>
                    <a:pt x="552" y="2109"/>
                    <a:pt x="582" y="2094"/>
                    <a:pt x="602" y="2065"/>
                  </a:cubicBezTo>
                  <a:cubicBezTo>
                    <a:pt x="630" y="2021"/>
                    <a:pt x="619" y="1961"/>
                    <a:pt x="574" y="1932"/>
                  </a:cubicBezTo>
                  <a:cubicBezTo>
                    <a:pt x="290" y="1746"/>
                    <a:pt x="229" y="1340"/>
                    <a:pt x="333" y="1055"/>
                  </a:cubicBezTo>
                  <a:cubicBezTo>
                    <a:pt x="478" y="663"/>
                    <a:pt x="849" y="444"/>
                    <a:pt x="1058" y="348"/>
                  </a:cubicBezTo>
                  <a:cubicBezTo>
                    <a:pt x="1263" y="253"/>
                    <a:pt x="1509" y="193"/>
                    <a:pt x="1752" y="193"/>
                  </a:cubicBezTo>
                  <a:cubicBezTo>
                    <a:pt x="2020" y="193"/>
                    <a:pt x="2284" y="265"/>
                    <a:pt x="2487" y="445"/>
                  </a:cubicBezTo>
                  <a:cubicBezTo>
                    <a:pt x="2505" y="461"/>
                    <a:pt x="2528" y="469"/>
                    <a:pt x="2551" y="469"/>
                  </a:cubicBezTo>
                  <a:cubicBezTo>
                    <a:pt x="2578" y="469"/>
                    <a:pt x="2604" y="458"/>
                    <a:pt x="2623" y="436"/>
                  </a:cubicBezTo>
                  <a:cubicBezTo>
                    <a:pt x="2658" y="396"/>
                    <a:pt x="2655" y="335"/>
                    <a:pt x="2614" y="300"/>
                  </a:cubicBezTo>
                  <a:cubicBezTo>
                    <a:pt x="2373" y="86"/>
                    <a:pt x="2063"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7"/>
            <p:cNvSpPr/>
            <p:nvPr/>
          </p:nvSpPr>
          <p:spPr>
            <a:xfrm>
              <a:off x="2910100" y="3159500"/>
              <a:ext cx="63175" cy="51450"/>
            </a:xfrm>
            <a:custGeom>
              <a:rect b="b" l="l" r="r" t="t"/>
              <a:pathLst>
                <a:path extrusionOk="0" h="2058" w="2527">
                  <a:moveTo>
                    <a:pt x="1616" y="1"/>
                  </a:moveTo>
                  <a:cubicBezTo>
                    <a:pt x="1366" y="1"/>
                    <a:pt x="1118" y="60"/>
                    <a:pt x="911" y="156"/>
                  </a:cubicBezTo>
                  <a:cubicBezTo>
                    <a:pt x="524" y="333"/>
                    <a:pt x="249" y="614"/>
                    <a:pt x="136" y="946"/>
                  </a:cubicBezTo>
                  <a:cubicBezTo>
                    <a:pt x="1" y="1350"/>
                    <a:pt x="140" y="1820"/>
                    <a:pt x="460" y="2040"/>
                  </a:cubicBezTo>
                  <a:cubicBezTo>
                    <a:pt x="476" y="2052"/>
                    <a:pt x="495" y="2057"/>
                    <a:pt x="514" y="2057"/>
                  </a:cubicBezTo>
                  <a:cubicBezTo>
                    <a:pt x="543" y="2057"/>
                    <a:pt x="572" y="2042"/>
                    <a:pt x="590" y="2016"/>
                  </a:cubicBezTo>
                  <a:cubicBezTo>
                    <a:pt x="620" y="1973"/>
                    <a:pt x="610" y="1915"/>
                    <a:pt x="567" y="1885"/>
                  </a:cubicBezTo>
                  <a:cubicBezTo>
                    <a:pt x="317" y="1714"/>
                    <a:pt x="206" y="1328"/>
                    <a:pt x="315" y="1007"/>
                  </a:cubicBezTo>
                  <a:cubicBezTo>
                    <a:pt x="443" y="625"/>
                    <a:pt x="792" y="416"/>
                    <a:pt x="989" y="325"/>
                  </a:cubicBezTo>
                  <a:cubicBezTo>
                    <a:pt x="1174" y="241"/>
                    <a:pt x="1395" y="188"/>
                    <a:pt x="1617" y="188"/>
                  </a:cubicBezTo>
                  <a:cubicBezTo>
                    <a:pt x="1883" y="188"/>
                    <a:pt x="2151" y="264"/>
                    <a:pt x="2358" y="454"/>
                  </a:cubicBezTo>
                  <a:cubicBezTo>
                    <a:pt x="2376" y="470"/>
                    <a:pt x="2399" y="479"/>
                    <a:pt x="2422" y="479"/>
                  </a:cubicBezTo>
                  <a:cubicBezTo>
                    <a:pt x="2447" y="479"/>
                    <a:pt x="2472" y="469"/>
                    <a:pt x="2491" y="448"/>
                  </a:cubicBezTo>
                  <a:cubicBezTo>
                    <a:pt x="2526" y="410"/>
                    <a:pt x="2523" y="351"/>
                    <a:pt x="2484" y="316"/>
                  </a:cubicBezTo>
                  <a:cubicBezTo>
                    <a:pt x="2239" y="91"/>
                    <a:pt x="1926" y="1"/>
                    <a:pt x="1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7"/>
            <p:cNvSpPr/>
            <p:nvPr/>
          </p:nvSpPr>
          <p:spPr>
            <a:xfrm>
              <a:off x="2890275" y="3072350"/>
              <a:ext cx="60675" cy="50475"/>
            </a:xfrm>
            <a:custGeom>
              <a:rect b="b" l="l" r="r" t="t"/>
              <a:pathLst>
                <a:path extrusionOk="0" h="2019" w="2427">
                  <a:moveTo>
                    <a:pt x="1516" y="1"/>
                  </a:moveTo>
                  <a:cubicBezTo>
                    <a:pt x="1283" y="1"/>
                    <a:pt x="1053" y="55"/>
                    <a:pt x="861" y="143"/>
                  </a:cubicBezTo>
                  <a:cubicBezTo>
                    <a:pt x="489" y="313"/>
                    <a:pt x="226" y="587"/>
                    <a:pt x="124" y="916"/>
                  </a:cubicBezTo>
                  <a:cubicBezTo>
                    <a:pt x="0" y="1313"/>
                    <a:pt x="141" y="1779"/>
                    <a:pt x="453" y="2002"/>
                  </a:cubicBezTo>
                  <a:cubicBezTo>
                    <a:pt x="469" y="2012"/>
                    <a:pt x="488" y="2019"/>
                    <a:pt x="506" y="2019"/>
                  </a:cubicBezTo>
                  <a:cubicBezTo>
                    <a:pt x="535" y="2019"/>
                    <a:pt x="564" y="2005"/>
                    <a:pt x="581" y="1979"/>
                  </a:cubicBezTo>
                  <a:cubicBezTo>
                    <a:pt x="611" y="1939"/>
                    <a:pt x="601" y="1881"/>
                    <a:pt x="560" y="1851"/>
                  </a:cubicBezTo>
                  <a:cubicBezTo>
                    <a:pt x="314" y="1676"/>
                    <a:pt x="200" y="1289"/>
                    <a:pt x="299" y="971"/>
                  </a:cubicBezTo>
                  <a:cubicBezTo>
                    <a:pt x="417" y="596"/>
                    <a:pt x="750" y="396"/>
                    <a:pt x="937" y="310"/>
                  </a:cubicBezTo>
                  <a:cubicBezTo>
                    <a:pt x="1107" y="232"/>
                    <a:pt x="1311" y="184"/>
                    <a:pt x="1516" y="184"/>
                  </a:cubicBezTo>
                  <a:cubicBezTo>
                    <a:pt x="1781" y="184"/>
                    <a:pt x="2051" y="264"/>
                    <a:pt x="2260" y="461"/>
                  </a:cubicBezTo>
                  <a:cubicBezTo>
                    <a:pt x="2278" y="478"/>
                    <a:pt x="2301" y="487"/>
                    <a:pt x="2324" y="487"/>
                  </a:cubicBezTo>
                  <a:cubicBezTo>
                    <a:pt x="2348" y="487"/>
                    <a:pt x="2373" y="477"/>
                    <a:pt x="2391" y="457"/>
                  </a:cubicBezTo>
                  <a:cubicBezTo>
                    <a:pt x="2426" y="421"/>
                    <a:pt x="2424" y="362"/>
                    <a:pt x="2387" y="328"/>
                  </a:cubicBezTo>
                  <a:cubicBezTo>
                    <a:pt x="2139" y="95"/>
                    <a:pt x="1824" y="1"/>
                    <a:pt x="1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77"/>
          <p:cNvGrpSpPr/>
          <p:nvPr/>
        </p:nvGrpSpPr>
        <p:grpSpPr>
          <a:xfrm>
            <a:off x="7505597" y="879663"/>
            <a:ext cx="1030714" cy="977540"/>
            <a:chOff x="5915725" y="2475625"/>
            <a:chExt cx="333975" cy="316725"/>
          </a:xfrm>
        </p:grpSpPr>
        <p:sp>
          <p:nvSpPr>
            <p:cNvPr id="2207" name="Google Shape;2207;p77"/>
            <p:cNvSpPr/>
            <p:nvPr/>
          </p:nvSpPr>
          <p:spPr>
            <a:xfrm>
              <a:off x="5915725" y="2475625"/>
              <a:ext cx="333975" cy="316725"/>
            </a:xfrm>
            <a:custGeom>
              <a:rect b="b" l="l" r="r" t="t"/>
              <a:pathLst>
                <a:path extrusionOk="0" h="12669" w="13359">
                  <a:moveTo>
                    <a:pt x="7874" y="165"/>
                  </a:moveTo>
                  <a:cubicBezTo>
                    <a:pt x="7973" y="165"/>
                    <a:pt x="8094" y="182"/>
                    <a:pt x="8203" y="216"/>
                  </a:cubicBezTo>
                  <a:cubicBezTo>
                    <a:pt x="8413" y="281"/>
                    <a:pt x="8610" y="432"/>
                    <a:pt x="8866" y="724"/>
                  </a:cubicBezTo>
                  <a:cubicBezTo>
                    <a:pt x="8997" y="873"/>
                    <a:pt x="9068" y="980"/>
                    <a:pt x="9089" y="1058"/>
                  </a:cubicBezTo>
                  <a:cubicBezTo>
                    <a:pt x="9149" y="1281"/>
                    <a:pt x="9058" y="1747"/>
                    <a:pt x="8846" y="2309"/>
                  </a:cubicBezTo>
                  <a:cubicBezTo>
                    <a:pt x="8785" y="2471"/>
                    <a:pt x="8694" y="2720"/>
                    <a:pt x="8645" y="2861"/>
                  </a:cubicBezTo>
                  <a:cubicBezTo>
                    <a:pt x="8489" y="3304"/>
                    <a:pt x="8372" y="3572"/>
                    <a:pt x="7956" y="4438"/>
                  </a:cubicBezTo>
                  <a:cubicBezTo>
                    <a:pt x="7870" y="4615"/>
                    <a:pt x="7785" y="4807"/>
                    <a:pt x="7767" y="4864"/>
                  </a:cubicBezTo>
                  <a:cubicBezTo>
                    <a:pt x="7748" y="4921"/>
                    <a:pt x="7718" y="4972"/>
                    <a:pt x="7698" y="4979"/>
                  </a:cubicBezTo>
                  <a:cubicBezTo>
                    <a:pt x="7697" y="4980"/>
                    <a:pt x="7694" y="4980"/>
                    <a:pt x="7691" y="4980"/>
                  </a:cubicBezTo>
                  <a:cubicBezTo>
                    <a:pt x="7664" y="4980"/>
                    <a:pt x="7587" y="4948"/>
                    <a:pt x="7507" y="4904"/>
                  </a:cubicBezTo>
                  <a:cubicBezTo>
                    <a:pt x="7421" y="4854"/>
                    <a:pt x="7277" y="4790"/>
                    <a:pt x="7187" y="4760"/>
                  </a:cubicBezTo>
                  <a:lnTo>
                    <a:pt x="7024" y="4705"/>
                  </a:lnTo>
                  <a:lnTo>
                    <a:pt x="7020" y="4458"/>
                  </a:lnTo>
                  <a:cubicBezTo>
                    <a:pt x="7017" y="4216"/>
                    <a:pt x="7014" y="4207"/>
                    <a:pt x="6855" y="3880"/>
                  </a:cubicBezTo>
                  <a:cubicBezTo>
                    <a:pt x="6664" y="3485"/>
                    <a:pt x="6458" y="2997"/>
                    <a:pt x="6421" y="2848"/>
                  </a:cubicBezTo>
                  <a:cubicBezTo>
                    <a:pt x="6385" y="2709"/>
                    <a:pt x="6363" y="2106"/>
                    <a:pt x="6391" y="2052"/>
                  </a:cubicBezTo>
                  <a:cubicBezTo>
                    <a:pt x="6404" y="2030"/>
                    <a:pt x="6416" y="1963"/>
                    <a:pt x="6422" y="1903"/>
                  </a:cubicBezTo>
                  <a:cubicBezTo>
                    <a:pt x="6427" y="1844"/>
                    <a:pt x="6465" y="1720"/>
                    <a:pt x="6505" y="1627"/>
                  </a:cubicBezTo>
                  <a:cubicBezTo>
                    <a:pt x="6547" y="1535"/>
                    <a:pt x="6580" y="1448"/>
                    <a:pt x="6580" y="1434"/>
                  </a:cubicBezTo>
                  <a:cubicBezTo>
                    <a:pt x="6580" y="1361"/>
                    <a:pt x="6987" y="843"/>
                    <a:pt x="7283" y="540"/>
                  </a:cubicBezTo>
                  <a:cubicBezTo>
                    <a:pt x="7405" y="414"/>
                    <a:pt x="7604" y="249"/>
                    <a:pt x="7699" y="196"/>
                  </a:cubicBezTo>
                  <a:cubicBezTo>
                    <a:pt x="7736" y="175"/>
                    <a:pt x="7799" y="165"/>
                    <a:pt x="7874" y="165"/>
                  </a:cubicBezTo>
                  <a:close/>
                  <a:moveTo>
                    <a:pt x="7044" y="4894"/>
                  </a:moveTo>
                  <a:cubicBezTo>
                    <a:pt x="7050" y="4894"/>
                    <a:pt x="7056" y="4894"/>
                    <a:pt x="7063" y="4895"/>
                  </a:cubicBezTo>
                  <a:cubicBezTo>
                    <a:pt x="7101" y="4900"/>
                    <a:pt x="7241" y="4962"/>
                    <a:pt x="7375" y="5033"/>
                  </a:cubicBezTo>
                  <a:cubicBezTo>
                    <a:pt x="7508" y="5102"/>
                    <a:pt x="7627" y="5167"/>
                    <a:pt x="7637" y="5176"/>
                  </a:cubicBezTo>
                  <a:cubicBezTo>
                    <a:pt x="7649" y="5186"/>
                    <a:pt x="7594" y="5319"/>
                    <a:pt x="7512" y="5475"/>
                  </a:cubicBezTo>
                  <a:cubicBezTo>
                    <a:pt x="7361" y="5771"/>
                    <a:pt x="7326" y="5805"/>
                    <a:pt x="7136" y="5840"/>
                  </a:cubicBezTo>
                  <a:lnTo>
                    <a:pt x="7034" y="5861"/>
                  </a:lnTo>
                  <a:lnTo>
                    <a:pt x="7034" y="5861"/>
                  </a:lnTo>
                  <a:lnTo>
                    <a:pt x="7117" y="5696"/>
                  </a:lnTo>
                  <a:cubicBezTo>
                    <a:pt x="7205" y="5521"/>
                    <a:pt x="7220" y="5433"/>
                    <a:pt x="7165" y="5414"/>
                  </a:cubicBezTo>
                  <a:cubicBezTo>
                    <a:pt x="7155" y="5411"/>
                    <a:pt x="7145" y="5409"/>
                    <a:pt x="7136" y="5409"/>
                  </a:cubicBezTo>
                  <a:cubicBezTo>
                    <a:pt x="7082" y="5409"/>
                    <a:pt x="7040" y="5472"/>
                    <a:pt x="6945" y="5676"/>
                  </a:cubicBezTo>
                  <a:cubicBezTo>
                    <a:pt x="6832" y="5919"/>
                    <a:pt x="6832" y="5919"/>
                    <a:pt x="6693" y="5964"/>
                  </a:cubicBezTo>
                  <a:cubicBezTo>
                    <a:pt x="6620" y="5988"/>
                    <a:pt x="6561" y="6005"/>
                    <a:pt x="6555" y="6005"/>
                  </a:cubicBezTo>
                  <a:cubicBezTo>
                    <a:pt x="6554" y="6005"/>
                    <a:pt x="6554" y="6005"/>
                    <a:pt x="6554" y="6005"/>
                  </a:cubicBezTo>
                  <a:cubicBezTo>
                    <a:pt x="6554" y="6003"/>
                    <a:pt x="6622" y="5850"/>
                    <a:pt x="6703" y="5665"/>
                  </a:cubicBezTo>
                  <a:cubicBezTo>
                    <a:pt x="6785" y="5480"/>
                    <a:pt x="6869" y="5268"/>
                    <a:pt x="6890" y="5193"/>
                  </a:cubicBezTo>
                  <a:cubicBezTo>
                    <a:pt x="6956" y="4951"/>
                    <a:pt x="6983" y="4894"/>
                    <a:pt x="7044" y="4894"/>
                  </a:cubicBezTo>
                  <a:close/>
                  <a:moveTo>
                    <a:pt x="11962" y="5061"/>
                  </a:moveTo>
                  <a:cubicBezTo>
                    <a:pt x="12136" y="5061"/>
                    <a:pt x="12284" y="5075"/>
                    <a:pt x="12391" y="5103"/>
                  </a:cubicBezTo>
                  <a:cubicBezTo>
                    <a:pt x="12552" y="5145"/>
                    <a:pt x="12873" y="5499"/>
                    <a:pt x="13025" y="5799"/>
                  </a:cubicBezTo>
                  <a:cubicBezTo>
                    <a:pt x="13159" y="6069"/>
                    <a:pt x="13179" y="6453"/>
                    <a:pt x="13064" y="6626"/>
                  </a:cubicBezTo>
                  <a:cubicBezTo>
                    <a:pt x="12977" y="6758"/>
                    <a:pt x="12692" y="6988"/>
                    <a:pt x="12432" y="7135"/>
                  </a:cubicBezTo>
                  <a:cubicBezTo>
                    <a:pt x="11813" y="7486"/>
                    <a:pt x="11536" y="7583"/>
                    <a:pt x="11124" y="7583"/>
                  </a:cubicBezTo>
                  <a:cubicBezTo>
                    <a:pt x="11106" y="7583"/>
                    <a:pt x="11087" y="7583"/>
                    <a:pt x="11069" y="7583"/>
                  </a:cubicBezTo>
                  <a:cubicBezTo>
                    <a:pt x="10748" y="7576"/>
                    <a:pt x="10332" y="7477"/>
                    <a:pt x="10116" y="7357"/>
                  </a:cubicBezTo>
                  <a:cubicBezTo>
                    <a:pt x="9965" y="7273"/>
                    <a:pt x="9357" y="6855"/>
                    <a:pt x="9223" y="6743"/>
                  </a:cubicBezTo>
                  <a:cubicBezTo>
                    <a:pt x="9032" y="6585"/>
                    <a:pt x="8917" y="6538"/>
                    <a:pt x="8599" y="6488"/>
                  </a:cubicBezTo>
                  <a:cubicBezTo>
                    <a:pt x="8500" y="6472"/>
                    <a:pt x="8499" y="6471"/>
                    <a:pt x="8480" y="6312"/>
                  </a:cubicBezTo>
                  <a:cubicBezTo>
                    <a:pt x="8471" y="6223"/>
                    <a:pt x="8434" y="6063"/>
                    <a:pt x="8399" y="5955"/>
                  </a:cubicBezTo>
                  <a:cubicBezTo>
                    <a:pt x="8365" y="5847"/>
                    <a:pt x="8343" y="5749"/>
                    <a:pt x="8349" y="5737"/>
                  </a:cubicBezTo>
                  <a:cubicBezTo>
                    <a:pt x="8356" y="5726"/>
                    <a:pt x="8387" y="5716"/>
                    <a:pt x="8422" y="5716"/>
                  </a:cubicBezTo>
                  <a:cubicBezTo>
                    <a:pt x="8502" y="5716"/>
                    <a:pt x="8720" y="5666"/>
                    <a:pt x="9289" y="5516"/>
                  </a:cubicBezTo>
                  <a:cubicBezTo>
                    <a:pt x="9882" y="5360"/>
                    <a:pt x="10033" y="5327"/>
                    <a:pt x="10463" y="5259"/>
                  </a:cubicBezTo>
                  <a:cubicBezTo>
                    <a:pt x="10648" y="5229"/>
                    <a:pt x="10853" y="5194"/>
                    <a:pt x="10919" y="5180"/>
                  </a:cubicBezTo>
                  <a:cubicBezTo>
                    <a:pt x="11289" y="5102"/>
                    <a:pt x="11663" y="5061"/>
                    <a:pt x="11962" y="5061"/>
                  </a:cubicBezTo>
                  <a:close/>
                  <a:moveTo>
                    <a:pt x="8102" y="5774"/>
                  </a:moveTo>
                  <a:cubicBezTo>
                    <a:pt x="8154" y="5774"/>
                    <a:pt x="8173" y="5801"/>
                    <a:pt x="8187" y="5861"/>
                  </a:cubicBezTo>
                  <a:cubicBezTo>
                    <a:pt x="8197" y="5909"/>
                    <a:pt x="8233" y="6034"/>
                    <a:pt x="8266" y="6140"/>
                  </a:cubicBezTo>
                  <a:cubicBezTo>
                    <a:pt x="8299" y="6244"/>
                    <a:pt x="8320" y="6361"/>
                    <a:pt x="8313" y="6398"/>
                  </a:cubicBezTo>
                  <a:cubicBezTo>
                    <a:pt x="8301" y="6460"/>
                    <a:pt x="8283" y="6470"/>
                    <a:pt x="8095" y="6500"/>
                  </a:cubicBezTo>
                  <a:cubicBezTo>
                    <a:pt x="7749" y="6555"/>
                    <a:pt x="7327" y="6638"/>
                    <a:pt x="7255" y="6666"/>
                  </a:cubicBezTo>
                  <a:cubicBezTo>
                    <a:pt x="7217" y="6680"/>
                    <a:pt x="7120" y="6705"/>
                    <a:pt x="7038" y="6720"/>
                  </a:cubicBezTo>
                  <a:cubicBezTo>
                    <a:pt x="6956" y="6735"/>
                    <a:pt x="6830" y="6758"/>
                    <a:pt x="6754" y="6773"/>
                  </a:cubicBezTo>
                  <a:cubicBezTo>
                    <a:pt x="6591" y="6805"/>
                    <a:pt x="6531" y="6815"/>
                    <a:pt x="6322" y="6837"/>
                  </a:cubicBezTo>
                  <a:cubicBezTo>
                    <a:pt x="6235" y="6847"/>
                    <a:pt x="6081" y="6871"/>
                    <a:pt x="5987" y="6892"/>
                  </a:cubicBezTo>
                  <a:cubicBezTo>
                    <a:pt x="5891" y="6912"/>
                    <a:pt x="5581" y="6972"/>
                    <a:pt x="5298" y="7025"/>
                  </a:cubicBezTo>
                  <a:cubicBezTo>
                    <a:pt x="4733" y="7131"/>
                    <a:pt x="4581" y="7163"/>
                    <a:pt x="4127" y="7269"/>
                  </a:cubicBezTo>
                  <a:cubicBezTo>
                    <a:pt x="3612" y="7389"/>
                    <a:pt x="2910" y="7531"/>
                    <a:pt x="2838" y="7531"/>
                  </a:cubicBezTo>
                  <a:cubicBezTo>
                    <a:pt x="2834" y="7531"/>
                    <a:pt x="2832" y="7530"/>
                    <a:pt x="2832" y="7529"/>
                  </a:cubicBezTo>
                  <a:cubicBezTo>
                    <a:pt x="2832" y="7520"/>
                    <a:pt x="2850" y="7489"/>
                    <a:pt x="2872" y="7460"/>
                  </a:cubicBezTo>
                  <a:cubicBezTo>
                    <a:pt x="2936" y="7376"/>
                    <a:pt x="2925" y="7309"/>
                    <a:pt x="2846" y="7309"/>
                  </a:cubicBezTo>
                  <a:cubicBezTo>
                    <a:pt x="2793" y="7309"/>
                    <a:pt x="2755" y="7342"/>
                    <a:pt x="2683" y="7456"/>
                  </a:cubicBezTo>
                  <a:cubicBezTo>
                    <a:pt x="2582" y="7611"/>
                    <a:pt x="2548" y="7629"/>
                    <a:pt x="2265" y="7675"/>
                  </a:cubicBezTo>
                  <a:cubicBezTo>
                    <a:pt x="2199" y="7685"/>
                    <a:pt x="2117" y="7716"/>
                    <a:pt x="2080" y="7744"/>
                  </a:cubicBezTo>
                  <a:cubicBezTo>
                    <a:pt x="2040" y="7776"/>
                    <a:pt x="1987" y="7795"/>
                    <a:pt x="1953" y="7795"/>
                  </a:cubicBezTo>
                  <a:cubicBezTo>
                    <a:pt x="1931" y="7795"/>
                    <a:pt x="1916" y="7787"/>
                    <a:pt x="1916" y="7771"/>
                  </a:cubicBezTo>
                  <a:cubicBezTo>
                    <a:pt x="1916" y="7759"/>
                    <a:pt x="1942" y="7714"/>
                    <a:pt x="1972" y="7676"/>
                  </a:cubicBezTo>
                  <a:cubicBezTo>
                    <a:pt x="2032" y="7599"/>
                    <a:pt x="2022" y="7496"/>
                    <a:pt x="1955" y="7496"/>
                  </a:cubicBezTo>
                  <a:cubicBezTo>
                    <a:pt x="1935" y="7496"/>
                    <a:pt x="1879" y="7548"/>
                    <a:pt x="1830" y="7612"/>
                  </a:cubicBezTo>
                  <a:cubicBezTo>
                    <a:pt x="1678" y="7809"/>
                    <a:pt x="1606" y="7869"/>
                    <a:pt x="1495" y="7889"/>
                  </a:cubicBezTo>
                  <a:lnTo>
                    <a:pt x="1390" y="7910"/>
                  </a:lnTo>
                  <a:lnTo>
                    <a:pt x="1465" y="7817"/>
                  </a:lnTo>
                  <a:cubicBezTo>
                    <a:pt x="1617" y="7630"/>
                    <a:pt x="1627" y="7607"/>
                    <a:pt x="1591" y="7562"/>
                  </a:cubicBezTo>
                  <a:cubicBezTo>
                    <a:pt x="1573" y="7541"/>
                    <a:pt x="1556" y="7529"/>
                    <a:pt x="1537" y="7529"/>
                  </a:cubicBezTo>
                  <a:cubicBezTo>
                    <a:pt x="1492" y="7529"/>
                    <a:pt x="1432" y="7592"/>
                    <a:pt x="1308" y="7751"/>
                  </a:cubicBezTo>
                  <a:cubicBezTo>
                    <a:pt x="1115" y="7996"/>
                    <a:pt x="1107" y="8000"/>
                    <a:pt x="677" y="8125"/>
                  </a:cubicBezTo>
                  <a:cubicBezTo>
                    <a:pt x="469" y="8186"/>
                    <a:pt x="352" y="8214"/>
                    <a:pt x="301" y="8214"/>
                  </a:cubicBezTo>
                  <a:cubicBezTo>
                    <a:pt x="280" y="8214"/>
                    <a:pt x="271" y="8209"/>
                    <a:pt x="271" y="8200"/>
                  </a:cubicBezTo>
                  <a:cubicBezTo>
                    <a:pt x="271" y="8169"/>
                    <a:pt x="553" y="7838"/>
                    <a:pt x="666" y="7737"/>
                  </a:cubicBezTo>
                  <a:cubicBezTo>
                    <a:pt x="1010" y="7428"/>
                    <a:pt x="1562" y="7246"/>
                    <a:pt x="3211" y="6902"/>
                  </a:cubicBezTo>
                  <a:cubicBezTo>
                    <a:pt x="3631" y="6814"/>
                    <a:pt x="4112" y="6716"/>
                    <a:pt x="4276" y="6687"/>
                  </a:cubicBezTo>
                  <a:cubicBezTo>
                    <a:pt x="4438" y="6656"/>
                    <a:pt x="4833" y="6571"/>
                    <a:pt x="5152" y="6497"/>
                  </a:cubicBezTo>
                  <a:cubicBezTo>
                    <a:pt x="5902" y="6325"/>
                    <a:pt x="6108" y="6284"/>
                    <a:pt x="6203" y="6284"/>
                  </a:cubicBezTo>
                  <a:cubicBezTo>
                    <a:pt x="6247" y="6284"/>
                    <a:pt x="6333" y="6268"/>
                    <a:pt x="6397" y="6247"/>
                  </a:cubicBezTo>
                  <a:cubicBezTo>
                    <a:pt x="6898" y="6087"/>
                    <a:pt x="7187" y="6004"/>
                    <a:pt x="7525" y="5922"/>
                  </a:cubicBezTo>
                  <a:cubicBezTo>
                    <a:pt x="7681" y="5883"/>
                    <a:pt x="7861" y="5835"/>
                    <a:pt x="7928" y="5814"/>
                  </a:cubicBezTo>
                  <a:cubicBezTo>
                    <a:pt x="8010" y="5788"/>
                    <a:pt x="8064" y="5774"/>
                    <a:pt x="8102" y="5774"/>
                  </a:cubicBezTo>
                  <a:close/>
                  <a:moveTo>
                    <a:pt x="6730" y="6989"/>
                  </a:moveTo>
                  <a:cubicBezTo>
                    <a:pt x="6758" y="6989"/>
                    <a:pt x="6768" y="6995"/>
                    <a:pt x="6768" y="7006"/>
                  </a:cubicBezTo>
                  <a:cubicBezTo>
                    <a:pt x="6769" y="7036"/>
                    <a:pt x="6610" y="7440"/>
                    <a:pt x="6539" y="7591"/>
                  </a:cubicBezTo>
                  <a:cubicBezTo>
                    <a:pt x="6367" y="7953"/>
                    <a:pt x="6164" y="8418"/>
                    <a:pt x="6109" y="8577"/>
                  </a:cubicBezTo>
                  <a:cubicBezTo>
                    <a:pt x="6076" y="8674"/>
                    <a:pt x="5991" y="8884"/>
                    <a:pt x="5921" y="9048"/>
                  </a:cubicBezTo>
                  <a:cubicBezTo>
                    <a:pt x="5849" y="9213"/>
                    <a:pt x="5758" y="9430"/>
                    <a:pt x="5717" y="9535"/>
                  </a:cubicBezTo>
                  <a:cubicBezTo>
                    <a:pt x="5583" y="9876"/>
                    <a:pt x="5365" y="10395"/>
                    <a:pt x="5286" y="10559"/>
                  </a:cubicBezTo>
                  <a:cubicBezTo>
                    <a:pt x="4846" y="11486"/>
                    <a:pt x="4637" y="11840"/>
                    <a:pt x="4385" y="12085"/>
                  </a:cubicBezTo>
                  <a:cubicBezTo>
                    <a:pt x="4269" y="12197"/>
                    <a:pt x="3907" y="12417"/>
                    <a:pt x="3794" y="12446"/>
                  </a:cubicBezTo>
                  <a:cubicBezTo>
                    <a:pt x="3783" y="12448"/>
                    <a:pt x="3775" y="12450"/>
                    <a:pt x="3768" y="12450"/>
                  </a:cubicBezTo>
                  <a:cubicBezTo>
                    <a:pt x="3726" y="12450"/>
                    <a:pt x="3764" y="12372"/>
                    <a:pt x="4010" y="11885"/>
                  </a:cubicBezTo>
                  <a:cubicBezTo>
                    <a:pt x="4361" y="11188"/>
                    <a:pt x="4505" y="10888"/>
                    <a:pt x="4505" y="10850"/>
                  </a:cubicBezTo>
                  <a:cubicBezTo>
                    <a:pt x="4505" y="10835"/>
                    <a:pt x="4530" y="10799"/>
                    <a:pt x="4558" y="10774"/>
                  </a:cubicBezTo>
                  <a:cubicBezTo>
                    <a:pt x="4588" y="10748"/>
                    <a:pt x="4633" y="10665"/>
                    <a:pt x="4663" y="10588"/>
                  </a:cubicBezTo>
                  <a:cubicBezTo>
                    <a:pt x="4692" y="10512"/>
                    <a:pt x="4764" y="10345"/>
                    <a:pt x="4823" y="10219"/>
                  </a:cubicBezTo>
                  <a:cubicBezTo>
                    <a:pt x="4881" y="10092"/>
                    <a:pt x="5038" y="9717"/>
                    <a:pt x="5173" y="9383"/>
                  </a:cubicBezTo>
                  <a:cubicBezTo>
                    <a:pt x="5308" y="9050"/>
                    <a:pt x="5477" y="8632"/>
                    <a:pt x="5551" y="8453"/>
                  </a:cubicBezTo>
                  <a:cubicBezTo>
                    <a:pt x="5625" y="8276"/>
                    <a:pt x="5730" y="8027"/>
                    <a:pt x="5781" y="7901"/>
                  </a:cubicBezTo>
                  <a:cubicBezTo>
                    <a:pt x="5834" y="7775"/>
                    <a:pt x="5926" y="7542"/>
                    <a:pt x="5988" y="7380"/>
                  </a:cubicBezTo>
                  <a:cubicBezTo>
                    <a:pt x="6091" y="7111"/>
                    <a:pt x="6139" y="7040"/>
                    <a:pt x="6251" y="7040"/>
                  </a:cubicBezTo>
                  <a:cubicBezTo>
                    <a:pt x="6266" y="7040"/>
                    <a:pt x="6282" y="7041"/>
                    <a:pt x="6300" y="7043"/>
                  </a:cubicBezTo>
                  <a:cubicBezTo>
                    <a:pt x="6361" y="7052"/>
                    <a:pt x="6361" y="7054"/>
                    <a:pt x="6255" y="7293"/>
                  </a:cubicBezTo>
                  <a:cubicBezTo>
                    <a:pt x="6117" y="7606"/>
                    <a:pt x="6035" y="7798"/>
                    <a:pt x="5960" y="7981"/>
                  </a:cubicBezTo>
                  <a:cubicBezTo>
                    <a:pt x="5926" y="8064"/>
                    <a:pt x="5889" y="8152"/>
                    <a:pt x="5875" y="8179"/>
                  </a:cubicBezTo>
                  <a:cubicBezTo>
                    <a:pt x="5862" y="8205"/>
                    <a:pt x="5858" y="8240"/>
                    <a:pt x="5866" y="8254"/>
                  </a:cubicBezTo>
                  <a:cubicBezTo>
                    <a:pt x="5875" y="8269"/>
                    <a:pt x="5869" y="8279"/>
                    <a:pt x="5855" y="8279"/>
                  </a:cubicBezTo>
                  <a:cubicBezTo>
                    <a:pt x="5840" y="8279"/>
                    <a:pt x="5819" y="8306"/>
                    <a:pt x="5810" y="8339"/>
                  </a:cubicBezTo>
                  <a:cubicBezTo>
                    <a:pt x="5800" y="8372"/>
                    <a:pt x="5775" y="8437"/>
                    <a:pt x="5757" y="8481"/>
                  </a:cubicBezTo>
                  <a:cubicBezTo>
                    <a:pt x="5738" y="8525"/>
                    <a:pt x="5676" y="8672"/>
                    <a:pt x="5621" y="8806"/>
                  </a:cubicBezTo>
                  <a:cubicBezTo>
                    <a:pt x="5396" y="9348"/>
                    <a:pt x="4924" y="10339"/>
                    <a:pt x="4718" y="10703"/>
                  </a:cubicBezTo>
                  <a:cubicBezTo>
                    <a:pt x="4671" y="10786"/>
                    <a:pt x="4586" y="10970"/>
                    <a:pt x="4528" y="11117"/>
                  </a:cubicBezTo>
                  <a:cubicBezTo>
                    <a:pt x="4470" y="11263"/>
                    <a:pt x="4411" y="11402"/>
                    <a:pt x="4398" y="11428"/>
                  </a:cubicBezTo>
                  <a:cubicBezTo>
                    <a:pt x="4320" y="11572"/>
                    <a:pt x="4215" y="11836"/>
                    <a:pt x="4228" y="11848"/>
                  </a:cubicBezTo>
                  <a:cubicBezTo>
                    <a:pt x="4236" y="11857"/>
                    <a:pt x="4272" y="11864"/>
                    <a:pt x="4306" y="11864"/>
                  </a:cubicBezTo>
                  <a:cubicBezTo>
                    <a:pt x="4357" y="11864"/>
                    <a:pt x="4383" y="11834"/>
                    <a:pt x="4439" y="11710"/>
                  </a:cubicBezTo>
                  <a:cubicBezTo>
                    <a:pt x="4479" y="11625"/>
                    <a:pt x="4519" y="11537"/>
                    <a:pt x="4531" y="11513"/>
                  </a:cubicBezTo>
                  <a:cubicBezTo>
                    <a:pt x="4542" y="11491"/>
                    <a:pt x="4591" y="11376"/>
                    <a:pt x="4639" y="11261"/>
                  </a:cubicBezTo>
                  <a:cubicBezTo>
                    <a:pt x="4687" y="11144"/>
                    <a:pt x="4832" y="10842"/>
                    <a:pt x="4962" y="10588"/>
                  </a:cubicBezTo>
                  <a:cubicBezTo>
                    <a:pt x="5092" y="10334"/>
                    <a:pt x="5293" y="9919"/>
                    <a:pt x="5408" y="9667"/>
                  </a:cubicBezTo>
                  <a:cubicBezTo>
                    <a:pt x="5522" y="9416"/>
                    <a:pt x="5654" y="9131"/>
                    <a:pt x="5697" y="9035"/>
                  </a:cubicBezTo>
                  <a:cubicBezTo>
                    <a:pt x="5742" y="8937"/>
                    <a:pt x="5830" y="8728"/>
                    <a:pt x="5894" y="8563"/>
                  </a:cubicBezTo>
                  <a:cubicBezTo>
                    <a:pt x="5958" y="8399"/>
                    <a:pt x="6046" y="8182"/>
                    <a:pt x="6090" y="8077"/>
                  </a:cubicBezTo>
                  <a:cubicBezTo>
                    <a:pt x="6133" y="7974"/>
                    <a:pt x="6218" y="7774"/>
                    <a:pt x="6278" y="7632"/>
                  </a:cubicBezTo>
                  <a:cubicBezTo>
                    <a:pt x="6538" y="7010"/>
                    <a:pt x="6536" y="7016"/>
                    <a:pt x="6606" y="7004"/>
                  </a:cubicBezTo>
                  <a:cubicBezTo>
                    <a:pt x="6665" y="6994"/>
                    <a:pt x="6705" y="6989"/>
                    <a:pt x="6730" y="6989"/>
                  </a:cubicBezTo>
                  <a:close/>
                  <a:moveTo>
                    <a:pt x="7921" y="0"/>
                  </a:moveTo>
                  <a:cubicBezTo>
                    <a:pt x="7684" y="0"/>
                    <a:pt x="7661" y="5"/>
                    <a:pt x="7535" y="87"/>
                  </a:cubicBezTo>
                  <a:cubicBezTo>
                    <a:pt x="7371" y="193"/>
                    <a:pt x="6844" y="724"/>
                    <a:pt x="6660" y="968"/>
                  </a:cubicBezTo>
                  <a:cubicBezTo>
                    <a:pt x="6344" y="1389"/>
                    <a:pt x="6210" y="1800"/>
                    <a:pt x="6204" y="2370"/>
                  </a:cubicBezTo>
                  <a:cubicBezTo>
                    <a:pt x="6201" y="2711"/>
                    <a:pt x="6235" y="2909"/>
                    <a:pt x="6342" y="3163"/>
                  </a:cubicBezTo>
                  <a:cubicBezTo>
                    <a:pt x="6387" y="3271"/>
                    <a:pt x="6463" y="3457"/>
                    <a:pt x="6513" y="3578"/>
                  </a:cubicBezTo>
                  <a:cubicBezTo>
                    <a:pt x="6562" y="3699"/>
                    <a:pt x="6655" y="3899"/>
                    <a:pt x="6717" y="4022"/>
                  </a:cubicBezTo>
                  <a:cubicBezTo>
                    <a:pt x="6825" y="4235"/>
                    <a:pt x="6832" y="4261"/>
                    <a:pt x="6836" y="4500"/>
                  </a:cubicBezTo>
                  <a:cubicBezTo>
                    <a:pt x="6842" y="4735"/>
                    <a:pt x="6833" y="4779"/>
                    <a:pt x="6721" y="5117"/>
                  </a:cubicBezTo>
                  <a:cubicBezTo>
                    <a:pt x="6655" y="5318"/>
                    <a:pt x="6532" y="5617"/>
                    <a:pt x="6448" y="5782"/>
                  </a:cubicBezTo>
                  <a:lnTo>
                    <a:pt x="6297" y="6081"/>
                  </a:lnTo>
                  <a:lnTo>
                    <a:pt x="6094" y="6114"/>
                  </a:lnTo>
                  <a:cubicBezTo>
                    <a:pt x="5984" y="6132"/>
                    <a:pt x="5855" y="6153"/>
                    <a:pt x="5811" y="6162"/>
                  </a:cubicBezTo>
                  <a:cubicBezTo>
                    <a:pt x="5766" y="6169"/>
                    <a:pt x="5603" y="6206"/>
                    <a:pt x="5447" y="6242"/>
                  </a:cubicBezTo>
                  <a:cubicBezTo>
                    <a:pt x="5290" y="6279"/>
                    <a:pt x="5038" y="6334"/>
                    <a:pt x="4882" y="6366"/>
                  </a:cubicBezTo>
                  <a:cubicBezTo>
                    <a:pt x="3785" y="6585"/>
                    <a:pt x="3452" y="6654"/>
                    <a:pt x="2912" y="6770"/>
                  </a:cubicBezTo>
                  <a:cubicBezTo>
                    <a:pt x="2771" y="6801"/>
                    <a:pt x="2564" y="6844"/>
                    <a:pt x="2453" y="6867"/>
                  </a:cubicBezTo>
                  <a:cubicBezTo>
                    <a:pt x="2223" y="6914"/>
                    <a:pt x="2188" y="6924"/>
                    <a:pt x="1524" y="7134"/>
                  </a:cubicBezTo>
                  <a:cubicBezTo>
                    <a:pt x="986" y="7304"/>
                    <a:pt x="952" y="7318"/>
                    <a:pt x="699" y="7487"/>
                  </a:cubicBezTo>
                  <a:cubicBezTo>
                    <a:pt x="489" y="7627"/>
                    <a:pt x="279" y="7842"/>
                    <a:pt x="133" y="8071"/>
                  </a:cubicBezTo>
                  <a:cubicBezTo>
                    <a:pt x="9" y="8263"/>
                    <a:pt x="0" y="8349"/>
                    <a:pt x="98" y="8393"/>
                  </a:cubicBezTo>
                  <a:cubicBezTo>
                    <a:pt x="118" y="8402"/>
                    <a:pt x="149" y="8407"/>
                    <a:pt x="190" y="8407"/>
                  </a:cubicBezTo>
                  <a:cubicBezTo>
                    <a:pt x="358" y="8407"/>
                    <a:pt x="688" y="8329"/>
                    <a:pt x="1107" y="8189"/>
                  </a:cubicBezTo>
                  <a:cubicBezTo>
                    <a:pt x="1174" y="8166"/>
                    <a:pt x="1348" y="8116"/>
                    <a:pt x="1498" y="8077"/>
                  </a:cubicBezTo>
                  <a:cubicBezTo>
                    <a:pt x="1647" y="8038"/>
                    <a:pt x="1797" y="7994"/>
                    <a:pt x="1833" y="7978"/>
                  </a:cubicBezTo>
                  <a:cubicBezTo>
                    <a:pt x="1871" y="7963"/>
                    <a:pt x="1950" y="7945"/>
                    <a:pt x="2009" y="7939"/>
                  </a:cubicBezTo>
                  <a:cubicBezTo>
                    <a:pt x="2067" y="7932"/>
                    <a:pt x="2135" y="7920"/>
                    <a:pt x="2157" y="7913"/>
                  </a:cubicBezTo>
                  <a:cubicBezTo>
                    <a:pt x="2282" y="7868"/>
                    <a:pt x="2753" y="7753"/>
                    <a:pt x="3033" y="7698"/>
                  </a:cubicBezTo>
                  <a:cubicBezTo>
                    <a:pt x="3211" y="7663"/>
                    <a:pt x="3521" y="7597"/>
                    <a:pt x="3721" y="7550"/>
                  </a:cubicBezTo>
                  <a:cubicBezTo>
                    <a:pt x="3922" y="7503"/>
                    <a:pt x="4164" y="7449"/>
                    <a:pt x="4261" y="7431"/>
                  </a:cubicBezTo>
                  <a:cubicBezTo>
                    <a:pt x="4357" y="7413"/>
                    <a:pt x="4610" y="7361"/>
                    <a:pt x="4826" y="7316"/>
                  </a:cubicBezTo>
                  <a:cubicBezTo>
                    <a:pt x="5293" y="7216"/>
                    <a:pt x="5804" y="7124"/>
                    <a:pt x="5884" y="7124"/>
                  </a:cubicBezTo>
                  <a:cubicBezTo>
                    <a:pt x="5889" y="7124"/>
                    <a:pt x="5893" y="7125"/>
                    <a:pt x="5894" y="7126"/>
                  </a:cubicBezTo>
                  <a:cubicBezTo>
                    <a:pt x="5899" y="7132"/>
                    <a:pt x="5849" y="7275"/>
                    <a:pt x="5784" y="7442"/>
                  </a:cubicBezTo>
                  <a:cubicBezTo>
                    <a:pt x="5718" y="7608"/>
                    <a:pt x="5663" y="7762"/>
                    <a:pt x="5663" y="7779"/>
                  </a:cubicBezTo>
                  <a:cubicBezTo>
                    <a:pt x="5663" y="7796"/>
                    <a:pt x="5632" y="7869"/>
                    <a:pt x="5596" y="7939"/>
                  </a:cubicBezTo>
                  <a:cubicBezTo>
                    <a:pt x="5560" y="8008"/>
                    <a:pt x="5530" y="8076"/>
                    <a:pt x="5530" y="8090"/>
                  </a:cubicBezTo>
                  <a:cubicBezTo>
                    <a:pt x="5530" y="8104"/>
                    <a:pt x="5482" y="8215"/>
                    <a:pt x="5424" y="8338"/>
                  </a:cubicBezTo>
                  <a:cubicBezTo>
                    <a:pt x="5366" y="8461"/>
                    <a:pt x="5298" y="8622"/>
                    <a:pt x="5272" y="8696"/>
                  </a:cubicBezTo>
                  <a:cubicBezTo>
                    <a:pt x="5247" y="8771"/>
                    <a:pt x="5209" y="8867"/>
                    <a:pt x="5188" y="8912"/>
                  </a:cubicBezTo>
                  <a:cubicBezTo>
                    <a:pt x="5167" y="8957"/>
                    <a:pt x="5096" y="9119"/>
                    <a:pt x="5031" y="9275"/>
                  </a:cubicBezTo>
                  <a:cubicBezTo>
                    <a:pt x="4857" y="9688"/>
                    <a:pt x="4687" y="10073"/>
                    <a:pt x="4503" y="10462"/>
                  </a:cubicBezTo>
                  <a:cubicBezTo>
                    <a:pt x="4416" y="10649"/>
                    <a:pt x="4343" y="10823"/>
                    <a:pt x="4343" y="10846"/>
                  </a:cubicBezTo>
                  <a:cubicBezTo>
                    <a:pt x="4343" y="10870"/>
                    <a:pt x="4332" y="10898"/>
                    <a:pt x="4319" y="10905"/>
                  </a:cubicBezTo>
                  <a:cubicBezTo>
                    <a:pt x="4303" y="10915"/>
                    <a:pt x="3726" y="12051"/>
                    <a:pt x="3585" y="12352"/>
                  </a:cubicBezTo>
                  <a:cubicBezTo>
                    <a:pt x="3542" y="12445"/>
                    <a:pt x="3530" y="12565"/>
                    <a:pt x="3558" y="12619"/>
                  </a:cubicBezTo>
                  <a:cubicBezTo>
                    <a:pt x="3576" y="12653"/>
                    <a:pt x="3613" y="12669"/>
                    <a:pt x="3664" y="12669"/>
                  </a:cubicBezTo>
                  <a:cubicBezTo>
                    <a:pt x="3923" y="12669"/>
                    <a:pt x="4534" y="12263"/>
                    <a:pt x="4786" y="11879"/>
                  </a:cubicBezTo>
                  <a:cubicBezTo>
                    <a:pt x="4951" y="11629"/>
                    <a:pt x="5441" y="10690"/>
                    <a:pt x="5546" y="10423"/>
                  </a:cubicBezTo>
                  <a:cubicBezTo>
                    <a:pt x="5640" y="10187"/>
                    <a:pt x="5724" y="9982"/>
                    <a:pt x="5758" y="9910"/>
                  </a:cubicBezTo>
                  <a:cubicBezTo>
                    <a:pt x="5795" y="9832"/>
                    <a:pt x="5840" y="9725"/>
                    <a:pt x="6051" y="9209"/>
                  </a:cubicBezTo>
                  <a:cubicBezTo>
                    <a:pt x="6107" y="9075"/>
                    <a:pt x="6161" y="8943"/>
                    <a:pt x="6175" y="8913"/>
                  </a:cubicBezTo>
                  <a:cubicBezTo>
                    <a:pt x="6225" y="8800"/>
                    <a:pt x="6288" y="8638"/>
                    <a:pt x="6329" y="8521"/>
                  </a:cubicBezTo>
                  <a:cubicBezTo>
                    <a:pt x="6370" y="8396"/>
                    <a:pt x="6412" y="8296"/>
                    <a:pt x="6565" y="7968"/>
                  </a:cubicBezTo>
                  <a:cubicBezTo>
                    <a:pt x="6687" y="7704"/>
                    <a:pt x="6833" y="7353"/>
                    <a:pt x="6905" y="7154"/>
                  </a:cubicBezTo>
                  <a:cubicBezTo>
                    <a:pt x="6938" y="7061"/>
                    <a:pt x="6978" y="6974"/>
                    <a:pt x="6994" y="6960"/>
                  </a:cubicBezTo>
                  <a:cubicBezTo>
                    <a:pt x="7010" y="6947"/>
                    <a:pt x="7096" y="6922"/>
                    <a:pt x="7186" y="6903"/>
                  </a:cubicBezTo>
                  <a:cubicBezTo>
                    <a:pt x="7275" y="6886"/>
                    <a:pt x="7426" y="6850"/>
                    <a:pt x="7523" y="6823"/>
                  </a:cubicBezTo>
                  <a:cubicBezTo>
                    <a:pt x="7620" y="6795"/>
                    <a:pt x="7852" y="6742"/>
                    <a:pt x="8039" y="6703"/>
                  </a:cubicBezTo>
                  <a:lnTo>
                    <a:pt x="8380" y="6630"/>
                  </a:lnTo>
                  <a:lnTo>
                    <a:pt x="8605" y="6676"/>
                  </a:lnTo>
                  <a:cubicBezTo>
                    <a:pt x="8867" y="6729"/>
                    <a:pt x="8929" y="6757"/>
                    <a:pt x="9152" y="6929"/>
                  </a:cubicBezTo>
                  <a:cubicBezTo>
                    <a:pt x="9355" y="7085"/>
                    <a:pt x="9825" y="7404"/>
                    <a:pt x="9997" y="7503"/>
                  </a:cubicBezTo>
                  <a:cubicBezTo>
                    <a:pt x="10153" y="7592"/>
                    <a:pt x="10475" y="7699"/>
                    <a:pt x="10678" y="7728"/>
                  </a:cubicBezTo>
                  <a:cubicBezTo>
                    <a:pt x="10779" y="7742"/>
                    <a:pt x="10932" y="7749"/>
                    <a:pt x="11088" y="7749"/>
                  </a:cubicBezTo>
                  <a:cubicBezTo>
                    <a:pt x="11285" y="7749"/>
                    <a:pt x="11485" y="7738"/>
                    <a:pt x="11590" y="7717"/>
                  </a:cubicBezTo>
                  <a:cubicBezTo>
                    <a:pt x="11682" y="7698"/>
                    <a:pt x="11839" y="7647"/>
                    <a:pt x="11934" y="7603"/>
                  </a:cubicBezTo>
                  <a:cubicBezTo>
                    <a:pt x="12029" y="7560"/>
                    <a:pt x="12115" y="7524"/>
                    <a:pt x="12121" y="7524"/>
                  </a:cubicBezTo>
                  <a:cubicBezTo>
                    <a:pt x="12158" y="7524"/>
                    <a:pt x="12761" y="7147"/>
                    <a:pt x="12902" y="7036"/>
                  </a:cubicBezTo>
                  <a:cubicBezTo>
                    <a:pt x="13118" y="6865"/>
                    <a:pt x="13200" y="6774"/>
                    <a:pt x="13252" y="6651"/>
                  </a:cubicBezTo>
                  <a:cubicBezTo>
                    <a:pt x="13311" y="6512"/>
                    <a:pt x="13338" y="6215"/>
                    <a:pt x="13295" y="6190"/>
                  </a:cubicBezTo>
                  <a:cubicBezTo>
                    <a:pt x="13274" y="6177"/>
                    <a:pt x="13273" y="6161"/>
                    <a:pt x="13290" y="6140"/>
                  </a:cubicBezTo>
                  <a:cubicBezTo>
                    <a:pt x="13358" y="6057"/>
                    <a:pt x="13121" y="5521"/>
                    <a:pt x="12920" y="5305"/>
                  </a:cubicBezTo>
                  <a:cubicBezTo>
                    <a:pt x="12659" y="5025"/>
                    <a:pt x="12588" y="4962"/>
                    <a:pt x="12494" y="4931"/>
                  </a:cubicBezTo>
                  <a:cubicBezTo>
                    <a:pt x="12409" y="4904"/>
                    <a:pt x="12206" y="4890"/>
                    <a:pt x="11977" y="4890"/>
                  </a:cubicBezTo>
                  <a:cubicBezTo>
                    <a:pt x="11720" y="4890"/>
                    <a:pt x="11432" y="4907"/>
                    <a:pt x="11243" y="4940"/>
                  </a:cubicBezTo>
                  <a:cubicBezTo>
                    <a:pt x="10811" y="5016"/>
                    <a:pt x="10665" y="5040"/>
                    <a:pt x="10447" y="5070"/>
                  </a:cubicBezTo>
                  <a:cubicBezTo>
                    <a:pt x="10171" y="5109"/>
                    <a:pt x="9705" y="5212"/>
                    <a:pt x="9168" y="5354"/>
                  </a:cubicBezTo>
                  <a:cubicBezTo>
                    <a:pt x="8909" y="5424"/>
                    <a:pt x="8635" y="5492"/>
                    <a:pt x="8560" y="5507"/>
                  </a:cubicBezTo>
                  <a:cubicBezTo>
                    <a:pt x="8487" y="5522"/>
                    <a:pt x="8329" y="5552"/>
                    <a:pt x="8210" y="5573"/>
                  </a:cubicBezTo>
                  <a:cubicBezTo>
                    <a:pt x="8093" y="5596"/>
                    <a:pt x="7912" y="5639"/>
                    <a:pt x="7811" y="5667"/>
                  </a:cubicBezTo>
                  <a:cubicBezTo>
                    <a:pt x="7725" y="5693"/>
                    <a:pt x="7646" y="5710"/>
                    <a:pt x="7621" y="5710"/>
                  </a:cubicBezTo>
                  <a:cubicBezTo>
                    <a:pt x="7617" y="5710"/>
                    <a:pt x="7614" y="5710"/>
                    <a:pt x="7613" y="5709"/>
                  </a:cubicBezTo>
                  <a:cubicBezTo>
                    <a:pt x="7605" y="5702"/>
                    <a:pt x="7648" y="5595"/>
                    <a:pt x="7709" y="5469"/>
                  </a:cubicBezTo>
                  <a:cubicBezTo>
                    <a:pt x="7771" y="5343"/>
                    <a:pt x="7820" y="5222"/>
                    <a:pt x="7820" y="5197"/>
                  </a:cubicBezTo>
                  <a:cubicBezTo>
                    <a:pt x="7820" y="5175"/>
                    <a:pt x="7833" y="5146"/>
                    <a:pt x="7847" y="5137"/>
                  </a:cubicBezTo>
                  <a:cubicBezTo>
                    <a:pt x="7862" y="5128"/>
                    <a:pt x="7894" y="5053"/>
                    <a:pt x="7917" y="4968"/>
                  </a:cubicBezTo>
                  <a:cubicBezTo>
                    <a:pt x="7941" y="4884"/>
                    <a:pt x="8003" y="4736"/>
                    <a:pt x="8052" y="4641"/>
                  </a:cubicBezTo>
                  <a:cubicBezTo>
                    <a:pt x="8178" y="4399"/>
                    <a:pt x="8515" y="3684"/>
                    <a:pt x="8581" y="3518"/>
                  </a:cubicBezTo>
                  <a:cubicBezTo>
                    <a:pt x="8611" y="3444"/>
                    <a:pt x="8657" y="3333"/>
                    <a:pt x="8685" y="3269"/>
                  </a:cubicBezTo>
                  <a:cubicBezTo>
                    <a:pt x="8714" y="3205"/>
                    <a:pt x="8747" y="3109"/>
                    <a:pt x="8761" y="3053"/>
                  </a:cubicBezTo>
                  <a:cubicBezTo>
                    <a:pt x="8774" y="2999"/>
                    <a:pt x="8853" y="2781"/>
                    <a:pt x="8935" y="2570"/>
                  </a:cubicBezTo>
                  <a:cubicBezTo>
                    <a:pt x="9085" y="2191"/>
                    <a:pt x="9126" y="2065"/>
                    <a:pt x="9223" y="1674"/>
                  </a:cubicBezTo>
                  <a:cubicBezTo>
                    <a:pt x="9282" y="1441"/>
                    <a:pt x="9292" y="1044"/>
                    <a:pt x="9242" y="927"/>
                  </a:cubicBezTo>
                  <a:cubicBezTo>
                    <a:pt x="9200" y="830"/>
                    <a:pt x="9061" y="667"/>
                    <a:pt x="8998" y="642"/>
                  </a:cubicBezTo>
                  <a:cubicBezTo>
                    <a:pt x="8973" y="631"/>
                    <a:pt x="8953" y="602"/>
                    <a:pt x="8953" y="571"/>
                  </a:cubicBezTo>
                  <a:cubicBezTo>
                    <a:pt x="8953" y="501"/>
                    <a:pt x="8578" y="176"/>
                    <a:pt x="8416" y="106"/>
                  </a:cubicBezTo>
                  <a:cubicBezTo>
                    <a:pt x="8363" y="83"/>
                    <a:pt x="8303" y="67"/>
                    <a:pt x="8268" y="67"/>
                  </a:cubicBezTo>
                  <a:cubicBezTo>
                    <a:pt x="8261" y="67"/>
                    <a:pt x="8255" y="68"/>
                    <a:pt x="8251" y="70"/>
                  </a:cubicBezTo>
                  <a:cubicBezTo>
                    <a:pt x="8244" y="72"/>
                    <a:pt x="8237" y="73"/>
                    <a:pt x="8231" y="73"/>
                  </a:cubicBezTo>
                  <a:cubicBezTo>
                    <a:pt x="8211" y="73"/>
                    <a:pt x="8195" y="62"/>
                    <a:pt x="8188" y="43"/>
                  </a:cubicBezTo>
                  <a:cubicBezTo>
                    <a:pt x="8175" y="9"/>
                    <a:pt x="8120" y="0"/>
                    <a:pt x="79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7"/>
            <p:cNvSpPr/>
            <p:nvPr/>
          </p:nvSpPr>
          <p:spPr>
            <a:xfrm>
              <a:off x="6090550" y="2500050"/>
              <a:ext cx="34175" cy="76050"/>
            </a:xfrm>
            <a:custGeom>
              <a:rect b="b" l="l" r="r" t="t"/>
              <a:pathLst>
                <a:path extrusionOk="0" h="3042" w="1367">
                  <a:moveTo>
                    <a:pt x="822" y="161"/>
                  </a:moveTo>
                  <a:cubicBezTo>
                    <a:pt x="871" y="161"/>
                    <a:pt x="916" y="188"/>
                    <a:pt x="1002" y="245"/>
                  </a:cubicBezTo>
                  <a:cubicBezTo>
                    <a:pt x="1076" y="294"/>
                    <a:pt x="1151" y="363"/>
                    <a:pt x="1170" y="400"/>
                  </a:cubicBezTo>
                  <a:cubicBezTo>
                    <a:pt x="1214" y="485"/>
                    <a:pt x="1197" y="662"/>
                    <a:pt x="1107" y="1060"/>
                  </a:cubicBezTo>
                  <a:cubicBezTo>
                    <a:pt x="1006" y="1503"/>
                    <a:pt x="1010" y="1489"/>
                    <a:pt x="779" y="2046"/>
                  </a:cubicBezTo>
                  <a:cubicBezTo>
                    <a:pt x="689" y="2262"/>
                    <a:pt x="596" y="2494"/>
                    <a:pt x="571" y="2566"/>
                  </a:cubicBezTo>
                  <a:cubicBezTo>
                    <a:pt x="547" y="2634"/>
                    <a:pt x="521" y="2684"/>
                    <a:pt x="513" y="2684"/>
                  </a:cubicBezTo>
                  <a:cubicBezTo>
                    <a:pt x="513" y="2684"/>
                    <a:pt x="512" y="2683"/>
                    <a:pt x="512" y="2683"/>
                  </a:cubicBezTo>
                  <a:cubicBezTo>
                    <a:pt x="496" y="2667"/>
                    <a:pt x="411" y="2326"/>
                    <a:pt x="341" y="2005"/>
                  </a:cubicBezTo>
                  <a:cubicBezTo>
                    <a:pt x="312" y="1871"/>
                    <a:pt x="282" y="1737"/>
                    <a:pt x="275" y="1707"/>
                  </a:cubicBezTo>
                  <a:cubicBezTo>
                    <a:pt x="114" y="1055"/>
                    <a:pt x="282" y="412"/>
                    <a:pt x="666" y="217"/>
                  </a:cubicBezTo>
                  <a:cubicBezTo>
                    <a:pt x="738" y="181"/>
                    <a:pt x="781" y="161"/>
                    <a:pt x="822" y="161"/>
                  </a:cubicBezTo>
                  <a:close/>
                  <a:moveTo>
                    <a:pt x="816" y="1"/>
                  </a:moveTo>
                  <a:cubicBezTo>
                    <a:pt x="749" y="1"/>
                    <a:pt x="681" y="17"/>
                    <a:pt x="611" y="50"/>
                  </a:cubicBezTo>
                  <a:cubicBezTo>
                    <a:pt x="381" y="158"/>
                    <a:pt x="183" y="426"/>
                    <a:pt x="85" y="764"/>
                  </a:cubicBezTo>
                  <a:cubicBezTo>
                    <a:pt x="0" y="1055"/>
                    <a:pt x="74" y="1740"/>
                    <a:pt x="264" y="2436"/>
                  </a:cubicBezTo>
                  <a:cubicBezTo>
                    <a:pt x="280" y="2495"/>
                    <a:pt x="313" y="2636"/>
                    <a:pt x="339" y="2749"/>
                  </a:cubicBezTo>
                  <a:cubicBezTo>
                    <a:pt x="388" y="2973"/>
                    <a:pt x="429" y="3042"/>
                    <a:pt x="509" y="3042"/>
                  </a:cubicBezTo>
                  <a:cubicBezTo>
                    <a:pt x="568" y="3042"/>
                    <a:pt x="664" y="2850"/>
                    <a:pt x="787" y="2488"/>
                  </a:cubicBezTo>
                  <a:cubicBezTo>
                    <a:pt x="826" y="2369"/>
                    <a:pt x="917" y="2136"/>
                    <a:pt x="991" y="1964"/>
                  </a:cubicBezTo>
                  <a:cubicBezTo>
                    <a:pt x="1182" y="1511"/>
                    <a:pt x="1367" y="799"/>
                    <a:pt x="1367" y="508"/>
                  </a:cubicBezTo>
                  <a:cubicBezTo>
                    <a:pt x="1367" y="349"/>
                    <a:pt x="1295" y="236"/>
                    <a:pt x="1112" y="107"/>
                  </a:cubicBezTo>
                  <a:cubicBezTo>
                    <a:pt x="1011" y="36"/>
                    <a:pt x="914" y="1"/>
                    <a:pt x="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7"/>
            <p:cNvSpPr/>
            <p:nvPr/>
          </p:nvSpPr>
          <p:spPr>
            <a:xfrm>
              <a:off x="6121900" y="2515425"/>
              <a:ext cx="16125" cy="34750"/>
            </a:xfrm>
            <a:custGeom>
              <a:rect b="b" l="l" r="r" t="t"/>
              <a:pathLst>
                <a:path extrusionOk="0" h="1390" w="645">
                  <a:moveTo>
                    <a:pt x="567" y="1"/>
                  </a:moveTo>
                  <a:cubicBezTo>
                    <a:pt x="529" y="1"/>
                    <a:pt x="497" y="42"/>
                    <a:pt x="449" y="152"/>
                  </a:cubicBezTo>
                  <a:cubicBezTo>
                    <a:pt x="413" y="234"/>
                    <a:pt x="382" y="316"/>
                    <a:pt x="382" y="332"/>
                  </a:cubicBezTo>
                  <a:cubicBezTo>
                    <a:pt x="382" y="347"/>
                    <a:pt x="295" y="570"/>
                    <a:pt x="188" y="830"/>
                  </a:cubicBezTo>
                  <a:cubicBezTo>
                    <a:pt x="38" y="1194"/>
                    <a:pt x="0" y="1310"/>
                    <a:pt x="23" y="1345"/>
                  </a:cubicBezTo>
                  <a:cubicBezTo>
                    <a:pt x="39" y="1370"/>
                    <a:pt x="68" y="1390"/>
                    <a:pt x="89" y="1390"/>
                  </a:cubicBezTo>
                  <a:cubicBezTo>
                    <a:pt x="133" y="1390"/>
                    <a:pt x="356" y="884"/>
                    <a:pt x="511" y="432"/>
                  </a:cubicBezTo>
                  <a:cubicBezTo>
                    <a:pt x="635" y="72"/>
                    <a:pt x="645"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7"/>
            <p:cNvSpPr/>
            <p:nvPr/>
          </p:nvSpPr>
          <p:spPr>
            <a:xfrm>
              <a:off x="6113800" y="2557250"/>
              <a:ext cx="10275" cy="14100"/>
            </a:xfrm>
            <a:custGeom>
              <a:rect b="b" l="l" r="r" t="t"/>
              <a:pathLst>
                <a:path extrusionOk="0" h="564" w="411">
                  <a:moveTo>
                    <a:pt x="351" y="1"/>
                  </a:moveTo>
                  <a:cubicBezTo>
                    <a:pt x="315" y="1"/>
                    <a:pt x="274" y="11"/>
                    <a:pt x="254" y="31"/>
                  </a:cubicBezTo>
                  <a:cubicBezTo>
                    <a:pt x="236" y="48"/>
                    <a:pt x="221" y="77"/>
                    <a:pt x="221" y="92"/>
                  </a:cubicBezTo>
                  <a:cubicBezTo>
                    <a:pt x="221" y="108"/>
                    <a:pt x="175" y="197"/>
                    <a:pt x="117" y="292"/>
                  </a:cubicBezTo>
                  <a:cubicBezTo>
                    <a:pt x="11" y="469"/>
                    <a:pt x="1" y="564"/>
                    <a:pt x="87" y="564"/>
                  </a:cubicBezTo>
                  <a:cubicBezTo>
                    <a:pt x="114" y="564"/>
                    <a:pt x="162" y="529"/>
                    <a:pt x="193" y="485"/>
                  </a:cubicBezTo>
                  <a:cubicBezTo>
                    <a:pt x="256" y="397"/>
                    <a:pt x="411" y="71"/>
                    <a:pt x="411" y="28"/>
                  </a:cubicBezTo>
                  <a:cubicBezTo>
                    <a:pt x="411" y="10"/>
                    <a:pt x="383" y="1"/>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7"/>
            <p:cNvSpPr/>
            <p:nvPr/>
          </p:nvSpPr>
          <p:spPr>
            <a:xfrm>
              <a:off x="6179675" y="2607900"/>
              <a:ext cx="38400" cy="7275"/>
            </a:xfrm>
            <a:custGeom>
              <a:rect b="b" l="l" r="r" t="t"/>
              <a:pathLst>
                <a:path extrusionOk="0" h="291" w="1536">
                  <a:moveTo>
                    <a:pt x="1424" y="1"/>
                  </a:moveTo>
                  <a:cubicBezTo>
                    <a:pt x="1384" y="1"/>
                    <a:pt x="1307" y="11"/>
                    <a:pt x="1107" y="38"/>
                  </a:cubicBezTo>
                  <a:cubicBezTo>
                    <a:pt x="842" y="73"/>
                    <a:pt x="654" y="91"/>
                    <a:pt x="315" y="116"/>
                  </a:cubicBezTo>
                  <a:cubicBezTo>
                    <a:pt x="125" y="130"/>
                    <a:pt x="0" y="178"/>
                    <a:pt x="0" y="239"/>
                  </a:cubicBezTo>
                  <a:cubicBezTo>
                    <a:pt x="0" y="260"/>
                    <a:pt x="23" y="281"/>
                    <a:pt x="54" y="288"/>
                  </a:cubicBezTo>
                  <a:cubicBezTo>
                    <a:pt x="62" y="289"/>
                    <a:pt x="77" y="290"/>
                    <a:pt x="98" y="290"/>
                  </a:cubicBezTo>
                  <a:cubicBezTo>
                    <a:pt x="344" y="290"/>
                    <a:pt x="1373" y="182"/>
                    <a:pt x="1482" y="140"/>
                  </a:cubicBezTo>
                  <a:cubicBezTo>
                    <a:pt x="1535" y="120"/>
                    <a:pt x="1535" y="33"/>
                    <a:pt x="1482" y="13"/>
                  </a:cubicBezTo>
                  <a:cubicBezTo>
                    <a:pt x="1462" y="5"/>
                    <a:pt x="1451" y="1"/>
                    <a:pt x="1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7"/>
            <p:cNvSpPr/>
            <p:nvPr/>
          </p:nvSpPr>
          <p:spPr>
            <a:xfrm>
              <a:off x="6140250" y="2613325"/>
              <a:ext cx="33675" cy="10025"/>
            </a:xfrm>
            <a:custGeom>
              <a:rect b="b" l="l" r="r" t="t"/>
              <a:pathLst>
                <a:path extrusionOk="0" h="401" w="1347">
                  <a:moveTo>
                    <a:pt x="1254" y="0"/>
                  </a:moveTo>
                  <a:cubicBezTo>
                    <a:pt x="1200" y="0"/>
                    <a:pt x="1111" y="17"/>
                    <a:pt x="970" y="51"/>
                  </a:cubicBezTo>
                  <a:cubicBezTo>
                    <a:pt x="858" y="78"/>
                    <a:pt x="630" y="133"/>
                    <a:pt x="458" y="171"/>
                  </a:cubicBezTo>
                  <a:cubicBezTo>
                    <a:pt x="85" y="257"/>
                    <a:pt x="0" y="286"/>
                    <a:pt x="0" y="335"/>
                  </a:cubicBezTo>
                  <a:cubicBezTo>
                    <a:pt x="0" y="379"/>
                    <a:pt x="27" y="401"/>
                    <a:pt x="96" y="401"/>
                  </a:cubicBezTo>
                  <a:cubicBezTo>
                    <a:pt x="159" y="401"/>
                    <a:pt x="258" y="383"/>
                    <a:pt x="405" y="347"/>
                  </a:cubicBezTo>
                  <a:cubicBezTo>
                    <a:pt x="575" y="306"/>
                    <a:pt x="792" y="258"/>
                    <a:pt x="888" y="239"/>
                  </a:cubicBezTo>
                  <a:cubicBezTo>
                    <a:pt x="983" y="221"/>
                    <a:pt x="1076" y="198"/>
                    <a:pt x="1091" y="187"/>
                  </a:cubicBezTo>
                  <a:cubicBezTo>
                    <a:pt x="1119" y="170"/>
                    <a:pt x="1133" y="167"/>
                    <a:pt x="1217" y="159"/>
                  </a:cubicBezTo>
                  <a:cubicBezTo>
                    <a:pt x="1281" y="154"/>
                    <a:pt x="1346" y="81"/>
                    <a:pt x="1328" y="34"/>
                  </a:cubicBezTo>
                  <a:cubicBezTo>
                    <a:pt x="1320" y="12"/>
                    <a:pt x="1299" y="0"/>
                    <a:pt x="1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7"/>
            <p:cNvSpPr/>
            <p:nvPr/>
          </p:nvSpPr>
          <p:spPr>
            <a:xfrm>
              <a:off x="6145750" y="2619025"/>
              <a:ext cx="79450" cy="31250"/>
            </a:xfrm>
            <a:custGeom>
              <a:rect b="b" l="l" r="r" t="t"/>
              <a:pathLst>
                <a:path extrusionOk="0" h="1250" w="3178">
                  <a:moveTo>
                    <a:pt x="2263" y="172"/>
                  </a:moveTo>
                  <a:cubicBezTo>
                    <a:pt x="2407" y="172"/>
                    <a:pt x="2578" y="178"/>
                    <a:pt x="2638" y="188"/>
                  </a:cubicBezTo>
                  <a:cubicBezTo>
                    <a:pt x="2779" y="211"/>
                    <a:pt x="2845" y="276"/>
                    <a:pt x="2907" y="448"/>
                  </a:cubicBezTo>
                  <a:cubicBezTo>
                    <a:pt x="2957" y="592"/>
                    <a:pt x="2959" y="608"/>
                    <a:pt x="2918" y="687"/>
                  </a:cubicBezTo>
                  <a:cubicBezTo>
                    <a:pt x="2856" y="808"/>
                    <a:pt x="2753" y="896"/>
                    <a:pt x="2585" y="975"/>
                  </a:cubicBezTo>
                  <a:cubicBezTo>
                    <a:pt x="2452" y="1036"/>
                    <a:pt x="2400" y="1043"/>
                    <a:pt x="2124" y="1043"/>
                  </a:cubicBezTo>
                  <a:cubicBezTo>
                    <a:pt x="1853" y="1043"/>
                    <a:pt x="1787" y="1035"/>
                    <a:pt x="1599" y="970"/>
                  </a:cubicBezTo>
                  <a:cubicBezTo>
                    <a:pt x="1480" y="928"/>
                    <a:pt x="1345" y="878"/>
                    <a:pt x="1302" y="858"/>
                  </a:cubicBezTo>
                  <a:cubicBezTo>
                    <a:pt x="1257" y="837"/>
                    <a:pt x="1052" y="746"/>
                    <a:pt x="843" y="656"/>
                  </a:cubicBezTo>
                  <a:cubicBezTo>
                    <a:pt x="635" y="566"/>
                    <a:pt x="456" y="480"/>
                    <a:pt x="443" y="468"/>
                  </a:cubicBezTo>
                  <a:cubicBezTo>
                    <a:pt x="430" y="454"/>
                    <a:pt x="464" y="436"/>
                    <a:pt x="524" y="426"/>
                  </a:cubicBezTo>
                  <a:cubicBezTo>
                    <a:pt x="581" y="417"/>
                    <a:pt x="802" y="374"/>
                    <a:pt x="1017" y="329"/>
                  </a:cubicBezTo>
                  <a:cubicBezTo>
                    <a:pt x="1552" y="218"/>
                    <a:pt x="1517" y="223"/>
                    <a:pt x="1788" y="207"/>
                  </a:cubicBezTo>
                  <a:cubicBezTo>
                    <a:pt x="1921" y="199"/>
                    <a:pt x="2034" y="189"/>
                    <a:pt x="2040" y="183"/>
                  </a:cubicBezTo>
                  <a:cubicBezTo>
                    <a:pt x="2047" y="176"/>
                    <a:pt x="2146" y="172"/>
                    <a:pt x="2263" y="172"/>
                  </a:cubicBezTo>
                  <a:close/>
                  <a:moveTo>
                    <a:pt x="2386" y="1"/>
                  </a:moveTo>
                  <a:cubicBezTo>
                    <a:pt x="2254" y="1"/>
                    <a:pt x="2092" y="10"/>
                    <a:pt x="1893" y="26"/>
                  </a:cubicBezTo>
                  <a:cubicBezTo>
                    <a:pt x="1688" y="44"/>
                    <a:pt x="1397" y="84"/>
                    <a:pt x="1249" y="115"/>
                  </a:cubicBezTo>
                  <a:cubicBezTo>
                    <a:pt x="1100" y="147"/>
                    <a:pt x="901" y="185"/>
                    <a:pt x="805" y="198"/>
                  </a:cubicBezTo>
                  <a:cubicBezTo>
                    <a:pt x="181" y="290"/>
                    <a:pt x="0" y="353"/>
                    <a:pt x="65" y="458"/>
                  </a:cubicBezTo>
                  <a:cubicBezTo>
                    <a:pt x="98" y="513"/>
                    <a:pt x="75" y="500"/>
                    <a:pt x="520" y="705"/>
                  </a:cubicBezTo>
                  <a:cubicBezTo>
                    <a:pt x="1396" y="1110"/>
                    <a:pt x="1818" y="1250"/>
                    <a:pt x="2163" y="1250"/>
                  </a:cubicBezTo>
                  <a:cubicBezTo>
                    <a:pt x="2407" y="1250"/>
                    <a:pt x="2751" y="1125"/>
                    <a:pt x="2921" y="976"/>
                  </a:cubicBezTo>
                  <a:cubicBezTo>
                    <a:pt x="3140" y="783"/>
                    <a:pt x="3178" y="556"/>
                    <a:pt x="3032" y="291"/>
                  </a:cubicBezTo>
                  <a:cubicBezTo>
                    <a:pt x="2917" y="80"/>
                    <a:pt x="2775" y="1"/>
                    <a:pt x="2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7"/>
            <p:cNvSpPr/>
            <p:nvPr/>
          </p:nvSpPr>
          <p:spPr>
            <a:xfrm>
              <a:off x="6080200" y="2631825"/>
              <a:ext cx="9900" cy="8275"/>
            </a:xfrm>
            <a:custGeom>
              <a:rect b="b" l="l" r="r" t="t"/>
              <a:pathLst>
                <a:path extrusionOk="0" h="331" w="396">
                  <a:moveTo>
                    <a:pt x="215" y="0"/>
                  </a:moveTo>
                  <a:cubicBezTo>
                    <a:pt x="184" y="0"/>
                    <a:pt x="151" y="9"/>
                    <a:pt x="116" y="27"/>
                  </a:cubicBezTo>
                  <a:cubicBezTo>
                    <a:pt x="27" y="74"/>
                    <a:pt x="1" y="111"/>
                    <a:pt x="1" y="191"/>
                  </a:cubicBezTo>
                  <a:cubicBezTo>
                    <a:pt x="0" y="279"/>
                    <a:pt x="70" y="331"/>
                    <a:pt x="153" y="331"/>
                  </a:cubicBezTo>
                  <a:cubicBezTo>
                    <a:pt x="204" y="331"/>
                    <a:pt x="260" y="311"/>
                    <a:pt x="306" y="268"/>
                  </a:cubicBezTo>
                  <a:cubicBezTo>
                    <a:pt x="389" y="192"/>
                    <a:pt x="395" y="152"/>
                    <a:pt x="340" y="72"/>
                  </a:cubicBezTo>
                  <a:cubicBezTo>
                    <a:pt x="306" y="24"/>
                    <a:pt x="264"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77"/>
          <p:cNvGrpSpPr/>
          <p:nvPr/>
        </p:nvGrpSpPr>
        <p:grpSpPr>
          <a:xfrm>
            <a:off x="7586800" y="3865841"/>
            <a:ext cx="395823" cy="325965"/>
            <a:chOff x="6441550" y="2480732"/>
            <a:chExt cx="253700" cy="208925"/>
          </a:xfrm>
        </p:grpSpPr>
        <p:sp>
          <p:nvSpPr>
            <p:cNvPr id="2216" name="Google Shape;2216;p77"/>
            <p:cNvSpPr/>
            <p:nvPr/>
          </p:nvSpPr>
          <p:spPr>
            <a:xfrm>
              <a:off x="6450150" y="2496032"/>
              <a:ext cx="234200" cy="178350"/>
            </a:xfrm>
            <a:custGeom>
              <a:rect b="b" l="l" r="r" t="t"/>
              <a:pathLst>
                <a:path extrusionOk="0" h="7134" w="9368">
                  <a:moveTo>
                    <a:pt x="4659" y="0"/>
                  </a:moveTo>
                  <a:cubicBezTo>
                    <a:pt x="4607" y="0"/>
                    <a:pt x="4541" y="13"/>
                    <a:pt x="4450" y="37"/>
                  </a:cubicBezTo>
                  <a:cubicBezTo>
                    <a:pt x="3877" y="190"/>
                    <a:pt x="3484" y="1286"/>
                    <a:pt x="3251" y="1912"/>
                  </a:cubicBezTo>
                  <a:cubicBezTo>
                    <a:pt x="3320" y="1989"/>
                    <a:pt x="3277" y="2134"/>
                    <a:pt x="3165" y="2176"/>
                  </a:cubicBezTo>
                  <a:lnTo>
                    <a:pt x="3168" y="2185"/>
                  </a:lnTo>
                  <a:cubicBezTo>
                    <a:pt x="3113" y="2194"/>
                    <a:pt x="3054" y="2199"/>
                    <a:pt x="2997" y="2208"/>
                  </a:cubicBezTo>
                  <a:cubicBezTo>
                    <a:pt x="2928" y="2224"/>
                    <a:pt x="2859" y="2242"/>
                    <a:pt x="2789" y="2262"/>
                  </a:cubicBezTo>
                  <a:cubicBezTo>
                    <a:pt x="2774" y="2272"/>
                    <a:pt x="2758" y="2277"/>
                    <a:pt x="2742" y="2277"/>
                  </a:cubicBezTo>
                  <a:cubicBezTo>
                    <a:pt x="2715" y="2277"/>
                    <a:pt x="2691" y="2262"/>
                    <a:pt x="2674" y="2240"/>
                  </a:cubicBezTo>
                  <a:cubicBezTo>
                    <a:pt x="2334" y="2266"/>
                    <a:pt x="1995" y="2268"/>
                    <a:pt x="1658" y="2272"/>
                  </a:cubicBezTo>
                  <a:cubicBezTo>
                    <a:pt x="1653" y="2272"/>
                    <a:pt x="1647" y="2272"/>
                    <a:pt x="1641" y="2272"/>
                  </a:cubicBezTo>
                  <a:cubicBezTo>
                    <a:pt x="1500" y="2272"/>
                    <a:pt x="1246" y="2244"/>
                    <a:pt x="999" y="2244"/>
                  </a:cubicBezTo>
                  <a:cubicBezTo>
                    <a:pt x="731" y="2244"/>
                    <a:pt x="469" y="2277"/>
                    <a:pt x="366" y="2418"/>
                  </a:cubicBezTo>
                  <a:cubicBezTo>
                    <a:pt x="0" y="2908"/>
                    <a:pt x="2213" y="3958"/>
                    <a:pt x="2559" y="4145"/>
                  </a:cubicBezTo>
                  <a:cubicBezTo>
                    <a:pt x="2583" y="4161"/>
                    <a:pt x="2605" y="4177"/>
                    <a:pt x="2621" y="4198"/>
                  </a:cubicBezTo>
                  <a:cubicBezTo>
                    <a:pt x="2684" y="4214"/>
                    <a:pt x="2732" y="4270"/>
                    <a:pt x="2706" y="4346"/>
                  </a:cubicBezTo>
                  <a:cubicBezTo>
                    <a:pt x="2554" y="4801"/>
                    <a:pt x="2408" y="5258"/>
                    <a:pt x="2295" y="5725"/>
                  </a:cubicBezTo>
                  <a:cubicBezTo>
                    <a:pt x="2237" y="5970"/>
                    <a:pt x="2191" y="6212"/>
                    <a:pt x="2161" y="6461"/>
                  </a:cubicBezTo>
                  <a:cubicBezTo>
                    <a:pt x="2127" y="6731"/>
                    <a:pt x="1993" y="7041"/>
                    <a:pt x="2272" y="7123"/>
                  </a:cubicBezTo>
                  <a:cubicBezTo>
                    <a:pt x="2295" y="7130"/>
                    <a:pt x="2320" y="7133"/>
                    <a:pt x="2345" y="7133"/>
                  </a:cubicBezTo>
                  <a:cubicBezTo>
                    <a:pt x="2715" y="7133"/>
                    <a:pt x="3335" y="6449"/>
                    <a:pt x="3602" y="6214"/>
                  </a:cubicBezTo>
                  <a:cubicBezTo>
                    <a:pt x="3939" y="5918"/>
                    <a:pt x="4255" y="5606"/>
                    <a:pt x="4577" y="5298"/>
                  </a:cubicBezTo>
                  <a:cubicBezTo>
                    <a:pt x="4624" y="5252"/>
                    <a:pt x="4676" y="5232"/>
                    <a:pt x="4726" y="5232"/>
                  </a:cubicBezTo>
                  <a:cubicBezTo>
                    <a:pt x="4823" y="5232"/>
                    <a:pt x="4912" y="5304"/>
                    <a:pt x="4943" y="5395"/>
                  </a:cubicBezTo>
                  <a:cubicBezTo>
                    <a:pt x="5748" y="6083"/>
                    <a:pt x="6641" y="6590"/>
                    <a:pt x="7652" y="6886"/>
                  </a:cubicBezTo>
                  <a:cubicBezTo>
                    <a:pt x="7611" y="6433"/>
                    <a:pt x="7534" y="5990"/>
                    <a:pt x="7408" y="5552"/>
                  </a:cubicBezTo>
                  <a:cubicBezTo>
                    <a:pt x="7269" y="5069"/>
                    <a:pt x="7001" y="4628"/>
                    <a:pt x="6887" y="4143"/>
                  </a:cubicBezTo>
                  <a:cubicBezTo>
                    <a:pt x="6863" y="4039"/>
                    <a:pt x="6937" y="3942"/>
                    <a:pt x="7024" y="3914"/>
                  </a:cubicBezTo>
                  <a:cubicBezTo>
                    <a:pt x="7026" y="3866"/>
                    <a:pt x="7050" y="3815"/>
                    <a:pt x="7107" y="3781"/>
                  </a:cubicBezTo>
                  <a:cubicBezTo>
                    <a:pt x="7386" y="3602"/>
                    <a:pt x="9368" y="2256"/>
                    <a:pt x="9139" y="1904"/>
                  </a:cubicBezTo>
                  <a:cubicBezTo>
                    <a:pt x="9087" y="1823"/>
                    <a:pt x="8893" y="1797"/>
                    <a:pt x="8659" y="1797"/>
                  </a:cubicBezTo>
                  <a:cubicBezTo>
                    <a:pt x="8282" y="1797"/>
                    <a:pt x="7801" y="1864"/>
                    <a:pt x="7633" y="1875"/>
                  </a:cubicBezTo>
                  <a:cubicBezTo>
                    <a:pt x="7146" y="1908"/>
                    <a:pt x="6661" y="1988"/>
                    <a:pt x="6177" y="2002"/>
                  </a:cubicBezTo>
                  <a:cubicBezTo>
                    <a:pt x="6173" y="2002"/>
                    <a:pt x="6170" y="2002"/>
                    <a:pt x="6166" y="2002"/>
                  </a:cubicBezTo>
                  <a:cubicBezTo>
                    <a:pt x="6063" y="2002"/>
                    <a:pt x="6000" y="1931"/>
                    <a:pt x="5976" y="1848"/>
                  </a:cubicBezTo>
                  <a:cubicBezTo>
                    <a:pt x="5937" y="1836"/>
                    <a:pt x="5899" y="1815"/>
                    <a:pt x="5874" y="1781"/>
                  </a:cubicBezTo>
                  <a:cubicBezTo>
                    <a:pt x="5664" y="1476"/>
                    <a:pt x="5549" y="1118"/>
                    <a:pt x="5354" y="802"/>
                  </a:cubicBezTo>
                  <a:cubicBezTo>
                    <a:pt x="5241" y="617"/>
                    <a:pt x="5117" y="437"/>
                    <a:pt x="4980" y="270"/>
                  </a:cubicBezTo>
                  <a:cubicBezTo>
                    <a:pt x="4832" y="88"/>
                    <a:pt x="4795" y="0"/>
                    <a:pt x="46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7"/>
            <p:cNvSpPr/>
            <p:nvPr/>
          </p:nvSpPr>
          <p:spPr>
            <a:xfrm>
              <a:off x="6441550" y="2480732"/>
              <a:ext cx="253700" cy="208925"/>
            </a:xfrm>
            <a:custGeom>
              <a:rect b="b" l="l" r="r" t="t"/>
              <a:pathLst>
                <a:path extrusionOk="0" h="8357" w="10148">
                  <a:moveTo>
                    <a:pt x="5002" y="612"/>
                  </a:moveTo>
                  <a:cubicBezTo>
                    <a:pt x="5139" y="612"/>
                    <a:pt x="5176" y="700"/>
                    <a:pt x="5324" y="883"/>
                  </a:cubicBezTo>
                  <a:cubicBezTo>
                    <a:pt x="5461" y="1049"/>
                    <a:pt x="5585" y="1229"/>
                    <a:pt x="5698" y="1414"/>
                  </a:cubicBezTo>
                  <a:cubicBezTo>
                    <a:pt x="5893" y="1730"/>
                    <a:pt x="6008" y="2088"/>
                    <a:pt x="6219" y="2393"/>
                  </a:cubicBezTo>
                  <a:cubicBezTo>
                    <a:pt x="6243" y="2428"/>
                    <a:pt x="6281" y="2448"/>
                    <a:pt x="6320" y="2460"/>
                  </a:cubicBezTo>
                  <a:cubicBezTo>
                    <a:pt x="6344" y="2543"/>
                    <a:pt x="6408" y="2615"/>
                    <a:pt x="6512" y="2615"/>
                  </a:cubicBezTo>
                  <a:cubicBezTo>
                    <a:pt x="6515" y="2615"/>
                    <a:pt x="6518" y="2615"/>
                    <a:pt x="6521" y="2615"/>
                  </a:cubicBezTo>
                  <a:cubicBezTo>
                    <a:pt x="7006" y="2601"/>
                    <a:pt x="7490" y="2520"/>
                    <a:pt x="7977" y="2488"/>
                  </a:cubicBezTo>
                  <a:cubicBezTo>
                    <a:pt x="8145" y="2476"/>
                    <a:pt x="8627" y="2409"/>
                    <a:pt x="9004" y="2409"/>
                  </a:cubicBezTo>
                  <a:cubicBezTo>
                    <a:pt x="9238" y="2409"/>
                    <a:pt x="9431" y="2435"/>
                    <a:pt x="9483" y="2516"/>
                  </a:cubicBezTo>
                  <a:cubicBezTo>
                    <a:pt x="9711" y="2868"/>
                    <a:pt x="7730" y="4214"/>
                    <a:pt x="7451" y="4393"/>
                  </a:cubicBezTo>
                  <a:cubicBezTo>
                    <a:pt x="7394" y="4427"/>
                    <a:pt x="7370" y="4478"/>
                    <a:pt x="7368" y="4526"/>
                  </a:cubicBezTo>
                  <a:cubicBezTo>
                    <a:pt x="7281" y="4554"/>
                    <a:pt x="7207" y="4651"/>
                    <a:pt x="7231" y="4755"/>
                  </a:cubicBezTo>
                  <a:cubicBezTo>
                    <a:pt x="7345" y="5240"/>
                    <a:pt x="7613" y="5681"/>
                    <a:pt x="7752" y="6164"/>
                  </a:cubicBezTo>
                  <a:cubicBezTo>
                    <a:pt x="7878" y="6602"/>
                    <a:pt x="7955" y="7045"/>
                    <a:pt x="7996" y="7498"/>
                  </a:cubicBezTo>
                  <a:cubicBezTo>
                    <a:pt x="6985" y="7202"/>
                    <a:pt x="6092" y="6695"/>
                    <a:pt x="5287" y="6007"/>
                  </a:cubicBezTo>
                  <a:cubicBezTo>
                    <a:pt x="5256" y="5916"/>
                    <a:pt x="5167" y="5845"/>
                    <a:pt x="5070" y="5845"/>
                  </a:cubicBezTo>
                  <a:cubicBezTo>
                    <a:pt x="5020" y="5845"/>
                    <a:pt x="4968" y="5864"/>
                    <a:pt x="4921" y="5910"/>
                  </a:cubicBezTo>
                  <a:cubicBezTo>
                    <a:pt x="4599" y="6219"/>
                    <a:pt x="4283" y="6530"/>
                    <a:pt x="3946" y="6826"/>
                  </a:cubicBezTo>
                  <a:cubicBezTo>
                    <a:pt x="3678" y="7061"/>
                    <a:pt x="3059" y="7746"/>
                    <a:pt x="2689" y="7746"/>
                  </a:cubicBezTo>
                  <a:cubicBezTo>
                    <a:pt x="2663" y="7746"/>
                    <a:pt x="2639" y="7743"/>
                    <a:pt x="2616" y="7736"/>
                  </a:cubicBezTo>
                  <a:cubicBezTo>
                    <a:pt x="2337" y="7653"/>
                    <a:pt x="2471" y="7343"/>
                    <a:pt x="2505" y="7073"/>
                  </a:cubicBezTo>
                  <a:cubicBezTo>
                    <a:pt x="2535" y="6824"/>
                    <a:pt x="2581" y="6582"/>
                    <a:pt x="2639" y="6337"/>
                  </a:cubicBezTo>
                  <a:cubicBezTo>
                    <a:pt x="2752" y="5870"/>
                    <a:pt x="2898" y="5413"/>
                    <a:pt x="3050" y="4958"/>
                  </a:cubicBezTo>
                  <a:cubicBezTo>
                    <a:pt x="3076" y="4882"/>
                    <a:pt x="3028" y="4826"/>
                    <a:pt x="2965" y="4810"/>
                  </a:cubicBezTo>
                  <a:cubicBezTo>
                    <a:pt x="2949" y="4790"/>
                    <a:pt x="2928" y="4773"/>
                    <a:pt x="2903" y="4757"/>
                  </a:cubicBezTo>
                  <a:cubicBezTo>
                    <a:pt x="2557" y="4570"/>
                    <a:pt x="344" y="3520"/>
                    <a:pt x="710" y="3031"/>
                  </a:cubicBezTo>
                  <a:cubicBezTo>
                    <a:pt x="813" y="2890"/>
                    <a:pt x="1076" y="2857"/>
                    <a:pt x="1345" y="2857"/>
                  </a:cubicBezTo>
                  <a:cubicBezTo>
                    <a:pt x="1593" y="2857"/>
                    <a:pt x="1848" y="2885"/>
                    <a:pt x="1988" y="2885"/>
                  </a:cubicBezTo>
                  <a:cubicBezTo>
                    <a:pt x="1993" y="2885"/>
                    <a:pt x="1998" y="2885"/>
                    <a:pt x="2002" y="2885"/>
                  </a:cubicBezTo>
                  <a:cubicBezTo>
                    <a:pt x="2340" y="2880"/>
                    <a:pt x="2678" y="2878"/>
                    <a:pt x="3018" y="2852"/>
                  </a:cubicBezTo>
                  <a:cubicBezTo>
                    <a:pt x="3034" y="2875"/>
                    <a:pt x="3059" y="2889"/>
                    <a:pt x="3086" y="2889"/>
                  </a:cubicBezTo>
                  <a:cubicBezTo>
                    <a:pt x="3101" y="2889"/>
                    <a:pt x="3118" y="2884"/>
                    <a:pt x="3133" y="2874"/>
                  </a:cubicBezTo>
                  <a:cubicBezTo>
                    <a:pt x="3203" y="2854"/>
                    <a:pt x="3272" y="2836"/>
                    <a:pt x="3342" y="2820"/>
                  </a:cubicBezTo>
                  <a:cubicBezTo>
                    <a:pt x="3399" y="2811"/>
                    <a:pt x="3457" y="2806"/>
                    <a:pt x="3512" y="2797"/>
                  </a:cubicBezTo>
                  <a:lnTo>
                    <a:pt x="3509" y="2788"/>
                  </a:lnTo>
                  <a:cubicBezTo>
                    <a:pt x="3621" y="2746"/>
                    <a:pt x="3664" y="2601"/>
                    <a:pt x="3595" y="2524"/>
                  </a:cubicBezTo>
                  <a:cubicBezTo>
                    <a:pt x="3829" y="1899"/>
                    <a:pt x="4221" y="802"/>
                    <a:pt x="4794" y="649"/>
                  </a:cubicBezTo>
                  <a:cubicBezTo>
                    <a:pt x="4885" y="625"/>
                    <a:pt x="4951" y="612"/>
                    <a:pt x="5002" y="612"/>
                  </a:cubicBezTo>
                  <a:close/>
                  <a:moveTo>
                    <a:pt x="4825" y="1"/>
                  </a:moveTo>
                  <a:cubicBezTo>
                    <a:pt x="4820" y="1"/>
                    <a:pt x="4815" y="1"/>
                    <a:pt x="4810" y="1"/>
                  </a:cubicBezTo>
                  <a:cubicBezTo>
                    <a:pt x="4376" y="15"/>
                    <a:pt x="4159" y="546"/>
                    <a:pt x="3978" y="872"/>
                  </a:cubicBezTo>
                  <a:cubicBezTo>
                    <a:pt x="3696" y="1377"/>
                    <a:pt x="3470" y="1908"/>
                    <a:pt x="3281" y="2455"/>
                  </a:cubicBezTo>
                  <a:cubicBezTo>
                    <a:pt x="2890" y="2406"/>
                    <a:pt x="2477" y="2382"/>
                    <a:pt x="2068" y="2382"/>
                  </a:cubicBezTo>
                  <a:cubicBezTo>
                    <a:pt x="1748" y="2382"/>
                    <a:pt x="1430" y="2397"/>
                    <a:pt x="1129" y="2425"/>
                  </a:cubicBezTo>
                  <a:cubicBezTo>
                    <a:pt x="760" y="2460"/>
                    <a:pt x="289" y="2585"/>
                    <a:pt x="157" y="2979"/>
                  </a:cubicBezTo>
                  <a:cubicBezTo>
                    <a:pt x="0" y="3455"/>
                    <a:pt x="455" y="3774"/>
                    <a:pt x="785" y="4025"/>
                  </a:cubicBezTo>
                  <a:cubicBezTo>
                    <a:pt x="1360" y="4464"/>
                    <a:pt x="1988" y="4852"/>
                    <a:pt x="2662" y="5120"/>
                  </a:cubicBezTo>
                  <a:cubicBezTo>
                    <a:pt x="2334" y="5695"/>
                    <a:pt x="2145" y="6316"/>
                    <a:pt x="2056" y="6981"/>
                  </a:cubicBezTo>
                  <a:cubicBezTo>
                    <a:pt x="2004" y="7339"/>
                    <a:pt x="1847" y="7993"/>
                    <a:pt x="2203" y="8258"/>
                  </a:cubicBezTo>
                  <a:cubicBezTo>
                    <a:pt x="2296" y="8328"/>
                    <a:pt x="2395" y="8357"/>
                    <a:pt x="2495" y="8357"/>
                  </a:cubicBezTo>
                  <a:cubicBezTo>
                    <a:pt x="2829" y="8357"/>
                    <a:pt x="3181" y="8034"/>
                    <a:pt x="3410" y="7856"/>
                  </a:cubicBezTo>
                  <a:cubicBezTo>
                    <a:pt x="4013" y="7389"/>
                    <a:pt x="4591" y="6886"/>
                    <a:pt x="5124" y="6341"/>
                  </a:cubicBezTo>
                  <a:cubicBezTo>
                    <a:pt x="5978" y="7172"/>
                    <a:pt x="7028" y="7731"/>
                    <a:pt x="8185" y="8019"/>
                  </a:cubicBezTo>
                  <a:cubicBezTo>
                    <a:pt x="8204" y="8024"/>
                    <a:pt x="8222" y="8027"/>
                    <a:pt x="8241" y="8027"/>
                  </a:cubicBezTo>
                  <a:cubicBezTo>
                    <a:pt x="8360" y="8027"/>
                    <a:pt x="8477" y="7933"/>
                    <a:pt x="8472" y="7803"/>
                  </a:cubicBezTo>
                  <a:cubicBezTo>
                    <a:pt x="8428" y="6819"/>
                    <a:pt x="8267" y="5508"/>
                    <a:pt x="7633" y="4693"/>
                  </a:cubicBezTo>
                  <a:cubicBezTo>
                    <a:pt x="8239" y="4381"/>
                    <a:pt x="8806" y="3997"/>
                    <a:pt x="9305" y="3534"/>
                  </a:cubicBezTo>
                  <a:cubicBezTo>
                    <a:pt x="9585" y="3273"/>
                    <a:pt x="10148" y="2813"/>
                    <a:pt x="10051" y="2359"/>
                  </a:cubicBezTo>
                  <a:cubicBezTo>
                    <a:pt x="9976" y="2005"/>
                    <a:pt x="9624" y="1951"/>
                    <a:pt x="9300" y="1951"/>
                  </a:cubicBezTo>
                  <a:cubicBezTo>
                    <a:pt x="9174" y="1951"/>
                    <a:pt x="9052" y="1959"/>
                    <a:pt x="8952" y="1961"/>
                  </a:cubicBezTo>
                  <a:cubicBezTo>
                    <a:pt x="8153" y="1973"/>
                    <a:pt x="7303" y="1989"/>
                    <a:pt x="6523" y="2174"/>
                  </a:cubicBezTo>
                  <a:cubicBezTo>
                    <a:pt x="6424" y="1661"/>
                    <a:pt x="6102" y="1186"/>
                    <a:pt x="5793" y="777"/>
                  </a:cubicBezTo>
                  <a:cubicBezTo>
                    <a:pt x="5568" y="480"/>
                    <a:pt x="5245" y="1"/>
                    <a:pt x="4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77"/>
          <p:cNvGrpSpPr/>
          <p:nvPr/>
        </p:nvGrpSpPr>
        <p:grpSpPr>
          <a:xfrm>
            <a:off x="713184" y="4691184"/>
            <a:ext cx="7726459" cy="369843"/>
            <a:chOff x="713184" y="4691184"/>
            <a:chExt cx="7726459" cy="369843"/>
          </a:xfrm>
        </p:grpSpPr>
        <p:sp>
          <p:nvSpPr>
            <p:cNvPr id="2219" name="Google Shape;2219;p77"/>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220" name="Google Shape;2220;p77"/>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7"/>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7">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6" name="Shape 2226"/>
        <p:cNvGrpSpPr/>
        <p:nvPr/>
      </p:nvGrpSpPr>
      <p:grpSpPr>
        <a:xfrm>
          <a:off x="0" y="0"/>
          <a:ext cx="0" cy="0"/>
          <a:chOff x="0" y="0"/>
          <a:chExt cx="0" cy="0"/>
        </a:xfrm>
      </p:grpSpPr>
      <p:sp>
        <p:nvSpPr>
          <p:cNvPr id="2227" name="Google Shape;2227;p78"/>
          <p:cNvSpPr/>
          <p:nvPr/>
        </p:nvSpPr>
        <p:spPr>
          <a:xfrm rot="60166">
            <a:off x="5956294" y="2467502"/>
            <a:ext cx="2470709" cy="435737"/>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2228" name="Google Shape;2228;p78"/>
          <p:cNvSpPr/>
          <p:nvPr/>
        </p:nvSpPr>
        <p:spPr>
          <a:xfrm rot="60166">
            <a:off x="3341231" y="2467502"/>
            <a:ext cx="2470709" cy="435737"/>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2229" name="Google Shape;2229;p78"/>
          <p:cNvSpPr/>
          <p:nvPr/>
        </p:nvSpPr>
        <p:spPr>
          <a:xfrm rot="60166">
            <a:off x="723569" y="2467502"/>
            <a:ext cx="2470709" cy="435737"/>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grpSp>
        <p:nvGrpSpPr>
          <p:cNvPr id="2230" name="Google Shape;2230;p78"/>
          <p:cNvGrpSpPr/>
          <p:nvPr/>
        </p:nvGrpSpPr>
        <p:grpSpPr>
          <a:xfrm>
            <a:off x="1860002" y="716427"/>
            <a:ext cx="5423319" cy="695280"/>
            <a:chOff x="5316325" y="1612757"/>
            <a:chExt cx="1404350" cy="302125"/>
          </a:xfrm>
        </p:grpSpPr>
        <p:sp>
          <p:nvSpPr>
            <p:cNvPr id="2231" name="Google Shape;2231;p78"/>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8"/>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8"/>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8"/>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8"/>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8"/>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8"/>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8"/>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8"/>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8"/>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8"/>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 name="Google Shape;2242;p78"/>
          <p:cNvSpPr txBox="1"/>
          <p:nvPr>
            <p:ph type="title"/>
          </p:nvPr>
        </p:nvSpPr>
        <p:spPr>
          <a:xfrm>
            <a:off x="2715675" y="758952"/>
            <a:ext cx="371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ock, paper, scissors tag</a:t>
            </a:r>
            <a:endParaRPr/>
          </a:p>
        </p:txBody>
      </p:sp>
      <p:sp>
        <p:nvSpPr>
          <p:cNvPr id="2243" name="Google Shape;2243;p78"/>
          <p:cNvSpPr txBox="1"/>
          <p:nvPr>
            <p:ph idx="2" type="title"/>
          </p:nvPr>
        </p:nvSpPr>
        <p:spPr>
          <a:xfrm>
            <a:off x="704200" y="2533250"/>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wo teams!</a:t>
            </a:r>
            <a:endParaRPr/>
          </a:p>
        </p:txBody>
      </p:sp>
      <p:sp>
        <p:nvSpPr>
          <p:cNvPr id="2244" name="Google Shape;2244;p78"/>
          <p:cNvSpPr txBox="1"/>
          <p:nvPr>
            <p:ph idx="1" type="subTitle"/>
          </p:nvPr>
        </p:nvSpPr>
        <p:spPr>
          <a:xfrm>
            <a:off x="704875" y="3013800"/>
            <a:ext cx="2496300" cy="112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For this game, you need a lot of room: your students must run freely! First, establish a base for each team.</a:t>
            </a:r>
            <a:endParaRPr/>
          </a:p>
        </p:txBody>
      </p:sp>
      <p:sp>
        <p:nvSpPr>
          <p:cNvPr id="2245" name="Google Shape;2245;p78"/>
          <p:cNvSpPr txBox="1"/>
          <p:nvPr>
            <p:ph idx="3" type="title"/>
          </p:nvPr>
        </p:nvSpPr>
        <p:spPr>
          <a:xfrm>
            <a:off x="3323851" y="2533250"/>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Shoot!</a:t>
            </a:r>
            <a:endParaRPr/>
          </a:p>
        </p:txBody>
      </p:sp>
      <p:sp>
        <p:nvSpPr>
          <p:cNvPr id="2246" name="Google Shape;2246;p78"/>
          <p:cNvSpPr txBox="1"/>
          <p:nvPr>
            <p:ph idx="4" type="subTitle"/>
          </p:nvPr>
        </p:nvSpPr>
        <p:spPr>
          <a:xfrm>
            <a:off x="3324977" y="3013800"/>
            <a:ext cx="2496000" cy="112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teams choose rock, paper or scissors and will play against each other at your signal.</a:t>
            </a:r>
            <a:endParaRPr/>
          </a:p>
        </p:txBody>
      </p:sp>
      <p:sp>
        <p:nvSpPr>
          <p:cNvPr id="2247" name="Google Shape;2247;p78"/>
          <p:cNvSpPr txBox="1"/>
          <p:nvPr>
            <p:ph idx="5" type="title"/>
          </p:nvPr>
        </p:nvSpPr>
        <p:spPr>
          <a:xfrm>
            <a:off x="5943502" y="2533250"/>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Run!</a:t>
            </a:r>
            <a:endParaRPr/>
          </a:p>
        </p:txBody>
      </p:sp>
      <p:sp>
        <p:nvSpPr>
          <p:cNvPr id="2248" name="Google Shape;2248;p78"/>
          <p:cNvSpPr txBox="1"/>
          <p:nvPr>
            <p:ph idx="6" type="subTitle"/>
          </p:nvPr>
        </p:nvSpPr>
        <p:spPr>
          <a:xfrm>
            <a:off x="5944778" y="3013800"/>
            <a:ext cx="2493900" cy="112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winners will chase the opponent team and try to tag them while the </a:t>
            </a:r>
            <a:r>
              <a:rPr lang="en"/>
              <a:t>losers</a:t>
            </a:r>
            <a:r>
              <a:rPr lang="en"/>
              <a:t> run back to their base.</a:t>
            </a:r>
            <a:endParaRPr/>
          </a:p>
        </p:txBody>
      </p:sp>
      <p:grpSp>
        <p:nvGrpSpPr>
          <p:cNvPr id="2249" name="Google Shape;2249;p78"/>
          <p:cNvGrpSpPr/>
          <p:nvPr/>
        </p:nvGrpSpPr>
        <p:grpSpPr>
          <a:xfrm>
            <a:off x="4276672" y="1739279"/>
            <a:ext cx="599467" cy="531552"/>
            <a:chOff x="3725850" y="3874550"/>
            <a:chExt cx="232875" cy="206500"/>
          </a:xfrm>
        </p:grpSpPr>
        <p:sp>
          <p:nvSpPr>
            <p:cNvPr id="2250" name="Google Shape;2250;p78"/>
            <p:cNvSpPr/>
            <p:nvPr/>
          </p:nvSpPr>
          <p:spPr>
            <a:xfrm>
              <a:off x="3725850" y="3874550"/>
              <a:ext cx="232875" cy="206500"/>
            </a:xfrm>
            <a:custGeom>
              <a:rect b="b" l="l" r="r" t="t"/>
              <a:pathLst>
                <a:path extrusionOk="0" h="8260" w="9315">
                  <a:moveTo>
                    <a:pt x="3669" y="297"/>
                  </a:moveTo>
                  <a:cubicBezTo>
                    <a:pt x="4503" y="297"/>
                    <a:pt x="5647" y="413"/>
                    <a:pt x="6146" y="563"/>
                  </a:cubicBezTo>
                  <a:cubicBezTo>
                    <a:pt x="6286" y="605"/>
                    <a:pt x="6533" y="677"/>
                    <a:pt x="6692" y="724"/>
                  </a:cubicBezTo>
                  <a:cubicBezTo>
                    <a:pt x="7482" y="953"/>
                    <a:pt x="8206" y="1470"/>
                    <a:pt x="8611" y="2092"/>
                  </a:cubicBezTo>
                  <a:cubicBezTo>
                    <a:pt x="9065" y="2789"/>
                    <a:pt x="9125" y="3432"/>
                    <a:pt x="8832" y="4487"/>
                  </a:cubicBezTo>
                  <a:cubicBezTo>
                    <a:pt x="8746" y="4797"/>
                    <a:pt x="8661" y="5050"/>
                    <a:pt x="8642" y="5050"/>
                  </a:cubicBezTo>
                  <a:cubicBezTo>
                    <a:pt x="8642" y="5050"/>
                    <a:pt x="8642" y="5050"/>
                    <a:pt x="8642" y="5050"/>
                  </a:cubicBezTo>
                  <a:cubicBezTo>
                    <a:pt x="8625" y="5048"/>
                    <a:pt x="8586" y="4996"/>
                    <a:pt x="8557" y="4939"/>
                  </a:cubicBezTo>
                  <a:cubicBezTo>
                    <a:pt x="8460" y="4738"/>
                    <a:pt x="8199" y="4424"/>
                    <a:pt x="8120" y="4413"/>
                  </a:cubicBezTo>
                  <a:cubicBezTo>
                    <a:pt x="8108" y="4411"/>
                    <a:pt x="8097" y="4411"/>
                    <a:pt x="8087" y="4411"/>
                  </a:cubicBezTo>
                  <a:cubicBezTo>
                    <a:pt x="7955" y="4411"/>
                    <a:pt x="7998" y="4557"/>
                    <a:pt x="8229" y="4906"/>
                  </a:cubicBezTo>
                  <a:cubicBezTo>
                    <a:pt x="8369" y="5116"/>
                    <a:pt x="8505" y="5292"/>
                    <a:pt x="8530" y="5296"/>
                  </a:cubicBezTo>
                  <a:cubicBezTo>
                    <a:pt x="8555" y="5299"/>
                    <a:pt x="8556" y="5345"/>
                    <a:pt x="8531" y="5408"/>
                  </a:cubicBezTo>
                  <a:cubicBezTo>
                    <a:pt x="8459" y="5584"/>
                    <a:pt x="8056" y="6181"/>
                    <a:pt x="8008" y="6181"/>
                  </a:cubicBezTo>
                  <a:cubicBezTo>
                    <a:pt x="8008" y="6181"/>
                    <a:pt x="8007" y="6181"/>
                    <a:pt x="8007" y="6181"/>
                  </a:cubicBezTo>
                  <a:cubicBezTo>
                    <a:pt x="7985" y="6178"/>
                    <a:pt x="7944" y="6111"/>
                    <a:pt x="7915" y="6027"/>
                  </a:cubicBezTo>
                  <a:cubicBezTo>
                    <a:pt x="7807" y="5714"/>
                    <a:pt x="7609" y="5464"/>
                    <a:pt x="7505" y="5464"/>
                  </a:cubicBezTo>
                  <a:cubicBezTo>
                    <a:pt x="7471" y="5464"/>
                    <a:pt x="7448" y="5490"/>
                    <a:pt x="7440" y="5547"/>
                  </a:cubicBezTo>
                  <a:cubicBezTo>
                    <a:pt x="7427" y="5644"/>
                    <a:pt x="7651" y="6132"/>
                    <a:pt x="7714" y="6141"/>
                  </a:cubicBezTo>
                  <a:cubicBezTo>
                    <a:pt x="7735" y="6144"/>
                    <a:pt x="7745" y="6184"/>
                    <a:pt x="7740" y="6229"/>
                  </a:cubicBezTo>
                  <a:cubicBezTo>
                    <a:pt x="7734" y="6274"/>
                    <a:pt x="7759" y="6338"/>
                    <a:pt x="7795" y="6367"/>
                  </a:cubicBezTo>
                  <a:cubicBezTo>
                    <a:pt x="7839" y="6404"/>
                    <a:pt x="7846" y="6431"/>
                    <a:pt x="7813" y="6449"/>
                  </a:cubicBezTo>
                  <a:cubicBezTo>
                    <a:pt x="7786" y="6463"/>
                    <a:pt x="7665" y="6525"/>
                    <a:pt x="7549" y="6584"/>
                  </a:cubicBezTo>
                  <a:lnTo>
                    <a:pt x="7335" y="6694"/>
                  </a:lnTo>
                  <a:lnTo>
                    <a:pt x="7295" y="6582"/>
                  </a:lnTo>
                  <a:cubicBezTo>
                    <a:pt x="7272" y="6521"/>
                    <a:pt x="7229" y="6467"/>
                    <a:pt x="7198" y="6463"/>
                  </a:cubicBezTo>
                  <a:cubicBezTo>
                    <a:pt x="7167" y="6459"/>
                    <a:pt x="7156" y="6432"/>
                    <a:pt x="7172" y="6401"/>
                  </a:cubicBezTo>
                  <a:cubicBezTo>
                    <a:pt x="7188" y="6372"/>
                    <a:pt x="7161" y="6267"/>
                    <a:pt x="7115" y="6174"/>
                  </a:cubicBezTo>
                  <a:cubicBezTo>
                    <a:pt x="7068" y="6080"/>
                    <a:pt x="7030" y="5992"/>
                    <a:pt x="7031" y="5983"/>
                  </a:cubicBezTo>
                  <a:cubicBezTo>
                    <a:pt x="7033" y="5974"/>
                    <a:pt x="6986" y="5869"/>
                    <a:pt x="6927" y="5748"/>
                  </a:cubicBezTo>
                  <a:cubicBezTo>
                    <a:pt x="6838" y="5568"/>
                    <a:pt x="6771" y="5485"/>
                    <a:pt x="6708" y="5485"/>
                  </a:cubicBezTo>
                  <a:cubicBezTo>
                    <a:pt x="6689" y="5485"/>
                    <a:pt x="6670" y="5492"/>
                    <a:pt x="6652" y="5507"/>
                  </a:cubicBezTo>
                  <a:cubicBezTo>
                    <a:pt x="6577" y="5566"/>
                    <a:pt x="6612" y="5735"/>
                    <a:pt x="6750" y="5970"/>
                  </a:cubicBezTo>
                  <a:cubicBezTo>
                    <a:pt x="6816" y="6082"/>
                    <a:pt x="6871" y="6191"/>
                    <a:pt x="6869" y="6208"/>
                  </a:cubicBezTo>
                  <a:cubicBezTo>
                    <a:pt x="6868" y="6225"/>
                    <a:pt x="6914" y="6345"/>
                    <a:pt x="6972" y="6473"/>
                  </a:cubicBezTo>
                  <a:cubicBezTo>
                    <a:pt x="7029" y="6601"/>
                    <a:pt x="7066" y="6714"/>
                    <a:pt x="7055" y="6723"/>
                  </a:cubicBezTo>
                  <a:cubicBezTo>
                    <a:pt x="7044" y="6731"/>
                    <a:pt x="6884" y="6745"/>
                    <a:pt x="6696" y="6754"/>
                  </a:cubicBezTo>
                  <a:lnTo>
                    <a:pt x="6358" y="6769"/>
                  </a:lnTo>
                  <a:lnTo>
                    <a:pt x="6274" y="6622"/>
                  </a:lnTo>
                  <a:cubicBezTo>
                    <a:pt x="6228" y="6542"/>
                    <a:pt x="6177" y="6400"/>
                    <a:pt x="6160" y="6306"/>
                  </a:cubicBezTo>
                  <a:cubicBezTo>
                    <a:pt x="6135" y="6165"/>
                    <a:pt x="6087" y="6092"/>
                    <a:pt x="6021" y="6092"/>
                  </a:cubicBezTo>
                  <a:cubicBezTo>
                    <a:pt x="5994" y="6092"/>
                    <a:pt x="5964" y="6104"/>
                    <a:pt x="5931" y="6129"/>
                  </a:cubicBezTo>
                  <a:cubicBezTo>
                    <a:pt x="5859" y="6184"/>
                    <a:pt x="5859" y="6206"/>
                    <a:pt x="5937" y="6445"/>
                  </a:cubicBezTo>
                  <a:cubicBezTo>
                    <a:pt x="5981" y="6584"/>
                    <a:pt x="6013" y="6707"/>
                    <a:pt x="6005" y="6714"/>
                  </a:cubicBezTo>
                  <a:cubicBezTo>
                    <a:pt x="6005" y="6715"/>
                    <a:pt x="6002" y="6715"/>
                    <a:pt x="5997" y="6715"/>
                  </a:cubicBezTo>
                  <a:cubicBezTo>
                    <a:pt x="5944" y="6715"/>
                    <a:pt x="5642" y="6682"/>
                    <a:pt x="5285" y="6636"/>
                  </a:cubicBezTo>
                  <a:lnTo>
                    <a:pt x="4580" y="6546"/>
                  </a:lnTo>
                  <a:lnTo>
                    <a:pt x="3848" y="7105"/>
                  </a:lnTo>
                  <a:cubicBezTo>
                    <a:pt x="3144" y="7641"/>
                    <a:pt x="2856" y="7835"/>
                    <a:pt x="2639" y="7913"/>
                  </a:cubicBezTo>
                  <a:cubicBezTo>
                    <a:pt x="2583" y="7933"/>
                    <a:pt x="2545" y="7944"/>
                    <a:pt x="2523" y="7944"/>
                  </a:cubicBezTo>
                  <a:cubicBezTo>
                    <a:pt x="2490" y="7944"/>
                    <a:pt x="2492" y="7921"/>
                    <a:pt x="2519" y="7870"/>
                  </a:cubicBezTo>
                  <a:cubicBezTo>
                    <a:pt x="2715" y="7515"/>
                    <a:pt x="2937" y="6357"/>
                    <a:pt x="2844" y="6177"/>
                  </a:cubicBezTo>
                  <a:cubicBezTo>
                    <a:pt x="2808" y="6105"/>
                    <a:pt x="2648" y="6006"/>
                    <a:pt x="2313" y="5848"/>
                  </a:cubicBezTo>
                  <a:cubicBezTo>
                    <a:pt x="2048" y="5723"/>
                    <a:pt x="1816" y="5603"/>
                    <a:pt x="1796" y="5581"/>
                  </a:cubicBezTo>
                  <a:cubicBezTo>
                    <a:pt x="1775" y="5558"/>
                    <a:pt x="1678" y="5495"/>
                    <a:pt x="1577" y="5438"/>
                  </a:cubicBezTo>
                  <a:cubicBezTo>
                    <a:pt x="1324" y="5293"/>
                    <a:pt x="861" y="4911"/>
                    <a:pt x="767" y="4768"/>
                  </a:cubicBezTo>
                  <a:cubicBezTo>
                    <a:pt x="482" y="4330"/>
                    <a:pt x="291" y="3777"/>
                    <a:pt x="290" y="3386"/>
                  </a:cubicBezTo>
                  <a:cubicBezTo>
                    <a:pt x="289" y="2830"/>
                    <a:pt x="564" y="2015"/>
                    <a:pt x="938" y="1465"/>
                  </a:cubicBezTo>
                  <a:cubicBezTo>
                    <a:pt x="1075" y="1265"/>
                    <a:pt x="1203" y="1101"/>
                    <a:pt x="1221" y="1101"/>
                  </a:cubicBezTo>
                  <a:cubicBezTo>
                    <a:pt x="1221" y="1101"/>
                    <a:pt x="1221" y="1101"/>
                    <a:pt x="1221" y="1101"/>
                  </a:cubicBezTo>
                  <a:cubicBezTo>
                    <a:pt x="1240" y="1105"/>
                    <a:pt x="1279" y="1159"/>
                    <a:pt x="1311" y="1226"/>
                  </a:cubicBezTo>
                  <a:cubicBezTo>
                    <a:pt x="1435" y="1488"/>
                    <a:pt x="1624" y="1722"/>
                    <a:pt x="1722" y="1736"/>
                  </a:cubicBezTo>
                  <a:cubicBezTo>
                    <a:pt x="1731" y="1737"/>
                    <a:pt x="1740" y="1738"/>
                    <a:pt x="1748" y="1738"/>
                  </a:cubicBezTo>
                  <a:cubicBezTo>
                    <a:pt x="1877" y="1738"/>
                    <a:pt x="1876" y="1579"/>
                    <a:pt x="1737" y="1454"/>
                  </a:cubicBezTo>
                  <a:cubicBezTo>
                    <a:pt x="1674" y="1398"/>
                    <a:pt x="1626" y="1321"/>
                    <a:pt x="1630" y="1285"/>
                  </a:cubicBezTo>
                  <a:cubicBezTo>
                    <a:pt x="1634" y="1249"/>
                    <a:pt x="1595" y="1164"/>
                    <a:pt x="1545" y="1104"/>
                  </a:cubicBezTo>
                  <a:cubicBezTo>
                    <a:pt x="1396" y="919"/>
                    <a:pt x="1443" y="828"/>
                    <a:pt x="1761" y="688"/>
                  </a:cubicBezTo>
                  <a:cubicBezTo>
                    <a:pt x="1805" y="669"/>
                    <a:pt x="1834" y="656"/>
                    <a:pt x="1858" y="656"/>
                  </a:cubicBezTo>
                  <a:cubicBezTo>
                    <a:pt x="1901" y="656"/>
                    <a:pt x="1930" y="694"/>
                    <a:pt x="2009" y="798"/>
                  </a:cubicBezTo>
                  <a:cubicBezTo>
                    <a:pt x="2079" y="891"/>
                    <a:pt x="2155" y="967"/>
                    <a:pt x="2184" y="972"/>
                  </a:cubicBezTo>
                  <a:cubicBezTo>
                    <a:pt x="2213" y="977"/>
                    <a:pt x="2221" y="1004"/>
                    <a:pt x="2204" y="1035"/>
                  </a:cubicBezTo>
                  <a:cubicBezTo>
                    <a:pt x="2164" y="1109"/>
                    <a:pt x="2338" y="1344"/>
                    <a:pt x="2444" y="1359"/>
                  </a:cubicBezTo>
                  <a:cubicBezTo>
                    <a:pt x="2452" y="1360"/>
                    <a:pt x="2461" y="1361"/>
                    <a:pt x="2468" y="1361"/>
                  </a:cubicBezTo>
                  <a:cubicBezTo>
                    <a:pt x="2605" y="1361"/>
                    <a:pt x="2559" y="1173"/>
                    <a:pt x="2343" y="863"/>
                  </a:cubicBezTo>
                  <a:cubicBezTo>
                    <a:pt x="2223" y="693"/>
                    <a:pt x="2125" y="539"/>
                    <a:pt x="2127" y="527"/>
                  </a:cubicBezTo>
                  <a:cubicBezTo>
                    <a:pt x="2134" y="482"/>
                    <a:pt x="2876" y="337"/>
                    <a:pt x="3223" y="311"/>
                  </a:cubicBezTo>
                  <a:cubicBezTo>
                    <a:pt x="3355" y="301"/>
                    <a:pt x="3506" y="297"/>
                    <a:pt x="3669" y="297"/>
                  </a:cubicBezTo>
                  <a:close/>
                  <a:moveTo>
                    <a:pt x="3713" y="0"/>
                  </a:moveTo>
                  <a:cubicBezTo>
                    <a:pt x="2901" y="0"/>
                    <a:pt x="2159" y="145"/>
                    <a:pt x="1604" y="416"/>
                  </a:cubicBezTo>
                  <a:cubicBezTo>
                    <a:pt x="1403" y="514"/>
                    <a:pt x="935" y="985"/>
                    <a:pt x="950" y="1073"/>
                  </a:cubicBezTo>
                  <a:cubicBezTo>
                    <a:pt x="953" y="1090"/>
                    <a:pt x="942" y="1101"/>
                    <a:pt x="923" y="1101"/>
                  </a:cubicBezTo>
                  <a:cubicBezTo>
                    <a:pt x="920" y="1101"/>
                    <a:pt x="918" y="1101"/>
                    <a:pt x="915" y="1100"/>
                  </a:cubicBezTo>
                  <a:cubicBezTo>
                    <a:pt x="914" y="1100"/>
                    <a:pt x="913" y="1100"/>
                    <a:pt x="912" y="1100"/>
                  </a:cubicBezTo>
                  <a:cubicBezTo>
                    <a:pt x="847" y="1100"/>
                    <a:pt x="617" y="1416"/>
                    <a:pt x="491" y="1680"/>
                  </a:cubicBezTo>
                  <a:cubicBezTo>
                    <a:pt x="188" y="2311"/>
                    <a:pt x="0" y="3012"/>
                    <a:pt x="20" y="3432"/>
                  </a:cubicBezTo>
                  <a:cubicBezTo>
                    <a:pt x="46" y="4021"/>
                    <a:pt x="344" y="4727"/>
                    <a:pt x="733" y="5125"/>
                  </a:cubicBezTo>
                  <a:cubicBezTo>
                    <a:pt x="926" y="5322"/>
                    <a:pt x="1321" y="5646"/>
                    <a:pt x="1377" y="5653"/>
                  </a:cubicBezTo>
                  <a:cubicBezTo>
                    <a:pt x="1400" y="5657"/>
                    <a:pt x="1508" y="5721"/>
                    <a:pt x="1613" y="5794"/>
                  </a:cubicBezTo>
                  <a:cubicBezTo>
                    <a:pt x="1719" y="5868"/>
                    <a:pt x="1846" y="5935"/>
                    <a:pt x="1893" y="5943"/>
                  </a:cubicBezTo>
                  <a:cubicBezTo>
                    <a:pt x="1941" y="5951"/>
                    <a:pt x="1985" y="5974"/>
                    <a:pt x="1996" y="5997"/>
                  </a:cubicBezTo>
                  <a:cubicBezTo>
                    <a:pt x="2006" y="6019"/>
                    <a:pt x="2136" y="6090"/>
                    <a:pt x="2284" y="6155"/>
                  </a:cubicBezTo>
                  <a:cubicBezTo>
                    <a:pt x="2484" y="6242"/>
                    <a:pt x="2563" y="6300"/>
                    <a:pt x="2579" y="6372"/>
                  </a:cubicBezTo>
                  <a:cubicBezTo>
                    <a:pt x="2618" y="6534"/>
                    <a:pt x="2464" y="7231"/>
                    <a:pt x="2293" y="7677"/>
                  </a:cubicBezTo>
                  <a:cubicBezTo>
                    <a:pt x="2139" y="8078"/>
                    <a:pt x="2136" y="8093"/>
                    <a:pt x="2200" y="8182"/>
                  </a:cubicBezTo>
                  <a:cubicBezTo>
                    <a:pt x="2240" y="8238"/>
                    <a:pt x="2267" y="8259"/>
                    <a:pt x="2330" y="8259"/>
                  </a:cubicBezTo>
                  <a:cubicBezTo>
                    <a:pt x="2359" y="8259"/>
                    <a:pt x="2396" y="8255"/>
                    <a:pt x="2445" y="8247"/>
                  </a:cubicBezTo>
                  <a:cubicBezTo>
                    <a:pt x="2781" y="8196"/>
                    <a:pt x="3296" y="7899"/>
                    <a:pt x="3995" y="7353"/>
                  </a:cubicBezTo>
                  <a:lnTo>
                    <a:pt x="4679" y="6818"/>
                  </a:lnTo>
                  <a:lnTo>
                    <a:pt x="5552" y="6942"/>
                  </a:lnTo>
                  <a:cubicBezTo>
                    <a:pt x="6039" y="7010"/>
                    <a:pt x="6431" y="7049"/>
                    <a:pt x="6627" y="7049"/>
                  </a:cubicBezTo>
                  <a:cubicBezTo>
                    <a:pt x="6650" y="7049"/>
                    <a:pt x="6671" y="7049"/>
                    <a:pt x="6689" y="7048"/>
                  </a:cubicBezTo>
                  <a:cubicBezTo>
                    <a:pt x="6835" y="7038"/>
                    <a:pt x="7023" y="7025"/>
                    <a:pt x="7112" y="7020"/>
                  </a:cubicBezTo>
                  <a:cubicBezTo>
                    <a:pt x="7350" y="7003"/>
                    <a:pt x="7663" y="6890"/>
                    <a:pt x="7881" y="6742"/>
                  </a:cubicBezTo>
                  <a:cubicBezTo>
                    <a:pt x="8177" y="6539"/>
                    <a:pt x="8647" y="5876"/>
                    <a:pt x="8855" y="5366"/>
                  </a:cubicBezTo>
                  <a:cubicBezTo>
                    <a:pt x="9005" y="5000"/>
                    <a:pt x="9182" y="4299"/>
                    <a:pt x="9252" y="3803"/>
                  </a:cubicBezTo>
                  <a:cubicBezTo>
                    <a:pt x="9313" y="3363"/>
                    <a:pt x="9315" y="3224"/>
                    <a:pt x="9266" y="2946"/>
                  </a:cubicBezTo>
                  <a:cubicBezTo>
                    <a:pt x="9175" y="2438"/>
                    <a:pt x="9099" y="2271"/>
                    <a:pt x="8677" y="1653"/>
                  </a:cubicBezTo>
                  <a:cubicBezTo>
                    <a:pt x="8648" y="1610"/>
                    <a:pt x="8457" y="1433"/>
                    <a:pt x="8253" y="1258"/>
                  </a:cubicBezTo>
                  <a:cubicBezTo>
                    <a:pt x="7870" y="934"/>
                    <a:pt x="7462" y="684"/>
                    <a:pt x="7132" y="574"/>
                  </a:cubicBezTo>
                  <a:cubicBezTo>
                    <a:pt x="6340" y="310"/>
                    <a:pt x="6116" y="253"/>
                    <a:pt x="5417" y="141"/>
                  </a:cubicBezTo>
                  <a:cubicBezTo>
                    <a:pt x="5024" y="78"/>
                    <a:pt x="4689" y="32"/>
                    <a:pt x="4631" y="32"/>
                  </a:cubicBezTo>
                  <a:cubicBezTo>
                    <a:pt x="4627" y="32"/>
                    <a:pt x="4624" y="32"/>
                    <a:pt x="4623" y="33"/>
                  </a:cubicBezTo>
                  <a:cubicBezTo>
                    <a:pt x="4619" y="36"/>
                    <a:pt x="4599" y="38"/>
                    <a:pt x="4566" y="38"/>
                  </a:cubicBezTo>
                  <a:cubicBezTo>
                    <a:pt x="4504" y="38"/>
                    <a:pt x="4399" y="33"/>
                    <a:pt x="4284" y="24"/>
                  </a:cubicBezTo>
                  <a:cubicBezTo>
                    <a:pt x="4091" y="8"/>
                    <a:pt x="3900" y="0"/>
                    <a:pt x="37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8"/>
            <p:cNvSpPr/>
            <p:nvPr/>
          </p:nvSpPr>
          <p:spPr>
            <a:xfrm>
              <a:off x="3821275" y="3914800"/>
              <a:ext cx="61850" cy="74850"/>
            </a:xfrm>
            <a:custGeom>
              <a:rect b="b" l="l" r="r" t="t"/>
              <a:pathLst>
                <a:path extrusionOk="0" h="2994" w="2474">
                  <a:moveTo>
                    <a:pt x="1110" y="310"/>
                  </a:moveTo>
                  <a:cubicBezTo>
                    <a:pt x="1110" y="310"/>
                    <a:pt x="1110" y="310"/>
                    <a:pt x="1110" y="310"/>
                  </a:cubicBezTo>
                  <a:cubicBezTo>
                    <a:pt x="1122" y="312"/>
                    <a:pt x="1243" y="359"/>
                    <a:pt x="1380" y="415"/>
                  </a:cubicBezTo>
                  <a:cubicBezTo>
                    <a:pt x="1506" y="468"/>
                    <a:pt x="1630" y="505"/>
                    <a:pt x="1676" y="505"/>
                  </a:cubicBezTo>
                  <a:cubicBezTo>
                    <a:pt x="1680" y="505"/>
                    <a:pt x="1683" y="505"/>
                    <a:pt x="1686" y="504"/>
                  </a:cubicBezTo>
                  <a:cubicBezTo>
                    <a:pt x="1693" y="502"/>
                    <a:pt x="1701" y="502"/>
                    <a:pt x="1708" y="502"/>
                  </a:cubicBezTo>
                  <a:cubicBezTo>
                    <a:pt x="1735" y="502"/>
                    <a:pt x="1758" y="514"/>
                    <a:pt x="1767" y="534"/>
                  </a:cubicBezTo>
                  <a:cubicBezTo>
                    <a:pt x="1779" y="559"/>
                    <a:pt x="1852" y="586"/>
                    <a:pt x="1933" y="598"/>
                  </a:cubicBezTo>
                  <a:cubicBezTo>
                    <a:pt x="2014" y="610"/>
                    <a:pt x="2087" y="640"/>
                    <a:pt x="2098" y="667"/>
                  </a:cubicBezTo>
                  <a:cubicBezTo>
                    <a:pt x="2114" y="706"/>
                    <a:pt x="1814" y="1172"/>
                    <a:pt x="1735" y="1228"/>
                  </a:cubicBezTo>
                  <a:cubicBezTo>
                    <a:pt x="1702" y="1252"/>
                    <a:pt x="1615" y="1367"/>
                    <a:pt x="1305" y="1797"/>
                  </a:cubicBezTo>
                  <a:cubicBezTo>
                    <a:pt x="1164" y="1993"/>
                    <a:pt x="962" y="2260"/>
                    <a:pt x="858" y="2389"/>
                  </a:cubicBezTo>
                  <a:cubicBezTo>
                    <a:pt x="757" y="2516"/>
                    <a:pt x="668" y="2636"/>
                    <a:pt x="666" y="2655"/>
                  </a:cubicBezTo>
                  <a:cubicBezTo>
                    <a:pt x="665" y="2665"/>
                    <a:pt x="635" y="2672"/>
                    <a:pt x="593" y="2672"/>
                  </a:cubicBezTo>
                  <a:cubicBezTo>
                    <a:pt x="569" y="2672"/>
                    <a:pt x="541" y="2670"/>
                    <a:pt x="511" y="2665"/>
                  </a:cubicBezTo>
                  <a:cubicBezTo>
                    <a:pt x="338" y="2642"/>
                    <a:pt x="338" y="2675"/>
                    <a:pt x="510" y="2101"/>
                  </a:cubicBezTo>
                  <a:cubicBezTo>
                    <a:pt x="584" y="1859"/>
                    <a:pt x="651" y="1601"/>
                    <a:pt x="664" y="1523"/>
                  </a:cubicBezTo>
                  <a:cubicBezTo>
                    <a:pt x="675" y="1448"/>
                    <a:pt x="697" y="1388"/>
                    <a:pt x="712" y="1388"/>
                  </a:cubicBezTo>
                  <a:cubicBezTo>
                    <a:pt x="712" y="1388"/>
                    <a:pt x="713" y="1388"/>
                    <a:pt x="713" y="1388"/>
                  </a:cubicBezTo>
                  <a:cubicBezTo>
                    <a:pt x="713" y="1388"/>
                    <a:pt x="713" y="1388"/>
                    <a:pt x="713" y="1388"/>
                  </a:cubicBezTo>
                  <a:cubicBezTo>
                    <a:pt x="740" y="1388"/>
                    <a:pt x="906" y="922"/>
                    <a:pt x="1034" y="486"/>
                  </a:cubicBezTo>
                  <a:cubicBezTo>
                    <a:pt x="1064" y="388"/>
                    <a:pt x="1097" y="310"/>
                    <a:pt x="1110" y="310"/>
                  </a:cubicBezTo>
                  <a:close/>
                  <a:moveTo>
                    <a:pt x="969" y="1"/>
                  </a:moveTo>
                  <a:cubicBezTo>
                    <a:pt x="945" y="1"/>
                    <a:pt x="934" y="9"/>
                    <a:pt x="922" y="22"/>
                  </a:cubicBezTo>
                  <a:cubicBezTo>
                    <a:pt x="902" y="47"/>
                    <a:pt x="868" y="127"/>
                    <a:pt x="846" y="199"/>
                  </a:cubicBezTo>
                  <a:cubicBezTo>
                    <a:pt x="803" y="354"/>
                    <a:pt x="427" y="1549"/>
                    <a:pt x="385" y="1669"/>
                  </a:cubicBezTo>
                  <a:cubicBezTo>
                    <a:pt x="369" y="1715"/>
                    <a:pt x="307" y="1903"/>
                    <a:pt x="247" y="2085"/>
                  </a:cubicBezTo>
                  <a:cubicBezTo>
                    <a:pt x="187" y="2268"/>
                    <a:pt x="110" y="2471"/>
                    <a:pt x="75" y="2535"/>
                  </a:cubicBezTo>
                  <a:cubicBezTo>
                    <a:pt x="0" y="2674"/>
                    <a:pt x="42" y="2812"/>
                    <a:pt x="173" y="2858"/>
                  </a:cubicBezTo>
                  <a:cubicBezTo>
                    <a:pt x="224" y="2875"/>
                    <a:pt x="388" y="2918"/>
                    <a:pt x="541" y="2955"/>
                  </a:cubicBezTo>
                  <a:cubicBezTo>
                    <a:pt x="643" y="2979"/>
                    <a:pt x="716" y="2994"/>
                    <a:pt x="771" y="2994"/>
                  </a:cubicBezTo>
                  <a:cubicBezTo>
                    <a:pt x="889" y="2994"/>
                    <a:pt x="927" y="2928"/>
                    <a:pt x="995" y="2745"/>
                  </a:cubicBezTo>
                  <a:cubicBezTo>
                    <a:pt x="1030" y="2651"/>
                    <a:pt x="1140" y="2475"/>
                    <a:pt x="1244" y="2348"/>
                  </a:cubicBezTo>
                  <a:cubicBezTo>
                    <a:pt x="1346" y="2222"/>
                    <a:pt x="1488" y="2033"/>
                    <a:pt x="1564" y="1922"/>
                  </a:cubicBezTo>
                  <a:cubicBezTo>
                    <a:pt x="1639" y="1813"/>
                    <a:pt x="1836" y="1547"/>
                    <a:pt x="2002" y="1330"/>
                  </a:cubicBezTo>
                  <a:cubicBezTo>
                    <a:pt x="2329" y="906"/>
                    <a:pt x="2473" y="657"/>
                    <a:pt x="2451" y="559"/>
                  </a:cubicBezTo>
                  <a:cubicBezTo>
                    <a:pt x="2432" y="475"/>
                    <a:pt x="2216" y="378"/>
                    <a:pt x="2086" y="378"/>
                  </a:cubicBezTo>
                  <a:cubicBezTo>
                    <a:pt x="2061" y="378"/>
                    <a:pt x="2039" y="381"/>
                    <a:pt x="2023" y="389"/>
                  </a:cubicBezTo>
                  <a:cubicBezTo>
                    <a:pt x="1997" y="400"/>
                    <a:pt x="1975" y="405"/>
                    <a:pt x="1960" y="405"/>
                  </a:cubicBezTo>
                  <a:cubicBezTo>
                    <a:pt x="1946" y="405"/>
                    <a:pt x="1938" y="400"/>
                    <a:pt x="1939" y="390"/>
                  </a:cubicBezTo>
                  <a:cubicBezTo>
                    <a:pt x="1942" y="368"/>
                    <a:pt x="1783" y="289"/>
                    <a:pt x="1582" y="211"/>
                  </a:cubicBezTo>
                  <a:cubicBezTo>
                    <a:pt x="1167" y="52"/>
                    <a:pt x="1029" y="1"/>
                    <a:pt x="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8"/>
            <p:cNvSpPr/>
            <p:nvPr/>
          </p:nvSpPr>
          <p:spPr>
            <a:xfrm>
              <a:off x="3807350" y="3992475"/>
              <a:ext cx="38375" cy="27675"/>
            </a:xfrm>
            <a:custGeom>
              <a:rect b="b" l="l" r="r" t="t"/>
              <a:pathLst>
                <a:path extrusionOk="0" h="1107" w="1535">
                  <a:moveTo>
                    <a:pt x="792" y="318"/>
                  </a:moveTo>
                  <a:cubicBezTo>
                    <a:pt x="887" y="318"/>
                    <a:pt x="912" y="344"/>
                    <a:pt x="969" y="425"/>
                  </a:cubicBezTo>
                  <a:cubicBezTo>
                    <a:pt x="1111" y="628"/>
                    <a:pt x="876" y="843"/>
                    <a:pt x="643" y="843"/>
                  </a:cubicBezTo>
                  <a:cubicBezTo>
                    <a:pt x="562" y="843"/>
                    <a:pt x="481" y="817"/>
                    <a:pt x="416" y="757"/>
                  </a:cubicBezTo>
                  <a:cubicBezTo>
                    <a:pt x="233" y="586"/>
                    <a:pt x="351" y="356"/>
                    <a:pt x="637" y="329"/>
                  </a:cubicBezTo>
                  <a:cubicBezTo>
                    <a:pt x="705" y="322"/>
                    <a:pt x="754" y="318"/>
                    <a:pt x="792" y="318"/>
                  </a:cubicBezTo>
                  <a:close/>
                  <a:moveTo>
                    <a:pt x="682" y="1"/>
                  </a:moveTo>
                  <a:cubicBezTo>
                    <a:pt x="636" y="1"/>
                    <a:pt x="585" y="5"/>
                    <a:pt x="527" y="14"/>
                  </a:cubicBezTo>
                  <a:cubicBezTo>
                    <a:pt x="336" y="45"/>
                    <a:pt x="181" y="155"/>
                    <a:pt x="113" y="309"/>
                  </a:cubicBezTo>
                  <a:cubicBezTo>
                    <a:pt x="1" y="564"/>
                    <a:pt x="11" y="676"/>
                    <a:pt x="163" y="877"/>
                  </a:cubicBezTo>
                  <a:cubicBezTo>
                    <a:pt x="293" y="1050"/>
                    <a:pt x="327" y="1070"/>
                    <a:pt x="535" y="1098"/>
                  </a:cubicBezTo>
                  <a:cubicBezTo>
                    <a:pt x="576" y="1103"/>
                    <a:pt x="616" y="1106"/>
                    <a:pt x="654" y="1106"/>
                  </a:cubicBezTo>
                  <a:cubicBezTo>
                    <a:pt x="1267" y="1106"/>
                    <a:pt x="1535" y="418"/>
                    <a:pt x="986" y="89"/>
                  </a:cubicBezTo>
                  <a:cubicBezTo>
                    <a:pt x="883" y="28"/>
                    <a:pt x="794" y="1"/>
                    <a:pt x="6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3" name="Google Shape;2253;p78"/>
          <p:cNvSpPr/>
          <p:nvPr/>
        </p:nvSpPr>
        <p:spPr>
          <a:xfrm rot="1348989">
            <a:off x="7061168" y="1667360"/>
            <a:ext cx="260966" cy="675287"/>
          </a:xfrm>
          <a:custGeom>
            <a:rect b="b" l="l" r="r" t="t"/>
            <a:pathLst>
              <a:path extrusionOk="0" h="9976" w="3855">
                <a:moveTo>
                  <a:pt x="1489" y="262"/>
                </a:moveTo>
                <a:cubicBezTo>
                  <a:pt x="1505" y="262"/>
                  <a:pt x="1520" y="265"/>
                  <a:pt x="1534" y="269"/>
                </a:cubicBezTo>
                <a:cubicBezTo>
                  <a:pt x="1556" y="276"/>
                  <a:pt x="1852" y="302"/>
                  <a:pt x="2190" y="326"/>
                </a:cubicBezTo>
                <a:cubicBezTo>
                  <a:pt x="2379" y="339"/>
                  <a:pt x="2563" y="346"/>
                  <a:pt x="2697" y="346"/>
                </a:cubicBezTo>
                <a:cubicBezTo>
                  <a:pt x="2802" y="346"/>
                  <a:pt x="2876" y="341"/>
                  <a:pt x="2898" y="333"/>
                </a:cubicBezTo>
                <a:cubicBezTo>
                  <a:pt x="2916" y="326"/>
                  <a:pt x="2941" y="323"/>
                  <a:pt x="2969" y="323"/>
                </a:cubicBezTo>
                <a:cubicBezTo>
                  <a:pt x="3078" y="323"/>
                  <a:pt x="3236" y="370"/>
                  <a:pt x="3236" y="413"/>
                </a:cubicBezTo>
                <a:cubicBezTo>
                  <a:pt x="3236" y="440"/>
                  <a:pt x="2792" y="1425"/>
                  <a:pt x="2573" y="1884"/>
                </a:cubicBezTo>
                <a:cubicBezTo>
                  <a:pt x="2427" y="2193"/>
                  <a:pt x="2421" y="2430"/>
                  <a:pt x="2557" y="2459"/>
                </a:cubicBezTo>
                <a:cubicBezTo>
                  <a:pt x="2813" y="2511"/>
                  <a:pt x="3476" y="2673"/>
                  <a:pt x="3507" y="2690"/>
                </a:cubicBezTo>
                <a:cubicBezTo>
                  <a:pt x="3526" y="2700"/>
                  <a:pt x="3516" y="2743"/>
                  <a:pt x="3485" y="2780"/>
                </a:cubicBezTo>
                <a:cubicBezTo>
                  <a:pt x="3374" y="2913"/>
                  <a:pt x="2942" y="3709"/>
                  <a:pt x="2757" y="4124"/>
                </a:cubicBezTo>
                <a:cubicBezTo>
                  <a:pt x="2657" y="4350"/>
                  <a:pt x="2527" y="4635"/>
                  <a:pt x="2470" y="4757"/>
                </a:cubicBezTo>
                <a:cubicBezTo>
                  <a:pt x="2347" y="5020"/>
                  <a:pt x="2357" y="5160"/>
                  <a:pt x="2504" y="5227"/>
                </a:cubicBezTo>
                <a:cubicBezTo>
                  <a:pt x="2791" y="5359"/>
                  <a:pt x="3200" y="5573"/>
                  <a:pt x="3218" y="5600"/>
                </a:cubicBezTo>
                <a:cubicBezTo>
                  <a:pt x="3245" y="5642"/>
                  <a:pt x="2793" y="6495"/>
                  <a:pt x="2521" y="6914"/>
                </a:cubicBezTo>
                <a:cubicBezTo>
                  <a:pt x="2394" y="7108"/>
                  <a:pt x="2161" y="7516"/>
                  <a:pt x="2003" y="7821"/>
                </a:cubicBezTo>
                <a:cubicBezTo>
                  <a:pt x="1845" y="8124"/>
                  <a:pt x="1697" y="8395"/>
                  <a:pt x="1676" y="8422"/>
                </a:cubicBezTo>
                <a:cubicBezTo>
                  <a:pt x="1655" y="8449"/>
                  <a:pt x="1578" y="8576"/>
                  <a:pt x="1505" y="8704"/>
                </a:cubicBezTo>
                <a:lnTo>
                  <a:pt x="1374" y="8936"/>
                </a:lnTo>
                <a:lnTo>
                  <a:pt x="1401" y="8718"/>
                </a:lnTo>
                <a:cubicBezTo>
                  <a:pt x="1434" y="8459"/>
                  <a:pt x="1499" y="8206"/>
                  <a:pt x="1581" y="8024"/>
                </a:cubicBezTo>
                <a:cubicBezTo>
                  <a:pt x="1614" y="7950"/>
                  <a:pt x="1641" y="7851"/>
                  <a:pt x="1641" y="7806"/>
                </a:cubicBezTo>
                <a:cubicBezTo>
                  <a:pt x="1641" y="7761"/>
                  <a:pt x="1659" y="7705"/>
                  <a:pt x="1680" y="7683"/>
                </a:cubicBezTo>
                <a:cubicBezTo>
                  <a:pt x="1702" y="7659"/>
                  <a:pt x="1769" y="7477"/>
                  <a:pt x="1832" y="7272"/>
                </a:cubicBezTo>
                <a:cubicBezTo>
                  <a:pt x="1914" y="7004"/>
                  <a:pt x="1942" y="6831"/>
                  <a:pt x="1933" y="6648"/>
                </a:cubicBezTo>
                <a:cubicBezTo>
                  <a:pt x="1920" y="6359"/>
                  <a:pt x="1978" y="6410"/>
                  <a:pt x="1300" y="6103"/>
                </a:cubicBezTo>
                <a:lnTo>
                  <a:pt x="897" y="5920"/>
                </a:lnTo>
                <a:lnTo>
                  <a:pt x="926" y="5702"/>
                </a:lnTo>
                <a:cubicBezTo>
                  <a:pt x="958" y="5454"/>
                  <a:pt x="1099" y="5090"/>
                  <a:pt x="1422" y="4412"/>
                </a:cubicBezTo>
                <a:cubicBezTo>
                  <a:pt x="1546" y="4153"/>
                  <a:pt x="1635" y="3917"/>
                  <a:pt x="1623" y="3886"/>
                </a:cubicBezTo>
                <a:cubicBezTo>
                  <a:pt x="1610" y="3852"/>
                  <a:pt x="1627" y="3807"/>
                  <a:pt x="1663" y="3777"/>
                </a:cubicBezTo>
                <a:cubicBezTo>
                  <a:pt x="1701" y="3747"/>
                  <a:pt x="1727" y="3701"/>
                  <a:pt x="1727" y="3668"/>
                </a:cubicBezTo>
                <a:cubicBezTo>
                  <a:pt x="1727" y="3596"/>
                  <a:pt x="1518" y="3434"/>
                  <a:pt x="1423" y="3434"/>
                </a:cubicBezTo>
                <a:cubicBezTo>
                  <a:pt x="1382" y="3434"/>
                  <a:pt x="1335" y="3406"/>
                  <a:pt x="1323" y="3377"/>
                </a:cubicBezTo>
                <a:cubicBezTo>
                  <a:pt x="1297" y="3305"/>
                  <a:pt x="708" y="3130"/>
                  <a:pt x="495" y="3130"/>
                </a:cubicBezTo>
                <a:cubicBezTo>
                  <a:pt x="363" y="3130"/>
                  <a:pt x="339" y="3117"/>
                  <a:pt x="357" y="3056"/>
                </a:cubicBezTo>
                <a:cubicBezTo>
                  <a:pt x="370" y="3014"/>
                  <a:pt x="441" y="2778"/>
                  <a:pt x="517" y="2527"/>
                </a:cubicBezTo>
                <a:cubicBezTo>
                  <a:pt x="593" y="2277"/>
                  <a:pt x="678" y="1974"/>
                  <a:pt x="706" y="1850"/>
                </a:cubicBezTo>
                <a:cubicBezTo>
                  <a:pt x="734" y="1726"/>
                  <a:pt x="771" y="1612"/>
                  <a:pt x="788" y="1595"/>
                </a:cubicBezTo>
                <a:cubicBezTo>
                  <a:pt x="805" y="1578"/>
                  <a:pt x="819" y="1519"/>
                  <a:pt x="819" y="1461"/>
                </a:cubicBezTo>
                <a:cubicBezTo>
                  <a:pt x="819" y="1406"/>
                  <a:pt x="849" y="1301"/>
                  <a:pt x="884" y="1231"/>
                </a:cubicBezTo>
                <a:cubicBezTo>
                  <a:pt x="921" y="1162"/>
                  <a:pt x="950" y="1094"/>
                  <a:pt x="949" y="1082"/>
                </a:cubicBezTo>
                <a:cubicBezTo>
                  <a:pt x="947" y="1069"/>
                  <a:pt x="986" y="971"/>
                  <a:pt x="1035" y="860"/>
                </a:cubicBezTo>
                <a:cubicBezTo>
                  <a:pt x="1084" y="749"/>
                  <a:pt x="1125" y="639"/>
                  <a:pt x="1126" y="611"/>
                </a:cubicBezTo>
                <a:cubicBezTo>
                  <a:pt x="1136" y="448"/>
                  <a:pt x="1340" y="262"/>
                  <a:pt x="1489" y="262"/>
                </a:cubicBezTo>
                <a:close/>
                <a:moveTo>
                  <a:pt x="1355" y="0"/>
                </a:moveTo>
                <a:cubicBezTo>
                  <a:pt x="1275" y="0"/>
                  <a:pt x="1217" y="3"/>
                  <a:pt x="1197" y="9"/>
                </a:cubicBezTo>
                <a:cubicBezTo>
                  <a:pt x="1156" y="21"/>
                  <a:pt x="1123" y="56"/>
                  <a:pt x="1123" y="87"/>
                </a:cubicBezTo>
                <a:cubicBezTo>
                  <a:pt x="1123" y="118"/>
                  <a:pt x="1086" y="176"/>
                  <a:pt x="1037" y="221"/>
                </a:cubicBezTo>
                <a:cubicBezTo>
                  <a:pt x="987" y="265"/>
                  <a:pt x="951" y="329"/>
                  <a:pt x="951" y="368"/>
                </a:cubicBezTo>
                <a:cubicBezTo>
                  <a:pt x="951" y="406"/>
                  <a:pt x="933" y="458"/>
                  <a:pt x="911" y="479"/>
                </a:cubicBezTo>
                <a:cubicBezTo>
                  <a:pt x="869" y="523"/>
                  <a:pt x="497" y="1643"/>
                  <a:pt x="344" y="2180"/>
                </a:cubicBezTo>
                <a:cubicBezTo>
                  <a:pt x="294" y="2357"/>
                  <a:pt x="214" y="2616"/>
                  <a:pt x="169" y="2747"/>
                </a:cubicBezTo>
                <a:cubicBezTo>
                  <a:pt x="1" y="3232"/>
                  <a:pt x="85" y="3434"/>
                  <a:pt x="457" y="3434"/>
                </a:cubicBezTo>
                <a:cubicBezTo>
                  <a:pt x="700" y="3434"/>
                  <a:pt x="1091" y="3537"/>
                  <a:pt x="1275" y="3650"/>
                </a:cubicBezTo>
                <a:cubicBezTo>
                  <a:pt x="1414" y="3735"/>
                  <a:pt x="1418" y="3741"/>
                  <a:pt x="1357" y="3857"/>
                </a:cubicBezTo>
                <a:cubicBezTo>
                  <a:pt x="1032" y="4474"/>
                  <a:pt x="752" y="5149"/>
                  <a:pt x="666" y="5525"/>
                </a:cubicBezTo>
                <a:lnTo>
                  <a:pt x="568" y="5956"/>
                </a:lnTo>
                <a:lnTo>
                  <a:pt x="704" y="6079"/>
                </a:lnTo>
                <a:cubicBezTo>
                  <a:pt x="818" y="6182"/>
                  <a:pt x="1349" y="6461"/>
                  <a:pt x="1603" y="6552"/>
                </a:cubicBezTo>
                <a:cubicBezTo>
                  <a:pt x="1663" y="6572"/>
                  <a:pt x="1673" y="6610"/>
                  <a:pt x="1654" y="6742"/>
                </a:cubicBezTo>
                <a:cubicBezTo>
                  <a:pt x="1627" y="6925"/>
                  <a:pt x="1443" y="7534"/>
                  <a:pt x="1284" y="7966"/>
                </a:cubicBezTo>
                <a:cubicBezTo>
                  <a:pt x="1179" y="8252"/>
                  <a:pt x="1117" y="8566"/>
                  <a:pt x="1037" y="9216"/>
                </a:cubicBezTo>
                <a:cubicBezTo>
                  <a:pt x="1012" y="9417"/>
                  <a:pt x="980" y="9652"/>
                  <a:pt x="965" y="9739"/>
                </a:cubicBezTo>
                <a:cubicBezTo>
                  <a:pt x="942" y="9875"/>
                  <a:pt x="952" y="9905"/>
                  <a:pt x="1033" y="9949"/>
                </a:cubicBezTo>
                <a:cubicBezTo>
                  <a:pt x="1065" y="9966"/>
                  <a:pt x="1088" y="9976"/>
                  <a:pt x="1111" y="9976"/>
                </a:cubicBezTo>
                <a:cubicBezTo>
                  <a:pt x="1145" y="9976"/>
                  <a:pt x="1177" y="9953"/>
                  <a:pt x="1232" y="9902"/>
                </a:cubicBezTo>
                <a:cubicBezTo>
                  <a:pt x="1289" y="9847"/>
                  <a:pt x="1336" y="9784"/>
                  <a:pt x="1336" y="9762"/>
                </a:cubicBezTo>
                <a:cubicBezTo>
                  <a:pt x="1336" y="9702"/>
                  <a:pt x="1716" y="8940"/>
                  <a:pt x="1941" y="8546"/>
                </a:cubicBezTo>
                <a:cubicBezTo>
                  <a:pt x="2049" y="8356"/>
                  <a:pt x="2223" y="8036"/>
                  <a:pt x="2327" y="7835"/>
                </a:cubicBezTo>
                <a:cubicBezTo>
                  <a:pt x="2431" y="7634"/>
                  <a:pt x="2608" y="7332"/>
                  <a:pt x="2720" y="7165"/>
                </a:cubicBezTo>
                <a:cubicBezTo>
                  <a:pt x="3059" y="6659"/>
                  <a:pt x="3594" y="5625"/>
                  <a:pt x="3572" y="5517"/>
                </a:cubicBezTo>
                <a:cubicBezTo>
                  <a:pt x="3555" y="5431"/>
                  <a:pt x="3018" y="5091"/>
                  <a:pt x="2832" y="5051"/>
                </a:cubicBezTo>
                <a:cubicBezTo>
                  <a:pt x="2709" y="5024"/>
                  <a:pt x="2688" y="4954"/>
                  <a:pt x="2759" y="4823"/>
                </a:cubicBezTo>
                <a:cubicBezTo>
                  <a:pt x="2782" y="4781"/>
                  <a:pt x="2851" y="4634"/>
                  <a:pt x="2915" y="4490"/>
                </a:cubicBezTo>
                <a:cubicBezTo>
                  <a:pt x="3118" y="4034"/>
                  <a:pt x="3341" y="3596"/>
                  <a:pt x="3574" y="3199"/>
                </a:cubicBezTo>
                <a:cubicBezTo>
                  <a:pt x="3805" y="2805"/>
                  <a:pt x="3854" y="2610"/>
                  <a:pt x="3748" y="2511"/>
                </a:cubicBezTo>
                <a:cubicBezTo>
                  <a:pt x="3660" y="2429"/>
                  <a:pt x="3383" y="2331"/>
                  <a:pt x="3054" y="2266"/>
                </a:cubicBezTo>
                <a:cubicBezTo>
                  <a:pt x="2775" y="2211"/>
                  <a:pt x="2712" y="2164"/>
                  <a:pt x="2801" y="2073"/>
                </a:cubicBezTo>
                <a:cubicBezTo>
                  <a:pt x="2822" y="2051"/>
                  <a:pt x="2922" y="1848"/>
                  <a:pt x="3021" y="1621"/>
                </a:cubicBezTo>
                <a:cubicBezTo>
                  <a:pt x="3120" y="1396"/>
                  <a:pt x="3278" y="1044"/>
                  <a:pt x="3370" y="842"/>
                </a:cubicBezTo>
                <a:cubicBezTo>
                  <a:pt x="3544" y="459"/>
                  <a:pt x="3579" y="243"/>
                  <a:pt x="3477" y="161"/>
                </a:cubicBezTo>
                <a:cubicBezTo>
                  <a:pt x="3400" y="97"/>
                  <a:pt x="3145" y="66"/>
                  <a:pt x="2565" y="49"/>
                </a:cubicBezTo>
                <a:cubicBezTo>
                  <a:pt x="2306" y="41"/>
                  <a:pt x="1907" y="24"/>
                  <a:pt x="1681" y="11"/>
                </a:cubicBezTo>
                <a:cubicBezTo>
                  <a:pt x="1562" y="4"/>
                  <a:pt x="1445" y="0"/>
                  <a:pt x="13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4" name="Google Shape;2254;p78"/>
          <p:cNvGrpSpPr/>
          <p:nvPr/>
        </p:nvGrpSpPr>
        <p:grpSpPr>
          <a:xfrm rot="-1127070">
            <a:off x="1507722" y="1937186"/>
            <a:ext cx="367818" cy="301080"/>
            <a:chOff x="7194125" y="2470757"/>
            <a:chExt cx="235750" cy="192975"/>
          </a:xfrm>
        </p:grpSpPr>
        <p:sp>
          <p:nvSpPr>
            <p:cNvPr id="2255" name="Google Shape;2255;p78"/>
            <p:cNvSpPr/>
            <p:nvPr/>
          </p:nvSpPr>
          <p:spPr>
            <a:xfrm>
              <a:off x="7211900" y="2494957"/>
              <a:ext cx="201950" cy="156725"/>
            </a:xfrm>
            <a:custGeom>
              <a:rect b="b" l="l" r="r" t="t"/>
              <a:pathLst>
                <a:path extrusionOk="0" h="6269" w="8078">
                  <a:moveTo>
                    <a:pt x="4337" y="0"/>
                  </a:moveTo>
                  <a:cubicBezTo>
                    <a:pt x="3651" y="1492"/>
                    <a:pt x="2908" y="2951"/>
                    <a:pt x="2100" y="4380"/>
                  </a:cubicBezTo>
                  <a:cubicBezTo>
                    <a:pt x="2053" y="4464"/>
                    <a:pt x="1953" y="4515"/>
                    <a:pt x="1857" y="4515"/>
                  </a:cubicBezTo>
                  <a:cubicBezTo>
                    <a:pt x="1790" y="4515"/>
                    <a:pt x="1724" y="4490"/>
                    <a:pt x="1679" y="4436"/>
                  </a:cubicBezTo>
                  <a:cubicBezTo>
                    <a:pt x="1137" y="3784"/>
                    <a:pt x="571" y="3156"/>
                    <a:pt x="1" y="2533"/>
                  </a:cubicBezTo>
                  <a:lnTo>
                    <a:pt x="1" y="2533"/>
                  </a:lnTo>
                  <a:cubicBezTo>
                    <a:pt x="211" y="3701"/>
                    <a:pt x="408" y="4872"/>
                    <a:pt x="511" y="6059"/>
                  </a:cubicBezTo>
                  <a:cubicBezTo>
                    <a:pt x="518" y="6120"/>
                    <a:pt x="490" y="6167"/>
                    <a:pt x="448" y="6202"/>
                  </a:cubicBezTo>
                  <a:cubicBezTo>
                    <a:pt x="1386" y="6050"/>
                    <a:pt x="2388" y="5987"/>
                    <a:pt x="3401" y="5987"/>
                  </a:cubicBezTo>
                  <a:cubicBezTo>
                    <a:pt x="4773" y="5987"/>
                    <a:pt x="6164" y="6102"/>
                    <a:pt x="7438" y="6269"/>
                  </a:cubicBezTo>
                  <a:cubicBezTo>
                    <a:pt x="7651" y="4923"/>
                    <a:pt x="7923" y="3604"/>
                    <a:pt x="8077" y="2253"/>
                  </a:cubicBezTo>
                  <a:lnTo>
                    <a:pt x="8077" y="2253"/>
                  </a:lnTo>
                  <a:cubicBezTo>
                    <a:pt x="7491" y="2923"/>
                    <a:pt x="6960" y="3629"/>
                    <a:pt x="6482" y="4387"/>
                  </a:cubicBezTo>
                  <a:cubicBezTo>
                    <a:pt x="6425" y="4477"/>
                    <a:pt x="6340" y="4518"/>
                    <a:pt x="6255" y="4518"/>
                  </a:cubicBezTo>
                  <a:cubicBezTo>
                    <a:pt x="6142" y="4518"/>
                    <a:pt x="6029" y="4445"/>
                    <a:pt x="5981" y="4320"/>
                  </a:cubicBezTo>
                  <a:cubicBezTo>
                    <a:pt x="5434" y="2881"/>
                    <a:pt x="4884" y="1440"/>
                    <a:pt x="4337" y="0"/>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8"/>
            <p:cNvSpPr/>
            <p:nvPr/>
          </p:nvSpPr>
          <p:spPr>
            <a:xfrm>
              <a:off x="7194125" y="2470757"/>
              <a:ext cx="235750" cy="192975"/>
            </a:xfrm>
            <a:custGeom>
              <a:rect b="b" l="l" r="r" t="t"/>
              <a:pathLst>
                <a:path extrusionOk="0" h="7719" w="9430">
                  <a:moveTo>
                    <a:pt x="5048" y="968"/>
                  </a:moveTo>
                  <a:cubicBezTo>
                    <a:pt x="5595" y="2409"/>
                    <a:pt x="6145" y="3849"/>
                    <a:pt x="6692" y="5288"/>
                  </a:cubicBezTo>
                  <a:cubicBezTo>
                    <a:pt x="6740" y="5413"/>
                    <a:pt x="6852" y="5486"/>
                    <a:pt x="6965" y="5486"/>
                  </a:cubicBezTo>
                  <a:cubicBezTo>
                    <a:pt x="7050" y="5486"/>
                    <a:pt x="7135" y="5445"/>
                    <a:pt x="7193" y="5355"/>
                  </a:cubicBezTo>
                  <a:cubicBezTo>
                    <a:pt x="7671" y="4597"/>
                    <a:pt x="8202" y="3891"/>
                    <a:pt x="8788" y="3221"/>
                  </a:cubicBezTo>
                  <a:lnTo>
                    <a:pt x="8788" y="3221"/>
                  </a:lnTo>
                  <a:cubicBezTo>
                    <a:pt x="8634" y="4573"/>
                    <a:pt x="8362" y="5891"/>
                    <a:pt x="8149" y="7237"/>
                  </a:cubicBezTo>
                  <a:cubicBezTo>
                    <a:pt x="6874" y="7071"/>
                    <a:pt x="5482" y="6955"/>
                    <a:pt x="4108" y="6955"/>
                  </a:cubicBezTo>
                  <a:cubicBezTo>
                    <a:pt x="3097" y="6955"/>
                    <a:pt x="2096" y="7018"/>
                    <a:pt x="1159" y="7170"/>
                  </a:cubicBezTo>
                  <a:cubicBezTo>
                    <a:pt x="1201" y="7135"/>
                    <a:pt x="1229" y="7088"/>
                    <a:pt x="1221" y="7027"/>
                  </a:cubicBezTo>
                  <a:cubicBezTo>
                    <a:pt x="1118" y="5840"/>
                    <a:pt x="921" y="4669"/>
                    <a:pt x="712" y="3501"/>
                  </a:cubicBezTo>
                  <a:lnTo>
                    <a:pt x="712" y="3501"/>
                  </a:lnTo>
                  <a:cubicBezTo>
                    <a:pt x="1282" y="4124"/>
                    <a:pt x="1847" y="4752"/>
                    <a:pt x="2390" y="5404"/>
                  </a:cubicBezTo>
                  <a:cubicBezTo>
                    <a:pt x="2435" y="5458"/>
                    <a:pt x="2501" y="5483"/>
                    <a:pt x="2568" y="5483"/>
                  </a:cubicBezTo>
                  <a:cubicBezTo>
                    <a:pt x="2664" y="5483"/>
                    <a:pt x="2764" y="5432"/>
                    <a:pt x="2811" y="5348"/>
                  </a:cubicBezTo>
                  <a:cubicBezTo>
                    <a:pt x="3619" y="3919"/>
                    <a:pt x="4362" y="2460"/>
                    <a:pt x="5048" y="968"/>
                  </a:cubicBezTo>
                  <a:close/>
                  <a:moveTo>
                    <a:pt x="5038" y="0"/>
                  </a:moveTo>
                  <a:cubicBezTo>
                    <a:pt x="4956" y="0"/>
                    <a:pt x="4878" y="39"/>
                    <a:pt x="4835" y="134"/>
                  </a:cubicBezTo>
                  <a:cubicBezTo>
                    <a:pt x="4134" y="1704"/>
                    <a:pt x="3364" y="3239"/>
                    <a:pt x="2531" y="4743"/>
                  </a:cubicBezTo>
                  <a:cubicBezTo>
                    <a:pt x="1871" y="3967"/>
                    <a:pt x="1189" y="3207"/>
                    <a:pt x="479" y="2478"/>
                  </a:cubicBezTo>
                  <a:cubicBezTo>
                    <a:pt x="426" y="2424"/>
                    <a:pt x="364" y="2400"/>
                    <a:pt x="303" y="2400"/>
                  </a:cubicBezTo>
                  <a:cubicBezTo>
                    <a:pt x="147" y="2400"/>
                    <a:pt x="0" y="2554"/>
                    <a:pt x="42" y="2732"/>
                  </a:cubicBezTo>
                  <a:cubicBezTo>
                    <a:pt x="377" y="4168"/>
                    <a:pt x="592" y="5625"/>
                    <a:pt x="839" y="7080"/>
                  </a:cubicBezTo>
                  <a:cubicBezTo>
                    <a:pt x="851" y="7146"/>
                    <a:pt x="897" y="7186"/>
                    <a:pt x="952" y="7204"/>
                  </a:cubicBezTo>
                  <a:cubicBezTo>
                    <a:pt x="781" y="7246"/>
                    <a:pt x="847" y="7486"/>
                    <a:pt x="1002" y="7502"/>
                  </a:cubicBezTo>
                  <a:cubicBezTo>
                    <a:pt x="1567" y="7565"/>
                    <a:pt x="2141" y="7579"/>
                    <a:pt x="2715" y="7579"/>
                  </a:cubicBezTo>
                  <a:cubicBezTo>
                    <a:pt x="3178" y="7579"/>
                    <a:pt x="3643" y="7570"/>
                    <a:pt x="4104" y="7570"/>
                  </a:cubicBezTo>
                  <a:cubicBezTo>
                    <a:pt x="4286" y="7570"/>
                    <a:pt x="4467" y="7572"/>
                    <a:pt x="4648" y="7576"/>
                  </a:cubicBezTo>
                  <a:cubicBezTo>
                    <a:pt x="5863" y="7601"/>
                    <a:pt x="7078" y="7714"/>
                    <a:pt x="8292" y="7719"/>
                  </a:cubicBezTo>
                  <a:cubicBezTo>
                    <a:pt x="8419" y="7719"/>
                    <a:pt x="8500" y="7613"/>
                    <a:pt x="8516" y="7504"/>
                  </a:cubicBezTo>
                  <a:cubicBezTo>
                    <a:pt x="8555" y="7476"/>
                    <a:pt x="8590" y="7438"/>
                    <a:pt x="8609" y="7378"/>
                  </a:cubicBezTo>
                  <a:cubicBezTo>
                    <a:pt x="9121" y="5802"/>
                    <a:pt x="9292" y="4078"/>
                    <a:pt x="9416" y="2432"/>
                  </a:cubicBezTo>
                  <a:cubicBezTo>
                    <a:pt x="9429" y="2268"/>
                    <a:pt x="9281" y="2162"/>
                    <a:pt x="9135" y="2162"/>
                  </a:cubicBezTo>
                  <a:cubicBezTo>
                    <a:pt x="9066" y="2162"/>
                    <a:pt x="8998" y="2185"/>
                    <a:pt x="8948" y="2237"/>
                  </a:cubicBezTo>
                  <a:cubicBezTo>
                    <a:pt x="8233" y="2981"/>
                    <a:pt x="7597" y="3776"/>
                    <a:pt x="7022" y="4625"/>
                  </a:cubicBezTo>
                  <a:cubicBezTo>
                    <a:pt x="6459" y="3150"/>
                    <a:pt x="5895" y="1674"/>
                    <a:pt x="5334" y="199"/>
                  </a:cubicBezTo>
                  <a:cubicBezTo>
                    <a:pt x="5290" y="85"/>
                    <a:pt x="5159" y="0"/>
                    <a:pt x="5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78"/>
          <p:cNvGrpSpPr/>
          <p:nvPr/>
        </p:nvGrpSpPr>
        <p:grpSpPr>
          <a:xfrm rot="1840858">
            <a:off x="2016762" y="1935782"/>
            <a:ext cx="367816" cy="301078"/>
            <a:chOff x="7194125" y="2470757"/>
            <a:chExt cx="235750" cy="192975"/>
          </a:xfrm>
        </p:grpSpPr>
        <p:sp>
          <p:nvSpPr>
            <p:cNvPr id="2258" name="Google Shape;2258;p78"/>
            <p:cNvSpPr/>
            <p:nvPr/>
          </p:nvSpPr>
          <p:spPr>
            <a:xfrm>
              <a:off x="7211900" y="2494957"/>
              <a:ext cx="201950" cy="156725"/>
            </a:xfrm>
            <a:custGeom>
              <a:rect b="b" l="l" r="r" t="t"/>
              <a:pathLst>
                <a:path extrusionOk="0" h="6269" w="8078">
                  <a:moveTo>
                    <a:pt x="4337" y="0"/>
                  </a:moveTo>
                  <a:cubicBezTo>
                    <a:pt x="3651" y="1492"/>
                    <a:pt x="2908" y="2951"/>
                    <a:pt x="2100" y="4380"/>
                  </a:cubicBezTo>
                  <a:cubicBezTo>
                    <a:pt x="2053" y="4464"/>
                    <a:pt x="1953" y="4515"/>
                    <a:pt x="1857" y="4515"/>
                  </a:cubicBezTo>
                  <a:cubicBezTo>
                    <a:pt x="1790" y="4515"/>
                    <a:pt x="1724" y="4490"/>
                    <a:pt x="1679" y="4436"/>
                  </a:cubicBezTo>
                  <a:cubicBezTo>
                    <a:pt x="1137" y="3784"/>
                    <a:pt x="571" y="3156"/>
                    <a:pt x="1" y="2533"/>
                  </a:cubicBezTo>
                  <a:lnTo>
                    <a:pt x="1" y="2533"/>
                  </a:lnTo>
                  <a:cubicBezTo>
                    <a:pt x="211" y="3701"/>
                    <a:pt x="408" y="4872"/>
                    <a:pt x="511" y="6059"/>
                  </a:cubicBezTo>
                  <a:cubicBezTo>
                    <a:pt x="518" y="6120"/>
                    <a:pt x="490" y="6167"/>
                    <a:pt x="448" y="6202"/>
                  </a:cubicBezTo>
                  <a:cubicBezTo>
                    <a:pt x="1386" y="6050"/>
                    <a:pt x="2388" y="5987"/>
                    <a:pt x="3401" y="5987"/>
                  </a:cubicBezTo>
                  <a:cubicBezTo>
                    <a:pt x="4773" y="5987"/>
                    <a:pt x="6164" y="6102"/>
                    <a:pt x="7438" y="6269"/>
                  </a:cubicBezTo>
                  <a:cubicBezTo>
                    <a:pt x="7651" y="4923"/>
                    <a:pt x="7923" y="3604"/>
                    <a:pt x="8077" y="2253"/>
                  </a:cubicBezTo>
                  <a:lnTo>
                    <a:pt x="8077" y="2253"/>
                  </a:lnTo>
                  <a:cubicBezTo>
                    <a:pt x="7491" y="2923"/>
                    <a:pt x="6960" y="3629"/>
                    <a:pt x="6482" y="4387"/>
                  </a:cubicBezTo>
                  <a:cubicBezTo>
                    <a:pt x="6425" y="4477"/>
                    <a:pt x="6340" y="4518"/>
                    <a:pt x="6255" y="4518"/>
                  </a:cubicBezTo>
                  <a:cubicBezTo>
                    <a:pt x="6142" y="4518"/>
                    <a:pt x="6029" y="4445"/>
                    <a:pt x="5981" y="4320"/>
                  </a:cubicBezTo>
                  <a:cubicBezTo>
                    <a:pt x="5434" y="2881"/>
                    <a:pt x="4884" y="1440"/>
                    <a:pt x="4337" y="0"/>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8"/>
            <p:cNvSpPr/>
            <p:nvPr/>
          </p:nvSpPr>
          <p:spPr>
            <a:xfrm>
              <a:off x="7194125" y="2470757"/>
              <a:ext cx="235750" cy="192975"/>
            </a:xfrm>
            <a:custGeom>
              <a:rect b="b" l="l" r="r" t="t"/>
              <a:pathLst>
                <a:path extrusionOk="0" h="7719" w="9430">
                  <a:moveTo>
                    <a:pt x="5048" y="968"/>
                  </a:moveTo>
                  <a:cubicBezTo>
                    <a:pt x="5595" y="2409"/>
                    <a:pt x="6145" y="3849"/>
                    <a:pt x="6692" y="5288"/>
                  </a:cubicBezTo>
                  <a:cubicBezTo>
                    <a:pt x="6740" y="5413"/>
                    <a:pt x="6852" y="5486"/>
                    <a:pt x="6965" y="5486"/>
                  </a:cubicBezTo>
                  <a:cubicBezTo>
                    <a:pt x="7050" y="5486"/>
                    <a:pt x="7135" y="5445"/>
                    <a:pt x="7193" y="5355"/>
                  </a:cubicBezTo>
                  <a:cubicBezTo>
                    <a:pt x="7671" y="4597"/>
                    <a:pt x="8202" y="3891"/>
                    <a:pt x="8788" y="3221"/>
                  </a:cubicBezTo>
                  <a:lnTo>
                    <a:pt x="8788" y="3221"/>
                  </a:lnTo>
                  <a:cubicBezTo>
                    <a:pt x="8634" y="4573"/>
                    <a:pt x="8362" y="5891"/>
                    <a:pt x="8149" y="7237"/>
                  </a:cubicBezTo>
                  <a:cubicBezTo>
                    <a:pt x="6874" y="7071"/>
                    <a:pt x="5482" y="6955"/>
                    <a:pt x="4108" y="6955"/>
                  </a:cubicBezTo>
                  <a:cubicBezTo>
                    <a:pt x="3097" y="6955"/>
                    <a:pt x="2096" y="7018"/>
                    <a:pt x="1159" y="7170"/>
                  </a:cubicBezTo>
                  <a:cubicBezTo>
                    <a:pt x="1201" y="7135"/>
                    <a:pt x="1229" y="7088"/>
                    <a:pt x="1221" y="7027"/>
                  </a:cubicBezTo>
                  <a:cubicBezTo>
                    <a:pt x="1118" y="5840"/>
                    <a:pt x="921" y="4669"/>
                    <a:pt x="712" y="3501"/>
                  </a:cubicBezTo>
                  <a:lnTo>
                    <a:pt x="712" y="3501"/>
                  </a:lnTo>
                  <a:cubicBezTo>
                    <a:pt x="1282" y="4124"/>
                    <a:pt x="1847" y="4752"/>
                    <a:pt x="2390" y="5404"/>
                  </a:cubicBezTo>
                  <a:cubicBezTo>
                    <a:pt x="2435" y="5458"/>
                    <a:pt x="2501" y="5483"/>
                    <a:pt x="2568" y="5483"/>
                  </a:cubicBezTo>
                  <a:cubicBezTo>
                    <a:pt x="2664" y="5483"/>
                    <a:pt x="2764" y="5432"/>
                    <a:pt x="2811" y="5348"/>
                  </a:cubicBezTo>
                  <a:cubicBezTo>
                    <a:pt x="3619" y="3919"/>
                    <a:pt x="4362" y="2460"/>
                    <a:pt x="5048" y="968"/>
                  </a:cubicBezTo>
                  <a:close/>
                  <a:moveTo>
                    <a:pt x="5038" y="0"/>
                  </a:moveTo>
                  <a:cubicBezTo>
                    <a:pt x="4956" y="0"/>
                    <a:pt x="4878" y="39"/>
                    <a:pt x="4835" y="134"/>
                  </a:cubicBezTo>
                  <a:cubicBezTo>
                    <a:pt x="4134" y="1704"/>
                    <a:pt x="3364" y="3239"/>
                    <a:pt x="2531" y="4743"/>
                  </a:cubicBezTo>
                  <a:cubicBezTo>
                    <a:pt x="1871" y="3967"/>
                    <a:pt x="1189" y="3207"/>
                    <a:pt x="479" y="2478"/>
                  </a:cubicBezTo>
                  <a:cubicBezTo>
                    <a:pt x="426" y="2424"/>
                    <a:pt x="364" y="2400"/>
                    <a:pt x="303" y="2400"/>
                  </a:cubicBezTo>
                  <a:cubicBezTo>
                    <a:pt x="147" y="2400"/>
                    <a:pt x="0" y="2554"/>
                    <a:pt x="42" y="2732"/>
                  </a:cubicBezTo>
                  <a:cubicBezTo>
                    <a:pt x="377" y="4168"/>
                    <a:pt x="592" y="5625"/>
                    <a:pt x="839" y="7080"/>
                  </a:cubicBezTo>
                  <a:cubicBezTo>
                    <a:pt x="851" y="7146"/>
                    <a:pt x="897" y="7186"/>
                    <a:pt x="952" y="7204"/>
                  </a:cubicBezTo>
                  <a:cubicBezTo>
                    <a:pt x="781" y="7246"/>
                    <a:pt x="847" y="7486"/>
                    <a:pt x="1002" y="7502"/>
                  </a:cubicBezTo>
                  <a:cubicBezTo>
                    <a:pt x="1567" y="7565"/>
                    <a:pt x="2141" y="7579"/>
                    <a:pt x="2715" y="7579"/>
                  </a:cubicBezTo>
                  <a:cubicBezTo>
                    <a:pt x="3178" y="7579"/>
                    <a:pt x="3643" y="7570"/>
                    <a:pt x="4104" y="7570"/>
                  </a:cubicBezTo>
                  <a:cubicBezTo>
                    <a:pt x="4286" y="7570"/>
                    <a:pt x="4467" y="7572"/>
                    <a:pt x="4648" y="7576"/>
                  </a:cubicBezTo>
                  <a:cubicBezTo>
                    <a:pt x="5863" y="7601"/>
                    <a:pt x="7078" y="7714"/>
                    <a:pt x="8292" y="7719"/>
                  </a:cubicBezTo>
                  <a:cubicBezTo>
                    <a:pt x="8419" y="7719"/>
                    <a:pt x="8500" y="7613"/>
                    <a:pt x="8516" y="7504"/>
                  </a:cubicBezTo>
                  <a:cubicBezTo>
                    <a:pt x="8555" y="7476"/>
                    <a:pt x="8590" y="7438"/>
                    <a:pt x="8609" y="7378"/>
                  </a:cubicBezTo>
                  <a:cubicBezTo>
                    <a:pt x="9121" y="5802"/>
                    <a:pt x="9292" y="4078"/>
                    <a:pt x="9416" y="2432"/>
                  </a:cubicBezTo>
                  <a:cubicBezTo>
                    <a:pt x="9429" y="2268"/>
                    <a:pt x="9281" y="2162"/>
                    <a:pt x="9135" y="2162"/>
                  </a:cubicBezTo>
                  <a:cubicBezTo>
                    <a:pt x="9066" y="2162"/>
                    <a:pt x="8998" y="2185"/>
                    <a:pt x="8948" y="2237"/>
                  </a:cubicBezTo>
                  <a:cubicBezTo>
                    <a:pt x="8233" y="2981"/>
                    <a:pt x="7597" y="3776"/>
                    <a:pt x="7022" y="4625"/>
                  </a:cubicBezTo>
                  <a:cubicBezTo>
                    <a:pt x="6459" y="3150"/>
                    <a:pt x="5895" y="1674"/>
                    <a:pt x="5334" y="199"/>
                  </a:cubicBezTo>
                  <a:cubicBezTo>
                    <a:pt x="5290" y="85"/>
                    <a:pt x="5159" y="0"/>
                    <a:pt x="5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78"/>
          <p:cNvGrpSpPr/>
          <p:nvPr/>
        </p:nvGrpSpPr>
        <p:grpSpPr>
          <a:xfrm>
            <a:off x="713184" y="4691184"/>
            <a:ext cx="7726459" cy="369843"/>
            <a:chOff x="713184" y="4691184"/>
            <a:chExt cx="7726459" cy="369843"/>
          </a:xfrm>
        </p:grpSpPr>
        <p:sp>
          <p:nvSpPr>
            <p:cNvPr id="2261" name="Google Shape;2261;p78"/>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262" name="Google Shape;2262;p78"/>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8"/>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8">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8" name="Shape 2268"/>
        <p:cNvGrpSpPr/>
        <p:nvPr/>
      </p:nvGrpSpPr>
      <p:grpSpPr>
        <a:xfrm>
          <a:off x="0" y="0"/>
          <a:ext cx="0" cy="0"/>
          <a:chOff x="0" y="0"/>
          <a:chExt cx="0" cy="0"/>
        </a:xfrm>
      </p:grpSpPr>
      <p:grpSp>
        <p:nvGrpSpPr>
          <p:cNvPr id="2269" name="Google Shape;2269;p79"/>
          <p:cNvGrpSpPr/>
          <p:nvPr/>
        </p:nvGrpSpPr>
        <p:grpSpPr>
          <a:xfrm>
            <a:off x="3818120" y="1220979"/>
            <a:ext cx="3690217" cy="664229"/>
            <a:chOff x="2500316" y="711578"/>
            <a:chExt cx="4143518" cy="745906"/>
          </a:xfrm>
        </p:grpSpPr>
        <p:sp>
          <p:nvSpPr>
            <p:cNvPr id="2270" name="Google Shape;2270;p79"/>
            <p:cNvSpPr/>
            <p:nvPr/>
          </p:nvSpPr>
          <p:spPr>
            <a:xfrm>
              <a:off x="2521150" y="885178"/>
              <a:ext cx="810325" cy="540800"/>
            </a:xfrm>
            <a:custGeom>
              <a:rect b="b" l="l" r="r" t="t"/>
              <a:pathLst>
                <a:path extrusionOk="0" h="21632" w="32413">
                  <a:moveTo>
                    <a:pt x="20115" y="0"/>
                  </a:moveTo>
                  <a:lnTo>
                    <a:pt x="1524" y="853"/>
                  </a:lnTo>
                  <a:lnTo>
                    <a:pt x="10262" y="9947"/>
                  </a:lnTo>
                  <a:lnTo>
                    <a:pt x="5560" y="16290"/>
                  </a:lnTo>
                  <a:lnTo>
                    <a:pt x="0" y="21632"/>
                  </a:lnTo>
                  <a:lnTo>
                    <a:pt x="32413" y="21226"/>
                  </a:lnTo>
                </a:path>
              </a:pathLst>
            </a:custGeom>
            <a:solidFill>
              <a:schemeClr val="accent2"/>
            </a:solidFill>
            <a:ln cap="flat" cmpd="sng" w="9525">
              <a:solidFill>
                <a:schemeClr val="accent2"/>
              </a:solidFill>
              <a:prstDash val="solid"/>
              <a:round/>
              <a:headEnd len="med" w="med" type="none"/>
              <a:tailEnd len="med" w="med" type="none"/>
            </a:ln>
          </p:spPr>
        </p:sp>
        <p:sp>
          <p:nvSpPr>
            <p:cNvPr id="2271" name="Google Shape;2271;p79"/>
            <p:cNvSpPr/>
            <p:nvPr/>
          </p:nvSpPr>
          <p:spPr>
            <a:xfrm>
              <a:off x="3060950" y="1283728"/>
              <a:ext cx="287700" cy="121900"/>
            </a:xfrm>
            <a:custGeom>
              <a:rect b="b" l="l" r="r" t="t"/>
              <a:pathLst>
                <a:path extrusionOk="0" h="4876" w="11508">
                  <a:moveTo>
                    <a:pt x="0" y="203"/>
                  </a:moveTo>
                  <a:lnTo>
                    <a:pt x="11508" y="4876"/>
                  </a:lnTo>
                  <a:lnTo>
                    <a:pt x="11380" y="0"/>
                  </a:lnTo>
                  <a:close/>
                </a:path>
              </a:pathLst>
            </a:custGeom>
            <a:solidFill>
              <a:schemeClr val="accent1"/>
            </a:solidFill>
            <a:ln>
              <a:noFill/>
            </a:ln>
          </p:spPr>
        </p:sp>
        <p:sp>
          <p:nvSpPr>
            <p:cNvPr id="2272" name="Google Shape;2272;p79"/>
            <p:cNvSpPr/>
            <p:nvPr/>
          </p:nvSpPr>
          <p:spPr>
            <a:xfrm>
              <a:off x="5948725" y="881828"/>
              <a:ext cx="687675" cy="564175"/>
            </a:xfrm>
            <a:custGeom>
              <a:rect b="b" l="l" r="r" t="t"/>
              <a:pathLst>
                <a:path extrusionOk="0" h="22567" w="27507">
                  <a:moveTo>
                    <a:pt x="7611" y="134"/>
                  </a:moveTo>
                  <a:lnTo>
                    <a:pt x="27374" y="0"/>
                  </a:lnTo>
                  <a:lnTo>
                    <a:pt x="19095" y="10816"/>
                  </a:lnTo>
                  <a:lnTo>
                    <a:pt x="22166" y="16424"/>
                  </a:lnTo>
                  <a:lnTo>
                    <a:pt x="27507" y="22300"/>
                  </a:lnTo>
                  <a:lnTo>
                    <a:pt x="0" y="22567"/>
                  </a:lnTo>
                </a:path>
              </a:pathLst>
            </a:custGeom>
            <a:solidFill>
              <a:schemeClr val="accent2"/>
            </a:solidFill>
            <a:ln cap="flat" cmpd="sng" w="9525">
              <a:solidFill>
                <a:schemeClr val="accent2"/>
              </a:solidFill>
              <a:prstDash val="solid"/>
              <a:round/>
              <a:headEnd len="med" w="med" type="none"/>
              <a:tailEnd len="med" w="med" type="none"/>
            </a:ln>
          </p:spPr>
        </p:sp>
        <p:sp>
          <p:nvSpPr>
            <p:cNvPr id="2273" name="Google Shape;2273;p79"/>
            <p:cNvSpPr/>
            <p:nvPr/>
          </p:nvSpPr>
          <p:spPr>
            <a:xfrm>
              <a:off x="3034450" y="724928"/>
              <a:ext cx="3144625" cy="584200"/>
            </a:xfrm>
            <a:custGeom>
              <a:rect b="b" l="l" r="r" t="t"/>
              <a:pathLst>
                <a:path extrusionOk="0" h="23368" w="125785">
                  <a:moveTo>
                    <a:pt x="134" y="801"/>
                  </a:moveTo>
                  <a:lnTo>
                    <a:pt x="67032" y="2003"/>
                  </a:lnTo>
                  <a:lnTo>
                    <a:pt x="123381" y="0"/>
                  </a:lnTo>
                  <a:lnTo>
                    <a:pt x="125785" y="21899"/>
                  </a:lnTo>
                  <a:lnTo>
                    <a:pt x="87462" y="23368"/>
                  </a:lnTo>
                  <a:lnTo>
                    <a:pt x="37655" y="22834"/>
                  </a:lnTo>
                  <a:lnTo>
                    <a:pt x="935" y="22033"/>
                  </a:lnTo>
                  <a:lnTo>
                    <a:pt x="0" y="7478"/>
                  </a:lnTo>
                </a:path>
              </a:pathLst>
            </a:custGeom>
            <a:solidFill>
              <a:schemeClr val="accent2"/>
            </a:solidFill>
            <a:ln cap="flat" cmpd="sng" w="9525">
              <a:solidFill>
                <a:schemeClr val="accent2"/>
              </a:solidFill>
              <a:prstDash val="solid"/>
              <a:round/>
              <a:headEnd len="med" w="med" type="none"/>
              <a:tailEnd len="med" w="med" type="none"/>
            </a:ln>
          </p:spPr>
        </p:sp>
        <p:sp>
          <p:nvSpPr>
            <p:cNvPr id="2274" name="Google Shape;2274;p79"/>
            <p:cNvSpPr/>
            <p:nvPr/>
          </p:nvSpPr>
          <p:spPr>
            <a:xfrm>
              <a:off x="5928700" y="1275753"/>
              <a:ext cx="237700" cy="150200"/>
            </a:xfrm>
            <a:custGeom>
              <a:rect b="b" l="l" r="r" t="t"/>
              <a:pathLst>
                <a:path extrusionOk="0" h="6008" w="9508">
                  <a:moveTo>
                    <a:pt x="9508" y="365"/>
                  </a:moveTo>
                  <a:lnTo>
                    <a:pt x="0" y="6008"/>
                  </a:lnTo>
                  <a:lnTo>
                    <a:pt x="267" y="0"/>
                  </a:lnTo>
                  <a:close/>
                </a:path>
              </a:pathLst>
            </a:custGeom>
            <a:solidFill>
              <a:schemeClr val="accent1"/>
            </a:solidFill>
            <a:ln>
              <a:noFill/>
            </a:ln>
          </p:spPr>
        </p:sp>
        <p:sp>
          <p:nvSpPr>
            <p:cNvPr id="2275" name="Google Shape;2275;p79"/>
            <p:cNvSpPr/>
            <p:nvPr/>
          </p:nvSpPr>
          <p:spPr>
            <a:xfrm>
              <a:off x="2500316" y="711578"/>
              <a:ext cx="4143518" cy="745906"/>
            </a:xfrm>
            <a:custGeom>
              <a:rect b="b" l="l" r="r" t="t"/>
              <a:pathLst>
                <a:path extrusionOk="0" h="5172" w="26741">
                  <a:moveTo>
                    <a:pt x="3678" y="4001"/>
                  </a:moveTo>
                  <a:lnTo>
                    <a:pt x="3678" y="4001"/>
                  </a:lnTo>
                  <a:cubicBezTo>
                    <a:pt x="4254" y="4040"/>
                    <a:pt x="4830" y="4060"/>
                    <a:pt x="5405" y="4089"/>
                  </a:cubicBezTo>
                  <a:cubicBezTo>
                    <a:pt x="5415" y="4323"/>
                    <a:pt x="5444" y="4557"/>
                    <a:pt x="5473" y="4791"/>
                  </a:cubicBezTo>
                  <a:cubicBezTo>
                    <a:pt x="4878" y="4528"/>
                    <a:pt x="4283" y="4245"/>
                    <a:pt x="3678" y="4001"/>
                  </a:cubicBezTo>
                  <a:close/>
                  <a:moveTo>
                    <a:pt x="23424" y="4050"/>
                  </a:moveTo>
                  <a:cubicBezTo>
                    <a:pt x="23024" y="4303"/>
                    <a:pt x="22633" y="4577"/>
                    <a:pt x="22243" y="4850"/>
                  </a:cubicBezTo>
                  <a:cubicBezTo>
                    <a:pt x="22233" y="4616"/>
                    <a:pt x="22233" y="4372"/>
                    <a:pt x="22233" y="4138"/>
                  </a:cubicBezTo>
                  <a:cubicBezTo>
                    <a:pt x="22233" y="4118"/>
                    <a:pt x="22224" y="4099"/>
                    <a:pt x="22214" y="4089"/>
                  </a:cubicBezTo>
                  <a:cubicBezTo>
                    <a:pt x="22624" y="4079"/>
                    <a:pt x="23024" y="4060"/>
                    <a:pt x="23424" y="4050"/>
                  </a:cubicBezTo>
                  <a:close/>
                  <a:moveTo>
                    <a:pt x="3278" y="1299"/>
                  </a:moveTo>
                  <a:lnTo>
                    <a:pt x="3278" y="1299"/>
                  </a:lnTo>
                  <a:cubicBezTo>
                    <a:pt x="3259" y="2157"/>
                    <a:pt x="3337" y="3016"/>
                    <a:pt x="3513" y="3855"/>
                  </a:cubicBezTo>
                  <a:cubicBezTo>
                    <a:pt x="3444" y="3884"/>
                    <a:pt x="3454" y="3991"/>
                    <a:pt x="3532" y="4001"/>
                  </a:cubicBezTo>
                  <a:lnTo>
                    <a:pt x="3552" y="4001"/>
                  </a:lnTo>
                  <a:cubicBezTo>
                    <a:pt x="3532" y="4020"/>
                    <a:pt x="3542" y="4050"/>
                    <a:pt x="3571" y="4069"/>
                  </a:cubicBezTo>
                  <a:cubicBezTo>
                    <a:pt x="4117" y="4352"/>
                    <a:pt x="4673" y="4616"/>
                    <a:pt x="5239" y="4869"/>
                  </a:cubicBezTo>
                  <a:cubicBezTo>
                    <a:pt x="4456" y="4851"/>
                    <a:pt x="3667" y="4841"/>
                    <a:pt x="2876" y="4841"/>
                  </a:cubicBezTo>
                  <a:cubicBezTo>
                    <a:pt x="1992" y="4841"/>
                    <a:pt x="1106" y="4853"/>
                    <a:pt x="225" y="4879"/>
                  </a:cubicBezTo>
                  <a:cubicBezTo>
                    <a:pt x="781" y="4333"/>
                    <a:pt x="1308" y="3747"/>
                    <a:pt x="1796" y="3142"/>
                  </a:cubicBezTo>
                  <a:cubicBezTo>
                    <a:pt x="1815" y="3113"/>
                    <a:pt x="1825" y="3074"/>
                    <a:pt x="1805" y="3035"/>
                  </a:cubicBezTo>
                  <a:lnTo>
                    <a:pt x="1805" y="3035"/>
                  </a:lnTo>
                  <a:cubicBezTo>
                    <a:pt x="1814" y="3042"/>
                    <a:pt x="1823" y="3045"/>
                    <a:pt x="1832" y="3045"/>
                  </a:cubicBezTo>
                  <a:cubicBezTo>
                    <a:pt x="1874" y="3045"/>
                    <a:pt x="1914" y="2980"/>
                    <a:pt x="1874" y="2947"/>
                  </a:cubicBezTo>
                  <a:cubicBezTo>
                    <a:pt x="1337" y="2508"/>
                    <a:pt x="888" y="1972"/>
                    <a:pt x="547" y="1367"/>
                  </a:cubicBezTo>
                  <a:lnTo>
                    <a:pt x="547" y="1367"/>
                  </a:lnTo>
                  <a:cubicBezTo>
                    <a:pt x="931" y="1388"/>
                    <a:pt x="1314" y="1398"/>
                    <a:pt x="1698" y="1398"/>
                  </a:cubicBezTo>
                  <a:cubicBezTo>
                    <a:pt x="2202" y="1398"/>
                    <a:pt x="2706" y="1381"/>
                    <a:pt x="3210" y="1347"/>
                  </a:cubicBezTo>
                  <a:cubicBezTo>
                    <a:pt x="3239" y="1338"/>
                    <a:pt x="3269" y="1328"/>
                    <a:pt x="3278" y="1299"/>
                  </a:cubicBezTo>
                  <a:close/>
                  <a:moveTo>
                    <a:pt x="23217" y="1"/>
                  </a:moveTo>
                  <a:cubicBezTo>
                    <a:pt x="23215" y="1"/>
                    <a:pt x="23212" y="1"/>
                    <a:pt x="23209" y="1"/>
                  </a:cubicBezTo>
                  <a:cubicBezTo>
                    <a:pt x="18652" y="189"/>
                    <a:pt x="14100" y="234"/>
                    <a:pt x="9547" y="234"/>
                  </a:cubicBezTo>
                  <a:cubicBezTo>
                    <a:pt x="7490" y="234"/>
                    <a:pt x="5434" y="225"/>
                    <a:pt x="3376" y="216"/>
                  </a:cubicBezTo>
                  <a:cubicBezTo>
                    <a:pt x="3317" y="216"/>
                    <a:pt x="3288" y="284"/>
                    <a:pt x="3327" y="323"/>
                  </a:cubicBezTo>
                  <a:cubicBezTo>
                    <a:pt x="3308" y="616"/>
                    <a:pt x="3298" y="908"/>
                    <a:pt x="3288" y="1201"/>
                  </a:cubicBezTo>
                  <a:cubicBezTo>
                    <a:pt x="3278" y="1172"/>
                    <a:pt x="3249" y="1162"/>
                    <a:pt x="3210" y="1162"/>
                  </a:cubicBezTo>
                  <a:cubicBezTo>
                    <a:pt x="2499" y="1200"/>
                    <a:pt x="1794" y="1214"/>
                    <a:pt x="1086" y="1214"/>
                  </a:cubicBezTo>
                  <a:cubicBezTo>
                    <a:pt x="881" y="1214"/>
                    <a:pt x="675" y="1213"/>
                    <a:pt x="469" y="1211"/>
                  </a:cubicBezTo>
                  <a:cubicBezTo>
                    <a:pt x="453" y="1193"/>
                    <a:pt x="433" y="1185"/>
                    <a:pt x="413" y="1185"/>
                  </a:cubicBezTo>
                  <a:cubicBezTo>
                    <a:pt x="355" y="1185"/>
                    <a:pt x="294" y="1246"/>
                    <a:pt x="322" y="1318"/>
                  </a:cubicBezTo>
                  <a:cubicBezTo>
                    <a:pt x="644" y="1991"/>
                    <a:pt x="1132" y="2567"/>
                    <a:pt x="1747" y="2996"/>
                  </a:cubicBezTo>
                  <a:cubicBezTo>
                    <a:pt x="1739" y="2994"/>
                    <a:pt x="1732" y="2992"/>
                    <a:pt x="1725" y="2992"/>
                  </a:cubicBezTo>
                  <a:cubicBezTo>
                    <a:pt x="1707" y="2992"/>
                    <a:pt x="1693" y="3001"/>
                    <a:pt x="1679" y="3016"/>
                  </a:cubicBezTo>
                  <a:cubicBezTo>
                    <a:pt x="1132" y="3581"/>
                    <a:pt x="615" y="4186"/>
                    <a:pt x="137" y="4811"/>
                  </a:cubicBezTo>
                  <a:cubicBezTo>
                    <a:pt x="118" y="4830"/>
                    <a:pt x="118" y="4859"/>
                    <a:pt x="137" y="4889"/>
                  </a:cubicBezTo>
                  <a:lnTo>
                    <a:pt x="127" y="4889"/>
                  </a:lnTo>
                  <a:cubicBezTo>
                    <a:pt x="1" y="4898"/>
                    <a:pt x="1" y="5074"/>
                    <a:pt x="127" y="5084"/>
                  </a:cubicBezTo>
                  <a:cubicBezTo>
                    <a:pt x="756" y="5112"/>
                    <a:pt x="1385" y="5126"/>
                    <a:pt x="2015" y="5126"/>
                  </a:cubicBezTo>
                  <a:cubicBezTo>
                    <a:pt x="3146" y="5126"/>
                    <a:pt x="4277" y="5080"/>
                    <a:pt x="5405" y="4986"/>
                  </a:cubicBezTo>
                  <a:cubicBezTo>
                    <a:pt x="5425" y="4986"/>
                    <a:pt x="5444" y="4977"/>
                    <a:pt x="5454" y="4957"/>
                  </a:cubicBezTo>
                  <a:lnTo>
                    <a:pt x="5532" y="4996"/>
                  </a:lnTo>
                  <a:cubicBezTo>
                    <a:pt x="5544" y="5001"/>
                    <a:pt x="5557" y="5003"/>
                    <a:pt x="5571" y="5003"/>
                  </a:cubicBezTo>
                  <a:cubicBezTo>
                    <a:pt x="5614" y="5003"/>
                    <a:pt x="5659" y="4979"/>
                    <a:pt x="5659" y="4928"/>
                  </a:cubicBezTo>
                  <a:cubicBezTo>
                    <a:pt x="5630" y="4645"/>
                    <a:pt x="5620" y="4372"/>
                    <a:pt x="5571" y="4099"/>
                  </a:cubicBezTo>
                  <a:lnTo>
                    <a:pt x="5571" y="4099"/>
                  </a:lnTo>
                  <a:cubicBezTo>
                    <a:pt x="8244" y="4206"/>
                    <a:pt x="10917" y="4216"/>
                    <a:pt x="13580" y="4216"/>
                  </a:cubicBezTo>
                  <a:cubicBezTo>
                    <a:pt x="16409" y="4216"/>
                    <a:pt x="19239" y="4186"/>
                    <a:pt x="22077" y="4099"/>
                  </a:cubicBezTo>
                  <a:lnTo>
                    <a:pt x="22077" y="4099"/>
                  </a:lnTo>
                  <a:cubicBezTo>
                    <a:pt x="22068" y="4108"/>
                    <a:pt x="22058" y="4118"/>
                    <a:pt x="22058" y="4138"/>
                  </a:cubicBezTo>
                  <a:cubicBezTo>
                    <a:pt x="22058" y="4430"/>
                    <a:pt x="22077" y="4723"/>
                    <a:pt x="22077" y="5016"/>
                  </a:cubicBezTo>
                  <a:cubicBezTo>
                    <a:pt x="22077" y="5064"/>
                    <a:pt x="22116" y="5103"/>
                    <a:pt x="22175" y="5113"/>
                  </a:cubicBezTo>
                  <a:cubicBezTo>
                    <a:pt x="22175" y="5142"/>
                    <a:pt x="22204" y="5172"/>
                    <a:pt x="22233" y="5172"/>
                  </a:cubicBezTo>
                  <a:cubicBezTo>
                    <a:pt x="23697" y="5172"/>
                    <a:pt x="25160" y="5162"/>
                    <a:pt x="26623" y="5094"/>
                  </a:cubicBezTo>
                  <a:cubicBezTo>
                    <a:pt x="26741" y="5084"/>
                    <a:pt x="26731" y="4918"/>
                    <a:pt x="26614" y="4918"/>
                  </a:cubicBezTo>
                  <a:lnTo>
                    <a:pt x="26584" y="4918"/>
                  </a:lnTo>
                  <a:cubicBezTo>
                    <a:pt x="26604" y="4889"/>
                    <a:pt x="26594" y="4859"/>
                    <a:pt x="26575" y="4830"/>
                  </a:cubicBezTo>
                  <a:cubicBezTo>
                    <a:pt x="26067" y="4303"/>
                    <a:pt x="25677" y="3679"/>
                    <a:pt x="25424" y="2996"/>
                  </a:cubicBezTo>
                  <a:lnTo>
                    <a:pt x="25424" y="2986"/>
                  </a:lnTo>
                  <a:cubicBezTo>
                    <a:pt x="25443" y="2977"/>
                    <a:pt x="25453" y="2967"/>
                    <a:pt x="25463" y="2957"/>
                  </a:cubicBezTo>
                  <a:cubicBezTo>
                    <a:pt x="25853" y="2401"/>
                    <a:pt x="26272" y="1874"/>
                    <a:pt x="26682" y="1338"/>
                  </a:cubicBezTo>
                  <a:cubicBezTo>
                    <a:pt x="26702" y="1318"/>
                    <a:pt x="26702" y="1289"/>
                    <a:pt x="26672" y="1269"/>
                  </a:cubicBezTo>
                  <a:cubicBezTo>
                    <a:pt x="26731" y="1221"/>
                    <a:pt x="26692" y="1133"/>
                    <a:pt x="26614" y="1123"/>
                  </a:cubicBezTo>
                  <a:cubicBezTo>
                    <a:pt x="26261" y="1116"/>
                    <a:pt x="25907" y="1113"/>
                    <a:pt x="25553" y="1113"/>
                  </a:cubicBezTo>
                  <a:cubicBezTo>
                    <a:pt x="24907" y="1113"/>
                    <a:pt x="24258" y="1124"/>
                    <a:pt x="23609" y="1143"/>
                  </a:cubicBezTo>
                  <a:cubicBezTo>
                    <a:pt x="23570" y="840"/>
                    <a:pt x="23531" y="528"/>
                    <a:pt x="23492" y="235"/>
                  </a:cubicBezTo>
                  <a:cubicBezTo>
                    <a:pt x="23487" y="172"/>
                    <a:pt x="23438" y="140"/>
                    <a:pt x="23392" y="140"/>
                  </a:cubicBezTo>
                  <a:cubicBezTo>
                    <a:pt x="23346" y="140"/>
                    <a:pt x="23302" y="172"/>
                    <a:pt x="23307" y="235"/>
                  </a:cubicBezTo>
                  <a:cubicBezTo>
                    <a:pt x="23394" y="1396"/>
                    <a:pt x="23394" y="2694"/>
                    <a:pt x="23687" y="3825"/>
                  </a:cubicBezTo>
                  <a:cubicBezTo>
                    <a:pt x="23696" y="3852"/>
                    <a:pt x="23717" y="3865"/>
                    <a:pt x="23738" y="3865"/>
                  </a:cubicBezTo>
                  <a:cubicBezTo>
                    <a:pt x="23762" y="3865"/>
                    <a:pt x="23785" y="3847"/>
                    <a:pt x="23785" y="3816"/>
                  </a:cubicBezTo>
                  <a:cubicBezTo>
                    <a:pt x="23833" y="2996"/>
                    <a:pt x="23736" y="2128"/>
                    <a:pt x="23629" y="1279"/>
                  </a:cubicBezTo>
                  <a:lnTo>
                    <a:pt x="23629" y="1279"/>
                  </a:lnTo>
                  <a:cubicBezTo>
                    <a:pt x="24247" y="1298"/>
                    <a:pt x="24869" y="1305"/>
                    <a:pt x="25491" y="1305"/>
                  </a:cubicBezTo>
                  <a:cubicBezTo>
                    <a:pt x="25849" y="1305"/>
                    <a:pt x="26208" y="1302"/>
                    <a:pt x="26565" y="1299"/>
                  </a:cubicBezTo>
                  <a:lnTo>
                    <a:pt x="26565" y="1299"/>
                  </a:lnTo>
                  <a:cubicBezTo>
                    <a:pt x="26097" y="1777"/>
                    <a:pt x="25667" y="2294"/>
                    <a:pt x="25297" y="2860"/>
                  </a:cubicBezTo>
                  <a:cubicBezTo>
                    <a:pt x="25267" y="2899"/>
                    <a:pt x="25277" y="2957"/>
                    <a:pt x="25316" y="2977"/>
                  </a:cubicBezTo>
                  <a:cubicBezTo>
                    <a:pt x="25306" y="2996"/>
                    <a:pt x="25306" y="3016"/>
                    <a:pt x="25306" y="3025"/>
                  </a:cubicBezTo>
                  <a:cubicBezTo>
                    <a:pt x="25521" y="3738"/>
                    <a:pt x="25902" y="4391"/>
                    <a:pt x="26428" y="4928"/>
                  </a:cubicBezTo>
                  <a:cubicBezTo>
                    <a:pt x="25053" y="4928"/>
                    <a:pt x="23677" y="4977"/>
                    <a:pt x="22302" y="5025"/>
                  </a:cubicBezTo>
                  <a:cubicBezTo>
                    <a:pt x="22760" y="4713"/>
                    <a:pt x="23219" y="4391"/>
                    <a:pt x="23658" y="4050"/>
                  </a:cubicBezTo>
                  <a:cubicBezTo>
                    <a:pt x="23677" y="4040"/>
                    <a:pt x="23687" y="4030"/>
                    <a:pt x="23687" y="4011"/>
                  </a:cubicBezTo>
                  <a:cubicBezTo>
                    <a:pt x="23755" y="3942"/>
                    <a:pt x="23707" y="3825"/>
                    <a:pt x="23609" y="3825"/>
                  </a:cubicBezTo>
                  <a:cubicBezTo>
                    <a:pt x="20263" y="3923"/>
                    <a:pt x="16917" y="4001"/>
                    <a:pt x="13571" y="4001"/>
                  </a:cubicBezTo>
                  <a:cubicBezTo>
                    <a:pt x="10263" y="4001"/>
                    <a:pt x="6956" y="3884"/>
                    <a:pt x="3639" y="3855"/>
                  </a:cubicBezTo>
                  <a:cubicBezTo>
                    <a:pt x="3571" y="2674"/>
                    <a:pt x="3474" y="1533"/>
                    <a:pt x="3522" y="352"/>
                  </a:cubicBezTo>
                  <a:lnTo>
                    <a:pt x="3522" y="352"/>
                  </a:lnTo>
                  <a:cubicBezTo>
                    <a:pt x="5966" y="458"/>
                    <a:pt x="8417" y="502"/>
                    <a:pt x="10869" y="502"/>
                  </a:cubicBezTo>
                  <a:cubicBezTo>
                    <a:pt x="14985" y="502"/>
                    <a:pt x="19107" y="377"/>
                    <a:pt x="23209" y="206"/>
                  </a:cubicBezTo>
                  <a:cubicBezTo>
                    <a:pt x="23333" y="206"/>
                    <a:pt x="23336" y="1"/>
                    <a:pt x="232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9"/>
            <p:cNvSpPr/>
            <p:nvPr/>
          </p:nvSpPr>
          <p:spPr>
            <a:xfrm>
              <a:off x="5987418" y="820950"/>
              <a:ext cx="53650" cy="371050"/>
            </a:xfrm>
            <a:custGeom>
              <a:rect b="b" l="l" r="r" t="t"/>
              <a:pathLst>
                <a:path extrusionOk="0" h="14842" w="2146">
                  <a:moveTo>
                    <a:pt x="291" y="0"/>
                  </a:moveTo>
                  <a:cubicBezTo>
                    <a:pt x="-531" y="4918"/>
                    <a:pt x="569" y="10112"/>
                    <a:pt x="2146" y="14842"/>
                  </a:cubicBezTo>
                </a:path>
              </a:pathLst>
            </a:custGeom>
            <a:noFill/>
            <a:ln cap="rnd" cmpd="sng" w="19050">
              <a:solidFill>
                <a:schemeClr val="dk1"/>
              </a:solidFill>
              <a:prstDash val="dash"/>
              <a:round/>
              <a:headEnd len="med" w="med" type="none"/>
              <a:tailEnd len="med" w="med" type="none"/>
            </a:ln>
          </p:spPr>
        </p:sp>
        <p:sp>
          <p:nvSpPr>
            <p:cNvPr id="2277" name="Google Shape;2277;p79"/>
            <p:cNvSpPr/>
            <p:nvPr/>
          </p:nvSpPr>
          <p:spPr>
            <a:xfrm flipH="1">
              <a:off x="3111768" y="820950"/>
              <a:ext cx="53650" cy="371050"/>
            </a:xfrm>
            <a:custGeom>
              <a:rect b="b" l="l" r="r" t="t"/>
              <a:pathLst>
                <a:path extrusionOk="0" h="14842" w="2146">
                  <a:moveTo>
                    <a:pt x="291" y="0"/>
                  </a:moveTo>
                  <a:cubicBezTo>
                    <a:pt x="-531" y="4918"/>
                    <a:pt x="569" y="10112"/>
                    <a:pt x="2146" y="14842"/>
                  </a:cubicBezTo>
                </a:path>
              </a:pathLst>
            </a:custGeom>
            <a:noFill/>
            <a:ln cap="rnd" cmpd="sng" w="19050">
              <a:solidFill>
                <a:schemeClr val="dk1"/>
              </a:solidFill>
              <a:prstDash val="dash"/>
              <a:round/>
              <a:headEnd len="med" w="med" type="none"/>
              <a:tailEnd len="med" w="med" type="none"/>
            </a:ln>
          </p:spPr>
        </p:sp>
      </p:grpSp>
      <p:sp>
        <p:nvSpPr>
          <p:cNvPr id="2278" name="Google Shape;2278;p79"/>
          <p:cNvSpPr/>
          <p:nvPr/>
        </p:nvSpPr>
        <p:spPr>
          <a:xfrm rot="173206">
            <a:off x="3875332" y="3329861"/>
            <a:ext cx="1393337" cy="735422"/>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2279" name="Google Shape;2279;p79">
            <a:hlinkClick action="ppaction://hlinksldjump" r:id="rId3"/>
          </p:cNvPr>
          <p:cNvSpPr txBox="1"/>
          <p:nvPr>
            <p:ph idx="1" type="subTitle"/>
          </p:nvPr>
        </p:nvSpPr>
        <p:spPr>
          <a:xfrm>
            <a:off x="3923100" y="3401625"/>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sz="1600"/>
          </a:p>
        </p:txBody>
      </p:sp>
      <p:sp>
        <p:nvSpPr>
          <p:cNvPr id="2280" name="Google Shape;2280;p79"/>
          <p:cNvSpPr txBox="1"/>
          <p:nvPr>
            <p:ph type="title"/>
          </p:nvPr>
        </p:nvSpPr>
        <p:spPr>
          <a:xfrm>
            <a:off x="4461813" y="1249392"/>
            <a:ext cx="2402400" cy="50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Hot Seat</a:t>
            </a:r>
            <a:endParaRPr/>
          </a:p>
        </p:txBody>
      </p:sp>
      <p:sp>
        <p:nvSpPr>
          <p:cNvPr id="2281" name="Google Shape;2281;p79"/>
          <p:cNvSpPr txBox="1"/>
          <p:nvPr>
            <p:ph idx="2" type="subTitle"/>
          </p:nvPr>
        </p:nvSpPr>
        <p:spPr>
          <a:xfrm>
            <a:off x="4287150" y="2065492"/>
            <a:ext cx="28044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2282" name="Google Shape;2282;p79"/>
          <p:cNvSpPr txBox="1"/>
          <p:nvPr>
            <p:ph idx="3" type="title"/>
          </p:nvPr>
        </p:nvSpPr>
        <p:spPr>
          <a:xfrm>
            <a:off x="1635675" y="1249400"/>
            <a:ext cx="1926600" cy="132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2283" name="Google Shape;2283;p79"/>
          <p:cNvGrpSpPr/>
          <p:nvPr/>
        </p:nvGrpSpPr>
        <p:grpSpPr>
          <a:xfrm>
            <a:off x="6777107" y="3516997"/>
            <a:ext cx="521213" cy="508383"/>
            <a:chOff x="611825" y="3826850"/>
            <a:chExt cx="418376" cy="408077"/>
          </a:xfrm>
        </p:grpSpPr>
        <p:sp>
          <p:nvSpPr>
            <p:cNvPr id="2284" name="Google Shape;2284;p79"/>
            <p:cNvSpPr/>
            <p:nvPr/>
          </p:nvSpPr>
          <p:spPr>
            <a:xfrm>
              <a:off x="666425" y="3876123"/>
              <a:ext cx="311396" cy="309887"/>
            </a:xfrm>
            <a:custGeom>
              <a:rect b="b" l="l" r="r" t="t"/>
              <a:pathLst>
                <a:path extrusionOk="0" h="6981" w="7015">
                  <a:moveTo>
                    <a:pt x="3851" y="457"/>
                  </a:moveTo>
                  <a:cubicBezTo>
                    <a:pt x="4037" y="457"/>
                    <a:pt x="4226" y="473"/>
                    <a:pt x="4419" y="519"/>
                  </a:cubicBezTo>
                  <a:cubicBezTo>
                    <a:pt x="5053" y="665"/>
                    <a:pt x="5600" y="1036"/>
                    <a:pt x="5980" y="1563"/>
                  </a:cubicBezTo>
                  <a:cubicBezTo>
                    <a:pt x="6361" y="2070"/>
                    <a:pt x="6566" y="2704"/>
                    <a:pt x="6536" y="3338"/>
                  </a:cubicBezTo>
                  <a:cubicBezTo>
                    <a:pt x="6507" y="4050"/>
                    <a:pt x="6322" y="4899"/>
                    <a:pt x="5853" y="5445"/>
                  </a:cubicBezTo>
                  <a:cubicBezTo>
                    <a:pt x="5414" y="5972"/>
                    <a:pt x="4741" y="6304"/>
                    <a:pt x="4088" y="6489"/>
                  </a:cubicBezTo>
                  <a:cubicBezTo>
                    <a:pt x="3768" y="6584"/>
                    <a:pt x="3434" y="6637"/>
                    <a:pt x="3101" y="6637"/>
                  </a:cubicBezTo>
                  <a:cubicBezTo>
                    <a:pt x="2712" y="6637"/>
                    <a:pt x="2324" y="6564"/>
                    <a:pt x="1961" y="6401"/>
                  </a:cubicBezTo>
                  <a:cubicBezTo>
                    <a:pt x="1317" y="6109"/>
                    <a:pt x="839" y="5553"/>
                    <a:pt x="634" y="4870"/>
                  </a:cubicBezTo>
                  <a:cubicBezTo>
                    <a:pt x="400" y="4187"/>
                    <a:pt x="322" y="3397"/>
                    <a:pt x="498" y="2694"/>
                  </a:cubicBezTo>
                  <a:cubicBezTo>
                    <a:pt x="663" y="2031"/>
                    <a:pt x="1063" y="1446"/>
                    <a:pt x="1610" y="1036"/>
                  </a:cubicBezTo>
                  <a:cubicBezTo>
                    <a:pt x="1873" y="831"/>
                    <a:pt x="2166" y="675"/>
                    <a:pt x="2468" y="568"/>
                  </a:cubicBezTo>
                  <a:lnTo>
                    <a:pt x="2488" y="568"/>
                  </a:lnTo>
                  <a:cubicBezTo>
                    <a:pt x="2957" y="554"/>
                    <a:pt x="3398" y="457"/>
                    <a:pt x="3851" y="457"/>
                  </a:cubicBezTo>
                  <a:close/>
                  <a:moveTo>
                    <a:pt x="3749" y="1"/>
                  </a:moveTo>
                  <a:cubicBezTo>
                    <a:pt x="3522" y="1"/>
                    <a:pt x="3298" y="27"/>
                    <a:pt x="3093" y="90"/>
                  </a:cubicBezTo>
                  <a:cubicBezTo>
                    <a:pt x="2556" y="109"/>
                    <a:pt x="1990" y="363"/>
                    <a:pt x="1571" y="655"/>
                  </a:cubicBezTo>
                  <a:cubicBezTo>
                    <a:pt x="1005" y="1036"/>
                    <a:pt x="556" y="1582"/>
                    <a:pt x="302" y="2226"/>
                  </a:cubicBezTo>
                  <a:cubicBezTo>
                    <a:pt x="0" y="2967"/>
                    <a:pt x="29" y="3787"/>
                    <a:pt x="205" y="4567"/>
                  </a:cubicBezTo>
                  <a:cubicBezTo>
                    <a:pt x="371" y="5309"/>
                    <a:pt x="732" y="6001"/>
                    <a:pt x="1366" y="6440"/>
                  </a:cubicBezTo>
                  <a:cubicBezTo>
                    <a:pt x="1903" y="6813"/>
                    <a:pt x="2543" y="6980"/>
                    <a:pt x="3192" y="6980"/>
                  </a:cubicBezTo>
                  <a:cubicBezTo>
                    <a:pt x="4122" y="6980"/>
                    <a:pt x="5071" y="6638"/>
                    <a:pt x="5766" y="6070"/>
                  </a:cubicBezTo>
                  <a:cubicBezTo>
                    <a:pt x="6429" y="5543"/>
                    <a:pt x="6712" y="4753"/>
                    <a:pt x="6858" y="3933"/>
                  </a:cubicBezTo>
                  <a:cubicBezTo>
                    <a:pt x="7014" y="3202"/>
                    <a:pt x="6926" y="2431"/>
                    <a:pt x="6605" y="1758"/>
                  </a:cubicBezTo>
                  <a:cubicBezTo>
                    <a:pt x="6244" y="1016"/>
                    <a:pt x="5590" y="441"/>
                    <a:pt x="4810" y="177"/>
                  </a:cubicBezTo>
                  <a:cubicBezTo>
                    <a:pt x="4505" y="74"/>
                    <a:pt x="4125" y="1"/>
                    <a:pt x="3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9"/>
            <p:cNvSpPr/>
            <p:nvPr/>
          </p:nvSpPr>
          <p:spPr>
            <a:xfrm>
              <a:off x="611825" y="3826850"/>
              <a:ext cx="418376" cy="408077"/>
            </a:xfrm>
            <a:custGeom>
              <a:rect b="b" l="l" r="r" t="t"/>
              <a:pathLst>
                <a:path extrusionOk="0" h="9193" w="9425">
                  <a:moveTo>
                    <a:pt x="4883" y="422"/>
                  </a:moveTo>
                  <a:cubicBezTo>
                    <a:pt x="5660" y="422"/>
                    <a:pt x="6420" y="637"/>
                    <a:pt x="7083" y="1053"/>
                  </a:cubicBezTo>
                  <a:cubicBezTo>
                    <a:pt x="8654" y="2019"/>
                    <a:pt x="9230" y="4068"/>
                    <a:pt x="8674" y="5765"/>
                  </a:cubicBezTo>
                  <a:cubicBezTo>
                    <a:pt x="8361" y="6702"/>
                    <a:pt x="7747" y="7658"/>
                    <a:pt x="6908" y="8214"/>
                  </a:cubicBezTo>
                  <a:cubicBezTo>
                    <a:pt x="6173" y="8707"/>
                    <a:pt x="5253" y="8855"/>
                    <a:pt x="4381" y="8855"/>
                  </a:cubicBezTo>
                  <a:cubicBezTo>
                    <a:pt x="4270" y="8855"/>
                    <a:pt x="4159" y="8852"/>
                    <a:pt x="4049" y="8848"/>
                  </a:cubicBezTo>
                  <a:cubicBezTo>
                    <a:pt x="3484" y="8838"/>
                    <a:pt x="2928" y="8692"/>
                    <a:pt x="2430" y="8428"/>
                  </a:cubicBezTo>
                  <a:cubicBezTo>
                    <a:pt x="1981" y="8155"/>
                    <a:pt x="1601" y="7785"/>
                    <a:pt x="1308" y="7346"/>
                  </a:cubicBezTo>
                  <a:cubicBezTo>
                    <a:pt x="791" y="6594"/>
                    <a:pt x="518" y="5707"/>
                    <a:pt x="518" y="4799"/>
                  </a:cubicBezTo>
                  <a:cubicBezTo>
                    <a:pt x="498" y="3775"/>
                    <a:pt x="850" y="2780"/>
                    <a:pt x="1503" y="1980"/>
                  </a:cubicBezTo>
                  <a:cubicBezTo>
                    <a:pt x="1786" y="1629"/>
                    <a:pt x="2128" y="1326"/>
                    <a:pt x="2508" y="1073"/>
                  </a:cubicBezTo>
                  <a:cubicBezTo>
                    <a:pt x="3191" y="751"/>
                    <a:pt x="3874" y="478"/>
                    <a:pt x="4644" y="429"/>
                  </a:cubicBezTo>
                  <a:cubicBezTo>
                    <a:pt x="4724" y="424"/>
                    <a:pt x="4804" y="422"/>
                    <a:pt x="4883" y="422"/>
                  </a:cubicBezTo>
                  <a:close/>
                  <a:moveTo>
                    <a:pt x="4902" y="0"/>
                  </a:moveTo>
                  <a:cubicBezTo>
                    <a:pt x="4271" y="0"/>
                    <a:pt x="3637" y="138"/>
                    <a:pt x="3045" y="419"/>
                  </a:cubicBezTo>
                  <a:cubicBezTo>
                    <a:pt x="1571" y="1043"/>
                    <a:pt x="469" y="2565"/>
                    <a:pt x="254" y="4126"/>
                  </a:cubicBezTo>
                  <a:cubicBezTo>
                    <a:pt x="1" y="6097"/>
                    <a:pt x="1025" y="8467"/>
                    <a:pt x="3074" y="9023"/>
                  </a:cubicBezTo>
                  <a:cubicBezTo>
                    <a:pt x="3531" y="9138"/>
                    <a:pt x="3993" y="9192"/>
                    <a:pt x="4458" y="9192"/>
                  </a:cubicBezTo>
                  <a:cubicBezTo>
                    <a:pt x="4588" y="9192"/>
                    <a:pt x="4719" y="9188"/>
                    <a:pt x="4849" y="9180"/>
                  </a:cubicBezTo>
                  <a:cubicBezTo>
                    <a:pt x="5376" y="9160"/>
                    <a:pt x="5903" y="9072"/>
                    <a:pt x="6410" y="8906"/>
                  </a:cubicBezTo>
                  <a:cubicBezTo>
                    <a:pt x="7454" y="8545"/>
                    <a:pt x="8215" y="7667"/>
                    <a:pt x="8713" y="6711"/>
                  </a:cubicBezTo>
                  <a:cubicBezTo>
                    <a:pt x="9210" y="5765"/>
                    <a:pt x="9425" y="4673"/>
                    <a:pt x="9220" y="3609"/>
                  </a:cubicBezTo>
                  <a:cubicBezTo>
                    <a:pt x="9034" y="2673"/>
                    <a:pt x="8556" y="1814"/>
                    <a:pt x="7864" y="1161"/>
                  </a:cubicBezTo>
                  <a:cubicBezTo>
                    <a:pt x="7040" y="398"/>
                    <a:pt x="5977" y="0"/>
                    <a:pt x="4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9"/>
            <p:cNvSpPr/>
            <p:nvPr/>
          </p:nvSpPr>
          <p:spPr>
            <a:xfrm>
              <a:off x="840477" y="3909948"/>
              <a:ext cx="21707" cy="29075"/>
            </a:xfrm>
            <a:custGeom>
              <a:rect b="b" l="l" r="r" t="t"/>
              <a:pathLst>
                <a:path extrusionOk="0" h="655" w="489">
                  <a:moveTo>
                    <a:pt x="245" y="1"/>
                  </a:moveTo>
                  <a:cubicBezTo>
                    <a:pt x="176" y="1"/>
                    <a:pt x="118" y="30"/>
                    <a:pt x="79" y="69"/>
                  </a:cubicBezTo>
                  <a:cubicBezTo>
                    <a:pt x="30" y="118"/>
                    <a:pt x="11" y="186"/>
                    <a:pt x="11" y="245"/>
                  </a:cubicBezTo>
                  <a:cubicBezTo>
                    <a:pt x="11" y="274"/>
                    <a:pt x="11" y="293"/>
                    <a:pt x="11" y="313"/>
                  </a:cubicBezTo>
                  <a:cubicBezTo>
                    <a:pt x="11" y="332"/>
                    <a:pt x="1" y="352"/>
                    <a:pt x="1" y="371"/>
                  </a:cubicBezTo>
                  <a:cubicBezTo>
                    <a:pt x="1" y="401"/>
                    <a:pt x="1" y="420"/>
                    <a:pt x="1" y="440"/>
                  </a:cubicBezTo>
                  <a:cubicBezTo>
                    <a:pt x="1" y="479"/>
                    <a:pt x="20" y="518"/>
                    <a:pt x="40" y="557"/>
                  </a:cubicBezTo>
                  <a:cubicBezTo>
                    <a:pt x="50" y="576"/>
                    <a:pt x="59" y="586"/>
                    <a:pt x="79" y="606"/>
                  </a:cubicBezTo>
                  <a:cubicBezTo>
                    <a:pt x="108" y="625"/>
                    <a:pt x="137" y="645"/>
                    <a:pt x="176" y="654"/>
                  </a:cubicBezTo>
                  <a:lnTo>
                    <a:pt x="235" y="654"/>
                  </a:lnTo>
                  <a:cubicBezTo>
                    <a:pt x="264" y="654"/>
                    <a:pt x="293" y="645"/>
                    <a:pt x="323" y="635"/>
                  </a:cubicBezTo>
                  <a:cubicBezTo>
                    <a:pt x="332" y="625"/>
                    <a:pt x="352" y="615"/>
                    <a:pt x="362" y="606"/>
                  </a:cubicBezTo>
                  <a:cubicBezTo>
                    <a:pt x="391" y="586"/>
                    <a:pt x="411" y="557"/>
                    <a:pt x="420" y="537"/>
                  </a:cubicBezTo>
                  <a:cubicBezTo>
                    <a:pt x="450" y="488"/>
                    <a:pt x="469" y="440"/>
                    <a:pt x="479" y="381"/>
                  </a:cubicBezTo>
                  <a:cubicBezTo>
                    <a:pt x="489" y="332"/>
                    <a:pt x="489" y="284"/>
                    <a:pt x="489" y="225"/>
                  </a:cubicBezTo>
                  <a:cubicBezTo>
                    <a:pt x="489" y="167"/>
                    <a:pt x="459" y="108"/>
                    <a:pt x="411" y="69"/>
                  </a:cubicBezTo>
                  <a:cubicBezTo>
                    <a:pt x="391" y="40"/>
                    <a:pt x="362" y="20"/>
                    <a:pt x="332" y="20"/>
                  </a:cubicBezTo>
                  <a:cubicBezTo>
                    <a:pt x="303" y="1"/>
                    <a:pt x="274"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9"/>
            <p:cNvSpPr/>
            <p:nvPr/>
          </p:nvSpPr>
          <p:spPr>
            <a:xfrm>
              <a:off x="699761" y="3997972"/>
              <a:ext cx="30762" cy="17712"/>
            </a:xfrm>
            <a:custGeom>
              <a:rect b="b" l="l" r="r" t="t"/>
              <a:pathLst>
                <a:path extrusionOk="0" h="399" w="693">
                  <a:moveTo>
                    <a:pt x="182" y="1"/>
                  </a:moveTo>
                  <a:cubicBezTo>
                    <a:pt x="108" y="1"/>
                    <a:pt x="36" y="61"/>
                    <a:pt x="20" y="135"/>
                  </a:cubicBezTo>
                  <a:cubicBezTo>
                    <a:pt x="0" y="183"/>
                    <a:pt x="10" y="232"/>
                    <a:pt x="39" y="271"/>
                  </a:cubicBezTo>
                  <a:lnTo>
                    <a:pt x="69" y="310"/>
                  </a:lnTo>
                  <a:cubicBezTo>
                    <a:pt x="88" y="330"/>
                    <a:pt x="117" y="349"/>
                    <a:pt x="147" y="349"/>
                  </a:cubicBezTo>
                  <a:cubicBezTo>
                    <a:pt x="225" y="379"/>
                    <a:pt x="312" y="398"/>
                    <a:pt x="390" y="398"/>
                  </a:cubicBezTo>
                  <a:cubicBezTo>
                    <a:pt x="439" y="398"/>
                    <a:pt x="488" y="398"/>
                    <a:pt x="527" y="379"/>
                  </a:cubicBezTo>
                  <a:cubicBezTo>
                    <a:pt x="566" y="369"/>
                    <a:pt x="605" y="349"/>
                    <a:pt x="634" y="320"/>
                  </a:cubicBezTo>
                  <a:cubicBezTo>
                    <a:pt x="654" y="291"/>
                    <a:pt x="673" y="261"/>
                    <a:pt x="673" y="232"/>
                  </a:cubicBezTo>
                  <a:cubicBezTo>
                    <a:pt x="683" y="213"/>
                    <a:pt x="683" y="193"/>
                    <a:pt x="673" y="174"/>
                  </a:cubicBezTo>
                  <a:cubicBezTo>
                    <a:pt x="683" y="164"/>
                    <a:pt x="683" y="154"/>
                    <a:pt x="683" y="144"/>
                  </a:cubicBezTo>
                  <a:lnTo>
                    <a:pt x="683" y="154"/>
                  </a:lnTo>
                  <a:cubicBezTo>
                    <a:pt x="693" y="135"/>
                    <a:pt x="683" y="105"/>
                    <a:pt x="664" y="105"/>
                  </a:cubicBezTo>
                  <a:lnTo>
                    <a:pt x="654" y="105"/>
                  </a:lnTo>
                  <a:lnTo>
                    <a:pt x="634" y="96"/>
                  </a:lnTo>
                  <a:cubicBezTo>
                    <a:pt x="593" y="47"/>
                    <a:pt x="532" y="25"/>
                    <a:pt x="467" y="25"/>
                  </a:cubicBezTo>
                  <a:cubicBezTo>
                    <a:pt x="455" y="25"/>
                    <a:pt x="442" y="26"/>
                    <a:pt x="429" y="27"/>
                  </a:cubicBezTo>
                  <a:lnTo>
                    <a:pt x="322" y="27"/>
                  </a:lnTo>
                  <a:cubicBezTo>
                    <a:pt x="293" y="18"/>
                    <a:pt x="264" y="18"/>
                    <a:pt x="225" y="8"/>
                  </a:cubicBezTo>
                  <a:cubicBezTo>
                    <a:pt x="211" y="3"/>
                    <a:pt x="196"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9"/>
            <p:cNvSpPr/>
            <p:nvPr/>
          </p:nvSpPr>
          <p:spPr>
            <a:xfrm>
              <a:off x="912789" y="4051018"/>
              <a:ext cx="32538" cy="21707"/>
            </a:xfrm>
            <a:custGeom>
              <a:rect b="b" l="l" r="r" t="t"/>
              <a:pathLst>
                <a:path extrusionOk="0" h="489" w="733">
                  <a:moveTo>
                    <a:pt x="201" y="1"/>
                  </a:moveTo>
                  <a:cubicBezTo>
                    <a:pt x="169" y="1"/>
                    <a:pt x="138" y="8"/>
                    <a:pt x="108" y="22"/>
                  </a:cubicBezTo>
                  <a:cubicBezTo>
                    <a:pt x="79" y="32"/>
                    <a:pt x="59" y="52"/>
                    <a:pt x="40" y="71"/>
                  </a:cubicBezTo>
                  <a:cubicBezTo>
                    <a:pt x="11" y="110"/>
                    <a:pt x="1" y="159"/>
                    <a:pt x="20" y="208"/>
                  </a:cubicBezTo>
                  <a:cubicBezTo>
                    <a:pt x="40" y="276"/>
                    <a:pt x="89" y="335"/>
                    <a:pt x="157" y="374"/>
                  </a:cubicBezTo>
                  <a:cubicBezTo>
                    <a:pt x="196" y="403"/>
                    <a:pt x="245" y="422"/>
                    <a:pt x="294" y="442"/>
                  </a:cubicBezTo>
                  <a:cubicBezTo>
                    <a:pt x="333" y="452"/>
                    <a:pt x="372" y="461"/>
                    <a:pt x="411" y="471"/>
                  </a:cubicBezTo>
                  <a:cubicBezTo>
                    <a:pt x="438" y="483"/>
                    <a:pt x="468" y="488"/>
                    <a:pt x="498" y="488"/>
                  </a:cubicBezTo>
                  <a:cubicBezTo>
                    <a:pt x="545" y="488"/>
                    <a:pt x="594" y="475"/>
                    <a:pt x="635" y="452"/>
                  </a:cubicBezTo>
                  <a:cubicBezTo>
                    <a:pt x="664" y="432"/>
                    <a:pt x="684" y="413"/>
                    <a:pt x="703" y="374"/>
                  </a:cubicBezTo>
                  <a:cubicBezTo>
                    <a:pt x="713" y="354"/>
                    <a:pt x="723" y="325"/>
                    <a:pt x="723" y="305"/>
                  </a:cubicBezTo>
                  <a:cubicBezTo>
                    <a:pt x="733" y="247"/>
                    <a:pt x="713" y="188"/>
                    <a:pt x="664" y="149"/>
                  </a:cubicBezTo>
                  <a:cubicBezTo>
                    <a:pt x="586" y="91"/>
                    <a:pt x="489" y="62"/>
                    <a:pt x="391" y="52"/>
                  </a:cubicBezTo>
                  <a:lnTo>
                    <a:pt x="294" y="22"/>
                  </a:lnTo>
                  <a:cubicBezTo>
                    <a:pt x="264" y="8"/>
                    <a:pt x="233" y="1"/>
                    <a:pt x="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9"/>
            <p:cNvSpPr/>
            <p:nvPr/>
          </p:nvSpPr>
          <p:spPr>
            <a:xfrm>
              <a:off x="790672" y="4121953"/>
              <a:ext cx="19132" cy="28632"/>
            </a:xfrm>
            <a:custGeom>
              <a:rect b="b" l="l" r="r" t="t"/>
              <a:pathLst>
                <a:path extrusionOk="0" h="645" w="431">
                  <a:moveTo>
                    <a:pt x="264" y="1"/>
                  </a:moveTo>
                  <a:cubicBezTo>
                    <a:pt x="222" y="1"/>
                    <a:pt x="178" y="18"/>
                    <a:pt x="147" y="54"/>
                  </a:cubicBezTo>
                  <a:cubicBezTo>
                    <a:pt x="128" y="63"/>
                    <a:pt x="108" y="83"/>
                    <a:pt x="98" y="102"/>
                  </a:cubicBezTo>
                  <a:cubicBezTo>
                    <a:pt x="89" y="132"/>
                    <a:pt x="79" y="151"/>
                    <a:pt x="79" y="180"/>
                  </a:cubicBezTo>
                  <a:cubicBezTo>
                    <a:pt x="79" y="200"/>
                    <a:pt x="69" y="229"/>
                    <a:pt x="59" y="249"/>
                  </a:cubicBezTo>
                  <a:cubicBezTo>
                    <a:pt x="50" y="298"/>
                    <a:pt x="40" y="346"/>
                    <a:pt x="20" y="395"/>
                  </a:cubicBezTo>
                  <a:cubicBezTo>
                    <a:pt x="11" y="415"/>
                    <a:pt x="1" y="444"/>
                    <a:pt x="11" y="463"/>
                  </a:cubicBezTo>
                  <a:cubicBezTo>
                    <a:pt x="11" y="483"/>
                    <a:pt x="11" y="502"/>
                    <a:pt x="20" y="522"/>
                  </a:cubicBezTo>
                  <a:cubicBezTo>
                    <a:pt x="41" y="598"/>
                    <a:pt x="116" y="645"/>
                    <a:pt x="192" y="645"/>
                  </a:cubicBezTo>
                  <a:cubicBezTo>
                    <a:pt x="223" y="645"/>
                    <a:pt x="255" y="637"/>
                    <a:pt x="284" y="619"/>
                  </a:cubicBezTo>
                  <a:cubicBezTo>
                    <a:pt x="313" y="600"/>
                    <a:pt x="333" y="571"/>
                    <a:pt x="352" y="541"/>
                  </a:cubicBezTo>
                  <a:cubicBezTo>
                    <a:pt x="362" y="522"/>
                    <a:pt x="372" y="502"/>
                    <a:pt x="372" y="483"/>
                  </a:cubicBezTo>
                  <a:cubicBezTo>
                    <a:pt x="372" y="473"/>
                    <a:pt x="381" y="454"/>
                    <a:pt x="391" y="434"/>
                  </a:cubicBezTo>
                  <a:cubicBezTo>
                    <a:pt x="391" y="424"/>
                    <a:pt x="401" y="385"/>
                    <a:pt x="411" y="356"/>
                  </a:cubicBezTo>
                  <a:cubicBezTo>
                    <a:pt x="420" y="327"/>
                    <a:pt x="420" y="298"/>
                    <a:pt x="430" y="268"/>
                  </a:cubicBezTo>
                  <a:cubicBezTo>
                    <a:pt x="430" y="239"/>
                    <a:pt x="430" y="210"/>
                    <a:pt x="430" y="180"/>
                  </a:cubicBezTo>
                  <a:cubicBezTo>
                    <a:pt x="430" y="141"/>
                    <a:pt x="411" y="102"/>
                    <a:pt x="391" y="73"/>
                  </a:cubicBezTo>
                  <a:cubicBezTo>
                    <a:pt x="365" y="25"/>
                    <a:pt x="315" y="1"/>
                    <a:pt x="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9"/>
            <p:cNvSpPr/>
            <p:nvPr/>
          </p:nvSpPr>
          <p:spPr>
            <a:xfrm>
              <a:off x="770785" y="3951408"/>
              <a:ext cx="82299" cy="129175"/>
            </a:xfrm>
            <a:custGeom>
              <a:rect b="b" l="l" r="r" t="t"/>
              <a:pathLst>
                <a:path extrusionOk="0" h="2910" w="1854">
                  <a:moveTo>
                    <a:pt x="1663" y="1"/>
                  </a:moveTo>
                  <a:cubicBezTo>
                    <a:pt x="1620" y="1"/>
                    <a:pt x="1576" y="17"/>
                    <a:pt x="1542" y="52"/>
                  </a:cubicBezTo>
                  <a:cubicBezTo>
                    <a:pt x="1483" y="120"/>
                    <a:pt x="1444" y="208"/>
                    <a:pt x="1424" y="296"/>
                  </a:cubicBezTo>
                  <a:cubicBezTo>
                    <a:pt x="1405" y="384"/>
                    <a:pt x="1376" y="471"/>
                    <a:pt x="1356" y="559"/>
                  </a:cubicBezTo>
                  <a:cubicBezTo>
                    <a:pt x="1307" y="725"/>
                    <a:pt x="1259" y="901"/>
                    <a:pt x="1210" y="1067"/>
                  </a:cubicBezTo>
                  <a:cubicBezTo>
                    <a:pt x="1161" y="1242"/>
                    <a:pt x="1122" y="1408"/>
                    <a:pt x="1073" y="1584"/>
                  </a:cubicBezTo>
                  <a:cubicBezTo>
                    <a:pt x="1063" y="1613"/>
                    <a:pt x="1054" y="1652"/>
                    <a:pt x="1054" y="1681"/>
                  </a:cubicBezTo>
                  <a:lnTo>
                    <a:pt x="1015" y="1681"/>
                  </a:lnTo>
                  <a:cubicBezTo>
                    <a:pt x="966" y="1701"/>
                    <a:pt x="917" y="1730"/>
                    <a:pt x="878" y="1769"/>
                  </a:cubicBezTo>
                  <a:cubicBezTo>
                    <a:pt x="849" y="1808"/>
                    <a:pt x="820" y="1857"/>
                    <a:pt x="810" y="1906"/>
                  </a:cubicBezTo>
                  <a:lnTo>
                    <a:pt x="800" y="1925"/>
                  </a:lnTo>
                  <a:cubicBezTo>
                    <a:pt x="781" y="1954"/>
                    <a:pt x="771" y="1984"/>
                    <a:pt x="761" y="2013"/>
                  </a:cubicBezTo>
                  <a:lnTo>
                    <a:pt x="751" y="2032"/>
                  </a:lnTo>
                  <a:lnTo>
                    <a:pt x="517" y="2218"/>
                  </a:lnTo>
                  <a:lnTo>
                    <a:pt x="283" y="2413"/>
                  </a:lnTo>
                  <a:cubicBezTo>
                    <a:pt x="205" y="2471"/>
                    <a:pt x="127" y="2540"/>
                    <a:pt x="49" y="2608"/>
                  </a:cubicBezTo>
                  <a:cubicBezTo>
                    <a:pt x="10" y="2647"/>
                    <a:pt x="0" y="2705"/>
                    <a:pt x="0" y="2764"/>
                  </a:cubicBezTo>
                  <a:cubicBezTo>
                    <a:pt x="21" y="2854"/>
                    <a:pt x="96" y="2910"/>
                    <a:pt x="176" y="2910"/>
                  </a:cubicBezTo>
                  <a:cubicBezTo>
                    <a:pt x="209" y="2910"/>
                    <a:pt x="242" y="2901"/>
                    <a:pt x="273" y="2881"/>
                  </a:cubicBezTo>
                  <a:cubicBezTo>
                    <a:pt x="361" y="2813"/>
                    <a:pt x="449" y="2745"/>
                    <a:pt x="527" y="2666"/>
                  </a:cubicBezTo>
                  <a:lnTo>
                    <a:pt x="751" y="2471"/>
                  </a:lnTo>
                  <a:lnTo>
                    <a:pt x="898" y="2354"/>
                  </a:lnTo>
                  <a:cubicBezTo>
                    <a:pt x="917" y="2364"/>
                    <a:pt x="937" y="2364"/>
                    <a:pt x="966" y="2364"/>
                  </a:cubicBezTo>
                  <a:cubicBezTo>
                    <a:pt x="1005" y="2364"/>
                    <a:pt x="1054" y="2354"/>
                    <a:pt x="1103" y="2345"/>
                  </a:cubicBezTo>
                  <a:cubicBezTo>
                    <a:pt x="1142" y="2325"/>
                    <a:pt x="1181" y="2306"/>
                    <a:pt x="1220" y="2286"/>
                  </a:cubicBezTo>
                  <a:cubicBezTo>
                    <a:pt x="1259" y="2266"/>
                    <a:pt x="1298" y="2237"/>
                    <a:pt x="1327" y="2198"/>
                  </a:cubicBezTo>
                  <a:cubicBezTo>
                    <a:pt x="1346" y="2179"/>
                    <a:pt x="1366" y="2149"/>
                    <a:pt x="1376" y="2130"/>
                  </a:cubicBezTo>
                  <a:cubicBezTo>
                    <a:pt x="1405" y="2091"/>
                    <a:pt x="1415" y="2042"/>
                    <a:pt x="1415" y="1993"/>
                  </a:cubicBezTo>
                  <a:cubicBezTo>
                    <a:pt x="1405" y="1935"/>
                    <a:pt x="1385" y="1876"/>
                    <a:pt x="1356" y="1827"/>
                  </a:cubicBezTo>
                  <a:lnTo>
                    <a:pt x="1346" y="1818"/>
                  </a:lnTo>
                  <a:cubicBezTo>
                    <a:pt x="1366" y="1759"/>
                    <a:pt x="1385" y="1701"/>
                    <a:pt x="1395" y="1662"/>
                  </a:cubicBezTo>
                  <a:cubicBezTo>
                    <a:pt x="1454" y="1486"/>
                    <a:pt x="1512" y="1320"/>
                    <a:pt x="1561" y="1145"/>
                  </a:cubicBezTo>
                  <a:lnTo>
                    <a:pt x="1707" y="637"/>
                  </a:lnTo>
                  <a:cubicBezTo>
                    <a:pt x="1756" y="471"/>
                    <a:pt x="1854" y="276"/>
                    <a:pt x="1815" y="111"/>
                  </a:cubicBezTo>
                  <a:cubicBezTo>
                    <a:pt x="1791" y="40"/>
                    <a:pt x="1728" y="1"/>
                    <a:pt x="1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 name="Google Shape;2291;p79"/>
          <p:cNvGrpSpPr/>
          <p:nvPr/>
        </p:nvGrpSpPr>
        <p:grpSpPr>
          <a:xfrm rot="2859904">
            <a:off x="762490" y="2782952"/>
            <a:ext cx="719425" cy="772578"/>
            <a:chOff x="5567075" y="1356150"/>
            <a:chExt cx="158325" cy="170025"/>
          </a:xfrm>
        </p:grpSpPr>
        <p:sp>
          <p:nvSpPr>
            <p:cNvPr id="2292" name="Google Shape;2292;p79"/>
            <p:cNvSpPr/>
            <p:nvPr/>
          </p:nvSpPr>
          <p:spPr>
            <a:xfrm>
              <a:off x="5583675" y="1415450"/>
              <a:ext cx="130200" cy="96500"/>
            </a:xfrm>
            <a:custGeom>
              <a:rect b="b" l="l" r="r" t="t"/>
              <a:pathLst>
                <a:path extrusionOk="0" h="3860" w="5208">
                  <a:moveTo>
                    <a:pt x="3093" y="157"/>
                  </a:moveTo>
                  <a:cubicBezTo>
                    <a:pt x="3738" y="157"/>
                    <a:pt x="4304" y="402"/>
                    <a:pt x="4624" y="1187"/>
                  </a:cubicBezTo>
                  <a:cubicBezTo>
                    <a:pt x="4629" y="1196"/>
                    <a:pt x="4635" y="1204"/>
                    <a:pt x="4641" y="1211"/>
                  </a:cubicBezTo>
                  <a:lnTo>
                    <a:pt x="4641" y="1211"/>
                  </a:lnTo>
                  <a:cubicBezTo>
                    <a:pt x="4792" y="1739"/>
                    <a:pt x="4834" y="2258"/>
                    <a:pt x="4527" y="2738"/>
                  </a:cubicBezTo>
                  <a:cubicBezTo>
                    <a:pt x="4215" y="3236"/>
                    <a:pt x="3522" y="3450"/>
                    <a:pt x="2966" y="3587"/>
                  </a:cubicBezTo>
                  <a:cubicBezTo>
                    <a:pt x="2661" y="3663"/>
                    <a:pt x="2363" y="3707"/>
                    <a:pt x="2084" y="3707"/>
                  </a:cubicBezTo>
                  <a:cubicBezTo>
                    <a:pt x="1292" y="3707"/>
                    <a:pt x="648" y="3354"/>
                    <a:pt x="410" y="2387"/>
                  </a:cubicBezTo>
                  <a:cubicBezTo>
                    <a:pt x="108" y="1138"/>
                    <a:pt x="1083" y="553"/>
                    <a:pt x="2107" y="299"/>
                  </a:cubicBezTo>
                  <a:cubicBezTo>
                    <a:pt x="2442" y="216"/>
                    <a:pt x="2777" y="157"/>
                    <a:pt x="3093" y="157"/>
                  </a:cubicBezTo>
                  <a:close/>
                  <a:moveTo>
                    <a:pt x="3084" y="1"/>
                  </a:moveTo>
                  <a:cubicBezTo>
                    <a:pt x="2799" y="1"/>
                    <a:pt x="2496" y="47"/>
                    <a:pt x="2186" y="124"/>
                  </a:cubicBezTo>
                  <a:cubicBezTo>
                    <a:pt x="986" y="416"/>
                    <a:pt x="0" y="1012"/>
                    <a:pt x="264" y="2426"/>
                  </a:cubicBezTo>
                  <a:cubicBezTo>
                    <a:pt x="461" y="3484"/>
                    <a:pt x="1219" y="3860"/>
                    <a:pt x="2091" y="3860"/>
                  </a:cubicBezTo>
                  <a:cubicBezTo>
                    <a:pt x="2385" y="3860"/>
                    <a:pt x="2693" y="3817"/>
                    <a:pt x="2995" y="3743"/>
                  </a:cubicBezTo>
                  <a:cubicBezTo>
                    <a:pt x="4351" y="3414"/>
                    <a:pt x="5207" y="2613"/>
                    <a:pt x="4790" y="1179"/>
                  </a:cubicBezTo>
                  <a:lnTo>
                    <a:pt x="4790" y="1179"/>
                  </a:lnTo>
                  <a:cubicBezTo>
                    <a:pt x="4790" y="1170"/>
                    <a:pt x="4787" y="1159"/>
                    <a:pt x="4781" y="1148"/>
                  </a:cubicBezTo>
                  <a:lnTo>
                    <a:pt x="4781" y="1148"/>
                  </a:lnTo>
                  <a:cubicBezTo>
                    <a:pt x="4781" y="1148"/>
                    <a:pt x="4781" y="1148"/>
                    <a:pt x="4781" y="1148"/>
                  </a:cubicBezTo>
                  <a:cubicBezTo>
                    <a:pt x="4779" y="1141"/>
                    <a:pt x="4776" y="1135"/>
                    <a:pt x="4773" y="1130"/>
                  </a:cubicBezTo>
                  <a:lnTo>
                    <a:pt x="4773" y="1130"/>
                  </a:lnTo>
                  <a:cubicBezTo>
                    <a:pt x="4421" y="296"/>
                    <a:pt x="3808" y="1"/>
                    <a:pt x="3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9"/>
            <p:cNvSpPr/>
            <p:nvPr/>
          </p:nvSpPr>
          <p:spPr>
            <a:xfrm>
              <a:off x="5567075" y="1376225"/>
              <a:ext cx="158325" cy="149950"/>
            </a:xfrm>
            <a:custGeom>
              <a:rect b="b" l="l" r="r" t="t"/>
              <a:pathLst>
                <a:path extrusionOk="0" h="5998" w="6333">
                  <a:moveTo>
                    <a:pt x="3286" y="1"/>
                  </a:moveTo>
                  <a:cubicBezTo>
                    <a:pt x="3240" y="1"/>
                    <a:pt x="3189" y="42"/>
                    <a:pt x="3201" y="103"/>
                  </a:cubicBezTo>
                  <a:lnTo>
                    <a:pt x="3464" y="1176"/>
                  </a:lnTo>
                  <a:cubicBezTo>
                    <a:pt x="3474" y="1215"/>
                    <a:pt x="3503" y="1234"/>
                    <a:pt x="3542" y="1234"/>
                  </a:cubicBezTo>
                  <a:cubicBezTo>
                    <a:pt x="3658" y="1220"/>
                    <a:pt x="3771" y="1213"/>
                    <a:pt x="3880" y="1213"/>
                  </a:cubicBezTo>
                  <a:cubicBezTo>
                    <a:pt x="5168" y="1213"/>
                    <a:pt x="5977" y="2193"/>
                    <a:pt x="6049" y="3498"/>
                  </a:cubicBezTo>
                  <a:cubicBezTo>
                    <a:pt x="6118" y="4815"/>
                    <a:pt x="4840" y="5390"/>
                    <a:pt x="3757" y="5653"/>
                  </a:cubicBezTo>
                  <a:cubicBezTo>
                    <a:pt x="3362" y="5749"/>
                    <a:pt x="2943" y="5823"/>
                    <a:pt x="2539" y="5823"/>
                  </a:cubicBezTo>
                  <a:cubicBezTo>
                    <a:pt x="1874" y="5823"/>
                    <a:pt x="1249" y="5624"/>
                    <a:pt x="830" y="5000"/>
                  </a:cubicBezTo>
                  <a:cubicBezTo>
                    <a:pt x="1" y="3761"/>
                    <a:pt x="489" y="2151"/>
                    <a:pt x="1893" y="1634"/>
                  </a:cubicBezTo>
                  <a:cubicBezTo>
                    <a:pt x="1933" y="1624"/>
                    <a:pt x="1952" y="1585"/>
                    <a:pt x="1942" y="1546"/>
                  </a:cubicBezTo>
                  <a:cubicBezTo>
                    <a:pt x="1854" y="1176"/>
                    <a:pt x="1767" y="825"/>
                    <a:pt x="1679" y="464"/>
                  </a:cubicBezTo>
                  <a:cubicBezTo>
                    <a:pt x="1671" y="424"/>
                    <a:pt x="1642" y="407"/>
                    <a:pt x="1612" y="407"/>
                  </a:cubicBezTo>
                  <a:cubicBezTo>
                    <a:pt x="1568" y="407"/>
                    <a:pt x="1521" y="444"/>
                    <a:pt x="1533" y="503"/>
                  </a:cubicBezTo>
                  <a:lnTo>
                    <a:pt x="1718" y="1273"/>
                  </a:lnTo>
                  <a:cubicBezTo>
                    <a:pt x="1728" y="1332"/>
                    <a:pt x="1747" y="1390"/>
                    <a:pt x="1767" y="1459"/>
                  </a:cubicBezTo>
                  <a:cubicBezTo>
                    <a:pt x="1773" y="1483"/>
                    <a:pt x="1777" y="1502"/>
                    <a:pt x="1779" y="1516"/>
                  </a:cubicBezTo>
                  <a:lnTo>
                    <a:pt x="1779" y="1516"/>
                  </a:lnTo>
                  <a:cubicBezTo>
                    <a:pt x="1666" y="1561"/>
                    <a:pt x="1547" y="1614"/>
                    <a:pt x="1435" y="1683"/>
                  </a:cubicBezTo>
                  <a:cubicBezTo>
                    <a:pt x="596" y="2122"/>
                    <a:pt x="128" y="2990"/>
                    <a:pt x="303" y="3946"/>
                  </a:cubicBezTo>
                  <a:cubicBezTo>
                    <a:pt x="440" y="4688"/>
                    <a:pt x="733" y="5371"/>
                    <a:pt x="1415" y="5751"/>
                  </a:cubicBezTo>
                  <a:cubicBezTo>
                    <a:pt x="1741" y="5932"/>
                    <a:pt x="2112" y="5997"/>
                    <a:pt x="2491" y="5997"/>
                  </a:cubicBezTo>
                  <a:cubicBezTo>
                    <a:pt x="2929" y="5997"/>
                    <a:pt x="3378" y="5909"/>
                    <a:pt x="3776" y="5810"/>
                  </a:cubicBezTo>
                  <a:cubicBezTo>
                    <a:pt x="4537" y="5624"/>
                    <a:pt x="5308" y="5351"/>
                    <a:pt x="5815" y="4727"/>
                  </a:cubicBezTo>
                  <a:cubicBezTo>
                    <a:pt x="6332" y="4102"/>
                    <a:pt x="6244" y="3263"/>
                    <a:pt x="6020" y="2551"/>
                  </a:cubicBezTo>
                  <a:cubicBezTo>
                    <a:pt x="5786" y="1790"/>
                    <a:pt x="5132" y="1176"/>
                    <a:pt x="4332" y="1098"/>
                  </a:cubicBezTo>
                  <a:cubicBezTo>
                    <a:pt x="4149" y="1076"/>
                    <a:pt x="3972" y="1065"/>
                    <a:pt x="3792" y="1065"/>
                  </a:cubicBezTo>
                  <a:cubicBezTo>
                    <a:pt x="3732" y="1065"/>
                    <a:pt x="3671" y="1066"/>
                    <a:pt x="3610" y="1068"/>
                  </a:cubicBezTo>
                  <a:cubicBezTo>
                    <a:pt x="3606" y="1068"/>
                    <a:pt x="3601" y="1068"/>
                    <a:pt x="3597" y="1069"/>
                  </a:cubicBezTo>
                  <a:lnTo>
                    <a:pt x="3597" y="1069"/>
                  </a:lnTo>
                  <a:cubicBezTo>
                    <a:pt x="3585" y="1022"/>
                    <a:pt x="3576" y="972"/>
                    <a:pt x="3562" y="922"/>
                  </a:cubicBezTo>
                  <a:cubicBezTo>
                    <a:pt x="3493" y="639"/>
                    <a:pt x="3425" y="346"/>
                    <a:pt x="3347" y="54"/>
                  </a:cubicBezTo>
                  <a:cubicBezTo>
                    <a:pt x="3340" y="17"/>
                    <a:pt x="3314" y="1"/>
                    <a:pt x="3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9"/>
            <p:cNvSpPr/>
            <p:nvPr/>
          </p:nvSpPr>
          <p:spPr>
            <a:xfrm>
              <a:off x="5589275" y="1356150"/>
              <a:ext cx="74175" cy="32725"/>
            </a:xfrm>
            <a:custGeom>
              <a:rect b="b" l="l" r="r" t="t"/>
              <a:pathLst>
                <a:path extrusionOk="0" h="1309" w="2967">
                  <a:moveTo>
                    <a:pt x="2324" y="153"/>
                  </a:moveTo>
                  <a:cubicBezTo>
                    <a:pt x="2548" y="153"/>
                    <a:pt x="2667" y="455"/>
                    <a:pt x="2527" y="632"/>
                  </a:cubicBezTo>
                  <a:cubicBezTo>
                    <a:pt x="2420" y="769"/>
                    <a:pt x="2147" y="789"/>
                    <a:pt x="1991" y="808"/>
                  </a:cubicBezTo>
                  <a:cubicBezTo>
                    <a:pt x="1669" y="867"/>
                    <a:pt x="1357" y="964"/>
                    <a:pt x="1035" y="1042"/>
                  </a:cubicBezTo>
                  <a:cubicBezTo>
                    <a:pt x="830" y="1101"/>
                    <a:pt x="625" y="1130"/>
                    <a:pt x="420" y="1140"/>
                  </a:cubicBezTo>
                  <a:cubicBezTo>
                    <a:pt x="391" y="964"/>
                    <a:pt x="362" y="789"/>
                    <a:pt x="332" y="613"/>
                  </a:cubicBezTo>
                  <a:cubicBezTo>
                    <a:pt x="440" y="564"/>
                    <a:pt x="547" y="535"/>
                    <a:pt x="654" y="515"/>
                  </a:cubicBezTo>
                  <a:cubicBezTo>
                    <a:pt x="797" y="477"/>
                    <a:pt x="939" y="458"/>
                    <a:pt x="1082" y="439"/>
                  </a:cubicBezTo>
                  <a:lnTo>
                    <a:pt x="1082" y="439"/>
                  </a:lnTo>
                  <a:cubicBezTo>
                    <a:pt x="1086" y="439"/>
                    <a:pt x="1089" y="438"/>
                    <a:pt x="1093" y="437"/>
                  </a:cubicBezTo>
                  <a:lnTo>
                    <a:pt x="1093" y="437"/>
                  </a:lnTo>
                  <a:cubicBezTo>
                    <a:pt x="1093" y="437"/>
                    <a:pt x="1093" y="437"/>
                    <a:pt x="1093" y="437"/>
                  </a:cubicBezTo>
                  <a:cubicBezTo>
                    <a:pt x="1095" y="437"/>
                    <a:pt x="1096" y="437"/>
                    <a:pt x="1097" y="437"/>
                  </a:cubicBezTo>
                  <a:lnTo>
                    <a:pt x="1097" y="437"/>
                  </a:lnTo>
                  <a:cubicBezTo>
                    <a:pt x="1496" y="349"/>
                    <a:pt x="1894" y="203"/>
                    <a:pt x="2293" y="154"/>
                  </a:cubicBezTo>
                  <a:cubicBezTo>
                    <a:pt x="2304" y="153"/>
                    <a:pt x="2314" y="153"/>
                    <a:pt x="2324" y="153"/>
                  </a:cubicBezTo>
                  <a:close/>
                  <a:moveTo>
                    <a:pt x="2341" y="0"/>
                  </a:moveTo>
                  <a:cubicBezTo>
                    <a:pt x="2306" y="0"/>
                    <a:pt x="2270" y="3"/>
                    <a:pt x="2235" y="8"/>
                  </a:cubicBezTo>
                  <a:cubicBezTo>
                    <a:pt x="1835" y="57"/>
                    <a:pt x="1435" y="203"/>
                    <a:pt x="1054" y="281"/>
                  </a:cubicBezTo>
                  <a:cubicBezTo>
                    <a:pt x="820" y="320"/>
                    <a:pt x="323" y="330"/>
                    <a:pt x="167" y="554"/>
                  </a:cubicBezTo>
                  <a:cubicBezTo>
                    <a:pt x="20" y="769"/>
                    <a:pt x="1" y="1052"/>
                    <a:pt x="225" y="1237"/>
                  </a:cubicBezTo>
                  <a:cubicBezTo>
                    <a:pt x="285" y="1290"/>
                    <a:pt x="375" y="1309"/>
                    <a:pt x="474" y="1309"/>
                  </a:cubicBezTo>
                  <a:cubicBezTo>
                    <a:pt x="646" y="1309"/>
                    <a:pt x="845" y="1252"/>
                    <a:pt x="957" y="1228"/>
                  </a:cubicBezTo>
                  <a:cubicBezTo>
                    <a:pt x="1318" y="1149"/>
                    <a:pt x="1669" y="1013"/>
                    <a:pt x="2030" y="964"/>
                  </a:cubicBezTo>
                  <a:cubicBezTo>
                    <a:pt x="2488" y="896"/>
                    <a:pt x="2966" y="652"/>
                    <a:pt x="2635" y="135"/>
                  </a:cubicBezTo>
                  <a:cubicBezTo>
                    <a:pt x="2568" y="31"/>
                    <a:pt x="2456" y="0"/>
                    <a:pt x="2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9"/>
            <p:cNvSpPr/>
            <p:nvPr/>
          </p:nvSpPr>
          <p:spPr>
            <a:xfrm>
              <a:off x="5615000" y="1444875"/>
              <a:ext cx="21125" cy="18800"/>
            </a:xfrm>
            <a:custGeom>
              <a:rect b="b" l="l" r="r" t="t"/>
              <a:pathLst>
                <a:path extrusionOk="0" h="752" w="845">
                  <a:moveTo>
                    <a:pt x="422" y="154"/>
                  </a:moveTo>
                  <a:cubicBezTo>
                    <a:pt x="597" y="154"/>
                    <a:pt x="711" y="352"/>
                    <a:pt x="611" y="498"/>
                  </a:cubicBezTo>
                  <a:cubicBezTo>
                    <a:pt x="564" y="560"/>
                    <a:pt x="495" y="592"/>
                    <a:pt x="426" y="592"/>
                  </a:cubicBezTo>
                  <a:cubicBezTo>
                    <a:pt x="366" y="592"/>
                    <a:pt x="305" y="568"/>
                    <a:pt x="259" y="517"/>
                  </a:cubicBezTo>
                  <a:cubicBezTo>
                    <a:pt x="155" y="385"/>
                    <a:pt x="226" y="197"/>
                    <a:pt x="373" y="159"/>
                  </a:cubicBezTo>
                  <a:lnTo>
                    <a:pt x="373" y="159"/>
                  </a:lnTo>
                  <a:cubicBezTo>
                    <a:pt x="377" y="159"/>
                    <a:pt x="382" y="158"/>
                    <a:pt x="386" y="156"/>
                  </a:cubicBezTo>
                  <a:lnTo>
                    <a:pt x="386" y="156"/>
                  </a:lnTo>
                  <a:cubicBezTo>
                    <a:pt x="386" y="156"/>
                    <a:pt x="386" y="156"/>
                    <a:pt x="386" y="156"/>
                  </a:cubicBezTo>
                  <a:cubicBezTo>
                    <a:pt x="398" y="155"/>
                    <a:pt x="410" y="154"/>
                    <a:pt x="422" y="154"/>
                  </a:cubicBezTo>
                  <a:close/>
                  <a:moveTo>
                    <a:pt x="430" y="1"/>
                  </a:moveTo>
                  <a:cubicBezTo>
                    <a:pt x="403" y="1"/>
                    <a:pt x="375" y="4"/>
                    <a:pt x="347" y="10"/>
                  </a:cubicBezTo>
                  <a:cubicBezTo>
                    <a:pt x="338" y="12"/>
                    <a:pt x="331" y="15"/>
                    <a:pt x="324" y="19"/>
                  </a:cubicBezTo>
                  <a:lnTo>
                    <a:pt x="324" y="19"/>
                  </a:lnTo>
                  <a:cubicBezTo>
                    <a:pt x="111" y="83"/>
                    <a:pt x="1" y="323"/>
                    <a:pt x="94" y="527"/>
                  </a:cubicBezTo>
                  <a:cubicBezTo>
                    <a:pt x="158" y="669"/>
                    <a:pt x="295" y="751"/>
                    <a:pt x="437" y="751"/>
                  </a:cubicBezTo>
                  <a:cubicBezTo>
                    <a:pt x="509" y="751"/>
                    <a:pt x="583" y="730"/>
                    <a:pt x="650" y="683"/>
                  </a:cubicBezTo>
                  <a:cubicBezTo>
                    <a:pt x="796" y="576"/>
                    <a:pt x="845" y="391"/>
                    <a:pt x="767" y="225"/>
                  </a:cubicBezTo>
                  <a:cubicBezTo>
                    <a:pt x="709" y="85"/>
                    <a:pt x="576"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9"/>
            <p:cNvSpPr/>
            <p:nvPr/>
          </p:nvSpPr>
          <p:spPr>
            <a:xfrm>
              <a:off x="5663175" y="1465600"/>
              <a:ext cx="24250" cy="18800"/>
            </a:xfrm>
            <a:custGeom>
              <a:rect b="b" l="l" r="r" t="t"/>
              <a:pathLst>
                <a:path extrusionOk="0" h="752" w="970">
                  <a:moveTo>
                    <a:pt x="447" y="162"/>
                  </a:moveTo>
                  <a:cubicBezTo>
                    <a:pt x="616" y="162"/>
                    <a:pt x="724" y="355"/>
                    <a:pt x="625" y="508"/>
                  </a:cubicBezTo>
                  <a:cubicBezTo>
                    <a:pt x="579" y="564"/>
                    <a:pt x="512" y="593"/>
                    <a:pt x="444" y="593"/>
                  </a:cubicBezTo>
                  <a:cubicBezTo>
                    <a:pt x="382" y="593"/>
                    <a:pt x="320" y="569"/>
                    <a:pt x="274" y="518"/>
                  </a:cubicBezTo>
                  <a:cubicBezTo>
                    <a:pt x="169" y="384"/>
                    <a:pt x="242" y="193"/>
                    <a:pt x="392" y="168"/>
                  </a:cubicBezTo>
                  <a:lnTo>
                    <a:pt x="392" y="168"/>
                  </a:lnTo>
                  <a:cubicBezTo>
                    <a:pt x="395" y="167"/>
                    <a:pt x="398" y="167"/>
                    <a:pt x="401" y="166"/>
                  </a:cubicBezTo>
                  <a:lnTo>
                    <a:pt x="401" y="166"/>
                  </a:lnTo>
                  <a:cubicBezTo>
                    <a:pt x="401" y="166"/>
                    <a:pt x="401" y="166"/>
                    <a:pt x="401" y="166"/>
                  </a:cubicBezTo>
                  <a:cubicBezTo>
                    <a:pt x="416" y="163"/>
                    <a:pt x="432" y="162"/>
                    <a:pt x="447" y="162"/>
                  </a:cubicBezTo>
                  <a:close/>
                  <a:moveTo>
                    <a:pt x="449" y="1"/>
                  </a:moveTo>
                  <a:cubicBezTo>
                    <a:pt x="421" y="1"/>
                    <a:pt x="392" y="4"/>
                    <a:pt x="362" y="10"/>
                  </a:cubicBezTo>
                  <a:cubicBezTo>
                    <a:pt x="362" y="10"/>
                    <a:pt x="362" y="10"/>
                    <a:pt x="362" y="10"/>
                  </a:cubicBezTo>
                  <a:lnTo>
                    <a:pt x="362" y="10"/>
                  </a:lnTo>
                  <a:cubicBezTo>
                    <a:pt x="361" y="10"/>
                    <a:pt x="360" y="11"/>
                    <a:pt x="360" y="11"/>
                  </a:cubicBezTo>
                  <a:lnTo>
                    <a:pt x="360" y="11"/>
                  </a:lnTo>
                  <a:cubicBezTo>
                    <a:pt x="127" y="60"/>
                    <a:pt x="1" y="313"/>
                    <a:pt x="98" y="527"/>
                  </a:cubicBezTo>
                  <a:cubicBezTo>
                    <a:pt x="163" y="669"/>
                    <a:pt x="304" y="751"/>
                    <a:pt x="446" y="751"/>
                  </a:cubicBezTo>
                  <a:cubicBezTo>
                    <a:pt x="518" y="751"/>
                    <a:pt x="591" y="730"/>
                    <a:pt x="654" y="683"/>
                  </a:cubicBezTo>
                  <a:cubicBezTo>
                    <a:pt x="970" y="467"/>
                    <a:pt x="794" y="1"/>
                    <a:pt x="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9"/>
            <p:cNvSpPr/>
            <p:nvPr/>
          </p:nvSpPr>
          <p:spPr>
            <a:xfrm>
              <a:off x="5648325" y="1431650"/>
              <a:ext cx="27275" cy="21800"/>
            </a:xfrm>
            <a:custGeom>
              <a:rect b="b" l="l" r="r" t="t"/>
              <a:pathLst>
                <a:path extrusionOk="0" h="872" w="1091">
                  <a:moveTo>
                    <a:pt x="553" y="155"/>
                  </a:moveTo>
                  <a:cubicBezTo>
                    <a:pt x="772" y="155"/>
                    <a:pt x="917" y="406"/>
                    <a:pt x="790" y="598"/>
                  </a:cubicBezTo>
                  <a:cubicBezTo>
                    <a:pt x="735" y="672"/>
                    <a:pt x="650" y="709"/>
                    <a:pt x="565" y="709"/>
                  </a:cubicBezTo>
                  <a:cubicBezTo>
                    <a:pt x="482" y="709"/>
                    <a:pt x="398" y="675"/>
                    <a:pt x="341" y="607"/>
                  </a:cubicBezTo>
                  <a:cubicBezTo>
                    <a:pt x="214" y="442"/>
                    <a:pt x="302" y="199"/>
                    <a:pt x="505" y="159"/>
                  </a:cubicBezTo>
                  <a:lnTo>
                    <a:pt x="505" y="159"/>
                  </a:lnTo>
                  <a:cubicBezTo>
                    <a:pt x="506" y="159"/>
                    <a:pt x="506" y="159"/>
                    <a:pt x="507" y="159"/>
                  </a:cubicBezTo>
                  <a:lnTo>
                    <a:pt x="507" y="159"/>
                  </a:lnTo>
                  <a:cubicBezTo>
                    <a:pt x="507" y="159"/>
                    <a:pt x="507" y="159"/>
                    <a:pt x="507" y="159"/>
                  </a:cubicBezTo>
                  <a:cubicBezTo>
                    <a:pt x="523" y="156"/>
                    <a:pt x="538" y="155"/>
                    <a:pt x="553" y="155"/>
                  </a:cubicBezTo>
                  <a:close/>
                  <a:moveTo>
                    <a:pt x="567" y="1"/>
                  </a:moveTo>
                  <a:cubicBezTo>
                    <a:pt x="534" y="1"/>
                    <a:pt x="501" y="4"/>
                    <a:pt x="468" y="12"/>
                  </a:cubicBezTo>
                  <a:cubicBezTo>
                    <a:pt x="468" y="12"/>
                    <a:pt x="468" y="12"/>
                    <a:pt x="468" y="12"/>
                  </a:cubicBezTo>
                  <a:lnTo>
                    <a:pt x="468" y="12"/>
                  </a:lnTo>
                  <a:cubicBezTo>
                    <a:pt x="466" y="13"/>
                    <a:pt x="465" y="13"/>
                    <a:pt x="463" y="13"/>
                  </a:cubicBezTo>
                  <a:lnTo>
                    <a:pt x="463" y="13"/>
                  </a:lnTo>
                  <a:cubicBezTo>
                    <a:pt x="67" y="104"/>
                    <a:pt x="1" y="637"/>
                    <a:pt x="360" y="822"/>
                  </a:cubicBezTo>
                  <a:cubicBezTo>
                    <a:pt x="427" y="856"/>
                    <a:pt x="494" y="871"/>
                    <a:pt x="559" y="871"/>
                  </a:cubicBezTo>
                  <a:cubicBezTo>
                    <a:pt x="849" y="871"/>
                    <a:pt x="1091" y="569"/>
                    <a:pt x="956" y="266"/>
                  </a:cubicBezTo>
                  <a:cubicBezTo>
                    <a:pt x="890" y="102"/>
                    <a:pt x="736"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9"/>
            <p:cNvSpPr/>
            <p:nvPr/>
          </p:nvSpPr>
          <p:spPr>
            <a:xfrm>
              <a:off x="5638050" y="1462250"/>
              <a:ext cx="20275" cy="15575"/>
            </a:xfrm>
            <a:custGeom>
              <a:rect b="b" l="l" r="r" t="t"/>
              <a:pathLst>
                <a:path extrusionOk="0" h="623" w="811">
                  <a:moveTo>
                    <a:pt x="377" y="152"/>
                  </a:moveTo>
                  <a:cubicBezTo>
                    <a:pt x="500" y="152"/>
                    <a:pt x="581" y="288"/>
                    <a:pt x="508" y="398"/>
                  </a:cubicBezTo>
                  <a:cubicBezTo>
                    <a:pt x="472" y="439"/>
                    <a:pt x="422" y="462"/>
                    <a:pt x="373" y="462"/>
                  </a:cubicBezTo>
                  <a:cubicBezTo>
                    <a:pt x="329" y="462"/>
                    <a:pt x="286" y="444"/>
                    <a:pt x="254" y="408"/>
                  </a:cubicBezTo>
                  <a:cubicBezTo>
                    <a:pt x="178" y="321"/>
                    <a:pt x="224" y="178"/>
                    <a:pt x="346" y="155"/>
                  </a:cubicBezTo>
                  <a:lnTo>
                    <a:pt x="346" y="155"/>
                  </a:lnTo>
                  <a:cubicBezTo>
                    <a:pt x="348" y="155"/>
                    <a:pt x="350" y="154"/>
                    <a:pt x="352" y="154"/>
                  </a:cubicBezTo>
                  <a:lnTo>
                    <a:pt x="352" y="154"/>
                  </a:lnTo>
                  <a:cubicBezTo>
                    <a:pt x="352" y="154"/>
                    <a:pt x="352" y="154"/>
                    <a:pt x="352" y="154"/>
                  </a:cubicBezTo>
                  <a:cubicBezTo>
                    <a:pt x="360" y="153"/>
                    <a:pt x="369" y="152"/>
                    <a:pt x="377" y="152"/>
                  </a:cubicBezTo>
                  <a:close/>
                  <a:moveTo>
                    <a:pt x="381" y="0"/>
                  </a:moveTo>
                  <a:cubicBezTo>
                    <a:pt x="365" y="0"/>
                    <a:pt x="349" y="2"/>
                    <a:pt x="332" y="4"/>
                  </a:cubicBezTo>
                  <a:lnTo>
                    <a:pt x="332" y="4"/>
                  </a:lnTo>
                  <a:cubicBezTo>
                    <a:pt x="326" y="5"/>
                    <a:pt x="320" y="6"/>
                    <a:pt x="313" y="8"/>
                  </a:cubicBezTo>
                  <a:lnTo>
                    <a:pt x="303" y="8"/>
                  </a:lnTo>
                  <a:cubicBezTo>
                    <a:pt x="108" y="47"/>
                    <a:pt x="1" y="252"/>
                    <a:pt x="89" y="437"/>
                  </a:cubicBezTo>
                  <a:cubicBezTo>
                    <a:pt x="140" y="553"/>
                    <a:pt x="255" y="622"/>
                    <a:pt x="375" y="622"/>
                  </a:cubicBezTo>
                  <a:cubicBezTo>
                    <a:pt x="437" y="622"/>
                    <a:pt x="500" y="604"/>
                    <a:pt x="557" y="564"/>
                  </a:cubicBezTo>
                  <a:cubicBezTo>
                    <a:pt x="810" y="383"/>
                    <a:pt x="661" y="0"/>
                    <a:pt x="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9"/>
            <p:cNvSpPr/>
            <p:nvPr/>
          </p:nvSpPr>
          <p:spPr>
            <a:xfrm>
              <a:off x="5614900" y="1477750"/>
              <a:ext cx="27100" cy="21575"/>
            </a:xfrm>
            <a:custGeom>
              <a:rect b="b" l="l" r="r" t="t"/>
              <a:pathLst>
                <a:path extrusionOk="0" h="863" w="1084">
                  <a:moveTo>
                    <a:pt x="555" y="155"/>
                  </a:moveTo>
                  <a:cubicBezTo>
                    <a:pt x="773" y="155"/>
                    <a:pt x="918" y="397"/>
                    <a:pt x="790" y="588"/>
                  </a:cubicBezTo>
                  <a:cubicBezTo>
                    <a:pt x="729" y="665"/>
                    <a:pt x="640" y="704"/>
                    <a:pt x="553" y="704"/>
                  </a:cubicBezTo>
                  <a:cubicBezTo>
                    <a:pt x="474" y="704"/>
                    <a:pt x="397" y="672"/>
                    <a:pt x="341" y="607"/>
                  </a:cubicBezTo>
                  <a:cubicBezTo>
                    <a:pt x="205" y="442"/>
                    <a:pt x="302" y="199"/>
                    <a:pt x="506" y="159"/>
                  </a:cubicBezTo>
                  <a:lnTo>
                    <a:pt x="506" y="159"/>
                  </a:lnTo>
                  <a:cubicBezTo>
                    <a:pt x="506" y="159"/>
                    <a:pt x="507" y="159"/>
                    <a:pt x="507" y="158"/>
                  </a:cubicBezTo>
                  <a:lnTo>
                    <a:pt x="507" y="158"/>
                  </a:lnTo>
                  <a:cubicBezTo>
                    <a:pt x="507" y="158"/>
                    <a:pt x="507" y="158"/>
                    <a:pt x="507" y="158"/>
                  </a:cubicBezTo>
                  <a:cubicBezTo>
                    <a:pt x="524" y="156"/>
                    <a:pt x="540" y="155"/>
                    <a:pt x="555" y="155"/>
                  </a:cubicBezTo>
                  <a:close/>
                  <a:moveTo>
                    <a:pt x="568" y="0"/>
                  </a:moveTo>
                  <a:cubicBezTo>
                    <a:pt x="539" y="0"/>
                    <a:pt x="510" y="3"/>
                    <a:pt x="481" y="9"/>
                  </a:cubicBezTo>
                  <a:lnTo>
                    <a:pt x="481" y="9"/>
                  </a:lnTo>
                  <a:cubicBezTo>
                    <a:pt x="477" y="10"/>
                    <a:pt x="473" y="11"/>
                    <a:pt x="468" y="12"/>
                  </a:cubicBezTo>
                  <a:cubicBezTo>
                    <a:pt x="68" y="90"/>
                    <a:pt x="0" y="627"/>
                    <a:pt x="361" y="812"/>
                  </a:cubicBezTo>
                  <a:cubicBezTo>
                    <a:pt x="428" y="847"/>
                    <a:pt x="497" y="862"/>
                    <a:pt x="562" y="862"/>
                  </a:cubicBezTo>
                  <a:cubicBezTo>
                    <a:pt x="848" y="862"/>
                    <a:pt x="1083" y="566"/>
                    <a:pt x="956" y="256"/>
                  </a:cubicBezTo>
                  <a:cubicBezTo>
                    <a:pt x="891" y="101"/>
                    <a:pt x="737" y="0"/>
                    <a:pt x="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79"/>
          <p:cNvGrpSpPr/>
          <p:nvPr/>
        </p:nvGrpSpPr>
        <p:grpSpPr>
          <a:xfrm>
            <a:off x="713184" y="4691184"/>
            <a:ext cx="7726459" cy="369843"/>
            <a:chOff x="713184" y="4691184"/>
            <a:chExt cx="7726459" cy="369843"/>
          </a:xfrm>
        </p:grpSpPr>
        <p:grpSp>
          <p:nvGrpSpPr>
            <p:cNvPr id="2301" name="Google Shape;2301;p79"/>
            <p:cNvGrpSpPr/>
            <p:nvPr/>
          </p:nvGrpSpPr>
          <p:grpSpPr>
            <a:xfrm>
              <a:off x="713184" y="4691184"/>
              <a:ext cx="7726459" cy="369843"/>
              <a:chOff x="713184" y="4691184"/>
              <a:chExt cx="7726459" cy="369843"/>
            </a:xfrm>
          </p:grpSpPr>
          <p:sp>
            <p:nvSpPr>
              <p:cNvPr id="2302" name="Google Shape;2302;p79"/>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303" name="Google Shape;2303;p79"/>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9"/>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5" name="Google Shape;2305;p79">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9" name="Shape 2309"/>
        <p:cNvGrpSpPr/>
        <p:nvPr/>
      </p:nvGrpSpPr>
      <p:grpSpPr>
        <a:xfrm>
          <a:off x="0" y="0"/>
          <a:ext cx="0" cy="0"/>
          <a:chOff x="0" y="0"/>
          <a:chExt cx="0" cy="0"/>
        </a:xfrm>
      </p:grpSpPr>
      <p:sp>
        <p:nvSpPr>
          <p:cNvPr id="2310" name="Google Shape;2310;p80"/>
          <p:cNvSpPr/>
          <p:nvPr/>
        </p:nvSpPr>
        <p:spPr>
          <a:xfrm rot="68008">
            <a:off x="4837190" y="3346421"/>
            <a:ext cx="2210833" cy="768053"/>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2311" name="Google Shape;2311;p80"/>
          <p:cNvSpPr/>
          <p:nvPr/>
        </p:nvSpPr>
        <p:spPr>
          <a:xfrm rot="68008">
            <a:off x="2095958" y="3346421"/>
            <a:ext cx="2210833" cy="768053"/>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2312" name="Google Shape;2312;p80"/>
          <p:cNvSpPr/>
          <p:nvPr/>
        </p:nvSpPr>
        <p:spPr>
          <a:xfrm rot="68008">
            <a:off x="3466647" y="1847296"/>
            <a:ext cx="2210833" cy="768053"/>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2313" name="Google Shape;2313;p80"/>
          <p:cNvSpPr/>
          <p:nvPr/>
        </p:nvSpPr>
        <p:spPr>
          <a:xfrm rot="68008">
            <a:off x="6211620" y="1847296"/>
            <a:ext cx="2210833" cy="768053"/>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2314" name="Google Shape;2314;p80"/>
          <p:cNvSpPr/>
          <p:nvPr/>
        </p:nvSpPr>
        <p:spPr>
          <a:xfrm rot="68008">
            <a:off x="721673" y="1847296"/>
            <a:ext cx="2210833" cy="768053"/>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2315" name="Google Shape;2315;p80"/>
          <p:cNvSpPr/>
          <p:nvPr/>
        </p:nvSpPr>
        <p:spPr>
          <a:xfrm>
            <a:off x="5798048" y="866449"/>
            <a:ext cx="612443" cy="502398"/>
          </a:xfrm>
          <a:custGeom>
            <a:rect b="b" l="l" r="r" t="t"/>
            <a:pathLst>
              <a:path extrusionOk="0" h="22567" w="27507">
                <a:moveTo>
                  <a:pt x="7611" y="134"/>
                </a:moveTo>
                <a:lnTo>
                  <a:pt x="27374" y="0"/>
                </a:lnTo>
                <a:lnTo>
                  <a:pt x="19095" y="10816"/>
                </a:lnTo>
                <a:lnTo>
                  <a:pt x="22166" y="16424"/>
                </a:lnTo>
                <a:lnTo>
                  <a:pt x="27507" y="22300"/>
                </a:lnTo>
                <a:lnTo>
                  <a:pt x="0" y="22567"/>
                </a:lnTo>
              </a:path>
            </a:pathLst>
          </a:custGeom>
          <a:solidFill>
            <a:schemeClr val="accent2"/>
          </a:solidFill>
          <a:ln cap="flat" cmpd="sng" w="9525">
            <a:solidFill>
              <a:schemeClr val="accent2"/>
            </a:solidFill>
            <a:prstDash val="solid"/>
            <a:round/>
            <a:headEnd len="med" w="med" type="none"/>
            <a:tailEnd len="med" w="med" type="none"/>
          </a:ln>
        </p:spPr>
      </p:sp>
      <p:sp>
        <p:nvSpPr>
          <p:cNvPr id="2316" name="Google Shape;2316;p80"/>
          <p:cNvSpPr/>
          <p:nvPr/>
        </p:nvSpPr>
        <p:spPr>
          <a:xfrm>
            <a:off x="3202595" y="726730"/>
            <a:ext cx="2800603" cy="520230"/>
          </a:xfrm>
          <a:custGeom>
            <a:rect b="b" l="l" r="r" t="t"/>
            <a:pathLst>
              <a:path extrusionOk="0" h="23368" w="125785">
                <a:moveTo>
                  <a:pt x="134" y="801"/>
                </a:moveTo>
                <a:lnTo>
                  <a:pt x="67032" y="2003"/>
                </a:lnTo>
                <a:lnTo>
                  <a:pt x="123381" y="0"/>
                </a:lnTo>
                <a:lnTo>
                  <a:pt x="125785" y="21899"/>
                </a:lnTo>
                <a:lnTo>
                  <a:pt x="87462" y="23368"/>
                </a:lnTo>
                <a:lnTo>
                  <a:pt x="37655" y="22834"/>
                </a:lnTo>
                <a:lnTo>
                  <a:pt x="935" y="22033"/>
                </a:lnTo>
                <a:lnTo>
                  <a:pt x="0" y="7478"/>
                </a:lnTo>
              </a:path>
            </a:pathLst>
          </a:custGeom>
          <a:solidFill>
            <a:schemeClr val="accent2"/>
          </a:solidFill>
          <a:ln cap="flat" cmpd="sng" w="9525">
            <a:solidFill>
              <a:schemeClr val="accent2"/>
            </a:solidFill>
            <a:prstDash val="solid"/>
            <a:round/>
            <a:headEnd len="med" w="med" type="none"/>
            <a:tailEnd len="med" w="med" type="none"/>
          </a:ln>
        </p:spPr>
      </p:sp>
      <p:sp>
        <p:nvSpPr>
          <p:cNvPr id="2317" name="Google Shape;2317;p80"/>
          <p:cNvSpPr/>
          <p:nvPr/>
        </p:nvSpPr>
        <p:spPr>
          <a:xfrm>
            <a:off x="2726895" y="714842"/>
            <a:ext cx="3690191" cy="664227"/>
          </a:xfrm>
          <a:custGeom>
            <a:rect b="b" l="l" r="r" t="t"/>
            <a:pathLst>
              <a:path extrusionOk="0" h="5172" w="26741">
                <a:moveTo>
                  <a:pt x="3678" y="4001"/>
                </a:moveTo>
                <a:lnTo>
                  <a:pt x="3678" y="4001"/>
                </a:lnTo>
                <a:cubicBezTo>
                  <a:pt x="4254" y="4040"/>
                  <a:pt x="4830" y="4060"/>
                  <a:pt x="5405" y="4089"/>
                </a:cubicBezTo>
                <a:cubicBezTo>
                  <a:pt x="5415" y="4323"/>
                  <a:pt x="5444" y="4557"/>
                  <a:pt x="5473" y="4791"/>
                </a:cubicBezTo>
                <a:cubicBezTo>
                  <a:pt x="4878" y="4528"/>
                  <a:pt x="4283" y="4245"/>
                  <a:pt x="3678" y="4001"/>
                </a:cubicBezTo>
                <a:close/>
                <a:moveTo>
                  <a:pt x="23424" y="4050"/>
                </a:moveTo>
                <a:cubicBezTo>
                  <a:pt x="23024" y="4303"/>
                  <a:pt x="22633" y="4577"/>
                  <a:pt x="22243" y="4850"/>
                </a:cubicBezTo>
                <a:cubicBezTo>
                  <a:pt x="22233" y="4616"/>
                  <a:pt x="22233" y="4372"/>
                  <a:pt x="22233" y="4138"/>
                </a:cubicBezTo>
                <a:cubicBezTo>
                  <a:pt x="22233" y="4118"/>
                  <a:pt x="22224" y="4099"/>
                  <a:pt x="22214" y="4089"/>
                </a:cubicBezTo>
                <a:cubicBezTo>
                  <a:pt x="22624" y="4079"/>
                  <a:pt x="23024" y="4060"/>
                  <a:pt x="23424" y="4050"/>
                </a:cubicBezTo>
                <a:close/>
                <a:moveTo>
                  <a:pt x="3278" y="1299"/>
                </a:moveTo>
                <a:lnTo>
                  <a:pt x="3278" y="1299"/>
                </a:lnTo>
                <a:cubicBezTo>
                  <a:pt x="3259" y="2157"/>
                  <a:pt x="3337" y="3016"/>
                  <a:pt x="3513" y="3855"/>
                </a:cubicBezTo>
                <a:cubicBezTo>
                  <a:pt x="3444" y="3884"/>
                  <a:pt x="3454" y="3991"/>
                  <a:pt x="3532" y="4001"/>
                </a:cubicBezTo>
                <a:lnTo>
                  <a:pt x="3552" y="4001"/>
                </a:lnTo>
                <a:cubicBezTo>
                  <a:pt x="3532" y="4020"/>
                  <a:pt x="3542" y="4050"/>
                  <a:pt x="3571" y="4069"/>
                </a:cubicBezTo>
                <a:cubicBezTo>
                  <a:pt x="4117" y="4352"/>
                  <a:pt x="4673" y="4616"/>
                  <a:pt x="5239" y="4869"/>
                </a:cubicBezTo>
                <a:cubicBezTo>
                  <a:pt x="4456" y="4851"/>
                  <a:pt x="3667" y="4841"/>
                  <a:pt x="2876" y="4841"/>
                </a:cubicBezTo>
                <a:cubicBezTo>
                  <a:pt x="1992" y="4841"/>
                  <a:pt x="1106" y="4853"/>
                  <a:pt x="225" y="4879"/>
                </a:cubicBezTo>
                <a:cubicBezTo>
                  <a:pt x="781" y="4333"/>
                  <a:pt x="1308" y="3747"/>
                  <a:pt x="1796" y="3142"/>
                </a:cubicBezTo>
                <a:cubicBezTo>
                  <a:pt x="1815" y="3113"/>
                  <a:pt x="1825" y="3074"/>
                  <a:pt x="1805" y="3035"/>
                </a:cubicBezTo>
                <a:lnTo>
                  <a:pt x="1805" y="3035"/>
                </a:lnTo>
                <a:cubicBezTo>
                  <a:pt x="1814" y="3042"/>
                  <a:pt x="1823" y="3045"/>
                  <a:pt x="1832" y="3045"/>
                </a:cubicBezTo>
                <a:cubicBezTo>
                  <a:pt x="1874" y="3045"/>
                  <a:pt x="1914" y="2980"/>
                  <a:pt x="1874" y="2947"/>
                </a:cubicBezTo>
                <a:cubicBezTo>
                  <a:pt x="1337" y="2508"/>
                  <a:pt x="888" y="1972"/>
                  <a:pt x="547" y="1367"/>
                </a:cubicBezTo>
                <a:lnTo>
                  <a:pt x="547" y="1367"/>
                </a:lnTo>
                <a:cubicBezTo>
                  <a:pt x="931" y="1388"/>
                  <a:pt x="1314" y="1398"/>
                  <a:pt x="1698" y="1398"/>
                </a:cubicBezTo>
                <a:cubicBezTo>
                  <a:pt x="2202" y="1398"/>
                  <a:pt x="2706" y="1381"/>
                  <a:pt x="3210" y="1347"/>
                </a:cubicBezTo>
                <a:cubicBezTo>
                  <a:pt x="3239" y="1338"/>
                  <a:pt x="3269" y="1328"/>
                  <a:pt x="3278" y="1299"/>
                </a:cubicBezTo>
                <a:close/>
                <a:moveTo>
                  <a:pt x="23217" y="1"/>
                </a:moveTo>
                <a:cubicBezTo>
                  <a:pt x="23215" y="1"/>
                  <a:pt x="23212" y="1"/>
                  <a:pt x="23209" y="1"/>
                </a:cubicBezTo>
                <a:cubicBezTo>
                  <a:pt x="18652" y="189"/>
                  <a:pt x="14100" y="234"/>
                  <a:pt x="9547" y="234"/>
                </a:cubicBezTo>
                <a:cubicBezTo>
                  <a:pt x="7490" y="234"/>
                  <a:pt x="5434" y="225"/>
                  <a:pt x="3376" y="216"/>
                </a:cubicBezTo>
                <a:cubicBezTo>
                  <a:pt x="3317" y="216"/>
                  <a:pt x="3288" y="284"/>
                  <a:pt x="3327" y="323"/>
                </a:cubicBezTo>
                <a:cubicBezTo>
                  <a:pt x="3308" y="616"/>
                  <a:pt x="3298" y="908"/>
                  <a:pt x="3288" y="1201"/>
                </a:cubicBezTo>
                <a:cubicBezTo>
                  <a:pt x="3278" y="1172"/>
                  <a:pt x="3249" y="1162"/>
                  <a:pt x="3210" y="1162"/>
                </a:cubicBezTo>
                <a:cubicBezTo>
                  <a:pt x="2499" y="1200"/>
                  <a:pt x="1794" y="1214"/>
                  <a:pt x="1086" y="1214"/>
                </a:cubicBezTo>
                <a:cubicBezTo>
                  <a:pt x="881" y="1214"/>
                  <a:pt x="675" y="1213"/>
                  <a:pt x="469" y="1211"/>
                </a:cubicBezTo>
                <a:cubicBezTo>
                  <a:pt x="453" y="1193"/>
                  <a:pt x="433" y="1185"/>
                  <a:pt x="413" y="1185"/>
                </a:cubicBezTo>
                <a:cubicBezTo>
                  <a:pt x="355" y="1185"/>
                  <a:pt x="294" y="1246"/>
                  <a:pt x="322" y="1318"/>
                </a:cubicBezTo>
                <a:cubicBezTo>
                  <a:pt x="644" y="1991"/>
                  <a:pt x="1132" y="2567"/>
                  <a:pt x="1747" y="2996"/>
                </a:cubicBezTo>
                <a:cubicBezTo>
                  <a:pt x="1739" y="2994"/>
                  <a:pt x="1732" y="2992"/>
                  <a:pt x="1725" y="2992"/>
                </a:cubicBezTo>
                <a:cubicBezTo>
                  <a:pt x="1707" y="2992"/>
                  <a:pt x="1693" y="3001"/>
                  <a:pt x="1679" y="3016"/>
                </a:cubicBezTo>
                <a:cubicBezTo>
                  <a:pt x="1132" y="3581"/>
                  <a:pt x="615" y="4186"/>
                  <a:pt x="137" y="4811"/>
                </a:cubicBezTo>
                <a:cubicBezTo>
                  <a:pt x="118" y="4830"/>
                  <a:pt x="118" y="4859"/>
                  <a:pt x="137" y="4889"/>
                </a:cubicBezTo>
                <a:lnTo>
                  <a:pt x="127" y="4889"/>
                </a:lnTo>
                <a:cubicBezTo>
                  <a:pt x="1" y="4898"/>
                  <a:pt x="1" y="5074"/>
                  <a:pt x="127" y="5084"/>
                </a:cubicBezTo>
                <a:cubicBezTo>
                  <a:pt x="756" y="5112"/>
                  <a:pt x="1385" y="5126"/>
                  <a:pt x="2015" y="5126"/>
                </a:cubicBezTo>
                <a:cubicBezTo>
                  <a:pt x="3146" y="5126"/>
                  <a:pt x="4277" y="5080"/>
                  <a:pt x="5405" y="4986"/>
                </a:cubicBezTo>
                <a:cubicBezTo>
                  <a:pt x="5425" y="4986"/>
                  <a:pt x="5444" y="4977"/>
                  <a:pt x="5454" y="4957"/>
                </a:cubicBezTo>
                <a:lnTo>
                  <a:pt x="5532" y="4996"/>
                </a:lnTo>
                <a:cubicBezTo>
                  <a:pt x="5544" y="5001"/>
                  <a:pt x="5557" y="5003"/>
                  <a:pt x="5571" y="5003"/>
                </a:cubicBezTo>
                <a:cubicBezTo>
                  <a:pt x="5614" y="5003"/>
                  <a:pt x="5659" y="4979"/>
                  <a:pt x="5659" y="4928"/>
                </a:cubicBezTo>
                <a:cubicBezTo>
                  <a:pt x="5630" y="4645"/>
                  <a:pt x="5620" y="4372"/>
                  <a:pt x="5571" y="4099"/>
                </a:cubicBezTo>
                <a:lnTo>
                  <a:pt x="5571" y="4099"/>
                </a:lnTo>
                <a:cubicBezTo>
                  <a:pt x="8244" y="4206"/>
                  <a:pt x="10917" y="4216"/>
                  <a:pt x="13580" y="4216"/>
                </a:cubicBezTo>
                <a:cubicBezTo>
                  <a:pt x="16409" y="4216"/>
                  <a:pt x="19239" y="4186"/>
                  <a:pt x="22077" y="4099"/>
                </a:cubicBezTo>
                <a:lnTo>
                  <a:pt x="22077" y="4099"/>
                </a:lnTo>
                <a:cubicBezTo>
                  <a:pt x="22068" y="4108"/>
                  <a:pt x="22058" y="4118"/>
                  <a:pt x="22058" y="4138"/>
                </a:cubicBezTo>
                <a:cubicBezTo>
                  <a:pt x="22058" y="4430"/>
                  <a:pt x="22077" y="4723"/>
                  <a:pt x="22077" y="5016"/>
                </a:cubicBezTo>
                <a:cubicBezTo>
                  <a:pt x="22077" y="5064"/>
                  <a:pt x="22116" y="5103"/>
                  <a:pt x="22175" y="5113"/>
                </a:cubicBezTo>
                <a:cubicBezTo>
                  <a:pt x="22175" y="5142"/>
                  <a:pt x="22204" y="5172"/>
                  <a:pt x="22233" y="5172"/>
                </a:cubicBezTo>
                <a:cubicBezTo>
                  <a:pt x="23697" y="5172"/>
                  <a:pt x="25160" y="5162"/>
                  <a:pt x="26623" y="5094"/>
                </a:cubicBezTo>
                <a:cubicBezTo>
                  <a:pt x="26741" y="5084"/>
                  <a:pt x="26731" y="4918"/>
                  <a:pt x="26614" y="4918"/>
                </a:cubicBezTo>
                <a:lnTo>
                  <a:pt x="26584" y="4918"/>
                </a:lnTo>
                <a:cubicBezTo>
                  <a:pt x="26604" y="4889"/>
                  <a:pt x="26594" y="4859"/>
                  <a:pt x="26575" y="4830"/>
                </a:cubicBezTo>
                <a:cubicBezTo>
                  <a:pt x="26067" y="4303"/>
                  <a:pt x="25677" y="3679"/>
                  <a:pt x="25424" y="2996"/>
                </a:cubicBezTo>
                <a:lnTo>
                  <a:pt x="25424" y="2986"/>
                </a:lnTo>
                <a:cubicBezTo>
                  <a:pt x="25443" y="2977"/>
                  <a:pt x="25453" y="2967"/>
                  <a:pt x="25463" y="2957"/>
                </a:cubicBezTo>
                <a:cubicBezTo>
                  <a:pt x="25853" y="2401"/>
                  <a:pt x="26272" y="1874"/>
                  <a:pt x="26682" y="1338"/>
                </a:cubicBezTo>
                <a:cubicBezTo>
                  <a:pt x="26702" y="1318"/>
                  <a:pt x="26702" y="1289"/>
                  <a:pt x="26672" y="1269"/>
                </a:cubicBezTo>
                <a:cubicBezTo>
                  <a:pt x="26731" y="1221"/>
                  <a:pt x="26692" y="1133"/>
                  <a:pt x="26614" y="1123"/>
                </a:cubicBezTo>
                <a:cubicBezTo>
                  <a:pt x="26261" y="1116"/>
                  <a:pt x="25907" y="1113"/>
                  <a:pt x="25553" y="1113"/>
                </a:cubicBezTo>
                <a:cubicBezTo>
                  <a:pt x="24907" y="1113"/>
                  <a:pt x="24258" y="1124"/>
                  <a:pt x="23609" y="1143"/>
                </a:cubicBezTo>
                <a:cubicBezTo>
                  <a:pt x="23570" y="840"/>
                  <a:pt x="23531" y="528"/>
                  <a:pt x="23492" y="235"/>
                </a:cubicBezTo>
                <a:cubicBezTo>
                  <a:pt x="23487" y="172"/>
                  <a:pt x="23438" y="140"/>
                  <a:pt x="23392" y="140"/>
                </a:cubicBezTo>
                <a:cubicBezTo>
                  <a:pt x="23346" y="140"/>
                  <a:pt x="23302" y="172"/>
                  <a:pt x="23307" y="235"/>
                </a:cubicBezTo>
                <a:cubicBezTo>
                  <a:pt x="23394" y="1396"/>
                  <a:pt x="23394" y="2694"/>
                  <a:pt x="23687" y="3825"/>
                </a:cubicBezTo>
                <a:cubicBezTo>
                  <a:pt x="23696" y="3852"/>
                  <a:pt x="23717" y="3865"/>
                  <a:pt x="23738" y="3865"/>
                </a:cubicBezTo>
                <a:cubicBezTo>
                  <a:pt x="23762" y="3865"/>
                  <a:pt x="23785" y="3847"/>
                  <a:pt x="23785" y="3816"/>
                </a:cubicBezTo>
                <a:cubicBezTo>
                  <a:pt x="23833" y="2996"/>
                  <a:pt x="23736" y="2128"/>
                  <a:pt x="23629" y="1279"/>
                </a:cubicBezTo>
                <a:lnTo>
                  <a:pt x="23629" y="1279"/>
                </a:lnTo>
                <a:cubicBezTo>
                  <a:pt x="24247" y="1298"/>
                  <a:pt x="24869" y="1305"/>
                  <a:pt x="25491" y="1305"/>
                </a:cubicBezTo>
                <a:cubicBezTo>
                  <a:pt x="25849" y="1305"/>
                  <a:pt x="26208" y="1302"/>
                  <a:pt x="26565" y="1299"/>
                </a:cubicBezTo>
                <a:lnTo>
                  <a:pt x="26565" y="1299"/>
                </a:lnTo>
                <a:cubicBezTo>
                  <a:pt x="26097" y="1777"/>
                  <a:pt x="25667" y="2294"/>
                  <a:pt x="25297" y="2860"/>
                </a:cubicBezTo>
                <a:cubicBezTo>
                  <a:pt x="25267" y="2899"/>
                  <a:pt x="25277" y="2957"/>
                  <a:pt x="25316" y="2977"/>
                </a:cubicBezTo>
                <a:cubicBezTo>
                  <a:pt x="25306" y="2996"/>
                  <a:pt x="25306" y="3016"/>
                  <a:pt x="25306" y="3025"/>
                </a:cubicBezTo>
                <a:cubicBezTo>
                  <a:pt x="25521" y="3738"/>
                  <a:pt x="25902" y="4391"/>
                  <a:pt x="26428" y="4928"/>
                </a:cubicBezTo>
                <a:cubicBezTo>
                  <a:pt x="25053" y="4928"/>
                  <a:pt x="23677" y="4977"/>
                  <a:pt x="22302" y="5025"/>
                </a:cubicBezTo>
                <a:cubicBezTo>
                  <a:pt x="22760" y="4713"/>
                  <a:pt x="23219" y="4391"/>
                  <a:pt x="23658" y="4050"/>
                </a:cubicBezTo>
                <a:cubicBezTo>
                  <a:pt x="23677" y="4040"/>
                  <a:pt x="23687" y="4030"/>
                  <a:pt x="23687" y="4011"/>
                </a:cubicBezTo>
                <a:cubicBezTo>
                  <a:pt x="23755" y="3942"/>
                  <a:pt x="23707" y="3825"/>
                  <a:pt x="23609" y="3825"/>
                </a:cubicBezTo>
                <a:cubicBezTo>
                  <a:pt x="20263" y="3923"/>
                  <a:pt x="16917" y="4001"/>
                  <a:pt x="13571" y="4001"/>
                </a:cubicBezTo>
                <a:cubicBezTo>
                  <a:pt x="10263" y="4001"/>
                  <a:pt x="6956" y="3884"/>
                  <a:pt x="3639" y="3855"/>
                </a:cubicBezTo>
                <a:cubicBezTo>
                  <a:pt x="3571" y="2674"/>
                  <a:pt x="3474" y="1533"/>
                  <a:pt x="3522" y="352"/>
                </a:cubicBezTo>
                <a:lnTo>
                  <a:pt x="3522" y="352"/>
                </a:lnTo>
                <a:cubicBezTo>
                  <a:pt x="5966" y="458"/>
                  <a:pt x="8417" y="502"/>
                  <a:pt x="10869" y="502"/>
                </a:cubicBezTo>
                <a:cubicBezTo>
                  <a:pt x="14985" y="502"/>
                  <a:pt x="19107" y="377"/>
                  <a:pt x="23209" y="206"/>
                </a:cubicBezTo>
                <a:cubicBezTo>
                  <a:pt x="23333" y="206"/>
                  <a:pt x="23336" y="1"/>
                  <a:pt x="232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0"/>
          <p:cNvSpPr txBox="1"/>
          <p:nvPr>
            <p:ph type="title"/>
          </p:nvPr>
        </p:nvSpPr>
        <p:spPr>
          <a:xfrm>
            <a:off x="3307500" y="758950"/>
            <a:ext cx="2529000" cy="48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a:t>
            </a:r>
            <a:endParaRPr/>
          </a:p>
        </p:txBody>
      </p:sp>
      <p:sp>
        <p:nvSpPr>
          <p:cNvPr id="2319" name="Google Shape;2319;p80"/>
          <p:cNvSpPr txBox="1"/>
          <p:nvPr>
            <p:ph idx="2" type="title"/>
          </p:nvPr>
        </p:nvSpPr>
        <p:spPr>
          <a:xfrm>
            <a:off x="717839" y="1967473"/>
            <a:ext cx="2218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Two teams</a:t>
            </a:r>
            <a:endParaRPr/>
          </a:p>
        </p:txBody>
      </p:sp>
      <p:sp>
        <p:nvSpPr>
          <p:cNvPr id="2320" name="Google Shape;2320;p80"/>
          <p:cNvSpPr txBox="1"/>
          <p:nvPr>
            <p:ph idx="1" type="subTitle"/>
          </p:nvPr>
        </p:nvSpPr>
        <p:spPr>
          <a:xfrm>
            <a:off x="717839" y="2623513"/>
            <a:ext cx="2218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Ask your students to form two teams</a:t>
            </a:r>
            <a:endParaRPr/>
          </a:p>
        </p:txBody>
      </p:sp>
      <p:sp>
        <p:nvSpPr>
          <p:cNvPr id="2321" name="Google Shape;2321;p80"/>
          <p:cNvSpPr txBox="1"/>
          <p:nvPr>
            <p:ph idx="3" type="title"/>
          </p:nvPr>
        </p:nvSpPr>
        <p:spPr>
          <a:xfrm>
            <a:off x="3462813" y="1967473"/>
            <a:ext cx="2218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Write the </a:t>
            </a:r>
            <a:r>
              <a:rPr lang="en"/>
              <a:t>first </a:t>
            </a:r>
            <a:r>
              <a:rPr lang="en"/>
              <a:t>word on board</a:t>
            </a:r>
            <a:endParaRPr/>
          </a:p>
        </p:txBody>
      </p:sp>
      <p:sp>
        <p:nvSpPr>
          <p:cNvPr id="2322" name="Google Shape;2322;p80"/>
          <p:cNvSpPr txBox="1"/>
          <p:nvPr>
            <p:ph idx="4" type="subTitle"/>
          </p:nvPr>
        </p:nvSpPr>
        <p:spPr>
          <a:xfrm>
            <a:off x="3462813" y="2623513"/>
            <a:ext cx="2218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he players in the 'hot seats' can't see it</a:t>
            </a:r>
            <a:endParaRPr/>
          </a:p>
        </p:txBody>
      </p:sp>
      <p:sp>
        <p:nvSpPr>
          <p:cNvPr id="2323" name="Google Shape;2323;p80"/>
          <p:cNvSpPr txBox="1"/>
          <p:nvPr>
            <p:ph idx="5" type="title"/>
          </p:nvPr>
        </p:nvSpPr>
        <p:spPr>
          <a:xfrm>
            <a:off x="6207787" y="1967473"/>
            <a:ext cx="2218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They </a:t>
            </a:r>
            <a:r>
              <a:rPr lang="en"/>
              <a:t>swap seats with another</a:t>
            </a:r>
            <a:endParaRPr/>
          </a:p>
        </p:txBody>
      </p:sp>
      <p:sp>
        <p:nvSpPr>
          <p:cNvPr id="2324" name="Google Shape;2324;p80"/>
          <p:cNvSpPr txBox="1"/>
          <p:nvPr>
            <p:ph idx="6" type="subTitle"/>
          </p:nvPr>
        </p:nvSpPr>
        <p:spPr>
          <a:xfrm>
            <a:off x="6207787" y="2623513"/>
            <a:ext cx="2218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ll the words must have been used</a:t>
            </a:r>
            <a:endParaRPr/>
          </a:p>
        </p:txBody>
      </p:sp>
      <p:sp>
        <p:nvSpPr>
          <p:cNvPr id="2325" name="Google Shape;2325;p80"/>
          <p:cNvSpPr txBox="1"/>
          <p:nvPr>
            <p:ph idx="7" type="title"/>
          </p:nvPr>
        </p:nvSpPr>
        <p:spPr>
          <a:xfrm>
            <a:off x="2092124" y="3466598"/>
            <a:ext cx="2218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Prepare a list of five words</a:t>
            </a:r>
            <a:endParaRPr/>
          </a:p>
        </p:txBody>
      </p:sp>
      <p:sp>
        <p:nvSpPr>
          <p:cNvPr id="2326" name="Google Shape;2326;p80"/>
          <p:cNvSpPr txBox="1"/>
          <p:nvPr>
            <p:ph idx="8" type="subTitle"/>
          </p:nvPr>
        </p:nvSpPr>
        <p:spPr>
          <a:xfrm>
            <a:off x="2092124" y="4118667"/>
            <a:ext cx="2218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That your class has recently learned</a:t>
            </a:r>
            <a:endParaRPr/>
          </a:p>
        </p:txBody>
      </p:sp>
      <p:sp>
        <p:nvSpPr>
          <p:cNvPr id="2327" name="Google Shape;2327;p80"/>
          <p:cNvSpPr txBox="1"/>
          <p:nvPr>
            <p:ph idx="9" type="title"/>
          </p:nvPr>
        </p:nvSpPr>
        <p:spPr>
          <a:xfrm>
            <a:off x="4833357" y="3466598"/>
            <a:ext cx="2218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It is a fantastic idea</a:t>
            </a:r>
            <a:endParaRPr/>
          </a:p>
        </p:txBody>
      </p:sp>
      <p:sp>
        <p:nvSpPr>
          <p:cNvPr id="2328" name="Google Shape;2328;p80"/>
          <p:cNvSpPr txBox="1"/>
          <p:nvPr>
            <p:ph idx="13" type="subTitle"/>
          </p:nvPr>
        </p:nvSpPr>
        <p:spPr>
          <a:xfrm>
            <a:off x="4833357" y="4118667"/>
            <a:ext cx="2218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ell the players the total </a:t>
            </a:r>
            <a:r>
              <a:rPr lang="en"/>
              <a:t>number of words</a:t>
            </a:r>
            <a:endParaRPr/>
          </a:p>
        </p:txBody>
      </p:sp>
      <p:sp>
        <p:nvSpPr>
          <p:cNvPr id="2329" name="Google Shape;2329;p80"/>
          <p:cNvSpPr/>
          <p:nvPr/>
        </p:nvSpPr>
        <p:spPr>
          <a:xfrm>
            <a:off x="3272825" y="794113"/>
            <a:ext cx="2607025" cy="28023"/>
          </a:xfrm>
          <a:custGeom>
            <a:rect b="b" l="l" r="r" t="t"/>
            <a:pathLst>
              <a:path extrusionOk="0" h="3769" w="104281">
                <a:moveTo>
                  <a:pt x="104281" y="0"/>
                </a:moveTo>
                <a:cubicBezTo>
                  <a:pt x="70187" y="6814"/>
                  <a:pt x="34768" y="2243"/>
                  <a:pt x="0" y="2243"/>
                </a:cubicBezTo>
              </a:path>
            </a:pathLst>
          </a:custGeom>
          <a:noFill/>
          <a:ln cap="rnd" cmpd="sng" w="9525">
            <a:solidFill>
              <a:schemeClr val="dk1"/>
            </a:solidFill>
            <a:prstDash val="solid"/>
            <a:round/>
            <a:headEnd len="med" w="med" type="none"/>
            <a:tailEnd len="med" w="med" type="none"/>
          </a:ln>
        </p:spPr>
      </p:sp>
      <p:sp>
        <p:nvSpPr>
          <p:cNvPr id="2330" name="Google Shape;2330;p80"/>
          <p:cNvSpPr/>
          <p:nvPr/>
        </p:nvSpPr>
        <p:spPr>
          <a:xfrm>
            <a:off x="3272825" y="1151538"/>
            <a:ext cx="2607025" cy="28023"/>
          </a:xfrm>
          <a:custGeom>
            <a:rect b="b" l="l" r="r" t="t"/>
            <a:pathLst>
              <a:path extrusionOk="0" h="3769" w="104281">
                <a:moveTo>
                  <a:pt x="104281" y="0"/>
                </a:moveTo>
                <a:cubicBezTo>
                  <a:pt x="70187" y="6814"/>
                  <a:pt x="34768" y="2243"/>
                  <a:pt x="0" y="2243"/>
                </a:cubicBezTo>
              </a:path>
            </a:pathLst>
          </a:custGeom>
          <a:noFill/>
          <a:ln cap="rnd" cmpd="sng" w="9525">
            <a:solidFill>
              <a:schemeClr val="dk1"/>
            </a:solidFill>
            <a:prstDash val="solid"/>
            <a:round/>
            <a:headEnd len="med" w="med" type="none"/>
            <a:tailEnd len="med" w="med" type="none"/>
          </a:ln>
        </p:spPr>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4" name="Shape 2334"/>
        <p:cNvGrpSpPr/>
        <p:nvPr/>
      </p:nvGrpSpPr>
      <p:grpSpPr>
        <a:xfrm>
          <a:off x="0" y="0"/>
          <a:ext cx="0" cy="0"/>
          <a:chOff x="0" y="0"/>
          <a:chExt cx="0" cy="0"/>
        </a:xfrm>
      </p:grpSpPr>
      <p:sp>
        <p:nvSpPr>
          <p:cNvPr id="2335" name="Google Shape;2335;p81"/>
          <p:cNvSpPr/>
          <p:nvPr/>
        </p:nvSpPr>
        <p:spPr>
          <a:xfrm>
            <a:off x="2241500" y="692900"/>
            <a:ext cx="4661046" cy="3757700"/>
          </a:xfrm>
          <a:custGeom>
            <a:rect b="b" l="l" r="r" t="t"/>
            <a:pathLst>
              <a:path extrusionOk="0" h="8527" w="10577">
                <a:moveTo>
                  <a:pt x="10576" y="2410"/>
                </a:moveTo>
                <a:cubicBezTo>
                  <a:pt x="10576" y="2751"/>
                  <a:pt x="10488" y="3083"/>
                  <a:pt x="10322" y="3385"/>
                </a:cubicBezTo>
                <a:cubicBezTo>
                  <a:pt x="10186" y="3639"/>
                  <a:pt x="10039" y="3883"/>
                  <a:pt x="9864" y="4117"/>
                </a:cubicBezTo>
                <a:cubicBezTo>
                  <a:pt x="9718" y="4322"/>
                  <a:pt x="9718" y="4400"/>
                  <a:pt x="9864" y="4605"/>
                </a:cubicBezTo>
                <a:cubicBezTo>
                  <a:pt x="10030" y="4829"/>
                  <a:pt x="10127" y="5102"/>
                  <a:pt x="10166" y="5375"/>
                </a:cubicBezTo>
                <a:cubicBezTo>
                  <a:pt x="10196" y="5541"/>
                  <a:pt x="10196" y="5717"/>
                  <a:pt x="10205" y="5883"/>
                </a:cubicBezTo>
                <a:cubicBezTo>
                  <a:pt x="10244" y="6614"/>
                  <a:pt x="9893" y="7122"/>
                  <a:pt x="9298" y="7483"/>
                </a:cubicBezTo>
                <a:cubicBezTo>
                  <a:pt x="8791" y="7814"/>
                  <a:pt x="8157" y="7902"/>
                  <a:pt x="7581" y="7707"/>
                </a:cubicBezTo>
                <a:cubicBezTo>
                  <a:pt x="7386" y="7648"/>
                  <a:pt x="7191" y="7590"/>
                  <a:pt x="6986" y="7541"/>
                </a:cubicBezTo>
                <a:cubicBezTo>
                  <a:pt x="6840" y="7483"/>
                  <a:pt x="6684" y="7522"/>
                  <a:pt x="6586" y="7639"/>
                </a:cubicBezTo>
                <a:cubicBezTo>
                  <a:pt x="6127" y="8136"/>
                  <a:pt x="5542" y="8341"/>
                  <a:pt x="4898" y="8448"/>
                </a:cubicBezTo>
                <a:cubicBezTo>
                  <a:pt x="4596" y="8517"/>
                  <a:pt x="4293" y="8526"/>
                  <a:pt x="3981" y="8497"/>
                </a:cubicBezTo>
                <a:cubicBezTo>
                  <a:pt x="3659" y="8468"/>
                  <a:pt x="3376" y="8292"/>
                  <a:pt x="3211" y="8009"/>
                </a:cubicBezTo>
                <a:cubicBezTo>
                  <a:pt x="3113" y="7844"/>
                  <a:pt x="3025" y="7678"/>
                  <a:pt x="2957" y="7492"/>
                </a:cubicBezTo>
                <a:cubicBezTo>
                  <a:pt x="2889" y="7326"/>
                  <a:pt x="2801" y="7278"/>
                  <a:pt x="2625" y="7326"/>
                </a:cubicBezTo>
                <a:cubicBezTo>
                  <a:pt x="2606" y="7336"/>
                  <a:pt x="2586" y="7336"/>
                  <a:pt x="2567" y="7346"/>
                </a:cubicBezTo>
                <a:cubicBezTo>
                  <a:pt x="2128" y="7522"/>
                  <a:pt x="1659" y="7492"/>
                  <a:pt x="1211" y="7434"/>
                </a:cubicBezTo>
                <a:cubicBezTo>
                  <a:pt x="752" y="7385"/>
                  <a:pt x="303" y="6917"/>
                  <a:pt x="235" y="6429"/>
                </a:cubicBezTo>
                <a:cubicBezTo>
                  <a:pt x="186" y="6029"/>
                  <a:pt x="284" y="5619"/>
                  <a:pt x="499" y="5278"/>
                </a:cubicBezTo>
                <a:cubicBezTo>
                  <a:pt x="538" y="5219"/>
                  <a:pt x="586" y="5161"/>
                  <a:pt x="625" y="5102"/>
                </a:cubicBezTo>
                <a:cubicBezTo>
                  <a:pt x="703" y="5005"/>
                  <a:pt x="713" y="4868"/>
                  <a:pt x="645" y="4761"/>
                </a:cubicBezTo>
                <a:cubicBezTo>
                  <a:pt x="596" y="4683"/>
                  <a:pt x="547" y="4605"/>
                  <a:pt x="489" y="4527"/>
                </a:cubicBezTo>
                <a:cubicBezTo>
                  <a:pt x="235" y="4166"/>
                  <a:pt x="79" y="3736"/>
                  <a:pt x="50" y="3297"/>
                </a:cubicBezTo>
                <a:cubicBezTo>
                  <a:pt x="1" y="2644"/>
                  <a:pt x="264" y="2107"/>
                  <a:pt x="742" y="1678"/>
                </a:cubicBezTo>
                <a:cubicBezTo>
                  <a:pt x="1123" y="1337"/>
                  <a:pt x="1611" y="1102"/>
                  <a:pt x="2118" y="1034"/>
                </a:cubicBezTo>
                <a:cubicBezTo>
                  <a:pt x="2450" y="985"/>
                  <a:pt x="2791" y="1034"/>
                  <a:pt x="3093" y="1180"/>
                </a:cubicBezTo>
                <a:cubicBezTo>
                  <a:pt x="3240" y="1259"/>
                  <a:pt x="3376" y="1337"/>
                  <a:pt x="3523" y="1405"/>
                </a:cubicBezTo>
                <a:cubicBezTo>
                  <a:pt x="3786" y="1522"/>
                  <a:pt x="3893" y="1493"/>
                  <a:pt x="4030" y="1239"/>
                </a:cubicBezTo>
                <a:cubicBezTo>
                  <a:pt x="4118" y="1093"/>
                  <a:pt x="4196" y="946"/>
                  <a:pt x="4293" y="810"/>
                </a:cubicBezTo>
                <a:cubicBezTo>
                  <a:pt x="4615" y="293"/>
                  <a:pt x="5201" y="0"/>
                  <a:pt x="5815" y="49"/>
                </a:cubicBezTo>
                <a:cubicBezTo>
                  <a:pt x="6274" y="59"/>
                  <a:pt x="6693" y="312"/>
                  <a:pt x="6908" y="722"/>
                </a:cubicBezTo>
                <a:cubicBezTo>
                  <a:pt x="6986" y="839"/>
                  <a:pt x="7044" y="985"/>
                  <a:pt x="7113" y="1112"/>
                </a:cubicBezTo>
                <a:cubicBezTo>
                  <a:pt x="7240" y="1317"/>
                  <a:pt x="7357" y="1356"/>
                  <a:pt x="7552" y="1210"/>
                </a:cubicBezTo>
                <a:cubicBezTo>
                  <a:pt x="7601" y="1180"/>
                  <a:pt x="7649" y="1141"/>
                  <a:pt x="7698" y="1102"/>
                </a:cubicBezTo>
                <a:cubicBezTo>
                  <a:pt x="8196" y="673"/>
                  <a:pt x="8791" y="527"/>
                  <a:pt x="9425" y="537"/>
                </a:cubicBezTo>
                <a:cubicBezTo>
                  <a:pt x="9620" y="537"/>
                  <a:pt x="9815" y="615"/>
                  <a:pt x="9952" y="761"/>
                </a:cubicBezTo>
                <a:cubicBezTo>
                  <a:pt x="10332" y="1141"/>
                  <a:pt x="10488" y="1629"/>
                  <a:pt x="10566" y="2146"/>
                </a:cubicBezTo>
                <a:cubicBezTo>
                  <a:pt x="10576" y="2234"/>
                  <a:pt x="10576" y="2322"/>
                  <a:pt x="10576" y="2410"/>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1"/>
          <p:cNvSpPr txBox="1"/>
          <p:nvPr>
            <p:ph type="title"/>
          </p:nvPr>
        </p:nvSpPr>
        <p:spPr>
          <a:xfrm>
            <a:off x="2163925" y="1534200"/>
            <a:ext cx="4816200" cy="207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time starts now!</a:t>
            </a:r>
            <a:endParaRPr/>
          </a:p>
        </p:txBody>
      </p:sp>
      <p:grpSp>
        <p:nvGrpSpPr>
          <p:cNvPr id="2337" name="Google Shape;2337;p81"/>
          <p:cNvGrpSpPr/>
          <p:nvPr/>
        </p:nvGrpSpPr>
        <p:grpSpPr>
          <a:xfrm>
            <a:off x="489897" y="2571741"/>
            <a:ext cx="1099111" cy="1119255"/>
            <a:chOff x="573325" y="2405283"/>
            <a:chExt cx="579456" cy="590044"/>
          </a:xfrm>
        </p:grpSpPr>
        <p:sp>
          <p:nvSpPr>
            <p:cNvPr id="2338" name="Google Shape;2338;p81"/>
            <p:cNvSpPr/>
            <p:nvPr/>
          </p:nvSpPr>
          <p:spPr>
            <a:xfrm>
              <a:off x="825960" y="2405283"/>
              <a:ext cx="216562" cy="288915"/>
            </a:xfrm>
            <a:custGeom>
              <a:rect b="b" l="l" r="r" t="t"/>
              <a:pathLst>
                <a:path extrusionOk="0" h="4093" w="3068">
                  <a:moveTo>
                    <a:pt x="2962" y="0"/>
                  </a:moveTo>
                  <a:cubicBezTo>
                    <a:pt x="2950" y="0"/>
                    <a:pt x="2939" y="3"/>
                    <a:pt x="2928" y="8"/>
                  </a:cubicBezTo>
                  <a:cubicBezTo>
                    <a:pt x="2255" y="301"/>
                    <a:pt x="1621" y="652"/>
                    <a:pt x="1182" y="1247"/>
                  </a:cubicBezTo>
                  <a:cubicBezTo>
                    <a:pt x="577" y="2076"/>
                    <a:pt x="831" y="3179"/>
                    <a:pt x="60" y="3959"/>
                  </a:cubicBezTo>
                  <a:cubicBezTo>
                    <a:pt x="0" y="4011"/>
                    <a:pt x="49" y="4092"/>
                    <a:pt x="110" y="4092"/>
                  </a:cubicBezTo>
                  <a:cubicBezTo>
                    <a:pt x="129" y="4092"/>
                    <a:pt x="149" y="4085"/>
                    <a:pt x="167" y="4066"/>
                  </a:cubicBezTo>
                  <a:cubicBezTo>
                    <a:pt x="714" y="3510"/>
                    <a:pt x="840" y="2827"/>
                    <a:pt x="1016" y="2096"/>
                  </a:cubicBezTo>
                  <a:cubicBezTo>
                    <a:pt x="1237" y="1151"/>
                    <a:pt x="1928" y="654"/>
                    <a:pt x="2744" y="265"/>
                  </a:cubicBezTo>
                  <a:lnTo>
                    <a:pt x="2744" y="265"/>
                  </a:lnTo>
                  <a:cubicBezTo>
                    <a:pt x="2402" y="745"/>
                    <a:pt x="2002" y="1178"/>
                    <a:pt x="1689" y="1676"/>
                  </a:cubicBezTo>
                  <a:cubicBezTo>
                    <a:pt x="1338" y="2222"/>
                    <a:pt x="1328" y="2857"/>
                    <a:pt x="1231" y="3471"/>
                  </a:cubicBezTo>
                  <a:cubicBezTo>
                    <a:pt x="1219" y="3529"/>
                    <a:pt x="1270" y="3567"/>
                    <a:pt x="1315" y="3567"/>
                  </a:cubicBezTo>
                  <a:cubicBezTo>
                    <a:pt x="1345" y="3567"/>
                    <a:pt x="1373" y="3550"/>
                    <a:pt x="1377" y="3510"/>
                  </a:cubicBezTo>
                  <a:cubicBezTo>
                    <a:pt x="1475" y="2896"/>
                    <a:pt x="1504" y="2320"/>
                    <a:pt x="1816" y="1754"/>
                  </a:cubicBezTo>
                  <a:cubicBezTo>
                    <a:pt x="2148" y="1169"/>
                    <a:pt x="2674" y="691"/>
                    <a:pt x="3035" y="115"/>
                  </a:cubicBezTo>
                  <a:cubicBezTo>
                    <a:pt x="3067" y="51"/>
                    <a:pt x="3014" y="0"/>
                    <a:pt x="29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1"/>
            <p:cNvSpPr/>
            <p:nvPr/>
          </p:nvSpPr>
          <p:spPr>
            <a:xfrm>
              <a:off x="845301" y="2501213"/>
              <a:ext cx="307479" cy="256515"/>
            </a:xfrm>
            <a:custGeom>
              <a:rect b="b" l="l" r="r" t="t"/>
              <a:pathLst>
                <a:path extrusionOk="0" h="3634" w="4356">
                  <a:moveTo>
                    <a:pt x="4269" y="1"/>
                  </a:moveTo>
                  <a:cubicBezTo>
                    <a:pt x="4251" y="1"/>
                    <a:pt x="4232" y="8"/>
                    <a:pt x="4215" y="24"/>
                  </a:cubicBezTo>
                  <a:cubicBezTo>
                    <a:pt x="3805" y="385"/>
                    <a:pt x="3483" y="844"/>
                    <a:pt x="3093" y="1244"/>
                  </a:cubicBezTo>
                  <a:cubicBezTo>
                    <a:pt x="2547" y="1790"/>
                    <a:pt x="1825" y="1985"/>
                    <a:pt x="1093" y="2093"/>
                  </a:cubicBezTo>
                  <a:cubicBezTo>
                    <a:pt x="293" y="2219"/>
                    <a:pt x="1" y="2483"/>
                    <a:pt x="196" y="3312"/>
                  </a:cubicBezTo>
                  <a:cubicBezTo>
                    <a:pt x="208" y="3351"/>
                    <a:pt x="238" y="3369"/>
                    <a:pt x="270" y="3369"/>
                  </a:cubicBezTo>
                  <a:cubicBezTo>
                    <a:pt x="316" y="3369"/>
                    <a:pt x="363" y="3331"/>
                    <a:pt x="352" y="3273"/>
                  </a:cubicBezTo>
                  <a:cubicBezTo>
                    <a:pt x="205" y="2698"/>
                    <a:pt x="313" y="2385"/>
                    <a:pt x="908" y="2278"/>
                  </a:cubicBezTo>
                  <a:cubicBezTo>
                    <a:pt x="1366" y="2190"/>
                    <a:pt x="1805" y="2141"/>
                    <a:pt x="2244" y="1966"/>
                  </a:cubicBezTo>
                  <a:cubicBezTo>
                    <a:pt x="3066" y="1651"/>
                    <a:pt x="3528" y="929"/>
                    <a:pt x="4113" y="333"/>
                  </a:cubicBezTo>
                  <a:lnTo>
                    <a:pt x="4113" y="333"/>
                  </a:lnTo>
                  <a:cubicBezTo>
                    <a:pt x="3858" y="1252"/>
                    <a:pt x="3455" y="2010"/>
                    <a:pt x="2479" y="2356"/>
                  </a:cubicBezTo>
                  <a:cubicBezTo>
                    <a:pt x="1805" y="2600"/>
                    <a:pt x="1142" y="2824"/>
                    <a:pt x="791" y="3517"/>
                  </a:cubicBezTo>
                  <a:cubicBezTo>
                    <a:pt x="764" y="3578"/>
                    <a:pt x="821" y="3634"/>
                    <a:pt x="871" y="3634"/>
                  </a:cubicBezTo>
                  <a:cubicBezTo>
                    <a:pt x="894" y="3634"/>
                    <a:pt x="915" y="3622"/>
                    <a:pt x="927" y="3595"/>
                  </a:cubicBezTo>
                  <a:lnTo>
                    <a:pt x="937" y="3595"/>
                  </a:lnTo>
                  <a:cubicBezTo>
                    <a:pt x="1396" y="2678"/>
                    <a:pt x="2440" y="2678"/>
                    <a:pt x="3220" y="2200"/>
                  </a:cubicBezTo>
                  <a:cubicBezTo>
                    <a:pt x="3893" y="1780"/>
                    <a:pt x="4166" y="805"/>
                    <a:pt x="4342" y="103"/>
                  </a:cubicBezTo>
                  <a:cubicBezTo>
                    <a:pt x="4356" y="47"/>
                    <a:pt x="4315" y="1"/>
                    <a:pt x="4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1"/>
            <p:cNvSpPr/>
            <p:nvPr/>
          </p:nvSpPr>
          <p:spPr>
            <a:xfrm>
              <a:off x="869443" y="2671471"/>
              <a:ext cx="53082" cy="47152"/>
            </a:xfrm>
            <a:custGeom>
              <a:rect b="b" l="l" r="r" t="t"/>
              <a:pathLst>
                <a:path extrusionOk="0" h="668" w="752">
                  <a:moveTo>
                    <a:pt x="382" y="166"/>
                  </a:moveTo>
                  <a:cubicBezTo>
                    <a:pt x="412" y="166"/>
                    <a:pt x="444" y="175"/>
                    <a:pt x="477" y="197"/>
                  </a:cubicBezTo>
                  <a:lnTo>
                    <a:pt x="477" y="197"/>
                  </a:lnTo>
                  <a:cubicBezTo>
                    <a:pt x="477" y="197"/>
                    <a:pt x="478" y="197"/>
                    <a:pt x="478" y="198"/>
                  </a:cubicBezTo>
                  <a:cubicBezTo>
                    <a:pt x="478" y="198"/>
                    <a:pt x="478" y="198"/>
                    <a:pt x="478" y="198"/>
                  </a:cubicBezTo>
                  <a:lnTo>
                    <a:pt x="478" y="198"/>
                  </a:lnTo>
                  <a:cubicBezTo>
                    <a:pt x="480" y="199"/>
                    <a:pt x="481" y="200"/>
                    <a:pt x="483" y="201"/>
                  </a:cubicBezTo>
                  <a:lnTo>
                    <a:pt x="483" y="201"/>
                  </a:lnTo>
                  <a:cubicBezTo>
                    <a:pt x="629" y="306"/>
                    <a:pt x="530" y="513"/>
                    <a:pt x="389" y="513"/>
                  </a:cubicBezTo>
                  <a:cubicBezTo>
                    <a:pt x="358" y="513"/>
                    <a:pt x="325" y="503"/>
                    <a:pt x="293" y="481"/>
                  </a:cubicBezTo>
                  <a:cubicBezTo>
                    <a:pt x="140" y="376"/>
                    <a:pt x="239" y="166"/>
                    <a:pt x="382" y="166"/>
                  </a:cubicBezTo>
                  <a:close/>
                  <a:moveTo>
                    <a:pt x="372" y="0"/>
                  </a:moveTo>
                  <a:cubicBezTo>
                    <a:pt x="272" y="0"/>
                    <a:pt x="173" y="49"/>
                    <a:pt x="107" y="139"/>
                  </a:cubicBezTo>
                  <a:cubicBezTo>
                    <a:pt x="0" y="295"/>
                    <a:pt x="49" y="520"/>
                    <a:pt x="215" y="617"/>
                  </a:cubicBezTo>
                  <a:cubicBezTo>
                    <a:pt x="267" y="652"/>
                    <a:pt x="324" y="668"/>
                    <a:pt x="382" y="668"/>
                  </a:cubicBezTo>
                  <a:cubicBezTo>
                    <a:pt x="486" y="668"/>
                    <a:pt x="587" y="614"/>
                    <a:pt x="644" y="520"/>
                  </a:cubicBezTo>
                  <a:cubicBezTo>
                    <a:pt x="751" y="364"/>
                    <a:pt x="712" y="159"/>
                    <a:pt x="556" y="61"/>
                  </a:cubicBezTo>
                  <a:cubicBezTo>
                    <a:pt x="500" y="20"/>
                    <a:pt x="436" y="0"/>
                    <a:pt x="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1"/>
            <p:cNvSpPr/>
            <p:nvPr/>
          </p:nvSpPr>
          <p:spPr>
            <a:xfrm>
              <a:off x="573325" y="2673165"/>
              <a:ext cx="294773" cy="198069"/>
            </a:xfrm>
            <a:custGeom>
              <a:rect b="b" l="l" r="r" t="t"/>
              <a:pathLst>
                <a:path extrusionOk="0" h="2806" w="4176">
                  <a:moveTo>
                    <a:pt x="3461" y="231"/>
                  </a:moveTo>
                  <a:cubicBezTo>
                    <a:pt x="3483" y="231"/>
                    <a:pt x="3501" y="234"/>
                    <a:pt x="3512" y="242"/>
                  </a:cubicBezTo>
                  <a:cubicBezTo>
                    <a:pt x="3688" y="349"/>
                    <a:pt x="3834" y="505"/>
                    <a:pt x="3941" y="681"/>
                  </a:cubicBezTo>
                  <a:cubicBezTo>
                    <a:pt x="4000" y="749"/>
                    <a:pt x="3746" y="1032"/>
                    <a:pt x="3707" y="1081"/>
                  </a:cubicBezTo>
                  <a:cubicBezTo>
                    <a:pt x="3473" y="1413"/>
                    <a:pt x="3200" y="1725"/>
                    <a:pt x="2907" y="2018"/>
                  </a:cubicBezTo>
                  <a:cubicBezTo>
                    <a:pt x="2555" y="2370"/>
                    <a:pt x="2129" y="2616"/>
                    <a:pt x="1703" y="2616"/>
                  </a:cubicBezTo>
                  <a:cubicBezTo>
                    <a:pt x="1420" y="2616"/>
                    <a:pt x="1138" y="2508"/>
                    <a:pt x="878" y="2252"/>
                  </a:cubicBezTo>
                  <a:cubicBezTo>
                    <a:pt x="0" y="1383"/>
                    <a:pt x="1093" y="242"/>
                    <a:pt x="2059" y="242"/>
                  </a:cubicBezTo>
                  <a:cubicBezTo>
                    <a:pt x="2312" y="262"/>
                    <a:pt x="2576" y="379"/>
                    <a:pt x="2829" y="379"/>
                  </a:cubicBezTo>
                  <a:cubicBezTo>
                    <a:pt x="2957" y="379"/>
                    <a:pt x="3312" y="231"/>
                    <a:pt x="3461" y="231"/>
                  </a:cubicBezTo>
                  <a:close/>
                  <a:moveTo>
                    <a:pt x="3409" y="1"/>
                  </a:moveTo>
                  <a:cubicBezTo>
                    <a:pt x="3395" y="1"/>
                    <a:pt x="3380" y="3"/>
                    <a:pt x="3366" y="8"/>
                  </a:cubicBezTo>
                  <a:cubicBezTo>
                    <a:pt x="3188" y="144"/>
                    <a:pt x="3009" y="186"/>
                    <a:pt x="2826" y="186"/>
                  </a:cubicBezTo>
                  <a:cubicBezTo>
                    <a:pt x="2583" y="186"/>
                    <a:pt x="2335" y="112"/>
                    <a:pt x="2077" y="88"/>
                  </a:cubicBezTo>
                  <a:lnTo>
                    <a:pt x="2077" y="88"/>
                  </a:lnTo>
                  <a:cubicBezTo>
                    <a:pt x="2071" y="86"/>
                    <a:pt x="2065" y="86"/>
                    <a:pt x="2059" y="86"/>
                  </a:cubicBezTo>
                  <a:cubicBezTo>
                    <a:pt x="1385" y="86"/>
                    <a:pt x="449" y="613"/>
                    <a:pt x="410" y="1364"/>
                  </a:cubicBezTo>
                  <a:cubicBezTo>
                    <a:pt x="381" y="2027"/>
                    <a:pt x="829" y="2622"/>
                    <a:pt x="1483" y="2769"/>
                  </a:cubicBezTo>
                  <a:cubicBezTo>
                    <a:pt x="1576" y="2794"/>
                    <a:pt x="1669" y="2806"/>
                    <a:pt x="1759" y="2806"/>
                  </a:cubicBezTo>
                  <a:cubicBezTo>
                    <a:pt x="2474" y="2806"/>
                    <a:pt x="3097" y="2082"/>
                    <a:pt x="3512" y="1588"/>
                  </a:cubicBezTo>
                  <a:cubicBezTo>
                    <a:pt x="3629" y="1442"/>
                    <a:pt x="4176" y="896"/>
                    <a:pt x="4127" y="710"/>
                  </a:cubicBezTo>
                  <a:cubicBezTo>
                    <a:pt x="4039" y="388"/>
                    <a:pt x="3707" y="183"/>
                    <a:pt x="3444" y="8"/>
                  </a:cubicBezTo>
                  <a:cubicBezTo>
                    <a:pt x="3434" y="3"/>
                    <a:pt x="3422" y="1"/>
                    <a:pt x="3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1"/>
            <p:cNvSpPr/>
            <p:nvPr/>
          </p:nvSpPr>
          <p:spPr>
            <a:xfrm>
              <a:off x="632972" y="2723636"/>
              <a:ext cx="171104" cy="104046"/>
            </a:xfrm>
            <a:custGeom>
              <a:rect b="b" l="l" r="r" t="t"/>
              <a:pathLst>
                <a:path extrusionOk="0" h="1474" w="2424">
                  <a:moveTo>
                    <a:pt x="1447" y="144"/>
                  </a:moveTo>
                  <a:cubicBezTo>
                    <a:pt x="1633" y="144"/>
                    <a:pt x="1804" y="209"/>
                    <a:pt x="1916" y="366"/>
                  </a:cubicBezTo>
                  <a:cubicBezTo>
                    <a:pt x="1923" y="376"/>
                    <a:pt x="1930" y="384"/>
                    <a:pt x="1939" y="389"/>
                  </a:cubicBezTo>
                  <a:lnTo>
                    <a:pt x="1939" y="389"/>
                  </a:lnTo>
                  <a:cubicBezTo>
                    <a:pt x="2233" y="762"/>
                    <a:pt x="1451" y="1292"/>
                    <a:pt x="913" y="1292"/>
                  </a:cubicBezTo>
                  <a:cubicBezTo>
                    <a:pt x="775" y="1292"/>
                    <a:pt x="653" y="1257"/>
                    <a:pt x="570" y="1176"/>
                  </a:cubicBezTo>
                  <a:cubicBezTo>
                    <a:pt x="150" y="763"/>
                    <a:pt x="871" y="144"/>
                    <a:pt x="1447" y="144"/>
                  </a:cubicBezTo>
                  <a:close/>
                  <a:moveTo>
                    <a:pt x="1435" y="1"/>
                  </a:moveTo>
                  <a:cubicBezTo>
                    <a:pt x="775" y="1"/>
                    <a:pt x="0" y="628"/>
                    <a:pt x="414" y="1234"/>
                  </a:cubicBezTo>
                  <a:cubicBezTo>
                    <a:pt x="529" y="1403"/>
                    <a:pt x="714" y="1473"/>
                    <a:pt x="921" y="1473"/>
                  </a:cubicBezTo>
                  <a:cubicBezTo>
                    <a:pt x="1565" y="1473"/>
                    <a:pt x="2424" y="796"/>
                    <a:pt x="2061" y="301"/>
                  </a:cubicBezTo>
                  <a:lnTo>
                    <a:pt x="2061" y="301"/>
                  </a:lnTo>
                  <a:cubicBezTo>
                    <a:pt x="2059" y="297"/>
                    <a:pt x="2056" y="292"/>
                    <a:pt x="2053" y="288"/>
                  </a:cubicBezTo>
                  <a:cubicBezTo>
                    <a:pt x="1906" y="86"/>
                    <a:pt x="1678" y="1"/>
                    <a:pt x="1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1"/>
            <p:cNvSpPr/>
            <p:nvPr/>
          </p:nvSpPr>
          <p:spPr>
            <a:xfrm>
              <a:off x="734407" y="2726601"/>
              <a:ext cx="210139" cy="268727"/>
            </a:xfrm>
            <a:custGeom>
              <a:rect b="b" l="l" r="r" t="t"/>
              <a:pathLst>
                <a:path extrusionOk="0" h="3807" w="2977">
                  <a:moveTo>
                    <a:pt x="1979" y="243"/>
                  </a:moveTo>
                  <a:cubicBezTo>
                    <a:pt x="2065" y="243"/>
                    <a:pt x="2163" y="276"/>
                    <a:pt x="2284" y="353"/>
                  </a:cubicBezTo>
                  <a:cubicBezTo>
                    <a:pt x="2596" y="558"/>
                    <a:pt x="2430" y="782"/>
                    <a:pt x="2420" y="1075"/>
                  </a:cubicBezTo>
                  <a:cubicBezTo>
                    <a:pt x="2401" y="1358"/>
                    <a:pt x="2645" y="1700"/>
                    <a:pt x="2713" y="1963"/>
                  </a:cubicBezTo>
                  <a:cubicBezTo>
                    <a:pt x="2859" y="2784"/>
                    <a:pt x="2302" y="3645"/>
                    <a:pt x="1531" y="3645"/>
                  </a:cubicBezTo>
                  <a:cubicBezTo>
                    <a:pt x="1376" y="3645"/>
                    <a:pt x="1213" y="3610"/>
                    <a:pt x="1045" y="3534"/>
                  </a:cubicBezTo>
                  <a:cubicBezTo>
                    <a:pt x="206" y="3153"/>
                    <a:pt x="333" y="2226"/>
                    <a:pt x="723" y="1573"/>
                  </a:cubicBezTo>
                  <a:cubicBezTo>
                    <a:pt x="947" y="1221"/>
                    <a:pt x="1201" y="890"/>
                    <a:pt x="1484" y="597"/>
                  </a:cubicBezTo>
                  <a:cubicBezTo>
                    <a:pt x="1664" y="397"/>
                    <a:pt x="1794" y="243"/>
                    <a:pt x="1979" y="243"/>
                  </a:cubicBezTo>
                  <a:close/>
                  <a:moveTo>
                    <a:pt x="1887" y="0"/>
                  </a:moveTo>
                  <a:cubicBezTo>
                    <a:pt x="1692" y="0"/>
                    <a:pt x="1246" y="630"/>
                    <a:pt x="1133" y="753"/>
                  </a:cubicBezTo>
                  <a:cubicBezTo>
                    <a:pt x="606" y="1368"/>
                    <a:pt x="1" y="2178"/>
                    <a:pt x="342" y="3017"/>
                  </a:cubicBezTo>
                  <a:cubicBezTo>
                    <a:pt x="546" y="3526"/>
                    <a:pt x="1075" y="3806"/>
                    <a:pt x="1601" y="3806"/>
                  </a:cubicBezTo>
                  <a:cubicBezTo>
                    <a:pt x="1679" y="3806"/>
                    <a:pt x="1758" y="3800"/>
                    <a:pt x="1835" y="3787"/>
                  </a:cubicBezTo>
                  <a:cubicBezTo>
                    <a:pt x="2615" y="3660"/>
                    <a:pt x="2976" y="2597"/>
                    <a:pt x="2859" y="1924"/>
                  </a:cubicBezTo>
                  <a:cubicBezTo>
                    <a:pt x="2859" y="1920"/>
                    <a:pt x="2858" y="1916"/>
                    <a:pt x="2856" y="1913"/>
                  </a:cubicBezTo>
                  <a:lnTo>
                    <a:pt x="2856" y="1913"/>
                  </a:lnTo>
                  <a:cubicBezTo>
                    <a:pt x="2738" y="1470"/>
                    <a:pt x="2452" y="1139"/>
                    <a:pt x="2703" y="636"/>
                  </a:cubicBezTo>
                  <a:cubicBezTo>
                    <a:pt x="2723" y="607"/>
                    <a:pt x="2713" y="568"/>
                    <a:pt x="2694" y="548"/>
                  </a:cubicBezTo>
                  <a:cubicBezTo>
                    <a:pt x="2459" y="304"/>
                    <a:pt x="2245" y="90"/>
                    <a:pt x="1903" y="2"/>
                  </a:cubicBezTo>
                  <a:cubicBezTo>
                    <a:pt x="1898" y="1"/>
                    <a:pt x="1893" y="0"/>
                    <a:pt x="18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1"/>
            <p:cNvSpPr/>
            <p:nvPr/>
          </p:nvSpPr>
          <p:spPr>
            <a:xfrm>
              <a:off x="771960" y="2813283"/>
              <a:ext cx="144987" cy="134822"/>
            </a:xfrm>
            <a:custGeom>
              <a:rect b="b" l="l" r="r" t="t"/>
              <a:pathLst>
                <a:path extrusionOk="0" h="1910" w="2054">
                  <a:moveTo>
                    <a:pt x="1092" y="162"/>
                  </a:moveTo>
                  <a:cubicBezTo>
                    <a:pt x="1136" y="162"/>
                    <a:pt x="1180" y="173"/>
                    <a:pt x="1223" y="197"/>
                  </a:cubicBezTo>
                  <a:lnTo>
                    <a:pt x="1223" y="197"/>
                  </a:lnTo>
                  <a:cubicBezTo>
                    <a:pt x="1224" y="198"/>
                    <a:pt x="1224" y="198"/>
                    <a:pt x="1225" y="198"/>
                  </a:cubicBezTo>
                  <a:cubicBezTo>
                    <a:pt x="1225" y="198"/>
                    <a:pt x="1225" y="198"/>
                    <a:pt x="1225" y="198"/>
                  </a:cubicBezTo>
                  <a:lnTo>
                    <a:pt x="1225" y="198"/>
                  </a:lnTo>
                  <a:cubicBezTo>
                    <a:pt x="1228" y="200"/>
                    <a:pt x="1230" y="201"/>
                    <a:pt x="1233" y="202"/>
                  </a:cubicBezTo>
                  <a:lnTo>
                    <a:pt x="1233" y="202"/>
                  </a:lnTo>
                  <a:cubicBezTo>
                    <a:pt x="1796" y="487"/>
                    <a:pt x="1536" y="1742"/>
                    <a:pt x="913" y="1742"/>
                  </a:cubicBezTo>
                  <a:cubicBezTo>
                    <a:pt x="878" y="1742"/>
                    <a:pt x="842" y="1738"/>
                    <a:pt x="805" y="1730"/>
                  </a:cubicBezTo>
                  <a:cubicBezTo>
                    <a:pt x="108" y="1578"/>
                    <a:pt x="600" y="162"/>
                    <a:pt x="1092" y="162"/>
                  </a:cubicBezTo>
                  <a:close/>
                  <a:moveTo>
                    <a:pt x="1079" y="1"/>
                  </a:moveTo>
                  <a:cubicBezTo>
                    <a:pt x="446" y="1"/>
                    <a:pt x="1" y="1460"/>
                    <a:pt x="640" y="1828"/>
                  </a:cubicBezTo>
                  <a:cubicBezTo>
                    <a:pt x="738" y="1884"/>
                    <a:pt x="833" y="1909"/>
                    <a:pt x="924" y="1909"/>
                  </a:cubicBezTo>
                  <a:cubicBezTo>
                    <a:pt x="1621" y="1909"/>
                    <a:pt x="2054" y="424"/>
                    <a:pt x="1303" y="62"/>
                  </a:cubicBezTo>
                  <a:cubicBezTo>
                    <a:pt x="1303" y="62"/>
                    <a:pt x="1303" y="62"/>
                    <a:pt x="1303" y="62"/>
                  </a:cubicBezTo>
                  <a:lnTo>
                    <a:pt x="1303" y="62"/>
                  </a:lnTo>
                  <a:cubicBezTo>
                    <a:pt x="1227" y="20"/>
                    <a:pt x="1152" y="1"/>
                    <a:pt x="10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81"/>
          <p:cNvGrpSpPr/>
          <p:nvPr/>
        </p:nvGrpSpPr>
        <p:grpSpPr>
          <a:xfrm>
            <a:off x="7523668" y="779805"/>
            <a:ext cx="780964" cy="657813"/>
            <a:chOff x="6273172" y="-1304125"/>
            <a:chExt cx="335696" cy="282748"/>
          </a:xfrm>
        </p:grpSpPr>
        <p:sp>
          <p:nvSpPr>
            <p:cNvPr id="2346" name="Google Shape;2346;p81"/>
            <p:cNvSpPr/>
            <p:nvPr/>
          </p:nvSpPr>
          <p:spPr>
            <a:xfrm>
              <a:off x="6273172" y="-1304125"/>
              <a:ext cx="335696" cy="282748"/>
            </a:xfrm>
            <a:custGeom>
              <a:rect b="b" l="l" r="r" t="t"/>
              <a:pathLst>
                <a:path extrusionOk="0" h="4666" w="5540">
                  <a:moveTo>
                    <a:pt x="2581" y="156"/>
                  </a:moveTo>
                  <a:cubicBezTo>
                    <a:pt x="2595" y="156"/>
                    <a:pt x="2609" y="156"/>
                    <a:pt x="2623" y="156"/>
                  </a:cubicBezTo>
                  <a:cubicBezTo>
                    <a:pt x="4671" y="205"/>
                    <a:pt x="5540" y="2966"/>
                    <a:pt x="3832" y="4156"/>
                  </a:cubicBezTo>
                  <a:cubicBezTo>
                    <a:pt x="3459" y="4415"/>
                    <a:pt x="3021" y="4536"/>
                    <a:pt x="2583" y="4536"/>
                  </a:cubicBezTo>
                  <a:cubicBezTo>
                    <a:pt x="1715" y="4536"/>
                    <a:pt x="849" y="4059"/>
                    <a:pt x="506" y="3229"/>
                  </a:cubicBezTo>
                  <a:cubicBezTo>
                    <a:pt x="233" y="2576"/>
                    <a:pt x="320" y="1776"/>
                    <a:pt x="642" y="1161"/>
                  </a:cubicBezTo>
                  <a:cubicBezTo>
                    <a:pt x="1016" y="423"/>
                    <a:pt x="1813" y="156"/>
                    <a:pt x="2581" y="156"/>
                  </a:cubicBezTo>
                  <a:close/>
                  <a:moveTo>
                    <a:pt x="2586" y="0"/>
                  </a:moveTo>
                  <a:cubicBezTo>
                    <a:pt x="959" y="0"/>
                    <a:pt x="0" y="1271"/>
                    <a:pt x="242" y="2859"/>
                  </a:cubicBezTo>
                  <a:cubicBezTo>
                    <a:pt x="423" y="4045"/>
                    <a:pt x="1464" y="4665"/>
                    <a:pt x="2549" y="4665"/>
                  </a:cubicBezTo>
                  <a:cubicBezTo>
                    <a:pt x="2873" y="4665"/>
                    <a:pt x="3201" y="4610"/>
                    <a:pt x="3510" y="4498"/>
                  </a:cubicBezTo>
                  <a:cubicBezTo>
                    <a:pt x="4496" y="4127"/>
                    <a:pt x="5023" y="3034"/>
                    <a:pt x="4876" y="2020"/>
                  </a:cubicBezTo>
                  <a:cubicBezTo>
                    <a:pt x="4701" y="839"/>
                    <a:pt x="3813" y="30"/>
                    <a:pt x="2623" y="0"/>
                  </a:cubicBezTo>
                  <a:cubicBezTo>
                    <a:pt x="2610" y="0"/>
                    <a:pt x="2598" y="0"/>
                    <a:pt x="2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1"/>
            <p:cNvSpPr/>
            <p:nvPr/>
          </p:nvSpPr>
          <p:spPr>
            <a:xfrm>
              <a:off x="6371762" y="-1299944"/>
              <a:ext cx="54717" cy="275355"/>
            </a:xfrm>
            <a:custGeom>
              <a:rect b="b" l="l" r="r" t="t"/>
              <a:pathLst>
                <a:path extrusionOk="0" h="4544" w="903">
                  <a:moveTo>
                    <a:pt x="795" y="0"/>
                  </a:moveTo>
                  <a:cubicBezTo>
                    <a:pt x="771" y="0"/>
                    <a:pt x="747" y="11"/>
                    <a:pt x="732" y="39"/>
                  </a:cubicBezTo>
                  <a:cubicBezTo>
                    <a:pt x="1" y="1443"/>
                    <a:pt x="274" y="3004"/>
                    <a:pt x="596" y="4487"/>
                  </a:cubicBezTo>
                  <a:cubicBezTo>
                    <a:pt x="604" y="4526"/>
                    <a:pt x="632" y="4544"/>
                    <a:pt x="662" y="4544"/>
                  </a:cubicBezTo>
                  <a:cubicBezTo>
                    <a:pt x="706" y="4544"/>
                    <a:pt x="754" y="4506"/>
                    <a:pt x="742" y="4448"/>
                  </a:cubicBezTo>
                  <a:cubicBezTo>
                    <a:pt x="430" y="3004"/>
                    <a:pt x="147" y="1482"/>
                    <a:pt x="869" y="117"/>
                  </a:cubicBezTo>
                  <a:cubicBezTo>
                    <a:pt x="903" y="56"/>
                    <a:pt x="848" y="0"/>
                    <a:pt x="7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1"/>
            <p:cNvSpPr/>
            <p:nvPr/>
          </p:nvSpPr>
          <p:spPr>
            <a:xfrm>
              <a:off x="6283837" y="-1170328"/>
              <a:ext cx="284857" cy="40419"/>
            </a:xfrm>
            <a:custGeom>
              <a:rect b="b" l="l" r="r" t="t"/>
              <a:pathLst>
                <a:path extrusionOk="0" h="667" w="4701">
                  <a:moveTo>
                    <a:pt x="4603" y="1"/>
                  </a:moveTo>
                  <a:cubicBezTo>
                    <a:pt x="4594" y="1"/>
                    <a:pt x="4584" y="3"/>
                    <a:pt x="4573" y="7"/>
                  </a:cubicBezTo>
                  <a:cubicBezTo>
                    <a:pt x="3882" y="298"/>
                    <a:pt x="2969" y="506"/>
                    <a:pt x="2087" y="506"/>
                  </a:cubicBezTo>
                  <a:cubicBezTo>
                    <a:pt x="1376" y="506"/>
                    <a:pt x="684" y="371"/>
                    <a:pt x="144" y="36"/>
                  </a:cubicBezTo>
                  <a:cubicBezTo>
                    <a:pt x="132" y="28"/>
                    <a:pt x="120" y="25"/>
                    <a:pt x="109" y="25"/>
                  </a:cubicBezTo>
                  <a:cubicBezTo>
                    <a:pt x="46" y="25"/>
                    <a:pt x="0" y="123"/>
                    <a:pt x="66" y="173"/>
                  </a:cubicBezTo>
                  <a:cubicBezTo>
                    <a:pt x="626" y="525"/>
                    <a:pt x="1344" y="666"/>
                    <a:pt x="2083" y="666"/>
                  </a:cubicBezTo>
                  <a:cubicBezTo>
                    <a:pt x="2981" y="666"/>
                    <a:pt x="3910" y="457"/>
                    <a:pt x="4622" y="163"/>
                  </a:cubicBezTo>
                  <a:cubicBezTo>
                    <a:pt x="4700" y="128"/>
                    <a:pt x="4678" y="1"/>
                    <a:pt x="46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1"/>
            <p:cNvSpPr/>
            <p:nvPr/>
          </p:nvSpPr>
          <p:spPr>
            <a:xfrm>
              <a:off x="6340737" y="-1283583"/>
              <a:ext cx="164818" cy="105137"/>
            </a:xfrm>
            <a:custGeom>
              <a:rect b="b" l="l" r="r" t="t"/>
              <a:pathLst>
                <a:path extrusionOk="0" h="1735" w="2720">
                  <a:moveTo>
                    <a:pt x="2602" y="0"/>
                  </a:moveTo>
                  <a:cubicBezTo>
                    <a:pt x="2585" y="0"/>
                    <a:pt x="2567" y="7"/>
                    <a:pt x="2552" y="22"/>
                  </a:cubicBezTo>
                  <a:cubicBezTo>
                    <a:pt x="2064" y="490"/>
                    <a:pt x="1937" y="1290"/>
                    <a:pt x="1254" y="1534"/>
                  </a:cubicBezTo>
                  <a:cubicBezTo>
                    <a:pt x="1113" y="1586"/>
                    <a:pt x="991" y="1609"/>
                    <a:pt x="886" y="1609"/>
                  </a:cubicBezTo>
                  <a:cubicBezTo>
                    <a:pt x="238" y="1609"/>
                    <a:pt x="229" y="721"/>
                    <a:pt x="161" y="159"/>
                  </a:cubicBezTo>
                  <a:cubicBezTo>
                    <a:pt x="157" y="110"/>
                    <a:pt x="115" y="86"/>
                    <a:pt x="76" y="86"/>
                  </a:cubicBezTo>
                  <a:cubicBezTo>
                    <a:pt x="37" y="86"/>
                    <a:pt x="1" y="110"/>
                    <a:pt x="5" y="159"/>
                  </a:cubicBezTo>
                  <a:cubicBezTo>
                    <a:pt x="74" y="686"/>
                    <a:pt x="5" y="1681"/>
                    <a:pt x="757" y="1729"/>
                  </a:cubicBezTo>
                  <a:cubicBezTo>
                    <a:pt x="802" y="1733"/>
                    <a:pt x="847" y="1735"/>
                    <a:pt x="889" y="1735"/>
                  </a:cubicBezTo>
                  <a:cubicBezTo>
                    <a:pt x="1915" y="1735"/>
                    <a:pt x="2013" y="748"/>
                    <a:pt x="2659" y="139"/>
                  </a:cubicBezTo>
                  <a:cubicBezTo>
                    <a:pt x="2719" y="79"/>
                    <a:pt x="2662" y="0"/>
                    <a:pt x="26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1"/>
            <p:cNvSpPr/>
            <p:nvPr/>
          </p:nvSpPr>
          <p:spPr>
            <a:xfrm>
              <a:off x="6350371" y="-1101491"/>
              <a:ext cx="138702" cy="69202"/>
            </a:xfrm>
            <a:custGeom>
              <a:rect b="b" l="l" r="r" t="t"/>
              <a:pathLst>
                <a:path extrusionOk="0" h="1142" w="2289">
                  <a:moveTo>
                    <a:pt x="944" y="1"/>
                  </a:moveTo>
                  <a:cubicBezTo>
                    <a:pt x="340" y="1"/>
                    <a:pt x="172" y="356"/>
                    <a:pt x="12" y="910"/>
                  </a:cubicBezTo>
                  <a:cubicBezTo>
                    <a:pt x="1" y="968"/>
                    <a:pt x="44" y="1005"/>
                    <a:pt x="88" y="1005"/>
                  </a:cubicBezTo>
                  <a:cubicBezTo>
                    <a:pt x="117" y="1005"/>
                    <a:pt x="147" y="988"/>
                    <a:pt x="159" y="949"/>
                  </a:cubicBezTo>
                  <a:lnTo>
                    <a:pt x="159" y="958"/>
                  </a:lnTo>
                  <a:cubicBezTo>
                    <a:pt x="207" y="754"/>
                    <a:pt x="276" y="558"/>
                    <a:pt x="373" y="373"/>
                  </a:cubicBezTo>
                  <a:cubicBezTo>
                    <a:pt x="475" y="210"/>
                    <a:pt x="665" y="151"/>
                    <a:pt x="860" y="151"/>
                  </a:cubicBezTo>
                  <a:cubicBezTo>
                    <a:pt x="1039" y="151"/>
                    <a:pt x="1223" y="201"/>
                    <a:pt x="1349" y="266"/>
                  </a:cubicBezTo>
                  <a:cubicBezTo>
                    <a:pt x="1690" y="451"/>
                    <a:pt x="1817" y="890"/>
                    <a:pt x="2119" y="1124"/>
                  </a:cubicBezTo>
                  <a:cubicBezTo>
                    <a:pt x="2135" y="1136"/>
                    <a:pt x="2152" y="1141"/>
                    <a:pt x="2169" y="1141"/>
                  </a:cubicBezTo>
                  <a:cubicBezTo>
                    <a:pt x="2233" y="1141"/>
                    <a:pt x="2289" y="1064"/>
                    <a:pt x="2227" y="1017"/>
                  </a:cubicBezTo>
                  <a:cubicBezTo>
                    <a:pt x="1807" y="676"/>
                    <a:pt x="1651" y="22"/>
                    <a:pt x="1017" y="2"/>
                  </a:cubicBezTo>
                  <a:cubicBezTo>
                    <a:pt x="992" y="1"/>
                    <a:pt x="968" y="1"/>
                    <a:pt x="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xit" presetID="23" presetSubtype="32">
                                  <p:stCondLst>
                                    <p:cond delay="0"/>
                                  </p:stCondLst>
                                  <p:childTnLst>
                                    <p:anim calcmode="lin" valueType="num">
                                      <p:cBhvr additive="base">
                                        <p:cTn dur="1000"/>
                                        <p:tgtEl>
                                          <p:spTgt spid="2336"/>
                                        </p:tgtEl>
                                        <p:attrNameLst>
                                          <p:attrName>ppt_w</p:attrName>
                                        </p:attrNameLst>
                                      </p:cBhvr>
                                      <p:tavLst>
                                        <p:tav fmla="" tm="0">
                                          <p:val>
                                            <p:strVal val="#ppt_w"/>
                                          </p:val>
                                        </p:tav>
                                        <p:tav fmla="" tm="100000">
                                          <p:val>
                                            <p:strVal val="0"/>
                                          </p:val>
                                        </p:tav>
                                      </p:tavLst>
                                    </p:anim>
                                    <p:anim calcmode="lin" valueType="num">
                                      <p:cBhvr additive="base">
                                        <p:cTn dur="1000"/>
                                        <p:tgtEl>
                                          <p:spTgt spid="2336"/>
                                        </p:tgtEl>
                                        <p:attrNameLst>
                                          <p:attrName>ppt_h</p:attrName>
                                        </p:attrNameLst>
                                      </p:cBhvr>
                                      <p:tavLst>
                                        <p:tav fmla="" tm="0">
                                          <p:val>
                                            <p:strVal val="#ppt_h"/>
                                          </p:val>
                                        </p:tav>
                                        <p:tav fmla="" tm="100000">
                                          <p:val>
                                            <p:strVal val="0"/>
                                          </p:val>
                                        </p:tav>
                                      </p:tavLst>
                                    </p:anim>
                                    <p:set>
                                      <p:cBhvr>
                                        <p:cTn dur="1" fill="hold">
                                          <p:stCondLst>
                                            <p:cond delay="1000"/>
                                          </p:stCondLst>
                                        </p:cTn>
                                        <p:tgtEl>
                                          <p:spTgt spid="2336"/>
                                        </p:tgtEl>
                                        <p:attrNameLst>
                                          <p:attrName>style.visibility</p:attrName>
                                        </p:attrNameLst>
                                      </p:cBhvr>
                                      <p:to>
                                        <p:strVal val="hidden"/>
                                      </p:to>
                                    </p:set>
                                  </p:childTnLst>
                                </p:cTn>
                              </p:par>
                              <p:par>
                                <p:cTn fill="hold" nodeType="withEffect" presetClass="exit" presetID="23" presetSubtype="32">
                                  <p:stCondLst>
                                    <p:cond delay="0"/>
                                  </p:stCondLst>
                                  <p:childTnLst>
                                    <p:anim calcmode="lin" valueType="num">
                                      <p:cBhvr additive="base">
                                        <p:cTn dur="1000"/>
                                        <p:tgtEl>
                                          <p:spTgt spid="2335"/>
                                        </p:tgtEl>
                                        <p:attrNameLst>
                                          <p:attrName>ppt_w</p:attrName>
                                        </p:attrNameLst>
                                      </p:cBhvr>
                                      <p:tavLst>
                                        <p:tav fmla="" tm="0">
                                          <p:val>
                                            <p:strVal val="#ppt_w"/>
                                          </p:val>
                                        </p:tav>
                                        <p:tav fmla="" tm="100000">
                                          <p:val>
                                            <p:strVal val="0"/>
                                          </p:val>
                                        </p:tav>
                                      </p:tavLst>
                                    </p:anim>
                                    <p:anim calcmode="lin" valueType="num">
                                      <p:cBhvr additive="base">
                                        <p:cTn dur="1000"/>
                                        <p:tgtEl>
                                          <p:spTgt spid="2335"/>
                                        </p:tgtEl>
                                        <p:attrNameLst>
                                          <p:attrName>ppt_h</p:attrName>
                                        </p:attrNameLst>
                                      </p:cBhvr>
                                      <p:tavLst>
                                        <p:tav fmla="" tm="0">
                                          <p:val>
                                            <p:strVal val="#ppt_h"/>
                                          </p:val>
                                        </p:tav>
                                        <p:tav fmla="" tm="100000">
                                          <p:val>
                                            <p:strVal val="0"/>
                                          </p:val>
                                        </p:tav>
                                      </p:tavLst>
                                    </p:anim>
                                    <p:set>
                                      <p:cBhvr>
                                        <p:cTn dur="1" fill="hold">
                                          <p:stCondLst>
                                            <p:cond delay="1000"/>
                                          </p:stCondLst>
                                        </p:cTn>
                                        <p:tgtEl>
                                          <p:spTgt spid="2335"/>
                                        </p:tgtEl>
                                        <p:attrNameLst>
                                          <p:attrName>style.visibility</p:attrName>
                                        </p:attrNameLst>
                                      </p:cBhvr>
                                      <p:to>
                                        <p:strVal val="hidden"/>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4" name="Shape 2354"/>
        <p:cNvGrpSpPr/>
        <p:nvPr/>
      </p:nvGrpSpPr>
      <p:grpSpPr>
        <a:xfrm>
          <a:off x="0" y="0"/>
          <a:ext cx="0" cy="0"/>
          <a:chOff x="0" y="0"/>
          <a:chExt cx="0" cy="0"/>
        </a:xfrm>
      </p:grpSpPr>
      <p:grpSp>
        <p:nvGrpSpPr>
          <p:cNvPr id="2355" name="Google Shape;2355;p82"/>
          <p:cNvGrpSpPr/>
          <p:nvPr/>
        </p:nvGrpSpPr>
        <p:grpSpPr>
          <a:xfrm>
            <a:off x="2222165" y="879680"/>
            <a:ext cx="4699670" cy="1345814"/>
            <a:chOff x="7728915" y="1917859"/>
            <a:chExt cx="1034486" cy="222599"/>
          </a:xfrm>
        </p:grpSpPr>
        <p:sp>
          <p:nvSpPr>
            <p:cNvPr id="2356" name="Google Shape;2356;p82"/>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2"/>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2"/>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2"/>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2"/>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2"/>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2"/>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2"/>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2"/>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2"/>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2"/>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2"/>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2"/>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2"/>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2"/>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2"/>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2"/>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2"/>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2"/>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2"/>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2"/>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2"/>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2"/>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2"/>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2"/>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2"/>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2"/>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2"/>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2"/>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2"/>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2"/>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2"/>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2"/>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2"/>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2"/>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2"/>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2"/>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2"/>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2"/>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5" name="Google Shape;2395;p82"/>
          <p:cNvSpPr/>
          <p:nvPr/>
        </p:nvSpPr>
        <p:spPr>
          <a:xfrm rot="173206">
            <a:off x="3875332" y="3298049"/>
            <a:ext cx="1393337" cy="735422"/>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2396" name="Google Shape;2396;p82"/>
          <p:cNvSpPr txBox="1"/>
          <p:nvPr>
            <p:ph idx="1" type="subTitle"/>
          </p:nvPr>
        </p:nvSpPr>
        <p:spPr>
          <a:xfrm>
            <a:off x="3923100" y="3369800"/>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sz="1600"/>
          </a:p>
        </p:txBody>
      </p:sp>
      <p:sp>
        <p:nvSpPr>
          <p:cNvPr id="2397" name="Google Shape;2397;p82"/>
          <p:cNvSpPr txBox="1"/>
          <p:nvPr>
            <p:ph type="title"/>
          </p:nvPr>
        </p:nvSpPr>
        <p:spPr>
          <a:xfrm>
            <a:off x="3225150" y="1000350"/>
            <a:ext cx="26937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Birthday </a:t>
            </a:r>
            <a:endParaRPr/>
          </a:p>
          <a:p>
            <a:pPr indent="0" lvl="0" marL="0" rtl="0" algn="ctr">
              <a:spcBef>
                <a:spcPts val="0"/>
              </a:spcBef>
              <a:spcAft>
                <a:spcPts val="0"/>
              </a:spcAft>
              <a:buNone/>
            </a:pPr>
            <a:r>
              <a:rPr lang="en"/>
              <a:t>line up</a:t>
            </a:r>
            <a:endParaRPr/>
          </a:p>
        </p:txBody>
      </p:sp>
      <p:sp>
        <p:nvSpPr>
          <p:cNvPr id="2398" name="Google Shape;2398;p82"/>
          <p:cNvSpPr txBox="1"/>
          <p:nvPr>
            <p:ph idx="2" type="subTitle"/>
          </p:nvPr>
        </p:nvSpPr>
        <p:spPr>
          <a:xfrm>
            <a:off x="3041400" y="2310025"/>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2399" name="Google Shape;2399;p82"/>
          <p:cNvGrpSpPr/>
          <p:nvPr/>
        </p:nvGrpSpPr>
        <p:grpSpPr>
          <a:xfrm>
            <a:off x="7660798" y="3352855"/>
            <a:ext cx="689028" cy="804684"/>
            <a:chOff x="3712525" y="4589350"/>
            <a:chExt cx="260050" cy="303700"/>
          </a:xfrm>
        </p:grpSpPr>
        <p:sp>
          <p:nvSpPr>
            <p:cNvPr id="2400" name="Google Shape;2400;p82"/>
            <p:cNvSpPr/>
            <p:nvPr/>
          </p:nvSpPr>
          <p:spPr>
            <a:xfrm>
              <a:off x="3712525" y="4589350"/>
              <a:ext cx="260050" cy="303700"/>
            </a:xfrm>
            <a:custGeom>
              <a:rect b="b" l="l" r="r" t="t"/>
              <a:pathLst>
                <a:path extrusionOk="0" h="12148" w="10402">
                  <a:moveTo>
                    <a:pt x="6384" y="261"/>
                  </a:moveTo>
                  <a:cubicBezTo>
                    <a:pt x="6425" y="261"/>
                    <a:pt x="6455" y="264"/>
                    <a:pt x="6473" y="271"/>
                  </a:cubicBezTo>
                  <a:cubicBezTo>
                    <a:pt x="6606" y="320"/>
                    <a:pt x="6720" y="527"/>
                    <a:pt x="7107" y="1417"/>
                  </a:cubicBezTo>
                  <a:cubicBezTo>
                    <a:pt x="7285" y="1828"/>
                    <a:pt x="7485" y="2272"/>
                    <a:pt x="7549" y="2399"/>
                  </a:cubicBezTo>
                  <a:cubicBezTo>
                    <a:pt x="7666" y="2636"/>
                    <a:pt x="8490" y="4661"/>
                    <a:pt x="8589" y="4957"/>
                  </a:cubicBezTo>
                  <a:cubicBezTo>
                    <a:pt x="8619" y="5048"/>
                    <a:pt x="8683" y="5251"/>
                    <a:pt x="8734" y="5413"/>
                  </a:cubicBezTo>
                  <a:cubicBezTo>
                    <a:pt x="8884" y="5902"/>
                    <a:pt x="9896" y="8466"/>
                    <a:pt x="10015" y="8662"/>
                  </a:cubicBezTo>
                  <a:cubicBezTo>
                    <a:pt x="10100" y="8800"/>
                    <a:pt x="10127" y="8886"/>
                    <a:pt x="10121" y="9001"/>
                  </a:cubicBezTo>
                  <a:cubicBezTo>
                    <a:pt x="10113" y="9157"/>
                    <a:pt x="10071" y="9207"/>
                    <a:pt x="9753" y="9439"/>
                  </a:cubicBezTo>
                  <a:cubicBezTo>
                    <a:pt x="9476" y="9641"/>
                    <a:pt x="8588" y="10090"/>
                    <a:pt x="7629" y="10512"/>
                  </a:cubicBezTo>
                  <a:cubicBezTo>
                    <a:pt x="5063" y="11640"/>
                    <a:pt x="4472" y="11888"/>
                    <a:pt x="4195" y="11888"/>
                  </a:cubicBezTo>
                  <a:cubicBezTo>
                    <a:pt x="4144" y="11888"/>
                    <a:pt x="4104" y="11880"/>
                    <a:pt x="4064" y="11867"/>
                  </a:cubicBezTo>
                  <a:cubicBezTo>
                    <a:pt x="3808" y="11785"/>
                    <a:pt x="3702" y="11604"/>
                    <a:pt x="3276" y="10522"/>
                  </a:cubicBezTo>
                  <a:cubicBezTo>
                    <a:pt x="3065" y="9986"/>
                    <a:pt x="2307" y="8091"/>
                    <a:pt x="1590" y="6307"/>
                  </a:cubicBezTo>
                  <a:cubicBezTo>
                    <a:pt x="280" y="3046"/>
                    <a:pt x="177" y="2757"/>
                    <a:pt x="272" y="2619"/>
                  </a:cubicBezTo>
                  <a:cubicBezTo>
                    <a:pt x="359" y="2492"/>
                    <a:pt x="695" y="2272"/>
                    <a:pt x="1091" y="2081"/>
                  </a:cubicBezTo>
                  <a:cubicBezTo>
                    <a:pt x="1751" y="1762"/>
                    <a:pt x="2531" y="1401"/>
                    <a:pt x="2559" y="1401"/>
                  </a:cubicBezTo>
                  <a:cubicBezTo>
                    <a:pt x="2573" y="1401"/>
                    <a:pt x="3008" y="1236"/>
                    <a:pt x="3528" y="1031"/>
                  </a:cubicBezTo>
                  <a:cubicBezTo>
                    <a:pt x="4048" y="825"/>
                    <a:pt x="4687" y="599"/>
                    <a:pt x="4953" y="525"/>
                  </a:cubicBezTo>
                  <a:cubicBezTo>
                    <a:pt x="5477" y="379"/>
                    <a:pt x="6131" y="261"/>
                    <a:pt x="6384" y="261"/>
                  </a:cubicBezTo>
                  <a:close/>
                  <a:moveTo>
                    <a:pt x="6416" y="1"/>
                  </a:moveTo>
                  <a:cubicBezTo>
                    <a:pt x="6414" y="1"/>
                    <a:pt x="6413" y="1"/>
                    <a:pt x="6411" y="1"/>
                  </a:cubicBezTo>
                  <a:cubicBezTo>
                    <a:pt x="5982" y="3"/>
                    <a:pt x="4579" y="337"/>
                    <a:pt x="4490" y="458"/>
                  </a:cubicBezTo>
                  <a:cubicBezTo>
                    <a:pt x="4475" y="480"/>
                    <a:pt x="4433" y="493"/>
                    <a:pt x="4387" y="493"/>
                  </a:cubicBezTo>
                  <a:cubicBezTo>
                    <a:pt x="4376" y="493"/>
                    <a:pt x="4366" y="492"/>
                    <a:pt x="4356" y="491"/>
                  </a:cubicBezTo>
                  <a:cubicBezTo>
                    <a:pt x="4353" y="491"/>
                    <a:pt x="4350" y="491"/>
                    <a:pt x="4347" y="491"/>
                  </a:cubicBezTo>
                  <a:cubicBezTo>
                    <a:pt x="4257" y="491"/>
                    <a:pt x="3853" y="635"/>
                    <a:pt x="3048" y="953"/>
                  </a:cubicBezTo>
                  <a:cubicBezTo>
                    <a:pt x="2384" y="1214"/>
                    <a:pt x="1838" y="1439"/>
                    <a:pt x="1832" y="1453"/>
                  </a:cubicBezTo>
                  <a:cubicBezTo>
                    <a:pt x="1826" y="1465"/>
                    <a:pt x="1567" y="1594"/>
                    <a:pt x="1254" y="1739"/>
                  </a:cubicBezTo>
                  <a:cubicBezTo>
                    <a:pt x="626" y="2028"/>
                    <a:pt x="291" y="2217"/>
                    <a:pt x="255" y="2303"/>
                  </a:cubicBezTo>
                  <a:cubicBezTo>
                    <a:pt x="242" y="2334"/>
                    <a:pt x="199" y="2374"/>
                    <a:pt x="165" y="2388"/>
                  </a:cubicBezTo>
                  <a:cubicBezTo>
                    <a:pt x="83" y="2421"/>
                    <a:pt x="4" y="2622"/>
                    <a:pt x="1" y="2805"/>
                  </a:cubicBezTo>
                  <a:cubicBezTo>
                    <a:pt x="0" y="2942"/>
                    <a:pt x="726" y="4794"/>
                    <a:pt x="2937" y="10300"/>
                  </a:cubicBezTo>
                  <a:cubicBezTo>
                    <a:pt x="3507" y="11719"/>
                    <a:pt x="3529" y="11765"/>
                    <a:pt x="3684" y="11905"/>
                  </a:cubicBezTo>
                  <a:cubicBezTo>
                    <a:pt x="3772" y="11984"/>
                    <a:pt x="3901" y="12070"/>
                    <a:pt x="3971" y="12097"/>
                  </a:cubicBezTo>
                  <a:cubicBezTo>
                    <a:pt x="4048" y="12127"/>
                    <a:pt x="4107" y="12147"/>
                    <a:pt x="4186" y="12147"/>
                  </a:cubicBezTo>
                  <a:cubicBezTo>
                    <a:pt x="4385" y="12147"/>
                    <a:pt x="4704" y="12020"/>
                    <a:pt x="5713" y="11604"/>
                  </a:cubicBezTo>
                  <a:cubicBezTo>
                    <a:pt x="6446" y="11302"/>
                    <a:pt x="7189" y="10986"/>
                    <a:pt x="7362" y="10903"/>
                  </a:cubicBezTo>
                  <a:cubicBezTo>
                    <a:pt x="7535" y="10819"/>
                    <a:pt x="7909" y="10645"/>
                    <a:pt x="8190" y="10518"/>
                  </a:cubicBezTo>
                  <a:cubicBezTo>
                    <a:pt x="9831" y="9775"/>
                    <a:pt x="10323" y="9448"/>
                    <a:pt x="10379" y="9064"/>
                  </a:cubicBezTo>
                  <a:cubicBezTo>
                    <a:pt x="10401" y="8909"/>
                    <a:pt x="10321" y="8616"/>
                    <a:pt x="10240" y="8558"/>
                  </a:cubicBezTo>
                  <a:cubicBezTo>
                    <a:pt x="10147" y="8489"/>
                    <a:pt x="9122" y="5850"/>
                    <a:pt x="8792" y="4826"/>
                  </a:cubicBezTo>
                  <a:cubicBezTo>
                    <a:pt x="8588" y="4195"/>
                    <a:pt x="8205" y="3245"/>
                    <a:pt x="8053" y="2997"/>
                  </a:cubicBezTo>
                  <a:cubicBezTo>
                    <a:pt x="7994" y="2901"/>
                    <a:pt x="7956" y="2801"/>
                    <a:pt x="7968" y="2772"/>
                  </a:cubicBezTo>
                  <a:cubicBezTo>
                    <a:pt x="7980" y="2742"/>
                    <a:pt x="7871" y="2479"/>
                    <a:pt x="7698" y="2123"/>
                  </a:cubicBezTo>
                  <a:cubicBezTo>
                    <a:pt x="7538" y="1794"/>
                    <a:pt x="7293" y="1257"/>
                    <a:pt x="7156" y="927"/>
                  </a:cubicBezTo>
                  <a:cubicBezTo>
                    <a:pt x="6847" y="192"/>
                    <a:pt x="6695" y="1"/>
                    <a:pt x="6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2"/>
            <p:cNvSpPr/>
            <p:nvPr/>
          </p:nvSpPr>
          <p:spPr>
            <a:xfrm>
              <a:off x="3737775" y="4633800"/>
              <a:ext cx="53125" cy="23875"/>
            </a:xfrm>
            <a:custGeom>
              <a:rect b="b" l="l" r="r" t="t"/>
              <a:pathLst>
                <a:path extrusionOk="0" h="955" w="2125">
                  <a:moveTo>
                    <a:pt x="1887" y="0"/>
                  </a:moveTo>
                  <a:cubicBezTo>
                    <a:pt x="1810" y="0"/>
                    <a:pt x="1611" y="90"/>
                    <a:pt x="687" y="505"/>
                  </a:cubicBezTo>
                  <a:cubicBezTo>
                    <a:pt x="105" y="765"/>
                    <a:pt x="1" y="842"/>
                    <a:pt x="94" y="943"/>
                  </a:cubicBezTo>
                  <a:cubicBezTo>
                    <a:pt x="101" y="950"/>
                    <a:pt x="112" y="955"/>
                    <a:pt x="131" y="955"/>
                  </a:cubicBezTo>
                  <a:cubicBezTo>
                    <a:pt x="207" y="955"/>
                    <a:pt x="407" y="877"/>
                    <a:pt x="944" y="647"/>
                  </a:cubicBezTo>
                  <a:cubicBezTo>
                    <a:pt x="2006" y="193"/>
                    <a:pt x="2125" y="118"/>
                    <a:pt x="1939" y="17"/>
                  </a:cubicBezTo>
                  <a:cubicBezTo>
                    <a:pt x="1922" y="8"/>
                    <a:pt x="1910" y="0"/>
                    <a:pt x="18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2"/>
            <p:cNvSpPr/>
            <p:nvPr/>
          </p:nvSpPr>
          <p:spPr>
            <a:xfrm>
              <a:off x="3823300" y="4615725"/>
              <a:ext cx="14325" cy="7750"/>
            </a:xfrm>
            <a:custGeom>
              <a:rect b="b" l="l" r="r" t="t"/>
              <a:pathLst>
                <a:path extrusionOk="0" h="310" w="573">
                  <a:moveTo>
                    <a:pt x="347" y="0"/>
                  </a:moveTo>
                  <a:cubicBezTo>
                    <a:pt x="287" y="0"/>
                    <a:pt x="212" y="35"/>
                    <a:pt x="95" y="111"/>
                  </a:cubicBezTo>
                  <a:cubicBezTo>
                    <a:pt x="0" y="173"/>
                    <a:pt x="34" y="310"/>
                    <a:pt x="141" y="310"/>
                  </a:cubicBezTo>
                  <a:cubicBezTo>
                    <a:pt x="142" y="310"/>
                    <a:pt x="143" y="310"/>
                    <a:pt x="144" y="310"/>
                  </a:cubicBezTo>
                  <a:cubicBezTo>
                    <a:pt x="381" y="305"/>
                    <a:pt x="572" y="102"/>
                    <a:pt x="417" y="18"/>
                  </a:cubicBezTo>
                  <a:cubicBezTo>
                    <a:pt x="395" y="7"/>
                    <a:pt x="373"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2"/>
            <p:cNvSpPr/>
            <p:nvPr/>
          </p:nvSpPr>
          <p:spPr>
            <a:xfrm>
              <a:off x="3842500" y="4609075"/>
              <a:ext cx="15050" cy="7050"/>
            </a:xfrm>
            <a:custGeom>
              <a:rect b="b" l="l" r="r" t="t"/>
              <a:pathLst>
                <a:path extrusionOk="0" h="282" w="602">
                  <a:moveTo>
                    <a:pt x="407" y="0"/>
                  </a:moveTo>
                  <a:cubicBezTo>
                    <a:pt x="358" y="0"/>
                    <a:pt x="293" y="14"/>
                    <a:pt x="210" y="42"/>
                  </a:cubicBezTo>
                  <a:cubicBezTo>
                    <a:pt x="10" y="108"/>
                    <a:pt x="1" y="118"/>
                    <a:pt x="38" y="208"/>
                  </a:cubicBezTo>
                  <a:cubicBezTo>
                    <a:pt x="59" y="259"/>
                    <a:pt x="75" y="281"/>
                    <a:pt x="121" y="281"/>
                  </a:cubicBezTo>
                  <a:cubicBezTo>
                    <a:pt x="156" y="281"/>
                    <a:pt x="209" y="268"/>
                    <a:pt x="295" y="243"/>
                  </a:cubicBezTo>
                  <a:cubicBezTo>
                    <a:pt x="538" y="172"/>
                    <a:pt x="601" y="102"/>
                    <a:pt x="492" y="23"/>
                  </a:cubicBezTo>
                  <a:cubicBezTo>
                    <a:pt x="471" y="8"/>
                    <a:pt x="443" y="0"/>
                    <a:pt x="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2"/>
            <p:cNvSpPr/>
            <p:nvPr/>
          </p:nvSpPr>
          <p:spPr>
            <a:xfrm>
              <a:off x="3739700" y="4617125"/>
              <a:ext cx="172225" cy="141300"/>
            </a:xfrm>
            <a:custGeom>
              <a:rect b="b" l="l" r="r" t="t"/>
              <a:pathLst>
                <a:path extrusionOk="0" h="5652" w="6889">
                  <a:moveTo>
                    <a:pt x="5186" y="0"/>
                  </a:moveTo>
                  <a:cubicBezTo>
                    <a:pt x="5177" y="0"/>
                    <a:pt x="5168" y="1"/>
                    <a:pt x="5160" y="3"/>
                  </a:cubicBezTo>
                  <a:cubicBezTo>
                    <a:pt x="5031" y="26"/>
                    <a:pt x="3398" y="648"/>
                    <a:pt x="3385" y="678"/>
                  </a:cubicBezTo>
                  <a:cubicBezTo>
                    <a:pt x="3380" y="690"/>
                    <a:pt x="2681" y="993"/>
                    <a:pt x="1830" y="1353"/>
                  </a:cubicBezTo>
                  <a:cubicBezTo>
                    <a:pt x="978" y="1714"/>
                    <a:pt x="227" y="2040"/>
                    <a:pt x="158" y="2081"/>
                  </a:cubicBezTo>
                  <a:cubicBezTo>
                    <a:pt x="1" y="2173"/>
                    <a:pt x="1" y="2238"/>
                    <a:pt x="160" y="2842"/>
                  </a:cubicBezTo>
                  <a:cubicBezTo>
                    <a:pt x="384" y="3698"/>
                    <a:pt x="1103" y="5330"/>
                    <a:pt x="1252" y="5330"/>
                  </a:cubicBezTo>
                  <a:cubicBezTo>
                    <a:pt x="1254" y="5330"/>
                    <a:pt x="1256" y="5329"/>
                    <a:pt x="1258" y="5328"/>
                  </a:cubicBezTo>
                  <a:cubicBezTo>
                    <a:pt x="1381" y="5278"/>
                    <a:pt x="1362" y="5149"/>
                    <a:pt x="1173" y="4769"/>
                  </a:cubicBezTo>
                  <a:cubicBezTo>
                    <a:pt x="882" y="4182"/>
                    <a:pt x="574" y="3403"/>
                    <a:pt x="409" y="2835"/>
                  </a:cubicBezTo>
                  <a:cubicBezTo>
                    <a:pt x="326" y="2550"/>
                    <a:pt x="264" y="2297"/>
                    <a:pt x="272" y="2274"/>
                  </a:cubicBezTo>
                  <a:cubicBezTo>
                    <a:pt x="280" y="2252"/>
                    <a:pt x="771" y="2034"/>
                    <a:pt x="1361" y="1792"/>
                  </a:cubicBezTo>
                  <a:cubicBezTo>
                    <a:pt x="2151" y="1469"/>
                    <a:pt x="2447" y="1332"/>
                    <a:pt x="2485" y="1274"/>
                  </a:cubicBezTo>
                  <a:cubicBezTo>
                    <a:pt x="2512" y="1231"/>
                    <a:pt x="2518" y="1189"/>
                    <a:pt x="2497" y="1180"/>
                  </a:cubicBezTo>
                  <a:cubicBezTo>
                    <a:pt x="2475" y="1171"/>
                    <a:pt x="2473" y="1160"/>
                    <a:pt x="2491" y="1152"/>
                  </a:cubicBezTo>
                  <a:cubicBezTo>
                    <a:pt x="2494" y="1151"/>
                    <a:pt x="2499" y="1150"/>
                    <a:pt x="2505" y="1150"/>
                  </a:cubicBezTo>
                  <a:cubicBezTo>
                    <a:pt x="2528" y="1150"/>
                    <a:pt x="2567" y="1159"/>
                    <a:pt x="2601" y="1174"/>
                  </a:cubicBezTo>
                  <a:cubicBezTo>
                    <a:pt x="2610" y="1177"/>
                    <a:pt x="2621" y="1179"/>
                    <a:pt x="2635" y="1179"/>
                  </a:cubicBezTo>
                  <a:cubicBezTo>
                    <a:pt x="2730" y="1179"/>
                    <a:pt x="2968" y="1093"/>
                    <a:pt x="3652" y="818"/>
                  </a:cubicBezTo>
                  <a:cubicBezTo>
                    <a:pt x="4186" y="604"/>
                    <a:pt x="4745" y="394"/>
                    <a:pt x="4896" y="352"/>
                  </a:cubicBezTo>
                  <a:lnTo>
                    <a:pt x="5168" y="274"/>
                  </a:lnTo>
                  <a:lnTo>
                    <a:pt x="5309" y="546"/>
                  </a:lnTo>
                  <a:cubicBezTo>
                    <a:pt x="5609" y="1126"/>
                    <a:pt x="6069" y="2189"/>
                    <a:pt x="6323" y="2897"/>
                  </a:cubicBezTo>
                  <a:cubicBezTo>
                    <a:pt x="6578" y="3604"/>
                    <a:pt x="6587" y="3643"/>
                    <a:pt x="6518" y="3703"/>
                  </a:cubicBezTo>
                  <a:cubicBezTo>
                    <a:pt x="6422" y="3789"/>
                    <a:pt x="5062" y="4255"/>
                    <a:pt x="2143" y="5202"/>
                  </a:cubicBezTo>
                  <a:cubicBezTo>
                    <a:pt x="1853" y="5297"/>
                    <a:pt x="1602" y="5390"/>
                    <a:pt x="1588" y="5411"/>
                  </a:cubicBezTo>
                  <a:cubicBezTo>
                    <a:pt x="1582" y="5419"/>
                    <a:pt x="1576" y="5423"/>
                    <a:pt x="1568" y="5423"/>
                  </a:cubicBezTo>
                  <a:cubicBezTo>
                    <a:pt x="1545" y="5423"/>
                    <a:pt x="1507" y="5383"/>
                    <a:pt x="1420" y="5276"/>
                  </a:cubicBezTo>
                  <a:cubicBezTo>
                    <a:pt x="1410" y="5264"/>
                    <a:pt x="1400" y="5257"/>
                    <a:pt x="1390" y="5257"/>
                  </a:cubicBezTo>
                  <a:cubicBezTo>
                    <a:pt x="1370" y="5257"/>
                    <a:pt x="1345" y="5282"/>
                    <a:pt x="1306" y="5338"/>
                  </a:cubicBezTo>
                  <a:cubicBezTo>
                    <a:pt x="1218" y="5467"/>
                    <a:pt x="1236" y="5524"/>
                    <a:pt x="1395" y="5615"/>
                  </a:cubicBezTo>
                  <a:cubicBezTo>
                    <a:pt x="1435" y="5638"/>
                    <a:pt x="1465" y="5651"/>
                    <a:pt x="1511" y="5651"/>
                  </a:cubicBezTo>
                  <a:cubicBezTo>
                    <a:pt x="1593" y="5651"/>
                    <a:pt x="1725" y="5607"/>
                    <a:pt x="2054" y="5493"/>
                  </a:cubicBezTo>
                  <a:cubicBezTo>
                    <a:pt x="2353" y="5388"/>
                    <a:pt x="2774" y="5252"/>
                    <a:pt x="2993" y="5188"/>
                  </a:cubicBezTo>
                  <a:cubicBezTo>
                    <a:pt x="3501" y="5040"/>
                    <a:pt x="6158" y="4134"/>
                    <a:pt x="6534" y="3981"/>
                  </a:cubicBezTo>
                  <a:cubicBezTo>
                    <a:pt x="6736" y="3900"/>
                    <a:pt x="6827" y="3843"/>
                    <a:pt x="6845" y="3789"/>
                  </a:cubicBezTo>
                  <a:cubicBezTo>
                    <a:pt x="6888" y="3656"/>
                    <a:pt x="6454" y="2471"/>
                    <a:pt x="5943" y="1325"/>
                  </a:cubicBezTo>
                  <a:cubicBezTo>
                    <a:pt x="5455" y="232"/>
                    <a:pt x="5326" y="0"/>
                    <a:pt x="5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2"/>
            <p:cNvSpPr/>
            <p:nvPr/>
          </p:nvSpPr>
          <p:spPr>
            <a:xfrm>
              <a:off x="3800225" y="4654000"/>
              <a:ext cx="42825" cy="74825"/>
            </a:xfrm>
            <a:custGeom>
              <a:rect b="b" l="l" r="r" t="t"/>
              <a:pathLst>
                <a:path extrusionOk="0" h="2993" w="1713">
                  <a:moveTo>
                    <a:pt x="624" y="0"/>
                  </a:moveTo>
                  <a:cubicBezTo>
                    <a:pt x="489" y="0"/>
                    <a:pt x="416" y="48"/>
                    <a:pt x="278" y="203"/>
                  </a:cubicBezTo>
                  <a:cubicBezTo>
                    <a:pt x="138" y="360"/>
                    <a:pt x="1" y="700"/>
                    <a:pt x="39" y="794"/>
                  </a:cubicBezTo>
                  <a:cubicBezTo>
                    <a:pt x="55" y="833"/>
                    <a:pt x="78" y="852"/>
                    <a:pt x="105" y="852"/>
                  </a:cubicBezTo>
                  <a:cubicBezTo>
                    <a:pt x="163" y="852"/>
                    <a:pt x="240" y="764"/>
                    <a:pt x="302" y="612"/>
                  </a:cubicBezTo>
                  <a:cubicBezTo>
                    <a:pt x="395" y="382"/>
                    <a:pt x="521" y="251"/>
                    <a:pt x="621" y="251"/>
                  </a:cubicBezTo>
                  <a:cubicBezTo>
                    <a:pt x="673" y="251"/>
                    <a:pt x="719" y="287"/>
                    <a:pt x="749" y="363"/>
                  </a:cubicBezTo>
                  <a:cubicBezTo>
                    <a:pt x="828" y="561"/>
                    <a:pt x="808" y="1249"/>
                    <a:pt x="712" y="1652"/>
                  </a:cubicBezTo>
                  <a:cubicBezTo>
                    <a:pt x="692" y="1735"/>
                    <a:pt x="670" y="1947"/>
                    <a:pt x="665" y="2123"/>
                  </a:cubicBezTo>
                  <a:cubicBezTo>
                    <a:pt x="660" y="2298"/>
                    <a:pt x="645" y="2555"/>
                    <a:pt x="633" y="2694"/>
                  </a:cubicBezTo>
                  <a:cubicBezTo>
                    <a:pt x="614" y="2920"/>
                    <a:pt x="621" y="2951"/>
                    <a:pt x="695" y="2983"/>
                  </a:cubicBezTo>
                  <a:cubicBezTo>
                    <a:pt x="710" y="2989"/>
                    <a:pt x="726" y="2993"/>
                    <a:pt x="745" y="2993"/>
                  </a:cubicBezTo>
                  <a:cubicBezTo>
                    <a:pt x="809" y="2993"/>
                    <a:pt x="908" y="2949"/>
                    <a:pt x="1144" y="2827"/>
                  </a:cubicBezTo>
                  <a:cubicBezTo>
                    <a:pt x="1346" y="2722"/>
                    <a:pt x="1551" y="2618"/>
                    <a:pt x="1601" y="2597"/>
                  </a:cubicBezTo>
                  <a:cubicBezTo>
                    <a:pt x="1710" y="2550"/>
                    <a:pt x="1713" y="2424"/>
                    <a:pt x="1605" y="2379"/>
                  </a:cubicBezTo>
                  <a:cubicBezTo>
                    <a:pt x="1590" y="2373"/>
                    <a:pt x="1574" y="2369"/>
                    <a:pt x="1556" y="2369"/>
                  </a:cubicBezTo>
                  <a:cubicBezTo>
                    <a:pt x="1497" y="2369"/>
                    <a:pt x="1411" y="2407"/>
                    <a:pt x="1222" y="2509"/>
                  </a:cubicBezTo>
                  <a:cubicBezTo>
                    <a:pt x="1059" y="2597"/>
                    <a:pt x="916" y="2666"/>
                    <a:pt x="898" y="2666"/>
                  </a:cubicBezTo>
                  <a:cubicBezTo>
                    <a:pt x="898" y="2666"/>
                    <a:pt x="897" y="2665"/>
                    <a:pt x="897" y="2665"/>
                  </a:cubicBezTo>
                  <a:cubicBezTo>
                    <a:pt x="885" y="2661"/>
                    <a:pt x="886" y="2501"/>
                    <a:pt x="899" y="2310"/>
                  </a:cubicBezTo>
                  <a:cubicBezTo>
                    <a:pt x="911" y="2118"/>
                    <a:pt x="921" y="1930"/>
                    <a:pt x="922" y="1892"/>
                  </a:cubicBezTo>
                  <a:cubicBezTo>
                    <a:pt x="922" y="1853"/>
                    <a:pt x="935" y="1756"/>
                    <a:pt x="952" y="1670"/>
                  </a:cubicBezTo>
                  <a:cubicBezTo>
                    <a:pt x="1031" y="1251"/>
                    <a:pt x="1067" y="662"/>
                    <a:pt x="1025" y="447"/>
                  </a:cubicBezTo>
                  <a:cubicBezTo>
                    <a:pt x="965" y="139"/>
                    <a:pt x="880" y="21"/>
                    <a:pt x="699" y="4"/>
                  </a:cubicBezTo>
                  <a:cubicBezTo>
                    <a:pt x="672" y="2"/>
                    <a:pt x="647" y="0"/>
                    <a:pt x="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2"/>
            <p:cNvSpPr/>
            <p:nvPr/>
          </p:nvSpPr>
          <p:spPr>
            <a:xfrm>
              <a:off x="3769375" y="4672750"/>
              <a:ext cx="31250" cy="61650"/>
            </a:xfrm>
            <a:custGeom>
              <a:rect b="b" l="l" r="r" t="t"/>
              <a:pathLst>
                <a:path extrusionOk="0" h="2466" w="1250">
                  <a:moveTo>
                    <a:pt x="290" y="1"/>
                  </a:moveTo>
                  <a:cubicBezTo>
                    <a:pt x="272" y="1"/>
                    <a:pt x="254" y="4"/>
                    <a:pt x="236" y="12"/>
                  </a:cubicBezTo>
                  <a:cubicBezTo>
                    <a:pt x="188" y="32"/>
                    <a:pt x="149" y="127"/>
                    <a:pt x="129" y="278"/>
                  </a:cubicBezTo>
                  <a:cubicBezTo>
                    <a:pt x="111" y="409"/>
                    <a:pt x="77" y="606"/>
                    <a:pt x="51" y="725"/>
                  </a:cubicBezTo>
                  <a:cubicBezTo>
                    <a:pt x="0" y="957"/>
                    <a:pt x="31" y="1092"/>
                    <a:pt x="135" y="1092"/>
                  </a:cubicBezTo>
                  <a:cubicBezTo>
                    <a:pt x="136" y="1092"/>
                    <a:pt x="137" y="1092"/>
                    <a:pt x="137" y="1092"/>
                  </a:cubicBezTo>
                  <a:cubicBezTo>
                    <a:pt x="181" y="1091"/>
                    <a:pt x="223" y="996"/>
                    <a:pt x="261" y="811"/>
                  </a:cubicBezTo>
                  <a:cubicBezTo>
                    <a:pt x="293" y="659"/>
                    <a:pt x="324" y="540"/>
                    <a:pt x="333" y="540"/>
                  </a:cubicBezTo>
                  <a:cubicBezTo>
                    <a:pt x="333" y="540"/>
                    <a:pt x="333" y="540"/>
                    <a:pt x="333" y="540"/>
                  </a:cubicBezTo>
                  <a:cubicBezTo>
                    <a:pt x="340" y="545"/>
                    <a:pt x="499" y="966"/>
                    <a:pt x="685" y="1480"/>
                  </a:cubicBezTo>
                  <a:cubicBezTo>
                    <a:pt x="979" y="2291"/>
                    <a:pt x="1034" y="2415"/>
                    <a:pt x="1108" y="2447"/>
                  </a:cubicBezTo>
                  <a:cubicBezTo>
                    <a:pt x="1136" y="2459"/>
                    <a:pt x="1156" y="2466"/>
                    <a:pt x="1171" y="2466"/>
                  </a:cubicBezTo>
                  <a:cubicBezTo>
                    <a:pt x="1196" y="2466"/>
                    <a:pt x="1209" y="2447"/>
                    <a:pt x="1226" y="2403"/>
                  </a:cubicBezTo>
                  <a:cubicBezTo>
                    <a:pt x="1250" y="2341"/>
                    <a:pt x="1186" y="2130"/>
                    <a:pt x="964" y="1533"/>
                  </a:cubicBezTo>
                  <a:cubicBezTo>
                    <a:pt x="803" y="1101"/>
                    <a:pt x="627" y="602"/>
                    <a:pt x="572" y="430"/>
                  </a:cubicBezTo>
                  <a:cubicBezTo>
                    <a:pt x="480" y="133"/>
                    <a:pt x="394"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2"/>
            <p:cNvSpPr/>
            <p:nvPr/>
          </p:nvSpPr>
          <p:spPr>
            <a:xfrm>
              <a:off x="3840600" y="4639975"/>
              <a:ext cx="44350" cy="67900"/>
            </a:xfrm>
            <a:custGeom>
              <a:rect b="b" l="l" r="r" t="t"/>
              <a:pathLst>
                <a:path extrusionOk="0" h="2716" w="1774">
                  <a:moveTo>
                    <a:pt x="882" y="0"/>
                  </a:moveTo>
                  <a:cubicBezTo>
                    <a:pt x="879" y="0"/>
                    <a:pt x="876" y="0"/>
                    <a:pt x="873" y="0"/>
                  </a:cubicBezTo>
                  <a:cubicBezTo>
                    <a:pt x="692" y="4"/>
                    <a:pt x="1" y="312"/>
                    <a:pt x="2" y="387"/>
                  </a:cubicBezTo>
                  <a:cubicBezTo>
                    <a:pt x="3" y="420"/>
                    <a:pt x="38" y="467"/>
                    <a:pt x="80" y="489"/>
                  </a:cubicBezTo>
                  <a:cubicBezTo>
                    <a:pt x="98" y="500"/>
                    <a:pt x="117" y="505"/>
                    <a:pt x="139" y="505"/>
                  </a:cubicBezTo>
                  <a:cubicBezTo>
                    <a:pt x="193" y="505"/>
                    <a:pt x="269" y="473"/>
                    <a:pt x="418" y="394"/>
                  </a:cubicBezTo>
                  <a:cubicBezTo>
                    <a:pt x="542" y="330"/>
                    <a:pt x="648" y="287"/>
                    <a:pt x="683" y="287"/>
                  </a:cubicBezTo>
                  <a:cubicBezTo>
                    <a:pt x="689" y="287"/>
                    <a:pt x="693" y="289"/>
                    <a:pt x="694" y="292"/>
                  </a:cubicBezTo>
                  <a:cubicBezTo>
                    <a:pt x="702" y="311"/>
                    <a:pt x="637" y="492"/>
                    <a:pt x="551" y="695"/>
                  </a:cubicBezTo>
                  <a:cubicBezTo>
                    <a:pt x="402" y="1044"/>
                    <a:pt x="385" y="1177"/>
                    <a:pt x="528" y="1177"/>
                  </a:cubicBezTo>
                  <a:cubicBezTo>
                    <a:pt x="571" y="1177"/>
                    <a:pt x="627" y="1165"/>
                    <a:pt x="698" y="1144"/>
                  </a:cubicBezTo>
                  <a:cubicBezTo>
                    <a:pt x="777" y="1121"/>
                    <a:pt x="844" y="1109"/>
                    <a:pt x="902" y="1109"/>
                  </a:cubicBezTo>
                  <a:cubicBezTo>
                    <a:pt x="954" y="1109"/>
                    <a:pt x="998" y="1118"/>
                    <a:pt x="1038" y="1137"/>
                  </a:cubicBezTo>
                  <a:cubicBezTo>
                    <a:pt x="1202" y="1212"/>
                    <a:pt x="1392" y="1437"/>
                    <a:pt x="1479" y="1658"/>
                  </a:cubicBezTo>
                  <a:cubicBezTo>
                    <a:pt x="1546" y="1823"/>
                    <a:pt x="1542" y="1874"/>
                    <a:pt x="1461" y="2080"/>
                  </a:cubicBezTo>
                  <a:cubicBezTo>
                    <a:pt x="1411" y="2207"/>
                    <a:pt x="1347" y="2326"/>
                    <a:pt x="1322" y="2339"/>
                  </a:cubicBezTo>
                  <a:cubicBezTo>
                    <a:pt x="1297" y="2351"/>
                    <a:pt x="1221" y="2389"/>
                    <a:pt x="1150" y="2424"/>
                  </a:cubicBezTo>
                  <a:cubicBezTo>
                    <a:pt x="1104" y="2447"/>
                    <a:pt x="1059" y="2458"/>
                    <a:pt x="1008" y="2458"/>
                  </a:cubicBezTo>
                  <a:cubicBezTo>
                    <a:pt x="959" y="2458"/>
                    <a:pt x="904" y="2448"/>
                    <a:pt x="836" y="2426"/>
                  </a:cubicBezTo>
                  <a:cubicBezTo>
                    <a:pt x="780" y="2408"/>
                    <a:pt x="731" y="2400"/>
                    <a:pt x="690" y="2400"/>
                  </a:cubicBezTo>
                  <a:cubicBezTo>
                    <a:pt x="539" y="2400"/>
                    <a:pt x="511" y="2513"/>
                    <a:pt x="672" y="2647"/>
                  </a:cubicBezTo>
                  <a:cubicBezTo>
                    <a:pt x="728" y="2694"/>
                    <a:pt x="817" y="2716"/>
                    <a:pt x="919" y="2716"/>
                  </a:cubicBezTo>
                  <a:cubicBezTo>
                    <a:pt x="1115" y="2716"/>
                    <a:pt x="1356" y="2636"/>
                    <a:pt x="1497" y="2503"/>
                  </a:cubicBezTo>
                  <a:cubicBezTo>
                    <a:pt x="1615" y="2393"/>
                    <a:pt x="1767" y="2021"/>
                    <a:pt x="1769" y="1839"/>
                  </a:cubicBezTo>
                  <a:cubicBezTo>
                    <a:pt x="1773" y="1415"/>
                    <a:pt x="1302" y="867"/>
                    <a:pt x="929" y="863"/>
                  </a:cubicBezTo>
                  <a:cubicBezTo>
                    <a:pt x="849" y="862"/>
                    <a:pt x="783" y="850"/>
                    <a:pt x="777" y="837"/>
                  </a:cubicBezTo>
                  <a:cubicBezTo>
                    <a:pt x="771" y="823"/>
                    <a:pt x="830" y="662"/>
                    <a:pt x="908" y="476"/>
                  </a:cubicBezTo>
                  <a:cubicBezTo>
                    <a:pt x="1060" y="114"/>
                    <a:pt x="1054" y="0"/>
                    <a:pt x="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2"/>
            <p:cNvSpPr/>
            <p:nvPr/>
          </p:nvSpPr>
          <p:spPr>
            <a:xfrm>
              <a:off x="3826200" y="4754100"/>
              <a:ext cx="28325" cy="27250"/>
            </a:xfrm>
            <a:custGeom>
              <a:rect b="b" l="l" r="r" t="t"/>
              <a:pathLst>
                <a:path extrusionOk="0" h="1090" w="1133">
                  <a:moveTo>
                    <a:pt x="553" y="248"/>
                  </a:moveTo>
                  <a:cubicBezTo>
                    <a:pt x="592" y="248"/>
                    <a:pt x="634" y="257"/>
                    <a:pt x="680" y="276"/>
                  </a:cubicBezTo>
                  <a:cubicBezTo>
                    <a:pt x="853" y="343"/>
                    <a:pt x="913" y="512"/>
                    <a:pt x="822" y="670"/>
                  </a:cubicBezTo>
                  <a:cubicBezTo>
                    <a:pt x="756" y="786"/>
                    <a:pt x="665" y="847"/>
                    <a:pt x="564" y="847"/>
                  </a:cubicBezTo>
                  <a:cubicBezTo>
                    <a:pt x="527" y="847"/>
                    <a:pt x="489" y="839"/>
                    <a:pt x="450" y="823"/>
                  </a:cubicBezTo>
                  <a:cubicBezTo>
                    <a:pt x="288" y="754"/>
                    <a:pt x="229" y="570"/>
                    <a:pt x="316" y="415"/>
                  </a:cubicBezTo>
                  <a:cubicBezTo>
                    <a:pt x="381" y="303"/>
                    <a:pt x="457" y="248"/>
                    <a:pt x="553" y="248"/>
                  </a:cubicBezTo>
                  <a:close/>
                  <a:moveTo>
                    <a:pt x="547" y="1"/>
                  </a:moveTo>
                  <a:cubicBezTo>
                    <a:pt x="421" y="1"/>
                    <a:pt x="315" y="57"/>
                    <a:pt x="205" y="174"/>
                  </a:cubicBezTo>
                  <a:cubicBezTo>
                    <a:pt x="30" y="361"/>
                    <a:pt x="1" y="512"/>
                    <a:pt x="95" y="745"/>
                  </a:cubicBezTo>
                  <a:cubicBezTo>
                    <a:pt x="184" y="966"/>
                    <a:pt x="382" y="1090"/>
                    <a:pt x="580" y="1090"/>
                  </a:cubicBezTo>
                  <a:cubicBezTo>
                    <a:pt x="702" y="1090"/>
                    <a:pt x="824" y="1042"/>
                    <a:pt x="920" y="942"/>
                  </a:cubicBezTo>
                  <a:cubicBezTo>
                    <a:pt x="1087" y="766"/>
                    <a:pt x="1132" y="664"/>
                    <a:pt x="1123" y="473"/>
                  </a:cubicBezTo>
                  <a:cubicBezTo>
                    <a:pt x="1112" y="261"/>
                    <a:pt x="1019" y="147"/>
                    <a:pt x="775" y="51"/>
                  </a:cubicBezTo>
                  <a:cubicBezTo>
                    <a:pt x="691" y="18"/>
                    <a:pt x="616" y="1"/>
                    <a:pt x="5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2"/>
            <p:cNvSpPr/>
            <p:nvPr/>
          </p:nvSpPr>
          <p:spPr>
            <a:xfrm>
              <a:off x="3893600" y="4726650"/>
              <a:ext cx="30500" cy="27925"/>
            </a:xfrm>
            <a:custGeom>
              <a:rect b="b" l="l" r="r" t="t"/>
              <a:pathLst>
                <a:path extrusionOk="0" h="1117" w="1220">
                  <a:moveTo>
                    <a:pt x="471" y="234"/>
                  </a:moveTo>
                  <a:cubicBezTo>
                    <a:pt x="505" y="234"/>
                    <a:pt x="550" y="243"/>
                    <a:pt x="623" y="258"/>
                  </a:cubicBezTo>
                  <a:cubicBezTo>
                    <a:pt x="980" y="332"/>
                    <a:pt x="977" y="706"/>
                    <a:pt x="619" y="851"/>
                  </a:cubicBezTo>
                  <a:cubicBezTo>
                    <a:pt x="560" y="875"/>
                    <a:pt x="519" y="887"/>
                    <a:pt x="485" y="887"/>
                  </a:cubicBezTo>
                  <a:cubicBezTo>
                    <a:pt x="447" y="887"/>
                    <a:pt x="418" y="871"/>
                    <a:pt x="384" y="839"/>
                  </a:cubicBezTo>
                  <a:cubicBezTo>
                    <a:pt x="268" y="732"/>
                    <a:pt x="237" y="429"/>
                    <a:pt x="331" y="327"/>
                  </a:cubicBezTo>
                  <a:cubicBezTo>
                    <a:pt x="393" y="259"/>
                    <a:pt x="416" y="234"/>
                    <a:pt x="471" y="234"/>
                  </a:cubicBezTo>
                  <a:close/>
                  <a:moveTo>
                    <a:pt x="564" y="0"/>
                  </a:moveTo>
                  <a:cubicBezTo>
                    <a:pt x="548" y="0"/>
                    <a:pt x="534" y="2"/>
                    <a:pt x="525" y="6"/>
                  </a:cubicBezTo>
                  <a:cubicBezTo>
                    <a:pt x="480" y="25"/>
                    <a:pt x="419" y="40"/>
                    <a:pt x="385" y="44"/>
                  </a:cubicBezTo>
                  <a:cubicBezTo>
                    <a:pt x="352" y="46"/>
                    <a:pt x="273" y="94"/>
                    <a:pt x="206" y="151"/>
                  </a:cubicBezTo>
                  <a:cubicBezTo>
                    <a:pt x="31" y="305"/>
                    <a:pt x="0" y="494"/>
                    <a:pt x="101" y="795"/>
                  </a:cubicBezTo>
                  <a:cubicBezTo>
                    <a:pt x="178" y="1025"/>
                    <a:pt x="200" y="1057"/>
                    <a:pt x="314" y="1099"/>
                  </a:cubicBezTo>
                  <a:cubicBezTo>
                    <a:pt x="348" y="1111"/>
                    <a:pt x="396" y="1117"/>
                    <a:pt x="450" y="1117"/>
                  </a:cubicBezTo>
                  <a:cubicBezTo>
                    <a:pt x="511" y="1117"/>
                    <a:pt x="578" y="1109"/>
                    <a:pt x="638" y="1094"/>
                  </a:cubicBezTo>
                  <a:cubicBezTo>
                    <a:pt x="1002" y="998"/>
                    <a:pt x="1219" y="619"/>
                    <a:pt x="1095" y="294"/>
                  </a:cubicBezTo>
                  <a:cubicBezTo>
                    <a:pt x="1056" y="189"/>
                    <a:pt x="996" y="139"/>
                    <a:pt x="825" y="67"/>
                  </a:cubicBezTo>
                  <a:cubicBezTo>
                    <a:pt x="727" y="26"/>
                    <a:pt x="625"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2"/>
            <p:cNvSpPr/>
            <p:nvPr/>
          </p:nvSpPr>
          <p:spPr>
            <a:xfrm>
              <a:off x="3859800" y="4741125"/>
              <a:ext cx="29050" cy="26950"/>
            </a:xfrm>
            <a:custGeom>
              <a:rect b="b" l="l" r="r" t="t"/>
              <a:pathLst>
                <a:path extrusionOk="0" h="1078" w="1162">
                  <a:moveTo>
                    <a:pt x="643" y="260"/>
                  </a:moveTo>
                  <a:cubicBezTo>
                    <a:pt x="691" y="260"/>
                    <a:pt x="734" y="267"/>
                    <a:pt x="757" y="281"/>
                  </a:cubicBezTo>
                  <a:cubicBezTo>
                    <a:pt x="862" y="345"/>
                    <a:pt x="862" y="345"/>
                    <a:pt x="831" y="535"/>
                  </a:cubicBezTo>
                  <a:cubicBezTo>
                    <a:pt x="801" y="715"/>
                    <a:pt x="670" y="835"/>
                    <a:pt x="491" y="844"/>
                  </a:cubicBezTo>
                  <a:cubicBezTo>
                    <a:pt x="485" y="844"/>
                    <a:pt x="480" y="844"/>
                    <a:pt x="475" y="844"/>
                  </a:cubicBezTo>
                  <a:cubicBezTo>
                    <a:pt x="393" y="844"/>
                    <a:pt x="355" y="812"/>
                    <a:pt x="303" y="709"/>
                  </a:cubicBezTo>
                  <a:cubicBezTo>
                    <a:pt x="200" y="506"/>
                    <a:pt x="281" y="336"/>
                    <a:pt x="510" y="276"/>
                  </a:cubicBezTo>
                  <a:cubicBezTo>
                    <a:pt x="553" y="265"/>
                    <a:pt x="601" y="260"/>
                    <a:pt x="643" y="260"/>
                  </a:cubicBezTo>
                  <a:close/>
                  <a:moveTo>
                    <a:pt x="615" y="1"/>
                  </a:moveTo>
                  <a:cubicBezTo>
                    <a:pt x="490" y="1"/>
                    <a:pt x="360" y="44"/>
                    <a:pt x="254" y="127"/>
                  </a:cubicBezTo>
                  <a:cubicBezTo>
                    <a:pt x="208" y="162"/>
                    <a:pt x="133" y="261"/>
                    <a:pt x="82" y="353"/>
                  </a:cubicBezTo>
                  <a:cubicBezTo>
                    <a:pt x="8" y="485"/>
                    <a:pt x="1" y="556"/>
                    <a:pt x="45" y="725"/>
                  </a:cubicBezTo>
                  <a:cubicBezTo>
                    <a:pt x="112" y="990"/>
                    <a:pt x="190" y="1055"/>
                    <a:pt x="465" y="1072"/>
                  </a:cubicBezTo>
                  <a:cubicBezTo>
                    <a:pt x="508" y="1075"/>
                    <a:pt x="544" y="1077"/>
                    <a:pt x="574" y="1077"/>
                  </a:cubicBezTo>
                  <a:cubicBezTo>
                    <a:pt x="684" y="1077"/>
                    <a:pt x="728" y="1052"/>
                    <a:pt x="842" y="964"/>
                  </a:cubicBezTo>
                  <a:cubicBezTo>
                    <a:pt x="1143" y="732"/>
                    <a:pt x="1161" y="254"/>
                    <a:pt x="877" y="73"/>
                  </a:cubicBezTo>
                  <a:cubicBezTo>
                    <a:pt x="800" y="25"/>
                    <a:pt x="709" y="1"/>
                    <a:pt x="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2"/>
            <p:cNvSpPr/>
            <p:nvPr/>
          </p:nvSpPr>
          <p:spPr>
            <a:xfrm>
              <a:off x="3789200" y="4771575"/>
              <a:ext cx="34175" cy="28350"/>
            </a:xfrm>
            <a:custGeom>
              <a:rect b="b" l="l" r="r" t="t"/>
              <a:pathLst>
                <a:path extrusionOk="0" h="1134" w="1367">
                  <a:moveTo>
                    <a:pt x="594" y="255"/>
                  </a:moveTo>
                  <a:cubicBezTo>
                    <a:pt x="664" y="255"/>
                    <a:pt x="738" y="269"/>
                    <a:pt x="808" y="299"/>
                  </a:cubicBezTo>
                  <a:cubicBezTo>
                    <a:pt x="953" y="360"/>
                    <a:pt x="974" y="384"/>
                    <a:pt x="969" y="486"/>
                  </a:cubicBezTo>
                  <a:cubicBezTo>
                    <a:pt x="961" y="708"/>
                    <a:pt x="763" y="893"/>
                    <a:pt x="580" y="893"/>
                  </a:cubicBezTo>
                  <a:cubicBezTo>
                    <a:pt x="536" y="893"/>
                    <a:pt x="494" y="882"/>
                    <a:pt x="454" y="860"/>
                  </a:cubicBezTo>
                  <a:cubicBezTo>
                    <a:pt x="293" y="766"/>
                    <a:pt x="205" y="525"/>
                    <a:pt x="286" y="398"/>
                  </a:cubicBezTo>
                  <a:cubicBezTo>
                    <a:pt x="343" y="305"/>
                    <a:pt x="462" y="255"/>
                    <a:pt x="594" y="255"/>
                  </a:cubicBezTo>
                  <a:close/>
                  <a:moveTo>
                    <a:pt x="670" y="1"/>
                  </a:moveTo>
                  <a:cubicBezTo>
                    <a:pt x="594" y="1"/>
                    <a:pt x="503" y="15"/>
                    <a:pt x="352" y="47"/>
                  </a:cubicBezTo>
                  <a:cubicBezTo>
                    <a:pt x="297" y="58"/>
                    <a:pt x="207" y="126"/>
                    <a:pt x="148" y="199"/>
                  </a:cubicBezTo>
                  <a:cubicBezTo>
                    <a:pt x="37" y="337"/>
                    <a:pt x="0" y="507"/>
                    <a:pt x="39" y="695"/>
                  </a:cubicBezTo>
                  <a:cubicBezTo>
                    <a:pt x="88" y="931"/>
                    <a:pt x="386" y="1133"/>
                    <a:pt x="632" y="1133"/>
                  </a:cubicBezTo>
                  <a:cubicBezTo>
                    <a:pt x="680" y="1133"/>
                    <a:pt x="726" y="1126"/>
                    <a:pt x="768" y="1108"/>
                  </a:cubicBezTo>
                  <a:cubicBezTo>
                    <a:pt x="1313" y="887"/>
                    <a:pt x="1367" y="168"/>
                    <a:pt x="850" y="28"/>
                  </a:cubicBezTo>
                  <a:cubicBezTo>
                    <a:pt x="783" y="10"/>
                    <a:pt x="731" y="1"/>
                    <a:pt x="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2"/>
            <p:cNvSpPr/>
            <p:nvPr/>
          </p:nvSpPr>
          <p:spPr>
            <a:xfrm>
              <a:off x="3906950" y="4756150"/>
              <a:ext cx="44700" cy="64875"/>
            </a:xfrm>
            <a:custGeom>
              <a:rect b="b" l="l" r="r" t="t"/>
              <a:pathLst>
                <a:path extrusionOk="0" h="2595" w="1788">
                  <a:moveTo>
                    <a:pt x="469" y="245"/>
                  </a:moveTo>
                  <a:cubicBezTo>
                    <a:pt x="497" y="245"/>
                    <a:pt x="534" y="247"/>
                    <a:pt x="582" y="250"/>
                  </a:cubicBezTo>
                  <a:cubicBezTo>
                    <a:pt x="807" y="263"/>
                    <a:pt x="930" y="419"/>
                    <a:pt x="1156" y="983"/>
                  </a:cubicBezTo>
                  <a:cubicBezTo>
                    <a:pt x="1406" y="1605"/>
                    <a:pt x="1452" y="1766"/>
                    <a:pt x="1438" y="1996"/>
                  </a:cubicBezTo>
                  <a:cubicBezTo>
                    <a:pt x="1427" y="2193"/>
                    <a:pt x="1420" y="2202"/>
                    <a:pt x="1237" y="2277"/>
                  </a:cubicBezTo>
                  <a:cubicBezTo>
                    <a:pt x="1159" y="2309"/>
                    <a:pt x="1112" y="2326"/>
                    <a:pt x="1076" y="2326"/>
                  </a:cubicBezTo>
                  <a:cubicBezTo>
                    <a:pt x="1029" y="2326"/>
                    <a:pt x="1000" y="2295"/>
                    <a:pt x="939" y="2224"/>
                  </a:cubicBezTo>
                  <a:cubicBezTo>
                    <a:pt x="836" y="2105"/>
                    <a:pt x="610" y="1599"/>
                    <a:pt x="351" y="907"/>
                  </a:cubicBezTo>
                  <a:cubicBezTo>
                    <a:pt x="244" y="622"/>
                    <a:pt x="240" y="580"/>
                    <a:pt x="305" y="424"/>
                  </a:cubicBezTo>
                  <a:cubicBezTo>
                    <a:pt x="367" y="275"/>
                    <a:pt x="374" y="245"/>
                    <a:pt x="469" y="245"/>
                  </a:cubicBezTo>
                  <a:close/>
                  <a:moveTo>
                    <a:pt x="549" y="0"/>
                  </a:moveTo>
                  <a:cubicBezTo>
                    <a:pt x="312" y="0"/>
                    <a:pt x="171" y="94"/>
                    <a:pt x="93" y="301"/>
                  </a:cubicBezTo>
                  <a:cubicBezTo>
                    <a:pt x="0" y="549"/>
                    <a:pt x="7" y="585"/>
                    <a:pt x="309" y="1420"/>
                  </a:cubicBezTo>
                  <a:cubicBezTo>
                    <a:pt x="584" y="2183"/>
                    <a:pt x="746" y="2473"/>
                    <a:pt x="950" y="2566"/>
                  </a:cubicBezTo>
                  <a:cubicBezTo>
                    <a:pt x="991" y="2584"/>
                    <a:pt x="1026" y="2594"/>
                    <a:pt x="1066" y="2594"/>
                  </a:cubicBezTo>
                  <a:cubicBezTo>
                    <a:pt x="1125" y="2594"/>
                    <a:pt x="1195" y="2573"/>
                    <a:pt x="1308" y="2527"/>
                  </a:cubicBezTo>
                  <a:cubicBezTo>
                    <a:pt x="1437" y="2474"/>
                    <a:pt x="1571" y="2398"/>
                    <a:pt x="1605" y="2358"/>
                  </a:cubicBezTo>
                  <a:cubicBezTo>
                    <a:pt x="1788" y="2141"/>
                    <a:pt x="1644" y="1406"/>
                    <a:pt x="1271" y="632"/>
                  </a:cubicBezTo>
                  <a:cubicBezTo>
                    <a:pt x="1054" y="183"/>
                    <a:pt x="898" y="27"/>
                    <a:pt x="641" y="4"/>
                  </a:cubicBezTo>
                  <a:cubicBezTo>
                    <a:pt x="609" y="2"/>
                    <a:pt x="578" y="0"/>
                    <a:pt x="5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2"/>
            <p:cNvSpPr/>
            <p:nvPr/>
          </p:nvSpPr>
          <p:spPr>
            <a:xfrm>
              <a:off x="3871100" y="4775125"/>
              <a:ext cx="29200" cy="26400"/>
            </a:xfrm>
            <a:custGeom>
              <a:rect b="b" l="l" r="r" t="t"/>
              <a:pathLst>
                <a:path extrusionOk="0" h="1056" w="1168">
                  <a:moveTo>
                    <a:pt x="626" y="258"/>
                  </a:moveTo>
                  <a:cubicBezTo>
                    <a:pt x="660" y="258"/>
                    <a:pt x="692" y="259"/>
                    <a:pt x="717" y="261"/>
                  </a:cubicBezTo>
                  <a:cubicBezTo>
                    <a:pt x="772" y="268"/>
                    <a:pt x="831" y="298"/>
                    <a:pt x="843" y="326"/>
                  </a:cubicBezTo>
                  <a:cubicBezTo>
                    <a:pt x="891" y="444"/>
                    <a:pt x="874" y="663"/>
                    <a:pt x="809" y="757"/>
                  </a:cubicBezTo>
                  <a:cubicBezTo>
                    <a:pt x="773" y="810"/>
                    <a:pt x="751" y="833"/>
                    <a:pt x="703" y="833"/>
                  </a:cubicBezTo>
                  <a:cubicBezTo>
                    <a:pt x="670" y="833"/>
                    <a:pt x="624" y="822"/>
                    <a:pt x="553" y="803"/>
                  </a:cubicBezTo>
                  <a:cubicBezTo>
                    <a:pt x="334" y="744"/>
                    <a:pt x="258" y="619"/>
                    <a:pt x="318" y="414"/>
                  </a:cubicBezTo>
                  <a:cubicBezTo>
                    <a:pt x="351" y="301"/>
                    <a:pt x="379" y="276"/>
                    <a:pt x="485" y="265"/>
                  </a:cubicBezTo>
                  <a:cubicBezTo>
                    <a:pt x="527" y="260"/>
                    <a:pt x="579" y="258"/>
                    <a:pt x="626" y="258"/>
                  </a:cubicBezTo>
                  <a:close/>
                  <a:moveTo>
                    <a:pt x="424" y="0"/>
                  </a:moveTo>
                  <a:cubicBezTo>
                    <a:pt x="312" y="0"/>
                    <a:pt x="315" y="12"/>
                    <a:pt x="224" y="135"/>
                  </a:cubicBezTo>
                  <a:cubicBezTo>
                    <a:pt x="1" y="437"/>
                    <a:pt x="52" y="819"/>
                    <a:pt x="337" y="970"/>
                  </a:cubicBezTo>
                  <a:cubicBezTo>
                    <a:pt x="444" y="1026"/>
                    <a:pt x="581" y="1056"/>
                    <a:pt x="699" y="1056"/>
                  </a:cubicBezTo>
                  <a:cubicBezTo>
                    <a:pt x="787" y="1056"/>
                    <a:pt x="864" y="1040"/>
                    <a:pt x="910" y="1006"/>
                  </a:cubicBezTo>
                  <a:cubicBezTo>
                    <a:pt x="1101" y="866"/>
                    <a:pt x="1167" y="336"/>
                    <a:pt x="1014" y="173"/>
                  </a:cubicBezTo>
                  <a:cubicBezTo>
                    <a:pt x="917" y="71"/>
                    <a:pt x="715" y="2"/>
                    <a:pt x="511" y="1"/>
                  </a:cubicBezTo>
                  <a:cubicBezTo>
                    <a:pt x="476" y="1"/>
                    <a:pt x="448" y="0"/>
                    <a:pt x="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2"/>
            <p:cNvSpPr/>
            <p:nvPr/>
          </p:nvSpPr>
          <p:spPr>
            <a:xfrm>
              <a:off x="3801850" y="4804025"/>
              <a:ext cx="28850" cy="29700"/>
            </a:xfrm>
            <a:custGeom>
              <a:rect b="b" l="l" r="r" t="t"/>
              <a:pathLst>
                <a:path extrusionOk="0" h="1188" w="1154">
                  <a:moveTo>
                    <a:pt x="503" y="242"/>
                  </a:moveTo>
                  <a:cubicBezTo>
                    <a:pt x="557" y="242"/>
                    <a:pt x="620" y="265"/>
                    <a:pt x="695" y="309"/>
                  </a:cubicBezTo>
                  <a:cubicBezTo>
                    <a:pt x="892" y="425"/>
                    <a:pt x="933" y="518"/>
                    <a:pt x="861" y="673"/>
                  </a:cubicBezTo>
                  <a:cubicBezTo>
                    <a:pt x="778" y="851"/>
                    <a:pt x="649" y="948"/>
                    <a:pt x="527" y="948"/>
                  </a:cubicBezTo>
                  <a:cubicBezTo>
                    <a:pt x="454" y="948"/>
                    <a:pt x="384" y="913"/>
                    <a:pt x="328" y="839"/>
                  </a:cubicBezTo>
                  <a:cubicBezTo>
                    <a:pt x="234" y="713"/>
                    <a:pt x="227" y="628"/>
                    <a:pt x="300" y="434"/>
                  </a:cubicBezTo>
                  <a:cubicBezTo>
                    <a:pt x="349" y="305"/>
                    <a:pt x="412" y="242"/>
                    <a:pt x="503" y="242"/>
                  </a:cubicBezTo>
                  <a:close/>
                  <a:moveTo>
                    <a:pt x="595" y="0"/>
                  </a:moveTo>
                  <a:cubicBezTo>
                    <a:pt x="417" y="0"/>
                    <a:pt x="244" y="95"/>
                    <a:pt x="136" y="254"/>
                  </a:cubicBezTo>
                  <a:cubicBezTo>
                    <a:pt x="79" y="340"/>
                    <a:pt x="27" y="483"/>
                    <a:pt x="22" y="573"/>
                  </a:cubicBezTo>
                  <a:cubicBezTo>
                    <a:pt x="0" y="952"/>
                    <a:pt x="262" y="1187"/>
                    <a:pt x="539" y="1187"/>
                  </a:cubicBezTo>
                  <a:cubicBezTo>
                    <a:pt x="707" y="1187"/>
                    <a:pt x="881" y="1101"/>
                    <a:pt x="1001" y="909"/>
                  </a:cubicBezTo>
                  <a:cubicBezTo>
                    <a:pt x="1066" y="805"/>
                    <a:pt x="1121" y="680"/>
                    <a:pt x="1127" y="627"/>
                  </a:cubicBezTo>
                  <a:cubicBezTo>
                    <a:pt x="1153" y="376"/>
                    <a:pt x="854" y="10"/>
                    <a:pt x="615" y="1"/>
                  </a:cubicBezTo>
                  <a:cubicBezTo>
                    <a:pt x="608" y="0"/>
                    <a:pt x="602"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2"/>
            <p:cNvSpPr/>
            <p:nvPr/>
          </p:nvSpPr>
          <p:spPr>
            <a:xfrm>
              <a:off x="3838175" y="4788975"/>
              <a:ext cx="32700" cy="28500"/>
            </a:xfrm>
            <a:custGeom>
              <a:rect b="b" l="l" r="r" t="t"/>
              <a:pathLst>
                <a:path extrusionOk="0" h="1140" w="1308">
                  <a:moveTo>
                    <a:pt x="698" y="265"/>
                  </a:moveTo>
                  <a:cubicBezTo>
                    <a:pt x="754" y="265"/>
                    <a:pt x="805" y="274"/>
                    <a:pt x="841" y="293"/>
                  </a:cubicBezTo>
                  <a:cubicBezTo>
                    <a:pt x="1009" y="377"/>
                    <a:pt x="1037" y="502"/>
                    <a:pt x="934" y="708"/>
                  </a:cubicBezTo>
                  <a:cubicBezTo>
                    <a:pt x="856" y="865"/>
                    <a:pt x="785" y="935"/>
                    <a:pt x="685" y="935"/>
                  </a:cubicBezTo>
                  <a:cubicBezTo>
                    <a:pt x="645" y="935"/>
                    <a:pt x="599" y="923"/>
                    <a:pt x="546" y="901"/>
                  </a:cubicBezTo>
                  <a:cubicBezTo>
                    <a:pt x="383" y="832"/>
                    <a:pt x="285" y="635"/>
                    <a:pt x="325" y="458"/>
                  </a:cubicBezTo>
                  <a:cubicBezTo>
                    <a:pt x="350" y="352"/>
                    <a:pt x="377" y="330"/>
                    <a:pt x="541" y="286"/>
                  </a:cubicBezTo>
                  <a:cubicBezTo>
                    <a:pt x="595" y="272"/>
                    <a:pt x="649" y="265"/>
                    <a:pt x="698" y="265"/>
                  </a:cubicBezTo>
                  <a:close/>
                  <a:moveTo>
                    <a:pt x="651" y="0"/>
                  </a:moveTo>
                  <a:cubicBezTo>
                    <a:pt x="570" y="0"/>
                    <a:pt x="484" y="12"/>
                    <a:pt x="423" y="39"/>
                  </a:cubicBezTo>
                  <a:cubicBezTo>
                    <a:pt x="360" y="66"/>
                    <a:pt x="268" y="136"/>
                    <a:pt x="213" y="199"/>
                  </a:cubicBezTo>
                  <a:cubicBezTo>
                    <a:pt x="1" y="440"/>
                    <a:pt x="84" y="940"/>
                    <a:pt x="357" y="1066"/>
                  </a:cubicBezTo>
                  <a:cubicBezTo>
                    <a:pt x="463" y="1115"/>
                    <a:pt x="567" y="1139"/>
                    <a:pt x="666" y="1139"/>
                  </a:cubicBezTo>
                  <a:cubicBezTo>
                    <a:pt x="769" y="1139"/>
                    <a:pt x="865" y="1112"/>
                    <a:pt x="948" y="1059"/>
                  </a:cubicBezTo>
                  <a:cubicBezTo>
                    <a:pt x="1131" y="941"/>
                    <a:pt x="1307" y="535"/>
                    <a:pt x="1244" y="378"/>
                  </a:cubicBezTo>
                  <a:cubicBezTo>
                    <a:pt x="1202" y="275"/>
                    <a:pt x="1014" y="107"/>
                    <a:pt x="946" y="107"/>
                  </a:cubicBezTo>
                  <a:cubicBezTo>
                    <a:pt x="942" y="107"/>
                    <a:pt x="939" y="108"/>
                    <a:pt x="935" y="109"/>
                  </a:cubicBezTo>
                  <a:cubicBezTo>
                    <a:pt x="933" y="110"/>
                    <a:pt x="931" y="110"/>
                    <a:pt x="929" y="110"/>
                  </a:cubicBezTo>
                  <a:cubicBezTo>
                    <a:pt x="912" y="110"/>
                    <a:pt x="892" y="91"/>
                    <a:pt x="881" y="64"/>
                  </a:cubicBezTo>
                  <a:cubicBezTo>
                    <a:pt x="864" y="23"/>
                    <a:pt x="762" y="0"/>
                    <a:pt x="6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2"/>
            <p:cNvSpPr/>
            <p:nvPr/>
          </p:nvSpPr>
          <p:spPr>
            <a:xfrm>
              <a:off x="3886650" y="4809450"/>
              <a:ext cx="29250" cy="24800"/>
            </a:xfrm>
            <a:custGeom>
              <a:rect b="b" l="l" r="r" t="t"/>
              <a:pathLst>
                <a:path extrusionOk="0" h="992" w="1170">
                  <a:moveTo>
                    <a:pt x="470" y="245"/>
                  </a:moveTo>
                  <a:cubicBezTo>
                    <a:pt x="507" y="245"/>
                    <a:pt x="550" y="255"/>
                    <a:pt x="602" y="275"/>
                  </a:cubicBezTo>
                  <a:cubicBezTo>
                    <a:pt x="846" y="369"/>
                    <a:pt x="856" y="629"/>
                    <a:pt x="620" y="725"/>
                  </a:cubicBezTo>
                  <a:cubicBezTo>
                    <a:pt x="564" y="747"/>
                    <a:pt x="513" y="758"/>
                    <a:pt x="470" y="758"/>
                  </a:cubicBezTo>
                  <a:cubicBezTo>
                    <a:pt x="317" y="758"/>
                    <a:pt x="244" y="628"/>
                    <a:pt x="304" y="418"/>
                  </a:cubicBezTo>
                  <a:cubicBezTo>
                    <a:pt x="338" y="299"/>
                    <a:pt x="386" y="245"/>
                    <a:pt x="470" y="245"/>
                  </a:cubicBezTo>
                  <a:close/>
                  <a:moveTo>
                    <a:pt x="424" y="0"/>
                  </a:moveTo>
                  <a:cubicBezTo>
                    <a:pt x="378" y="0"/>
                    <a:pt x="340" y="5"/>
                    <a:pt x="319" y="14"/>
                  </a:cubicBezTo>
                  <a:cubicBezTo>
                    <a:pt x="289" y="28"/>
                    <a:pt x="238" y="67"/>
                    <a:pt x="199" y="104"/>
                  </a:cubicBezTo>
                  <a:cubicBezTo>
                    <a:pt x="51" y="249"/>
                    <a:pt x="1" y="586"/>
                    <a:pt x="93" y="813"/>
                  </a:cubicBezTo>
                  <a:cubicBezTo>
                    <a:pt x="135" y="918"/>
                    <a:pt x="321" y="992"/>
                    <a:pt x="501" y="992"/>
                  </a:cubicBezTo>
                  <a:cubicBezTo>
                    <a:pt x="546" y="992"/>
                    <a:pt x="591" y="987"/>
                    <a:pt x="633" y="977"/>
                  </a:cubicBezTo>
                  <a:cubicBezTo>
                    <a:pt x="1074" y="870"/>
                    <a:pt x="1169" y="384"/>
                    <a:pt x="810" y="80"/>
                  </a:cubicBezTo>
                  <a:cubicBezTo>
                    <a:pt x="759" y="37"/>
                    <a:pt x="558" y="0"/>
                    <a:pt x="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2"/>
            <p:cNvSpPr/>
            <p:nvPr/>
          </p:nvSpPr>
          <p:spPr>
            <a:xfrm>
              <a:off x="3811575" y="4840600"/>
              <a:ext cx="29900" cy="28975"/>
            </a:xfrm>
            <a:custGeom>
              <a:rect b="b" l="l" r="r" t="t"/>
              <a:pathLst>
                <a:path extrusionOk="0" h="1159" w="1196">
                  <a:moveTo>
                    <a:pt x="685" y="253"/>
                  </a:moveTo>
                  <a:cubicBezTo>
                    <a:pt x="820" y="253"/>
                    <a:pt x="890" y="314"/>
                    <a:pt x="918" y="451"/>
                  </a:cubicBezTo>
                  <a:cubicBezTo>
                    <a:pt x="967" y="692"/>
                    <a:pt x="917" y="811"/>
                    <a:pt x="731" y="887"/>
                  </a:cubicBezTo>
                  <a:cubicBezTo>
                    <a:pt x="665" y="914"/>
                    <a:pt x="605" y="927"/>
                    <a:pt x="553" y="927"/>
                  </a:cubicBezTo>
                  <a:cubicBezTo>
                    <a:pt x="443" y="927"/>
                    <a:pt x="364" y="868"/>
                    <a:pt x="316" y="749"/>
                  </a:cubicBezTo>
                  <a:cubicBezTo>
                    <a:pt x="253" y="593"/>
                    <a:pt x="335" y="289"/>
                    <a:pt x="444" y="277"/>
                  </a:cubicBezTo>
                  <a:cubicBezTo>
                    <a:pt x="482" y="273"/>
                    <a:pt x="567" y="263"/>
                    <a:pt x="627" y="257"/>
                  </a:cubicBezTo>
                  <a:cubicBezTo>
                    <a:pt x="647" y="254"/>
                    <a:pt x="667" y="253"/>
                    <a:pt x="685" y="253"/>
                  </a:cubicBezTo>
                  <a:close/>
                  <a:moveTo>
                    <a:pt x="641" y="0"/>
                  </a:moveTo>
                  <a:cubicBezTo>
                    <a:pt x="587" y="0"/>
                    <a:pt x="531" y="12"/>
                    <a:pt x="459" y="34"/>
                  </a:cubicBezTo>
                  <a:cubicBezTo>
                    <a:pt x="333" y="75"/>
                    <a:pt x="230" y="136"/>
                    <a:pt x="178" y="201"/>
                  </a:cubicBezTo>
                  <a:cubicBezTo>
                    <a:pt x="1" y="424"/>
                    <a:pt x="14" y="827"/>
                    <a:pt x="206" y="1019"/>
                  </a:cubicBezTo>
                  <a:cubicBezTo>
                    <a:pt x="301" y="1114"/>
                    <a:pt x="396" y="1159"/>
                    <a:pt x="524" y="1159"/>
                  </a:cubicBezTo>
                  <a:cubicBezTo>
                    <a:pt x="595" y="1159"/>
                    <a:pt x="676" y="1145"/>
                    <a:pt x="772" y="1120"/>
                  </a:cubicBezTo>
                  <a:cubicBezTo>
                    <a:pt x="952" y="1072"/>
                    <a:pt x="999" y="1042"/>
                    <a:pt x="1082" y="919"/>
                  </a:cubicBezTo>
                  <a:cubicBezTo>
                    <a:pt x="1189" y="760"/>
                    <a:pt x="1196" y="539"/>
                    <a:pt x="1102" y="293"/>
                  </a:cubicBezTo>
                  <a:cubicBezTo>
                    <a:pt x="1050" y="154"/>
                    <a:pt x="1008" y="114"/>
                    <a:pt x="848" y="49"/>
                  </a:cubicBezTo>
                  <a:cubicBezTo>
                    <a:pt x="766" y="16"/>
                    <a:pt x="705" y="0"/>
                    <a:pt x="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2"/>
            <p:cNvSpPr/>
            <p:nvPr/>
          </p:nvSpPr>
          <p:spPr>
            <a:xfrm>
              <a:off x="3852200" y="4824025"/>
              <a:ext cx="29525" cy="26250"/>
            </a:xfrm>
            <a:custGeom>
              <a:rect b="b" l="l" r="r" t="t"/>
              <a:pathLst>
                <a:path extrusionOk="0" h="1050" w="1181">
                  <a:moveTo>
                    <a:pt x="687" y="253"/>
                  </a:moveTo>
                  <a:cubicBezTo>
                    <a:pt x="885" y="253"/>
                    <a:pt x="987" y="475"/>
                    <a:pt x="865" y="683"/>
                  </a:cubicBezTo>
                  <a:cubicBezTo>
                    <a:pt x="815" y="768"/>
                    <a:pt x="696" y="812"/>
                    <a:pt x="584" y="812"/>
                  </a:cubicBezTo>
                  <a:cubicBezTo>
                    <a:pt x="482" y="812"/>
                    <a:pt x="386" y="775"/>
                    <a:pt x="356" y="701"/>
                  </a:cubicBezTo>
                  <a:cubicBezTo>
                    <a:pt x="247" y="430"/>
                    <a:pt x="318" y="318"/>
                    <a:pt x="635" y="258"/>
                  </a:cubicBezTo>
                  <a:cubicBezTo>
                    <a:pt x="653" y="255"/>
                    <a:pt x="671" y="253"/>
                    <a:pt x="687" y="253"/>
                  </a:cubicBezTo>
                  <a:close/>
                  <a:moveTo>
                    <a:pt x="626" y="1"/>
                  </a:moveTo>
                  <a:cubicBezTo>
                    <a:pt x="470" y="1"/>
                    <a:pt x="317" y="71"/>
                    <a:pt x="216" y="210"/>
                  </a:cubicBezTo>
                  <a:cubicBezTo>
                    <a:pt x="0" y="509"/>
                    <a:pt x="71" y="873"/>
                    <a:pt x="368" y="997"/>
                  </a:cubicBezTo>
                  <a:cubicBezTo>
                    <a:pt x="450" y="1033"/>
                    <a:pt x="534" y="1049"/>
                    <a:pt x="613" y="1049"/>
                  </a:cubicBezTo>
                  <a:cubicBezTo>
                    <a:pt x="849" y="1049"/>
                    <a:pt x="1055" y="903"/>
                    <a:pt x="1124" y="660"/>
                  </a:cubicBezTo>
                  <a:cubicBezTo>
                    <a:pt x="1181" y="462"/>
                    <a:pt x="1157" y="336"/>
                    <a:pt x="1037" y="194"/>
                  </a:cubicBezTo>
                  <a:cubicBezTo>
                    <a:pt x="927" y="65"/>
                    <a:pt x="776"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82"/>
          <p:cNvGrpSpPr/>
          <p:nvPr/>
        </p:nvGrpSpPr>
        <p:grpSpPr>
          <a:xfrm rot="914463">
            <a:off x="838501" y="753436"/>
            <a:ext cx="810685" cy="666264"/>
            <a:chOff x="1500150" y="3679925"/>
            <a:chExt cx="290900" cy="239050"/>
          </a:xfrm>
        </p:grpSpPr>
        <p:sp>
          <p:nvSpPr>
            <p:cNvPr id="2420" name="Google Shape;2420;p82"/>
            <p:cNvSpPr/>
            <p:nvPr/>
          </p:nvSpPr>
          <p:spPr>
            <a:xfrm>
              <a:off x="1500150" y="3679925"/>
              <a:ext cx="290900" cy="239050"/>
            </a:xfrm>
            <a:custGeom>
              <a:rect b="b" l="l" r="r" t="t"/>
              <a:pathLst>
                <a:path extrusionOk="0" h="9562" w="11636">
                  <a:moveTo>
                    <a:pt x="7975" y="222"/>
                  </a:moveTo>
                  <a:cubicBezTo>
                    <a:pt x="8880" y="222"/>
                    <a:pt x="9620" y="515"/>
                    <a:pt x="10098" y="1077"/>
                  </a:cubicBezTo>
                  <a:cubicBezTo>
                    <a:pt x="11076" y="2224"/>
                    <a:pt x="11055" y="2960"/>
                    <a:pt x="10037" y="4611"/>
                  </a:cubicBezTo>
                  <a:cubicBezTo>
                    <a:pt x="9812" y="4976"/>
                    <a:pt x="9559" y="5323"/>
                    <a:pt x="9393" y="5719"/>
                  </a:cubicBezTo>
                  <a:lnTo>
                    <a:pt x="9083" y="6247"/>
                  </a:lnTo>
                  <a:cubicBezTo>
                    <a:pt x="8989" y="6438"/>
                    <a:pt x="9040" y="6669"/>
                    <a:pt x="9205" y="6804"/>
                  </a:cubicBezTo>
                  <a:lnTo>
                    <a:pt x="10472" y="7692"/>
                  </a:lnTo>
                  <a:cubicBezTo>
                    <a:pt x="10502" y="7717"/>
                    <a:pt x="10498" y="7748"/>
                    <a:pt x="10496" y="7759"/>
                  </a:cubicBezTo>
                  <a:cubicBezTo>
                    <a:pt x="10492" y="7772"/>
                    <a:pt x="10481" y="7802"/>
                    <a:pt x="10441" y="7811"/>
                  </a:cubicBezTo>
                  <a:cubicBezTo>
                    <a:pt x="10116" y="7875"/>
                    <a:pt x="9694" y="7893"/>
                    <a:pt x="9321" y="7893"/>
                  </a:cubicBezTo>
                  <a:cubicBezTo>
                    <a:pt x="8838" y="7893"/>
                    <a:pt x="8436" y="7863"/>
                    <a:pt x="8426" y="7861"/>
                  </a:cubicBezTo>
                  <a:lnTo>
                    <a:pt x="7843" y="7642"/>
                  </a:lnTo>
                  <a:lnTo>
                    <a:pt x="7828" y="7650"/>
                  </a:lnTo>
                  <a:cubicBezTo>
                    <a:pt x="7815" y="7657"/>
                    <a:pt x="7804" y="7663"/>
                    <a:pt x="7792" y="7672"/>
                  </a:cubicBezTo>
                  <a:cubicBezTo>
                    <a:pt x="6468" y="8739"/>
                    <a:pt x="5044" y="9276"/>
                    <a:pt x="3840" y="9276"/>
                  </a:cubicBezTo>
                  <a:cubicBezTo>
                    <a:pt x="2935" y="9276"/>
                    <a:pt x="2155" y="8972"/>
                    <a:pt x="1636" y="8363"/>
                  </a:cubicBezTo>
                  <a:cubicBezTo>
                    <a:pt x="385" y="6895"/>
                    <a:pt x="803" y="4508"/>
                    <a:pt x="3225" y="2530"/>
                  </a:cubicBezTo>
                  <a:cubicBezTo>
                    <a:pt x="3761" y="2093"/>
                    <a:pt x="6011" y="468"/>
                    <a:pt x="7261" y="277"/>
                  </a:cubicBezTo>
                  <a:cubicBezTo>
                    <a:pt x="7508" y="240"/>
                    <a:pt x="7747" y="222"/>
                    <a:pt x="7975" y="222"/>
                  </a:cubicBezTo>
                  <a:close/>
                  <a:moveTo>
                    <a:pt x="7943" y="1"/>
                  </a:moveTo>
                  <a:cubicBezTo>
                    <a:pt x="7714" y="1"/>
                    <a:pt x="7475" y="19"/>
                    <a:pt x="7227" y="57"/>
                  </a:cubicBezTo>
                  <a:cubicBezTo>
                    <a:pt x="5937" y="254"/>
                    <a:pt x="4573" y="924"/>
                    <a:pt x="3386" y="1945"/>
                  </a:cubicBezTo>
                  <a:cubicBezTo>
                    <a:pt x="923" y="4064"/>
                    <a:pt x="1" y="7059"/>
                    <a:pt x="1331" y="8619"/>
                  </a:cubicBezTo>
                  <a:cubicBezTo>
                    <a:pt x="1873" y="9254"/>
                    <a:pt x="2697" y="9562"/>
                    <a:pt x="3650" y="9562"/>
                  </a:cubicBezTo>
                  <a:cubicBezTo>
                    <a:pt x="4874" y="9562"/>
                    <a:pt x="6023" y="9287"/>
                    <a:pt x="7343" y="8310"/>
                  </a:cubicBezTo>
                  <a:cubicBezTo>
                    <a:pt x="7484" y="8206"/>
                    <a:pt x="7653" y="8152"/>
                    <a:pt x="7826" y="8152"/>
                  </a:cubicBezTo>
                  <a:cubicBezTo>
                    <a:pt x="7865" y="8152"/>
                    <a:pt x="7904" y="8154"/>
                    <a:pt x="7942" y="8160"/>
                  </a:cubicBezTo>
                  <a:cubicBezTo>
                    <a:pt x="8093" y="8182"/>
                    <a:pt x="8295" y="8191"/>
                    <a:pt x="8524" y="8191"/>
                  </a:cubicBezTo>
                  <a:cubicBezTo>
                    <a:pt x="9185" y="8191"/>
                    <a:pt x="10059" y="8113"/>
                    <a:pt x="10484" y="8029"/>
                  </a:cubicBezTo>
                  <a:cubicBezTo>
                    <a:pt x="10596" y="8006"/>
                    <a:pt x="10683" y="7924"/>
                    <a:pt x="10710" y="7813"/>
                  </a:cubicBezTo>
                  <a:cubicBezTo>
                    <a:pt x="10738" y="7703"/>
                    <a:pt x="10700" y="7591"/>
                    <a:pt x="10612" y="7519"/>
                  </a:cubicBezTo>
                  <a:lnTo>
                    <a:pt x="9561" y="6653"/>
                  </a:lnTo>
                  <a:cubicBezTo>
                    <a:pt x="9379" y="6504"/>
                    <a:pt x="9349" y="6236"/>
                    <a:pt x="9496" y="6051"/>
                  </a:cubicBezTo>
                  <a:cubicBezTo>
                    <a:pt x="10988" y="4169"/>
                    <a:pt x="11636" y="2401"/>
                    <a:pt x="10267" y="932"/>
                  </a:cubicBezTo>
                  <a:cubicBezTo>
                    <a:pt x="9712" y="337"/>
                    <a:pt x="8920" y="1"/>
                    <a:pt x="7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2"/>
            <p:cNvSpPr/>
            <p:nvPr/>
          </p:nvSpPr>
          <p:spPr>
            <a:xfrm>
              <a:off x="1573850" y="3805600"/>
              <a:ext cx="58250" cy="54775"/>
            </a:xfrm>
            <a:custGeom>
              <a:rect b="b" l="l" r="r" t="t"/>
              <a:pathLst>
                <a:path extrusionOk="0" h="2191" w="2330">
                  <a:moveTo>
                    <a:pt x="1044" y="1"/>
                  </a:moveTo>
                  <a:cubicBezTo>
                    <a:pt x="911" y="1"/>
                    <a:pt x="752" y="49"/>
                    <a:pt x="569" y="183"/>
                  </a:cubicBezTo>
                  <a:cubicBezTo>
                    <a:pt x="0" y="598"/>
                    <a:pt x="439" y="1195"/>
                    <a:pt x="439" y="1195"/>
                  </a:cubicBezTo>
                  <a:cubicBezTo>
                    <a:pt x="439" y="1195"/>
                    <a:pt x="493" y="1293"/>
                    <a:pt x="565" y="1293"/>
                  </a:cubicBezTo>
                  <a:cubicBezTo>
                    <a:pt x="582" y="1293"/>
                    <a:pt x="599" y="1288"/>
                    <a:pt x="618" y="1274"/>
                  </a:cubicBezTo>
                  <a:cubicBezTo>
                    <a:pt x="714" y="1204"/>
                    <a:pt x="723" y="1132"/>
                    <a:pt x="626" y="997"/>
                  </a:cubicBezTo>
                  <a:cubicBezTo>
                    <a:pt x="531" y="866"/>
                    <a:pt x="441" y="549"/>
                    <a:pt x="735" y="335"/>
                  </a:cubicBezTo>
                  <a:cubicBezTo>
                    <a:pt x="848" y="252"/>
                    <a:pt x="939" y="218"/>
                    <a:pt x="1014" y="218"/>
                  </a:cubicBezTo>
                  <a:cubicBezTo>
                    <a:pt x="1133" y="218"/>
                    <a:pt x="1217" y="302"/>
                    <a:pt x="1301" y="418"/>
                  </a:cubicBezTo>
                  <a:cubicBezTo>
                    <a:pt x="1439" y="610"/>
                    <a:pt x="1320" y="842"/>
                    <a:pt x="1320" y="842"/>
                  </a:cubicBezTo>
                  <a:lnTo>
                    <a:pt x="1135" y="1696"/>
                  </a:lnTo>
                  <a:cubicBezTo>
                    <a:pt x="1135" y="1696"/>
                    <a:pt x="1049" y="2044"/>
                    <a:pt x="1121" y="2143"/>
                  </a:cubicBezTo>
                  <a:cubicBezTo>
                    <a:pt x="1147" y="2179"/>
                    <a:pt x="1176" y="2190"/>
                    <a:pt x="1203" y="2190"/>
                  </a:cubicBezTo>
                  <a:cubicBezTo>
                    <a:pt x="1249" y="2190"/>
                    <a:pt x="1288" y="2157"/>
                    <a:pt x="1286" y="2155"/>
                  </a:cubicBezTo>
                  <a:lnTo>
                    <a:pt x="2235" y="1463"/>
                  </a:lnTo>
                  <a:cubicBezTo>
                    <a:pt x="2235" y="1463"/>
                    <a:pt x="2329" y="1366"/>
                    <a:pt x="2268" y="1281"/>
                  </a:cubicBezTo>
                  <a:cubicBezTo>
                    <a:pt x="2217" y="1209"/>
                    <a:pt x="2148" y="1203"/>
                    <a:pt x="2128" y="1203"/>
                  </a:cubicBezTo>
                  <a:cubicBezTo>
                    <a:pt x="2125" y="1203"/>
                    <a:pt x="2123" y="1204"/>
                    <a:pt x="2123" y="1204"/>
                  </a:cubicBezTo>
                  <a:lnTo>
                    <a:pt x="1346" y="1820"/>
                  </a:lnTo>
                  <a:cubicBezTo>
                    <a:pt x="1373" y="1649"/>
                    <a:pt x="1784" y="621"/>
                    <a:pt x="1546" y="291"/>
                  </a:cubicBezTo>
                  <a:cubicBezTo>
                    <a:pt x="1488" y="211"/>
                    <a:pt x="1321" y="1"/>
                    <a:pt x="10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2"/>
            <p:cNvSpPr/>
            <p:nvPr/>
          </p:nvSpPr>
          <p:spPr>
            <a:xfrm>
              <a:off x="1643500" y="3797575"/>
              <a:ext cx="15825" cy="14825"/>
            </a:xfrm>
            <a:custGeom>
              <a:rect b="b" l="l" r="r" t="t"/>
              <a:pathLst>
                <a:path extrusionOk="0" h="593" w="633">
                  <a:moveTo>
                    <a:pt x="133" y="1"/>
                  </a:moveTo>
                  <a:cubicBezTo>
                    <a:pt x="126" y="1"/>
                    <a:pt x="120" y="2"/>
                    <a:pt x="115" y="7"/>
                  </a:cubicBezTo>
                  <a:cubicBezTo>
                    <a:pt x="74" y="35"/>
                    <a:pt x="132" y="135"/>
                    <a:pt x="132" y="135"/>
                  </a:cubicBezTo>
                  <a:cubicBezTo>
                    <a:pt x="132" y="135"/>
                    <a:pt x="167" y="199"/>
                    <a:pt x="213" y="277"/>
                  </a:cubicBezTo>
                  <a:cubicBezTo>
                    <a:pt x="139" y="323"/>
                    <a:pt x="74" y="363"/>
                    <a:pt x="57" y="384"/>
                  </a:cubicBezTo>
                  <a:cubicBezTo>
                    <a:pt x="9" y="436"/>
                    <a:pt x="0" y="464"/>
                    <a:pt x="42" y="502"/>
                  </a:cubicBezTo>
                  <a:cubicBezTo>
                    <a:pt x="55" y="514"/>
                    <a:pt x="69" y="518"/>
                    <a:pt x="84" y="518"/>
                  </a:cubicBezTo>
                  <a:cubicBezTo>
                    <a:pt x="109" y="518"/>
                    <a:pt x="134" y="507"/>
                    <a:pt x="149" y="500"/>
                  </a:cubicBezTo>
                  <a:lnTo>
                    <a:pt x="167" y="486"/>
                  </a:lnTo>
                  <a:lnTo>
                    <a:pt x="285" y="401"/>
                  </a:lnTo>
                  <a:cubicBezTo>
                    <a:pt x="329" y="472"/>
                    <a:pt x="370" y="533"/>
                    <a:pt x="387" y="553"/>
                  </a:cubicBezTo>
                  <a:cubicBezTo>
                    <a:pt x="416" y="578"/>
                    <a:pt x="439" y="593"/>
                    <a:pt x="460" y="593"/>
                  </a:cubicBezTo>
                  <a:cubicBezTo>
                    <a:pt x="476" y="593"/>
                    <a:pt x="491" y="584"/>
                    <a:pt x="508" y="565"/>
                  </a:cubicBezTo>
                  <a:cubicBezTo>
                    <a:pt x="534" y="532"/>
                    <a:pt x="515" y="481"/>
                    <a:pt x="502" y="459"/>
                  </a:cubicBezTo>
                  <a:lnTo>
                    <a:pt x="493" y="440"/>
                  </a:lnTo>
                  <a:lnTo>
                    <a:pt x="402" y="315"/>
                  </a:lnTo>
                  <a:lnTo>
                    <a:pt x="517" y="231"/>
                  </a:lnTo>
                  <a:cubicBezTo>
                    <a:pt x="517" y="231"/>
                    <a:pt x="633" y="154"/>
                    <a:pt x="600" y="107"/>
                  </a:cubicBezTo>
                  <a:cubicBezTo>
                    <a:pt x="593" y="97"/>
                    <a:pt x="581" y="94"/>
                    <a:pt x="567" y="94"/>
                  </a:cubicBezTo>
                  <a:cubicBezTo>
                    <a:pt x="526" y="94"/>
                    <a:pt x="469" y="125"/>
                    <a:pt x="469" y="125"/>
                  </a:cubicBezTo>
                  <a:cubicBezTo>
                    <a:pt x="469" y="125"/>
                    <a:pt x="403" y="163"/>
                    <a:pt x="323" y="211"/>
                  </a:cubicBezTo>
                  <a:lnTo>
                    <a:pt x="234" y="88"/>
                  </a:lnTo>
                  <a:cubicBezTo>
                    <a:pt x="234" y="88"/>
                    <a:pt x="177"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2"/>
            <p:cNvSpPr/>
            <p:nvPr/>
          </p:nvSpPr>
          <p:spPr>
            <a:xfrm>
              <a:off x="1660925" y="3742075"/>
              <a:ext cx="58275" cy="54775"/>
            </a:xfrm>
            <a:custGeom>
              <a:rect b="b" l="l" r="r" t="t"/>
              <a:pathLst>
                <a:path extrusionOk="0" h="2191" w="2331">
                  <a:moveTo>
                    <a:pt x="1045" y="0"/>
                  </a:moveTo>
                  <a:cubicBezTo>
                    <a:pt x="912" y="0"/>
                    <a:pt x="753" y="49"/>
                    <a:pt x="569" y="183"/>
                  </a:cubicBezTo>
                  <a:cubicBezTo>
                    <a:pt x="1" y="597"/>
                    <a:pt x="440" y="1196"/>
                    <a:pt x="440" y="1196"/>
                  </a:cubicBezTo>
                  <a:cubicBezTo>
                    <a:pt x="440" y="1196"/>
                    <a:pt x="494" y="1293"/>
                    <a:pt x="566" y="1293"/>
                  </a:cubicBezTo>
                  <a:cubicBezTo>
                    <a:pt x="583" y="1293"/>
                    <a:pt x="601" y="1287"/>
                    <a:pt x="619" y="1274"/>
                  </a:cubicBezTo>
                  <a:cubicBezTo>
                    <a:pt x="716" y="1204"/>
                    <a:pt x="725" y="1133"/>
                    <a:pt x="628" y="998"/>
                  </a:cubicBezTo>
                  <a:cubicBezTo>
                    <a:pt x="532" y="866"/>
                    <a:pt x="443" y="549"/>
                    <a:pt x="737" y="335"/>
                  </a:cubicBezTo>
                  <a:cubicBezTo>
                    <a:pt x="850" y="252"/>
                    <a:pt x="940" y="218"/>
                    <a:pt x="1016" y="218"/>
                  </a:cubicBezTo>
                  <a:cubicBezTo>
                    <a:pt x="1135" y="218"/>
                    <a:pt x="1219" y="302"/>
                    <a:pt x="1303" y="419"/>
                  </a:cubicBezTo>
                  <a:cubicBezTo>
                    <a:pt x="1441" y="610"/>
                    <a:pt x="1321" y="842"/>
                    <a:pt x="1321" y="842"/>
                  </a:cubicBezTo>
                  <a:lnTo>
                    <a:pt x="1137" y="1697"/>
                  </a:lnTo>
                  <a:cubicBezTo>
                    <a:pt x="1137" y="1697"/>
                    <a:pt x="1050" y="2044"/>
                    <a:pt x="1122" y="2143"/>
                  </a:cubicBezTo>
                  <a:cubicBezTo>
                    <a:pt x="1147" y="2179"/>
                    <a:pt x="1177" y="2191"/>
                    <a:pt x="1204" y="2191"/>
                  </a:cubicBezTo>
                  <a:cubicBezTo>
                    <a:pt x="1250" y="2191"/>
                    <a:pt x="1289" y="2157"/>
                    <a:pt x="1288" y="2155"/>
                  </a:cubicBezTo>
                  <a:lnTo>
                    <a:pt x="2237" y="1464"/>
                  </a:lnTo>
                  <a:cubicBezTo>
                    <a:pt x="2237" y="1464"/>
                    <a:pt x="2331" y="1366"/>
                    <a:pt x="2269" y="1281"/>
                  </a:cubicBezTo>
                  <a:cubicBezTo>
                    <a:pt x="2217" y="1208"/>
                    <a:pt x="2148" y="1203"/>
                    <a:pt x="2129" y="1203"/>
                  </a:cubicBezTo>
                  <a:cubicBezTo>
                    <a:pt x="2125" y="1203"/>
                    <a:pt x="2124" y="1203"/>
                    <a:pt x="2124" y="1203"/>
                  </a:cubicBezTo>
                  <a:lnTo>
                    <a:pt x="1347" y="1821"/>
                  </a:lnTo>
                  <a:cubicBezTo>
                    <a:pt x="1374" y="1650"/>
                    <a:pt x="1786" y="622"/>
                    <a:pt x="1548" y="291"/>
                  </a:cubicBezTo>
                  <a:cubicBezTo>
                    <a:pt x="1490" y="211"/>
                    <a:pt x="1323" y="0"/>
                    <a:pt x="1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82"/>
          <p:cNvGrpSpPr/>
          <p:nvPr/>
        </p:nvGrpSpPr>
        <p:grpSpPr>
          <a:xfrm>
            <a:off x="1009256" y="3685593"/>
            <a:ext cx="518382" cy="276107"/>
            <a:chOff x="3738400" y="2453075"/>
            <a:chExt cx="210050" cy="111875"/>
          </a:xfrm>
        </p:grpSpPr>
        <p:sp>
          <p:nvSpPr>
            <p:cNvPr id="2425" name="Google Shape;2425;p82"/>
            <p:cNvSpPr/>
            <p:nvPr/>
          </p:nvSpPr>
          <p:spPr>
            <a:xfrm>
              <a:off x="3788200" y="2453075"/>
              <a:ext cx="38275" cy="47250"/>
            </a:xfrm>
            <a:custGeom>
              <a:rect b="b" l="l" r="r" t="t"/>
              <a:pathLst>
                <a:path extrusionOk="0" h="1890" w="1531">
                  <a:moveTo>
                    <a:pt x="661" y="1289"/>
                  </a:moveTo>
                  <a:cubicBezTo>
                    <a:pt x="715" y="1289"/>
                    <a:pt x="754" y="1306"/>
                    <a:pt x="754" y="1342"/>
                  </a:cubicBezTo>
                  <a:cubicBezTo>
                    <a:pt x="754" y="1407"/>
                    <a:pt x="537" y="1544"/>
                    <a:pt x="433" y="1544"/>
                  </a:cubicBezTo>
                  <a:cubicBezTo>
                    <a:pt x="334" y="1544"/>
                    <a:pt x="351" y="1430"/>
                    <a:pt x="462" y="1353"/>
                  </a:cubicBezTo>
                  <a:cubicBezTo>
                    <a:pt x="523" y="1311"/>
                    <a:pt x="601" y="1289"/>
                    <a:pt x="661" y="1289"/>
                  </a:cubicBezTo>
                  <a:close/>
                  <a:moveTo>
                    <a:pt x="803" y="0"/>
                  </a:moveTo>
                  <a:cubicBezTo>
                    <a:pt x="703" y="0"/>
                    <a:pt x="602" y="15"/>
                    <a:pt x="567" y="36"/>
                  </a:cubicBezTo>
                  <a:cubicBezTo>
                    <a:pt x="526" y="60"/>
                    <a:pt x="503" y="100"/>
                    <a:pt x="516" y="122"/>
                  </a:cubicBezTo>
                  <a:cubicBezTo>
                    <a:pt x="525" y="138"/>
                    <a:pt x="522" y="147"/>
                    <a:pt x="509" y="147"/>
                  </a:cubicBezTo>
                  <a:cubicBezTo>
                    <a:pt x="502" y="147"/>
                    <a:pt x="493" y="145"/>
                    <a:pt x="483" y="140"/>
                  </a:cubicBezTo>
                  <a:cubicBezTo>
                    <a:pt x="475" y="137"/>
                    <a:pt x="466" y="136"/>
                    <a:pt x="457" y="136"/>
                  </a:cubicBezTo>
                  <a:cubicBezTo>
                    <a:pt x="366" y="136"/>
                    <a:pt x="237" y="295"/>
                    <a:pt x="237" y="422"/>
                  </a:cubicBezTo>
                  <a:cubicBezTo>
                    <a:pt x="237" y="520"/>
                    <a:pt x="257" y="568"/>
                    <a:pt x="301" y="568"/>
                  </a:cubicBezTo>
                  <a:cubicBezTo>
                    <a:pt x="344" y="568"/>
                    <a:pt x="411" y="521"/>
                    <a:pt x="504" y="427"/>
                  </a:cubicBezTo>
                  <a:cubicBezTo>
                    <a:pt x="620" y="308"/>
                    <a:pt x="734" y="247"/>
                    <a:pt x="828" y="247"/>
                  </a:cubicBezTo>
                  <a:cubicBezTo>
                    <a:pt x="879" y="247"/>
                    <a:pt x="924" y="265"/>
                    <a:pt x="960" y="301"/>
                  </a:cubicBezTo>
                  <a:cubicBezTo>
                    <a:pt x="1023" y="364"/>
                    <a:pt x="1027" y="759"/>
                    <a:pt x="967" y="919"/>
                  </a:cubicBezTo>
                  <a:cubicBezTo>
                    <a:pt x="939" y="992"/>
                    <a:pt x="919" y="1018"/>
                    <a:pt x="870" y="1018"/>
                  </a:cubicBezTo>
                  <a:cubicBezTo>
                    <a:pt x="851" y="1018"/>
                    <a:pt x="828" y="1014"/>
                    <a:pt x="799" y="1008"/>
                  </a:cubicBezTo>
                  <a:cubicBezTo>
                    <a:pt x="755" y="998"/>
                    <a:pt x="711" y="994"/>
                    <a:pt x="667" y="994"/>
                  </a:cubicBezTo>
                  <a:cubicBezTo>
                    <a:pt x="314" y="994"/>
                    <a:pt x="1" y="1296"/>
                    <a:pt x="79" y="1610"/>
                  </a:cubicBezTo>
                  <a:cubicBezTo>
                    <a:pt x="115" y="1757"/>
                    <a:pt x="236" y="1831"/>
                    <a:pt x="392" y="1831"/>
                  </a:cubicBezTo>
                  <a:cubicBezTo>
                    <a:pt x="533" y="1831"/>
                    <a:pt x="703" y="1770"/>
                    <a:pt x="865" y="1646"/>
                  </a:cubicBezTo>
                  <a:cubicBezTo>
                    <a:pt x="961" y="1573"/>
                    <a:pt x="1055" y="1522"/>
                    <a:pt x="1089" y="1522"/>
                  </a:cubicBezTo>
                  <a:cubicBezTo>
                    <a:pt x="1093" y="1522"/>
                    <a:pt x="1097" y="1522"/>
                    <a:pt x="1099" y="1524"/>
                  </a:cubicBezTo>
                  <a:cubicBezTo>
                    <a:pt x="1123" y="1538"/>
                    <a:pt x="1179" y="1624"/>
                    <a:pt x="1227" y="1718"/>
                  </a:cubicBezTo>
                  <a:cubicBezTo>
                    <a:pt x="1291" y="1846"/>
                    <a:pt x="1340" y="1889"/>
                    <a:pt x="1422" y="1889"/>
                  </a:cubicBezTo>
                  <a:cubicBezTo>
                    <a:pt x="1517" y="1889"/>
                    <a:pt x="1531" y="1871"/>
                    <a:pt x="1531" y="1744"/>
                  </a:cubicBezTo>
                  <a:cubicBezTo>
                    <a:pt x="1531" y="1637"/>
                    <a:pt x="1485" y="1546"/>
                    <a:pt x="1361" y="1406"/>
                  </a:cubicBezTo>
                  <a:lnTo>
                    <a:pt x="1190" y="1215"/>
                  </a:lnTo>
                  <a:lnTo>
                    <a:pt x="1254" y="981"/>
                  </a:lnTo>
                  <a:cubicBezTo>
                    <a:pt x="1311" y="771"/>
                    <a:pt x="1312" y="669"/>
                    <a:pt x="1256" y="344"/>
                  </a:cubicBezTo>
                  <a:cubicBezTo>
                    <a:pt x="1248" y="289"/>
                    <a:pt x="1199" y="188"/>
                    <a:pt x="1154" y="127"/>
                  </a:cubicBezTo>
                  <a:cubicBezTo>
                    <a:pt x="1083" y="33"/>
                    <a:pt x="1027" y="9"/>
                    <a:pt x="855" y="2"/>
                  </a:cubicBezTo>
                  <a:cubicBezTo>
                    <a:pt x="838" y="1"/>
                    <a:pt x="821" y="0"/>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2"/>
            <p:cNvSpPr/>
            <p:nvPr/>
          </p:nvSpPr>
          <p:spPr>
            <a:xfrm>
              <a:off x="3880675" y="2481100"/>
              <a:ext cx="67775" cy="83850"/>
            </a:xfrm>
            <a:custGeom>
              <a:rect b="b" l="l" r="r" t="t"/>
              <a:pathLst>
                <a:path extrusionOk="0" h="3354" w="2711">
                  <a:moveTo>
                    <a:pt x="245" y="0"/>
                  </a:moveTo>
                  <a:cubicBezTo>
                    <a:pt x="207" y="0"/>
                    <a:pt x="161" y="8"/>
                    <a:pt x="104" y="23"/>
                  </a:cubicBezTo>
                  <a:cubicBezTo>
                    <a:pt x="10" y="47"/>
                    <a:pt x="0" y="231"/>
                    <a:pt x="92" y="266"/>
                  </a:cubicBezTo>
                  <a:cubicBezTo>
                    <a:pt x="147" y="287"/>
                    <a:pt x="156" y="392"/>
                    <a:pt x="148" y="893"/>
                  </a:cubicBezTo>
                  <a:cubicBezTo>
                    <a:pt x="138" y="1469"/>
                    <a:pt x="141" y="1500"/>
                    <a:pt x="237" y="1603"/>
                  </a:cubicBezTo>
                  <a:cubicBezTo>
                    <a:pt x="292" y="1660"/>
                    <a:pt x="429" y="1734"/>
                    <a:pt x="535" y="1764"/>
                  </a:cubicBezTo>
                  <a:cubicBezTo>
                    <a:pt x="593" y="1780"/>
                    <a:pt x="643" y="1788"/>
                    <a:pt x="691" y="1788"/>
                  </a:cubicBezTo>
                  <a:cubicBezTo>
                    <a:pt x="831" y="1788"/>
                    <a:pt x="950" y="1713"/>
                    <a:pt x="1156" y="1517"/>
                  </a:cubicBezTo>
                  <a:lnTo>
                    <a:pt x="1308" y="1372"/>
                  </a:lnTo>
                  <a:lnTo>
                    <a:pt x="1361" y="1569"/>
                  </a:lnTo>
                  <a:cubicBezTo>
                    <a:pt x="1421" y="1792"/>
                    <a:pt x="1404" y="1845"/>
                    <a:pt x="1271" y="1846"/>
                  </a:cubicBezTo>
                  <a:cubicBezTo>
                    <a:pt x="1148" y="1847"/>
                    <a:pt x="1023" y="1932"/>
                    <a:pt x="1098" y="1963"/>
                  </a:cubicBezTo>
                  <a:cubicBezTo>
                    <a:pt x="1127" y="1974"/>
                    <a:pt x="1152" y="2023"/>
                    <a:pt x="1152" y="2068"/>
                  </a:cubicBezTo>
                  <a:cubicBezTo>
                    <a:pt x="1152" y="2120"/>
                    <a:pt x="1165" y="2139"/>
                    <a:pt x="1215" y="2139"/>
                  </a:cubicBezTo>
                  <a:cubicBezTo>
                    <a:pt x="1233" y="2139"/>
                    <a:pt x="1255" y="2137"/>
                    <a:pt x="1283" y="2132"/>
                  </a:cubicBezTo>
                  <a:cubicBezTo>
                    <a:pt x="1308" y="2129"/>
                    <a:pt x="1330" y="2126"/>
                    <a:pt x="1347" y="2126"/>
                  </a:cubicBezTo>
                  <a:cubicBezTo>
                    <a:pt x="1436" y="2126"/>
                    <a:pt x="1425" y="2194"/>
                    <a:pt x="1343" y="2511"/>
                  </a:cubicBezTo>
                  <a:cubicBezTo>
                    <a:pt x="1248" y="2875"/>
                    <a:pt x="1077" y="3080"/>
                    <a:pt x="916" y="3080"/>
                  </a:cubicBezTo>
                  <a:cubicBezTo>
                    <a:pt x="822" y="3080"/>
                    <a:pt x="731" y="3010"/>
                    <a:pt x="660" y="2860"/>
                  </a:cubicBezTo>
                  <a:cubicBezTo>
                    <a:pt x="595" y="2720"/>
                    <a:pt x="595" y="2695"/>
                    <a:pt x="659" y="2560"/>
                  </a:cubicBezTo>
                  <a:cubicBezTo>
                    <a:pt x="697" y="2480"/>
                    <a:pt x="815" y="2347"/>
                    <a:pt x="918" y="2269"/>
                  </a:cubicBezTo>
                  <a:cubicBezTo>
                    <a:pt x="1127" y="2110"/>
                    <a:pt x="1151" y="2041"/>
                    <a:pt x="1009" y="2003"/>
                  </a:cubicBezTo>
                  <a:cubicBezTo>
                    <a:pt x="956" y="1989"/>
                    <a:pt x="917" y="1981"/>
                    <a:pt x="883" y="1981"/>
                  </a:cubicBezTo>
                  <a:cubicBezTo>
                    <a:pt x="813" y="1981"/>
                    <a:pt x="763" y="2016"/>
                    <a:pt x="655" y="2111"/>
                  </a:cubicBezTo>
                  <a:cubicBezTo>
                    <a:pt x="252" y="2466"/>
                    <a:pt x="233" y="2964"/>
                    <a:pt x="610" y="3251"/>
                  </a:cubicBezTo>
                  <a:cubicBezTo>
                    <a:pt x="711" y="3327"/>
                    <a:pt x="764" y="3354"/>
                    <a:pt x="856" y="3354"/>
                  </a:cubicBezTo>
                  <a:cubicBezTo>
                    <a:pt x="887" y="3354"/>
                    <a:pt x="921" y="3351"/>
                    <a:pt x="963" y="3346"/>
                  </a:cubicBezTo>
                  <a:cubicBezTo>
                    <a:pt x="1309" y="3305"/>
                    <a:pt x="1554" y="2980"/>
                    <a:pt x="1646" y="2433"/>
                  </a:cubicBezTo>
                  <a:cubicBezTo>
                    <a:pt x="1690" y="2177"/>
                    <a:pt x="1713" y="2126"/>
                    <a:pt x="1785" y="2115"/>
                  </a:cubicBezTo>
                  <a:cubicBezTo>
                    <a:pt x="1790" y="2115"/>
                    <a:pt x="1795" y="2114"/>
                    <a:pt x="1801" y="2114"/>
                  </a:cubicBezTo>
                  <a:cubicBezTo>
                    <a:pt x="1945" y="2114"/>
                    <a:pt x="2245" y="2369"/>
                    <a:pt x="2293" y="2539"/>
                  </a:cubicBezTo>
                  <a:cubicBezTo>
                    <a:pt x="2331" y="2678"/>
                    <a:pt x="2401" y="2755"/>
                    <a:pt x="2467" y="2755"/>
                  </a:cubicBezTo>
                  <a:cubicBezTo>
                    <a:pt x="2505" y="2755"/>
                    <a:pt x="2542" y="2730"/>
                    <a:pt x="2572" y="2675"/>
                  </a:cubicBezTo>
                  <a:cubicBezTo>
                    <a:pt x="2710" y="2414"/>
                    <a:pt x="2196" y="1845"/>
                    <a:pt x="1822" y="1845"/>
                  </a:cubicBezTo>
                  <a:cubicBezTo>
                    <a:pt x="1734" y="1845"/>
                    <a:pt x="1707" y="1816"/>
                    <a:pt x="1669" y="1685"/>
                  </a:cubicBezTo>
                  <a:cubicBezTo>
                    <a:pt x="1606" y="1462"/>
                    <a:pt x="1535" y="1093"/>
                    <a:pt x="1504" y="813"/>
                  </a:cubicBezTo>
                  <a:cubicBezTo>
                    <a:pt x="1479" y="595"/>
                    <a:pt x="1467" y="574"/>
                    <a:pt x="1362" y="561"/>
                  </a:cubicBezTo>
                  <a:cubicBezTo>
                    <a:pt x="1345" y="559"/>
                    <a:pt x="1330" y="557"/>
                    <a:pt x="1318" y="557"/>
                  </a:cubicBezTo>
                  <a:cubicBezTo>
                    <a:pt x="1250" y="557"/>
                    <a:pt x="1235" y="597"/>
                    <a:pt x="1193" y="777"/>
                  </a:cubicBezTo>
                  <a:cubicBezTo>
                    <a:pt x="1079" y="1266"/>
                    <a:pt x="905" y="1497"/>
                    <a:pt x="651" y="1500"/>
                  </a:cubicBezTo>
                  <a:cubicBezTo>
                    <a:pt x="648" y="1500"/>
                    <a:pt x="645" y="1500"/>
                    <a:pt x="641" y="1500"/>
                  </a:cubicBezTo>
                  <a:cubicBezTo>
                    <a:pt x="417" y="1500"/>
                    <a:pt x="360" y="1384"/>
                    <a:pt x="399" y="1019"/>
                  </a:cubicBezTo>
                  <a:cubicBezTo>
                    <a:pt x="445" y="583"/>
                    <a:pt x="432" y="124"/>
                    <a:pt x="372" y="54"/>
                  </a:cubicBezTo>
                  <a:cubicBezTo>
                    <a:pt x="341" y="17"/>
                    <a:pt x="302" y="0"/>
                    <a:pt x="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2"/>
            <p:cNvSpPr/>
            <p:nvPr/>
          </p:nvSpPr>
          <p:spPr>
            <a:xfrm>
              <a:off x="3738400" y="2495025"/>
              <a:ext cx="59950" cy="42450"/>
            </a:xfrm>
            <a:custGeom>
              <a:rect b="b" l="l" r="r" t="t"/>
              <a:pathLst>
                <a:path extrusionOk="0" h="1698" w="2398">
                  <a:moveTo>
                    <a:pt x="1458" y="0"/>
                  </a:moveTo>
                  <a:cubicBezTo>
                    <a:pt x="1384" y="0"/>
                    <a:pt x="1314" y="14"/>
                    <a:pt x="1255" y="42"/>
                  </a:cubicBezTo>
                  <a:cubicBezTo>
                    <a:pt x="1207" y="66"/>
                    <a:pt x="1123" y="149"/>
                    <a:pt x="1068" y="231"/>
                  </a:cubicBezTo>
                  <a:lnTo>
                    <a:pt x="967" y="380"/>
                  </a:lnTo>
                  <a:lnTo>
                    <a:pt x="832" y="308"/>
                  </a:lnTo>
                  <a:cubicBezTo>
                    <a:pt x="747" y="263"/>
                    <a:pt x="535" y="236"/>
                    <a:pt x="354" y="236"/>
                  </a:cubicBezTo>
                  <a:cubicBezTo>
                    <a:pt x="248" y="236"/>
                    <a:pt x="153" y="245"/>
                    <a:pt x="100" y="266"/>
                  </a:cubicBezTo>
                  <a:cubicBezTo>
                    <a:pt x="19" y="297"/>
                    <a:pt x="0" y="508"/>
                    <a:pt x="80" y="518"/>
                  </a:cubicBezTo>
                  <a:cubicBezTo>
                    <a:pt x="108" y="521"/>
                    <a:pt x="244" y="526"/>
                    <a:pt x="375" y="530"/>
                  </a:cubicBezTo>
                  <a:cubicBezTo>
                    <a:pt x="692" y="538"/>
                    <a:pt x="776" y="606"/>
                    <a:pt x="741" y="828"/>
                  </a:cubicBezTo>
                  <a:cubicBezTo>
                    <a:pt x="708" y="1041"/>
                    <a:pt x="639" y="1146"/>
                    <a:pt x="466" y="1253"/>
                  </a:cubicBezTo>
                  <a:cubicBezTo>
                    <a:pt x="364" y="1316"/>
                    <a:pt x="326" y="1367"/>
                    <a:pt x="335" y="1432"/>
                  </a:cubicBezTo>
                  <a:cubicBezTo>
                    <a:pt x="346" y="1505"/>
                    <a:pt x="419" y="1542"/>
                    <a:pt x="510" y="1542"/>
                  </a:cubicBezTo>
                  <a:cubicBezTo>
                    <a:pt x="597" y="1542"/>
                    <a:pt x="700" y="1509"/>
                    <a:pt x="782" y="1442"/>
                  </a:cubicBezTo>
                  <a:lnTo>
                    <a:pt x="910" y="1337"/>
                  </a:lnTo>
                  <a:lnTo>
                    <a:pt x="1070" y="1492"/>
                  </a:lnTo>
                  <a:cubicBezTo>
                    <a:pt x="1211" y="1628"/>
                    <a:pt x="1384" y="1697"/>
                    <a:pt x="1579" y="1697"/>
                  </a:cubicBezTo>
                  <a:cubicBezTo>
                    <a:pt x="1683" y="1697"/>
                    <a:pt x="1793" y="1677"/>
                    <a:pt x="1908" y="1637"/>
                  </a:cubicBezTo>
                  <a:cubicBezTo>
                    <a:pt x="2237" y="1522"/>
                    <a:pt x="2398" y="1400"/>
                    <a:pt x="2369" y="1288"/>
                  </a:cubicBezTo>
                  <a:cubicBezTo>
                    <a:pt x="2350" y="1217"/>
                    <a:pt x="2323" y="1182"/>
                    <a:pt x="2266" y="1182"/>
                  </a:cubicBezTo>
                  <a:cubicBezTo>
                    <a:pt x="2212" y="1182"/>
                    <a:pt x="2131" y="1213"/>
                    <a:pt x="2007" y="1276"/>
                  </a:cubicBezTo>
                  <a:cubicBezTo>
                    <a:pt x="1846" y="1357"/>
                    <a:pt x="1707" y="1395"/>
                    <a:pt x="1563" y="1397"/>
                  </a:cubicBezTo>
                  <a:cubicBezTo>
                    <a:pt x="1558" y="1397"/>
                    <a:pt x="1553" y="1397"/>
                    <a:pt x="1549" y="1397"/>
                  </a:cubicBezTo>
                  <a:cubicBezTo>
                    <a:pt x="1376" y="1397"/>
                    <a:pt x="1336" y="1377"/>
                    <a:pt x="1230" y="1248"/>
                  </a:cubicBezTo>
                  <a:cubicBezTo>
                    <a:pt x="1160" y="1162"/>
                    <a:pt x="1107" y="1047"/>
                    <a:pt x="1107" y="975"/>
                  </a:cubicBezTo>
                  <a:cubicBezTo>
                    <a:pt x="1107" y="663"/>
                    <a:pt x="1361" y="384"/>
                    <a:pt x="1646" y="384"/>
                  </a:cubicBezTo>
                  <a:cubicBezTo>
                    <a:pt x="1913" y="384"/>
                    <a:pt x="1973" y="159"/>
                    <a:pt x="1732" y="58"/>
                  </a:cubicBezTo>
                  <a:cubicBezTo>
                    <a:pt x="1641" y="20"/>
                    <a:pt x="1546" y="0"/>
                    <a:pt x="1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2"/>
            <p:cNvSpPr/>
            <p:nvPr/>
          </p:nvSpPr>
          <p:spPr>
            <a:xfrm>
              <a:off x="3831875" y="2500800"/>
              <a:ext cx="33975" cy="28575"/>
            </a:xfrm>
            <a:custGeom>
              <a:rect b="b" l="l" r="r" t="t"/>
              <a:pathLst>
                <a:path extrusionOk="0" h="1143" w="1359">
                  <a:moveTo>
                    <a:pt x="667" y="0"/>
                  </a:moveTo>
                  <a:cubicBezTo>
                    <a:pt x="649" y="0"/>
                    <a:pt x="631" y="5"/>
                    <a:pt x="614" y="15"/>
                  </a:cubicBezTo>
                  <a:cubicBezTo>
                    <a:pt x="587" y="33"/>
                    <a:pt x="558" y="124"/>
                    <a:pt x="551" y="218"/>
                  </a:cubicBezTo>
                  <a:lnTo>
                    <a:pt x="536" y="391"/>
                  </a:lnTo>
                  <a:lnTo>
                    <a:pt x="315" y="418"/>
                  </a:lnTo>
                  <a:cubicBezTo>
                    <a:pt x="55" y="450"/>
                    <a:pt x="0" y="476"/>
                    <a:pt x="14" y="563"/>
                  </a:cubicBezTo>
                  <a:cubicBezTo>
                    <a:pt x="28" y="652"/>
                    <a:pt x="64" y="682"/>
                    <a:pt x="215" y="682"/>
                  </a:cubicBezTo>
                  <a:cubicBezTo>
                    <a:pt x="253" y="682"/>
                    <a:pt x="297" y="680"/>
                    <a:pt x="351" y="677"/>
                  </a:cubicBezTo>
                  <a:lnTo>
                    <a:pt x="614" y="662"/>
                  </a:lnTo>
                  <a:lnTo>
                    <a:pt x="586" y="835"/>
                  </a:lnTo>
                  <a:cubicBezTo>
                    <a:pt x="550" y="1057"/>
                    <a:pt x="584" y="1142"/>
                    <a:pt x="709" y="1142"/>
                  </a:cubicBezTo>
                  <a:cubicBezTo>
                    <a:pt x="828" y="1142"/>
                    <a:pt x="860" y="1069"/>
                    <a:pt x="860" y="793"/>
                  </a:cubicBezTo>
                  <a:cubicBezTo>
                    <a:pt x="860" y="588"/>
                    <a:pt x="864" y="584"/>
                    <a:pt x="1000" y="579"/>
                  </a:cubicBezTo>
                  <a:cubicBezTo>
                    <a:pt x="1234" y="572"/>
                    <a:pt x="1358" y="521"/>
                    <a:pt x="1358" y="432"/>
                  </a:cubicBezTo>
                  <a:cubicBezTo>
                    <a:pt x="1358" y="356"/>
                    <a:pt x="1221" y="302"/>
                    <a:pt x="1056" y="302"/>
                  </a:cubicBezTo>
                  <a:cubicBezTo>
                    <a:pt x="1019" y="302"/>
                    <a:pt x="981" y="304"/>
                    <a:pt x="943" y="310"/>
                  </a:cubicBezTo>
                  <a:cubicBezTo>
                    <a:pt x="917" y="314"/>
                    <a:pt x="896" y="317"/>
                    <a:pt x="880" y="317"/>
                  </a:cubicBezTo>
                  <a:cubicBezTo>
                    <a:pt x="826" y="317"/>
                    <a:pt x="820" y="289"/>
                    <a:pt x="820" y="198"/>
                  </a:cubicBezTo>
                  <a:cubicBezTo>
                    <a:pt x="820" y="88"/>
                    <a:pt x="744" y="0"/>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 name="Google Shape;2429;p82"/>
          <p:cNvGrpSpPr/>
          <p:nvPr/>
        </p:nvGrpSpPr>
        <p:grpSpPr>
          <a:xfrm>
            <a:off x="7969349" y="1319400"/>
            <a:ext cx="380246" cy="591894"/>
            <a:chOff x="4483000" y="3960650"/>
            <a:chExt cx="149550" cy="232800"/>
          </a:xfrm>
        </p:grpSpPr>
        <p:sp>
          <p:nvSpPr>
            <p:cNvPr id="2430" name="Google Shape;2430;p82"/>
            <p:cNvSpPr/>
            <p:nvPr/>
          </p:nvSpPr>
          <p:spPr>
            <a:xfrm>
              <a:off x="4555375" y="3960650"/>
              <a:ext cx="77175" cy="220100"/>
            </a:xfrm>
            <a:custGeom>
              <a:rect b="b" l="l" r="r" t="t"/>
              <a:pathLst>
                <a:path extrusionOk="0" h="8804" w="3087">
                  <a:moveTo>
                    <a:pt x="528" y="262"/>
                  </a:moveTo>
                  <a:cubicBezTo>
                    <a:pt x="655" y="262"/>
                    <a:pt x="835" y="283"/>
                    <a:pt x="929" y="310"/>
                  </a:cubicBezTo>
                  <a:cubicBezTo>
                    <a:pt x="1023" y="336"/>
                    <a:pt x="1152" y="414"/>
                    <a:pt x="1218" y="484"/>
                  </a:cubicBezTo>
                  <a:cubicBezTo>
                    <a:pt x="1477" y="761"/>
                    <a:pt x="1687" y="1376"/>
                    <a:pt x="1687" y="1857"/>
                  </a:cubicBezTo>
                  <a:cubicBezTo>
                    <a:pt x="1687" y="2137"/>
                    <a:pt x="1829" y="2851"/>
                    <a:pt x="1971" y="3279"/>
                  </a:cubicBezTo>
                  <a:cubicBezTo>
                    <a:pt x="2118" y="3722"/>
                    <a:pt x="2270" y="3911"/>
                    <a:pt x="2537" y="3978"/>
                  </a:cubicBezTo>
                  <a:cubicBezTo>
                    <a:pt x="2644" y="4005"/>
                    <a:pt x="2740" y="4054"/>
                    <a:pt x="2753" y="4087"/>
                  </a:cubicBezTo>
                  <a:cubicBezTo>
                    <a:pt x="2766" y="4123"/>
                    <a:pt x="2727" y="4240"/>
                    <a:pt x="2665" y="4355"/>
                  </a:cubicBezTo>
                  <a:cubicBezTo>
                    <a:pt x="2424" y="4795"/>
                    <a:pt x="2368" y="5448"/>
                    <a:pt x="2519" y="6023"/>
                  </a:cubicBezTo>
                  <a:cubicBezTo>
                    <a:pt x="2557" y="6165"/>
                    <a:pt x="2609" y="6524"/>
                    <a:pt x="2636" y="6820"/>
                  </a:cubicBezTo>
                  <a:cubicBezTo>
                    <a:pt x="2663" y="7116"/>
                    <a:pt x="2687" y="7370"/>
                    <a:pt x="2690" y="7383"/>
                  </a:cubicBezTo>
                  <a:cubicBezTo>
                    <a:pt x="2703" y="7453"/>
                    <a:pt x="2615" y="7766"/>
                    <a:pt x="2546" y="7897"/>
                  </a:cubicBezTo>
                  <a:cubicBezTo>
                    <a:pt x="2432" y="8115"/>
                    <a:pt x="2159" y="8403"/>
                    <a:pt x="2016" y="8458"/>
                  </a:cubicBezTo>
                  <a:cubicBezTo>
                    <a:pt x="1957" y="8480"/>
                    <a:pt x="1905" y="8495"/>
                    <a:pt x="1887" y="8495"/>
                  </a:cubicBezTo>
                  <a:cubicBezTo>
                    <a:pt x="1884" y="8495"/>
                    <a:pt x="1881" y="8494"/>
                    <a:pt x="1880" y="8493"/>
                  </a:cubicBezTo>
                  <a:cubicBezTo>
                    <a:pt x="1873" y="8487"/>
                    <a:pt x="1856" y="8413"/>
                    <a:pt x="1841" y="8331"/>
                  </a:cubicBezTo>
                  <a:cubicBezTo>
                    <a:pt x="1816" y="8192"/>
                    <a:pt x="1827" y="8173"/>
                    <a:pt x="1987" y="8064"/>
                  </a:cubicBezTo>
                  <a:cubicBezTo>
                    <a:pt x="2280" y="7864"/>
                    <a:pt x="2315" y="7774"/>
                    <a:pt x="2309" y="7231"/>
                  </a:cubicBezTo>
                  <a:cubicBezTo>
                    <a:pt x="2305" y="6923"/>
                    <a:pt x="2267" y="6580"/>
                    <a:pt x="2202" y="6259"/>
                  </a:cubicBezTo>
                  <a:cubicBezTo>
                    <a:pt x="2127" y="5891"/>
                    <a:pt x="2102" y="5614"/>
                    <a:pt x="2099" y="5175"/>
                  </a:cubicBezTo>
                  <a:lnTo>
                    <a:pt x="2097" y="4585"/>
                  </a:lnTo>
                  <a:lnTo>
                    <a:pt x="2240" y="4408"/>
                  </a:lnTo>
                  <a:cubicBezTo>
                    <a:pt x="2425" y="4178"/>
                    <a:pt x="2411" y="4064"/>
                    <a:pt x="2184" y="3958"/>
                  </a:cubicBezTo>
                  <a:cubicBezTo>
                    <a:pt x="2090" y="3914"/>
                    <a:pt x="1978" y="3848"/>
                    <a:pt x="1937" y="3813"/>
                  </a:cubicBezTo>
                  <a:cubicBezTo>
                    <a:pt x="1842" y="3727"/>
                    <a:pt x="1684" y="3315"/>
                    <a:pt x="1660" y="3090"/>
                  </a:cubicBezTo>
                  <a:cubicBezTo>
                    <a:pt x="1650" y="2994"/>
                    <a:pt x="1623" y="2801"/>
                    <a:pt x="1601" y="2658"/>
                  </a:cubicBezTo>
                  <a:cubicBezTo>
                    <a:pt x="1578" y="2515"/>
                    <a:pt x="1540" y="2260"/>
                    <a:pt x="1515" y="2087"/>
                  </a:cubicBezTo>
                  <a:cubicBezTo>
                    <a:pt x="1379" y="1142"/>
                    <a:pt x="965" y="476"/>
                    <a:pt x="512" y="476"/>
                  </a:cubicBezTo>
                  <a:cubicBezTo>
                    <a:pt x="425" y="476"/>
                    <a:pt x="352" y="457"/>
                    <a:pt x="352" y="437"/>
                  </a:cubicBezTo>
                  <a:cubicBezTo>
                    <a:pt x="352" y="416"/>
                    <a:pt x="339" y="368"/>
                    <a:pt x="325" y="330"/>
                  </a:cubicBezTo>
                  <a:cubicBezTo>
                    <a:pt x="303" y="274"/>
                    <a:pt x="335" y="262"/>
                    <a:pt x="528" y="262"/>
                  </a:cubicBezTo>
                  <a:close/>
                  <a:moveTo>
                    <a:pt x="542" y="1"/>
                  </a:moveTo>
                  <a:cubicBezTo>
                    <a:pt x="305" y="1"/>
                    <a:pt x="82" y="25"/>
                    <a:pt x="45" y="70"/>
                  </a:cubicBezTo>
                  <a:cubicBezTo>
                    <a:pt x="0" y="122"/>
                    <a:pt x="0" y="180"/>
                    <a:pt x="41" y="357"/>
                  </a:cubicBezTo>
                  <a:cubicBezTo>
                    <a:pt x="110" y="653"/>
                    <a:pt x="190" y="734"/>
                    <a:pt x="413" y="734"/>
                  </a:cubicBezTo>
                  <a:cubicBezTo>
                    <a:pt x="874" y="734"/>
                    <a:pt x="1174" y="1412"/>
                    <a:pt x="1341" y="2826"/>
                  </a:cubicBezTo>
                  <a:cubicBezTo>
                    <a:pt x="1424" y="3540"/>
                    <a:pt x="1604" y="3990"/>
                    <a:pt x="1859" y="4125"/>
                  </a:cubicBezTo>
                  <a:cubicBezTo>
                    <a:pt x="2004" y="4201"/>
                    <a:pt x="2010" y="4219"/>
                    <a:pt x="1923" y="4392"/>
                  </a:cubicBezTo>
                  <a:cubicBezTo>
                    <a:pt x="1767" y="4705"/>
                    <a:pt x="1776" y="5567"/>
                    <a:pt x="1945" y="6433"/>
                  </a:cubicBezTo>
                  <a:cubicBezTo>
                    <a:pt x="1993" y="6684"/>
                    <a:pt x="2032" y="7052"/>
                    <a:pt x="2032" y="7258"/>
                  </a:cubicBezTo>
                  <a:cubicBezTo>
                    <a:pt x="2032" y="7603"/>
                    <a:pt x="2024" y="7637"/>
                    <a:pt x="1915" y="7744"/>
                  </a:cubicBezTo>
                  <a:cubicBezTo>
                    <a:pt x="1848" y="7809"/>
                    <a:pt x="1747" y="7889"/>
                    <a:pt x="1683" y="7929"/>
                  </a:cubicBezTo>
                  <a:cubicBezTo>
                    <a:pt x="1532" y="8020"/>
                    <a:pt x="1510" y="8111"/>
                    <a:pt x="1563" y="8414"/>
                  </a:cubicBezTo>
                  <a:cubicBezTo>
                    <a:pt x="1609" y="8671"/>
                    <a:pt x="1714" y="8804"/>
                    <a:pt x="1870" y="8804"/>
                  </a:cubicBezTo>
                  <a:cubicBezTo>
                    <a:pt x="1871" y="8804"/>
                    <a:pt x="1873" y="8804"/>
                    <a:pt x="1875" y="8804"/>
                  </a:cubicBezTo>
                  <a:cubicBezTo>
                    <a:pt x="2231" y="8796"/>
                    <a:pt x="2787" y="8229"/>
                    <a:pt x="2920" y="7741"/>
                  </a:cubicBezTo>
                  <a:cubicBezTo>
                    <a:pt x="2989" y="7486"/>
                    <a:pt x="2991" y="7401"/>
                    <a:pt x="2944" y="6913"/>
                  </a:cubicBezTo>
                  <a:cubicBezTo>
                    <a:pt x="2915" y="6613"/>
                    <a:pt x="2847" y="6164"/>
                    <a:pt x="2794" y="5914"/>
                  </a:cubicBezTo>
                  <a:cubicBezTo>
                    <a:pt x="2718" y="5556"/>
                    <a:pt x="2704" y="5391"/>
                    <a:pt x="2727" y="5135"/>
                  </a:cubicBezTo>
                  <a:cubicBezTo>
                    <a:pt x="2756" y="4815"/>
                    <a:pt x="2879" y="4457"/>
                    <a:pt x="3001" y="4334"/>
                  </a:cubicBezTo>
                  <a:cubicBezTo>
                    <a:pt x="3085" y="4250"/>
                    <a:pt x="3087" y="3976"/>
                    <a:pt x="3003" y="3858"/>
                  </a:cubicBezTo>
                  <a:cubicBezTo>
                    <a:pt x="2965" y="3802"/>
                    <a:pt x="2870" y="3756"/>
                    <a:pt x="2759" y="3739"/>
                  </a:cubicBezTo>
                  <a:cubicBezTo>
                    <a:pt x="2522" y="3702"/>
                    <a:pt x="2333" y="3504"/>
                    <a:pt x="2235" y="3192"/>
                  </a:cubicBezTo>
                  <a:cubicBezTo>
                    <a:pt x="2127" y="2847"/>
                    <a:pt x="1995" y="2173"/>
                    <a:pt x="1966" y="1811"/>
                  </a:cubicBezTo>
                  <a:cubicBezTo>
                    <a:pt x="1921" y="1265"/>
                    <a:pt x="1864" y="1029"/>
                    <a:pt x="1702" y="706"/>
                  </a:cubicBezTo>
                  <a:cubicBezTo>
                    <a:pt x="1523" y="348"/>
                    <a:pt x="1292" y="114"/>
                    <a:pt x="1054" y="49"/>
                  </a:cubicBezTo>
                  <a:cubicBezTo>
                    <a:pt x="934" y="16"/>
                    <a:pt x="734" y="1"/>
                    <a:pt x="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2"/>
            <p:cNvSpPr/>
            <p:nvPr/>
          </p:nvSpPr>
          <p:spPr>
            <a:xfrm>
              <a:off x="4483000" y="3967400"/>
              <a:ext cx="86800" cy="226050"/>
            </a:xfrm>
            <a:custGeom>
              <a:rect b="b" l="l" r="r" t="t"/>
              <a:pathLst>
                <a:path extrusionOk="0" h="9042" w="3472">
                  <a:moveTo>
                    <a:pt x="1613" y="257"/>
                  </a:moveTo>
                  <a:cubicBezTo>
                    <a:pt x="1629" y="257"/>
                    <a:pt x="1652" y="285"/>
                    <a:pt x="1666" y="321"/>
                  </a:cubicBezTo>
                  <a:cubicBezTo>
                    <a:pt x="1717" y="460"/>
                    <a:pt x="1685" y="537"/>
                    <a:pt x="1500" y="714"/>
                  </a:cubicBezTo>
                  <a:cubicBezTo>
                    <a:pt x="1396" y="813"/>
                    <a:pt x="1260" y="1004"/>
                    <a:pt x="1189" y="1142"/>
                  </a:cubicBezTo>
                  <a:cubicBezTo>
                    <a:pt x="1072" y="1379"/>
                    <a:pt x="1064" y="1422"/>
                    <a:pt x="1071" y="1890"/>
                  </a:cubicBezTo>
                  <a:cubicBezTo>
                    <a:pt x="1074" y="2190"/>
                    <a:pt x="1106" y="2516"/>
                    <a:pt x="1151" y="2713"/>
                  </a:cubicBezTo>
                  <a:cubicBezTo>
                    <a:pt x="1356" y="3604"/>
                    <a:pt x="1412" y="4481"/>
                    <a:pt x="1283" y="4734"/>
                  </a:cubicBezTo>
                  <a:cubicBezTo>
                    <a:pt x="1186" y="4923"/>
                    <a:pt x="1199" y="4991"/>
                    <a:pt x="1360" y="5149"/>
                  </a:cubicBezTo>
                  <a:cubicBezTo>
                    <a:pt x="1477" y="5263"/>
                    <a:pt x="1525" y="5369"/>
                    <a:pt x="1617" y="5715"/>
                  </a:cubicBezTo>
                  <a:cubicBezTo>
                    <a:pt x="1678" y="5949"/>
                    <a:pt x="1740" y="6208"/>
                    <a:pt x="1753" y="6292"/>
                  </a:cubicBezTo>
                  <a:cubicBezTo>
                    <a:pt x="1771" y="6417"/>
                    <a:pt x="1991" y="7462"/>
                    <a:pt x="2067" y="7787"/>
                  </a:cubicBezTo>
                  <a:cubicBezTo>
                    <a:pt x="2103" y="7939"/>
                    <a:pt x="2342" y="8196"/>
                    <a:pt x="2527" y="8282"/>
                  </a:cubicBezTo>
                  <a:cubicBezTo>
                    <a:pt x="2626" y="8327"/>
                    <a:pt x="2804" y="8363"/>
                    <a:pt x="2932" y="8363"/>
                  </a:cubicBezTo>
                  <a:cubicBezTo>
                    <a:pt x="3083" y="8363"/>
                    <a:pt x="3160" y="8380"/>
                    <a:pt x="3160" y="8416"/>
                  </a:cubicBezTo>
                  <a:cubicBezTo>
                    <a:pt x="3160" y="8445"/>
                    <a:pt x="3171" y="8539"/>
                    <a:pt x="3185" y="8622"/>
                  </a:cubicBezTo>
                  <a:lnTo>
                    <a:pt x="3209" y="8773"/>
                  </a:lnTo>
                  <a:lnTo>
                    <a:pt x="3209" y="8773"/>
                  </a:lnTo>
                  <a:lnTo>
                    <a:pt x="2807" y="8744"/>
                  </a:lnTo>
                  <a:cubicBezTo>
                    <a:pt x="2584" y="8728"/>
                    <a:pt x="2335" y="8687"/>
                    <a:pt x="2252" y="8650"/>
                  </a:cubicBezTo>
                  <a:cubicBezTo>
                    <a:pt x="2057" y="8567"/>
                    <a:pt x="1798" y="8297"/>
                    <a:pt x="1712" y="8087"/>
                  </a:cubicBezTo>
                  <a:cubicBezTo>
                    <a:pt x="1642" y="7920"/>
                    <a:pt x="1479" y="7019"/>
                    <a:pt x="1477" y="6793"/>
                  </a:cubicBezTo>
                  <a:cubicBezTo>
                    <a:pt x="1476" y="6724"/>
                    <a:pt x="1435" y="6497"/>
                    <a:pt x="1384" y="6283"/>
                  </a:cubicBezTo>
                  <a:cubicBezTo>
                    <a:pt x="1251" y="5720"/>
                    <a:pt x="1050" y="5520"/>
                    <a:pt x="571" y="5472"/>
                  </a:cubicBezTo>
                  <a:cubicBezTo>
                    <a:pt x="366" y="5452"/>
                    <a:pt x="330" y="5436"/>
                    <a:pt x="319" y="5353"/>
                  </a:cubicBezTo>
                  <a:cubicBezTo>
                    <a:pt x="310" y="5299"/>
                    <a:pt x="323" y="5256"/>
                    <a:pt x="345" y="5256"/>
                  </a:cubicBezTo>
                  <a:cubicBezTo>
                    <a:pt x="450" y="5256"/>
                    <a:pt x="868" y="4854"/>
                    <a:pt x="917" y="4705"/>
                  </a:cubicBezTo>
                  <a:cubicBezTo>
                    <a:pt x="982" y="4509"/>
                    <a:pt x="947" y="3608"/>
                    <a:pt x="854" y="3098"/>
                  </a:cubicBezTo>
                  <a:cubicBezTo>
                    <a:pt x="757" y="2564"/>
                    <a:pt x="655" y="1763"/>
                    <a:pt x="657" y="1541"/>
                  </a:cubicBezTo>
                  <a:cubicBezTo>
                    <a:pt x="659" y="1356"/>
                    <a:pt x="772" y="960"/>
                    <a:pt x="854" y="847"/>
                  </a:cubicBezTo>
                  <a:cubicBezTo>
                    <a:pt x="877" y="816"/>
                    <a:pt x="934" y="715"/>
                    <a:pt x="981" y="625"/>
                  </a:cubicBezTo>
                  <a:cubicBezTo>
                    <a:pt x="1098" y="399"/>
                    <a:pt x="1188" y="328"/>
                    <a:pt x="1401" y="293"/>
                  </a:cubicBezTo>
                  <a:cubicBezTo>
                    <a:pt x="1500" y="277"/>
                    <a:pt x="1595" y="260"/>
                    <a:pt x="1611" y="257"/>
                  </a:cubicBezTo>
                  <a:cubicBezTo>
                    <a:pt x="1612" y="257"/>
                    <a:pt x="1613" y="257"/>
                    <a:pt x="1613" y="257"/>
                  </a:cubicBezTo>
                  <a:close/>
                  <a:moveTo>
                    <a:pt x="1614" y="0"/>
                  </a:moveTo>
                  <a:cubicBezTo>
                    <a:pt x="1588" y="0"/>
                    <a:pt x="1560" y="1"/>
                    <a:pt x="1529" y="2"/>
                  </a:cubicBezTo>
                  <a:cubicBezTo>
                    <a:pt x="1291" y="8"/>
                    <a:pt x="1214" y="30"/>
                    <a:pt x="1048" y="141"/>
                  </a:cubicBezTo>
                  <a:cubicBezTo>
                    <a:pt x="739" y="349"/>
                    <a:pt x="485" y="855"/>
                    <a:pt x="397" y="1438"/>
                  </a:cubicBezTo>
                  <a:cubicBezTo>
                    <a:pt x="366" y="1645"/>
                    <a:pt x="379" y="1852"/>
                    <a:pt x="464" y="2452"/>
                  </a:cubicBezTo>
                  <a:cubicBezTo>
                    <a:pt x="523" y="2867"/>
                    <a:pt x="590" y="3277"/>
                    <a:pt x="614" y="3363"/>
                  </a:cubicBezTo>
                  <a:cubicBezTo>
                    <a:pt x="638" y="3451"/>
                    <a:pt x="659" y="3768"/>
                    <a:pt x="661" y="4068"/>
                  </a:cubicBezTo>
                  <a:cubicBezTo>
                    <a:pt x="666" y="4698"/>
                    <a:pt x="660" y="4709"/>
                    <a:pt x="230" y="4988"/>
                  </a:cubicBezTo>
                  <a:cubicBezTo>
                    <a:pt x="0" y="5137"/>
                    <a:pt x="0" y="5137"/>
                    <a:pt x="21" y="5326"/>
                  </a:cubicBezTo>
                  <a:cubicBezTo>
                    <a:pt x="54" y="5626"/>
                    <a:pt x="148" y="5729"/>
                    <a:pt x="386" y="5729"/>
                  </a:cubicBezTo>
                  <a:cubicBezTo>
                    <a:pt x="645" y="5729"/>
                    <a:pt x="936" y="5870"/>
                    <a:pt x="998" y="6025"/>
                  </a:cubicBezTo>
                  <a:cubicBezTo>
                    <a:pt x="1081" y="6233"/>
                    <a:pt x="1214" y="6867"/>
                    <a:pt x="1238" y="7175"/>
                  </a:cubicBezTo>
                  <a:cubicBezTo>
                    <a:pt x="1269" y="7565"/>
                    <a:pt x="1377" y="8086"/>
                    <a:pt x="1462" y="8252"/>
                  </a:cubicBezTo>
                  <a:cubicBezTo>
                    <a:pt x="1541" y="8408"/>
                    <a:pt x="1845" y="8753"/>
                    <a:pt x="1968" y="8827"/>
                  </a:cubicBezTo>
                  <a:cubicBezTo>
                    <a:pt x="2145" y="8933"/>
                    <a:pt x="2494" y="9013"/>
                    <a:pt x="2876" y="9033"/>
                  </a:cubicBezTo>
                  <a:cubicBezTo>
                    <a:pt x="2976" y="9038"/>
                    <a:pt x="3051" y="9041"/>
                    <a:pt x="3110" y="9041"/>
                  </a:cubicBezTo>
                  <a:cubicBezTo>
                    <a:pt x="3258" y="9041"/>
                    <a:pt x="3304" y="9022"/>
                    <a:pt x="3370" y="8967"/>
                  </a:cubicBezTo>
                  <a:cubicBezTo>
                    <a:pt x="3465" y="8886"/>
                    <a:pt x="3471" y="8858"/>
                    <a:pt x="3452" y="8557"/>
                  </a:cubicBezTo>
                  <a:cubicBezTo>
                    <a:pt x="3440" y="8381"/>
                    <a:pt x="3406" y="8206"/>
                    <a:pt x="3376" y="8170"/>
                  </a:cubicBezTo>
                  <a:cubicBezTo>
                    <a:pt x="3339" y="8126"/>
                    <a:pt x="3247" y="8103"/>
                    <a:pt x="3103" y="8103"/>
                  </a:cubicBezTo>
                  <a:cubicBezTo>
                    <a:pt x="2658" y="8103"/>
                    <a:pt x="2403" y="7942"/>
                    <a:pt x="2314" y="7607"/>
                  </a:cubicBezTo>
                  <a:cubicBezTo>
                    <a:pt x="2296" y="7537"/>
                    <a:pt x="2276" y="7459"/>
                    <a:pt x="2270" y="7436"/>
                  </a:cubicBezTo>
                  <a:cubicBezTo>
                    <a:pt x="2265" y="7412"/>
                    <a:pt x="2189" y="7044"/>
                    <a:pt x="2104" y="6621"/>
                  </a:cubicBezTo>
                  <a:cubicBezTo>
                    <a:pt x="1941" y="5819"/>
                    <a:pt x="1800" y="5252"/>
                    <a:pt x="1735" y="5133"/>
                  </a:cubicBezTo>
                  <a:cubicBezTo>
                    <a:pt x="1715" y="5095"/>
                    <a:pt x="1658" y="5027"/>
                    <a:pt x="1613" y="4985"/>
                  </a:cubicBezTo>
                  <a:cubicBezTo>
                    <a:pt x="1534" y="4912"/>
                    <a:pt x="1533" y="4894"/>
                    <a:pt x="1592" y="4727"/>
                  </a:cubicBezTo>
                  <a:cubicBezTo>
                    <a:pt x="1668" y="4508"/>
                    <a:pt x="1637" y="3657"/>
                    <a:pt x="1537" y="3247"/>
                  </a:cubicBezTo>
                  <a:cubicBezTo>
                    <a:pt x="1431" y="2807"/>
                    <a:pt x="1346" y="2315"/>
                    <a:pt x="1317" y="1969"/>
                  </a:cubicBezTo>
                  <a:cubicBezTo>
                    <a:pt x="1274" y="1438"/>
                    <a:pt x="1435" y="1099"/>
                    <a:pt x="1903" y="734"/>
                  </a:cubicBezTo>
                  <a:cubicBezTo>
                    <a:pt x="2002" y="656"/>
                    <a:pt x="2004" y="646"/>
                    <a:pt x="1956" y="383"/>
                  </a:cubicBezTo>
                  <a:cubicBezTo>
                    <a:pt x="1896" y="50"/>
                    <a:pt x="1869" y="0"/>
                    <a:pt x="1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 name="Google Shape;2432;p82"/>
          <p:cNvGrpSpPr/>
          <p:nvPr/>
        </p:nvGrpSpPr>
        <p:grpSpPr>
          <a:xfrm rot="1489172">
            <a:off x="7778799" y="776102"/>
            <a:ext cx="303897" cy="248757"/>
            <a:chOff x="7194125" y="2470757"/>
            <a:chExt cx="235750" cy="192975"/>
          </a:xfrm>
        </p:grpSpPr>
        <p:sp>
          <p:nvSpPr>
            <p:cNvPr id="2433" name="Google Shape;2433;p82"/>
            <p:cNvSpPr/>
            <p:nvPr/>
          </p:nvSpPr>
          <p:spPr>
            <a:xfrm>
              <a:off x="7211900" y="2494957"/>
              <a:ext cx="201950" cy="156725"/>
            </a:xfrm>
            <a:custGeom>
              <a:rect b="b" l="l" r="r" t="t"/>
              <a:pathLst>
                <a:path extrusionOk="0" h="6269" w="8078">
                  <a:moveTo>
                    <a:pt x="4337" y="0"/>
                  </a:moveTo>
                  <a:cubicBezTo>
                    <a:pt x="3651" y="1492"/>
                    <a:pt x="2908" y="2951"/>
                    <a:pt x="2100" y="4380"/>
                  </a:cubicBezTo>
                  <a:cubicBezTo>
                    <a:pt x="2053" y="4464"/>
                    <a:pt x="1953" y="4515"/>
                    <a:pt x="1857" y="4515"/>
                  </a:cubicBezTo>
                  <a:cubicBezTo>
                    <a:pt x="1790" y="4515"/>
                    <a:pt x="1724" y="4490"/>
                    <a:pt x="1679" y="4436"/>
                  </a:cubicBezTo>
                  <a:cubicBezTo>
                    <a:pt x="1137" y="3784"/>
                    <a:pt x="571" y="3156"/>
                    <a:pt x="1" y="2533"/>
                  </a:cubicBezTo>
                  <a:lnTo>
                    <a:pt x="1" y="2533"/>
                  </a:lnTo>
                  <a:cubicBezTo>
                    <a:pt x="211" y="3701"/>
                    <a:pt x="408" y="4872"/>
                    <a:pt x="511" y="6059"/>
                  </a:cubicBezTo>
                  <a:cubicBezTo>
                    <a:pt x="518" y="6120"/>
                    <a:pt x="490" y="6167"/>
                    <a:pt x="448" y="6202"/>
                  </a:cubicBezTo>
                  <a:cubicBezTo>
                    <a:pt x="1386" y="6050"/>
                    <a:pt x="2388" y="5987"/>
                    <a:pt x="3401" y="5987"/>
                  </a:cubicBezTo>
                  <a:cubicBezTo>
                    <a:pt x="4773" y="5987"/>
                    <a:pt x="6164" y="6102"/>
                    <a:pt x="7438" y="6269"/>
                  </a:cubicBezTo>
                  <a:cubicBezTo>
                    <a:pt x="7651" y="4923"/>
                    <a:pt x="7923" y="3604"/>
                    <a:pt x="8077" y="2253"/>
                  </a:cubicBezTo>
                  <a:lnTo>
                    <a:pt x="8077" y="2253"/>
                  </a:lnTo>
                  <a:cubicBezTo>
                    <a:pt x="7491" y="2923"/>
                    <a:pt x="6960" y="3629"/>
                    <a:pt x="6482" y="4387"/>
                  </a:cubicBezTo>
                  <a:cubicBezTo>
                    <a:pt x="6425" y="4477"/>
                    <a:pt x="6340" y="4518"/>
                    <a:pt x="6255" y="4518"/>
                  </a:cubicBezTo>
                  <a:cubicBezTo>
                    <a:pt x="6142" y="4518"/>
                    <a:pt x="6029" y="4445"/>
                    <a:pt x="5981" y="4320"/>
                  </a:cubicBezTo>
                  <a:cubicBezTo>
                    <a:pt x="5434" y="2881"/>
                    <a:pt x="4884" y="1440"/>
                    <a:pt x="4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2"/>
            <p:cNvSpPr/>
            <p:nvPr/>
          </p:nvSpPr>
          <p:spPr>
            <a:xfrm>
              <a:off x="7194125" y="2470757"/>
              <a:ext cx="235750" cy="192975"/>
            </a:xfrm>
            <a:custGeom>
              <a:rect b="b" l="l" r="r" t="t"/>
              <a:pathLst>
                <a:path extrusionOk="0" h="7719" w="9430">
                  <a:moveTo>
                    <a:pt x="5048" y="968"/>
                  </a:moveTo>
                  <a:cubicBezTo>
                    <a:pt x="5595" y="2409"/>
                    <a:pt x="6145" y="3849"/>
                    <a:pt x="6692" y="5288"/>
                  </a:cubicBezTo>
                  <a:cubicBezTo>
                    <a:pt x="6740" y="5413"/>
                    <a:pt x="6852" y="5486"/>
                    <a:pt x="6965" y="5486"/>
                  </a:cubicBezTo>
                  <a:cubicBezTo>
                    <a:pt x="7050" y="5486"/>
                    <a:pt x="7135" y="5445"/>
                    <a:pt x="7193" y="5355"/>
                  </a:cubicBezTo>
                  <a:cubicBezTo>
                    <a:pt x="7671" y="4597"/>
                    <a:pt x="8202" y="3891"/>
                    <a:pt x="8788" y="3221"/>
                  </a:cubicBezTo>
                  <a:lnTo>
                    <a:pt x="8788" y="3221"/>
                  </a:lnTo>
                  <a:cubicBezTo>
                    <a:pt x="8634" y="4573"/>
                    <a:pt x="8362" y="5891"/>
                    <a:pt x="8149" y="7237"/>
                  </a:cubicBezTo>
                  <a:cubicBezTo>
                    <a:pt x="6874" y="7071"/>
                    <a:pt x="5482" y="6955"/>
                    <a:pt x="4108" y="6955"/>
                  </a:cubicBezTo>
                  <a:cubicBezTo>
                    <a:pt x="3097" y="6955"/>
                    <a:pt x="2096" y="7018"/>
                    <a:pt x="1159" y="7170"/>
                  </a:cubicBezTo>
                  <a:cubicBezTo>
                    <a:pt x="1201" y="7135"/>
                    <a:pt x="1229" y="7088"/>
                    <a:pt x="1221" y="7027"/>
                  </a:cubicBezTo>
                  <a:cubicBezTo>
                    <a:pt x="1118" y="5840"/>
                    <a:pt x="921" y="4669"/>
                    <a:pt x="712" y="3501"/>
                  </a:cubicBezTo>
                  <a:lnTo>
                    <a:pt x="712" y="3501"/>
                  </a:lnTo>
                  <a:cubicBezTo>
                    <a:pt x="1282" y="4124"/>
                    <a:pt x="1847" y="4752"/>
                    <a:pt x="2390" y="5404"/>
                  </a:cubicBezTo>
                  <a:cubicBezTo>
                    <a:pt x="2435" y="5458"/>
                    <a:pt x="2501" y="5483"/>
                    <a:pt x="2568" y="5483"/>
                  </a:cubicBezTo>
                  <a:cubicBezTo>
                    <a:pt x="2664" y="5483"/>
                    <a:pt x="2764" y="5432"/>
                    <a:pt x="2811" y="5348"/>
                  </a:cubicBezTo>
                  <a:cubicBezTo>
                    <a:pt x="3619" y="3919"/>
                    <a:pt x="4362" y="2460"/>
                    <a:pt x="5048" y="968"/>
                  </a:cubicBezTo>
                  <a:close/>
                  <a:moveTo>
                    <a:pt x="5038" y="0"/>
                  </a:moveTo>
                  <a:cubicBezTo>
                    <a:pt x="4956" y="0"/>
                    <a:pt x="4878" y="39"/>
                    <a:pt x="4835" y="134"/>
                  </a:cubicBezTo>
                  <a:cubicBezTo>
                    <a:pt x="4134" y="1704"/>
                    <a:pt x="3364" y="3239"/>
                    <a:pt x="2531" y="4743"/>
                  </a:cubicBezTo>
                  <a:cubicBezTo>
                    <a:pt x="1871" y="3967"/>
                    <a:pt x="1189" y="3207"/>
                    <a:pt x="479" y="2478"/>
                  </a:cubicBezTo>
                  <a:cubicBezTo>
                    <a:pt x="426" y="2424"/>
                    <a:pt x="364" y="2400"/>
                    <a:pt x="303" y="2400"/>
                  </a:cubicBezTo>
                  <a:cubicBezTo>
                    <a:pt x="147" y="2400"/>
                    <a:pt x="0" y="2554"/>
                    <a:pt x="42" y="2732"/>
                  </a:cubicBezTo>
                  <a:cubicBezTo>
                    <a:pt x="377" y="4168"/>
                    <a:pt x="592" y="5625"/>
                    <a:pt x="839" y="7080"/>
                  </a:cubicBezTo>
                  <a:cubicBezTo>
                    <a:pt x="851" y="7146"/>
                    <a:pt x="897" y="7186"/>
                    <a:pt x="952" y="7204"/>
                  </a:cubicBezTo>
                  <a:cubicBezTo>
                    <a:pt x="781" y="7246"/>
                    <a:pt x="847" y="7486"/>
                    <a:pt x="1002" y="7502"/>
                  </a:cubicBezTo>
                  <a:cubicBezTo>
                    <a:pt x="1567" y="7565"/>
                    <a:pt x="2141" y="7579"/>
                    <a:pt x="2715" y="7579"/>
                  </a:cubicBezTo>
                  <a:cubicBezTo>
                    <a:pt x="3178" y="7579"/>
                    <a:pt x="3643" y="7570"/>
                    <a:pt x="4104" y="7570"/>
                  </a:cubicBezTo>
                  <a:cubicBezTo>
                    <a:pt x="4286" y="7570"/>
                    <a:pt x="4467" y="7572"/>
                    <a:pt x="4648" y="7576"/>
                  </a:cubicBezTo>
                  <a:cubicBezTo>
                    <a:pt x="5863" y="7601"/>
                    <a:pt x="7078" y="7714"/>
                    <a:pt x="8292" y="7719"/>
                  </a:cubicBezTo>
                  <a:cubicBezTo>
                    <a:pt x="8419" y="7719"/>
                    <a:pt x="8500" y="7613"/>
                    <a:pt x="8516" y="7504"/>
                  </a:cubicBezTo>
                  <a:cubicBezTo>
                    <a:pt x="8555" y="7476"/>
                    <a:pt x="8590" y="7438"/>
                    <a:pt x="8609" y="7378"/>
                  </a:cubicBezTo>
                  <a:cubicBezTo>
                    <a:pt x="9121" y="5802"/>
                    <a:pt x="9292" y="4078"/>
                    <a:pt x="9416" y="2432"/>
                  </a:cubicBezTo>
                  <a:cubicBezTo>
                    <a:pt x="9429" y="2268"/>
                    <a:pt x="9281" y="2162"/>
                    <a:pt x="9135" y="2162"/>
                  </a:cubicBezTo>
                  <a:cubicBezTo>
                    <a:pt x="9066" y="2162"/>
                    <a:pt x="8998" y="2185"/>
                    <a:pt x="8948" y="2237"/>
                  </a:cubicBezTo>
                  <a:cubicBezTo>
                    <a:pt x="8233" y="2981"/>
                    <a:pt x="7597" y="3776"/>
                    <a:pt x="7022" y="4625"/>
                  </a:cubicBezTo>
                  <a:cubicBezTo>
                    <a:pt x="6459" y="3150"/>
                    <a:pt x="5895" y="1674"/>
                    <a:pt x="5334" y="199"/>
                  </a:cubicBezTo>
                  <a:cubicBezTo>
                    <a:pt x="5290" y="85"/>
                    <a:pt x="5159" y="0"/>
                    <a:pt x="5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82"/>
          <p:cNvGrpSpPr/>
          <p:nvPr/>
        </p:nvGrpSpPr>
        <p:grpSpPr>
          <a:xfrm>
            <a:off x="713184" y="4691184"/>
            <a:ext cx="7726459" cy="369843"/>
            <a:chOff x="713184" y="4691184"/>
            <a:chExt cx="7726459" cy="369843"/>
          </a:xfrm>
        </p:grpSpPr>
        <p:sp>
          <p:nvSpPr>
            <p:cNvPr id="2436" name="Google Shape;2436;p82"/>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437" name="Google Shape;2437;p82"/>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2"/>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2">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3" name="Shape 2443"/>
        <p:cNvGrpSpPr/>
        <p:nvPr/>
      </p:nvGrpSpPr>
      <p:grpSpPr>
        <a:xfrm>
          <a:off x="0" y="0"/>
          <a:ext cx="0" cy="0"/>
          <a:chOff x="0" y="0"/>
          <a:chExt cx="0" cy="0"/>
        </a:xfrm>
      </p:grpSpPr>
      <p:grpSp>
        <p:nvGrpSpPr>
          <p:cNvPr id="2444" name="Google Shape;2444;p83"/>
          <p:cNvGrpSpPr/>
          <p:nvPr/>
        </p:nvGrpSpPr>
        <p:grpSpPr>
          <a:xfrm>
            <a:off x="2857286" y="754488"/>
            <a:ext cx="3429984" cy="606063"/>
            <a:chOff x="5316325" y="1612757"/>
            <a:chExt cx="1404350" cy="302125"/>
          </a:xfrm>
        </p:grpSpPr>
        <p:sp>
          <p:nvSpPr>
            <p:cNvPr id="2445" name="Google Shape;2445;p83"/>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3"/>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3"/>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3"/>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3"/>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3"/>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3"/>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3"/>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3"/>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3"/>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3"/>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6" name="Google Shape;2456;p83"/>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Birthday lin</a:t>
            </a:r>
            <a:r>
              <a:rPr lang="en"/>
              <a:t>e up</a:t>
            </a:r>
            <a:endParaRPr/>
          </a:p>
        </p:txBody>
      </p:sp>
      <p:grpSp>
        <p:nvGrpSpPr>
          <p:cNvPr id="2457" name="Google Shape;2457;p83"/>
          <p:cNvGrpSpPr/>
          <p:nvPr/>
        </p:nvGrpSpPr>
        <p:grpSpPr>
          <a:xfrm rot="5400000">
            <a:off x="605894" y="2881157"/>
            <a:ext cx="856150" cy="255275"/>
            <a:chOff x="1654700" y="3107932"/>
            <a:chExt cx="856150" cy="255275"/>
          </a:xfrm>
        </p:grpSpPr>
        <p:sp>
          <p:nvSpPr>
            <p:cNvPr id="2458" name="Google Shape;2458;p83"/>
            <p:cNvSpPr/>
            <p:nvPr/>
          </p:nvSpPr>
          <p:spPr>
            <a:xfrm>
              <a:off x="2427425" y="3297457"/>
              <a:ext cx="59075" cy="53800"/>
            </a:xfrm>
            <a:custGeom>
              <a:rect b="b" l="l" r="r" t="t"/>
              <a:pathLst>
                <a:path extrusionOk="0" h="2152" w="2363">
                  <a:moveTo>
                    <a:pt x="733" y="0"/>
                  </a:moveTo>
                  <a:cubicBezTo>
                    <a:pt x="102" y="501"/>
                    <a:pt x="1" y="1473"/>
                    <a:pt x="509" y="2100"/>
                  </a:cubicBezTo>
                  <a:cubicBezTo>
                    <a:pt x="1128" y="2118"/>
                    <a:pt x="1744" y="2134"/>
                    <a:pt x="2363" y="2152"/>
                  </a:cubicBezTo>
                  <a:cubicBezTo>
                    <a:pt x="1790" y="1468"/>
                    <a:pt x="1253" y="741"/>
                    <a:pt x="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3"/>
            <p:cNvSpPr/>
            <p:nvPr/>
          </p:nvSpPr>
          <p:spPr>
            <a:xfrm>
              <a:off x="2248100" y="3118557"/>
              <a:ext cx="91275" cy="59025"/>
            </a:xfrm>
            <a:custGeom>
              <a:rect b="b" l="l" r="r" t="t"/>
              <a:pathLst>
                <a:path extrusionOk="0" h="2361" w="3651">
                  <a:moveTo>
                    <a:pt x="3362" y="1"/>
                  </a:moveTo>
                  <a:cubicBezTo>
                    <a:pt x="2533" y="7"/>
                    <a:pt x="1706" y="15"/>
                    <a:pt x="881" y="19"/>
                  </a:cubicBezTo>
                  <a:cubicBezTo>
                    <a:pt x="0" y="816"/>
                    <a:pt x="537" y="2319"/>
                    <a:pt x="1762" y="2360"/>
                  </a:cubicBezTo>
                  <a:cubicBezTo>
                    <a:pt x="1784" y="2360"/>
                    <a:pt x="1805" y="2361"/>
                    <a:pt x="1826" y="2361"/>
                  </a:cubicBezTo>
                  <a:cubicBezTo>
                    <a:pt x="3068" y="2361"/>
                    <a:pt x="3650" y="1088"/>
                    <a:pt x="33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3"/>
            <p:cNvSpPr/>
            <p:nvPr/>
          </p:nvSpPr>
          <p:spPr>
            <a:xfrm>
              <a:off x="2383000" y="3151132"/>
              <a:ext cx="73500" cy="61300"/>
            </a:xfrm>
            <a:custGeom>
              <a:rect b="b" l="l" r="r" t="t"/>
              <a:pathLst>
                <a:path extrusionOk="0" h="2452" w="2940">
                  <a:moveTo>
                    <a:pt x="1613" y="1"/>
                  </a:moveTo>
                  <a:cubicBezTo>
                    <a:pt x="1320" y="1"/>
                    <a:pt x="1030" y="96"/>
                    <a:pt x="774" y="321"/>
                  </a:cubicBezTo>
                  <a:cubicBezTo>
                    <a:pt x="0" y="1004"/>
                    <a:pt x="374" y="2205"/>
                    <a:pt x="1418" y="2283"/>
                  </a:cubicBezTo>
                  <a:cubicBezTo>
                    <a:pt x="1513" y="2290"/>
                    <a:pt x="1549" y="2366"/>
                    <a:pt x="1533" y="2434"/>
                  </a:cubicBezTo>
                  <a:cubicBezTo>
                    <a:pt x="1575" y="2442"/>
                    <a:pt x="1619" y="2448"/>
                    <a:pt x="1660" y="2452"/>
                  </a:cubicBezTo>
                  <a:cubicBezTo>
                    <a:pt x="2052" y="1831"/>
                    <a:pt x="2487" y="1228"/>
                    <a:pt x="2939" y="639"/>
                  </a:cubicBezTo>
                  <a:cubicBezTo>
                    <a:pt x="2596" y="267"/>
                    <a:pt x="2102" y="1"/>
                    <a:pt x="16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3"/>
            <p:cNvSpPr/>
            <p:nvPr/>
          </p:nvSpPr>
          <p:spPr>
            <a:xfrm>
              <a:off x="2264650" y="3275507"/>
              <a:ext cx="88525" cy="72000"/>
            </a:xfrm>
            <a:custGeom>
              <a:rect b="b" l="l" r="r" t="t"/>
              <a:pathLst>
                <a:path extrusionOk="0" h="2880" w="3541">
                  <a:moveTo>
                    <a:pt x="1880" y="0"/>
                  </a:moveTo>
                  <a:cubicBezTo>
                    <a:pt x="1825" y="0"/>
                    <a:pt x="1770" y="3"/>
                    <a:pt x="1714" y="10"/>
                  </a:cubicBezTo>
                  <a:cubicBezTo>
                    <a:pt x="72" y="204"/>
                    <a:pt x="1" y="2495"/>
                    <a:pt x="1611" y="2797"/>
                  </a:cubicBezTo>
                  <a:cubicBezTo>
                    <a:pt x="1647" y="2803"/>
                    <a:pt x="1668" y="2833"/>
                    <a:pt x="1677" y="2868"/>
                  </a:cubicBezTo>
                  <a:cubicBezTo>
                    <a:pt x="1941" y="2871"/>
                    <a:pt x="2201" y="2875"/>
                    <a:pt x="2464" y="2879"/>
                  </a:cubicBezTo>
                  <a:cubicBezTo>
                    <a:pt x="3094" y="2545"/>
                    <a:pt x="3541" y="1882"/>
                    <a:pt x="3347" y="1139"/>
                  </a:cubicBezTo>
                  <a:cubicBezTo>
                    <a:pt x="3176" y="472"/>
                    <a:pt x="2551"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3"/>
            <p:cNvSpPr/>
            <p:nvPr/>
          </p:nvSpPr>
          <p:spPr>
            <a:xfrm>
              <a:off x="2020850" y="3292332"/>
              <a:ext cx="108525" cy="53900"/>
            </a:xfrm>
            <a:custGeom>
              <a:rect b="b" l="l" r="r" t="t"/>
              <a:pathLst>
                <a:path extrusionOk="0" h="2156" w="4341">
                  <a:moveTo>
                    <a:pt x="2173" y="0"/>
                  </a:moveTo>
                  <a:cubicBezTo>
                    <a:pt x="2152" y="0"/>
                    <a:pt x="2131" y="1"/>
                    <a:pt x="2110" y="1"/>
                  </a:cubicBezTo>
                  <a:cubicBezTo>
                    <a:pt x="951" y="39"/>
                    <a:pt x="106" y="1061"/>
                    <a:pt x="0" y="2156"/>
                  </a:cubicBezTo>
                  <a:cubicBezTo>
                    <a:pt x="714" y="2152"/>
                    <a:pt x="1430" y="2144"/>
                    <a:pt x="2143" y="2142"/>
                  </a:cubicBezTo>
                  <a:cubicBezTo>
                    <a:pt x="2358" y="2141"/>
                    <a:pt x="2573" y="2141"/>
                    <a:pt x="2788" y="2141"/>
                  </a:cubicBezTo>
                  <a:cubicBezTo>
                    <a:pt x="3306" y="2141"/>
                    <a:pt x="3823" y="2143"/>
                    <a:pt x="4341" y="2144"/>
                  </a:cubicBezTo>
                  <a:cubicBezTo>
                    <a:pt x="4327" y="2122"/>
                    <a:pt x="4315" y="2094"/>
                    <a:pt x="4313" y="2061"/>
                  </a:cubicBezTo>
                  <a:cubicBezTo>
                    <a:pt x="4209" y="971"/>
                    <a:pt x="3308" y="0"/>
                    <a:pt x="2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3"/>
            <p:cNvSpPr/>
            <p:nvPr/>
          </p:nvSpPr>
          <p:spPr>
            <a:xfrm>
              <a:off x="2160700" y="3200657"/>
              <a:ext cx="64750" cy="63075"/>
            </a:xfrm>
            <a:custGeom>
              <a:rect b="b" l="l" r="r" t="t"/>
              <a:pathLst>
                <a:path extrusionOk="0" h="2523" w="2590">
                  <a:moveTo>
                    <a:pt x="1139" y="1"/>
                  </a:moveTo>
                  <a:cubicBezTo>
                    <a:pt x="1083" y="1"/>
                    <a:pt x="1027" y="4"/>
                    <a:pt x="972" y="11"/>
                  </a:cubicBezTo>
                  <a:cubicBezTo>
                    <a:pt x="961" y="27"/>
                    <a:pt x="947" y="43"/>
                    <a:pt x="924" y="55"/>
                  </a:cubicBezTo>
                  <a:cubicBezTo>
                    <a:pt x="347" y="353"/>
                    <a:pt x="1" y="930"/>
                    <a:pt x="111" y="1593"/>
                  </a:cubicBezTo>
                  <a:cubicBezTo>
                    <a:pt x="209" y="2168"/>
                    <a:pt x="678" y="2522"/>
                    <a:pt x="1234" y="2522"/>
                  </a:cubicBezTo>
                  <a:cubicBezTo>
                    <a:pt x="1281" y="2522"/>
                    <a:pt x="1329" y="2520"/>
                    <a:pt x="1377" y="2514"/>
                  </a:cubicBezTo>
                  <a:cubicBezTo>
                    <a:pt x="1984" y="2447"/>
                    <a:pt x="2589" y="1988"/>
                    <a:pt x="2582" y="1332"/>
                  </a:cubicBezTo>
                  <a:cubicBezTo>
                    <a:pt x="2573" y="587"/>
                    <a:pt x="1852" y="1"/>
                    <a:pt x="1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3"/>
            <p:cNvSpPr/>
            <p:nvPr/>
          </p:nvSpPr>
          <p:spPr>
            <a:xfrm>
              <a:off x="2076475" y="3119832"/>
              <a:ext cx="87500" cy="38975"/>
            </a:xfrm>
            <a:custGeom>
              <a:rect b="b" l="l" r="r" t="t"/>
              <a:pathLst>
                <a:path extrusionOk="0" h="1559" w="3500">
                  <a:moveTo>
                    <a:pt x="3499" y="0"/>
                  </a:moveTo>
                  <a:lnTo>
                    <a:pt x="3499" y="0"/>
                  </a:lnTo>
                  <a:cubicBezTo>
                    <a:pt x="2442" y="8"/>
                    <a:pt x="1386" y="14"/>
                    <a:pt x="329" y="21"/>
                  </a:cubicBezTo>
                  <a:cubicBezTo>
                    <a:pt x="221" y="21"/>
                    <a:pt x="110" y="21"/>
                    <a:pt x="1" y="24"/>
                  </a:cubicBezTo>
                  <a:cubicBezTo>
                    <a:pt x="187" y="844"/>
                    <a:pt x="887" y="1558"/>
                    <a:pt x="1767" y="1558"/>
                  </a:cubicBezTo>
                  <a:cubicBezTo>
                    <a:pt x="1793" y="1558"/>
                    <a:pt x="1819" y="1558"/>
                    <a:pt x="1846" y="1557"/>
                  </a:cubicBezTo>
                  <a:cubicBezTo>
                    <a:pt x="2818" y="1508"/>
                    <a:pt x="3215" y="781"/>
                    <a:pt x="3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3"/>
            <p:cNvSpPr/>
            <p:nvPr/>
          </p:nvSpPr>
          <p:spPr>
            <a:xfrm>
              <a:off x="1959200" y="3176307"/>
              <a:ext cx="92100" cy="70600"/>
            </a:xfrm>
            <a:custGeom>
              <a:rect b="b" l="l" r="r" t="t"/>
              <a:pathLst>
                <a:path extrusionOk="0" h="2824" w="3684">
                  <a:moveTo>
                    <a:pt x="1712" y="0"/>
                  </a:moveTo>
                  <a:cubicBezTo>
                    <a:pt x="1615" y="0"/>
                    <a:pt x="1517" y="6"/>
                    <a:pt x="1418" y="15"/>
                  </a:cubicBezTo>
                  <a:cubicBezTo>
                    <a:pt x="1421" y="18"/>
                    <a:pt x="1425" y="18"/>
                    <a:pt x="1429" y="20"/>
                  </a:cubicBezTo>
                  <a:cubicBezTo>
                    <a:pt x="1501" y="54"/>
                    <a:pt x="1459" y="162"/>
                    <a:pt x="1389" y="162"/>
                  </a:cubicBezTo>
                  <a:cubicBezTo>
                    <a:pt x="1383" y="162"/>
                    <a:pt x="1376" y="161"/>
                    <a:pt x="1369" y="159"/>
                  </a:cubicBezTo>
                  <a:cubicBezTo>
                    <a:pt x="1258" y="126"/>
                    <a:pt x="1156" y="110"/>
                    <a:pt x="1062" y="110"/>
                  </a:cubicBezTo>
                  <a:cubicBezTo>
                    <a:pt x="156" y="110"/>
                    <a:pt x="0" y="1519"/>
                    <a:pt x="355" y="2137"/>
                  </a:cubicBezTo>
                  <a:cubicBezTo>
                    <a:pt x="625" y="2606"/>
                    <a:pt x="1106" y="2823"/>
                    <a:pt x="1604" y="2823"/>
                  </a:cubicBezTo>
                  <a:cubicBezTo>
                    <a:pt x="1840" y="2823"/>
                    <a:pt x="2080" y="2774"/>
                    <a:pt x="2304" y="2680"/>
                  </a:cubicBezTo>
                  <a:cubicBezTo>
                    <a:pt x="3168" y="2318"/>
                    <a:pt x="3683" y="1234"/>
                    <a:pt x="2946" y="480"/>
                  </a:cubicBezTo>
                  <a:cubicBezTo>
                    <a:pt x="2597" y="119"/>
                    <a:pt x="2163" y="0"/>
                    <a:pt x="1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3"/>
            <p:cNvSpPr/>
            <p:nvPr/>
          </p:nvSpPr>
          <p:spPr>
            <a:xfrm>
              <a:off x="1835025" y="3249307"/>
              <a:ext cx="84200" cy="59650"/>
            </a:xfrm>
            <a:custGeom>
              <a:rect b="b" l="l" r="r" t="t"/>
              <a:pathLst>
                <a:path extrusionOk="0" h="2386" w="3368">
                  <a:moveTo>
                    <a:pt x="1063" y="0"/>
                  </a:moveTo>
                  <a:cubicBezTo>
                    <a:pt x="425" y="238"/>
                    <a:pt x="0" y="849"/>
                    <a:pt x="280" y="1570"/>
                  </a:cubicBezTo>
                  <a:cubicBezTo>
                    <a:pt x="501" y="2143"/>
                    <a:pt x="1104" y="2385"/>
                    <a:pt x="1694" y="2385"/>
                  </a:cubicBezTo>
                  <a:cubicBezTo>
                    <a:pt x="1844" y="2385"/>
                    <a:pt x="1993" y="2370"/>
                    <a:pt x="2135" y="2340"/>
                  </a:cubicBezTo>
                  <a:cubicBezTo>
                    <a:pt x="2885" y="2183"/>
                    <a:pt x="3367" y="1413"/>
                    <a:pt x="3000" y="682"/>
                  </a:cubicBezTo>
                  <a:cubicBezTo>
                    <a:pt x="2773" y="232"/>
                    <a:pt x="2327" y="43"/>
                    <a:pt x="1870" y="43"/>
                  </a:cubicBezTo>
                  <a:cubicBezTo>
                    <a:pt x="1662" y="43"/>
                    <a:pt x="1452" y="82"/>
                    <a:pt x="1259" y="153"/>
                  </a:cubicBezTo>
                  <a:cubicBezTo>
                    <a:pt x="1242" y="159"/>
                    <a:pt x="1226" y="162"/>
                    <a:pt x="1211" y="162"/>
                  </a:cubicBezTo>
                  <a:cubicBezTo>
                    <a:pt x="1128" y="162"/>
                    <a:pt x="1067" y="80"/>
                    <a:pt x="10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3"/>
            <p:cNvSpPr/>
            <p:nvPr/>
          </p:nvSpPr>
          <p:spPr>
            <a:xfrm>
              <a:off x="1829200" y="3121057"/>
              <a:ext cx="79850" cy="46025"/>
            </a:xfrm>
            <a:custGeom>
              <a:rect b="b" l="l" r="r" t="t"/>
              <a:pathLst>
                <a:path extrusionOk="0" h="1841" w="3194">
                  <a:moveTo>
                    <a:pt x="3193" y="0"/>
                  </a:moveTo>
                  <a:cubicBezTo>
                    <a:pt x="2696" y="2"/>
                    <a:pt x="2197" y="4"/>
                    <a:pt x="1698" y="7"/>
                  </a:cubicBezTo>
                  <a:cubicBezTo>
                    <a:pt x="1146" y="7"/>
                    <a:pt x="589" y="20"/>
                    <a:pt x="30" y="34"/>
                  </a:cubicBezTo>
                  <a:cubicBezTo>
                    <a:pt x="30" y="44"/>
                    <a:pt x="36" y="50"/>
                    <a:pt x="32" y="60"/>
                  </a:cubicBezTo>
                  <a:cubicBezTo>
                    <a:pt x="1" y="939"/>
                    <a:pt x="710" y="1840"/>
                    <a:pt x="1601" y="1840"/>
                  </a:cubicBezTo>
                  <a:cubicBezTo>
                    <a:pt x="1727" y="1840"/>
                    <a:pt x="1855" y="1822"/>
                    <a:pt x="1986" y="1784"/>
                  </a:cubicBezTo>
                  <a:cubicBezTo>
                    <a:pt x="2829" y="1540"/>
                    <a:pt x="3076" y="766"/>
                    <a:pt x="3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3"/>
            <p:cNvSpPr/>
            <p:nvPr/>
          </p:nvSpPr>
          <p:spPr>
            <a:xfrm>
              <a:off x="1696775" y="3167482"/>
              <a:ext cx="89200" cy="72525"/>
            </a:xfrm>
            <a:custGeom>
              <a:rect b="b" l="l" r="r" t="t"/>
              <a:pathLst>
                <a:path extrusionOk="0" h="2901" w="3568">
                  <a:moveTo>
                    <a:pt x="1992" y="0"/>
                  </a:moveTo>
                  <a:cubicBezTo>
                    <a:pt x="1603" y="0"/>
                    <a:pt x="1214" y="151"/>
                    <a:pt x="897" y="422"/>
                  </a:cubicBezTo>
                  <a:cubicBezTo>
                    <a:pt x="867" y="447"/>
                    <a:pt x="836" y="458"/>
                    <a:pt x="806" y="458"/>
                  </a:cubicBezTo>
                  <a:cubicBezTo>
                    <a:pt x="753" y="458"/>
                    <a:pt x="706" y="423"/>
                    <a:pt x="687" y="375"/>
                  </a:cubicBezTo>
                  <a:lnTo>
                    <a:pt x="687" y="375"/>
                  </a:lnTo>
                  <a:cubicBezTo>
                    <a:pt x="1" y="804"/>
                    <a:pt x="319" y="2038"/>
                    <a:pt x="871" y="2509"/>
                  </a:cubicBezTo>
                  <a:cubicBezTo>
                    <a:pt x="1173" y="2766"/>
                    <a:pt x="1544" y="2901"/>
                    <a:pt x="1910" y="2901"/>
                  </a:cubicBezTo>
                  <a:cubicBezTo>
                    <a:pt x="2304" y="2901"/>
                    <a:pt x="2692" y="2744"/>
                    <a:pt x="2979" y="2414"/>
                  </a:cubicBezTo>
                  <a:cubicBezTo>
                    <a:pt x="3504" y="1812"/>
                    <a:pt x="3568" y="821"/>
                    <a:pt x="2892" y="306"/>
                  </a:cubicBezTo>
                  <a:cubicBezTo>
                    <a:pt x="2616" y="97"/>
                    <a:pt x="2304" y="0"/>
                    <a:pt x="19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3"/>
            <p:cNvSpPr/>
            <p:nvPr/>
          </p:nvSpPr>
          <p:spPr>
            <a:xfrm>
              <a:off x="1671100" y="3297057"/>
              <a:ext cx="67300" cy="57775"/>
            </a:xfrm>
            <a:custGeom>
              <a:rect b="b" l="l" r="r" t="t"/>
              <a:pathLst>
                <a:path extrusionOk="0" h="2311" w="2692">
                  <a:moveTo>
                    <a:pt x="747" y="0"/>
                  </a:moveTo>
                  <a:cubicBezTo>
                    <a:pt x="506" y="0"/>
                    <a:pt x="258" y="45"/>
                    <a:pt x="12" y="142"/>
                  </a:cubicBezTo>
                  <a:cubicBezTo>
                    <a:pt x="14" y="866"/>
                    <a:pt x="14" y="1588"/>
                    <a:pt x="0" y="2311"/>
                  </a:cubicBezTo>
                  <a:cubicBezTo>
                    <a:pt x="864" y="2191"/>
                    <a:pt x="1744" y="2126"/>
                    <a:pt x="2628" y="2092"/>
                  </a:cubicBezTo>
                  <a:cubicBezTo>
                    <a:pt x="2618" y="2071"/>
                    <a:pt x="2616" y="2048"/>
                    <a:pt x="2616" y="2022"/>
                  </a:cubicBezTo>
                  <a:cubicBezTo>
                    <a:pt x="2692" y="850"/>
                    <a:pt x="1791"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3"/>
            <p:cNvSpPr/>
            <p:nvPr/>
          </p:nvSpPr>
          <p:spPr>
            <a:xfrm>
              <a:off x="1654700" y="3107932"/>
              <a:ext cx="856150" cy="255275"/>
            </a:xfrm>
            <a:custGeom>
              <a:rect b="b" l="l" r="r" t="t"/>
              <a:pathLst>
                <a:path extrusionOk="0" h="10211" w="34246">
                  <a:moveTo>
                    <a:pt x="20370" y="476"/>
                  </a:moveTo>
                  <a:lnTo>
                    <a:pt x="20370" y="476"/>
                  </a:lnTo>
                  <a:cubicBezTo>
                    <a:pt x="20086" y="1257"/>
                    <a:pt x="19689" y="1984"/>
                    <a:pt x="18717" y="2033"/>
                  </a:cubicBezTo>
                  <a:cubicBezTo>
                    <a:pt x="18690" y="2034"/>
                    <a:pt x="18664" y="2034"/>
                    <a:pt x="18638" y="2034"/>
                  </a:cubicBezTo>
                  <a:cubicBezTo>
                    <a:pt x="17758" y="2034"/>
                    <a:pt x="17058" y="1320"/>
                    <a:pt x="16872" y="500"/>
                  </a:cubicBezTo>
                  <a:cubicBezTo>
                    <a:pt x="16981" y="497"/>
                    <a:pt x="17092" y="497"/>
                    <a:pt x="17200" y="497"/>
                  </a:cubicBezTo>
                  <a:cubicBezTo>
                    <a:pt x="18257" y="490"/>
                    <a:pt x="19313" y="484"/>
                    <a:pt x="20370" y="476"/>
                  </a:cubicBezTo>
                  <a:close/>
                  <a:moveTo>
                    <a:pt x="10173" y="525"/>
                  </a:moveTo>
                  <a:lnTo>
                    <a:pt x="10173" y="525"/>
                  </a:lnTo>
                  <a:cubicBezTo>
                    <a:pt x="10056" y="1291"/>
                    <a:pt x="9809" y="2065"/>
                    <a:pt x="8966" y="2309"/>
                  </a:cubicBezTo>
                  <a:cubicBezTo>
                    <a:pt x="8835" y="2347"/>
                    <a:pt x="8707" y="2365"/>
                    <a:pt x="8581" y="2365"/>
                  </a:cubicBezTo>
                  <a:cubicBezTo>
                    <a:pt x="7690" y="2365"/>
                    <a:pt x="6981" y="1464"/>
                    <a:pt x="7012" y="585"/>
                  </a:cubicBezTo>
                  <a:cubicBezTo>
                    <a:pt x="7016" y="575"/>
                    <a:pt x="7010" y="569"/>
                    <a:pt x="7010" y="559"/>
                  </a:cubicBezTo>
                  <a:cubicBezTo>
                    <a:pt x="7569" y="545"/>
                    <a:pt x="8126" y="532"/>
                    <a:pt x="8678" y="532"/>
                  </a:cubicBezTo>
                  <a:cubicBezTo>
                    <a:pt x="9177" y="529"/>
                    <a:pt x="9675" y="527"/>
                    <a:pt x="10173" y="525"/>
                  </a:cubicBezTo>
                  <a:close/>
                  <a:moveTo>
                    <a:pt x="27098" y="426"/>
                  </a:moveTo>
                  <a:lnTo>
                    <a:pt x="27098" y="426"/>
                  </a:lnTo>
                  <a:cubicBezTo>
                    <a:pt x="27386" y="1513"/>
                    <a:pt x="26804" y="2787"/>
                    <a:pt x="25561" y="2787"/>
                  </a:cubicBezTo>
                  <a:cubicBezTo>
                    <a:pt x="25540" y="2787"/>
                    <a:pt x="25519" y="2786"/>
                    <a:pt x="25498" y="2786"/>
                  </a:cubicBezTo>
                  <a:cubicBezTo>
                    <a:pt x="24272" y="2743"/>
                    <a:pt x="23736" y="1241"/>
                    <a:pt x="24616" y="444"/>
                  </a:cubicBezTo>
                  <a:cubicBezTo>
                    <a:pt x="25442" y="440"/>
                    <a:pt x="26269" y="432"/>
                    <a:pt x="27098" y="426"/>
                  </a:cubicBezTo>
                  <a:close/>
                  <a:moveTo>
                    <a:pt x="30745" y="1729"/>
                  </a:moveTo>
                  <a:cubicBezTo>
                    <a:pt x="31234" y="1729"/>
                    <a:pt x="31728" y="1995"/>
                    <a:pt x="32071" y="2367"/>
                  </a:cubicBezTo>
                  <a:cubicBezTo>
                    <a:pt x="31619" y="2956"/>
                    <a:pt x="31184" y="3559"/>
                    <a:pt x="30792" y="4180"/>
                  </a:cubicBezTo>
                  <a:cubicBezTo>
                    <a:pt x="30751" y="4176"/>
                    <a:pt x="30707" y="4170"/>
                    <a:pt x="30665" y="4162"/>
                  </a:cubicBezTo>
                  <a:cubicBezTo>
                    <a:pt x="30681" y="4094"/>
                    <a:pt x="30645" y="4018"/>
                    <a:pt x="30550" y="4011"/>
                  </a:cubicBezTo>
                  <a:cubicBezTo>
                    <a:pt x="29506" y="3933"/>
                    <a:pt x="29132" y="2732"/>
                    <a:pt x="29906" y="2049"/>
                  </a:cubicBezTo>
                  <a:cubicBezTo>
                    <a:pt x="30162" y="1824"/>
                    <a:pt x="30452" y="1729"/>
                    <a:pt x="30745" y="1729"/>
                  </a:cubicBezTo>
                  <a:close/>
                  <a:moveTo>
                    <a:pt x="16819" y="7376"/>
                  </a:moveTo>
                  <a:cubicBezTo>
                    <a:pt x="17954" y="7376"/>
                    <a:pt x="18855" y="8347"/>
                    <a:pt x="18959" y="9437"/>
                  </a:cubicBezTo>
                  <a:cubicBezTo>
                    <a:pt x="18961" y="9470"/>
                    <a:pt x="18973" y="9497"/>
                    <a:pt x="18987" y="9520"/>
                  </a:cubicBezTo>
                  <a:cubicBezTo>
                    <a:pt x="18469" y="9519"/>
                    <a:pt x="17952" y="9517"/>
                    <a:pt x="17434" y="9517"/>
                  </a:cubicBezTo>
                  <a:cubicBezTo>
                    <a:pt x="17219" y="9517"/>
                    <a:pt x="17004" y="9517"/>
                    <a:pt x="16789" y="9518"/>
                  </a:cubicBezTo>
                  <a:cubicBezTo>
                    <a:pt x="16076" y="9520"/>
                    <a:pt x="15360" y="9528"/>
                    <a:pt x="14646" y="9532"/>
                  </a:cubicBezTo>
                  <a:cubicBezTo>
                    <a:pt x="14752" y="8437"/>
                    <a:pt x="15597" y="7415"/>
                    <a:pt x="16756" y="7377"/>
                  </a:cubicBezTo>
                  <a:cubicBezTo>
                    <a:pt x="16777" y="7377"/>
                    <a:pt x="16798" y="7376"/>
                    <a:pt x="16819" y="7376"/>
                  </a:cubicBezTo>
                  <a:close/>
                  <a:moveTo>
                    <a:pt x="26278" y="6703"/>
                  </a:moveTo>
                  <a:cubicBezTo>
                    <a:pt x="26949" y="6703"/>
                    <a:pt x="27574" y="7175"/>
                    <a:pt x="27745" y="7842"/>
                  </a:cubicBezTo>
                  <a:cubicBezTo>
                    <a:pt x="27938" y="8585"/>
                    <a:pt x="27492" y="9248"/>
                    <a:pt x="26862" y="9582"/>
                  </a:cubicBezTo>
                  <a:cubicBezTo>
                    <a:pt x="26599" y="9578"/>
                    <a:pt x="26339" y="9574"/>
                    <a:pt x="26075" y="9571"/>
                  </a:cubicBezTo>
                  <a:cubicBezTo>
                    <a:pt x="26066" y="9536"/>
                    <a:pt x="26045" y="9506"/>
                    <a:pt x="26009" y="9500"/>
                  </a:cubicBezTo>
                  <a:cubicBezTo>
                    <a:pt x="24399" y="9198"/>
                    <a:pt x="24470" y="6906"/>
                    <a:pt x="26112" y="6713"/>
                  </a:cubicBezTo>
                  <a:cubicBezTo>
                    <a:pt x="26168" y="6706"/>
                    <a:pt x="26223" y="6703"/>
                    <a:pt x="26278" y="6703"/>
                  </a:cubicBezTo>
                  <a:close/>
                  <a:moveTo>
                    <a:pt x="33660" y="377"/>
                  </a:moveTo>
                  <a:cubicBezTo>
                    <a:pt x="33212" y="931"/>
                    <a:pt x="32751" y="1492"/>
                    <a:pt x="32300" y="2067"/>
                  </a:cubicBezTo>
                  <a:cubicBezTo>
                    <a:pt x="31884" y="1633"/>
                    <a:pt x="31300" y="1369"/>
                    <a:pt x="30733" y="1369"/>
                  </a:cubicBezTo>
                  <a:cubicBezTo>
                    <a:pt x="30228" y="1369"/>
                    <a:pt x="29736" y="1579"/>
                    <a:pt x="29389" y="2065"/>
                  </a:cubicBezTo>
                  <a:cubicBezTo>
                    <a:pt x="28777" y="2923"/>
                    <a:pt x="29304" y="4273"/>
                    <a:pt x="30387" y="4273"/>
                  </a:cubicBezTo>
                  <a:cubicBezTo>
                    <a:pt x="30440" y="4273"/>
                    <a:pt x="30494" y="4270"/>
                    <a:pt x="30550" y="4263"/>
                  </a:cubicBezTo>
                  <a:cubicBezTo>
                    <a:pt x="30552" y="4263"/>
                    <a:pt x="30552" y="4261"/>
                    <a:pt x="30555" y="4261"/>
                  </a:cubicBezTo>
                  <a:cubicBezTo>
                    <a:pt x="30603" y="4279"/>
                    <a:pt x="30651" y="4302"/>
                    <a:pt x="30701" y="4323"/>
                  </a:cubicBezTo>
                  <a:cubicBezTo>
                    <a:pt x="30552" y="4563"/>
                    <a:pt x="30412" y="4803"/>
                    <a:pt x="30280" y="5048"/>
                  </a:cubicBezTo>
                  <a:cubicBezTo>
                    <a:pt x="30150" y="5085"/>
                    <a:pt x="30054" y="5214"/>
                    <a:pt x="30150" y="5362"/>
                  </a:cubicBezTo>
                  <a:cubicBezTo>
                    <a:pt x="30592" y="6027"/>
                    <a:pt x="31037" y="6703"/>
                    <a:pt x="31500" y="7373"/>
                  </a:cubicBezTo>
                  <a:cubicBezTo>
                    <a:pt x="30758" y="7854"/>
                    <a:pt x="30534" y="8918"/>
                    <a:pt x="30970" y="9671"/>
                  </a:cubicBezTo>
                  <a:cubicBezTo>
                    <a:pt x="29816" y="9640"/>
                    <a:pt x="28661" y="9615"/>
                    <a:pt x="27507" y="9594"/>
                  </a:cubicBezTo>
                  <a:cubicBezTo>
                    <a:pt x="28652" y="8597"/>
                    <a:pt x="28036" y="6335"/>
                    <a:pt x="26333" y="6335"/>
                  </a:cubicBezTo>
                  <a:cubicBezTo>
                    <a:pt x="26246" y="6335"/>
                    <a:pt x="26157" y="6340"/>
                    <a:pt x="26064" y="6353"/>
                  </a:cubicBezTo>
                  <a:cubicBezTo>
                    <a:pt x="25166" y="6472"/>
                    <a:pt x="24369" y="7301"/>
                    <a:pt x="24446" y="8234"/>
                  </a:cubicBezTo>
                  <a:cubicBezTo>
                    <a:pt x="24490" y="8777"/>
                    <a:pt x="24812" y="9315"/>
                    <a:pt x="25281" y="9562"/>
                  </a:cubicBezTo>
                  <a:cubicBezTo>
                    <a:pt x="23287" y="9536"/>
                    <a:pt x="21291" y="9522"/>
                    <a:pt x="19299" y="9520"/>
                  </a:cubicBezTo>
                  <a:cubicBezTo>
                    <a:pt x="19308" y="9498"/>
                    <a:pt x="19315" y="9470"/>
                    <a:pt x="19310" y="9437"/>
                  </a:cubicBezTo>
                  <a:cubicBezTo>
                    <a:pt x="19183" y="8160"/>
                    <a:pt x="18153" y="7040"/>
                    <a:pt x="16818" y="7040"/>
                  </a:cubicBezTo>
                  <a:cubicBezTo>
                    <a:pt x="16798" y="7040"/>
                    <a:pt x="16777" y="7040"/>
                    <a:pt x="16756" y="7041"/>
                  </a:cubicBezTo>
                  <a:cubicBezTo>
                    <a:pt x="15429" y="7075"/>
                    <a:pt x="14427" y="8257"/>
                    <a:pt x="14410" y="9532"/>
                  </a:cubicBezTo>
                  <a:cubicBezTo>
                    <a:pt x="12464" y="9546"/>
                    <a:pt x="10517" y="9566"/>
                    <a:pt x="8574" y="9599"/>
                  </a:cubicBezTo>
                  <a:cubicBezTo>
                    <a:pt x="7940" y="9610"/>
                    <a:pt x="7299" y="9611"/>
                    <a:pt x="6655" y="9611"/>
                  </a:cubicBezTo>
                  <a:cubicBezTo>
                    <a:pt x="6565" y="9611"/>
                    <a:pt x="6475" y="9611"/>
                    <a:pt x="6385" y="9611"/>
                  </a:cubicBezTo>
                  <a:cubicBezTo>
                    <a:pt x="5456" y="9611"/>
                    <a:pt x="4522" y="9612"/>
                    <a:pt x="3594" y="9643"/>
                  </a:cubicBezTo>
                  <a:cubicBezTo>
                    <a:pt x="3600" y="9624"/>
                    <a:pt x="3605" y="9608"/>
                    <a:pt x="3608" y="9587"/>
                  </a:cubicBezTo>
                  <a:cubicBezTo>
                    <a:pt x="3677" y="8268"/>
                    <a:pt x="2654" y="7291"/>
                    <a:pt x="1488" y="7291"/>
                  </a:cubicBezTo>
                  <a:cubicBezTo>
                    <a:pt x="1218" y="7291"/>
                    <a:pt x="940" y="7343"/>
                    <a:pt x="666" y="7456"/>
                  </a:cubicBezTo>
                  <a:cubicBezTo>
                    <a:pt x="650" y="5178"/>
                    <a:pt x="585" y="2896"/>
                    <a:pt x="642" y="615"/>
                  </a:cubicBezTo>
                  <a:cubicBezTo>
                    <a:pt x="645" y="591"/>
                    <a:pt x="638" y="575"/>
                    <a:pt x="634" y="555"/>
                  </a:cubicBezTo>
                  <a:lnTo>
                    <a:pt x="634" y="555"/>
                  </a:lnTo>
                  <a:cubicBezTo>
                    <a:pt x="1471" y="625"/>
                    <a:pt x="2319" y="649"/>
                    <a:pt x="3173" y="649"/>
                  </a:cubicBezTo>
                  <a:cubicBezTo>
                    <a:pt x="4371" y="649"/>
                    <a:pt x="5579" y="601"/>
                    <a:pt x="6775" y="566"/>
                  </a:cubicBezTo>
                  <a:lnTo>
                    <a:pt x="6775" y="566"/>
                  </a:lnTo>
                  <a:cubicBezTo>
                    <a:pt x="6773" y="573"/>
                    <a:pt x="6771" y="578"/>
                    <a:pt x="6768" y="585"/>
                  </a:cubicBezTo>
                  <a:cubicBezTo>
                    <a:pt x="6646" y="1649"/>
                    <a:pt x="7514" y="2713"/>
                    <a:pt x="8595" y="2713"/>
                  </a:cubicBezTo>
                  <a:cubicBezTo>
                    <a:pt x="8684" y="2713"/>
                    <a:pt x="8775" y="2706"/>
                    <a:pt x="8867" y="2691"/>
                  </a:cubicBezTo>
                  <a:cubicBezTo>
                    <a:pt x="9781" y="2538"/>
                    <a:pt x="10732" y="1466"/>
                    <a:pt x="10377" y="524"/>
                  </a:cubicBezTo>
                  <a:cubicBezTo>
                    <a:pt x="12453" y="518"/>
                    <a:pt x="14529" y="510"/>
                    <a:pt x="16605" y="500"/>
                  </a:cubicBezTo>
                  <a:cubicBezTo>
                    <a:pt x="16745" y="1523"/>
                    <a:pt x="17598" y="2376"/>
                    <a:pt x="18652" y="2376"/>
                  </a:cubicBezTo>
                  <a:cubicBezTo>
                    <a:pt x="18708" y="2376"/>
                    <a:pt x="18764" y="2374"/>
                    <a:pt x="18821" y="2369"/>
                  </a:cubicBezTo>
                  <a:cubicBezTo>
                    <a:pt x="19721" y="2291"/>
                    <a:pt x="20735" y="1430"/>
                    <a:pt x="20705" y="474"/>
                  </a:cubicBezTo>
                  <a:cubicBezTo>
                    <a:pt x="21894" y="466"/>
                    <a:pt x="23083" y="456"/>
                    <a:pt x="24275" y="448"/>
                  </a:cubicBezTo>
                  <a:lnTo>
                    <a:pt x="24275" y="448"/>
                  </a:lnTo>
                  <a:cubicBezTo>
                    <a:pt x="23446" y="1275"/>
                    <a:pt x="23951" y="2828"/>
                    <a:pt x="25154" y="3090"/>
                  </a:cubicBezTo>
                  <a:cubicBezTo>
                    <a:pt x="25307" y="3123"/>
                    <a:pt x="25455" y="3139"/>
                    <a:pt x="25597" y="3139"/>
                  </a:cubicBezTo>
                  <a:cubicBezTo>
                    <a:pt x="26951" y="3139"/>
                    <a:pt x="27763" y="1710"/>
                    <a:pt x="27452" y="423"/>
                  </a:cubicBezTo>
                  <a:cubicBezTo>
                    <a:pt x="29520" y="409"/>
                    <a:pt x="31591" y="395"/>
                    <a:pt x="33660" y="377"/>
                  </a:cubicBezTo>
                  <a:close/>
                  <a:moveTo>
                    <a:pt x="31642" y="7581"/>
                  </a:moveTo>
                  <a:cubicBezTo>
                    <a:pt x="32162" y="8322"/>
                    <a:pt x="32699" y="9049"/>
                    <a:pt x="33272" y="9733"/>
                  </a:cubicBezTo>
                  <a:cubicBezTo>
                    <a:pt x="32653" y="9715"/>
                    <a:pt x="32037" y="9698"/>
                    <a:pt x="31418" y="9681"/>
                  </a:cubicBezTo>
                  <a:cubicBezTo>
                    <a:pt x="30910" y="9054"/>
                    <a:pt x="31011" y="8082"/>
                    <a:pt x="31642" y="7581"/>
                  </a:cubicBezTo>
                  <a:close/>
                  <a:moveTo>
                    <a:pt x="1403" y="7565"/>
                  </a:moveTo>
                  <a:cubicBezTo>
                    <a:pt x="2447" y="7565"/>
                    <a:pt x="3348" y="8415"/>
                    <a:pt x="3272" y="9587"/>
                  </a:cubicBezTo>
                  <a:cubicBezTo>
                    <a:pt x="3272" y="9613"/>
                    <a:pt x="3274" y="9636"/>
                    <a:pt x="3284" y="9657"/>
                  </a:cubicBezTo>
                  <a:cubicBezTo>
                    <a:pt x="2400" y="9691"/>
                    <a:pt x="1520" y="9756"/>
                    <a:pt x="656" y="9876"/>
                  </a:cubicBezTo>
                  <a:cubicBezTo>
                    <a:pt x="670" y="9153"/>
                    <a:pt x="670" y="8431"/>
                    <a:pt x="668" y="7707"/>
                  </a:cubicBezTo>
                  <a:cubicBezTo>
                    <a:pt x="914" y="7610"/>
                    <a:pt x="1162" y="7565"/>
                    <a:pt x="1403" y="7565"/>
                  </a:cubicBezTo>
                  <a:close/>
                  <a:moveTo>
                    <a:pt x="34016" y="1"/>
                  </a:moveTo>
                  <a:cubicBezTo>
                    <a:pt x="34015" y="1"/>
                    <a:pt x="34014" y="1"/>
                    <a:pt x="34013" y="1"/>
                  </a:cubicBezTo>
                  <a:cubicBezTo>
                    <a:pt x="31753" y="21"/>
                    <a:pt x="29490" y="44"/>
                    <a:pt x="27230" y="67"/>
                  </a:cubicBezTo>
                  <a:lnTo>
                    <a:pt x="27220" y="67"/>
                  </a:lnTo>
                  <a:cubicBezTo>
                    <a:pt x="23880" y="102"/>
                    <a:pt x="20541" y="136"/>
                    <a:pt x="17200" y="169"/>
                  </a:cubicBezTo>
                  <a:cubicBezTo>
                    <a:pt x="14436" y="196"/>
                    <a:pt x="11672" y="227"/>
                    <a:pt x="8909" y="257"/>
                  </a:cubicBezTo>
                  <a:cubicBezTo>
                    <a:pt x="8721" y="259"/>
                    <a:pt x="8533" y="260"/>
                    <a:pt x="8344" y="260"/>
                  </a:cubicBezTo>
                  <a:cubicBezTo>
                    <a:pt x="6826" y="260"/>
                    <a:pt x="5276" y="198"/>
                    <a:pt x="3738" y="198"/>
                  </a:cubicBezTo>
                  <a:cubicBezTo>
                    <a:pt x="2609" y="198"/>
                    <a:pt x="1487" y="232"/>
                    <a:pt x="387" y="347"/>
                  </a:cubicBezTo>
                  <a:cubicBezTo>
                    <a:pt x="334" y="351"/>
                    <a:pt x="304" y="386"/>
                    <a:pt x="296" y="423"/>
                  </a:cubicBezTo>
                  <a:cubicBezTo>
                    <a:pt x="232" y="458"/>
                    <a:pt x="181" y="520"/>
                    <a:pt x="179" y="615"/>
                  </a:cubicBezTo>
                  <a:cubicBezTo>
                    <a:pt x="97" y="3689"/>
                    <a:pt x="0" y="6862"/>
                    <a:pt x="324" y="9926"/>
                  </a:cubicBezTo>
                  <a:cubicBezTo>
                    <a:pt x="335" y="10031"/>
                    <a:pt x="420" y="10083"/>
                    <a:pt x="502" y="10083"/>
                  </a:cubicBezTo>
                  <a:cubicBezTo>
                    <a:pt x="503" y="10083"/>
                    <a:pt x="505" y="10083"/>
                    <a:pt x="507" y="10083"/>
                  </a:cubicBezTo>
                  <a:cubicBezTo>
                    <a:pt x="527" y="10107"/>
                    <a:pt x="555" y="10125"/>
                    <a:pt x="587" y="10127"/>
                  </a:cubicBezTo>
                  <a:cubicBezTo>
                    <a:pt x="1323" y="10187"/>
                    <a:pt x="2066" y="10210"/>
                    <a:pt x="2812" y="10210"/>
                  </a:cubicBezTo>
                  <a:cubicBezTo>
                    <a:pt x="4808" y="10210"/>
                    <a:pt x="6828" y="10048"/>
                    <a:pt x="8802" y="10015"/>
                  </a:cubicBezTo>
                  <a:cubicBezTo>
                    <a:pt x="11541" y="9968"/>
                    <a:pt x="14279" y="9945"/>
                    <a:pt x="17018" y="9940"/>
                  </a:cubicBezTo>
                  <a:cubicBezTo>
                    <a:pt x="17243" y="9940"/>
                    <a:pt x="17468" y="9939"/>
                    <a:pt x="17692" y="9939"/>
                  </a:cubicBezTo>
                  <a:cubicBezTo>
                    <a:pt x="22945" y="9939"/>
                    <a:pt x="28196" y="10034"/>
                    <a:pt x="33448" y="10153"/>
                  </a:cubicBezTo>
                  <a:cubicBezTo>
                    <a:pt x="33451" y="10153"/>
                    <a:pt x="33455" y="10153"/>
                    <a:pt x="33458" y="10153"/>
                  </a:cubicBezTo>
                  <a:cubicBezTo>
                    <a:pt x="33587" y="10153"/>
                    <a:pt x="33649" y="10051"/>
                    <a:pt x="33649" y="9947"/>
                  </a:cubicBezTo>
                  <a:cubicBezTo>
                    <a:pt x="33703" y="9902"/>
                    <a:pt x="33731" y="9822"/>
                    <a:pt x="33690" y="9749"/>
                  </a:cubicBezTo>
                  <a:cubicBezTo>
                    <a:pt x="32796" y="8156"/>
                    <a:pt x="31656" y="6634"/>
                    <a:pt x="30566" y="5168"/>
                  </a:cubicBezTo>
                  <a:cubicBezTo>
                    <a:pt x="31804" y="3691"/>
                    <a:pt x="32858" y="2042"/>
                    <a:pt x="34071" y="541"/>
                  </a:cubicBezTo>
                  <a:cubicBezTo>
                    <a:pt x="34121" y="478"/>
                    <a:pt x="34129" y="407"/>
                    <a:pt x="34110" y="345"/>
                  </a:cubicBezTo>
                  <a:cubicBezTo>
                    <a:pt x="34246" y="257"/>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3"/>
            <p:cNvSpPr/>
            <p:nvPr/>
          </p:nvSpPr>
          <p:spPr>
            <a:xfrm>
              <a:off x="1669300" y="3117332"/>
              <a:ext cx="826900" cy="232375"/>
            </a:xfrm>
            <a:custGeom>
              <a:rect b="b" l="l" r="r" t="t"/>
              <a:pathLst>
                <a:path extrusionOk="0" h="9295" w="33076">
                  <a:moveTo>
                    <a:pt x="3056" y="1686"/>
                  </a:moveTo>
                  <a:cubicBezTo>
                    <a:pt x="3570" y="1686"/>
                    <a:pt x="4094" y="1891"/>
                    <a:pt x="4432" y="2263"/>
                  </a:cubicBezTo>
                  <a:cubicBezTo>
                    <a:pt x="5136" y="3040"/>
                    <a:pt x="4857" y="4311"/>
                    <a:pt x="4062" y="4915"/>
                  </a:cubicBezTo>
                  <a:cubicBezTo>
                    <a:pt x="3753" y="5149"/>
                    <a:pt x="3399" y="5254"/>
                    <a:pt x="3045" y="5254"/>
                  </a:cubicBezTo>
                  <a:cubicBezTo>
                    <a:pt x="2342" y="5254"/>
                    <a:pt x="1638" y="4841"/>
                    <a:pt x="1280" y="4201"/>
                  </a:cubicBezTo>
                  <a:cubicBezTo>
                    <a:pt x="851" y="3438"/>
                    <a:pt x="1086" y="2201"/>
                    <a:pt x="2016" y="2035"/>
                  </a:cubicBezTo>
                  <a:cubicBezTo>
                    <a:pt x="2305" y="1797"/>
                    <a:pt x="2678" y="1686"/>
                    <a:pt x="3056" y="1686"/>
                  </a:cubicBezTo>
                  <a:close/>
                  <a:moveTo>
                    <a:pt x="13253" y="2014"/>
                  </a:moveTo>
                  <a:cubicBezTo>
                    <a:pt x="14089" y="2014"/>
                    <a:pt x="14909" y="2361"/>
                    <a:pt x="15200" y="3227"/>
                  </a:cubicBezTo>
                  <a:cubicBezTo>
                    <a:pt x="15568" y="4323"/>
                    <a:pt x="14579" y="5358"/>
                    <a:pt x="13550" y="5526"/>
                  </a:cubicBezTo>
                  <a:cubicBezTo>
                    <a:pt x="13440" y="5544"/>
                    <a:pt x="13331" y="5553"/>
                    <a:pt x="13223" y="5553"/>
                  </a:cubicBezTo>
                  <a:cubicBezTo>
                    <a:pt x="12307" y="5553"/>
                    <a:pt x="11515" y="4917"/>
                    <a:pt x="11407" y="3954"/>
                  </a:cubicBezTo>
                  <a:cubicBezTo>
                    <a:pt x="11347" y="3418"/>
                    <a:pt x="11578" y="2795"/>
                    <a:pt x="11989" y="2478"/>
                  </a:cubicBezTo>
                  <a:cubicBezTo>
                    <a:pt x="11945" y="2402"/>
                    <a:pt x="11963" y="2287"/>
                    <a:pt x="12072" y="2243"/>
                  </a:cubicBezTo>
                  <a:cubicBezTo>
                    <a:pt x="12430" y="2097"/>
                    <a:pt x="12843" y="2014"/>
                    <a:pt x="13253" y="2014"/>
                  </a:cubicBezTo>
                  <a:close/>
                  <a:moveTo>
                    <a:pt x="20950" y="3089"/>
                  </a:moveTo>
                  <a:cubicBezTo>
                    <a:pt x="21705" y="3089"/>
                    <a:pt x="22417" y="3659"/>
                    <a:pt x="22568" y="4428"/>
                  </a:cubicBezTo>
                  <a:cubicBezTo>
                    <a:pt x="22739" y="5291"/>
                    <a:pt x="22057" y="6021"/>
                    <a:pt x="21248" y="6186"/>
                  </a:cubicBezTo>
                  <a:cubicBezTo>
                    <a:pt x="21135" y="6209"/>
                    <a:pt x="21022" y="6220"/>
                    <a:pt x="20911" y="6220"/>
                  </a:cubicBezTo>
                  <a:cubicBezTo>
                    <a:pt x="20202" y="6220"/>
                    <a:pt x="19569" y="5761"/>
                    <a:pt x="19435" y="5018"/>
                  </a:cubicBezTo>
                  <a:cubicBezTo>
                    <a:pt x="19299" y="4265"/>
                    <a:pt x="19682" y="3335"/>
                    <a:pt x="20467" y="3120"/>
                  </a:cubicBezTo>
                  <a:cubicBezTo>
                    <a:pt x="20480" y="3116"/>
                    <a:pt x="20493" y="3114"/>
                    <a:pt x="20506" y="3114"/>
                  </a:cubicBezTo>
                  <a:cubicBezTo>
                    <a:pt x="20533" y="3114"/>
                    <a:pt x="20558" y="3122"/>
                    <a:pt x="20578" y="3136"/>
                  </a:cubicBezTo>
                  <a:cubicBezTo>
                    <a:pt x="20701" y="3104"/>
                    <a:pt x="20826" y="3089"/>
                    <a:pt x="20950" y="3089"/>
                  </a:cubicBezTo>
                  <a:close/>
                  <a:moveTo>
                    <a:pt x="7910" y="4951"/>
                  </a:moveTo>
                  <a:cubicBezTo>
                    <a:pt x="7969" y="4951"/>
                    <a:pt x="8028" y="4955"/>
                    <a:pt x="8089" y="4963"/>
                  </a:cubicBezTo>
                  <a:cubicBezTo>
                    <a:pt x="8128" y="4967"/>
                    <a:pt x="8156" y="4989"/>
                    <a:pt x="8174" y="5013"/>
                  </a:cubicBezTo>
                  <a:cubicBezTo>
                    <a:pt x="8286" y="4992"/>
                    <a:pt x="8400" y="4981"/>
                    <a:pt x="8514" y="4981"/>
                  </a:cubicBezTo>
                  <a:cubicBezTo>
                    <a:pt x="9153" y="4981"/>
                    <a:pt x="9784" y="5313"/>
                    <a:pt x="10019" y="5955"/>
                  </a:cubicBezTo>
                  <a:cubicBezTo>
                    <a:pt x="10370" y="6916"/>
                    <a:pt x="9724" y="7832"/>
                    <a:pt x="8760" y="7983"/>
                  </a:cubicBezTo>
                  <a:cubicBezTo>
                    <a:pt x="8622" y="8004"/>
                    <a:pt x="8480" y="8016"/>
                    <a:pt x="8339" y="8016"/>
                  </a:cubicBezTo>
                  <a:cubicBezTo>
                    <a:pt x="7479" y="8016"/>
                    <a:pt x="6626" y="7606"/>
                    <a:pt x="6478" y="6660"/>
                  </a:cubicBezTo>
                  <a:cubicBezTo>
                    <a:pt x="6339" y="5780"/>
                    <a:pt x="7036" y="4951"/>
                    <a:pt x="7910" y="4951"/>
                  </a:cubicBezTo>
                  <a:close/>
                  <a:moveTo>
                    <a:pt x="33076" y="1"/>
                  </a:moveTo>
                  <a:cubicBezTo>
                    <a:pt x="31007" y="19"/>
                    <a:pt x="28936" y="34"/>
                    <a:pt x="26868" y="48"/>
                  </a:cubicBezTo>
                  <a:cubicBezTo>
                    <a:pt x="27179" y="1335"/>
                    <a:pt x="26367" y="2763"/>
                    <a:pt x="25013" y="2763"/>
                  </a:cubicBezTo>
                  <a:cubicBezTo>
                    <a:pt x="24871" y="2763"/>
                    <a:pt x="24723" y="2747"/>
                    <a:pt x="24570" y="2714"/>
                  </a:cubicBezTo>
                  <a:cubicBezTo>
                    <a:pt x="23367" y="2453"/>
                    <a:pt x="22862" y="899"/>
                    <a:pt x="23691" y="72"/>
                  </a:cubicBezTo>
                  <a:lnTo>
                    <a:pt x="23691" y="72"/>
                  </a:lnTo>
                  <a:cubicBezTo>
                    <a:pt x="22499" y="80"/>
                    <a:pt x="21310" y="92"/>
                    <a:pt x="20121" y="98"/>
                  </a:cubicBezTo>
                  <a:cubicBezTo>
                    <a:pt x="20151" y="1054"/>
                    <a:pt x="19137" y="1915"/>
                    <a:pt x="18236" y="1994"/>
                  </a:cubicBezTo>
                  <a:cubicBezTo>
                    <a:pt x="18180" y="1999"/>
                    <a:pt x="18124" y="2001"/>
                    <a:pt x="18069" y="2001"/>
                  </a:cubicBezTo>
                  <a:cubicBezTo>
                    <a:pt x="17013" y="2001"/>
                    <a:pt x="16161" y="1148"/>
                    <a:pt x="16021" y="124"/>
                  </a:cubicBezTo>
                  <a:cubicBezTo>
                    <a:pt x="13945" y="135"/>
                    <a:pt x="11869" y="142"/>
                    <a:pt x="9793" y="149"/>
                  </a:cubicBezTo>
                  <a:cubicBezTo>
                    <a:pt x="10148" y="1091"/>
                    <a:pt x="9197" y="2162"/>
                    <a:pt x="8283" y="2315"/>
                  </a:cubicBezTo>
                  <a:cubicBezTo>
                    <a:pt x="8191" y="2330"/>
                    <a:pt x="8100" y="2337"/>
                    <a:pt x="8011" y="2337"/>
                  </a:cubicBezTo>
                  <a:cubicBezTo>
                    <a:pt x="6930" y="2337"/>
                    <a:pt x="6062" y="1273"/>
                    <a:pt x="6184" y="209"/>
                  </a:cubicBezTo>
                  <a:cubicBezTo>
                    <a:pt x="6187" y="202"/>
                    <a:pt x="6189" y="197"/>
                    <a:pt x="6191" y="191"/>
                  </a:cubicBezTo>
                  <a:lnTo>
                    <a:pt x="6191" y="191"/>
                  </a:lnTo>
                  <a:cubicBezTo>
                    <a:pt x="4995" y="226"/>
                    <a:pt x="3788" y="273"/>
                    <a:pt x="2589" y="273"/>
                  </a:cubicBezTo>
                  <a:cubicBezTo>
                    <a:pt x="1736" y="273"/>
                    <a:pt x="887" y="249"/>
                    <a:pt x="50" y="179"/>
                  </a:cubicBezTo>
                  <a:lnTo>
                    <a:pt x="50" y="179"/>
                  </a:lnTo>
                  <a:cubicBezTo>
                    <a:pt x="54" y="199"/>
                    <a:pt x="61" y="216"/>
                    <a:pt x="58" y="239"/>
                  </a:cubicBezTo>
                  <a:cubicBezTo>
                    <a:pt x="1" y="2521"/>
                    <a:pt x="66" y="4802"/>
                    <a:pt x="82" y="7080"/>
                  </a:cubicBezTo>
                  <a:cubicBezTo>
                    <a:pt x="356" y="6967"/>
                    <a:pt x="634" y="6915"/>
                    <a:pt x="904" y="6915"/>
                  </a:cubicBezTo>
                  <a:cubicBezTo>
                    <a:pt x="2070" y="6915"/>
                    <a:pt x="3093" y="7892"/>
                    <a:pt x="3024" y="9211"/>
                  </a:cubicBezTo>
                  <a:cubicBezTo>
                    <a:pt x="3021" y="9233"/>
                    <a:pt x="3016" y="9249"/>
                    <a:pt x="3010" y="9267"/>
                  </a:cubicBezTo>
                  <a:cubicBezTo>
                    <a:pt x="3938" y="9236"/>
                    <a:pt x="4872" y="9235"/>
                    <a:pt x="5801" y="9235"/>
                  </a:cubicBezTo>
                  <a:cubicBezTo>
                    <a:pt x="5891" y="9235"/>
                    <a:pt x="5981" y="9235"/>
                    <a:pt x="6071" y="9235"/>
                  </a:cubicBezTo>
                  <a:cubicBezTo>
                    <a:pt x="6715" y="9235"/>
                    <a:pt x="7356" y="9234"/>
                    <a:pt x="7990" y="9223"/>
                  </a:cubicBezTo>
                  <a:cubicBezTo>
                    <a:pt x="9933" y="9191"/>
                    <a:pt x="11880" y="9170"/>
                    <a:pt x="13826" y="9156"/>
                  </a:cubicBezTo>
                  <a:cubicBezTo>
                    <a:pt x="13843" y="7881"/>
                    <a:pt x="14845" y="6699"/>
                    <a:pt x="16172" y="6665"/>
                  </a:cubicBezTo>
                  <a:cubicBezTo>
                    <a:pt x="16192" y="6664"/>
                    <a:pt x="16212" y="6664"/>
                    <a:pt x="16232" y="6664"/>
                  </a:cubicBezTo>
                  <a:cubicBezTo>
                    <a:pt x="17569" y="6664"/>
                    <a:pt x="18599" y="7783"/>
                    <a:pt x="18726" y="9062"/>
                  </a:cubicBezTo>
                  <a:cubicBezTo>
                    <a:pt x="18731" y="9094"/>
                    <a:pt x="18724" y="9122"/>
                    <a:pt x="18715" y="9144"/>
                  </a:cubicBezTo>
                  <a:cubicBezTo>
                    <a:pt x="20707" y="9146"/>
                    <a:pt x="22703" y="9160"/>
                    <a:pt x="24697" y="9186"/>
                  </a:cubicBezTo>
                  <a:cubicBezTo>
                    <a:pt x="24228" y="8939"/>
                    <a:pt x="23906" y="8401"/>
                    <a:pt x="23862" y="7858"/>
                  </a:cubicBezTo>
                  <a:cubicBezTo>
                    <a:pt x="23785" y="6925"/>
                    <a:pt x="24582" y="6096"/>
                    <a:pt x="25480" y="5977"/>
                  </a:cubicBezTo>
                  <a:cubicBezTo>
                    <a:pt x="25573" y="5964"/>
                    <a:pt x="25662" y="5959"/>
                    <a:pt x="25749" y="5959"/>
                  </a:cubicBezTo>
                  <a:cubicBezTo>
                    <a:pt x="27452" y="5959"/>
                    <a:pt x="28068" y="8221"/>
                    <a:pt x="26923" y="9218"/>
                  </a:cubicBezTo>
                  <a:cubicBezTo>
                    <a:pt x="28077" y="9239"/>
                    <a:pt x="29232" y="9265"/>
                    <a:pt x="30386" y="9295"/>
                  </a:cubicBezTo>
                  <a:cubicBezTo>
                    <a:pt x="29950" y="8542"/>
                    <a:pt x="30174" y="7478"/>
                    <a:pt x="30916" y="6997"/>
                  </a:cubicBezTo>
                  <a:cubicBezTo>
                    <a:pt x="30453" y="6328"/>
                    <a:pt x="30008" y="5651"/>
                    <a:pt x="29566" y="4986"/>
                  </a:cubicBezTo>
                  <a:cubicBezTo>
                    <a:pt x="29470" y="4838"/>
                    <a:pt x="29566" y="4709"/>
                    <a:pt x="29696" y="4672"/>
                  </a:cubicBezTo>
                  <a:cubicBezTo>
                    <a:pt x="29828" y="4428"/>
                    <a:pt x="29968" y="4187"/>
                    <a:pt x="30117" y="3947"/>
                  </a:cubicBezTo>
                  <a:cubicBezTo>
                    <a:pt x="30067" y="3927"/>
                    <a:pt x="30019" y="3903"/>
                    <a:pt x="29971" y="3885"/>
                  </a:cubicBezTo>
                  <a:cubicBezTo>
                    <a:pt x="29968" y="3885"/>
                    <a:pt x="29968" y="3887"/>
                    <a:pt x="29966" y="3887"/>
                  </a:cubicBezTo>
                  <a:cubicBezTo>
                    <a:pt x="29910" y="3894"/>
                    <a:pt x="29856" y="3897"/>
                    <a:pt x="29803" y="3897"/>
                  </a:cubicBezTo>
                  <a:cubicBezTo>
                    <a:pt x="28720" y="3897"/>
                    <a:pt x="28193" y="2547"/>
                    <a:pt x="28805" y="1689"/>
                  </a:cubicBezTo>
                  <a:cubicBezTo>
                    <a:pt x="29152" y="1203"/>
                    <a:pt x="29644" y="993"/>
                    <a:pt x="30149" y="993"/>
                  </a:cubicBezTo>
                  <a:cubicBezTo>
                    <a:pt x="30716" y="993"/>
                    <a:pt x="31300" y="1257"/>
                    <a:pt x="31716" y="1691"/>
                  </a:cubicBezTo>
                  <a:cubicBezTo>
                    <a:pt x="32167" y="1116"/>
                    <a:pt x="32628" y="555"/>
                    <a:pt x="330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3"/>
            <p:cNvSpPr/>
            <p:nvPr/>
          </p:nvSpPr>
          <p:spPr>
            <a:xfrm>
              <a:off x="2151775" y="3194532"/>
              <a:ext cx="86000" cy="78325"/>
            </a:xfrm>
            <a:custGeom>
              <a:rect b="b" l="l" r="r" t="t"/>
              <a:pathLst>
                <a:path extrusionOk="0" h="3133" w="3440">
                  <a:moveTo>
                    <a:pt x="1496" y="246"/>
                  </a:moveTo>
                  <a:cubicBezTo>
                    <a:pt x="2209" y="246"/>
                    <a:pt x="2931" y="832"/>
                    <a:pt x="2939" y="1577"/>
                  </a:cubicBezTo>
                  <a:cubicBezTo>
                    <a:pt x="2946" y="2233"/>
                    <a:pt x="2341" y="2692"/>
                    <a:pt x="1734" y="2759"/>
                  </a:cubicBezTo>
                  <a:cubicBezTo>
                    <a:pt x="1686" y="2765"/>
                    <a:pt x="1638" y="2767"/>
                    <a:pt x="1591" y="2767"/>
                  </a:cubicBezTo>
                  <a:cubicBezTo>
                    <a:pt x="1035" y="2767"/>
                    <a:pt x="566" y="2413"/>
                    <a:pt x="468" y="1838"/>
                  </a:cubicBezTo>
                  <a:cubicBezTo>
                    <a:pt x="358" y="1175"/>
                    <a:pt x="704" y="598"/>
                    <a:pt x="1281" y="300"/>
                  </a:cubicBezTo>
                  <a:cubicBezTo>
                    <a:pt x="1304" y="288"/>
                    <a:pt x="1318" y="272"/>
                    <a:pt x="1330" y="256"/>
                  </a:cubicBezTo>
                  <a:cubicBezTo>
                    <a:pt x="1385" y="249"/>
                    <a:pt x="1441" y="246"/>
                    <a:pt x="1496" y="246"/>
                  </a:cubicBezTo>
                  <a:close/>
                  <a:moveTo>
                    <a:pt x="1651" y="1"/>
                  </a:moveTo>
                  <a:cubicBezTo>
                    <a:pt x="1527" y="1"/>
                    <a:pt x="1403" y="16"/>
                    <a:pt x="1279" y="48"/>
                  </a:cubicBezTo>
                  <a:cubicBezTo>
                    <a:pt x="1259" y="34"/>
                    <a:pt x="1234" y="26"/>
                    <a:pt x="1207" y="26"/>
                  </a:cubicBezTo>
                  <a:cubicBezTo>
                    <a:pt x="1194" y="26"/>
                    <a:pt x="1181" y="28"/>
                    <a:pt x="1168" y="32"/>
                  </a:cubicBezTo>
                  <a:cubicBezTo>
                    <a:pt x="384" y="247"/>
                    <a:pt x="0" y="1177"/>
                    <a:pt x="136" y="1930"/>
                  </a:cubicBezTo>
                  <a:cubicBezTo>
                    <a:pt x="270" y="2673"/>
                    <a:pt x="903" y="3132"/>
                    <a:pt x="1612" y="3132"/>
                  </a:cubicBezTo>
                  <a:cubicBezTo>
                    <a:pt x="1723" y="3132"/>
                    <a:pt x="1836" y="3121"/>
                    <a:pt x="1949" y="3098"/>
                  </a:cubicBezTo>
                  <a:cubicBezTo>
                    <a:pt x="2759" y="2933"/>
                    <a:pt x="3440" y="2203"/>
                    <a:pt x="3269" y="1340"/>
                  </a:cubicBezTo>
                  <a:cubicBezTo>
                    <a:pt x="3118" y="571"/>
                    <a:pt x="2407" y="1"/>
                    <a:pt x="16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3"/>
            <p:cNvSpPr/>
            <p:nvPr/>
          </p:nvSpPr>
          <p:spPr>
            <a:xfrm>
              <a:off x="1952950" y="3167682"/>
              <a:ext cx="105550" cy="88475"/>
            </a:xfrm>
            <a:custGeom>
              <a:rect b="b" l="l" r="r" t="t"/>
              <a:pathLst>
                <a:path extrusionOk="0" h="3539" w="4222">
                  <a:moveTo>
                    <a:pt x="1962" y="345"/>
                  </a:moveTo>
                  <a:cubicBezTo>
                    <a:pt x="2413" y="345"/>
                    <a:pt x="2847" y="464"/>
                    <a:pt x="3196" y="825"/>
                  </a:cubicBezTo>
                  <a:cubicBezTo>
                    <a:pt x="3933" y="1579"/>
                    <a:pt x="3418" y="2663"/>
                    <a:pt x="2555" y="3025"/>
                  </a:cubicBezTo>
                  <a:cubicBezTo>
                    <a:pt x="2331" y="3119"/>
                    <a:pt x="2090" y="3168"/>
                    <a:pt x="1854" y="3168"/>
                  </a:cubicBezTo>
                  <a:cubicBezTo>
                    <a:pt x="1355" y="3168"/>
                    <a:pt x="875" y="2951"/>
                    <a:pt x="605" y="2483"/>
                  </a:cubicBezTo>
                  <a:cubicBezTo>
                    <a:pt x="250" y="1864"/>
                    <a:pt x="406" y="455"/>
                    <a:pt x="1312" y="455"/>
                  </a:cubicBezTo>
                  <a:cubicBezTo>
                    <a:pt x="1406" y="455"/>
                    <a:pt x="1508" y="471"/>
                    <a:pt x="1619" y="504"/>
                  </a:cubicBezTo>
                  <a:cubicBezTo>
                    <a:pt x="1626" y="506"/>
                    <a:pt x="1633" y="507"/>
                    <a:pt x="1639" y="507"/>
                  </a:cubicBezTo>
                  <a:cubicBezTo>
                    <a:pt x="1709" y="507"/>
                    <a:pt x="1751" y="399"/>
                    <a:pt x="1679" y="366"/>
                  </a:cubicBezTo>
                  <a:cubicBezTo>
                    <a:pt x="1675" y="363"/>
                    <a:pt x="1671" y="363"/>
                    <a:pt x="1668" y="360"/>
                  </a:cubicBezTo>
                  <a:cubicBezTo>
                    <a:pt x="1767" y="351"/>
                    <a:pt x="1865" y="345"/>
                    <a:pt x="1962" y="345"/>
                  </a:cubicBezTo>
                  <a:close/>
                  <a:moveTo>
                    <a:pt x="1908" y="0"/>
                  </a:moveTo>
                  <a:cubicBezTo>
                    <a:pt x="1498" y="0"/>
                    <a:pt x="1084" y="83"/>
                    <a:pt x="726" y="229"/>
                  </a:cubicBezTo>
                  <a:cubicBezTo>
                    <a:pt x="617" y="273"/>
                    <a:pt x="599" y="388"/>
                    <a:pt x="643" y="464"/>
                  </a:cubicBezTo>
                  <a:cubicBezTo>
                    <a:pt x="232" y="780"/>
                    <a:pt x="1" y="1404"/>
                    <a:pt x="61" y="1939"/>
                  </a:cubicBezTo>
                  <a:cubicBezTo>
                    <a:pt x="169" y="2903"/>
                    <a:pt x="961" y="3539"/>
                    <a:pt x="1877" y="3539"/>
                  </a:cubicBezTo>
                  <a:cubicBezTo>
                    <a:pt x="1985" y="3539"/>
                    <a:pt x="2094" y="3530"/>
                    <a:pt x="2204" y="3512"/>
                  </a:cubicBezTo>
                  <a:cubicBezTo>
                    <a:pt x="3233" y="3343"/>
                    <a:pt x="4222" y="2309"/>
                    <a:pt x="3854" y="1213"/>
                  </a:cubicBezTo>
                  <a:cubicBezTo>
                    <a:pt x="3563" y="346"/>
                    <a:pt x="2744" y="0"/>
                    <a:pt x="1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3"/>
            <p:cNvSpPr/>
            <p:nvPr/>
          </p:nvSpPr>
          <p:spPr>
            <a:xfrm>
              <a:off x="1827775" y="3241107"/>
              <a:ext cx="100800" cy="76625"/>
            </a:xfrm>
            <a:custGeom>
              <a:rect b="b" l="l" r="r" t="t"/>
              <a:pathLst>
                <a:path extrusionOk="0" h="3065" w="4032">
                  <a:moveTo>
                    <a:pt x="1353" y="328"/>
                  </a:moveTo>
                  <a:cubicBezTo>
                    <a:pt x="1357" y="408"/>
                    <a:pt x="1418" y="490"/>
                    <a:pt x="1501" y="490"/>
                  </a:cubicBezTo>
                  <a:cubicBezTo>
                    <a:pt x="1516" y="490"/>
                    <a:pt x="1532" y="487"/>
                    <a:pt x="1549" y="481"/>
                  </a:cubicBezTo>
                  <a:cubicBezTo>
                    <a:pt x="1742" y="410"/>
                    <a:pt x="1952" y="371"/>
                    <a:pt x="2160" y="371"/>
                  </a:cubicBezTo>
                  <a:cubicBezTo>
                    <a:pt x="2617" y="371"/>
                    <a:pt x="3063" y="560"/>
                    <a:pt x="3290" y="1010"/>
                  </a:cubicBezTo>
                  <a:cubicBezTo>
                    <a:pt x="3657" y="1741"/>
                    <a:pt x="3175" y="2510"/>
                    <a:pt x="2425" y="2667"/>
                  </a:cubicBezTo>
                  <a:cubicBezTo>
                    <a:pt x="2282" y="2697"/>
                    <a:pt x="2132" y="2713"/>
                    <a:pt x="1982" y="2713"/>
                  </a:cubicBezTo>
                  <a:cubicBezTo>
                    <a:pt x="1392" y="2713"/>
                    <a:pt x="790" y="2470"/>
                    <a:pt x="570" y="1898"/>
                  </a:cubicBezTo>
                  <a:cubicBezTo>
                    <a:pt x="290" y="1177"/>
                    <a:pt x="715" y="566"/>
                    <a:pt x="1353" y="328"/>
                  </a:cubicBezTo>
                  <a:close/>
                  <a:moveTo>
                    <a:pt x="1572" y="0"/>
                  </a:moveTo>
                  <a:cubicBezTo>
                    <a:pt x="697" y="0"/>
                    <a:pt x="0" y="829"/>
                    <a:pt x="139" y="1708"/>
                  </a:cubicBezTo>
                  <a:cubicBezTo>
                    <a:pt x="287" y="2654"/>
                    <a:pt x="1140" y="3065"/>
                    <a:pt x="2000" y="3065"/>
                  </a:cubicBezTo>
                  <a:cubicBezTo>
                    <a:pt x="2141" y="3065"/>
                    <a:pt x="2283" y="3053"/>
                    <a:pt x="2421" y="3032"/>
                  </a:cubicBezTo>
                  <a:cubicBezTo>
                    <a:pt x="3385" y="2881"/>
                    <a:pt x="4031" y="1965"/>
                    <a:pt x="3680" y="1004"/>
                  </a:cubicBezTo>
                  <a:cubicBezTo>
                    <a:pt x="3445" y="362"/>
                    <a:pt x="2814" y="30"/>
                    <a:pt x="2176" y="30"/>
                  </a:cubicBezTo>
                  <a:cubicBezTo>
                    <a:pt x="2062" y="30"/>
                    <a:pt x="1948" y="41"/>
                    <a:pt x="1836" y="62"/>
                  </a:cubicBezTo>
                  <a:cubicBezTo>
                    <a:pt x="1817" y="38"/>
                    <a:pt x="1789" y="16"/>
                    <a:pt x="1751" y="12"/>
                  </a:cubicBezTo>
                  <a:cubicBezTo>
                    <a:pt x="1690" y="4"/>
                    <a:pt x="1631" y="0"/>
                    <a:pt x="1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3"/>
            <p:cNvSpPr/>
            <p:nvPr/>
          </p:nvSpPr>
          <p:spPr>
            <a:xfrm>
              <a:off x="1690550" y="3159457"/>
              <a:ext cx="107150" cy="89250"/>
            </a:xfrm>
            <a:custGeom>
              <a:rect b="b" l="l" r="r" t="t"/>
              <a:pathLst>
                <a:path extrusionOk="0" h="3570" w="4286">
                  <a:moveTo>
                    <a:pt x="2241" y="321"/>
                  </a:moveTo>
                  <a:cubicBezTo>
                    <a:pt x="2553" y="321"/>
                    <a:pt x="2865" y="418"/>
                    <a:pt x="3141" y="627"/>
                  </a:cubicBezTo>
                  <a:cubicBezTo>
                    <a:pt x="3817" y="1142"/>
                    <a:pt x="3753" y="2133"/>
                    <a:pt x="3228" y="2735"/>
                  </a:cubicBezTo>
                  <a:cubicBezTo>
                    <a:pt x="2941" y="3066"/>
                    <a:pt x="2554" y="3222"/>
                    <a:pt x="2160" y="3222"/>
                  </a:cubicBezTo>
                  <a:cubicBezTo>
                    <a:pt x="1794" y="3222"/>
                    <a:pt x="1422" y="3087"/>
                    <a:pt x="1120" y="2830"/>
                  </a:cubicBezTo>
                  <a:cubicBezTo>
                    <a:pt x="568" y="2359"/>
                    <a:pt x="250" y="1126"/>
                    <a:pt x="936" y="697"/>
                  </a:cubicBezTo>
                  <a:lnTo>
                    <a:pt x="936" y="697"/>
                  </a:lnTo>
                  <a:cubicBezTo>
                    <a:pt x="955" y="744"/>
                    <a:pt x="1002" y="779"/>
                    <a:pt x="1055" y="779"/>
                  </a:cubicBezTo>
                  <a:cubicBezTo>
                    <a:pt x="1085" y="779"/>
                    <a:pt x="1116" y="768"/>
                    <a:pt x="1146" y="743"/>
                  </a:cubicBezTo>
                  <a:cubicBezTo>
                    <a:pt x="1463" y="472"/>
                    <a:pt x="1852" y="321"/>
                    <a:pt x="2241" y="321"/>
                  </a:cubicBezTo>
                  <a:close/>
                  <a:moveTo>
                    <a:pt x="2206" y="1"/>
                  </a:moveTo>
                  <a:cubicBezTo>
                    <a:pt x="1828" y="1"/>
                    <a:pt x="1455" y="112"/>
                    <a:pt x="1166" y="350"/>
                  </a:cubicBezTo>
                  <a:cubicBezTo>
                    <a:pt x="236" y="516"/>
                    <a:pt x="1" y="1753"/>
                    <a:pt x="430" y="2516"/>
                  </a:cubicBezTo>
                  <a:cubicBezTo>
                    <a:pt x="788" y="3156"/>
                    <a:pt x="1492" y="3569"/>
                    <a:pt x="2195" y="3569"/>
                  </a:cubicBezTo>
                  <a:cubicBezTo>
                    <a:pt x="2549" y="3569"/>
                    <a:pt x="2903" y="3464"/>
                    <a:pt x="3212" y="3230"/>
                  </a:cubicBezTo>
                  <a:cubicBezTo>
                    <a:pt x="4007" y="2626"/>
                    <a:pt x="4286" y="1355"/>
                    <a:pt x="3582" y="578"/>
                  </a:cubicBezTo>
                  <a:cubicBezTo>
                    <a:pt x="3244" y="206"/>
                    <a:pt x="2720" y="1"/>
                    <a:pt x="2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83"/>
          <p:cNvGrpSpPr/>
          <p:nvPr/>
        </p:nvGrpSpPr>
        <p:grpSpPr>
          <a:xfrm rot="5400000">
            <a:off x="4473294" y="2881182"/>
            <a:ext cx="856150" cy="255250"/>
            <a:chOff x="1654700" y="3490157"/>
            <a:chExt cx="856150" cy="255250"/>
          </a:xfrm>
        </p:grpSpPr>
        <p:sp>
          <p:nvSpPr>
            <p:cNvPr id="2477" name="Google Shape;2477;p83"/>
            <p:cNvSpPr/>
            <p:nvPr/>
          </p:nvSpPr>
          <p:spPr>
            <a:xfrm>
              <a:off x="1668750" y="3499607"/>
              <a:ext cx="827450" cy="237475"/>
            </a:xfrm>
            <a:custGeom>
              <a:rect b="b" l="l" r="r" t="t"/>
              <a:pathLst>
                <a:path extrusionOk="0" h="9499" w="33098">
                  <a:moveTo>
                    <a:pt x="27657" y="3147"/>
                  </a:moveTo>
                  <a:cubicBezTo>
                    <a:pt x="27731" y="3147"/>
                    <a:pt x="27805" y="3191"/>
                    <a:pt x="27841" y="3285"/>
                  </a:cubicBezTo>
                  <a:cubicBezTo>
                    <a:pt x="27960" y="3606"/>
                    <a:pt x="27976" y="3994"/>
                    <a:pt x="27938" y="4384"/>
                  </a:cubicBezTo>
                  <a:cubicBezTo>
                    <a:pt x="28123" y="4412"/>
                    <a:pt x="28288" y="4474"/>
                    <a:pt x="28415" y="4587"/>
                  </a:cubicBezTo>
                  <a:cubicBezTo>
                    <a:pt x="28508" y="4673"/>
                    <a:pt x="28465" y="4846"/>
                    <a:pt x="28342" y="4871"/>
                  </a:cubicBezTo>
                  <a:cubicBezTo>
                    <a:pt x="28284" y="4884"/>
                    <a:pt x="28226" y="4889"/>
                    <a:pt x="28168" y="4889"/>
                  </a:cubicBezTo>
                  <a:cubicBezTo>
                    <a:pt x="28068" y="4889"/>
                    <a:pt x="27968" y="4874"/>
                    <a:pt x="27868" y="4858"/>
                  </a:cubicBezTo>
                  <a:cubicBezTo>
                    <a:pt x="27822" y="5100"/>
                    <a:pt x="27765" y="5333"/>
                    <a:pt x="27707" y="5536"/>
                  </a:cubicBezTo>
                  <a:cubicBezTo>
                    <a:pt x="27681" y="5628"/>
                    <a:pt x="27612" y="5668"/>
                    <a:pt x="27542" y="5668"/>
                  </a:cubicBezTo>
                  <a:cubicBezTo>
                    <a:pt x="27435" y="5668"/>
                    <a:pt x="27324" y="5576"/>
                    <a:pt x="27351" y="5437"/>
                  </a:cubicBezTo>
                  <a:cubicBezTo>
                    <a:pt x="27391" y="5236"/>
                    <a:pt x="27423" y="5038"/>
                    <a:pt x="27445" y="4837"/>
                  </a:cubicBezTo>
                  <a:lnTo>
                    <a:pt x="27445" y="4837"/>
                  </a:lnTo>
                  <a:cubicBezTo>
                    <a:pt x="27210" y="4848"/>
                    <a:pt x="26982" y="4897"/>
                    <a:pt x="26757" y="4975"/>
                  </a:cubicBezTo>
                  <a:cubicBezTo>
                    <a:pt x="26733" y="4983"/>
                    <a:pt x="26710" y="4987"/>
                    <a:pt x="26689" y="4987"/>
                  </a:cubicBezTo>
                  <a:cubicBezTo>
                    <a:pt x="26496" y="4987"/>
                    <a:pt x="26442" y="4673"/>
                    <a:pt x="26652" y="4589"/>
                  </a:cubicBezTo>
                  <a:cubicBezTo>
                    <a:pt x="26871" y="4504"/>
                    <a:pt x="27176" y="4416"/>
                    <a:pt x="27481" y="4382"/>
                  </a:cubicBezTo>
                  <a:cubicBezTo>
                    <a:pt x="27481" y="4368"/>
                    <a:pt x="27481" y="4354"/>
                    <a:pt x="27483" y="4341"/>
                  </a:cubicBezTo>
                  <a:cubicBezTo>
                    <a:pt x="27490" y="4010"/>
                    <a:pt x="27419" y="3664"/>
                    <a:pt x="27457" y="3339"/>
                  </a:cubicBezTo>
                  <a:cubicBezTo>
                    <a:pt x="27473" y="3216"/>
                    <a:pt x="27565" y="3147"/>
                    <a:pt x="27657" y="3147"/>
                  </a:cubicBezTo>
                  <a:close/>
                  <a:moveTo>
                    <a:pt x="20237" y="3738"/>
                  </a:moveTo>
                  <a:cubicBezTo>
                    <a:pt x="20318" y="3738"/>
                    <a:pt x="20404" y="3789"/>
                    <a:pt x="20427" y="3872"/>
                  </a:cubicBezTo>
                  <a:cubicBezTo>
                    <a:pt x="20489" y="4094"/>
                    <a:pt x="20457" y="4338"/>
                    <a:pt x="20422" y="4576"/>
                  </a:cubicBezTo>
                  <a:cubicBezTo>
                    <a:pt x="20620" y="4557"/>
                    <a:pt x="20817" y="4544"/>
                    <a:pt x="21010" y="4544"/>
                  </a:cubicBezTo>
                  <a:cubicBezTo>
                    <a:pt x="21048" y="4544"/>
                    <a:pt x="21086" y="4545"/>
                    <a:pt x="21124" y="4546"/>
                  </a:cubicBezTo>
                  <a:cubicBezTo>
                    <a:pt x="21348" y="4551"/>
                    <a:pt x="21413" y="4901"/>
                    <a:pt x="21179" y="4947"/>
                  </a:cubicBezTo>
                  <a:cubicBezTo>
                    <a:pt x="20916" y="4999"/>
                    <a:pt x="20641" y="5026"/>
                    <a:pt x="20365" y="5042"/>
                  </a:cubicBezTo>
                  <a:cubicBezTo>
                    <a:pt x="20337" y="5303"/>
                    <a:pt x="20309" y="5566"/>
                    <a:pt x="20272" y="5828"/>
                  </a:cubicBezTo>
                  <a:cubicBezTo>
                    <a:pt x="20258" y="5920"/>
                    <a:pt x="20185" y="5961"/>
                    <a:pt x="20108" y="5961"/>
                  </a:cubicBezTo>
                  <a:cubicBezTo>
                    <a:pt x="20008" y="5961"/>
                    <a:pt x="19900" y="5892"/>
                    <a:pt x="19903" y="5776"/>
                  </a:cubicBezTo>
                  <a:cubicBezTo>
                    <a:pt x="19908" y="5538"/>
                    <a:pt x="19924" y="5299"/>
                    <a:pt x="19940" y="5061"/>
                  </a:cubicBezTo>
                  <a:lnTo>
                    <a:pt x="19940" y="5061"/>
                  </a:lnTo>
                  <a:cubicBezTo>
                    <a:pt x="19665" y="5068"/>
                    <a:pt x="19391" y="5072"/>
                    <a:pt x="19125" y="5084"/>
                  </a:cubicBezTo>
                  <a:cubicBezTo>
                    <a:pt x="19122" y="5084"/>
                    <a:pt x="19119" y="5084"/>
                    <a:pt x="19116" y="5084"/>
                  </a:cubicBezTo>
                  <a:cubicBezTo>
                    <a:pt x="18904" y="5084"/>
                    <a:pt x="18920" y="4772"/>
                    <a:pt x="19125" y="4747"/>
                  </a:cubicBezTo>
                  <a:cubicBezTo>
                    <a:pt x="19399" y="4712"/>
                    <a:pt x="19683" y="4669"/>
                    <a:pt x="19967" y="4629"/>
                  </a:cubicBezTo>
                  <a:cubicBezTo>
                    <a:pt x="19981" y="4354"/>
                    <a:pt x="19972" y="4077"/>
                    <a:pt x="20090" y="3828"/>
                  </a:cubicBezTo>
                  <a:cubicBezTo>
                    <a:pt x="20119" y="3765"/>
                    <a:pt x="20177" y="3738"/>
                    <a:pt x="20237" y="3738"/>
                  </a:cubicBezTo>
                  <a:close/>
                  <a:moveTo>
                    <a:pt x="3082" y="3422"/>
                  </a:moveTo>
                  <a:cubicBezTo>
                    <a:pt x="3186" y="3422"/>
                    <a:pt x="3283" y="3490"/>
                    <a:pt x="3281" y="3623"/>
                  </a:cubicBezTo>
                  <a:cubicBezTo>
                    <a:pt x="3277" y="3921"/>
                    <a:pt x="3159" y="4204"/>
                    <a:pt x="3096" y="4498"/>
                  </a:cubicBezTo>
                  <a:cubicBezTo>
                    <a:pt x="3336" y="4518"/>
                    <a:pt x="3579" y="4549"/>
                    <a:pt x="3791" y="4647"/>
                  </a:cubicBezTo>
                  <a:cubicBezTo>
                    <a:pt x="3965" y="4730"/>
                    <a:pt x="3923" y="5029"/>
                    <a:pt x="3738" y="5063"/>
                  </a:cubicBezTo>
                  <a:cubicBezTo>
                    <a:pt x="3662" y="5077"/>
                    <a:pt x="3585" y="5083"/>
                    <a:pt x="3507" y="5083"/>
                  </a:cubicBezTo>
                  <a:cubicBezTo>
                    <a:pt x="3349" y="5083"/>
                    <a:pt x="3188" y="5059"/>
                    <a:pt x="3029" y="5031"/>
                  </a:cubicBezTo>
                  <a:cubicBezTo>
                    <a:pt x="3015" y="5281"/>
                    <a:pt x="3015" y="5530"/>
                    <a:pt x="3024" y="5778"/>
                  </a:cubicBezTo>
                  <a:cubicBezTo>
                    <a:pt x="3029" y="5895"/>
                    <a:pt x="2923" y="5962"/>
                    <a:pt x="2824" y="5962"/>
                  </a:cubicBezTo>
                  <a:cubicBezTo>
                    <a:pt x="2746" y="5962"/>
                    <a:pt x="2671" y="5921"/>
                    <a:pt x="2657" y="5830"/>
                  </a:cubicBezTo>
                  <a:cubicBezTo>
                    <a:pt x="2616" y="5578"/>
                    <a:pt x="2581" y="5273"/>
                    <a:pt x="2575" y="4959"/>
                  </a:cubicBezTo>
                  <a:cubicBezTo>
                    <a:pt x="2309" y="4931"/>
                    <a:pt x="2006" y="4917"/>
                    <a:pt x="1861" y="4687"/>
                  </a:cubicBezTo>
                  <a:cubicBezTo>
                    <a:pt x="1831" y="4641"/>
                    <a:pt x="1840" y="4569"/>
                    <a:pt x="1881" y="4530"/>
                  </a:cubicBezTo>
                  <a:cubicBezTo>
                    <a:pt x="1985" y="4434"/>
                    <a:pt x="2115" y="4405"/>
                    <a:pt x="2254" y="4405"/>
                  </a:cubicBezTo>
                  <a:cubicBezTo>
                    <a:pt x="2367" y="4405"/>
                    <a:pt x="2485" y="4424"/>
                    <a:pt x="2597" y="4442"/>
                  </a:cubicBezTo>
                  <a:cubicBezTo>
                    <a:pt x="2632" y="4094"/>
                    <a:pt x="2720" y="3760"/>
                    <a:pt x="2895" y="3516"/>
                  </a:cubicBezTo>
                  <a:cubicBezTo>
                    <a:pt x="2941" y="3453"/>
                    <a:pt x="3013" y="3422"/>
                    <a:pt x="3082" y="3422"/>
                  </a:cubicBezTo>
                  <a:close/>
                  <a:moveTo>
                    <a:pt x="24430" y="3376"/>
                  </a:moveTo>
                  <a:cubicBezTo>
                    <a:pt x="24488" y="3376"/>
                    <a:pt x="24545" y="3396"/>
                    <a:pt x="24586" y="3442"/>
                  </a:cubicBezTo>
                  <a:cubicBezTo>
                    <a:pt x="24654" y="3521"/>
                    <a:pt x="24691" y="3571"/>
                    <a:pt x="24745" y="3661"/>
                  </a:cubicBezTo>
                  <a:cubicBezTo>
                    <a:pt x="24822" y="3799"/>
                    <a:pt x="24707" y="3951"/>
                    <a:pt x="24569" y="3951"/>
                  </a:cubicBezTo>
                  <a:cubicBezTo>
                    <a:pt x="24568" y="3951"/>
                    <a:pt x="24567" y="3951"/>
                    <a:pt x="24566" y="3951"/>
                  </a:cubicBezTo>
                  <a:cubicBezTo>
                    <a:pt x="24520" y="4148"/>
                    <a:pt x="24491" y="4349"/>
                    <a:pt x="24474" y="4553"/>
                  </a:cubicBezTo>
                  <a:cubicBezTo>
                    <a:pt x="24559" y="4548"/>
                    <a:pt x="24644" y="4542"/>
                    <a:pt x="24729" y="4542"/>
                  </a:cubicBezTo>
                  <a:cubicBezTo>
                    <a:pt x="24836" y="4542"/>
                    <a:pt x="24941" y="4552"/>
                    <a:pt x="25040" y="4585"/>
                  </a:cubicBezTo>
                  <a:cubicBezTo>
                    <a:pt x="25234" y="4647"/>
                    <a:pt x="25234" y="4911"/>
                    <a:pt x="25040" y="4975"/>
                  </a:cubicBezTo>
                  <a:cubicBezTo>
                    <a:pt x="24942" y="5008"/>
                    <a:pt x="24838" y="5017"/>
                    <a:pt x="24732" y="5017"/>
                  </a:cubicBezTo>
                  <a:cubicBezTo>
                    <a:pt x="24643" y="5017"/>
                    <a:pt x="24553" y="5010"/>
                    <a:pt x="24463" y="5005"/>
                  </a:cubicBezTo>
                  <a:lnTo>
                    <a:pt x="24463" y="5005"/>
                  </a:lnTo>
                  <a:cubicBezTo>
                    <a:pt x="24472" y="5296"/>
                    <a:pt x="24509" y="5589"/>
                    <a:pt x="24572" y="5880"/>
                  </a:cubicBezTo>
                  <a:cubicBezTo>
                    <a:pt x="24599" y="6011"/>
                    <a:pt x="24495" y="6096"/>
                    <a:pt x="24394" y="6096"/>
                  </a:cubicBezTo>
                  <a:cubicBezTo>
                    <a:pt x="24327" y="6096"/>
                    <a:pt x="24261" y="6058"/>
                    <a:pt x="24236" y="5973"/>
                  </a:cubicBezTo>
                  <a:cubicBezTo>
                    <a:pt x="24144" y="5645"/>
                    <a:pt x="24091" y="5319"/>
                    <a:pt x="24073" y="4993"/>
                  </a:cubicBezTo>
                  <a:cubicBezTo>
                    <a:pt x="23902" y="4991"/>
                    <a:pt x="23729" y="4987"/>
                    <a:pt x="23558" y="4985"/>
                  </a:cubicBezTo>
                  <a:cubicBezTo>
                    <a:pt x="23294" y="4980"/>
                    <a:pt x="23294" y="4581"/>
                    <a:pt x="23558" y="4576"/>
                  </a:cubicBezTo>
                  <a:cubicBezTo>
                    <a:pt x="23729" y="4571"/>
                    <a:pt x="23897" y="4569"/>
                    <a:pt x="24067" y="4564"/>
                  </a:cubicBezTo>
                  <a:cubicBezTo>
                    <a:pt x="24079" y="4227"/>
                    <a:pt x="24123" y="3888"/>
                    <a:pt x="24200" y="3544"/>
                  </a:cubicBezTo>
                  <a:cubicBezTo>
                    <a:pt x="24223" y="3440"/>
                    <a:pt x="24328" y="3376"/>
                    <a:pt x="24430" y="3376"/>
                  </a:cubicBezTo>
                  <a:close/>
                  <a:moveTo>
                    <a:pt x="15973" y="3750"/>
                  </a:moveTo>
                  <a:cubicBezTo>
                    <a:pt x="16049" y="3750"/>
                    <a:pt x="16129" y="3799"/>
                    <a:pt x="16150" y="3876"/>
                  </a:cubicBezTo>
                  <a:cubicBezTo>
                    <a:pt x="16229" y="4140"/>
                    <a:pt x="16182" y="4426"/>
                    <a:pt x="16180" y="4701"/>
                  </a:cubicBezTo>
                  <a:cubicBezTo>
                    <a:pt x="16351" y="4698"/>
                    <a:pt x="16524" y="4696"/>
                    <a:pt x="16695" y="4691"/>
                  </a:cubicBezTo>
                  <a:cubicBezTo>
                    <a:pt x="16697" y="4691"/>
                    <a:pt x="16699" y="4691"/>
                    <a:pt x="16701" y="4691"/>
                  </a:cubicBezTo>
                  <a:cubicBezTo>
                    <a:pt x="16991" y="4691"/>
                    <a:pt x="16991" y="5154"/>
                    <a:pt x="16701" y="5154"/>
                  </a:cubicBezTo>
                  <a:cubicBezTo>
                    <a:pt x="16699" y="5154"/>
                    <a:pt x="16697" y="5154"/>
                    <a:pt x="16695" y="5154"/>
                  </a:cubicBezTo>
                  <a:cubicBezTo>
                    <a:pt x="16532" y="5151"/>
                    <a:pt x="16365" y="5146"/>
                    <a:pt x="16202" y="5144"/>
                  </a:cubicBezTo>
                  <a:lnTo>
                    <a:pt x="16202" y="5144"/>
                  </a:lnTo>
                  <a:cubicBezTo>
                    <a:pt x="16222" y="5389"/>
                    <a:pt x="16256" y="5631"/>
                    <a:pt x="16305" y="5874"/>
                  </a:cubicBezTo>
                  <a:cubicBezTo>
                    <a:pt x="16333" y="6020"/>
                    <a:pt x="16211" y="6116"/>
                    <a:pt x="16097" y="6116"/>
                  </a:cubicBezTo>
                  <a:cubicBezTo>
                    <a:pt x="16022" y="6116"/>
                    <a:pt x="15951" y="6074"/>
                    <a:pt x="15929" y="5977"/>
                  </a:cubicBezTo>
                  <a:cubicBezTo>
                    <a:pt x="15872" y="5730"/>
                    <a:pt x="15802" y="5438"/>
                    <a:pt x="15756" y="5134"/>
                  </a:cubicBezTo>
                  <a:cubicBezTo>
                    <a:pt x="15497" y="5128"/>
                    <a:pt x="15238" y="5124"/>
                    <a:pt x="14980" y="5112"/>
                  </a:cubicBezTo>
                  <a:cubicBezTo>
                    <a:pt x="14735" y="5102"/>
                    <a:pt x="14735" y="4742"/>
                    <a:pt x="14980" y="4733"/>
                  </a:cubicBezTo>
                  <a:cubicBezTo>
                    <a:pt x="15222" y="4724"/>
                    <a:pt x="15467" y="4717"/>
                    <a:pt x="15709" y="4712"/>
                  </a:cubicBezTo>
                  <a:cubicBezTo>
                    <a:pt x="15693" y="4394"/>
                    <a:pt x="15719" y="4086"/>
                    <a:pt x="15834" y="3835"/>
                  </a:cubicBezTo>
                  <a:cubicBezTo>
                    <a:pt x="15863" y="3776"/>
                    <a:pt x="15917" y="3750"/>
                    <a:pt x="15973" y="3750"/>
                  </a:cubicBezTo>
                  <a:close/>
                  <a:moveTo>
                    <a:pt x="11694" y="3878"/>
                  </a:moveTo>
                  <a:cubicBezTo>
                    <a:pt x="11790" y="3878"/>
                    <a:pt x="11882" y="3942"/>
                    <a:pt x="11882" y="4063"/>
                  </a:cubicBezTo>
                  <a:cubicBezTo>
                    <a:pt x="11882" y="4271"/>
                    <a:pt x="11828" y="4474"/>
                    <a:pt x="11786" y="4680"/>
                  </a:cubicBezTo>
                  <a:cubicBezTo>
                    <a:pt x="11823" y="4680"/>
                    <a:pt x="11860" y="4679"/>
                    <a:pt x="11897" y="4679"/>
                  </a:cubicBezTo>
                  <a:cubicBezTo>
                    <a:pt x="12066" y="4679"/>
                    <a:pt x="12235" y="4686"/>
                    <a:pt x="12406" y="4701"/>
                  </a:cubicBezTo>
                  <a:cubicBezTo>
                    <a:pt x="12692" y="4729"/>
                    <a:pt x="12699" y="5169"/>
                    <a:pt x="12437" y="5169"/>
                  </a:cubicBezTo>
                  <a:cubicBezTo>
                    <a:pt x="12427" y="5169"/>
                    <a:pt x="12417" y="5169"/>
                    <a:pt x="12406" y="5167"/>
                  </a:cubicBezTo>
                  <a:cubicBezTo>
                    <a:pt x="12180" y="5137"/>
                    <a:pt x="11957" y="5128"/>
                    <a:pt x="11738" y="5126"/>
                  </a:cubicBezTo>
                  <a:lnTo>
                    <a:pt x="11738" y="5126"/>
                  </a:lnTo>
                  <a:cubicBezTo>
                    <a:pt x="11732" y="5428"/>
                    <a:pt x="11764" y="5733"/>
                    <a:pt x="11831" y="6028"/>
                  </a:cubicBezTo>
                  <a:cubicBezTo>
                    <a:pt x="11859" y="6152"/>
                    <a:pt x="11768" y="6228"/>
                    <a:pt x="11674" y="6228"/>
                  </a:cubicBezTo>
                  <a:cubicBezTo>
                    <a:pt x="11611" y="6228"/>
                    <a:pt x="11547" y="6193"/>
                    <a:pt x="11517" y="6116"/>
                  </a:cubicBezTo>
                  <a:cubicBezTo>
                    <a:pt x="11413" y="5839"/>
                    <a:pt x="11323" y="5490"/>
                    <a:pt x="11293" y="5140"/>
                  </a:cubicBezTo>
                  <a:cubicBezTo>
                    <a:pt x="11060" y="5156"/>
                    <a:pt x="10829" y="5183"/>
                    <a:pt x="10593" y="5229"/>
                  </a:cubicBezTo>
                  <a:cubicBezTo>
                    <a:pt x="10577" y="5233"/>
                    <a:pt x="10562" y="5234"/>
                    <a:pt x="10548" y="5234"/>
                  </a:cubicBezTo>
                  <a:cubicBezTo>
                    <a:pt x="10341" y="5234"/>
                    <a:pt x="10265" y="4921"/>
                    <a:pt x="10492" y="4860"/>
                  </a:cubicBezTo>
                  <a:cubicBezTo>
                    <a:pt x="10755" y="4788"/>
                    <a:pt x="11021" y="4744"/>
                    <a:pt x="11289" y="4714"/>
                  </a:cubicBezTo>
                  <a:cubicBezTo>
                    <a:pt x="11307" y="4438"/>
                    <a:pt x="11376" y="4176"/>
                    <a:pt x="11522" y="3967"/>
                  </a:cubicBezTo>
                  <a:cubicBezTo>
                    <a:pt x="11564" y="3906"/>
                    <a:pt x="11630" y="3878"/>
                    <a:pt x="11694" y="3878"/>
                  </a:cubicBezTo>
                  <a:close/>
                  <a:moveTo>
                    <a:pt x="7225" y="4012"/>
                  </a:moveTo>
                  <a:cubicBezTo>
                    <a:pt x="7323" y="4012"/>
                    <a:pt x="7432" y="4100"/>
                    <a:pt x="7442" y="4206"/>
                  </a:cubicBezTo>
                  <a:cubicBezTo>
                    <a:pt x="7456" y="4375"/>
                    <a:pt x="7432" y="4544"/>
                    <a:pt x="7400" y="4714"/>
                  </a:cubicBezTo>
                  <a:cubicBezTo>
                    <a:pt x="7673" y="4742"/>
                    <a:pt x="7935" y="4788"/>
                    <a:pt x="8174" y="4871"/>
                  </a:cubicBezTo>
                  <a:cubicBezTo>
                    <a:pt x="8408" y="4949"/>
                    <a:pt x="8377" y="5315"/>
                    <a:pt x="8116" y="5315"/>
                  </a:cubicBezTo>
                  <a:cubicBezTo>
                    <a:pt x="8115" y="5315"/>
                    <a:pt x="8114" y="5315"/>
                    <a:pt x="8114" y="5315"/>
                  </a:cubicBezTo>
                  <a:cubicBezTo>
                    <a:pt x="7841" y="5313"/>
                    <a:pt x="7569" y="5257"/>
                    <a:pt x="7296" y="5218"/>
                  </a:cubicBezTo>
                  <a:cubicBezTo>
                    <a:pt x="7241" y="5516"/>
                    <a:pt x="7183" y="5814"/>
                    <a:pt x="7123" y="6111"/>
                  </a:cubicBezTo>
                  <a:cubicBezTo>
                    <a:pt x="7106" y="6200"/>
                    <a:pt x="7029" y="6240"/>
                    <a:pt x="6950" y="6240"/>
                  </a:cubicBezTo>
                  <a:cubicBezTo>
                    <a:pt x="6852" y="6240"/>
                    <a:pt x="6751" y="6176"/>
                    <a:pt x="6764" y="6063"/>
                  </a:cubicBezTo>
                  <a:cubicBezTo>
                    <a:pt x="6802" y="5765"/>
                    <a:pt x="6841" y="5470"/>
                    <a:pt x="6883" y="5174"/>
                  </a:cubicBezTo>
                  <a:cubicBezTo>
                    <a:pt x="6580" y="5150"/>
                    <a:pt x="6275" y="5139"/>
                    <a:pt x="5973" y="5128"/>
                  </a:cubicBezTo>
                  <a:cubicBezTo>
                    <a:pt x="5700" y="5118"/>
                    <a:pt x="5703" y="4721"/>
                    <a:pt x="5973" y="4705"/>
                  </a:cubicBezTo>
                  <a:cubicBezTo>
                    <a:pt x="6198" y="4693"/>
                    <a:pt x="6443" y="4683"/>
                    <a:pt x="6693" y="4683"/>
                  </a:cubicBezTo>
                  <a:cubicBezTo>
                    <a:pt x="6777" y="4683"/>
                    <a:pt x="6861" y="4684"/>
                    <a:pt x="6945" y="4687"/>
                  </a:cubicBezTo>
                  <a:cubicBezTo>
                    <a:pt x="6971" y="4488"/>
                    <a:pt x="7005" y="4294"/>
                    <a:pt x="7086" y="4110"/>
                  </a:cubicBezTo>
                  <a:cubicBezTo>
                    <a:pt x="7116" y="4040"/>
                    <a:pt x="7169" y="4012"/>
                    <a:pt x="7225" y="4012"/>
                  </a:cubicBezTo>
                  <a:close/>
                  <a:moveTo>
                    <a:pt x="33098" y="0"/>
                  </a:moveTo>
                  <a:cubicBezTo>
                    <a:pt x="27612" y="48"/>
                    <a:pt x="22124" y="86"/>
                    <a:pt x="16638" y="120"/>
                  </a:cubicBezTo>
                  <a:cubicBezTo>
                    <a:pt x="13798" y="136"/>
                    <a:pt x="10955" y="148"/>
                    <a:pt x="8116" y="152"/>
                  </a:cubicBezTo>
                  <a:cubicBezTo>
                    <a:pt x="6301" y="157"/>
                    <a:pt x="4434" y="270"/>
                    <a:pt x="2588" y="270"/>
                  </a:cubicBezTo>
                  <a:cubicBezTo>
                    <a:pt x="1742" y="270"/>
                    <a:pt x="901" y="246"/>
                    <a:pt x="72" y="177"/>
                  </a:cubicBezTo>
                  <a:lnTo>
                    <a:pt x="72" y="177"/>
                  </a:lnTo>
                  <a:cubicBezTo>
                    <a:pt x="76" y="196"/>
                    <a:pt x="82" y="214"/>
                    <a:pt x="80" y="235"/>
                  </a:cubicBezTo>
                  <a:cubicBezTo>
                    <a:pt x="0" y="3325"/>
                    <a:pt x="152" y="6411"/>
                    <a:pt x="94" y="9498"/>
                  </a:cubicBezTo>
                  <a:cubicBezTo>
                    <a:pt x="1895" y="9246"/>
                    <a:pt x="3760" y="9232"/>
                    <a:pt x="5606" y="9232"/>
                  </a:cubicBezTo>
                  <a:cubicBezTo>
                    <a:pt x="5839" y="9232"/>
                    <a:pt x="6071" y="9232"/>
                    <a:pt x="6303" y="9232"/>
                  </a:cubicBezTo>
                  <a:cubicBezTo>
                    <a:pt x="6876" y="9232"/>
                    <a:pt x="7447" y="9231"/>
                    <a:pt x="8012" y="9222"/>
                  </a:cubicBezTo>
                  <a:cubicBezTo>
                    <a:pt x="10750" y="9172"/>
                    <a:pt x="13488" y="9146"/>
                    <a:pt x="16226" y="9140"/>
                  </a:cubicBezTo>
                  <a:cubicBezTo>
                    <a:pt x="16785" y="9139"/>
                    <a:pt x="17344" y="9138"/>
                    <a:pt x="17904" y="9138"/>
                  </a:cubicBezTo>
                  <a:cubicBezTo>
                    <a:pt x="22841" y="9138"/>
                    <a:pt x="27778" y="9196"/>
                    <a:pt x="32710" y="9355"/>
                  </a:cubicBezTo>
                  <a:cubicBezTo>
                    <a:pt x="31567" y="7993"/>
                    <a:pt x="30565" y="6460"/>
                    <a:pt x="29588" y="4983"/>
                  </a:cubicBezTo>
                  <a:cubicBezTo>
                    <a:pt x="29491" y="4837"/>
                    <a:pt x="29588" y="4705"/>
                    <a:pt x="29718" y="4671"/>
                  </a:cubicBezTo>
                  <a:cubicBezTo>
                    <a:pt x="30620" y="2999"/>
                    <a:pt x="31907" y="1472"/>
                    <a:pt x="33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3"/>
            <p:cNvSpPr/>
            <p:nvPr/>
          </p:nvSpPr>
          <p:spPr>
            <a:xfrm>
              <a:off x="1654700" y="3490157"/>
              <a:ext cx="856150" cy="255250"/>
            </a:xfrm>
            <a:custGeom>
              <a:rect b="b" l="l" r="r" t="t"/>
              <a:pathLst>
                <a:path extrusionOk="0" h="10210" w="34246">
                  <a:moveTo>
                    <a:pt x="33660" y="378"/>
                  </a:moveTo>
                  <a:lnTo>
                    <a:pt x="33660" y="378"/>
                  </a:lnTo>
                  <a:cubicBezTo>
                    <a:pt x="32469" y="1850"/>
                    <a:pt x="31182" y="3377"/>
                    <a:pt x="30280" y="5049"/>
                  </a:cubicBezTo>
                  <a:cubicBezTo>
                    <a:pt x="30150" y="5083"/>
                    <a:pt x="30053" y="5215"/>
                    <a:pt x="30150" y="5361"/>
                  </a:cubicBezTo>
                  <a:cubicBezTo>
                    <a:pt x="31127" y="6838"/>
                    <a:pt x="32129" y="8371"/>
                    <a:pt x="33272" y="9733"/>
                  </a:cubicBezTo>
                  <a:cubicBezTo>
                    <a:pt x="28340" y="9574"/>
                    <a:pt x="23403" y="9516"/>
                    <a:pt x="18466" y="9516"/>
                  </a:cubicBezTo>
                  <a:cubicBezTo>
                    <a:pt x="17907" y="9516"/>
                    <a:pt x="17348" y="9517"/>
                    <a:pt x="16789" y="9518"/>
                  </a:cubicBezTo>
                  <a:cubicBezTo>
                    <a:pt x="14050" y="9523"/>
                    <a:pt x="11312" y="9550"/>
                    <a:pt x="8574" y="9600"/>
                  </a:cubicBezTo>
                  <a:cubicBezTo>
                    <a:pt x="8009" y="9609"/>
                    <a:pt x="7438" y="9610"/>
                    <a:pt x="6865" y="9610"/>
                  </a:cubicBezTo>
                  <a:cubicBezTo>
                    <a:pt x="6633" y="9610"/>
                    <a:pt x="6401" y="9610"/>
                    <a:pt x="6168" y="9610"/>
                  </a:cubicBezTo>
                  <a:cubicBezTo>
                    <a:pt x="4322" y="9610"/>
                    <a:pt x="2457" y="9624"/>
                    <a:pt x="656" y="9876"/>
                  </a:cubicBezTo>
                  <a:cubicBezTo>
                    <a:pt x="714" y="6789"/>
                    <a:pt x="562" y="3703"/>
                    <a:pt x="642" y="613"/>
                  </a:cubicBezTo>
                  <a:cubicBezTo>
                    <a:pt x="644" y="593"/>
                    <a:pt x="638" y="574"/>
                    <a:pt x="634" y="555"/>
                  </a:cubicBezTo>
                  <a:lnTo>
                    <a:pt x="634" y="555"/>
                  </a:lnTo>
                  <a:cubicBezTo>
                    <a:pt x="1463" y="624"/>
                    <a:pt x="2304" y="648"/>
                    <a:pt x="3150" y="648"/>
                  </a:cubicBezTo>
                  <a:cubicBezTo>
                    <a:pt x="4996" y="648"/>
                    <a:pt x="6863" y="535"/>
                    <a:pt x="8678" y="530"/>
                  </a:cubicBezTo>
                  <a:cubicBezTo>
                    <a:pt x="11517" y="526"/>
                    <a:pt x="14360" y="514"/>
                    <a:pt x="17200" y="498"/>
                  </a:cubicBezTo>
                  <a:cubicBezTo>
                    <a:pt x="22686" y="464"/>
                    <a:pt x="28174" y="426"/>
                    <a:pt x="33660" y="378"/>
                  </a:cubicBezTo>
                  <a:close/>
                  <a:moveTo>
                    <a:pt x="34016" y="1"/>
                  </a:moveTo>
                  <a:cubicBezTo>
                    <a:pt x="34015" y="1"/>
                    <a:pt x="34014" y="1"/>
                    <a:pt x="34013" y="1"/>
                  </a:cubicBezTo>
                  <a:cubicBezTo>
                    <a:pt x="28410" y="52"/>
                    <a:pt x="22806" y="114"/>
                    <a:pt x="17200" y="170"/>
                  </a:cubicBezTo>
                  <a:cubicBezTo>
                    <a:pt x="14436" y="198"/>
                    <a:pt x="11672" y="227"/>
                    <a:pt x="8909" y="257"/>
                  </a:cubicBezTo>
                  <a:cubicBezTo>
                    <a:pt x="8731" y="259"/>
                    <a:pt x="8552" y="260"/>
                    <a:pt x="8374" y="260"/>
                  </a:cubicBezTo>
                  <a:cubicBezTo>
                    <a:pt x="6846" y="260"/>
                    <a:pt x="5287" y="198"/>
                    <a:pt x="3738" y="198"/>
                  </a:cubicBezTo>
                  <a:cubicBezTo>
                    <a:pt x="2610" y="198"/>
                    <a:pt x="1487" y="231"/>
                    <a:pt x="387" y="345"/>
                  </a:cubicBezTo>
                  <a:cubicBezTo>
                    <a:pt x="334" y="350"/>
                    <a:pt x="304" y="385"/>
                    <a:pt x="296" y="424"/>
                  </a:cubicBezTo>
                  <a:cubicBezTo>
                    <a:pt x="232" y="458"/>
                    <a:pt x="181" y="519"/>
                    <a:pt x="179" y="613"/>
                  </a:cubicBezTo>
                  <a:cubicBezTo>
                    <a:pt x="97" y="3689"/>
                    <a:pt x="0" y="6862"/>
                    <a:pt x="324" y="9925"/>
                  </a:cubicBezTo>
                  <a:cubicBezTo>
                    <a:pt x="335" y="10031"/>
                    <a:pt x="420" y="10085"/>
                    <a:pt x="502" y="10085"/>
                  </a:cubicBezTo>
                  <a:cubicBezTo>
                    <a:pt x="503" y="10085"/>
                    <a:pt x="505" y="10085"/>
                    <a:pt x="507" y="10085"/>
                  </a:cubicBezTo>
                  <a:cubicBezTo>
                    <a:pt x="527" y="10108"/>
                    <a:pt x="555" y="10124"/>
                    <a:pt x="587" y="10126"/>
                  </a:cubicBezTo>
                  <a:cubicBezTo>
                    <a:pt x="1324" y="10187"/>
                    <a:pt x="2068" y="10209"/>
                    <a:pt x="2816" y="10209"/>
                  </a:cubicBezTo>
                  <a:cubicBezTo>
                    <a:pt x="4811" y="10209"/>
                    <a:pt x="6829" y="10049"/>
                    <a:pt x="8802" y="10015"/>
                  </a:cubicBezTo>
                  <a:cubicBezTo>
                    <a:pt x="11541" y="9969"/>
                    <a:pt x="14279" y="9944"/>
                    <a:pt x="17018" y="9939"/>
                  </a:cubicBezTo>
                  <a:cubicBezTo>
                    <a:pt x="17269" y="9939"/>
                    <a:pt x="17519" y="9939"/>
                    <a:pt x="17770" y="9939"/>
                  </a:cubicBezTo>
                  <a:cubicBezTo>
                    <a:pt x="22997" y="9939"/>
                    <a:pt x="28222" y="10033"/>
                    <a:pt x="33448" y="10154"/>
                  </a:cubicBezTo>
                  <a:cubicBezTo>
                    <a:pt x="33450" y="10154"/>
                    <a:pt x="33451" y="10154"/>
                    <a:pt x="33452" y="10154"/>
                  </a:cubicBezTo>
                  <a:cubicBezTo>
                    <a:pt x="33585" y="10154"/>
                    <a:pt x="33649" y="10051"/>
                    <a:pt x="33649" y="9948"/>
                  </a:cubicBezTo>
                  <a:cubicBezTo>
                    <a:pt x="33703" y="9902"/>
                    <a:pt x="33731" y="9821"/>
                    <a:pt x="33690" y="9747"/>
                  </a:cubicBezTo>
                  <a:cubicBezTo>
                    <a:pt x="32796" y="8154"/>
                    <a:pt x="31656" y="6635"/>
                    <a:pt x="30566" y="5168"/>
                  </a:cubicBezTo>
                  <a:cubicBezTo>
                    <a:pt x="31804" y="3689"/>
                    <a:pt x="32858" y="2042"/>
                    <a:pt x="34071" y="539"/>
                  </a:cubicBezTo>
                  <a:cubicBezTo>
                    <a:pt x="34121" y="477"/>
                    <a:pt x="34129" y="408"/>
                    <a:pt x="34110" y="343"/>
                  </a:cubicBezTo>
                  <a:cubicBezTo>
                    <a:pt x="34246" y="256"/>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3"/>
            <p:cNvSpPr/>
            <p:nvPr/>
          </p:nvSpPr>
          <p:spPr>
            <a:xfrm>
              <a:off x="2329775" y="3578282"/>
              <a:ext cx="51700" cy="63025"/>
            </a:xfrm>
            <a:custGeom>
              <a:rect b="b" l="l" r="r" t="t"/>
              <a:pathLst>
                <a:path extrusionOk="0" h="2521" w="2068">
                  <a:moveTo>
                    <a:pt x="1216" y="0"/>
                  </a:moveTo>
                  <a:cubicBezTo>
                    <a:pt x="1124" y="0"/>
                    <a:pt x="1032" y="69"/>
                    <a:pt x="1016" y="192"/>
                  </a:cubicBezTo>
                  <a:cubicBezTo>
                    <a:pt x="977" y="517"/>
                    <a:pt x="1048" y="863"/>
                    <a:pt x="1042" y="1194"/>
                  </a:cubicBezTo>
                  <a:cubicBezTo>
                    <a:pt x="1040" y="1207"/>
                    <a:pt x="1040" y="1221"/>
                    <a:pt x="1040" y="1235"/>
                  </a:cubicBezTo>
                  <a:cubicBezTo>
                    <a:pt x="735" y="1269"/>
                    <a:pt x="430" y="1357"/>
                    <a:pt x="211" y="1442"/>
                  </a:cubicBezTo>
                  <a:cubicBezTo>
                    <a:pt x="1" y="1526"/>
                    <a:pt x="55" y="1840"/>
                    <a:pt x="248" y="1840"/>
                  </a:cubicBezTo>
                  <a:cubicBezTo>
                    <a:pt x="269" y="1840"/>
                    <a:pt x="292" y="1836"/>
                    <a:pt x="316" y="1828"/>
                  </a:cubicBezTo>
                  <a:cubicBezTo>
                    <a:pt x="541" y="1750"/>
                    <a:pt x="769" y="1701"/>
                    <a:pt x="1004" y="1690"/>
                  </a:cubicBezTo>
                  <a:lnTo>
                    <a:pt x="1004" y="1690"/>
                  </a:lnTo>
                  <a:cubicBezTo>
                    <a:pt x="982" y="1891"/>
                    <a:pt x="949" y="2089"/>
                    <a:pt x="910" y="2290"/>
                  </a:cubicBezTo>
                  <a:cubicBezTo>
                    <a:pt x="883" y="2429"/>
                    <a:pt x="994" y="2521"/>
                    <a:pt x="1101" y="2521"/>
                  </a:cubicBezTo>
                  <a:cubicBezTo>
                    <a:pt x="1171" y="2521"/>
                    <a:pt x="1240" y="2481"/>
                    <a:pt x="1266" y="2389"/>
                  </a:cubicBezTo>
                  <a:cubicBezTo>
                    <a:pt x="1324" y="2186"/>
                    <a:pt x="1381" y="1953"/>
                    <a:pt x="1427" y="1711"/>
                  </a:cubicBezTo>
                  <a:cubicBezTo>
                    <a:pt x="1527" y="1727"/>
                    <a:pt x="1627" y="1742"/>
                    <a:pt x="1727" y="1742"/>
                  </a:cubicBezTo>
                  <a:cubicBezTo>
                    <a:pt x="1785" y="1742"/>
                    <a:pt x="1843" y="1737"/>
                    <a:pt x="1901" y="1724"/>
                  </a:cubicBezTo>
                  <a:cubicBezTo>
                    <a:pt x="2024" y="1699"/>
                    <a:pt x="2067" y="1526"/>
                    <a:pt x="1974" y="1440"/>
                  </a:cubicBezTo>
                  <a:cubicBezTo>
                    <a:pt x="1847" y="1327"/>
                    <a:pt x="1682" y="1265"/>
                    <a:pt x="1497" y="1237"/>
                  </a:cubicBezTo>
                  <a:cubicBezTo>
                    <a:pt x="1535" y="847"/>
                    <a:pt x="1519" y="459"/>
                    <a:pt x="1400" y="138"/>
                  </a:cubicBezTo>
                  <a:cubicBezTo>
                    <a:pt x="1364" y="44"/>
                    <a:pt x="1290" y="0"/>
                    <a:pt x="1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3"/>
            <p:cNvSpPr/>
            <p:nvPr/>
          </p:nvSpPr>
          <p:spPr>
            <a:xfrm>
              <a:off x="2251100" y="3583982"/>
              <a:ext cx="48525" cy="68025"/>
            </a:xfrm>
            <a:custGeom>
              <a:rect b="b" l="l" r="r" t="t"/>
              <a:pathLst>
                <a:path extrusionOk="0" h="2721" w="1941">
                  <a:moveTo>
                    <a:pt x="1136" y="1"/>
                  </a:moveTo>
                  <a:cubicBezTo>
                    <a:pt x="1034" y="1"/>
                    <a:pt x="929" y="65"/>
                    <a:pt x="906" y="169"/>
                  </a:cubicBezTo>
                  <a:cubicBezTo>
                    <a:pt x="829" y="513"/>
                    <a:pt x="785" y="852"/>
                    <a:pt x="773" y="1190"/>
                  </a:cubicBezTo>
                  <a:cubicBezTo>
                    <a:pt x="603" y="1194"/>
                    <a:pt x="435" y="1196"/>
                    <a:pt x="264" y="1201"/>
                  </a:cubicBezTo>
                  <a:cubicBezTo>
                    <a:pt x="0" y="1206"/>
                    <a:pt x="0" y="1605"/>
                    <a:pt x="264" y="1610"/>
                  </a:cubicBezTo>
                  <a:cubicBezTo>
                    <a:pt x="435" y="1612"/>
                    <a:pt x="608" y="1616"/>
                    <a:pt x="779" y="1619"/>
                  </a:cubicBezTo>
                  <a:cubicBezTo>
                    <a:pt x="797" y="1944"/>
                    <a:pt x="850" y="2270"/>
                    <a:pt x="942" y="2598"/>
                  </a:cubicBezTo>
                  <a:cubicBezTo>
                    <a:pt x="967" y="2683"/>
                    <a:pt x="1033" y="2721"/>
                    <a:pt x="1100" y="2721"/>
                  </a:cubicBezTo>
                  <a:cubicBezTo>
                    <a:pt x="1201" y="2721"/>
                    <a:pt x="1305" y="2636"/>
                    <a:pt x="1278" y="2505"/>
                  </a:cubicBezTo>
                  <a:cubicBezTo>
                    <a:pt x="1215" y="2214"/>
                    <a:pt x="1178" y="1922"/>
                    <a:pt x="1169" y="1630"/>
                  </a:cubicBezTo>
                  <a:lnTo>
                    <a:pt x="1169" y="1630"/>
                  </a:lnTo>
                  <a:cubicBezTo>
                    <a:pt x="1259" y="1635"/>
                    <a:pt x="1349" y="1642"/>
                    <a:pt x="1438" y="1642"/>
                  </a:cubicBezTo>
                  <a:cubicBezTo>
                    <a:pt x="1544" y="1642"/>
                    <a:pt x="1648" y="1633"/>
                    <a:pt x="1746" y="1600"/>
                  </a:cubicBezTo>
                  <a:cubicBezTo>
                    <a:pt x="1940" y="1536"/>
                    <a:pt x="1940" y="1272"/>
                    <a:pt x="1746" y="1210"/>
                  </a:cubicBezTo>
                  <a:cubicBezTo>
                    <a:pt x="1647" y="1177"/>
                    <a:pt x="1542" y="1167"/>
                    <a:pt x="1435" y="1167"/>
                  </a:cubicBezTo>
                  <a:cubicBezTo>
                    <a:pt x="1350" y="1167"/>
                    <a:pt x="1265" y="1173"/>
                    <a:pt x="1180" y="1178"/>
                  </a:cubicBezTo>
                  <a:cubicBezTo>
                    <a:pt x="1197" y="975"/>
                    <a:pt x="1226" y="774"/>
                    <a:pt x="1272" y="576"/>
                  </a:cubicBezTo>
                  <a:cubicBezTo>
                    <a:pt x="1273" y="576"/>
                    <a:pt x="1274" y="576"/>
                    <a:pt x="1275" y="576"/>
                  </a:cubicBezTo>
                  <a:cubicBezTo>
                    <a:pt x="1413" y="576"/>
                    <a:pt x="1528" y="424"/>
                    <a:pt x="1451" y="287"/>
                  </a:cubicBezTo>
                  <a:cubicBezTo>
                    <a:pt x="1397" y="196"/>
                    <a:pt x="1360" y="146"/>
                    <a:pt x="1292" y="67"/>
                  </a:cubicBezTo>
                  <a:cubicBezTo>
                    <a:pt x="1251" y="21"/>
                    <a:pt x="1194" y="1"/>
                    <a:pt x="1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3"/>
            <p:cNvSpPr/>
            <p:nvPr/>
          </p:nvSpPr>
          <p:spPr>
            <a:xfrm>
              <a:off x="2141300" y="3593057"/>
              <a:ext cx="62775" cy="55600"/>
            </a:xfrm>
            <a:custGeom>
              <a:rect b="b" l="l" r="r" t="t"/>
              <a:pathLst>
                <a:path extrusionOk="0" h="2224" w="2511">
                  <a:moveTo>
                    <a:pt x="1334" y="0"/>
                  </a:moveTo>
                  <a:cubicBezTo>
                    <a:pt x="1274" y="0"/>
                    <a:pt x="1217" y="27"/>
                    <a:pt x="1187" y="90"/>
                  </a:cubicBezTo>
                  <a:cubicBezTo>
                    <a:pt x="1070" y="340"/>
                    <a:pt x="1079" y="616"/>
                    <a:pt x="1065" y="891"/>
                  </a:cubicBezTo>
                  <a:cubicBezTo>
                    <a:pt x="781" y="931"/>
                    <a:pt x="497" y="974"/>
                    <a:pt x="223" y="1009"/>
                  </a:cubicBezTo>
                  <a:cubicBezTo>
                    <a:pt x="17" y="1034"/>
                    <a:pt x="1" y="1346"/>
                    <a:pt x="213" y="1346"/>
                  </a:cubicBezTo>
                  <a:cubicBezTo>
                    <a:pt x="216" y="1346"/>
                    <a:pt x="219" y="1346"/>
                    <a:pt x="223" y="1346"/>
                  </a:cubicBezTo>
                  <a:cubicBezTo>
                    <a:pt x="487" y="1334"/>
                    <a:pt x="762" y="1330"/>
                    <a:pt x="1038" y="1323"/>
                  </a:cubicBezTo>
                  <a:lnTo>
                    <a:pt x="1038" y="1323"/>
                  </a:lnTo>
                  <a:cubicBezTo>
                    <a:pt x="1022" y="1561"/>
                    <a:pt x="1004" y="1801"/>
                    <a:pt x="1000" y="2038"/>
                  </a:cubicBezTo>
                  <a:cubicBezTo>
                    <a:pt x="998" y="2155"/>
                    <a:pt x="1105" y="2224"/>
                    <a:pt x="1206" y="2224"/>
                  </a:cubicBezTo>
                  <a:cubicBezTo>
                    <a:pt x="1283" y="2224"/>
                    <a:pt x="1356" y="2182"/>
                    <a:pt x="1370" y="2090"/>
                  </a:cubicBezTo>
                  <a:cubicBezTo>
                    <a:pt x="1407" y="1829"/>
                    <a:pt x="1435" y="1565"/>
                    <a:pt x="1463" y="1304"/>
                  </a:cubicBezTo>
                  <a:cubicBezTo>
                    <a:pt x="1739" y="1288"/>
                    <a:pt x="2014" y="1261"/>
                    <a:pt x="2277" y="1209"/>
                  </a:cubicBezTo>
                  <a:cubicBezTo>
                    <a:pt x="2511" y="1163"/>
                    <a:pt x="2446" y="813"/>
                    <a:pt x="2222" y="808"/>
                  </a:cubicBezTo>
                  <a:cubicBezTo>
                    <a:pt x="2185" y="807"/>
                    <a:pt x="2147" y="806"/>
                    <a:pt x="2109" y="806"/>
                  </a:cubicBezTo>
                  <a:cubicBezTo>
                    <a:pt x="1916" y="806"/>
                    <a:pt x="1718" y="819"/>
                    <a:pt x="1519" y="839"/>
                  </a:cubicBezTo>
                  <a:cubicBezTo>
                    <a:pt x="1555" y="600"/>
                    <a:pt x="1587" y="356"/>
                    <a:pt x="1525" y="134"/>
                  </a:cubicBezTo>
                  <a:cubicBezTo>
                    <a:pt x="1502" y="51"/>
                    <a:pt x="1416" y="0"/>
                    <a:pt x="1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3"/>
            <p:cNvSpPr/>
            <p:nvPr/>
          </p:nvSpPr>
          <p:spPr>
            <a:xfrm>
              <a:off x="2037100" y="3593332"/>
              <a:ext cx="56450" cy="59200"/>
            </a:xfrm>
            <a:custGeom>
              <a:rect b="b" l="l" r="r" t="t"/>
              <a:pathLst>
                <a:path extrusionOk="0" h="2368" w="2258">
                  <a:moveTo>
                    <a:pt x="1238" y="1"/>
                  </a:moveTo>
                  <a:cubicBezTo>
                    <a:pt x="1182" y="1"/>
                    <a:pt x="1128" y="26"/>
                    <a:pt x="1100" y="85"/>
                  </a:cubicBezTo>
                  <a:cubicBezTo>
                    <a:pt x="985" y="337"/>
                    <a:pt x="959" y="644"/>
                    <a:pt x="975" y="963"/>
                  </a:cubicBezTo>
                  <a:cubicBezTo>
                    <a:pt x="733" y="968"/>
                    <a:pt x="488" y="975"/>
                    <a:pt x="246" y="984"/>
                  </a:cubicBezTo>
                  <a:cubicBezTo>
                    <a:pt x="1" y="993"/>
                    <a:pt x="1" y="1353"/>
                    <a:pt x="246" y="1363"/>
                  </a:cubicBezTo>
                  <a:cubicBezTo>
                    <a:pt x="505" y="1375"/>
                    <a:pt x="764" y="1379"/>
                    <a:pt x="1022" y="1385"/>
                  </a:cubicBezTo>
                  <a:cubicBezTo>
                    <a:pt x="1068" y="1689"/>
                    <a:pt x="1138" y="1981"/>
                    <a:pt x="1195" y="2228"/>
                  </a:cubicBezTo>
                  <a:cubicBezTo>
                    <a:pt x="1217" y="2325"/>
                    <a:pt x="1288" y="2367"/>
                    <a:pt x="1363" y="2367"/>
                  </a:cubicBezTo>
                  <a:cubicBezTo>
                    <a:pt x="1477" y="2367"/>
                    <a:pt x="1599" y="2271"/>
                    <a:pt x="1571" y="2125"/>
                  </a:cubicBezTo>
                  <a:cubicBezTo>
                    <a:pt x="1523" y="1882"/>
                    <a:pt x="1488" y="1640"/>
                    <a:pt x="1468" y="1395"/>
                  </a:cubicBezTo>
                  <a:lnTo>
                    <a:pt x="1468" y="1395"/>
                  </a:lnTo>
                  <a:cubicBezTo>
                    <a:pt x="1631" y="1397"/>
                    <a:pt x="1798" y="1402"/>
                    <a:pt x="1961" y="1405"/>
                  </a:cubicBezTo>
                  <a:cubicBezTo>
                    <a:pt x="1963" y="1405"/>
                    <a:pt x="1965" y="1405"/>
                    <a:pt x="1967" y="1405"/>
                  </a:cubicBezTo>
                  <a:cubicBezTo>
                    <a:pt x="2257" y="1405"/>
                    <a:pt x="2257" y="942"/>
                    <a:pt x="1967" y="942"/>
                  </a:cubicBezTo>
                  <a:cubicBezTo>
                    <a:pt x="1965" y="942"/>
                    <a:pt x="1963" y="942"/>
                    <a:pt x="1961" y="942"/>
                  </a:cubicBezTo>
                  <a:cubicBezTo>
                    <a:pt x="1790" y="947"/>
                    <a:pt x="1617" y="949"/>
                    <a:pt x="1446" y="952"/>
                  </a:cubicBezTo>
                  <a:cubicBezTo>
                    <a:pt x="1450" y="677"/>
                    <a:pt x="1495" y="391"/>
                    <a:pt x="1416" y="127"/>
                  </a:cubicBezTo>
                  <a:cubicBezTo>
                    <a:pt x="1395" y="49"/>
                    <a:pt x="1315" y="1"/>
                    <a:pt x="1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3"/>
            <p:cNvSpPr/>
            <p:nvPr/>
          </p:nvSpPr>
          <p:spPr>
            <a:xfrm>
              <a:off x="1925375" y="3596532"/>
              <a:ext cx="60850" cy="58775"/>
            </a:xfrm>
            <a:custGeom>
              <a:rect b="b" l="l" r="r" t="t"/>
              <a:pathLst>
                <a:path extrusionOk="0" h="2351" w="2434">
                  <a:moveTo>
                    <a:pt x="1428" y="1"/>
                  </a:moveTo>
                  <a:cubicBezTo>
                    <a:pt x="1364" y="1"/>
                    <a:pt x="1299" y="30"/>
                    <a:pt x="1257" y="90"/>
                  </a:cubicBezTo>
                  <a:cubicBezTo>
                    <a:pt x="1111" y="299"/>
                    <a:pt x="1042" y="561"/>
                    <a:pt x="1023" y="837"/>
                  </a:cubicBezTo>
                  <a:cubicBezTo>
                    <a:pt x="756" y="867"/>
                    <a:pt x="490" y="911"/>
                    <a:pt x="227" y="983"/>
                  </a:cubicBezTo>
                  <a:cubicBezTo>
                    <a:pt x="0" y="1044"/>
                    <a:pt x="76" y="1357"/>
                    <a:pt x="282" y="1357"/>
                  </a:cubicBezTo>
                  <a:cubicBezTo>
                    <a:pt x="297" y="1357"/>
                    <a:pt x="312" y="1356"/>
                    <a:pt x="328" y="1352"/>
                  </a:cubicBezTo>
                  <a:cubicBezTo>
                    <a:pt x="563" y="1306"/>
                    <a:pt x="795" y="1279"/>
                    <a:pt x="1028" y="1263"/>
                  </a:cubicBezTo>
                  <a:cubicBezTo>
                    <a:pt x="1058" y="1613"/>
                    <a:pt x="1148" y="1962"/>
                    <a:pt x="1251" y="2239"/>
                  </a:cubicBezTo>
                  <a:cubicBezTo>
                    <a:pt x="1281" y="2316"/>
                    <a:pt x="1346" y="2351"/>
                    <a:pt x="1409" y="2351"/>
                  </a:cubicBezTo>
                  <a:cubicBezTo>
                    <a:pt x="1503" y="2351"/>
                    <a:pt x="1593" y="2275"/>
                    <a:pt x="1565" y="2151"/>
                  </a:cubicBezTo>
                  <a:cubicBezTo>
                    <a:pt x="1499" y="1856"/>
                    <a:pt x="1466" y="1551"/>
                    <a:pt x="1473" y="1249"/>
                  </a:cubicBezTo>
                  <a:lnTo>
                    <a:pt x="1473" y="1249"/>
                  </a:lnTo>
                  <a:cubicBezTo>
                    <a:pt x="1692" y="1251"/>
                    <a:pt x="1915" y="1260"/>
                    <a:pt x="2141" y="1290"/>
                  </a:cubicBezTo>
                  <a:cubicBezTo>
                    <a:pt x="2152" y="1292"/>
                    <a:pt x="2162" y="1292"/>
                    <a:pt x="2172" y="1292"/>
                  </a:cubicBezTo>
                  <a:cubicBezTo>
                    <a:pt x="2434" y="1292"/>
                    <a:pt x="2427" y="852"/>
                    <a:pt x="2141" y="824"/>
                  </a:cubicBezTo>
                  <a:cubicBezTo>
                    <a:pt x="1970" y="809"/>
                    <a:pt x="1801" y="802"/>
                    <a:pt x="1632" y="802"/>
                  </a:cubicBezTo>
                  <a:cubicBezTo>
                    <a:pt x="1595" y="802"/>
                    <a:pt x="1558" y="803"/>
                    <a:pt x="1521" y="803"/>
                  </a:cubicBezTo>
                  <a:cubicBezTo>
                    <a:pt x="1563" y="597"/>
                    <a:pt x="1617" y="394"/>
                    <a:pt x="1617" y="187"/>
                  </a:cubicBezTo>
                  <a:cubicBezTo>
                    <a:pt x="1617" y="66"/>
                    <a:pt x="1525" y="1"/>
                    <a:pt x="1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3"/>
            <p:cNvSpPr/>
            <p:nvPr/>
          </p:nvSpPr>
          <p:spPr>
            <a:xfrm>
              <a:off x="1811250" y="3599882"/>
              <a:ext cx="67700" cy="55750"/>
            </a:xfrm>
            <a:custGeom>
              <a:rect b="b" l="l" r="r" t="t"/>
              <a:pathLst>
                <a:path extrusionOk="0" h="2230" w="2708">
                  <a:moveTo>
                    <a:pt x="1524" y="1"/>
                  </a:moveTo>
                  <a:cubicBezTo>
                    <a:pt x="1468" y="1"/>
                    <a:pt x="1416" y="29"/>
                    <a:pt x="1386" y="99"/>
                  </a:cubicBezTo>
                  <a:cubicBezTo>
                    <a:pt x="1305" y="284"/>
                    <a:pt x="1271" y="477"/>
                    <a:pt x="1245" y="676"/>
                  </a:cubicBezTo>
                  <a:cubicBezTo>
                    <a:pt x="1161" y="673"/>
                    <a:pt x="1076" y="672"/>
                    <a:pt x="993" y="672"/>
                  </a:cubicBezTo>
                  <a:cubicBezTo>
                    <a:pt x="742" y="672"/>
                    <a:pt x="498" y="682"/>
                    <a:pt x="273" y="694"/>
                  </a:cubicBezTo>
                  <a:cubicBezTo>
                    <a:pt x="3" y="711"/>
                    <a:pt x="0" y="1107"/>
                    <a:pt x="273" y="1117"/>
                  </a:cubicBezTo>
                  <a:cubicBezTo>
                    <a:pt x="575" y="1129"/>
                    <a:pt x="880" y="1140"/>
                    <a:pt x="1183" y="1163"/>
                  </a:cubicBezTo>
                  <a:cubicBezTo>
                    <a:pt x="1141" y="1459"/>
                    <a:pt x="1102" y="1755"/>
                    <a:pt x="1064" y="2052"/>
                  </a:cubicBezTo>
                  <a:cubicBezTo>
                    <a:pt x="1051" y="2165"/>
                    <a:pt x="1152" y="2230"/>
                    <a:pt x="1251" y="2230"/>
                  </a:cubicBezTo>
                  <a:cubicBezTo>
                    <a:pt x="1329" y="2230"/>
                    <a:pt x="1405" y="2189"/>
                    <a:pt x="1422" y="2101"/>
                  </a:cubicBezTo>
                  <a:cubicBezTo>
                    <a:pt x="1483" y="1803"/>
                    <a:pt x="1541" y="1505"/>
                    <a:pt x="1595" y="1207"/>
                  </a:cubicBezTo>
                  <a:cubicBezTo>
                    <a:pt x="1868" y="1246"/>
                    <a:pt x="2141" y="1302"/>
                    <a:pt x="2414" y="1304"/>
                  </a:cubicBezTo>
                  <a:cubicBezTo>
                    <a:pt x="2414" y="1304"/>
                    <a:pt x="2415" y="1304"/>
                    <a:pt x="2416" y="1304"/>
                  </a:cubicBezTo>
                  <a:cubicBezTo>
                    <a:pt x="2677" y="1304"/>
                    <a:pt x="2708" y="938"/>
                    <a:pt x="2474" y="860"/>
                  </a:cubicBezTo>
                  <a:cubicBezTo>
                    <a:pt x="2235" y="777"/>
                    <a:pt x="1973" y="731"/>
                    <a:pt x="1700" y="703"/>
                  </a:cubicBezTo>
                  <a:cubicBezTo>
                    <a:pt x="1732" y="533"/>
                    <a:pt x="1756" y="364"/>
                    <a:pt x="1742" y="196"/>
                  </a:cubicBezTo>
                  <a:cubicBezTo>
                    <a:pt x="1731" y="90"/>
                    <a:pt x="1622" y="1"/>
                    <a:pt x="1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3"/>
            <p:cNvSpPr/>
            <p:nvPr/>
          </p:nvSpPr>
          <p:spPr>
            <a:xfrm>
              <a:off x="1714525" y="3585132"/>
              <a:ext cx="53350" cy="63550"/>
            </a:xfrm>
            <a:custGeom>
              <a:rect b="b" l="l" r="r" t="t"/>
              <a:pathLst>
                <a:path extrusionOk="0" h="2542" w="2134">
                  <a:moveTo>
                    <a:pt x="1251" y="1"/>
                  </a:moveTo>
                  <a:cubicBezTo>
                    <a:pt x="1182" y="1"/>
                    <a:pt x="1110" y="32"/>
                    <a:pt x="1064" y="95"/>
                  </a:cubicBezTo>
                  <a:cubicBezTo>
                    <a:pt x="889" y="339"/>
                    <a:pt x="801" y="672"/>
                    <a:pt x="766" y="1021"/>
                  </a:cubicBezTo>
                  <a:cubicBezTo>
                    <a:pt x="654" y="1003"/>
                    <a:pt x="536" y="984"/>
                    <a:pt x="423" y="984"/>
                  </a:cubicBezTo>
                  <a:cubicBezTo>
                    <a:pt x="284" y="984"/>
                    <a:pt x="154" y="1013"/>
                    <a:pt x="50" y="1109"/>
                  </a:cubicBezTo>
                  <a:cubicBezTo>
                    <a:pt x="9" y="1148"/>
                    <a:pt x="0" y="1220"/>
                    <a:pt x="30" y="1266"/>
                  </a:cubicBezTo>
                  <a:cubicBezTo>
                    <a:pt x="175" y="1496"/>
                    <a:pt x="478" y="1510"/>
                    <a:pt x="744" y="1538"/>
                  </a:cubicBezTo>
                  <a:cubicBezTo>
                    <a:pt x="750" y="1852"/>
                    <a:pt x="785" y="2157"/>
                    <a:pt x="826" y="2409"/>
                  </a:cubicBezTo>
                  <a:cubicBezTo>
                    <a:pt x="840" y="2500"/>
                    <a:pt x="915" y="2541"/>
                    <a:pt x="993" y="2541"/>
                  </a:cubicBezTo>
                  <a:cubicBezTo>
                    <a:pt x="1092" y="2541"/>
                    <a:pt x="1198" y="2474"/>
                    <a:pt x="1193" y="2357"/>
                  </a:cubicBezTo>
                  <a:cubicBezTo>
                    <a:pt x="1184" y="2109"/>
                    <a:pt x="1184" y="1859"/>
                    <a:pt x="1198" y="1610"/>
                  </a:cubicBezTo>
                  <a:cubicBezTo>
                    <a:pt x="1357" y="1638"/>
                    <a:pt x="1518" y="1662"/>
                    <a:pt x="1676" y="1662"/>
                  </a:cubicBezTo>
                  <a:cubicBezTo>
                    <a:pt x="1754" y="1662"/>
                    <a:pt x="1831" y="1656"/>
                    <a:pt x="1907" y="1642"/>
                  </a:cubicBezTo>
                  <a:cubicBezTo>
                    <a:pt x="2092" y="1608"/>
                    <a:pt x="2134" y="1309"/>
                    <a:pt x="1960" y="1226"/>
                  </a:cubicBezTo>
                  <a:cubicBezTo>
                    <a:pt x="1748" y="1127"/>
                    <a:pt x="1505" y="1097"/>
                    <a:pt x="1265" y="1077"/>
                  </a:cubicBezTo>
                  <a:cubicBezTo>
                    <a:pt x="1328" y="783"/>
                    <a:pt x="1446" y="499"/>
                    <a:pt x="1450" y="202"/>
                  </a:cubicBezTo>
                  <a:cubicBezTo>
                    <a:pt x="1452" y="69"/>
                    <a:pt x="1355" y="1"/>
                    <a:pt x="1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 name="Google Shape;2486;p83"/>
          <p:cNvGrpSpPr/>
          <p:nvPr/>
        </p:nvGrpSpPr>
        <p:grpSpPr>
          <a:xfrm rot="-883412">
            <a:off x="1573296" y="1584672"/>
            <a:ext cx="336486" cy="261608"/>
            <a:chOff x="5222975" y="2300200"/>
            <a:chExt cx="199300" cy="154950"/>
          </a:xfrm>
        </p:grpSpPr>
        <p:sp>
          <p:nvSpPr>
            <p:cNvPr id="2487" name="Google Shape;2487;p83"/>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3"/>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3"/>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3"/>
          <p:cNvGrpSpPr/>
          <p:nvPr/>
        </p:nvGrpSpPr>
        <p:grpSpPr>
          <a:xfrm>
            <a:off x="5163087" y="1741807"/>
            <a:ext cx="232875" cy="229500"/>
            <a:chOff x="7116513" y="3304232"/>
            <a:chExt cx="232875" cy="229500"/>
          </a:xfrm>
        </p:grpSpPr>
        <p:sp>
          <p:nvSpPr>
            <p:cNvPr id="2491" name="Google Shape;2491;p83"/>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3"/>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3"/>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83"/>
          <p:cNvGrpSpPr/>
          <p:nvPr/>
        </p:nvGrpSpPr>
        <p:grpSpPr>
          <a:xfrm>
            <a:off x="3747883" y="1741807"/>
            <a:ext cx="232875" cy="229500"/>
            <a:chOff x="6785413" y="3304232"/>
            <a:chExt cx="232875" cy="229500"/>
          </a:xfrm>
        </p:grpSpPr>
        <p:sp>
          <p:nvSpPr>
            <p:cNvPr id="2495" name="Google Shape;2495;p83"/>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3"/>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3"/>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83"/>
          <p:cNvGrpSpPr/>
          <p:nvPr/>
        </p:nvGrpSpPr>
        <p:grpSpPr>
          <a:xfrm>
            <a:off x="2332704" y="1741807"/>
            <a:ext cx="232850" cy="229500"/>
            <a:chOff x="6437163" y="3304232"/>
            <a:chExt cx="232850" cy="229500"/>
          </a:xfrm>
        </p:grpSpPr>
        <p:sp>
          <p:nvSpPr>
            <p:cNvPr id="2499" name="Google Shape;2499;p83"/>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3"/>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3"/>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83"/>
          <p:cNvGrpSpPr/>
          <p:nvPr/>
        </p:nvGrpSpPr>
        <p:grpSpPr>
          <a:xfrm>
            <a:off x="917525" y="1741807"/>
            <a:ext cx="232850" cy="229500"/>
            <a:chOff x="6106088" y="3304232"/>
            <a:chExt cx="232850" cy="229500"/>
          </a:xfrm>
        </p:grpSpPr>
        <p:sp>
          <p:nvSpPr>
            <p:cNvPr id="2503" name="Google Shape;2503;p83"/>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3"/>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3"/>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83"/>
          <p:cNvGrpSpPr/>
          <p:nvPr/>
        </p:nvGrpSpPr>
        <p:grpSpPr>
          <a:xfrm rot="-883412">
            <a:off x="4403679" y="1584672"/>
            <a:ext cx="336486" cy="261608"/>
            <a:chOff x="5222975" y="2300200"/>
            <a:chExt cx="199300" cy="154950"/>
          </a:xfrm>
        </p:grpSpPr>
        <p:sp>
          <p:nvSpPr>
            <p:cNvPr id="2507" name="Google Shape;2507;p83"/>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3"/>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3"/>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83"/>
          <p:cNvGrpSpPr/>
          <p:nvPr/>
        </p:nvGrpSpPr>
        <p:grpSpPr>
          <a:xfrm flipH="1" rot="-9916588">
            <a:off x="2988475" y="1978997"/>
            <a:ext cx="336486" cy="261608"/>
            <a:chOff x="5222975" y="2300200"/>
            <a:chExt cx="199300" cy="154950"/>
          </a:xfrm>
        </p:grpSpPr>
        <p:sp>
          <p:nvSpPr>
            <p:cNvPr id="2511" name="Google Shape;2511;p83"/>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3"/>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3"/>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83"/>
          <p:cNvGrpSpPr/>
          <p:nvPr/>
        </p:nvGrpSpPr>
        <p:grpSpPr>
          <a:xfrm rot="-883412">
            <a:off x="7234039" y="1584672"/>
            <a:ext cx="336486" cy="261608"/>
            <a:chOff x="5222975" y="2300200"/>
            <a:chExt cx="199300" cy="154950"/>
          </a:xfrm>
        </p:grpSpPr>
        <p:sp>
          <p:nvSpPr>
            <p:cNvPr id="2515" name="Google Shape;2515;p83"/>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3"/>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3"/>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 name="Google Shape;2518;p83"/>
          <p:cNvGrpSpPr/>
          <p:nvPr/>
        </p:nvGrpSpPr>
        <p:grpSpPr>
          <a:xfrm flipH="1" rot="-9916588">
            <a:off x="5818883" y="1978997"/>
            <a:ext cx="336486" cy="261608"/>
            <a:chOff x="5222975" y="2300200"/>
            <a:chExt cx="199300" cy="154950"/>
          </a:xfrm>
        </p:grpSpPr>
        <p:sp>
          <p:nvSpPr>
            <p:cNvPr id="2519" name="Google Shape;2519;p83"/>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3"/>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3"/>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 name="Google Shape;2522;p83"/>
          <p:cNvGrpSpPr/>
          <p:nvPr/>
        </p:nvGrpSpPr>
        <p:grpSpPr>
          <a:xfrm>
            <a:off x="7993446" y="1747532"/>
            <a:ext cx="232827" cy="229502"/>
            <a:chOff x="6437163" y="3618982"/>
            <a:chExt cx="232850" cy="229525"/>
          </a:xfrm>
        </p:grpSpPr>
        <p:sp>
          <p:nvSpPr>
            <p:cNvPr id="2523" name="Google Shape;2523;p83"/>
            <p:cNvSpPr/>
            <p:nvPr/>
          </p:nvSpPr>
          <p:spPr>
            <a:xfrm>
              <a:off x="6437163" y="3618982"/>
              <a:ext cx="232850" cy="229525"/>
            </a:xfrm>
            <a:custGeom>
              <a:rect b="b" l="l" r="r" t="t"/>
              <a:pathLst>
                <a:path extrusionOk="0" h="9181" w="9314">
                  <a:moveTo>
                    <a:pt x="4679" y="357"/>
                  </a:moveTo>
                  <a:cubicBezTo>
                    <a:pt x="6854" y="357"/>
                    <a:pt x="8611" y="2059"/>
                    <a:pt x="8823" y="4218"/>
                  </a:cubicBezTo>
                  <a:cubicBezTo>
                    <a:pt x="9061" y="6631"/>
                    <a:pt x="7129" y="8657"/>
                    <a:pt x="4773" y="8863"/>
                  </a:cubicBezTo>
                  <a:cubicBezTo>
                    <a:pt x="4737" y="8866"/>
                    <a:pt x="4709" y="8882"/>
                    <a:pt x="4683" y="8900"/>
                  </a:cubicBezTo>
                  <a:cubicBezTo>
                    <a:pt x="2490" y="8581"/>
                    <a:pt x="465" y="7275"/>
                    <a:pt x="382" y="4825"/>
                  </a:cubicBezTo>
                  <a:cubicBezTo>
                    <a:pt x="301" y="2476"/>
                    <a:pt x="2123" y="482"/>
                    <a:pt x="4466" y="362"/>
                  </a:cubicBezTo>
                  <a:cubicBezTo>
                    <a:pt x="4538" y="358"/>
                    <a:pt x="4609" y="357"/>
                    <a:pt x="4679" y="357"/>
                  </a:cubicBezTo>
                  <a:close/>
                  <a:moveTo>
                    <a:pt x="4567" y="1"/>
                  </a:moveTo>
                  <a:cubicBezTo>
                    <a:pt x="4534" y="1"/>
                    <a:pt x="4500" y="1"/>
                    <a:pt x="4466" y="2"/>
                  </a:cubicBezTo>
                  <a:cubicBezTo>
                    <a:pt x="1927" y="54"/>
                    <a:pt x="1" y="2140"/>
                    <a:pt x="21" y="4663"/>
                  </a:cubicBezTo>
                  <a:cubicBezTo>
                    <a:pt x="44" y="6922"/>
                    <a:pt x="2020" y="9152"/>
                    <a:pt x="4339" y="9152"/>
                  </a:cubicBezTo>
                  <a:cubicBezTo>
                    <a:pt x="4445" y="9152"/>
                    <a:pt x="4551" y="9147"/>
                    <a:pt x="4658" y="9138"/>
                  </a:cubicBezTo>
                  <a:cubicBezTo>
                    <a:pt x="4681" y="9163"/>
                    <a:pt x="4715" y="9180"/>
                    <a:pt x="4758" y="9180"/>
                  </a:cubicBezTo>
                  <a:cubicBezTo>
                    <a:pt x="4763" y="9180"/>
                    <a:pt x="4768" y="9180"/>
                    <a:pt x="4773" y="9180"/>
                  </a:cubicBezTo>
                  <a:cubicBezTo>
                    <a:pt x="7228" y="9023"/>
                    <a:pt x="9313" y="7058"/>
                    <a:pt x="9234" y="4518"/>
                  </a:cubicBezTo>
                  <a:cubicBezTo>
                    <a:pt x="9154" y="1968"/>
                    <a:pt x="7087"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3"/>
            <p:cNvSpPr/>
            <p:nvPr/>
          </p:nvSpPr>
          <p:spPr>
            <a:xfrm>
              <a:off x="6444688" y="3627882"/>
              <a:ext cx="219025" cy="213600"/>
            </a:xfrm>
            <a:custGeom>
              <a:rect b="b" l="l" r="r" t="t"/>
              <a:pathLst>
                <a:path extrusionOk="0" h="8544" w="8761">
                  <a:moveTo>
                    <a:pt x="4413" y="1172"/>
                  </a:moveTo>
                  <a:cubicBezTo>
                    <a:pt x="4551" y="1172"/>
                    <a:pt x="4691" y="1189"/>
                    <a:pt x="4835" y="1225"/>
                  </a:cubicBezTo>
                  <a:cubicBezTo>
                    <a:pt x="5283" y="1336"/>
                    <a:pt x="5163" y="1980"/>
                    <a:pt x="4732" y="2001"/>
                  </a:cubicBezTo>
                  <a:cubicBezTo>
                    <a:pt x="4251" y="2021"/>
                    <a:pt x="3807" y="2531"/>
                    <a:pt x="3517" y="3152"/>
                  </a:cubicBezTo>
                  <a:cubicBezTo>
                    <a:pt x="3703" y="3086"/>
                    <a:pt x="3878" y="3056"/>
                    <a:pt x="4041" y="3056"/>
                  </a:cubicBezTo>
                  <a:cubicBezTo>
                    <a:pt x="5828" y="3056"/>
                    <a:pt x="6245" y="6642"/>
                    <a:pt x="3978" y="6642"/>
                  </a:cubicBezTo>
                  <a:cubicBezTo>
                    <a:pt x="3856" y="6642"/>
                    <a:pt x="3725" y="6631"/>
                    <a:pt x="3586" y="6609"/>
                  </a:cubicBezTo>
                  <a:cubicBezTo>
                    <a:pt x="715" y="6151"/>
                    <a:pt x="2065" y="1172"/>
                    <a:pt x="4413" y="1172"/>
                  </a:cubicBezTo>
                  <a:close/>
                  <a:moveTo>
                    <a:pt x="4378" y="1"/>
                  </a:moveTo>
                  <a:cubicBezTo>
                    <a:pt x="4308" y="1"/>
                    <a:pt x="4237" y="2"/>
                    <a:pt x="4165" y="6"/>
                  </a:cubicBezTo>
                  <a:cubicBezTo>
                    <a:pt x="1822" y="126"/>
                    <a:pt x="0" y="2120"/>
                    <a:pt x="81" y="4469"/>
                  </a:cubicBezTo>
                  <a:cubicBezTo>
                    <a:pt x="164" y="6919"/>
                    <a:pt x="2189" y="8225"/>
                    <a:pt x="4382" y="8544"/>
                  </a:cubicBezTo>
                  <a:cubicBezTo>
                    <a:pt x="4408" y="8526"/>
                    <a:pt x="4436" y="8510"/>
                    <a:pt x="4472" y="8507"/>
                  </a:cubicBezTo>
                  <a:cubicBezTo>
                    <a:pt x="6828" y="8301"/>
                    <a:pt x="8760" y="6275"/>
                    <a:pt x="8522" y="3862"/>
                  </a:cubicBezTo>
                  <a:cubicBezTo>
                    <a:pt x="8310" y="1703"/>
                    <a:pt x="6553"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3"/>
            <p:cNvSpPr/>
            <p:nvPr/>
          </p:nvSpPr>
          <p:spPr>
            <a:xfrm>
              <a:off x="6521963" y="3715632"/>
              <a:ext cx="64775" cy="52675"/>
            </a:xfrm>
            <a:custGeom>
              <a:rect b="b" l="l" r="r" t="t"/>
              <a:pathLst>
                <a:path extrusionOk="0" h="2107" w="2591">
                  <a:moveTo>
                    <a:pt x="280" y="0"/>
                  </a:moveTo>
                  <a:cubicBezTo>
                    <a:pt x="56" y="638"/>
                    <a:pt x="1" y="1314"/>
                    <a:pt x="227" y="1679"/>
                  </a:cubicBezTo>
                  <a:cubicBezTo>
                    <a:pt x="411" y="1976"/>
                    <a:pt x="708" y="2107"/>
                    <a:pt x="1013" y="2107"/>
                  </a:cubicBezTo>
                  <a:cubicBezTo>
                    <a:pt x="1399" y="2107"/>
                    <a:pt x="1798" y="1899"/>
                    <a:pt x="2003" y="1550"/>
                  </a:cubicBezTo>
                  <a:cubicBezTo>
                    <a:pt x="2591" y="549"/>
                    <a:pt x="1436" y="91"/>
                    <a:pt x="651" y="91"/>
                  </a:cubicBezTo>
                  <a:cubicBezTo>
                    <a:pt x="588" y="91"/>
                    <a:pt x="528" y="94"/>
                    <a:pt x="472" y="99"/>
                  </a:cubicBezTo>
                  <a:cubicBezTo>
                    <a:pt x="463" y="100"/>
                    <a:pt x="454" y="101"/>
                    <a:pt x="446" y="101"/>
                  </a:cubicBezTo>
                  <a:cubicBezTo>
                    <a:pt x="363" y="101"/>
                    <a:pt x="310" y="59"/>
                    <a:pt x="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3"/>
            <p:cNvSpPr/>
            <p:nvPr/>
          </p:nvSpPr>
          <p:spPr>
            <a:xfrm>
              <a:off x="6462563" y="3657157"/>
              <a:ext cx="138250" cy="136775"/>
            </a:xfrm>
            <a:custGeom>
              <a:rect b="b" l="l" r="r" t="t"/>
              <a:pathLst>
                <a:path extrusionOk="0" h="5471" w="5530">
                  <a:moveTo>
                    <a:pt x="2656" y="2340"/>
                  </a:moveTo>
                  <a:cubicBezTo>
                    <a:pt x="2686" y="2399"/>
                    <a:pt x="2740" y="2441"/>
                    <a:pt x="2824" y="2441"/>
                  </a:cubicBezTo>
                  <a:cubicBezTo>
                    <a:pt x="2832" y="2441"/>
                    <a:pt x="2840" y="2440"/>
                    <a:pt x="2848" y="2439"/>
                  </a:cubicBezTo>
                  <a:cubicBezTo>
                    <a:pt x="2905" y="2434"/>
                    <a:pt x="2966" y="2431"/>
                    <a:pt x="3029" y="2431"/>
                  </a:cubicBezTo>
                  <a:cubicBezTo>
                    <a:pt x="3814" y="2431"/>
                    <a:pt x="4966" y="2889"/>
                    <a:pt x="4379" y="3889"/>
                  </a:cubicBezTo>
                  <a:cubicBezTo>
                    <a:pt x="4174" y="4238"/>
                    <a:pt x="3775" y="4446"/>
                    <a:pt x="3389" y="4446"/>
                  </a:cubicBezTo>
                  <a:cubicBezTo>
                    <a:pt x="3084" y="4446"/>
                    <a:pt x="2787" y="4315"/>
                    <a:pt x="2603" y="4018"/>
                  </a:cubicBezTo>
                  <a:cubicBezTo>
                    <a:pt x="2377" y="3653"/>
                    <a:pt x="2432" y="2977"/>
                    <a:pt x="2656" y="2340"/>
                  </a:cubicBezTo>
                  <a:close/>
                  <a:moveTo>
                    <a:pt x="3698" y="1"/>
                  </a:moveTo>
                  <a:cubicBezTo>
                    <a:pt x="1350" y="1"/>
                    <a:pt x="0" y="4980"/>
                    <a:pt x="2871" y="5438"/>
                  </a:cubicBezTo>
                  <a:cubicBezTo>
                    <a:pt x="3010" y="5460"/>
                    <a:pt x="3141" y="5471"/>
                    <a:pt x="3263" y="5471"/>
                  </a:cubicBezTo>
                  <a:cubicBezTo>
                    <a:pt x="5530" y="5471"/>
                    <a:pt x="5114" y="1886"/>
                    <a:pt x="3327" y="1886"/>
                  </a:cubicBezTo>
                  <a:cubicBezTo>
                    <a:pt x="3163" y="1886"/>
                    <a:pt x="2988" y="1916"/>
                    <a:pt x="2802" y="1982"/>
                  </a:cubicBezTo>
                  <a:cubicBezTo>
                    <a:pt x="3092" y="1360"/>
                    <a:pt x="3536" y="851"/>
                    <a:pt x="4017" y="830"/>
                  </a:cubicBezTo>
                  <a:cubicBezTo>
                    <a:pt x="4448" y="809"/>
                    <a:pt x="4568" y="164"/>
                    <a:pt x="4120" y="54"/>
                  </a:cubicBezTo>
                  <a:cubicBezTo>
                    <a:pt x="3976" y="18"/>
                    <a:pt x="3836" y="1"/>
                    <a:pt x="3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 name="Google Shape;2527;p83"/>
          <p:cNvGrpSpPr/>
          <p:nvPr/>
        </p:nvGrpSpPr>
        <p:grpSpPr>
          <a:xfrm>
            <a:off x="6578291" y="1736082"/>
            <a:ext cx="232827" cy="229502"/>
            <a:chOff x="6106088" y="3618982"/>
            <a:chExt cx="232850" cy="229525"/>
          </a:xfrm>
        </p:grpSpPr>
        <p:sp>
          <p:nvSpPr>
            <p:cNvPr id="2528" name="Google Shape;2528;p83"/>
            <p:cNvSpPr/>
            <p:nvPr/>
          </p:nvSpPr>
          <p:spPr>
            <a:xfrm>
              <a:off x="6106088" y="3618982"/>
              <a:ext cx="232850" cy="229525"/>
            </a:xfrm>
            <a:custGeom>
              <a:rect b="b" l="l" r="r" t="t"/>
              <a:pathLst>
                <a:path extrusionOk="0" h="9181" w="9314">
                  <a:moveTo>
                    <a:pt x="4679" y="357"/>
                  </a:moveTo>
                  <a:cubicBezTo>
                    <a:pt x="6853" y="357"/>
                    <a:pt x="8610" y="2059"/>
                    <a:pt x="8822" y="4218"/>
                  </a:cubicBezTo>
                  <a:cubicBezTo>
                    <a:pt x="9061" y="6631"/>
                    <a:pt x="7128" y="8657"/>
                    <a:pt x="4775" y="8863"/>
                  </a:cubicBezTo>
                  <a:cubicBezTo>
                    <a:pt x="4735" y="8866"/>
                    <a:pt x="4708" y="8882"/>
                    <a:pt x="4685" y="8900"/>
                  </a:cubicBezTo>
                  <a:cubicBezTo>
                    <a:pt x="2488" y="8581"/>
                    <a:pt x="464" y="7275"/>
                    <a:pt x="381" y="4825"/>
                  </a:cubicBezTo>
                  <a:cubicBezTo>
                    <a:pt x="301" y="2476"/>
                    <a:pt x="2122" y="482"/>
                    <a:pt x="4466" y="362"/>
                  </a:cubicBezTo>
                  <a:cubicBezTo>
                    <a:pt x="4537" y="358"/>
                    <a:pt x="4608" y="357"/>
                    <a:pt x="4679" y="357"/>
                  </a:cubicBezTo>
                  <a:close/>
                  <a:moveTo>
                    <a:pt x="4567" y="1"/>
                  </a:moveTo>
                  <a:cubicBezTo>
                    <a:pt x="4533" y="1"/>
                    <a:pt x="4500" y="1"/>
                    <a:pt x="4466" y="2"/>
                  </a:cubicBezTo>
                  <a:cubicBezTo>
                    <a:pt x="1928" y="54"/>
                    <a:pt x="0" y="2140"/>
                    <a:pt x="23" y="4663"/>
                  </a:cubicBezTo>
                  <a:cubicBezTo>
                    <a:pt x="43" y="6922"/>
                    <a:pt x="2021" y="9152"/>
                    <a:pt x="4339" y="9152"/>
                  </a:cubicBezTo>
                  <a:cubicBezTo>
                    <a:pt x="4444" y="9152"/>
                    <a:pt x="4550" y="9147"/>
                    <a:pt x="4657" y="9138"/>
                  </a:cubicBezTo>
                  <a:cubicBezTo>
                    <a:pt x="4680" y="9163"/>
                    <a:pt x="4714" y="9180"/>
                    <a:pt x="4759" y="9180"/>
                  </a:cubicBezTo>
                  <a:cubicBezTo>
                    <a:pt x="4764" y="9180"/>
                    <a:pt x="4769" y="9180"/>
                    <a:pt x="4775" y="9180"/>
                  </a:cubicBezTo>
                  <a:cubicBezTo>
                    <a:pt x="7229" y="9023"/>
                    <a:pt x="9314" y="7058"/>
                    <a:pt x="9234" y="4518"/>
                  </a:cubicBezTo>
                  <a:cubicBezTo>
                    <a:pt x="9153" y="1968"/>
                    <a:pt x="7088"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3"/>
            <p:cNvSpPr/>
            <p:nvPr/>
          </p:nvSpPr>
          <p:spPr>
            <a:xfrm>
              <a:off x="6113588" y="3627882"/>
              <a:ext cx="219025" cy="213600"/>
            </a:xfrm>
            <a:custGeom>
              <a:rect b="b" l="l" r="r" t="t"/>
              <a:pathLst>
                <a:path extrusionOk="0" h="8544" w="8761">
                  <a:moveTo>
                    <a:pt x="3691" y="1969"/>
                  </a:moveTo>
                  <a:cubicBezTo>
                    <a:pt x="3828" y="1969"/>
                    <a:pt x="3962" y="1980"/>
                    <a:pt x="4073" y="1980"/>
                  </a:cubicBezTo>
                  <a:cubicBezTo>
                    <a:pt x="4581" y="1982"/>
                    <a:pt x="5075" y="2017"/>
                    <a:pt x="5578" y="2090"/>
                  </a:cubicBezTo>
                  <a:cubicBezTo>
                    <a:pt x="5763" y="2116"/>
                    <a:pt x="5749" y="2414"/>
                    <a:pt x="5578" y="2448"/>
                  </a:cubicBezTo>
                  <a:cubicBezTo>
                    <a:pt x="5019" y="2569"/>
                    <a:pt x="4477" y="2605"/>
                    <a:pt x="3912" y="2665"/>
                  </a:cubicBezTo>
                  <a:cubicBezTo>
                    <a:pt x="3486" y="2710"/>
                    <a:pt x="3602" y="2601"/>
                    <a:pt x="3665" y="3062"/>
                  </a:cubicBezTo>
                  <a:cubicBezTo>
                    <a:pt x="3687" y="3233"/>
                    <a:pt x="3706" y="3402"/>
                    <a:pt x="3722" y="3571"/>
                  </a:cubicBezTo>
                  <a:cubicBezTo>
                    <a:pt x="3917" y="3472"/>
                    <a:pt x="4136" y="3420"/>
                    <a:pt x="4362" y="3420"/>
                  </a:cubicBezTo>
                  <a:cubicBezTo>
                    <a:pt x="4545" y="3420"/>
                    <a:pt x="4732" y="3454"/>
                    <a:pt x="4914" y="3527"/>
                  </a:cubicBezTo>
                  <a:cubicBezTo>
                    <a:pt x="5713" y="3838"/>
                    <a:pt x="6170" y="4720"/>
                    <a:pt x="6114" y="5549"/>
                  </a:cubicBezTo>
                  <a:cubicBezTo>
                    <a:pt x="6055" y="6442"/>
                    <a:pt x="5447" y="7235"/>
                    <a:pt x="4544" y="7380"/>
                  </a:cubicBezTo>
                  <a:cubicBezTo>
                    <a:pt x="4451" y="7395"/>
                    <a:pt x="4355" y="7402"/>
                    <a:pt x="4257" y="7402"/>
                  </a:cubicBezTo>
                  <a:cubicBezTo>
                    <a:pt x="3583" y="7402"/>
                    <a:pt x="2842" y="7053"/>
                    <a:pt x="2731" y="6343"/>
                  </a:cubicBezTo>
                  <a:cubicBezTo>
                    <a:pt x="2682" y="6036"/>
                    <a:pt x="2912" y="5709"/>
                    <a:pt x="3206" y="5709"/>
                  </a:cubicBezTo>
                  <a:cubicBezTo>
                    <a:pt x="3286" y="5709"/>
                    <a:pt x="3370" y="5733"/>
                    <a:pt x="3454" y="5788"/>
                  </a:cubicBezTo>
                  <a:cubicBezTo>
                    <a:pt x="3725" y="5962"/>
                    <a:pt x="4029" y="6144"/>
                    <a:pt x="4302" y="6144"/>
                  </a:cubicBezTo>
                  <a:cubicBezTo>
                    <a:pt x="4516" y="6144"/>
                    <a:pt x="4710" y="6031"/>
                    <a:pt x="4852" y="5713"/>
                  </a:cubicBezTo>
                  <a:cubicBezTo>
                    <a:pt x="5077" y="5203"/>
                    <a:pt x="4728" y="4416"/>
                    <a:pt x="4238" y="4416"/>
                  </a:cubicBezTo>
                  <a:cubicBezTo>
                    <a:pt x="4078" y="4416"/>
                    <a:pt x="3902" y="4501"/>
                    <a:pt x="3727" y="4707"/>
                  </a:cubicBezTo>
                  <a:cubicBezTo>
                    <a:pt x="3655" y="4791"/>
                    <a:pt x="3561" y="4827"/>
                    <a:pt x="3466" y="4827"/>
                  </a:cubicBezTo>
                  <a:cubicBezTo>
                    <a:pt x="3255" y="4827"/>
                    <a:pt x="3038" y="4650"/>
                    <a:pt x="3041" y="4422"/>
                  </a:cubicBezTo>
                  <a:cubicBezTo>
                    <a:pt x="3051" y="3848"/>
                    <a:pt x="2586" y="2515"/>
                    <a:pt x="3166" y="2092"/>
                  </a:cubicBezTo>
                  <a:cubicBezTo>
                    <a:pt x="3307" y="1991"/>
                    <a:pt x="3501" y="1969"/>
                    <a:pt x="3691" y="1969"/>
                  </a:cubicBezTo>
                  <a:close/>
                  <a:moveTo>
                    <a:pt x="4379" y="1"/>
                  </a:moveTo>
                  <a:cubicBezTo>
                    <a:pt x="4308" y="1"/>
                    <a:pt x="4237" y="2"/>
                    <a:pt x="4166" y="6"/>
                  </a:cubicBezTo>
                  <a:cubicBezTo>
                    <a:pt x="1822" y="126"/>
                    <a:pt x="1" y="2120"/>
                    <a:pt x="81" y="4469"/>
                  </a:cubicBezTo>
                  <a:cubicBezTo>
                    <a:pt x="164" y="6919"/>
                    <a:pt x="2190" y="8225"/>
                    <a:pt x="4385" y="8544"/>
                  </a:cubicBezTo>
                  <a:cubicBezTo>
                    <a:pt x="4408" y="8526"/>
                    <a:pt x="4436" y="8510"/>
                    <a:pt x="4475" y="8507"/>
                  </a:cubicBezTo>
                  <a:cubicBezTo>
                    <a:pt x="6828" y="8301"/>
                    <a:pt x="8761" y="6275"/>
                    <a:pt x="8522" y="3862"/>
                  </a:cubicBezTo>
                  <a:cubicBezTo>
                    <a:pt x="8310" y="1703"/>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3"/>
            <p:cNvSpPr/>
            <p:nvPr/>
          </p:nvSpPr>
          <p:spPr>
            <a:xfrm>
              <a:off x="6178213" y="3677107"/>
              <a:ext cx="89625" cy="135850"/>
            </a:xfrm>
            <a:custGeom>
              <a:rect b="b" l="l" r="r" t="t"/>
              <a:pathLst>
                <a:path extrusionOk="0" h="5434" w="3585">
                  <a:moveTo>
                    <a:pt x="1107" y="0"/>
                  </a:moveTo>
                  <a:cubicBezTo>
                    <a:pt x="917" y="0"/>
                    <a:pt x="722" y="22"/>
                    <a:pt x="581" y="124"/>
                  </a:cubicBezTo>
                  <a:cubicBezTo>
                    <a:pt x="1" y="546"/>
                    <a:pt x="466" y="1879"/>
                    <a:pt x="456" y="2453"/>
                  </a:cubicBezTo>
                  <a:cubicBezTo>
                    <a:pt x="453" y="2681"/>
                    <a:pt x="670" y="2858"/>
                    <a:pt x="881" y="2858"/>
                  </a:cubicBezTo>
                  <a:cubicBezTo>
                    <a:pt x="976" y="2858"/>
                    <a:pt x="1070" y="2822"/>
                    <a:pt x="1142" y="2738"/>
                  </a:cubicBezTo>
                  <a:cubicBezTo>
                    <a:pt x="1317" y="2532"/>
                    <a:pt x="1493" y="2447"/>
                    <a:pt x="1653" y="2447"/>
                  </a:cubicBezTo>
                  <a:cubicBezTo>
                    <a:pt x="2143" y="2447"/>
                    <a:pt x="2492" y="3235"/>
                    <a:pt x="2266" y="3745"/>
                  </a:cubicBezTo>
                  <a:cubicBezTo>
                    <a:pt x="2125" y="4063"/>
                    <a:pt x="1931" y="4175"/>
                    <a:pt x="1717" y="4175"/>
                  </a:cubicBezTo>
                  <a:cubicBezTo>
                    <a:pt x="1445" y="4175"/>
                    <a:pt x="1140" y="3993"/>
                    <a:pt x="869" y="3819"/>
                  </a:cubicBezTo>
                  <a:cubicBezTo>
                    <a:pt x="785" y="3764"/>
                    <a:pt x="701" y="3740"/>
                    <a:pt x="621" y="3740"/>
                  </a:cubicBezTo>
                  <a:cubicBezTo>
                    <a:pt x="327" y="3740"/>
                    <a:pt x="97" y="4067"/>
                    <a:pt x="146" y="4375"/>
                  </a:cubicBezTo>
                  <a:cubicBezTo>
                    <a:pt x="257" y="5084"/>
                    <a:pt x="998" y="5433"/>
                    <a:pt x="1672" y="5433"/>
                  </a:cubicBezTo>
                  <a:cubicBezTo>
                    <a:pt x="1770" y="5433"/>
                    <a:pt x="1866" y="5426"/>
                    <a:pt x="1959" y="5411"/>
                  </a:cubicBezTo>
                  <a:cubicBezTo>
                    <a:pt x="2862" y="5266"/>
                    <a:pt x="3468" y="4475"/>
                    <a:pt x="3529" y="3580"/>
                  </a:cubicBezTo>
                  <a:cubicBezTo>
                    <a:pt x="3585" y="2751"/>
                    <a:pt x="3128" y="1869"/>
                    <a:pt x="2329" y="1558"/>
                  </a:cubicBezTo>
                  <a:cubicBezTo>
                    <a:pt x="2146" y="1485"/>
                    <a:pt x="1959" y="1451"/>
                    <a:pt x="1776" y="1451"/>
                  </a:cubicBezTo>
                  <a:cubicBezTo>
                    <a:pt x="1551" y="1451"/>
                    <a:pt x="1332" y="1503"/>
                    <a:pt x="1137" y="1602"/>
                  </a:cubicBezTo>
                  <a:cubicBezTo>
                    <a:pt x="1120" y="1433"/>
                    <a:pt x="1102" y="1264"/>
                    <a:pt x="1080" y="1093"/>
                  </a:cubicBezTo>
                  <a:cubicBezTo>
                    <a:pt x="1017" y="632"/>
                    <a:pt x="901" y="741"/>
                    <a:pt x="1327" y="697"/>
                  </a:cubicBezTo>
                  <a:cubicBezTo>
                    <a:pt x="1892" y="636"/>
                    <a:pt x="2434" y="600"/>
                    <a:pt x="2993" y="479"/>
                  </a:cubicBezTo>
                  <a:cubicBezTo>
                    <a:pt x="3164" y="445"/>
                    <a:pt x="3178" y="147"/>
                    <a:pt x="2993" y="121"/>
                  </a:cubicBezTo>
                  <a:cubicBezTo>
                    <a:pt x="2490" y="48"/>
                    <a:pt x="1996" y="13"/>
                    <a:pt x="1488" y="11"/>
                  </a:cubicBezTo>
                  <a:cubicBezTo>
                    <a:pt x="1377" y="11"/>
                    <a:pt x="1244" y="0"/>
                    <a:pt x="1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1" name="Google Shape;2531;p83"/>
          <p:cNvSpPr txBox="1"/>
          <p:nvPr>
            <p:ph idx="1" type="subTitle"/>
          </p:nvPr>
        </p:nvSpPr>
        <p:spPr>
          <a:xfrm>
            <a:off x="1168831" y="2580725"/>
            <a:ext cx="3206100" cy="1554300"/>
          </a:xfrm>
          <a:prstGeom prst="rect">
            <a:avLst/>
          </a:prstGeom>
        </p:spPr>
        <p:txBody>
          <a:bodyPr anchorCtr="0" anchor="t" bIns="91425" lIns="91425" spcFirstLastPara="1" rIns="91425" wrap="square" tIns="91425">
            <a:noAutofit/>
          </a:bodyPr>
          <a:lstStyle/>
          <a:p>
            <a:pPr indent="0" lvl="0" marL="91440" rtl="0" algn="l">
              <a:spcBef>
                <a:spcPts val="0"/>
              </a:spcBef>
              <a:spcAft>
                <a:spcPts val="0"/>
              </a:spcAft>
              <a:buNone/>
            </a:pPr>
            <a:r>
              <a:rPr lang="en"/>
              <a:t>With this activity you’ll foster communication between students. They have to line up depending on their birthdays: the younger come first, then the older. This might take a while.</a:t>
            </a:r>
            <a:endParaRPr/>
          </a:p>
        </p:txBody>
      </p:sp>
      <p:sp>
        <p:nvSpPr>
          <p:cNvPr id="2532" name="Google Shape;2532;p83"/>
          <p:cNvSpPr txBox="1"/>
          <p:nvPr>
            <p:ph idx="2" type="subTitle"/>
          </p:nvPr>
        </p:nvSpPr>
        <p:spPr>
          <a:xfrm>
            <a:off x="5028995" y="2580725"/>
            <a:ext cx="3206100" cy="1554300"/>
          </a:xfrm>
          <a:prstGeom prst="rect">
            <a:avLst/>
          </a:prstGeom>
        </p:spPr>
        <p:txBody>
          <a:bodyPr anchorCtr="0" anchor="t" bIns="91425" lIns="91425" spcFirstLastPara="1" rIns="91425" wrap="square" tIns="91425">
            <a:noAutofit/>
          </a:bodyPr>
          <a:lstStyle/>
          <a:p>
            <a:pPr indent="0" lvl="0" marL="91440" marR="91440" rtl="0" algn="l">
              <a:lnSpc>
                <a:spcPct val="100000"/>
              </a:lnSpc>
              <a:spcBef>
                <a:spcPts val="0"/>
              </a:spcBef>
              <a:spcAft>
                <a:spcPts val="0"/>
              </a:spcAft>
              <a:buNone/>
            </a:pPr>
            <a:r>
              <a:rPr lang="en"/>
              <a:t>The goal is for them to communicate and develop number sense. They need to figure out who comes after who only by asking the person next to them. It’ll be fun!</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grpSp>
        <p:nvGrpSpPr>
          <p:cNvPr id="2533" name="Google Shape;2533;p83"/>
          <p:cNvGrpSpPr/>
          <p:nvPr/>
        </p:nvGrpSpPr>
        <p:grpSpPr>
          <a:xfrm>
            <a:off x="713184" y="4691184"/>
            <a:ext cx="7726459" cy="369843"/>
            <a:chOff x="713184" y="4691184"/>
            <a:chExt cx="7726459" cy="369843"/>
          </a:xfrm>
        </p:grpSpPr>
        <p:sp>
          <p:nvSpPr>
            <p:cNvPr id="2534" name="Google Shape;2534;p83"/>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535" name="Google Shape;2535;p83"/>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3"/>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3">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1" name="Shape 2541"/>
        <p:cNvGrpSpPr/>
        <p:nvPr/>
      </p:nvGrpSpPr>
      <p:grpSpPr>
        <a:xfrm>
          <a:off x="0" y="0"/>
          <a:ext cx="0" cy="0"/>
          <a:chOff x="0" y="0"/>
          <a:chExt cx="0" cy="0"/>
        </a:xfrm>
      </p:grpSpPr>
      <p:grpSp>
        <p:nvGrpSpPr>
          <p:cNvPr id="2542" name="Google Shape;2542;p84"/>
          <p:cNvGrpSpPr/>
          <p:nvPr/>
        </p:nvGrpSpPr>
        <p:grpSpPr>
          <a:xfrm>
            <a:off x="2857286" y="754488"/>
            <a:ext cx="3429984" cy="606063"/>
            <a:chOff x="5316325" y="1612757"/>
            <a:chExt cx="1404350" cy="302125"/>
          </a:xfrm>
        </p:grpSpPr>
        <p:sp>
          <p:nvSpPr>
            <p:cNvPr id="2543" name="Google Shape;2543;p84"/>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4"/>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4"/>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4"/>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4"/>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4"/>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4"/>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4"/>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4"/>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4"/>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4"/>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84"/>
          <p:cNvGrpSpPr/>
          <p:nvPr/>
        </p:nvGrpSpPr>
        <p:grpSpPr>
          <a:xfrm>
            <a:off x="6286466" y="2140754"/>
            <a:ext cx="1782700" cy="765289"/>
            <a:chOff x="6432538" y="1467689"/>
            <a:chExt cx="666729" cy="815612"/>
          </a:xfrm>
        </p:grpSpPr>
        <p:sp>
          <p:nvSpPr>
            <p:cNvPr id="2555" name="Google Shape;2555;p84"/>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4"/>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4"/>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84"/>
          <p:cNvGrpSpPr/>
          <p:nvPr/>
        </p:nvGrpSpPr>
        <p:grpSpPr>
          <a:xfrm>
            <a:off x="3680637" y="2140754"/>
            <a:ext cx="1782700" cy="765289"/>
            <a:chOff x="6432538" y="1467689"/>
            <a:chExt cx="666729" cy="815612"/>
          </a:xfrm>
        </p:grpSpPr>
        <p:sp>
          <p:nvSpPr>
            <p:cNvPr id="2559" name="Google Shape;2559;p84"/>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4"/>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4"/>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84"/>
          <p:cNvGrpSpPr/>
          <p:nvPr/>
        </p:nvGrpSpPr>
        <p:grpSpPr>
          <a:xfrm>
            <a:off x="1074820" y="2140754"/>
            <a:ext cx="1782700" cy="765289"/>
            <a:chOff x="6432538" y="1467689"/>
            <a:chExt cx="666729" cy="815612"/>
          </a:xfrm>
        </p:grpSpPr>
        <p:sp>
          <p:nvSpPr>
            <p:cNvPr id="2563" name="Google Shape;2563;p84"/>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4"/>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4"/>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6" name="Google Shape;2566;p84"/>
          <p:cNvSpPr txBox="1"/>
          <p:nvPr>
            <p:ph type="title"/>
          </p:nvPr>
        </p:nvSpPr>
        <p:spPr>
          <a:xfrm>
            <a:off x="1193550" y="2143212"/>
            <a:ext cx="15453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05-03</a:t>
            </a:r>
            <a:endParaRPr/>
          </a:p>
        </p:txBody>
      </p:sp>
      <p:sp>
        <p:nvSpPr>
          <p:cNvPr id="2567" name="Google Shape;2567;p84"/>
          <p:cNvSpPr txBox="1"/>
          <p:nvPr>
            <p:ph idx="1" type="subTitle"/>
          </p:nvPr>
        </p:nvSpPr>
        <p:spPr>
          <a:xfrm>
            <a:off x="782775" y="2927875"/>
            <a:ext cx="23664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Leonor Miller</a:t>
            </a:r>
            <a:endParaRPr/>
          </a:p>
        </p:txBody>
      </p:sp>
      <p:sp>
        <p:nvSpPr>
          <p:cNvPr id="2568" name="Google Shape;2568;p84"/>
          <p:cNvSpPr txBox="1"/>
          <p:nvPr>
            <p:ph idx="2" type="title"/>
          </p:nvPr>
        </p:nvSpPr>
        <p:spPr>
          <a:xfrm>
            <a:off x="3799363" y="2143212"/>
            <a:ext cx="15453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12-11</a:t>
            </a:r>
            <a:endParaRPr/>
          </a:p>
        </p:txBody>
      </p:sp>
      <p:sp>
        <p:nvSpPr>
          <p:cNvPr id="2569" name="Google Shape;2569;p84"/>
          <p:cNvSpPr txBox="1"/>
          <p:nvPr>
            <p:ph idx="3" type="subTitle"/>
          </p:nvPr>
        </p:nvSpPr>
        <p:spPr>
          <a:xfrm>
            <a:off x="3388813" y="2927875"/>
            <a:ext cx="23664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Johnson</a:t>
            </a:r>
            <a:endParaRPr/>
          </a:p>
        </p:txBody>
      </p:sp>
      <p:sp>
        <p:nvSpPr>
          <p:cNvPr id="2570" name="Google Shape;2570;p84"/>
          <p:cNvSpPr txBox="1"/>
          <p:nvPr>
            <p:ph idx="4" type="title"/>
          </p:nvPr>
        </p:nvSpPr>
        <p:spPr>
          <a:xfrm>
            <a:off x="6405200" y="2143212"/>
            <a:ext cx="15453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11-07</a:t>
            </a:r>
            <a:endParaRPr/>
          </a:p>
        </p:txBody>
      </p:sp>
      <p:sp>
        <p:nvSpPr>
          <p:cNvPr id="2571" name="Google Shape;2571;p84"/>
          <p:cNvSpPr txBox="1"/>
          <p:nvPr>
            <p:ph idx="5" type="subTitle"/>
          </p:nvPr>
        </p:nvSpPr>
        <p:spPr>
          <a:xfrm>
            <a:off x="5994850" y="2927875"/>
            <a:ext cx="23664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Carolina Moore</a:t>
            </a:r>
            <a:endParaRPr/>
          </a:p>
        </p:txBody>
      </p:sp>
      <p:sp>
        <p:nvSpPr>
          <p:cNvPr id="2572" name="Google Shape;2572;p84"/>
          <p:cNvSpPr txBox="1"/>
          <p:nvPr>
            <p:ph idx="6" type="title"/>
          </p:nvPr>
        </p:nvSpPr>
        <p:spPr>
          <a:xfrm>
            <a:off x="3388950" y="758952"/>
            <a:ext cx="23664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Birthday line up</a:t>
            </a:r>
            <a:endParaRPr/>
          </a:p>
        </p:txBody>
      </p:sp>
      <p:sp>
        <p:nvSpPr>
          <p:cNvPr id="2573" name="Google Shape;2573;p84"/>
          <p:cNvSpPr/>
          <p:nvPr/>
        </p:nvSpPr>
        <p:spPr>
          <a:xfrm flipH="1" rot="-60026">
            <a:off x="3263004" y="1473069"/>
            <a:ext cx="2617991" cy="47372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rgbClr val="000000"/>
            </a:solidFill>
            <a:prstDash val="solid"/>
            <a:round/>
            <a:headEnd len="med" w="med" type="none"/>
            <a:tailEnd len="med" w="med" type="none"/>
          </a:ln>
        </p:spPr>
      </p:sp>
      <p:sp>
        <p:nvSpPr>
          <p:cNvPr id="2574" name="Google Shape;2574;p84"/>
          <p:cNvSpPr txBox="1"/>
          <p:nvPr>
            <p:ph idx="7" type="title"/>
          </p:nvPr>
        </p:nvSpPr>
        <p:spPr>
          <a:xfrm>
            <a:off x="3433985" y="1482450"/>
            <a:ext cx="2276100" cy="44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players:</a:t>
            </a:r>
            <a:endParaRPr/>
          </a:p>
        </p:txBody>
      </p:sp>
      <p:grpSp>
        <p:nvGrpSpPr>
          <p:cNvPr id="2575" name="Google Shape;2575;p84"/>
          <p:cNvGrpSpPr/>
          <p:nvPr/>
        </p:nvGrpSpPr>
        <p:grpSpPr>
          <a:xfrm>
            <a:off x="6286466" y="3377867"/>
            <a:ext cx="1782700" cy="765289"/>
            <a:chOff x="6432538" y="1467689"/>
            <a:chExt cx="666729" cy="815612"/>
          </a:xfrm>
        </p:grpSpPr>
        <p:sp>
          <p:nvSpPr>
            <p:cNvPr id="2576" name="Google Shape;2576;p84"/>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4"/>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4"/>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 name="Google Shape;2579;p84"/>
          <p:cNvGrpSpPr/>
          <p:nvPr/>
        </p:nvGrpSpPr>
        <p:grpSpPr>
          <a:xfrm>
            <a:off x="3680637" y="3377867"/>
            <a:ext cx="1782700" cy="765289"/>
            <a:chOff x="6432538" y="1467689"/>
            <a:chExt cx="666729" cy="815612"/>
          </a:xfrm>
        </p:grpSpPr>
        <p:sp>
          <p:nvSpPr>
            <p:cNvPr id="2580" name="Google Shape;2580;p84"/>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4"/>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4"/>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 name="Google Shape;2583;p84"/>
          <p:cNvGrpSpPr/>
          <p:nvPr/>
        </p:nvGrpSpPr>
        <p:grpSpPr>
          <a:xfrm>
            <a:off x="1074820" y="3377867"/>
            <a:ext cx="1782700" cy="765289"/>
            <a:chOff x="6432538" y="1467689"/>
            <a:chExt cx="666729" cy="815612"/>
          </a:xfrm>
        </p:grpSpPr>
        <p:sp>
          <p:nvSpPr>
            <p:cNvPr id="2584" name="Google Shape;2584;p84"/>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4"/>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4"/>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7" name="Google Shape;2587;p84"/>
          <p:cNvSpPr txBox="1"/>
          <p:nvPr>
            <p:ph idx="8" type="title"/>
          </p:nvPr>
        </p:nvSpPr>
        <p:spPr>
          <a:xfrm>
            <a:off x="1193550" y="3380324"/>
            <a:ext cx="15453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24-02</a:t>
            </a:r>
            <a:endParaRPr/>
          </a:p>
        </p:txBody>
      </p:sp>
      <p:sp>
        <p:nvSpPr>
          <p:cNvPr id="2588" name="Google Shape;2588;p84"/>
          <p:cNvSpPr txBox="1"/>
          <p:nvPr>
            <p:ph idx="9" type="subTitle"/>
          </p:nvPr>
        </p:nvSpPr>
        <p:spPr>
          <a:xfrm>
            <a:off x="782775" y="4180750"/>
            <a:ext cx="23664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Smith</a:t>
            </a:r>
            <a:endParaRPr/>
          </a:p>
        </p:txBody>
      </p:sp>
      <p:sp>
        <p:nvSpPr>
          <p:cNvPr id="2589" name="Google Shape;2589;p84"/>
          <p:cNvSpPr txBox="1"/>
          <p:nvPr>
            <p:ph idx="13" type="title"/>
          </p:nvPr>
        </p:nvSpPr>
        <p:spPr>
          <a:xfrm>
            <a:off x="3799363" y="3380324"/>
            <a:ext cx="15453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18-06</a:t>
            </a:r>
            <a:endParaRPr/>
          </a:p>
        </p:txBody>
      </p:sp>
      <p:sp>
        <p:nvSpPr>
          <p:cNvPr id="2590" name="Google Shape;2590;p84"/>
          <p:cNvSpPr txBox="1"/>
          <p:nvPr>
            <p:ph idx="14" type="subTitle"/>
          </p:nvPr>
        </p:nvSpPr>
        <p:spPr>
          <a:xfrm>
            <a:off x="3388813" y="4180750"/>
            <a:ext cx="23664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Marie Patterson</a:t>
            </a:r>
            <a:endParaRPr/>
          </a:p>
        </p:txBody>
      </p:sp>
      <p:sp>
        <p:nvSpPr>
          <p:cNvPr id="2591" name="Google Shape;2591;p84"/>
          <p:cNvSpPr txBox="1"/>
          <p:nvPr>
            <p:ph idx="15" type="title"/>
          </p:nvPr>
        </p:nvSpPr>
        <p:spPr>
          <a:xfrm>
            <a:off x="6405200" y="3380324"/>
            <a:ext cx="15453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03-10</a:t>
            </a:r>
            <a:endParaRPr/>
          </a:p>
        </p:txBody>
      </p:sp>
      <p:sp>
        <p:nvSpPr>
          <p:cNvPr id="2592" name="Google Shape;2592;p84"/>
          <p:cNvSpPr txBox="1"/>
          <p:nvPr>
            <p:ph idx="16" type="subTitle"/>
          </p:nvPr>
        </p:nvSpPr>
        <p:spPr>
          <a:xfrm>
            <a:off x="5994850" y="4180750"/>
            <a:ext cx="23664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Marc Williams</a:t>
            </a:r>
            <a:endParaRPr/>
          </a:p>
        </p:txBody>
      </p:sp>
      <p:grpSp>
        <p:nvGrpSpPr>
          <p:cNvPr id="2593" name="Google Shape;2593;p84"/>
          <p:cNvGrpSpPr/>
          <p:nvPr/>
        </p:nvGrpSpPr>
        <p:grpSpPr>
          <a:xfrm>
            <a:off x="713184" y="4691184"/>
            <a:ext cx="7726459" cy="369843"/>
            <a:chOff x="713184" y="4691184"/>
            <a:chExt cx="7726459" cy="369843"/>
          </a:xfrm>
        </p:grpSpPr>
        <p:sp>
          <p:nvSpPr>
            <p:cNvPr id="2594" name="Google Shape;2594;p84"/>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595" name="Google Shape;2595;p84"/>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4"/>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4">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1" name="Shape 2601"/>
        <p:cNvGrpSpPr/>
        <p:nvPr/>
      </p:nvGrpSpPr>
      <p:grpSpPr>
        <a:xfrm>
          <a:off x="0" y="0"/>
          <a:ext cx="0" cy="0"/>
          <a:chOff x="0" y="0"/>
          <a:chExt cx="0" cy="0"/>
        </a:xfrm>
      </p:grpSpPr>
      <p:sp>
        <p:nvSpPr>
          <p:cNvPr id="2602" name="Google Shape;2602;p85"/>
          <p:cNvSpPr/>
          <p:nvPr/>
        </p:nvSpPr>
        <p:spPr>
          <a:xfrm rot="5400000">
            <a:off x="3188186" y="1497644"/>
            <a:ext cx="748520"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3" name="Google Shape;2603;p85"/>
          <p:cNvSpPr/>
          <p:nvPr/>
        </p:nvSpPr>
        <p:spPr>
          <a:xfrm rot="5400000">
            <a:off x="3188191" y="2994712"/>
            <a:ext cx="748509"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4" name="Google Shape;2604;p85"/>
          <p:cNvSpPr/>
          <p:nvPr/>
        </p:nvSpPr>
        <p:spPr>
          <a:xfrm rot="5400000">
            <a:off x="5207295" y="2994712"/>
            <a:ext cx="748509"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5" name="Google Shape;2605;p85"/>
          <p:cNvSpPr/>
          <p:nvPr/>
        </p:nvSpPr>
        <p:spPr>
          <a:xfrm rot="5400000">
            <a:off x="7226391" y="2994712"/>
            <a:ext cx="748509"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6" name="Google Shape;2606;p85"/>
          <p:cNvSpPr/>
          <p:nvPr/>
        </p:nvSpPr>
        <p:spPr>
          <a:xfrm rot="5400000">
            <a:off x="1169070" y="3064316"/>
            <a:ext cx="748509" cy="1358398"/>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7" name="Google Shape;2607;p85"/>
          <p:cNvSpPr/>
          <p:nvPr/>
        </p:nvSpPr>
        <p:spPr>
          <a:xfrm rot="5400000">
            <a:off x="5207290" y="1497644"/>
            <a:ext cx="748520"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8" name="Google Shape;2608;p85"/>
          <p:cNvSpPr/>
          <p:nvPr/>
        </p:nvSpPr>
        <p:spPr>
          <a:xfrm rot="5400000">
            <a:off x="7226386" y="1497644"/>
            <a:ext cx="748520"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09" name="Google Shape;2609;p85"/>
          <p:cNvSpPr/>
          <p:nvPr/>
        </p:nvSpPr>
        <p:spPr>
          <a:xfrm rot="5400000">
            <a:off x="1169065" y="1497644"/>
            <a:ext cx="748520" cy="1497607"/>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610" name="Google Shape;2610;p85"/>
          <p:cNvGrpSpPr/>
          <p:nvPr/>
        </p:nvGrpSpPr>
        <p:grpSpPr>
          <a:xfrm>
            <a:off x="2857286" y="754488"/>
            <a:ext cx="3429984" cy="606063"/>
            <a:chOff x="5316325" y="1612757"/>
            <a:chExt cx="1404350" cy="302125"/>
          </a:xfrm>
        </p:grpSpPr>
        <p:sp>
          <p:nvSpPr>
            <p:cNvPr id="2611" name="Google Shape;2611;p85"/>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5"/>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5"/>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5"/>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5"/>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5"/>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5"/>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5"/>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5"/>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5"/>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5"/>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2" name="Google Shape;2622;p85"/>
          <p:cNvSpPr txBox="1"/>
          <p:nvPr>
            <p:ph type="title"/>
          </p:nvPr>
        </p:nvSpPr>
        <p:spPr>
          <a:xfrm>
            <a:off x="3307500" y="758952"/>
            <a:ext cx="25290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Birthday line up</a:t>
            </a:r>
            <a:endParaRPr/>
          </a:p>
        </p:txBody>
      </p:sp>
      <p:sp>
        <p:nvSpPr>
          <p:cNvPr id="2623" name="Google Shape;2623;p85"/>
          <p:cNvSpPr txBox="1"/>
          <p:nvPr>
            <p:ph idx="2" type="title"/>
          </p:nvPr>
        </p:nvSpPr>
        <p:spPr>
          <a:xfrm>
            <a:off x="864125" y="1914197"/>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12/09</a:t>
            </a:r>
            <a:endParaRPr/>
          </a:p>
        </p:txBody>
      </p:sp>
      <p:sp>
        <p:nvSpPr>
          <p:cNvPr id="2624" name="Google Shape;2624;p85"/>
          <p:cNvSpPr txBox="1"/>
          <p:nvPr>
            <p:ph idx="1" type="subTitle"/>
          </p:nvPr>
        </p:nvSpPr>
        <p:spPr>
          <a:xfrm>
            <a:off x="794525" y="2644700"/>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Smith</a:t>
            </a:r>
            <a:endParaRPr/>
          </a:p>
        </p:txBody>
      </p:sp>
      <p:sp>
        <p:nvSpPr>
          <p:cNvPr id="2625" name="Google Shape;2625;p85"/>
          <p:cNvSpPr txBox="1"/>
          <p:nvPr>
            <p:ph idx="3" type="subTitle"/>
          </p:nvPr>
        </p:nvSpPr>
        <p:spPr>
          <a:xfrm>
            <a:off x="2813646" y="2644700"/>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2626" name="Google Shape;2626;p85"/>
          <p:cNvSpPr txBox="1"/>
          <p:nvPr>
            <p:ph idx="4" type="title"/>
          </p:nvPr>
        </p:nvSpPr>
        <p:spPr>
          <a:xfrm>
            <a:off x="2883246" y="1914197"/>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01/05</a:t>
            </a:r>
            <a:endParaRPr/>
          </a:p>
        </p:txBody>
      </p:sp>
      <p:sp>
        <p:nvSpPr>
          <p:cNvPr id="2627" name="Google Shape;2627;p85"/>
          <p:cNvSpPr txBox="1"/>
          <p:nvPr>
            <p:ph idx="5" type="subTitle"/>
          </p:nvPr>
        </p:nvSpPr>
        <p:spPr>
          <a:xfrm>
            <a:off x="4832750" y="2644700"/>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Carolina Moore</a:t>
            </a:r>
            <a:endParaRPr/>
          </a:p>
        </p:txBody>
      </p:sp>
      <p:sp>
        <p:nvSpPr>
          <p:cNvPr id="2628" name="Google Shape;2628;p85"/>
          <p:cNvSpPr txBox="1"/>
          <p:nvPr>
            <p:ph idx="6" type="title"/>
          </p:nvPr>
        </p:nvSpPr>
        <p:spPr>
          <a:xfrm>
            <a:off x="4902350" y="1914197"/>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02/01</a:t>
            </a:r>
            <a:endParaRPr/>
          </a:p>
        </p:txBody>
      </p:sp>
      <p:sp>
        <p:nvSpPr>
          <p:cNvPr id="2629" name="Google Shape;2629;p85"/>
          <p:cNvSpPr txBox="1"/>
          <p:nvPr>
            <p:ph idx="7" type="subTitle"/>
          </p:nvPr>
        </p:nvSpPr>
        <p:spPr>
          <a:xfrm>
            <a:off x="6851846" y="2644700"/>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2630" name="Google Shape;2630;p85"/>
          <p:cNvSpPr txBox="1"/>
          <p:nvPr>
            <p:ph idx="8" type="title"/>
          </p:nvPr>
        </p:nvSpPr>
        <p:spPr>
          <a:xfrm>
            <a:off x="6921446" y="1914197"/>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15/10</a:t>
            </a:r>
            <a:endParaRPr/>
          </a:p>
        </p:txBody>
      </p:sp>
      <p:sp>
        <p:nvSpPr>
          <p:cNvPr id="2631" name="Google Shape;2631;p85"/>
          <p:cNvSpPr txBox="1"/>
          <p:nvPr>
            <p:ph idx="9" type="subTitle"/>
          </p:nvPr>
        </p:nvSpPr>
        <p:spPr>
          <a:xfrm>
            <a:off x="794525" y="41579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2632" name="Google Shape;2632;p85"/>
          <p:cNvSpPr txBox="1"/>
          <p:nvPr>
            <p:ph idx="13" type="title"/>
          </p:nvPr>
        </p:nvSpPr>
        <p:spPr>
          <a:xfrm>
            <a:off x="927275" y="3411265"/>
            <a:ext cx="12321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05/12</a:t>
            </a:r>
            <a:endParaRPr/>
          </a:p>
        </p:txBody>
      </p:sp>
      <p:sp>
        <p:nvSpPr>
          <p:cNvPr id="2633" name="Google Shape;2633;p85"/>
          <p:cNvSpPr txBox="1"/>
          <p:nvPr>
            <p:ph idx="14" type="subTitle"/>
          </p:nvPr>
        </p:nvSpPr>
        <p:spPr>
          <a:xfrm>
            <a:off x="2813646" y="41579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Jessica Moore</a:t>
            </a:r>
            <a:endParaRPr/>
          </a:p>
        </p:txBody>
      </p:sp>
      <p:sp>
        <p:nvSpPr>
          <p:cNvPr id="2634" name="Google Shape;2634;p85"/>
          <p:cNvSpPr txBox="1"/>
          <p:nvPr>
            <p:ph idx="15" type="title"/>
          </p:nvPr>
        </p:nvSpPr>
        <p:spPr>
          <a:xfrm>
            <a:off x="2883246" y="3411265"/>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17/10</a:t>
            </a:r>
            <a:endParaRPr/>
          </a:p>
        </p:txBody>
      </p:sp>
      <p:sp>
        <p:nvSpPr>
          <p:cNvPr id="2635" name="Google Shape;2635;p85"/>
          <p:cNvSpPr txBox="1"/>
          <p:nvPr>
            <p:ph idx="16" type="subTitle"/>
          </p:nvPr>
        </p:nvSpPr>
        <p:spPr>
          <a:xfrm>
            <a:off x="4832750" y="41579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Thomas Doe</a:t>
            </a:r>
            <a:endParaRPr/>
          </a:p>
        </p:txBody>
      </p:sp>
      <p:sp>
        <p:nvSpPr>
          <p:cNvPr id="2636" name="Google Shape;2636;p85"/>
          <p:cNvSpPr txBox="1"/>
          <p:nvPr>
            <p:ph idx="17" type="title"/>
          </p:nvPr>
        </p:nvSpPr>
        <p:spPr>
          <a:xfrm>
            <a:off x="4902350" y="3411265"/>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08/06</a:t>
            </a:r>
            <a:endParaRPr/>
          </a:p>
        </p:txBody>
      </p:sp>
      <p:sp>
        <p:nvSpPr>
          <p:cNvPr id="2637" name="Google Shape;2637;p85"/>
          <p:cNvSpPr txBox="1"/>
          <p:nvPr>
            <p:ph idx="18" type="subTitle"/>
          </p:nvPr>
        </p:nvSpPr>
        <p:spPr>
          <a:xfrm>
            <a:off x="6851846" y="41579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Bones</a:t>
            </a:r>
            <a:endParaRPr/>
          </a:p>
        </p:txBody>
      </p:sp>
      <p:sp>
        <p:nvSpPr>
          <p:cNvPr id="2638" name="Google Shape;2638;p85"/>
          <p:cNvSpPr txBox="1"/>
          <p:nvPr>
            <p:ph idx="19" type="title"/>
          </p:nvPr>
        </p:nvSpPr>
        <p:spPr>
          <a:xfrm>
            <a:off x="6921446" y="3411265"/>
            <a:ext cx="13584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10/07</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2" name="Shape 2642"/>
        <p:cNvGrpSpPr/>
        <p:nvPr/>
      </p:nvGrpSpPr>
      <p:grpSpPr>
        <a:xfrm>
          <a:off x="0" y="0"/>
          <a:ext cx="0" cy="0"/>
          <a:chOff x="0" y="0"/>
          <a:chExt cx="0" cy="0"/>
        </a:xfrm>
      </p:grpSpPr>
      <p:grpSp>
        <p:nvGrpSpPr>
          <p:cNvPr id="2643" name="Google Shape;2643;p86"/>
          <p:cNvGrpSpPr/>
          <p:nvPr/>
        </p:nvGrpSpPr>
        <p:grpSpPr>
          <a:xfrm>
            <a:off x="2857286" y="754488"/>
            <a:ext cx="3429984" cy="606063"/>
            <a:chOff x="5316325" y="1612757"/>
            <a:chExt cx="1404350" cy="302125"/>
          </a:xfrm>
        </p:grpSpPr>
        <p:sp>
          <p:nvSpPr>
            <p:cNvPr id="2644" name="Google Shape;2644;p86"/>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6"/>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6"/>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6"/>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6"/>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6"/>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6"/>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6"/>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6"/>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6"/>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6"/>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5" name="Google Shape;2655;p86"/>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Birthday line up</a:t>
            </a:r>
            <a:endParaRPr/>
          </a:p>
        </p:txBody>
      </p:sp>
      <p:grpSp>
        <p:nvGrpSpPr>
          <p:cNvPr id="2656" name="Google Shape;2656;p86"/>
          <p:cNvGrpSpPr/>
          <p:nvPr/>
        </p:nvGrpSpPr>
        <p:grpSpPr>
          <a:xfrm>
            <a:off x="713225" y="1842316"/>
            <a:ext cx="589855" cy="569623"/>
            <a:chOff x="6432538" y="1467689"/>
            <a:chExt cx="666729" cy="815612"/>
          </a:xfrm>
        </p:grpSpPr>
        <p:sp>
          <p:nvSpPr>
            <p:cNvPr id="2657" name="Google Shape;2657;p86"/>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6"/>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6"/>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0" name="Google Shape;2660;p86"/>
          <p:cNvSpPr txBox="1"/>
          <p:nvPr/>
        </p:nvSpPr>
        <p:spPr>
          <a:xfrm>
            <a:off x="1303075" y="1801025"/>
            <a:ext cx="1545300" cy="42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Gloria Hallelujah"/>
                <a:ea typeface="Gloria Hallelujah"/>
                <a:cs typeface="Gloria Hallelujah"/>
                <a:sym typeface="Gloria Hallelujah"/>
              </a:rPr>
              <a:t>24-02</a:t>
            </a:r>
            <a:endParaRPr sz="3000">
              <a:solidFill>
                <a:schemeClr val="dk1"/>
              </a:solidFill>
              <a:latin typeface="Gloria Hallelujah"/>
              <a:ea typeface="Gloria Hallelujah"/>
              <a:cs typeface="Gloria Hallelujah"/>
              <a:sym typeface="Gloria Hallelujah"/>
            </a:endParaRPr>
          </a:p>
        </p:txBody>
      </p:sp>
      <p:sp>
        <p:nvSpPr>
          <p:cNvPr id="2661" name="Google Shape;2661;p86"/>
          <p:cNvSpPr txBox="1"/>
          <p:nvPr/>
        </p:nvSpPr>
        <p:spPr>
          <a:xfrm>
            <a:off x="1305475" y="2223750"/>
            <a:ext cx="1545300" cy="2295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John Smith</a:t>
            </a:r>
            <a:endParaRPr>
              <a:solidFill>
                <a:schemeClr val="dk1"/>
              </a:solidFill>
              <a:latin typeface="Raleway SemiBold"/>
              <a:ea typeface="Raleway SemiBold"/>
              <a:cs typeface="Raleway SemiBold"/>
              <a:sym typeface="Raleway SemiBold"/>
            </a:endParaRPr>
          </a:p>
        </p:txBody>
      </p:sp>
      <p:grpSp>
        <p:nvGrpSpPr>
          <p:cNvPr id="2662" name="Google Shape;2662;p86"/>
          <p:cNvGrpSpPr/>
          <p:nvPr/>
        </p:nvGrpSpPr>
        <p:grpSpPr>
          <a:xfrm rot="-879054">
            <a:off x="2829297" y="1962534"/>
            <a:ext cx="412738" cy="329211"/>
            <a:chOff x="5222975" y="2300200"/>
            <a:chExt cx="199300" cy="154950"/>
          </a:xfrm>
        </p:grpSpPr>
        <p:sp>
          <p:nvSpPr>
            <p:cNvPr id="2663" name="Google Shape;2663;p86"/>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6"/>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6"/>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86"/>
          <p:cNvGrpSpPr/>
          <p:nvPr/>
        </p:nvGrpSpPr>
        <p:grpSpPr>
          <a:xfrm>
            <a:off x="836335" y="1893542"/>
            <a:ext cx="343500" cy="338558"/>
            <a:chOff x="6106088" y="3304232"/>
            <a:chExt cx="232850" cy="229500"/>
          </a:xfrm>
        </p:grpSpPr>
        <p:sp>
          <p:nvSpPr>
            <p:cNvPr id="2667" name="Google Shape;2667;p86"/>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6"/>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6"/>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86"/>
          <p:cNvGrpSpPr/>
          <p:nvPr/>
        </p:nvGrpSpPr>
        <p:grpSpPr>
          <a:xfrm>
            <a:off x="3457419" y="1842316"/>
            <a:ext cx="589855" cy="569623"/>
            <a:chOff x="6432538" y="1467689"/>
            <a:chExt cx="666729" cy="815612"/>
          </a:xfrm>
        </p:grpSpPr>
        <p:sp>
          <p:nvSpPr>
            <p:cNvPr id="2671" name="Google Shape;2671;p86"/>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6"/>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6"/>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4" name="Google Shape;2674;p86"/>
          <p:cNvSpPr txBox="1"/>
          <p:nvPr/>
        </p:nvSpPr>
        <p:spPr>
          <a:xfrm>
            <a:off x="4047275" y="1801025"/>
            <a:ext cx="1545300" cy="42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000">
                <a:solidFill>
                  <a:schemeClr val="dk1"/>
                </a:solidFill>
                <a:latin typeface="Gloria Hallelujah"/>
                <a:ea typeface="Gloria Hallelujah"/>
                <a:cs typeface="Gloria Hallelujah"/>
                <a:sym typeface="Gloria Hallelujah"/>
              </a:rPr>
              <a:t>05-03</a:t>
            </a:r>
            <a:endParaRPr sz="3000">
              <a:solidFill>
                <a:schemeClr val="dk1"/>
              </a:solidFill>
              <a:latin typeface="Gloria Hallelujah"/>
              <a:ea typeface="Gloria Hallelujah"/>
              <a:cs typeface="Gloria Hallelujah"/>
              <a:sym typeface="Gloria Hallelujah"/>
            </a:endParaRPr>
          </a:p>
        </p:txBody>
      </p:sp>
      <p:sp>
        <p:nvSpPr>
          <p:cNvPr id="2675" name="Google Shape;2675;p86"/>
          <p:cNvSpPr txBox="1"/>
          <p:nvPr/>
        </p:nvSpPr>
        <p:spPr>
          <a:xfrm>
            <a:off x="4047275" y="2223750"/>
            <a:ext cx="1545300" cy="2295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Leonor Miller</a:t>
            </a:r>
            <a:endParaRPr>
              <a:solidFill>
                <a:schemeClr val="dk1"/>
              </a:solidFill>
              <a:latin typeface="Raleway SemiBold"/>
              <a:ea typeface="Raleway SemiBold"/>
              <a:cs typeface="Raleway SemiBold"/>
              <a:sym typeface="Raleway SemiBold"/>
            </a:endParaRPr>
          </a:p>
        </p:txBody>
      </p:sp>
      <p:grpSp>
        <p:nvGrpSpPr>
          <p:cNvPr id="2676" name="Google Shape;2676;p86"/>
          <p:cNvGrpSpPr/>
          <p:nvPr/>
        </p:nvGrpSpPr>
        <p:grpSpPr>
          <a:xfrm flipH="1" rot="-9920946">
            <a:off x="5731772" y="1962534"/>
            <a:ext cx="412738" cy="329211"/>
            <a:chOff x="5222975" y="2300200"/>
            <a:chExt cx="199300" cy="154950"/>
          </a:xfrm>
        </p:grpSpPr>
        <p:sp>
          <p:nvSpPr>
            <p:cNvPr id="2677" name="Google Shape;2677;p86"/>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6"/>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6"/>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 name="Google Shape;2680;p86"/>
          <p:cNvGrpSpPr/>
          <p:nvPr/>
        </p:nvGrpSpPr>
        <p:grpSpPr>
          <a:xfrm>
            <a:off x="6361563" y="1842316"/>
            <a:ext cx="589855" cy="569623"/>
            <a:chOff x="6432538" y="1467689"/>
            <a:chExt cx="666729" cy="815612"/>
          </a:xfrm>
        </p:grpSpPr>
        <p:sp>
          <p:nvSpPr>
            <p:cNvPr id="2681" name="Google Shape;2681;p86"/>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6"/>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6"/>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4" name="Google Shape;2684;p86"/>
          <p:cNvSpPr txBox="1"/>
          <p:nvPr/>
        </p:nvSpPr>
        <p:spPr>
          <a:xfrm>
            <a:off x="6962700" y="1801025"/>
            <a:ext cx="1545300" cy="42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Gloria Hallelujah"/>
                <a:ea typeface="Gloria Hallelujah"/>
                <a:cs typeface="Gloria Hallelujah"/>
                <a:sym typeface="Gloria Hallelujah"/>
              </a:rPr>
              <a:t>18-06</a:t>
            </a:r>
            <a:endParaRPr sz="3000">
              <a:solidFill>
                <a:schemeClr val="dk1"/>
              </a:solidFill>
              <a:latin typeface="Gloria Hallelujah"/>
              <a:ea typeface="Gloria Hallelujah"/>
              <a:cs typeface="Gloria Hallelujah"/>
              <a:sym typeface="Gloria Hallelujah"/>
            </a:endParaRPr>
          </a:p>
        </p:txBody>
      </p:sp>
      <p:sp>
        <p:nvSpPr>
          <p:cNvPr id="2685" name="Google Shape;2685;p86"/>
          <p:cNvSpPr txBox="1"/>
          <p:nvPr/>
        </p:nvSpPr>
        <p:spPr>
          <a:xfrm>
            <a:off x="6956250" y="2223750"/>
            <a:ext cx="1545300" cy="2295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Marie Patterson</a:t>
            </a:r>
            <a:endParaRPr>
              <a:solidFill>
                <a:schemeClr val="dk1"/>
              </a:solidFill>
              <a:latin typeface="Raleway SemiBold"/>
              <a:ea typeface="Raleway SemiBold"/>
              <a:cs typeface="Raleway SemiBold"/>
              <a:sym typeface="Raleway SemiBold"/>
            </a:endParaRPr>
          </a:p>
        </p:txBody>
      </p:sp>
      <p:grpSp>
        <p:nvGrpSpPr>
          <p:cNvPr id="2686" name="Google Shape;2686;p86"/>
          <p:cNvGrpSpPr/>
          <p:nvPr/>
        </p:nvGrpSpPr>
        <p:grpSpPr>
          <a:xfrm>
            <a:off x="3580562" y="1893543"/>
            <a:ext cx="343500" cy="338558"/>
            <a:chOff x="6437163" y="3304232"/>
            <a:chExt cx="232850" cy="229500"/>
          </a:xfrm>
        </p:grpSpPr>
        <p:sp>
          <p:nvSpPr>
            <p:cNvPr id="2687" name="Google Shape;2687;p86"/>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6"/>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6"/>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86"/>
          <p:cNvGrpSpPr/>
          <p:nvPr/>
        </p:nvGrpSpPr>
        <p:grpSpPr>
          <a:xfrm>
            <a:off x="6484739" y="1893550"/>
            <a:ext cx="343514" cy="338535"/>
            <a:chOff x="6785413" y="3304232"/>
            <a:chExt cx="232875" cy="229500"/>
          </a:xfrm>
        </p:grpSpPr>
        <p:sp>
          <p:nvSpPr>
            <p:cNvPr id="2691" name="Google Shape;2691;p86"/>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6"/>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6"/>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86"/>
          <p:cNvGrpSpPr/>
          <p:nvPr/>
        </p:nvGrpSpPr>
        <p:grpSpPr>
          <a:xfrm>
            <a:off x="713225" y="3078916"/>
            <a:ext cx="589855" cy="569623"/>
            <a:chOff x="6432538" y="1467689"/>
            <a:chExt cx="666729" cy="815612"/>
          </a:xfrm>
        </p:grpSpPr>
        <p:sp>
          <p:nvSpPr>
            <p:cNvPr id="2695" name="Google Shape;2695;p86"/>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6"/>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6"/>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8" name="Google Shape;2698;p86"/>
          <p:cNvSpPr txBox="1"/>
          <p:nvPr/>
        </p:nvSpPr>
        <p:spPr>
          <a:xfrm>
            <a:off x="1303075" y="3037625"/>
            <a:ext cx="1545300" cy="42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Gloria Hallelujah"/>
                <a:ea typeface="Gloria Hallelujah"/>
                <a:cs typeface="Gloria Hallelujah"/>
                <a:sym typeface="Gloria Hallelujah"/>
              </a:rPr>
              <a:t>11-07</a:t>
            </a:r>
            <a:endParaRPr sz="3000">
              <a:solidFill>
                <a:schemeClr val="dk1"/>
              </a:solidFill>
              <a:latin typeface="Gloria Hallelujah"/>
              <a:ea typeface="Gloria Hallelujah"/>
              <a:cs typeface="Gloria Hallelujah"/>
              <a:sym typeface="Gloria Hallelujah"/>
            </a:endParaRPr>
          </a:p>
        </p:txBody>
      </p:sp>
      <p:sp>
        <p:nvSpPr>
          <p:cNvPr id="2699" name="Google Shape;2699;p86"/>
          <p:cNvSpPr txBox="1"/>
          <p:nvPr/>
        </p:nvSpPr>
        <p:spPr>
          <a:xfrm>
            <a:off x="1305475" y="3460350"/>
            <a:ext cx="1545300" cy="2295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Carolina Moore</a:t>
            </a:r>
            <a:endParaRPr>
              <a:solidFill>
                <a:schemeClr val="dk1"/>
              </a:solidFill>
              <a:latin typeface="Raleway SemiBold"/>
              <a:ea typeface="Raleway SemiBold"/>
              <a:cs typeface="Raleway SemiBold"/>
              <a:sym typeface="Raleway SemiBold"/>
            </a:endParaRPr>
          </a:p>
        </p:txBody>
      </p:sp>
      <p:grpSp>
        <p:nvGrpSpPr>
          <p:cNvPr id="2700" name="Google Shape;2700;p86"/>
          <p:cNvGrpSpPr/>
          <p:nvPr/>
        </p:nvGrpSpPr>
        <p:grpSpPr>
          <a:xfrm flipH="1" rot="-9920946">
            <a:off x="2829297" y="3199134"/>
            <a:ext cx="412738" cy="329211"/>
            <a:chOff x="5222975" y="2300200"/>
            <a:chExt cx="199300" cy="154950"/>
          </a:xfrm>
        </p:grpSpPr>
        <p:sp>
          <p:nvSpPr>
            <p:cNvPr id="2701" name="Google Shape;2701;p86"/>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6"/>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6"/>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 name="Google Shape;2704;p86"/>
          <p:cNvGrpSpPr/>
          <p:nvPr/>
        </p:nvGrpSpPr>
        <p:grpSpPr>
          <a:xfrm>
            <a:off x="3457419" y="3078916"/>
            <a:ext cx="589855" cy="569623"/>
            <a:chOff x="6432538" y="1467689"/>
            <a:chExt cx="666729" cy="815612"/>
          </a:xfrm>
        </p:grpSpPr>
        <p:sp>
          <p:nvSpPr>
            <p:cNvPr id="2705" name="Google Shape;2705;p86"/>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6"/>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6"/>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8" name="Google Shape;2708;p86"/>
          <p:cNvSpPr txBox="1"/>
          <p:nvPr/>
        </p:nvSpPr>
        <p:spPr>
          <a:xfrm>
            <a:off x="4047275" y="3037625"/>
            <a:ext cx="1545300" cy="42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Gloria Hallelujah"/>
                <a:ea typeface="Gloria Hallelujah"/>
                <a:cs typeface="Gloria Hallelujah"/>
                <a:sym typeface="Gloria Hallelujah"/>
              </a:rPr>
              <a:t>03-10</a:t>
            </a:r>
            <a:endParaRPr sz="3000">
              <a:solidFill>
                <a:schemeClr val="dk1"/>
              </a:solidFill>
              <a:latin typeface="Gloria Hallelujah"/>
              <a:ea typeface="Gloria Hallelujah"/>
              <a:cs typeface="Gloria Hallelujah"/>
              <a:sym typeface="Gloria Hallelujah"/>
            </a:endParaRPr>
          </a:p>
        </p:txBody>
      </p:sp>
      <p:sp>
        <p:nvSpPr>
          <p:cNvPr id="2709" name="Google Shape;2709;p86"/>
          <p:cNvSpPr txBox="1"/>
          <p:nvPr/>
        </p:nvSpPr>
        <p:spPr>
          <a:xfrm>
            <a:off x="4047275" y="3460350"/>
            <a:ext cx="1545300" cy="2295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Marc Williams</a:t>
            </a:r>
            <a:endParaRPr>
              <a:solidFill>
                <a:schemeClr val="dk1"/>
              </a:solidFill>
              <a:latin typeface="Raleway SemiBold"/>
              <a:ea typeface="Raleway SemiBold"/>
              <a:cs typeface="Raleway SemiBold"/>
              <a:sym typeface="Raleway SemiBold"/>
            </a:endParaRPr>
          </a:p>
        </p:txBody>
      </p:sp>
      <p:grpSp>
        <p:nvGrpSpPr>
          <p:cNvPr id="2710" name="Google Shape;2710;p86"/>
          <p:cNvGrpSpPr/>
          <p:nvPr/>
        </p:nvGrpSpPr>
        <p:grpSpPr>
          <a:xfrm rot="-879054">
            <a:off x="5731772" y="3199134"/>
            <a:ext cx="412738" cy="329211"/>
            <a:chOff x="5222975" y="2300200"/>
            <a:chExt cx="199300" cy="154950"/>
          </a:xfrm>
        </p:grpSpPr>
        <p:sp>
          <p:nvSpPr>
            <p:cNvPr id="2711" name="Google Shape;2711;p86"/>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6"/>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6"/>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86"/>
          <p:cNvGrpSpPr/>
          <p:nvPr/>
        </p:nvGrpSpPr>
        <p:grpSpPr>
          <a:xfrm>
            <a:off x="6361563" y="3078916"/>
            <a:ext cx="589855" cy="569623"/>
            <a:chOff x="6432538" y="1467689"/>
            <a:chExt cx="666729" cy="815612"/>
          </a:xfrm>
        </p:grpSpPr>
        <p:sp>
          <p:nvSpPr>
            <p:cNvPr id="2715" name="Google Shape;2715;p86"/>
            <p:cNvSpPr/>
            <p:nvPr/>
          </p:nvSpPr>
          <p:spPr>
            <a:xfrm>
              <a:off x="6432538" y="1467689"/>
              <a:ext cx="666729" cy="815612"/>
            </a:xfrm>
            <a:custGeom>
              <a:rect b="b" l="l" r="r" t="t"/>
              <a:pathLst>
                <a:path extrusionOk="0" h="44894" w="36699">
                  <a:moveTo>
                    <a:pt x="17686" y="560"/>
                  </a:moveTo>
                  <a:cubicBezTo>
                    <a:pt x="17886" y="560"/>
                    <a:pt x="18087" y="560"/>
                    <a:pt x="18288" y="561"/>
                  </a:cubicBezTo>
                  <a:cubicBezTo>
                    <a:pt x="23568" y="570"/>
                    <a:pt x="28855" y="574"/>
                    <a:pt x="34136" y="658"/>
                  </a:cubicBezTo>
                  <a:cubicBezTo>
                    <a:pt x="34102" y="690"/>
                    <a:pt x="34078" y="736"/>
                    <a:pt x="34078" y="796"/>
                  </a:cubicBezTo>
                  <a:cubicBezTo>
                    <a:pt x="34134" y="7587"/>
                    <a:pt x="34173" y="14377"/>
                    <a:pt x="34219" y="21168"/>
                  </a:cubicBezTo>
                  <a:cubicBezTo>
                    <a:pt x="34265" y="27886"/>
                    <a:pt x="34120" y="34640"/>
                    <a:pt x="34414" y="41352"/>
                  </a:cubicBezTo>
                  <a:cubicBezTo>
                    <a:pt x="29042" y="38477"/>
                    <a:pt x="23728" y="35443"/>
                    <a:pt x="18266" y="32751"/>
                  </a:cubicBezTo>
                  <a:cubicBezTo>
                    <a:pt x="18245" y="32741"/>
                    <a:pt x="18224" y="32737"/>
                    <a:pt x="18204" y="32737"/>
                  </a:cubicBezTo>
                  <a:cubicBezTo>
                    <a:pt x="18112" y="32737"/>
                    <a:pt x="18044" y="32836"/>
                    <a:pt x="18075" y="32916"/>
                  </a:cubicBezTo>
                  <a:cubicBezTo>
                    <a:pt x="18050" y="32916"/>
                    <a:pt x="18024" y="32922"/>
                    <a:pt x="17999" y="32934"/>
                  </a:cubicBezTo>
                  <a:cubicBezTo>
                    <a:pt x="12920" y="35330"/>
                    <a:pt x="7757" y="37561"/>
                    <a:pt x="2651" y="39902"/>
                  </a:cubicBezTo>
                  <a:cubicBezTo>
                    <a:pt x="2659" y="26815"/>
                    <a:pt x="2661" y="13710"/>
                    <a:pt x="2405" y="628"/>
                  </a:cubicBezTo>
                  <a:lnTo>
                    <a:pt x="2405" y="628"/>
                  </a:lnTo>
                  <a:cubicBezTo>
                    <a:pt x="3243" y="635"/>
                    <a:pt x="4082" y="638"/>
                    <a:pt x="4921" y="638"/>
                  </a:cubicBezTo>
                  <a:cubicBezTo>
                    <a:pt x="9176" y="638"/>
                    <a:pt x="13433" y="560"/>
                    <a:pt x="17686" y="560"/>
                  </a:cubicBezTo>
                  <a:close/>
                  <a:moveTo>
                    <a:pt x="546" y="604"/>
                  </a:moveTo>
                  <a:lnTo>
                    <a:pt x="546" y="604"/>
                  </a:lnTo>
                  <a:cubicBezTo>
                    <a:pt x="1098" y="614"/>
                    <a:pt x="1649" y="620"/>
                    <a:pt x="2204" y="625"/>
                  </a:cubicBezTo>
                  <a:cubicBezTo>
                    <a:pt x="2051" y="13828"/>
                    <a:pt x="2218" y="27051"/>
                    <a:pt x="2331" y="40255"/>
                  </a:cubicBezTo>
                  <a:cubicBezTo>
                    <a:pt x="2331" y="40371"/>
                    <a:pt x="2433" y="40429"/>
                    <a:pt x="2535" y="40429"/>
                  </a:cubicBezTo>
                  <a:cubicBezTo>
                    <a:pt x="2637" y="40429"/>
                    <a:pt x="2739" y="40371"/>
                    <a:pt x="2739" y="40255"/>
                  </a:cubicBezTo>
                  <a:lnTo>
                    <a:pt x="2739" y="40219"/>
                  </a:lnTo>
                  <a:cubicBezTo>
                    <a:pt x="7819" y="38034"/>
                    <a:pt x="13055" y="35612"/>
                    <a:pt x="18202" y="33236"/>
                  </a:cubicBezTo>
                  <a:cubicBezTo>
                    <a:pt x="18282" y="33199"/>
                    <a:pt x="18300" y="33131"/>
                    <a:pt x="18276" y="33065"/>
                  </a:cubicBezTo>
                  <a:lnTo>
                    <a:pt x="18276" y="33065"/>
                  </a:lnTo>
                  <a:cubicBezTo>
                    <a:pt x="23499" y="36088"/>
                    <a:pt x="28915" y="38810"/>
                    <a:pt x="34233" y="41662"/>
                  </a:cubicBezTo>
                  <a:cubicBezTo>
                    <a:pt x="34262" y="41677"/>
                    <a:pt x="34290" y="41684"/>
                    <a:pt x="34317" y="41684"/>
                  </a:cubicBezTo>
                  <a:cubicBezTo>
                    <a:pt x="34372" y="41684"/>
                    <a:pt x="34420" y="41656"/>
                    <a:pt x="34452" y="41615"/>
                  </a:cubicBezTo>
                  <a:cubicBezTo>
                    <a:pt x="34474" y="41635"/>
                    <a:pt x="34504" y="41646"/>
                    <a:pt x="34533" y="41646"/>
                  </a:cubicBezTo>
                  <a:cubicBezTo>
                    <a:pt x="34586" y="41646"/>
                    <a:pt x="34638" y="41611"/>
                    <a:pt x="34639" y="41539"/>
                  </a:cubicBezTo>
                  <a:cubicBezTo>
                    <a:pt x="34859" y="34765"/>
                    <a:pt x="34625" y="27949"/>
                    <a:pt x="34587" y="21168"/>
                  </a:cubicBezTo>
                  <a:cubicBezTo>
                    <a:pt x="34549" y="14377"/>
                    <a:pt x="34501" y="7587"/>
                    <a:pt x="34473" y="796"/>
                  </a:cubicBezTo>
                  <a:cubicBezTo>
                    <a:pt x="34473" y="738"/>
                    <a:pt x="34450" y="694"/>
                    <a:pt x="34418" y="662"/>
                  </a:cubicBezTo>
                  <a:lnTo>
                    <a:pt x="34418" y="662"/>
                  </a:lnTo>
                  <a:cubicBezTo>
                    <a:pt x="34919" y="672"/>
                    <a:pt x="35420" y="676"/>
                    <a:pt x="35921" y="686"/>
                  </a:cubicBezTo>
                  <a:cubicBezTo>
                    <a:pt x="36101" y="7863"/>
                    <a:pt x="36223" y="15047"/>
                    <a:pt x="36152" y="22228"/>
                  </a:cubicBezTo>
                  <a:cubicBezTo>
                    <a:pt x="36117" y="25763"/>
                    <a:pt x="36115" y="29298"/>
                    <a:pt x="36106" y="32835"/>
                  </a:cubicBezTo>
                  <a:cubicBezTo>
                    <a:pt x="36094" y="36443"/>
                    <a:pt x="35867" y="40135"/>
                    <a:pt x="36150" y="43738"/>
                  </a:cubicBezTo>
                  <a:cubicBezTo>
                    <a:pt x="36140" y="43751"/>
                    <a:pt x="36130" y="43762"/>
                    <a:pt x="36124" y="43779"/>
                  </a:cubicBezTo>
                  <a:cubicBezTo>
                    <a:pt x="36076" y="43897"/>
                    <a:pt x="36112" y="44032"/>
                    <a:pt x="36112" y="44157"/>
                  </a:cubicBezTo>
                  <a:cubicBezTo>
                    <a:pt x="36112" y="44259"/>
                    <a:pt x="36100" y="44358"/>
                    <a:pt x="36086" y="44455"/>
                  </a:cubicBezTo>
                  <a:cubicBezTo>
                    <a:pt x="32889" y="42948"/>
                    <a:pt x="29694" y="41433"/>
                    <a:pt x="26523" y="39867"/>
                  </a:cubicBezTo>
                  <a:cubicBezTo>
                    <a:pt x="24970" y="39101"/>
                    <a:pt x="23418" y="38322"/>
                    <a:pt x="21871" y="37538"/>
                  </a:cubicBezTo>
                  <a:cubicBezTo>
                    <a:pt x="20688" y="36938"/>
                    <a:pt x="19354" y="36037"/>
                    <a:pt x="17996" y="35966"/>
                  </a:cubicBezTo>
                  <a:cubicBezTo>
                    <a:pt x="17994" y="35966"/>
                    <a:pt x="17991" y="35965"/>
                    <a:pt x="17988" y="35965"/>
                  </a:cubicBezTo>
                  <a:cubicBezTo>
                    <a:pt x="17960" y="35965"/>
                    <a:pt x="17937" y="35981"/>
                    <a:pt x="17922" y="36000"/>
                  </a:cubicBezTo>
                  <a:cubicBezTo>
                    <a:pt x="17900" y="35993"/>
                    <a:pt x="17877" y="35989"/>
                    <a:pt x="17853" y="35989"/>
                  </a:cubicBezTo>
                  <a:cubicBezTo>
                    <a:pt x="17819" y="35989"/>
                    <a:pt x="17784" y="35997"/>
                    <a:pt x="17749" y="36016"/>
                  </a:cubicBezTo>
                  <a:cubicBezTo>
                    <a:pt x="12085" y="38857"/>
                    <a:pt x="6228" y="41094"/>
                    <a:pt x="382" y="43507"/>
                  </a:cubicBezTo>
                  <a:lnTo>
                    <a:pt x="379" y="43507"/>
                  </a:lnTo>
                  <a:cubicBezTo>
                    <a:pt x="569" y="39990"/>
                    <a:pt x="476" y="36437"/>
                    <a:pt x="486" y="32916"/>
                  </a:cubicBezTo>
                  <a:cubicBezTo>
                    <a:pt x="494" y="29330"/>
                    <a:pt x="490" y="25743"/>
                    <a:pt x="508" y="22160"/>
                  </a:cubicBezTo>
                  <a:cubicBezTo>
                    <a:pt x="546" y="14989"/>
                    <a:pt x="544" y="7817"/>
                    <a:pt x="553" y="648"/>
                  </a:cubicBezTo>
                  <a:cubicBezTo>
                    <a:pt x="553" y="632"/>
                    <a:pt x="548" y="620"/>
                    <a:pt x="546" y="604"/>
                  </a:cubicBezTo>
                  <a:close/>
                  <a:moveTo>
                    <a:pt x="13410" y="1"/>
                  </a:moveTo>
                  <a:cubicBezTo>
                    <a:pt x="9078" y="1"/>
                    <a:pt x="4748" y="72"/>
                    <a:pt x="428" y="271"/>
                  </a:cubicBezTo>
                  <a:cubicBezTo>
                    <a:pt x="315" y="279"/>
                    <a:pt x="262" y="370"/>
                    <a:pt x="271" y="459"/>
                  </a:cubicBezTo>
                  <a:cubicBezTo>
                    <a:pt x="195" y="482"/>
                    <a:pt x="134" y="545"/>
                    <a:pt x="134" y="648"/>
                  </a:cubicBezTo>
                  <a:cubicBezTo>
                    <a:pt x="126" y="7817"/>
                    <a:pt x="102" y="14989"/>
                    <a:pt x="118" y="22160"/>
                  </a:cubicBezTo>
                  <a:cubicBezTo>
                    <a:pt x="128" y="25668"/>
                    <a:pt x="114" y="29177"/>
                    <a:pt x="112" y="32686"/>
                  </a:cubicBezTo>
                  <a:cubicBezTo>
                    <a:pt x="112" y="36340"/>
                    <a:pt x="1" y="40024"/>
                    <a:pt x="198" y="43670"/>
                  </a:cubicBezTo>
                  <a:cubicBezTo>
                    <a:pt x="199" y="43727"/>
                    <a:pt x="243" y="43755"/>
                    <a:pt x="286" y="43755"/>
                  </a:cubicBezTo>
                  <a:cubicBezTo>
                    <a:pt x="292" y="43755"/>
                    <a:pt x="298" y="43755"/>
                    <a:pt x="303" y="43754"/>
                  </a:cubicBezTo>
                  <a:cubicBezTo>
                    <a:pt x="326" y="43789"/>
                    <a:pt x="364" y="43814"/>
                    <a:pt x="414" y="43814"/>
                  </a:cubicBezTo>
                  <a:cubicBezTo>
                    <a:pt x="429" y="43814"/>
                    <a:pt x="446" y="43812"/>
                    <a:pt x="465" y="43806"/>
                  </a:cubicBezTo>
                  <a:cubicBezTo>
                    <a:pt x="6496" y="41994"/>
                    <a:pt x="12367" y="39233"/>
                    <a:pt x="17988" y="36425"/>
                  </a:cubicBezTo>
                  <a:cubicBezTo>
                    <a:pt x="18073" y="36383"/>
                    <a:pt x="18105" y="36312"/>
                    <a:pt x="18105" y="36242"/>
                  </a:cubicBezTo>
                  <a:cubicBezTo>
                    <a:pt x="19387" y="36914"/>
                    <a:pt x="20756" y="37464"/>
                    <a:pt x="22049" y="38129"/>
                  </a:cubicBezTo>
                  <a:cubicBezTo>
                    <a:pt x="23591" y="38921"/>
                    <a:pt x="25141" y="39702"/>
                    <a:pt x="26692" y="40472"/>
                  </a:cubicBezTo>
                  <a:cubicBezTo>
                    <a:pt x="29733" y="41980"/>
                    <a:pt x="32788" y="43458"/>
                    <a:pt x="35873" y="44871"/>
                  </a:cubicBezTo>
                  <a:cubicBezTo>
                    <a:pt x="35908" y="44886"/>
                    <a:pt x="35942" y="44893"/>
                    <a:pt x="35974" y="44893"/>
                  </a:cubicBezTo>
                  <a:cubicBezTo>
                    <a:pt x="36077" y="44893"/>
                    <a:pt x="36162" y="44825"/>
                    <a:pt x="36203" y="44740"/>
                  </a:cubicBezTo>
                  <a:cubicBezTo>
                    <a:pt x="36215" y="44743"/>
                    <a:pt x="36226" y="44744"/>
                    <a:pt x="36238" y="44744"/>
                  </a:cubicBezTo>
                  <a:cubicBezTo>
                    <a:pt x="36279" y="44744"/>
                    <a:pt x="36318" y="44724"/>
                    <a:pt x="36344" y="44668"/>
                  </a:cubicBezTo>
                  <a:cubicBezTo>
                    <a:pt x="36416" y="44523"/>
                    <a:pt x="36454" y="44370"/>
                    <a:pt x="36480" y="44208"/>
                  </a:cubicBezTo>
                  <a:cubicBezTo>
                    <a:pt x="36503" y="44052"/>
                    <a:pt x="36533" y="43875"/>
                    <a:pt x="36442" y="43738"/>
                  </a:cubicBezTo>
                  <a:cubicBezTo>
                    <a:pt x="36432" y="43720"/>
                    <a:pt x="36420" y="43707"/>
                    <a:pt x="36408" y="43698"/>
                  </a:cubicBezTo>
                  <a:cubicBezTo>
                    <a:pt x="36699" y="40187"/>
                    <a:pt x="36503" y="36586"/>
                    <a:pt x="36514" y="33065"/>
                  </a:cubicBezTo>
                  <a:cubicBezTo>
                    <a:pt x="36526" y="29452"/>
                    <a:pt x="36555" y="25838"/>
                    <a:pt x="36535" y="22228"/>
                  </a:cubicBezTo>
                  <a:cubicBezTo>
                    <a:pt x="36493" y="15033"/>
                    <a:pt x="36676" y="7841"/>
                    <a:pt x="36414" y="648"/>
                  </a:cubicBezTo>
                  <a:cubicBezTo>
                    <a:pt x="36410" y="541"/>
                    <a:pt x="36350" y="475"/>
                    <a:pt x="36277" y="438"/>
                  </a:cubicBezTo>
                  <a:cubicBezTo>
                    <a:pt x="36251" y="392"/>
                    <a:pt x="36207" y="354"/>
                    <a:pt x="36138" y="354"/>
                  </a:cubicBezTo>
                  <a:cubicBezTo>
                    <a:pt x="28579" y="219"/>
                    <a:pt x="20990" y="1"/>
                    <a:pt x="1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6"/>
            <p:cNvSpPr/>
            <p:nvPr/>
          </p:nvSpPr>
          <p:spPr>
            <a:xfrm>
              <a:off x="6439441" y="1478661"/>
              <a:ext cx="651196" cy="796681"/>
            </a:xfrm>
            <a:custGeom>
              <a:rect b="b" l="l" r="r" t="t"/>
              <a:pathLst>
                <a:path extrusionOk="0" h="43852" w="35844">
                  <a:moveTo>
                    <a:pt x="166" y="0"/>
                  </a:moveTo>
                  <a:cubicBezTo>
                    <a:pt x="169" y="16"/>
                    <a:pt x="173" y="28"/>
                    <a:pt x="173" y="44"/>
                  </a:cubicBezTo>
                  <a:cubicBezTo>
                    <a:pt x="164" y="7213"/>
                    <a:pt x="166" y="14385"/>
                    <a:pt x="129" y="21556"/>
                  </a:cubicBezTo>
                  <a:cubicBezTo>
                    <a:pt x="111" y="25140"/>
                    <a:pt x="116" y="28726"/>
                    <a:pt x="106" y="32312"/>
                  </a:cubicBezTo>
                  <a:cubicBezTo>
                    <a:pt x="97" y="35833"/>
                    <a:pt x="189" y="39386"/>
                    <a:pt x="0" y="42903"/>
                  </a:cubicBezTo>
                  <a:lnTo>
                    <a:pt x="2" y="42903"/>
                  </a:lnTo>
                  <a:cubicBezTo>
                    <a:pt x="5848" y="40490"/>
                    <a:pt x="11706" y="38253"/>
                    <a:pt x="17369" y="35412"/>
                  </a:cubicBezTo>
                  <a:cubicBezTo>
                    <a:pt x="17405" y="35393"/>
                    <a:pt x="17440" y="35385"/>
                    <a:pt x="17474" y="35385"/>
                  </a:cubicBezTo>
                  <a:cubicBezTo>
                    <a:pt x="17498" y="35385"/>
                    <a:pt x="17521" y="35389"/>
                    <a:pt x="17544" y="35396"/>
                  </a:cubicBezTo>
                  <a:cubicBezTo>
                    <a:pt x="17559" y="35377"/>
                    <a:pt x="17581" y="35362"/>
                    <a:pt x="17611" y="35362"/>
                  </a:cubicBezTo>
                  <a:cubicBezTo>
                    <a:pt x="17613" y="35362"/>
                    <a:pt x="17615" y="35362"/>
                    <a:pt x="17617" y="35362"/>
                  </a:cubicBezTo>
                  <a:cubicBezTo>
                    <a:pt x="18975" y="35433"/>
                    <a:pt x="20309" y="36334"/>
                    <a:pt x="21491" y="36934"/>
                  </a:cubicBezTo>
                  <a:cubicBezTo>
                    <a:pt x="23039" y="37720"/>
                    <a:pt x="24590" y="38497"/>
                    <a:pt x="26144" y="39263"/>
                  </a:cubicBezTo>
                  <a:cubicBezTo>
                    <a:pt x="29314" y="40829"/>
                    <a:pt x="32509" y="42344"/>
                    <a:pt x="35708" y="43851"/>
                  </a:cubicBezTo>
                  <a:cubicBezTo>
                    <a:pt x="35721" y="43754"/>
                    <a:pt x="35733" y="43655"/>
                    <a:pt x="35733" y="43553"/>
                  </a:cubicBezTo>
                  <a:cubicBezTo>
                    <a:pt x="35733" y="43428"/>
                    <a:pt x="35696" y="43293"/>
                    <a:pt x="35744" y="43175"/>
                  </a:cubicBezTo>
                  <a:cubicBezTo>
                    <a:pt x="35751" y="43159"/>
                    <a:pt x="35760" y="43147"/>
                    <a:pt x="35770" y="43134"/>
                  </a:cubicBezTo>
                  <a:cubicBezTo>
                    <a:pt x="35487" y="39531"/>
                    <a:pt x="35714" y="35839"/>
                    <a:pt x="35726" y="32231"/>
                  </a:cubicBezTo>
                  <a:cubicBezTo>
                    <a:pt x="35734" y="28694"/>
                    <a:pt x="35737" y="25159"/>
                    <a:pt x="35772" y="21624"/>
                  </a:cubicBezTo>
                  <a:cubicBezTo>
                    <a:pt x="35843" y="14443"/>
                    <a:pt x="35721" y="7259"/>
                    <a:pt x="35541" y="82"/>
                  </a:cubicBezTo>
                  <a:cubicBezTo>
                    <a:pt x="35040" y="72"/>
                    <a:pt x="34539" y="68"/>
                    <a:pt x="34038" y="58"/>
                  </a:cubicBezTo>
                  <a:lnTo>
                    <a:pt x="34038" y="58"/>
                  </a:lnTo>
                  <a:cubicBezTo>
                    <a:pt x="34071" y="90"/>
                    <a:pt x="34093" y="134"/>
                    <a:pt x="34093" y="192"/>
                  </a:cubicBezTo>
                  <a:cubicBezTo>
                    <a:pt x="34121" y="6983"/>
                    <a:pt x="34169" y="13773"/>
                    <a:pt x="34207" y="20564"/>
                  </a:cubicBezTo>
                  <a:cubicBezTo>
                    <a:pt x="34246" y="27344"/>
                    <a:pt x="34479" y="34161"/>
                    <a:pt x="34260" y="40935"/>
                  </a:cubicBezTo>
                  <a:cubicBezTo>
                    <a:pt x="34259" y="41007"/>
                    <a:pt x="34206" y="41042"/>
                    <a:pt x="34153" y="41042"/>
                  </a:cubicBezTo>
                  <a:cubicBezTo>
                    <a:pt x="34124" y="41042"/>
                    <a:pt x="34095" y="41032"/>
                    <a:pt x="34073" y="41012"/>
                  </a:cubicBezTo>
                  <a:cubicBezTo>
                    <a:pt x="34040" y="41052"/>
                    <a:pt x="33992" y="41080"/>
                    <a:pt x="33937" y="41080"/>
                  </a:cubicBezTo>
                  <a:cubicBezTo>
                    <a:pt x="33910" y="41080"/>
                    <a:pt x="33882" y="41073"/>
                    <a:pt x="33853" y="41058"/>
                  </a:cubicBezTo>
                  <a:cubicBezTo>
                    <a:pt x="28536" y="38207"/>
                    <a:pt x="23119" y="35484"/>
                    <a:pt x="17896" y="32461"/>
                  </a:cubicBezTo>
                  <a:lnTo>
                    <a:pt x="17896" y="32461"/>
                  </a:lnTo>
                  <a:cubicBezTo>
                    <a:pt x="17920" y="32527"/>
                    <a:pt x="17904" y="32595"/>
                    <a:pt x="17822" y="32632"/>
                  </a:cubicBezTo>
                  <a:cubicBezTo>
                    <a:pt x="12676" y="35008"/>
                    <a:pt x="7440" y="37430"/>
                    <a:pt x="2360" y="39615"/>
                  </a:cubicBezTo>
                  <a:lnTo>
                    <a:pt x="2360" y="39652"/>
                  </a:lnTo>
                  <a:cubicBezTo>
                    <a:pt x="2360" y="39767"/>
                    <a:pt x="2258" y="39825"/>
                    <a:pt x="2155" y="39825"/>
                  </a:cubicBezTo>
                  <a:cubicBezTo>
                    <a:pt x="2053" y="39825"/>
                    <a:pt x="1951" y="39767"/>
                    <a:pt x="1951" y="39652"/>
                  </a:cubicBezTo>
                  <a:cubicBezTo>
                    <a:pt x="1838" y="26447"/>
                    <a:pt x="1672" y="13224"/>
                    <a:pt x="1824" y="21"/>
                  </a:cubicBezTo>
                  <a:cubicBezTo>
                    <a:pt x="1270" y="16"/>
                    <a:pt x="718" y="1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6"/>
            <p:cNvSpPr/>
            <p:nvPr/>
          </p:nvSpPr>
          <p:spPr>
            <a:xfrm>
              <a:off x="6476210" y="1477862"/>
              <a:ext cx="581542" cy="741107"/>
            </a:xfrm>
            <a:custGeom>
              <a:rect b="b" l="l" r="r" t="t"/>
              <a:pathLst>
                <a:path extrusionOk="0" h="40793" w="32010">
                  <a:moveTo>
                    <a:pt x="15282" y="0"/>
                  </a:moveTo>
                  <a:cubicBezTo>
                    <a:pt x="11029" y="0"/>
                    <a:pt x="6772" y="78"/>
                    <a:pt x="2517" y="78"/>
                  </a:cubicBezTo>
                  <a:cubicBezTo>
                    <a:pt x="1678" y="78"/>
                    <a:pt x="839" y="75"/>
                    <a:pt x="1" y="68"/>
                  </a:cubicBezTo>
                  <a:lnTo>
                    <a:pt x="1" y="68"/>
                  </a:lnTo>
                  <a:cubicBezTo>
                    <a:pt x="257" y="13150"/>
                    <a:pt x="255" y="26255"/>
                    <a:pt x="247" y="39342"/>
                  </a:cubicBezTo>
                  <a:cubicBezTo>
                    <a:pt x="5353" y="37001"/>
                    <a:pt x="10516" y="34770"/>
                    <a:pt x="15595" y="32374"/>
                  </a:cubicBezTo>
                  <a:cubicBezTo>
                    <a:pt x="15621" y="32362"/>
                    <a:pt x="15646" y="32356"/>
                    <a:pt x="15671" y="32356"/>
                  </a:cubicBezTo>
                  <a:cubicBezTo>
                    <a:pt x="15640" y="32276"/>
                    <a:pt x="15708" y="32177"/>
                    <a:pt x="15800" y="32177"/>
                  </a:cubicBezTo>
                  <a:cubicBezTo>
                    <a:pt x="15820" y="32177"/>
                    <a:pt x="15841" y="32181"/>
                    <a:pt x="15862" y="32191"/>
                  </a:cubicBezTo>
                  <a:cubicBezTo>
                    <a:pt x="21324" y="34883"/>
                    <a:pt x="26638" y="37917"/>
                    <a:pt x="32010" y="40792"/>
                  </a:cubicBezTo>
                  <a:cubicBezTo>
                    <a:pt x="31716" y="34080"/>
                    <a:pt x="31861" y="27326"/>
                    <a:pt x="31815" y="20608"/>
                  </a:cubicBezTo>
                  <a:cubicBezTo>
                    <a:pt x="31769" y="13817"/>
                    <a:pt x="31730" y="7027"/>
                    <a:pt x="31674" y="236"/>
                  </a:cubicBezTo>
                  <a:cubicBezTo>
                    <a:pt x="31674" y="176"/>
                    <a:pt x="31698" y="130"/>
                    <a:pt x="31732" y="98"/>
                  </a:cubicBezTo>
                  <a:cubicBezTo>
                    <a:pt x="26451" y="14"/>
                    <a:pt x="21164" y="10"/>
                    <a:pt x="15884" y="1"/>
                  </a:cubicBezTo>
                  <a:cubicBezTo>
                    <a:pt x="15683" y="0"/>
                    <a:pt x="15482" y="0"/>
                    <a:pt x="15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8" name="Google Shape;2718;p86"/>
          <p:cNvSpPr txBox="1"/>
          <p:nvPr/>
        </p:nvSpPr>
        <p:spPr>
          <a:xfrm>
            <a:off x="6962700" y="3037625"/>
            <a:ext cx="1545300" cy="42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Gloria Hallelujah"/>
                <a:ea typeface="Gloria Hallelujah"/>
                <a:cs typeface="Gloria Hallelujah"/>
                <a:sym typeface="Gloria Hallelujah"/>
              </a:rPr>
              <a:t>12-11</a:t>
            </a:r>
            <a:endParaRPr sz="3000">
              <a:solidFill>
                <a:schemeClr val="dk1"/>
              </a:solidFill>
              <a:latin typeface="Gloria Hallelujah"/>
              <a:ea typeface="Gloria Hallelujah"/>
              <a:cs typeface="Gloria Hallelujah"/>
              <a:sym typeface="Gloria Hallelujah"/>
            </a:endParaRPr>
          </a:p>
        </p:txBody>
      </p:sp>
      <p:sp>
        <p:nvSpPr>
          <p:cNvPr id="2719" name="Google Shape;2719;p86"/>
          <p:cNvSpPr txBox="1"/>
          <p:nvPr/>
        </p:nvSpPr>
        <p:spPr>
          <a:xfrm>
            <a:off x="6956250" y="3460350"/>
            <a:ext cx="1545300" cy="2295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John Johnson</a:t>
            </a:r>
            <a:endParaRPr>
              <a:solidFill>
                <a:schemeClr val="dk1"/>
              </a:solidFill>
              <a:latin typeface="Raleway SemiBold"/>
              <a:ea typeface="Raleway SemiBold"/>
              <a:cs typeface="Raleway SemiBold"/>
              <a:sym typeface="Raleway SemiBold"/>
            </a:endParaRPr>
          </a:p>
        </p:txBody>
      </p:sp>
      <p:grpSp>
        <p:nvGrpSpPr>
          <p:cNvPr id="2720" name="Google Shape;2720;p86"/>
          <p:cNvGrpSpPr/>
          <p:nvPr/>
        </p:nvGrpSpPr>
        <p:grpSpPr>
          <a:xfrm>
            <a:off x="836407" y="3131150"/>
            <a:ext cx="343491" cy="338513"/>
            <a:chOff x="7116513" y="3304232"/>
            <a:chExt cx="232875" cy="229500"/>
          </a:xfrm>
        </p:grpSpPr>
        <p:sp>
          <p:nvSpPr>
            <p:cNvPr id="2721" name="Google Shape;2721;p86"/>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6"/>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6"/>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86"/>
          <p:cNvGrpSpPr/>
          <p:nvPr/>
        </p:nvGrpSpPr>
        <p:grpSpPr>
          <a:xfrm>
            <a:off x="6478946" y="3125517"/>
            <a:ext cx="355096" cy="350026"/>
            <a:chOff x="6437163" y="3618982"/>
            <a:chExt cx="232850" cy="229525"/>
          </a:xfrm>
        </p:grpSpPr>
        <p:sp>
          <p:nvSpPr>
            <p:cNvPr id="2725" name="Google Shape;2725;p86"/>
            <p:cNvSpPr/>
            <p:nvPr/>
          </p:nvSpPr>
          <p:spPr>
            <a:xfrm>
              <a:off x="6437163" y="3618982"/>
              <a:ext cx="232850" cy="229525"/>
            </a:xfrm>
            <a:custGeom>
              <a:rect b="b" l="l" r="r" t="t"/>
              <a:pathLst>
                <a:path extrusionOk="0" h="9181" w="9314">
                  <a:moveTo>
                    <a:pt x="4679" y="357"/>
                  </a:moveTo>
                  <a:cubicBezTo>
                    <a:pt x="6854" y="357"/>
                    <a:pt x="8611" y="2059"/>
                    <a:pt x="8823" y="4218"/>
                  </a:cubicBezTo>
                  <a:cubicBezTo>
                    <a:pt x="9061" y="6631"/>
                    <a:pt x="7129" y="8657"/>
                    <a:pt x="4773" y="8863"/>
                  </a:cubicBezTo>
                  <a:cubicBezTo>
                    <a:pt x="4737" y="8866"/>
                    <a:pt x="4709" y="8882"/>
                    <a:pt x="4683" y="8900"/>
                  </a:cubicBezTo>
                  <a:cubicBezTo>
                    <a:pt x="2490" y="8581"/>
                    <a:pt x="465" y="7275"/>
                    <a:pt x="382" y="4825"/>
                  </a:cubicBezTo>
                  <a:cubicBezTo>
                    <a:pt x="301" y="2476"/>
                    <a:pt x="2123" y="482"/>
                    <a:pt x="4466" y="362"/>
                  </a:cubicBezTo>
                  <a:cubicBezTo>
                    <a:pt x="4538" y="358"/>
                    <a:pt x="4609" y="357"/>
                    <a:pt x="4679" y="357"/>
                  </a:cubicBezTo>
                  <a:close/>
                  <a:moveTo>
                    <a:pt x="4567" y="1"/>
                  </a:moveTo>
                  <a:cubicBezTo>
                    <a:pt x="4534" y="1"/>
                    <a:pt x="4500" y="1"/>
                    <a:pt x="4466" y="2"/>
                  </a:cubicBezTo>
                  <a:cubicBezTo>
                    <a:pt x="1927" y="54"/>
                    <a:pt x="1" y="2140"/>
                    <a:pt x="21" y="4663"/>
                  </a:cubicBezTo>
                  <a:cubicBezTo>
                    <a:pt x="44" y="6922"/>
                    <a:pt x="2020" y="9152"/>
                    <a:pt x="4339" y="9152"/>
                  </a:cubicBezTo>
                  <a:cubicBezTo>
                    <a:pt x="4445" y="9152"/>
                    <a:pt x="4551" y="9147"/>
                    <a:pt x="4658" y="9138"/>
                  </a:cubicBezTo>
                  <a:cubicBezTo>
                    <a:pt x="4681" y="9163"/>
                    <a:pt x="4715" y="9180"/>
                    <a:pt x="4758" y="9180"/>
                  </a:cubicBezTo>
                  <a:cubicBezTo>
                    <a:pt x="4763" y="9180"/>
                    <a:pt x="4768" y="9180"/>
                    <a:pt x="4773" y="9180"/>
                  </a:cubicBezTo>
                  <a:cubicBezTo>
                    <a:pt x="7228" y="9023"/>
                    <a:pt x="9313" y="7058"/>
                    <a:pt x="9234" y="4518"/>
                  </a:cubicBezTo>
                  <a:cubicBezTo>
                    <a:pt x="9154" y="1968"/>
                    <a:pt x="7087"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6"/>
            <p:cNvSpPr/>
            <p:nvPr/>
          </p:nvSpPr>
          <p:spPr>
            <a:xfrm>
              <a:off x="6444688" y="3627882"/>
              <a:ext cx="219025" cy="213600"/>
            </a:xfrm>
            <a:custGeom>
              <a:rect b="b" l="l" r="r" t="t"/>
              <a:pathLst>
                <a:path extrusionOk="0" h="8544" w="8761">
                  <a:moveTo>
                    <a:pt x="4413" y="1172"/>
                  </a:moveTo>
                  <a:cubicBezTo>
                    <a:pt x="4551" y="1172"/>
                    <a:pt x="4691" y="1189"/>
                    <a:pt x="4835" y="1225"/>
                  </a:cubicBezTo>
                  <a:cubicBezTo>
                    <a:pt x="5283" y="1336"/>
                    <a:pt x="5163" y="1980"/>
                    <a:pt x="4732" y="2001"/>
                  </a:cubicBezTo>
                  <a:cubicBezTo>
                    <a:pt x="4251" y="2021"/>
                    <a:pt x="3807" y="2531"/>
                    <a:pt x="3517" y="3152"/>
                  </a:cubicBezTo>
                  <a:cubicBezTo>
                    <a:pt x="3703" y="3086"/>
                    <a:pt x="3878" y="3056"/>
                    <a:pt x="4041" y="3056"/>
                  </a:cubicBezTo>
                  <a:cubicBezTo>
                    <a:pt x="5828" y="3056"/>
                    <a:pt x="6245" y="6642"/>
                    <a:pt x="3978" y="6642"/>
                  </a:cubicBezTo>
                  <a:cubicBezTo>
                    <a:pt x="3856" y="6642"/>
                    <a:pt x="3725" y="6631"/>
                    <a:pt x="3586" y="6609"/>
                  </a:cubicBezTo>
                  <a:cubicBezTo>
                    <a:pt x="715" y="6151"/>
                    <a:pt x="2065" y="1172"/>
                    <a:pt x="4413" y="1172"/>
                  </a:cubicBezTo>
                  <a:close/>
                  <a:moveTo>
                    <a:pt x="4378" y="1"/>
                  </a:moveTo>
                  <a:cubicBezTo>
                    <a:pt x="4308" y="1"/>
                    <a:pt x="4237" y="2"/>
                    <a:pt x="4165" y="6"/>
                  </a:cubicBezTo>
                  <a:cubicBezTo>
                    <a:pt x="1822" y="126"/>
                    <a:pt x="0" y="2120"/>
                    <a:pt x="81" y="4469"/>
                  </a:cubicBezTo>
                  <a:cubicBezTo>
                    <a:pt x="164" y="6919"/>
                    <a:pt x="2189" y="8225"/>
                    <a:pt x="4382" y="8544"/>
                  </a:cubicBezTo>
                  <a:cubicBezTo>
                    <a:pt x="4408" y="8526"/>
                    <a:pt x="4436" y="8510"/>
                    <a:pt x="4472" y="8507"/>
                  </a:cubicBezTo>
                  <a:cubicBezTo>
                    <a:pt x="6828" y="8301"/>
                    <a:pt x="8760" y="6275"/>
                    <a:pt x="8522" y="3862"/>
                  </a:cubicBezTo>
                  <a:cubicBezTo>
                    <a:pt x="8310" y="1703"/>
                    <a:pt x="6553"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6"/>
            <p:cNvSpPr/>
            <p:nvPr/>
          </p:nvSpPr>
          <p:spPr>
            <a:xfrm>
              <a:off x="6521963" y="3715632"/>
              <a:ext cx="64775" cy="52675"/>
            </a:xfrm>
            <a:custGeom>
              <a:rect b="b" l="l" r="r" t="t"/>
              <a:pathLst>
                <a:path extrusionOk="0" h="2107" w="2591">
                  <a:moveTo>
                    <a:pt x="280" y="0"/>
                  </a:moveTo>
                  <a:cubicBezTo>
                    <a:pt x="56" y="638"/>
                    <a:pt x="1" y="1314"/>
                    <a:pt x="227" y="1679"/>
                  </a:cubicBezTo>
                  <a:cubicBezTo>
                    <a:pt x="411" y="1976"/>
                    <a:pt x="708" y="2107"/>
                    <a:pt x="1013" y="2107"/>
                  </a:cubicBezTo>
                  <a:cubicBezTo>
                    <a:pt x="1399" y="2107"/>
                    <a:pt x="1798" y="1899"/>
                    <a:pt x="2003" y="1550"/>
                  </a:cubicBezTo>
                  <a:cubicBezTo>
                    <a:pt x="2591" y="549"/>
                    <a:pt x="1436" y="91"/>
                    <a:pt x="651" y="91"/>
                  </a:cubicBezTo>
                  <a:cubicBezTo>
                    <a:pt x="588" y="91"/>
                    <a:pt x="528" y="94"/>
                    <a:pt x="472" y="99"/>
                  </a:cubicBezTo>
                  <a:cubicBezTo>
                    <a:pt x="463" y="100"/>
                    <a:pt x="454" y="101"/>
                    <a:pt x="446" y="101"/>
                  </a:cubicBezTo>
                  <a:cubicBezTo>
                    <a:pt x="363" y="101"/>
                    <a:pt x="310" y="59"/>
                    <a:pt x="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6"/>
            <p:cNvSpPr/>
            <p:nvPr/>
          </p:nvSpPr>
          <p:spPr>
            <a:xfrm>
              <a:off x="6462563" y="3657157"/>
              <a:ext cx="138250" cy="136775"/>
            </a:xfrm>
            <a:custGeom>
              <a:rect b="b" l="l" r="r" t="t"/>
              <a:pathLst>
                <a:path extrusionOk="0" h="5471" w="5530">
                  <a:moveTo>
                    <a:pt x="2656" y="2340"/>
                  </a:moveTo>
                  <a:cubicBezTo>
                    <a:pt x="2686" y="2399"/>
                    <a:pt x="2740" y="2441"/>
                    <a:pt x="2824" y="2441"/>
                  </a:cubicBezTo>
                  <a:cubicBezTo>
                    <a:pt x="2832" y="2441"/>
                    <a:pt x="2840" y="2440"/>
                    <a:pt x="2848" y="2439"/>
                  </a:cubicBezTo>
                  <a:cubicBezTo>
                    <a:pt x="2905" y="2434"/>
                    <a:pt x="2966" y="2431"/>
                    <a:pt x="3029" y="2431"/>
                  </a:cubicBezTo>
                  <a:cubicBezTo>
                    <a:pt x="3814" y="2431"/>
                    <a:pt x="4966" y="2889"/>
                    <a:pt x="4379" y="3889"/>
                  </a:cubicBezTo>
                  <a:cubicBezTo>
                    <a:pt x="4174" y="4238"/>
                    <a:pt x="3775" y="4446"/>
                    <a:pt x="3389" y="4446"/>
                  </a:cubicBezTo>
                  <a:cubicBezTo>
                    <a:pt x="3084" y="4446"/>
                    <a:pt x="2787" y="4315"/>
                    <a:pt x="2603" y="4018"/>
                  </a:cubicBezTo>
                  <a:cubicBezTo>
                    <a:pt x="2377" y="3653"/>
                    <a:pt x="2432" y="2977"/>
                    <a:pt x="2656" y="2340"/>
                  </a:cubicBezTo>
                  <a:close/>
                  <a:moveTo>
                    <a:pt x="3698" y="1"/>
                  </a:moveTo>
                  <a:cubicBezTo>
                    <a:pt x="1350" y="1"/>
                    <a:pt x="0" y="4980"/>
                    <a:pt x="2871" y="5438"/>
                  </a:cubicBezTo>
                  <a:cubicBezTo>
                    <a:pt x="3010" y="5460"/>
                    <a:pt x="3141" y="5471"/>
                    <a:pt x="3263" y="5471"/>
                  </a:cubicBezTo>
                  <a:cubicBezTo>
                    <a:pt x="5530" y="5471"/>
                    <a:pt x="5114" y="1886"/>
                    <a:pt x="3327" y="1886"/>
                  </a:cubicBezTo>
                  <a:cubicBezTo>
                    <a:pt x="3163" y="1886"/>
                    <a:pt x="2988" y="1916"/>
                    <a:pt x="2802" y="1982"/>
                  </a:cubicBezTo>
                  <a:cubicBezTo>
                    <a:pt x="3092" y="1360"/>
                    <a:pt x="3536" y="851"/>
                    <a:pt x="4017" y="830"/>
                  </a:cubicBezTo>
                  <a:cubicBezTo>
                    <a:pt x="4448" y="809"/>
                    <a:pt x="4568" y="164"/>
                    <a:pt x="4120" y="54"/>
                  </a:cubicBezTo>
                  <a:cubicBezTo>
                    <a:pt x="3976" y="18"/>
                    <a:pt x="3836" y="1"/>
                    <a:pt x="3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6"/>
          <p:cNvGrpSpPr/>
          <p:nvPr/>
        </p:nvGrpSpPr>
        <p:grpSpPr>
          <a:xfrm>
            <a:off x="3580606" y="3125497"/>
            <a:ext cx="343500" cy="338595"/>
            <a:chOff x="6106088" y="3618982"/>
            <a:chExt cx="232850" cy="229525"/>
          </a:xfrm>
        </p:grpSpPr>
        <p:sp>
          <p:nvSpPr>
            <p:cNvPr id="2730" name="Google Shape;2730;p86"/>
            <p:cNvSpPr/>
            <p:nvPr/>
          </p:nvSpPr>
          <p:spPr>
            <a:xfrm>
              <a:off x="6106088" y="3618982"/>
              <a:ext cx="232850" cy="229525"/>
            </a:xfrm>
            <a:custGeom>
              <a:rect b="b" l="l" r="r" t="t"/>
              <a:pathLst>
                <a:path extrusionOk="0" h="9181" w="9314">
                  <a:moveTo>
                    <a:pt x="4679" y="357"/>
                  </a:moveTo>
                  <a:cubicBezTo>
                    <a:pt x="6853" y="357"/>
                    <a:pt x="8610" y="2059"/>
                    <a:pt x="8822" y="4218"/>
                  </a:cubicBezTo>
                  <a:cubicBezTo>
                    <a:pt x="9061" y="6631"/>
                    <a:pt x="7128" y="8657"/>
                    <a:pt x="4775" y="8863"/>
                  </a:cubicBezTo>
                  <a:cubicBezTo>
                    <a:pt x="4735" y="8866"/>
                    <a:pt x="4708" y="8882"/>
                    <a:pt x="4685" y="8900"/>
                  </a:cubicBezTo>
                  <a:cubicBezTo>
                    <a:pt x="2488" y="8581"/>
                    <a:pt x="464" y="7275"/>
                    <a:pt x="381" y="4825"/>
                  </a:cubicBezTo>
                  <a:cubicBezTo>
                    <a:pt x="301" y="2476"/>
                    <a:pt x="2122" y="482"/>
                    <a:pt x="4466" y="362"/>
                  </a:cubicBezTo>
                  <a:cubicBezTo>
                    <a:pt x="4537" y="358"/>
                    <a:pt x="4608" y="357"/>
                    <a:pt x="4679" y="357"/>
                  </a:cubicBezTo>
                  <a:close/>
                  <a:moveTo>
                    <a:pt x="4567" y="1"/>
                  </a:moveTo>
                  <a:cubicBezTo>
                    <a:pt x="4533" y="1"/>
                    <a:pt x="4500" y="1"/>
                    <a:pt x="4466" y="2"/>
                  </a:cubicBezTo>
                  <a:cubicBezTo>
                    <a:pt x="1928" y="54"/>
                    <a:pt x="0" y="2140"/>
                    <a:pt x="23" y="4663"/>
                  </a:cubicBezTo>
                  <a:cubicBezTo>
                    <a:pt x="43" y="6922"/>
                    <a:pt x="2021" y="9152"/>
                    <a:pt x="4339" y="9152"/>
                  </a:cubicBezTo>
                  <a:cubicBezTo>
                    <a:pt x="4444" y="9152"/>
                    <a:pt x="4550" y="9147"/>
                    <a:pt x="4657" y="9138"/>
                  </a:cubicBezTo>
                  <a:cubicBezTo>
                    <a:pt x="4680" y="9163"/>
                    <a:pt x="4714" y="9180"/>
                    <a:pt x="4759" y="9180"/>
                  </a:cubicBezTo>
                  <a:cubicBezTo>
                    <a:pt x="4764" y="9180"/>
                    <a:pt x="4769" y="9180"/>
                    <a:pt x="4775" y="9180"/>
                  </a:cubicBezTo>
                  <a:cubicBezTo>
                    <a:pt x="7229" y="9023"/>
                    <a:pt x="9314" y="7058"/>
                    <a:pt x="9234" y="4518"/>
                  </a:cubicBezTo>
                  <a:cubicBezTo>
                    <a:pt x="9153" y="1968"/>
                    <a:pt x="7088"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6"/>
            <p:cNvSpPr/>
            <p:nvPr/>
          </p:nvSpPr>
          <p:spPr>
            <a:xfrm>
              <a:off x="6113588" y="3627882"/>
              <a:ext cx="219025" cy="213600"/>
            </a:xfrm>
            <a:custGeom>
              <a:rect b="b" l="l" r="r" t="t"/>
              <a:pathLst>
                <a:path extrusionOk="0" h="8544" w="8761">
                  <a:moveTo>
                    <a:pt x="3691" y="1969"/>
                  </a:moveTo>
                  <a:cubicBezTo>
                    <a:pt x="3828" y="1969"/>
                    <a:pt x="3962" y="1980"/>
                    <a:pt x="4073" y="1980"/>
                  </a:cubicBezTo>
                  <a:cubicBezTo>
                    <a:pt x="4581" y="1982"/>
                    <a:pt x="5075" y="2017"/>
                    <a:pt x="5578" y="2090"/>
                  </a:cubicBezTo>
                  <a:cubicBezTo>
                    <a:pt x="5763" y="2116"/>
                    <a:pt x="5749" y="2414"/>
                    <a:pt x="5578" y="2448"/>
                  </a:cubicBezTo>
                  <a:cubicBezTo>
                    <a:pt x="5019" y="2569"/>
                    <a:pt x="4477" y="2605"/>
                    <a:pt x="3912" y="2665"/>
                  </a:cubicBezTo>
                  <a:cubicBezTo>
                    <a:pt x="3486" y="2710"/>
                    <a:pt x="3602" y="2601"/>
                    <a:pt x="3665" y="3062"/>
                  </a:cubicBezTo>
                  <a:cubicBezTo>
                    <a:pt x="3687" y="3233"/>
                    <a:pt x="3706" y="3402"/>
                    <a:pt x="3722" y="3571"/>
                  </a:cubicBezTo>
                  <a:cubicBezTo>
                    <a:pt x="3917" y="3472"/>
                    <a:pt x="4136" y="3420"/>
                    <a:pt x="4362" y="3420"/>
                  </a:cubicBezTo>
                  <a:cubicBezTo>
                    <a:pt x="4545" y="3420"/>
                    <a:pt x="4732" y="3454"/>
                    <a:pt x="4914" y="3527"/>
                  </a:cubicBezTo>
                  <a:cubicBezTo>
                    <a:pt x="5713" y="3838"/>
                    <a:pt x="6170" y="4720"/>
                    <a:pt x="6114" y="5549"/>
                  </a:cubicBezTo>
                  <a:cubicBezTo>
                    <a:pt x="6055" y="6442"/>
                    <a:pt x="5447" y="7235"/>
                    <a:pt x="4544" y="7380"/>
                  </a:cubicBezTo>
                  <a:cubicBezTo>
                    <a:pt x="4451" y="7395"/>
                    <a:pt x="4355" y="7402"/>
                    <a:pt x="4257" y="7402"/>
                  </a:cubicBezTo>
                  <a:cubicBezTo>
                    <a:pt x="3583" y="7402"/>
                    <a:pt x="2842" y="7053"/>
                    <a:pt x="2731" y="6343"/>
                  </a:cubicBezTo>
                  <a:cubicBezTo>
                    <a:pt x="2682" y="6036"/>
                    <a:pt x="2912" y="5709"/>
                    <a:pt x="3206" y="5709"/>
                  </a:cubicBezTo>
                  <a:cubicBezTo>
                    <a:pt x="3286" y="5709"/>
                    <a:pt x="3370" y="5733"/>
                    <a:pt x="3454" y="5788"/>
                  </a:cubicBezTo>
                  <a:cubicBezTo>
                    <a:pt x="3725" y="5962"/>
                    <a:pt x="4029" y="6144"/>
                    <a:pt x="4302" y="6144"/>
                  </a:cubicBezTo>
                  <a:cubicBezTo>
                    <a:pt x="4516" y="6144"/>
                    <a:pt x="4710" y="6031"/>
                    <a:pt x="4852" y="5713"/>
                  </a:cubicBezTo>
                  <a:cubicBezTo>
                    <a:pt x="5077" y="5203"/>
                    <a:pt x="4728" y="4416"/>
                    <a:pt x="4238" y="4416"/>
                  </a:cubicBezTo>
                  <a:cubicBezTo>
                    <a:pt x="4078" y="4416"/>
                    <a:pt x="3902" y="4501"/>
                    <a:pt x="3727" y="4707"/>
                  </a:cubicBezTo>
                  <a:cubicBezTo>
                    <a:pt x="3655" y="4791"/>
                    <a:pt x="3561" y="4827"/>
                    <a:pt x="3466" y="4827"/>
                  </a:cubicBezTo>
                  <a:cubicBezTo>
                    <a:pt x="3255" y="4827"/>
                    <a:pt x="3038" y="4650"/>
                    <a:pt x="3041" y="4422"/>
                  </a:cubicBezTo>
                  <a:cubicBezTo>
                    <a:pt x="3051" y="3848"/>
                    <a:pt x="2586" y="2515"/>
                    <a:pt x="3166" y="2092"/>
                  </a:cubicBezTo>
                  <a:cubicBezTo>
                    <a:pt x="3307" y="1991"/>
                    <a:pt x="3501" y="1969"/>
                    <a:pt x="3691" y="1969"/>
                  </a:cubicBezTo>
                  <a:close/>
                  <a:moveTo>
                    <a:pt x="4379" y="1"/>
                  </a:moveTo>
                  <a:cubicBezTo>
                    <a:pt x="4308" y="1"/>
                    <a:pt x="4237" y="2"/>
                    <a:pt x="4166" y="6"/>
                  </a:cubicBezTo>
                  <a:cubicBezTo>
                    <a:pt x="1822" y="126"/>
                    <a:pt x="1" y="2120"/>
                    <a:pt x="81" y="4469"/>
                  </a:cubicBezTo>
                  <a:cubicBezTo>
                    <a:pt x="164" y="6919"/>
                    <a:pt x="2190" y="8225"/>
                    <a:pt x="4385" y="8544"/>
                  </a:cubicBezTo>
                  <a:cubicBezTo>
                    <a:pt x="4408" y="8526"/>
                    <a:pt x="4436" y="8510"/>
                    <a:pt x="4475" y="8507"/>
                  </a:cubicBezTo>
                  <a:cubicBezTo>
                    <a:pt x="6828" y="8301"/>
                    <a:pt x="8761" y="6275"/>
                    <a:pt x="8522" y="3862"/>
                  </a:cubicBezTo>
                  <a:cubicBezTo>
                    <a:pt x="8310" y="1703"/>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6"/>
            <p:cNvSpPr/>
            <p:nvPr/>
          </p:nvSpPr>
          <p:spPr>
            <a:xfrm>
              <a:off x="6178213" y="3677107"/>
              <a:ext cx="89625" cy="135850"/>
            </a:xfrm>
            <a:custGeom>
              <a:rect b="b" l="l" r="r" t="t"/>
              <a:pathLst>
                <a:path extrusionOk="0" h="5434" w="3585">
                  <a:moveTo>
                    <a:pt x="1107" y="0"/>
                  </a:moveTo>
                  <a:cubicBezTo>
                    <a:pt x="917" y="0"/>
                    <a:pt x="722" y="22"/>
                    <a:pt x="581" y="124"/>
                  </a:cubicBezTo>
                  <a:cubicBezTo>
                    <a:pt x="1" y="546"/>
                    <a:pt x="466" y="1879"/>
                    <a:pt x="456" y="2453"/>
                  </a:cubicBezTo>
                  <a:cubicBezTo>
                    <a:pt x="453" y="2681"/>
                    <a:pt x="670" y="2858"/>
                    <a:pt x="881" y="2858"/>
                  </a:cubicBezTo>
                  <a:cubicBezTo>
                    <a:pt x="976" y="2858"/>
                    <a:pt x="1070" y="2822"/>
                    <a:pt x="1142" y="2738"/>
                  </a:cubicBezTo>
                  <a:cubicBezTo>
                    <a:pt x="1317" y="2532"/>
                    <a:pt x="1493" y="2447"/>
                    <a:pt x="1653" y="2447"/>
                  </a:cubicBezTo>
                  <a:cubicBezTo>
                    <a:pt x="2143" y="2447"/>
                    <a:pt x="2492" y="3235"/>
                    <a:pt x="2266" y="3745"/>
                  </a:cubicBezTo>
                  <a:cubicBezTo>
                    <a:pt x="2125" y="4063"/>
                    <a:pt x="1931" y="4175"/>
                    <a:pt x="1717" y="4175"/>
                  </a:cubicBezTo>
                  <a:cubicBezTo>
                    <a:pt x="1445" y="4175"/>
                    <a:pt x="1140" y="3993"/>
                    <a:pt x="869" y="3819"/>
                  </a:cubicBezTo>
                  <a:cubicBezTo>
                    <a:pt x="785" y="3764"/>
                    <a:pt x="701" y="3740"/>
                    <a:pt x="621" y="3740"/>
                  </a:cubicBezTo>
                  <a:cubicBezTo>
                    <a:pt x="327" y="3740"/>
                    <a:pt x="97" y="4067"/>
                    <a:pt x="146" y="4375"/>
                  </a:cubicBezTo>
                  <a:cubicBezTo>
                    <a:pt x="257" y="5084"/>
                    <a:pt x="998" y="5433"/>
                    <a:pt x="1672" y="5433"/>
                  </a:cubicBezTo>
                  <a:cubicBezTo>
                    <a:pt x="1770" y="5433"/>
                    <a:pt x="1866" y="5426"/>
                    <a:pt x="1959" y="5411"/>
                  </a:cubicBezTo>
                  <a:cubicBezTo>
                    <a:pt x="2862" y="5266"/>
                    <a:pt x="3468" y="4475"/>
                    <a:pt x="3529" y="3580"/>
                  </a:cubicBezTo>
                  <a:cubicBezTo>
                    <a:pt x="3585" y="2751"/>
                    <a:pt x="3128" y="1869"/>
                    <a:pt x="2329" y="1558"/>
                  </a:cubicBezTo>
                  <a:cubicBezTo>
                    <a:pt x="2146" y="1485"/>
                    <a:pt x="1959" y="1451"/>
                    <a:pt x="1776" y="1451"/>
                  </a:cubicBezTo>
                  <a:cubicBezTo>
                    <a:pt x="1551" y="1451"/>
                    <a:pt x="1332" y="1503"/>
                    <a:pt x="1137" y="1602"/>
                  </a:cubicBezTo>
                  <a:cubicBezTo>
                    <a:pt x="1120" y="1433"/>
                    <a:pt x="1102" y="1264"/>
                    <a:pt x="1080" y="1093"/>
                  </a:cubicBezTo>
                  <a:cubicBezTo>
                    <a:pt x="1017" y="632"/>
                    <a:pt x="901" y="741"/>
                    <a:pt x="1327" y="697"/>
                  </a:cubicBezTo>
                  <a:cubicBezTo>
                    <a:pt x="1892" y="636"/>
                    <a:pt x="2434" y="600"/>
                    <a:pt x="2993" y="479"/>
                  </a:cubicBezTo>
                  <a:cubicBezTo>
                    <a:pt x="3164" y="445"/>
                    <a:pt x="3178" y="147"/>
                    <a:pt x="2993" y="121"/>
                  </a:cubicBezTo>
                  <a:cubicBezTo>
                    <a:pt x="2490" y="48"/>
                    <a:pt x="1996" y="13"/>
                    <a:pt x="1488" y="11"/>
                  </a:cubicBezTo>
                  <a:cubicBezTo>
                    <a:pt x="1377" y="11"/>
                    <a:pt x="1244" y="0"/>
                    <a:pt x="1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 name="Google Shape;2733;p86"/>
          <p:cNvGrpSpPr/>
          <p:nvPr/>
        </p:nvGrpSpPr>
        <p:grpSpPr>
          <a:xfrm>
            <a:off x="713184" y="4691184"/>
            <a:ext cx="7726459" cy="369843"/>
            <a:chOff x="713184" y="4691184"/>
            <a:chExt cx="7726459" cy="369843"/>
          </a:xfrm>
        </p:grpSpPr>
        <p:sp>
          <p:nvSpPr>
            <p:cNvPr id="2734" name="Google Shape;2734;p86"/>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735" name="Google Shape;2735;p86"/>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6"/>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6">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1" name="Shape 2741"/>
        <p:cNvGrpSpPr/>
        <p:nvPr/>
      </p:nvGrpSpPr>
      <p:grpSpPr>
        <a:xfrm>
          <a:off x="0" y="0"/>
          <a:ext cx="0" cy="0"/>
          <a:chOff x="0" y="0"/>
          <a:chExt cx="0" cy="0"/>
        </a:xfrm>
      </p:grpSpPr>
      <p:grpSp>
        <p:nvGrpSpPr>
          <p:cNvPr id="2742" name="Google Shape;2742;p87"/>
          <p:cNvGrpSpPr/>
          <p:nvPr/>
        </p:nvGrpSpPr>
        <p:grpSpPr>
          <a:xfrm>
            <a:off x="2857286" y="754488"/>
            <a:ext cx="3429984" cy="606063"/>
            <a:chOff x="5316325" y="1612757"/>
            <a:chExt cx="1404350" cy="302125"/>
          </a:xfrm>
        </p:grpSpPr>
        <p:sp>
          <p:nvSpPr>
            <p:cNvPr id="2743" name="Google Shape;2743;p87"/>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7"/>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7"/>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7"/>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7"/>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7"/>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7"/>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7"/>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7"/>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7"/>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7"/>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4" name="Google Shape;2754;p87"/>
          <p:cNvSpPr txBox="1"/>
          <p:nvPr>
            <p:ph type="title"/>
          </p:nvPr>
        </p:nvSpPr>
        <p:spPr>
          <a:xfrm>
            <a:off x="3307500" y="758950"/>
            <a:ext cx="25290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Birthday line up</a:t>
            </a:r>
            <a:endParaRPr/>
          </a:p>
        </p:txBody>
      </p:sp>
      <p:sp>
        <p:nvSpPr>
          <p:cNvPr id="2755" name="Google Shape;2755;p87"/>
          <p:cNvSpPr txBox="1"/>
          <p:nvPr>
            <p:ph idx="1" type="subTitle"/>
          </p:nvPr>
        </p:nvSpPr>
        <p:spPr>
          <a:xfrm>
            <a:off x="717800" y="25956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Carolina Moore</a:t>
            </a:r>
            <a:endParaRPr/>
          </a:p>
        </p:txBody>
      </p:sp>
      <p:sp>
        <p:nvSpPr>
          <p:cNvPr id="2756" name="Google Shape;2756;p87"/>
          <p:cNvSpPr txBox="1"/>
          <p:nvPr>
            <p:ph idx="2" type="title"/>
          </p:nvPr>
        </p:nvSpPr>
        <p:spPr>
          <a:xfrm>
            <a:off x="717800" y="21473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02/01</a:t>
            </a:r>
            <a:endParaRPr/>
          </a:p>
        </p:txBody>
      </p:sp>
      <p:sp>
        <p:nvSpPr>
          <p:cNvPr id="2757" name="Google Shape;2757;p87"/>
          <p:cNvSpPr/>
          <p:nvPr/>
        </p:nvSpPr>
        <p:spPr>
          <a:xfrm rot="5400000">
            <a:off x="1260465" y="1237754"/>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758" name="Google Shape;2758;p87"/>
          <p:cNvGrpSpPr/>
          <p:nvPr/>
        </p:nvGrpSpPr>
        <p:grpSpPr>
          <a:xfrm>
            <a:off x="1294850" y="1678281"/>
            <a:ext cx="343500" cy="338558"/>
            <a:chOff x="6106088" y="3304232"/>
            <a:chExt cx="232850" cy="229500"/>
          </a:xfrm>
        </p:grpSpPr>
        <p:sp>
          <p:nvSpPr>
            <p:cNvPr id="2759" name="Google Shape;2759;p87"/>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7"/>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7"/>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2" name="Google Shape;2762;p87"/>
          <p:cNvSpPr txBox="1"/>
          <p:nvPr>
            <p:ph idx="3" type="subTitle"/>
          </p:nvPr>
        </p:nvSpPr>
        <p:spPr>
          <a:xfrm>
            <a:off x="2788038" y="25956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2763" name="Google Shape;2763;p87"/>
          <p:cNvSpPr txBox="1"/>
          <p:nvPr>
            <p:ph idx="4" type="title"/>
          </p:nvPr>
        </p:nvSpPr>
        <p:spPr>
          <a:xfrm>
            <a:off x="2788038" y="21473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01/05</a:t>
            </a:r>
            <a:endParaRPr/>
          </a:p>
        </p:txBody>
      </p:sp>
      <p:sp>
        <p:nvSpPr>
          <p:cNvPr id="2764" name="Google Shape;2764;p87"/>
          <p:cNvSpPr txBox="1"/>
          <p:nvPr>
            <p:ph idx="5" type="subTitle"/>
          </p:nvPr>
        </p:nvSpPr>
        <p:spPr>
          <a:xfrm>
            <a:off x="4858313" y="25956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Thomas Doe</a:t>
            </a:r>
            <a:endParaRPr/>
          </a:p>
        </p:txBody>
      </p:sp>
      <p:sp>
        <p:nvSpPr>
          <p:cNvPr id="2765" name="Google Shape;2765;p87"/>
          <p:cNvSpPr txBox="1"/>
          <p:nvPr>
            <p:ph idx="6" type="title"/>
          </p:nvPr>
        </p:nvSpPr>
        <p:spPr>
          <a:xfrm>
            <a:off x="4858313" y="21473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08/06</a:t>
            </a:r>
            <a:endParaRPr/>
          </a:p>
        </p:txBody>
      </p:sp>
      <p:sp>
        <p:nvSpPr>
          <p:cNvPr id="2766" name="Google Shape;2766;p87"/>
          <p:cNvSpPr txBox="1"/>
          <p:nvPr>
            <p:ph idx="7" type="subTitle"/>
          </p:nvPr>
        </p:nvSpPr>
        <p:spPr>
          <a:xfrm>
            <a:off x="6928500" y="25956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Bones</a:t>
            </a:r>
            <a:endParaRPr/>
          </a:p>
        </p:txBody>
      </p:sp>
      <p:sp>
        <p:nvSpPr>
          <p:cNvPr id="2767" name="Google Shape;2767;p87"/>
          <p:cNvSpPr txBox="1"/>
          <p:nvPr>
            <p:ph idx="8" type="title"/>
          </p:nvPr>
        </p:nvSpPr>
        <p:spPr>
          <a:xfrm>
            <a:off x="6928500" y="21473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10/07</a:t>
            </a:r>
            <a:endParaRPr/>
          </a:p>
        </p:txBody>
      </p:sp>
      <p:sp>
        <p:nvSpPr>
          <p:cNvPr id="2768" name="Google Shape;2768;p87"/>
          <p:cNvSpPr/>
          <p:nvPr/>
        </p:nvSpPr>
        <p:spPr>
          <a:xfrm rot="5400000">
            <a:off x="3330702" y="1237754"/>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69" name="Google Shape;2769;p87"/>
          <p:cNvSpPr/>
          <p:nvPr/>
        </p:nvSpPr>
        <p:spPr>
          <a:xfrm rot="5400000">
            <a:off x="5400977" y="1237754"/>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70" name="Google Shape;2770;p87"/>
          <p:cNvSpPr/>
          <p:nvPr/>
        </p:nvSpPr>
        <p:spPr>
          <a:xfrm rot="5400000">
            <a:off x="7471165" y="1237754"/>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771" name="Google Shape;2771;p87"/>
          <p:cNvGrpSpPr/>
          <p:nvPr/>
        </p:nvGrpSpPr>
        <p:grpSpPr>
          <a:xfrm>
            <a:off x="3365087" y="1678281"/>
            <a:ext cx="343500" cy="338558"/>
            <a:chOff x="6437163" y="3304232"/>
            <a:chExt cx="232850" cy="229500"/>
          </a:xfrm>
        </p:grpSpPr>
        <p:sp>
          <p:nvSpPr>
            <p:cNvPr id="2772" name="Google Shape;2772;p87"/>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7"/>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7"/>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87"/>
          <p:cNvGrpSpPr/>
          <p:nvPr/>
        </p:nvGrpSpPr>
        <p:grpSpPr>
          <a:xfrm>
            <a:off x="5435356" y="1678293"/>
            <a:ext cx="343514" cy="338535"/>
            <a:chOff x="6785413" y="3304232"/>
            <a:chExt cx="232875" cy="229500"/>
          </a:xfrm>
        </p:grpSpPr>
        <p:sp>
          <p:nvSpPr>
            <p:cNvPr id="2776" name="Google Shape;2776;p87"/>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7"/>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7"/>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 name="Google Shape;2779;p87"/>
          <p:cNvGrpSpPr/>
          <p:nvPr/>
        </p:nvGrpSpPr>
        <p:grpSpPr>
          <a:xfrm>
            <a:off x="7505555" y="1678304"/>
            <a:ext cx="343491" cy="338513"/>
            <a:chOff x="7116513" y="3304232"/>
            <a:chExt cx="232875" cy="229500"/>
          </a:xfrm>
        </p:grpSpPr>
        <p:sp>
          <p:nvSpPr>
            <p:cNvPr id="2780" name="Google Shape;2780;p87"/>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7"/>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7"/>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3" name="Google Shape;2783;p87"/>
          <p:cNvSpPr txBox="1"/>
          <p:nvPr>
            <p:ph idx="9" type="subTitle"/>
          </p:nvPr>
        </p:nvSpPr>
        <p:spPr>
          <a:xfrm>
            <a:off x="717800" y="42341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2784" name="Google Shape;2784;p87"/>
          <p:cNvSpPr txBox="1"/>
          <p:nvPr>
            <p:ph idx="13" type="title"/>
          </p:nvPr>
        </p:nvSpPr>
        <p:spPr>
          <a:xfrm>
            <a:off x="717800" y="37858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a:t>
            </a:r>
            <a:r>
              <a:rPr lang="en"/>
              <a:t>/09</a:t>
            </a:r>
            <a:endParaRPr/>
          </a:p>
        </p:txBody>
      </p:sp>
      <p:sp>
        <p:nvSpPr>
          <p:cNvPr id="2785" name="Google Shape;2785;p87"/>
          <p:cNvSpPr txBox="1"/>
          <p:nvPr>
            <p:ph idx="14" type="subTitle"/>
          </p:nvPr>
        </p:nvSpPr>
        <p:spPr>
          <a:xfrm>
            <a:off x="2788038" y="42341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Jessica Moore</a:t>
            </a:r>
            <a:endParaRPr/>
          </a:p>
        </p:txBody>
      </p:sp>
      <p:sp>
        <p:nvSpPr>
          <p:cNvPr id="2786" name="Google Shape;2786;p87"/>
          <p:cNvSpPr txBox="1"/>
          <p:nvPr>
            <p:ph idx="15" type="title"/>
          </p:nvPr>
        </p:nvSpPr>
        <p:spPr>
          <a:xfrm>
            <a:off x="2788038" y="37858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15/10</a:t>
            </a:r>
            <a:endParaRPr/>
          </a:p>
        </p:txBody>
      </p:sp>
      <p:sp>
        <p:nvSpPr>
          <p:cNvPr id="2787" name="Google Shape;2787;p87"/>
          <p:cNvSpPr txBox="1"/>
          <p:nvPr>
            <p:ph idx="16" type="subTitle"/>
          </p:nvPr>
        </p:nvSpPr>
        <p:spPr>
          <a:xfrm>
            <a:off x="4858313" y="42341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Jessica Moore</a:t>
            </a:r>
            <a:endParaRPr/>
          </a:p>
        </p:txBody>
      </p:sp>
      <p:sp>
        <p:nvSpPr>
          <p:cNvPr id="2788" name="Google Shape;2788;p87"/>
          <p:cNvSpPr txBox="1"/>
          <p:nvPr>
            <p:ph idx="17" type="title"/>
          </p:nvPr>
        </p:nvSpPr>
        <p:spPr>
          <a:xfrm>
            <a:off x="4858313" y="37858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17/10</a:t>
            </a:r>
            <a:endParaRPr/>
          </a:p>
        </p:txBody>
      </p:sp>
      <p:sp>
        <p:nvSpPr>
          <p:cNvPr id="2789" name="Google Shape;2789;p87"/>
          <p:cNvSpPr txBox="1"/>
          <p:nvPr>
            <p:ph idx="18" type="subTitle"/>
          </p:nvPr>
        </p:nvSpPr>
        <p:spPr>
          <a:xfrm>
            <a:off x="6928500" y="4234163"/>
            <a:ext cx="1497600" cy="3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2790" name="Google Shape;2790;p87"/>
          <p:cNvSpPr txBox="1"/>
          <p:nvPr>
            <p:ph idx="19" type="title"/>
          </p:nvPr>
        </p:nvSpPr>
        <p:spPr>
          <a:xfrm>
            <a:off x="6928500" y="3785800"/>
            <a:ext cx="1497600" cy="5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05/12</a:t>
            </a:r>
            <a:endParaRPr/>
          </a:p>
        </p:txBody>
      </p:sp>
      <p:sp>
        <p:nvSpPr>
          <p:cNvPr id="2791" name="Google Shape;2791;p87"/>
          <p:cNvSpPr/>
          <p:nvPr/>
        </p:nvSpPr>
        <p:spPr>
          <a:xfrm rot="5400000">
            <a:off x="1260465" y="2878488"/>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92" name="Google Shape;2792;p87"/>
          <p:cNvSpPr/>
          <p:nvPr/>
        </p:nvSpPr>
        <p:spPr>
          <a:xfrm rot="5400000">
            <a:off x="3330702" y="2878488"/>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93" name="Google Shape;2793;p87"/>
          <p:cNvSpPr/>
          <p:nvPr/>
        </p:nvSpPr>
        <p:spPr>
          <a:xfrm rot="5400000">
            <a:off x="5400977" y="2878488"/>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94" name="Google Shape;2794;p87"/>
          <p:cNvSpPr/>
          <p:nvPr/>
        </p:nvSpPr>
        <p:spPr>
          <a:xfrm rot="5400000">
            <a:off x="7471165" y="2878488"/>
            <a:ext cx="412270" cy="1219612"/>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795" name="Google Shape;2795;p87"/>
          <p:cNvGrpSpPr/>
          <p:nvPr/>
        </p:nvGrpSpPr>
        <p:grpSpPr>
          <a:xfrm>
            <a:off x="7505555" y="3319007"/>
            <a:ext cx="343491" cy="338572"/>
            <a:chOff x="7116513" y="3618982"/>
            <a:chExt cx="232875" cy="229525"/>
          </a:xfrm>
        </p:grpSpPr>
        <p:sp>
          <p:nvSpPr>
            <p:cNvPr id="2796" name="Google Shape;2796;p87"/>
            <p:cNvSpPr/>
            <p:nvPr/>
          </p:nvSpPr>
          <p:spPr>
            <a:xfrm>
              <a:off x="7116513" y="3618982"/>
              <a:ext cx="232875" cy="229525"/>
            </a:xfrm>
            <a:custGeom>
              <a:rect b="b" l="l" r="r" t="t"/>
              <a:pathLst>
                <a:path extrusionOk="0" h="9181" w="9315">
                  <a:moveTo>
                    <a:pt x="4679" y="357"/>
                  </a:moveTo>
                  <a:cubicBezTo>
                    <a:pt x="6853" y="357"/>
                    <a:pt x="8611" y="2059"/>
                    <a:pt x="8823" y="4218"/>
                  </a:cubicBezTo>
                  <a:cubicBezTo>
                    <a:pt x="9061" y="6631"/>
                    <a:pt x="7128" y="8657"/>
                    <a:pt x="4775" y="8863"/>
                  </a:cubicBezTo>
                  <a:cubicBezTo>
                    <a:pt x="4739" y="8866"/>
                    <a:pt x="4709" y="8882"/>
                    <a:pt x="4685" y="8900"/>
                  </a:cubicBezTo>
                  <a:cubicBezTo>
                    <a:pt x="2490" y="8581"/>
                    <a:pt x="464" y="7275"/>
                    <a:pt x="381" y="4825"/>
                  </a:cubicBezTo>
                  <a:cubicBezTo>
                    <a:pt x="301" y="2476"/>
                    <a:pt x="2122" y="482"/>
                    <a:pt x="4466" y="362"/>
                  </a:cubicBezTo>
                  <a:cubicBezTo>
                    <a:pt x="4538" y="358"/>
                    <a:pt x="4609" y="357"/>
                    <a:pt x="4679" y="357"/>
                  </a:cubicBezTo>
                  <a:close/>
                  <a:moveTo>
                    <a:pt x="4567" y="1"/>
                  </a:moveTo>
                  <a:cubicBezTo>
                    <a:pt x="4534" y="1"/>
                    <a:pt x="4500" y="1"/>
                    <a:pt x="4466" y="2"/>
                  </a:cubicBezTo>
                  <a:cubicBezTo>
                    <a:pt x="1928" y="54"/>
                    <a:pt x="1" y="2140"/>
                    <a:pt x="23" y="4663"/>
                  </a:cubicBezTo>
                  <a:cubicBezTo>
                    <a:pt x="44" y="6922"/>
                    <a:pt x="2022" y="9152"/>
                    <a:pt x="4341" y="9152"/>
                  </a:cubicBezTo>
                  <a:cubicBezTo>
                    <a:pt x="4447" y="9152"/>
                    <a:pt x="4553" y="9147"/>
                    <a:pt x="4660" y="9138"/>
                  </a:cubicBezTo>
                  <a:cubicBezTo>
                    <a:pt x="4683" y="9163"/>
                    <a:pt x="4715" y="9180"/>
                    <a:pt x="4760" y="9180"/>
                  </a:cubicBezTo>
                  <a:cubicBezTo>
                    <a:pt x="4765" y="9180"/>
                    <a:pt x="4770" y="9180"/>
                    <a:pt x="4775" y="9180"/>
                  </a:cubicBezTo>
                  <a:cubicBezTo>
                    <a:pt x="7230" y="9023"/>
                    <a:pt x="9314" y="7058"/>
                    <a:pt x="9234" y="4518"/>
                  </a:cubicBezTo>
                  <a:cubicBezTo>
                    <a:pt x="9154" y="1968"/>
                    <a:pt x="7089"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7"/>
            <p:cNvSpPr/>
            <p:nvPr/>
          </p:nvSpPr>
          <p:spPr>
            <a:xfrm>
              <a:off x="7124038" y="3627882"/>
              <a:ext cx="219000" cy="213600"/>
            </a:xfrm>
            <a:custGeom>
              <a:rect b="b" l="l" r="r" t="t"/>
              <a:pathLst>
                <a:path extrusionOk="0" h="8544" w="8760">
                  <a:moveTo>
                    <a:pt x="4262" y="1345"/>
                  </a:moveTo>
                  <a:cubicBezTo>
                    <a:pt x="5124" y="1345"/>
                    <a:pt x="5617" y="2284"/>
                    <a:pt x="5527" y="3118"/>
                  </a:cubicBezTo>
                  <a:cubicBezTo>
                    <a:pt x="5490" y="3480"/>
                    <a:pt x="5349" y="3813"/>
                    <a:pt x="5156" y="4116"/>
                  </a:cubicBezTo>
                  <a:cubicBezTo>
                    <a:pt x="5432" y="4305"/>
                    <a:pt x="5641" y="4559"/>
                    <a:pt x="5772" y="4889"/>
                  </a:cubicBezTo>
                  <a:cubicBezTo>
                    <a:pt x="6126" y="5771"/>
                    <a:pt x="5615" y="6722"/>
                    <a:pt x="4712" y="6983"/>
                  </a:cubicBezTo>
                  <a:cubicBezTo>
                    <a:pt x="4566" y="7025"/>
                    <a:pt x="4414" y="7045"/>
                    <a:pt x="4263" y="7045"/>
                  </a:cubicBezTo>
                  <a:cubicBezTo>
                    <a:pt x="3423" y="7045"/>
                    <a:pt x="2598" y="6425"/>
                    <a:pt x="2718" y="5501"/>
                  </a:cubicBezTo>
                  <a:cubicBezTo>
                    <a:pt x="2782" y="5007"/>
                    <a:pt x="3089" y="4623"/>
                    <a:pt x="3412" y="4263"/>
                  </a:cubicBezTo>
                  <a:cubicBezTo>
                    <a:pt x="3283" y="4222"/>
                    <a:pt x="3158" y="4168"/>
                    <a:pt x="3052" y="4090"/>
                  </a:cubicBezTo>
                  <a:cubicBezTo>
                    <a:pt x="2685" y="3829"/>
                    <a:pt x="2442" y="3432"/>
                    <a:pt x="2396" y="2982"/>
                  </a:cubicBezTo>
                  <a:cubicBezTo>
                    <a:pt x="2297" y="2065"/>
                    <a:pt x="3008" y="1460"/>
                    <a:pt x="3851" y="1451"/>
                  </a:cubicBezTo>
                  <a:cubicBezTo>
                    <a:pt x="3897" y="1412"/>
                    <a:pt x="3953" y="1382"/>
                    <a:pt x="4022" y="1368"/>
                  </a:cubicBezTo>
                  <a:cubicBezTo>
                    <a:pt x="4105" y="1352"/>
                    <a:pt x="4185" y="1345"/>
                    <a:pt x="4262" y="1345"/>
                  </a:cubicBezTo>
                  <a:close/>
                  <a:moveTo>
                    <a:pt x="4378" y="1"/>
                  </a:moveTo>
                  <a:cubicBezTo>
                    <a:pt x="4308" y="1"/>
                    <a:pt x="4237" y="2"/>
                    <a:pt x="4165" y="6"/>
                  </a:cubicBezTo>
                  <a:cubicBezTo>
                    <a:pt x="1821" y="126"/>
                    <a:pt x="0" y="2120"/>
                    <a:pt x="80" y="4469"/>
                  </a:cubicBezTo>
                  <a:cubicBezTo>
                    <a:pt x="163" y="6919"/>
                    <a:pt x="2189" y="8225"/>
                    <a:pt x="4384" y="8544"/>
                  </a:cubicBezTo>
                  <a:cubicBezTo>
                    <a:pt x="4408" y="8526"/>
                    <a:pt x="4438" y="8510"/>
                    <a:pt x="4474" y="8507"/>
                  </a:cubicBezTo>
                  <a:cubicBezTo>
                    <a:pt x="6827" y="8301"/>
                    <a:pt x="8760" y="6275"/>
                    <a:pt x="8522" y="3862"/>
                  </a:cubicBezTo>
                  <a:cubicBezTo>
                    <a:pt x="8310" y="1703"/>
                    <a:pt x="6552"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7"/>
            <p:cNvSpPr/>
            <p:nvPr/>
          </p:nvSpPr>
          <p:spPr>
            <a:xfrm>
              <a:off x="7181438" y="3661482"/>
              <a:ext cx="95750" cy="142525"/>
            </a:xfrm>
            <a:custGeom>
              <a:rect b="b" l="l" r="r" t="t"/>
              <a:pathLst>
                <a:path extrusionOk="0" h="5701" w="3830">
                  <a:moveTo>
                    <a:pt x="1430" y="548"/>
                  </a:moveTo>
                  <a:lnTo>
                    <a:pt x="1430" y="548"/>
                  </a:lnTo>
                  <a:cubicBezTo>
                    <a:pt x="1448" y="624"/>
                    <a:pt x="1484" y="696"/>
                    <a:pt x="1534" y="752"/>
                  </a:cubicBezTo>
                  <a:cubicBezTo>
                    <a:pt x="2100" y="1396"/>
                    <a:pt x="2001" y="1834"/>
                    <a:pt x="1621" y="2333"/>
                  </a:cubicBezTo>
                  <a:cubicBezTo>
                    <a:pt x="671" y="1991"/>
                    <a:pt x="601" y="929"/>
                    <a:pt x="1430" y="548"/>
                  </a:cubicBezTo>
                  <a:close/>
                  <a:moveTo>
                    <a:pt x="2407" y="3330"/>
                  </a:moveTo>
                  <a:cubicBezTo>
                    <a:pt x="2524" y="3424"/>
                    <a:pt x="2615" y="3549"/>
                    <a:pt x="2659" y="3732"/>
                  </a:cubicBezTo>
                  <a:cubicBezTo>
                    <a:pt x="2789" y="4269"/>
                    <a:pt x="2439" y="4570"/>
                    <a:pt x="2149" y="4570"/>
                  </a:cubicBezTo>
                  <a:cubicBezTo>
                    <a:pt x="1905" y="4570"/>
                    <a:pt x="1703" y="4357"/>
                    <a:pt x="1862" y="3896"/>
                  </a:cubicBezTo>
                  <a:cubicBezTo>
                    <a:pt x="1925" y="3711"/>
                    <a:pt x="2208" y="3504"/>
                    <a:pt x="2407" y="3330"/>
                  </a:cubicBezTo>
                  <a:close/>
                  <a:moveTo>
                    <a:pt x="1966" y="1"/>
                  </a:moveTo>
                  <a:cubicBezTo>
                    <a:pt x="1889" y="1"/>
                    <a:pt x="1809" y="8"/>
                    <a:pt x="1726" y="24"/>
                  </a:cubicBezTo>
                  <a:cubicBezTo>
                    <a:pt x="1657" y="38"/>
                    <a:pt x="1601" y="68"/>
                    <a:pt x="1555" y="106"/>
                  </a:cubicBezTo>
                  <a:cubicBezTo>
                    <a:pt x="712" y="116"/>
                    <a:pt x="1" y="721"/>
                    <a:pt x="100" y="1637"/>
                  </a:cubicBezTo>
                  <a:cubicBezTo>
                    <a:pt x="146" y="2088"/>
                    <a:pt x="389" y="2485"/>
                    <a:pt x="756" y="2746"/>
                  </a:cubicBezTo>
                  <a:cubicBezTo>
                    <a:pt x="862" y="2824"/>
                    <a:pt x="987" y="2878"/>
                    <a:pt x="1116" y="2919"/>
                  </a:cubicBezTo>
                  <a:cubicBezTo>
                    <a:pt x="793" y="3279"/>
                    <a:pt x="486" y="3663"/>
                    <a:pt x="422" y="4157"/>
                  </a:cubicBezTo>
                  <a:cubicBezTo>
                    <a:pt x="302" y="5081"/>
                    <a:pt x="1127" y="5701"/>
                    <a:pt x="1967" y="5701"/>
                  </a:cubicBezTo>
                  <a:cubicBezTo>
                    <a:pt x="2118" y="5701"/>
                    <a:pt x="2270" y="5681"/>
                    <a:pt x="2416" y="5639"/>
                  </a:cubicBezTo>
                  <a:cubicBezTo>
                    <a:pt x="3319" y="5378"/>
                    <a:pt x="3830" y="4427"/>
                    <a:pt x="3476" y="3545"/>
                  </a:cubicBezTo>
                  <a:cubicBezTo>
                    <a:pt x="3345" y="3215"/>
                    <a:pt x="3136" y="2961"/>
                    <a:pt x="2860" y="2772"/>
                  </a:cubicBezTo>
                  <a:cubicBezTo>
                    <a:pt x="3053" y="2468"/>
                    <a:pt x="3194" y="2136"/>
                    <a:pt x="3231" y="1774"/>
                  </a:cubicBezTo>
                  <a:cubicBezTo>
                    <a:pt x="3321" y="939"/>
                    <a:pt x="2828" y="1"/>
                    <a:pt x="1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7"/>
            <p:cNvSpPr/>
            <p:nvPr/>
          </p:nvSpPr>
          <p:spPr>
            <a:xfrm>
              <a:off x="7223988" y="3744732"/>
              <a:ext cx="27200" cy="31000"/>
            </a:xfrm>
            <a:custGeom>
              <a:rect b="b" l="l" r="r" t="t"/>
              <a:pathLst>
                <a:path extrusionOk="0" h="1240" w="1088">
                  <a:moveTo>
                    <a:pt x="705" y="0"/>
                  </a:moveTo>
                  <a:cubicBezTo>
                    <a:pt x="506" y="174"/>
                    <a:pt x="223" y="382"/>
                    <a:pt x="160" y="566"/>
                  </a:cubicBezTo>
                  <a:cubicBezTo>
                    <a:pt x="1" y="1027"/>
                    <a:pt x="203" y="1240"/>
                    <a:pt x="447" y="1240"/>
                  </a:cubicBezTo>
                  <a:cubicBezTo>
                    <a:pt x="738" y="1240"/>
                    <a:pt x="1087" y="939"/>
                    <a:pt x="957" y="402"/>
                  </a:cubicBezTo>
                  <a:cubicBezTo>
                    <a:pt x="913" y="219"/>
                    <a:pt x="823" y="94"/>
                    <a:pt x="7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7"/>
            <p:cNvSpPr/>
            <p:nvPr/>
          </p:nvSpPr>
          <p:spPr>
            <a:xfrm>
              <a:off x="7196463" y="3675157"/>
              <a:ext cx="37475" cy="44650"/>
            </a:xfrm>
            <a:custGeom>
              <a:rect b="b" l="l" r="r" t="t"/>
              <a:pathLst>
                <a:path extrusionOk="0" h="1786" w="1499">
                  <a:moveTo>
                    <a:pt x="829" y="1"/>
                  </a:moveTo>
                  <a:lnTo>
                    <a:pt x="829" y="1"/>
                  </a:lnTo>
                  <a:cubicBezTo>
                    <a:pt x="0" y="382"/>
                    <a:pt x="70" y="1444"/>
                    <a:pt x="1020" y="1786"/>
                  </a:cubicBezTo>
                  <a:cubicBezTo>
                    <a:pt x="1400" y="1287"/>
                    <a:pt x="1499" y="849"/>
                    <a:pt x="933" y="205"/>
                  </a:cubicBezTo>
                  <a:cubicBezTo>
                    <a:pt x="883" y="149"/>
                    <a:pt x="847" y="77"/>
                    <a:pt x="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87"/>
          <p:cNvGrpSpPr/>
          <p:nvPr/>
        </p:nvGrpSpPr>
        <p:grpSpPr>
          <a:xfrm>
            <a:off x="5435367" y="3319019"/>
            <a:ext cx="343491" cy="338549"/>
            <a:chOff x="6785413" y="3618982"/>
            <a:chExt cx="232875" cy="229525"/>
          </a:xfrm>
        </p:grpSpPr>
        <p:sp>
          <p:nvSpPr>
            <p:cNvPr id="2802" name="Google Shape;2802;p87"/>
            <p:cNvSpPr/>
            <p:nvPr/>
          </p:nvSpPr>
          <p:spPr>
            <a:xfrm>
              <a:off x="6785413" y="3618982"/>
              <a:ext cx="232875" cy="229525"/>
            </a:xfrm>
            <a:custGeom>
              <a:rect b="b" l="l" r="r" t="t"/>
              <a:pathLst>
                <a:path extrusionOk="0" h="9181" w="9315">
                  <a:moveTo>
                    <a:pt x="4682" y="357"/>
                  </a:moveTo>
                  <a:cubicBezTo>
                    <a:pt x="6856" y="357"/>
                    <a:pt x="8613" y="2059"/>
                    <a:pt x="8825" y="4218"/>
                  </a:cubicBezTo>
                  <a:cubicBezTo>
                    <a:pt x="9064" y="6631"/>
                    <a:pt x="7130" y="8657"/>
                    <a:pt x="4775" y="8863"/>
                  </a:cubicBezTo>
                  <a:cubicBezTo>
                    <a:pt x="4738" y="8866"/>
                    <a:pt x="4710" y="8882"/>
                    <a:pt x="4686" y="8900"/>
                  </a:cubicBezTo>
                  <a:cubicBezTo>
                    <a:pt x="2491" y="8581"/>
                    <a:pt x="467" y="7275"/>
                    <a:pt x="384" y="4825"/>
                  </a:cubicBezTo>
                  <a:cubicBezTo>
                    <a:pt x="304" y="2476"/>
                    <a:pt x="2125" y="482"/>
                    <a:pt x="4469" y="362"/>
                  </a:cubicBezTo>
                  <a:cubicBezTo>
                    <a:pt x="4540" y="358"/>
                    <a:pt x="4611" y="357"/>
                    <a:pt x="4682" y="357"/>
                  </a:cubicBezTo>
                  <a:close/>
                  <a:moveTo>
                    <a:pt x="4569" y="1"/>
                  </a:moveTo>
                  <a:cubicBezTo>
                    <a:pt x="4535" y="1"/>
                    <a:pt x="4502" y="1"/>
                    <a:pt x="4468" y="2"/>
                  </a:cubicBezTo>
                  <a:cubicBezTo>
                    <a:pt x="1929" y="54"/>
                    <a:pt x="0" y="2140"/>
                    <a:pt x="24" y="4663"/>
                  </a:cubicBezTo>
                  <a:cubicBezTo>
                    <a:pt x="43" y="6922"/>
                    <a:pt x="2021" y="9152"/>
                    <a:pt x="4341" y="9152"/>
                  </a:cubicBezTo>
                  <a:cubicBezTo>
                    <a:pt x="4447" y="9152"/>
                    <a:pt x="4553" y="9147"/>
                    <a:pt x="4660" y="9138"/>
                  </a:cubicBezTo>
                  <a:cubicBezTo>
                    <a:pt x="4683" y="9163"/>
                    <a:pt x="4717" y="9180"/>
                    <a:pt x="4761" y="9180"/>
                  </a:cubicBezTo>
                  <a:cubicBezTo>
                    <a:pt x="4766" y="9180"/>
                    <a:pt x="4770" y="9180"/>
                    <a:pt x="4775" y="9180"/>
                  </a:cubicBezTo>
                  <a:cubicBezTo>
                    <a:pt x="7229" y="9023"/>
                    <a:pt x="9315" y="7058"/>
                    <a:pt x="9233" y="4518"/>
                  </a:cubicBezTo>
                  <a:cubicBezTo>
                    <a:pt x="9154" y="1968"/>
                    <a:pt x="7089" y="1"/>
                    <a:pt x="4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7"/>
            <p:cNvSpPr/>
            <p:nvPr/>
          </p:nvSpPr>
          <p:spPr>
            <a:xfrm>
              <a:off x="6792988" y="3627882"/>
              <a:ext cx="219025" cy="213600"/>
            </a:xfrm>
            <a:custGeom>
              <a:rect b="b" l="l" r="r" t="t"/>
              <a:pathLst>
                <a:path extrusionOk="0" h="8544" w="8761">
                  <a:moveTo>
                    <a:pt x="5095" y="1868"/>
                  </a:moveTo>
                  <a:cubicBezTo>
                    <a:pt x="5302" y="1868"/>
                    <a:pt x="5494" y="2045"/>
                    <a:pt x="5491" y="2259"/>
                  </a:cubicBezTo>
                  <a:cubicBezTo>
                    <a:pt x="5475" y="3012"/>
                    <a:pt x="5407" y="3760"/>
                    <a:pt x="5366" y="4510"/>
                  </a:cubicBezTo>
                  <a:cubicBezTo>
                    <a:pt x="5327" y="5192"/>
                    <a:pt x="5401" y="5831"/>
                    <a:pt x="5131" y="6466"/>
                  </a:cubicBezTo>
                  <a:cubicBezTo>
                    <a:pt x="5045" y="6665"/>
                    <a:pt x="4886" y="6745"/>
                    <a:pt x="4717" y="6745"/>
                  </a:cubicBezTo>
                  <a:cubicBezTo>
                    <a:pt x="4464" y="6745"/>
                    <a:pt x="4187" y="6564"/>
                    <a:pt x="4096" y="6330"/>
                  </a:cubicBezTo>
                  <a:cubicBezTo>
                    <a:pt x="3838" y="5669"/>
                    <a:pt x="4031" y="4877"/>
                    <a:pt x="4142" y="4192"/>
                  </a:cubicBezTo>
                  <a:cubicBezTo>
                    <a:pt x="4232" y="3626"/>
                    <a:pt x="4373" y="3084"/>
                    <a:pt x="4568" y="2555"/>
                  </a:cubicBezTo>
                  <a:cubicBezTo>
                    <a:pt x="3856" y="2453"/>
                    <a:pt x="3064" y="2502"/>
                    <a:pt x="2373" y="2453"/>
                  </a:cubicBezTo>
                  <a:cubicBezTo>
                    <a:pt x="2182" y="2442"/>
                    <a:pt x="2186" y="2181"/>
                    <a:pt x="2373" y="2162"/>
                  </a:cubicBezTo>
                  <a:cubicBezTo>
                    <a:pt x="3208" y="2076"/>
                    <a:pt x="4190" y="2126"/>
                    <a:pt x="4994" y="1883"/>
                  </a:cubicBezTo>
                  <a:cubicBezTo>
                    <a:pt x="5028" y="1873"/>
                    <a:pt x="5062" y="1868"/>
                    <a:pt x="5095" y="1868"/>
                  </a:cubicBezTo>
                  <a:close/>
                  <a:moveTo>
                    <a:pt x="4379" y="1"/>
                  </a:moveTo>
                  <a:cubicBezTo>
                    <a:pt x="4308" y="1"/>
                    <a:pt x="4237" y="2"/>
                    <a:pt x="4166" y="6"/>
                  </a:cubicBezTo>
                  <a:cubicBezTo>
                    <a:pt x="1822" y="126"/>
                    <a:pt x="1" y="2120"/>
                    <a:pt x="81" y="4469"/>
                  </a:cubicBezTo>
                  <a:cubicBezTo>
                    <a:pt x="164" y="6919"/>
                    <a:pt x="2188" y="8225"/>
                    <a:pt x="4383" y="8544"/>
                  </a:cubicBezTo>
                  <a:cubicBezTo>
                    <a:pt x="4407" y="8526"/>
                    <a:pt x="4435" y="8510"/>
                    <a:pt x="4472" y="8507"/>
                  </a:cubicBezTo>
                  <a:cubicBezTo>
                    <a:pt x="6828" y="8301"/>
                    <a:pt x="8761" y="6275"/>
                    <a:pt x="8522" y="3862"/>
                  </a:cubicBezTo>
                  <a:cubicBezTo>
                    <a:pt x="8310" y="1703"/>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7"/>
            <p:cNvSpPr/>
            <p:nvPr/>
          </p:nvSpPr>
          <p:spPr>
            <a:xfrm>
              <a:off x="6847538" y="3674582"/>
              <a:ext cx="82825" cy="121950"/>
            </a:xfrm>
            <a:custGeom>
              <a:rect b="b" l="l" r="r" t="t"/>
              <a:pathLst>
                <a:path extrusionOk="0" h="4878" w="3313">
                  <a:moveTo>
                    <a:pt x="2913" y="0"/>
                  </a:moveTo>
                  <a:cubicBezTo>
                    <a:pt x="2880" y="0"/>
                    <a:pt x="2846" y="5"/>
                    <a:pt x="2812" y="15"/>
                  </a:cubicBezTo>
                  <a:cubicBezTo>
                    <a:pt x="2008" y="258"/>
                    <a:pt x="1026" y="208"/>
                    <a:pt x="191" y="294"/>
                  </a:cubicBezTo>
                  <a:cubicBezTo>
                    <a:pt x="4" y="313"/>
                    <a:pt x="0" y="574"/>
                    <a:pt x="191" y="584"/>
                  </a:cubicBezTo>
                  <a:cubicBezTo>
                    <a:pt x="881" y="634"/>
                    <a:pt x="1674" y="584"/>
                    <a:pt x="2384" y="687"/>
                  </a:cubicBezTo>
                  <a:cubicBezTo>
                    <a:pt x="2191" y="1216"/>
                    <a:pt x="2050" y="1758"/>
                    <a:pt x="1960" y="2324"/>
                  </a:cubicBezTo>
                  <a:cubicBezTo>
                    <a:pt x="1849" y="3009"/>
                    <a:pt x="1655" y="3801"/>
                    <a:pt x="1914" y="4461"/>
                  </a:cubicBezTo>
                  <a:cubicBezTo>
                    <a:pt x="2005" y="4696"/>
                    <a:pt x="2282" y="4877"/>
                    <a:pt x="2536" y="4877"/>
                  </a:cubicBezTo>
                  <a:cubicBezTo>
                    <a:pt x="2704" y="4877"/>
                    <a:pt x="2863" y="4797"/>
                    <a:pt x="2949" y="4598"/>
                  </a:cubicBezTo>
                  <a:cubicBezTo>
                    <a:pt x="3219" y="3963"/>
                    <a:pt x="3145" y="3324"/>
                    <a:pt x="3184" y="2642"/>
                  </a:cubicBezTo>
                  <a:cubicBezTo>
                    <a:pt x="3225" y="1892"/>
                    <a:pt x="3293" y="1144"/>
                    <a:pt x="3309" y="391"/>
                  </a:cubicBezTo>
                  <a:cubicBezTo>
                    <a:pt x="3312" y="177"/>
                    <a:pt x="3120" y="0"/>
                    <a:pt x="29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5" name="Google Shape;2805;p87"/>
          <p:cNvGrpSpPr/>
          <p:nvPr/>
        </p:nvGrpSpPr>
        <p:grpSpPr>
          <a:xfrm>
            <a:off x="3365076" y="3318984"/>
            <a:ext cx="343524" cy="338618"/>
            <a:chOff x="6437163" y="3618982"/>
            <a:chExt cx="232850" cy="229525"/>
          </a:xfrm>
        </p:grpSpPr>
        <p:sp>
          <p:nvSpPr>
            <p:cNvPr id="2806" name="Google Shape;2806;p87"/>
            <p:cNvSpPr/>
            <p:nvPr/>
          </p:nvSpPr>
          <p:spPr>
            <a:xfrm>
              <a:off x="6437163" y="3618982"/>
              <a:ext cx="232850" cy="229525"/>
            </a:xfrm>
            <a:custGeom>
              <a:rect b="b" l="l" r="r" t="t"/>
              <a:pathLst>
                <a:path extrusionOk="0" h="9181" w="9314">
                  <a:moveTo>
                    <a:pt x="4679" y="357"/>
                  </a:moveTo>
                  <a:cubicBezTo>
                    <a:pt x="6854" y="357"/>
                    <a:pt x="8611" y="2059"/>
                    <a:pt x="8823" y="4218"/>
                  </a:cubicBezTo>
                  <a:cubicBezTo>
                    <a:pt x="9061" y="6631"/>
                    <a:pt x="7129" y="8657"/>
                    <a:pt x="4773" y="8863"/>
                  </a:cubicBezTo>
                  <a:cubicBezTo>
                    <a:pt x="4737" y="8866"/>
                    <a:pt x="4709" y="8882"/>
                    <a:pt x="4683" y="8900"/>
                  </a:cubicBezTo>
                  <a:cubicBezTo>
                    <a:pt x="2490" y="8581"/>
                    <a:pt x="465" y="7275"/>
                    <a:pt x="382" y="4825"/>
                  </a:cubicBezTo>
                  <a:cubicBezTo>
                    <a:pt x="301" y="2476"/>
                    <a:pt x="2123" y="482"/>
                    <a:pt x="4466" y="362"/>
                  </a:cubicBezTo>
                  <a:cubicBezTo>
                    <a:pt x="4538" y="358"/>
                    <a:pt x="4609" y="357"/>
                    <a:pt x="4679" y="357"/>
                  </a:cubicBezTo>
                  <a:close/>
                  <a:moveTo>
                    <a:pt x="4567" y="1"/>
                  </a:moveTo>
                  <a:cubicBezTo>
                    <a:pt x="4534" y="1"/>
                    <a:pt x="4500" y="1"/>
                    <a:pt x="4466" y="2"/>
                  </a:cubicBezTo>
                  <a:cubicBezTo>
                    <a:pt x="1927" y="54"/>
                    <a:pt x="1" y="2140"/>
                    <a:pt x="21" y="4663"/>
                  </a:cubicBezTo>
                  <a:cubicBezTo>
                    <a:pt x="44" y="6922"/>
                    <a:pt x="2020" y="9152"/>
                    <a:pt x="4339" y="9152"/>
                  </a:cubicBezTo>
                  <a:cubicBezTo>
                    <a:pt x="4445" y="9152"/>
                    <a:pt x="4551" y="9147"/>
                    <a:pt x="4658" y="9138"/>
                  </a:cubicBezTo>
                  <a:cubicBezTo>
                    <a:pt x="4681" y="9163"/>
                    <a:pt x="4715" y="9180"/>
                    <a:pt x="4758" y="9180"/>
                  </a:cubicBezTo>
                  <a:cubicBezTo>
                    <a:pt x="4763" y="9180"/>
                    <a:pt x="4768" y="9180"/>
                    <a:pt x="4773" y="9180"/>
                  </a:cubicBezTo>
                  <a:cubicBezTo>
                    <a:pt x="7228" y="9023"/>
                    <a:pt x="9313" y="7058"/>
                    <a:pt x="9234" y="4518"/>
                  </a:cubicBezTo>
                  <a:cubicBezTo>
                    <a:pt x="9154" y="1968"/>
                    <a:pt x="7087"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7"/>
            <p:cNvSpPr/>
            <p:nvPr/>
          </p:nvSpPr>
          <p:spPr>
            <a:xfrm>
              <a:off x="6444688" y="3627882"/>
              <a:ext cx="219025" cy="213600"/>
            </a:xfrm>
            <a:custGeom>
              <a:rect b="b" l="l" r="r" t="t"/>
              <a:pathLst>
                <a:path extrusionOk="0" h="8544" w="8761">
                  <a:moveTo>
                    <a:pt x="4413" y="1172"/>
                  </a:moveTo>
                  <a:cubicBezTo>
                    <a:pt x="4551" y="1172"/>
                    <a:pt x="4691" y="1189"/>
                    <a:pt x="4835" y="1225"/>
                  </a:cubicBezTo>
                  <a:cubicBezTo>
                    <a:pt x="5283" y="1336"/>
                    <a:pt x="5163" y="1980"/>
                    <a:pt x="4732" y="2001"/>
                  </a:cubicBezTo>
                  <a:cubicBezTo>
                    <a:pt x="4251" y="2021"/>
                    <a:pt x="3807" y="2531"/>
                    <a:pt x="3517" y="3152"/>
                  </a:cubicBezTo>
                  <a:cubicBezTo>
                    <a:pt x="3703" y="3086"/>
                    <a:pt x="3878" y="3056"/>
                    <a:pt x="4041" y="3056"/>
                  </a:cubicBezTo>
                  <a:cubicBezTo>
                    <a:pt x="5828" y="3056"/>
                    <a:pt x="6245" y="6642"/>
                    <a:pt x="3978" y="6642"/>
                  </a:cubicBezTo>
                  <a:cubicBezTo>
                    <a:pt x="3856" y="6642"/>
                    <a:pt x="3725" y="6631"/>
                    <a:pt x="3586" y="6609"/>
                  </a:cubicBezTo>
                  <a:cubicBezTo>
                    <a:pt x="715" y="6151"/>
                    <a:pt x="2065" y="1172"/>
                    <a:pt x="4413" y="1172"/>
                  </a:cubicBezTo>
                  <a:close/>
                  <a:moveTo>
                    <a:pt x="4378" y="1"/>
                  </a:moveTo>
                  <a:cubicBezTo>
                    <a:pt x="4308" y="1"/>
                    <a:pt x="4237" y="2"/>
                    <a:pt x="4165" y="6"/>
                  </a:cubicBezTo>
                  <a:cubicBezTo>
                    <a:pt x="1822" y="126"/>
                    <a:pt x="0" y="2120"/>
                    <a:pt x="81" y="4469"/>
                  </a:cubicBezTo>
                  <a:cubicBezTo>
                    <a:pt x="164" y="6919"/>
                    <a:pt x="2189" y="8225"/>
                    <a:pt x="4382" y="8544"/>
                  </a:cubicBezTo>
                  <a:cubicBezTo>
                    <a:pt x="4408" y="8526"/>
                    <a:pt x="4436" y="8510"/>
                    <a:pt x="4472" y="8507"/>
                  </a:cubicBezTo>
                  <a:cubicBezTo>
                    <a:pt x="6828" y="8301"/>
                    <a:pt x="8760" y="6275"/>
                    <a:pt x="8522" y="3862"/>
                  </a:cubicBezTo>
                  <a:cubicBezTo>
                    <a:pt x="8310" y="1703"/>
                    <a:pt x="6553" y="1"/>
                    <a:pt x="4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7"/>
            <p:cNvSpPr/>
            <p:nvPr/>
          </p:nvSpPr>
          <p:spPr>
            <a:xfrm>
              <a:off x="6521963" y="3715632"/>
              <a:ext cx="64775" cy="52675"/>
            </a:xfrm>
            <a:custGeom>
              <a:rect b="b" l="l" r="r" t="t"/>
              <a:pathLst>
                <a:path extrusionOk="0" h="2107" w="2591">
                  <a:moveTo>
                    <a:pt x="280" y="0"/>
                  </a:moveTo>
                  <a:cubicBezTo>
                    <a:pt x="56" y="638"/>
                    <a:pt x="1" y="1314"/>
                    <a:pt x="227" y="1679"/>
                  </a:cubicBezTo>
                  <a:cubicBezTo>
                    <a:pt x="411" y="1976"/>
                    <a:pt x="708" y="2107"/>
                    <a:pt x="1013" y="2107"/>
                  </a:cubicBezTo>
                  <a:cubicBezTo>
                    <a:pt x="1399" y="2107"/>
                    <a:pt x="1798" y="1899"/>
                    <a:pt x="2003" y="1550"/>
                  </a:cubicBezTo>
                  <a:cubicBezTo>
                    <a:pt x="2591" y="549"/>
                    <a:pt x="1436" y="91"/>
                    <a:pt x="651" y="91"/>
                  </a:cubicBezTo>
                  <a:cubicBezTo>
                    <a:pt x="588" y="91"/>
                    <a:pt x="528" y="94"/>
                    <a:pt x="472" y="99"/>
                  </a:cubicBezTo>
                  <a:cubicBezTo>
                    <a:pt x="463" y="100"/>
                    <a:pt x="454" y="101"/>
                    <a:pt x="446" y="101"/>
                  </a:cubicBezTo>
                  <a:cubicBezTo>
                    <a:pt x="363" y="101"/>
                    <a:pt x="310" y="59"/>
                    <a:pt x="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7"/>
            <p:cNvSpPr/>
            <p:nvPr/>
          </p:nvSpPr>
          <p:spPr>
            <a:xfrm>
              <a:off x="6462563" y="3657157"/>
              <a:ext cx="138250" cy="136775"/>
            </a:xfrm>
            <a:custGeom>
              <a:rect b="b" l="l" r="r" t="t"/>
              <a:pathLst>
                <a:path extrusionOk="0" h="5471" w="5530">
                  <a:moveTo>
                    <a:pt x="2656" y="2340"/>
                  </a:moveTo>
                  <a:cubicBezTo>
                    <a:pt x="2686" y="2399"/>
                    <a:pt x="2740" y="2441"/>
                    <a:pt x="2824" y="2441"/>
                  </a:cubicBezTo>
                  <a:cubicBezTo>
                    <a:pt x="2832" y="2441"/>
                    <a:pt x="2840" y="2440"/>
                    <a:pt x="2848" y="2439"/>
                  </a:cubicBezTo>
                  <a:cubicBezTo>
                    <a:pt x="2905" y="2434"/>
                    <a:pt x="2966" y="2431"/>
                    <a:pt x="3029" y="2431"/>
                  </a:cubicBezTo>
                  <a:cubicBezTo>
                    <a:pt x="3814" y="2431"/>
                    <a:pt x="4966" y="2889"/>
                    <a:pt x="4379" y="3889"/>
                  </a:cubicBezTo>
                  <a:cubicBezTo>
                    <a:pt x="4174" y="4238"/>
                    <a:pt x="3775" y="4446"/>
                    <a:pt x="3389" y="4446"/>
                  </a:cubicBezTo>
                  <a:cubicBezTo>
                    <a:pt x="3084" y="4446"/>
                    <a:pt x="2787" y="4315"/>
                    <a:pt x="2603" y="4018"/>
                  </a:cubicBezTo>
                  <a:cubicBezTo>
                    <a:pt x="2377" y="3653"/>
                    <a:pt x="2432" y="2977"/>
                    <a:pt x="2656" y="2340"/>
                  </a:cubicBezTo>
                  <a:close/>
                  <a:moveTo>
                    <a:pt x="3698" y="1"/>
                  </a:moveTo>
                  <a:cubicBezTo>
                    <a:pt x="1350" y="1"/>
                    <a:pt x="0" y="4980"/>
                    <a:pt x="2871" y="5438"/>
                  </a:cubicBezTo>
                  <a:cubicBezTo>
                    <a:pt x="3010" y="5460"/>
                    <a:pt x="3141" y="5471"/>
                    <a:pt x="3263" y="5471"/>
                  </a:cubicBezTo>
                  <a:cubicBezTo>
                    <a:pt x="5530" y="5471"/>
                    <a:pt x="5114" y="1886"/>
                    <a:pt x="3327" y="1886"/>
                  </a:cubicBezTo>
                  <a:cubicBezTo>
                    <a:pt x="3163" y="1886"/>
                    <a:pt x="2988" y="1916"/>
                    <a:pt x="2802" y="1982"/>
                  </a:cubicBezTo>
                  <a:cubicBezTo>
                    <a:pt x="3092" y="1360"/>
                    <a:pt x="3536" y="851"/>
                    <a:pt x="4017" y="830"/>
                  </a:cubicBezTo>
                  <a:cubicBezTo>
                    <a:pt x="4448" y="809"/>
                    <a:pt x="4568" y="164"/>
                    <a:pt x="4120" y="54"/>
                  </a:cubicBezTo>
                  <a:cubicBezTo>
                    <a:pt x="3976" y="18"/>
                    <a:pt x="3836" y="1"/>
                    <a:pt x="3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87"/>
          <p:cNvGrpSpPr/>
          <p:nvPr/>
        </p:nvGrpSpPr>
        <p:grpSpPr>
          <a:xfrm>
            <a:off x="1294850" y="3318996"/>
            <a:ext cx="343500" cy="338595"/>
            <a:chOff x="6106088" y="3618982"/>
            <a:chExt cx="232850" cy="229525"/>
          </a:xfrm>
        </p:grpSpPr>
        <p:sp>
          <p:nvSpPr>
            <p:cNvPr id="2811" name="Google Shape;2811;p87"/>
            <p:cNvSpPr/>
            <p:nvPr/>
          </p:nvSpPr>
          <p:spPr>
            <a:xfrm>
              <a:off x="6106088" y="3618982"/>
              <a:ext cx="232850" cy="229525"/>
            </a:xfrm>
            <a:custGeom>
              <a:rect b="b" l="l" r="r" t="t"/>
              <a:pathLst>
                <a:path extrusionOk="0" h="9181" w="9314">
                  <a:moveTo>
                    <a:pt x="4679" y="357"/>
                  </a:moveTo>
                  <a:cubicBezTo>
                    <a:pt x="6853" y="357"/>
                    <a:pt x="8610" y="2059"/>
                    <a:pt x="8822" y="4218"/>
                  </a:cubicBezTo>
                  <a:cubicBezTo>
                    <a:pt x="9061" y="6631"/>
                    <a:pt x="7128" y="8657"/>
                    <a:pt x="4775" y="8863"/>
                  </a:cubicBezTo>
                  <a:cubicBezTo>
                    <a:pt x="4735" y="8866"/>
                    <a:pt x="4708" y="8882"/>
                    <a:pt x="4685" y="8900"/>
                  </a:cubicBezTo>
                  <a:cubicBezTo>
                    <a:pt x="2488" y="8581"/>
                    <a:pt x="464" y="7275"/>
                    <a:pt x="381" y="4825"/>
                  </a:cubicBezTo>
                  <a:cubicBezTo>
                    <a:pt x="301" y="2476"/>
                    <a:pt x="2122" y="482"/>
                    <a:pt x="4466" y="362"/>
                  </a:cubicBezTo>
                  <a:cubicBezTo>
                    <a:pt x="4537" y="358"/>
                    <a:pt x="4608" y="357"/>
                    <a:pt x="4679" y="357"/>
                  </a:cubicBezTo>
                  <a:close/>
                  <a:moveTo>
                    <a:pt x="4567" y="1"/>
                  </a:moveTo>
                  <a:cubicBezTo>
                    <a:pt x="4533" y="1"/>
                    <a:pt x="4500" y="1"/>
                    <a:pt x="4466" y="2"/>
                  </a:cubicBezTo>
                  <a:cubicBezTo>
                    <a:pt x="1928" y="54"/>
                    <a:pt x="0" y="2140"/>
                    <a:pt x="23" y="4663"/>
                  </a:cubicBezTo>
                  <a:cubicBezTo>
                    <a:pt x="43" y="6922"/>
                    <a:pt x="2021" y="9152"/>
                    <a:pt x="4339" y="9152"/>
                  </a:cubicBezTo>
                  <a:cubicBezTo>
                    <a:pt x="4444" y="9152"/>
                    <a:pt x="4550" y="9147"/>
                    <a:pt x="4657" y="9138"/>
                  </a:cubicBezTo>
                  <a:cubicBezTo>
                    <a:pt x="4680" y="9163"/>
                    <a:pt x="4714" y="9180"/>
                    <a:pt x="4759" y="9180"/>
                  </a:cubicBezTo>
                  <a:cubicBezTo>
                    <a:pt x="4764" y="9180"/>
                    <a:pt x="4769" y="9180"/>
                    <a:pt x="4775" y="9180"/>
                  </a:cubicBezTo>
                  <a:cubicBezTo>
                    <a:pt x="7229" y="9023"/>
                    <a:pt x="9314" y="7058"/>
                    <a:pt x="9234" y="4518"/>
                  </a:cubicBezTo>
                  <a:cubicBezTo>
                    <a:pt x="9153" y="1968"/>
                    <a:pt x="7088"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7"/>
            <p:cNvSpPr/>
            <p:nvPr/>
          </p:nvSpPr>
          <p:spPr>
            <a:xfrm>
              <a:off x="6113588" y="3627882"/>
              <a:ext cx="219025" cy="213600"/>
            </a:xfrm>
            <a:custGeom>
              <a:rect b="b" l="l" r="r" t="t"/>
              <a:pathLst>
                <a:path extrusionOk="0" h="8544" w="8761">
                  <a:moveTo>
                    <a:pt x="3691" y="1969"/>
                  </a:moveTo>
                  <a:cubicBezTo>
                    <a:pt x="3828" y="1969"/>
                    <a:pt x="3962" y="1980"/>
                    <a:pt x="4073" y="1980"/>
                  </a:cubicBezTo>
                  <a:cubicBezTo>
                    <a:pt x="4581" y="1982"/>
                    <a:pt x="5075" y="2017"/>
                    <a:pt x="5578" y="2090"/>
                  </a:cubicBezTo>
                  <a:cubicBezTo>
                    <a:pt x="5763" y="2116"/>
                    <a:pt x="5749" y="2414"/>
                    <a:pt x="5578" y="2448"/>
                  </a:cubicBezTo>
                  <a:cubicBezTo>
                    <a:pt x="5019" y="2569"/>
                    <a:pt x="4477" y="2605"/>
                    <a:pt x="3912" y="2665"/>
                  </a:cubicBezTo>
                  <a:cubicBezTo>
                    <a:pt x="3486" y="2710"/>
                    <a:pt x="3602" y="2601"/>
                    <a:pt x="3665" y="3062"/>
                  </a:cubicBezTo>
                  <a:cubicBezTo>
                    <a:pt x="3687" y="3233"/>
                    <a:pt x="3706" y="3402"/>
                    <a:pt x="3722" y="3571"/>
                  </a:cubicBezTo>
                  <a:cubicBezTo>
                    <a:pt x="3917" y="3472"/>
                    <a:pt x="4136" y="3420"/>
                    <a:pt x="4362" y="3420"/>
                  </a:cubicBezTo>
                  <a:cubicBezTo>
                    <a:pt x="4545" y="3420"/>
                    <a:pt x="4732" y="3454"/>
                    <a:pt x="4914" y="3527"/>
                  </a:cubicBezTo>
                  <a:cubicBezTo>
                    <a:pt x="5713" y="3838"/>
                    <a:pt x="6170" y="4720"/>
                    <a:pt x="6114" y="5549"/>
                  </a:cubicBezTo>
                  <a:cubicBezTo>
                    <a:pt x="6055" y="6442"/>
                    <a:pt x="5447" y="7235"/>
                    <a:pt x="4544" y="7380"/>
                  </a:cubicBezTo>
                  <a:cubicBezTo>
                    <a:pt x="4451" y="7395"/>
                    <a:pt x="4355" y="7402"/>
                    <a:pt x="4257" y="7402"/>
                  </a:cubicBezTo>
                  <a:cubicBezTo>
                    <a:pt x="3583" y="7402"/>
                    <a:pt x="2842" y="7053"/>
                    <a:pt x="2731" y="6343"/>
                  </a:cubicBezTo>
                  <a:cubicBezTo>
                    <a:pt x="2682" y="6036"/>
                    <a:pt x="2912" y="5709"/>
                    <a:pt x="3206" y="5709"/>
                  </a:cubicBezTo>
                  <a:cubicBezTo>
                    <a:pt x="3286" y="5709"/>
                    <a:pt x="3370" y="5733"/>
                    <a:pt x="3454" y="5788"/>
                  </a:cubicBezTo>
                  <a:cubicBezTo>
                    <a:pt x="3725" y="5962"/>
                    <a:pt x="4029" y="6144"/>
                    <a:pt x="4302" y="6144"/>
                  </a:cubicBezTo>
                  <a:cubicBezTo>
                    <a:pt x="4516" y="6144"/>
                    <a:pt x="4710" y="6031"/>
                    <a:pt x="4852" y="5713"/>
                  </a:cubicBezTo>
                  <a:cubicBezTo>
                    <a:pt x="5077" y="5203"/>
                    <a:pt x="4728" y="4416"/>
                    <a:pt x="4238" y="4416"/>
                  </a:cubicBezTo>
                  <a:cubicBezTo>
                    <a:pt x="4078" y="4416"/>
                    <a:pt x="3902" y="4501"/>
                    <a:pt x="3727" y="4707"/>
                  </a:cubicBezTo>
                  <a:cubicBezTo>
                    <a:pt x="3655" y="4791"/>
                    <a:pt x="3561" y="4827"/>
                    <a:pt x="3466" y="4827"/>
                  </a:cubicBezTo>
                  <a:cubicBezTo>
                    <a:pt x="3255" y="4827"/>
                    <a:pt x="3038" y="4650"/>
                    <a:pt x="3041" y="4422"/>
                  </a:cubicBezTo>
                  <a:cubicBezTo>
                    <a:pt x="3051" y="3848"/>
                    <a:pt x="2586" y="2515"/>
                    <a:pt x="3166" y="2092"/>
                  </a:cubicBezTo>
                  <a:cubicBezTo>
                    <a:pt x="3307" y="1991"/>
                    <a:pt x="3501" y="1969"/>
                    <a:pt x="3691" y="1969"/>
                  </a:cubicBezTo>
                  <a:close/>
                  <a:moveTo>
                    <a:pt x="4379" y="1"/>
                  </a:moveTo>
                  <a:cubicBezTo>
                    <a:pt x="4308" y="1"/>
                    <a:pt x="4237" y="2"/>
                    <a:pt x="4166" y="6"/>
                  </a:cubicBezTo>
                  <a:cubicBezTo>
                    <a:pt x="1822" y="126"/>
                    <a:pt x="1" y="2120"/>
                    <a:pt x="81" y="4469"/>
                  </a:cubicBezTo>
                  <a:cubicBezTo>
                    <a:pt x="164" y="6919"/>
                    <a:pt x="2190" y="8225"/>
                    <a:pt x="4385" y="8544"/>
                  </a:cubicBezTo>
                  <a:cubicBezTo>
                    <a:pt x="4408" y="8526"/>
                    <a:pt x="4436" y="8510"/>
                    <a:pt x="4475" y="8507"/>
                  </a:cubicBezTo>
                  <a:cubicBezTo>
                    <a:pt x="6828" y="8301"/>
                    <a:pt x="8761" y="6275"/>
                    <a:pt x="8522" y="3862"/>
                  </a:cubicBezTo>
                  <a:cubicBezTo>
                    <a:pt x="8310" y="1703"/>
                    <a:pt x="6553" y="1"/>
                    <a:pt x="4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7"/>
            <p:cNvSpPr/>
            <p:nvPr/>
          </p:nvSpPr>
          <p:spPr>
            <a:xfrm>
              <a:off x="6178213" y="3677107"/>
              <a:ext cx="89625" cy="135850"/>
            </a:xfrm>
            <a:custGeom>
              <a:rect b="b" l="l" r="r" t="t"/>
              <a:pathLst>
                <a:path extrusionOk="0" h="5434" w="3585">
                  <a:moveTo>
                    <a:pt x="1107" y="0"/>
                  </a:moveTo>
                  <a:cubicBezTo>
                    <a:pt x="917" y="0"/>
                    <a:pt x="722" y="22"/>
                    <a:pt x="581" y="124"/>
                  </a:cubicBezTo>
                  <a:cubicBezTo>
                    <a:pt x="1" y="546"/>
                    <a:pt x="466" y="1879"/>
                    <a:pt x="456" y="2453"/>
                  </a:cubicBezTo>
                  <a:cubicBezTo>
                    <a:pt x="453" y="2681"/>
                    <a:pt x="670" y="2858"/>
                    <a:pt x="881" y="2858"/>
                  </a:cubicBezTo>
                  <a:cubicBezTo>
                    <a:pt x="976" y="2858"/>
                    <a:pt x="1070" y="2822"/>
                    <a:pt x="1142" y="2738"/>
                  </a:cubicBezTo>
                  <a:cubicBezTo>
                    <a:pt x="1317" y="2532"/>
                    <a:pt x="1493" y="2447"/>
                    <a:pt x="1653" y="2447"/>
                  </a:cubicBezTo>
                  <a:cubicBezTo>
                    <a:pt x="2143" y="2447"/>
                    <a:pt x="2492" y="3235"/>
                    <a:pt x="2266" y="3745"/>
                  </a:cubicBezTo>
                  <a:cubicBezTo>
                    <a:pt x="2125" y="4063"/>
                    <a:pt x="1931" y="4175"/>
                    <a:pt x="1717" y="4175"/>
                  </a:cubicBezTo>
                  <a:cubicBezTo>
                    <a:pt x="1445" y="4175"/>
                    <a:pt x="1140" y="3993"/>
                    <a:pt x="869" y="3819"/>
                  </a:cubicBezTo>
                  <a:cubicBezTo>
                    <a:pt x="785" y="3764"/>
                    <a:pt x="701" y="3740"/>
                    <a:pt x="621" y="3740"/>
                  </a:cubicBezTo>
                  <a:cubicBezTo>
                    <a:pt x="327" y="3740"/>
                    <a:pt x="97" y="4067"/>
                    <a:pt x="146" y="4375"/>
                  </a:cubicBezTo>
                  <a:cubicBezTo>
                    <a:pt x="257" y="5084"/>
                    <a:pt x="998" y="5433"/>
                    <a:pt x="1672" y="5433"/>
                  </a:cubicBezTo>
                  <a:cubicBezTo>
                    <a:pt x="1770" y="5433"/>
                    <a:pt x="1866" y="5426"/>
                    <a:pt x="1959" y="5411"/>
                  </a:cubicBezTo>
                  <a:cubicBezTo>
                    <a:pt x="2862" y="5266"/>
                    <a:pt x="3468" y="4475"/>
                    <a:pt x="3529" y="3580"/>
                  </a:cubicBezTo>
                  <a:cubicBezTo>
                    <a:pt x="3585" y="2751"/>
                    <a:pt x="3128" y="1869"/>
                    <a:pt x="2329" y="1558"/>
                  </a:cubicBezTo>
                  <a:cubicBezTo>
                    <a:pt x="2146" y="1485"/>
                    <a:pt x="1959" y="1451"/>
                    <a:pt x="1776" y="1451"/>
                  </a:cubicBezTo>
                  <a:cubicBezTo>
                    <a:pt x="1551" y="1451"/>
                    <a:pt x="1332" y="1503"/>
                    <a:pt x="1137" y="1602"/>
                  </a:cubicBezTo>
                  <a:cubicBezTo>
                    <a:pt x="1120" y="1433"/>
                    <a:pt x="1102" y="1264"/>
                    <a:pt x="1080" y="1093"/>
                  </a:cubicBezTo>
                  <a:cubicBezTo>
                    <a:pt x="1017" y="632"/>
                    <a:pt x="901" y="741"/>
                    <a:pt x="1327" y="697"/>
                  </a:cubicBezTo>
                  <a:cubicBezTo>
                    <a:pt x="1892" y="636"/>
                    <a:pt x="2434" y="600"/>
                    <a:pt x="2993" y="479"/>
                  </a:cubicBezTo>
                  <a:cubicBezTo>
                    <a:pt x="3164" y="445"/>
                    <a:pt x="3178" y="147"/>
                    <a:pt x="2993" y="121"/>
                  </a:cubicBezTo>
                  <a:cubicBezTo>
                    <a:pt x="2490" y="48"/>
                    <a:pt x="1996" y="13"/>
                    <a:pt x="1488" y="11"/>
                  </a:cubicBezTo>
                  <a:cubicBezTo>
                    <a:pt x="1377" y="11"/>
                    <a:pt x="1244" y="0"/>
                    <a:pt x="1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4" name="Google Shape;2814;p87"/>
          <p:cNvSpPr/>
          <p:nvPr/>
        </p:nvSpPr>
        <p:spPr>
          <a:xfrm>
            <a:off x="2225925" y="1870725"/>
            <a:ext cx="551575" cy="258472"/>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7"/>
          <p:cNvSpPr/>
          <p:nvPr/>
        </p:nvSpPr>
        <p:spPr>
          <a:xfrm flipH="1" rot="10800000">
            <a:off x="4296200" y="1718325"/>
            <a:ext cx="551575" cy="258472"/>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7"/>
          <p:cNvSpPr/>
          <p:nvPr/>
        </p:nvSpPr>
        <p:spPr>
          <a:xfrm>
            <a:off x="6366425" y="1870725"/>
            <a:ext cx="551575" cy="258472"/>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7"/>
          <p:cNvSpPr/>
          <p:nvPr/>
        </p:nvSpPr>
        <p:spPr>
          <a:xfrm flipH="1" rot="10800000">
            <a:off x="2225925" y="3359058"/>
            <a:ext cx="551575" cy="258472"/>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7"/>
          <p:cNvSpPr/>
          <p:nvPr/>
        </p:nvSpPr>
        <p:spPr>
          <a:xfrm>
            <a:off x="4296200" y="3511458"/>
            <a:ext cx="551575" cy="258472"/>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7"/>
          <p:cNvSpPr/>
          <p:nvPr/>
        </p:nvSpPr>
        <p:spPr>
          <a:xfrm flipH="1" rot="10800000">
            <a:off x="6366425" y="3359058"/>
            <a:ext cx="551575" cy="258472"/>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3" name="Shape 2823"/>
        <p:cNvGrpSpPr/>
        <p:nvPr/>
      </p:nvGrpSpPr>
      <p:grpSpPr>
        <a:xfrm>
          <a:off x="0" y="0"/>
          <a:ext cx="0" cy="0"/>
          <a:chOff x="0" y="0"/>
          <a:chExt cx="0" cy="0"/>
        </a:xfrm>
      </p:grpSpPr>
      <p:grpSp>
        <p:nvGrpSpPr>
          <p:cNvPr id="2824" name="Google Shape;2824;p88"/>
          <p:cNvGrpSpPr/>
          <p:nvPr/>
        </p:nvGrpSpPr>
        <p:grpSpPr>
          <a:xfrm>
            <a:off x="2337800" y="1862507"/>
            <a:ext cx="4377841" cy="941997"/>
            <a:chOff x="7728915" y="1917859"/>
            <a:chExt cx="1034486" cy="222599"/>
          </a:xfrm>
        </p:grpSpPr>
        <p:sp>
          <p:nvSpPr>
            <p:cNvPr id="2825" name="Google Shape;2825;p88"/>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8"/>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8"/>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8"/>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8"/>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8"/>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8"/>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8"/>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8"/>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8"/>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8"/>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8"/>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8"/>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8"/>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8"/>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8"/>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8"/>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8"/>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8"/>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8"/>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8"/>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8"/>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8"/>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8"/>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8"/>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8"/>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8"/>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8"/>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8"/>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8"/>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8"/>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8"/>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8"/>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8"/>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8"/>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8"/>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8"/>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8"/>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8"/>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4" name="Google Shape;2864;p88"/>
          <p:cNvSpPr/>
          <p:nvPr/>
        </p:nvSpPr>
        <p:spPr>
          <a:xfrm rot="173206">
            <a:off x="3875332" y="3753561"/>
            <a:ext cx="1393337" cy="735422"/>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2865" name="Google Shape;2865;p88"/>
          <p:cNvSpPr txBox="1"/>
          <p:nvPr>
            <p:ph type="title"/>
          </p:nvPr>
        </p:nvSpPr>
        <p:spPr>
          <a:xfrm>
            <a:off x="2848650" y="1984588"/>
            <a:ext cx="3446700" cy="45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a:t>
            </a:r>
            <a:r>
              <a:rPr lang="en"/>
              <a:t>write</a:t>
            </a:r>
            <a:r>
              <a:rPr lang="en"/>
              <a:t>!</a:t>
            </a:r>
            <a:endParaRPr/>
          </a:p>
        </p:txBody>
      </p:sp>
      <p:sp>
        <p:nvSpPr>
          <p:cNvPr id="2866" name="Google Shape;2866;p88"/>
          <p:cNvSpPr txBox="1"/>
          <p:nvPr>
            <p:ph idx="3" type="title"/>
          </p:nvPr>
        </p:nvSpPr>
        <p:spPr>
          <a:xfrm>
            <a:off x="3196050" y="540025"/>
            <a:ext cx="2751900" cy="120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867" name="Google Shape;2867;p88"/>
          <p:cNvSpPr txBox="1"/>
          <p:nvPr>
            <p:ph idx="2" type="subTitle"/>
          </p:nvPr>
        </p:nvSpPr>
        <p:spPr>
          <a:xfrm>
            <a:off x="3041400" y="2839138"/>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2868" name="Google Shape;2868;p88">
            <a:hlinkClick action="ppaction://hlinksldjump" r:id="rId3"/>
          </p:cNvPr>
          <p:cNvSpPr txBox="1"/>
          <p:nvPr>
            <p:ph idx="1" type="subTitle"/>
          </p:nvPr>
        </p:nvSpPr>
        <p:spPr>
          <a:xfrm>
            <a:off x="3923100" y="3825325"/>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a:p>
        </p:txBody>
      </p:sp>
      <p:sp>
        <p:nvSpPr>
          <p:cNvPr id="2869" name="Google Shape;2869;p88"/>
          <p:cNvSpPr/>
          <p:nvPr/>
        </p:nvSpPr>
        <p:spPr>
          <a:xfrm rot="-2700000">
            <a:off x="7451776" y="654531"/>
            <a:ext cx="217634" cy="867776"/>
          </a:xfrm>
          <a:custGeom>
            <a:rect b="b" l="l" r="r" t="t"/>
            <a:pathLst>
              <a:path extrusionOk="0" h="18250" w="4577">
                <a:moveTo>
                  <a:pt x="2625" y="562"/>
                </a:moveTo>
                <a:cubicBezTo>
                  <a:pt x="2742" y="903"/>
                  <a:pt x="2849" y="1245"/>
                  <a:pt x="2957" y="1586"/>
                </a:cubicBezTo>
                <a:cubicBezTo>
                  <a:pt x="2860" y="1579"/>
                  <a:pt x="2764" y="1576"/>
                  <a:pt x="2670" y="1576"/>
                </a:cubicBezTo>
                <a:cubicBezTo>
                  <a:pt x="2497" y="1576"/>
                  <a:pt x="2327" y="1587"/>
                  <a:pt x="2157" y="1606"/>
                </a:cubicBezTo>
                <a:cubicBezTo>
                  <a:pt x="2303" y="1255"/>
                  <a:pt x="2459" y="903"/>
                  <a:pt x="2625" y="562"/>
                </a:cubicBezTo>
                <a:close/>
                <a:moveTo>
                  <a:pt x="2883" y="1924"/>
                </a:moveTo>
                <a:cubicBezTo>
                  <a:pt x="2979" y="1924"/>
                  <a:pt x="3072" y="1940"/>
                  <a:pt x="3152" y="1996"/>
                </a:cubicBezTo>
                <a:cubicBezTo>
                  <a:pt x="3269" y="2074"/>
                  <a:pt x="3357" y="2367"/>
                  <a:pt x="3415" y="2484"/>
                </a:cubicBezTo>
                <a:cubicBezTo>
                  <a:pt x="3571" y="2816"/>
                  <a:pt x="3698" y="3147"/>
                  <a:pt x="3805" y="3489"/>
                </a:cubicBezTo>
                <a:cubicBezTo>
                  <a:pt x="3553" y="3447"/>
                  <a:pt x="3297" y="3426"/>
                  <a:pt x="3042" y="3426"/>
                </a:cubicBezTo>
                <a:cubicBezTo>
                  <a:pt x="2469" y="3426"/>
                  <a:pt x="1896" y="3530"/>
                  <a:pt x="1357" y="3733"/>
                </a:cubicBezTo>
                <a:cubicBezTo>
                  <a:pt x="1474" y="3411"/>
                  <a:pt x="1581" y="3089"/>
                  <a:pt x="1688" y="2777"/>
                </a:cubicBezTo>
                <a:cubicBezTo>
                  <a:pt x="1747" y="2611"/>
                  <a:pt x="1806" y="2318"/>
                  <a:pt x="1893" y="2181"/>
                </a:cubicBezTo>
                <a:cubicBezTo>
                  <a:pt x="2088" y="1908"/>
                  <a:pt x="2293" y="1957"/>
                  <a:pt x="2576" y="1947"/>
                </a:cubicBezTo>
                <a:cubicBezTo>
                  <a:pt x="2672" y="1942"/>
                  <a:pt x="2779" y="1924"/>
                  <a:pt x="2883" y="1924"/>
                </a:cubicBezTo>
                <a:close/>
                <a:moveTo>
                  <a:pt x="3035" y="3755"/>
                </a:moveTo>
                <a:cubicBezTo>
                  <a:pt x="3308" y="3755"/>
                  <a:pt x="3582" y="3780"/>
                  <a:pt x="3854" y="3830"/>
                </a:cubicBezTo>
                <a:lnTo>
                  <a:pt x="3883" y="3830"/>
                </a:lnTo>
                <a:cubicBezTo>
                  <a:pt x="3903" y="4054"/>
                  <a:pt x="3913" y="4279"/>
                  <a:pt x="3932" y="4513"/>
                </a:cubicBezTo>
                <a:cubicBezTo>
                  <a:pt x="3848" y="4490"/>
                  <a:pt x="3751" y="4483"/>
                  <a:pt x="3654" y="4483"/>
                </a:cubicBezTo>
                <a:cubicBezTo>
                  <a:pt x="3459" y="4483"/>
                  <a:pt x="3259" y="4513"/>
                  <a:pt x="3142" y="4513"/>
                </a:cubicBezTo>
                <a:cubicBezTo>
                  <a:pt x="2560" y="4523"/>
                  <a:pt x="1988" y="4610"/>
                  <a:pt x="1425" y="4764"/>
                </a:cubicBezTo>
                <a:lnTo>
                  <a:pt x="1425" y="4764"/>
                </a:lnTo>
                <a:cubicBezTo>
                  <a:pt x="1415" y="4531"/>
                  <a:pt x="1386" y="4298"/>
                  <a:pt x="1367" y="4074"/>
                </a:cubicBezTo>
                <a:cubicBezTo>
                  <a:pt x="1901" y="3863"/>
                  <a:pt x="2466" y="3755"/>
                  <a:pt x="3035" y="3755"/>
                </a:cubicBezTo>
                <a:close/>
                <a:moveTo>
                  <a:pt x="3602" y="4802"/>
                </a:moveTo>
                <a:cubicBezTo>
                  <a:pt x="3758" y="4802"/>
                  <a:pt x="3877" y="4813"/>
                  <a:pt x="3893" y="4845"/>
                </a:cubicBezTo>
                <a:cubicBezTo>
                  <a:pt x="3903" y="4874"/>
                  <a:pt x="3923" y="4893"/>
                  <a:pt x="3952" y="4913"/>
                </a:cubicBezTo>
                <a:cubicBezTo>
                  <a:pt x="4098" y="7323"/>
                  <a:pt x="4147" y="9732"/>
                  <a:pt x="4157" y="12142"/>
                </a:cubicBezTo>
                <a:cubicBezTo>
                  <a:pt x="3279" y="12191"/>
                  <a:pt x="2410" y="12278"/>
                  <a:pt x="1542" y="12395"/>
                </a:cubicBezTo>
                <a:cubicBezTo>
                  <a:pt x="1552" y="11752"/>
                  <a:pt x="1562" y="11108"/>
                  <a:pt x="1562" y="10454"/>
                </a:cubicBezTo>
                <a:cubicBezTo>
                  <a:pt x="1571" y="8669"/>
                  <a:pt x="1552" y="6884"/>
                  <a:pt x="1445" y="5098"/>
                </a:cubicBezTo>
                <a:cubicBezTo>
                  <a:pt x="1874" y="4981"/>
                  <a:pt x="2303" y="4893"/>
                  <a:pt x="2732" y="4854"/>
                </a:cubicBezTo>
                <a:cubicBezTo>
                  <a:pt x="2804" y="4848"/>
                  <a:pt x="3282" y="4802"/>
                  <a:pt x="3602" y="4802"/>
                </a:cubicBezTo>
                <a:close/>
                <a:moveTo>
                  <a:pt x="440" y="13108"/>
                </a:moveTo>
                <a:lnTo>
                  <a:pt x="713" y="13137"/>
                </a:lnTo>
                <a:lnTo>
                  <a:pt x="625" y="16171"/>
                </a:lnTo>
                <a:cubicBezTo>
                  <a:pt x="616" y="16684"/>
                  <a:pt x="713" y="16983"/>
                  <a:pt x="1165" y="16983"/>
                </a:cubicBezTo>
                <a:cubicBezTo>
                  <a:pt x="1186" y="16983"/>
                  <a:pt x="1207" y="16982"/>
                  <a:pt x="1230" y="16981"/>
                </a:cubicBezTo>
                <a:cubicBezTo>
                  <a:pt x="1230" y="17068"/>
                  <a:pt x="1240" y="17146"/>
                  <a:pt x="1249" y="17224"/>
                </a:cubicBezTo>
                <a:cubicBezTo>
                  <a:pt x="1259" y="17361"/>
                  <a:pt x="1298" y="17488"/>
                  <a:pt x="1357" y="17605"/>
                </a:cubicBezTo>
                <a:lnTo>
                  <a:pt x="1367" y="17605"/>
                </a:lnTo>
                <a:cubicBezTo>
                  <a:pt x="1254" y="17636"/>
                  <a:pt x="1109" y="17664"/>
                  <a:pt x="975" y="17664"/>
                </a:cubicBezTo>
                <a:cubicBezTo>
                  <a:pt x="901" y="17664"/>
                  <a:pt x="831" y="17655"/>
                  <a:pt x="771" y="17634"/>
                </a:cubicBezTo>
                <a:cubicBezTo>
                  <a:pt x="342" y="17498"/>
                  <a:pt x="420" y="17244"/>
                  <a:pt x="420" y="16922"/>
                </a:cubicBezTo>
                <a:cubicBezTo>
                  <a:pt x="401" y="16473"/>
                  <a:pt x="401" y="16015"/>
                  <a:pt x="401" y="15556"/>
                </a:cubicBezTo>
                <a:cubicBezTo>
                  <a:pt x="401" y="14737"/>
                  <a:pt x="411" y="13927"/>
                  <a:pt x="440" y="13108"/>
                </a:cubicBezTo>
                <a:close/>
                <a:moveTo>
                  <a:pt x="4166" y="12464"/>
                </a:moveTo>
                <a:cubicBezTo>
                  <a:pt x="4176" y="13352"/>
                  <a:pt x="4166" y="14230"/>
                  <a:pt x="4166" y="15117"/>
                </a:cubicBezTo>
                <a:lnTo>
                  <a:pt x="4157" y="16503"/>
                </a:lnTo>
                <a:cubicBezTo>
                  <a:pt x="4157" y="16717"/>
                  <a:pt x="4166" y="16932"/>
                  <a:pt x="4157" y="17146"/>
                </a:cubicBezTo>
                <a:cubicBezTo>
                  <a:pt x="4137" y="17546"/>
                  <a:pt x="3913" y="17703"/>
                  <a:pt x="3542" y="17820"/>
                </a:cubicBezTo>
                <a:cubicBezTo>
                  <a:pt x="3318" y="17885"/>
                  <a:pt x="3009" y="17938"/>
                  <a:pt x="2711" y="17938"/>
                </a:cubicBezTo>
                <a:cubicBezTo>
                  <a:pt x="2477" y="17938"/>
                  <a:pt x="2250" y="17905"/>
                  <a:pt x="2079" y="17820"/>
                </a:cubicBezTo>
                <a:cubicBezTo>
                  <a:pt x="1698" y="17624"/>
                  <a:pt x="1581" y="17371"/>
                  <a:pt x="1562" y="16981"/>
                </a:cubicBezTo>
                <a:cubicBezTo>
                  <a:pt x="1542" y="16698"/>
                  <a:pt x="1542" y="16415"/>
                  <a:pt x="1542" y="16122"/>
                </a:cubicBezTo>
                <a:cubicBezTo>
                  <a:pt x="1523" y="14990"/>
                  <a:pt x="1532" y="13859"/>
                  <a:pt x="1542" y="12727"/>
                </a:cubicBezTo>
                <a:cubicBezTo>
                  <a:pt x="2410" y="12600"/>
                  <a:pt x="3288" y="12522"/>
                  <a:pt x="4157" y="12464"/>
                </a:cubicBezTo>
                <a:close/>
                <a:moveTo>
                  <a:pt x="2635" y="1"/>
                </a:moveTo>
                <a:cubicBezTo>
                  <a:pt x="2584" y="1"/>
                  <a:pt x="2532" y="24"/>
                  <a:pt x="2498" y="74"/>
                </a:cubicBezTo>
                <a:cubicBezTo>
                  <a:pt x="2206" y="630"/>
                  <a:pt x="1942" y="1206"/>
                  <a:pt x="1718" y="1801"/>
                </a:cubicBezTo>
                <a:lnTo>
                  <a:pt x="1718" y="1811"/>
                </a:lnTo>
                <a:lnTo>
                  <a:pt x="1698" y="1830"/>
                </a:lnTo>
                <a:cubicBezTo>
                  <a:pt x="1523" y="2055"/>
                  <a:pt x="1464" y="2425"/>
                  <a:pt x="1376" y="2679"/>
                </a:cubicBezTo>
                <a:cubicBezTo>
                  <a:pt x="1240" y="3069"/>
                  <a:pt x="1093" y="3469"/>
                  <a:pt x="957" y="3859"/>
                </a:cubicBezTo>
                <a:cubicBezTo>
                  <a:pt x="928" y="3937"/>
                  <a:pt x="967" y="4015"/>
                  <a:pt x="1035" y="4045"/>
                </a:cubicBezTo>
                <a:cubicBezTo>
                  <a:pt x="1230" y="6210"/>
                  <a:pt x="1249" y="8386"/>
                  <a:pt x="1240" y="10561"/>
                </a:cubicBezTo>
                <a:cubicBezTo>
                  <a:pt x="1240" y="11205"/>
                  <a:pt x="1220" y="11849"/>
                  <a:pt x="1220" y="12493"/>
                </a:cubicBezTo>
                <a:cubicBezTo>
                  <a:pt x="1201" y="12532"/>
                  <a:pt x="1201" y="12581"/>
                  <a:pt x="1220" y="12620"/>
                </a:cubicBezTo>
                <a:cubicBezTo>
                  <a:pt x="1220" y="13078"/>
                  <a:pt x="1210" y="13527"/>
                  <a:pt x="1210" y="13986"/>
                </a:cubicBezTo>
                <a:cubicBezTo>
                  <a:pt x="1210" y="14844"/>
                  <a:pt x="1171" y="15732"/>
                  <a:pt x="1210" y="16600"/>
                </a:cubicBezTo>
                <a:lnTo>
                  <a:pt x="957" y="16473"/>
                </a:lnTo>
                <a:cubicBezTo>
                  <a:pt x="957" y="16405"/>
                  <a:pt x="957" y="16337"/>
                  <a:pt x="957" y="16268"/>
                </a:cubicBezTo>
                <a:cubicBezTo>
                  <a:pt x="947" y="16103"/>
                  <a:pt x="957" y="15927"/>
                  <a:pt x="976" y="15761"/>
                </a:cubicBezTo>
                <a:lnTo>
                  <a:pt x="996" y="14834"/>
                </a:lnTo>
                <a:lnTo>
                  <a:pt x="1054" y="12991"/>
                </a:lnTo>
                <a:cubicBezTo>
                  <a:pt x="1045" y="12903"/>
                  <a:pt x="976" y="12834"/>
                  <a:pt x="889" y="12825"/>
                </a:cubicBezTo>
                <a:lnTo>
                  <a:pt x="303" y="12766"/>
                </a:lnTo>
                <a:cubicBezTo>
                  <a:pt x="206" y="12766"/>
                  <a:pt x="137" y="12844"/>
                  <a:pt x="137" y="12932"/>
                </a:cubicBezTo>
                <a:cubicBezTo>
                  <a:pt x="79" y="14230"/>
                  <a:pt x="69" y="15517"/>
                  <a:pt x="98" y="16815"/>
                </a:cubicBezTo>
                <a:cubicBezTo>
                  <a:pt x="108" y="17137"/>
                  <a:pt x="1" y="17644"/>
                  <a:pt x="284" y="17849"/>
                </a:cubicBezTo>
                <a:cubicBezTo>
                  <a:pt x="429" y="17950"/>
                  <a:pt x="633" y="17984"/>
                  <a:pt x="845" y="17984"/>
                </a:cubicBezTo>
                <a:cubicBezTo>
                  <a:pt x="1101" y="17984"/>
                  <a:pt x="1369" y="17935"/>
                  <a:pt x="1562" y="17898"/>
                </a:cubicBezTo>
                <a:lnTo>
                  <a:pt x="1581" y="17898"/>
                </a:lnTo>
                <a:cubicBezTo>
                  <a:pt x="1825" y="18122"/>
                  <a:pt x="2186" y="18210"/>
                  <a:pt x="2596" y="18239"/>
                </a:cubicBezTo>
                <a:cubicBezTo>
                  <a:pt x="2676" y="18246"/>
                  <a:pt x="2765" y="18250"/>
                  <a:pt x="2859" y="18250"/>
                </a:cubicBezTo>
                <a:cubicBezTo>
                  <a:pt x="3433" y="18250"/>
                  <a:pt x="4211" y="18103"/>
                  <a:pt x="4420" y="17576"/>
                </a:cubicBezTo>
                <a:cubicBezTo>
                  <a:pt x="4576" y="17195"/>
                  <a:pt x="4488" y="16688"/>
                  <a:pt x="4488" y="16288"/>
                </a:cubicBezTo>
                <a:cubicBezTo>
                  <a:pt x="4488" y="15722"/>
                  <a:pt x="4498" y="15156"/>
                  <a:pt x="4488" y="14571"/>
                </a:cubicBezTo>
                <a:cubicBezTo>
                  <a:pt x="4488" y="13469"/>
                  <a:pt x="4488" y="12366"/>
                  <a:pt x="4479" y="11264"/>
                </a:cubicBezTo>
                <a:cubicBezTo>
                  <a:pt x="4459" y="8747"/>
                  <a:pt x="4381" y="6220"/>
                  <a:pt x="4205" y="3703"/>
                </a:cubicBezTo>
                <a:cubicBezTo>
                  <a:pt x="4205" y="3674"/>
                  <a:pt x="4196" y="3655"/>
                  <a:pt x="4176" y="3625"/>
                </a:cubicBezTo>
                <a:cubicBezTo>
                  <a:pt x="4186" y="3606"/>
                  <a:pt x="4176" y="3586"/>
                  <a:pt x="4176" y="3567"/>
                </a:cubicBezTo>
                <a:cubicBezTo>
                  <a:pt x="3971" y="2903"/>
                  <a:pt x="3688" y="2259"/>
                  <a:pt x="3337" y="1664"/>
                </a:cubicBezTo>
                <a:cubicBezTo>
                  <a:pt x="3327" y="1655"/>
                  <a:pt x="3318" y="1645"/>
                  <a:pt x="3308" y="1635"/>
                </a:cubicBezTo>
                <a:cubicBezTo>
                  <a:pt x="3152" y="1118"/>
                  <a:pt x="2996" y="611"/>
                  <a:pt x="2801" y="113"/>
                </a:cubicBezTo>
                <a:cubicBezTo>
                  <a:pt x="2773" y="41"/>
                  <a:pt x="2704" y="1"/>
                  <a:pt x="2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0" name="Google Shape;2870;p88"/>
          <p:cNvGrpSpPr/>
          <p:nvPr/>
        </p:nvGrpSpPr>
        <p:grpSpPr>
          <a:xfrm rot="-1507898">
            <a:off x="767128" y="2559231"/>
            <a:ext cx="614520" cy="752249"/>
            <a:chOff x="3054527" y="-1277550"/>
            <a:chExt cx="549098" cy="672190"/>
          </a:xfrm>
        </p:grpSpPr>
        <p:sp>
          <p:nvSpPr>
            <p:cNvPr id="2871" name="Google Shape;2871;p88"/>
            <p:cNvSpPr/>
            <p:nvPr/>
          </p:nvSpPr>
          <p:spPr>
            <a:xfrm>
              <a:off x="3054527" y="-1277550"/>
              <a:ext cx="549098" cy="672190"/>
            </a:xfrm>
            <a:custGeom>
              <a:rect b="b" l="l" r="r" t="t"/>
              <a:pathLst>
                <a:path extrusionOk="0" h="12074" w="9863">
                  <a:moveTo>
                    <a:pt x="7130" y="324"/>
                  </a:moveTo>
                  <a:cubicBezTo>
                    <a:pt x="7818" y="324"/>
                    <a:pt x="8505" y="341"/>
                    <a:pt x="9190" y="362"/>
                  </a:cubicBezTo>
                  <a:cubicBezTo>
                    <a:pt x="9307" y="3405"/>
                    <a:pt x="9336" y="6459"/>
                    <a:pt x="9287" y="9502"/>
                  </a:cubicBezTo>
                  <a:cubicBezTo>
                    <a:pt x="7356" y="9590"/>
                    <a:pt x="5424" y="9746"/>
                    <a:pt x="3493" y="9961"/>
                  </a:cubicBezTo>
                  <a:cubicBezTo>
                    <a:pt x="3034" y="9990"/>
                    <a:pt x="2566" y="10059"/>
                    <a:pt x="2117" y="10156"/>
                  </a:cubicBezTo>
                  <a:cubicBezTo>
                    <a:pt x="1941" y="7044"/>
                    <a:pt x="1932" y="3942"/>
                    <a:pt x="2068" y="830"/>
                  </a:cubicBezTo>
                  <a:cubicBezTo>
                    <a:pt x="2478" y="732"/>
                    <a:pt x="2888" y="654"/>
                    <a:pt x="3307" y="586"/>
                  </a:cubicBezTo>
                  <a:cubicBezTo>
                    <a:pt x="4570" y="383"/>
                    <a:pt x="5850" y="324"/>
                    <a:pt x="7130" y="324"/>
                  </a:cubicBezTo>
                  <a:close/>
                  <a:moveTo>
                    <a:pt x="1737" y="908"/>
                  </a:moveTo>
                  <a:lnTo>
                    <a:pt x="1737" y="908"/>
                  </a:lnTo>
                  <a:cubicBezTo>
                    <a:pt x="1600" y="4020"/>
                    <a:pt x="1620" y="7132"/>
                    <a:pt x="1795" y="10244"/>
                  </a:cubicBezTo>
                  <a:cubicBezTo>
                    <a:pt x="1668" y="10283"/>
                    <a:pt x="1541" y="10322"/>
                    <a:pt x="1415" y="10380"/>
                  </a:cubicBezTo>
                  <a:cubicBezTo>
                    <a:pt x="1102" y="10517"/>
                    <a:pt x="839" y="10712"/>
                    <a:pt x="615" y="10966"/>
                  </a:cubicBezTo>
                  <a:lnTo>
                    <a:pt x="615" y="10839"/>
                  </a:lnTo>
                  <a:cubicBezTo>
                    <a:pt x="605" y="10341"/>
                    <a:pt x="585" y="9844"/>
                    <a:pt x="576" y="9356"/>
                  </a:cubicBezTo>
                  <a:cubicBezTo>
                    <a:pt x="537" y="7542"/>
                    <a:pt x="517" y="5727"/>
                    <a:pt x="517" y="3922"/>
                  </a:cubicBezTo>
                  <a:lnTo>
                    <a:pt x="517" y="2537"/>
                  </a:lnTo>
                  <a:cubicBezTo>
                    <a:pt x="517" y="2098"/>
                    <a:pt x="381" y="1464"/>
                    <a:pt x="800" y="1220"/>
                  </a:cubicBezTo>
                  <a:cubicBezTo>
                    <a:pt x="1093" y="1074"/>
                    <a:pt x="1415" y="966"/>
                    <a:pt x="1737" y="908"/>
                  </a:cubicBezTo>
                  <a:close/>
                  <a:moveTo>
                    <a:pt x="8946" y="9854"/>
                  </a:moveTo>
                  <a:lnTo>
                    <a:pt x="8946" y="9854"/>
                  </a:lnTo>
                  <a:cubicBezTo>
                    <a:pt x="8858" y="10020"/>
                    <a:pt x="8819" y="10205"/>
                    <a:pt x="8829" y="10400"/>
                  </a:cubicBezTo>
                  <a:cubicBezTo>
                    <a:pt x="6156" y="10605"/>
                    <a:pt x="3493" y="10868"/>
                    <a:pt x="839" y="11171"/>
                  </a:cubicBezTo>
                  <a:cubicBezTo>
                    <a:pt x="1142" y="10702"/>
                    <a:pt x="2039" y="10488"/>
                    <a:pt x="2468" y="10420"/>
                  </a:cubicBezTo>
                  <a:cubicBezTo>
                    <a:pt x="3229" y="10273"/>
                    <a:pt x="4000" y="10224"/>
                    <a:pt x="4771" y="10156"/>
                  </a:cubicBezTo>
                  <a:cubicBezTo>
                    <a:pt x="6156" y="10020"/>
                    <a:pt x="7551" y="9922"/>
                    <a:pt x="8946" y="9854"/>
                  </a:cubicBezTo>
                  <a:close/>
                  <a:moveTo>
                    <a:pt x="8887" y="10722"/>
                  </a:moveTo>
                  <a:cubicBezTo>
                    <a:pt x="8956" y="10898"/>
                    <a:pt x="9063" y="11044"/>
                    <a:pt x="9209" y="11171"/>
                  </a:cubicBezTo>
                  <a:cubicBezTo>
                    <a:pt x="7541" y="11337"/>
                    <a:pt x="5863" y="11483"/>
                    <a:pt x="4175" y="11610"/>
                  </a:cubicBezTo>
                  <a:cubicBezTo>
                    <a:pt x="3447" y="11666"/>
                    <a:pt x="2712" y="11736"/>
                    <a:pt x="1976" y="11736"/>
                  </a:cubicBezTo>
                  <a:cubicBezTo>
                    <a:pt x="1825" y="11736"/>
                    <a:pt x="1673" y="11733"/>
                    <a:pt x="1522" y="11727"/>
                  </a:cubicBezTo>
                  <a:cubicBezTo>
                    <a:pt x="1298" y="11717"/>
                    <a:pt x="937" y="11707"/>
                    <a:pt x="732" y="11561"/>
                  </a:cubicBezTo>
                  <a:cubicBezTo>
                    <a:pt x="732" y="11551"/>
                    <a:pt x="732" y="11532"/>
                    <a:pt x="732" y="11512"/>
                  </a:cubicBezTo>
                  <a:cubicBezTo>
                    <a:pt x="3444" y="11200"/>
                    <a:pt x="6166" y="10937"/>
                    <a:pt x="8887" y="10722"/>
                  </a:cubicBezTo>
                  <a:close/>
                  <a:moveTo>
                    <a:pt x="7142" y="0"/>
                  </a:moveTo>
                  <a:cubicBezTo>
                    <a:pt x="5928" y="0"/>
                    <a:pt x="4714" y="52"/>
                    <a:pt x="3512" y="225"/>
                  </a:cubicBezTo>
                  <a:cubicBezTo>
                    <a:pt x="2576" y="362"/>
                    <a:pt x="1532" y="518"/>
                    <a:pt x="673" y="918"/>
                  </a:cubicBezTo>
                  <a:cubicBezTo>
                    <a:pt x="0" y="1220"/>
                    <a:pt x="185" y="2030"/>
                    <a:pt x="185" y="2644"/>
                  </a:cubicBezTo>
                  <a:cubicBezTo>
                    <a:pt x="176" y="4771"/>
                    <a:pt x="195" y="6908"/>
                    <a:pt x="244" y="9034"/>
                  </a:cubicBezTo>
                  <a:cubicBezTo>
                    <a:pt x="254" y="9571"/>
                    <a:pt x="264" y="10098"/>
                    <a:pt x="283" y="10634"/>
                  </a:cubicBezTo>
                  <a:cubicBezTo>
                    <a:pt x="293" y="10956"/>
                    <a:pt x="224" y="11415"/>
                    <a:pt x="390" y="11707"/>
                  </a:cubicBezTo>
                  <a:cubicBezTo>
                    <a:pt x="498" y="11922"/>
                    <a:pt x="703" y="11971"/>
                    <a:pt x="927" y="12010"/>
                  </a:cubicBezTo>
                  <a:cubicBezTo>
                    <a:pt x="1272" y="12054"/>
                    <a:pt x="1625" y="12074"/>
                    <a:pt x="1979" y="12074"/>
                  </a:cubicBezTo>
                  <a:cubicBezTo>
                    <a:pt x="2165" y="12074"/>
                    <a:pt x="2351" y="12069"/>
                    <a:pt x="2537" y="12058"/>
                  </a:cubicBezTo>
                  <a:cubicBezTo>
                    <a:pt x="4917" y="11951"/>
                    <a:pt x="7307" y="11688"/>
                    <a:pt x="9678" y="11444"/>
                  </a:cubicBezTo>
                  <a:cubicBezTo>
                    <a:pt x="9795" y="11424"/>
                    <a:pt x="9863" y="11307"/>
                    <a:pt x="9814" y="11200"/>
                  </a:cubicBezTo>
                  <a:cubicBezTo>
                    <a:pt x="9814" y="11132"/>
                    <a:pt x="9775" y="11073"/>
                    <a:pt x="9707" y="11063"/>
                  </a:cubicBezTo>
                  <a:cubicBezTo>
                    <a:pt x="9151" y="10917"/>
                    <a:pt x="8965" y="10224"/>
                    <a:pt x="9375" y="9824"/>
                  </a:cubicBezTo>
                  <a:lnTo>
                    <a:pt x="9453" y="9824"/>
                  </a:lnTo>
                  <a:cubicBezTo>
                    <a:pt x="9541" y="9824"/>
                    <a:pt x="9619" y="9756"/>
                    <a:pt x="9619" y="9659"/>
                  </a:cubicBezTo>
                  <a:cubicBezTo>
                    <a:pt x="9678" y="6517"/>
                    <a:pt x="9639" y="3386"/>
                    <a:pt x="9512" y="244"/>
                  </a:cubicBezTo>
                  <a:cubicBezTo>
                    <a:pt x="9522" y="205"/>
                    <a:pt x="9512" y="176"/>
                    <a:pt x="9502" y="147"/>
                  </a:cubicBezTo>
                  <a:cubicBezTo>
                    <a:pt x="9481" y="69"/>
                    <a:pt x="9413" y="16"/>
                    <a:pt x="9340" y="16"/>
                  </a:cubicBezTo>
                  <a:cubicBezTo>
                    <a:pt x="9313" y="16"/>
                    <a:pt x="9285" y="24"/>
                    <a:pt x="9258" y="40"/>
                  </a:cubicBezTo>
                  <a:cubicBezTo>
                    <a:pt x="8554" y="18"/>
                    <a:pt x="7848" y="0"/>
                    <a:pt x="7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8"/>
            <p:cNvSpPr/>
            <p:nvPr/>
          </p:nvSpPr>
          <p:spPr>
            <a:xfrm>
              <a:off x="3232623" y="-1111369"/>
              <a:ext cx="264556" cy="196134"/>
            </a:xfrm>
            <a:custGeom>
              <a:rect b="b" l="l" r="r" t="t"/>
              <a:pathLst>
                <a:path extrusionOk="0" h="3523" w="4752">
                  <a:moveTo>
                    <a:pt x="4245" y="342"/>
                  </a:moveTo>
                  <a:cubicBezTo>
                    <a:pt x="4362" y="1240"/>
                    <a:pt x="4420" y="2137"/>
                    <a:pt x="4420" y="3045"/>
                  </a:cubicBezTo>
                  <a:lnTo>
                    <a:pt x="333" y="3191"/>
                  </a:lnTo>
                  <a:cubicBezTo>
                    <a:pt x="333" y="2332"/>
                    <a:pt x="342" y="1474"/>
                    <a:pt x="342" y="615"/>
                  </a:cubicBezTo>
                  <a:cubicBezTo>
                    <a:pt x="1650" y="596"/>
                    <a:pt x="2947" y="498"/>
                    <a:pt x="4245" y="342"/>
                  </a:cubicBezTo>
                  <a:close/>
                  <a:moveTo>
                    <a:pt x="4381" y="1"/>
                  </a:moveTo>
                  <a:cubicBezTo>
                    <a:pt x="3025" y="167"/>
                    <a:pt x="1659" y="264"/>
                    <a:pt x="284" y="293"/>
                  </a:cubicBezTo>
                  <a:cubicBezTo>
                    <a:pt x="274" y="293"/>
                    <a:pt x="255" y="303"/>
                    <a:pt x="235" y="303"/>
                  </a:cubicBezTo>
                  <a:cubicBezTo>
                    <a:pt x="218" y="296"/>
                    <a:pt x="200" y="293"/>
                    <a:pt x="182" y="293"/>
                  </a:cubicBezTo>
                  <a:cubicBezTo>
                    <a:pt x="100" y="293"/>
                    <a:pt x="20" y="363"/>
                    <a:pt x="20" y="459"/>
                  </a:cubicBezTo>
                  <a:cubicBezTo>
                    <a:pt x="20" y="1425"/>
                    <a:pt x="11" y="2391"/>
                    <a:pt x="1" y="3357"/>
                  </a:cubicBezTo>
                  <a:cubicBezTo>
                    <a:pt x="1" y="3444"/>
                    <a:pt x="79" y="3523"/>
                    <a:pt x="167" y="3523"/>
                  </a:cubicBezTo>
                  <a:lnTo>
                    <a:pt x="4586" y="3366"/>
                  </a:lnTo>
                  <a:cubicBezTo>
                    <a:pt x="4674" y="3366"/>
                    <a:pt x="4742" y="3298"/>
                    <a:pt x="4742" y="3201"/>
                  </a:cubicBezTo>
                  <a:cubicBezTo>
                    <a:pt x="4752" y="2176"/>
                    <a:pt x="4684" y="1142"/>
                    <a:pt x="4537" y="118"/>
                  </a:cubicBezTo>
                  <a:cubicBezTo>
                    <a:pt x="4518" y="50"/>
                    <a:pt x="4459" y="1"/>
                    <a:pt x="4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88"/>
          <p:cNvGrpSpPr/>
          <p:nvPr/>
        </p:nvGrpSpPr>
        <p:grpSpPr>
          <a:xfrm>
            <a:off x="713184" y="4691184"/>
            <a:ext cx="7726459" cy="369843"/>
            <a:chOff x="713184" y="4691184"/>
            <a:chExt cx="7726459" cy="369843"/>
          </a:xfrm>
        </p:grpSpPr>
        <p:sp>
          <p:nvSpPr>
            <p:cNvPr id="2874" name="Google Shape;2874;p88"/>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2875" name="Google Shape;2875;p88"/>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8"/>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8">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1" name="Shape 2881"/>
        <p:cNvGrpSpPr/>
        <p:nvPr/>
      </p:nvGrpSpPr>
      <p:grpSpPr>
        <a:xfrm>
          <a:off x="0" y="0"/>
          <a:ext cx="0" cy="0"/>
          <a:chOff x="0" y="0"/>
          <a:chExt cx="0" cy="0"/>
        </a:xfrm>
      </p:grpSpPr>
      <p:sp>
        <p:nvSpPr>
          <p:cNvPr id="2882" name="Google Shape;2882;p89"/>
          <p:cNvSpPr/>
          <p:nvPr/>
        </p:nvSpPr>
        <p:spPr>
          <a:xfrm>
            <a:off x="986806" y="2606275"/>
            <a:ext cx="3010486" cy="459902"/>
          </a:xfrm>
          <a:custGeom>
            <a:rect b="b" l="l" r="r" t="t"/>
            <a:pathLst>
              <a:path extrusionOk="0" h="5156" w="13951">
                <a:moveTo>
                  <a:pt x="9921" y="1"/>
                </a:moveTo>
                <a:cubicBezTo>
                  <a:pt x="8487" y="1"/>
                  <a:pt x="7041" y="22"/>
                  <a:pt x="5629" y="22"/>
                </a:cubicBezTo>
                <a:lnTo>
                  <a:pt x="59" y="22"/>
                </a:lnTo>
                <a:cubicBezTo>
                  <a:pt x="59" y="1544"/>
                  <a:pt x="0" y="3330"/>
                  <a:pt x="49" y="5095"/>
                </a:cubicBezTo>
                <a:cubicBezTo>
                  <a:pt x="1480" y="5141"/>
                  <a:pt x="2859" y="5156"/>
                  <a:pt x="4205" y="5156"/>
                </a:cubicBezTo>
                <a:cubicBezTo>
                  <a:pt x="6897" y="5156"/>
                  <a:pt x="9460" y="5095"/>
                  <a:pt x="12048" y="5095"/>
                </a:cubicBezTo>
                <a:cubicBezTo>
                  <a:pt x="13317" y="5095"/>
                  <a:pt x="13951" y="5056"/>
                  <a:pt x="13951" y="5056"/>
                </a:cubicBezTo>
                <a:cubicBezTo>
                  <a:pt x="13951" y="3876"/>
                  <a:pt x="13892" y="832"/>
                  <a:pt x="13834" y="71"/>
                </a:cubicBezTo>
                <a:lnTo>
                  <a:pt x="12058" y="22"/>
                </a:lnTo>
                <a:cubicBezTo>
                  <a:pt x="11353" y="6"/>
                  <a:pt x="10638" y="1"/>
                  <a:pt x="9921"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883" name="Google Shape;2883;p89"/>
          <p:cNvSpPr/>
          <p:nvPr/>
        </p:nvSpPr>
        <p:spPr>
          <a:xfrm>
            <a:off x="5146694" y="2606275"/>
            <a:ext cx="3010486" cy="459902"/>
          </a:xfrm>
          <a:custGeom>
            <a:rect b="b" l="l" r="r" t="t"/>
            <a:pathLst>
              <a:path extrusionOk="0" h="5156" w="13951">
                <a:moveTo>
                  <a:pt x="9921" y="1"/>
                </a:moveTo>
                <a:cubicBezTo>
                  <a:pt x="8487" y="1"/>
                  <a:pt x="7041" y="22"/>
                  <a:pt x="5629" y="22"/>
                </a:cubicBezTo>
                <a:lnTo>
                  <a:pt x="59" y="22"/>
                </a:lnTo>
                <a:cubicBezTo>
                  <a:pt x="59" y="1544"/>
                  <a:pt x="0" y="3330"/>
                  <a:pt x="49" y="5095"/>
                </a:cubicBezTo>
                <a:cubicBezTo>
                  <a:pt x="1480" y="5141"/>
                  <a:pt x="2859" y="5156"/>
                  <a:pt x="4205" y="5156"/>
                </a:cubicBezTo>
                <a:cubicBezTo>
                  <a:pt x="6897" y="5156"/>
                  <a:pt x="9460" y="5095"/>
                  <a:pt x="12048" y="5095"/>
                </a:cubicBezTo>
                <a:cubicBezTo>
                  <a:pt x="13317" y="5095"/>
                  <a:pt x="13951" y="5056"/>
                  <a:pt x="13951" y="5056"/>
                </a:cubicBezTo>
                <a:cubicBezTo>
                  <a:pt x="13951" y="3876"/>
                  <a:pt x="13892" y="832"/>
                  <a:pt x="13834" y="71"/>
                </a:cubicBezTo>
                <a:lnTo>
                  <a:pt x="12058" y="22"/>
                </a:lnTo>
                <a:cubicBezTo>
                  <a:pt x="11353" y="6"/>
                  <a:pt x="10638" y="1"/>
                  <a:pt x="9921"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884" name="Google Shape;2884;p89"/>
          <p:cNvGrpSpPr/>
          <p:nvPr/>
        </p:nvGrpSpPr>
        <p:grpSpPr>
          <a:xfrm>
            <a:off x="3054826" y="793682"/>
            <a:ext cx="3010505" cy="543327"/>
            <a:chOff x="5316325" y="2821782"/>
            <a:chExt cx="1404350" cy="302100"/>
          </a:xfrm>
        </p:grpSpPr>
        <p:sp>
          <p:nvSpPr>
            <p:cNvPr id="2885" name="Google Shape;2885;p89"/>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9"/>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9"/>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9"/>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9"/>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9"/>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9"/>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89"/>
          <p:cNvSpPr txBox="1"/>
          <p:nvPr>
            <p:ph type="title"/>
          </p:nvPr>
        </p:nvSpPr>
        <p:spPr>
          <a:xfrm>
            <a:off x="3453650" y="758950"/>
            <a:ext cx="2236500" cy="45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write!</a:t>
            </a:r>
            <a:endParaRPr/>
          </a:p>
        </p:txBody>
      </p:sp>
      <p:sp>
        <p:nvSpPr>
          <p:cNvPr id="2893" name="Google Shape;2893;p89"/>
          <p:cNvSpPr txBox="1"/>
          <p:nvPr>
            <p:ph idx="2" type="title"/>
          </p:nvPr>
        </p:nvSpPr>
        <p:spPr>
          <a:xfrm>
            <a:off x="5158538" y="2685326"/>
            <a:ext cx="29868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Fill the Gap</a:t>
            </a:r>
            <a:endParaRPr/>
          </a:p>
        </p:txBody>
      </p:sp>
      <p:sp>
        <p:nvSpPr>
          <p:cNvPr id="2894" name="Google Shape;2894;p89"/>
          <p:cNvSpPr txBox="1"/>
          <p:nvPr>
            <p:ph idx="1" type="subTitle"/>
          </p:nvPr>
        </p:nvSpPr>
        <p:spPr>
          <a:xfrm>
            <a:off x="5146688" y="3128200"/>
            <a:ext cx="3010500" cy="115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a:t>
            </a:r>
            <a:r>
              <a:rPr lang="en"/>
              <a:t>This planet's name has nothing to do with the liquid metal</a:t>
            </a:r>
            <a:endParaRPr/>
          </a:p>
        </p:txBody>
      </p:sp>
      <p:sp>
        <p:nvSpPr>
          <p:cNvPr id="2895" name="Google Shape;2895;p89"/>
          <p:cNvSpPr txBox="1"/>
          <p:nvPr>
            <p:ph idx="3" type="title"/>
          </p:nvPr>
        </p:nvSpPr>
        <p:spPr>
          <a:xfrm>
            <a:off x="998649" y="2685326"/>
            <a:ext cx="29868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Make two groups</a:t>
            </a:r>
            <a:endParaRPr/>
          </a:p>
        </p:txBody>
      </p:sp>
      <p:sp>
        <p:nvSpPr>
          <p:cNvPr id="2896" name="Google Shape;2896;p89"/>
          <p:cNvSpPr txBox="1"/>
          <p:nvPr>
            <p:ph idx="4" type="subTitle"/>
          </p:nvPr>
        </p:nvSpPr>
        <p:spPr>
          <a:xfrm>
            <a:off x="986799" y="3128200"/>
            <a:ext cx="3010500" cy="115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 and its atmosphere is extremely poisonous</a:t>
            </a:r>
            <a:endParaRPr/>
          </a:p>
        </p:txBody>
      </p:sp>
      <p:sp>
        <p:nvSpPr>
          <p:cNvPr id="2897" name="Google Shape;2897;p89"/>
          <p:cNvSpPr txBox="1"/>
          <p:nvPr>
            <p:ph idx="5" type="title"/>
          </p:nvPr>
        </p:nvSpPr>
        <p:spPr>
          <a:xfrm>
            <a:off x="1604199" y="1705438"/>
            <a:ext cx="1775700" cy="8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898" name="Google Shape;2898;p89"/>
          <p:cNvSpPr txBox="1"/>
          <p:nvPr>
            <p:ph idx="6" type="title"/>
          </p:nvPr>
        </p:nvSpPr>
        <p:spPr>
          <a:xfrm>
            <a:off x="5764088" y="1705438"/>
            <a:ext cx="1775700" cy="8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899" name="Google Shape;2899;p89"/>
          <p:cNvSpPr/>
          <p:nvPr/>
        </p:nvSpPr>
        <p:spPr>
          <a:xfrm flipH="1" rot="5400000">
            <a:off x="4352928" y="1721780"/>
            <a:ext cx="438152" cy="952092"/>
          </a:xfrm>
          <a:custGeom>
            <a:rect b="b" l="l" r="r" t="t"/>
            <a:pathLst>
              <a:path extrusionOk="0" h="10157" w="4674">
                <a:moveTo>
                  <a:pt x="3474" y="2937"/>
                </a:moveTo>
                <a:cubicBezTo>
                  <a:pt x="3503" y="3191"/>
                  <a:pt x="3513" y="3425"/>
                  <a:pt x="3542" y="3649"/>
                </a:cubicBezTo>
                <a:cubicBezTo>
                  <a:pt x="3630" y="4537"/>
                  <a:pt x="3630" y="5425"/>
                  <a:pt x="3542" y="6312"/>
                </a:cubicBezTo>
                <a:cubicBezTo>
                  <a:pt x="3474" y="7103"/>
                  <a:pt x="3337" y="7883"/>
                  <a:pt x="3123" y="8644"/>
                </a:cubicBezTo>
                <a:cubicBezTo>
                  <a:pt x="3015" y="9044"/>
                  <a:pt x="2850" y="9434"/>
                  <a:pt x="2703" y="9834"/>
                </a:cubicBezTo>
                <a:cubicBezTo>
                  <a:pt x="2684" y="9873"/>
                  <a:pt x="2664" y="9912"/>
                  <a:pt x="2645" y="9951"/>
                </a:cubicBezTo>
                <a:cubicBezTo>
                  <a:pt x="2576" y="10098"/>
                  <a:pt x="2391" y="10156"/>
                  <a:pt x="2245" y="10078"/>
                </a:cubicBezTo>
                <a:cubicBezTo>
                  <a:pt x="2089" y="9990"/>
                  <a:pt x="1942" y="9873"/>
                  <a:pt x="1835" y="9737"/>
                </a:cubicBezTo>
                <a:cubicBezTo>
                  <a:pt x="1728" y="9600"/>
                  <a:pt x="1630" y="9463"/>
                  <a:pt x="1513" y="9346"/>
                </a:cubicBezTo>
                <a:cubicBezTo>
                  <a:pt x="1406" y="9220"/>
                  <a:pt x="1406" y="9210"/>
                  <a:pt x="1250" y="9298"/>
                </a:cubicBezTo>
                <a:cubicBezTo>
                  <a:pt x="957" y="9483"/>
                  <a:pt x="645" y="9629"/>
                  <a:pt x="303" y="9727"/>
                </a:cubicBezTo>
                <a:cubicBezTo>
                  <a:pt x="216" y="9746"/>
                  <a:pt x="138" y="9776"/>
                  <a:pt x="59" y="9688"/>
                </a:cubicBezTo>
                <a:cubicBezTo>
                  <a:pt x="11" y="9620"/>
                  <a:pt x="1" y="9522"/>
                  <a:pt x="40" y="9444"/>
                </a:cubicBezTo>
                <a:cubicBezTo>
                  <a:pt x="138" y="9229"/>
                  <a:pt x="206" y="9005"/>
                  <a:pt x="372" y="8829"/>
                </a:cubicBezTo>
                <a:cubicBezTo>
                  <a:pt x="401" y="8790"/>
                  <a:pt x="420" y="8751"/>
                  <a:pt x="440" y="8712"/>
                </a:cubicBezTo>
                <a:cubicBezTo>
                  <a:pt x="957" y="7649"/>
                  <a:pt x="1406" y="6556"/>
                  <a:pt x="1650" y="5405"/>
                </a:cubicBezTo>
                <a:cubicBezTo>
                  <a:pt x="1806" y="4625"/>
                  <a:pt x="1913" y="3844"/>
                  <a:pt x="1981" y="3054"/>
                </a:cubicBezTo>
                <a:lnTo>
                  <a:pt x="1981" y="2898"/>
                </a:lnTo>
                <a:cubicBezTo>
                  <a:pt x="1903" y="2888"/>
                  <a:pt x="1855" y="2937"/>
                  <a:pt x="1806" y="2956"/>
                </a:cubicBezTo>
                <a:cubicBezTo>
                  <a:pt x="1552" y="3083"/>
                  <a:pt x="1289" y="3181"/>
                  <a:pt x="1025" y="3269"/>
                </a:cubicBezTo>
                <a:cubicBezTo>
                  <a:pt x="928" y="3298"/>
                  <a:pt x="840" y="3317"/>
                  <a:pt x="762" y="3230"/>
                </a:cubicBezTo>
                <a:cubicBezTo>
                  <a:pt x="703" y="3152"/>
                  <a:pt x="703" y="3035"/>
                  <a:pt x="762" y="2956"/>
                </a:cubicBezTo>
                <a:cubicBezTo>
                  <a:pt x="801" y="2878"/>
                  <a:pt x="850" y="2800"/>
                  <a:pt x="908" y="2732"/>
                </a:cubicBezTo>
                <a:cubicBezTo>
                  <a:pt x="1464" y="2020"/>
                  <a:pt x="2020" y="1298"/>
                  <a:pt x="2557" y="557"/>
                </a:cubicBezTo>
                <a:cubicBezTo>
                  <a:pt x="2645" y="440"/>
                  <a:pt x="2742" y="313"/>
                  <a:pt x="2850" y="205"/>
                </a:cubicBezTo>
                <a:cubicBezTo>
                  <a:pt x="3035" y="1"/>
                  <a:pt x="3172" y="1"/>
                  <a:pt x="3347" y="215"/>
                </a:cubicBezTo>
                <a:cubicBezTo>
                  <a:pt x="3650" y="586"/>
                  <a:pt x="3903" y="996"/>
                  <a:pt x="4079" y="1444"/>
                </a:cubicBezTo>
                <a:cubicBezTo>
                  <a:pt x="4264" y="1952"/>
                  <a:pt x="4440" y="2459"/>
                  <a:pt x="4615" y="2966"/>
                </a:cubicBezTo>
                <a:cubicBezTo>
                  <a:pt x="4674" y="3142"/>
                  <a:pt x="4586" y="3249"/>
                  <a:pt x="4391" y="3220"/>
                </a:cubicBezTo>
                <a:cubicBezTo>
                  <a:pt x="4225" y="3191"/>
                  <a:pt x="4069" y="3142"/>
                  <a:pt x="3913" y="3083"/>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grpSp>
        <p:nvGrpSpPr>
          <p:cNvPr id="2904" name="Google Shape;2904;p90"/>
          <p:cNvGrpSpPr/>
          <p:nvPr/>
        </p:nvGrpSpPr>
        <p:grpSpPr>
          <a:xfrm>
            <a:off x="3054826" y="793682"/>
            <a:ext cx="3010505" cy="543327"/>
            <a:chOff x="5316325" y="2821782"/>
            <a:chExt cx="1404350" cy="302100"/>
          </a:xfrm>
        </p:grpSpPr>
        <p:sp>
          <p:nvSpPr>
            <p:cNvPr id="2905" name="Google Shape;2905;p90"/>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0"/>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0"/>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0"/>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0"/>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0"/>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0"/>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2" name="Google Shape;2912;p90"/>
          <p:cNvSpPr txBox="1"/>
          <p:nvPr>
            <p:ph type="title"/>
          </p:nvPr>
        </p:nvSpPr>
        <p:spPr>
          <a:xfrm>
            <a:off x="3310200" y="758950"/>
            <a:ext cx="25236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write!</a:t>
            </a:r>
            <a:endParaRPr/>
          </a:p>
        </p:txBody>
      </p:sp>
      <p:graphicFrame>
        <p:nvGraphicFramePr>
          <p:cNvPr id="2913" name="Google Shape;2913;p90"/>
          <p:cNvGraphicFramePr/>
          <p:nvPr/>
        </p:nvGraphicFramePr>
        <p:xfrm>
          <a:off x="2872725" y="1804460"/>
          <a:ext cx="3000000" cy="3000000"/>
        </p:xfrm>
        <a:graphic>
          <a:graphicData uri="http://schemas.openxmlformats.org/drawingml/2006/table">
            <a:tbl>
              <a:tblPr>
                <a:noFill/>
                <a:tableStyleId>{8F163E8D-8FA3-412A-B799-8354B796EDC3}</a:tableStyleId>
              </a:tblPr>
              <a:tblGrid>
                <a:gridCol w="1713925"/>
                <a:gridCol w="1713925"/>
              </a:tblGrid>
              <a:tr h="495100">
                <a:tc>
                  <a:txBody>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Spanish</a:t>
                      </a:r>
                      <a:endParaRPr sz="1800">
                        <a:solidFill>
                          <a:schemeClr val="dk1"/>
                        </a:solidFill>
                        <a:latin typeface="Gloria Hallelujah"/>
                        <a:ea typeface="Gloria Hallelujah"/>
                        <a:cs typeface="Gloria Hallelujah"/>
                        <a:sym typeface="Gloria Hallelujah"/>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English</a:t>
                      </a:r>
                      <a:endParaRPr sz="1800">
                        <a:solidFill>
                          <a:schemeClr val="dk1"/>
                        </a:solidFill>
                        <a:latin typeface="Gloria Hallelujah"/>
                        <a:ea typeface="Gloria Hallelujah"/>
                        <a:cs typeface="Gloria Hallelujah"/>
                        <a:sym typeface="Gloria Hallelujah"/>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429075">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Mesa</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rgbClr val="FFE652">
                          <a:alpha val="0"/>
                        </a:srgbClr>
                      </a:solidFill>
                      <a:prstDash val="solid"/>
                      <a:round/>
                      <a:headEnd len="sm" w="sm" type="none"/>
                      <a:tailEnd len="sm" w="sm" type="none"/>
                    </a:lnL>
                    <a:lnR cap="flat" cmpd="sng" w="19050">
                      <a:solidFill>
                        <a:srgbClr val="FFE652">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rgbClr val="FFE652">
                          <a:alpha val="0"/>
                        </a:srgbClr>
                      </a:solidFill>
                      <a:prstDash val="solid"/>
                      <a:round/>
                      <a:headEnd len="sm" w="sm" type="none"/>
                      <a:tailEnd len="sm" w="sm" type="none"/>
                    </a:lnL>
                    <a:lnR cap="flat" cmpd="sng" w="19050">
                      <a:solidFill>
                        <a:srgbClr val="FFE652">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Chair</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Sofá</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Sillón</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Shelf</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bl>
          </a:graphicData>
        </a:graphic>
      </p:graphicFrame>
      <p:sp>
        <p:nvSpPr>
          <p:cNvPr id="2914" name="Google Shape;2914;p90"/>
          <p:cNvSpPr/>
          <p:nvPr/>
        </p:nvSpPr>
        <p:spPr>
          <a:xfrm>
            <a:off x="4564219" y="1804450"/>
            <a:ext cx="15273" cy="2651799"/>
          </a:xfrm>
          <a:custGeom>
            <a:rect b="b" l="l" r="r" t="t"/>
            <a:pathLst>
              <a:path extrusionOk="0" h="87547" w="1778">
                <a:moveTo>
                  <a:pt x="717" y="0"/>
                </a:moveTo>
                <a:cubicBezTo>
                  <a:pt x="717" y="21489"/>
                  <a:pt x="-812" y="43032"/>
                  <a:pt x="717" y="64466"/>
                </a:cubicBezTo>
                <a:cubicBezTo>
                  <a:pt x="1265" y="72148"/>
                  <a:pt x="-87" y="80074"/>
                  <a:pt x="1778" y="87547"/>
                </a:cubicBezTo>
              </a:path>
            </a:pathLst>
          </a:custGeom>
          <a:noFill/>
          <a:ln cap="rnd" cmpd="sng" w="19050">
            <a:solidFill>
              <a:schemeClr val="dk1"/>
            </a:solidFill>
            <a:prstDash val="solid"/>
            <a:round/>
            <a:headEnd len="med" w="med" type="none"/>
            <a:tailEnd len="med" w="med" type="none"/>
          </a:ln>
        </p:spPr>
      </p:sp>
      <p:grpSp>
        <p:nvGrpSpPr>
          <p:cNvPr id="2915" name="Google Shape;2915;p90"/>
          <p:cNvGrpSpPr/>
          <p:nvPr/>
        </p:nvGrpSpPr>
        <p:grpSpPr>
          <a:xfrm>
            <a:off x="7241525" y="1122702"/>
            <a:ext cx="570332" cy="681739"/>
            <a:chOff x="4850150" y="1700750"/>
            <a:chExt cx="735628" cy="879323"/>
          </a:xfrm>
        </p:grpSpPr>
        <p:sp>
          <p:nvSpPr>
            <p:cNvPr id="2916" name="Google Shape;2916;p90"/>
            <p:cNvSpPr/>
            <p:nvPr/>
          </p:nvSpPr>
          <p:spPr>
            <a:xfrm>
              <a:off x="4859802" y="1855938"/>
              <a:ext cx="725975" cy="724135"/>
            </a:xfrm>
            <a:custGeom>
              <a:rect b="b" l="l" r="r" t="t"/>
              <a:pathLst>
                <a:path extrusionOk="0" h="6752" w="6769">
                  <a:moveTo>
                    <a:pt x="5434" y="1"/>
                  </a:moveTo>
                  <a:cubicBezTo>
                    <a:pt x="5389" y="1"/>
                    <a:pt x="5342" y="38"/>
                    <a:pt x="5354" y="98"/>
                  </a:cubicBezTo>
                  <a:cubicBezTo>
                    <a:pt x="5647" y="1249"/>
                    <a:pt x="5920" y="2401"/>
                    <a:pt x="6193" y="3552"/>
                  </a:cubicBezTo>
                  <a:cubicBezTo>
                    <a:pt x="6320" y="4049"/>
                    <a:pt x="6437" y="4557"/>
                    <a:pt x="6545" y="5054"/>
                  </a:cubicBezTo>
                  <a:cubicBezTo>
                    <a:pt x="6593" y="5259"/>
                    <a:pt x="6632" y="5269"/>
                    <a:pt x="6476" y="5376"/>
                  </a:cubicBezTo>
                  <a:cubicBezTo>
                    <a:pt x="6145" y="5581"/>
                    <a:pt x="5793" y="5737"/>
                    <a:pt x="5423" y="5864"/>
                  </a:cubicBezTo>
                  <a:cubicBezTo>
                    <a:pt x="4701" y="6137"/>
                    <a:pt x="3950" y="6342"/>
                    <a:pt x="3189" y="6478"/>
                  </a:cubicBezTo>
                  <a:cubicBezTo>
                    <a:pt x="2837" y="6547"/>
                    <a:pt x="2486" y="6586"/>
                    <a:pt x="2125" y="6586"/>
                  </a:cubicBezTo>
                  <a:cubicBezTo>
                    <a:pt x="1794" y="6586"/>
                    <a:pt x="1735" y="6352"/>
                    <a:pt x="1618" y="6069"/>
                  </a:cubicBezTo>
                  <a:cubicBezTo>
                    <a:pt x="945" y="4371"/>
                    <a:pt x="613" y="2498"/>
                    <a:pt x="164" y="732"/>
                  </a:cubicBezTo>
                  <a:cubicBezTo>
                    <a:pt x="153" y="693"/>
                    <a:pt x="122" y="676"/>
                    <a:pt x="91" y="676"/>
                  </a:cubicBezTo>
                  <a:cubicBezTo>
                    <a:pt x="46" y="676"/>
                    <a:pt x="1" y="713"/>
                    <a:pt x="18" y="771"/>
                  </a:cubicBezTo>
                  <a:lnTo>
                    <a:pt x="18" y="781"/>
                  </a:lnTo>
                  <a:cubicBezTo>
                    <a:pt x="301" y="1893"/>
                    <a:pt x="574" y="3015"/>
                    <a:pt x="867" y="4127"/>
                  </a:cubicBezTo>
                  <a:cubicBezTo>
                    <a:pt x="1072" y="4888"/>
                    <a:pt x="1257" y="5678"/>
                    <a:pt x="1589" y="6400"/>
                  </a:cubicBezTo>
                  <a:cubicBezTo>
                    <a:pt x="1719" y="6686"/>
                    <a:pt x="1914" y="6752"/>
                    <a:pt x="2157" y="6752"/>
                  </a:cubicBezTo>
                  <a:cubicBezTo>
                    <a:pt x="2278" y="6752"/>
                    <a:pt x="2411" y="6735"/>
                    <a:pt x="2555" y="6722"/>
                  </a:cubicBezTo>
                  <a:cubicBezTo>
                    <a:pt x="3452" y="6654"/>
                    <a:pt x="4340" y="6400"/>
                    <a:pt x="5179" y="6117"/>
                  </a:cubicBezTo>
                  <a:cubicBezTo>
                    <a:pt x="5413" y="6039"/>
                    <a:pt x="6769" y="5630"/>
                    <a:pt x="6759" y="5337"/>
                  </a:cubicBezTo>
                  <a:cubicBezTo>
                    <a:pt x="6749" y="4966"/>
                    <a:pt x="6603" y="4566"/>
                    <a:pt x="6515" y="4215"/>
                  </a:cubicBezTo>
                  <a:cubicBezTo>
                    <a:pt x="6193" y="2830"/>
                    <a:pt x="5852" y="1435"/>
                    <a:pt x="5501" y="49"/>
                  </a:cubicBezTo>
                  <a:cubicBezTo>
                    <a:pt x="5489" y="16"/>
                    <a:pt x="5462" y="1"/>
                    <a:pt x="5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0"/>
            <p:cNvSpPr/>
            <p:nvPr/>
          </p:nvSpPr>
          <p:spPr>
            <a:xfrm>
              <a:off x="4957078" y="1989139"/>
              <a:ext cx="166452" cy="582247"/>
            </a:xfrm>
            <a:custGeom>
              <a:rect b="b" l="l" r="r" t="t"/>
              <a:pathLst>
                <a:path extrusionOk="0" h="5429" w="1552">
                  <a:moveTo>
                    <a:pt x="97" y="0"/>
                  </a:moveTo>
                  <a:cubicBezTo>
                    <a:pt x="51" y="0"/>
                    <a:pt x="1" y="40"/>
                    <a:pt x="18" y="105"/>
                  </a:cubicBezTo>
                  <a:cubicBezTo>
                    <a:pt x="467" y="1861"/>
                    <a:pt x="935" y="3617"/>
                    <a:pt x="1384" y="5373"/>
                  </a:cubicBezTo>
                  <a:cubicBezTo>
                    <a:pt x="1396" y="5412"/>
                    <a:pt x="1426" y="5429"/>
                    <a:pt x="1456" y="5429"/>
                  </a:cubicBezTo>
                  <a:cubicBezTo>
                    <a:pt x="1503" y="5429"/>
                    <a:pt x="1552" y="5389"/>
                    <a:pt x="1540" y="5324"/>
                  </a:cubicBezTo>
                  <a:cubicBezTo>
                    <a:pt x="1082" y="3568"/>
                    <a:pt x="623" y="1812"/>
                    <a:pt x="165" y="56"/>
                  </a:cubicBezTo>
                  <a:cubicBezTo>
                    <a:pt x="157" y="17"/>
                    <a:pt x="128"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0"/>
            <p:cNvSpPr/>
            <p:nvPr/>
          </p:nvSpPr>
          <p:spPr>
            <a:xfrm>
              <a:off x="4850150" y="1700750"/>
              <a:ext cx="602745" cy="303081"/>
            </a:xfrm>
            <a:custGeom>
              <a:rect b="b" l="l" r="r" t="t"/>
              <a:pathLst>
                <a:path extrusionOk="0" h="2826" w="5620">
                  <a:moveTo>
                    <a:pt x="4660" y="211"/>
                  </a:moveTo>
                  <a:cubicBezTo>
                    <a:pt x="4385" y="803"/>
                    <a:pt x="4646" y="1338"/>
                    <a:pt x="5254" y="1543"/>
                  </a:cubicBezTo>
                  <a:lnTo>
                    <a:pt x="5254" y="1543"/>
                  </a:lnTo>
                  <a:cubicBezTo>
                    <a:pt x="4454" y="1850"/>
                    <a:pt x="2283" y="2593"/>
                    <a:pt x="1072" y="2593"/>
                  </a:cubicBezTo>
                  <a:cubicBezTo>
                    <a:pt x="522" y="2593"/>
                    <a:pt x="171" y="2440"/>
                    <a:pt x="235" y="2023"/>
                  </a:cubicBezTo>
                  <a:cubicBezTo>
                    <a:pt x="362" y="1272"/>
                    <a:pt x="1923" y="931"/>
                    <a:pt x="2508" y="755"/>
                  </a:cubicBezTo>
                  <a:cubicBezTo>
                    <a:pt x="3219" y="539"/>
                    <a:pt x="3947" y="406"/>
                    <a:pt x="4660" y="211"/>
                  </a:cubicBezTo>
                  <a:close/>
                  <a:moveTo>
                    <a:pt x="4824" y="0"/>
                  </a:moveTo>
                  <a:cubicBezTo>
                    <a:pt x="4817" y="0"/>
                    <a:pt x="4809" y="1"/>
                    <a:pt x="4800" y="4"/>
                  </a:cubicBezTo>
                  <a:cubicBezTo>
                    <a:pt x="3835" y="297"/>
                    <a:pt x="2840" y="462"/>
                    <a:pt x="1874" y="784"/>
                  </a:cubicBezTo>
                  <a:cubicBezTo>
                    <a:pt x="1298" y="979"/>
                    <a:pt x="1" y="1379"/>
                    <a:pt x="79" y="2189"/>
                  </a:cubicBezTo>
                  <a:cubicBezTo>
                    <a:pt x="121" y="2655"/>
                    <a:pt x="540" y="2826"/>
                    <a:pt x="1130" y="2826"/>
                  </a:cubicBezTo>
                  <a:cubicBezTo>
                    <a:pt x="2565" y="2826"/>
                    <a:pt x="5014" y="1818"/>
                    <a:pt x="5532" y="1604"/>
                  </a:cubicBezTo>
                  <a:cubicBezTo>
                    <a:pt x="5600" y="1574"/>
                    <a:pt x="5620" y="1467"/>
                    <a:pt x="5532" y="1448"/>
                  </a:cubicBezTo>
                  <a:cubicBezTo>
                    <a:pt x="4830" y="1331"/>
                    <a:pt x="4459" y="804"/>
                    <a:pt x="4888" y="121"/>
                  </a:cubicBezTo>
                  <a:cubicBezTo>
                    <a:pt x="4915" y="81"/>
                    <a:pt x="4901" y="44"/>
                    <a:pt x="4874" y="23"/>
                  </a:cubicBezTo>
                  <a:lnTo>
                    <a:pt x="4874" y="23"/>
                  </a:lnTo>
                  <a:cubicBezTo>
                    <a:pt x="4861" y="9"/>
                    <a:pt x="4845" y="0"/>
                    <a:pt x="48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0"/>
            <p:cNvSpPr/>
            <p:nvPr/>
          </p:nvSpPr>
          <p:spPr>
            <a:xfrm>
              <a:off x="4935842" y="1767673"/>
              <a:ext cx="368618" cy="127517"/>
            </a:xfrm>
            <a:custGeom>
              <a:rect b="b" l="l" r="r" t="t"/>
              <a:pathLst>
                <a:path extrusionOk="0" h="1189" w="3437">
                  <a:moveTo>
                    <a:pt x="3334" y="0"/>
                  </a:moveTo>
                  <a:cubicBezTo>
                    <a:pt x="3326" y="0"/>
                    <a:pt x="3318" y="2"/>
                    <a:pt x="3309" y="4"/>
                  </a:cubicBezTo>
                  <a:cubicBezTo>
                    <a:pt x="2236" y="365"/>
                    <a:pt x="1153" y="668"/>
                    <a:pt x="90" y="1029"/>
                  </a:cubicBezTo>
                  <a:cubicBezTo>
                    <a:pt x="1" y="1064"/>
                    <a:pt x="25" y="1188"/>
                    <a:pt x="104" y="1188"/>
                  </a:cubicBezTo>
                  <a:cubicBezTo>
                    <a:pt x="111" y="1188"/>
                    <a:pt x="120" y="1187"/>
                    <a:pt x="129" y="1185"/>
                  </a:cubicBezTo>
                  <a:cubicBezTo>
                    <a:pt x="1192" y="814"/>
                    <a:pt x="2275" y="511"/>
                    <a:pt x="3348" y="160"/>
                  </a:cubicBezTo>
                  <a:cubicBezTo>
                    <a:pt x="3437" y="125"/>
                    <a:pt x="3412" y="0"/>
                    <a:pt x="3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0"/>
            <p:cNvSpPr/>
            <p:nvPr/>
          </p:nvSpPr>
          <p:spPr>
            <a:xfrm>
              <a:off x="4921900" y="1812717"/>
              <a:ext cx="401329" cy="128268"/>
            </a:xfrm>
            <a:custGeom>
              <a:rect b="b" l="l" r="r" t="t"/>
              <a:pathLst>
                <a:path extrusionOk="0" h="1196" w="3742">
                  <a:moveTo>
                    <a:pt x="3628" y="0"/>
                  </a:moveTo>
                  <a:cubicBezTo>
                    <a:pt x="3621" y="0"/>
                    <a:pt x="3613" y="1"/>
                    <a:pt x="3605" y="4"/>
                  </a:cubicBezTo>
                  <a:cubicBezTo>
                    <a:pt x="2424" y="316"/>
                    <a:pt x="1263" y="735"/>
                    <a:pt x="83" y="1048"/>
                  </a:cubicBezTo>
                  <a:cubicBezTo>
                    <a:pt x="1" y="1075"/>
                    <a:pt x="30" y="1196"/>
                    <a:pt x="105" y="1196"/>
                  </a:cubicBezTo>
                  <a:cubicBezTo>
                    <a:pt x="111" y="1196"/>
                    <a:pt x="116" y="1195"/>
                    <a:pt x="122" y="1194"/>
                  </a:cubicBezTo>
                  <a:cubicBezTo>
                    <a:pt x="1312" y="882"/>
                    <a:pt x="2463" y="462"/>
                    <a:pt x="3644" y="160"/>
                  </a:cubicBezTo>
                  <a:cubicBezTo>
                    <a:pt x="3742" y="133"/>
                    <a:pt x="3709" y="0"/>
                    <a:pt x="3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0"/>
            <p:cNvSpPr/>
            <p:nvPr/>
          </p:nvSpPr>
          <p:spPr>
            <a:xfrm>
              <a:off x="5008772" y="1863123"/>
              <a:ext cx="304375" cy="90410"/>
            </a:xfrm>
            <a:custGeom>
              <a:rect b="b" l="l" r="r" t="t"/>
              <a:pathLst>
                <a:path extrusionOk="0" h="843" w="2838">
                  <a:moveTo>
                    <a:pt x="2733" y="0"/>
                  </a:moveTo>
                  <a:cubicBezTo>
                    <a:pt x="2728" y="0"/>
                    <a:pt x="2722" y="1"/>
                    <a:pt x="2717" y="2"/>
                  </a:cubicBezTo>
                  <a:cubicBezTo>
                    <a:pt x="1839" y="226"/>
                    <a:pt x="970" y="490"/>
                    <a:pt x="92" y="695"/>
                  </a:cubicBezTo>
                  <a:cubicBezTo>
                    <a:pt x="1" y="713"/>
                    <a:pt x="30" y="843"/>
                    <a:pt x="114" y="843"/>
                  </a:cubicBezTo>
                  <a:cubicBezTo>
                    <a:pt x="120" y="843"/>
                    <a:pt x="125" y="842"/>
                    <a:pt x="131" y="841"/>
                  </a:cubicBezTo>
                  <a:cubicBezTo>
                    <a:pt x="1019" y="646"/>
                    <a:pt x="1878" y="382"/>
                    <a:pt x="2756" y="148"/>
                  </a:cubicBezTo>
                  <a:cubicBezTo>
                    <a:pt x="2838" y="121"/>
                    <a:pt x="2809" y="0"/>
                    <a:pt x="2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90"/>
          <p:cNvGrpSpPr/>
          <p:nvPr/>
        </p:nvGrpSpPr>
        <p:grpSpPr>
          <a:xfrm>
            <a:off x="8187409" y="2973746"/>
            <a:ext cx="442921" cy="328041"/>
            <a:chOff x="5847800" y="1587000"/>
            <a:chExt cx="478007" cy="354027"/>
          </a:xfrm>
        </p:grpSpPr>
        <p:sp>
          <p:nvSpPr>
            <p:cNvPr id="2923" name="Google Shape;2923;p90"/>
            <p:cNvSpPr/>
            <p:nvPr/>
          </p:nvSpPr>
          <p:spPr>
            <a:xfrm>
              <a:off x="5847800" y="1587000"/>
              <a:ext cx="478007" cy="354027"/>
            </a:xfrm>
            <a:custGeom>
              <a:rect b="b" l="l" r="r" t="t"/>
              <a:pathLst>
                <a:path extrusionOk="0" h="4249" w="5737">
                  <a:moveTo>
                    <a:pt x="664" y="161"/>
                  </a:moveTo>
                  <a:cubicBezTo>
                    <a:pt x="2112" y="388"/>
                    <a:pt x="3577" y="515"/>
                    <a:pt x="5015" y="793"/>
                  </a:cubicBezTo>
                  <a:cubicBezTo>
                    <a:pt x="5181" y="822"/>
                    <a:pt x="5395" y="813"/>
                    <a:pt x="5386" y="1008"/>
                  </a:cubicBezTo>
                  <a:cubicBezTo>
                    <a:pt x="5366" y="1359"/>
                    <a:pt x="5327" y="1710"/>
                    <a:pt x="5269" y="2061"/>
                  </a:cubicBezTo>
                  <a:cubicBezTo>
                    <a:pt x="5181" y="2715"/>
                    <a:pt x="5083" y="3388"/>
                    <a:pt x="4937" y="4042"/>
                  </a:cubicBezTo>
                  <a:cubicBezTo>
                    <a:pt x="4924" y="4100"/>
                    <a:pt x="4798" y="4125"/>
                    <a:pt x="4597" y="4125"/>
                  </a:cubicBezTo>
                  <a:cubicBezTo>
                    <a:pt x="3699" y="4125"/>
                    <a:pt x="1316" y="3639"/>
                    <a:pt x="1005" y="3583"/>
                  </a:cubicBezTo>
                  <a:cubicBezTo>
                    <a:pt x="781" y="3544"/>
                    <a:pt x="547" y="3495"/>
                    <a:pt x="322" y="3447"/>
                  </a:cubicBezTo>
                  <a:cubicBezTo>
                    <a:pt x="98" y="3398"/>
                    <a:pt x="186" y="3222"/>
                    <a:pt x="205" y="2998"/>
                  </a:cubicBezTo>
                  <a:cubicBezTo>
                    <a:pt x="291" y="2043"/>
                    <a:pt x="508" y="1106"/>
                    <a:pt x="664" y="161"/>
                  </a:cubicBezTo>
                  <a:close/>
                  <a:moveTo>
                    <a:pt x="588" y="1"/>
                  </a:moveTo>
                  <a:cubicBezTo>
                    <a:pt x="558" y="1"/>
                    <a:pt x="531" y="19"/>
                    <a:pt x="527" y="61"/>
                  </a:cubicBezTo>
                  <a:lnTo>
                    <a:pt x="533" y="61"/>
                  </a:lnTo>
                  <a:cubicBezTo>
                    <a:pt x="529" y="74"/>
                    <a:pt x="528" y="88"/>
                    <a:pt x="531" y="101"/>
                  </a:cubicBezTo>
                  <a:lnTo>
                    <a:pt x="531" y="101"/>
                  </a:lnTo>
                  <a:cubicBezTo>
                    <a:pt x="365" y="1093"/>
                    <a:pt x="146" y="2094"/>
                    <a:pt x="49" y="3105"/>
                  </a:cubicBezTo>
                  <a:cubicBezTo>
                    <a:pt x="1" y="3642"/>
                    <a:pt x="225" y="3593"/>
                    <a:pt x="693" y="3690"/>
                  </a:cubicBezTo>
                  <a:cubicBezTo>
                    <a:pt x="1542" y="3847"/>
                    <a:pt x="2391" y="3993"/>
                    <a:pt x="3249" y="4110"/>
                  </a:cubicBezTo>
                  <a:cubicBezTo>
                    <a:pt x="3669" y="4159"/>
                    <a:pt x="4088" y="4217"/>
                    <a:pt x="4508" y="4237"/>
                  </a:cubicBezTo>
                  <a:cubicBezTo>
                    <a:pt x="4570" y="4241"/>
                    <a:pt x="4651" y="4249"/>
                    <a:pt x="4734" y="4249"/>
                  </a:cubicBezTo>
                  <a:cubicBezTo>
                    <a:pt x="4848" y="4249"/>
                    <a:pt x="4966" y="4234"/>
                    <a:pt x="5044" y="4178"/>
                  </a:cubicBezTo>
                  <a:cubicBezTo>
                    <a:pt x="5142" y="4090"/>
                    <a:pt x="5142" y="3817"/>
                    <a:pt x="5161" y="3700"/>
                  </a:cubicBezTo>
                  <a:cubicBezTo>
                    <a:pt x="5249" y="3251"/>
                    <a:pt x="5317" y="2803"/>
                    <a:pt x="5386" y="2344"/>
                  </a:cubicBezTo>
                  <a:cubicBezTo>
                    <a:pt x="5415" y="2120"/>
                    <a:pt x="5737" y="900"/>
                    <a:pt x="5473" y="764"/>
                  </a:cubicBezTo>
                  <a:cubicBezTo>
                    <a:pt x="4917" y="461"/>
                    <a:pt x="4049" y="471"/>
                    <a:pt x="3435" y="383"/>
                  </a:cubicBezTo>
                  <a:cubicBezTo>
                    <a:pt x="2498" y="256"/>
                    <a:pt x="1561" y="139"/>
                    <a:pt x="625" y="3"/>
                  </a:cubicBezTo>
                  <a:cubicBezTo>
                    <a:pt x="619" y="2"/>
                    <a:pt x="614" y="1"/>
                    <a:pt x="608" y="1"/>
                  </a:cubicBezTo>
                  <a:cubicBezTo>
                    <a:pt x="606" y="1"/>
                    <a:pt x="603" y="1"/>
                    <a:pt x="600" y="2"/>
                  </a:cubicBezTo>
                  <a:lnTo>
                    <a:pt x="600" y="2"/>
                  </a:lnTo>
                  <a:cubicBezTo>
                    <a:pt x="596" y="1"/>
                    <a:pt x="592" y="1"/>
                    <a:pt x="5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0"/>
            <p:cNvSpPr/>
            <p:nvPr/>
          </p:nvSpPr>
          <p:spPr>
            <a:xfrm>
              <a:off x="5892292" y="1592666"/>
              <a:ext cx="418600" cy="215216"/>
            </a:xfrm>
            <a:custGeom>
              <a:rect b="b" l="l" r="r" t="t"/>
              <a:pathLst>
                <a:path extrusionOk="0" h="2583" w="5024">
                  <a:moveTo>
                    <a:pt x="114" y="0"/>
                  </a:moveTo>
                  <a:cubicBezTo>
                    <a:pt x="57" y="0"/>
                    <a:pt x="1" y="55"/>
                    <a:pt x="42" y="110"/>
                  </a:cubicBezTo>
                  <a:cubicBezTo>
                    <a:pt x="598" y="842"/>
                    <a:pt x="1164" y="1574"/>
                    <a:pt x="1779" y="2266"/>
                  </a:cubicBezTo>
                  <a:cubicBezTo>
                    <a:pt x="1965" y="2478"/>
                    <a:pt x="2041" y="2582"/>
                    <a:pt x="2164" y="2582"/>
                  </a:cubicBezTo>
                  <a:cubicBezTo>
                    <a:pt x="2235" y="2582"/>
                    <a:pt x="2321" y="2548"/>
                    <a:pt x="2452" y="2481"/>
                  </a:cubicBezTo>
                  <a:cubicBezTo>
                    <a:pt x="3330" y="2003"/>
                    <a:pt x="4169" y="1457"/>
                    <a:pt x="4959" y="842"/>
                  </a:cubicBezTo>
                  <a:cubicBezTo>
                    <a:pt x="5024" y="794"/>
                    <a:pt x="4981" y="691"/>
                    <a:pt x="4920" y="691"/>
                  </a:cubicBezTo>
                  <a:cubicBezTo>
                    <a:pt x="4907" y="691"/>
                    <a:pt x="4894" y="696"/>
                    <a:pt x="4881" y="706"/>
                  </a:cubicBezTo>
                  <a:cubicBezTo>
                    <a:pt x="4237" y="1184"/>
                    <a:pt x="3574" y="1623"/>
                    <a:pt x="2891" y="2042"/>
                  </a:cubicBezTo>
                  <a:cubicBezTo>
                    <a:pt x="2744" y="2130"/>
                    <a:pt x="2598" y="2218"/>
                    <a:pt x="2452" y="2305"/>
                  </a:cubicBezTo>
                  <a:cubicBezTo>
                    <a:pt x="2341" y="2368"/>
                    <a:pt x="2266" y="2399"/>
                    <a:pt x="2204" y="2399"/>
                  </a:cubicBezTo>
                  <a:cubicBezTo>
                    <a:pt x="2102" y="2399"/>
                    <a:pt x="2031" y="2317"/>
                    <a:pt x="1886" y="2159"/>
                  </a:cubicBezTo>
                  <a:cubicBezTo>
                    <a:pt x="1271" y="1496"/>
                    <a:pt x="725" y="754"/>
                    <a:pt x="179" y="32"/>
                  </a:cubicBezTo>
                  <a:cubicBezTo>
                    <a:pt x="162" y="10"/>
                    <a:pt x="138" y="0"/>
                    <a:pt x="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0"/>
            <p:cNvSpPr/>
            <p:nvPr/>
          </p:nvSpPr>
          <p:spPr>
            <a:xfrm>
              <a:off x="6136916" y="1758470"/>
              <a:ext cx="127563" cy="175305"/>
            </a:xfrm>
            <a:custGeom>
              <a:rect b="b" l="l" r="r" t="t"/>
              <a:pathLst>
                <a:path extrusionOk="0" h="2104" w="1531">
                  <a:moveTo>
                    <a:pt x="115" y="0"/>
                  </a:moveTo>
                  <a:cubicBezTo>
                    <a:pt x="58" y="0"/>
                    <a:pt x="1" y="58"/>
                    <a:pt x="43" y="120"/>
                  </a:cubicBezTo>
                  <a:lnTo>
                    <a:pt x="43" y="111"/>
                  </a:lnTo>
                  <a:cubicBezTo>
                    <a:pt x="501" y="754"/>
                    <a:pt x="921" y="1408"/>
                    <a:pt x="1360" y="2071"/>
                  </a:cubicBezTo>
                  <a:cubicBezTo>
                    <a:pt x="1374" y="2094"/>
                    <a:pt x="1395" y="2104"/>
                    <a:pt x="1417" y="2104"/>
                  </a:cubicBezTo>
                  <a:cubicBezTo>
                    <a:pt x="1472" y="2104"/>
                    <a:pt x="1531" y="2046"/>
                    <a:pt x="1496" y="1984"/>
                  </a:cubicBezTo>
                  <a:cubicBezTo>
                    <a:pt x="1057" y="1330"/>
                    <a:pt x="638" y="676"/>
                    <a:pt x="179" y="33"/>
                  </a:cubicBezTo>
                  <a:cubicBezTo>
                    <a:pt x="162" y="10"/>
                    <a:pt x="139"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0"/>
            <p:cNvSpPr/>
            <p:nvPr/>
          </p:nvSpPr>
          <p:spPr>
            <a:xfrm>
              <a:off x="5851549" y="1739057"/>
              <a:ext cx="171306" cy="145060"/>
            </a:xfrm>
            <a:custGeom>
              <a:rect b="b" l="l" r="r" t="t"/>
              <a:pathLst>
                <a:path extrusionOk="0" h="1741" w="2056">
                  <a:moveTo>
                    <a:pt x="1935" y="1"/>
                  </a:moveTo>
                  <a:cubicBezTo>
                    <a:pt x="1918" y="1"/>
                    <a:pt x="1902" y="7"/>
                    <a:pt x="1887" y="22"/>
                  </a:cubicBezTo>
                  <a:cubicBezTo>
                    <a:pt x="1302" y="578"/>
                    <a:pt x="648" y="1056"/>
                    <a:pt x="53" y="1612"/>
                  </a:cubicBezTo>
                  <a:cubicBezTo>
                    <a:pt x="0" y="1665"/>
                    <a:pt x="53" y="1741"/>
                    <a:pt x="115" y="1741"/>
                  </a:cubicBezTo>
                  <a:cubicBezTo>
                    <a:pt x="133" y="1741"/>
                    <a:pt x="153" y="1735"/>
                    <a:pt x="170" y="1719"/>
                  </a:cubicBezTo>
                  <a:cubicBezTo>
                    <a:pt x="756" y="1163"/>
                    <a:pt x="1409" y="685"/>
                    <a:pt x="1994" y="139"/>
                  </a:cubicBezTo>
                  <a:cubicBezTo>
                    <a:pt x="2056" y="85"/>
                    <a:pt x="1996" y="1"/>
                    <a:pt x="19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7" name="Google Shape;2927;p90"/>
          <p:cNvSpPr/>
          <p:nvPr/>
        </p:nvSpPr>
        <p:spPr>
          <a:xfrm>
            <a:off x="2872742" y="2728635"/>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28" name="Google Shape;2928;p90"/>
          <p:cNvSpPr/>
          <p:nvPr/>
        </p:nvSpPr>
        <p:spPr>
          <a:xfrm>
            <a:off x="2872740" y="3145857"/>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29" name="Google Shape;2929;p90"/>
          <p:cNvSpPr/>
          <p:nvPr/>
        </p:nvSpPr>
        <p:spPr>
          <a:xfrm>
            <a:off x="2872740" y="3574204"/>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30" name="Google Shape;2930;p90"/>
          <p:cNvSpPr/>
          <p:nvPr/>
        </p:nvSpPr>
        <p:spPr>
          <a:xfrm>
            <a:off x="2872740" y="4002563"/>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31" name="Google Shape;2931;p90"/>
          <p:cNvSpPr/>
          <p:nvPr/>
        </p:nvSpPr>
        <p:spPr>
          <a:xfrm>
            <a:off x="2872740" y="4430923"/>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32" name="Google Shape;2932;p90"/>
          <p:cNvSpPr/>
          <p:nvPr/>
        </p:nvSpPr>
        <p:spPr>
          <a:xfrm rot="173206">
            <a:off x="735457" y="3833436"/>
            <a:ext cx="1393337" cy="735422"/>
          </a:xfrm>
          <a:custGeom>
            <a:rect b="b" l="l" r="r" t="t"/>
            <a:pathLst>
              <a:path extrusionOk="0" h="24747" w="98833">
                <a:moveTo>
                  <a:pt x="0" y="1867"/>
                </a:moveTo>
                <a:lnTo>
                  <a:pt x="2335" y="24747"/>
                </a:lnTo>
                <a:lnTo>
                  <a:pt x="98833" y="22879"/>
                </a:lnTo>
                <a:lnTo>
                  <a:pt x="97121" y="0"/>
                </a:lnTo>
                <a:close/>
              </a:path>
            </a:pathLst>
          </a:custGeom>
          <a:solidFill>
            <a:srgbClr val="FF6EA7"/>
          </a:solidFill>
          <a:ln cap="flat" cmpd="sng" w="19050">
            <a:solidFill>
              <a:srgbClr val="000000"/>
            </a:solidFill>
            <a:prstDash val="solid"/>
            <a:round/>
            <a:headEnd len="med" w="med" type="none"/>
            <a:tailEnd len="med" w="med" type="none"/>
          </a:ln>
        </p:spPr>
      </p:sp>
      <p:sp>
        <p:nvSpPr>
          <p:cNvPr id="2933" name="Google Shape;2933;p90">
            <a:hlinkClick action="ppaction://hlinksldjump" r:id="rId3"/>
          </p:cNvPr>
          <p:cNvSpPr txBox="1"/>
          <p:nvPr/>
        </p:nvSpPr>
        <p:spPr>
          <a:xfrm>
            <a:off x="783225" y="3905188"/>
            <a:ext cx="12978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Gloria Hallelujah"/>
                <a:ea typeface="Gloria Hallelujah"/>
                <a:cs typeface="Gloria Hallelujah"/>
                <a:sym typeface="Gloria Hallelujah"/>
              </a:rPr>
              <a:t>Solve it!</a:t>
            </a:r>
            <a:endParaRPr sz="1600">
              <a:solidFill>
                <a:schemeClr val="dk1"/>
              </a:solidFill>
              <a:latin typeface="Gloria Hallelujah"/>
              <a:ea typeface="Gloria Hallelujah"/>
              <a:cs typeface="Gloria Hallelujah"/>
              <a:sym typeface="Gloria Hallelujah"/>
            </a:endParaRPr>
          </a:p>
        </p:txBody>
      </p:sp>
      <p:grpSp>
        <p:nvGrpSpPr>
          <p:cNvPr id="2934" name="Google Shape;2934;p90"/>
          <p:cNvGrpSpPr/>
          <p:nvPr/>
        </p:nvGrpSpPr>
        <p:grpSpPr>
          <a:xfrm rot="-1554273">
            <a:off x="1008161" y="1485838"/>
            <a:ext cx="798920" cy="511306"/>
            <a:chOff x="5598676" y="-545500"/>
            <a:chExt cx="662164" cy="423783"/>
          </a:xfrm>
        </p:grpSpPr>
        <p:sp>
          <p:nvSpPr>
            <p:cNvPr id="2935" name="Google Shape;2935;p90"/>
            <p:cNvSpPr/>
            <p:nvPr/>
          </p:nvSpPr>
          <p:spPr>
            <a:xfrm>
              <a:off x="5651363" y="-452273"/>
              <a:ext cx="248662" cy="51520"/>
            </a:xfrm>
            <a:custGeom>
              <a:rect b="b" l="l" r="r" t="t"/>
              <a:pathLst>
                <a:path extrusionOk="0" h="882" w="4257">
                  <a:moveTo>
                    <a:pt x="2662" y="1"/>
                  </a:moveTo>
                  <a:cubicBezTo>
                    <a:pt x="1803" y="1"/>
                    <a:pt x="948" y="198"/>
                    <a:pt x="161" y="582"/>
                  </a:cubicBezTo>
                  <a:cubicBezTo>
                    <a:pt x="0" y="658"/>
                    <a:pt x="104" y="881"/>
                    <a:pt x="262" y="881"/>
                  </a:cubicBezTo>
                  <a:cubicBezTo>
                    <a:pt x="286" y="881"/>
                    <a:pt x="311" y="876"/>
                    <a:pt x="337" y="864"/>
                  </a:cubicBezTo>
                  <a:cubicBezTo>
                    <a:pt x="1065" y="507"/>
                    <a:pt x="1862" y="322"/>
                    <a:pt x="2665" y="322"/>
                  </a:cubicBezTo>
                  <a:cubicBezTo>
                    <a:pt x="3110" y="322"/>
                    <a:pt x="3557" y="379"/>
                    <a:pt x="3995" y="494"/>
                  </a:cubicBezTo>
                  <a:cubicBezTo>
                    <a:pt x="4007" y="496"/>
                    <a:pt x="4019" y="497"/>
                    <a:pt x="4030" y="497"/>
                  </a:cubicBezTo>
                  <a:cubicBezTo>
                    <a:pt x="4199" y="497"/>
                    <a:pt x="4256" y="236"/>
                    <a:pt x="4073" y="182"/>
                  </a:cubicBezTo>
                  <a:cubicBezTo>
                    <a:pt x="3609" y="60"/>
                    <a:pt x="3135" y="1"/>
                    <a:pt x="2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0"/>
            <p:cNvSpPr/>
            <p:nvPr/>
          </p:nvSpPr>
          <p:spPr>
            <a:xfrm>
              <a:off x="5598676" y="-545500"/>
              <a:ext cx="662164" cy="423783"/>
            </a:xfrm>
            <a:custGeom>
              <a:rect b="b" l="l" r="r" t="t"/>
              <a:pathLst>
                <a:path extrusionOk="0" h="7255" w="11336">
                  <a:moveTo>
                    <a:pt x="8369" y="325"/>
                  </a:moveTo>
                  <a:cubicBezTo>
                    <a:pt x="9234" y="325"/>
                    <a:pt x="10100" y="572"/>
                    <a:pt x="10858" y="1065"/>
                  </a:cubicBezTo>
                  <a:cubicBezTo>
                    <a:pt x="11004" y="2929"/>
                    <a:pt x="11004" y="4802"/>
                    <a:pt x="10858" y="6675"/>
                  </a:cubicBezTo>
                  <a:cubicBezTo>
                    <a:pt x="10092" y="6215"/>
                    <a:pt x="9225" y="5983"/>
                    <a:pt x="8358" y="5983"/>
                  </a:cubicBezTo>
                  <a:cubicBezTo>
                    <a:pt x="7513" y="5983"/>
                    <a:pt x="6667" y="6203"/>
                    <a:pt x="5912" y="6646"/>
                  </a:cubicBezTo>
                  <a:cubicBezTo>
                    <a:pt x="6000" y="4782"/>
                    <a:pt x="5990" y="2919"/>
                    <a:pt x="5892" y="1056"/>
                  </a:cubicBezTo>
                  <a:cubicBezTo>
                    <a:pt x="6647" y="569"/>
                    <a:pt x="7507" y="325"/>
                    <a:pt x="8369" y="325"/>
                  </a:cubicBezTo>
                  <a:close/>
                  <a:moveTo>
                    <a:pt x="3498" y="415"/>
                  </a:moveTo>
                  <a:cubicBezTo>
                    <a:pt x="4212" y="415"/>
                    <a:pt x="4914" y="586"/>
                    <a:pt x="5561" y="1026"/>
                  </a:cubicBezTo>
                  <a:cubicBezTo>
                    <a:pt x="5658" y="2899"/>
                    <a:pt x="5668" y="4773"/>
                    <a:pt x="5590" y="6636"/>
                  </a:cubicBezTo>
                  <a:cubicBezTo>
                    <a:pt x="4932" y="6230"/>
                    <a:pt x="4227" y="6069"/>
                    <a:pt x="3510" y="6069"/>
                  </a:cubicBezTo>
                  <a:cubicBezTo>
                    <a:pt x="2452" y="6069"/>
                    <a:pt x="1369" y="6420"/>
                    <a:pt x="380" y="6850"/>
                  </a:cubicBezTo>
                  <a:cubicBezTo>
                    <a:pt x="449" y="4977"/>
                    <a:pt x="429" y="3104"/>
                    <a:pt x="332" y="1241"/>
                  </a:cubicBezTo>
                  <a:cubicBezTo>
                    <a:pt x="1322" y="802"/>
                    <a:pt x="2425" y="415"/>
                    <a:pt x="3498" y="415"/>
                  </a:cubicBezTo>
                  <a:close/>
                  <a:moveTo>
                    <a:pt x="8366" y="0"/>
                  </a:moveTo>
                  <a:cubicBezTo>
                    <a:pt x="7480" y="0"/>
                    <a:pt x="6592" y="242"/>
                    <a:pt x="5805" y="724"/>
                  </a:cubicBezTo>
                  <a:cubicBezTo>
                    <a:pt x="5780" y="705"/>
                    <a:pt x="5747" y="699"/>
                    <a:pt x="5714" y="699"/>
                  </a:cubicBezTo>
                  <a:cubicBezTo>
                    <a:pt x="5695" y="699"/>
                    <a:pt x="5676" y="701"/>
                    <a:pt x="5658" y="704"/>
                  </a:cubicBezTo>
                  <a:cubicBezTo>
                    <a:pt x="4982" y="259"/>
                    <a:pt x="4250" y="84"/>
                    <a:pt x="3505" y="84"/>
                  </a:cubicBezTo>
                  <a:cubicBezTo>
                    <a:pt x="2358" y="84"/>
                    <a:pt x="1180" y="499"/>
                    <a:pt x="127" y="978"/>
                  </a:cubicBezTo>
                  <a:cubicBezTo>
                    <a:pt x="107" y="987"/>
                    <a:pt x="98" y="997"/>
                    <a:pt x="78" y="1007"/>
                  </a:cubicBezTo>
                  <a:cubicBezTo>
                    <a:pt x="29" y="1036"/>
                    <a:pt x="0" y="1085"/>
                    <a:pt x="10" y="1143"/>
                  </a:cubicBezTo>
                  <a:cubicBezTo>
                    <a:pt x="117" y="3104"/>
                    <a:pt x="127" y="5055"/>
                    <a:pt x="49" y="7016"/>
                  </a:cubicBezTo>
                  <a:cubicBezTo>
                    <a:pt x="8" y="7139"/>
                    <a:pt x="104" y="7255"/>
                    <a:pt x="222" y="7255"/>
                  </a:cubicBezTo>
                  <a:cubicBezTo>
                    <a:pt x="245" y="7255"/>
                    <a:pt x="269" y="7250"/>
                    <a:pt x="293" y="7241"/>
                  </a:cubicBezTo>
                  <a:cubicBezTo>
                    <a:pt x="1285" y="6785"/>
                    <a:pt x="2396" y="6389"/>
                    <a:pt x="3482" y="6389"/>
                  </a:cubicBezTo>
                  <a:cubicBezTo>
                    <a:pt x="4211" y="6389"/>
                    <a:pt x="4928" y="6568"/>
                    <a:pt x="5590" y="7026"/>
                  </a:cubicBezTo>
                  <a:cubicBezTo>
                    <a:pt x="5609" y="7036"/>
                    <a:pt x="5639" y="7046"/>
                    <a:pt x="5668" y="7046"/>
                  </a:cubicBezTo>
                  <a:cubicBezTo>
                    <a:pt x="5696" y="7074"/>
                    <a:pt x="5731" y="7089"/>
                    <a:pt x="5767" y="7089"/>
                  </a:cubicBezTo>
                  <a:cubicBezTo>
                    <a:pt x="5793" y="7089"/>
                    <a:pt x="5819" y="7081"/>
                    <a:pt x="5844" y="7065"/>
                  </a:cubicBezTo>
                  <a:cubicBezTo>
                    <a:pt x="6605" y="6558"/>
                    <a:pt x="7480" y="6304"/>
                    <a:pt x="8357" y="6304"/>
                  </a:cubicBezTo>
                  <a:cubicBezTo>
                    <a:pt x="9234" y="6304"/>
                    <a:pt x="10112" y="6558"/>
                    <a:pt x="10877" y="7065"/>
                  </a:cubicBezTo>
                  <a:cubicBezTo>
                    <a:pt x="10901" y="7081"/>
                    <a:pt x="10929" y="7088"/>
                    <a:pt x="10957" y="7088"/>
                  </a:cubicBezTo>
                  <a:cubicBezTo>
                    <a:pt x="11000" y="7088"/>
                    <a:pt x="11043" y="7071"/>
                    <a:pt x="11073" y="7036"/>
                  </a:cubicBezTo>
                  <a:cubicBezTo>
                    <a:pt x="11131" y="7007"/>
                    <a:pt x="11170" y="6958"/>
                    <a:pt x="11170" y="6889"/>
                  </a:cubicBezTo>
                  <a:cubicBezTo>
                    <a:pt x="11336" y="4909"/>
                    <a:pt x="11336" y="2919"/>
                    <a:pt x="11170" y="948"/>
                  </a:cubicBezTo>
                  <a:cubicBezTo>
                    <a:pt x="11170" y="861"/>
                    <a:pt x="11102" y="802"/>
                    <a:pt x="11024" y="792"/>
                  </a:cubicBezTo>
                  <a:cubicBezTo>
                    <a:pt x="10216" y="264"/>
                    <a:pt x="9292" y="0"/>
                    <a:pt x="8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0"/>
            <p:cNvSpPr/>
            <p:nvPr/>
          </p:nvSpPr>
          <p:spPr>
            <a:xfrm>
              <a:off x="5651363" y="-369620"/>
              <a:ext cx="248662" cy="51461"/>
            </a:xfrm>
            <a:custGeom>
              <a:rect b="b" l="l" r="r" t="t"/>
              <a:pathLst>
                <a:path extrusionOk="0" h="881" w="4257">
                  <a:moveTo>
                    <a:pt x="2662" y="0"/>
                  </a:moveTo>
                  <a:cubicBezTo>
                    <a:pt x="1803" y="0"/>
                    <a:pt x="948" y="197"/>
                    <a:pt x="161" y="581"/>
                  </a:cubicBezTo>
                  <a:cubicBezTo>
                    <a:pt x="0" y="657"/>
                    <a:pt x="104" y="881"/>
                    <a:pt x="262" y="881"/>
                  </a:cubicBezTo>
                  <a:cubicBezTo>
                    <a:pt x="286" y="881"/>
                    <a:pt x="311" y="876"/>
                    <a:pt x="337" y="864"/>
                  </a:cubicBezTo>
                  <a:cubicBezTo>
                    <a:pt x="1065" y="506"/>
                    <a:pt x="1862" y="322"/>
                    <a:pt x="2665" y="322"/>
                  </a:cubicBezTo>
                  <a:cubicBezTo>
                    <a:pt x="3110" y="322"/>
                    <a:pt x="3557" y="379"/>
                    <a:pt x="3995" y="493"/>
                  </a:cubicBezTo>
                  <a:cubicBezTo>
                    <a:pt x="4007" y="496"/>
                    <a:pt x="4019" y="497"/>
                    <a:pt x="4030" y="497"/>
                  </a:cubicBezTo>
                  <a:cubicBezTo>
                    <a:pt x="4199" y="497"/>
                    <a:pt x="4256" y="236"/>
                    <a:pt x="4073" y="181"/>
                  </a:cubicBezTo>
                  <a:cubicBezTo>
                    <a:pt x="3609" y="60"/>
                    <a:pt x="3135"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0"/>
            <p:cNvSpPr/>
            <p:nvPr/>
          </p:nvSpPr>
          <p:spPr>
            <a:xfrm>
              <a:off x="5651363" y="-280716"/>
              <a:ext cx="248487" cy="51461"/>
            </a:xfrm>
            <a:custGeom>
              <a:rect b="b" l="l" r="r" t="t"/>
              <a:pathLst>
                <a:path extrusionOk="0" h="881" w="4254">
                  <a:moveTo>
                    <a:pt x="2662" y="0"/>
                  </a:moveTo>
                  <a:cubicBezTo>
                    <a:pt x="1803" y="0"/>
                    <a:pt x="948" y="197"/>
                    <a:pt x="161" y="581"/>
                  </a:cubicBezTo>
                  <a:cubicBezTo>
                    <a:pt x="0" y="657"/>
                    <a:pt x="104" y="881"/>
                    <a:pt x="262" y="881"/>
                  </a:cubicBezTo>
                  <a:cubicBezTo>
                    <a:pt x="286" y="881"/>
                    <a:pt x="311" y="875"/>
                    <a:pt x="337" y="864"/>
                  </a:cubicBezTo>
                  <a:cubicBezTo>
                    <a:pt x="1065" y="506"/>
                    <a:pt x="1861" y="326"/>
                    <a:pt x="2663" y="326"/>
                  </a:cubicBezTo>
                  <a:cubicBezTo>
                    <a:pt x="3109" y="326"/>
                    <a:pt x="3557" y="382"/>
                    <a:pt x="3995" y="493"/>
                  </a:cubicBezTo>
                  <a:cubicBezTo>
                    <a:pt x="4010" y="497"/>
                    <a:pt x="4024" y="499"/>
                    <a:pt x="4038" y="499"/>
                  </a:cubicBezTo>
                  <a:cubicBezTo>
                    <a:pt x="4201" y="499"/>
                    <a:pt x="4254" y="244"/>
                    <a:pt x="4073" y="181"/>
                  </a:cubicBezTo>
                  <a:cubicBezTo>
                    <a:pt x="3609" y="60"/>
                    <a:pt x="3135"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0"/>
            <p:cNvSpPr/>
            <p:nvPr/>
          </p:nvSpPr>
          <p:spPr>
            <a:xfrm>
              <a:off x="5976662" y="-452273"/>
              <a:ext cx="234993" cy="51520"/>
            </a:xfrm>
            <a:custGeom>
              <a:rect b="b" l="l" r="r" t="t"/>
              <a:pathLst>
                <a:path extrusionOk="0" h="882" w="4023">
                  <a:moveTo>
                    <a:pt x="2513" y="1"/>
                  </a:moveTo>
                  <a:cubicBezTo>
                    <a:pt x="1698" y="1"/>
                    <a:pt x="889" y="198"/>
                    <a:pt x="153" y="582"/>
                  </a:cubicBezTo>
                  <a:cubicBezTo>
                    <a:pt x="1" y="658"/>
                    <a:pt x="98" y="881"/>
                    <a:pt x="241" y="881"/>
                  </a:cubicBezTo>
                  <a:cubicBezTo>
                    <a:pt x="263" y="881"/>
                    <a:pt x="286" y="876"/>
                    <a:pt x="309" y="864"/>
                  </a:cubicBezTo>
                  <a:cubicBezTo>
                    <a:pt x="993" y="507"/>
                    <a:pt x="1750" y="322"/>
                    <a:pt x="2510" y="322"/>
                  </a:cubicBezTo>
                  <a:cubicBezTo>
                    <a:pt x="2931" y="322"/>
                    <a:pt x="3352" y="379"/>
                    <a:pt x="3763" y="494"/>
                  </a:cubicBezTo>
                  <a:cubicBezTo>
                    <a:pt x="3777" y="497"/>
                    <a:pt x="3790" y="499"/>
                    <a:pt x="3803" y="499"/>
                  </a:cubicBezTo>
                  <a:cubicBezTo>
                    <a:pt x="3968" y="499"/>
                    <a:pt x="4022" y="227"/>
                    <a:pt x="3850" y="182"/>
                  </a:cubicBezTo>
                  <a:cubicBezTo>
                    <a:pt x="3411" y="60"/>
                    <a:pt x="2961" y="1"/>
                    <a:pt x="2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0"/>
            <p:cNvSpPr/>
            <p:nvPr/>
          </p:nvSpPr>
          <p:spPr>
            <a:xfrm>
              <a:off x="5976662" y="-369620"/>
              <a:ext cx="234993" cy="51461"/>
            </a:xfrm>
            <a:custGeom>
              <a:rect b="b" l="l" r="r" t="t"/>
              <a:pathLst>
                <a:path extrusionOk="0" h="881" w="4023">
                  <a:moveTo>
                    <a:pt x="2513" y="0"/>
                  </a:moveTo>
                  <a:cubicBezTo>
                    <a:pt x="1698" y="0"/>
                    <a:pt x="889" y="197"/>
                    <a:pt x="153" y="581"/>
                  </a:cubicBezTo>
                  <a:cubicBezTo>
                    <a:pt x="1" y="657"/>
                    <a:pt x="98" y="881"/>
                    <a:pt x="241" y="881"/>
                  </a:cubicBezTo>
                  <a:cubicBezTo>
                    <a:pt x="263" y="881"/>
                    <a:pt x="286" y="876"/>
                    <a:pt x="309" y="864"/>
                  </a:cubicBezTo>
                  <a:cubicBezTo>
                    <a:pt x="993" y="506"/>
                    <a:pt x="1750" y="322"/>
                    <a:pt x="2510" y="322"/>
                  </a:cubicBezTo>
                  <a:cubicBezTo>
                    <a:pt x="2931" y="322"/>
                    <a:pt x="3352" y="379"/>
                    <a:pt x="3763" y="493"/>
                  </a:cubicBezTo>
                  <a:cubicBezTo>
                    <a:pt x="3777" y="497"/>
                    <a:pt x="3790" y="498"/>
                    <a:pt x="3803" y="498"/>
                  </a:cubicBezTo>
                  <a:cubicBezTo>
                    <a:pt x="3968" y="498"/>
                    <a:pt x="4022" y="226"/>
                    <a:pt x="3850" y="181"/>
                  </a:cubicBezTo>
                  <a:cubicBezTo>
                    <a:pt x="3411" y="60"/>
                    <a:pt x="2961" y="0"/>
                    <a:pt x="2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0"/>
            <p:cNvSpPr/>
            <p:nvPr/>
          </p:nvSpPr>
          <p:spPr>
            <a:xfrm>
              <a:off x="5976662" y="-280716"/>
              <a:ext cx="234993" cy="51461"/>
            </a:xfrm>
            <a:custGeom>
              <a:rect b="b" l="l" r="r" t="t"/>
              <a:pathLst>
                <a:path extrusionOk="0" h="881" w="4023">
                  <a:moveTo>
                    <a:pt x="2513" y="0"/>
                  </a:moveTo>
                  <a:cubicBezTo>
                    <a:pt x="1698" y="0"/>
                    <a:pt x="889" y="197"/>
                    <a:pt x="153" y="581"/>
                  </a:cubicBezTo>
                  <a:cubicBezTo>
                    <a:pt x="1" y="657"/>
                    <a:pt x="98" y="881"/>
                    <a:pt x="241" y="881"/>
                  </a:cubicBezTo>
                  <a:cubicBezTo>
                    <a:pt x="263" y="881"/>
                    <a:pt x="286" y="875"/>
                    <a:pt x="309" y="864"/>
                  </a:cubicBezTo>
                  <a:cubicBezTo>
                    <a:pt x="993" y="506"/>
                    <a:pt x="1749" y="326"/>
                    <a:pt x="2508" y="326"/>
                  </a:cubicBezTo>
                  <a:cubicBezTo>
                    <a:pt x="2930" y="326"/>
                    <a:pt x="3352" y="382"/>
                    <a:pt x="3763" y="493"/>
                  </a:cubicBezTo>
                  <a:cubicBezTo>
                    <a:pt x="3777" y="497"/>
                    <a:pt x="3790" y="498"/>
                    <a:pt x="3803" y="498"/>
                  </a:cubicBezTo>
                  <a:cubicBezTo>
                    <a:pt x="3968" y="498"/>
                    <a:pt x="4022" y="226"/>
                    <a:pt x="3850" y="181"/>
                  </a:cubicBezTo>
                  <a:cubicBezTo>
                    <a:pt x="3411" y="60"/>
                    <a:pt x="2961" y="0"/>
                    <a:pt x="2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5" name="Shape 2945"/>
        <p:cNvGrpSpPr/>
        <p:nvPr/>
      </p:nvGrpSpPr>
      <p:grpSpPr>
        <a:xfrm>
          <a:off x="0" y="0"/>
          <a:ext cx="0" cy="0"/>
          <a:chOff x="0" y="0"/>
          <a:chExt cx="0" cy="0"/>
        </a:xfrm>
      </p:grpSpPr>
      <p:grpSp>
        <p:nvGrpSpPr>
          <p:cNvPr id="2946" name="Google Shape;2946;p91"/>
          <p:cNvGrpSpPr/>
          <p:nvPr/>
        </p:nvGrpSpPr>
        <p:grpSpPr>
          <a:xfrm>
            <a:off x="3054826" y="793682"/>
            <a:ext cx="3010505" cy="543327"/>
            <a:chOff x="5316325" y="2821782"/>
            <a:chExt cx="1404350" cy="302100"/>
          </a:xfrm>
        </p:grpSpPr>
        <p:sp>
          <p:nvSpPr>
            <p:cNvPr id="2947" name="Google Shape;2947;p91"/>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1"/>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1"/>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1"/>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1"/>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1"/>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1"/>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4" name="Google Shape;2954;p91"/>
          <p:cNvSpPr txBox="1"/>
          <p:nvPr>
            <p:ph type="title"/>
          </p:nvPr>
        </p:nvSpPr>
        <p:spPr>
          <a:xfrm>
            <a:off x="3466850" y="758950"/>
            <a:ext cx="22104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write!</a:t>
            </a:r>
            <a:endParaRPr/>
          </a:p>
        </p:txBody>
      </p:sp>
      <p:graphicFrame>
        <p:nvGraphicFramePr>
          <p:cNvPr id="2955" name="Google Shape;2955;p91"/>
          <p:cNvGraphicFramePr/>
          <p:nvPr/>
        </p:nvGraphicFramePr>
        <p:xfrm>
          <a:off x="2872725" y="1804460"/>
          <a:ext cx="3000000" cy="3000000"/>
        </p:xfrm>
        <a:graphic>
          <a:graphicData uri="http://schemas.openxmlformats.org/drawingml/2006/table">
            <a:tbl>
              <a:tblPr>
                <a:noFill/>
                <a:tableStyleId>{8F163E8D-8FA3-412A-B799-8354B796EDC3}</a:tableStyleId>
              </a:tblPr>
              <a:tblGrid>
                <a:gridCol w="1713925"/>
                <a:gridCol w="1713925"/>
              </a:tblGrid>
              <a:tr h="495100">
                <a:tc>
                  <a:txBody>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Spanish</a:t>
                      </a:r>
                      <a:endParaRPr sz="1800">
                        <a:solidFill>
                          <a:schemeClr val="dk1"/>
                        </a:solidFill>
                        <a:latin typeface="Gloria Hallelujah"/>
                        <a:ea typeface="Gloria Hallelujah"/>
                        <a:cs typeface="Gloria Hallelujah"/>
                        <a:sym typeface="Gloria Hallelujah"/>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English</a:t>
                      </a:r>
                      <a:endParaRPr sz="1800">
                        <a:solidFill>
                          <a:schemeClr val="dk1"/>
                        </a:solidFill>
                        <a:latin typeface="Gloria Hallelujah"/>
                        <a:ea typeface="Gloria Hallelujah"/>
                        <a:cs typeface="Gloria Hallelujah"/>
                        <a:sym typeface="Gloria Hallelujah"/>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429075">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Mesa</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rgbClr val="FFE652">
                          <a:alpha val="0"/>
                        </a:srgbClr>
                      </a:solidFill>
                      <a:prstDash val="solid"/>
                      <a:round/>
                      <a:headEnd len="sm" w="sm" type="none"/>
                      <a:tailEnd len="sm" w="sm" type="none"/>
                    </a:lnL>
                    <a:lnR cap="flat" cmpd="sng" w="19050">
                      <a:solidFill>
                        <a:srgbClr val="FFE652">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Raleway"/>
                          <a:ea typeface="Raleway"/>
                          <a:cs typeface="Raleway"/>
                          <a:sym typeface="Raleway"/>
                        </a:rPr>
                        <a:t>Table</a:t>
                      </a:r>
                      <a:endParaRPr b="1">
                        <a:solidFill>
                          <a:schemeClr val="dk2"/>
                        </a:solidFill>
                        <a:latin typeface="Raleway"/>
                        <a:ea typeface="Raleway"/>
                        <a:cs typeface="Raleway"/>
                        <a:sym typeface="Raleway"/>
                      </a:endParaRPr>
                    </a:p>
                  </a:txBody>
                  <a:tcPr marT="91425" marB="91425" marR="91425" marL="91425" anchor="ctr">
                    <a:lnL cap="flat" cmpd="sng" w="19050">
                      <a:solidFill>
                        <a:srgbClr val="FFE652">
                          <a:alpha val="0"/>
                        </a:srgbClr>
                      </a:solidFill>
                      <a:prstDash val="solid"/>
                      <a:round/>
                      <a:headEnd len="sm" w="sm" type="none"/>
                      <a:tailEnd len="sm" w="sm" type="none"/>
                    </a:lnL>
                    <a:lnR cap="flat" cmpd="sng" w="19050">
                      <a:solidFill>
                        <a:srgbClr val="FFE652">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rPr b="1" lang="en">
                          <a:solidFill>
                            <a:schemeClr val="dk2"/>
                          </a:solidFill>
                          <a:latin typeface="Raleway"/>
                          <a:ea typeface="Raleway"/>
                          <a:cs typeface="Raleway"/>
                          <a:sym typeface="Raleway"/>
                        </a:rPr>
                        <a:t>Silla</a:t>
                      </a:r>
                      <a:endParaRPr b="1">
                        <a:solidFill>
                          <a:schemeClr val="dk2"/>
                        </a:solidFill>
                        <a:latin typeface="Raleway"/>
                        <a:ea typeface="Raleway"/>
                        <a:cs typeface="Raleway"/>
                        <a:sym typeface="Raleway"/>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Chair</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rPr b="1" lang="en">
                          <a:solidFill>
                            <a:schemeClr val="dk2"/>
                          </a:solidFill>
                          <a:latin typeface="Raleway"/>
                          <a:ea typeface="Raleway"/>
                          <a:cs typeface="Raleway"/>
                          <a:sym typeface="Raleway"/>
                        </a:rPr>
                        <a:t>Sofá</a:t>
                      </a:r>
                      <a:endParaRPr b="1">
                        <a:solidFill>
                          <a:schemeClr val="dk2"/>
                        </a:solidFill>
                        <a:latin typeface="Raleway"/>
                        <a:ea typeface="Raleway"/>
                        <a:cs typeface="Raleway"/>
                        <a:sym typeface="Raleway"/>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Sofa</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Sillón</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Raleway"/>
                          <a:ea typeface="Raleway"/>
                          <a:cs typeface="Raleway"/>
                          <a:sym typeface="Raleway"/>
                        </a:rPr>
                        <a:t>Armchair</a:t>
                      </a:r>
                      <a:endParaRPr b="1">
                        <a:solidFill>
                          <a:schemeClr val="dk2"/>
                        </a:solidFill>
                        <a:latin typeface="Raleway"/>
                        <a:ea typeface="Raleway"/>
                        <a:cs typeface="Raleway"/>
                        <a:sym typeface="Raleway"/>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29075">
                <a:tc>
                  <a:txBody>
                    <a:bodyPr/>
                    <a:lstStyle/>
                    <a:p>
                      <a:pPr indent="0" lvl="0" marL="0" rtl="0" algn="ctr">
                        <a:spcBef>
                          <a:spcPts val="0"/>
                        </a:spcBef>
                        <a:spcAft>
                          <a:spcPts val="0"/>
                        </a:spcAft>
                        <a:buNone/>
                      </a:pPr>
                      <a:r>
                        <a:rPr b="1" lang="en">
                          <a:solidFill>
                            <a:schemeClr val="dk2"/>
                          </a:solidFill>
                          <a:latin typeface="Raleway"/>
                          <a:ea typeface="Raleway"/>
                          <a:cs typeface="Raleway"/>
                          <a:sym typeface="Raleway"/>
                        </a:rPr>
                        <a:t>Estantería</a:t>
                      </a:r>
                      <a:endParaRPr b="1">
                        <a:solidFill>
                          <a:schemeClr val="dk2"/>
                        </a:solidFill>
                        <a:latin typeface="Raleway"/>
                        <a:ea typeface="Raleway"/>
                        <a:cs typeface="Raleway"/>
                        <a:sym typeface="Raleway"/>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SemiBold"/>
                          <a:ea typeface="Raleway SemiBold"/>
                          <a:cs typeface="Raleway SemiBold"/>
                          <a:sym typeface="Raleway SemiBold"/>
                        </a:rPr>
                        <a:t>Shelf</a:t>
                      </a:r>
                      <a:endParaRPr>
                        <a:solidFill>
                          <a:schemeClr val="dk1"/>
                        </a:solidFill>
                        <a:latin typeface="Raleway SemiBold"/>
                        <a:ea typeface="Raleway SemiBold"/>
                        <a:cs typeface="Raleway SemiBold"/>
                        <a:sym typeface="Raleway SemiBold"/>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bl>
          </a:graphicData>
        </a:graphic>
      </p:graphicFrame>
      <p:sp>
        <p:nvSpPr>
          <p:cNvPr id="2956" name="Google Shape;2956;p91"/>
          <p:cNvSpPr/>
          <p:nvPr/>
        </p:nvSpPr>
        <p:spPr>
          <a:xfrm>
            <a:off x="4564219" y="1804450"/>
            <a:ext cx="15273" cy="2651799"/>
          </a:xfrm>
          <a:custGeom>
            <a:rect b="b" l="l" r="r" t="t"/>
            <a:pathLst>
              <a:path extrusionOk="0" h="87547" w="1778">
                <a:moveTo>
                  <a:pt x="717" y="0"/>
                </a:moveTo>
                <a:cubicBezTo>
                  <a:pt x="717" y="21489"/>
                  <a:pt x="-812" y="43032"/>
                  <a:pt x="717" y="64466"/>
                </a:cubicBezTo>
                <a:cubicBezTo>
                  <a:pt x="1265" y="72148"/>
                  <a:pt x="-87" y="80074"/>
                  <a:pt x="1778" y="87547"/>
                </a:cubicBezTo>
              </a:path>
            </a:pathLst>
          </a:custGeom>
          <a:noFill/>
          <a:ln cap="rnd" cmpd="sng" w="19050">
            <a:solidFill>
              <a:schemeClr val="dk1"/>
            </a:solidFill>
            <a:prstDash val="solid"/>
            <a:round/>
            <a:headEnd len="med" w="med" type="none"/>
            <a:tailEnd len="med" w="med" type="none"/>
          </a:ln>
        </p:spPr>
      </p:sp>
      <p:sp>
        <p:nvSpPr>
          <p:cNvPr id="2957" name="Google Shape;2957;p91"/>
          <p:cNvSpPr/>
          <p:nvPr/>
        </p:nvSpPr>
        <p:spPr>
          <a:xfrm>
            <a:off x="2872742" y="2728635"/>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58" name="Google Shape;2958;p91"/>
          <p:cNvSpPr/>
          <p:nvPr/>
        </p:nvSpPr>
        <p:spPr>
          <a:xfrm>
            <a:off x="2872740" y="3145857"/>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59" name="Google Shape;2959;p91"/>
          <p:cNvSpPr/>
          <p:nvPr/>
        </p:nvSpPr>
        <p:spPr>
          <a:xfrm>
            <a:off x="2872740" y="3574204"/>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60" name="Google Shape;2960;p91"/>
          <p:cNvSpPr/>
          <p:nvPr/>
        </p:nvSpPr>
        <p:spPr>
          <a:xfrm>
            <a:off x="2872740" y="4002563"/>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61" name="Google Shape;2961;p91"/>
          <p:cNvSpPr/>
          <p:nvPr/>
        </p:nvSpPr>
        <p:spPr>
          <a:xfrm>
            <a:off x="2872740" y="4430923"/>
            <a:ext cx="3447369" cy="26577"/>
          </a:xfrm>
          <a:custGeom>
            <a:rect b="b" l="l" r="r" t="t"/>
            <a:pathLst>
              <a:path extrusionOk="0" h="3657" w="102311">
                <a:moveTo>
                  <a:pt x="0" y="1329"/>
                </a:moveTo>
                <a:cubicBezTo>
                  <a:pt x="24611" y="4408"/>
                  <a:pt x="49757" y="4337"/>
                  <a:pt x="74408" y="1595"/>
                </a:cubicBezTo>
                <a:cubicBezTo>
                  <a:pt x="83667" y="565"/>
                  <a:pt x="93474" y="2949"/>
                  <a:pt x="102311" y="0"/>
                </a:cubicBezTo>
              </a:path>
            </a:pathLst>
          </a:custGeom>
          <a:noFill/>
          <a:ln cap="rnd" cmpd="sng" w="19050">
            <a:solidFill>
              <a:schemeClr val="dk1"/>
            </a:solidFill>
            <a:prstDash val="solid"/>
            <a:round/>
            <a:headEnd len="med" w="med" type="none"/>
            <a:tailEnd len="med" w="med" type="none"/>
          </a:ln>
        </p:spPr>
      </p:sp>
      <p:sp>
        <p:nvSpPr>
          <p:cNvPr id="2962" name="Google Shape;2962;p91"/>
          <p:cNvSpPr/>
          <p:nvPr/>
        </p:nvSpPr>
        <p:spPr>
          <a:xfrm rot="-774077">
            <a:off x="7732299" y="3549585"/>
            <a:ext cx="729599" cy="932554"/>
          </a:xfrm>
          <a:custGeom>
            <a:rect b="b" l="l" r="r" t="t"/>
            <a:pathLst>
              <a:path extrusionOk="0" h="19441" w="15210">
                <a:moveTo>
                  <a:pt x="8781" y="2368"/>
                </a:moveTo>
                <a:cubicBezTo>
                  <a:pt x="9591" y="2680"/>
                  <a:pt x="10303" y="3207"/>
                  <a:pt x="10849" y="3890"/>
                </a:cubicBezTo>
                <a:cubicBezTo>
                  <a:pt x="10508" y="3870"/>
                  <a:pt x="10166" y="3870"/>
                  <a:pt x="9834" y="3870"/>
                </a:cubicBezTo>
                <a:cubicBezTo>
                  <a:pt x="9571" y="3314"/>
                  <a:pt x="9210" y="2807"/>
                  <a:pt x="8781" y="2368"/>
                </a:cubicBezTo>
                <a:close/>
                <a:moveTo>
                  <a:pt x="6674" y="1968"/>
                </a:moveTo>
                <a:cubicBezTo>
                  <a:pt x="7074" y="1968"/>
                  <a:pt x="7474" y="2007"/>
                  <a:pt x="7864" y="2095"/>
                </a:cubicBezTo>
                <a:cubicBezTo>
                  <a:pt x="8566" y="2485"/>
                  <a:pt x="9093" y="3129"/>
                  <a:pt x="9473" y="3870"/>
                </a:cubicBezTo>
                <a:cubicBezTo>
                  <a:pt x="8898" y="3890"/>
                  <a:pt x="8322" y="3929"/>
                  <a:pt x="7747" y="3978"/>
                </a:cubicBezTo>
                <a:cubicBezTo>
                  <a:pt x="7532" y="3236"/>
                  <a:pt x="7161" y="2553"/>
                  <a:pt x="6664" y="1968"/>
                </a:cubicBezTo>
                <a:close/>
                <a:moveTo>
                  <a:pt x="6235" y="1988"/>
                </a:moveTo>
                <a:cubicBezTo>
                  <a:pt x="6791" y="2553"/>
                  <a:pt x="7200" y="3246"/>
                  <a:pt x="7435" y="4007"/>
                </a:cubicBezTo>
                <a:cubicBezTo>
                  <a:pt x="6976" y="4046"/>
                  <a:pt x="6518" y="4105"/>
                  <a:pt x="6059" y="4173"/>
                </a:cubicBezTo>
                <a:lnTo>
                  <a:pt x="4937" y="4319"/>
                </a:lnTo>
                <a:cubicBezTo>
                  <a:pt x="5191" y="3519"/>
                  <a:pt x="5522" y="2749"/>
                  <a:pt x="5932" y="2017"/>
                </a:cubicBezTo>
                <a:cubicBezTo>
                  <a:pt x="6030" y="2007"/>
                  <a:pt x="6137" y="1997"/>
                  <a:pt x="6235" y="1988"/>
                </a:cubicBezTo>
                <a:close/>
                <a:moveTo>
                  <a:pt x="5522" y="2075"/>
                </a:moveTo>
                <a:lnTo>
                  <a:pt x="5522" y="2075"/>
                </a:lnTo>
                <a:cubicBezTo>
                  <a:pt x="5132" y="2807"/>
                  <a:pt x="4810" y="3578"/>
                  <a:pt x="4576" y="4368"/>
                </a:cubicBezTo>
                <a:cubicBezTo>
                  <a:pt x="4020" y="4446"/>
                  <a:pt x="3474" y="4524"/>
                  <a:pt x="2927" y="4622"/>
                </a:cubicBezTo>
                <a:cubicBezTo>
                  <a:pt x="3191" y="3900"/>
                  <a:pt x="3552" y="3217"/>
                  <a:pt x="4010" y="2592"/>
                </a:cubicBezTo>
                <a:lnTo>
                  <a:pt x="4010" y="2573"/>
                </a:lnTo>
                <a:cubicBezTo>
                  <a:pt x="4430" y="2378"/>
                  <a:pt x="4859" y="2222"/>
                  <a:pt x="5308" y="2124"/>
                </a:cubicBezTo>
                <a:cubicBezTo>
                  <a:pt x="5376" y="2105"/>
                  <a:pt x="5454" y="2085"/>
                  <a:pt x="5522" y="2075"/>
                </a:cubicBezTo>
                <a:close/>
                <a:moveTo>
                  <a:pt x="3396" y="2924"/>
                </a:moveTo>
                <a:lnTo>
                  <a:pt x="3396" y="2924"/>
                </a:lnTo>
                <a:cubicBezTo>
                  <a:pt x="3045" y="3480"/>
                  <a:pt x="2762" y="4075"/>
                  <a:pt x="2547" y="4700"/>
                </a:cubicBezTo>
                <a:cubicBezTo>
                  <a:pt x="2151" y="4777"/>
                  <a:pt x="1755" y="4864"/>
                  <a:pt x="1369" y="4970"/>
                </a:cubicBezTo>
                <a:lnTo>
                  <a:pt x="1369" y="4970"/>
                </a:lnTo>
                <a:cubicBezTo>
                  <a:pt x="1885" y="4152"/>
                  <a:pt x="2577" y="3450"/>
                  <a:pt x="3396" y="2924"/>
                </a:cubicBezTo>
                <a:close/>
                <a:moveTo>
                  <a:pt x="9981" y="4192"/>
                </a:moveTo>
                <a:cubicBezTo>
                  <a:pt x="10351" y="4192"/>
                  <a:pt x="10722" y="4202"/>
                  <a:pt x="11093" y="4222"/>
                </a:cubicBezTo>
                <a:cubicBezTo>
                  <a:pt x="11161" y="4329"/>
                  <a:pt x="11229" y="4436"/>
                  <a:pt x="11288" y="4553"/>
                </a:cubicBezTo>
                <a:cubicBezTo>
                  <a:pt x="11668" y="5256"/>
                  <a:pt x="11903" y="6026"/>
                  <a:pt x="11990" y="6817"/>
                </a:cubicBezTo>
                <a:lnTo>
                  <a:pt x="11990" y="6826"/>
                </a:lnTo>
                <a:cubicBezTo>
                  <a:pt x="11561" y="6973"/>
                  <a:pt x="11122" y="7090"/>
                  <a:pt x="10673" y="7187"/>
                </a:cubicBezTo>
                <a:cubicBezTo>
                  <a:pt x="10654" y="6963"/>
                  <a:pt x="10634" y="6739"/>
                  <a:pt x="10605" y="6524"/>
                </a:cubicBezTo>
                <a:cubicBezTo>
                  <a:pt x="10498" y="5724"/>
                  <a:pt x="10283" y="4934"/>
                  <a:pt x="9981" y="4192"/>
                </a:cubicBezTo>
                <a:close/>
                <a:moveTo>
                  <a:pt x="9630" y="4202"/>
                </a:moveTo>
                <a:lnTo>
                  <a:pt x="9630" y="4212"/>
                </a:lnTo>
                <a:cubicBezTo>
                  <a:pt x="10010" y="5100"/>
                  <a:pt x="10244" y="6046"/>
                  <a:pt x="10332" y="7021"/>
                </a:cubicBezTo>
                <a:cubicBezTo>
                  <a:pt x="10342" y="7100"/>
                  <a:pt x="10351" y="7178"/>
                  <a:pt x="10351" y="7265"/>
                </a:cubicBezTo>
                <a:cubicBezTo>
                  <a:pt x="9659" y="7412"/>
                  <a:pt x="8947" y="7519"/>
                  <a:pt x="8244" y="7617"/>
                </a:cubicBezTo>
                <a:cubicBezTo>
                  <a:pt x="8234" y="7451"/>
                  <a:pt x="8234" y="7275"/>
                  <a:pt x="8225" y="7100"/>
                </a:cubicBezTo>
                <a:cubicBezTo>
                  <a:pt x="8195" y="6153"/>
                  <a:pt x="8069" y="5217"/>
                  <a:pt x="7844" y="4300"/>
                </a:cubicBezTo>
                <a:cubicBezTo>
                  <a:pt x="8439" y="4241"/>
                  <a:pt x="9034" y="4212"/>
                  <a:pt x="9630" y="4202"/>
                </a:cubicBezTo>
                <a:close/>
                <a:moveTo>
                  <a:pt x="7522" y="4319"/>
                </a:moveTo>
                <a:lnTo>
                  <a:pt x="7522" y="4329"/>
                </a:lnTo>
                <a:cubicBezTo>
                  <a:pt x="7815" y="5373"/>
                  <a:pt x="7893" y="6504"/>
                  <a:pt x="7922" y="7490"/>
                </a:cubicBezTo>
                <a:lnTo>
                  <a:pt x="7922" y="7656"/>
                </a:lnTo>
                <a:cubicBezTo>
                  <a:pt x="7347" y="7734"/>
                  <a:pt x="6781" y="7792"/>
                  <a:pt x="6215" y="7860"/>
                </a:cubicBezTo>
                <a:cubicBezTo>
                  <a:pt x="5591" y="7939"/>
                  <a:pt x="4966" y="7997"/>
                  <a:pt x="4342" y="8036"/>
                </a:cubicBezTo>
                <a:lnTo>
                  <a:pt x="4342" y="7773"/>
                </a:lnTo>
                <a:cubicBezTo>
                  <a:pt x="4371" y="6719"/>
                  <a:pt x="4537" y="5675"/>
                  <a:pt x="4830" y="4661"/>
                </a:cubicBezTo>
                <a:lnTo>
                  <a:pt x="5932" y="4514"/>
                </a:lnTo>
                <a:cubicBezTo>
                  <a:pt x="6459" y="4436"/>
                  <a:pt x="6996" y="4378"/>
                  <a:pt x="7522" y="4319"/>
                </a:cubicBezTo>
                <a:close/>
                <a:moveTo>
                  <a:pt x="2430" y="5051"/>
                </a:moveTo>
                <a:lnTo>
                  <a:pt x="2430" y="5051"/>
                </a:lnTo>
                <a:cubicBezTo>
                  <a:pt x="2167" y="5929"/>
                  <a:pt x="1991" y="6817"/>
                  <a:pt x="1913" y="7734"/>
                </a:cubicBezTo>
                <a:cubicBezTo>
                  <a:pt x="1903" y="7841"/>
                  <a:pt x="1893" y="7958"/>
                  <a:pt x="1893" y="8065"/>
                </a:cubicBezTo>
                <a:cubicBezTo>
                  <a:pt x="1386" y="8046"/>
                  <a:pt x="879" y="7997"/>
                  <a:pt x="381" y="7929"/>
                </a:cubicBezTo>
                <a:cubicBezTo>
                  <a:pt x="411" y="7529"/>
                  <a:pt x="479" y="7139"/>
                  <a:pt x="576" y="6748"/>
                </a:cubicBezTo>
                <a:cubicBezTo>
                  <a:pt x="703" y="6270"/>
                  <a:pt x="889" y="5812"/>
                  <a:pt x="1123" y="5383"/>
                </a:cubicBezTo>
                <a:cubicBezTo>
                  <a:pt x="1552" y="5256"/>
                  <a:pt x="1991" y="5148"/>
                  <a:pt x="2430" y="5051"/>
                </a:cubicBezTo>
                <a:close/>
                <a:moveTo>
                  <a:pt x="4479" y="4709"/>
                </a:moveTo>
                <a:cubicBezTo>
                  <a:pt x="4186" y="5773"/>
                  <a:pt x="4020" y="6865"/>
                  <a:pt x="4010" y="7958"/>
                </a:cubicBezTo>
                <a:lnTo>
                  <a:pt x="4010" y="8056"/>
                </a:lnTo>
                <a:cubicBezTo>
                  <a:pt x="3614" y="8082"/>
                  <a:pt x="3213" y="8095"/>
                  <a:pt x="2813" y="8095"/>
                </a:cubicBezTo>
                <a:cubicBezTo>
                  <a:pt x="2613" y="8095"/>
                  <a:pt x="2414" y="8091"/>
                  <a:pt x="2215" y="8085"/>
                </a:cubicBezTo>
                <a:cubicBezTo>
                  <a:pt x="2235" y="7909"/>
                  <a:pt x="2245" y="7734"/>
                  <a:pt x="2264" y="7558"/>
                </a:cubicBezTo>
                <a:cubicBezTo>
                  <a:pt x="2352" y="6680"/>
                  <a:pt x="2527" y="5812"/>
                  <a:pt x="2801" y="4983"/>
                </a:cubicBezTo>
                <a:cubicBezTo>
                  <a:pt x="3357" y="4875"/>
                  <a:pt x="3913" y="4787"/>
                  <a:pt x="4479" y="4709"/>
                </a:cubicBezTo>
                <a:close/>
                <a:moveTo>
                  <a:pt x="12029" y="7158"/>
                </a:moveTo>
                <a:lnTo>
                  <a:pt x="12029" y="7158"/>
                </a:lnTo>
                <a:cubicBezTo>
                  <a:pt x="12088" y="7987"/>
                  <a:pt x="12000" y="8826"/>
                  <a:pt x="11786" y="9626"/>
                </a:cubicBezTo>
                <a:cubicBezTo>
                  <a:pt x="11376" y="9802"/>
                  <a:pt x="10956" y="9958"/>
                  <a:pt x="10547" y="10104"/>
                </a:cubicBezTo>
                <a:cubicBezTo>
                  <a:pt x="10683" y="9246"/>
                  <a:pt x="10732" y="8387"/>
                  <a:pt x="10693" y="7519"/>
                </a:cubicBezTo>
                <a:cubicBezTo>
                  <a:pt x="11142" y="7421"/>
                  <a:pt x="11590" y="7295"/>
                  <a:pt x="12029" y="7158"/>
                </a:cubicBezTo>
                <a:close/>
                <a:moveTo>
                  <a:pt x="10371" y="7587"/>
                </a:moveTo>
                <a:lnTo>
                  <a:pt x="10371" y="7587"/>
                </a:lnTo>
                <a:cubicBezTo>
                  <a:pt x="10400" y="8465"/>
                  <a:pt x="10342" y="9343"/>
                  <a:pt x="10195" y="10212"/>
                </a:cubicBezTo>
                <a:cubicBezTo>
                  <a:pt x="9464" y="10446"/>
                  <a:pt x="8722" y="10651"/>
                  <a:pt x="7981" y="10807"/>
                </a:cubicBezTo>
                <a:cubicBezTo>
                  <a:pt x="8147" y="9860"/>
                  <a:pt x="8234" y="8904"/>
                  <a:pt x="8244" y="7939"/>
                </a:cubicBezTo>
                <a:cubicBezTo>
                  <a:pt x="8956" y="7851"/>
                  <a:pt x="9669" y="7734"/>
                  <a:pt x="10371" y="7587"/>
                </a:cubicBezTo>
                <a:close/>
                <a:moveTo>
                  <a:pt x="362" y="8251"/>
                </a:moveTo>
                <a:lnTo>
                  <a:pt x="362" y="8251"/>
                </a:lnTo>
                <a:cubicBezTo>
                  <a:pt x="859" y="8319"/>
                  <a:pt x="1367" y="8368"/>
                  <a:pt x="1864" y="8387"/>
                </a:cubicBezTo>
                <a:cubicBezTo>
                  <a:pt x="1815" y="9343"/>
                  <a:pt x="1845" y="10309"/>
                  <a:pt x="2079" y="11207"/>
                </a:cubicBezTo>
                <a:cubicBezTo>
                  <a:pt x="1768" y="11187"/>
                  <a:pt x="1447" y="11158"/>
                  <a:pt x="1126" y="11119"/>
                </a:cubicBezTo>
                <a:lnTo>
                  <a:pt x="1126" y="11119"/>
                </a:lnTo>
                <a:cubicBezTo>
                  <a:pt x="1089" y="11064"/>
                  <a:pt x="1052" y="11008"/>
                  <a:pt x="1015" y="10953"/>
                </a:cubicBezTo>
                <a:cubicBezTo>
                  <a:pt x="547" y="10124"/>
                  <a:pt x="323" y="9187"/>
                  <a:pt x="362" y="8251"/>
                </a:cubicBezTo>
                <a:close/>
                <a:moveTo>
                  <a:pt x="7922" y="7987"/>
                </a:moveTo>
                <a:lnTo>
                  <a:pt x="7922" y="7987"/>
                </a:lnTo>
                <a:cubicBezTo>
                  <a:pt x="7903" y="8953"/>
                  <a:pt x="7805" y="9919"/>
                  <a:pt x="7630" y="10865"/>
                </a:cubicBezTo>
                <a:cubicBezTo>
                  <a:pt x="6677" y="11050"/>
                  <a:pt x="5724" y="11177"/>
                  <a:pt x="4752" y="11226"/>
                </a:cubicBezTo>
                <a:lnTo>
                  <a:pt x="4752" y="11226"/>
                </a:lnTo>
                <a:cubicBezTo>
                  <a:pt x="4479" y="10299"/>
                  <a:pt x="4342" y="9333"/>
                  <a:pt x="4342" y="8368"/>
                </a:cubicBezTo>
                <a:cubicBezTo>
                  <a:pt x="4966" y="8329"/>
                  <a:pt x="5591" y="8270"/>
                  <a:pt x="6215" y="8192"/>
                </a:cubicBezTo>
                <a:cubicBezTo>
                  <a:pt x="6771" y="8124"/>
                  <a:pt x="7347" y="8065"/>
                  <a:pt x="7922" y="7987"/>
                </a:cubicBezTo>
                <a:close/>
                <a:moveTo>
                  <a:pt x="4010" y="8387"/>
                </a:moveTo>
                <a:cubicBezTo>
                  <a:pt x="4010" y="9353"/>
                  <a:pt x="4147" y="10309"/>
                  <a:pt x="4410" y="11246"/>
                </a:cubicBezTo>
                <a:cubicBezTo>
                  <a:pt x="4140" y="11254"/>
                  <a:pt x="3867" y="11258"/>
                  <a:pt x="3594" y="11258"/>
                </a:cubicBezTo>
                <a:cubicBezTo>
                  <a:pt x="3207" y="11258"/>
                  <a:pt x="2819" y="11249"/>
                  <a:pt x="2430" y="11226"/>
                </a:cubicBezTo>
                <a:cubicBezTo>
                  <a:pt x="2167" y="10329"/>
                  <a:pt x="2137" y="9353"/>
                  <a:pt x="2196" y="8407"/>
                </a:cubicBezTo>
                <a:lnTo>
                  <a:pt x="2196" y="8407"/>
                </a:lnTo>
                <a:cubicBezTo>
                  <a:pt x="2410" y="8414"/>
                  <a:pt x="2624" y="8417"/>
                  <a:pt x="2839" y="8417"/>
                </a:cubicBezTo>
                <a:cubicBezTo>
                  <a:pt x="3229" y="8417"/>
                  <a:pt x="3620" y="8406"/>
                  <a:pt x="4010" y="8387"/>
                </a:cubicBezTo>
                <a:close/>
                <a:moveTo>
                  <a:pt x="11659" y="10026"/>
                </a:moveTo>
                <a:lnTo>
                  <a:pt x="11659" y="10026"/>
                </a:lnTo>
                <a:cubicBezTo>
                  <a:pt x="11620" y="10153"/>
                  <a:pt x="11571" y="10290"/>
                  <a:pt x="11522" y="10407"/>
                </a:cubicBezTo>
                <a:cubicBezTo>
                  <a:pt x="11210" y="11177"/>
                  <a:pt x="10703" y="11851"/>
                  <a:pt x="10049" y="12358"/>
                </a:cubicBezTo>
                <a:cubicBezTo>
                  <a:pt x="10225" y="11733"/>
                  <a:pt x="10371" y="11099"/>
                  <a:pt x="10488" y="10455"/>
                </a:cubicBezTo>
                <a:cubicBezTo>
                  <a:pt x="10878" y="10319"/>
                  <a:pt x="11268" y="10182"/>
                  <a:pt x="11659" y="10026"/>
                </a:cubicBezTo>
                <a:close/>
                <a:moveTo>
                  <a:pt x="1367" y="11470"/>
                </a:moveTo>
                <a:lnTo>
                  <a:pt x="1367" y="11470"/>
                </a:lnTo>
                <a:cubicBezTo>
                  <a:pt x="1640" y="11499"/>
                  <a:pt x="1913" y="11519"/>
                  <a:pt x="2176" y="11538"/>
                </a:cubicBezTo>
                <a:cubicBezTo>
                  <a:pt x="2313" y="11948"/>
                  <a:pt x="2488" y="12329"/>
                  <a:pt x="2723" y="12689"/>
                </a:cubicBezTo>
                <a:lnTo>
                  <a:pt x="2732" y="12699"/>
                </a:lnTo>
                <a:cubicBezTo>
                  <a:pt x="2206" y="12377"/>
                  <a:pt x="1747" y="11958"/>
                  <a:pt x="1367" y="11470"/>
                </a:cubicBezTo>
                <a:close/>
                <a:moveTo>
                  <a:pt x="10127" y="10573"/>
                </a:moveTo>
                <a:cubicBezTo>
                  <a:pt x="10000" y="11275"/>
                  <a:pt x="9825" y="11968"/>
                  <a:pt x="9620" y="12660"/>
                </a:cubicBezTo>
                <a:cubicBezTo>
                  <a:pt x="8917" y="13089"/>
                  <a:pt x="8137" y="13382"/>
                  <a:pt x="7327" y="13509"/>
                </a:cubicBezTo>
                <a:cubicBezTo>
                  <a:pt x="7561" y="12738"/>
                  <a:pt x="7766" y="11948"/>
                  <a:pt x="7922" y="11158"/>
                </a:cubicBezTo>
                <a:cubicBezTo>
                  <a:pt x="8664" y="11002"/>
                  <a:pt x="9405" y="10807"/>
                  <a:pt x="10127" y="10573"/>
                </a:cubicBezTo>
                <a:close/>
                <a:moveTo>
                  <a:pt x="4508" y="11568"/>
                </a:moveTo>
                <a:cubicBezTo>
                  <a:pt x="4752" y="12290"/>
                  <a:pt x="5103" y="12972"/>
                  <a:pt x="5561" y="13577"/>
                </a:cubicBezTo>
                <a:lnTo>
                  <a:pt x="5571" y="13587"/>
                </a:lnTo>
                <a:cubicBezTo>
                  <a:pt x="5093" y="13548"/>
                  <a:pt x="4615" y="13460"/>
                  <a:pt x="4147" y="13324"/>
                </a:cubicBezTo>
                <a:cubicBezTo>
                  <a:pt x="3884" y="13255"/>
                  <a:pt x="3630" y="13158"/>
                  <a:pt x="3386" y="13050"/>
                </a:cubicBezTo>
                <a:cubicBezTo>
                  <a:pt x="3376" y="13041"/>
                  <a:pt x="3376" y="13021"/>
                  <a:pt x="3366" y="13021"/>
                </a:cubicBezTo>
                <a:cubicBezTo>
                  <a:pt x="2996" y="12592"/>
                  <a:pt x="2713" y="12094"/>
                  <a:pt x="2527" y="11568"/>
                </a:cubicBezTo>
                <a:lnTo>
                  <a:pt x="2527" y="11568"/>
                </a:lnTo>
                <a:cubicBezTo>
                  <a:pt x="2859" y="11582"/>
                  <a:pt x="3191" y="11590"/>
                  <a:pt x="3521" y="11590"/>
                </a:cubicBezTo>
                <a:cubicBezTo>
                  <a:pt x="3852" y="11590"/>
                  <a:pt x="4181" y="11582"/>
                  <a:pt x="4508" y="11568"/>
                </a:cubicBezTo>
                <a:close/>
                <a:moveTo>
                  <a:pt x="7561" y="11216"/>
                </a:moveTo>
                <a:lnTo>
                  <a:pt x="7561" y="11216"/>
                </a:lnTo>
                <a:cubicBezTo>
                  <a:pt x="7405" y="12007"/>
                  <a:pt x="7200" y="12787"/>
                  <a:pt x="6966" y="13558"/>
                </a:cubicBezTo>
                <a:cubicBezTo>
                  <a:pt x="6713" y="13588"/>
                  <a:pt x="6454" y="13600"/>
                  <a:pt x="6193" y="13600"/>
                </a:cubicBezTo>
                <a:cubicBezTo>
                  <a:pt x="6113" y="13600"/>
                  <a:pt x="6032" y="13599"/>
                  <a:pt x="5952" y="13597"/>
                </a:cubicBezTo>
                <a:cubicBezTo>
                  <a:pt x="5952" y="13567"/>
                  <a:pt x="5942" y="13528"/>
                  <a:pt x="5913" y="13509"/>
                </a:cubicBezTo>
                <a:cubicBezTo>
                  <a:pt x="5444" y="12924"/>
                  <a:pt x="5083" y="12260"/>
                  <a:pt x="4840" y="11548"/>
                </a:cubicBezTo>
                <a:cubicBezTo>
                  <a:pt x="5757" y="11499"/>
                  <a:pt x="6664" y="11382"/>
                  <a:pt x="7561" y="11216"/>
                </a:cubicBezTo>
                <a:close/>
                <a:moveTo>
                  <a:pt x="7596" y="1171"/>
                </a:moveTo>
                <a:cubicBezTo>
                  <a:pt x="9186" y="1171"/>
                  <a:pt x="10727" y="1740"/>
                  <a:pt x="11864" y="2885"/>
                </a:cubicBezTo>
                <a:cubicBezTo>
                  <a:pt x="13122" y="4153"/>
                  <a:pt x="13473" y="5861"/>
                  <a:pt x="13473" y="7597"/>
                </a:cubicBezTo>
                <a:cubicBezTo>
                  <a:pt x="13473" y="9295"/>
                  <a:pt x="13103" y="11080"/>
                  <a:pt x="11922" y="12368"/>
                </a:cubicBezTo>
                <a:cubicBezTo>
                  <a:pt x="11376" y="12963"/>
                  <a:pt x="10683" y="13411"/>
                  <a:pt x="9922" y="13675"/>
                </a:cubicBezTo>
                <a:cubicBezTo>
                  <a:pt x="9112" y="13948"/>
                  <a:pt x="8244" y="13977"/>
                  <a:pt x="7396" y="14045"/>
                </a:cubicBezTo>
                <a:lnTo>
                  <a:pt x="7396" y="13860"/>
                </a:lnTo>
                <a:cubicBezTo>
                  <a:pt x="7396" y="13850"/>
                  <a:pt x="7396" y="13850"/>
                  <a:pt x="7396" y="13850"/>
                </a:cubicBezTo>
                <a:cubicBezTo>
                  <a:pt x="8839" y="13616"/>
                  <a:pt x="10195" y="12953"/>
                  <a:pt x="11083" y="11821"/>
                </a:cubicBezTo>
                <a:cubicBezTo>
                  <a:pt x="12478" y="10036"/>
                  <a:pt x="12703" y="7295"/>
                  <a:pt x="11932" y="5197"/>
                </a:cubicBezTo>
                <a:cubicBezTo>
                  <a:pt x="11776" y="4768"/>
                  <a:pt x="11561" y="4358"/>
                  <a:pt x="11307" y="3978"/>
                </a:cubicBezTo>
                <a:cubicBezTo>
                  <a:pt x="11298" y="3968"/>
                  <a:pt x="11288" y="3958"/>
                  <a:pt x="11278" y="3948"/>
                </a:cubicBezTo>
                <a:cubicBezTo>
                  <a:pt x="10488" y="2827"/>
                  <a:pt x="9308" y="2056"/>
                  <a:pt x="7971" y="1773"/>
                </a:cubicBezTo>
                <a:cubicBezTo>
                  <a:pt x="7961" y="1773"/>
                  <a:pt x="7942" y="1773"/>
                  <a:pt x="7932" y="1763"/>
                </a:cubicBezTo>
                <a:cubicBezTo>
                  <a:pt x="7708" y="1724"/>
                  <a:pt x="7483" y="1685"/>
                  <a:pt x="7259" y="1666"/>
                </a:cubicBezTo>
                <a:lnTo>
                  <a:pt x="7288" y="1178"/>
                </a:lnTo>
                <a:cubicBezTo>
                  <a:pt x="7391" y="1173"/>
                  <a:pt x="7494" y="1171"/>
                  <a:pt x="7596" y="1171"/>
                </a:cubicBezTo>
                <a:close/>
                <a:moveTo>
                  <a:pt x="7528" y="336"/>
                </a:moveTo>
                <a:cubicBezTo>
                  <a:pt x="7914" y="336"/>
                  <a:pt x="8301" y="359"/>
                  <a:pt x="8683" y="407"/>
                </a:cubicBezTo>
                <a:cubicBezTo>
                  <a:pt x="10078" y="563"/>
                  <a:pt x="11395" y="1119"/>
                  <a:pt x="12478" y="2017"/>
                </a:cubicBezTo>
                <a:cubicBezTo>
                  <a:pt x="14010" y="3285"/>
                  <a:pt x="14624" y="5187"/>
                  <a:pt x="14761" y="7129"/>
                </a:cubicBezTo>
                <a:lnTo>
                  <a:pt x="14771" y="7139"/>
                </a:lnTo>
                <a:cubicBezTo>
                  <a:pt x="14907" y="9051"/>
                  <a:pt x="14605" y="11060"/>
                  <a:pt x="13454" y="12650"/>
                </a:cubicBezTo>
                <a:cubicBezTo>
                  <a:pt x="12108" y="14507"/>
                  <a:pt x="9888" y="14897"/>
                  <a:pt x="7735" y="14897"/>
                </a:cubicBezTo>
                <a:cubicBezTo>
                  <a:pt x="7625" y="14897"/>
                  <a:pt x="7515" y="14896"/>
                  <a:pt x="7405" y="14894"/>
                </a:cubicBezTo>
                <a:lnTo>
                  <a:pt x="7396" y="14377"/>
                </a:lnTo>
                <a:cubicBezTo>
                  <a:pt x="8800" y="14260"/>
                  <a:pt x="10147" y="14172"/>
                  <a:pt x="11337" y="13314"/>
                </a:cubicBezTo>
                <a:cubicBezTo>
                  <a:pt x="12351" y="12572"/>
                  <a:pt x="13093" y="11499"/>
                  <a:pt x="13444" y="10280"/>
                </a:cubicBezTo>
                <a:cubicBezTo>
                  <a:pt x="14254" y="7578"/>
                  <a:pt x="13922" y="4075"/>
                  <a:pt x="11590" y="2212"/>
                </a:cubicBezTo>
                <a:cubicBezTo>
                  <a:pt x="10465" y="1322"/>
                  <a:pt x="9074" y="846"/>
                  <a:pt x="7648" y="846"/>
                </a:cubicBezTo>
                <a:cubicBezTo>
                  <a:pt x="7480" y="846"/>
                  <a:pt x="7311" y="852"/>
                  <a:pt x="7142" y="866"/>
                </a:cubicBezTo>
                <a:cubicBezTo>
                  <a:pt x="7044" y="866"/>
                  <a:pt x="6976" y="934"/>
                  <a:pt x="6976" y="1022"/>
                </a:cubicBezTo>
                <a:lnTo>
                  <a:pt x="6937" y="1656"/>
                </a:lnTo>
                <a:cubicBezTo>
                  <a:pt x="6830" y="1646"/>
                  <a:pt x="6725" y="1641"/>
                  <a:pt x="6620" y="1641"/>
                </a:cubicBezTo>
                <a:cubicBezTo>
                  <a:pt x="6515" y="1641"/>
                  <a:pt x="6410" y="1646"/>
                  <a:pt x="6303" y="1656"/>
                </a:cubicBezTo>
                <a:lnTo>
                  <a:pt x="6254" y="1656"/>
                </a:lnTo>
                <a:cubicBezTo>
                  <a:pt x="6274" y="1315"/>
                  <a:pt x="6254" y="807"/>
                  <a:pt x="6391" y="544"/>
                </a:cubicBezTo>
                <a:cubicBezTo>
                  <a:pt x="6498" y="349"/>
                  <a:pt x="6800" y="358"/>
                  <a:pt x="7035" y="349"/>
                </a:cubicBezTo>
                <a:cubicBezTo>
                  <a:pt x="7198" y="340"/>
                  <a:pt x="7363" y="336"/>
                  <a:pt x="7528" y="336"/>
                </a:cubicBezTo>
                <a:close/>
                <a:moveTo>
                  <a:pt x="7064" y="13889"/>
                </a:moveTo>
                <a:cubicBezTo>
                  <a:pt x="7083" y="14914"/>
                  <a:pt x="7093" y="15938"/>
                  <a:pt x="7113" y="16962"/>
                </a:cubicBezTo>
                <a:cubicBezTo>
                  <a:pt x="7113" y="17050"/>
                  <a:pt x="7181" y="17118"/>
                  <a:pt x="7269" y="17128"/>
                </a:cubicBezTo>
                <a:lnTo>
                  <a:pt x="7278" y="17138"/>
                </a:lnTo>
                <a:cubicBezTo>
                  <a:pt x="8313" y="17206"/>
                  <a:pt x="9132" y="18026"/>
                  <a:pt x="9220" y="19050"/>
                </a:cubicBezTo>
                <a:lnTo>
                  <a:pt x="4713" y="19109"/>
                </a:lnTo>
                <a:cubicBezTo>
                  <a:pt x="4830" y="18650"/>
                  <a:pt x="5074" y="18240"/>
                  <a:pt x="5425" y="17928"/>
                </a:cubicBezTo>
                <a:cubicBezTo>
                  <a:pt x="5688" y="17694"/>
                  <a:pt x="6157" y="17587"/>
                  <a:pt x="6274" y="17236"/>
                </a:cubicBezTo>
                <a:cubicBezTo>
                  <a:pt x="6410" y="16797"/>
                  <a:pt x="6303" y="16153"/>
                  <a:pt x="6313" y="15694"/>
                </a:cubicBezTo>
                <a:lnTo>
                  <a:pt x="6352" y="13938"/>
                </a:lnTo>
                <a:cubicBezTo>
                  <a:pt x="6596" y="13938"/>
                  <a:pt x="6830" y="13919"/>
                  <a:pt x="7064" y="13889"/>
                </a:cubicBezTo>
                <a:close/>
                <a:moveTo>
                  <a:pt x="7428" y="0"/>
                </a:moveTo>
                <a:cubicBezTo>
                  <a:pt x="7141" y="0"/>
                  <a:pt x="6857" y="20"/>
                  <a:pt x="6586" y="76"/>
                </a:cubicBezTo>
                <a:cubicBezTo>
                  <a:pt x="6400" y="115"/>
                  <a:pt x="6196" y="163"/>
                  <a:pt x="6098" y="339"/>
                </a:cubicBezTo>
                <a:cubicBezTo>
                  <a:pt x="6020" y="466"/>
                  <a:pt x="6049" y="651"/>
                  <a:pt x="6030" y="797"/>
                </a:cubicBezTo>
                <a:cubicBezTo>
                  <a:pt x="6000" y="1100"/>
                  <a:pt x="5961" y="1393"/>
                  <a:pt x="5932" y="1685"/>
                </a:cubicBezTo>
                <a:cubicBezTo>
                  <a:pt x="3786" y="1939"/>
                  <a:pt x="1932" y="3275"/>
                  <a:pt x="898" y="5119"/>
                </a:cubicBezTo>
                <a:cubicBezTo>
                  <a:pt x="869" y="5148"/>
                  <a:pt x="850" y="5178"/>
                  <a:pt x="840" y="5226"/>
                </a:cubicBezTo>
                <a:cubicBezTo>
                  <a:pt x="596" y="5675"/>
                  <a:pt x="401" y="6163"/>
                  <a:pt x="254" y="6661"/>
                </a:cubicBezTo>
                <a:cubicBezTo>
                  <a:pt x="147" y="7109"/>
                  <a:pt x="79" y="7568"/>
                  <a:pt x="59" y="8036"/>
                </a:cubicBezTo>
                <a:cubicBezTo>
                  <a:pt x="50" y="8065"/>
                  <a:pt x="50" y="8104"/>
                  <a:pt x="59" y="8134"/>
                </a:cubicBezTo>
                <a:cubicBezTo>
                  <a:pt x="1" y="10212"/>
                  <a:pt x="947" y="12172"/>
                  <a:pt x="2927" y="13197"/>
                </a:cubicBezTo>
                <a:cubicBezTo>
                  <a:pt x="3893" y="13675"/>
                  <a:pt x="4957" y="13928"/>
                  <a:pt x="6030" y="13948"/>
                </a:cubicBezTo>
                <a:cubicBezTo>
                  <a:pt x="6020" y="14494"/>
                  <a:pt x="6010" y="15050"/>
                  <a:pt x="5991" y="15597"/>
                </a:cubicBezTo>
                <a:cubicBezTo>
                  <a:pt x="5991" y="15870"/>
                  <a:pt x="5981" y="16143"/>
                  <a:pt x="5981" y="16416"/>
                </a:cubicBezTo>
                <a:cubicBezTo>
                  <a:pt x="5971" y="16787"/>
                  <a:pt x="5991" y="17099"/>
                  <a:pt x="5688" y="17343"/>
                </a:cubicBezTo>
                <a:cubicBezTo>
                  <a:pt x="5015" y="17870"/>
                  <a:pt x="4527" y="18357"/>
                  <a:pt x="4352" y="19226"/>
                </a:cubicBezTo>
                <a:cubicBezTo>
                  <a:pt x="4323" y="19333"/>
                  <a:pt x="4401" y="19431"/>
                  <a:pt x="4508" y="19440"/>
                </a:cubicBezTo>
                <a:lnTo>
                  <a:pt x="9405" y="19382"/>
                </a:lnTo>
                <a:cubicBezTo>
                  <a:pt x="9493" y="19382"/>
                  <a:pt x="9561" y="19304"/>
                  <a:pt x="9561" y="19216"/>
                </a:cubicBezTo>
                <a:cubicBezTo>
                  <a:pt x="9551" y="17996"/>
                  <a:pt x="8644" y="16982"/>
                  <a:pt x="7435" y="16826"/>
                </a:cubicBezTo>
                <a:lnTo>
                  <a:pt x="7415" y="15216"/>
                </a:lnTo>
                <a:lnTo>
                  <a:pt x="7415" y="15216"/>
                </a:lnTo>
                <a:cubicBezTo>
                  <a:pt x="7538" y="15218"/>
                  <a:pt x="7661" y="15220"/>
                  <a:pt x="7785" y="15220"/>
                </a:cubicBezTo>
                <a:cubicBezTo>
                  <a:pt x="9780" y="15220"/>
                  <a:pt x="11911" y="14896"/>
                  <a:pt x="13307" y="13353"/>
                </a:cubicBezTo>
                <a:cubicBezTo>
                  <a:pt x="14751" y="11753"/>
                  <a:pt x="15210" y="9519"/>
                  <a:pt x="15112" y="7421"/>
                </a:cubicBezTo>
                <a:cubicBezTo>
                  <a:pt x="15015" y="5363"/>
                  <a:pt x="14429" y="3285"/>
                  <a:pt x="12829" y="1890"/>
                </a:cubicBezTo>
                <a:cubicBezTo>
                  <a:pt x="11668" y="876"/>
                  <a:pt x="10215" y="251"/>
                  <a:pt x="8683" y="85"/>
                </a:cubicBezTo>
                <a:cubicBezTo>
                  <a:pt x="8281" y="45"/>
                  <a:pt x="7852" y="0"/>
                  <a:pt x="7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1"/>
          <p:cNvSpPr/>
          <p:nvPr/>
        </p:nvSpPr>
        <p:spPr>
          <a:xfrm rot="1270274">
            <a:off x="6893150" y="2303143"/>
            <a:ext cx="336296" cy="270663"/>
          </a:xfrm>
          <a:custGeom>
            <a:rect b="b" l="l" r="r" t="t"/>
            <a:pathLst>
              <a:path extrusionOk="0" h="5357" w="6656">
                <a:moveTo>
                  <a:pt x="4447" y="336"/>
                </a:moveTo>
                <a:cubicBezTo>
                  <a:pt x="5208" y="336"/>
                  <a:pt x="6002" y="434"/>
                  <a:pt x="6109" y="784"/>
                </a:cubicBezTo>
                <a:cubicBezTo>
                  <a:pt x="6226" y="1145"/>
                  <a:pt x="6109" y="1799"/>
                  <a:pt x="6119" y="2179"/>
                </a:cubicBezTo>
                <a:cubicBezTo>
                  <a:pt x="6119" y="2647"/>
                  <a:pt x="6109" y="3116"/>
                  <a:pt x="6100" y="3584"/>
                </a:cubicBezTo>
                <a:cubicBezTo>
                  <a:pt x="6090" y="4247"/>
                  <a:pt x="5885" y="4920"/>
                  <a:pt x="5105" y="4959"/>
                </a:cubicBezTo>
                <a:cubicBezTo>
                  <a:pt x="5089" y="4960"/>
                  <a:pt x="5074" y="4960"/>
                  <a:pt x="5059" y="4960"/>
                </a:cubicBezTo>
                <a:cubicBezTo>
                  <a:pt x="4523" y="4960"/>
                  <a:pt x="4250" y="4623"/>
                  <a:pt x="4392" y="4121"/>
                </a:cubicBezTo>
                <a:cubicBezTo>
                  <a:pt x="4500" y="3760"/>
                  <a:pt x="4792" y="3564"/>
                  <a:pt x="5134" y="3428"/>
                </a:cubicBezTo>
                <a:cubicBezTo>
                  <a:pt x="5212" y="3399"/>
                  <a:pt x="5270" y="3330"/>
                  <a:pt x="5270" y="3243"/>
                </a:cubicBezTo>
                <a:cubicBezTo>
                  <a:pt x="5290" y="2784"/>
                  <a:pt x="5397" y="2238"/>
                  <a:pt x="5290" y="1779"/>
                </a:cubicBezTo>
                <a:cubicBezTo>
                  <a:pt x="5280" y="1721"/>
                  <a:pt x="5231" y="1672"/>
                  <a:pt x="5163" y="1652"/>
                </a:cubicBezTo>
                <a:cubicBezTo>
                  <a:pt x="4870" y="1565"/>
                  <a:pt x="4534" y="1545"/>
                  <a:pt x="4195" y="1545"/>
                </a:cubicBezTo>
                <a:cubicBezTo>
                  <a:pt x="3924" y="1545"/>
                  <a:pt x="3651" y="1558"/>
                  <a:pt x="3398" y="1558"/>
                </a:cubicBezTo>
                <a:cubicBezTo>
                  <a:pt x="3334" y="1558"/>
                  <a:pt x="3272" y="1557"/>
                  <a:pt x="3212" y="1555"/>
                </a:cubicBezTo>
                <a:cubicBezTo>
                  <a:pt x="3105" y="1555"/>
                  <a:pt x="3027" y="1643"/>
                  <a:pt x="3027" y="1750"/>
                </a:cubicBezTo>
                <a:cubicBezTo>
                  <a:pt x="2978" y="2569"/>
                  <a:pt x="3173" y="4052"/>
                  <a:pt x="2480" y="4599"/>
                </a:cubicBezTo>
                <a:cubicBezTo>
                  <a:pt x="2296" y="4745"/>
                  <a:pt x="2049" y="4823"/>
                  <a:pt x="1805" y="4823"/>
                </a:cubicBezTo>
                <a:cubicBezTo>
                  <a:pt x="1432" y="4823"/>
                  <a:pt x="1067" y="4639"/>
                  <a:pt x="949" y="4238"/>
                </a:cubicBezTo>
                <a:cubicBezTo>
                  <a:pt x="787" y="3671"/>
                  <a:pt x="1238" y="3263"/>
                  <a:pt x="1744" y="3263"/>
                </a:cubicBezTo>
                <a:cubicBezTo>
                  <a:pt x="1788" y="3263"/>
                  <a:pt x="1832" y="3266"/>
                  <a:pt x="1875" y="3272"/>
                </a:cubicBezTo>
                <a:cubicBezTo>
                  <a:pt x="1893" y="3354"/>
                  <a:pt x="1964" y="3394"/>
                  <a:pt x="2039" y="3394"/>
                </a:cubicBezTo>
                <a:cubicBezTo>
                  <a:pt x="2133" y="3394"/>
                  <a:pt x="2231" y="3332"/>
                  <a:pt x="2236" y="3213"/>
                </a:cubicBezTo>
                <a:lnTo>
                  <a:pt x="2334" y="1730"/>
                </a:lnTo>
                <a:cubicBezTo>
                  <a:pt x="2353" y="1516"/>
                  <a:pt x="2314" y="1223"/>
                  <a:pt x="2383" y="999"/>
                </a:cubicBezTo>
                <a:cubicBezTo>
                  <a:pt x="2334" y="696"/>
                  <a:pt x="2490" y="511"/>
                  <a:pt x="2871" y="462"/>
                </a:cubicBezTo>
                <a:lnTo>
                  <a:pt x="3114" y="433"/>
                </a:lnTo>
                <a:cubicBezTo>
                  <a:pt x="3357" y="388"/>
                  <a:pt x="3893" y="336"/>
                  <a:pt x="4447" y="336"/>
                </a:cubicBezTo>
                <a:close/>
                <a:moveTo>
                  <a:pt x="4249" y="1"/>
                </a:moveTo>
                <a:cubicBezTo>
                  <a:pt x="3711" y="1"/>
                  <a:pt x="3172" y="37"/>
                  <a:pt x="2636" y="111"/>
                </a:cubicBezTo>
                <a:cubicBezTo>
                  <a:pt x="2412" y="140"/>
                  <a:pt x="2197" y="150"/>
                  <a:pt x="2080" y="345"/>
                </a:cubicBezTo>
                <a:cubicBezTo>
                  <a:pt x="1905" y="599"/>
                  <a:pt x="1993" y="1184"/>
                  <a:pt x="1973" y="1496"/>
                </a:cubicBezTo>
                <a:cubicBezTo>
                  <a:pt x="1944" y="1955"/>
                  <a:pt x="1914" y="2423"/>
                  <a:pt x="1885" y="2891"/>
                </a:cubicBezTo>
                <a:cubicBezTo>
                  <a:pt x="1838" y="2886"/>
                  <a:pt x="1791" y="2884"/>
                  <a:pt x="1746" y="2884"/>
                </a:cubicBezTo>
                <a:cubicBezTo>
                  <a:pt x="596" y="2884"/>
                  <a:pt x="1" y="4485"/>
                  <a:pt x="1183" y="5077"/>
                </a:cubicBezTo>
                <a:cubicBezTo>
                  <a:pt x="1381" y="5172"/>
                  <a:pt x="1606" y="5220"/>
                  <a:pt x="1832" y="5220"/>
                </a:cubicBezTo>
                <a:cubicBezTo>
                  <a:pt x="2274" y="5220"/>
                  <a:pt x="2720" y="5038"/>
                  <a:pt x="2978" y="4677"/>
                </a:cubicBezTo>
                <a:cubicBezTo>
                  <a:pt x="3485" y="3974"/>
                  <a:pt x="3368" y="2804"/>
                  <a:pt x="3388" y="1935"/>
                </a:cubicBezTo>
                <a:cubicBezTo>
                  <a:pt x="3608" y="1930"/>
                  <a:pt x="3860" y="1911"/>
                  <a:pt x="4101" y="1911"/>
                </a:cubicBezTo>
                <a:cubicBezTo>
                  <a:pt x="4306" y="1911"/>
                  <a:pt x="4504" y="1925"/>
                  <a:pt x="4666" y="1974"/>
                </a:cubicBezTo>
                <a:cubicBezTo>
                  <a:pt x="5056" y="2101"/>
                  <a:pt x="4939" y="2716"/>
                  <a:pt x="4900" y="3125"/>
                </a:cubicBezTo>
                <a:cubicBezTo>
                  <a:pt x="4461" y="3321"/>
                  <a:pt x="4061" y="3642"/>
                  <a:pt x="3973" y="4150"/>
                </a:cubicBezTo>
                <a:cubicBezTo>
                  <a:pt x="3856" y="4686"/>
                  <a:pt x="4197" y="5213"/>
                  <a:pt x="4734" y="5330"/>
                </a:cubicBezTo>
                <a:cubicBezTo>
                  <a:pt x="4820" y="5348"/>
                  <a:pt x="4910" y="5357"/>
                  <a:pt x="5002" y="5357"/>
                </a:cubicBezTo>
                <a:cubicBezTo>
                  <a:pt x="5462" y="5357"/>
                  <a:pt x="5966" y="5140"/>
                  <a:pt x="6226" y="4774"/>
                </a:cubicBezTo>
                <a:cubicBezTo>
                  <a:pt x="6656" y="4169"/>
                  <a:pt x="6480" y="3116"/>
                  <a:pt x="6490" y="2423"/>
                </a:cubicBezTo>
                <a:lnTo>
                  <a:pt x="6490" y="901"/>
                </a:lnTo>
                <a:cubicBezTo>
                  <a:pt x="6490" y="706"/>
                  <a:pt x="6578" y="413"/>
                  <a:pt x="6422" y="248"/>
                </a:cubicBezTo>
                <a:cubicBezTo>
                  <a:pt x="6265" y="82"/>
                  <a:pt x="5836" y="101"/>
                  <a:pt x="5631" y="82"/>
                </a:cubicBezTo>
                <a:cubicBezTo>
                  <a:pt x="5172" y="28"/>
                  <a:pt x="4711" y="1"/>
                  <a:pt x="4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4" name="Google Shape;2964;p91"/>
          <p:cNvGrpSpPr/>
          <p:nvPr/>
        </p:nvGrpSpPr>
        <p:grpSpPr>
          <a:xfrm>
            <a:off x="1894721" y="1155007"/>
            <a:ext cx="514988" cy="607609"/>
            <a:chOff x="1131469" y="2755197"/>
            <a:chExt cx="635945" cy="750320"/>
          </a:xfrm>
        </p:grpSpPr>
        <p:sp>
          <p:nvSpPr>
            <p:cNvPr id="2965" name="Google Shape;2965;p91"/>
            <p:cNvSpPr/>
            <p:nvPr/>
          </p:nvSpPr>
          <p:spPr>
            <a:xfrm rot="1415112">
              <a:off x="1349375" y="2870402"/>
              <a:ext cx="311696" cy="278585"/>
            </a:xfrm>
            <a:custGeom>
              <a:rect b="b" l="l" r="r" t="t"/>
              <a:pathLst>
                <a:path extrusionOk="0" h="8624" w="9649">
                  <a:moveTo>
                    <a:pt x="5232" y="465"/>
                  </a:moveTo>
                  <a:cubicBezTo>
                    <a:pt x="5694" y="465"/>
                    <a:pt x="6157" y="536"/>
                    <a:pt x="6595" y="679"/>
                  </a:cubicBezTo>
                  <a:cubicBezTo>
                    <a:pt x="7229" y="864"/>
                    <a:pt x="7785" y="1235"/>
                    <a:pt x="8214" y="1742"/>
                  </a:cubicBezTo>
                  <a:cubicBezTo>
                    <a:pt x="8868" y="2552"/>
                    <a:pt x="8985" y="3683"/>
                    <a:pt x="8868" y="4747"/>
                  </a:cubicBezTo>
                  <a:cubicBezTo>
                    <a:pt x="8819" y="5137"/>
                    <a:pt x="8741" y="5527"/>
                    <a:pt x="8634" y="5908"/>
                  </a:cubicBezTo>
                  <a:cubicBezTo>
                    <a:pt x="8497" y="6474"/>
                    <a:pt x="8205" y="6981"/>
                    <a:pt x="7795" y="7391"/>
                  </a:cubicBezTo>
                  <a:cubicBezTo>
                    <a:pt x="7336" y="7781"/>
                    <a:pt x="6771" y="8034"/>
                    <a:pt x="6175" y="8093"/>
                  </a:cubicBezTo>
                  <a:cubicBezTo>
                    <a:pt x="5963" y="8117"/>
                    <a:pt x="5750" y="8129"/>
                    <a:pt x="5537" y="8129"/>
                  </a:cubicBezTo>
                  <a:cubicBezTo>
                    <a:pt x="5152" y="8129"/>
                    <a:pt x="4767" y="8090"/>
                    <a:pt x="4390" y="8015"/>
                  </a:cubicBezTo>
                  <a:cubicBezTo>
                    <a:pt x="3620" y="7878"/>
                    <a:pt x="2829" y="7664"/>
                    <a:pt x="2234" y="7147"/>
                  </a:cubicBezTo>
                  <a:cubicBezTo>
                    <a:pt x="1600" y="6600"/>
                    <a:pt x="1268" y="5771"/>
                    <a:pt x="1190" y="4942"/>
                  </a:cubicBezTo>
                  <a:cubicBezTo>
                    <a:pt x="1064" y="3586"/>
                    <a:pt x="1600" y="2171"/>
                    <a:pt x="2654" y="1332"/>
                  </a:cubicBezTo>
                  <a:cubicBezTo>
                    <a:pt x="3377" y="753"/>
                    <a:pt x="4304" y="465"/>
                    <a:pt x="5232" y="465"/>
                  </a:cubicBezTo>
                  <a:close/>
                  <a:moveTo>
                    <a:pt x="5166" y="1"/>
                  </a:moveTo>
                  <a:cubicBezTo>
                    <a:pt x="4973" y="1"/>
                    <a:pt x="4782" y="12"/>
                    <a:pt x="4595" y="35"/>
                  </a:cubicBezTo>
                  <a:cubicBezTo>
                    <a:pt x="1766" y="386"/>
                    <a:pt x="0" y="3693"/>
                    <a:pt x="1112" y="6288"/>
                  </a:cubicBezTo>
                  <a:cubicBezTo>
                    <a:pt x="1405" y="6991"/>
                    <a:pt x="1922" y="7586"/>
                    <a:pt x="2595" y="7956"/>
                  </a:cubicBezTo>
                  <a:cubicBezTo>
                    <a:pt x="3354" y="8376"/>
                    <a:pt x="4365" y="8624"/>
                    <a:pt x="5360" y="8624"/>
                  </a:cubicBezTo>
                  <a:cubicBezTo>
                    <a:pt x="6310" y="8624"/>
                    <a:pt x="7245" y="8398"/>
                    <a:pt x="7931" y="7878"/>
                  </a:cubicBezTo>
                  <a:cubicBezTo>
                    <a:pt x="9414" y="6776"/>
                    <a:pt x="9648" y="4044"/>
                    <a:pt x="9102" y="2415"/>
                  </a:cubicBezTo>
                  <a:cubicBezTo>
                    <a:pt x="8561" y="810"/>
                    <a:pt x="6796" y="1"/>
                    <a:pt x="5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1"/>
            <p:cNvSpPr/>
            <p:nvPr/>
          </p:nvSpPr>
          <p:spPr>
            <a:xfrm rot="1415112">
              <a:off x="1241585" y="2811748"/>
              <a:ext cx="415713" cy="637217"/>
            </a:xfrm>
            <a:custGeom>
              <a:rect b="b" l="l" r="r" t="t"/>
              <a:pathLst>
                <a:path extrusionOk="0" h="19726" w="12869">
                  <a:moveTo>
                    <a:pt x="7034" y="471"/>
                  </a:moveTo>
                  <a:cubicBezTo>
                    <a:pt x="7710" y="471"/>
                    <a:pt x="8388" y="585"/>
                    <a:pt x="9025" y="809"/>
                  </a:cubicBezTo>
                  <a:cubicBezTo>
                    <a:pt x="9854" y="1111"/>
                    <a:pt x="10654" y="1599"/>
                    <a:pt x="11190" y="2311"/>
                  </a:cubicBezTo>
                  <a:lnTo>
                    <a:pt x="11181" y="2311"/>
                  </a:lnTo>
                  <a:cubicBezTo>
                    <a:pt x="12049" y="3452"/>
                    <a:pt x="12166" y="5013"/>
                    <a:pt x="11961" y="6477"/>
                  </a:cubicBezTo>
                  <a:cubicBezTo>
                    <a:pt x="11883" y="7003"/>
                    <a:pt x="11766" y="7540"/>
                    <a:pt x="11620" y="8057"/>
                  </a:cubicBezTo>
                  <a:cubicBezTo>
                    <a:pt x="11395" y="8818"/>
                    <a:pt x="11015" y="9540"/>
                    <a:pt x="10429" y="10067"/>
                  </a:cubicBezTo>
                  <a:cubicBezTo>
                    <a:pt x="9815" y="10613"/>
                    <a:pt x="9015" y="10896"/>
                    <a:pt x="8205" y="10984"/>
                  </a:cubicBezTo>
                  <a:cubicBezTo>
                    <a:pt x="7997" y="11006"/>
                    <a:pt x="7788" y="11017"/>
                    <a:pt x="7578" y="11017"/>
                  </a:cubicBezTo>
                  <a:cubicBezTo>
                    <a:pt x="6980" y="11017"/>
                    <a:pt x="6378" y="10933"/>
                    <a:pt x="5786" y="10818"/>
                  </a:cubicBezTo>
                  <a:cubicBezTo>
                    <a:pt x="4742" y="10613"/>
                    <a:pt x="3679" y="10291"/>
                    <a:pt x="2888" y="9559"/>
                  </a:cubicBezTo>
                  <a:cubicBezTo>
                    <a:pt x="2049" y="8789"/>
                    <a:pt x="1630" y="7637"/>
                    <a:pt x="1542" y="6496"/>
                  </a:cubicBezTo>
                  <a:cubicBezTo>
                    <a:pt x="1415" y="4633"/>
                    <a:pt x="2196" y="2711"/>
                    <a:pt x="3659" y="1579"/>
                  </a:cubicBezTo>
                  <a:cubicBezTo>
                    <a:pt x="4617" y="835"/>
                    <a:pt x="5823" y="471"/>
                    <a:pt x="7034" y="471"/>
                  </a:cubicBezTo>
                  <a:close/>
                  <a:moveTo>
                    <a:pt x="8234" y="11423"/>
                  </a:moveTo>
                  <a:cubicBezTo>
                    <a:pt x="8322" y="12759"/>
                    <a:pt x="8371" y="14086"/>
                    <a:pt x="8361" y="15432"/>
                  </a:cubicBezTo>
                  <a:cubicBezTo>
                    <a:pt x="8351" y="16105"/>
                    <a:pt x="8342" y="16788"/>
                    <a:pt x="8312" y="17461"/>
                  </a:cubicBezTo>
                  <a:cubicBezTo>
                    <a:pt x="8286" y="18101"/>
                    <a:pt x="8284" y="19315"/>
                    <a:pt x="7428" y="19315"/>
                  </a:cubicBezTo>
                  <a:cubicBezTo>
                    <a:pt x="7331" y="19315"/>
                    <a:pt x="7223" y="19300"/>
                    <a:pt x="7103" y="19266"/>
                  </a:cubicBezTo>
                  <a:cubicBezTo>
                    <a:pt x="6430" y="19071"/>
                    <a:pt x="6537" y="17803"/>
                    <a:pt x="6498" y="17247"/>
                  </a:cubicBezTo>
                  <a:cubicBezTo>
                    <a:pt x="6459" y="16583"/>
                    <a:pt x="6439" y="15910"/>
                    <a:pt x="6439" y="15247"/>
                  </a:cubicBezTo>
                  <a:cubicBezTo>
                    <a:pt x="6430" y="13988"/>
                    <a:pt x="6430" y="12730"/>
                    <a:pt x="6430" y="11462"/>
                  </a:cubicBezTo>
                  <a:lnTo>
                    <a:pt x="6430" y="11462"/>
                  </a:lnTo>
                  <a:cubicBezTo>
                    <a:pt x="6681" y="11486"/>
                    <a:pt x="6933" y="11498"/>
                    <a:pt x="7184" y="11498"/>
                  </a:cubicBezTo>
                  <a:cubicBezTo>
                    <a:pt x="7536" y="11498"/>
                    <a:pt x="7887" y="11474"/>
                    <a:pt x="8234" y="11423"/>
                  </a:cubicBezTo>
                  <a:close/>
                  <a:moveTo>
                    <a:pt x="6908" y="0"/>
                  </a:moveTo>
                  <a:cubicBezTo>
                    <a:pt x="6647" y="0"/>
                    <a:pt x="6389" y="16"/>
                    <a:pt x="6137" y="48"/>
                  </a:cubicBezTo>
                  <a:cubicBezTo>
                    <a:pt x="2352" y="516"/>
                    <a:pt x="1" y="4925"/>
                    <a:pt x="1474" y="8389"/>
                  </a:cubicBezTo>
                  <a:cubicBezTo>
                    <a:pt x="1874" y="9325"/>
                    <a:pt x="2566" y="10115"/>
                    <a:pt x="3454" y="10613"/>
                  </a:cubicBezTo>
                  <a:cubicBezTo>
                    <a:pt x="4235" y="11023"/>
                    <a:pt x="5083" y="11296"/>
                    <a:pt x="5952" y="11413"/>
                  </a:cubicBezTo>
                  <a:cubicBezTo>
                    <a:pt x="5961" y="13218"/>
                    <a:pt x="5913" y="15022"/>
                    <a:pt x="6000" y="16817"/>
                  </a:cubicBezTo>
                  <a:cubicBezTo>
                    <a:pt x="6039" y="17559"/>
                    <a:pt x="6039" y="18466"/>
                    <a:pt x="6283" y="19168"/>
                  </a:cubicBezTo>
                  <a:cubicBezTo>
                    <a:pt x="6441" y="19624"/>
                    <a:pt x="6795" y="19725"/>
                    <a:pt x="7241" y="19725"/>
                  </a:cubicBezTo>
                  <a:cubicBezTo>
                    <a:pt x="7263" y="19725"/>
                    <a:pt x="7285" y="19725"/>
                    <a:pt x="7308" y="19725"/>
                  </a:cubicBezTo>
                  <a:cubicBezTo>
                    <a:pt x="8820" y="19676"/>
                    <a:pt x="8722" y="18359"/>
                    <a:pt x="8771" y="17178"/>
                  </a:cubicBezTo>
                  <a:cubicBezTo>
                    <a:pt x="8849" y="15237"/>
                    <a:pt x="8810" y="13296"/>
                    <a:pt x="8683" y="11354"/>
                  </a:cubicBezTo>
                  <a:lnTo>
                    <a:pt x="8683" y="11335"/>
                  </a:lnTo>
                  <a:cubicBezTo>
                    <a:pt x="9366" y="11198"/>
                    <a:pt x="10020" y="10915"/>
                    <a:pt x="10586" y="10506"/>
                  </a:cubicBezTo>
                  <a:cubicBezTo>
                    <a:pt x="12556" y="9032"/>
                    <a:pt x="12868" y="5394"/>
                    <a:pt x="12137" y="3218"/>
                  </a:cubicBezTo>
                  <a:cubicBezTo>
                    <a:pt x="11423" y="1085"/>
                    <a:pt x="9076" y="0"/>
                    <a:pt x="6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1"/>
            <p:cNvSpPr/>
            <p:nvPr/>
          </p:nvSpPr>
          <p:spPr>
            <a:xfrm rot="1415112">
              <a:off x="1431583" y="2906801"/>
              <a:ext cx="144784" cy="174439"/>
            </a:xfrm>
            <a:custGeom>
              <a:rect b="b" l="l" r="r" t="t"/>
              <a:pathLst>
                <a:path extrusionOk="0" h="5400" w="4482">
                  <a:moveTo>
                    <a:pt x="4174" y="1"/>
                  </a:moveTo>
                  <a:cubicBezTo>
                    <a:pt x="4123" y="1"/>
                    <a:pt x="4071" y="25"/>
                    <a:pt x="4026" y="81"/>
                  </a:cubicBezTo>
                  <a:cubicBezTo>
                    <a:pt x="2729" y="1720"/>
                    <a:pt x="1431" y="3359"/>
                    <a:pt x="134" y="4998"/>
                  </a:cubicBezTo>
                  <a:cubicBezTo>
                    <a:pt x="1" y="5168"/>
                    <a:pt x="154" y="5400"/>
                    <a:pt x="312" y="5400"/>
                  </a:cubicBezTo>
                  <a:cubicBezTo>
                    <a:pt x="362" y="5400"/>
                    <a:pt x="413" y="5376"/>
                    <a:pt x="456" y="5320"/>
                  </a:cubicBezTo>
                  <a:lnTo>
                    <a:pt x="4348" y="403"/>
                  </a:lnTo>
                  <a:cubicBezTo>
                    <a:pt x="4481" y="233"/>
                    <a:pt x="4334" y="1"/>
                    <a:pt x="4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1"/>
            <p:cNvSpPr/>
            <p:nvPr/>
          </p:nvSpPr>
          <p:spPr>
            <a:xfrm rot="1415112">
              <a:off x="1492188" y="2980695"/>
              <a:ext cx="89061" cy="111834"/>
            </a:xfrm>
            <a:custGeom>
              <a:rect b="b" l="l" r="r" t="t"/>
              <a:pathLst>
                <a:path extrusionOk="0" h="3462" w="2757">
                  <a:moveTo>
                    <a:pt x="2435" y="1"/>
                  </a:moveTo>
                  <a:cubicBezTo>
                    <a:pt x="2365" y="1"/>
                    <a:pt x="2294" y="31"/>
                    <a:pt x="2244" y="104"/>
                  </a:cubicBezTo>
                  <a:lnTo>
                    <a:pt x="117" y="3128"/>
                  </a:lnTo>
                  <a:cubicBezTo>
                    <a:pt x="1" y="3300"/>
                    <a:pt x="163" y="3461"/>
                    <a:pt x="328" y="3461"/>
                  </a:cubicBezTo>
                  <a:cubicBezTo>
                    <a:pt x="398" y="3461"/>
                    <a:pt x="468" y="3432"/>
                    <a:pt x="517" y="3362"/>
                  </a:cubicBezTo>
                  <a:lnTo>
                    <a:pt x="2634" y="329"/>
                  </a:lnTo>
                  <a:cubicBezTo>
                    <a:pt x="2757" y="165"/>
                    <a:pt x="2598" y="1"/>
                    <a:pt x="2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91"/>
          <p:cNvGrpSpPr/>
          <p:nvPr/>
        </p:nvGrpSpPr>
        <p:grpSpPr>
          <a:xfrm>
            <a:off x="981100" y="2630891"/>
            <a:ext cx="726862" cy="845063"/>
            <a:chOff x="944775" y="2516366"/>
            <a:chExt cx="726862" cy="845063"/>
          </a:xfrm>
        </p:grpSpPr>
        <p:sp>
          <p:nvSpPr>
            <p:cNvPr id="2970" name="Google Shape;2970;p91"/>
            <p:cNvSpPr/>
            <p:nvPr/>
          </p:nvSpPr>
          <p:spPr>
            <a:xfrm rot="-814558">
              <a:off x="1022950" y="2573140"/>
              <a:ext cx="570806" cy="731514"/>
            </a:xfrm>
            <a:custGeom>
              <a:rect b="b" l="l" r="r" t="t"/>
              <a:pathLst>
                <a:path extrusionOk="0" h="7028" w="5484">
                  <a:moveTo>
                    <a:pt x="1094" y="3700"/>
                  </a:moveTo>
                  <a:cubicBezTo>
                    <a:pt x="1132" y="3892"/>
                    <a:pt x="1142" y="4084"/>
                    <a:pt x="1142" y="4286"/>
                  </a:cubicBezTo>
                  <a:lnTo>
                    <a:pt x="1142" y="4286"/>
                  </a:lnTo>
                  <a:cubicBezTo>
                    <a:pt x="1035" y="4208"/>
                    <a:pt x="918" y="4139"/>
                    <a:pt x="801" y="4061"/>
                  </a:cubicBezTo>
                  <a:cubicBezTo>
                    <a:pt x="830" y="4013"/>
                    <a:pt x="859" y="3964"/>
                    <a:pt x="898" y="3915"/>
                  </a:cubicBezTo>
                  <a:cubicBezTo>
                    <a:pt x="957" y="3837"/>
                    <a:pt x="1025" y="3769"/>
                    <a:pt x="1094" y="3700"/>
                  </a:cubicBezTo>
                  <a:close/>
                  <a:moveTo>
                    <a:pt x="3927" y="202"/>
                  </a:moveTo>
                  <a:cubicBezTo>
                    <a:pt x="4028" y="202"/>
                    <a:pt x="4129" y="218"/>
                    <a:pt x="4225" y="266"/>
                  </a:cubicBezTo>
                  <a:cubicBezTo>
                    <a:pt x="4498" y="403"/>
                    <a:pt x="4557" y="813"/>
                    <a:pt x="4645" y="1096"/>
                  </a:cubicBezTo>
                  <a:cubicBezTo>
                    <a:pt x="4879" y="1896"/>
                    <a:pt x="4927" y="2735"/>
                    <a:pt x="4801" y="3564"/>
                  </a:cubicBezTo>
                  <a:cubicBezTo>
                    <a:pt x="4752" y="3574"/>
                    <a:pt x="4742" y="3632"/>
                    <a:pt x="4781" y="3661"/>
                  </a:cubicBezTo>
                  <a:lnTo>
                    <a:pt x="4791" y="3661"/>
                  </a:lnTo>
                  <a:cubicBezTo>
                    <a:pt x="4771" y="3778"/>
                    <a:pt x="4742" y="3896"/>
                    <a:pt x="4723" y="4013"/>
                  </a:cubicBezTo>
                  <a:cubicBezTo>
                    <a:pt x="4303" y="4344"/>
                    <a:pt x="3923" y="4735"/>
                    <a:pt x="3581" y="5144"/>
                  </a:cubicBezTo>
                  <a:cubicBezTo>
                    <a:pt x="3552" y="5183"/>
                    <a:pt x="3562" y="5232"/>
                    <a:pt x="3591" y="5252"/>
                  </a:cubicBezTo>
                  <a:cubicBezTo>
                    <a:pt x="3604" y="5260"/>
                    <a:pt x="3619" y="5265"/>
                    <a:pt x="3634" y="5265"/>
                  </a:cubicBezTo>
                  <a:cubicBezTo>
                    <a:pt x="3651" y="5265"/>
                    <a:pt x="3668" y="5258"/>
                    <a:pt x="3679" y="5242"/>
                  </a:cubicBezTo>
                  <a:cubicBezTo>
                    <a:pt x="4040" y="4881"/>
                    <a:pt x="4410" y="4549"/>
                    <a:pt x="4781" y="4198"/>
                  </a:cubicBezTo>
                  <a:cubicBezTo>
                    <a:pt x="4786" y="4199"/>
                    <a:pt x="4792" y="4200"/>
                    <a:pt x="4797" y="4200"/>
                  </a:cubicBezTo>
                  <a:cubicBezTo>
                    <a:pt x="4832" y="4200"/>
                    <a:pt x="4870" y="4173"/>
                    <a:pt x="4879" y="4139"/>
                  </a:cubicBezTo>
                  <a:cubicBezTo>
                    <a:pt x="4879" y="4130"/>
                    <a:pt x="4879" y="4120"/>
                    <a:pt x="4879" y="4110"/>
                  </a:cubicBezTo>
                  <a:lnTo>
                    <a:pt x="5064" y="3944"/>
                  </a:lnTo>
                  <a:cubicBezTo>
                    <a:pt x="5121" y="3895"/>
                    <a:pt x="5069" y="3806"/>
                    <a:pt x="5005" y="3806"/>
                  </a:cubicBezTo>
                  <a:cubicBezTo>
                    <a:pt x="4993" y="3806"/>
                    <a:pt x="4979" y="3809"/>
                    <a:pt x="4966" y="3817"/>
                  </a:cubicBezTo>
                  <a:lnTo>
                    <a:pt x="4937" y="3847"/>
                  </a:lnTo>
                  <a:cubicBezTo>
                    <a:pt x="4947" y="3817"/>
                    <a:pt x="4957" y="3788"/>
                    <a:pt x="4957" y="3759"/>
                  </a:cubicBezTo>
                  <a:cubicBezTo>
                    <a:pt x="5005" y="3778"/>
                    <a:pt x="5054" y="3808"/>
                    <a:pt x="5113" y="3827"/>
                  </a:cubicBezTo>
                  <a:cubicBezTo>
                    <a:pt x="5113" y="3837"/>
                    <a:pt x="5113" y="3847"/>
                    <a:pt x="5113" y="3857"/>
                  </a:cubicBezTo>
                  <a:cubicBezTo>
                    <a:pt x="5142" y="4247"/>
                    <a:pt x="5171" y="4627"/>
                    <a:pt x="5181" y="5017"/>
                  </a:cubicBezTo>
                  <a:cubicBezTo>
                    <a:pt x="5191" y="5359"/>
                    <a:pt x="5269" y="5847"/>
                    <a:pt x="5181" y="6178"/>
                  </a:cubicBezTo>
                  <a:cubicBezTo>
                    <a:pt x="5171" y="6256"/>
                    <a:pt x="5171" y="6334"/>
                    <a:pt x="5171" y="6412"/>
                  </a:cubicBezTo>
                  <a:cubicBezTo>
                    <a:pt x="5162" y="6422"/>
                    <a:pt x="5142" y="6432"/>
                    <a:pt x="5132" y="6442"/>
                  </a:cubicBezTo>
                  <a:cubicBezTo>
                    <a:pt x="4615" y="6042"/>
                    <a:pt x="4108" y="5652"/>
                    <a:pt x="3591" y="5261"/>
                  </a:cubicBezTo>
                  <a:lnTo>
                    <a:pt x="2908" y="4754"/>
                  </a:lnTo>
                  <a:cubicBezTo>
                    <a:pt x="2895" y="4745"/>
                    <a:pt x="2878" y="4740"/>
                    <a:pt x="2861" y="4740"/>
                  </a:cubicBezTo>
                  <a:cubicBezTo>
                    <a:pt x="2841" y="4740"/>
                    <a:pt x="2821" y="4748"/>
                    <a:pt x="2810" y="4764"/>
                  </a:cubicBezTo>
                  <a:cubicBezTo>
                    <a:pt x="2635" y="4939"/>
                    <a:pt x="2459" y="5115"/>
                    <a:pt x="2274" y="5281"/>
                  </a:cubicBezTo>
                  <a:cubicBezTo>
                    <a:pt x="1952" y="4949"/>
                    <a:pt x="1601" y="4637"/>
                    <a:pt x="1240" y="4354"/>
                  </a:cubicBezTo>
                  <a:cubicBezTo>
                    <a:pt x="1357" y="3544"/>
                    <a:pt x="976" y="2725"/>
                    <a:pt x="713" y="1964"/>
                  </a:cubicBezTo>
                  <a:cubicBezTo>
                    <a:pt x="645" y="1759"/>
                    <a:pt x="567" y="1554"/>
                    <a:pt x="479" y="1349"/>
                  </a:cubicBezTo>
                  <a:cubicBezTo>
                    <a:pt x="430" y="1203"/>
                    <a:pt x="381" y="1066"/>
                    <a:pt x="323" y="930"/>
                  </a:cubicBezTo>
                  <a:cubicBezTo>
                    <a:pt x="186" y="784"/>
                    <a:pt x="196" y="696"/>
                    <a:pt x="362" y="676"/>
                  </a:cubicBezTo>
                  <a:cubicBezTo>
                    <a:pt x="518" y="530"/>
                    <a:pt x="996" y="569"/>
                    <a:pt x="1201" y="540"/>
                  </a:cubicBezTo>
                  <a:lnTo>
                    <a:pt x="1923" y="452"/>
                  </a:lnTo>
                  <a:lnTo>
                    <a:pt x="3367" y="276"/>
                  </a:lnTo>
                  <a:cubicBezTo>
                    <a:pt x="3550" y="257"/>
                    <a:pt x="3741" y="202"/>
                    <a:pt x="3927" y="202"/>
                  </a:cubicBezTo>
                  <a:close/>
                  <a:moveTo>
                    <a:pt x="762" y="4139"/>
                  </a:moveTo>
                  <a:cubicBezTo>
                    <a:pt x="986" y="4354"/>
                    <a:pt x="1230" y="4539"/>
                    <a:pt x="1464" y="4754"/>
                  </a:cubicBezTo>
                  <a:cubicBezTo>
                    <a:pt x="1698" y="4959"/>
                    <a:pt x="1923" y="5174"/>
                    <a:pt x="2167" y="5388"/>
                  </a:cubicBezTo>
                  <a:cubicBezTo>
                    <a:pt x="1737" y="5788"/>
                    <a:pt x="1308" y="6178"/>
                    <a:pt x="918" y="6598"/>
                  </a:cubicBezTo>
                  <a:cubicBezTo>
                    <a:pt x="879" y="6539"/>
                    <a:pt x="840" y="6471"/>
                    <a:pt x="820" y="6403"/>
                  </a:cubicBezTo>
                  <a:cubicBezTo>
                    <a:pt x="723" y="6071"/>
                    <a:pt x="801" y="5603"/>
                    <a:pt x="791" y="5242"/>
                  </a:cubicBezTo>
                  <a:cubicBezTo>
                    <a:pt x="781" y="4891"/>
                    <a:pt x="762" y="4539"/>
                    <a:pt x="742" y="4188"/>
                  </a:cubicBezTo>
                  <a:cubicBezTo>
                    <a:pt x="742" y="4169"/>
                    <a:pt x="752" y="4159"/>
                    <a:pt x="762" y="4139"/>
                  </a:cubicBezTo>
                  <a:close/>
                  <a:moveTo>
                    <a:pt x="2852" y="5032"/>
                  </a:moveTo>
                  <a:cubicBezTo>
                    <a:pt x="3199" y="5032"/>
                    <a:pt x="3710" y="5580"/>
                    <a:pt x="3942" y="5759"/>
                  </a:cubicBezTo>
                  <a:cubicBezTo>
                    <a:pt x="4284" y="6022"/>
                    <a:pt x="4625" y="6276"/>
                    <a:pt x="4976" y="6539"/>
                  </a:cubicBezTo>
                  <a:cubicBezTo>
                    <a:pt x="4879" y="6588"/>
                    <a:pt x="4771" y="6608"/>
                    <a:pt x="4664" y="6617"/>
                  </a:cubicBezTo>
                  <a:cubicBezTo>
                    <a:pt x="4479" y="6647"/>
                    <a:pt x="4284" y="6666"/>
                    <a:pt x="4098" y="6676"/>
                  </a:cubicBezTo>
                  <a:cubicBezTo>
                    <a:pt x="3718" y="6715"/>
                    <a:pt x="3328" y="6744"/>
                    <a:pt x="2947" y="6773"/>
                  </a:cubicBezTo>
                  <a:cubicBezTo>
                    <a:pt x="2567" y="6793"/>
                    <a:pt x="2186" y="6812"/>
                    <a:pt x="1806" y="6812"/>
                  </a:cubicBezTo>
                  <a:cubicBezTo>
                    <a:pt x="1727" y="6812"/>
                    <a:pt x="1647" y="6814"/>
                    <a:pt x="1569" y="6814"/>
                  </a:cubicBezTo>
                  <a:cubicBezTo>
                    <a:pt x="1348" y="6814"/>
                    <a:pt x="1138" y="6798"/>
                    <a:pt x="986" y="6676"/>
                  </a:cubicBezTo>
                  <a:cubicBezTo>
                    <a:pt x="1269" y="6461"/>
                    <a:pt x="1533" y="6237"/>
                    <a:pt x="1786" y="6003"/>
                  </a:cubicBezTo>
                  <a:cubicBezTo>
                    <a:pt x="1952" y="5847"/>
                    <a:pt x="2118" y="5691"/>
                    <a:pt x="2274" y="5525"/>
                  </a:cubicBezTo>
                  <a:cubicBezTo>
                    <a:pt x="2371" y="5437"/>
                    <a:pt x="2645" y="5095"/>
                    <a:pt x="2762" y="5047"/>
                  </a:cubicBezTo>
                  <a:cubicBezTo>
                    <a:pt x="2790" y="5037"/>
                    <a:pt x="2820" y="5032"/>
                    <a:pt x="2852" y="5032"/>
                  </a:cubicBezTo>
                  <a:close/>
                  <a:moveTo>
                    <a:pt x="4147" y="1"/>
                  </a:moveTo>
                  <a:cubicBezTo>
                    <a:pt x="3999" y="1"/>
                    <a:pt x="3834" y="48"/>
                    <a:pt x="3718" y="62"/>
                  </a:cubicBezTo>
                  <a:lnTo>
                    <a:pt x="2635" y="188"/>
                  </a:lnTo>
                  <a:lnTo>
                    <a:pt x="586" y="432"/>
                  </a:lnTo>
                  <a:cubicBezTo>
                    <a:pt x="362" y="462"/>
                    <a:pt x="108" y="413"/>
                    <a:pt x="40" y="657"/>
                  </a:cubicBezTo>
                  <a:cubicBezTo>
                    <a:pt x="1" y="793"/>
                    <a:pt x="176" y="1066"/>
                    <a:pt x="225" y="1193"/>
                  </a:cubicBezTo>
                  <a:cubicBezTo>
                    <a:pt x="342" y="1496"/>
                    <a:pt x="459" y="1808"/>
                    <a:pt x="576" y="2120"/>
                  </a:cubicBezTo>
                  <a:cubicBezTo>
                    <a:pt x="772" y="2588"/>
                    <a:pt x="937" y="3066"/>
                    <a:pt x="1064" y="3564"/>
                  </a:cubicBezTo>
                  <a:cubicBezTo>
                    <a:pt x="1054" y="3564"/>
                    <a:pt x="1054" y="3564"/>
                    <a:pt x="1045" y="3574"/>
                  </a:cubicBezTo>
                  <a:cubicBezTo>
                    <a:pt x="908" y="3681"/>
                    <a:pt x="801" y="3817"/>
                    <a:pt x="723" y="3983"/>
                  </a:cubicBezTo>
                  <a:cubicBezTo>
                    <a:pt x="718" y="3949"/>
                    <a:pt x="691" y="3932"/>
                    <a:pt x="664" y="3932"/>
                  </a:cubicBezTo>
                  <a:cubicBezTo>
                    <a:pt x="637" y="3932"/>
                    <a:pt x="611" y="3949"/>
                    <a:pt x="606" y="3983"/>
                  </a:cubicBezTo>
                  <a:cubicBezTo>
                    <a:pt x="586" y="4598"/>
                    <a:pt x="596" y="5213"/>
                    <a:pt x="615" y="5827"/>
                  </a:cubicBezTo>
                  <a:cubicBezTo>
                    <a:pt x="615" y="6100"/>
                    <a:pt x="528" y="6578"/>
                    <a:pt x="703" y="6822"/>
                  </a:cubicBezTo>
                  <a:cubicBezTo>
                    <a:pt x="840" y="7027"/>
                    <a:pt x="1142" y="6998"/>
                    <a:pt x="1357" y="7008"/>
                  </a:cubicBezTo>
                  <a:cubicBezTo>
                    <a:pt x="1533" y="7014"/>
                    <a:pt x="1709" y="7017"/>
                    <a:pt x="1887" y="7017"/>
                  </a:cubicBezTo>
                  <a:cubicBezTo>
                    <a:pt x="2241" y="7017"/>
                    <a:pt x="2599" y="7004"/>
                    <a:pt x="2957" y="6978"/>
                  </a:cubicBezTo>
                  <a:cubicBezTo>
                    <a:pt x="3484" y="6939"/>
                    <a:pt x="4020" y="6890"/>
                    <a:pt x="4557" y="6832"/>
                  </a:cubicBezTo>
                  <a:cubicBezTo>
                    <a:pt x="4752" y="6812"/>
                    <a:pt x="5162" y="6851"/>
                    <a:pt x="5308" y="6656"/>
                  </a:cubicBezTo>
                  <a:cubicBezTo>
                    <a:pt x="5484" y="6422"/>
                    <a:pt x="5396" y="5964"/>
                    <a:pt x="5396" y="5710"/>
                  </a:cubicBezTo>
                  <a:cubicBezTo>
                    <a:pt x="5396" y="5095"/>
                    <a:pt x="5366" y="4471"/>
                    <a:pt x="5318" y="3876"/>
                  </a:cubicBezTo>
                  <a:cubicBezTo>
                    <a:pt x="5318" y="3818"/>
                    <a:pt x="5268" y="3774"/>
                    <a:pt x="5218" y="3774"/>
                  </a:cubicBezTo>
                  <a:cubicBezTo>
                    <a:pt x="5209" y="3774"/>
                    <a:pt x="5200" y="3776"/>
                    <a:pt x="5191" y="3778"/>
                  </a:cubicBezTo>
                  <a:cubicBezTo>
                    <a:pt x="5113" y="3739"/>
                    <a:pt x="5045" y="3700"/>
                    <a:pt x="4976" y="3661"/>
                  </a:cubicBezTo>
                  <a:cubicBezTo>
                    <a:pt x="5132" y="2725"/>
                    <a:pt x="5064" y="1759"/>
                    <a:pt x="4762" y="862"/>
                  </a:cubicBezTo>
                  <a:cubicBezTo>
                    <a:pt x="4684" y="618"/>
                    <a:pt x="4586" y="159"/>
                    <a:pt x="4323" y="32"/>
                  </a:cubicBezTo>
                  <a:cubicBezTo>
                    <a:pt x="4270" y="9"/>
                    <a:pt x="4210" y="1"/>
                    <a:pt x="41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1"/>
            <p:cNvSpPr/>
            <p:nvPr/>
          </p:nvSpPr>
          <p:spPr>
            <a:xfrm rot="-814558">
              <a:off x="1430443" y="2918437"/>
              <a:ext cx="174760" cy="279366"/>
            </a:xfrm>
            <a:custGeom>
              <a:rect b="b" l="l" r="r" t="t"/>
              <a:pathLst>
                <a:path extrusionOk="0" h="2684" w="1679">
                  <a:moveTo>
                    <a:pt x="1367" y="1"/>
                  </a:moveTo>
                  <a:cubicBezTo>
                    <a:pt x="1357" y="30"/>
                    <a:pt x="1357" y="59"/>
                    <a:pt x="1347" y="89"/>
                  </a:cubicBezTo>
                  <a:lnTo>
                    <a:pt x="1386" y="59"/>
                  </a:lnTo>
                  <a:cubicBezTo>
                    <a:pt x="1398" y="51"/>
                    <a:pt x="1409" y="48"/>
                    <a:pt x="1421" y="48"/>
                  </a:cubicBezTo>
                  <a:cubicBezTo>
                    <a:pt x="1479" y="48"/>
                    <a:pt x="1531" y="137"/>
                    <a:pt x="1474" y="186"/>
                  </a:cubicBezTo>
                  <a:lnTo>
                    <a:pt x="1298" y="352"/>
                  </a:lnTo>
                  <a:cubicBezTo>
                    <a:pt x="1289" y="362"/>
                    <a:pt x="1289" y="372"/>
                    <a:pt x="1289" y="381"/>
                  </a:cubicBezTo>
                  <a:cubicBezTo>
                    <a:pt x="1280" y="415"/>
                    <a:pt x="1250" y="442"/>
                    <a:pt x="1216" y="442"/>
                  </a:cubicBezTo>
                  <a:cubicBezTo>
                    <a:pt x="1211" y="442"/>
                    <a:pt x="1206" y="441"/>
                    <a:pt x="1201" y="440"/>
                  </a:cubicBezTo>
                  <a:cubicBezTo>
                    <a:pt x="820" y="781"/>
                    <a:pt x="459" y="1123"/>
                    <a:pt x="89" y="1484"/>
                  </a:cubicBezTo>
                  <a:cubicBezTo>
                    <a:pt x="78" y="1500"/>
                    <a:pt x="61" y="1507"/>
                    <a:pt x="45" y="1507"/>
                  </a:cubicBezTo>
                  <a:cubicBezTo>
                    <a:pt x="32" y="1507"/>
                    <a:pt x="19" y="1502"/>
                    <a:pt x="11" y="1494"/>
                  </a:cubicBezTo>
                  <a:lnTo>
                    <a:pt x="1" y="1503"/>
                  </a:lnTo>
                  <a:cubicBezTo>
                    <a:pt x="518" y="1894"/>
                    <a:pt x="1025" y="2284"/>
                    <a:pt x="1542" y="2684"/>
                  </a:cubicBezTo>
                  <a:cubicBezTo>
                    <a:pt x="1552" y="2674"/>
                    <a:pt x="1572" y="2664"/>
                    <a:pt x="1581" y="2654"/>
                  </a:cubicBezTo>
                  <a:cubicBezTo>
                    <a:pt x="1591" y="2576"/>
                    <a:pt x="1591" y="2498"/>
                    <a:pt x="1591" y="2420"/>
                  </a:cubicBezTo>
                  <a:cubicBezTo>
                    <a:pt x="1679" y="2089"/>
                    <a:pt x="1601" y="1601"/>
                    <a:pt x="1591" y="1259"/>
                  </a:cubicBezTo>
                  <a:cubicBezTo>
                    <a:pt x="1581" y="869"/>
                    <a:pt x="1552" y="489"/>
                    <a:pt x="1523" y="99"/>
                  </a:cubicBezTo>
                  <a:cubicBezTo>
                    <a:pt x="1523" y="89"/>
                    <a:pt x="1523" y="79"/>
                    <a:pt x="1523" y="69"/>
                  </a:cubicBezTo>
                  <a:cubicBezTo>
                    <a:pt x="1474" y="50"/>
                    <a:pt x="1415" y="20"/>
                    <a:pt x="1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1"/>
            <p:cNvSpPr/>
            <p:nvPr/>
          </p:nvSpPr>
          <p:spPr>
            <a:xfrm rot="-814558">
              <a:off x="1024009" y="2601239"/>
              <a:ext cx="493574" cy="528339"/>
            </a:xfrm>
            <a:custGeom>
              <a:rect b="b" l="l" r="r" t="t"/>
              <a:pathLst>
                <a:path extrusionOk="0" h="5076" w="4742">
                  <a:moveTo>
                    <a:pt x="3744" y="1"/>
                  </a:moveTo>
                  <a:cubicBezTo>
                    <a:pt x="3558" y="1"/>
                    <a:pt x="3363" y="52"/>
                    <a:pt x="3181" y="71"/>
                  </a:cubicBezTo>
                  <a:lnTo>
                    <a:pt x="1737" y="247"/>
                  </a:lnTo>
                  <a:lnTo>
                    <a:pt x="1015" y="335"/>
                  </a:lnTo>
                  <a:cubicBezTo>
                    <a:pt x="810" y="364"/>
                    <a:pt x="332" y="325"/>
                    <a:pt x="176" y="471"/>
                  </a:cubicBezTo>
                  <a:cubicBezTo>
                    <a:pt x="20" y="491"/>
                    <a:pt x="0" y="579"/>
                    <a:pt x="137" y="725"/>
                  </a:cubicBezTo>
                  <a:cubicBezTo>
                    <a:pt x="195" y="861"/>
                    <a:pt x="244" y="998"/>
                    <a:pt x="293" y="1135"/>
                  </a:cubicBezTo>
                  <a:cubicBezTo>
                    <a:pt x="371" y="1349"/>
                    <a:pt x="449" y="1554"/>
                    <a:pt x="527" y="1759"/>
                  </a:cubicBezTo>
                  <a:cubicBezTo>
                    <a:pt x="790" y="2520"/>
                    <a:pt x="1171" y="3330"/>
                    <a:pt x="1054" y="4149"/>
                  </a:cubicBezTo>
                  <a:cubicBezTo>
                    <a:pt x="1415" y="4432"/>
                    <a:pt x="1766" y="4744"/>
                    <a:pt x="2088" y="5076"/>
                  </a:cubicBezTo>
                  <a:cubicBezTo>
                    <a:pt x="2273" y="4910"/>
                    <a:pt x="2449" y="4734"/>
                    <a:pt x="2624" y="4559"/>
                  </a:cubicBezTo>
                  <a:cubicBezTo>
                    <a:pt x="2635" y="4543"/>
                    <a:pt x="2655" y="4535"/>
                    <a:pt x="2675" y="4535"/>
                  </a:cubicBezTo>
                  <a:cubicBezTo>
                    <a:pt x="2692" y="4535"/>
                    <a:pt x="2709" y="4540"/>
                    <a:pt x="2722" y="4549"/>
                  </a:cubicBezTo>
                  <a:lnTo>
                    <a:pt x="3405" y="5056"/>
                  </a:lnTo>
                  <a:lnTo>
                    <a:pt x="3415" y="5037"/>
                  </a:lnTo>
                  <a:cubicBezTo>
                    <a:pt x="3376" y="5017"/>
                    <a:pt x="3366" y="4969"/>
                    <a:pt x="3395" y="4939"/>
                  </a:cubicBezTo>
                  <a:cubicBezTo>
                    <a:pt x="3737" y="4520"/>
                    <a:pt x="4117" y="4139"/>
                    <a:pt x="4537" y="3798"/>
                  </a:cubicBezTo>
                  <a:cubicBezTo>
                    <a:pt x="4566" y="3681"/>
                    <a:pt x="4585" y="3573"/>
                    <a:pt x="4605" y="3447"/>
                  </a:cubicBezTo>
                  <a:lnTo>
                    <a:pt x="4595" y="3447"/>
                  </a:lnTo>
                  <a:cubicBezTo>
                    <a:pt x="4556" y="3417"/>
                    <a:pt x="4576" y="3359"/>
                    <a:pt x="4624" y="3349"/>
                  </a:cubicBezTo>
                  <a:cubicBezTo>
                    <a:pt x="4741" y="2530"/>
                    <a:pt x="4693" y="1681"/>
                    <a:pt x="4459" y="891"/>
                  </a:cubicBezTo>
                  <a:cubicBezTo>
                    <a:pt x="4371" y="608"/>
                    <a:pt x="4293" y="198"/>
                    <a:pt x="4039" y="61"/>
                  </a:cubicBezTo>
                  <a:cubicBezTo>
                    <a:pt x="3946" y="16"/>
                    <a:pt x="3846" y="1"/>
                    <a:pt x="37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1"/>
            <p:cNvSpPr/>
            <p:nvPr/>
          </p:nvSpPr>
          <p:spPr>
            <a:xfrm rot="-814558">
              <a:off x="1183759" y="3084140"/>
              <a:ext cx="414365" cy="185585"/>
            </a:xfrm>
            <a:custGeom>
              <a:rect b="b" l="l" r="r" t="t"/>
              <a:pathLst>
                <a:path extrusionOk="0" h="1783" w="3981">
                  <a:moveTo>
                    <a:pt x="1866" y="0"/>
                  </a:moveTo>
                  <a:cubicBezTo>
                    <a:pt x="1834" y="0"/>
                    <a:pt x="1804" y="5"/>
                    <a:pt x="1776" y="15"/>
                  </a:cubicBezTo>
                  <a:cubicBezTo>
                    <a:pt x="1659" y="63"/>
                    <a:pt x="1385" y="405"/>
                    <a:pt x="1288" y="502"/>
                  </a:cubicBezTo>
                  <a:cubicBezTo>
                    <a:pt x="1122" y="659"/>
                    <a:pt x="956" y="815"/>
                    <a:pt x="790" y="971"/>
                  </a:cubicBezTo>
                  <a:cubicBezTo>
                    <a:pt x="547" y="1205"/>
                    <a:pt x="273" y="1429"/>
                    <a:pt x="0" y="1644"/>
                  </a:cubicBezTo>
                  <a:cubicBezTo>
                    <a:pt x="152" y="1766"/>
                    <a:pt x="362" y="1782"/>
                    <a:pt x="583" y="1782"/>
                  </a:cubicBezTo>
                  <a:cubicBezTo>
                    <a:pt x="661" y="1782"/>
                    <a:pt x="741" y="1780"/>
                    <a:pt x="820" y="1780"/>
                  </a:cubicBezTo>
                  <a:cubicBezTo>
                    <a:pt x="1200" y="1780"/>
                    <a:pt x="1581" y="1761"/>
                    <a:pt x="1961" y="1741"/>
                  </a:cubicBezTo>
                  <a:cubicBezTo>
                    <a:pt x="2342" y="1712"/>
                    <a:pt x="2722" y="1683"/>
                    <a:pt x="3102" y="1644"/>
                  </a:cubicBezTo>
                  <a:cubicBezTo>
                    <a:pt x="3298" y="1634"/>
                    <a:pt x="3483" y="1615"/>
                    <a:pt x="3678" y="1585"/>
                  </a:cubicBezTo>
                  <a:cubicBezTo>
                    <a:pt x="3785" y="1576"/>
                    <a:pt x="3883" y="1556"/>
                    <a:pt x="3980" y="1507"/>
                  </a:cubicBezTo>
                  <a:cubicBezTo>
                    <a:pt x="3639" y="1244"/>
                    <a:pt x="3298" y="990"/>
                    <a:pt x="2956" y="727"/>
                  </a:cubicBezTo>
                  <a:cubicBezTo>
                    <a:pt x="2715" y="548"/>
                    <a:pt x="2211" y="0"/>
                    <a:pt x="18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1"/>
            <p:cNvSpPr/>
            <p:nvPr/>
          </p:nvSpPr>
          <p:spPr>
            <a:xfrm rot="-814558">
              <a:off x="1147422" y="3031252"/>
              <a:ext cx="150404" cy="255947"/>
            </a:xfrm>
            <a:custGeom>
              <a:rect b="b" l="l" r="r" t="t"/>
              <a:pathLst>
                <a:path extrusionOk="0" h="2459" w="1445">
                  <a:moveTo>
                    <a:pt x="40" y="0"/>
                  </a:moveTo>
                  <a:cubicBezTo>
                    <a:pt x="30" y="20"/>
                    <a:pt x="20" y="49"/>
                    <a:pt x="20" y="49"/>
                  </a:cubicBezTo>
                  <a:cubicBezTo>
                    <a:pt x="40" y="400"/>
                    <a:pt x="50" y="761"/>
                    <a:pt x="69" y="1103"/>
                  </a:cubicBezTo>
                  <a:cubicBezTo>
                    <a:pt x="79" y="1454"/>
                    <a:pt x="1" y="1932"/>
                    <a:pt x="98" y="2263"/>
                  </a:cubicBezTo>
                  <a:cubicBezTo>
                    <a:pt x="118" y="2332"/>
                    <a:pt x="157" y="2400"/>
                    <a:pt x="196" y="2459"/>
                  </a:cubicBezTo>
                  <a:cubicBezTo>
                    <a:pt x="586" y="2029"/>
                    <a:pt x="1015" y="1639"/>
                    <a:pt x="1445" y="1239"/>
                  </a:cubicBezTo>
                  <a:cubicBezTo>
                    <a:pt x="1210" y="1025"/>
                    <a:pt x="976" y="810"/>
                    <a:pt x="742" y="605"/>
                  </a:cubicBezTo>
                  <a:cubicBezTo>
                    <a:pt x="508" y="400"/>
                    <a:pt x="264" y="205"/>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1"/>
            <p:cNvSpPr/>
            <p:nvPr/>
          </p:nvSpPr>
          <p:spPr>
            <a:xfrm rot="-814558">
              <a:off x="1123050" y="2999983"/>
              <a:ext cx="36742" cy="60994"/>
            </a:xfrm>
            <a:custGeom>
              <a:rect b="b" l="l" r="r" t="t"/>
              <a:pathLst>
                <a:path extrusionOk="0" h="586" w="353">
                  <a:moveTo>
                    <a:pt x="294" y="0"/>
                  </a:moveTo>
                  <a:cubicBezTo>
                    <a:pt x="225" y="69"/>
                    <a:pt x="157" y="137"/>
                    <a:pt x="98" y="215"/>
                  </a:cubicBezTo>
                  <a:cubicBezTo>
                    <a:pt x="69" y="264"/>
                    <a:pt x="30" y="313"/>
                    <a:pt x="1" y="361"/>
                  </a:cubicBezTo>
                  <a:cubicBezTo>
                    <a:pt x="118" y="430"/>
                    <a:pt x="235" y="508"/>
                    <a:pt x="342" y="586"/>
                  </a:cubicBezTo>
                  <a:cubicBezTo>
                    <a:pt x="352" y="391"/>
                    <a:pt x="333" y="196"/>
                    <a:pt x="294" y="0"/>
                  </a:cubicBezTo>
                  <a:close/>
                </a:path>
              </a:pathLst>
            </a:custGeom>
            <a:solidFill>
              <a:srgbClr val="CE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1"/>
            <p:cNvSpPr/>
            <p:nvPr/>
          </p:nvSpPr>
          <p:spPr>
            <a:xfrm rot="-814558">
              <a:off x="1023183" y="2577178"/>
              <a:ext cx="526153" cy="730682"/>
            </a:xfrm>
            <a:custGeom>
              <a:rect b="b" l="l" r="r" t="t"/>
              <a:pathLst>
                <a:path extrusionOk="0" h="7020" w="5055">
                  <a:moveTo>
                    <a:pt x="1094" y="3712"/>
                  </a:moveTo>
                  <a:cubicBezTo>
                    <a:pt x="1133" y="3908"/>
                    <a:pt x="1152" y="4103"/>
                    <a:pt x="1142" y="4298"/>
                  </a:cubicBezTo>
                  <a:cubicBezTo>
                    <a:pt x="1035" y="4220"/>
                    <a:pt x="918" y="4142"/>
                    <a:pt x="801" y="4073"/>
                  </a:cubicBezTo>
                  <a:cubicBezTo>
                    <a:pt x="830" y="4025"/>
                    <a:pt x="869" y="3976"/>
                    <a:pt x="898" y="3927"/>
                  </a:cubicBezTo>
                  <a:cubicBezTo>
                    <a:pt x="957" y="3849"/>
                    <a:pt x="1025" y="3781"/>
                    <a:pt x="1094" y="3712"/>
                  </a:cubicBezTo>
                  <a:close/>
                  <a:moveTo>
                    <a:pt x="4138" y="1"/>
                  </a:moveTo>
                  <a:cubicBezTo>
                    <a:pt x="3995" y="1"/>
                    <a:pt x="3838" y="44"/>
                    <a:pt x="3718" y="64"/>
                  </a:cubicBezTo>
                  <a:lnTo>
                    <a:pt x="2635" y="191"/>
                  </a:lnTo>
                  <a:lnTo>
                    <a:pt x="586" y="435"/>
                  </a:lnTo>
                  <a:cubicBezTo>
                    <a:pt x="362" y="464"/>
                    <a:pt x="98" y="415"/>
                    <a:pt x="40" y="659"/>
                  </a:cubicBezTo>
                  <a:cubicBezTo>
                    <a:pt x="1" y="796"/>
                    <a:pt x="176" y="1069"/>
                    <a:pt x="225" y="1186"/>
                  </a:cubicBezTo>
                  <a:cubicBezTo>
                    <a:pt x="342" y="1498"/>
                    <a:pt x="459" y="1810"/>
                    <a:pt x="576" y="2122"/>
                  </a:cubicBezTo>
                  <a:cubicBezTo>
                    <a:pt x="772" y="2591"/>
                    <a:pt x="937" y="3069"/>
                    <a:pt x="1064" y="3556"/>
                  </a:cubicBezTo>
                  <a:cubicBezTo>
                    <a:pt x="1054" y="3566"/>
                    <a:pt x="1054" y="3566"/>
                    <a:pt x="1045" y="3566"/>
                  </a:cubicBezTo>
                  <a:cubicBezTo>
                    <a:pt x="908" y="3683"/>
                    <a:pt x="801" y="3820"/>
                    <a:pt x="723" y="3976"/>
                  </a:cubicBezTo>
                  <a:cubicBezTo>
                    <a:pt x="718" y="3947"/>
                    <a:pt x="691" y="3932"/>
                    <a:pt x="663" y="3932"/>
                  </a:cubicBezTo>
                  <a:cubicBezTo>
                    <a:pt x="635" y="3932"/>
                    <a:pt x="606" y="3947"/>
                    <a:pt x="596" y="3976"/>
                  </a:cubicBezTo>
                  <a:cubicBezTo>
                    <a:pt x="586" y="4600"/>
                    <a:pt x="596" y="5215"/>
                    <a:pt x="615" y="5829"/>
                  </a:cubicBezTo>
                  <a:cubicBezTo>
                    <a:pt x="615" y="6103"/>
                    <a:pt x="528" y="6571"/>
                    <a:pt x="694" y="6824"/>
                  </a:cubicBezTo>
                  <a:cubicBezTo>
                    <a:pt x="840" y="7020"/>
                    <a:pt x="1142" y="7000"/>
                    <a:pt x="1347" y="7010"/>
                  </a:cubicBezTo>
                  <a:lnTo>
                    <a:pt x="1386" y="7010"/>
                  </a:lnTo>
                  <a:cubicBezTo>
                    <a:pt x="1376" y="6961"/>
                    <a:pt x="1367" y="6883"/>
                    <a:pt x="1367" y="6815"/>
                  </a:cubicBezTo>
                  <a:cubicBezTo>
                    <a:pt x="1230" y="6815"/>
                    <a:pt x="1103" y="6766"/>
                    <a:pt x="996" y="6688"/>
                  </a:cubicBezTo>
                  <a:cubicBezTo>
                    <a:pt x="1113" y="6600"/>
                    <a:pt x="1240" y="6493"/>
                    <a:pt x="1357" y="6395"/>
                  </a:cubicBezTo>
                  <a:cubicBezTo>
                    <a:pt x="1357" y="6317"/>
                    <a:pt x="1367" y="6229"/>
                    <a:pt x="1376" y="6151"/>
                  </a:cubicBezTo>
                  <a:lnTo>
                    <a:pt x="1376" y="6151"/>
                  </a:lnTo>
                  <a:cubicBezTo>
                    <a:pt x="1220" y="6307"/>
                    <a:pt x="1064" y="6454"/>
                    <a:pt x="928" y="6620"/>
                  </a:cubicBezTo>
                  <a:cubicBezTo>
                    <a:pt x="879" y="6561"/>
                    <a:pt x="840" y="6493"/>
                    <a:pt x="820" y="6415"/>
                  </a:cubicBezTo>
                  <a:cubicBezTo>
                    <a:pt x="723" y="6093"/>
                    <a:pt x="801" y="5615"/>
                    <a:pt x="791" y="5264"/>
                  </a:cubicBezTo>
                  <a:cubicBezTo>
                    <a:pt x="781" y="4922"/>
                    <a:pt x="762" y="4561"/>
                    <a:pt x="742" y="4200"/>
                  </a:cubicBezTo>
                  <a:cubicBezTo>
                    <a:pt x="742" y="4200"/>
                    <a:pt x="752" y="4171"/>
                    <a:pt x="762" y="4161"/>
                  </a:cubicBezTo>
                  <a:cubicBezTo>
                    <a:pt x="986" y="4376"/>
                    <a:pt x="1230" y="4561"/>
                    <a:pt x="1464" y="4766"/>
                  </a:cubicBezTo>
                  <a:cubicBezTo>
                    <a:pt x="1523" y="4825"/>
                    <a:pt x="1591" y="4893"/>
                    <a:pt x="1659" y="4942"/>
                  </a:cubicBezTo>
                  <a:cubicBezTo>
                    <a:pt x="1679" y="4893"/>
                    <a:pt x="1698" y="4834"/>
                    <a:pt x="1718" y="4776"/>
                  </a:cubicBezTo>
                  <a:cubicBezTo>
                    <a:pt x="1562" y="4639"/>
                    <a:pt x="1396" y="4503"/>
                    <a:pt x="1230" y="4376"/>
                  </a:cubicBezTo>
                  <a:cubicBezTo>
                    <a:pt x="1357" y="3556"/>
                    <a:pt x="976" y="2747"/>
                    <a:pt x="713" y="1986"/>
                  </a:cubicBezTo>
                  <a:cubicBezTo>
                    <a:pt x="635" y="1781"/>
                    <a:pt x="557" y="1576"/>
                    <a:pt x="479" y="1361"/>
                  </a:cubicBezTo>
                  <a:cubicBezTo>
                    <a:pt x="430" y="1225"/>
                    <a:pt x="372" y="1088"/>
                    <a:pt x="323" y="952"/>
                  </a:cubicBezTo>
                  <a:cubicBezTo>
                    <a:pt x="186" y="805"/>
                    <a:pt x="196" y="717"/>
                    <a:pt x="352" y="698"/>
                  </a:cubicBezTo>
                  <a:cubicBezTo>
                    <a:pt x="518" y="552"/>
                    <a:pt x="996" y="591"/>
                    <a:pt x="1191" y="561"/>
                  </a:cubicBezTo>
                  <a:lnTo>
                    <a:pt x="1913" y="474"/>
                  </a:lnTo>
                  <a:lnTo>
                    <a:pt x="3357" y="298"/>
                  </a:lnTo>
                  <a:cubicBezTo>
                    <a:pt x="3539" y="279"/>
                    <a:pt x="3738" y="228"/>
                    <a:pt x="3927" y="228"/>
                  </a:cubicBezTo>
                  <a:cubicBezTo>
                    <a:pt x="4031" y="228"/>
                    <a:pt x="4132" y="243"/>
                    <a:pt x="4225" y="288"/>
                  </a:cubicBezTo>
                  <a:cubicBezTo>
                    <a:pt x="4479" y="425"/>
                    <a:pt x="4557" y="835"/>
                    <a:pt x="4645" y="1117"/>
                  </a:cubicBezTo>
                  <a:cubicBezTo>
                    <a:pt x="4791" y="1605"/>
                    <a:pt x="4859" y="2113"/>
                    <a:pt x="4869" y="2620"/>
                  </a:cubicBezTo>
                  <a:cubicBezTo>
                    <a:pt x="4927" y="2630"/>
                    <a:pt x="4986" y="2649"/>
                    <a:pt x="5054" y="2669"/>
                  </a:cubicBezTo>
                  <a:cubicBezTo>
                    <a:pt x="5054" y="2054"/>
                    <a:pt x="4957" y="1439"/>
                    <a:pt x="4762" y="864"/>
                  </a:cubicBezTo>
                  <a:cubicBezTo>
                    <a:pt x="4684" y="620"/>
                    <a:pt x="4586" y="152"/>
                    <a:pt x="4323" y="35"/>
                  </a:cubicBezTo>
                  <a:cubicBezTo>
                    <a:pt x="4267" y="10"/>
                    <a:pt x="4204" y="1"/>
                    <a:pt x="41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1"/>
            <p:cNvSpPr/>
            <p:nvPr/>
          </p:nvSpPr>
          <p:spPr>
            <a:xfrm rot="-814558">
              <a:off x="1123050" y="2999983"/>
              <a:ext cx="36742" cy="60994"/>
            </a:xfrm>
            <a:custGeom>
              <a:rect b="b" l="l" r="r" t="t"/>
              <a:pathLst>
                <a:path extrusionOk="0" h="586" w="353">
                  <a:moveTo>
                    <a:pt x="294" y="0"/>
                  </a:moveTo>
                  <a:cubicBezTo>
                    <a:pt x="225" y="69"/>
                    <a:pt x="157" y="137"/>
                    <a:pt x="98" y="215"/>
                  </a:cubicBezTo>
                  <a:cubicBezTo>
                    <a:pt x="69" y="264"/>
                    <a:pt x="30" y="313"/>
                    <a:pt x="1" y="361"/>
                  </a:cubicBezTo>
                  <a:cubicBezTo>
                    <a:pt x="118" y="430"/>
                    <a:pt x="235" y="508"/>
                    <a:pt x="342" y="586"/>
                  </a:cubicBezTo>
                  <a:cubicBezTo>
                    <a:pt x="352" y="391"/>
                    <a:pt x="333" y="196"/>
                    <a:pt x="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1" name="Shape 2981"/>
        <p:cNvGrpSpPr/>
        <p:nvPr/>
      </p:nvGrpSpPr>
      <p:grpSpPr>
        <a:xfrm>
          <a:off x="0" y="0"/>
          <a:ext cx="0" cy="0"/>
          <a:chOff x="0" y="0"/>
          <a:chExt cx="0" cy="0"/>
        </a:xfrm>
      </p:grpSpPr>
      <p:grpSp>
        <p:nvGrpSpPr>
          <p:cNvPr id="2982" name="Google Shape;2982;p92"/>
          <p:cNvGrpSpPr/>
          <p:nvPr/>
        </p:nvGrpSpPr>
        <p:grpSpPr>
          <a:xfrm>
            <a:off x="2222165" y="879680"/>
            <a:ext cx="4699670" cy="1345814"/>
            <a:chOff x="7728915" y="1917859"/>
            <a:chExt cx="1034486" cy="222599"/>
          </a:xfrm>
        </p:grpSpPr>
        <p:sp>
          <p:nvSpPr>
            <p:cNvPr id="2983" name="Google Shape;2983;p92"/>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2"/>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2"/>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2"/>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2"/>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2"/>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2"/>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2"/>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2"/>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2"/>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2"/>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2"/>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2"/>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2"/>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2"/>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2"/>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2"/>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2"/>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2"/>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2"/>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2"/>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2"/>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2"/>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2"/>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2"/>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2"/>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2"/>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2"/>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2"/>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2"/>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2"/>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2"/>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2"/>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2"/>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2"/>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2"/>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2"/>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2"/>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2"/>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2" name="Google Shape;3022;p92"/>
          <p:cNvSpPr/>
          <p:nvPr/>
        </p:nvSpPr>
        <p:spPr>
          <a:xfrm rot="173206">
            <a:off x="3875332" y="3298049"/>
            <a:ext cx="1393337" cy="735422"/>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3023" name="Google Shape;3023;p92"/>
          <p:cNvSpPr/>
          <p:nvPr/>
        </p:nvSpPr>
        <p:spPr>
          <a:xfrm>
            <a:off x="2497500" y="3534814"/>
            <a:ext cx="792702" cy="12420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2"/>
          <p:cNvSpPr txBox="1"/>
          <p:nvPr>
            <p:ph idx="1" type="subTitle"/>
          </p:nvPr>
        </p:nvSpPr>
        <p:spPr>
          <a:xfrm>
            <a:off x="3923100" y="3369800"/>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sz="1600"/>
          </a:p>
        </p:txBody>
      </p:sp>
      <p:sp>
        <p:nvSpPr>
          <p:cNvPr id="3025" name="Google Shape;3025;p92"/>
          <p:cNvSpPr txBox="1"/>
          <p:nvPr>
            <p:ph type="title"/>
          </p:nvPr>
        </p:nvSpPr>
        <p:spPr>
          <a:xfrm>
            <a:off x="3225150" y="1000350"/>
            <a:ext cx="26937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a:t>
            </a:r>
            <a:r>
              <a:rPr lang="en"/>
              <a:t>et's travel!</a:t>
            </a:r>
            <a:endParaRPr/>
          </a:p>
        </p:txBody>
      </p:sp>
      <p:sp>
        <p:nvSpPr>
          <p:cNvPr id="3026" name="Google Shape;3026;p92"/>
          <p:cNvSpPr txBox="1"/>
          <p:nvPr>
            <p:ph idx="2" type="subTitle"/>
          </p:nvPr>
        </p:nvSpPr>
        <p:spPr>
          <a:xfrm>
            <a:off x="3041400" y="2310025"/>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3027" name="Google Shape;3027;p92"/>
          <p:cNvGrpSpPr/>
          <p:nvPr/>
        </p:nvGrpSpPr>
        <p:grpSpPr>
          <a:xfrm>
            <a:off x="7274653" y="3399266"/>
            <a:ext cx="817329" cy="1046959"/>
            <a:chOff x="5920700" y="3824000"/>
            <a:chExt cx="323900" cy="414900"/>
          </a:xfrm>
        </p:grpSpPr>
        <p:sp>
          <p:nvSpPr>
            <p:cNvPr id="3028" name="Google Shape;3028;p92"/>
            <p:cNvSpPr/>
            <p:nvPr/>
          </p:nvSpPr>
          <p:spPr>
            <a:xfrm>
              <a:off x="5920700" y="3824000"/>
              <a:ext cx="323900" cy="414900"/>
            </a:xfrm>
            <a:custGeom>
              <a:rect b="b" l="l" r="r" t="t"/>
              <a:pathLst>
                <a:path extrusionOk="0" h="16596" w="12956">
                  <a:moveTo>
                    <a:pt x="964" y="1279"/>
                  </a:moveTo>
                  <a:cubicBezTo>
                    <a:pt x="985" y="1279"/>
                    <a:pt x="1007" y="1286"/>
                    <a:pt x="1029" y="1301"/>
                  </a:cubicBezTo>
                  <a:cubicBezTo>
                    <a:pt x="1063" y="1324"/>
                    <a:pt x="1141" y="1421"/>
                    <a:pt x="1205" y="1517"/>
                  </a:cubicBezTo>
                  <a:cubicBezTo>
                    <a:pt x="1303" y="1663"/>
                    <a:pt x="1311" y="1699"/>
                    <a:pt x="1255" y="1761"/>
                  </a:cubicBezTo>
                  <a:cubicBezTo>
                    <a:pt x="1220" y="1802"/>
                    <a:pt x="1183" y="1831"/>
                    <a:pt x="1169" y="1831"/>
                  </a:cubicBezTo>
                  <a:cubicBezTo>
                    <a:pt x="1169" y="1831"/>
                    <a:pt x="1168" y="1831"/>
                    <a:pt x="1168" y="1831"/>
                  </a:cubicBezTo>
                  <a:cubicBezTo>
                    <a:pt x="1146" y="1827"/>
                    <a:pt x="998" y="1618"/>
                    <a:pt x="883" y="1432"/>
                  </a:cubicBezTo>
                  <a:cubicBezTo>
                    <a:pt x="837" y="1356"/>
                    <a:pt x="893" y="1279"/>
                    <a:pt x="964" y="1279"/>
                  </a:cubicBezTo>
                  <a:close/>
                  <a:moveTo>
                    <a:pt x="1899" y="2399"/>
                  </a:moveTo>
                  <a:lnTo>
                    <a:pt x="2064" y="2647"/>
                  </a:lnTo>
                  <a:cubicBezTo>
                    <a:pt x="2222" y="2883"/>
                    <a:pt x="2226" y="2899"/>
                    <a:pt x="2153" y="2972"/>
                  </a:cubicBezTo>
                  <a:cubicBezTo>
                    <a:pt x="2113" y="3010"/>
                    <a:pt x="2065" y="3041"/>
                    <a:pt x="2046" y="3041"/>
                  </a:cubicBezTo>
                  <a:cubicBezTo>
                    <a:pt x="2045" y="3041"/>
                    <a:pt x="2044" y="3041"/>
                    <a:pt x="2044" y="3041"/>
                  </a:cubicBezTo>
                  <a:cubicBezTo>
                    <a:pt x="2027" y="3038"/>
                    <a:pt x="1939" y="2926"/>
                    <a:pt x="1848" y="2789"/>
                  </a:cubicBezTo>
                  <a:lnTo>
                    <a:pt x="1684" y="2543"/>
                  </a:lnTo>
                  <a:lnTo>
                    <a:pt x="1792" y="2472"/>
                  </a:lnTo>
                  <a:lnTo>
                    <a:pt x="1899" y="2399"/>
                  </a:lnTo>
                  <a:close/>
                  <a:moveTo>
                    <a:pt x="5851" y="1829"/>
                  </a:moveTo>
                  <a:cubicBezTo>
                    <a:pt x="6021" y="1829"/>
                    <a:pt x="6144" y="1843"/>
                    <a:pt x="6164" y="1874"/>
                  </a:cubicBezTo>
                  <a:cubicBezTo>
                    <a:pt x="6174" y="1887"/>
                    <a:pt x="6174" y="1970"/>
                    <a:pt x="6165" y="2050"/>
                  </a:cubicBezTo>
                  <a:cubicBezTo>
                    <a:pt x="6153" y="2159"/>
                    <a:pt x="6100" y="2247"/>
                    <a:pt x="5965" y="2379"/>
                  </a:cubicBezTo>
                  <a:cubicBezTo>
                    <a:pt x="5838" y="2503"/>
                    <a:pt x="5732" y="2670"/>
                    <a:pt x="5625" y="2915"/>
                  </a:cubicBezTo>
                  <a:cubicBezTo>
                    <a:pt x="5538" y="3112"/>
                    <a:pt x="5423" y="3319"/>
                    <a:pt x="5368" y="3376"/>
                  </a:cubicBezTo>
                  <a:cubicBezTo>
                    <a:pt x="5228" y="3520"/>
                    <a:pt x="5197" y="3893"/>
                    <a:pt x="5302" y="4168"/>
                  </a:cubicBezTo>
                  <a:cubicBezTo>
                    <a:pt x="5428" y="4503"/>
                    <a:pt x="5369" y="4649"/>
                    <a:pt x="5007" y="4899"/>
                  </a:cubicBezTo>
                  <a:cubicBezTo>
                    <a:pt x="4630" y="5158"/>
                    <a:pt x="4521" y="5221"/>
                    <a:pt x="4440" y="5221"/>
                  </a:cubicBezTo>
                  <a:cubicBezTo>
                    <a:pt x="4435" y="5221"/>
                    <a:pt x="4431" y="5221"/>
                    <a:pt x="4426" y="5220"/>
                  </a:cubicBezTo>
                  <a:cubicBezTo>
                    <a:pt x="4302" y="5208"/>
                    <a:pt x="4165" y="5027"/>
                    <a:pt x="4054" y="4730"/>
                  </a:cubicBezTo>
                  <a:cubicBezTo>
                    <a:pt x="3953" y="4462"/>
                    <a:pt x="3936" y="4435"/>
                    <a:pt x="3797" y="4349"/>
                  </a:cubicBezTo>
                  <a:cubicBezTo>
                    <a:pt x="3722" y="4302"/>
                    <a:pt x="3657" y="4276"/>
                    <a:pt x="3583" y="4276"/>
                  </a:cubicBezTo>
                  <a:cubicBezTo>
                    <a:pt x="3469" y="4276"/>
                    <a:pt x="3333" y="4337"/>
                    <a:pt x="3104" y="4469"/>
                  </a:cubicBezTo>
                  <a:cubicBezTo>
                    <a:pt x="2696" y="4706"/>
                    <a:pt x="2606" y="4749"/>
                    <a:pt x="2345" y="4749"/>
                  </a:cubicBezTo>
                  <a:cubicBezTo>
                    <a:pt x="2302" y="4749"/>
                    <a:pt x="2255" y="4748"/>
                    <a:pt x="2202" y="4746"/>
                  </a:cubicBezTo>
                  <a:cubicBezTo>
                    <a:pt x="2159" y="4745"/>
                    <a:pt x="2120" y="4744"/>
                    <a:pt x="2085" y="4744"/>
                  </a:cubicBezTo>
                  <a:cubicBezTo>
                    <a:pt x="1890" y="4744"/>
                    <a:pt x="1795" y="4766"/>
                    <a:pt x="1704" y="4825"/>
                  </a:cubicBezTo>
                  <a:cubicBezTo>
                    <a:pt x="1628" y="4874"/>
                    <a:pt x="1495" y="4923"/>
                    <a:pt x="1412" y="4933"/>
                  </a:cubicBezTo>
                  <a:cubicBezTo>
                    <a:pt x="1388" y="4936"/>
                    <a:pt x="1366" y="4938"/>
                    <a:pt x="1348" y="4938"/>
                  </a:cubicBezTo>
                  <a:cubicBezTo>
                    <a:pt x="1271" y="4938"/>
                    <a:pt x="1239" y="4910"/>
                    <a:pt x="1196" y="4828"/>
                  </a:cubicBezTo>
                  <a:cubicBezTo>
                    <a:pt x="1140" y="4721"/>
                    <a:pt x="1149" y="4674"/>
                    <a:pt x="1282" y="4435"/>
                  </a:cubicBezTo>
                  <a:cubicBezTo>
                    <a:pt x="1754" y="3587"/>
                    <a:pt x="2507" y="2910"/>
                    <a:pt x="3669" y="2289"/>
                  </a:cubicBezTo>
                  <a:cubicBezTo>
                    <a:pt x="3793" y="2222"/>
                    <a:pt x="4031" y="2136"/>
                    <a:pt x="4191" y="2101"/>
                  </a:cubicBezTo>
                  <a:cubicBezTo>
                    <a:pt x="4350" y="2066"/>
                    <a:pt x="4582" y="2005"/>
                    <a:pt x="4699" y="1969"/>
                  </a:cubicBezTo>
                  <a:cubicBezTo>
                    <a:pt x="4960" y="1886"/>
                    <a:pt x="5504" y="1829"/>
                    <a:pt x="5851" y="1829"/>
                  </a:cubicBezTo>
                  <a:close/>
                  <a:moveTo>
                    <a:pt x="9588" y="4119"/>
                  </a:moveTo>
                  <a:cubicBezTo>
                    <a:pt x="9640" y="4119"/>
                    <a:pt x="9674" y="4174"/>
                    <a:pt x="9794" y="4385"/>
                  </a:cubicBezTo>
                  <a:cubicBezTo>
                    <a:pt x="10019" y="4782"/>
                    <a:pt x="10492" y="6014"/>
                    <a:pt x="10462" y="6126"/>
                  </a:cubicBezTo>
                  <a:cubicBezTo>
                    <a:pt x="10457" y="6145"/>
                    <a:pt x="10466" y="6278"/>
                    <a:pt x="10481" y="6427"/>
                  </a:cubicBezTo>
                  <a:cubicBezTo>
                    <a:pt x="10528" y="6874"/>
                    <a:pt x="10465" y="7623"/>
                    <a:pt x="10344" y="8060"/>
                  </a:cubicBezTo>
                  <a:lnTo>
                    <a:pt x="10291" y="8253"/>
                  </a:lnTo>
                  <a:lnTo>
                    <a:pt x="10068" y="8012"/>
                  </a:lnTo>
                  <a:cubicBezTo>
                    <a:pt x="9947" y="7881"/>
                    <a:pt x="9775" y="7738"/>
                    <a:pt x="9690" y="7700"/>
                  </a:cubicBezTo>
                  <a:cubicBezTo>
                    <a:pt x="9616" y="7666"/>
                    <a:pt x="9512" y="7650"/>
                    <a:pt x="9386" y="7650"/>
                  </a:cubicBezTo>
                  <a:cubicBezTo>
                    <a:pt x="9131" y="7650"/>
                    <a:pt x="8786" y="7717"/>
                    <a:pt x="8417" y="7844"/>
                  </a:cubicBezTo>
                  <a:cubicBezTo>
                    <a:pt x="8325" y="7876"/>
                    <a:pt x="8188" y="7909"/>
                    <a:pt x="8115" y="7918"/>
                  </a:cubicBezTo>
                  <a:cubicBezTo>
                    <a:pt x="8042" y="7926"/>
                    <a:pt x="7974" y="7950"/>
                    <a:pt x="7963" y="7972"/>
                  </a:cubicBezTo>
                  <a:cubicBezTo>
                    <a:pt x="7957" y="7986"/>
                    <a:pt x="7947" y="7992"/>
                    <a:pt x="7933" y="7992"/>
                  </a:cubicBezTo>
                  <a:cubicBezTo>
                    <a:pt x="7867" y="7992"/>
                    <a:pt x="7718" y="7845"/>
                    <a:pt x="7526" y="7585"/>
                  </a:cubicBezTo>
                  <a:cubicBezTo>
                    <a:pt x="7277" y="7247"/>
                    <a:pt x="7151" y="7144"/>
                    <a:pt x="6893" y="7144"/>
                  </a:cubicBezTo>
                  <a:cubicBezTo>
                    <a:pt x="6834" y="7144"/>
                    <a:pt x="6769" y="7149"/>
                    <a:pt x="6694" y="7158"/>
                  </a:cubicBezTo>
                  <a:cubicBezTo>
                    <a:pt x="6562" y="7174"/>
                    <a:pt x="6474" y="7184"/>
                    <a:pt x="6409" y="7184"/>
                  </a:cubicBezTo>
                  <a:cubicBezTo>
                    <a:pt x="6289" y="7184"/>
                    <a:pt x="6248" y="7151"/>
                    <a:pt x="6152" y="7060"/>
                  </a:cubicBezTo>
                  <a:cubicBezTo>
                    <a:pt x="6044" y="6959"/>
                    <a:pt x="6041" y="6943"/>
                    <a:pt x="6102" y="6857"/>
                  </a:cubicBezTo>
                  <a:cubicBezTo>
                    <a:pt x="6206" y="6711"/>
                    <a:pt x="7052" y="6164"/>
                    <a:pt x="7620" y="5874"/>
                  </a:cubicBezTo>
                  <a:cubicBezTo>
                    <a:pt x="8173" y="5593"/>
                    <a:pt x="8149" y="5617"/>
                    <a:pt x="8348" y="5218"/>
                  </a:cubicBezTo>
                  <a:cubicBezTo>
                    <a:pt x="8529" y="4853"/>
                    <a:pt x="8708" y="4655"/>
                    <a:pt x="9076" y="4407"/>
                  </a:cubicBezTo>
                  <a:cubicBezTo>
                    <a:pt x="9274" y="4274"/>
                    <a:pt x="9478" y="4151"/>
                    <a:pt x="9532" y="4132"/>
                  </a:cubicBezTo>
                  <a:cubicBezTo>
                    <a:pt x="9555" y="4124"/>
                    <a:pt x="9572" y="4119"/>
                    <a:pt x="9588" y="4119"/>
                  </a:cubicBezTo>
                  <a:close/>
                  <a:moveTo>
                    <a:pt x="5802" y="871"/>
                  </a:moveTo>
                  <a:cubicBezTo>
                    <a:pt x="5813" y="871"/>
                    <a:pt x="5823" y="871"/>
                    <a:pt x="5834" y="871"/>
                  </a:cubicBezTo>
                  <a:cubicBezTo>
                    <a:pt x="7089" y="886"/>
                    <a:pt x="7853" y="1110"/>
                    <a:pt x="8578" y="1674"/>
                  </a:cubicBezTo>
                  <a:cubicBezTo>
                    <a:pt x="8750" y="1806"/>
                    <a:pt x="8922" y="1934"/>
                    <a:pt x="8967" y="1962"/>
                  </a:cubicBezTo>
                  <a:cubicBezTo>
                    <a:pt x="9012" y="1990"/>
                    <a:pt x="9121" y="2080"/>
                    <a:pt x="9212" y="2162"/>
                  </a:cubicBezTo>
                  <a:cubicBezTo>
                    <a:pt x="9303" y="2245"/>
                    <a:pt x="9448" y="2375"/>
                    <a:pt x="9538" y="2451"/>
                  </a:cubicBezTo>
                  <a:cubicBezTo>
                    <a:pt x="9812" y="2689"/>
                    <a:pt x="10264" y="3251"/>
                    <a:pt x="10479" y="3621"/>
                  </a:cubicBezTo>
                  <a:cubicBezTo>
                    <a:pt x="10878" y="4310"/>
                    <a:pt x="11177" y="5170"/>
                    <a:pt x="11328" y="6058"/>
                  </a:cubicBezTo>
                  <a:cubicBezTo>
                    <a:pt x="11516" y="7168"/>
                    <a:pt x="11345" y="8101"/>
                    <a:pt x="10748" y="9233"/>
                  </a:cubicBezTo>
                  <a:cubicBezTo>
                    <a:pt x="10659" y="9400"/>
                    <a:pt x="10504" y="9697"/>
                    <a:pt x="10405" y="9888"/>
                  </a:cubicBezTo>
                  <a:cubicBezTo>
                    <a:pt x="10247" y="10192"/>
                    <a:pt x="9704" y="10889"/>
                    <a:pt x="9541" y="10998"/>
                  </a:cubicBezTo>
                  <a:cubicBezTo>
                    <a:pt x="9514" y="11016"/>
                    <a:pt x="9416" y="11126"/>
                    <a:pt x="9325" y="11241"/>
                  </a:cubicBezTo>
                  <a:cubicBezTo>
                    <a:pt x="9233" y="11356"/>
                    <a:pt x="9098" y="11499"/>
                    <a:pt x="9028" y="11555"/>
                  </a:cubicBezTo>
                  <a:lnTo>
                    <a:pt x="8899" y="11658"/>
                  </a:lnTo>
                  <a:lnTo>
                    <a:pt x="8742" y="11438"/>
                  </a:lnTo>
                  <a:cubicBezTo>
                    <a:pt x="8637" y="11290"/>
                    <a:pt x="8591" y="11193"/>
                    <a:pt x="8606" y="11145"/>
                  </a:cubicBezTo>
                  <a:cubicBezTo>
                    <a:pt x="8618" y="11107"/>
                    <a:pt x="8726" y="11011"/>
                    <a:pt x="8843" y="10935"/>
                  </a:cubicBezTo>
                  <a:cubicBezTo>
                    <a:pt x="8983" y="10845"/>
                    <a:pt x="9124" y="10708"/>
                    <a:pt x="9245" y="10549"/>
                  </a:cubicBezTo>
                  <a:cubicBezTo>
                    <a:pt x="9860" y="9731"/>
                    <a:pt x="9904" y="9668"/>
                    <a:pt x="10229" y="9122"/>
                  </a:cubicBezTo>
                  <a:cubicBezTo>
                    <a:pt x="10469" y="8719"/>
                    <a:pt x="10558" y="8476"/>
                    <a:pt x="10670" y="7910"/>
                  </a:cubicBezTo>
                  <a:cubicBezTo>
                    <a:pt x="10905" y="6731"/>
                    <a:pt x="10833" y="6126"/>
                    <a:pt x="10299" y="4754"/>
                  </a:cubicBezTo>
                  <a:cubicBezTo>
                    <a:pt x="10113" y="4275"/>
                    <a:pt x="9312" y="3070"/>
                    <a:pt x="8986" y="2779"/>
                  </a:cubicBezTo>
                  <a:cubicBezTo>
                    <a:pt x="8733" y="2553"/>
                    <a:pt x="8070" y="2141"/>
                    <a:pt x="7822" y="2055"/>
                  </a:cubicBezTo>
                  <a:cubicBezTo>
                    <a:pt x="7735" y="2025"/>
                    <a:pt x="7602" y="1965"/>
                    <a:pt x="7521" y="1921"/>
                  </a:cubicBezTo>
                  <a:cubicBezTo>
                    <a:pt x="7441" y="1876"/>
                    <a:pt x="7351" y="1832"/>
                    <a:pt x="7320" y="1822"/>
                  </a:cubicBezTo>
                  <a:cubicBezTo>
                    <a:pt x="6749" y="1645"/>
                    <a:pt x="6544" y="1597"/>
                    <a:pt x="6288" y="1580"/>
                  </a:cubicBezTo>
                  <a:cubicBezTo>
                    <a:pt x="6112" y="1568"/>
                    <a:pt x="5829" y="1562"/>
                    <a:pt x="5612" y="1562"/>
                  </a:cubicBezTo>
                  <a:cubicBezTo>
                    <a:pt x="5448" y="1562"/>
                    <a:pt x="5322" y="1565"/>
                    <a:pt x="5310" y="1573"/>
                  </a:cubicBezTo>
                  <a:cubicBezTo>
                    <a:pt x="5303" y="1579"/>
                    <a:pt x="5145" y="1606"/>
                    <a:pt x="4957" y="1636"/>
                  </a:cubicBezTo>
                  <a:cubicBezTo>
                    <a:pt x="4335" y="1734"/>
                    <a:pt x="4184" y="1768"/>
                    <a:pt x="3968" y="1856"/>
                  </a:cubicBezTo>
                  <a:cubicBezTo>
                    <a:pt x="3677" y="1976"/>
                    <a:pt x="2658" y="2563"/>
                    <a:pt x="2568" y="2662"/>
                  </a:cubicBezTo>
                  <a:cubicBezTo>
                    <a:pt x="2533" y="2701"/>
                    <a:pt x="2497" y="2731"/>
                    <a:pt x="2486" y="2731"/>
                  </a:cubicBezTo>
                  <a:cubicBezTo>
                    <a:pt x="2485" y="2731"/>
                    <a:pt x="2484" y="2731"/>
                    <a:pt x="2484" y="2730"/>
                  </a:cubicBezTo>
                  <a:cubicBezTo>
                    <a:pt x="2477" y="2724"/>
                    <a:pt x="2387" y="2610"/>
                    <a:pt x="2280" y="2474"/>
                  </a:cubicBezTo>
                  <a:cubicBezTo>
                    <a:pt x="2093" y="2238"/>
                    <a:pt x="2090" y="2227"/>
                    <a:pt x="2159" y="2153"/>
                  </a:cubicBezTo>
                  <a:cubicBezTo>
                    <a:pt x="2341" y="1964"/>
                    <a:pt x="2530" y="1843"/>
                    <a:pt x="3098" y="1554"/>
                  </a:cubicBezTo>
                  <a:cubicBezTo>
                    <a:pt x="3822" y="1187"/>
                    <a:pt x="5075" y="871"/>
                    <a:pt x="5802" y="871"/>
                  </a:cubicBezTo>
                  <a:close/>
                  <a:moveTo>
                    <a:pt x="538" y="7247"/>
                  </a:moveTo>
                  <a:cubicBezTo>
                    <a:pt x="593" y="7247"/>
                    <a:pt x="670" y="7253"/>
                    <a:pt x="747" y="7265"/>
                  </a:cubicBezTo>
                  <a:cubicBezTo>
                    <a:pt x="1015" y="7308"/>
                    <a:pt x="1055" y="7351"/>
                    <a:pt x="1233" y="7766"/>
                  </a:cubicBezTo>
                  <a:cubicBezTo>
                    <a:pt x="1316" y="7963"/>
                    <a:pt x="1342" y="7992"/>
                    <a:pt x="1523" y="8091"/>
                  </a:cubicBezTo>
                  <a:cubicBezTo>
                    <a:pt x="1646" y="8159"/>
                    <a:pt x="1829" y="8206"/>
                    <a:pt x="2003" y="8215"/>
                  </a:cubicBezTo>
                  <a:cubicBezTo>
                    <a:pt x="2392" y="8234"/>
                    <a:pt x="2560" y="8291"/>
                    <a:pt x="2703" y="8454"/>
                  </a:cubicBezTo>
                  <a:cubicBezTo>
                    <a:pt x="2769" y="8529"/>
                    <a:pt x="2859" y="8610"/>
                    <a:pt x="2901" y="8634"/>
                  </a:cubicBezTo>
                  <a:cubicBezTo>
                    <a:pt x="3100" y="8740"/>
                    <a:pt x="3116" y="8860"/>
                    <a:pt x="3002" y="9370"/>
                  </a:cubicBezTo>
                  <a:cubicBezTo>
                    <a:pt x="2876" y="9927"/>
                    <a:pt x="2801" y="10719"/>
                    <a:pt x="2859" y="10880"/>
                  </a:cubicBezTo>
                  <a:cubicBezTo>
                    <a:pt x="2880" y="10940"/>
                    <a:pt x="2959" y="11040"/>
                    <a:pt x="3037" y="11107"/>
                  </a:cubicBezTo>
                  <a:cubicBezTo>
                    <a:pt x="3504" y="11502"/>
                    <a:pt x="3588" y="11586"/>
                    <a:pt x="3644" y="11720"/>
                  </a:cubicBezTo>
                  <a:cubicBezTo>
                    <a:pt x="3676" y="11798"/>
                    <a:pt x="3702" y="11894"/>
                    <a:pt x="3702" y="11938"/>
                  </a:cubicBezTo>
                  <a:cubicBezTo>
                    <a:pt x="3702" y="11982"/>
                    <a:pt x="3699" y="12000"/>
                    <a:pt x="3681" y="12000"/>
                  </a:cubicBezTo>
                  <a:cubicBezTo>
                    <a:pt x="3670" y="12000"/>
                    <a:pt x="3655" y="11994"/>
                    <a:pt x="3633" y="11984"/>
                  </a:cubicBezTo>
                  <a:cubicBezTo>
                    <a:pt x="3595" y="11965"/>
                    <a:pt x="3491" y="11930"/>
                    <a:pt x="3397" y="11905"/>
                  </a:cubicBezTo>
                  <a:cubicBezTo>
                    <a:pt x="3156" y="11839"/>
                    <a:pt x="2065" y="11193"/>
                    <a:pt x="1981" y="11066"/>
                  </a:cubicBezTo>
                  <a:cubicBezTo>
                    <a:pt x="1959" y="11034"/>
                    <a:pt x="1860" y="10935"/>
                    <a:pt x="1758" y="10845"/>
                  </a:cubicBezTo>
                  <a:cubicBezTo>
                    <a:pt x="1267" y="10408"/>
                    <a:pt x="833" y="9665"/>
                    <a:pt x="640" y="8928"/>
                  </a:cubicBezTo>
                  <a:cubicBezTo>
                    <a:pt x="440" y="8172"/>
                    <a:pt x="350" y="7334"/>
                    <a:pt x="459" y="7257"/>
                  </a:cubicBezTo>
                  <a:cubicBezTo>
                    <a:pt x="469" y="7250"/>
                    <a:pt x="498" y="7247"/>
                    <a:pt x="538" y="7247"/>
                  </a:cubicBezTo>
                  <a:close/>
                  <a:moveTo>
                    <a:pt x="8327" y="11364"/>
                  </a:moveTo>
                  <a:lnTo>
                    <a:pt x="8499" y="11599"/>
                  </a:lnTo>
                  <a:lnTo>
                    <a:pt x="8671" y="11835"/>
                  </a:lnTo>
                  <a:lnTo>
                    <a:pt x="8509" y="11943"/>
                  </a:lnTo>
                  <a:lnTo>
                    <a:pt x="8347" y="12052"/>
                  </a:lnTo>
                  <a:lnTo>
                    <a:pt x="8178" y="11799"/>
                  </a:lnTo>
                  <a:lnTo>
                    <a:pt x="8009" y="11547"/>
                  </a:lnTo>
                  <a:lnTo>
                    <a:pt x="8168" y="11455"/>
                  </a:lnTo>
                  <a:lnTo>
                    <a:pt x="8327" y="11364"/>
                  </a:lnTo>
                  <a:close/>
                  <a:moveTo>
                    <a:pt x="7118" y="9882"/>
                  </a:moveTo>
                  <a:cubicBezTo>
                    <a:pt x="7137" y="9882"/>
                    <a:pt x="7156" y="9885"/>
                    <a:pt x="7178" y="9891"/>
                  </a:cubicBezTo>
                  <a:cubicBezTo>
                    <a:pt x="7237" y="9906"/>
                    <a:pt x="7312" y="9956"/>
                    <a:pt x="7342" y="10001"/>
                  </a:cubicBezTo>
                  <a:cubicBezTo>
                    <a:pt x="7369" y="10040"/>
                    <a:pt x="7413" y="10069"/>
                    <a:pt x="7442" y="10069"/>
                  </a:cubicBezTo>
                  <a:cubicBezTo>
                    <a:pt x="7445" y="10069"/>
                    <a:pt x="7448" y="10069"/>
                    <a:pt x="7451" y="10068"/>
                  </a:cubicBezTo>
                  <a:cubicBezTo>
                    <a:pt x="7461" y="10066"/>
                    <a:pt x="7468" y="10064"/>
                    <a:pt x="7475" y="10064"/>
                  </a:cubicBezTo>
                  <a:cubicBezTo>
                    <a:pt x="7498" y="10064"/>
                    <a:pt x="7503" y="10083"/>
                    <a:pt x="7498" y="10134"/>
                  </a:cubicBezTo>
                  <a:cubicBezTo>
                    <a:pt x="7486" y="10248"/>
                    <a:pt x="7626" y="10313"/>
                    <a:pt x="7793" y="10313"/>
                  </a:cubicBezTo>
                  <a:cubicBezTo>
                    <a:pt x="7908" y="10313"/>
                    <a:pt x="8036" y="10283"/>
                    <a:pt x="8138" y="10217"/>
                  </a:cubicBezTo>
                  <a:cubicBezTo>
                    <a:pt x="8281" y="10125"/>
                    <a:pt x="8585" y="10041"/>
                    <a:pt x="8757" y="10041"/>
                  </a:cubicBezTo>
                  <a:cubicBezTo>
                    <a:pt x="8776" y="10041"/>
                    <a:pt x="8794" y="10043"/>
                    <a:pt x="8810" y="10045"/>
                  </a:cubicBezTo>
                  <a:cubicBezTo>
                    <a:pt x="8985" y="10072"/>
                    <a:pt x="9131" y="10283"/>
                    <a:pt x="9023" y="10356"/>
                  </a:cubicBezTo>
                  <a:cubicBezTo>
                    <a:pt x="8981" y="10383"/>
                    <a:pt x="8873" y="10496"/>
                    <a:pt x="8786" y="10601"/>
                  </a:cubicBezTo>
                  <a:cubicBezTo>
                    <a:pt x="8394" y="11078"/>
                    <a:pt x="6619" y="12029"/>
                    <a:pt x="5998" y="12095"/>
                  </a:cubicBezTo>
                  <a:lnTo>
                    <a:pt x="5883" y="12107"/>
                  </a:lnTo>
                  <a:lnTo>
                    <a:pt x="5902" y="11951"/>
                  </a:lnTo>
                  <a:cubicBezTo>
                    <a:pt x="5923" y="11785"/>
                    <a:pt x="5985" y="11726"/>
                    <a:pt x="6263" y="11603"/>
                  </a:cubicBezTo>
                  <a:cubicBezTo>
                    <a:pt x="6412" y="11537"/>
                    <a:pt x="6428" y="11517"/>
                    <a:pt x="6439" y="11375"/>
                  </a:cubicBezTo>
                  <a:cubicBezTo>
                    <a:pt x="6446" y="11281"/>
                    <a:pt x="6423" y="11190"/>
                    <a:pt x="6379" y="11148"/>
                  </a:cubicBezTo>
                  <a:cubicBezTo>
                    <a:pt x="6340" y="11110"/>
                    <a:pt x="6320" y="11069"/>
                    <a:pt x="6335" y="11060"/>
                  </a:cubicBezTo>
                  <a:cubicBezTo>
                    <a:pt x="6349" y="11049"/>
                    <a:pt x="6357" y="10960"/>
                    <a:pt x="6352" y="10864"/>
                  </a:cubicBezTo>
                  <a:cubicBezTo>
                    <a:pt x="6340" y="10641"/>
                    <a:pt x="6507" y="10259"/>
                    <a:pt x="6644" y="10198"/>
                  </a:cubicBezTo>
                  <a:cubicBezTo>
                    <a:pt x="6698" y="10174"/>
                    <a:pt x="6816" y="10089"/>
                    <a:pt x="6905" y="10009"/>
                  </a:cubicBezTo>
                  <a:cubicBezTo>
                    <a:pt x="7009" y="9915"/>
                    <a:pt x="7059" y="9882"/>
                    <a:pt x="7118" y="9882"/>
                  </a:cubicBezTo>
                  <a:close/>
                  <a:moveTo>
                    <a:pt x="6493" y="1895"/>
                  </a:moveTo>
                  <a:cubicBezTo>
                    <a:pt x="6651" y="1895"/>
                    <a:pt x="7209" y="2076"/>
                    <a:pt x="7647" y="2275"/>
                  </a:cubicBezTo>
                  <a:cubicBezTo>
                    <a:pt x="8458" y="2644"/>
                    <a:pt x="8765" y="2883"/>
                    <a:pt x="9274" y="3541"/>
                  </a:cubicBezTo>
                  <a:lnTo>
                    <a:pt x="9521" y="3861"/>
                  </a:lnTo>
                  <a:lnTo>
                    <a:pt x="9314" y="3965"/>
                  </a:lnTo>
                  <a:cubicBezTo>
                    <a:pt x="9015" y="4117"/>
                    <a:pt x="8618" y="4382"/>
                    <a:pt x="8513" y="4498"/>
                  </a:cubicBezTo>
                  <a:cubicBezTo>
                    <a:pt x="8465" y="4553"/>
                    <a:pt x="8309" y="4789"/>
                    <a:pt x="8166" y="5025"/>
                  </a:cubicBezTo>
                  <a:lnTo>
                    <a:pt x="7906" y="5453"/>
                  </a:lnTo>
                  <a:lnTo>
                    <a:pt x="7468" y="5660"/>
                  </a:lnTo>
                  <a:cubicBezTo>
                    <a:pt x="7149" y="5809"/>
                    <a:pt x="6862" y="5982"/>
                    <a:pt x="6410" y="6297"/>
                  </a:cubicBezTo>
                  <a:cubicBezTo>
                    <a:pt x="5860" y="6680"/>
                    <a:pt x="5786" y="6743"/>
                    <a:pt x="5759" y="6847"/>
                  </a:cubicBezTo>
                  <a:cubicBezTo>
                    <a:pt x="5725" y="6990"/>
                    <a:pt x="5792" y="7102"/>
                    <a:pt x="6027" y="7296"/>
                  </a:cubicBezTo>
                  <a:cubicBezTo>
                    <a:pt x="6167" y="7411"/>
                    <a:pt x="6330" y="7481"/>
                    <a:pt x="6438" y="7481"/>
                  </a:cubicBezTo>
                  <a:cubicBezTo>
                    <a:pt x="6471" y="7481"/>
                    <a:pt x="6499" y="7475"/>
                    <a:pt x="6520" y="7461"/>
                  </a:cubicBezTo>
                  <a:cubicBezTo>
                    <a:pt x="6565" y="7430"/>
                    <a:pt x="6704" y="7414"/>
                    <a:pt x="6830" y="7414"/>
                  </a:cubicBezTo>
                  <a:cubicBezTo>
                    <a:pt x="6932" y="7414"/>
                    <a:pt x="7026" y="7424"/>
                    <a:pt x="7059" y="7447"/>
                  </a:cubicBezTo>
                  <a:cubicBezTo>
                    <a:pt x="7098" y="7472"/>
                    <a:pt x="7242" y="7651"/>
                    <a:pt x="7381" y="7844"/>
                  </a:cubicBezTo>
                  <a:cubicBezTo>
                    <a:pt x="7621" y="8179"/>
                    <a:pt x="7640" y="8197"/>
                    <a:pt x="7797" y="8219"/>
                  </a:cubicBezTo>
                  <a:cubicBezTo>
                    <a:pt x="7811" y="8221"/>
                    <a:pt x="7827" y="8222"/>
                    <a:pt x="7845" y="8222"/>
                  </a:cubicBezTo>
                  <a:cubicBezTo>
                    <a:pt x="7951" y="8222"/>
                    <a:pt x="8131" y="8192"/>
                    <a:pt x="8282" y="8147"/>
                  </a:cubicBezTo>
                  <a:cubicBezTo>
                    <a:pt x="8460" y="8094"/>
                    <a:pt x="8645" y="8043"/>
                    <a:pt x="8696" y="8033"/>
                  </a:cubicBezTo>
                  <a:cubicBezTo>
                    <a:pt x="9046" y="7965"/>
                    <a:pt x="9244" y="7935"/>
                    <a:pt x="9376" y="7935"/>
                  </a:cubicBezTo>
                  <a:cubicBezTo>
                    <a:pt x="9437" y="7935"/>
                    <a:pt x="9484" y="7941"/>
                    <a:pt x="9526" y="7953"/>
                  </a:cubicBezTo>
                  <a:cubicBezTo>
                    <a:pt x="9686" y="7999"/>
                    <a:pt x="9941" y="8234"/>
                    <a:pt x="10086" y="8469"/>
                  </a:cubicBezTo>
                  <a:cubicBezTo>
                    <a:pt x="10168" y="8602"/>
                    <a:pt x="10166" y="8628"/>
                    <a:pt x="10057" y="8828"/>
                  </a:cubicBezTo>
                  <a:cubicBezTo>
                    <a:pt x="9849" y="9212"/>
                    <a:pt x="9370" y="9916"/>
                    <a:pt x="9275" y="9980"/>
                  </a:cubicBezTo>
                  <a:cubicBezTo>
                    <a:pt x="9265" y="9986"/>
                    <a:pt x="9256" y="9989"/>
                    <a:pt x="9245" y="9989"/>
                  </a:cubicBezTo>
                  <a:cubicBezTo>
                    <a:pt x="9217" y="9989"/>
                    <a:pt x="9186" y="9966"/>
                    <a:pt x="9156" y="9921"/>
                  </a:cubicBezTo>
                  <a:cubicBezTo>
                    <a:pt x="9098" y="9833"/>
                    <a:pt x="8952" y="9786"/>
                    <a:pt x="8770" y="9786"/>
                  </a:cubicBezTo>
                  <a:cubicBezTo>
                    <a:pt x="8655" y="9786"/>
                    <a:pt x="8525" y="9805"/>
                    <a:pt x="8394" y="9844"/>
                  </a:cubicBezTo>
                  <a:cubicBezTo>
                    <a:pt x="8236" y="9890"/>
                    <a:pt x="8079" y="9948"/>
                    <a:pt x="8043" y="9971"/>
                  </a:cubicBezTo>
                  <a:cubicBezTo>
                    <a:pt x="7980" y="10013"/>
                    <a:pt x="7882" y="10037"/>
                    <a:pt x="7803" y="10037"/>
                  </a:cubicBezTo>
                  <a:cubicBezTo>
                    <a:pt x="7752" y="10037"/>
                    <a:pt x="7709" y="10028"/>
                    <a:pt x="7686" y="10007"/>
                  </a:cubicBezTo>
                  <a:cubicBezTo>
                    <a:pt x="7655" y="9982"/>
                    <a:pt x="7573" y="9895"/>
                    <a:pt x="7502" y="9815"/>
                  </a:cubicBezTo>
                  <a:cubicBezTo>
                    <a:pt x="7359" y="9657"/>
                    <a:pt x="7276" y="9614"/>
                    <a:pt x="7090" y="9614"/>
                  </a:cubicBezTo>
                  <a:cubicBezTo>
                    <a:pt x="7083" y="9614"/>
                    <a:pt x="7076" y="9614"/>
                    <a:pt x="7069" y="9614"/>
                  </a:cubicBezTo>
                  <a:cubicBezTo>
                    <a:pt x="6961" y="9615"/>
                    <a:pt x="6898" y="9643"/>
                    <a:pt x="6808" y="9732"/>
                  </a:cubicBezTo>
                  <a:cubicBezTo>
                    <a:pt x="6743" y="9796"/>
                    <a:pt x="6602" y="9913"/>
                    <a:pt x="6489" y="9997"/>
                  </a:cubicBezTo>
                  <a:cubicBezTo>
                    <a:pt x="6282" y="10152"/>
                    <a:pt x="6200" y="10310"/>
                    <a:pt x="6270" y="10425"/>
                  </a:cubicBezTo>
                  <a:cubicBezTo>
                    <a:pt x="6283" y="10448"/>
                    <a:pt x="6287" y="10458"/>
                    <a:pt x="6279" y="10458"/>
                  </a:cubicBezTo>
                  <a:cubicBezTo>
                    <a:pt x="6273" y="10458"/>
                    <a:pt x="6257" y="10449"/>
                    <a:pt x="6231" y="10432"/>
                  </a:cubicBezTo>
                  <a:cubicBezTo>
                    <a:pt x="6208" y="10415"/>
                    <a:pt x="6191" y="10405"/>
                    <a:pt x="6178" y="10405"/>
                  </a:cubicBezTo>
                  <a:cubicBezTo>
                    <a:pt x="6153" y="10405"/>
                    <a:pt x="6144" y="10446"/>
                    <a:pt x="6127" y="10561"/>
                  </a:cubicBezTo>
                  <a:cubicBezTo>
                    <a:pt x="6083" y="10830"/>
                    <a:pt x="6083" y="10866"/>
                    <a:pt x="6133" y="11114"/>
                  </a:cubicBezTo>
                  <a:lnTo>
                    <a:pt x="6178" y="11336"/>
                  </a:lnTo>
                  <a:lnTo>
                    <a:pt x="5936" y="11503"/>
                  </a:lnTo>
                  <a:cubicBezTo>
                    <a:pt x="5696" y="11669"/>
                    <a:pt x="5694" y="11671"/>
                    <a:pt x="5659" y="11921"/>
                  </a:cubicBezTo>
                  <a:lnTo>
                    <a:pt x="5625" y="12171"/>
                  </a:lnTo>
                  <a:lnTo>
                    <a:pt x="5307" y="12185"/>
                  </a:lnTo>
                  <a:cubicBezTo>
                    <a:pt x="5264" y="12187"/>
                    <a:pt x="5214" y="12187"/>
                    <a:pt x="5159" y="12187"/>
                  </a:cubicBezTo>
                  <a:cubicBezTo>
                    <a:pt x="4820" y="12187"/>
                    <a:pt x="4309" y="12152"/>
                    <a:pt x="4086" y="12110"/>
                  </a:cubicBezTo>
                  <a:lnTo>
                    <a:pt x="3949" y="12083"/>
                  </a:lnTo>
                  <a:lnTo>
                    <a:pt x="3955" y="11912"/>
                  </a:lnTo>
                  <a:cubicBezTo>
                    <a:pt x="3962" y="11675"/>
                    <a:pt x="3711" y="11304"/>
                    <a:pt x="3357" y="11027"/>
                  </a:cubicBezTo>
                  <a:cubicBezTo>
                    <a:pt x="3104" y="10830"/>
                    <a:pt x="3100" y="10826"/>
                    <a:pt x="3093" y="10675"/>
                  </a:cubicBezTo>
                  <a:cubicBezTo>
                    <a:pt x="3088" y="10589"/>
                    <a:pt x="3092" y="10478"/>
                    <a:pt x="3100" y="10420"/>
                  </a:cubicBezTo>
                  <a:cubicBezTo>
                    <a:pt x="3109" y="10364"/>
                    <a:pt x="3123" y="10239"/>
                    <a:pt x="3130" y="10145"/>
                  </a:cubicBezTo>
                  <a:cubicBezTo>
                    <a:pt x="3149" y="9893"/>
                    <a:pt x="3206" y="9587"/>
                    <a:pt x="3306" y="9183"/>
                  </a:cubicBezTo>
                  <a:cubicBezTo>
                    <a:pt x="3386" y="8865"/>
                    <a:pt x="3385" y="8820"/>
                    <a:pt x="3300" y="8691"/>
                  </a:cubicBezTo>
                  <a:cubicBezTo>
                    <a:pt x="3247" y="8612"/>
                    <a:pt x="3143" y="8507"/>
                    <a:pt x="3065" y="8454"/>
                  </a:cubicBezTo>
                  <a:cubicBezTo>
                    <a:pt x="2988" y="8402"/>
                    <a:pt x="2883" y="8297"/>
                    <a:pt x="2831" y="8218"/>
                  </a:cubicBezTo>
                  <a:cubicBezTo>
                    <a:pt x="2750" y="8098"/>
                    <a:pt x="2690" y="8065"/>
                    <a:pt x="2429" y="8002"/>
                  </a:cubicBezTo>
                  <a:cubicBezTo>
                    <a:pt x="2261" y="7962"/>
                    <a:pt x="2028" y="7926"/>
                    <a:pt x="1912" y="7923"/>
                  </a:cubicBezTo>
                  <a:cubicBezTo>
                    <a:pt x="1722" y="7920"/>
                    <a:pt x="1605" y="7874"/>
                    <a:pt x="1518" y="7768"/>
                  </a:cubicBezTo>
                  <a:cubicBezTo>
                    <a:pt x="1501" y="7749"/>
                    <a:pt x="1468" y="7658"/>
                    <a:pt x="1442" y="7562"/>
                  </a:cubicBezTo>
                  <a:cubicBezTo>
                    <a:pt x="1339" y="7186"/>
                    <a:pt x="1145" y="7029"/>
                    <a:pt x="735" y="6990"/>
                  </a:cubicBezTo>
                  <a:cubicBezTo>
                    <a:pt x="597" y="6976"/>
                    <a:pt x="479" y="6953"/>
                    <a:pt x="468" y="6938"/>
                  </a:cubicBezTo>
                  <a:cubicBezTo>
                    <a:pt x="431" y="6882"/>
                    <a:pt x="544" y="6275"/>
                    <a:pt x="663" y="5891"/>
                  </a:cubicBezTo>
                  <a:cubicBezTo>
                    <a:pt x="730" y="5679"/>
                    <a:pt x="784" y="5493"/>
                    <a:pt x="786" y="5476"/>
                  </a:cubicBezTo>
                  <a:cubicBezTo>
                    <a:pt x="792" y="5428"/>
                    <a:pt x="947" y="5070"/>
                    <a:pt x="971" y="5048"/>
                  </a:cubicBezTo>
                  <a:cubicBezTo>
                    <a:pt x="972" y="5048"/>
                    <a:pt x="974" y="5047"/>
                    <a:pt x="976" y="5047"/>
                  </a:cubicBezTo>
                  <a:cubicBezTo>
                    <a:pt x="996" y="5047"/>
                    <a:pt x="1070" y="5084"/>
                    <a:pt x="1149" y="5134"/>
                  </a:cubicBezTo>
                  <a:cubicBezTo>
                    <a:pt x="1228" y="5184"/>
                    <a:pt x="1311" y="5209"/>
                    <a:pt x="1398" y="5209"/>
                  </a:cubicBezTo>
                  <a:cubicBezTo>
                    <a:pt x="1518" y="5209"/>
                    <a:pt x="1647" y="5162"/>
                    <a:pt x="1785" y="5070"/>
                  </a:cubicBezTo>
                  <a:cubicBezTo>
                    <a:pt x="1873" y="5011"/>
                    <a:pt x="1938" y="4987"/>
                    <a:pt x="2037" y="4987"/>
                  </a:cubicBezTo>
                  <a:cubicBezTo>
                    <a:pt x="2073" y="4987"/>
                    <a:pt x="2113" y="4990"/>
                    <a:pt x="2161" y="4996"/>
                  </a:cubicBezTo>
                  <a:cubicBezTo>
                    <a:pt x="2260" y="5008"/>
                    <a:pt x="2351" y="5014"/>
                    <a:pt x="2433" y="5014"/>
                  </a:cubicBezTo>
                  <a:cubicBezTo>
                    <a:pt x="2639" y="5014"/>
                    <a:pt x="2791" y="4976"/>
                    <a:pt x="2892" y="4900"/>
                  </a:cubicBezTo>
                  <a:cubicBezTo>
                    <a:pt x="3091" y="4749"/>
                    <a:pt x="3486" y="4561"/>
                    <a:pt x="3595" y="4561"/>
                  </a:cubicBezTo>
                  <a:cubicBezTo>
                    <a:pt x="3601" y="4561"/>
                    <a:pt x="3607" y="4561"/>
                    <a:pt x="3611" y="4562"/>
                  </a:cubicBezTo>
                  <a:cubicBezTo>
                    <a:pt x="3658" y="4575"/>
                    <a:pt x="3713" y="4647"/>
                    <a:pt x="3772" y="4771"/>
                  </a:cubicBezTo>
                  <a:cubicBezTo>
                    <a:pt x="3975" y="5198"/>
                    <a:pt x="4035" y="5294"/>
                    <a:pt x="4156" y="5388"/>
                  </a:cubicBezTo>
                  <a:cubicBezTo>
                    <a:pt x="4237" y="5452"/>
                    <a:pt x="4310" y="5487"/>
                    <a:pt x="4397" y="5487"/>
                  </a:cubicBezTo>
                  <a:cubicBezTo>
                    <a:pt x="4540" y="5487"/>
                    <a:pt x="4721" y="5393"/>
                    <a:pt x="5040" y="5180"/>
                  </a:cubicBezTo>
                  <a:cubicBezTo>
                    <a:pt x="5660" y="4769"/>
                    <a:pt x="5713" y="4653"/>
                    <a:pt x="5555" y="4073"/>
                  </a:cubicBezTo>
                  <a:cubicBezTo>
                    <a:pt x="5486" y="3818"/>
                    <a:pt x="5478" y="3709"/>
                    <a:pt x="5522" y="3631"/>
                  </a:cubicBezTo>
                  <a:cubicBezTo>
                    <a:pt x="5555" y="3573"/>
                    <a:pt x="5650" y="3411"/>
                    <a:pt x="5736" y="3265"/>
                  </a:cubicBezTo>
                  <a:cubicBezTo>
                    <a:pt x="5821" y="3120"/>
                    <a:pt x="5911" y="2944"/>
                    <a:pt x="5938" y="2869"/>
                  </a:cubicBezTo>
                  <a:cubicBezTo>
                    <a:pt x="5964" y="2793"/>
                    <a:pt x="6060" y="2660"/>
                    <a:pt x="6153" y="2569"/>
                  </a:cubicBezTo>
                  <a:cubicBezTo>
                    <a:pt x="6383" y="2345"/>
                    <a:pt x="6456" y="2211"/>
                    <a:pt x="6434" y="2058"/>
                  </a:cubicBezTo>
                  <a:cubicBezTo>
                    <a:pt x="6424" y="1986"/>
                    <a:pt x="6434" y="1915"/>
                    <a:pt x="6458" y="1901"/>
                  </a:cubicBezTo>
                  <a:cubicBezTo>
                    <a:pt x="6465" y="1897"/>
                    <a:pt x="6477" y="1895"/>
                    <a:pt x="6493" y="1895"/>
                  </a:cubicBezTo>
                  <a:close/>
                  <a:moveTo>
                    <a:pt x="9201" y="12569"/>
                  </a:moveTo>
                  <a:lnTo>
                    <a:pt x="9366" y="12837"/>
                  </a:lnTo>
                  <a:cubicBezTo>
                    <a:pt x="9455" y="12985"/>
                    <a:pt x="9537" y="13119"/>
                    <a:pt x="9545" y="13136"/>
                  </a:cubicBezTo>
                  <a:cubicBezTo>
                    <a:pt x="9555" y="13154"/>
                    <a:pt x="9475" y="13219"/>
                    <a:pt x="9364" y="13283"/>
                  </a:cubicBezTo>
                  <a:lnTo>
                    <a:pt x="9166" y="13397"/>
                  </a:lnTo>
                  <a:lnTo>
                    <a:pt x="9004" y="13175"/>
                  </a:lnTo>
                  <a:cubicBezTo>
                    <a:pt x="8778" y="12866"/>
                    <a:pt x="8778" y="12851"/>
                    <a:pt x="9006" y="12698"/>
                  </a:cubicBezTo>
                  <a:lnTo>
                    <a:pt x="9201" y="12569"/>
                  </a:lnTo>
                  <a:close/>
                  <a:moveTo>
                    <a:pt x="5606" y="304"/>
                  </a:moveTo>
                  <a:cubicBezTo>
                    <a:pt x="5607" y="304"/>
                    <a:pt x="5608" y="304"/>
                    <a:pt x="5609" y="304"/>
                  </a:cubicBezTo>
                  <a:cubicBezTo>
                    <a:pt x="6739" y="310"/>
                    <a:pt x="7666" y="445"/>
                    <a:pt x="8200" y="686"/>
                  </a:cubicBezTo>
                  <a:cubicBezTo>
                    <a:pt x="8577" y="854"/>
                    <a:pt x="8752" y="969"/>
                    <a:pt x="9454" y="1503"/>
                  </a:cubicBezTo>
                  <a:cubicBezTo>
                    <a:pt x="10287" y="2137"/>
                    <a:pt x="10711" y="2586"/>
                    <a:pt x="11124" y="3269"/>
                  </a:cubicBezTo>
                  <a:cubicBezTo>
                    <a:pt x="11618" y="4085"/>
                    <a:pt x="11730" y="4323"/>
                    <a:pt x="11889" y="4888"/>
                  </a:cubicBezTo>
                  <a:cubicBezTo>
                    <a:pt x="12033" y="5404"/>
                    <a:pt x="12079" y="5662"/>
                    <a:pt x="12105" y="6117"/>
                  </a:cubicBezTo>
                  <a:cubicBezTo>
                    <a:pt x="12128" y="6541"/>
                    <a:pt x="12128" y="6514"/>
                    <a:pt x="12118" y="6894"/>
                  </a:cubicBezTo>
                  <a:cubicBezTo>
                    <a:pt x="12112" y="7080"/>
                    <a:pt x="12108" y="7365"/>
                    <a:pt x="12107" y="7529"/>
                  </a:cubicBezTo>
                  <a:cubicBezTo>
                    <a:pt x="12105" y="8009"/>
                    <a:pt x="11759" y="9104"/>
                    <a:pt x="11495" y="9464"/>
                  </a:cubicBezTo>
                  <a:cubicBezTo>
                    <a:pt x="11429" y="9555"/>
                    <a:pt x="11267" y="9790"/>
                    <a:pt x="11139" y="9982"/>
                  </a:cubicBezTo>
                  <a:cubicBezTo>
                    <a:pt x="10813" y="10471"/>
                    <a:pt x="10295" y="11063"/>
                    <a:pt x="9682" y="11646"/>
                  </a:cubicBezTo>
                  <a:cubicBezTo>
                    <a:pt x="9570" y="11752"/>
                    <a:pt x="9464" y="11869"/>
                    <a:pt x="9450" y="11903"/>
                  </a:cubicBezTo>
                  <a:cubicBezTo>
                    <a:pt x="9436" y="11937"/>
                    <a:pt x="9384" y="12000"/>
                    <a:pt x="9334" y="12043"/>
                  </a:cubicBezTo>
                  <a:cubicBezTo>
                    <a:pt x="8805" y="12501"/>
                    <a:pt x="8494" y="12743"/>
                    <a:pt x="7974" y="13105"/>
                  </a:cubicBezTo>
                  <a:lnTo>
                    <a:pt x="7363" y="13530"/>
                  </a:lnTo>
                  <a:lnTo>
                    <a:pt x="7283" y="13410"/>
                  </a:lnTo>
                  <a:cubicBezTo>
                    <a:pt x="7239" y="13346"/>
                    <a:pt x="7210" y="13274"/>
                    <a:pt x="7218" y="13255"/>
                  </a:cubicBezTo>
                  <a:cubicBezTo>
                    <a:pt x="7237" y="13211"/>
                    <a:pt x="7735" y="12837"/>
                    <a:pt x="8610" y="12210"/>
                  </a:cubicBezTo>
                  <a:cubicBezTo>
                    <a:pt x="9246" y="11756"/>
                    <a:pt x="9396" y="11617"/>
                    <a:pt x="10109" y="10814"/>
                  </a:cubicBezTo>
                  <a:cubicBezTo>
                    <a:pt x="10471" y="10407"/>
                    <a:pt x="10774" y="9901"/>
                    <a:pt x="11227" y="8942"/>
                  </a:cubicBezTo>
                  <a:cubicBezTo>
                    <a:pt x="11525" y="8310"/>
                    <a:pt x="11716" y="7482"/>
                    <a:pt x="11713" y="6828"/>
                  </a:cubicBezTo>
                  <a:cubicBezTo>
                    <a:pt x="11713" y="6577"/>
                    <a:pt x="11702" y="6356"/>
                    <a:pt x="11691" y="6339"/>
                  </a:cubicBezTo>
                  <a:cubicBezTo>
                    <a:pt x="11680" y="6323"/>
                    <a:pt x="11650" y="6159"/>
                    <a:pt x="11625" y="5978"/>
                  </a:cubicBezTo>
                  <a:cubicBezTo>
                    <a:pt x="11543" y="5379"/>
                    <a:pt x="11246" y="4488"/>
                    <a:pt x="10884" y="3755"/>
                  </a:cubicBezTo>
                  <a:cubicBezTo>
                    <a:pt x="10473" y="2923"/>
                    <a:pt x="9889" y="2281"/>
                    <a:pt x="8829" y="1495"/>
                  </a:cubicBezTo>
                  <a:cubicBezTo>
                    <a:pt x="8204" y="1033"/>
                    <a:pt x="7802" y="843"/>
                    <a:pt x="7187" y="720"/>
                  </a:cubicBezTo>
                  <a:cubicBezTo>
                    <a:pt x="6748" y="632"/>
                    <a:pt x="6342" y="587"/>
                    <a:pt x="5941" y="587"/>
                  </a:cubicBezTo>
                  <a:cubicBezTo>
                    <a:pt x="5405" y="587"/>
                    <a:pt x="4878" y="667"/>
                    <a:pt x="4293" y="829"/>
                  </a:cubicBezTo>
                  <a:cubicBezTo>
                    <a:pt x="3489" y="1052"/>
                    <a:pt x="3187" y="1177"/>
                    <a:pt x="2632" y="1515"/>
                  </a:cubicBezTo>
                  <a:cubicBezTo>
                    <a:pt x="2127" y="1823"/>
                    <a:pt x="1443" y="2369"/>
                    <a:pt x="1192" y="2666"/>
                  </a:cubicBezTo>
                  <a:cubicBezTo>
                    <a:pt x="1140" y="2728"/>
                    <a:pt x="1095" y="2759"/>
                    <a:pt x="1054" y="2759"/>
                  </a:cubicBezTo>
                  <a:cubicBezTo>
                    <a:pt x="1018" y="2759"/>
                    <a:pt x="985" y="2735"/>
                    <a:pt x="952" y="2686"/>
                  </a:cubicBezTo>
                  <a:cubicBezTo>
                    <a:pt x="880" y="2582"/>
                    <a:pt x="1139" y="2246"/>
                    <a:pt x="1673" y="1751"/>
                  </a:cubicBezTo>
                  <a:cubicBezTo>
                    <a:pt x="2051" y="1399"/>
                    <a:pt x="2856" y="894"/>
                    <a:pt x="3316" y="719"/>
                  </a:cubicBezTo>
                  <a:cubicBezTo>
                    <a:pt x="3529" y="638"/>
                    <a:pt x="3820" y="544"/>
                    <a:pt x="3958" y="510"/>
                  </a:cubicBezTo>
                  <a:cubicBezTo>
                    <a:pt x="4252" y="442"/>
                    <a:pt x="5352" y="304"/>
                    <a:pt x="5606" y="304"/>
                  </a:cubicBezTo>
                  <a:close/>
                  <a:moveTo>
                    <a:pt x="11880" y="12675"/>
                  </a:moveTo>
                  <a:cubicBezTo>
                    <a:pt x="11907" y="12675"/>
                    <a:pt x="11945" y="12696"/>
                    <a:pt x="11961" y="12720"/>
                  </a:cubicBezTo>
                  <a:cubicBezTo>
                    <a:pt x="11977" y="12744"/>
                    <a:pt x="12095" y="12795"/>
                    <a:pt x="12220" y="12830"/>
                  </a:cubicBezTo>
                  <a:cubicBezTo>
                    <a:pt x="12344" y="12865"/>
                    <a:pt x="12434" y="12905"/>
                    <a:pt x="12418" y="12915"/>
                  </a:cubicBezTo>
                  <a:cubicBezTo>
                    <a:pt x="12200" y="13063"/>
                    <a:pt x="11122" y="13838"/>
                    <a:pt x="11023" y="13921"/>
                  </a:cubicBezTo>
                  <a:cubicBezTo>
                    <a:pt x="10949" y="13980"/>
                    <a:pt x="10605" y="14235"/>
                    <a:pt x="10258" y="14484"/>
                  </a:cubicBezTo>
                  <a:cubicBezTo>
                    <a:pt x="9910" y="14734"/>
                    <a:pt x="9478" y="15048"/>
                    <a:pt x="9296" y="15181"/>
                  </a:cubicBezTo>
                  <a:cubicBezTo>
                    <a:pt x="8232" y="15963"/>
                    <a:pt x="7903" y="16196"/>
                    <a:pt x="7851" y="16196"/>
                  </a:cubicBezTo>
                  <a:cubicBezTo>
                    <a:pt x="7848" y="16196"/>
                    <a:pt x="7846" y="16195"/>
                    <a:pt x="7844" y="16193"/>
                  </a:cubicBezTo>
                  <a:cubicBezTo>
                    <a:pt x="7834" y="16176"/>
                    <a:pt x="7834" y="16084"/>
                    <a:pt x="7842" y="15994"/>
                  </a:cubicBezTo>
                  <a:cubicBezTo>
                    <a:pt x="7856" y="15862"/>
                    <a:pt x="7876" y="15827"/>
                    <a:pt x="7943" y="15826"/>
                  </a:cubicBezTo>
                  <a:cubicBezTo>
                    <a:pt x="7994" y="15825"/>
                    <a:pt x="8131" y="15742"/>
                    <a:pt x="8302" y="15605"/>
                  </a:cubicBezTo>
                  <a:cubicBezTo>
                    <a:pt x="8454" y="15485"/>
                    <a:pt x="8731" y="15269"/>
                    <a:pt x="8921" y="15123"/>
                  </a:cubicBezTo>
                  <a:cubicBezTo>
                    <a:pt x="9110" y="14977"/>
                    <a:pt x="9338" y="14799"/>
                    <a:pt x="9430" y="14724"/>
                  </a:cubicBezTo>
                  <a:cubicBezTo>
                    <a:pt x="9750" y="14462"/>
                    <a:pt x="10332" y="14048"/>
                    <a:pt x="11055" y="13568"/>
                  </a:cubicBezTo>
                  <a:cubicBezTo>
                    <a:pt x="11639" y="13178"/>
                    <a:pt x="11774" y="13076"/>
                    <a:pt x="11761" y="13023"/>
                  </a:cubicBezTo>
                  <a:cubicBezTo>
                    <a:pt x="11747" y="12966"/>
                    <a:pt x="11730" y="12931"/>
                    <a:pt x="11682" y="12931"/>
                  </a:cubicBezTo>
                  <a:cubicBezTo>
                    <a:pt x="11585" y="12931"/>
                    <a:pt x="11364" y="13072"/>
                    <a:pt x="10798" y="13452"/>
                  </a:cubicBezTo>
                  <a:cubicBezTo>
                    <a:pt x="10352" y="13751"/>
                    <a:pt x="9805" y="14134"/>
                    <a:pt x="9589" y="14299"/>
                  </a:cubicBezTo>
                  <a:cubicBezTo>
                    <a:pt x="9372" y="14463"/>
                    <a:pt x="9052" y="14704"/>
                    <a:pt x="8880" y="14829"/>
                  </a:cubicBezTo>
                  <a:cubicBezTo>
                    <a:pt x="8708" y="14956"/>
                    <a:pt x="8446" y="15157"/>
                    <a:pt x="8297" y="15277"/>
                  </a:cubicBezTo>
                  <a:cubicBezTo>
                    <a:pt x="8143" y="15403"/>
                    <a:pt x="8076" y="15454"/>
                    <a:pt x="8051" y="15454"/>
                  </a:cubicBezTo>
                  <a:cubicBezTo>
                    <a:pt x="8036" y="15454"/>
                    <a:pt x="8035" y="15439"/>
                    <a:pt x="8038" y="15412"/>
                  </a:cubicBezTo>
                  <a:cubicBezTo>
                    <a:pt x="8050" y="15288"/>
                    <a:pt x="8431" y="14715"/>
                    <a:pt x="8676" y="14454"/>
                  </a:cubicBezTo>
                  <a:cubicBezTo>
                    <a:pt x="8794" y="14327"/>
                    <a:pt x="8907" y="14192"/>
                    <a:pt x="8929" y="14151"/>
                  </a:cubicBezTo>
                  <a:cubicBezTo>
                    <a:pt x="8951" y="14111"/>
                    <a:pt x="8994" y="14071"/>
                    <a:pt x="9025" y="14063"/>
                  </a:cubicBezTo>
                  <a:cubicBezTo>
                    <a:pt x="9056" y="14054"/>
                    <a:pt x="9131" y="13995"/>
                    <a:pt x="9188" y="13933"/>
                  </a:cubicBezTo>
                  <a:cubicBezTo>
                    <a:pt x="9248" y="13871"/>
                    <a:pt x="9536" y="13668"/>
                    <a:pt x="9831" y="13483"/>
                  </a:cubicBezTo>
                  <a:cubicBezTo>
                    <a:pt x="10245" y="13221"/>
                    <a:pt x="10457" y="13112"/>
                    <a:pt x="10765" y="13003"/>
                  </a:cubicBezTo>
                  <a:cubicBezTo>
                    <a:pt x="11133" y="12872"/>
                    <a:pt x="11548" y="12778"/>
                    <a:pt x="11731" y="12778"/>
                  </a:cubicBezTo>
                  <a:cubicBezTo>
                    <a:pt x="11759" y="12778"/>
                    <a:pt x="11782" y="12780"/>
                    <a:pt x="11798" y="12785"/>
                  </a:cubicBezTo>
                  <a:cubicBezTo>
                    <a:pt x="11820" y="12792"/>
                    <a:pt x="11840" y="12794"/>
                    <a:pt x="11857" y="12794"/>
                  </a:cubicBezTo>
                  <a:cubicBezTo>
                    <a:pt x="11917" y="12794"/>
                    <a:pt x="11942" y="12758"/>
                    <a:pt x="11886" y="12718"/>
                  </a:cubicBezTo>
                  <a:cubicBezTo>
                    <a:pt x="11853" y="12694"/>
                    <a:pt x="11850" y="12676"/>
                    <a:pt x="11878" y="12675"/>
                  </a:cubicBezTo>
                  <a:cubicBezTo>
                    <a:pt x="11879" y="12675"/>
                    <a:pt x="11880" y="12675"/>
                    <a:pt x="11880" y="12675"/>
                  </a:cubicBezTo>
                  <a:close/>
                  <a:moveTo>
                    <a:pt x="5773" y="0"/>
                  </a:moveTo>
                  <a:cubicBezTo>
                    <a:pt x="5720" y="0"/>
                    <a:pt x="5671" y="3"/>
                    <a:pt x="5641" y="8"/>
                  </a:cubicBezTo>
                  <a:cubicBezTo>
                    <a:pt x="5579" y="20"/>
                    <a:pt x="5396" y="37"/>
                    <a:pt x="5229" y="47"/>
                  </a:cubicBezTo>
                  <a:cubicBezTo>
                    <a:pt x="4962" y="62"/>
                    <a:pt x="4707" y="93"/>
                    <a:pt x="4124" y="182"/>
                  </a:cubicBezTo>
                  <a:cubicBezTo>
                    <a:pt x="4017" y="198"/>
                    <a:pt x="3906" y="229"/>
                    <a:pt x="3874" y="251"/>
                  </a:cubicBezTo>
                  <a:cubicBezTo>
                    <a:pt x="3851" y="266"/>
                    <a:pt x="3820" y="275"/>
                    <a:pt x="3797" y="275"/>
                  </a:cubicBezTo>
                  <a:cubicBezTo>
                    <a:pt x="3788" y="275"/>
                    <a:pt x="3781" y="274"/>
                    <a:pt x="3775" y="271"/>
                  </a:cubicBezTo>
                  <a:cubicBezTo>
                    <a:pt x="3771" y="269"/>
                    <a:pt x="3765" y="268"/>
                    <a:pt x="3757" y="268"/>
                  </a:cubicBezTo>
                  <a:cubicBezTo>
                    <a:pt x="3631" y="268"/>
                    <a:pt x="3066" y="505"/>
                    <a:pt x="2450" y="819"/>
                  </a:cubicBezTo>
                  <a:cubicBezTo>
                    <a:pt x="2353" y="868"/>
                    <a:pt x="2117" y="1033"/>
                    <a:pt x="1921" y="1189"/>
                  </a:cubicBezTo>
                  <a:cubicBezTo>
                    <a:pt x="1688" y="1374"/>
                    <a:pt x="1572" y="1450"/>
                    <a:pt x="1523" y="1450"/>
                  </a:cubicBezTo>
                  <a:cubicBezTo>
                    <a:pt x="1518" y="1450"/>
                    <a:pt x="1514" y="1450"/>
                    <a:pt x="1511" y="1448"/>
                  </a:cubicBezTo>
                  <a:cubicBezTo>
                    <a:pt x="1480" y="1436"/>
                    <a:pt x="1392" y="1330"/>
                    <a:pt x="1312" y="1210"/>
                  </a:cubicBezTo>
                  <a:cubicBezTo>
                    <a:pt x="1188" y="1025"/>
                    <a:pt x="1099" y="940"/>
                    <a:pt x="997" y="940"/>
                  </a:cubicBezTo>
                  <a:cubicBezTo>
                    <a:pt x="933" y="940"/>
                    <a:pt x="865" y="973"/>
                    <a:pt x="780" y="1035"/>
                  </a:cubicBezTo>
                  <a:cubicBezTo>
                    <a:pt x="684" y="1105"/>
                    <a:pt x="584" y="1193"/>
                    <a:pt x="556" y="1231"/>
                  </a:cubicBezTo>
                  <a:cubicBezTo>
                    <a:pt x="480" y="1334"/>
                    <a:pt x="519" y="1433"/>
                    <a:pt x="764" y="1754"/>
                  </a:cubicBezTo>
                  <a:cubicBezTo>
                    <a:pt x="951" y="2000"/>
                    <a:pt x="972" y="2043"/>
                    <a:pt x="930" y="2096"/>
                  </a:cubicBezTo>
                  <a:cubicBezTo>
                    <a:pt x="688" y="2399"/>
                    <a:pt x="601" y="2563"/>
                    <a:pt x="636" y="2656"/>
                  </a:cubicBezTo>
                  <a:cubicBezTo>
                    <a:pt x="685" y="2794"/>
                    <a:pt x="959" y="3102"/>
                    <a:pt x="1069" y="3142"/>
                  </a:cubicBezTo>
                  <a:cubicBezTo>
                    <a:pt x="1096" y="3151"/>
                    <a:pt x="1116" y="3158"/>
                    <a:pt x="1132" y="3158"/>
                  </a:cubicBezTo>
                  <a:cubicBezTo>
                    <a:pt x="1170" y="3158"/>
                    <a:pt x="1193" y="3123"/>
                    <a:pt x="1262" y="3013"/>
                  </a:cubicBezTo>
                  <a:cubicBezTo>
                    <a:pt x="1343" y="2883"/>
                    <a:pt x="1398" y="2817"/>
                    <a:pt x="1458" y="2817"/>
                  </a:cubicBezTo>
                  <a:cubicBezTo>
                    <a:pt x="1518" y="2817"/>
                    <a:pt x="1582" y="2885"/>
                    <a:pt x="1683" y="3023"/>
                  </a:cubicBezTo>
                  <a:cubicBezTo>
                    <a:pt x="1843" y="3242"/>
                    <a:pt x="1849" y="3262"/>
                    <a:pt x="1780" y="3309"/>
                  </a:cubicBezTo>
                  <a:cubicBezTo>
                    <a:pt x="1739" y="3336"/>
                    <a:pt x="1712" y="3392"/>
                    <a:pt x="1722" y="3429"/>
                  </a:cubicBezTo>
                  <a:cubicBezTo>
                    <a:pt x="1733" y="3472"/>
                    <a:pt x="1712" y="3506"/>
                    <a:pt x="1671" y="3515"/>
                  </a:cubicBezTo>
                  <a:cubicBezTo>
                    <a:pt x="1497" y="3555"/>
                    <a:pt x="944" y="4411"/>
                    <a:pt x="683" y="5046"/>
                  </a:cubicBezTo>
                  <a:cubicBezTo>
                    <a:pt x="87" y="6491"/>
                    <a:pt x="0" y="7739"/>
                    <a:pt x="402" y="9107"/>
                  </a:cubicBezTo>
                  <a:cubicBezTo>
                    <a:pt x="626" y="9871"/>
                    <a:pt x="1097" y="10614"/>
                    <a:pt x="1708" y="11170"/>
                  </a:cubicBezTo>
                  <a:cubicBezTo>
                    <a:pt x="1745" y="11203"/>
                    <a:pt x="1827" y="11278"/>
                    <a:pt x="1893" y="11337"/>
                  </a:cubicBezTo>
                  <a:cubicBezTo>
                    <a:pt x="2131" y="11554"/>
                    <a:pt x="2975" y="12043"/>
                    <a:pt x="3319" y="12164"/>
                  </a:cubicBezTo>
                  <a:cubicBezTo>
                    <a:pt x="3889" y="12364"/>
                    <a:pt x="4473" y="12465"/>
                    <a:pt x="5057" y="12465"/>
                  </a:cubicBezTo>
                  <a:cubicBezTo>
                    <a:pt x="5413" y="12465"/>
                    <a:pt x="5768" y="12427"/>
                    <a:pt x="6120" y="12352"/>
                  </a:cubicBezTo>
                  <a:cubicBezTo>
                    <a:pt x="6399" y="12293"/>
                    <a:pt x="7246" y="11943"/>
                    <a:pt x="7577" y="11751"/>
                  </a:cubicBezTo>
                  <a:lnTo>
                    <a:pt x="7744" y="11654"/>
                  </a:lnTo>
                  <a:lnTo>
                    <a:pt x="7932" y="11912"/>
                  </a:lnTo>
                  <a:cubicBezTo>
                    <a:pt x="8047" y="12071"/>
                    <a:pt x="8109" y="12189"/>
                    <a:pt x="8095" y="12220"/>
                  </a:cubicBezTo>
                  <a:cubicBezTo>
                    <a:pt x="8083" y="12248"/>
                    <a:pt x="7968" y="12344"/>
                    <a:pt x="7837" y="12436"/>
                  </a:cubicBezTo>
                  <a:cubicBezTo>
                    <a:pt x="7223" y="12869"/>
                    <a:pt x="6996" y="13070"/>
                    <a:pt x="6956" y="13218"/>
                  </a:cubicBezTo>
                  <a:cubicBezTo>
                    <a:pt x="6919" y="13349"/>
                    <a:pt x="6931" y="13389"/>
                    <a:pt x="7074" y="13599"/>
                  </a:cubicBezTo>
                  <a:cubicBezTo>
                    <a:pt x="7180" y="13756"/>
                    <a:pt x="7240" y="13840"/>
                    <a:pt x="7336" y="13840"/>
                  </a:cubicBezTo>
                  <a:cubicBezTo>
                    <a:pt x="7452" y="13840"/>
                    <a:pt x="7621" y="13719"/>
                    <a:pt x="7988" y="13453"/>
                  </a:cubicBezTo>
                  <a:lnTo>
                    <a:pt x="8532" y="13055"/>
                  </a:lnTo>
                  <a:lnTo>
                    <a:pt x="8635" y="13157"/>
                  </a:lnTo>
                  <a:cubicBezTo>
                    <a:pt x="8692" y="13212"/>
                    <a:pt x="8804" y="13358"/>
                    <a:pt x="8884" y="13477"/>
                  </a:cubicBezTo>
                  <a:lnTo>
                    <a:pt x="9030" y="13696"/>
                  </a:lnTo>
                  <a:lnTo>
                    <a:pt x="8757" y="13968"/>
                  </a:lnTo>
                  <a:cubicBezTo>
                    <a:pt x="8104" y="14618"/>
                    <a:pt x="7750" y="15193"/>
                    <a:pt x="7628" y="15806"/>
                  </a:cubicBezTo>
                  <a:cubicBezTo>
                    <a:pt x="7550" y="16193"/>
                    <a:pt x="7566" y="16521"/>
                    <a:pt x="7664" y="16590"/>
                  </a:cubicBezTo>
                  <a:cubicBezTo>
                    <a:pt x="7669" y="16594"/>
                    <a:pt x="7676" y="16596"/>
                    <a:pt x="7685" y="16596"/>
                  </a:cubicBezTo>
                  <a:cubicBezTo>
                    <a:pt x="7739" y="16596"/>
                    <a:pt x="7867" y="16523"/>
                    <a:pt x="8138" y="16342"/>
                  </a:cubicBezTo>
                  <a:cubicBezTo>
                    <a:pt x="8624" y="16019"/>
                    <a:pt x="11050" y="14262"/>
                    <a:pt x="11447" y="13948"/>
                  </a:cubicBezTo>
                  <a:cubicBezTo>
                    <a:pt x="11594" y="13832"/>
                    <a:pt x="11926" y="13595"/>
                    <a:pt x="12186" y="13421"/>
                  </a:cubicBezTo>
                  <a:cubicBezTo>
                    <a:pt x="12893" y="12948"/>
                    <a:pt x="12955" y="12801"/>
                    <a:pt x="12519" y="12626"/>
                  </a:cubicBezTo>
                  <a:cubicBezTo>
                    <a:pt x="12346" y="12556"/>
                    <a:pt x="12148" y="12520"/>
                    <a:pt x="11939" y="12520"/>
                  </a:cubicBezTo>
                  <a:cubicBezTo>
                    <a:pt x="11893" y="12520"/>
                    <a:pt x="11847" y="12522"/>
                    <a:pt x="11800" y="12525"/>
                  </a:cubicBezTo>
                  <a:cubicBezTo>
                    <a:pt x="11721" y="12531"/>
                    <a:pt x="11582" y="12539"/>
                    <a:pt x="11497" y="12544"/>
                  </a:cubicBezTo>
                  <a:cubicBezTo>
                    <a:pt x="11262" y="12555"/>
                    <a:pt x="10676" y="12736"/>
                    <a:pt x="10272" y="12922"/>
                  </a:cubicBezTo>
                  <a:cubicBezTo>
                    <a:pt x="10075" y="13011"/>
                    <a:pt x="9894" y="13085"/>
                    <a:pt x="9868" y="13086"/>
                  </a:cubicBezTo>
                  <a:cubicBezTo>
                    <a:pt x="9868" y="13086"/>
                    <a:pt x="9868" y="13086"/>
                    <a:pt x="9867" y="13086"/>
                  </a:cubicBezTo>
                  <a:cubicBezTo>
                    <a:pt x="9807" y="13086"/>
                    <a:pt x="9405" y="12446"/>
                    <a:pt x="9421" y="12375"/>
                  </a:cubicBezTo>
                  <a:cubicBezTo>
                    <a:pt x="9429" y="12344"/>
                    <a:pt x="9509" y="12257"/>
                    <a:pt x="9601" y="12180"/>
                  </a:cubicBezTo>
                  <a:cubicBezTo>
                    <a:pt x="9694" y="12103"/>
                    <a:pt x="9789" y="12013"/>
                    <a:pt x="9813" y="11977"/>
                  </a:cubicBezTo>
                  <a:cubicBezTo>
                    <a:pt x="9852" y="11923"/>
                    <a:pt x="10142" y="11611"/>
                    <a:pt x="10836" y="10881"/>
                  </a:cubicBezTo>
                  <a:cubicBezTo>
                    <a:pt x="10942" y="10768"/>
                    <a:pt x="11116" y="10549"/>
                    <a:pt x="11214" y="10401"/>
                  </a:cubicBezTo>
                  <a:cubicBezTo>
                    <a:pt x="11313" y="10253"/>
                    <a:pt x="11480" y="10010"/>
                    <a:pt x="11580" y="9865"/>
                  </a:cubicBezTo>
                  <a:cubicBezTo>
                    <a:pt x="11874" y="9448"/>
                    <a:pt x="12071" y="9056"/>
                    <a:pt x="12162" y="8703"/>
                  </a:cubicBezTo>
                  <a:cubicBezTo>
                    <a:pt x="12210" y="8523"/>
                    <a:pt x="12283" y="8269"/>
                    <a:pt x="12328" y="8133"/>
                  </a:cubicBezTo>
                  <a:cubicBezTo>
                    <a:pt x="12373" y="7995"/>
                    <a:pt x="12410" y="7777"/>
                    <a:pt x="12412" y="7637"/>
                  </a:cubicBezTo>
                  <a:cubicBezTo>
                    <a:pt x="12423" y="6913"/>
                    <a:pt x="12406" y="6067"/>
                    <a:pt x="12376" y="5833"/>
                  </a:cubicBezTo>
                  <a:cubicBezTo>
                    <a:pt x="12357" y="5686"/>
                    <a:pt x="12347" y="5554"/>
                    <a:pt x="12355" y="5536"/>
                  </a:cubicBezTo>
                  <a:cubicBezTo>
                    <a:pt x="12361" y="5517"/>
                    <a:pt x="12323" y="5344"/>
                    <a:pt x="12269" y="5152"/>
                  </a:cubicBezTo>
                  <a:cubicBezTo>
                    <a:pt x="12216" y="4961"/>
                    <a:pt x="12137" y="4674"/>
                    <a:pt x="12094" y="4516"/>
                  </a:cubicBezTo>
                  <a:cubicBezTo>
                    <a:pt x="12040" y="4315"/>
                    <a:pt x="11959" y="4144"/>
                    <a:pt x="11826" y="3942"/>
                  </a:cubicBezTo>
                  <a:cubicBezTo>
                    <a:pt x="11722" y="3784"/>
                    <a:pt x="11642" y="3636"/>
                    <a:pt x="11650" y="3615"/>
                  </a:cubicBezTo>
                  <a:cubicBezTo>
                    <a:pt x="11676" y="3540"/>
                    <a:pt x="11095" y="2626"/>
                    <a:pt x="10876" y="2397"/>
                  </a:cubicBezTo>
                  <a:cubicBezTo>
                    <a:pt x="10400" y="1899"/>
                    <a:pt x="10201" y="1712"/>
                    <a:pt x="9950" y="1523"/>
                  </a:cubicBezTo>
                  <a:cubicBezTo>
                    <a:pt x="9804" y="1413"/>
                    <a:pt x="9633" y="1277"/>
                    <a:pt x="9568" y="1220"/>
                  </a:cubicBezTo>
                  <a:cubicBezTo>
                    <a:pt x="9298" y="980"/>
                    <a:pt x="8799" y="646"/>
                    <a:pt x="8463" y="480"/>
                  </a:cubicBezTo>
                  <a:cubicBezTo>
                    <a:pt x="8058" y="281"/>
                    <a:pt x="7017" y="52"/>
                    <a:pt x="6449" y="38"/>
                  </a:cubicBezTo>
                  <a:cubicBezTo>
                    <a:pt x="6263" y="34"/>
                    <a:pt x="6032" y="20"/>
                    <a:pt x="5933" y="8"/>
                  </a:cubicBezTo>
                  <a:cubicBezTo>
                    <a:pt x="5885" y="3"/>
                    <a:pt x="5827" y="0"/>
                    <a:pt x="5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2"/>
            <p:cNvSpPr/>
            <p:nvPr/>
          </p:nvSpPr>
          <p:spPr>
            <a:xfrm>
              <a:off x="5977675" y="3988375"/>
              <a:ext cx="15800" cy="15425"/>
            </a:xfrm>
            <a:custGeom>
              <a:rect b="b" l="l" r="r" t="t"/>
              <a:pathLst>
                <a:path extrusionOk="0" h="617" w="632">
                  <a:moveTo>
                    <a:pt x="122" y="0"/>
                  </a:moveTo>
                  <a:cubicBezTo>
                    <a:pt x="122" y="0"/>
                    <a:pt x="122" y="0"/>
                    <a:pt x="121" y="0"/>
                  </a:cubicBezTo>
                  <a:cubicBezTo>
                    <a:pt x="30" y="2"/>
                    <a:pt x="1" y="25"/>
                    <a:pt x="3" y="90"/>
                  </a:cubicBezTo>
                  <a:cubicBezTo>
                    <a:pt x="4" y="120"/>
                    <a:pt x="110" y="256"/>
                    <a:pt x="240" y="396"/>
                  </a:cubicBezTo>
                  <a:cubicBezTo>
                    <a:pt x="394" y="561"/>
                    <a:pt x="452" y="617"/>
                    <a:pt x="500" y="617"/>
                  </a:cubicBezTo>
                  <a:cubicBezTo>
                    <a:pt x="519" y="617"/>
                    <a:pt x="537" y="608"/>
                    <a:pt x="559" y="593"/>
                  </a:cubicBezTo>
                  <a:cubicBezTo>
                    <a:pt x="631" y="545"/>
                    <a:pt x="631" y="520"/>
                    <a:pt x="564" y="422"/>
                  </a:cubicBezTo>
                  <a:cubicBezTo>
                    <a:pt x="416" y="210"/>
                    <a:pt x="196" y="0"/>
                    <a:pt x="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2"/>
            <p:cNvSpPr/>
            <p:nvPr/>
          </p:nvSpPr>
          <p:spPr>
            <a:xfrm>
              <a:off x="6090925" y="3919700"/>
              <a:ext cx="17125" cy="12525"/>
            </a:xfrm>
            <a:custGeom>
              <a:rect b="b" l="l" r="r" t="t"/>
              <a:pathLst>
                <a:path extrusionOk="0" h="501" w="685">
                  <a:moveTo>
                    <a:pt x="560" y="0"/>
                  </a:moveTo>
                  <a:cubicBezTo>
                    <a:pt x="551" y="0"/>
                    <a:pt x="540" y="1"/>
                    <a:pt x="529" y="4"/>
                  </a:cubicBezTo>
                  <a:cubicBezTo>
                    <a:pt x="417" y="29"/>
                    <a:pt x="93" y="262"/>
                    <a:pt x="52" y="348"/>
                  </a:cubicBezTo>
                  <a:cubicBezTo>
                    <a:pt x="0" y="453"/>
                    <a:pt x="44" y="500"/>
                    <a:pt x="129" y="500"/>
                  </a:cubicBezTo>
                  <a:cubicBezTo>
                    <a:pt x="254" y="500"/>
                    <a:pt x="468" y="399"/>
                    <a:pt x="597" y="233"/>
                  </a:cubicBezTo>
                  <a:cubicBezTo>
                    <a:pt x="685" y="122"/>
                    <a:pt x="659" y="0"/>
                    <a:pt x="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2"/>
            <p:cNvSpPr/>
            <p:nvPr/>
          </p:nvSpPr>
          <p:spPr>
            <a:xfrm>
              <a:off x="6007850" y="3984450"/>
              <a:ext cx="19775" cy="10375"/>
            </a:xfrm>
            <a:custGeom>
              <a:rect b="b" l="l" r="r" t="t"/>
              <a:pathLst>
                <a:path extrusionOk="0" h="415" w="791">
                  <a:moveTo>
                    <a:pt x="636" y="0"/>
                  </a:moveTo>
                  <a:cubicBezTo>
                    <a:pt x="526" y="0"/>
                    <a:pt x="360" y="46"/>
                    <a:pt x="165" y="137"/>
                  </a:cubicBezTo>
                  <a:cubicBezTo>
                    <a:pt x="22" y="203"/>
                    <a:pt x="1" y="228"/>
                    <a:pt x="11" y="315"/>
                  </a:cubicBezTo>
                  <a:cubicBezTo>
                    <a:pt x="17" y="381"/>
                    <a:pt x="27" y="415"/>
                    <a:pt x="80" y="415"/>
                  </a:cubicBezTo>
                  <a:cubicBezTo>
                    <a:pt x="137" y="415"/>
                    <a:pt x="243" y="377"/>
                    <a:pt x="449" y="301"/>
                  </a:cubicBezTo>
                  <a:cubicBezTo>
                    <a:pt x="681" y="215"/>
                    <a:pt x="765" y="168"/>
                    <a:pt x="774" y="116"/>
                  </a:cubicBezTo>
                  <a:cubicBezTo>
                    <a:pt x="790" y="39"/>
                    <a:pt x="737" y="0"/>
                    <a:pt x="6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2"/>
            <p:cNvSpPr/>
            <p:nvPr/>
          </p:nvSpPr>
          <p:spPr>
            <a:xfrm>
              <a:off x="6034275" y="4055550"/>
              <a:ext cx="12625" cy="17225"/>
            </a:xfrm>
            <a:custGeom>
              <a:rect b="b" l="l" r="r" t="t"/>
              <a:pathLst>
                <a:path extrusionOk="0" h="689" w="505">
                  <a:moveTo>
                    <a:pt x="90" y="0"/>
                  </a:moveTo>
                  <a:cubicBezTo>
                    <a:pt x="81" y="0"/>
                    <a:pt x="73" y="2"/>
                    <a:pt x="66" y="5"/>
                  </a:cubicBezTo>
                  <a:cubicBezTo>
                    <a:pt x="31" y="20"/>
                    <a:pt x="0" y="54"/>
                    <a:pt x="0" y="78"/>
                  </a:cubicBezTo>
                  <a:cubicBezTo>
                    <a:pt x="0" y="102"/>
                    <a:pt x="57" y="242"/>
                    <a:pt x="128" y="393"/>
                  </a:cubicBezTo>
                  <a:cubicBezTo>
                    <a:pt x="233" y="619"/>
                    <a:pt x="270" y="667"/>
                    <a:pt x="344" y="684"/>
                  </a:cubicBezTo>
                  <a:cubicBezTo>
                    <a:pt x="361" y="687"/>
                    <a:pt x="376" y="689"/>
                    <a:pt x="389" y="689"/>
                  </a:cubicBezTo>
                  <a:cubicBezTo>
                    <a:pt x="497" y="689"/>
                    <a:pt x="504" y="579"/>
                    <a:pt x="404" y="381"/>
                  </a:cubicBezTo>
                  <a:cubicBezTo>
                    <a:pt x="282" y="137"/>
                    <a:pt x="168"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2"/>
            <p:cNvSpPr/>
            <p:nvPr/>
          </p:nvSpPr>
          <p:spPr>
            <a:xfrm>
              <a:off x="6085875" y="4040275"/>
              <a:ext cx="21900" cy="10800"/>
            </a:xfrm>
            <a:custGeom>
              <a:rect b="b" l="l" r="r" t="t"/>
              <a:pathLst>
                <a:path extrusionOk="0" h="432" w="876">
                  <a:moveTo>
                    <a:pt x="132" y="0"/>
                  </a:moveTo>
                  <a:cubicBezTo>
                    <a:pt x="74" y="0"/>
                    <a:pt x="27" y="25"/>
                    <a:pt x="19" y="69"/>
                  </a:cubicBezTo>
                  <a:cubicBezTo>
                    <a:pt x="0" y="161"/>
                    <a:pt x="124" y="266"/>
                    <a:pt x="365" y="362"/>
                  </a:cubicBezTo>
                  <a:cubicBezTo>
                    <a:pt x="483" y="409"/>
                    <a:pt x="585" y="432"/>
                    <a:pt x="665" y="432"/>
                  </a:cubicBezTo>
                  <a:cubicBezTo>
                    <a:pt x="752" y="432"/>
                    <a:pt x="812" y="405"/>
                    <a:pt x="838" y="350"/>
                  </a:cubicBezTo>
                  <a:cubicBezTo>
                    <a:pt x="875" y="271"/>
                    <a:pt x="837" y="243"/>
                    <a:pt x="568" y="151"/>
                  </a:cubicBezTo>
                  <a:cubicBezTo>
                    <a:pt x="431" y="105"/>
                    <a:pt x="279" y="48"/>
                    <a:pt x="232" y="24"/>
                  </a:cubicBezTo>
                  <a:cubicBezTo>
                    <a:pt x="199" y="8"/>
                    <a:pt x="164" y="0"/>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92"/>
          <p:cNvGrpSpPr/>
          <p:nvPr/>
        </p:nvGrpSpPr>
        <p:grpSpPr>
          <a:xfrm>
            <a:off x="631943" y="798985"/>
            <a:ext cx="689657" cy="893532"/>
            <a:chOff x="5161575" y="2914000"/>
            <a:chExt cx="322375" cy="417675"/>
          </a:xfrm>
        </p:grpSpPr>
        <p:sp>
          <p:nvSpPr>
            <p:cNvPr id="3035" name="Google Shape;3035;p92"/>
            <p:cNvSpPr/>
            <p:nvPr/>
          </p:nvSpPr>
          <p:spPr>
            <a:xfrm>
              <a:off x="5161575" y="2914000"/>
              <a:ext cx="322375" cy="417675"/>
            </a:xfrm>
            <a:custGeom>
              <a:rect b="b" l="l" r="r" t="t"/>
              <a:pathLst>
                <a:path extrusionOk="0" h="16707" w="12895">
                  <a:moveTo>
                    <a:pt x="12492" y="282"/>
                  </a:moveTo>
                  <a:cubicBezTo>
                    <a:pt x="12543" y="282"/>
                    <a:pt x="12533" y="356"/>
                    <a:pt x="12460" y="472"/>
                  </a:cubicBezTo>
                  <a:cubicBezTo>
                    <a:pt x="12405" y="559"/>
                    <a:pt x="12272" y="796"/>
                    <a:pt x="12161" y="999"/>
                  </a:cubicBezTo>
                  <a:lnTo>
                    <a:pt x="11963" y="1370"/>
                  </a:lnTo>
                  <a:lnTo>
                    <a:pt x="11860" y="1304"/>
                  </a:lnTo>
                  <a:lnTo>
                    <a:pt x="11758" y="1240"/>
                  </a:lnTo>
                  <a:lnTo>
                    <a:pt x="12076" y="780"/>
                  </a:lnTo>
                  <a:cubicBezTo>
                    <a:pt x="12252" y="527"/>
                    <a:pt x="12417" y="310"/>
                    <a:pt x="12442" y="297"/>
                  </a:cubicBezTo>
                  <a:cubicBezTo>
                    <a:pt x="12463" y="287"/>
                    <a:pt x="12480" y="282"/>
                    <a:pt x="12492" y="282"/>
                  </a:cubicBezTo>
                  <a:close/>
                  <a:moveTo>
                    <a:pt x="11342" y="1284"/>
                  </a:moveTo>
                  <a:lnTo>
                    <a:pt x="11682" y="1530"/>
                  </a:lnTo>
                  <a:cubicBezTo>
                    <a:pt x="11869" y="1664"/>
                    <a:pt x="12028" y="1794"/>
                    <a:pt x="12033" y="1816"/>
                  </a:cubicBezTo>
                  <a:cubicBezTo>
                    <a:pt x="12040" y="1838"/>
                    <a:pt x="11910" y="2094"/>
                    <a:pt x="11749" y="2380"/>
                  </a:cubicBezTo>
                  <a:cubicBezTo>
                    <a:pt x="11536" y="2757"/>
                    <a:pt x="11476" y="2861"/>
                    <a:pt x="11438" y="2861"/>
                  </a:cubicBezTo>
                  <a:cubicBezTo>
                    <a:pt x="11425" y="2861"/>
                    <a:pt x="11415" y="2849"/>
                    <a:pt x="11402" y="2832"/>
                  </a:cubicBezTo>
                  <a:cubicBezTo>
                    <a:pt x="11318" y="2714"/>
                    <a:pt x="10966" y="2443"/>
                    <a:pt x="10762" y="2336"/>
                  </a:cubicBezTo>
                  <a:lnTo>
                    <a:pt x="10572" y="2237"/>
                  </a:lnTo>
                  <a:lnTo>
                    <a:pt x="10706" y="2074"/>
                  </a:lnTo>
                  <a:cubicBezTo>
                    <a:pt x="10779" y="1985"/>
                    <a:pt x="10912" y="1817"/>
                    <a:pt x="10997" y="1705"/>
                  </a:cubicBezTo>
                  <a:cubicBezTo>
                    <a:pt x="11081" y="1593"/>
                    <a:pt x="11196" y="1451"/>
                    <a:pt x="11247" y="1392"/>
                  </a:cubicBezTo>
                  <a:lnTo>
                    <a:pt x="11342" y="1284"/>
                  </a:lnTo>
                  <a:close/>
                  <a:moveTo>
                    <a:pt x="10109" y="2478"/>
                  </a:moveTo>
                  <a:cubicBezTo>
                    <a:pt x="10135" y="2478"/>
                    <a:pt x="10161" y="2478"/>
                    <a:pt x="10186" y="2479"/>
                  </a:cubicBezTo>
                  <a:cubicBezTo>
                    <a:pt x="10467" y="2493"/>
                    <a:pt x="10525" y="2513"/>
                    <a:pt x="10795" y="2677"/>
                  </a:cubicBezTo>
                  <a:cubicBezTo>
                    <a:pt x="11058" y="2838"/>
                    <a:pt x="11110" y="2890"/>
                    <a:pt x="11245" y="3112"/>
                  </a:cubicBezTo>
                  <a:cubicBezTo>
                    <a:pt x="11542" y="3602"/>
                    <a:pt x="11519" y="4130"/>
                    <a:pt x="11182" y="4591"/>
                  </a:cubicBezTo>
                  <a:cubicBezTo>
                    <a:pt x="10987" y="4857"/>
                    <a:pt x="10768" y="5006"/>
                    <a:pt x="10432" y="5100"/>
                  </a:cubicBezTo>
                  <a:cubicBezTo>
                    <a:pt x="10327" y="5129"/>
                    <a:pt x="10223" y="5143"/>
                    <a:pt x="10119" y="5143"/>
                  </a:cubicBezTo>
                  <a:cubicBezTo>
                    <a:pt x="9317" y="5143"/>
                    <a:pt x="8595" y="4322"/>
                    <a:pt x="8806" y="3514"/>
                  </a:cubicBezTo>
                  <a:cubicBezTo>
                    <a:pt x="8871" y="3264"/>
                    <a:pt x="9143" y="2834"/>
                    <a:pt x="9312" y="2711"/>
                  </a:cubicBezTo>
                  <a:cubicBezTo>
                    <a:pt x="9518" y="2563"/>
                    <a:pt x="9811" y="2478"/>
                    <a:pt x="10109" y="2478"/>
                  </a:cubicBezTo>
                  <a:close/>
                  <a:moveTo>
                    <a:pt x="2245" y="9593"/>
                  </a:moveTo>
                  <a:cubicBezTo>
                    <a:pt x="2277" y="9593"/>
                    <a:pt x="2240" y="9629"/>
                    <a:pt x="2128" y="9725"/>
                  </a:cubicBezTo>
                  <a:cubicBezTo>
                    <a:pt x="1692" y="10102"/>
                    <a:pt x="1502" y="10253"/>
                    <a:pt x="1459" y="10253"/>
                  </a:cubicBezTo>
                  <a:cubicBezTo>
                    <a:pt x="1457" y="10253"/>
                    <a:pt x="1455" y="10252"/>
                    <a:pt x="1453" y="10251"/>
                  </a:cubicBezTo>
                  <a:cubicBezTo>
                    <a:pt x="1357" y="10190"/>
                    <a:pt x="1913" y="9687"/>
                    <a:pt x="2159" y="9613"/>
                  </a:cubicBezTo>
                  <a:cubicBezTo>
                    <a:pt x="2202" y="9601"/>
                    <a:pt x="2231" y="9593"/>
                    <a:pt x="2245" y="9593"/>
                  </a:cubicBezTo>
                  <a:close/>
                  <a:moveTo>
                    <a:pt x="8562" y="4380"/>
                  </a:moveTo>
                  <a:cubicBezTo>
                    <a:pt x="8563" y="4380"/>
                    <a:pt x="8564" y="4381"/>
                    <a:pt x="8565" y="4381"/>
                  </a:cubicBezTo>
                  <a:cubicBezTo>
                    <a:pt x="8576" y="4388"/>
                    <a:pt x="8653" y="4502"/>
                    <a:pt x="8733" y="4629"/>
                  </a:cubicBezTo>
                  <a:cubicBezTo>
                    <a:pt x="8838" y="4794"/>
                    <a:pt x="8868" y="4882"/>
                    <a:pt x="8836" y="4933"/>
                  </a:cubicBezTo>
                  <a:cubicBezTo>
                    <a:pt x="8811" y="4972"/>
                    <a:pt x="8584" y="5206"/>
                    <a:pt x="8328" y="5454"/>
                  </a:cubicBezTo>
                  <a:cubicBezTo>
                    <a:pt x="8074" y="5701"/>
                    <a:pt x="7710" y="6056"/>
                    <a:pt x="7518" y="6244"/>
                  </a:cubicBezTo>
                  <a:cubicBezTo>
                    <a:pt x="7324" y="6433"/>
                    <a:pt x="7001" y="6730"/>
                    <a:pt x="6791" y="6909"/>
                  </a:cubicBezTo>
                  <a:cubicBezTo>
                    <a:pt x="6583" y="7087"/>
                    <a:pt x="6206" y="7421"/>
                    <a:pt x="5952" y="7654"/>
                  </a:cubicBezTo>
                  <a:cubicBezTo>
                    <a:pt x="5360" y="8196"/>
                    <a:pt x="5057" y="8449"/>
                    <a:pt x="4785" y="8630"/>
                  </a:cubicBezTo>
                  <a:cubicBezTo>
                    <a:pt x="4665" y="8710"/>
                    <a:pt x="4518" y="8824"/>
                    <a:pt x="4456" y="8884"/>
                  </a:cubicBezTo>
                  <a:cubicBezTo>
                    <a:pt x="4001" y="9330"/>
                    <a:pt x="2779" y="10389"/>
                    <a:pt x="2495" y="10582"/>
                  </a:cubicBezTo>
                  <a:cubicBezTo>
                    <a:pt x="2427" y="10628"/>
                    <a:pt x="2261" y="10774"/>
                    <a:pt x="2121" y="10909"/>
                  </a:cubicBezTo>
                  <a:cubicBezTo>
                    <a:pt x="1648" y="11368"/>
                    <a:pt x="1382" y="11587"/>
                    <a:pt x="1301" y="11587"/>
                  </a:cubicBezTo>
                  <a:cubicBezTo>
                    <a:pt x="1293" y="11587"/>
                    <a:pt x="1287" y="11585"/>
                    <a:pt x="1282" y="11580"/>
                  </a:cubicBezTo>
                  <a:cubicBezTo>
                    <a:pt x="1259" y="11555"/>
                    <a:pt x="1157" y="11470"/>
                    <a:pt x="1059" y="11394"/>
                  </a:cubicBezTo>
                  <a:cubicBezTo>
                    <a:pt x="962" y="11318"/>
                    <a:pt x="879" y="11240"/>
                    <a:pt x="878" y="11222"/>
                  </a:cubicBezTo>
                  <a:cubicBezTo>
                    <a:pt x="877" y="11205"/>
                    <a:pt x="1063" y="11020"/>
                    <a:pt x="1291" y="10814"/>
                  </a:cubicBezTo>
                  <a:cubicBezTo>
                    <a:pt x="1518" y="10608"/>
                    <a:pt x="1749" y="10399"/>
                    <a:pt x="1804" y="10348"/>
                  </a:cubicBezTo>
                  <a:cubicBezTo>
                    <a:pt x="1859" y="10299"/>
                    <a:pt x="1983" y="10193"/>
                    <a:pt x="2078" y="10111"/>
                  </a:cubicBezTo>
                  <a:cubicBezTo>
                    <a:pt x="2611" y="9655"/>
                    <a:pt x="3481" y="8874"/>
                    <a:pt x="3722" y="8635"/>
                  </a:cubicBezTo>
                  <a:cubicBezTo>
                    <a:pt x="3865" y="8493"/>
                    <a:pt x="3908" y="8432"/>
                    <a:pt x="3876" y="8412"/>
                  </a:cubicBezTo>
                  <a:cubicBezTo>
                    <a:pt x="3848" y="8395"/>
                    <a:pt x="3857" y="8384"/>
                    <a:pt x="3900" y="8384"/>
                  </a:cubicBezTo>
                  <a:cubicBezTo>
                    <a:pt x="3939" y="8384"/>
                    <a:pt x="4101" y="8262"/>
                    <a:pt x="4263" y="8116"/>
                  </a:cubicBezTo>
                  <a:cubicBezTo>
                    <a:pt x="5003" y="7441"/>
                    <a:pt x="5524" y="6976"/>
                    <a:pt x="5565" y="6956"/>
                  </a:cubicBezTo>
                  <a:cubicBezTo>
                    <a:pt x="5590" y="6942"/>
                    <a:pt x="5619" y="6925"/>
                    <a:pt x="5628" y="6917"/>
                  </a:cubicBezTo>
                  <a:cubicBezTo>
                    <a:pt x="5637" y="6909"/>
                    <a:pt x="5670" y="6885"/>
                    <a:pt x="5703" y="6862"/>
                  </a:cubicBezTo>
                  <a:cubicBezTo>
                    <a:pt x="5930" y="6702"/>
                    <a:pt x="6432" y="6296"/>
                    <a:pt x="6712" y="6045"/>
                  </a:cubicBezTo>
                  <a:cubicBezTo>
                    <a:pt x="7117" y="5681"/>
                    <a:pt x="7542" y="5306"/>
                    <a:pt x="7994" y="4915"/>
                  </a:cubicBezTo>
                  <a:cubicBezTo>
                    <a:pt x="8179" y="4755"/>
                    <a:pt x="8380" y="4565"/>
                    <a:pt x="8436" y="4495"/>
                  </a:cubicBezTo>
                  <a:cubicBezTo>
                    <a:pt x="8490" y="4429"/>
                    <a:pt x="8544" y="4380"/>
                    <a:pt x="8562" y="4380"/>
                  </a:cubicBezTo>
                  <a:close/>
                  <a:moveTo>
                    <a:pt x="742" y="11474"/>
                  </a:moveTo>
                  <a:lnTo>
                    <a:pt x="842" y="11568"/>
                  </a:lnTo>
                  <a:cubicBezTo>
                    <a:pt x="898" y="11621"/>
                    <a:pt x="965" y="11677"/>
                    <a:pt x="992" y="11695"/>
                  </a:cubicBezTo>
                  <a:cubicBezTo>
                    <a:pt x="1074" y="11746"/>
                    <a:pt x="1008" y="11801"/>
                    <a:pt x="742" y="11906"/>
                  </a:cubicBezTo>
                  <a:cubicBezTo>
                    <a:pt x="649" y="11943"/>
                    <a:pt x="584" y="11962"/>
                    <a:pt x="544" y="11962"/>
                  </a:cubicBezTo>
                  <a:cubicBezTo>
                    <a:pt x="460" y="11962"/>
                    <a:pt x="489" y="11875"/>
                    <a:pt x="617" y="11672"/>
                  </a:cubicBezTo>
                  <a:lnTo>
                    <a:pt x="742" y="11474"/>
                  </a:lnTo>
                  <a:close/>
                  <a:moveTo>
                    <a:pt x="7712" y="12748"/>
                  </a:moveTo>
                  <a:cubicBezTo>
                    <a:pt x="7732" y="12748"/>
                    <a:pt x="7756" y="12778"/>
                    <a:pt x="7794" y="12828"/>
                  </a:cubicBezTo>
                  <a:cubicBezTo>
                    <a:pt x="7842" y="12890"/>
                    <a:pt x="7883" y="13027"/>
                    <a:pt x="7886" y="13141"/>
                  </a:cubicBezTo>
                  <a:cubicBezTo>
                    <a:pt x="7890" y="13275"/>
                    <a:pt x="7863" y="13387"/>
                    <a:pt x="7806" y="13469"/>
                  </a:cubicBezTo>
                  <a:cubicBezTo>
                    <a:pt x="7716" y="13601"/>
                    <a:pt x="7481" y="13765"/>
                    <a:pt x="7389" y="13765"/>
                  </a:cubicBezTo>
                  <a:cubicBezTo>
                    <a:pt x="7383" y="13765"/>
                    <a:pt x="7379" y="13765"/>
                    <a:pt x="7375" y="13764"/>
                  </a:cubicBezTo>
                  <a:cubicBezTo>
                    <a:pt x="7349" y="13757"/>
                    <a:pt x="7367" y="13646"/>
                    <a:pt x="7415" y="13512"/>
                  </a:cubicBezTo>
                  <a:cubicBezTo>
                    <a:pt x="7461" y="13380"/>
                    <a:pt x="7538" y="13160"/>
                    <a:pt x="7585" y="13023"/>
                  </a:cubicBezTo>
                  <a:cubicBezTo>
                    <a:pt x="7652" y="12825"/>
                    <a:pt x="7679" y="12748"/>
                    <a:pt x="7712" y="12748"/>
                  </a:cubicBezTo>
                  <a:close/>
                  <a:moveTo>
                    <a:pt x="9503" y="5309"/>
                  </a:moveTo>
                  <a:cubicBezTo>
                    <a:pt x="9539" y="5309"/>
                    <a:pt x="9591" y="5321"/>
                    <a:pt x="9646" y="5344"/>
                  </a:cubicBezTo>
                  <a:cubicBezTo>
                    <a:pt x="9728" y="5377"/>
                    <a:pt x="9830" y="5401"/>
                    <a:pt x="9888" y="5401"/>
                  </a:cubicBezTo>
                  <a:cubicBezTo>
                    <a:pt x="9893" y="5401"/>
                    <a:pt x="9898" y="5400"/>
                    <a:pt x="9902" y="5400"/>
                  </a:cubicBezTo>
                  <a:cubicBezTo>
                    <a:pt x="9917" y="5399"/>
                    <a:pt x="9930" y="5398"/>
                    <a:pt x="9942" y="5398"/>
                  </a:cubicBezTo>
                  <a:cubicBezTo>
                    <a:pt x="10052" y="5398"/>
                    <a:pt x="10059" y="5458"/>
                    <a:pt x="9982" y="5633"/>
                  </a:cubicBezTo>
                  <a:cubicBezTo>
                    <a:pt x="9939" y="5732"/>
                    <a:pt x="9882" y="5866"/>
                    <a:pt x="9855" y="5933"/>
                  </a:cubicBezTo>
                  <a:cubicBezTo>
                    <a:pt x="9827" y="6001"/>
                    <a:pt x="9770" y="6135"/>
                    <a:pt x="9726" y="6233"/>
                  </a:cubicBezTo>
                  <a:cubicBezTo>
                    <a:pt x="9683" y="6332"/>
                    <a:pt x="9570" y="6640"/>
                    <a:pt x="9475" y="6915"/>
                  </a:cubicBezTo>
                  <a:cubicBezTo>
                    <a:pt x="9380" y="7191"/>
                    <a:pt x="9256" y="7516"/>
                    <a:pt x="9200" y="7636"/>
                  </a:cubicBezTo>
                  <a:cubicBezTo>
                    <a:pt x="9145" y="7757"/>
                    <a:pt x="9087" y="7925"/>
                    <a:pt x="9072" y="8010"/>
                  </a:cubicBezTo>
                  <a:cubicBezTo>
                    <a:pt x="9057" y="8097"/>
                    <a:pt x="9016" y="8211"/>
                    <a:pt x="8979" y="8270"/>
                  </a:cubicBezTo>
                  <a:cubicBezTo>
                    <a:pt x="8943" y="8327"/>
                    <a:pt x="8872" y="8513"/>
                    <a:pt x="8822" y="8685"/>
                  </a:cubicBezTo>
                  <a:cubicBezTo>
                    <a:pt x="8772" y="8857"/>
                    <a:pt x="8659" y="9179"/>
                    <a:pt x="8570" y="9405"/>
                  </a:cubicBezTo>
                  <a:cubicBezTo>
                    <a:pt x="8482" y="9630"/>
                    <a:pt x="8302" y="10115"/>
                    <a:pt x="8170" y="10479"/>
                  </a:cubicBezTo>
                  <a:cubicBezTo>
                    <a:pt x="8040" y="10843"/>
                    <a:pt x="7866" y="11323"/>
                    <a:pt x="7787" y="11540"/>
                  </a:cubicBezTo>
                  <a:cubicBezTo>
                    <a:pt x="7523" y="12262"/>
                    <a:pt x="7438" y="12514"/>
                    <a:pt x="7349" y="12841"/>
                  </a:cubicBezTo>
                  <a:cubicBezTo>
                    <a:pt x="7300" y="13019"/>
                    <a:pt x="7226" y="13244"/>
                    <a:pt x="7186" y="13334"/>
                  </a:cubicBezTo>
                  <a:cubicBezTo>
                    <a:pt x="7147" y="13425"/>
                    <a:pt x="7035" y="13785"/>
                    <a:pt x="6938" y="14136"/>
                  </a:cubicBezTo>
                  <a:lnTo>
                    <a:pt x="6760" y="14772"/>
                  </a:lnTo>
                  <a:lnTo>
                    <a:pt x="6526" y="14750"/>
                  </a:lnTo>
                  <a:cubicBezTo>
                    <a:pt x="6224" y="14721"/>
                    <a:pt x="6171" y="14685"/>
                    <a:pt x="6223" y="14546"/>
                  </a:cubicBezTo>
                  <a:cubicBezTo>
                    <a:pt x="6245" y="14484"/>
                    <a:pt x="6286" y="14326"/>
                    <a:pt x="6312" y="14201"/>
                  </a:cubicBezTo>
                  <a:cubicBezTo>
                    <a:pt x="6336" y="14074"/>
                    <a:pt x="6465" y="13674"/>
                    <a:pt x="6599" y="13311"/>
                  </a:cubicBezTo>
                  <a:cubicBezTo>
                    <a:pt x="6732" y="12949"/>
                    <a:pt x="6894" y="12456"/>
                    <a:pt x="6959" y="12215"/>
                  </a:cubicBezTo>
                  <a:cubicBezTo>
                    <a:pt x="7024" y="11974"/>
                    <a:pt x="7191" y="11470"/>
                    <a:pt x="7331" y="11096"/>
                  </a:cubicBezTo>
                  <a:cubicBezTo>
                    <a:pt x="7470" y="10722"/>
                    <a:pt x="7642" y="10212"/>
                    <a:pt x="7711" y="9962"/>
                  </a:cubicBezTo>
                  <a:cubicBezTo>
                    <a:pt x="7823" y="9565"/>
                    <a:pt x="8093" y="8775"/>
                    <a:pt x="8293" y="8264"/>
                  </a:cubicBezTo>
                  <a:cubicBezTo>
                    <a:pt x="8327" y="8175"/>
                    <a:pt x="8367" y="8072"/>
                    <a:pt x="8380" y="8038"/>
                  </a:cubicBezTo>
                  <a:cubicBezTo>
                    <a:pt x="8417" y="7933"/>
                    <a:pt x="8886" y="6871"/>
                    <a:pt x="9024" y="6578"/>
                  </a:cubicBezTo>
                  <a:cubicBezTo>
                    <a:pt x="9170" y="6269"/>
                    <a:pt x="9265" y="6003"/>
                    <a:pt x="9364" y="5627"/>
                  </a:cubicBezTo>
                  <a:cubicBezTo>
                    <a:pt x="9400" y="5486"/>
                    <a:pt x="9444" y="5348"/>
                    <a:pt x="9460" y="5323"/>
                  </a:cubicBezTo>
                  <a:cubicBezTo>
                    <a:pt x="9466" y="5313"/>
                    <a:pt x="9481" y="5309"/>
                    <a:pt x="9503" y="5309"/>
                  </a:cubicBezTo>
                  <a:close/>
                  <a:moveTo>
                    <a:pt x="12444" y="1"/>
                  </a:moveTo>
                  <a:cubicBezTo>
                    <a:pt x="12431" y="1"/>
                    <a:pt x="12418" y="1"/>
                    <a:pt x="12405" y="3"/>
                  </a:cubicBezTo>
                  <a:cubicBezTo>
                    <a:pt x="12300" y="18"/>
                    <a:pt x="12249" y="76"/>
                    <a:pt x="11917" y="555"/>
                  </a:cubicBezTo>
                  <a:lnTo>
                    <a:pt x="11545" y="1092"/>
                  </a:lnTo>
                  <a:lnTo>
                    <a:pt x="11409" y="1053"/>
                  </a:lnTo>
                  <a:cubicBezTo>
                    <a:pt x="11386" y="1047"/>
                    <a:pt x="11362" y="1043"/>
                    <a:pt x="11339" y="1043"/>
                  </a:cubicBezTo>
                  <a:cubicBezTo>
                    <a:pt x="11199" y="1043"/>
                    <a:pt x="11061" y="1169"/>
                    <a:pt x="10856" y="1473"/>
                  </a:cubicBezTo>
                  <a:cubicBezTo>
                    <a:pt x="10623" y="1820"/>
                    <a:pt x="10276" y="2200"/>
                    <a:pt x="10194" y="2200"/>
                  </a:cubicBezTo>
                  <a:cubicBezTo>
                    <a:pt x="10193" y="2200"/>
                    <a:pt x="10193" y="2200"/>
                    <a:pt x="10193" y="2200"/>
                  </a:cubicBezTo>
                  <a:cubicBezTo>
                    <a:pt x="10170" y="2199"/>
                    <a:pt x="10148" y="2198"/>
                    <a:pt x="10125" y="2198"/>
                  </a:cubicBezTo>
                  <a:cubicBezTo>
                    <a:pt x="9600" y="2198"/>
                    <a:pt x="9129" y="2438"/>
                    <a:pt x="8823" y="2864"/>
                  </a:cubicBezTo>
                  <a:cubicBezTo>
                    <a:pt x="8608" y="3163"/>
                    <a:pt x="8536" y="3392"/>
                    <a:pt x="8516" y="3836"/>
                  </a:cubicBezTo>
                  <a:cubicBezTo>
                    <a:pt x="8503" y="4131"/>
                    <a:pt x="8526" y="4100"/>
                    <a:pt x="7947" y="4604"/>
                  </a:cubicBezTo>
                  <a:cubicBezTo>
                    <a:pt x="7732" y="4791"/>
                    <a:pt x="7316" y="5164"/>
                    <a:pt x="7025" y="5428"/>
                  </a:cubicBezTo>
                  <a:cubicBezTo>
                    <a:pt x="6568" y="5844"/>
                    <a:pt x="6017" y="6298"/>
                    <a:pt x="5165" y="6961"/>
                  </a:cubicBezTo>
                  <a:cubicBezTo>
                    <a:pt x="4925" y="7148"/>
                    <a:pt x="4580" y="7461"/>
                    <a:pt x="3906" y="8105"/>
                  </a:cubicBezTo>
                  <a:cubicBezTo>
                    <a:pt x="3422" y="8568"/>
                    <a:pt x="3417" y="8574"/>
                    <a:pt x="2935" y="9003"/>
                  </a:cubicBezTo>
                  <a:cubicBezTo>
                    <a:pt x="2636" y="9270"/>
                    <a:pt x="2607" y="9292"/>
                    <a:pt x="2414" y="9292"/>
                  </a:cubicBezTo>
                  <a:cubicBezTo>
                    <a:pt x="2400" y="9292"/>
                    <a:pt x="2386" y="9292"/>
                    <a:pt x="2371" y="9292"/>
                  </a:cubicBezTo>
                  <a:cubicBezTo>
                    <a:pt x="2365" y="9292"/>
                    <a:pt x="2359" y="9292"/>
                    <a:pt x="2354" y="9292"/>
                  </a:cubicBezTo>
                  <a:cubicBezTo>
                    <a:pt x="2166" y="9292"/>
                    <a:pt x="2069" y="9328"/>
                    <a:pt x="1809" y="9490"/>
                  </a:cubicBezTo>
                  <a:cubicBezTo>
                    <a:pt x="1526" y="9666"/>
                    <a:pt x="1466" y="9722"/>
                    <a:pt x="1312" y="9964"/>
                  </a:cubicBezTo>
                  <a:cubicBezTo>
                    <a:pt x="1129" y="10251"/>
                    <a:pt x="1032" y="10482"/>
                    <a:pt x="1048" y="10593"/>
                  </a:cubicBezTo>
                  <a:cubicBezTo>
                    <a:pt x="1053" y="10636"/>
                    <a:pt x="981" y="10727"/>
                    <a:pt x="829" y="10864"/>
                  </a:cubicBezTo>
                  <a:cubicBezTo>
                    <a:pt x="703" y="10979"/>
                    <a:pt x="573" y="11130"/>
                    <a:pt x="534" y="11205"/>
                  </a:cubicBezTo>
                  <a:cubicBezTo>
                    <a:pt x="497" y="11280"/>
                    <a:pt x="375" y="11519"/>
                    <a:pt x="260" y="11744"/>
                  </a:cubicBezTo>
                  <a:cubicBezTo>
                    <a:pt x="22" y="12205"/>
                    <a:pt x="0" y="12280"/>
                    <a:pt x="79" y="12373"/>
                  </a:cubicBezTo>
                  <a:cubicBezTo>
                    <a:pt x="110" y="12409"/>
                    <a:pt x="133" y="12430"/>
                    <a:pt x="177" y="12430"/>
                  </a:cubicBezTo>
                  <a:cubicBezTo>
                    <a:pt x="241" y="12430"/>
                    <a:pt x="350" y="12384"/>
                    <a:pt x="598" y="12277"/>
                  </a:cubicBezTo>
                  <a:cubicBezTo>
                    <a:pt x="1471" y="11899"/>
                    <a:pt x="1337" y="11989"/>
                    <a:pt x="2177" y="11222"/>
                  </a:cubicBezTo>
                  <a:cubicBezTo>
                    <a:pt x="2537" y="10895"/>
                    <a:pt x="3523" y="10072"/>
                    <a:pt x="3726" y="9930"/>
                  </a:cubicBezTo>
                  <a:cubicBezTo>
                    <a:pt x="3791" y="9885"/>
                    <a:pt x="3916" y="9779"/>
                    <a:pt x="4005" y="9695"/>
                  </a:cubicBezTo>
                  <a:cubicBezTo>
                    <a:pt x="4095" y="9610"/>
                    <a:pt x="4232" y="9509"/>
                    <a:pt x="4312" y="9467"/>
                  </a:cubicBezTo>
                  <a:cubicBezTo>
                    <a:pt x="4392" y="9427"/>
                    <a:pt x="4474" y="9354"/>
                    <a:pt x="4499" y="9304"/>
                  </a:cubicBezTo>
                  <a:cubicBezTo>
                    <a:pt x="4563" y="9172"/>
                    <a:pt x="4736" y="9011"/>
                    <a:pt x="4958" y="8880"/>
                  </a:cubicBezTo>
                  <a:cubicBezTo>
                    <a:pt x="5065" y="8815"/>
                    <a:pt x="5165" y="8742"/>
                    <a:pt x="5180" y="8716"/>
                  </a:cubicBezTo>
                  <a:cubicBezTo>
                    <a:pt x="5195" y="8689"/>
                    <a:pt x="5354" y="8542"/>
                    <a:pt x="5534" y="8387"/>
                  </a:cubicBezTo>
                  <a:cubicBezTo>
                    <a:pt x="7088" y="7050"/>
                    <a:pt x="7563" y="6621"/>
                    <a:pt x="8222" y="5952"/>
                  </a:cubicBezTo>
                  <a:cubicBezTo>
                    <a:pt x="8349" y="5823"/>
                    <a:pt x="8495" y="5682"/>
                    <a:pt x="8542" y="5642"/>
                  </a:cubicBezTo>
                  <a:cubicBezTo>
                    <a:pt x="8591" y="5601"/>
                    <a:pt x="8739" y="5462"/>
                    <a:pt x="8873" y="5329"/>
                  </a:cubicBezTo>
                  <a:cubicBezTo>
                    <a:pt x="9017" y="5187"/>
                    <a:pt x="9109" y="5113"/>
                    <a:pt x="9157" y="5113"/>
                  </a:cubicBezTo>
                  <a:cubicBezTo>
                    <a:pt x="9225" y="5113"/>
                    <a:pt x="9204" y="5262"/>
                    <a:pt x="9113" y="5581"/>
                  </a:cubicBezTo>
                  <a:cubicBezTo>
                    <a:pt x="8991" y="6001"/>
                    <a:pt x="8962" y="6073"/>
                    <a:pt x="8559" y="6951"/>
                  </a:cubicBezTo>
                  <a:cubicBezTo>
                    <a:pt x="8113" y="7928"/>
                    <a:pt x="7684" y="9064"/>
                    <a:pt x="7388" y="10064"/>
                  </a:cubicBezTo>
                  <a:cubicBezTo>
                    <a:pt x="7293" y="10384"/>
                    <a:pt x="7168" y="10764"/>
                    <a:pt x="7110" y="10908"/>
                  </a:cubicBezTo>
                  <a:cubicBezTo>
                    <a:pt x="6906" y="11411"/>
                    <a:pt x="6742" y="11910"/>
                    <a:pt x="6626" y="12391"/>
                  </a:cubicBezTo>
                  <a:cubicBezTo>
                    <a:pt x="6582" y="12571"/>
                    <a:pt x="6511" y="12771"/>
                    <a:pt x="6392" y="13060"/>
                  </a:cubicBezTo>
                  <a:cubicBezTo>
                    <a:pt x="6267" y="13364"/>
                    <a:pt x="6049" y="14081"/>
                    <a:pt x="6002" y="14344"/>
                  </a:cubicBezTo>
                  <a:cubicBezTo>
                    <a:pt x="5918" y="14816"/>
                    <a:pt x="5928" y="14872"/>
                    <a:pt x="6101" y="14946"/>
                  </a:cubicBezTo>
                  <a:lnTo>
                    <a:pt x="6251" y="15010"/>
                  </a:lnTo>
                  <a:lnTo>
                    <a:pt x="6133" y="15381"/>
                  </a:lnTo>
                  <a:cubicBezTo>
                    <a:pt x="6070" y="15583"/>
                    <a:pt x="5987" y="15848"/>
                    <a:pt x="5950" y="15964"/>
                  </a:cubicBezTo>
                  <a:cubicBezTo>
                    <a:pt x="5914" y="16082"/>
                    <a:pt x="5858" y="16258"/>
                    <a:pt x="5824" y="16359"/>
                  </a:cubicBezTo>
                  <a:cubicBezTo>
                    <a:pt x="5764" y="16539"/>
                    <a:pt x="5809" y="16705"/>
                    <a:pt x="5921" y="16707"/>
                  </a:cubicBezTo>
                  <a:cubicBezTo>
                    <a:pt x="5921" y="16707"/>
                    <a:pt x="5921" y="16707"/>
                    <a:pt x="5921" y="16707"/>
                  </a:cubicBezTo>
                  <a:cubicBezTo>
                    <a:pt x="6006" y="16707"/>
                    <a:pt x="6151" y="16377"/>
                    <a:pt x="6340" y="15756"/>
                  </a:cubicBezTo>
                  <a:cubicBezTo>
                    <a:pt x="6433" y="15451"/>
                    <a:pt x="6518" y="15163"/>
                    <a:pt x="6526" y="15121"/>
                  </a:cubicBezTo>
                  <a:cubicBezTo>
                    <a:pt x="6534" y="15076"/>
                    <a:pt x="6569" y="15056"/>
                    <a:pt x="6650" y="15056"/>
                  </a:cubicBezTo>
                  <a:cubicBezTo>
                    <a:pt x="6675" y="15056"/>
                    <a:pt x="6704" y="15058"/>
                    <a:pt x="6738" y="15062"/>
                  </a:cubicBezTo>
                  <a:cubicBezTo>
                    <a:pt x="6764" y="15064"/>
                    <a:pt x="6789" y="15066"/>
                    <a:pt x="6813" y="15066"/>
                  </a:cubicBezTo>
                  <a:cubicBezTo>
                    <a:pt x="6890" y="15066"/>
                    <a:pt x="6951" y="15053"/>
                    <a:pt x="6964" y="15032"/>
                  </a:cubicBezTo>
                  <a:cubicBezTo>
                    <a:pt x="6981" y="15005"/>
                    <a:pt x="7050" y="14787"/>
                    <a:pt x="7117" y="14544"/>
                  </a:cubicBezTo>
                  <a:lnTo>
                    <a:pt x="7239" y="14102"/>
                  </a:lnTo>
                  <a:lnTo>
                    <a:pt x="7474" y="14047"/>
                  </a:lnTo>
                  <a:cubicBezTo>
                    <a:pt x="7802" y="13969"/>
                    <a:pt x="8098" y="13677"/>
                    <a:pt x="8161" y="13372"/>
                  </a:cubicBezTo>
                  <a:cubicBezTo>
                    <a:pt x="8234" y="13015"/>
                    <a:pt x="8128" y="12695"/>
                    <a:pt x="7870" y="12499"/>
                  </a:cubicBezTo>
                  <a:cubicBezTo>
                    <a:pt x="7772" y="12424"/>
                    <a:pt x="7773" y="12409"/>
                    <a:pt x="7889" y="12090"/>
                  </a:cubicBezTo>
                  <a:cubicBezTo>
                    <a:pt x="7957" y="11908"/>
                    <a:pt x="8058" y="11626"/>
                    <a:pt x="8116" y="11467"/>
                  </a:cubicBezTo>
                  <a:cubicBezTo>
                    <a:pt x="8175" y="11308"/>
                    <a:pt x="8287" y="11000"/>
                    <a:pt x="8368" y="10783"/>
                  </a:cubicBezTo>
                  <a:cubicBezTo>
                    <a:pt x="8448" y="10566"/>
                    <a:pt x="8576" y="10212"/>
                    <a:pt x="8653" y="9994"/>
                  </a:cubicBezTo>
                  <a:cubicBezTo>
                    <a:pt x="8730" y="9776"/>
                    <a:pt x="8850" y="9440"/>
                    <a:pt x="8920" y="9245"/>
                  </a:cubicBezTo>
                  <a:cubicBezTo>
                    <a:pt x="8992" y="9048"/>
                    <a:pt x="9120" y="8685"/>
                    <a:pt x="9208" y="8430"/>
                  </a:cubicBezTo>
                  <a:cubicBezTo>
                    <a:pt x="9296" y="8175"/>
                    <a:pt x="9426" y="7824"/>
                    <a:pt x="9498" y="7645"/>
                  </a:cubicBezTo>
                  <a:cubicBezTo>
                    <a:pt x="9571" y="7466"/>
                    <a:pt x="9680" y="7166"/>
                    <a:pt x="9740" y="6980"/>
                  </a:cubicBezTo>
                  <a:cubicBezTo>
                    <a:pt x="9800" y="6794"/>
                    <a:pt x="9872" y="6587"/>
                    <a:pt x="9902" y="6522"/>
                  </a:cubicBezTo>
                  <a:cubicBezTo>
                    <a:pt x="9931" y="6456"/>
                    <a:pt x="10046" y="6178"/>
                    <a:pt x="10157" y="5903"/>
                  </a:cubicBezTo>
                  <a:lnTo>
                    <a:pt x="10360" y="5404"/>
                  </a:lnTo>
                  <a:lnTo>
                    <a:pt x="10543" y="5354"/>
                  </a:lnTo>
                  <a:cubicBezTo>
                    <a:pt x="10986" y="5234"/>
                    <a:pt x="11401" y="4875"/>
                    <a:pt x="11581" y="4455"/>
                  </a:cubicBezTo>
                  <a:cubicBezTo>
                    <a:pt x="11696" y="4191"/>
                    <a:pt x="11759" y="3741"/>
                    <a:pt x="11688" y="3696"/>
                  </a:cubicBezTo>
                  <a:cubicBezTo>
                    <a:pt x="11658" y="3678"/>
                    <a:pt x="11617" y="3608"/>
                    <a:pt x="11593" y="3537"/>
                  </a:cubicBezTo>
                  <a:lnTo>
                    <a:pt x="11551" y="3411"/>
                  </a:lnTo>
                  <a:lnTo>
                    <a:pt x="11551" y="3411"/>
                  </a:lnTo>
                  <a:lnTo>
                    <a:pt x="11632" y="3488"/>
                  </a:lnTo>
                  <a:cubicBezTo>
                    <a:pt x="11658" y="3514"/>
                    <a:pt x="11675" y="3529"/>
                    <a:pt x="11684" y="3529"/>
                  </a:cubicBezTo>
                  <a:cubicBezTo>
                    <a:pt x="11700" y="3529"/>
                    <a:pt x="11689" y="3481"/>
                    <a:pt x="11656" y="3361"/>
                  </a:cubicBezTo>
                  <a:lnTo>
                    <a:pt x="11601" y="3156"/>
                  </a:lnTo>
                  <a:lnTo>
                    <a:pt x="11867" y="2717"/>
                  </a:lnTo>
                  <a:cubicBezTo>
                    <a:pt x="12382" y="1865"/>
                    <a:pt x="12431" y="1717"/>
                    <a:pt x="12235" y="1593"/>
                  </a:cubicBezTo>
                  <a:cubicBezTo>
                    <a:pt x="12151" y="1540"/>
                    <a:pt x="12154" y="1528"/>
                    <a:pt x="12344" y="1216"/>
                  </a:cubicBezTo>
                  <a:cubicBezTo>
                    <a:pt x="12529" y="910"/>
                    <a:pt x="12733" y="559"/>
                    <a:pt x="12808" y="416"/>
                  </a:cubicBezTo>
                  <a:cubicBezTo>
                    <a:pt x="12895" y="249"/>
                    <a:pt x="12665" y="1"/>
                    <a:pt x="12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2"/>
            <p:cNvSpPr/>
            <p:nvPr/>
          </p:nvSpPr>
          <p:spPr>
            <a:xfrm>
              <a:off x="5393725" y="2990250"/>
              <a:ext cx="38100" cy="37775"/>
            </a:xfrm>
            <a:custGeom>
              <a:rect b="b" l="l" r="r" t="t"/>
              <a:pathLst>
                <a:path extrusionOk="0" h="1511" w="1524">
                  <a:moveTo>
                    <a:pt x="819" y="275"/>
                  </a:moveTo>
                  <a:cubicBezTo>
                    <a:pt x="878" y="275"/>
                    <a:pt x="924" y="301"/>
                    <a:pt x="1004" y="371"/>
                  </a:cubicBezTo>
                  <a:cubicBezTo>
                    <a:pt x="1076" y="434"/>
                    <a:pt x="1144" y="524"/>
                    <a:pt x="1154" y="573"/>
                  </a:cubicBezTo>
                  <a:cubicBezTo>
                    <a:pt x="1165" y="623"/>
                    <a:pt x="1188" y="686"/>
                    <a:pt x="1208" y="722"/>
                  </a:cubicBezTo>
                  <a:cubicBezTo>
                    <a:pt x="1226" y="756"/>
                    <a:pt x="1214" y="855"/>
                    <a:pt x="1180" y="936"/>
                  </a:cubicBezTo>
                  <a:cubicBezTo>
                    <a:pt x="1130" y="1054"/>
                    <a:pt x="1079" y="1102"/>
                    <a:pt x="929" y="1169"/>
                  </a:cubicBezTo>
                  <a:cubicBezTo>
                    <a:pt x="851" y="1203"/>
                    <a:pt x="780" y="1221"/>
                    <a:pt x="726" y="1221"/>
                  </a:cubicBezTo>
                  <a:cubicBezTo>
                    <a:pt x="699" y="1221"/>
                    <a:pt x="675" y="1216"/>
                    <a:pt x="658" y="1207"/>
                  </a:cubicBezTo>
                  <a:cubicBezTo>
                    <a:pt x="493" y="1121"/>
                    <a:pt x="325" y="983"/>
                    <a:pt x="304" y="920"/>
                  </a:cubicBezTo>
                  <a:cubicBezTo>
                    <a:pt x="248" y="750"/>
                    <a:pt x="544" y="330"/>
                    <a:pt x="754" y="283"/>
                  </a:cubicBezTo>
                  <a:cubicBezTo>
                    <a:pt x="778" y="278"/>
                    <a:pt x="799" y="275"/>
                    <a:pt x="819" y="275"/>
                  </a:cubicBezTo>
                  <a:close/>
                  <a:moveTo>
                    <a:pt x="782" y="1"/>
                  </a:moveTo>
                  <a:cubicBezTo>
                    <a:pt x="499" y="1"/>
                    <a:pt x="107" y="417"/>
                    <a:pt x="46" y="784"/>
                  </a:cubicBezTo>
                  <a:cubicBezTo>
                    <a:pt x="1" y="1048"/>
                    <a:pt x="108" y="1225"/>
                    <a:pt x="398" y="1372"/>
                  </a:cubicBezTo>
                  <a:cubicBezTo>
                    <a:pt x="531" y="1439"/>
                    <a:pt x="694" y="1502"/>
                    <a:pt x="758" y="1509"/>
                  </a:cubicBezTo>
                  <a:cubicBezTo>
                    <a:pt x="764" y="1510"/>
                    <a:pt x="771" y="1511"/>
                    <a:pt x="778" y="1511"/>
                  </a:cubicBezTo>
                  <a:cubicBezTo>
                    <a:pt x="933" y="1511"/>
                    <a:pt x="1269" y="1306"/>
                    <a:pt x="1387" y="1133"/>
                  </a:cubicBezTo>
                  <a:cubicBezTo>
                    <a:pt x="1523" y="936"/>
                    <a:pt x="1508" y="574"/>
                    <a:pt x="1355" y="361"/>
                  </a:cubicBezTo>
                  <a:cubicBezTo>
                    <a:pt x="1194" y="138"/>
                    <a:pt x="981" y="4"/>
                    <a:pt x="785" y="1"/>
                  </a:cubicBezTo>
                  <a:cubicBezTo>
                    <a:pt x="784" y="1"/>
                    <a:pt x="783" y="1"/>
                    <a:pt x="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92"/>
          <p:cNvGrpSpPr/>
          <p:nvPr/>
        </p:nvGrpSpPr>
        <p:grpSpPr>
          <a:xfrm rot="-1180752">
            <a:off x="887252" y="3899963"/>
            <a:ext cx="609299" cy="344262"/>
            <a:chOff x="2270592" y="2346158"/>
            <a:chExt cx="358211" cy="202383"/>
          </a:xfrm>
        </p:grpSpPr>
        <p:sp>
          <p:nvSpPr>
            <p:cNvPr id="3038" name="Google Shape;3038;p92"/>
            <p:cNvSpPr/>
            <p:nvPr/>
          </p:nvSpPr>
          <p:spPr>
            <a:xfrm>
              <a:off x="2270592" y="2346158"/>
              <a:ext cx="358211" cy="202383"/>
            </a:xfrm>
            <a:custGeom>
              <a:rect b="b" l="l" r="r" t="t"/>
              <a:pathLst>
                <a:path extrusionOk="0" h="10894" w="19282">
                  <a:moveTo>
                    <a:pt x="13377" y="671"/>
                  </a:moveTo>
                  <a:lnTo>
                    <a:pt x="13377" y="671"/>
                  </a:lnTo>
                  <a:cubicBezTo>
                    <a:pt x="14311" y="1438"/>
                    <a:pt x="15245" y="2172"/>
                    <a:pt x="16146" y="2939"/>
                  </a:cubicBezTo>
                  <a:cubicBezTo>
                    <a:pt x="16980" y="3673"/>
                    <a:pt x="17780" y="4507"/>
                    <a:pt x="18681" y="5174"/>
                  </a:cubicBezTo>
                  <a:cubicBezTo>
                    <a:pt x="17747" y="5975"/>
                    <a:pt x="17113" y="7075"/>
                    <a:pt x="16312" y="8009"/>
                  </a:cubicBezTo>
                  <a:cubicBezTo>
                    <a:pt x="15445" y="8977"/>
                    <a:pt x="14444" y="9744"/>
                    <a:pt x="13377" y="10478"/>
                  </a:cubicBezTo>
                  <a:cubicBezTo>
                    <a:pt x="13577" y="10078"/>
                    <a:pt x="13510" y="9577"/>
                    <a:pt x="13510" y="9110"/>
                  </a:cubicBezTo>
                  <a:cubicBezTo>
                    <a:pt x="13510" y="8610"/>
                    <a:pt x="13444" y="8076"/>
                    <a:pt x="13344" y="7576"/>
                  </a:cubicBezTo>
                  <a:cubicBezTo>
                    <a:pt x="13321" y="7462"/>
                    <a:pt x="13251" y="7410"/>
                    <a:pt x="13167" y="7410"/>
                  </a:cubicBezTo>
                  <a:cubicBezTo>
                    <a:pt x="13128" y="7410"/>
                    <a:pt x="13086" y="7421"/>
                    <a:pt x="13043" y="7442"/>
                  </a:cubicBezTo>
                  <a:cubicBezTo>
                    <a:pt x="13043" y="7442"/>
                    <a:pt x="13010" y="7442"/>
                    <a:pt x="12977" y="7409"/>
                  </a:cubicBezTo>
                  <a:cubicBezTo>
                    <a:pt x="12471" y="7393"/>
                    <a:pt x="11962" y="7387"/>
                    <a:pt x="11451" y="7387"/>
                  </a:cubicBezTo>
                  <a:cubicBezTo>
                    <a:pt x="9836" y="7387"/>
                    <a:pt x="8202" y="7450"/>
                    <a:pt x="6606" y="7476"/>
                  </a:cubicBezTo>
                  <a:cubicBezTo>
                    <a:pt x="6024" y="7476"/>
                    <a:pt x="5443" y="7473"/>
                    <a:pt x="4861" y="7473"/>
                  </a:cubicBezTo>
                  <a:cubicBezTo>
                    <a:pt x="3408" y="7473"/>
                    <a:pt x="1955" y="7490"/>
                    <a:pt x="501" y="7609"/>
                  </a:cubicBezTo>
                  <a:cubicBezTo>
                    <a:pt x="635" y="6975"/>
                    <a:pt x="601" y="6342"/>
                    <a:pt x="635" y="5708"/>
                  </a:cubicBezTo>
                  <a:cubicBezTo>
                    <a:pt x="635" y="4941"/>
                    <a:pt x="701" y="4140"/>
                    <a:pt x="635" y="3373"/>
                  </a:cubicBezTo>
                  <a:lnTo>
                    <a:pt x="635" y="3373"/>
                  </a:lnTo>
                  <a:cubicBezTo>
                    <a:pt x="1766" y="3599"/>
                    <a:pt x="2911" y="3671"/>
                    <a:pt x="4062" y="3671"/>
                  </a:cubicBezTo>
                  <a:cubicBezTo>
                    <a:pt x="6055" y="3671"/>
                    <a:pt x="8067" y="3456"/>
                    <a:pt x="10064" y="3456"/>
                  </a:cubicBezTo>
                  <a:cubicBezTo>
                    <a:pt x="10995" y="3456"/>
                    <a:pt x="11923" y="3503"/>
                    <a:pt x="12843" y="3640"/>
                  </a:cubicBezTo>
                  <a:cubicBezTo>
                    <a:pt x="12872" y="3646"/>
                    <a:pt x="12900" y="3649"/>
                    <a:pt x="12926" y="3649"/>
                  </a:cubicBezTo>
                  <a:cubicBezTo>
                    <a:pt x="13167" y="3649"/>
                    <a:pt x="13270" y="3387"/>
                    <a:pt x="13210" y="3206"/>
                  </a:cubicBezTo>
                  <a:cubicBezTo>
                    <a:pt x="13377" y="2839"/>
                    <a:pt x="13377" y="2405"/>
                    <a:pt x="13377" y="2005"/>
                  </a:cubicBezTo>
                  <a:cubicBezTo>
                    <a:pt x="13410" y="1572"/>
                    <a:pt x="13410" y="1105"/>
                    <a:pt x="13377" y="671"/>
                  </a:cubicBezTo>
                  <a:close/>
                  <a:moveTo>
                    <a:pt x="13123" y="1"/>
                  </a:moveTo>
                  <a:cubicBezTo>
                    <a:pt x="13072" y="1"/>
                    <a:pt x="13018" y="29"/>
                    <a:pt x="12977" y="70"/>
                  </a:cubicBezTo>
                  <a:cubicBezTo>
                    <a:pt x="12877" y="104"/>
                    <a:pt x="12810" y="204"/>
                    <a:pt x="12810" y="337"/>
                  </a:cubicBezTo>
                  <a:cubicBezTo>
                    <a:pt x="12810" y="904"/>
                    <a:pt x="12810" y="1438"/>
                    <a:pt x="12810" y="2005"/>
                  </a:cubicBezTo>
                  <a:cubicBezTo>
                    <a:pt x="12810" y="2339"/>
                    <a:pt x="12777" y="2706"/>
                    <a:pt x="12877" y="3006"/>
                  </a:cubicBezTo>
                  <a:cubicBezTo>
                    <a:pt x="11657" y="2857"/>
                    <a:pt x="10429" y="2809"/>
                    <a:pt x="9196" y="2809"/>
                  </a:cubicBezTo>
                  <a:cubicBezTo>
                    <a:pt x="6881" y="2809"/>
                    <a:pt x="4551" y="2980"/>
                    <a:pt x="2234" y="2980"/>
                  </a:cubicBezTo>
                  <a:cubicBezTo>
                    <a:pt x="1633" y="2980"/>
                    <a:pt x="1033" y="2968"/>
                    <a:pt x="434" y="2939"/>
                  </a:cubicBezTo>
                  <a:cubicBezTo>
                    <a:pt x="421" y="2935"/>
                    <a:pt x="408" y="2933"/>
                    <a:pt x="396" y="2933"/>
                  </a:cubicBezTo>
                  <a:cubicBezTo>
                    <a:pt x="318" y="2933"/>
                    <a:pt x="268" y="3019"/>
                    <a:pt x="268" y="3106"/>
                  </a:cubicBezTo>
                  <a:cubicBezTo>
                    <a:pt x="201" y="3106"/>
                    <a:pt x="134" y="3173"/>
                    <a:pt x="101" y="3273"/>
                  </a:cubicBezTo>
                  <a:cubicBezTo>
                    <a:pt x="1" y="4007"/>
                    <a:pt x="34" y="4774"/>
                    <a:pt x="34" y="5541"/>
                  </a:cubicBezTo>
                  <a:cubicBezTo>
                    <a:pt x="34" y="6242"/>
                    <a:pt x="1" y="7009"/>
                    <a:pt x="134" y="7709"/>
                  </a:cubicBezTo>
                  <a:cubicBezTo>
                    <a:pt x="68" y="7809"/>
                    <a:pt x="101" y="7943"/>
                    <a:pt x="234" y="7943"/>
                  </a:cubicBezTo>
                  <a:cubicBezTo>
                    <a:pt x="1129" y="8014"/>
                    <a:pt x="2036" y="8036"/>
                    <a:pt x="2945" y="8036"/>
                  </a:cubicBezTo>
                  <a:cubicBezTo>
                    <a:pt x="4170" y="8036"/>
                    <a:pt x="5399" y="7995"/>
                    <a:pt x="6606" y="7976"/>
                  </a:cubicBezTo>
                  <a:cubicBezTo>
                    <a:pt x="7306" y="7965"/>
                    <a:pt x="8010" y="7965"/>
                    <a:pt x="8716" y="7965"/>
                  </a:cubicBezTo>
                  <a:cubicBezTo>
                    <a:pt x="10127" y="7965"/>
                    <a:pt x="11542" y="7965"/>
                    <a:pt x="12943" y="7876"/>
                  </a:cubicBezTo>
                  <a:lnTo>
                    <a:pt x="12943" y="7876"/>
                  </a:lnTo>
                  <a:cubicBezTo>
                    <a:pt x="12943" y="8276"/>
                    <a:pt x="12943" y="8710"/>
                    <a:pt x="12910" y="9144"/>
                  </a:cubicBezTo>
                  <a:cubicBezTo>
                    <a:pt x="12910" y="9577"/>
                    <a:pt x="12843" y="10044"/>
                    <a:pt x="12977" y="10478"/>
                  </a:cubicBezTo>
                  <a:cubicBezTo>
                    <a:pt x="13032" y="10560"/>
                    <a:pt x="13132" y="10620"/>
                    <a:pt x="13221" y="10620"/>
                  </a:cubicBezTo>
                  <a:cubicBezTo>
                    <a:pt x="13240" y="10620"/>
                    <a:pt x="13259" y="10617"/>
                    <a:pt x="13277" y="10611"/>
                  </a:cubicBezTo>
                  <a:lnTo>
                    <a:pt x="13277" y="10611"/>
                  </a:lnTo>
                  <a:cubicBezTo>
                    <a:pt x="13221" y="10752"/>
                    <a:pt x="13307" y="10893"/>
                    <a:pt x="13456" y="10893"/>
                  </a:cubicBezTo>
                  <a:cubicBezTo>
                    <a:pt x="13483" y="10893"/>
                    <a:pt x="13513" y="10889"/>
                    <a:pt x="13544" y="10878"/>
                  </a:cubicBezTo>
                  <a:cubicBezTo>
                    <a:pt x="16046" y="9677"/>
                    <a:pt x="17280" y="7442"/>
                    <a:pt x="19148" y="5541"/>
                  </a:cubicBezTo>
                  <a:cubicBezTo>
                    <a:pt x="19248" y="5474"/>
                    <a:pt x="19248" y="5374"/>
                    <a:pt x="19248" y="5308"/>
                  </a:cubicBezTo>
                  <a:cubicBezTo>
                    <a:pt x="19281" y="5207"/>
                    <a:pt x="19281" y="5107"/>
                    <a:pt x="19215" y="5041"/>
                  </a:cubicBezTo>
                  <a:cubicBezTo>
                    <a:pt x="18414" y="3973"/>
                    <a:pt x="17213" y="3106"/>
                    <a:pt x="16212" y="2272"/>
                  </a:cubicBezTo>
                  <a:cubicBezTo>
                    <a:pt x="15245" y="1471"/>
                    <a:pt x="14278" y="704"/>
                    <a:pt x="13210" y="37"/>
                  </a:cubicBezTo>
                  <a:cubicBezTo>
                    <a:pt x="13185" y="12"/>
                    <a:pt x="13154" y="1"/>
                    <a:pt x="13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2"/>
            <p:cNvSpPr/>
            <p:nvPr/>
          </p:nvSpPr>
          <p:spPr>
            <a:xfrm>
              <a:off x="2279899" y="2358605"/>
              <a:ext cx="337739" cy="182208"/>
            </a:xfrm>
            <a:custGeom>
              <a:rect b="b" l="l" r="r" t="t"/>
              <a:pathLst>
                <a:path extrusionOk="0" h="9808" w="18180">
                  <a:moveTo>
                    <a:pt x="12876" y="1"/>
                  </a:moveTo>
                  <a:lnTo>
                    <a:pt x="12876" y="1"/>
                  </a:lnTo>
                  <a:cubicBezTo>
                    <a:pt x="12909" y="468"/>
                    <a:pt x="12909" y="902"/>
                    <a:pt x="12876" y="1369"/>
                  </a:cubicBezTo>
                  <a:cubicBezTo>
                    <a:pt x="12876" y="1735"/>
                    <a:pt x="12876" y="2169"/>
                    <a:pt x="12709" y="2536"/>
                  </a:cubicBezTo>
                  <a:cubicBezTo>
                    <a:pt x="12772" y="2726"/>
                    <a:pt x="12656" y="3006"/>
                    <a:pt x="12388" y="3006"/>
                  </a:cubicBezTo>
                  <a:cubicBezTo>
                    <a:pt x="12373" y="3006"/>
                    <a:pt x="12358" y="3005"/>
                    <a:pt x="12342" y="3003"/>
                  </a:cubicBezTo>
                  <a:cubicBezTo>
                    <a:pt x="11400" y="2855"/>
                    <a:pt x="10450" y="2805"/>
                    <a:pt x="9497" y="2805"/>
                  </a:cubicBezTo>
                  <a:cubicBezTo>
                    <a:pt x="7536" y="2805"/>
                    <a:pt x="5560" y="3016"/>
                    <a:pt x="3603" y="3016"/>
                  </a:cubicBezTo>
                  <a:cubicBezTo>
                    <a:pt x="2438" y="3016"/>
                    <a:pt x="1279" y="2941"/>
                    <a:pt x="134" y="2703"/>
                  </a:cubicBezTo>
                  <a:lnTo>
                    <a:pt x="134" y="2703"/>
                  </a:lnTo>
                  <a:cubicBezTo>
                    <a:pt x="200" y="3470"/>
                    <a:pt x="134" y="4271"/>
                    <a:pt x="134" y="5038"/>
                  </a:cubicBezTo>
                  <a:cubicBezTo>
                    <a:pt x="100" y="5672"/>
                    <a:pt x="134" y="6339"/>
                    <a:pt x="0" y="6973"/>
                  </a:cubicBezTo>
                  <a:cubicBezTo>
                    <a:pt x="2035" y="6772"/>
                    <a:pt x="4070" y="6839"/>
                    <a:pt x="6105" y="6806"/>
                  </a:cubicBezTo>
                  <a:cubicBezTo>
                    <a:pt x="7540" y="6783"/>
                    <a:pt x="9006" y="6729"/>
                    <a:pt x="10461" y="6729"/>
                  </a:cubicBezTo>
                  <a:cubicBezTo>
                    <a:pt x="11137" y="6729"/>
                    <a:pt x="11810" y="6741"/>
                    <a:pt x="12476" y="6772"/>
                  </a:cubicBezTo>
                  <a:lnTo>
                    <a:pt x="12542" y="6772"/>
                  </a:lnTo>
                  <a:cubicBezTo>
                    <a:pt x="12585" y="6751"/>
                    <a:pt x="12627" y="6740"/>
                    <a:pt x="12666" y="6740"/>
                  </a:cubicBezTo>
                  <a:cubicBezTo>
                    <a:pt x="12750" y="6740"/>
                    <a:pt x="12820" y="6792"/>
                    <a:pt x="12843" y="6906"/>
                  </a:cubicBezTo>
                  <a:cubicBezTo>
                    <a:pt x="12943" y="7406"/>
                    <a:pt x="12976" y="7940"/>
                    <a:pt x="13009" y="8474"/>
                  </a:cubicBezTo>
                  <a:cubicBezTo>
                    <a:pt x="13009" y="8907"/>
                    <a:pt x="13076" y="9408"/>
                    <a:pt x="12876" y="9808"/>
                  </a:cubicBezTo>
                  <a:cubicBezTo>
                    <a:pt x="13943" y="9074"/>
                    <a:pt x="14944" y="8307"/>
                    <a:pt x="15811" y="7339"/>
                  </a:cubicBezTo>
                  <a:cubicBezTo>
                    <a:pt x="16612" y="6405"/>
                    <a:pt x="17246" y="5305"/>
                    <a:pt x="18180" y="4504"/>
                  </a:cubicBezTo>
                  <a:cubicBezTo>
                    <a:pt x="17279" y="3837"/>
                    <a:pt x="16479" y="3003"/>
                    <a:pt x="15645" y="2269"/>
                  </a:cubicBezTo>
                  <a:cubicBezTo>
                    <a:pt x="14744" y="1502"/>
                    <a:pt x="13810" y="768"/>
                    <a:pt x="12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92"/>
          <p:cNvGrpSpPr/>
          <p:nvPr/>
        </p:nvGrpSpPr>
        <p:grpSpPr>
          <a:xfrm>
            <a:off x="713184" y="4691184"/>
            <a:ext cx="7726459" cy="369843"/>
            <a:chOff x="713184" y="4691184"/>
            <a:chExt cx="7726459" cy="369843"/>
          </a:xfrm>
        </p:grpSpPr>
        <p:sp>
          <p:nvSpPr>
            <p:cNvPr id="3041" name="Google Shape;3041;p92"/>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042" name="Google Shape;3042;p92"/>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2"/>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2">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8" name="Shape 3048"/>
        <p:cNvGrpSpPr/>
        <p:nvPr/>
      </p:nvGrpSpPr>
      <p:grpSpPr>
        <a:xfrm>
          <a:off x="0" y="0"/>
          <a:ext cx="0" cy="0"/>
          <a:chOff x="0" y="0"/>
          <a:chExt cx="0" cy="0"/>
        </a:xfrm>
      </p:grpSpPr>
      <p:grpSp>
        <p:nvGrpSpPr>
          <p:cNvPr id="3049" name="Google Shape;3049;p93"/>
          <p:cNvGrpSpPr/>
          <p:nvPr/>
        </p:nvGrpSpPr>
        <p:grpSpPr>
          <a:xfrm>
            <a:off x="3054826" y="773785"/>
            <a:ext cx="3010505" cy="543327"/>
            <a:chOff x="5316325" y="2821782"/>
            <a:chExt cx="1404350" cy="302100"/>
          </a:xfrm>
        </p:grpSpPr>
        <p:sp>
          <p:nvSpPr>
            <p:cNvPr id="3050" name="Google Shape;3050;p93"/>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3"/>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3"/>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3"/>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3"/>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3"/>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3"/>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7" name="Google Shape;3057;p93"/>
          <p:cNvSpPr txBox="1"/>
          <p:nvPr>
            <p:ph type="title"/>
          </p:nvPr>
        </p:nvSpPr>
        <p:spPr>
          <a:xfrm>
            <a:off x="3360175" y="758950"/>
            <a:ext cx="25290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et's travel!</a:t>
            </a:r>
            <a:endParaRPr/>
          </a:p>
        </p:txBody>
      </p:sp>
      <p:sp>
        <p:nvSpPr>
          <p:cNvPr id="3058" name="Google Shape;3058;p93"/>
          <p:cNvSpPr txBox="1"/>
          <p:nvPr/>
        </p:nvSpPr>
        <p:spPr>
          <a:xfrm>
            <a:off x="2111075" y="1543813"/>
            <a:ext cx="4922100" cy="768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Describe the picture to your team. When you have guessed the monument, put it in its place on the map!</a:t>
            </a:r>
            <a:endParaRPr sz="1800">
              <a:solidFill>
                <a:schemeClr val="dk1"/>
              </a:solidFill>
              <a:latin typeface="Gloria Hallelujah"/>
              <a:ea typeface="Gloria Hallelujah"/>
              <a:cs typeface="Gloria Hallelujah"/>
              <a:sym typeface="Gloria Hallelujah"/>
            </a:endParaRPr>
          </a:p>
        </p:txBody>
      </p:sp>
      <p:grpSp>
        <p:nvGrpSpPr>
          <p:cNvPr id="3059" name="Google Shape;3059;p93"/>
          <p:cNvGrpSpPr/>
          <p:nvPr/>
        </p:nvGrpSpPr>
        <p:grpSpPr>
          <a:xfrm>
            <a:off x="2900003" y="2618615"/>
            <a:ext cx="1681364" cy="725468"/>
            <a:chOff x="1965300" y="3520500"/>
            <a:chExt cx="3681550" cy="1588500"/>
          </a:xfrm>
        </p:grpSpPr>
        <p:sp>
          <p:nvSpPr>
            <p:cNvPr id="3060" name="Google Shape;3060;p93"/>
            <p:cNvSpPr/>
            <p:nvPr/>
          </p:nvSpPr>
          <p:spPr>
            <a:xfrm>
              <a:off x="1965300" y="3520500"/>
              <a:ext cx="3681550" cy="1573475"/>
            </a:xfrm>
            <a:custGeom>
              <a:rect b="b" l="l" r="r" t="t"/>
              <a:pathLst>
                <a:path extrusionOk="0" h="62939" w="147262">
                  <a:moveTo>
                    <a:pt x="102631" y="7240"/>
                  </a:moveTo>
                  <a:cubicBezTo>
                    <a:pt x="103510" y="8328"/>
                    <a:pt x="103928" y="9312"/>
                    <a:pt x="104138" y="10525"/>
                  </a:cubicBezTo>
                  <a:lnTo>
                    <a:pt x="101669" y="10525"/>
                  </a:lnTo>
                  <a:cubicBezTo>
                    <a:pt x="102004" y="9437"/>
                    <a:pt x="102276" y="8454"/>
                    <a:pt x="102631" y="7240"/>
                  </a:cubicBezTo>
                  <a:close/>
                  <a:moveTo>
                    <a:pt x="97024" y="1465"/>
                  </a:moveTo>
                  <a:cubicBezTo>
                    <a:pt x="98258" y="4562"/>
                    <a:pt x="99409" y="7449"/>
                    <a:pt x="100623" y="10525"/>
                  </a:cubicBezTo>
                  <a:cubicBezTo>
                    <a:pt x="99344" y="10575"/>
                    <a:pt x="98095" y="10601"/>
                    <a:pt x="96842" y="10601"/>
                  </a:cubicBezTo>
                  <a:cubicBezTo>
                    <a:pt x="95470" y="10601"/>
                    <a:pt x="94094" y="10570"/>
                    <a:pt x="92672" y="10504"/>
                  </a:cubicBezTo>
                  <a:cubicBezTo>
                    <a:pt x="94157" y="7408"/>
                    <a:pt x="95559" y="4499"/>
                    <a:pt x="97024" y="1465"/>
                  </a:cubicBezTo>
                  <a:close/>
                  <a:moveTo>
                    <a:pt x="89952" y="7554"/>
                  </a:moveTo>
                  <a:cubicBezTo>
                    <a:pt x="90747" y="8433"/>
                    <a:pt x="91165" y="9395"/>
                    <a:pt x="91625" y="10504"/>
                  </a:cubicBezTo>
                  <a:cubicBezTo>
                    <a:pt x="90663" y="10609"/>
                    <a:pt x="89910" y="10672"/>
                    <a:pt x="88989" y="10755"/>
                  </a:cubicBezTo>
                  <a:cubicBezTo>
                    <a:pt x="89324" y="9646"/>
                    <a:pt x="89617" y="8663"/>
                    <a:pt x="89952" y="7554"/>
                  </a:cubicBezTo>
                  <a:close/>
                  <a:moveTo>
                    <a:pt x="41158" y="8705"/>
                  </a:moveTo>
                  <a:cubicBezTo>
                    <a:pt x="41513" y="9584"/>
                    <a:pt x="41848" y="10442"/>
                    <a:pt x="42267" y="11467"/>
                  </a:cubicBezTo>
                  <a:cubicBezTo>
                    <a:pt x="42211" y="11465"/>
                    <a:pt x="42155" y="11464"/>
                    <a:pt x="42100" y="11464"/>
                  </a:cubicBezTo>
                  <a:cubicBezTo>
                    <a:pt x="41549" y="11464"/>
                    <a:pt x="41044" y="11568"/>
                    <a:pt x="40544" y="11568"/>
                  </a:cubicBezTo>
                  <a:cubicBezTo>
                    <a:pt x="40180" y="11568"/>
                    <a:pt x="39817" y="11512"/>
                    <a:pt x="39442" y="11320"/>
                  </a:cubicBezTo>
                  <a:cubicBezTo>
                    <a:pt x="39902" y="10421"/>
                    <a:pt x="40321" y="9563"/>
                    <a:pt x="40760" y="8726"/>
                  </a:cubicBezTo>
                  <a:cubicBezTo>
                    <a:pt x="40886" y="8705"/>
                    <a:pt x="41032" y="8705"/>
                    <a:pt x="41158" y="8705"/>
                  </a:cubicBezTo>
                  <a:close/>
                  <a:moveTo>
                    <a:pt x="54570" y="8475"/>
                  </a:moveTo>
                  <a:cubicBezTo>
                    <a:pt x="54904" y="9500"/>
                    <a:pt x="55239" y="10483"/>
                    <a:pt x="55595" y="11530"/>
                  </a:cubicBezTo>
                  <a:cubicBezTo>
                    <a:pt x="55114" y="11571"/>
                    <a:pt x="54664" y="11613"/>
                    <a:pt x="54227" y="11613"/>
                  </a:cubicBezTo>
                  <a:cubicBezTo>
                    <a:pt x="53790" y="11613"/>
                    <a:pt x="53367" y="11571"/>
                    <a:pt x="52938" y="11446"/>
                  </a:cubicBezTo>
                  <a:cubicBezTo>
                    <a:pt x="53503" y="10400"/>
                    <a:pt x="54005" y="9479"/>
                    <a:pt x="54570" y="8475"/>
                  </a:cubicBezTo>
                  <a:close/>
                  <a:moveTo>
                    <a:pt x="48104" y="2198"/>
                  </a:moveTo>
                  <a:cubicBezTo>
                    <a:pt x="49318" y="5378"/>
                    <a:pt x="50490" y="8412"/>
                    <a:pt x="51703" y="11592"/>
                  </a:cubicBezTo>
                  <a:cubicBezTo>
                    <a:pt x="51576" y="11591"/>
                    <a:pt x="51449" y="11591"/>
                    <a:pt x="51322" y="11591"/>
                  </a:cubicBezTo>
                  <a:cubicBezTo>
                    <a:pt x="50126" y="11591"/>
                    <a:pt x="48936" y="11629"/>
                    <a:pt x="47739" y="11629"/>
                  </a:cubicBezTo>
                  <a:cubicBezTo>
                    <a:pt x="46282" y="11629"/>
                    <a:pt x="44815" y="11572"/>
                    <a:pt x="43313" y="11320"/>
                  </a:cubicBezTo>
                  <a:cubicBezTo>
                    <a:pt x="44150" y="9688"/>
                    <a:pt x="44924" y="8224"/>
                    <a:pt x="45656" y="6738"/>
                  </a:cubicBezTo>
                  <a:cubicBezTo>
                    <a:pt x="46389" y="5273"/>
                    <a:pt x="46828" y="3620"/>
                    <a:pt x="48104" y="2198"/>
                  </a:cubicBezTo>
                  <a:close/>
                  <a:moveTo>
                    <a:pt x="71727" y="16593"/>
                  </a:moveTo>
                  <a:lnTo>
                    <a:pt x="71727" y="19690"/>
                  </a:lnTo>
                  <a:lnTo>
                    <a:pt x="58859" y="19690"/>
                  </a:lnTo>
                  <a:lnTo>
                    <a:pt x="58859" y="16593"/>
                  </a:lnTo>
                  <a:close/>
                  <a:moveTo>
                    <a:pt x="77277" y="16885"/>
                  </a:moveTo>
                  <a:cubicBezTo>
                    <a:pt x="77296" y="16885"/>
                    <a:pt x="77315" y="16885"/>
                    <a:pt x="77335" y="16886"/>
                  </a:cubicBezTo>
                  <a:cubicBezTo>
                    <a:pt x="78118" y="16923"/>
                    <a:pt x="78902" y="16994"/>
                    <a:pt x="79671" y="16994"/>
                  </a:cubicBezTo>
                  <a:cubicBezTo>
                    <a:pt x="79764" y="16994"/>
                    <a:pt x="79857" y="16993"/>
                    <a:pt x="79950" y="16991"/>
                  </a:cubicBezTo>
                  <a:cubicBezTo>
                    <a:pt x="81457" y="16991"/>
                    <a:pt x="82942" y="16928"/>
                    <a:pt x="84428" y="16907"/>
                  </a:cubicBezTo>
                  <a:cubicBezTo>
                    <a:pt x="84496" y="16904"/>
                    <a:pt x="84565" y="16903"/>
                    <a:pt x="84633" y="16903"/>
                  </a:cubicBezTo>
                  <a:cubicBezTo>
                    <a:pt x="85064" y="16903"/>
                    <a:pt x="85494" y="16955"/>
                    <a:pt x="86018" y="16991"/>
                  </a:cubicBezTo>
                  <a:lnTo>
                    <a:pt x="86018" y="19857"/>
                  </a:lnTo>
                  <a:lnTo>
                    <a:pt x="76477" y="19857"/>
                  </a:lnTo>
                  <a:cubicBezTo>
                    <a:pt x="76477" y="18999"/>
                    <a:pt x="76477" y="18330"/>
                    <a:pt x="76477" y="17681"/>
                  </a:cubicBezTo>
                  <a:cubicBezTo>
                    <a:pt x="76497" y="17157"/>
                    <a:pt x="76770" y="16885"/>
                    <a:pt x="77277" y="16885"/>
                  </a:cubicBezTo>
                  <a:close/>
                  <a:moveTo>
                    <a:pt x="74133" y="15547"/>
                  </a:moveTo>
                  <a:cubicBezTo>
                    <a:pt x="74761" y="16028"/>
                    <a:pt x="75828" y="16216"/>
                    <a:pt x="75786" y="17325"/>
                  </a:cubicBezTo>
                  <a:cubicBezTo>
                    <a:pt x="75723" y="18874"/>
                    <a:pt x="76330" y="20736"/>
                    <a:pt x="74070" y="21489"/>
                  </a:cubicBezTo>
                  <a:cubicBezTo>
                    <a:pt x="73003" y="20966"/>
                    <a:pt x="72438" y="20108"/>
                    <a:pt x="72648" y="18769"/>
                  </a:cubicBezTo>
                  <a:cubicBezTo>
                    <a:pt x="72752" y="17995"/>
                    <a:pt x="72669" y="17179"/>
                    <a:pt x="72669" y="16363"/>
                  </a:cubicBezTo>
                  <a:cubicBezTo>
                    <a:pt x="73129" y="16091"/>
                    <a:pt x="73589" y="15840"/>
                    <a:pt x="74133" y="15547"/>
                  </a:cubicBezTo>
                  <a:close/>
                  <a:moveTo>
                    <a:pt x="91688" y="11341"/>
                  </a:moveTo>
                  <a:cubicBezTo>
                    <a:pt x="91625" y="13329"/>
                    <a:pt x="91479" y="15254"/>
                    <a:pt x="91374" y="17158"/>
                  </a:cubicBezTo>
                  <a:cubicBezTo>
                    <a:pt x="91270" y="19104"/>
                    <a:pt x="91291" y="21050"/>
                    <a:pt x="91249" y="23121"/>
                  </a:cubicBezTo>
                  <a:cubicBezTo>
                    <a:pt x="90098" y="23205"/>
                    <a:pt x="89177" y="23310"/>
                    <a:pt x="88257" y="23331"/>
                  </a:cubicBezTo>
                  <a:cubicBezTo>
                    <a:pt x="87420" y="23331"/>
                    <a:pt x="87231" y="23163"/>
                    <a:pt x="87231" y="22326"/>
                  </a:cubicBezTo>
                  <a:cubicBezTo>
                    <a:pt x="87231" y="19606"/>
                    <a:pt x="87294" y="16907"/>
                    <a:pt x="87336" y="14208"/>
                  </a:cubicBezTo>
                  <a:cubicBezTo>
                    <a:pt x="87336" y="13413"/>
                    <a:pt x="87336" y="12618"/>
                    <a:pt x="87336" y="11697"/>
                  </a:cubicBezTo>
                  <a:cubicBezTo>
                    <a:pt x="88675" y="11592"/>
                    <a:pt x="90077" y="11467"/>
                    <a:pt x="91688" y="11341"/>
                  </a:cubicBezTo>
                  <a:close/>
                  <a:moveTo>
                    <a:pt x="103453" y="11233"/>
                  </a:moveTo>
                  <a:cubicBezTo>
                    <a:pt x="104292" y="11233"/>
                    <a:pt x="105100" y="11354"/>
                    <a:pt x="105916" y="11571"/>
                  </a:cubicBezTo>
                  <a:lnTo>
                    <a:pt x="105916" y="23331"/>
                  </a:lnTo>
                  <a:lnTo>
                    <a:pt x="101878" y="23331"/>
                  </a:lnTo>
                  <a:cubicBezTo>
                    <a:pt x="102338" y="19313"/>
                    <a:pt x="101899" y="15359"/>
                    <a:pt x="102066" y="11341"/>
                  </a:cubicBezTo>
                  <a:cubicBezTo>
                    <a:pt x="102542" y="11268"/>
                    <a:pt x="103002" y="11233"/>
                    <a:pt x="103453" y="11233"/>
                  </a:cubicBezTo>
                  <a:close/>
                  <a:moveTo>
                    <a:pt x="101167" y="11237"/>
                  </a:moveTo>
                  <a:cubicBezTo>
                    <a:pt x="101167" y="13329"/>
                    <a:pt x="101041" y="15317"/>
                    <a:pt x="101208" y="17284"/>
                  </a:cubicBezTo>
                  <a:cubicBezTo>
                    <a:pt x="101376" y="19271"/>
                    <a:pt x="101187" y="21238"/>
                    <a:pt x="101250" y="23393"/>
                  </a:cubicBezTo>
                  <a:cubicBezTo>
                    <a:pt x="98174" y="23289"/>
                    <a:pt x="95287" y="23205"/>
                    <a:pt x="92190" y="23121"/>
                  </a:cubicBezTo>
                  <a:cubicBezTo>
                    <a:pt x="92358" y="19271"/>
                    <a:pt x="92525" y="15484"/>
                    <a:pt x="92713" y="11592"/>
                  </a:cubicBezTo>
                  <a:cubicBezTo>
                    <a:pt x="95559" y="11467"/>
                    <a:pt x="98363" y="11362"/>
                    <a:pt x="101167" y="11237"/>
                  </a:cubicBezTo>
                  <a:close/>
                  <a:moveTo>
                    <a:pt x="43799" y="12094"/>
                  </a:moveTo>
                  <a:cubicBezTo>
                    <a:pt x="43818" y="12094"/>
                    <a:pt x="43837" y="12094"/>
                    <a:pt x="43857" y="12095"/>
                  </a:cubicBezTo>
                  <a:cubicBezTo>
                    <a:pt x="46556" y="12178"/>
                    <a:pt x="49234" y="12283"/>
                    <a:pt x="51933" y="12387"/>
                  </a:cubicBezTo>
                  <a:cubicBezTo>
                    <a:pt x="52017" y="12387"/>
                    <a:pt x="52101" y="12450"/>
                    <a:pt x="52435" y="12576"/>
                  </a:cubicBezTo>
                  <a:cubicBezTo>
                    <a:pt x="52310" y="16342"/>
                    <a:pt x="52163" y="20087"/>
                    <a:pt x="52038" y="23812"/>
                  </a:cubicBezTo>
                  <a:lnTo>
                    <a:pt x="42643" y="23812"/>
                  </a:lnTo>
                  <a:cubicBezTo>
                    <a:pt x="42350" y="20778"/>
                    <a:pt x="42413" y="17911"/>
                    <a:pt x="42706" y="15045"/>
                  </a:cubicBezTo>
                  <a:cubicBezTo>
                    <a:pt x="42790" y="14396"/>
                    <a:pt x="42811" y="13727"/>
                    <a:pt x="42832" y="13057"/>
                  </a:cubicBezTo>
                  <a:cubicBezTo>
                    <a:pt x="42852" y="12408"/>
                    <a:pt x="43206" y="12094"/>
                    <a:pt x="43799" y="12094"/>
                  </a:cubicBezTo>
                  <a:close/>
                  <a:moveTo>
                    <a:pt x="40194" y="12127"/>
                  </a:moveTo>
                  <a:cubicBezTo>
                    <a:pt x="40488" y="12127"/>
                    <a:pt x="40781" y="12129"/>
                    <a:pt x="41074" y="12136"/>
                  </a:cubicBezTo>
                  <a:cubicBezTo>
                    <a:pt x="41346" y="12136"/>
                    <a:pt x="41597" y="12220"/>
                    <a:pt x="42036" y="12304"/>
                  </a:cubicBezTo>
                  <a:cubicBezTo>
                    <a:pt x="41869" y="14271"/>
                    <a:pt x="41660" y="16175"/>
                    <a:pt x="41576" y="18100"/>
                  </a:cubicBezTo>
                  <a:cubicBezTo>
                    <a:pt x="41492" y="19983"/>
                    <a:pt x="41555" y="21887"/>
                    <a:pt x="41555" y="23833"/>
                  </a:cubicBezTo>
                  <a:lnTo>
                    <a:pt x="38061" y="23833"/>
                  </a:lnTo>
                  <a:cubicBezTo>
                    <a:pt x="38145" y="22096"/>
                    <a:pt x="38145" y="20485"/>
                    <a:pt x="38312" y="18874"/>
                  </a:cubicBezTo>
                  <a:cubicBezTo>
                    <a:pt x="38521" y="16740"/>
                    <a:pt x="38730" y="14647"/>
                    <a:pt x="38270" y="12534"/>
                  </a:cubicBezTo>
                  <a:cubicBezTo>
                    <a:pt x="38270" y="12450"/>
                    <a:pt x="38333" y="12367"/>
                    <a:pt x="38396" y="12136"/>
                  </a:cubicBezTo>
                  <a:cubicBezTo>
                    <a:pt x="39009" y="12136"/>
                    <a:pt x="39605" y="12127"/>
                    <a:pt x="40194" y="12127"/>
                  </a:cubicBezTo>
                  <a:close/>
                  <a:moveTo>
                    <a:pt x="57980" y="12115"/>
                  </a:moveTo>
                  <a:cubicBezTo>
                    <a:pt x="57792" y="16112"/>
                    <a:pt x="57604" y="19962"/>
                    <a:pt x="57415" y="23895"/>
                  </a:cubicBezTo>
                  <a:lnTo>
                    <a:pt x="53021" y="23895"/>
                  </a:lnTo>
                  <a:cubicBezTo>
                    <a:pt x="53126" y="20087"/>
                    <a:pt x="53210" y="16258"/>
                    <a:pt x="53314" y="12387"/>
                  </a:cubicBezTo>
                  <a:cubicBezTo>
                    <a:pt x="54842" y="12304"/>
                    <a:pt x="56348" y="12199"/>
                    <a:pt x="57980" y="12115"/>
                  </a:cubicBezTo>
                  <a:close/>
                  <a:moveTo>
                    <a:pt x="44299" y="24584"/>
                  </a:moveTo>
                  <a:cubicBezTo>
                    <a:pt x="46984" y="24584"/>
                    <a:pt x="49668" y="24893"/>
                    <a:pt x="52404" y="24893"/>
                  </a:cubicBezTo>
                  <a:cubicBezTo>
                    <a:pt x="53534" y="24893"/>
                    <a:pt x="54674" y="24840"/>
                    <a:pt x="55825" y="24691"/>
                  </a:cubicBezTo>
                  <a:lnTo>
                    <a:pt x="55825" y="24691"/>
                  </a:lnTo>
                  <a:cubicBezTo>
                    <a:pt x="55637" y="26804"/>
                    <a:pt x="55490" y="28729"/>
                    <a:pt x="55302" y="30800"/>
                  </a:cubicBezTo>
                  <a:cubicBezTo>
                    <a:pt x="53688" y="30881"/>
                    <a:pt x="52075" y="30905"/>
                    <a:pt x="50456" y="30905"/>
                  </a:cubicBezTo>
                  <a:cubicBezTo>
                    <a:pt x="48049" y="30905"/>
                    <a:pt x="45630" y="30852"/>
                    <a:pt x="43181" y="30852"/>
                  </a:cubicBezTo>
                  <a:cubicBezTo>
                    <a:pt x="42578" y="30852"/>
                    <a:pt x="41974" y="30855"/>
                    <a:pt x="41367" y="30863"/>
                  </a:cubicBezTo>
                  <a:cubicBezTo>
                    <a:pt x="41074" y="28792"/>
                    <a:pt x="41283" y="26804"/>
                    <a:pt x="41220" y="24753"/>
                  </a:cubicBezTo>
                  <a:cubicBezTo>
                    <a:pt x="42249" y="24629"/>
                    <a:pt x="43274" y="24584"/>
                    <a:pt x="44299" y="24584"/>
                  </a:cubicBezTo>
                  <a:close/>
                  <a:moveTo>
                    <a:pt x="91395" y="30005"/>
                  </a:moveTo>
                  <a:cubicBezTo>
                    <a:pt x="93927" y="30047"/>
                    <a:pt x="96459" y="30173"/>
                    <a:pt x="98970" y="30193"/>
                  </a:cubicBezTo>
                  <a:cubicBezTo>
                    <a:pt x="100120" y="30193"/>
                    <a:pt x="101271" y="30068"/>
                    <a:pt x="102422" y="30026"/>
                  </a:cubicBezTo>
                  <a:cubicBezTo>
                    <a:pt x="102469" y="30023"/>
                    <a:pt x="102516" y="30022"/>
                    <a:pt x="102563" y="30022"/>
                  </a:cubicBezTo>
                  <a:cubicBezTo>
                    <a:pt x="102856" y="30022"/>
                    <a:pt x="103159" y="30071"/>
                    <a:pt x="103447" y="30089"/>
                  </a:cubicBezTo>
                  <a:lnTo>
                    <a:pt x="103573" y="30445"/>
                  </a:lnTo>
                  <a:cubicBezTo>
                    <a:pt x="103364" y="30591"/>
                    <a:pt x="103154" y="30842"/>
                    <a:pt x="102924" y="30863"/>
                  </a:cubicBezTo>
                  <a:cubicBezTo>
                    <a:pt x="100936" y="31009"/>
                    <a:pt x="98949" y="31156"/>
                    <a:pt x="96961" y="31198"/>
                  </a:cubicBezTo>
                  <a:cubicBezTo>
                    <a:pt x="96318" y="31218"/>
                    <a:pt x="95672" y="31225"/>
                    <a:pt x="95026" y="31225"/>
                  </a:cubicBezTo>
                  <a:cubicBezTo>
                    <a:pt x="93633" y="31225"/>
                    <a:pt x="92237" y="31191"/>
                    <a:pt x="90851" y="31177"/>
                  </a:cubicBezTo>
                  <a:lnTo>
                    <a:pt x="89219" y="31177"/>
                  </a:lnTo>
                  <a:cubicBezTo>
                    <a:pt x="88884" y="30570"/>
                    <a:pt x="89073" y="30235"/>
                    <a:pt x="89554" y="30173"/>
                  </a:cubicBezTo>
                  <a:cubicBezTo>
                    <a:pt x="90161" y="30068"/>
                    <a:pt x="90788" y="30005"/>
                    <a:pt x="91395" y="30005"/>
                  </a:cubicBezTo>
                  <a:close/>
                  <a:moveTo>
                    <a:pt x="55469" y="31323"/>
                  </a:moveTo>
                  <a:cubicBezTo>
                    <a:pt x="56076" y="31323"/>
                    <a:pt x="56076" y="31365"/>
                    <a:pt x="56202" y="32223"/>
                  </a:cubicBezTo>
                  <a:lnTo>
                    <a:pt x="45028" y="32223"/>
                  </a:lnTo>
                  <a:cubicBezTo>
                    <a:pt x="43731" y="32223"/>
                    <a:pt x="42455" y="32244"/>
                    <a:pt x="41158" y="32265"/>
                  </a:cubicBezTo>
                  <a:cubicBezTo>
                    <a:pt x="40739" y="32265"/>
                    <a:pt x="40321" y="32223"/>
                    <a:pt x="40530" y="31407"/>
                  </a:cubicBezTo>
                  <a:cubicBezTo>
                    <a:pt x="44108" y="31407"/>
                    <a:pt x="47728" y="31407"/>
                    <a:pt x="51347" y="31386"/>
                  </a:cubicBezTo>
                  <a:cubicBezTo>
                    <a:pt x="52728" y="31386"/>
                    <a:pt x="54109" y="31323"/>
                    <a:pt x="55469" y="31323"/>
                  </a:cubicBezTo>
                  <a:close/>
                  <a:moveTo>
                    <a:pt x="94067" y="31649"/>
                  </a:moveTo>
                  <a:cubicBezTo>
                    <a:pt x="95245" y="31649"/>
                    <a:pt x="96417" y="31658"/>
                    <a:pt x="97589" y="31658"/>
                  </a:cubicBezTo>
                  <a:lnTo>
                    <a:pt x="102401" y="31658"/>
                  </a:lnTo>
                  <a:cubicBezTo>
                    <a:pt x="102296" y="33416"/>
                    <a:pt x="102192" y="35090"/>
                    <a:pt x="102087" y="36743"/>
                  </a:cubicBezTo>
                  <a:cubicBezTo>
                    <a:pt x="101565" y="36952"/>
                    <a:pt x="98343" y="37070"/>
                    <a:pt x="95310" y="37070"/>
                  </a:cubicBezTo>
                  <a:cubicBezTo>
                    <a:pt x="92877" y="37070"/>
                    <a:pt x="90566" y="36994"/>
                    <a:pt x="89868" y="36826"/>
                  </a:cubicBezTo>
                  <a:cubicBezTo>
                    <a:pt x="89972" y="35173"/>
                    <a:pt x="90056" y="33583"/>
                    <a:pt x="90140" y="31826"/>
                  </a:cubicBezTo>
                  <a:cubicBezTo>
                    <a:pt x="90830" y="31763"/>
                    <a:pt x="91563" y="31679"/>
                    <a:pt x="92295" y="31658"/>
                  </a:cubicBezTo>
                  <a:cubicBezTo>
                    <a:pt x="92888" y="31651"/>
                    <a:pt x="93478" y="31649"/>
                    <a:pt x="94067" y="31649"/>
                  </a:cubicBezTo>
                  <a:close/>
                  <a:moveTo>
                    <a:pt x="102967" y="37486"/>
                  </a:moveTo>
                  <a:cubicBezTo>
                    <a:pt x="103030" y="37486"/>
                    <a:pt x="103093" y="37489"/>
                    <a:pt x="103154" y="37496"/>
                  </a:cubicBezTo>
                  <a:cubicBezTo>
                    <a:pt x="103405" y="37538"/>
                    <a:pt x="103636" y="37789"/>
                    <a:pt x="103866" y="37935"/>
                  </a:cubicBezTo>
                  <a:cubicBezTo>
                    <a:pt x="103656" y="38144"/>
                    <a:pt x="103489" y="38437"/>
                    <a:pt x="103259" y="38542"/>
                  </a:cubicBezTo>
                  <a:cubicBezTo>
                    <a:pt x="103035" y="38617"/>
                    <a:pt x="102779" y="38627"/>
                    <a:pt x="102521" y="38627"/>
                  </a:cubicBezTo>
                  <a:cubicBezTo>
                    <a:pt x="102418" y="38627"/>
                    <a:pt x="102314" y="38626"/>
                    <a:pt x="102213" y="38626"/>
                  </a:cubicBezTo>
                  <a:lnTo>
                    <a:pt x="88612" y="38626"/>
                  </a:lnTo>
                  <a:cubicBezTo>
                    <a:pt x="88571" y="38354"/>
                    <a:pt x="88508" y="38061"/>
                    <a:pt x="88466" y="37726"/>
                  </a:cubicBezTo>
                  <a:cubicBezTo>
                    <a:pt x="88633" y="37705"/>
                    <a:pt x="88738" y="37663"/>
                    <a:pt x="88863" y="37663"/>
                  </a:cubicBezTo>
                  <a:cubicBezTo>
                    <a:pt x="92609" y="37684"/>
                    <a:pt x="96375" y="37705"/>
                    <a:pt x="100141" y="37726"/>
                  </a:cubicBezTo>
                  <a:cubicBezTo>
                    <a:pt x="100748" y="37726"/>
                    <a:pt x="101355" y="37642"/>
                    <a:pt x="101983" y="37580"/>
                  </a:cubicBezTo>
                  <a:cubicBezTo>
                    <a:pt x="102315" y="37562"/>
                    <a:pt x="102647" y="37486"/>
                    <a:pt x="102967" y="37486"/>
                  </a:cubicBezTo>
                  <a:close/>
                  <a:moveTo>
                    <a:pt x="43713" y="38805"/>
                  </a:moveTo>
                  <a:cubicBezTo>
                    <a:pt x="44201" y="38805"/>
                    <a:pt x="44687" y="38807"/>
                    <a:pt x="45175" y="38814"/>
                  </a:cubicBezTo>
                  <a:cubicBezTo>
                    <a:pt x="48314" y="38814"/>
                    <a:pt x="51452" y="38835"/>
                    <a:pt x="54612" y="38856"/>
                  </a:cubicBezTo>
                  <a:cubicBezTo>
                    <a:pt x="55093" y="38877"/>
                    <a:pt x="55679" y="38772"/>
                    <a:pt x="56034" y="39504"/>
                  </a:cubicBezTo>
                  <a:cubicBezTo>
                    <a:pt x="55720" y="39588"/>
                    <a:pt x="55490" y="39693"/>
                    <a:pt x="55260" y="39693"/>
                  </a:cubicBezTo>
                  <a:cubicBezTo>
                    <a:pt x="52247" y="39714"/>
                    <a:pt x="49234" y="39735"/>
                    <a:pt x="46221" y="39735"/>
                  </a:cubicBezTo>
                  <a:cubicBezTo>
                    <a:pt x="44715" y="39735"/>
                    <a:pt x="43208" y="39735"/>
                    <a:pt x="41702" y="39714"/>
                  </a:cubicBezTo>
                  <a:cubicBezTo>
                    <a:pt x="41283" y="39714"/>
                    <a:pt x="40781" y="39714"/>
                    <a:pt x="40718" y="38814"/>
                  </a:cubicBezTo>
                  <a:cubicBezTo>
                    <a:pt x="41750" y="38814"/>
                    <a:pt x="42736" y="38805"/>
                    <a:pt x="43713" y="38805"/>
                  </a:cubicBezTo>
                  <a:close/>
                  <a:moveTo>
                    <a:pt x="116545" y="33771"/>
                  </a:moveTo>
                  <a:cubicBezTo>
                    <a:pt x="117508" y="34441"/>
                    <a:pt x="118470" y="35111"/>
                    <a:pt x="119412" y="35759"/>
                  </a:cubicBezTo>
                  <a:lnTo>
                    <a:pt x="119412" y="42099"/>
                  </a:lnTo>
                  <a:lnTo>
                    <a:pt x="115918" y="42099"/>
                  </a:lnTo>
                  <a:cubicBezTo>
                    <a:pt x="116022" y="39337"/>
                    <a:pt x="116127" y="36659"/>
                    <a:pt x="116232" y="33960"/>
                  </a:cubicBezTo>
                  <a:cubicBezTo>
                    <a:pt x="116336" y="33897"/>
                    <a:pt x="116441" y="33834"/>
                    <a:pt x="116545" y="33771"/>
                  </a:cubicBezTo>
                  <a:close/>
                  <a:moveTo>
                    <a:pt x="107025" y="24983"/>
                  </a:moveTo>
                  <a:cubicBezTo>
                    <a:pt x="107527" y="25402"/>
                    <a:pt x="107820" y="25611"/>
                    <a:pt x="108030" y="25862"/>
                  </a:cubicBezTo>
                  <a:cubicBezTo>
                    <a:pt x="109118" y="27160"/>
                    <a:pt x="110164" y="28478"/>
                    <a:pt x="111273" y="29754"/>
                  </a:cubicBezTo>
                  <a:cubicBezTo>
                    <a:pt x="111649" y="30193"/>
                    <a:pt x="111733" y="30570"/>
                    <a:pt x="111649" y="31177"/>
                  </a:cubicBezTo>
                  <a:cubicBezTo>
                    <a:pt x="111356" y="33186"/>
                    <a:pt x="111210" y="35236"/>
                    <a:pt x="111022" y="37266"/>
                  </a:cubicBezTo>
                  <a:cubicBezTo>
                    <a:pt x="110938" y="38249"/>
                    <a:pt x="110833" y="39212"/>
                    <a:pt x="110791" y="40195"/>
                  </a:cubicBezTo>
                  <a:cubicBezTo>
                    <a:pt x="110770" y="40760"/>
                    <a:pt x="110833" y="41346"/>
                    <a:pt x="110875" y="42078"/>
                  </a:cubicBezTo>
                  <a:cubicBezTo>
                    <a:pt x="109850" y="42141"/>
                    <a:pt x="108825" y="42183"/>
                    <a:pt x="107674" y="42245"/>
                  </a:cubicBezTo>
                  <a:cubicBezTo>
                    <a:pt x="107465" y="36533"/>
                    <a:pt x="107255" y="30905"/>
                    <a:pt x="107025" y="24983"/>
                  </a:cubicBezTo>
                  <a:close/>
                  <a:moveTo>
                    <a:pt x="120186" y="36240"/>
                  </a:moveTo>
                  <a:lnTo>
                    <a:pt x="120186" y="36240"/>
                  </a:lnTo>
                  <a:cubicBezTo>
                    <a:pt x="121630" y="37077"/>
                    <a:pt x="122739" y="37747"/>
                    <a:pt x="123827" y="38375"/>
                  </a:cubicBezTo>
                  <a:lnTo>
                    <a:pt x="123827" y="42287"/>
                  </a:lnTo>
                  <a:cubicBezTo>
                    <a:pt x="122676" y="42225"/>
                    <a:pt x="121630" y="42162"/>
                    <a:pt x="120479" y="42099"/>
                  </a:cubicBezTo>
                  <a:cubicBezTo>
                    <a:pt x="120374" y="40216"/>
                    <a:pt x="120291" y="38396"/>
                    <a:pt x="120186" y="36240"/>
                  </a:cubicBezTo>
                  <a:close/>
                  <a:moveTo>
                    <a:pt x="112361" y="31051"/>
                  </a:moveTo>
                  <a:cubicBezTo>
                    <a:pt x="113491" y="31867"/>
                    <a:pt x="114516" y="32621"/>
                    <a:pt x="115625" y="33416"/>
                  </a:cubicBezTo>
                  <a:cubicBezTo>
                    <a:pt x="115478" y="34818"/>
                    <a:pt x="115290" y="36261"/>
                    <a:pt x="115227" y="37726"/>
                  </a:cubicBezTo>
                  <a:cubicBezTo>
                    <a:pt x="115164" y="39128"/>
                    <a:pt x="115206" y="40530"/>
                    <a:pt x="115206" y="42036"/>
                  </a:cubicBezTo>
                  <a:cubicBezTo>
                    <a:pt x="114824" y="42269"/>
                    <a:pt x="114433" y="42343"/>
                    <a:pt x="114032" y="42343"/>
                  </a:cubicBezTo>
                  <a:cubicBezTo>
                    <a:pt x="113335" y="42343"/>
                    <a:pt x="112608" y="42119"/>
                    <a:pt x="111840" y="42119"/>
                  </a:cubicBezTo>
                  <a:cubicBezTo>
                    <a:pt x="111819" y="42119"/>
                    <a:pt x="111797" y="42120"/>
                    <a:pt x="111775" y="42120"/>
                  </a:cubicBezTo>
                  <a:cubicBezTo>
                    <a:pt x="111963" y="38479"/>
                    <a:pt x="112151" y="34880"/>
                    <a:pt x="112361" y="31051"/>
                  </a:cubicBezTo>
                  <a:close/>
                  <a:moveTo>
                    <a:pt x="36429" y="27494"/>
                  </a:moveTo>
                  <a:lnTo>
                    <a:pt x="36429" y="27494"/>
                  </a:lnTo>
                  <a:cubicBezTo>
                    <a:pt x="36513" y="29440"/>
                    <a:pt x="36094" y="31093"/>
                    <a:pt x="36010" y="32767"/>
                  </a:cubicBezTo>
                  <a:cubicBezTo>
                    <a:pt x="35906" y="34504"/>
                    <a:pt x="35780" y="36219"/>
                    <a:pt x="35738" y="37956"/>
                  </a:cubicBezTo>
                  <a:cubicBezTo>
                    <a:pt x="35697" y="39672"/>
                    <a:pt x="35717" y="41388"/>
                    <a:pt x="35717" y="43229"/>
                  </a:cubicBezTo>
                  <a:cubicBezTo>
                    <a:pt x="35173" y="43229"/>
                    <a:pt x="34704" y="43238"/>
                    <a:pt x="34253" y="43238"/>
                  </a:cubicBezTo>
                  <a:cubicBezTo>
                    <a:pt x="34027" y="43238"/>
                    <a:pt x="33806" y="43236"/>
                    <a:pt x="33583" y="43229"/>
                  </a:cubicBezTo>
                  <a:cubicBezTo>
                    <a:pt x="32830" y="43187"/>
                    <a:pt x="32746" y="43020"/>
                    <a:pt x="32809" y="42225"/>
                  </a:cubicBezTo>
                  <a:cubicBezTo>
                    <a:pt x="32956" y="40153"/>
                    <a:pt x="33123" y="38082"/>
                    <a:pt x="33144" y="36010"/>
                  </a:cubicBezTo>
                  <a:cubicBezTo>
                    <a:pt x="33144" y="34483"/>
                    <a:pt x="32935" y="32955"/>
                    <a:pt x="32809" y="31386"/>
                  </a:cubicBezTo>
                  <a:cubicBezTo>
                    <a:pt x="33918" y="30193"/>
                    <a:pt x="35069" y="28959"/>
                    <a:pt x="36429" y="27494"/>
                  </a:cubicBezTo>
                  <a:close/>
                  <a:moveTo>
                    <a:pt x="40593" y="24628"/>
                  </a:moveTo>
                  <a:cubicBezTo>
                    <a:pt x="40635" y="25025"/>
                    <a:pt x="40697" y="25318"/>
                    <a:pt x="40676" y="25611"/>
                  </a:cubicBezTo>
                  <a:cubicBezTo>
                    <a:pt x="40635" y="26595"/>
                    <a:pt x="40614" y="27557"/>
                    <a:pt x="40509" y="28540"/>
                  </a:cubicBezTo>
                  <a:cubicBezTo>
                    <a:pt x="40425" y="29419"/>
                    <a:pt x="40676" y="30361"/>
                    <a:pt x="40028" y="31219"/>
                  </a:cubicBezTo>
                  <a:cubicBezTo>
                    <a:pt x="39714" y="31637"/>
                    <a:pt x="39860" y="32307"/>
                    <a:pt x="40383" y="32767"/>
                  </a:cubicBezTo>
                  <a:cubicBezTo>
                    <a:pt x="40593" y="32976"/>
                    <a:pt x="40760" y="33374"/>
                    <a:pt x="40739" y="33667"/>
                  </a:cubicBezTo>
                  <a:cubicBezTo>
                    <a:pt x="40572" y="35466"/>
                    <a:pt x="40363" y="37245"/>
                    <a:pt x="40174" y="39044"/>
                  </a:cubicBezTo>
                  <a:cubicBezTo>
                    <a:pt x="40132" y="39651"/>
                    <a:pt x="40174" y="40216"/>
                    <a:pt x="40927" y="40320"/>
                  </a:cubicBezTo>
                  <a:cubicBezTo>
                    <a:pt x="40865" y="41074"/>
                    <a:pt x="40823" y="41722"/>
                    <a:pt x="40781" y="42392"/>
                  </a:cubicBezTo>
                  <a:cubicBezTo>
                    <a:pt x="40724" y="43134"/>
                    <a:pt x="40460" y="43426"/>
                    <a:pt x="39815" y="43426"/>
                  </a:cubicBezTo>
                  <a:cubicBezTo>
                    <a:pt x="39750" y="43426"/>
                    <a:pt x="39682" y="43423"/>
                    <a:pt x="39609" y="43417"/>
                  </a:cubicBezTo>
                  <a:cubicBezTo>
                    <a:pt x="38772" y="43354"/>
                    <a:pt x="37935" y="43229"/>
                    <a:pt x="36931" y="43124"/>
                  </a:cubicBezTo>
                  <a:cubicBezTo>
                    <a:pt x="36931" y="41032"/>
                    <a:pt x="36889" y="39044"/>
                    <a:pt x="36931" y="37056"/>
                  </a:cubicBezTo>
                  <a:cubicBezTo>
                    <a:pt x="37015" y="33771"/>
                    <a:pt x="37140" y="30507"/>
                    <a:pt x="37266" y="27243"/>
                  </a:cubicBezTo>
                  <a:cubicBezTo>
                    <a:pt x="37287" y="26720"/>
                    <a:pt x="37370" y="26176"/>
                    <a:pt x="37559" y="25674"/>
                  </a:cubicBezTo>
                  <a:cubicBezTo>
                    <a:pt x="37768" y="25088"/>
                    <a:pt x="38207" y="24628"/>
                    <a:pt x="38940" y="24628"/>
                  </a:cubicBezTo>
                  <a:close/>
                  <a:moveTo>
                    <a:pt x="27264" y="36031"/>
                  </a:moveTo>
                  <a:lnTo>
                    <a:pt x="27264" y="36031"/>
                  </a:lnTo>
                  <a:cubicBezTo>
                    <a:pt x="27139" y="38688"/>
                    <a:pt x="26992" y="41116"/>
                    <a:pt x="26867" y="43606"/>
                  </a:cubicBezTo>
                  <a:lnTo>
                    <a:pt x="22703" y="43606"/>
                  </a:lnTo>
                  <a:cubicBezTo>
                    <a:pt x="22703" y="42978"/>
                    <a:pt x="22724" y="42350"/>
                    <a:pt x="22703" y="41722"/>
                  </a:cubicBezTo>
                  <a:cubicBezTo>
                    <a:pt x="22682" y="40844"/>
                    <a:pt x="22577" y="39965"/>
                    <a:pt x="22640" y="39086"/>
                  </a:cubicBezTo>
                  <a:cubicBezTo>
                    <a:pt x="22661" y="38751"/>
                    <a:pt x="22954" y="38333"/>
                    <a:pt x="23247" y="38165"/>
                  </a:cubicBezTo>
                  <a:cubicBezTo>
                    <a:pt x="24063" y="37663"/>
                    <a:pt x="24942" y="37266"/>
                    <a:pt x="25800" y="36826"/>
                  </a:cubicBezTo>
                  <a:cubicBezTo>
                    <a:pt x="26218" y="36617"/>
                    <a:pt x="26637" y="36387"/>
                    <a:pt x="27264" y="36031"/>
                  </a:cubicBezTo>
                  <a:close/>
                  <a:moveTo>
                    <a:pt x="21699" y="38919"/>
                  </a:moveTo>
                  <a:lnTo>
                    <a:pt x="21699" y="43626"/>
                  </a:lnTo>
                  <a:cubicBezTo>
                    <a:pt x="21066" y="43663"/>
                    <a:pt x="20434" y="43714"/>
                    <a:pt x="19802" y="43714"/>
                  </a:cubicBezTo>
                  <a:cubicBezTo>
                    <a:pt x="19702" y="43714"/>
                    <a:pt x="19602" y="43713"/>
                    <a:pt x="19502" y="43710"/>
                  </a:cubicBezTo>
                  <a:cubicBezTo>
                    <a:pt x="18811" y="43689"/>
                    <a:pt x="18100" y="43564"/>
                    <a:pt x="17200" y="43480"/>
                  </a:cubicBezTo>
                  <a:cubicBezTo>
                    <a:pt x="17284" y="42497"/>
                    <a:pt x="17367" y="41618"/>
                    <a:pt x="17472" y="40760"/>
                  </a:cubicBezTo>
                  <a:cubicBezTo>
                    <a:pt x="17514" y="40572"/>
                    <a:pt x="17702" y="40341"/>
                    <a:pt x="17870" y="40279"/>
                  </a:cubicBezTo>
                  <a:cubicBezTo>
                    <a:pt x="19104" y="39818"/>
                    <a:pt x="20339" y="39400"/>
                    <a:pt x="21699" y="38919"/>
                  </a:cubicBezTo>
                  <a:close/>
                  <a:moveTo>
                    <a:pt x="32119" y="32118"/>
                  </a:moveTo>
                  <a:lnTo>
                    <a:pt x="32119" y="32118"/>
                  </a:lnTo>
                  <a:cubicBezTo>
                    <a:pt x="31972" y="36010"/>
                    <a:pt x="31826" y="39588"/>
                    <a:pt x="31679" y="43354"/>
                  </a:cubicBezTo>
                  <a:cubicBezTo>
                    <a:pt x="30445" y="43480"/>
                    <a:pt x="29189" y="43626"/>
                    <a:pt x="27955" y="43752"/>
                  </a:cubicBezTo>
                  <a:lnTo>
                    <a:pt x="27955" y="35571"/>
                  </a:lnTo>
                  <a:cubicBezTo>
                    <a:pt x="29189" y="34546"/>
                    <a:pt x="30549" y="33416"/>
                    <a:pt x="32119" y="32118"/>
                  </a:cubicBezTo>
                  <a:close/>
                  <a:moveTo>
                    <a:pt x="101752" y="39232"/>
                  </a:moveTo>
                  <a:cubicBezTo>
                    <a:pt x="102150" y="41116"/>
                    <a:pt x="101313" y="42957"/>
                    <a:pt x="102255" y="44735"/>
                  </a:cubicBezTo>
                  <a:cubicBezTo>
                    <a:pt x="97965" y="44861"/>
                    <a:pt x="93760" y="45007"/>
                    <a:pt x="89470" y="45133"/>
                  </a:cubicBezTo>
                  <a:cubicBezTo>
                    <a:pt x="89617" y="43187"/>
                    <a:pt x="89763" y="41409"/>
                    <a:pt x="89931" y="39463"/>
                  </a:cubicBezTo>
                  <a:cubicBezTo>
                    <a:pt x="91183" y="39343"/>
                    <a:pt x="92436" y="39310"/>
                    <a:pt x="93689" y="39310"/>
                  </a:cubicBezTo>
                  <a:cubicBezTo>
                    <a:pt x="95217" y="39310"/>
                    <a:pt x="96745" y="39359"/>
                    <a:pt x="98276" y="39359"/>
                  </a:cubicBezTo>
                  <a:cubicBezTo>
                    <a:pt x="99433" y="39359"/>
                    <a:pt x="100592" y="39331"/>
                    <a:pt x="101752" y="39232"/>
                  </a:cubicBezTo>
                  <a:close/>
                  <a:moveTo>
                    <a:pt x="55051" y="40404"/>
                  </a:moveTo>
                  <a:cubicBezTo>
                    <a:pt x="55302" y="42141"/>
                    <a:pt x="55156" y="43668"/>
                    <a:pt x="54863" y="45342"/>
                  </a:cubicBezTo>
                  <a:cubicBezTo>
                    <a:pt x="52728" y="45279"/>
                    <a:pt x="50573" y="45133"/>
                    <a:pt x="48439" y="45133"/>
                  </a:cubicBezTo>
                  <a:cubicBezTo>
                    <a:pt x="46263" y="45154"/>
                    <a:pt x="44087" y="45321"/>
                    <a:pt x="41890" y="45426"/>
                  </a:cubicBezTo>
                  <a:cubicBezTo>
                    <a:pt x="41409" y="43961"/>
                    <a:pt x="41346" y="41973"/>
                    <a:pt x="41660" y="40404"/>
                  </a:cubicBezTo>
                  <a:close/>
                  <a:moveTo>
                    <a:pt x="76791" y="35696"/>
                  </a:moveTo>
                  <a:cubicBezTo>
                    <a:pt x="80620" y="39023"/>
                    <a:pt x="84428" y="42204"/>
                    <a:pt x="88738" y="44714"/>
                  </a:cubicBezTo>
                  <a:cubicBezTo>
                    <a:pt x="88717" y="44819"/>
                    <a:pt x="88696" y="44924"/>
                    <a:pt x="88675" y="45028"/>
                  </a:cubicBezTo>
                  <a:cubicBezTo>
                    <a:pt x="87483" y="45070"/>
                    <a:pt x="86290" y="45133"/>
                    <a:pt x="85034" y="45196"/>
                  </a:cubicBezTo>
                  <a:cubicBezTo>
                    <a:pt x="84804" y="45823"/>
                    <a:pt x="84595" y="46430"/>
                    <a:pt x="84344" y="47183"/>
                  </a:cubicBezTo>
                  <a:cubicBezTo>
                    <a:pt x="81477" y="43857"/>
                    <a:pt x="78674" y="40613"/>
                    <a:pt x="75765" y="37203"/>
                  </a:cubicBezTo>
                  <a:cubicBezTo>
                    <a:pt x="76058" y="36743"/>
                    <a:pt x="76393" y="36282"/>
                    <a:pt x="76791" y="35696"/>
                  </a:cubicBezTo>
                  <a:close/>
                  <a:moveTo>
                    <a:pt x="70011" y="34859"/>
                  </a:moveTo>
                  <a:cubicBezTo>
                    <a:pt x="70346" y="35403"/>
                    <a:pt x="70660" y="35927"/>
                    <a:pt x="70995" y="36491"/>
                  </a:cubicBezTo>
                  <a:cubicBezTo>
                    <a:pt x="67772" y="40739"/>
                    <a:pt x="63588" y="44108"/>
                    <a:pt x="60596" y="48753"/>
                  </a:cubicBezTo>
                  <a:cubicBezTo>
                    <a:pt x="60407" y="47518"/>
                    <a:pt x="60240" y="46535"/>
                    <a:pt x="60073" y="45342"/>
                  </a:cubicBezTo>
                  <a:lnTo>
                    <a:pt x="55783" y="45342"/>
                  </a:lnTo>
                  <a:cubicBezTo>
                    <a:pt x="55637" y="43647"/>
                    <a:pt x="55679" y="43731"/>
                    <a:pt x="56976" y="43082"/>
                  </a:cubicBezTo>
                  <a:cubicBezTo>
                    <a:pt x="58441" y="42329"/>
                    <a:pt x="59842" y="41471"/>
                    <a:pt x="61244" y="40634"/>
                  </a:cubicBezTo>
                  <a:cubicBezTo>
                    <a:pt x="62667" y="39756"/>
                    <a:pt x="64090" y="38835"/>
                    <a:pt x="65492" y="37914"/>
                  </a:cubicBezTo>
                  <a:cubicBezTo>
                    <a:pt x="66977" y="36952"/>
                    <a:pt x="68421" y="35947"/>
                    <a:pt x="70011" y="34859"/>
                  </a:cubicBezTo>
                  <a:close/>
                  <a:moveTo>
                    <a:pt x="103460" y="45703"/>
                  </a:moveTo>
                  <a:cubicBezTo>
                    <a:pt x="104965" y="45703"/>
                    <a:pt x="106385" y="45769"/>
                    <a:pt x="107297" y="45907"/>
                  </a:cubicBezTo>
                  <a:cubicBezTo>
                    <a:pt x="106900" y="50992"/>
                    <a:pt x="106523" y="55992"/>
                    <a:pt x="106879" y="61098"/>
                  </a:cubicBezTo>
                  <a:lnTo>
                    <a:pt x="97107" y="61098"/>
                  </a:lnTo>
                  <a:cubicBezTo>
                    <a:pt x="97212" y="56055"/>
                    <a:pt x="97296" y="51096"/>
                    <a:pt x="97379" y="46158"/>
                  </a:cubicBezTo>
                  <a:cubicBezTo>
                    <a:pt x="98529" y="45864"/>
                    <a:pt x="101099" y="45703"/>
                    <a:pt x="103460" y="45703"/>
                  </a:cubicBezTo>
                  <a:close/>
                  <a:moveTo>
                    <a:pt x="96605" y="46116"/>
                  </a:moveTo>
                  <a:cubicBezTo>
                    <a:pt x="96438" y="51096"/>
                    <a:pt x="96270" y="56013"/>
                    <a:pt x="96103" y="61035"/>
                  </a:cubicBezTo>
                  <a:cubicBezTo>
                    <a:pt x="92818" y="61139"/>
                    <a:pt x="89512" y="61244"/>
                    <a:pt x="86122" y="61328"/>
                  </a:cubicBezTo>
                  <a:cubicBezTo>
                    <a:pt x="85976" y="56264"/>
                    <a:pt x="85830" y="51284"/>
                    <a:pt x="85704" y="46116"/>
                  </a:cubicBezTo>
                  <a:close/>
                  <a:moveTo>
                    <a:pt x="48753" y="46033"/>
                  </a:moveTo>
                  <a:cubicBezTo>
                    <a:pt x="52394" y="46137"/>
                    <a:pt x="55909" y="46263"/>
                    <a:pt x="59570" y="46388"/>
                  </a:cubicBezTo>
                  <a:cubicBezTo>
                    <a:pt x="59403" y="48983"/>
                    <a:pt x="59215" y="51494"/>
                    <a:pt x="59089" y="54005"/>
                  </a:cubicBezTo>
                  <a:cubicBezTo>
                    <a:pt x="58943" y="56515"/>
                    <a:pt x="58838" y="59026"/>
                    <a:pt x="58713" y="61684"/>
                  </a:cubicBezTo>
                  <a:cubicBezTo>
                    <a:pt x="55093" y="61788"/>
                    <a:pt x="51661" y="61872"/>
                    <a:pt x="48188" y="61956"/>
                  </a:cubicBezTo>
                  <a:cubicBezTo>
                    <a:pt x="47937" y="61202"/>
                    <a:pt x="47832" y="60533"/>
                    <a:pt x="47874" y="59759"/>
                  </a:cubicBezTo>
                  <a:cubicBezTo>
                    <a:pt x="48062" y="56976"/>
                    <a:pt x="48083" y="54172"/>
                    <a:pt x="48230" y="51389"/>
                  </a:cubicBezTo>
                  <a:cubicBezTo>
                    <a:pt x="48334" y="49632"/>
                    <a:pt x="48565" y="47895"/>
                    <a:pt x="48753" y="46033"/>
                  </a:cubicBezTo>
                  <a:close/>
                  <a:moveTo>
                    <a:pt x="47518" y="46137"/>
                  </a:moveTo>
                  <a:lnTo>
                    <a:pt x="47518" y="46137"/>
                  </a:lnTo>
                  <a:cubicBezTo>
                    <a:pt x="47351" y="51410"/>
                    <a:pt x="47184" y="56536"/>
                    <a:pt x="47016" y="61851"/>
                  </a:cubicBezTo>
                  <a:cubicBezTo>
                    <a:pt x="46493" y="61893"/>
                    <a:pt x="45886" y="61914"/>
                    <a:pt x="45301" y="61935"/>
                  </a:cubicBezTo>
                  <a:cubicBezTo>
                    <a:pt x="42769" y="62018"/>
                    <a:pt x="40237" y="62102"/>
                    <a:pt x="37726" y="62165"/>
                  </a:cubicBezTo>
                  <a:cubicBezTo>
                    <a:pt x="37635" y="62172"/>
                    <a:pt x="37545" y="62174"/>
                    <a:pt x="37448" y="62174"/>
                  </a:cubicBezTo>
                  <a:cubicBezTo>
                    <a:pt x="37254" y="62174"/>
                    <a:pt x="37036" y="62165"/>
                    <a:pt x="36743" y="62165"/>
                  </a:cubicBezTo>
                  <a:cubicBezTo>
                    <a:pt x="36722" y="61495"/>
                    <a:pt x="36659" y="60847"/>
                    <a:pt x="36701" y="60198"/>
                  </a:cubicBezTo>
                  <a:cubicBezTo>
                    <a:pt x="36826" y="58733"/>
                    <a:pt x="37057" y="57290"/>
                    <a:pt x="37140" y="55825"/>
                  </a:cubicBezTo>
                  <a:cubicBezTo>
                    <a:pt x="37245" y="53440"/>
                    <a:pt x="37245" y="51054"/>
                    <a:pt x="37287" y="48648"/>
                  </a:cubicBezTo>
                  <a:cubicBezTo>
                    <a:pt x="37308" y="47958"/>
                    <a:pt x="37308" y="47246"/>
                    <a:pt x="37308" y="46388"/>
                  </a:cubicBezTo>
                  <a:cubicBezTo>
                    <a:pt x="40676" y="46305"/>
                    <a:pt x="43982" y="46221"/>
                    <a:pt x="47518" y="46137"/>
                  </a:cubicBezTo>
                  <a:close/>
                  <a:moveTo>
                    <a:pt x="97191" y="1"/>
                  </a:moveTo>
                  <a:cubicBezTo>
                    <a:pt x="95182" y="3076"/>
                    <a:pt x="93906" y="6361"/>
                    <a:pt x="92128" y="9479"/>
                  </a:cubicBezTo>
                  <a:cubicBezTo>
                    <a:pt x="91416" y="8328"/>
                    <a:pt x="90726" y="7261"/>
                    <a:pt x="89972" y="6069"/>
                  </a:cubicBezTo>
                  <a:cubicBezTo>
                    <a:pt x="88863" y="7575"/>
                    <a:pt x="88884" y="9416"/>
                    <a:pt x="87901" y="10735"/>
                  </a:cubicBezTo>
                  <a:cubicBezTo>
                    <a:pt x="86478" y="10986"/>
                    <a:pt x="86499" y="10986"/>
                    <a:pt x="86394" y="12304"/>
                  </a:cubicBezTo>
                  <a:cubicBezTo>
                    <a:pt x="86311" y="13580"/>
                    <a:pt x="86206" y="14856"/>
                    <a:pt x="86081" y="16175"/>
                  </a:cubicBezTo>
                  <a:cubicBezTo>
                    <a:pt x="85725" y="16216"/>
                    <a:pt x="85432" y="16321"/>
                    <a:pt x="85118" y="16321"/>
                  </a:cubicBezTo>
                  <a:cubicBezTo>
                    <a:pt x="82293" y="16300"/>
                    <a:pt x="79448" y="16237"/>
                    <a:pt x="76623" y="16216"/>
                  </a:cubicBezTo>
                  <a:cubicBezTo>
                    <a:pt x="76037" y="16216"/>
                    <a:pt x="75598" y="15986"/>
                    <a:pt x="75200" y="15610"/>
                  </a:cubicBezTo>
                  <a:cubicBezTo>
                    <a:pt x="74710" y="15141"/>
                    <a:pt x="74486" y="14940"/>
                    <a:pt x="74208" y="14940"/>
                  </a:cubicBezTo>
                  <a:cubicBezTo>
                    <a:pt x="73963" y="14940"/>
                    <a:pt x="73676" y="15095"/>
                    <a:pt x="73129" y="15359"/>
                  </a:cubicBezTo>
                  <a:cubicBezTo>
                    <a:pt x="72376" y="15714"/>
                    <a:pt x="71581" y="16133"/>
                    <a:pt x="70785" y="16154"/>
                  </a:cubicBezTo>
                  <a:cubicBezTo>
                    <a:pt x="70687" y="16155"/>
                    <a:pt x="70589" y="16155"/>
                    <a:pt x="70491" y="16155"/>
                  </a:cubicBezTo>
                  <a:cubicBezTo>
                    <a:pt x="68516" y="16155"/>
                    <a:pt x="66523" y="15963"/>
                    <a:pt x="64550" y="15924"/>
                  </a:cubicBezTo>
                  <a:cubicBezTo>
                    <a:pt x="63619" y="15903"/>
                    <a:pt x="62688" y="15897"/>
                    <a:pt x="61744" y="15897"/>
                  </a:cubicBezTo>
                  <a:cubicBezTo>
                    <a:pt x="60800" y="15897"/>
                    <a:pt x="59842" y="15903"/>
                    <a:pt x="58859" y="15903"/>
                  </a:cubicBezTo>
                  <a:cubicBezTo>
                    <a:pt x="58817" y="15233"/>
                    <a:pt x="58796" y="14710"/>
                    <a:pt x="58754" y="14187"/>
                  </a:cubicBezTo>
                  <a:cubicBezTo>
                    <a:pt x="58692" y="13622"/>
                    <a:pt x="58650" y="13057"/>
                    <a:pt x="58566" y="12471"/>
                  </a:cubicBezTo>
                  <a:cubicBezTo>
                    <a:pt x="58467" y="11917"/>
                    <a:pt x="58069" y="11420"/>
                    <a:pt x="57602" y="11420"/>
                  </a:cubicBezTo>
                  <a:cubicBezTo>
                    <a:pt x="57575" y="11420"/>
                    <a:pt x="57547" y="11422"/>
                    <a:pt x="57520" y="11425"/>
                  </a:cubicBezTo>
                  <a:cubicBezTo>
                    <a:pt x="57412" y="11440"/>
                    <a:pt x="57313" y="11447"/>
                    <a:pt x="57221" y="11447"/>
                  </a:cubicBezTo>
                  <a:cubicBezTo>
                    <a:pt x="56259" y="11447"/>
                    <a:pt x="56117" y="10686"/>
                    <a:pt x="55888" y="9960"/>
                  </a:cubicBezTo>
                  <a:cubicBezTo>
                    <a:pt x="55679" y="9374"/>
                    <a:pt x="55595" y="8747"/>
                    <a:pt x="55386" y="8161"/>
                  </a:cubicBezTo>
                  <a:cubicBezTo>
                    <a:pt x="55260" y="7784"/>
                    <a:pt x="55030" y="7429"/>
                    <a:pt x="54800" y="6926"/>
                  </a:cubicBezTo>
                  <a:cubicBezTo>
                    <a:pt x="53837" y="8203"/>
                    <a:pt x="53879" y="9856"/>
                    <a:pt x="52477" y="10755"/>
                  </a:cubicBezTo>
                  <a:cubicBezTo>
                    <a:pt x="52184" y="10107"/>
                    <a:pt x="51871" y="9479"/>
                    <a:pt x="51619" y="8810"/>
                  </a:cubicBezTo>
                  <a:cubicBezTo>
                    <a:pt x="50824" y="6696"/>
                    <a:pt x="50071" y="4562"/>
                    <a:pt x="49276" y="2449"/>
                  </a:cubicBezTo>
                  <a:cubicBezTo>
                    <a:pt x="49067" y="1884"/>
                    <a:pt x="48941" y="1214"/>
                    <a:pt x="47979" y="1151"/>
                  </a:cubicBezTo>
                  <a:cubicBezTo>
                    <a:pt x="47163" y="2616"/>
                    <a:pt x="46326" y="4123"/>
                    <a:pt x="45468" y="5608"/>
                  </a:cubicBezTo>
                  <a:cubicBezTo>
                    <a:pt x="44631" y="7094"/>
                    <a:pt x="43752" y="8558"/>
                    <a:pt x="42894" y="10023"/>
                  </a:cubicBezTo>
                  <a:cubicBezTo>
                    <a:pt x="41869" y="9186"/>
                    <a:pt x="42225" y="7596"/>
                    <a:pt x="40823" y="7052"/>
                  </a:cubicBezTo>
                  <a:cubicBezTo>
                    <a:pt x="40049" y="8558"/>
                    <a:pt x="39295" y="10002"/>
                    <a:pt x="38500" y="11530"/>
                  </a:cubicBezTo>
                  <a:cubicBezTo>
                    <a:pt x="37454" y="11802"/>
                    <a:pt x="37391" y="11969"/>
                    <a:pt x="37370" y="12827"/>
                  </a:cubicBezTo>
                  <a:cubicBezTo>
                    <a:pt x="37308" y="14773"/>
                    <a:pt x="37203" y="16719"/>
                    <a:pt x="37119" y="18665"/>
                  </a:cubicBezTo>
                  <a:cubicBezTo>
                    <a:pt x="37015" y="20652"/>
                    <a:pt x="36785" y="22640"/>
                    <a:pt x="37224" y="24628"/>
                  </a:cubicBezTo>
                  <a:cubicBezTo>
                    <a:pt x="36806" y="25088"/>
                    <a:pt x="36366" y="25527"/>
                    <a:pt x="35969" y="26009"/>
                  </a:cubicBezTo>
                  <a:cubicBezTo>
                    <a:pt x="32328" y="30445"/>
                    <a:pt x="28185" y="34274"/>
                    <a:pt x="23038" y="36931"/>
                  </a:cubicBezTo>
                  <a:cubicBezTo>
                    <a:pt x="19230" y="38898"/>
                    <a:pt x="15233" y="40279"/>
                    <a:pt x="11007" y="41032"/>
                  </a:cubicBezTo>
                  <a:cubicBezTo>
                    <a:pt x="9458" y="41325"/>
                    <a:pt x="7910" y="41597"/>
                    <a:pt x="6362" y="41890"/>
                  </a:cubicBezTo>
                  <a:cubicBezTo>
                    <a:pt x="6362" y="41973"/>
                    <a:pt x="6383" y="42078"/>
                    <a:pt x="6404" y="42183"/>
                  </a:cubicBezTo>
                  <a:cubicBezTo>
                    <a:pt x="8412" y="41953"/>
                    <a:pt x="10442" y="41722"/>
                    <a:pt x="12409" y="41492"/>
                  </a:cubicBezTo>
                  <a:cubicBezTo>
                    <a:pt x="12534" y="42099"/>
                    <a:pt x="12618" y="42559"/>
                    <a:pt x="12722" y="43020"/>
                  </a:cubicBezTo>
                  <a:cubicBezTo>
                    <a:pt x="12785" y="43041"/>
                    <a:pt x="12848" y="43041"/>
                    <a:pt x="12932" y="43061"/>
                  </a:cubicBezTo>
                  <a:cubicBezTo>
                    <a:pt x="13120" y="42476"/>
                    <a:pt x="13308" y="41911"/>
                    <a:pt x="13538" y="41178"/>
                  </a:cubicBezTo>
                  <a:cubicBezTo>
                    <a:pt x="13676" y="41211"/>
                    <a:pt x="13815" y="41225"/>
                    <a:pt x="13956" y="41225"/>
                  </a:cubicBezTo>
                  <a:cubicBezTo>
                    <a:pt x="14634" y="41225"/>
                    <a:pt x="15343" y="40906"/>
                    <a:pt x="16081" y="40906"/>
                  </a:cubicBezTo>
                  <a:cubicBezTo>
                    <a:pt x="16257" y="40906"/>
                    <a:pt x="16435" y="40924"/>
                    <a:pt x="16614" y="40969"/>
                  </a:cubicBezTo>
                  <a:cubicBezTo>
                    <a:pt x="16572" y="41932"/>
                    <a:pt x="16531" y="42769"/>
                    <a:pt x="16489" y="43647"/>
                  </a:cubicBezTo>
                  <a:cubicBezTo>
                    <a:pt x="15498" y="43647"/>
                    <a:pt x="14489" y="43675"/>
                    <a:pt x="13487" y="43675"/>
                  </a:cubicBezTo>
                  <a:cubicBezTo>
                    <a:pt x="12985" y="43675"/>
                    <a:pt x="12485" y="43668"/>
                    <a:pt x="11990" y="43647"/>
                  </a:cubicBezTo>
                  <a:cubicBezTo>
                    <a:pt x="11560" y="43628"/>
                    <a:pt x="11103" y="43620"/>
                    <a:pt x="10629" y="43620"/>
                  </a:cubicBezTo>
                  <a:cubicBezTo>
                    <a:pt x="8418" y="43620"/>
                    <a:pt x="5815" y="43792"/>
                    <a:pt x="3640" y="43792"/>
                  </a:cubicBezTo>
                  <a:cubicBezTo>
                    <a:pt x="3241" y="43792"/>
                    <a:pt x="2856" y="43787"/>
                    <a:pt x="2491" y="43773"/>
                  </a:cubicBezTo>
                  <a:cubicBezTo>
                    <a:pt x="2438" y="43769"/>
                    <a:pt x="2385" y="43768"/>
                    <a:pt x="2331" y="43768"/>
                  </a:cubicBezTo>
                  <a:cubicBezTo>
                    <a:pt x="1733" y="43768"/>
                    <a:pt x="1120" y="43970"/>
                    <a:pt x="524" y="44066"/>
                  </a:cubicBezTo>
                  <a:cubicBezTo>
                    <a:pt x="545" y="44170"/>
                    <a:pt x="545" y="44275"/>
                    <a:pt x="545" y="44380"/>
                  </a:cubicBezTo>
                  <a:cubicBezTo>
                    <a:pt x="838" y="44422"/>
                    <a:pt x="1110" y="44463"/>
                    <a:pt x="1382" y="44484"/>
                  </a:cubicBezTo>
                  <a:cubicBezTo>
                    <a:pt x="1504" y="44495"/>
                    <a:pt x="1638" y="44499"/>
                    <a:pt x="1780" y="44499"/>
                  </a:cubicBezTo>
                  <a:cubicBezTo>
                    <a:pt x="2932" y="44499"/>
                    <a:pt x="4665" y="44197"/>
                    <a:pt x="5817" y="44197"/>
                  </a:cubicBezTo>
                  <a:cubicBezTo>
                    <a:pt x="5959" y="44197"/>
                    <a:pt x="6093" y="44202"/>
                    <a:pt x="6215" y="44212"/>
                  </a:cubicBezTo>
                  <a:cubicBezTo>
                    <a:pt x="6968" y="44275"/>
                    <a:pt x="7722" y="44422"/>
                    <a:pt x="8475" y="44422"/>
                  </a:cubicBezTo>
                  <a:cubicBezTo>
                    <a:pt x="10214" y="44434"/>
                    <a:pt x="11954" y="44446"/>
                    <a:pt x="13698" y="44446"/>
                  </a:cubicBezTo>
                  <a:cubicBezTo>
                    <a:pt x="14974" y="44446"/>
                    <a:pt x="16253" y="44439"/>
                    <a:pt x="17535" y="44422"/>
                  </a:cubicBezTo>
                  <a:cubicBezTo>
                    <a:pt x="21615" y="44359"/>
                    <a:pt x="25695" y="44275"/>
                    <a:pt x="29796" y="44170"/>
                  </a:cubicBezTo>
                  <a:cubicBezTo>
                    <a:pt x="32181" y="44108"/>
                    <a:pt x="34588" y="43961"/>
                    <a:pt x="36973" y="43919"/>
                  </a:cubicBezTo>
                  <a:cubicBezTo>
                    <a:pt x="37067" y="43918"/>
                    <a:pt x="37160" y="43917"/>
                    <a:pt x="37254" y="43917"/>
                  </a:cubicBezTo>
                  <a:cubicBezTo>
                    <a:pt x="38392" y="43917"/>
                    <a:pt x="39521" y="44027"/>
                    <a:pt x="40739" y="44066"/>
                  </a:cubicBezTo>
                  <a:cubicBezTo>
                    <a:pt x="40697" y="44568"/>
                    <a:pt x="40676" y="44903"/>
                    <a:pt x="40635" y="45405"/>
                  </a:cubicBezTo>
                  <a:cubicBezTo>
                    <a:pt x="39244" y="45363"/>
                    <a:pt x="37838" y="45344"/>
                    <a:pt x="36421" y="45344"/>
                  </a:cubicBezTo>
                  <a:cubicBezTo>
                    <a:pt x="25614" y="45344"/>
                    <a:pt x="14131" y="46427"/>
                    <a:pt x="3388" y="46427"/>
                  </a:cubicBezTo>
                  <a:cubicBezTo>
                    <a:pt x="2250" y="46427"/>
                    <a:pt x="1120" y="46415"/>
                    <a:pt x="1" y="46388"/>
                  </a:cubicBezTo>
                  <a:lnTo>
                    <a:pt x="1" y="46388"/>
                  </a:lnTo>
                  <a:cubicBezTo>
                    <a:pt x="398" y="46723"/>
                    <a:pt x="796" y="47016"/>
                    <a:pt x="1235" y="47058"/>
                  </a:cubicBezTo>
                  <a:cubicBezTo>
                    <a:pt x="1576" y="47095"/>
                    <a:pt x="1954" y="47110"/>
                    <a:pt x="2356" y="47110"/>
                  </a:cubicBezTo>
                  <a:cubicBezTo>
                    <a:pt x="4289" y="47110"/>
                    <a:pt x="6798" y="46757"/>
                    <a:pt x="8566" y="46757"/>
                  </a:cubicBezTo>
                  <a:cubicBezTo>
                    <a:pt x="8716" y="46757"/>
                    <a:pt x="8860" y="46760"/>
                    <a:pt x="8998" y="46765"/>
                  </a:cubicBezTo>
                  <a:cubicBezTo>
                    <a:pt x="9185" y="46774"/>
                    <a:pt x="9372" y="46778"/>
                    <a:pt x="9560" y="46778"/>
                  </a:cubicBezTo>
                  <a:cubicBezTo>
                    <a:pt x="10695" y="46778"/>
                    <a:pt x="11842" y="46636"/>
                    <a:pt x="12974" y="46619"/>
                  </a:cubicBezTo>
                  <a:cubicBezTo>
                    <a:pt x="16823" y="46556"/>
                    <a:pt x="20694" y="46535"/>
                    <a:pt x="24544" y="46472"/>
                  </a:cubicBezTo>
                  <a:cubicBezTo>
                    <a:pt x="27913" y="46430"/>
                    <a:pt x="31282" y="46367"/>
                    <a:pt x="34671" y="46326"/>
                  </a:cubicBezTo>
                  <a:cubicBezTo>
                    <a:pt x="35173" y="46326"/>
                    <a:pt x="35697" y="46409"/>
                    <a:pt x="36220" y="46451"/>
                  </a:cubicBezTo>
                  <a:cubicBezTo>
                    <a:pt x="36220" y="47769"/>
                    <a:pt x="36262" y="48920"/>
                    <a:pt x="36199" y="50071"/>
                  </a:cubicBezTo>
                  <a:cubicBezTo>
                    <a:pt x="36031" y="53774"/>
                    <a:pt x="35822" y="57457"/>
                    <a:pt x="35634" y="61139"/>
                  </a:cubicBezTo>
                  <a:cubicBezTo>
                    <a:pt x="35550" y="62500"/>
                    <a:pt x="35801" y="62772"/>
                    <a:pt x="37140" y="62897"/>
                  </a:cubicBezTo>
                  <a:cubicBezTo>
                    <a:pt x="37454" y="62918"/>
                    <a:pt x="37768" y="62939"/>
                    <a:pt x="38082" y="62939"/>
                  </a:cubicBezTo>
                  <a:cubicBezTo>
                    <a:pt x="40739" y="62918"/>
                    <a:pt x="43396" y="62897"/>
                    <a:pt x="46054" y="62876"/>
                  </a:cubicBezTo>
                  <a:cubicBezTo>
                    <a:pt x="47246" y="62855"/>
                    <a:pt x="48439" y="62834"/>
                    <a:pt x="49632" y="62792"/>
                  </a:cubicBezTo>
                  <a:cubicBezTo>
                    <a:pt x="51536" y="62751"/>
                    <a:pt x="53440" y="62751"/>
                    <a:pt x="55344" y="62646"/>
                  </a:cubicBezTo>
                  <a:cubicBezTo>
                    <a:pt x="55651" y="62627"/>
                    <a:pt x="55961" y="62624"/>
                    <a:pt x="56274" y="62624"/>
                  </a:cubicBezTo>
                  <a:cubicBezTo>
                    <a:pt x="56430" y="62624"/>
                    <a:pt x="56587" y="62625"/>
                    <a:pt x="56745" y="62625"/>
                  </a:cubicBezTo>
                  <a:cubicBezTo>
                    <a:pt x="57692" y="62625"/>
                    <a:pt x="58664" y="62597"/>
                    <a:pt x="59654" y="62207"/>
                  </a:cubicBezTo>
                  <a:cubicBezTo>
                    <a:pt x="59759" y="60847"/>
                    <a:pt x="59884" y="59466"/>
                    <a:pt x="59968" y="58106"/>
                  </a:cubicBezTo>
                  <a:cubicBezTo>
                    <a:pt x="60114" y="55574"/>
                    <a:pt x="60219" y="53042"/>
                    <a:pt x="60366" y="50510"/>
                  </a:cubicBezTo>
                  <a:cubicBezTo>
                    <a:pt x="60386" y="50176"/>
                    <a:pt x="60470" y="49799"/>
                    <a:pt x="60658" y="49548"/>
                  </a:cubicBezTo>
                  <a:cubicBezTo>
                    <a:pt x="62081" y="47790"/>
                    <a:pt x="63504" y="46012"/>
                    <a:pt x="65011" y="44338"/>
                  </a:cubicBezTo>
                  <a:cubicBezTo>
                    <a:pt x="66643" y="42517"/>
                    <a:pt x="68379" y="40781"/>
                    <a:pt x="70032" y="39002"/>
                  </a:cubicBezTo>
                  <a:cubicBezTo>
                    <a:pt x="70451" y="38542"/>
                    <a:pt x="70785" y="38019"/>
                    <a:pt x="71183" y="37538"/>
                  </a:cubicBezTo>
                  <a:cubicBezTo>
                    <a:pt x="71664" y="36952"/>
                    <a:pt x="71539" y="36345"/>
                    <a:pt x="71246" y="35801"/>
                  </a:cubicBezTo>
                  <a:cubicBezTo>
                    <a:pt x="70911" y="35173"/>
                    <a:pt x="70430" y="34650"/>
                    <a:pt x="70011" y="34064"/>
                  </a:cubicBezTo>
                  <a:cubicBezTo>
                    <a:pt x="68421" y="35131"/>
                    <a:pt x="66894" y="36178"/>
                    <a:pt x="65324" y="37182"/>
                  </a:cubicBezTo>
                  <a:cubicBezTo>
                    <a:pt x="63818" y="38165"/>
                    <a:pt x="62270" y="39128"/>
                    <a:pt x="60721" y="40111"/>
                  </a:cubicBezTo>
                  <a:cubicBezTo>
                    <a:pt x="59173" y="41095"/>
                    <a:pt x="57625" y="42099"/>
                    <a:pt x="55888" y="43208"/>
                  </a:cubicBezTo>
                  <a:lnTo>
                    <a:pt x="55888" y="40530"/>
                  </a:lnTo>
                  <a:cubicBezTo>
                    <a:pt x="56767" y="39860"/>
                    <a:pt x="56788" y="39714"/>
                    <a:pt x="56306" y="38396"/>
                  </a:cubicBezTo>
                  <a:cubicBezTo>
                    <a:pt x="56036" y="38378"/>
                    <a:pt x="55735" y="38329"/>
                    <a:pt x="55443" y="38329"/>
                  </a:cubicBezTo>
                  <a:cubicBezTo>
                    <a:pt x="55396" y="38329"/>
                    <a:pt x="55349" y="38330"/>
                    <a:pt x="55302" y="38333"/>
                  </a:cubicBezTo>
                  <a:cubicBezTo>
                    <a:pt x="51996" y="38333"/>
                    <a:pt x="48711" y="38375"/>
                    <a:pt x="45426" y="38375"/>
                  </a:cubicBezTo>
                  <a:cubicBezTo>
                    <a:pt x="45206" y="38379"/>
                    <a:pt x="44986" y="38380"/>
                    <a:pt x="44765" y="38380"/>
                  </a:cubicBezTo>
                  <a:cubicBezTo>
                    <a:pt x="43828" y="38380"/>
                    <a:pt x="42884" y="38350"/>
                    <a:pt x="41953" y="38333"/>
                  </a:cubicBezTo>
                  <a:cubicBezTo>
                    <a:pt x="41451" y="38333"/>
                    <a:pt x="41032" y="38165"/>
                    <a:pt x="41074" y="37580"/>
                  </a:cubicBezTo>
                  <a:cubicBezTo>
                    <a:pt x="41199" y="36052"/>
                    <a:pt x="41346" y="34504"/>
                    <a:pt x="41492" y="32955"/>
                  </a:cubicBezTo>
                  <a:cubicBezTo>
                    <a:pt x="43475" y="32807"/>
                    <a:pt x="45421" y="32753"/>
                    <a:pt x="47352" y="32753"/>
                  </a:cubicBezTo>
                  <a:cubicBezTo>
                    <a:pt x="50047" y="32753"/>
                    <a:pt x="52712" y="32858"/>
                    <a:pt x="55407" y="32955"/>
                  </a:cubicBezTo>
                  <a:cubicBezTo>
                    <a:pt x="55407" y="33981"/>
                    <a:pt x="55428" y="34818"/>
                    <a:pt x="55407" y="35655"/>
                  </a:cubicBezTo>
                  <a:cubicBezTo>
                    <a:pt x="55323" y="37475"/>
                    <a:pt x="55302" y="37496"/>
                    <a:pt x="55720" y="37998"/>
                  </a:cubicBezTo>
                  <a:cubicBezTo>
                    <a:pt x="55804" y="37810"/>
                    <a:pt x="55909" y="37663"/>
                    <a:pt x="55951" y="37517"/>
                  </a:cubicBezTo>
                  <a:cubicBezTo>
                    <a:pt x="56202" y="36450"/>
                    <a:pt x="56076" y="35403"/>
                    <a:pt x="55951" y="34336"/>
                  </a:cubicBezTo>
                  <a:cubicBezTo>
                    <a:pt x="55888" y="33918"/>
                    <a:pt x="55992" y="33353"/>
                    <a:pt x="56244" y="33018"/>
                  </a:cubicBezTo>
                  <a:cubicBezTo>
                    <a:pt x="56746" y="32328"/>
                    <a:pt x="56934" y="31616"/>
                    <a:pt x="56536" y="30905"/>
                  </a:cubicBezTo>
                  <a:cubicBezTo>
                    <a:pt x="56432" y="30675"/>
                    <a:pt x="56202" y="30465"/>
                    <a:pt x="56202" y="30256"/>
                  </a:cubicBezTo>
                  <a:cubicBezTo>
                    <a:pt x="56264" y="28394"/>
                    <a:pt x="56348" y="26553"/>
                    <a:pt x="56432" y="24732"/>
                  </a:cubicBezTo>
                  <a:cubicBezTo>
                    <a:pt x="57185" y="24628"/>
                    <a:pt x="57771" y="24544"/>
                    <a:pt x="58441" y="24460"/>
                  </a:cubicBezTo>
                  <a:cubicBezTo>
                    <a:pt x="58524" y="23163"/>
                    <a:pt x="58587" y="21950"/>
                    <a:pt x="58650" y="20610"/>
                  </a:cubicBezTo>
                  <a:cubicBezTo>
                    <a:pt x="60638" y="20548"/>
                    <a:pt x="62521" y="20464"/>
                    <a:pt x="64383" y="20380"/>
                  </a:cubicBezTo>
                  <a:cubicBezTo>
                    <a:pt x="66684" y="20297"/>
                    <a:pt x="69007" y="20213"/>
                    <a:pt x="71309" y="20108"/>
                  </a:cubicBezTo>
                  <a:cubicBezTo>
                    <a:pt x="71339" y="20107"/>
                    <a:pt x="71369" y="20106"/>
                    <a:pt x="71398" y="20106"/>
                  </a:cubicBezTo>
                  <a:cubicBezTo>
                    <a:pt x="71786" y="20106"/>
                    <a:pt x="72040" y="20238"/>
                    <a:pt x="72313" y="20569"/>
                  </a:cubicBezTo>
                  <a:cubicBezTo>
                    <a:pt x="72836" y="21196"/>
                    <a:pt x="73275" y="21970"/>
                    <a:pt x="74175" y="22263"/>
                  </a:cubicBezTo>
                  <a:cubicBezTo>
                    <a:pt x="74552" y="21950"/>
                    <a:pt x="74970" y="21657"/>
                    <a:pt x="75284" y="21301"/>
                  </a:cubicBezTo>
                  <a:cubicBezTo>
                    <a:pt x="75795" y="20771"/>
                    <a:pt x="76375" y="20583"/>
                    <a:pt x="77084" y="20583"/>
                  </a:cubicBezTo>
                  <a:cubicBezTo>
                    <a:pt x="77159" y="20583"/>
                    <a:pt x="77236" y="20586"/>
                    <a:pt x="77314" y="20590"/>
                  </a:cubicBezTo>
                  <a:cubicBezTo>
                    <a:pt x="78066" y="20626"/>
                    <a:pt x="78818" y="20635"/>
                    <a:pt x="79570" y="20635"/>
                  </a:cubicBezTo>
                  <a:cubicBezTo>
                    <a:pt x="80276" y="20635"/>
                    <a:pt x="80982" y="20627"/>
                    <a:pt x="81688" y="20627"/>
                  </a:cubicBezTo>
                  <a:cubicBezTo>
                    <a:pt x="81967" y="20627"/>
                    <a:pt x="82245" y="20628"/>
                    <a:pt x="82524" y="20631"/>
                  </a:cubicBezTo>
                  <a:lnTo>
                    <a:pt x="86039" y="20631"/>
                  </a:lnTo>
                  <a:cubicBezTo>
                    <a:pt x="86122" y="21740"/>
                    <a:pt x="86164" y="22745"/>
                    <a:pt x="86227" y="23854"/>
                  </a:cubicBezTo>
                  <a:cubicBezTo>
                    <a:pt x="91772" y="23916"/>
                    <a:pt x="97191" y="23791"/>
                    <a:pt x="102548" y="24147"/>
                  </a:cubicBezTo>
                  <a:lnTo>
                    <a:pt x="102548" y="29649"/>
                  </a:lnTo>
                  <a:lnTo>
                    <a:pt x="89847" y="29649"/>
                  </a:lnTo>
                  <a:cubicBezTo>
                    <a:pt x="89847" y="28708"/>
                    <a:pt x="89868" y="27766"/>
                    <a:pt x="89826" y="26846"/>
                  </a:cubicBezTo>
                  <a:cubicBezTo>
                    <a:pt x="89805" y="25967"/>
                    <a:pt x="90077" y="25025"/>
                    <a:pt x="89240" y="24063"/>
                  </a:cubicBezTo>
                  <a:cubicBezTo>
                    <a:pt x="89156" y="24439"/>
                    <a:pt x="89115" y="24586"/>
                    <a:pt x="89094" y="24732"/>
                  </a:cubicBezTo>
                  <a:cubicBezTo>
                    <a:pt x="89010" y="26260"/>
                    <a:pt x="88926" y="27766"/>
                    <a:pt x="88843" y="29273"/>
                  </a:cubicBezTo>
                  <a:cubicBezTo>
                    <a:pt x="88843" y="29482"/>
                    <a:pt x="88822" y="29712"/>
                    <a:pt x="88780" y="29921"/>
                  </a:cubicBezTo>
                  <a:cubicBezTo>
                    <a:pt x="88675" y="30340"/>
                    <a:pt x="88361" y="30779"/>
                    <a:pt x="88466" y="31135"/>
                  </a:cubicBezTo>
                  <a:cubicBezTo>
                    <a:pt x="88529" y="31470"/>
                    <a:pt x="89010" y="31700"/>
                    <a:pt x="89345" y="32014"/>
                  </a:cubicBezTo>
                  <a:cubicBezTo>
                    <a:pt x="89240" y="33646"/>
                    <a:pt x="89156" y="35299"/>
                    <a:pt x="89052" y="36994"/>
                  </a:cubicBezTo>
                  <a:cubicBezTo>
                    <a:pt x="87692" y="37349"/>
                    <a:pt x="87608" y="37475"/>
                    <a:pt x="87964" y="39002"/>
                  </a:cubicBezTo>
                  <a:cubicBezTo>
                    <a:pt x="88319" y="39170"/>
                    <a:pt x="88675" y="39316"/>
                    <a:pt x="89177" y="39546"/>
                  </a:cubicBezTo>
                  <a:cubicBezTo>
                    <a:pt x="89010" y="40906"/>
                    <a:pt x="88863" y="42183"/>
                    <a:pt x="88675" y="43585"/>
                  </a:cubicBezTo>
                  <a:cubicBezTo>
                    <a:pt x="84239" y="40990"/>
                    <a:pt x="80515" y="37789"/>
                    <a:pt x="76665" y="34692"/>
                  </a:cubicBezTo>
                  <a:cubicBezTo>
                    <a:pt x="76309" y="35173"/>
                    <a:pt x="75975" y="35634"/>
                    <a:pt x="75619" y="36094"/>
                  </a:cubicBezTo>
                  <a:cubicBezTo>
                    <a:pt x="74740" y="37224"/>
                    <a:pt x="74740" y="37266"/>
                    <a:pt x="75619" y="38333"/>
                  </a:cubicBezTo>
                  <a:cubicBezTo>
                    <a:pt x="77167" y="40174"/>
                    <a:pt x="78695" y="42015"/>
                    <a:pt x="80264" y="43836"/>
                  </a:cubicBezTo>
                  <a:cubicBezTo>
                    <a:pt x="81519" y="45321"/>
                    <a:pt x="82796" y="46786"/>
                    <a:pt x="84072" y="48251"/>
                  </a:cubicBezTo>
                  <a:cubicBezTo>
                    <a:pt x="84574" y="48815"/>
                    <a:pt x="84804" y="49401"/>
                    <a:pt x="84762" y="50196"/>
                  </a:cubicBezTo>
                  <a:cubicBezTo>
                    <a:pt x="84700" y="51284"/>
                    <a:pt x="84783" y="52414"/>
                    <a:pt x="84783" y="53523"/>
                  </a:cubicBezTo>
                  <a:cubicBezTo>
                    <a:pt x="84804" y="55658"/>
                    <a:pt x="84783" y="57792"/>
                    <a:pt x="84867" y="59926"/>
                  </a:cubicBezTo>
                  <a:cubicBezTo>
                    <a:pt x="84946" y="61866"/>
                    <a:pt x="85400" y="62083"/>
                    <a:pt x="86707" y="62083"/>
                  </a:cubicBezTo>
                  <a:cubicBezTo>
                    <a:pt x="86781" y="62083"/>
                    <a:pt x="86859" y="62082"/>
                    <a:pt x="86938" y="62081"/>
                  </a:cubicBezTo>
                  <a:cubicBezTo>
                    <a:pt x="89387" y="62060"/>
                    <a:pt x="91814" y="62081"/>
                    <a:pt x="94262" y="62039"/>
                  </a:cubicBezTo>
                  <a:cubicBezTo>
                    <a:pt x="96689" y="61997"/>
                    <a:pt x="99116" y="61893"/>
                    <a:pt x="101543" y="61851"/>
                  </a:cubicBezTo>
                  <a:cubicBezTo>
                    <a:pt x="102338" y="61840"/>
                    <a:pt x="103139" y="61840"/>
                    <a:pt x="103939" y="61840"/>
                  </a:cubicBezTo>
                  <a:cubicBezTo>
                    <a:pt x="104739" y="61840"/>
                    <a:pt x="105540" y="61840"/>
                    <a:pt x="106335" y="61830"/>
                  </a:cubicBezTo>
                  <a:cubicBezTo>
                    <a:pt x="107737" y="61809"/>
                    <a:pt x="108050" y="61432"/>
                    <a:pt x="107862" y="60072"/>
                  </a:cubicBezTo>
                  <a:cubicBezTo>
                    <a:pt x="107841" y="59884"/>
                    <a:pt x="107820" y="59717"/>
                    <a:pt x="107841" y="59549"/>
                  </a:cubicBezTo>
                  <a:cubicBezTo>
                    <a:pt x="107883" y="57290"/>
                    <a:pt x="107946" y="55030"/>
                    <a:pt x="107967" y="52770"/>
                  </a:cubicBezTo>
                  <a:cubicBezTo>
                    <a:pt x="107988" y="50468"/>
                    <a:pt x="107967" y="48167"/>
                    <a:pt x="107967" y="45782"/>
                  </a:cubicBezTo>
                  <a:cubicBezTo>
                    <a:pt x="108901" y="45782"/>
                    <a:pt x="109780" y="45791"/>
                    <a:pt x="110640" y="45791"/>
                  </a:cubicBezTo>
                  <a:cubicBezTo>
                    <a:pt x="111070" y="45791"/>
                    <a:pt x="111496" y="45789"/>
                    <a:pt x="111921" y="45782"/>
                  </a:cubicBezTo>
                  <a:cubicBezTo>
                    <a:pt x="113198" y="45740"/>
                    <a:pt x="114474" y="45572"/>
                    <a:pt x="115750" y="45572"/>
                  </a:cubicBezTo>
                  <a:cubicBezTo>
                    <a:pt x="118931" y="45572"/>
                    <a:pt x="122132" y="45677"/>
                    <a:pt x="125312" y="45698"/>
                  </a:cubicBezTo>
                  <a:cubicBezTo>
                    <a:pt x="129302" y="45738"/>
                    <a:pt x="133311" y="46034"/>
                    <a:pt x="137301" y="46034"/>
                  </a:cubicBezTo>
                  <a:cubicBezTo>
                    <a:pt x="137434" y="46034"/>
                    <a:pt x="137567" y="46033"/>
                    <a:pt x="137699" y="46033"/>
                  </a:cubicBezTo>
                  <a:cubicBezTo>
                    <a:pt x="137760" y="46032"/>
                    <a:pt x="137820" y="46032"/>
                    <a:pt x="137880" y="46032"/>
                  </a:cubicBezTo>
                  <a:cubicBezTo>
                    <a:pt x="139844" y="46032"/>
                    <a:pt x="141821" y="46308"/>
                    <a:pt x="143787" y="46308"/>
                  </a:cubicBezTo>
                  <a:cubicBezTo>
                    <a:pt x="144109" y="46308"/>
                    <a:pt x="144430" y="46301"/>
                    <a:pt x="144750" y="46284"/>
                  </a:cubicBezTo>
                  <a:cubicBezTo>
                    <a:pt x="145587" y="46221"/>
                    <a:pt x="146424" y="46116"/>
                    <a:pt x="147261" y="46033"/>
                  </a:cubicBezTo>
                  <a:cubicBezTo>
                    <a:pt x="139833" y="45844"/>
                    <a:pt x="132426" y="44924"/>
                    <a:pt x="124999" y="44798"/>
                  </a:cubicBezTo>
                  <a:cubicBezTo>
                    <a:pt x="123725" y="44777"/>
                    <a:pt x="122451" y="44769"/>
                    <a:pt x="121176" y="44769"/>
                  </a:cubicBezTo>
                  <a:cubicBezTo>
                    <a:pt x="117572" y="44769"/>
                    <a:pt x="113962" y="44832"/>
                    <a:pt x="110325" y="44832"/>
                  </a:cubicBezTo>
                  <a:cubicBezTo>
                    <a:pt x="107769" y="44832"/>
                    <a:pt x="105199" y="44801"/>
                    <a:pt x="102610" y="44694"/>
                  </a:cubicBezTo>
                  <a:lnTo>
                    <a:pt x="102610" y="39065"/>
                  </a:lnTo>
                  <a:cubicBezTo>
                    <a:pt x="103133" y="39002"/>
                    <a:pt x="103719" y="38919"/>
                    <a:pt x="104452" y="38835"/>
                  </a:cubicBezTo>
                  <a:cubicBezTo>
                    <a:pt x="104305" y="38270"/>
                    <a:pt x="104263" y="37726"/>
                    <a:pt x="104033" y="37287"/>
                  </a:cubicBezTo>
                  <a:cubicBezTo>
                    <a:pt x="103866" y="37015"/>
                    <a:pt x="103405" y="36931"/>
                    <a:pt x="103050" y="36763"/>
                  </a:cubicBezTo>
                  <a:lnTo>
                    <a:pt x="103050" y="31554"/>
                  </a:lnTo>
                  <a:cubicBezTo>
                    <a:pt x="103510" y="31470"/>
                    <a:pt x="103845" y="31407"/>
                    <a:pt x="104305" y="31323"/>
                  </a:cubicBezTo>
                  <a:cubicBezTo>
                    <a:pt x="104200" y="30842"/>
                    <a:pt x="104242" y="30298"/>
                    <a:pt x="103991" y="30026"/>
                  </a:cubicBezTo>
                  <a:cubicBezTo>
                    <a:pt x="103364" y="29377"/>
                    <a:pt x="103364" y="28666"/>
                    <a:pt x="103322" y="27850"/>
                  </a:cubicBezTo>
                  <a:cubicBezTo>
                    <a:pt x="103301" y="26616"/>
                    <a:pt x="103154" y="25402"/>
                    <a:pt x="103071" y="24167"/>
                  </a:cubicBezTo>
                  <a:lnTo>
                    <a:pt x="106397" y="24167"/>
                  </a:lnTo>
                  <a:cubicBezTo>
                    <a:pt x="105833" y="30298"/>
                    <a:pt x="106921" y="36240"/>
                    <a:pt x="106795" y="42371"/>
                  </a:cubicBezTo>
                  <a:lnTo>
                    <a:pt x="103322" y="42371"/>
                  </a:lnTo>
                  <a:cubicBezTo>
                    <a:pt x="103510" y="42727"/>
                    <a:pt x="103573" y="43041"/>
                    <a:pt x="103677" y="43061"/>
                  </a:cubicBezTo>
                  <a:cubicBezTo>
                    <a:pt x="104431" y="43187"/>
                    <a:pt x="105163" y="43313"/>
                    <a:pt x="105916" y="43313"/>
                  </a:cubicBezTo>
                  <a:cubicBezTo>
                    <a:pt x="106962" y="43313"/>
                    <a:pt x="108030" y="43166"/>
                    <a:pt x="109097" y="43145"/>
                  </a:cubicBezTo>
                  <a:cubicBezTo>
                    <a:pt x="111834" y="43130"/>
                    <a:pt x="114560" y="43116"/>
                    <a:pt x="117291" y="43116"/>
                  </a:cubicBezTo>
                  <a:cubicBezTo>
                    <a:pt x="118423" y="43116"/>
                    <a:pt x="119555" y="43118"/>
                    <a:pt x="120688" y="43124"/>
                  </a:cubicBezTo>
                  <a:cubicBezTo>
                    <a:pt x="122781" y="43124"/>
                    <a:pt x="124852" y="43250"/>
                    <a:pt x="126944" y="43250"/>
                  </a:cubicBezTo>
                  <a:cubicBezTo>
                    <a:pt x="129058" y="43271"/>
                    <a:pt x="131192" y="43459"/>
                    <a:pt x="133305" y="43459"/>
                  </a:cubicBezTo>
                  <a:cubicBezTo>
                    <a:pt x="135126" y="43480"/>
                    <a:pt x="136946" y="43878"/>
                    <a:pt x="138766" y="43898"/>
                  </a:cubicBezTo>
                  <a:cubicBezTo>
                    <a:pt x="139752" y="43898"/>
                    <a:pt x="140721" y="43766"/>
                    <a:pt x="141703" y="43766"/>
                  </a:cubicBezTo>
                  <a:cubicBezTo>
                    <a:pt x="141826" y="43766"/>
                    <a:pt x="141949" y="43768"/>
                    <a:pt x="142072" y="43773"/>
                  </a:cubicBezTo>
                  <a:cubicBezTo>
                    <a:pt x="142607" y="43787"/>
                    <a:pt x="143136" y="43806"/>
                    <a:pt x="143662" y="43806"/>
                  </a:cubicBezTo>
                  <a:cubicBezTo>
                    <a:pt x="144682" y="43806"/>
                    <a:pt x="145689" y="43735"/>
                    <a:pt x="146696" y="43417"/>
                  </a:cubicBezTo>
                  <a:cubicBezTo>
                    <a:pt x="139415" y="43313"/>
                    <a:pt x="132113" y="42350"/>
                    <a:pt x="124768" y="42245"/>
                  </a:cubicBezTo>
                  <a:lnTo>
                    <a:pt x="124768" y="38688"/>
                  </a:lnTo>
                  <a:cubicBezTo>
                    <a:pt x="126212" y="39107"/>
                    <a:pt x="127635" y="39525"/>
                    <a:pt x="129058" y="39944"/>
                  </a:cubicBezTo>
                  <a:cubicBezTo>
                    <a:pt x="129288" y="40613"/>
                    <a:pt x="128890" y="41409"/>
                    <a:pt x="129727" y="42141"/>
                  </a:cubicBezTo>
                  <a:cubicBezTo>
                    <a:pt x="129853" y="41283"/>
                    <a:pt x="129937" y="40655"/>
                    <a:pt x="130041" y="39986"/>
                  </a:cubicBezTo>
                  <a:cubicBezTo>
                    <a:pt x="131066" y="40195"/>
                    <a:pt x="131966" y="40676"/>
                    <a:pt x="132887" y="40865"/>
                  </a:cubicBezTo>
                  <a:cubicBezTo>
                    <a:pt x="132887" y="41304"/>
                    <a:pt x="132866" y="41597"/>
                    <a:pt x="132887" y="41911"/>
                  </a:cubicBezTo>
                  <a:cubicBezTo>
                    <a:pt x="132908" y="41994"/>
                    <a:pt x="133054" y="42057"/>
                    <a:pt x="133201" y="42183"/>
                  </a:cubicBezTo>
                  <a:cubicBezTo>
                    <a:pt x="133305" y="41764"/>
                    <a:pt x="133389" y="41409"/>
                    <a:pt x="133514" y="40927"/>
                  </a:cubicBezTo>
                  <a:cubicBezTo>
                    <a:pt x="134540" y="40990"/>
                    <a:pt x="135523" y="41032"/>
                    <a:pt x="136486" y="41116"/>
                  </a:cubicBezTo>
                  <a:cubicBezTo>
                    <a:pt x="138243" y="41241"/>
                    <a:pt x="140022" y="41681"/>
                    <a:pt x="141779" y="41785"/>
                  </a:cubicBezTo>
                  <a:cubicBezTo>
                    <a:pt x="141815" y="41788"/>
                    <a:pt x="141850" y="41789"/>
                    <a:pt x="141886" y="41789"/>
                  </a:cubicBezTo>
                  <a:cubicBezTo>
                    <a:pt x="142286" y="41789"/>
                    <a:pt x="142715" y="41628"/>
                    <a:pt x="143091" y="41628"/>
                  </a:cubicBezTo>
                  <a:cubicBezTo>
                    <a:pt x="143180" y="41628"/>
                    <a:pt x="143266" y="41637"/>
                    <a:pt x="143349" y="41660"/>
                  </a:cubicBezTo>
                  <a:cubicBezTo>
                    <a:pt x="143644" y="41751"/>
                    <a:pt x="143909" y="41791"/>
                    <a:pt x="144158" y="41791"/>
                  </a:cubicBezTo>
                  <a:cubicBezTo>
                    <a:pt x="144648" y="41791"/>
                    <a:pt x="145074" y="41638"/>
                    <a:pt x="145546" y="41429"/>
                  </a:cubicBezTo>
                  <a:cubicBezTo>
                    <a:pt x="145294" y="41325"/>
                    <a:pt x="145043" y="41325"/>
                    <a:pt x="144813" y="41325"/>
                  </a:cubicBezTo>
                  <a:cubicBezTo>
                    <a:pt x="144567" y="41331"/>
                    <a:pt x="144322" y="41335"/>
                    <a:pt x="144076" y="41335"/>
                  </a:cubicBezTo>
                  <a:cubicBezTo>
                    <a:pt x="141204" y="41335"/>
                    <a:pt x="138336" y="40895"/>
                    <a:pt x="135502" y="40279"/>
                  </a:cubicBezTo>
                  <a:cubicBezTo>
                    <a:pt x="132908" y="39714"/>
                    <a:pt x="130292" y="38940"/>
                    <a:pt x="127740" y="38207"/>
                  </a:cubicBezTo>
                  <a:cubicBezTo>
                    <a:pt x="125563" y="37559"/>
                    <a:pt x="123367" y="36805"/>
                    <a:pt x="121421" y="35508"/>
                  </a:cubicBezTo>
                  <a:cubicBezTo>
                    <a:pt x="119391" y="34148"/>
                    <a:pt x="117257" y="32976"/>
                    <a:pt x="115248" y="31595"/>
                  </a:cubicBezTo>
                  <a:cubicBezTo>
                    <a:pt x="114118" y="30821"/>
                    <a:pt x="113072" y="29901"/>
                    <a:pt x="112131" y="28938"/>
                  </a:cubicBezTo>
                  <a:cubicBezTo>
                    <a:pt x="110603" y="27390"/>
                    <a:pt x="109201" y="25737"/>
                    <a:pt x="107778" y="24105"/>
                  </a:cubicBezTo>
                  <a:cubicBezTo>
                    <a:pt x="107255" y="23540"/>
                    <a:pt x="106962" y="22849"/>
                    <a:pt x="106941" y="22054"/>
                  </a:cubicBezTo>
                  <a:cubicBezTo>
                    <a:pt x="106941" y="21259"/>
                    <a:pt x="106900" y="20464"/>
                    <a:pt x="106900" y="19648"/>
                  </a:cubicBezTo>
                  <a:cubicBezTo>
                    <a:pt x="106858" y="17221"/>
                    <a:pt x="106816" y="14773"/>
                    <a:pt x="106753" y="12346"/>
                  </a:cubicBezTo>
                  <a:cubicBezTo>
                    <a:pt x="106732" y="11843"/>
                    <a:pt x="106544" y="11341"/>
                    <a:pt x="106439" y="10881"/>
                  </a:cubicBezTo>
                  <a:cubicBezTo>
                    <a:pt x="105916" y="10818"/>
                    <a:pt x="105519" y="10776"/>
                    <a:pt x="105121" y="10735"/>
                  </a:cubicBezTo>
                  <a:cubicBezTo>
                    <a:pt x="104410" y="9165"/>
                    <a:pt x="103866" y="7533"/>
                    <a:pt x="102652" y="6006"/>
                  </a:cubicBezTo>
                  <a:cubicBezTo>
                    <a:pt x="102150" y="7387"/>
                    <a:pt x="101731" y="8558"/>
                    <a:pt x="101250" y="9898"/>
                  </a:cubicBezTo>
                  <a:cubicBezTo>
                    <a:pt x="100518" y="8056"/>
                    <a:pt x="99890" y="6445"/>
                    <a:pt x="99221" y="4855"/>
                  </a:cubicBezTo>
                  <a:cubicBezTo>
                    <a:pt x="98593" y="3286"/>
                    <a:pt x="98384" y="1528"/>
                    <a:pt x="97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3"/>
            <p:cNvSpPr/>
            <p:nvPr/>
          </p:nvSpPr>
          <p:spPr>
            <a:xfrm>
              <a:off x="2237850" y="5034525"/>
              <a:ext cx="600000" cy="74475"/>
            </a:xfrm>
            <a:custGeom>
              <a:rect b="b" l="l" r="r" t="t"/>
              <a:pathLst>
                <a:path extrusionOk="0" h="2979" w="24000">
                  <a:moveTo>
                    <a:pt x="17794" y="1"/>
                  </a:moveTo>
                  <a:cubicBezTo>
                    <a:pt x="17599" y="1"/>
                    <a:pt x="17400" y="25"/>
                    <a:pt x="17199" y="76"/>
                  </a:cubicBezTo>
                  <a:cubicBezTo>
                    <a:pt x="16551" y="223"/>
                    <a:pt x="15881" y="599"/>
                    <a:pt x="15400" y="1060"/>
                  </a:cubicBezTo>
                  <a:cubicBezTo>
                    <a:pt x="14818" y="1621"/>
                    <a:pt x="14236" y="1850"/>
                    <a:pt x="13645" y="1850"/>
                  </a:cubicBezTo>
                  <a:cubicBezTo>
                    <a:pt x="13069" y="1850"/>
                    <a:pt x="12484" y="1631"/>
                    <a:pt x="11885" y="1290"/>
                  </a:cubicBezTo>
                  <a:cubicBezTo>
                    <a:pt x="11613" y="1143"/>
                    <a:pt x="11362" y="955"/>
                    <a:pt x="11111" y="767"/>
                  </a:cubicBezTo>
                  <a:cubicBezTo>
                    <a:pt x="10664" y="455"/>
                    <a:pt x="10212" y="273"/>
                    <a:pt x="9754" y="273"/>
                  </a:cubicBezTo>
                  <a:cubicBezTo>
                    <a:pt x="9353" y="273"/>
                    <a:pt x="8947" y="412"/>
                    <a:pt x="8537" y="725"/>
                  </a:cubicBezTo>
                  <a:cubicBezTo>
                    <a:pt x="8181" y="976"/>
                    <a:pt x="7826" y="1227"/>
                    <a:pt x="7449" y="1457"/>
                  </a:cubicBezTo>
                  <a:cubicBezTo>
                    <a:pt x="6897" y="1798"/>
                    <a:pt x="6332" y="1974"/>
                    <a:pt x="5761" y="1974"/>
                  </a:cubicBezTo>
                  <a:cubicBezTo>
                    <a:pt x="5315" y="1974"/>
                    <a:pt x="4865" y="1866"/>
                    <a:pt x="4415" y="1646"/>
                  </a:cubicBezTo>
                  <a:cubicBezTo>
                    <a:pt x="4038" y="1478"/>
                    <a:pt x="3724" y="1227"/>
                    <a:pt x="3369" y="1039"/>
                  </a:cubicBezTo>
                  <a:cubicBezTo>
                    <a:pt x="3046" y="860"/>
                    <a:pt x="2688" y="777"/>
                    <a:pt x="2328" y="777"/>
                  </a:cubicBezTo>
                  <a:cubicBezTo>
                    <a:pt x="1379" y="777"/>
                    <a:pt x="409" y="1354"/>
                    <a:pt x="0" y="2294"/>
                  </a:cubicBezTo>
                  <a:cubicBezTo>
                    <a:pt x="76" y="2332"/>
                    <a:pt x="153" y="2423"/>
                    <a:pt x="213" y="2423"/>
                  </a:cubicBezTo>
                  <a:cubicBezTo>
                    <a:pt x="219" y="2423"/>
                    <a:pt x="225" y="2422"/>
                    <a:pt x="230" y="2420"/>
                  </a:cubicBezTo>
                  <a:cubicBezTo>
                    <a:pt x="398" y="2399"/>
                    <a:pt x="565" y="2357"/>
                    <a:pt x="691" y="2252"/>
                  </a:cubicBezTo>
                  <a:cubicBezTo>
                    <a:pt x="1492" y="1721"/>
                    <a:pt x="1952" y="1460"/>
                    <a:pt x="2407" y="1460"/>
                  </a:cubicBezTo>
                  <a:cubicBezTo>
                    <a:pt x="2867" y="1460"/>
                    <a:pt x="3323" y="1727"/>
                    <a:pt x="4122" y="2252"/>
                  </a:cubicBezTo>
                  <a:cubicBezTo>
                    <a:pt x="4582" y="2545"/>
                    <a:pt x="5126" y="2796"/>
                    <a:pt x="5670" y="2922"/>
                  </a:cubicBezTo>
                  <a:cubicBezTo>
                    <a:pt x="5866" y="2960"/>
                    <a:pt x="6055" y="2979"/>
                    <a:pt x="6237" y="2979"/>
                  </a:cubicBezTo>
                  <a:cubicBezTo>
                    <a:pt x="7146" y="2979"/>
                    <a:pt x="7896" y="2517"/>
                    <a:pt x="8558" y="1750"/>
                  </a:cubicBezTo>
                  <a:cubicBezTo>
                    <a:pt x="9059" y="1181"/>
                    <a:pt x="9486" y="921"/>
                    <a:pt x="9960" y="921"/>
                  </a:cubicBezTo>
                  <a:cubicBezTo>
                    <a:pt x="10356" y="921"/>
                    <a:pt x="10786" y="1103"/>
                    <a:pt x="11320" y="1436"/>
                  </a:cubicBezTo>
                  <a:cubicBezTo>
                    <a:pt x="11801" y="1750"/>
                    <a:pt x="12282" y="2064"/>
                    <a:pt x="12826" y="2273"/>
                  </a:cubicBezTo>
                  <a:cubicBezTo>
                    <a:pt x="13273" y="2436"/>
                    <a:pt x="13730" y="2564"/>
                    <a:pt x="14181" y="2564"/>
                  </a:cubicBezTo>
                  <a:cubicBezTo>
                    <a:pt x="14657" y="2564"/>
                    <a:pt x="15126" y="2420"/>
                    <a:pt x="15567" y="2022"/>
                  </a:cubicBezTo>
                  <a:cubicBezTo>
                    <a:pt x="16633" y="1051"/>
                    <a:pt x="17305" y="691"/>
                    <a:pt x="17894" y="691"/>
                  </a:cubicBezTo>
                  <a:cubicBezTo>
                    <a:pt x="18601" y="691"/>
                    <a:pt x="19188" y="1208"/>
                    <a:pt x="20191" y="1813"/>
                  </a:cubicBezTo>
                  <a:cubicBezTo>
                    <a:pt x="20610" y="2063"/>
                    <a:pt x="21054" y="2184"/>
                    <a:pt x="21496" y="2184"/>
                  </a:cubicBezTo>
                  <a:cubicBezTo>
                    <a:pt x="22426" y="2184"/>
                    <a:pt x="23347" y="1648"/>
                    <a:pt x="23999" y="641"/>
                  </a:cubicBezTo>
                  <a:lnTo>
                    <a:pt x="23999" y="641"/>
                  </a:lnTo>
                  <a:cubicBezTo>
                    <a:pt x="23476" y="788"/>
                    <a:pt x="22995" y="809"/>
                    <a:pt x="22660" y="1039"/>
                  </a:cubicBezTo>
                  <a:cubicBezTo>
                    <a:pt x="22196" y="1369"/>
                    <a:pt x="21755" y="1520"/>
                    <a:pt x="21329" y="1520"/>
                  </a:cubicBezTo>
                  <a:cubicBezTo>
                    <a:pt x="20755" y="1520"/>
                    <a:pt x="20208" y="1247"/>
                    <a:pt x="19668" y="767"/>
                  </a:cubicBezTo>
                  <a:cubicBezTo>
                    <a:pt x="19116" y="295"/>
                    <a:pt x="18474" y="1"/>
                    <a:pt x="177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3"/>
            <p:cNvSpPr/>
            <p:nvPr/>
          </p:nvSpPr>
          <p:spPr>
            <a:xfrm>
              <a:off x="4701075" y="5027425"/>
              <a:ext cx="599475" cy="74300"/>
            </a:xfrm>
            <a:custGeom>
              <a:rect b="b" l="l" r="r" t="t"/>
              <a:pathLst>
                <a:path extrusionOk="0" h="2972" w="23979">
                  <a:moveTo>
                    <a:pt x="17755" y="0"/>
                  </a:moveTo>
                  <a:cubicBezTo>
                    <a:pt x="17566" y="0"/>
                    <a:pt x="17373" y="22"/>
                    <a:pt x="17179" y="67"/>
                  </a:cubicBezTo>
                  <a:cubicBezTo>
                    <a:pt x="16530" y="235"/>
                    <a:pt x="15860" y="611"/>
                    <a:pt x="15379" y="1072"/>
                  </a:cubicBezTo>
                  <a:cubicBezTo>
                    <a:pt x="14794" y="1625"/>
                    <a:pt x="14208" y="1854"/>
                    <a:pt x="13614" y="1854"/>
                  </a:cubicBezTo>
                  <a:cubicBezTo>
                    <a:pt x="13041" y="1854"/>
                    <a:pt x="12460" y="1641"/>
                    <a:pt x="11864" y="1302"/>
                  </a:cubicBezTo>
                  <a:cubicBezTo>
                    <a:pt x="11592" y="1134"/>
                    <a:pt x="11341" y="946"/>
                    <a:pt x="11090" y="779"/>
                  </a:cubicBezTo>
                  <a:cubicBezTo>
                    <a:pt x="10637" y="462"/>
                    <a:pt x="10178" y="273"/>
                    <a:pt x="9713" y="273"/>
                  </a:cubicBezTo>
                  <a:cubicBezTo>
                    <a:pt x="9318" y="273"/>
                    <a:pt x="8920" y="409"/>
                    <a:pt x="8516" y="716"/>
                  </a:cubicBezTo>
                  <a:cubicBezTo>
                    <a:pt x="8161" y="988"/>
                    <a:pt x="7805" y="1218"/>
                    <a:pt x="7428" y="1469"/>
                  </a:cubicBezTo>
                  <a:cubicBezTo>
                    <a:pt x="6880" y="1796"/>
                    <a:pt x="6319" y="1966"/>
                    <a:pt x="5752" y="1966"/>
                  </a:cubicBezTo>
                  <a:cubicBezTo>
                    <a:pt x="5302" y="1966"/>
                    <a:pt x="4848" y="1859"/>
                    <a:pt x="4394" y="1637"/>
                  </a:cubicBezTo>
                  <a:cubicBezTo>
                    <a:pt x="4039" y="1469"/>
                    <a:pt x="3704" y="1239"/>
                    <a:pt x="3348" y="1051"/>
                  </a:cubicBezTo>
                  <a:cubicBezTo>
                    <a:pt x="3025" y="872"/>
                    <a:pt x="2669" y="789"/>
                    <a:pt x="2311" y="789"/>
                  </a:cubicBezTo>
                  <a:cubicBezTo>
                    <a:pt x="1368" y="789"/>
                    <a:pt x="410" y="1366"/>
                    <a:pt x="0" y="2306"/>
                  </a:cubicBezTo>
                  <a:cubicBezTo>
                    <a:pt x="63" y="2348"/>
                    <a:pt x="147" y="2432"/>
                    <a:pt x="210" y="2432"/>
                  </a:cubicBezTo>
                  <a:cubicBezTo>
                    <a:pt x="377" y="2390"/>
                    <a:pt x="544" y="2348"/>
                    <a:pt x="691" y="2264"/>
                  </a:cubicBezTo>
                  <a:cubicBezTo>
                    <a:pt x="1486" y="1720"/>
                    <a:pt x="1941" y="1454"/>
                    <a:pt x="2399" y="1454"/>
                  </a:cubicBezTo>
                  <a:cubicBezTo>
                    <a:pt x="2856" y="1454"/>
                    <a:pt x="3317" y="1720"/>
                    <a:pt x="4122" y="2243"/>
                  </a:cubicBezTo>
                  <a:cubicBezTo>
                    <a:pt x="4583" y="2557"/>
                    <a:pt x="5106" y="2808"/>
                    <a:pt x="5650" y="2913"/>
                  </a:cubicBezTo>
                  <a:cubicBezTo>
                    <a:pt x="5851" y="2952"/>
                    <a:pt x="6044" y="2972"/>
                    <a:pt x="6231" y="2972"/>
                  </a:cubicBezTo>
                  <a:cubicBezTo>
                    <a:pt x="7134" y="2972"/>
                    <a:pt x="7879" y="2525"/>
                    <a:pt x="8537" y="1762"/>
                  </a:cubicBezTo>
                  <a:cubicBezTo>
                    <a:pt x="9052" y="1190"/>
                    <a:pt x="9479" y="925"/>
                    <a:pt x="9952" y="925"/>
                  </a:cubicBezTo>
                  <a:cubicBezTo>
                    <a:pt x="10345" y="925"/>
                    <a:pt x="10768" y="1107"/>
                    <a:pt x="11299" y="1448"/>
                  </a:cubicBezTo>
                  <a:cubicBezTo>
                    <a:pt x="11780" y="1741"/>
                    <a:pt x="12283" y="2076"/>
                    <a:pt x="12806" y="2264"/>
                  </a:cubicBezTo>
                  <a:cubicBezTo>
                    <a:pt x="13259" y="2436"/>
                    <a:pt x="13717" y="2563"/>
                    <a:pt x="14163" y="2563"/>
                  </a:cubicBezTo>
                  <a:cubicBezTo>
                    <a:pt x="14645" y="2563"/>
                    <a:pt x="15112" y="2415"/>
                    <a:pt x="15547" y="2013"/>
                  </a:cubicBezTo>
                  <a:cubicBezTo>
                    <a:pt x="16622" y="1042"/>
                    <a:pt x="17299" y="682"/>
                    <a:pt x="17891" y="682"/>
                  </a:cubicBezTo>
                  <a:cubicBezTo>
                    <a:pt x="18601" y="682"/>
                    <a:pt x="19188" y="1200"/>
                    <a:pt x="20192" y="1804"/>
                  </a:cubicBezTo>
                  <a:cubicBezTo>
                    <a:pt x="20607" y="2056"/>
                    <a:pt x="21051" y="2179"/>
                    <a:pt x="21494" y="2179"/>
                  </a:cubicBezTo>
                  <a:cubicBezTo>
                    <a:pt x="22414" y="2179"/>
                    <a:pt x="23330" y="1649"/>
                    <a:pt x="23979" y="632"/>
                  </a:cubicBezTo>
                  <a:lnTo>
                    <a:pt x="23979" y="632"/>
                  </a:lnTo>
                  <a:cubicBezTo>
                    <a:pt x="23456" y="779"/>
                    <a:pt x="22975" y="800"/>
                    <a:pt x="22640" y="1030"/>
                  </a:cubicBezTo>
                  <a:cubicBezTo>
                    <a:pt x="22169" y="1365"/>
                    <a:pt x="21722" y="1520"/>
                    <a:pt x="21289" y="1520"/>
                  </a:cubicBezTo>
                  <a:cubicBezTo>
                    <a:pt x="20723" y="1520"/>
                    <a:pt x="20182" y="1254"/>
                    <a:pt x="19648" y="779"/>
                  </a:cubicBezTo>
                  <a:cubicBezTo>
                    <a:pt x="19090" y="287"/>
                    <a:pt x="18442" y="0"/>
                    <a:pt x="177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3"/>
            <p:cNvSpPr/>
            <p:nvPr/>
          </p:nvSpPr>
          <p:spPr>
            <a:xfrm>
              <a:off x="3486975" y="5026875"/>
              <a:ext cx="563925" cy="57900"/>
            </a:xfrm>
            <a:custGeom>
              <a:rect b="b" l="l" r="r" t="t"/>
              <a:pathLst>
                <a:path extrusionOk="0" h="2316" w="22557">
                  <a:moveTo>
                    <a:pt x="16454" y="0"/>
                  </a:moveTo>
                  <a:cubicBezTo>
                    <a:pt x="15808" y="0"/>
                    <a:pt x="15170" y="204"/>
                    <a:pt x="14543" y="717"/>
                  </a:cubicBezTo>
                  <a:cubicBezTo>
                    <a:pt x="14046" y="1129"/>
                    <a:pt x="13528" y="1379"/>
                    <a:pt x="12986" y="1379"/>
                  </a:cubicBezTo>
                  <a:cubicBezTo>
                    <a:pt x="12591" y="1379"/>
                    <a:pt x="12183" y="1247"/>
                    <a:pt x="11760" y="947"/>
                  </a:cubicBezTo>
                  <a:cubicBezTo>
                    <a:pt x="11362" y="675"/>
                    <a:pt x="10839" y="592"/>
                    <a:pt x="10400" y="382"/>
                  </a:cubicBezTo>
                  <a:cubicBezTo>
                    <a:pt x="10076" y="221"/>
                    <a:pt x="9760" y="149"/>
                    <a:pt x="9449" y="149"/>
                  </a:cubicBezTo>
                  <a:cubicBezTo>
                    <a:pt x="8995" y="149"/>
                    <a:pt x="8553" y="301"/>
                    <a:pt x="8119" y="550"/>
                  </a:cubicBezTo>
                  <a:cubicBezTo>
                    <a:pt x="7784" y="738"/>
                    <a:pt x="7429" y="947"/>
                    <a:pt x="7115" y="1198"/>
                  </a:cubicBezTo>
                  <a:cubicBezTo>
                    <a:pt x="6678" y="1564"/>
                    <a:pt x="6227" y="1731"/>
                    <a:pt x="5760" y="1731"/>
                  </a:cubicBezTo>
                  <a:cubicBezTo>
                    <a:pt x="5399" y="1731"/>
                    <a:pt x="5028" y="1632"/>
                    <a:pt x="4646" y="1449"/>
                  </a:cubicBezTo>
                  <a:cubicBezTo>
                    <a:pt x="4185" y="1261"/>
                    <a:pt x="3725" y="1115"/>
                    <a:pt x="3286" y="926"/>
                  </a:cubicBezTo>
                  <a:cubicBezTo>
                    <a:pt x="2880" y="747"/>
                    <a:pt x="2504" y="662"/>
                    <a:pt x="2156" y="662"/>
                  </a:cubicBezTo>
                  <a:cubicBezTo>
                    <a:pt x="1285" y="662"/>
                    <a:pt x="584" y="1198"/>
                    <a:pt x="1" y="2140"/>
                  </a:cubicBezTo>
                  <a:cubicBezTo>
                    <a:pt x="189" y="2098"/>
                    <a:pt x="440" y="2119"/>
                    <a:pt x="607" y="2014"/>
                  </a:cubicBezTo>
                  <a:cubicBezTo>
                    <a:pt x="1140" y="1679"/>
                    <a:pt x="1666" y="1497"/>
                    <a:pt x="2210" y="1497"/>
                  </a:cubicBezTo>
                  <a:cubicBezTo>
                    <a:pt x="2650" y="1497"/>
                    <a:pt x="3102" y="1615"/>
                    <a:pt x="3579" y="1868"/>
                  </a:cubicBezTo>
                  <a:cubicBezTo>
                    <a:pt x="4159" y="2178"/>
                    <a:pt x="4728" y="2316"/>
                    <a:pt x="5283" y="2316"/>
                  </a:cubicBezTo>
                  <a:cubicBezTo>
                    <a:pt x="6189" y="2316"/>
                    <a:pt x="7059" y="1949"/>
                    <a:pt x="7889" y="1366"/>
                  </a:cubicBezTo>
                  <a:cubicBezTo>
                    <a:pt x="8291" y="1084"/>
                    <a:pt x="8710" y="957"/>
                    <a:pt x="9146" y="957"/>
                  </a:cubicBezTo>
                  <a:cubicBezTo>
                    <a:pt x="9391" y="957"/>
                    <a:pt x="9642" y="998"/>
                    <a:pt x="9898" y="1073"/>
                  </a:cubicBezTo>
                  <a:cubicBezTo>
                    <a:pt x="10609" y="1303"/>
                    <a:pt x="11341" y="1512"/>
                    <a:pt x="12053" y="1742"/>
                  </a:cubicBezTo>
                  <a:cubicBezTo>
                    <a:pt x="12458" y="1877"/>
                    <a:pt x="12851" y="1958"/>
                    <a:pt x="13234" y="1958"/>
                  </a:cubicBezTo>
                  <a:cubicBezTo>
                    <a:pt x="13742" y="1958"/>
                    <a:pt x="14233" y="1816"/>
                    <a:pt x="14710" y="1470"/>
                  </a:cubicBezTo>
                  <a:cubicBezTo>
                    <a:pt x="15339" y="1021"/>
                    <a:pt x="15974" y="795"/>
                    <a:pt x="16621" y="795"/>
                  </a:cubicBezTo>
                  <a:cubicBezTo>
                    <a:pt x="17180" y="795"/>
                    <a:pt x="17748" y="964"/>
                    <a:pt x="18330" y="1303"/>
                  </a:cubicBezTo>
                  <a:cubicBezTo>
                    <a:pt x="18665" y="1512"/>
                    <a:pt x="19062" y="1596"/>
                    <a:pt x="19439" y="1721"/>
                  </a:cubicBezTo>
                  <a:cubicBezTo>
                    <a:pt x="19689" y="1803"/>
                    <a:pt x="19944" y="1844"/>
                    <a:pt x="20200" y="1844"/>
                  </a:cubicBezTo>
                  <a:cubicBezTo>
                    <a:pt x="21056" y="1844"/>
                    <a:pt x="21912" y="1385"/>
                    <a:pt x="22556" y="466"/>
                  </a:cubicBezTo>
                  <a:lnTo>
                    <a:pt x="22556" y="466"/>
                  </a:lnTo>
                  <a:cubicBezTo>
                    <a:pt x="22054" y="633"/>
                    <a:pt x="21719" y="675"/>
                    <a:pt x="21468" y="822"/>
                  </a:cubicBezTo>
                  <a:cubicBezTo>
                    <a:pt x="21013" y="1106"/>
                    <a:pt x="20575" y="1245"/>
                    <a:pt x="20146" y="1245"/>
                  </a:cubicBezTo>
                  <a:cubicBezTo>
                    <a:pt x="19629" y="1245"/>
                    <a:pt x="19126" y="1043"/>
                    <a:pt x="18623" y="654"/>
                  </a:cubicBezTo>
                  <a:cubicBezTo>
                    <a:pt x="18560" y="612"/>
                    <a:pt x="18497" y="550"/>
                    <a:pt x="18413" y="508"/>
                  </a:cubicBezTo>
                  <a:cubicBezTo>
                    <a:pt x="17754" y="204"/>
                    <a:pt x="17100" y="0"/>
                    <a:pt x="16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3"/>
            <p:cNvSpPr/>
            <p:nvPr/>
          </p:nvSpPr>
          <p:spPr>
            <a:xfrm>
              <a:off x="3060650" y="4367900"/>
              <a:ext cx="27225" cy="71750"/>
            </a:xfrm>
            <a:custGeom>
              <a:rect b="b" l="l" r="r" t="t"/>
              <a:pathLst>
                <a:path extrusionOk="0" h="2870" w="1089">
                  <a:moveTo>
                    <a:pt x="231" y="1"/>
                  </a:moveTo>
                  <a:cubicBezTo>
                    <a:pt x="147" y="817"/>
                    <a:pt x="22" y="1612"/>
                    <a:pt x="1" y="2428"/>
                  </a:cubicBezTo>
                  <a:cubicBezTo>
                    <a:pt x="1" y="2724"/>
                    <a:pt x="136" y="2870"/>
                    <a:pt x="341" y="2870"/>
                  </a:cubicBezTo>
                  <a:cubicBezTo>
                    <a:pt x="470" y="2870"/>
                    <a:pt x="627" y="2813"/>
                    <a:pt x="796" y="2700"/>
                  </a:cubicBezTo>
                  <a:cubicBezTo>
                    <a:pt x="733" y="1821"/>
                    <a:pt x="1089" y="901"/>
                    <a:pt x="587" y="43"/>
                  </a:cubicBezTo>
                  <a:cubicBezTo>
                    <a:pt x="482" y="22"/>
                    <a:pt x="357" y="22"/>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3"/>
            <p:cNvSpPr/>
            <p:nvPr/>
          </p:nvSpPr>
          <p:spPr>
            <a:xfrm>
              <a:off x="3256300" y="4368950"/>
              <a:ext cx="27225" cy="71175"/>
            </a:xfrm>
            <a:custGeom>
              <a:rect b="b" l="l" r="r" t="t"/>
              <a:pathLst>
                <a:path extrusionOk="0" h="2847" w="1089">
                  <a:moveTo>
                    <a:pt x="628" y="1"/>
                  </a:moveTo>
                  <a:cubicBezTo>
                    <a:pt x="84" y="1005"/>
                    <a:pt x="0" y="1800"/>
                    <a:pt x="272" y="2637"/>
                  </a:cubicBezTo>
                  <a:cubicBezTo>
                    <a:pt x="293" y="2721"/>
                    <a:pt x="544" y="2742"/>
                    <a:pt x="816" y="2846"/>
                  </a:cubicBezTo>
                  <a:cubicBezTo>
                    <a:pt x="1067" y="1905"/>
                    <a:pt x="1088" y="1089"/>
                    <a:pt x="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3"/>
            <p:cNvSpPr/>
            <p:nvPr/>
          </p:nvSpPr>
          <p:spPr>
            <a:xfrm>
              <a:off x="4353750" y="4165475"/>
              <a:ext cx="30875" cy="65925"/>
            </a:xfrm>
            <a:custGeom>
              <a:rect b="b" l="l" r="r" t="t"/>
              <a:pathLst>
                <a:path extrusionOk="0" h="2637" w="1235">
                  <a:moveTo>
                    <a:pt x="649" y="1"/>
                  </a:moveTo>
                  <a:lnTo>
                    <a:pt x="649" y="1"/>
                  </a:lnTo>
                  <a:cubicBezTo>
                    <a:pt x="0" y="1340"/>
                    <a:pt x="105" y="2009"/>
                    <a:pt x="1151" y="2637"/>
                  </a:cubicBezTo>
                  <a:cubicBezTo>
                    <a:pt x="1235" y="1633"/>
                    <a:pt x="1235" y="796"/>
                    <a:pt x="6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3"/>
            <p:cNvSpPr/>
            <p:nvPr/>
          </p:nvSpPr>
          <p:spPr>
            <a:xfrm>
              <a:off x="4255400" y="4162325"/>
              <a:ext cx="35075" cy="63325"/>
            </a:xfrm>
            <a:custGeom>
              <a:rect b="b" l="l" r="r" t="t"/>
              <a:pathLst>
                <a:path extrusionOk="0" h="2533" w="1403">
                  <a:moveTo>
                    <a:pt x="942" y="1"/>
                  </a:moveTo>
                  <a:cubicBezTo>
                    <a:pt x="0" y="1026"/>
                    <a:pt x="84" y="2240"/>
                    <a:pt x="1109" y="2533"/>
                  </a:cubicBezTo>
                  <a:cubicBezTo>
                    <a:pt x="1088" y="1696"/>
                    <a:pt x="1402" y="859"/>
                    <a:pt x="9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3"/>
            <p:cNvSpPr/>
            <p:nvPr/>
          </p:nvSpPr>
          <p:spPr>
            <a:xfrm>
              <a:off x="3165800" y="4368425"/>
              <a:ext cx="28800" cy="72225"/>
            </a:xfrm>
            <a:custGeom>
              <a:rect b="b" l="l" r="r" t="t"/>
              <a:pathLst>
                <a:path extrusionOk="0" h="2889" w="1152">
                  <a:moveTo>
                    <a:pt x="440" y="1"/>
                  </a:moveTo>
                  <a:cubicBezTo>
                    <a:pt x="1" y="942"/>
                    <a:pt x="147" y="1821"/>
                    <a:pt x="252" y="2888"/>
                  </a:cubicBezTo>
                  <a:cubicBezTo>
                    <a:pt x="1110" y="2219"/>
                    <a:pt x="1151" y="1152"/>
                    <a:pt x="4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3"/>
            <p:cNvSpPr/>
            <p:nvPr/>
          </p:nvSpPr>
          <p:spPr>
            <a:xfrm>
              <a:off x="4449475" y="4168100"/>
              <a:ext cx="26175" cy="62275"/>
            </a:xfrm>
            <a:custGeom>
              <a:rect b="b" l="l" r="r" t="t"/>
              <a:pathLst>
                <a:path extrusionOk="0" h="2491" w="1047">
                  <a:moveTo>
                    <a:pt x="377" y="0"/>
                  </a:moveTo>
                  <a:cubicBezTo>
                    <a:pt x="0" y="774"/>
                    <a:pt x="84" y="1465"/>
                    <a:pt x="209" y="2134"/>
                  </a:cubicBezTo>
                  <a:cubicBezTo>
                    <a:pt x="230" y="2281"/>
                    <a:pt x="502" y="2427"/>
                    <a:pt x="670" y="2490"/>
                  </a:cubicBezTo>
                  <a:cubicBezTo>
                    <a:pt x="753" y="2490"/>
                    <a:pt x="1025" y="2260"/>
                    <a:pt x="1004" y="2155"/>
                  </a:cubicBezTo>
                  <a:cubicBezTo>
                    <a:pt x="963" y="1465"/>
                    <a:pt x="1046" y="691"/>
                    <a:pt x="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3"/>
            <p:cNvSpPr/>
            <p:nvPr/>
          </p:nvSpPr>
          <p:spPr>
            <a:xfrm>
              <a:off x="3143300" y="3924325"/>
              <a:ext cx="39800" cy="106750"/>
            </a:xfrm>
            <a:custGeom>
              <a:rect b="b" l="l" r="r" t="t"/>
              <a:pathLst>
                <a:path extrusionOk="0" h="4270" w="1592">
                  <a:moveTo>
                    <a:pt x="691" y="1"/>
                  </a:moveTo>
                  <a:lnTo>
                    <a:pt x="691" y="1"/>
                  </a:lnTo>
                  <a:cubicBezTo>
                    <a:pt x="336" y="1465"/>
                    <a:pt x="1" y="2825"/>
                    <a:pt x="733" y="4269"/>
                  </a:cubicBezTo>
                  <a:cubicBezTo>
                    <a:pt x="1486" y="4165"/>
                    <a:pt x="1486" y="3704"/>
                    <a:pt x="1507" y="3328"/>
                  </a:cubicBezTo>
                  <a:cubicBezTo>
                    <a:pt x="1591" y="2051"/>
                    <a:pt x="1214" y="524"/>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3"/>
            <p:cNvSpPr/>
            <p:nvPr/>
          </p:nvSpPr>
          <p:spPr>
            <a:xfrm>
              <a:off x="3064325" y="3907600"/>
              <a:ext cx="37675" cy="110400"/>
            </a:xfrm>
            <a:custGeom>
              <a:rect b="b" l="l" r="r" t="t"/>
              <a:pathLst>
                <a:path extrusionOk="0" h="4416" w="1507">
                  <a:moveTo>
                    <a:pt x="670" y="0"/>
                  </a:moveTo>
                  <a:cubicBezTo>
                    <a:pt x="565" y="1590"/>
                    <a:pt x="0" y="2909"/>
                    <a:pt x="858" y="4415"/>
                  </a:cubicBezTo>
                  <a:cubicBezTo>
                    <a:pt x="1507" y="3369"/>
                    <a:pt x="1444" y="1193"/>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3"/>
            <p:cNvSpPr/>
            <p:nvPr/>
          </p:nvSpPr>
          <p:spPr>
            <a:xfrm>
              <a:off x="4394025" y="3903400"/>
              <a:ext cx="37150" cy="100475"/>
            </a:xfrm>
            <a:custGeom>
              <a:rect b="b" l="l" r="r" t="t"/>
              <a:pathLst>
                <a:path extrusionOk="0" h="4019" w="1486">
                  <a:moveTo>
                    <a:pt x="795" y="1"/>
                  </a:moveTo>
                  <a:lnTo>
                    <a:pt x="795" y="1"/>
                  </a:lnTo>
                  <a:cubicBezTo>
                    <a:pt x="0" y="1486"/>
                    <a:pt x="42" y="3118"/>
                    <a:pt x="900" y="4018"/>
                  </a:cubicBezTo>
                  <a:cubicBezTo>
                    <a:pt x="1486" y="2595"/>
                    <a:pt x="1067" y="1382"/>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3"/>
            <p:cNvSpPr/>
            <p:nvPr/>
          </p:nvSpPr>
          <p:spPr>
            <a:xfrm>
              <a:off x="4326550" y="3908125"/>
              <a:ext cx="38200" cy="83700"/>
            </a:xfrm>
            <a:custGeom>
              <a:rect b="b" l="l" r="r" t="t"/>
              <a:pathLst>
                <a:path extrusionOk="0" h="3348" w="1528">
                  <a:moveTo>
                    <a:pt x="837" y="0"/>
                  </a:moveTo>
                  <a:lnTo>
                    <a:pt x="837" y="0"/>
                  </a:lnTo>
                  <a:cubicBezTo>
                    <a:pt x="42" y="1276"/>
                    <a:pt x="0" y="2344"/>
                    <a:pt x="628" y="3348"/>
                  </a:cubicBezTo>
                  <a:cubicBezTo>
                    <a:pt x="1528" y="2218"/>
                    <a:pt x="816" y="1067"/>
                    <a:pt x="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3"/>
            <p:cNvSpPr/>
            <p:nvPr/>
          </p:nvSpPr>
          <p:spPr>
            <a:xfrm>
              <a:off x="3059100" y="4177500"/>
              <a:ext cx="27750" cy="83200"/>
            </a:xfrm>
            <a:custGeom>
              <a:rect b="b" l="l" r="r" t="t"/>
              <a:pathLst>
                <a:path extrusionOk="0" h="3328" w="1110">
                  <a:moveTo>
                    <a:pt x="691" y="1"/>
                  </a:moveTo>
                  <a:lnTo>
                    <a:pt x="691" y="1"/>
                  </a:lnTo>
                  <a:cubicBezTo>
                    <a:pt x="0" y="1193"/>
                    <a:pt x="42" y="2470"/>
                    <a:pt x="921" y="3328"/>
                  </a:cubicBezTo>
                  <a:cubicBezTo>
                    <a:pt x="984" y="2093"/>
                    <a:pt x="1109" y="1089"/>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3"/>
            <p:cNvSpPr/>
            <p:nvPr/>
          </p:nvSpPr>
          <p:spPr>
            <a:xfrm>
              <a:off x="3252625" y="4186925"/>
              <a:ext cx="27750" cy="73775"/>
            </a:xfrm>
            <a:custGeom>
              <a:rect b="b" l="l" r="r" t="t"/>
              <a:pathLst>
                <a:path extrusionOk="0" h="2951" w="1110">
                  <a:moveTo>
                    <a:pt x="524" y="0"/>
                  </a:moveTo>
                  <a:cubicBezTo>
                    <a:pt x="1" y="963"/>
                    <a:pt x="85" y="1863"/>
                    <a:pt x="315" y="2951"/>
                  </a:cubicBezTo>
                  <a:cubicBezTo>
                    <a:pt x="1047" y="2260"/>
                    <a:pt x="1110" y="963"/>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3"/>
            <p:cNvSpPr/>
            <p:nvPr/>
          </p:nvSpPr>
          <p:spPr>
            <a:xfrm>
              <a:off x="3166850" y="4185875"/>
              <a:ext cx="31400" cy="68550"/>
            </a:xfrm>
            <a:custGeom>
              <a:rect b="b" l="l" r="r" t="t"/>
              <a:pathLst>
                <a:path extrusionOk="0" h="2742" w="1256">
                  <a:moveTo>
                    <a:pt x="670" y="1"/>
                  </a:moveTo>
                  <a:lnTo>
                    <a:pt x="670" y="1"/>
                  </a:lnTo>
                  <a:cubicBezTo>
                    <a:pt x="0" y="1821"/>
                    <a:pt x="63" y="2532"/>
                    <a:pt x="900" y="2742"/>
                  </a:cubicBezTo>
                  <a:cubicBezTo>
                    <a:pt x="900" y="1842"/>
                    <a:pt x="1256" y="921"/>
                    <a:pt x="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3"/>
            <p:cNvSpPr/>
            <p:nvPr/>
          </p:nvSpPr>
          <p:spPr>
            <a:xfrm>
              <a:off x="4247025" y="4552050"/>
              <a:ext cx="32450" cy="59650"/>
            </a:xfrm>
            <a:custGeom>
              <a:rect b="b" l="l" r="r" t="t"/>
              <a:pathLst>
                <a:path extrusionOk="0" h="2386" w="1298">
                  <a:moveTo>
                    <a:pt x="461" y="0"/>
                  </a:moveTo>
                  <a:lnTo>
                    <a:pt x="461" y="0"/>
                  </a:lnTo>
                  <a:cubicBezTo>
                    <a:pt x="1" y="1423"/>
                    <a:pt x="43" y="1779"/>
                    <a:pt x="754" y="2385"/>
                  </a:cubicBezTo>
                  <a:cubicBezTo>
                    <a:pt x="1298" y="1590"/>
                    <a:pt x="1193" y="753"/>
                    <a:pt x="4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3"/>
            <p:cNvSpPr/>
            <p:nvPr/>
          </p:nvSpPr>
          <p:spPr>
            <a:xfrm>
              <a:off x="4353750" y="4538450"/>
              <a:ext cx="35575" cy="64350"/>
            </a:xfrm>
            <a:custGeom>
              <a:rect b="b" l="l" r="r" t="t"/>
              <a:pathLst>
                <a:path extrusionOk="0" h="2574" w="1423">
                  <a:moveTo>
                    <a:pt x="670" y="0"/>
                  </a:moveTo>
                  <a:lnTo>
                    <a:pt x="670" y="0"/>
                  </a:lnTo>
                  <a:cubicBezTo>
                    <a:pt x="0" y="1318"/>
                    <a:pt x="188" y="2197"/>
                    <a:pt x="1151" y="2574"/>
                  </a:cubicBezTo>
                  <a:cubicBezTo>
                    <a:pt x="1423" y="1716"/>
                    <a:pt x="1130" y="942"/>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3"/>
            <p:cNvSpPr/>
            <p:nvPr/>
          </p:nvSpPr>
          <p:spPr>
            <a:xfrm>
              <a:off x="4459400" y="4538450"/>
              <a:ext cx="30900" cy="61225"/>
            </a:xfrm>
            <a:custGeom>
              <a:rect b="b" l="l" r="r" t="t"/>
              <a:pathLst>
                <a:path extrusionOk="0" h="2449" w="1236">
                  <a:moveTo>
                    <a:pt x="524" y="0"/>
                  </a:moveTo>
                  <a:lnTo>
                    <a:pt x="524" y="0"/>
                  </a:lnTo>
                  <a:cubicBezTo>
                    <a:pt x="1" y="1465"/>
                    <a:pt x="63" y="1862"/>
                    <a:pt x="900" y="2448"/>
                  </a:cubicBezTo>
                  <a:cubicBezTo>
                    <a:pt x="1131" y="1590"/>
                    <a:pt x="1235" y="795"/>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3"/>
            <p:cNvSpPr/>
            <p:nvPr/>
          </p:nvSpPr>
          <p:spPr>
            <a:xfrm>
              <a:off x="3159525" y="4554650"/>
              <a:ext cx="27225" cy="68025"/>
            </a:xfrm>
            <a:custGeom>
              <a:rect b="b" l="l" r="r" t="t"/>
              <a:pathLst>
                <a:path extrusionOk="0" h="2721" w="1089">
                  <a:moveTo>
                    <a:pt x="900" y="1"/>
                  </a:moveTo>
                  <a:cubicBezTo>
                    <a:pt x="0" y="587"/>
                    <a:pt x="231" y="1403"/>
                    <a:pt x="272" y="2135"/>
                  </a:cubicBezTo>
                  <a:cubicBezTo>
                    <a:pt x="293" y="2344"/>
                    <a:pt x="607" y="2532"/>
                    <a:pt x="775" y="2721"/>
                  </a:cubicBezTo>
                  <a:cubicBezTo>
                    <a:pt x="879" y="2700"/>
                    <a:pt x="984" y="2658"/>
                    <a:pt x="1089" y="2616"/>
                  </a:cubicBezTo>
                  <a:cubicBezTo>
                    <a:pt x="1026" y="1737"/>
                    <a:pt x="963" y="879"/>
                    <a:pt x="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3"/>
            <p:cNvSpPr/>
            <p:nvPr/>
          </p:nvSpPr>
          <p:spPr>
            <a:xfrm>
              <a:off x="3033975" y="4553600"/>
              <a:ext cx="33500" cy="71700"/>
            </a:xfrm>
            <a:custGeom>
              <a:rect b="b" l="l" r="r" t="t"/>
              <a:pathLst>
                <a:path extrusionOk="0" h="2868" w="1340">
                  <a:moveTo>
                    <a:pt x="817" y="1"/>
                  </a:moveTo>
                  <a:lnTo>
                    <a:pt x="817" y="1"/>
                  </a:lnTo>
                  <a:cubicBezTo>
                    <a:pt x="1" y="1549"/>
                    <a:pt x="1" y="1989"/>
                    <a:pt x="901" y="2867"/>
                  </a:cubicBezTo>
                  <a:cubicBezTo>
                    <a:pt x="1089" y="1884"/>
                    <a:pt x="1340" y="1026"/>
                    <a:pt x="8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3"/>
            <p:cNvSpPr/>
            <p:nvPr/>
          </p:nvSpPr>
          <p:spPr>
            <a:xfrm>
              <a:off x="3263100" y="4562500"/>
              <a:ext cx="34025" cy="62800"/>
            </a:xfrm>
            <a:custGeom>
              <a:rect b="b" l="l" r="r" t="t"/>
              <a:pathLst>
                <a:path extrusionOk="0" h="2512" w="1361">
                  <a:moveTo>
                    <a:pt x="565" y="1"/>
                  </a:moveTo>
                  <a:lnTo>
                    <a:pt x="565" y="1"/>
                  </a:lnTo>
                  <a:cubicBezTo>
                    <a:pt x="147" y="984"/>
                    <a:pt x="0" y="1716"/>
                    <a:pt x="586" y="2511"/>
                  </a:cubicBezTo>
                  <a:cubicBezTo>
                    <a:pt x="1360" y="1674"/>
                    <a:pt x="1047" y="963"/>
                    <a:pt x="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3"/>
            <p:cNvSpPr/>
            <p:nvPr/>
          </p:nvSpPr>
          <p:spPr>
            <a:xfrm>
              <a:off x="4254875" y="4360600"/>
              <a:ext cx="36125" cy="68025"/>
            </a:xfrm>
            <a:custGeom>
              <a:rect b="b" l="l" r="r" t="t"/>
              <a:pathLst>
                <a:path extrusionOk="0" h="2721" w="1445">
                  <a:moveTo>
                    <a:pt x="586" y="0"/>
                  </a:moveTo>
                  <a:lnTo>
                    <a:pt x="586" y="0"/>
                  </a:lnTo>
                  <a:cubicBezTo>
                    <a:pt x="1" y="1088"/>
                    <a:pt x="105" y="2051"/>
                    <a:pt x="837" y="2720"/>
                  </a:cubicBezTo>
                  <a:cubicBezTo>
                    <a:pt x="1444" y="1799"/>
                    <a:pt x="1361" y="858"/>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3"/>
            <p:cNvSpPr/>
            <p:nvPr/>
          </p:nvSpPr>
          <p:spPr>
            <a:xfrm>
              <a:off x="4364200" y="4354825"/>
              <a:ext cx="36650" cy="61750"/>
            </a:xfrm>
            <a:custGeom>
              <a:rect b="b" l="l" r="r" t="t"/>
              <a:pathLst>
                <a:path extrusionOk="0" h="2470" w="1466">
                  <a:moveTo>
                    <a:pt x="628" y="1"/>
                  </a:moveTo>
                  <a:lnTo>
                    <a:pt x="628" y="1"/>
                  </a:lnTo>
                  <a:cubicBezTo>
                    <a:pt x="1" y="1738"/>
                    <a:pt x="63" y="2030"/>
                    <a:pt x="1068" y="2470"/>
                  </a:cubicBezTo>
                  <a:cubicBezTo>
                    <a:pt x="1465" y="1612"/>
                    <a:pt x="1172" y="901"/>
                    <a:pt x="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3"/>
            <p:cNvSpPr/>
            <p:nvPr/>
          </p:nvSpPr>
          <p:spPr>
            <a:xfrm>
              <a:off x="4447375" y="4353800"/>
              <a:ext cx="32450" cy="49700"/>
            </a:xfrm>
            <a:custGeom>
              <a:rect b="b" l="l" r="r" t="t"/>
              <a:pathLst>
                <a:path extrusionOk="0" h="1988" w="1298">
                  <a:moveTo>
                    <a:pt x="607" y="0"/>
                  </a:moveTo>
                  <a:cubicBezTo>
                    <a:pt x="0" y="1507"/>
                    <a:pt x="105" y="1904"/>
                    <a:pt x="1298" y="1988"/>
                  </a:cubicBezTo>
                  <a:cubicBezTo>
                    <a:pt x="1151" y="1297"/>
                    <a:pt x="1047" y="649"/>
                    <a:pt x="9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6" name="Google Shape;3086;p93"/>
          <p:cNvGrpSpPr/>
          <p:nvPr/>
        </p:nvGrpSpPr>
        <p:grpSpPr>
          <a:xfrm>
            <a:off x="1570614" y="2083619"/>
            <a:ext cx="436062" cy="1260357"/>
            <a:chOff x="1578750" y="491800"/>
            <a:chExt cx="991275" cy="2865100"/>
          </a:xfrm>
        </p:grpSpPr>
        <p:sp>
          <p:nvSpPr>
            <p:cNvPr id="3087" name="Google Shape;3087;p93"/>
            <p:cNvSpPr/>
            <p:nvPr/>
          </p:nvSpPr>
          <p:spPr>
            <a:xfrm>
              <a:off x="1578750" y="491800"/>
              <a:ext cx="991275" cy="2865100"/>
            </a:xfrm>
            <a:custGeom>
              <a:rect b="b" l="l" r="r" t="t"/>
              <a:pathLst>
                <a:path extrusionOk="0" h="114604" w="39651">
                  <a:moveTo>
                    <a:pt x="7617" y="4772"/>
                  </a:moveTo>
                  <a:cubicBezTo>
                    <a:pt x="8286" y="5588"/>
                    <a:pt x="9018" y="6341"/>
                    <a:pt x="9604" y="7220"/>
                  </a:cubicBezTo>
                  <a:cubicBezTo>
                    <a:pt x="10671" y="8810"/>
                    <a:pt x="10692" y="10588"/>
                    <a:pt x="10169" y="12367"/>
                  </a:cubicBezTo>
                  <a:cubicBezTo>
                    <a:pt x="9799" y="13662"/>
                    <a:pt x="9065" y="14250"/>
                    <a:pt x="7789" y="14250"/>
                  </a:cubicBezTo>
                  <a:cubicBezTo>
                    <a:pt x="7766" y="14250"/>
                    <a:pt x="7744" y="14250"/>
                    <a:pt x="7721" y="14250"/>
                  </a:cubicBezTo>
                  <a:cubicBezTo>
                    <a:pt x="6612" y="14250"/>
                    <a:pt x="5503" y="14103"/>
                    <a:pt x="4394" y="14062"/>
                  </a:cubicBezTo>
                  <a:cubicBezTo>
                    <a:pt x="3474" y="14020"/>
                    <a:pt x="3013" y="13371"/>
                    <a:pt x="2804" y="12597"/>
                  </a:cubicBezTo>
                  <a:cubicBezTo>
                    <a:pt x="2511" y="11446"/>
                    <a:pt x="2469" y="10274"/>
                    <a:pt x="3202" y="9249"/>
                  </a:cubicBezTo>
                  <a:cubicBezTo>
                    <a:pt x="3683" y="8601"/>
                    <a:pt x="4185" y="7952"/>
                    <a:pt x="4624" y="7408"/>
                  </a:cubicBezTo>
                  <a:cubicBezTo>
                    <a:pt x="4980" y="8057"/>
                    <a:pt x="5189" y="8726"/>
                    <a:pt x="5629" y="9165"/>
                  </a:cubicBezTo>
                  <a:cubicBezTo>
                    <a:pt x="5950" y="9497"/>
                    <a:pt x="6364" y="9649"/>
                    <a:pt x="6785" y="9649"/>
                  </a:cubicBezTo>
                  <a:cubicBezTo>
                    <a:pt x="7212" y="9649"/>
                    <a:pt x="7645" y="9492"/>
                    <a:pt x="7993" y="9207"/>
                  </a:cubicBezTo>
                  <a:cubicBezTo>
                    <a:pt x="8663" y="8642"/>
                    <a:pt x="8851" y="7450"/>
                    <a:pt x="8391" y="6634"/>
                  </a:cubicBezTo>
                  <a:cubicBezTo>
                    <a:pt x="8056" y="6069"/>
                    <a:pt x="7700" y="5525"/>
                    <a:pt x="7345" y="4981"/>
                  </a:cubicBezTo>
                  <a:cubicBezTo>
                    <a:pt x="7428" y="4918"/>
                    <a:pt x="7512" y="4834"/>
                    <a:pt x="7617" y="4772"/>
                  </a:cubicBezTo>
                  <a:close/>
                  <a:moveTo>
                    <a:pt x="4734" y="15145"/>
                  </a:moveTo>
                  <a:cubicBezTo>
                    <a:pt x="6610" y="15145"/>
                    <a:pt x="8506" y="15199"/>
                    <a:pt x="10441" y="15547"/>
                  </a:cubicBezTo>
                  <a:cubicBezTo>
                    <a:pt x="10441" y="16133"/>
                    <a:pt x="10441" y="16531"/>
                    <a:pt x="10441" y="17033"/>
                  </a:cubicBezTo>
                  <a:cubicBezTo>
                    <a:pt x="10174" y="17071"/>
                    <a:pt x="9908" y="17161"/>
                    <a:pt x="9657" y="17161"/>
                  </a:cubicBezTo>
                  <a:cubicBezTo>
                    <a:pt x="9632" y="17161"/>
                    <a:pt x="9608" y="17160"/>
                    <a:pt x="9583" y="17158"/>
                  </a:cubicBezTo>
                  <a:cubicBezTo>
                    <a:pt x="8140" y="16970"/>
                    <a:pt x="6696" y="16719"/>
                    <a:pt x="5231" y="16593"/>
                  </a:cubicBezTo>
                  <a:cubicBezTo>
                    <a:pt x="4185" y="16489"/>
                    <a:pt x="3118" y="16531"/>
                    <a:pt x="2051" y="16489"/>
                  </a:cubicBezTo>
                  <a:cubicBezTo>
                    <a:pt x="1109" y="16468"/>
                    <a:pt x="1109" y="16447"/>
                    <a:pt x="1256" y="15150"/>
                  </a:cubicBezTo>
                  <a:lnTo>
                    <a:pt x="1256" y="15150"/>
                  </a:lnTo>
                  <a:cubicBezTo>
                    <a:pt x="1577" y="15154"/>
                    <a:pt x="1898" y="15156"/>
                    <a:pt x="2219" y="15156"/>
                  </a:cubicBezTo>
                  <a:cubicBezTo>
                    <a:pt x="3055" y="15156"/>
                    <a:pt x="3893" y="15145"/>
                    <a:pt x="4734" y="15145"/>
                  </a:cubicBezTo>
                  <a:close/>
                  <a:moveTo>
                    <a:pt x="4287" y="17417"/>
                  </a:moveTo>
                  <a:cubicBezTo>
                    <a:pt x="5529" y="17417"/>
                    <a:pt x="6731" y="17839"/>
                    <a:pt x="7993" y="18079"/>
                  </a:cubicBezTo>
                  <a:cubicBezTo>
                    <a:pt x="7847" y="18644"/>
                    <a:pt x="7784" y="19062"/>
                    <a:pt x="7637" y="19439"/>
                  </a:cubicBezTo>
                  <a:cubicBezTo>
                    <a:pt x="7247" y="20451"/>
                    <a:pt x="6558" y="20980"/>
                    <a:pt x="5799" y="20980"/>
                  </a:cubicBezTo>
                  <a:cubicBezTo>
                    <a:pt x="5255" y="20980"/>
                    <a:pt x="4676" y="20709"/>
                    <a:pt x="4143" y="20150"/>
                  </a:cubicBezTo>
                  <a:cubicBezTo>
                    <a:pt x="3515" y="19481"/>
                    <a:pt x="2867" y="18769"/>
                    <a:pt x="3118" y="17556"/>
                  </a:cubicBezTo>
                  <a:cubicBezTo>
                    <a:pt x="3513" y="17457"/>
                    <a:pt x="3902" y="17417"/>
                    <a:pt x="4287" y="17417"/>
                  </a:cubicBezTo>
                  <a:close/>
                  <a:moveTo>
                    <a:pt x="5210" y="21845"/>
                  </a:moveTo>
                  <a:cubicBezTo>
                    <a:pt x="6256" y="22515"/>
                    <a:pt x="6340" y="23163"/>
                    <a:pt x="5984" y="26072"/>
                  </a:cubicBezTo>
                  <a:cubicBezTo>
                    <a:pt x="5692" y="26051"/>
                    <a:pt x="5378" y="26030"/>
                    <a:pt x="5001" y="25988"/>
                  </a:cubicBezTo>
                  <a:cubicBezTo>
                    <a:pt x="5064" y="24628"/>
                    <a:pt x="5127" y="23352"/>
                    <a:pt x="5210" y="21845"/>
                  </a:cubicBezTo>
                  <a:close/>
                  <a:moveTo>
                    <a:pt x="3139" y="27808"/>
                  </a:moveTo>
                  <a:cubicBezTo>
                    <a:pt x="4206" y="27997"/>
                    <a:pt x="5252" y="28164"/>
                    <a:pt x="6508" y="28373"/>
                  </a:cubicBezTo>
                  <a:cubicBezTo>
                    <a:pt x="6173" y="28813"/>
                    <a:pt x="5984" y="29064"/>
                    <a:pt x="5754" y="29378"/>
                  </a:cubicBezTo>
                  <a:cubicBezTo>
                    <a:pt x="4876" y="29043"/>
                    <a:pt x="3976" y="28687"/>
                    <a:pt x="3076" y="28332"/>
                  </a:cubicBezTo>
                  <a:cubicBezTo>
                    <a:pt x="3055" y="28332"/>
                    <a:pt x="3097" y="28143"/>
                    <a:pt x="3139" y="27808"/>
                  </a:cubicBezTo>
                  <a:close/>
                  <a:moveTo>
                    <a:pt x="4053" y="29234"/>
                  </a:moveTo>
                  <a:cubicBezTo>
                    <a:pt x="4600" y="29234"/>
                    <a:pt x="5120" y="29593"/>
                    <a:pt x="5838" y="30361"/>
                  </a:cubicBezTo>
                  <a:cubicBezTo>
                    <a:pt x="5408" y="30580"/>
                    <a:pt x="5037" y="30694"/>
                    <a:pt x="4684" y="30694"/>
                  </a:cubicBezTo>
                  <a:cubicBezTo>
                    <a:pt x="4091" y="30694"/>
                    <a:pt x="3549" y="30373"/>
                    <a:pt x="2867" y="29692"/>
                  </a:cubicBezTo>
                  <a:cubicBezTo>
                    <a:pt x="3317" y="29392"/>
                    <a:pt x="3691" y="29234"/>
                    <a:pt x="4053" y="29234"/>
                  </a:cubicBezTo>
                  <a:close/>
                  <a:moveTo>
                    <a:pt x="7031" y="30717"/>
                  </a:moveTo>
                  <a:cubicBezTo>
                    <a:pt x="7073" y="30863"/>
                    <a:pt x="7177" y="31093"/>
                    <a:pt x="7135" y="31114"/>
                  </a:cubicBezTo>
                  <a:cubicBezTo>
                    <a:pt x="6068" y="31909"/>
                    <a:pt x="4876" y="32328"/>
                    <a:pt x="3474" y="32349"/>
                  </a:cubicBezTo>
                  <a:cubicBezTo>
                    <a:pt x="3404" y="31457"/>
                    <a:pt x="3802" y="31384"/>
                    <a:pt x="4228" y="31384"/>
                  </a:cubicBezTo>
                  <a:cubicBezTo>
                    <a:pt x="4311" y="31384"/>
                    <a:pt x="4396" y="31386"/>
                    <a:pt x="4478" y="31386"/>
                  </a:cubicBezTo>
                  <a:cubicBezTo>
                    <a:pt x="6068" y="31365"/>
                    <a:pt x="6068" y="31365"/>
                    <a:pt x="7031" y="30717"/>
                  </a:cubicBezTo>
                  <a:close/>
                  <a:moveTo>
                    <a:pt x="22389" y="27704"/>
                  </a:moveTo>
                  <a:cubicBezTo>
                    <a:pt x="22870" y="29127"/>
                    <a:pt x="22933" y="31470"/>
                    <a:pt x="22577" y="34316"/>
                  </a:cubicBezTo>
                  <a:cubicBezTo>
                    <a:pt x="22096" y="34232"/>
                    <a:pt x="21656" y="34148"/>
                    <a:pt x="21029" y="34044"/>
                  </a:cubicBezTo>
                  <a:cubicBezTo>
                    <a:pt x="21489" y="31868"/>
                    <a:pt x="21928" y="29859"/>
                    <a:pt x="22389" y="27704"/>
                  </a:cubicBezTo>
                  <a:close/>
                  <a:moveTo>
                    <a:pt x="15505" y="32140"/>
                  </a:moveTo>
                  <a:cubicBezTo>
                    <a:pt x="16404" y="32872"/>
                    <a:pt x="17304" y="33583"/>
                    <a:pt x="18350" y="34420"/>
                  </a:cubicBezTo>
                  <a:cubicBezTo>
                    <a:pt x="17785" y="34755"/>
                    <a:pt x="17304" y="35048"/>
                    <a:pt x="16760" y="35362"/>
                  </a:cubicBezTo>
                  <a:cubicBezTo>
                    <a:pt x="16216" y="34211"/>
                    <a:pt x="15756" y="33249"/>
                    <a:pt x="15295" y="32286"/>
                  </a:cubicBezTo>
                  <a:cubicBezTo>
                    <a:pt x="15358" y="32223"/>
                    <a:pt x="15442" y="32181"/>
                    <a:pt x="15505" y="32140"/>
                  </a:cubicBezTo>
                  <a:close/>
                  <a:moveTo>
                    <a:pt x="29105" y="32663"/>
                  </a:moveTo>
                  <a:cubicBezTo>
                    <a:pt x="29189" y="32746"/>
                    <a:pt x="29272" y="32809"/>
                    <a:pt x="29335" y="32893"/>
                  </a:cubicBezTo>
                  <a:cubicBezTo>
                    <a:pt x="28352" y="34316"/>
                    <a:pt x="27368" y="35759"/>
                    <a:pt x="26218" y="37412"/>
                  </a:cubicBezTo>
                  <a:cubicBezTo>
                    <a:pt x="25862" y="36806"/>
                    <a:pt x="25653" y="36450"/>
                    <a:pt x="25423" y="36052"/>
                  </a:cubicBezTo>
                  <a:cubicBezTo>
                    <a:pt x="26678" y="34902"/>
                    <a:pt x="27892" y="33772"/>
                    <a:pt x="29105" y="32663"/>
                  </a:cubicBezTo>
                  <a:close/>
                  <a:moveTo>
                    <a:pt x="13017" y="38343"/>
                  </a:moveTo>
                  <a:cubicBezTo>
                    <a:pt x="13753" y="38343"/>
                    <a:pt x="14566" y="38408"/>
                    <a:pt x="15400" y="38542"/>
                  </a:cubicBezTo>
                  <a:cubicBezTo>
                    <a:pt x="15358" y="39254"/>
                    <a:pt x="15316" y="39881"/>
                    <a:pt x="15275" y="40614"/>
                  </a:cubicBezTo>
                  <a:cubicBezTo>
                    <a:pt x="13412" y="40425"/>
                    <a:pt x="11822" y="39526"/>
                    <a:pt x="10106" y="38961"/>
                  </a:cubicBezTo>
                  <a:cubicBezTo>
                    <a:pt x="10605" y="38556"/>
                    <a:pt x="11685" y="38343"/>
                    <a:pt x="13017" y="38343"/>
                  </a:cubicBezTo>
                  <a:close/>
                  <a:moveTo>
                    <a:pt x="27339" y="39357"/>
                  </a:moveTo>
                  <a:cubicBezTo>
                    <a:pt x="27499" y="39357"/>
                    <a:pt x="27705" y="39405"/>
                    <a:pt x="27975" y="39484"/>
                  </a:cubicBezTo>
                  <a:cubicBezTo>
                    <a:pt x="28833" y="39714"/>
                    <a:pt x="29691" y="39944"/>
                    <a:pt x="30821" y="40258"/>
                  </a:cubicBezTo>
                  <a:cubicBezTo>
                    <a:pt x="29314" y="40467"/>
                    <a:pt x="28038" y="40635"/>
                    <a:pt x="26741" y="40802"/>
                  </a:cubicBezTo>
                  <a:cubicBezTo>
                    <a:pt x="26817" y="39716"/>
                    <a:pt x="26905" y="39357"/>
                    <a:pt x="27339" y="39357"/>
                  </a:cubicBezTo>
                  <a:close/>
                  <a:moveTo>
                    <a:pt x="21230" y="34920"/>
                  </a:moveTo>
                  <a:cubicBezTo>
                    <a:pt x="22342" y="34920"/>
                    <a:pt x="23410" y="35355"/>
                    <a:pt x="24209" y="36220"/>
                  </a:cubicBezTo>
                  <a:cubicBezTo>
                    <a:pt x="25611" y="37789"/>
                    <a:pt x="26615" y="40258"/>
                    <a:pt x="24879" y="42309"/>
                  </a:cubicBezTo>
                  <a:cubicBezTo>
                    <a:pt x="24795" y="41576"/>
                    <a:pt x="24711" y="40990"/>
                    <a:pt x="24627" y="40321"/>
                  </a:cubicBezTo>
                  <a:cubicBezTo>
                    <a:pt x="22933" y="39714"/>
                    <a:pt x="22451" y="37873"/>
                    <a:pt x="21280" y="36471"/>
                  </a:cubicBezTo>
                  <a:cubicBezTo>
                    <a:pt x="20359" y="38333"/>
                    <a:pt x="19376" y="40049"/>
                    <a:pt x="17325" y="40446"/>
                  </a:cubicBezTo>
                  <a:cubicBezTo>
                    <a:pt x="17095" y="41116"/>
                    <a:pt x="16907" y="41681"/>
                    <a:pt x="16676" y="42329"/>
                  </a:cubicBezTo>
                  <a:cubicBezTo>
                    <a:pt x="15547" y="40467"/>
                    <a:pt x="16321" y="37517"/>
                    <a:pt x="18246" y="36010"/>
                  </a:cubicBezTo>
                  <a:cubicBezTo>
                    <a:pt x="19164" y="35282"/>
                    <a:pt x="20215" y="34920"/>
                    <a:pt x="21230" y="34920"/>
                  </a:cubicBezTo>
                  <a:close/>
                  <a:moveTo>
                    <a:pt x="20966" y="38249"/>
                  </a:moveTo>
                  <a:cubicBezTo>
                    <a:pt x="21866" y="39128"/>
                    <a:pt x="22744" y="39965"/>
                    <a:pt x="23602" y="40802"/>
                  </a:cubicBezTo>
                  <a:cubicBezTo>
                    <a:pt x="23644" y="40760"/>
                    <a:pt x="23686" y="40718"/>
                    <a:pt x="23728" y="40656"/>
                  </a:cubicBezTo>
                  <a:cubicBezTo>
                    <a:pt x="23958" y="41367"/>
                    <a:pt x="24083" y="42099"/>
                    <a:pt x="24439" y="42727"/>
                  </a:cubicBezTo>
                  <a:cubicBezTo>
                    <a:pt x="24899" y="43543"/>
                    <a:pt x="24711" y="44171"/>
                    <a:pt x="24146" y="44673"/>
                  </a:cubicBezTo>
                  <a:cubicBezTo>
                    <a:pt x="23163" y="45531"/>
                    <a:pt x="22138" y="46326"/>
                    <a:pt x="21133" y="47100"/>
                  </a:cubicBezTo>
                  <a:cubicBezTo>
                    <a:pt x="20965" y="47230"/>
                    <a:pt x="20805" y="47287"/>
                    <a:pt x="20654" y="47287"/>
                  </a:cubicBezTo>
                  <a:cubicBezTo>
                    <a:pt x="20391" y="47287"/>
                    <a:pt x="20153" y="47114"/>
                    <a:pt x="19941" y="46849"/>
                  </a:cubicBezTo>
                  <a:cubicBezTo>
                    <a:pt x="19355" y="46138"/>
                    <a:pt x="18748" y="45426"/>
                    <a:pt x="18141" y="44715"/>
                  </a:cubicBezTo>
                  <a:cubicBezTo>
                    <a:pt x="17806" y="44317"/>
                    <a:pt x="17492" y="43920"/>
                    <a:pt x="17116" y="43459"/>
                  </a:cubicBezTo>
                  <a:cubicBezTo>
                    <a:pt x="17241" y="42999"/>
                    <a:pt x="17430" y="42601"/>
                    <a:pt x="17451" y="42183"/>
                  </a:cubicBezTo>
                  <a:cubicBezTo>
                    <a:pt x="17513" y="41346"/>
                    <a:pt x="17911" y="40886"/>
                    <a:pt x="18706" y="40656"/>
                  </a:cubicBezTo>
                  <a:cubicBezTo>
                    <a:pt x="19857" y="40321"/>
                    <a:pt x="20422" y="39296"/>
                    <a:pt x="20966" y="38249"/>
                  </a:cubicBezTo>
                  <a:close/>
                  <a:moveTo>
                    <a:pt x="21635" y="47770"/>
                  </a:moveTo>
                  <a:cubicBezTo>
                    <a:pt x="21698" y="48251"/>
                    <a:pt x="21698" y="48460"/>
                    <a:pt x="21782" y="48648"/>
                  </a:cubicBezTo>
                  <a:cubicBezTo>
                    <a:pt x="21991" y="49130"/>
                    <a:pt x="21991" y="49695"/>
                    <a:pt x="21489" y="49841"/>
                  </a:cubicBezTo>
                  <a:cubicBezTo>
                    <a:pt x="21387" y="49868"/>
                    <a:pt x="21270" y="49881"/>
                    <a:pt x="21146" y="49881"/>
                  </a:cubicBezTo>
                  <a:cubicBezTo>
                    <a:pt x="20788" y="49881"/>
                    <a:pt x="20378" y="49771"/>
                    <a:pt x="20129" y="49569"/>
                  </a:cubicBezTo>
                  <a:cubicBezTo>
                    <a:pt x="19731" y="49213"/>
                    <a:pt x="19208" y="48711"/>
                    <a:pt x="19606" y="47895"/>
                  </a:cubicBezTo>
                  <a:lnTo>
                    <a:pt x="19606" y="47895"/>
                  </a:lnTo>
                  <a:cubicBezTo>
                    <a:pt x="20014" y="47961"/>
                    <a:pt x="20421" y="48407"/>
                    <a:pt x="20850" y="48407"/>
                  </a:cubicBezTo>
                  <a:cubicBezTo>
                    <a:pt x="21103" y="48407"/>
                    <a:pt x="21363" y="48251"/>
                    <a:pt x="21635" y="47770"/>
                  </a:cubicBezTo>
                  <a:close/>
                  <a:moveTo>
                    <a:pt x="6989" y="32433"/>
                  </a:moveTo>
                  <a:cubicBezTo>
                    <a:pt x="6989" y="33562"/>
                    <a:pt x="7135" y="34609"/>
                    <a:pt x="6968" y="35613"/>
                  </a:cubicBezTo>
                  <a:cubicBezTo>
                    <a:pt x="6466" y="38542"/>
                    <a:pt x="6821" y="41430"/>
                    <a:pt x="7177" y="44317"/>
                  </a:cubicBezTo>
                  <a:cubicBezTo>
                    <a:pt x="7303" y="45342"/>
                    <a:pt x="7993" y="46326"/>
                    <a:pt x="8537" y="47267"/>
                  </a:cubicBezTo>
                  <a:cubicBezTo>
                    <a:pt x="9123" y="48293"/>
                    <a:pt x="9144" y="48376"/>
                    <a:pt x="8161" y="48941"/>
                  </a:cubicBezTo>
                  <a:cubicBezTo>
                    <a:pt x="7491" y="49318"/>
                    <a:pt x="6863" y="49757"/>
                    <a:pt x="6131" y="50239"/>
                  </a:cubicBezTo>
                  <a:cubicBezTo>
                    <a:pt x="4624" y="48146"/>
                    <a:pt x="3327" y="45970"/>
                    <a:pt x="3264" y="43271"/>
                  </a:cubicBezTo>
                  <a:cubicBezTo>
                    <a:pt x="3223" y="40007"/>
                    <a:pt x="3264" y="36743"/>
                    <a:pt x="3264" y="33458"/>
                  </a:cubicBezTo>
                  <a:cubicBezTo>
                    <a:pt x="4666" y="33060"/>
                    <a:pt x="5775" y="32767"/>
                    <a:pt x="6989" y="32433"/>
                  </a:cubicBezTo>
                  <a:close/>
                  <a:moveTo>
                    <a:pt x="8119" y="38856"/>
                  </a:moveTo>
                  <a:cubicBezTo>
                    <a:pt x="10588" y="40007"/>
                    <a:pt x="12827" y="41220"/>
                    <a:pt x="15505" y="41451"/>
                  </a:cubicBezTo>
                  <a:cubicBezTo>
                    <a:pt x="16112" y="43459"/>
                    <a:pt x="17220" y="45238"/>
                    <a:pt x="18706" y="46807"/>
                  </a:cubicBezTo>
                  <a:cubicBezTo>
                    <a:pt x="19250" y="47393"/>
                    <a:pt x="18936" y="48062"/>
                    <a:pt x="18853" y="48753"/>
                  </a:cubicBezTo>
                  <a:cubicBezTo>
                    <a:pt x="17995" y="48711"/>
                    <a:pt x="17200" y="48648"/>
                    <a:pt x="16342" y="48607"/>
                  </a:cubicBezTo>
                  <a:cubicBezTo>
                    <a:pt x="15986" y="49151"/>
                    <a:pt x="15609" y="49695"/>
                    <a:pt x="15128" y="50406"/>
                  </a:cubicBezTo>
                  <a:cubicBezTo>
                    <a:pt x="14228" y="49820"/>
                    <a:pt x="13350" y="49234"/>
                    <a:pt x="12450" y="48669"/>
                  </a:cubicBezTo>
                  <a:cubicBezTo>
                    <a:pt x="11738" y="48209"/>
                    <a:pt x="10985" y="47770"/>
                    <a:pt x="10274" y="47288"/>
                  </a:cubicBezTo>
                  <a:cubicBezTo>
                    <a:pt x="10023" y="47142"/>
                    <a:pt x="9751" y="46933"/>
                    <a:pt x="9625" y="46661"/>
                  </a:cubicBezTo>
                  <a:cubicBezTo>
                    <a:pt x="8977" y="45322"/>
                    <a:pt x="8223" y="43982"/>
                    <a:pt x="8202" y="42413"/>
                  </a:cubicBezTo>
                  <a:cubicBezTo>
                    <a:pt x="8181" y="41785"/>
                    <a:pt x="8056" y="41158"/>
                    <a:pt x="8035" y="40530"/>
                  </a:cubicBezTo>
                  <a:cubicBezTo>
                    <a:pt x="8014" y="40028"/>
                    <a:pt x="8077" y="39526"/>
                    <a:pt x="8119" y="38856"/>
                  </a:cubicBezTo>
                  <a:close/>
                  <a:moveTo>
                    <a:pt x="9939" y="48230"/>
                  </a:moveTo>
                  <a:cubicBezTo>
                    <a:pt x="11466" y="49234"/>
                    <a:pt x="12931" y="50218"/>
                    <a:pt x="14605" y="51327"/>
                  </a:cubicBezTo>
                  <a:cubicBezTo>
                    <a:pt x="13329" y="53440"/>
                    <a:pt x="12115" y="55428"/>
                    <a:pt x="10818" y="57562"/>
                  </a:cubicBezTo>
                  <a:cubicBezTo>
                    <a:pt x="9186" y="55449"/>
                    <a:pt x="7847" y="53335"/>
                    <a:pt x="6549" y="50992"/>
                  </a:cubicBezTo>
                  <a:cubicBezTo>
                    <a:pt x="7721" y="50029"/>
                    <a:pt x="8788" y="49151"/>
                    <a:pt x="9939" y="48230"/>
                  </a:cubicBezTo>
                  <a:close/>
                  <a:moveTo>
                    <a:pt x="18173" y="49376"/>
                  </a:moveTo>
                  <a:cubicBezTo>
                    <a:pt x="18472" y="49376"/>
                    <a:pt x="18786" y="49517"/>
                    <a:pt x="19145" y="49799"/>
                  </a:cubicBezTo>
                  <a:cubicBezTo>
                    <a:pt x="19754" y="50264"/>
                    <a:pt x="20351" y="50547"/>
                    <a:pt x="20951" y="50547"/>
                  </a:cubicBezTo>
                  <a:cubicBezTo>
                    <a:pt x="21486" y="50547"/>
                    <a:pt x="22025" y="50322"/>
                    <a:pt x="22577" y="49799"/>
                  </a:cubicBezTo>
                  <a:cubicBezTo>
                    <a:pt x="22761" y="49615"/>
                    <a:pt x="23124" y="49544"/>
                    <a:pt x="23422" y="49544"/>
                  </a:cubicBezTo>
                  <a:cubicBezTo>
                    <a:pt x="23463" y="49544"/>
                    <a:pt x="23502" y="49546"/>
                    <a:pt x="23539" y="49548"/>
                  </a:cubicBezTo>
                  <a:cubicBezTo>
                    <a:pt x="24230" y="49611"/>
                    <a:pt x="24920" y="49778"/>
                    <a:pt x="25757" y="49904"/>
                  </a:cubicBezTo>
                  <a:cubicBezTo>
                    <a:pt x="25381" y="51871"/>
                    <a:pt x="24627" y="53586"/>
                    <a:pt x="23498" y="55072"/>
                  </a:cubicBezTo>
                  <a:cubicBezTo>
                    <a:pt x="21280" y="58022"/>
                    <a:pt x="18601" y="60428"/>
                    <a:pt x="15295" y="62019"/>
                  </a:cubicBezTo>
                  <a:cubicBezTo>
                    <a:pt x="14375" y="62458"/>
                    <a:pt x="13475" y="62918"/>
                    <a:pt x="12345" y="63462"/>
                  </a:cubicBezTo>
                  <a:cubicBezTo>
                    <a:pt x="11990" y="62081"/>
                    <a:pt x="11571" y="60805"/>
                    <a:pt x="11383" y="59487"/>
                  </a:cubicBezTo>
                  <a:cubicBezTo>
                    <a:pt x="11299" y="59006"/>
                    <a:pt x="11655" y="58378"/>
                    <a:pt x="11948" y="57918"/>
                  </a:cubicBezTo>
                  <a:cubicBezTo>
                    <a:pt x="13182" y="55867"/>
                    <a:pt x="14459" y="53816"/>
                    <a:pt x="15756" y="51808"/>
                  </a:cubicBezTo>
                  <a:cubicBezTo>
                    <a:pt x="16174" y="51159"/>
                    <a:pt x="16656" y="50531"/>
                    <a:pt x="17158" y="49946"/>
                  </a:cubicBezTo>
                  <a:cubicBezTo>
                    <a:pt x="17505" y="49565"/>
                    <a:pt x="17829" y="49376"/>
                    <a:pt x="18173" y="49376"/>
                  </a:cubicBezTo>
                  <a:close/>
                  <a:moveTo>
                    <a:pt x="27578" y="65471"/>
                  </a:moveTo>
                  <a:cubicBezTo>
                    <a:pt x="29272" y="67103"/>
                    <a:pt x="29272" y="67563"/>
                    <a:pt x="27578" y="69718"/>
                  </a:cubicBezTo>
                  <a:lnTo>
                    <a:pt x="27578" y="65471"/>
                  </a:lnTo>
                  <a:close/>
                  <a:moveTo>
                    <a:pt x="35068" y="71581"/>
                  </a:moveTo>
                  <a:cubicBezTo>
                    <a:pt x="35445" y="71811"/>
                    <a:pt x="35822" y="72041"/>
                    <a:pt x="36428" y="72418"/>
                  </a:cubicBezTo>
                  <a:cubicBezTo>
                    <a:pt x="35466" y="72397"/>
                    <a:pt x="35466" y="72397"/>
                    <a:pt x="34901" y="71894"/>
                  </a:cubicBezTo>
                  <a:cubicBezTo>
                    <a:pt x="34964" y="71790"/>
                    <a:pt x="35006" y="71685"/>
                    <a:pt x="35068" y="71581"/>
                  </a:cubicBezTo>
                  <a:close/>
                  <a:moveTo>
                    <a:pt x="33813" y="72292"/>
                  </a:moveTo>
                  <a:lnTo>
                    <a:pt x="33813" y="72292"/>
                  </a:lnTo>
                  <a:cubicBezTo>
                    <a:pt x="34629" y="72920"/>
                    <a:pt x="35424" y="73527"/>
                    <a:pt x="36219" y="74154"/>
                  </a:cubicBezTo>
                  <a:cubicBezTo>
                    <a:pt x="36166" y="74156"/>
                    <a:pt x="36113" y="74156"/>
                    <a:pt x="36061" y="74156"/>
                  </a:cubicBezTo>
                  <a:cubicBezTo>
                    <a:pt x="34557" y="74156"/>
                    <a:pt x="33833" y="73566"/>
                    <a:pt x="33813" y="72292"/>
                  </a:cubicBezTo>
                  <a:close/>
                  <a:moveTo>
                    <a:pt x="33394" y="74573"/>
                  </a:moveTo>
                  <a:cubicBezTo>
                    <a:pt x="34859" y="74573"/>
                    <a:pt x="35298" y="74991"/>
                    <a:pt x="35110" y="76121"/>
                  </a:cubicBezTo>
                  <a:cubicBezTo>
                    <a:pt x="34503" y="75577"/>
                    <a:pt x="34064" y="75180"/>
                    <a:pt x="33394" y="74573"/>
                  </a:cubicBezTo>
                  <a:close/>
                  <a:moveTo>
                    <a:pt x="19104" y="61077"/>
                  </a:moveTo>
                  <a:cubicBezTo>
                    <a:pt x="19104" y="62416"/>
                    <a:pt x="19104" y="63504"/>
                    <a:pt x="19083" y="64613"/>
                  </a:cubicBezTo>
                  <a:cubicBezTo>
                    <a:pt x="19083" y="67019"/>
                    <a:pt x="19020" y="69446"/>
                    <a:pt x="19062" y="71853"/>
                  </a:cubicBezTo>
                  <a:cubicBezTo>
                    <a:pt x="19083" y="72690"/>
                    <a:pt x="18811" y="73213"/>
                    <a:pt x="18162" y="73673"/>
                  </a:cubicBezTo>
                  <a:cubicBezTo>
                    <a:pt x="16049" y="75221"/>
                    <a:pt x="13977" y="76832"/>
                    <a:pt x="11906" y="78402"/>
                  </a:cubicBezTo>
                  <a:cubicBezTo>
                    <a:pt x="11718" y="78548"/>
                    <a:pt x="11487" y="78653"/>
                    <a:pt x="11027" y="78904"/>
                  </a:cubicBezTo>
                  <a:cubicBezTo>
                    <a:pt x="11174" y="76309"/>
                    <a:pt x="11655" y="73966"/>
                    <a:pt x="11885" y="71602"/>
                  </a:cubicBezTo>
                  <a:cubicBezTo>
                    <a:pt x="12115" y="69195"/>
                    <a:pt x="12366" y="66789"/>
                    <a:pt x="12596" y="64362"/>
                  </a:cubicBezTo>
                  <a:cubicBezTo>
                    <a:pt x="14731" y="63274"/>
                    <a:pt x="16844" y="62207"/>
                    <a:pt x="19104" y="61077"/>
                  </a:cubicBezTo>
                  <a:close/>
                  <a:moveTo>
                    <a:pt x="32327" y="62793"/>
                  </a:moveTo>
                  <a:cubicBezTo>
                    <a:pt x="34964" y="64236"/>
                    <a:pt x="37307" y="66015"/>
                    <a:pt x="38332" y="67417"/>
                  </a:cubicBezTo>
                  <a:cubicBezTo>
                    <a:pt x="37621" y="68568"/>
                    <a:pt x="36889" y="69739"/>
                    <a:pt x="36198" y="70848"/>
                  </a:cubicBezTo>
                  <a:cubicBezTo>
                    <a:pt x="35865" y="70848"/>
                    <a:pt x="35549" y="70789"/>
                    <a:pt x="35283" y="70789"/>
                  </a:cubicBezTo>
                  <a:cubicBezTo>
                    <a:pt x="35130" y="70789"/>
                    <a:pt x="34994" y="70808"/>
                    <a:pt x="34880" y="70869"/>
                  </a:cubicBezTo>
                  <a:cubicBezTo>
                    <a:pt x="34252" y="71225"/>
                    <a:pt x="33645" y="71706"/>
                    <a:pt x="33122" y="72229"/>
                  </a:cubicBezTo>
                  <a:cubicBezTo>
                    <a:pt x="32955" y="72397"/>
                    <a:pt x="33101" y="72899"/>
                    <a:pt x="33060" y="73255"/>
                  </a:cubicBezTo>
                  <a:cubicBezTo>
                    <a:pt x="33039" y="73673"/>
                    <a:pt x="32976" y="74112"/>
                    <a:pt x="32892" y="74845"/>
                  </a:cubicBezTo>
                  <a:cubicBezTo>
                    <a:pt x="33181" y="75093"/>
                    <a:pt x="33634" y="75545"/>
                    <a:pt x="34088" y="75979"/>
                  </a:cubicBezTo>
                  <a:lnTo>
                    <a:pt x="34088" y="75979"/>
                  </a:lnTo>
                  <a:cubicBezTo>
                    <a:pt x="33286" y="76946"/>
                    <a:pt x="32502" y="77895"/>
                    <a:pt x="31616" y="78925"/>
                  </a:cubicBezTo>
                  <a:cubicBezTo>
                    <a:pt x="30465" y="78046"/>
                    <a:pt x="29168" y="77125"/>
                    <a:pt x="27975" y="76100"/>
                  </a:cubicBezTo>
                  <a:cubicBezTo>
                    <a:pt x="27682" y="75849"/>
                    <a:pt x="27557" y="75263"/>
                    <a:pt x="27515" y="74824"/>
                  </a:cubicBezTo>
                  <a:cubicBezTo>
                    <a:pt x="27368" y="73317"/>
                    <a:pt x="27724" y="71874"/>
                    <a:pt x="28352" y="70555"/>
                  </a:cubicBezTo>
                  <a:cubicBezTo>
                    <a:pt x="29565" y="68003"/>
                    <a:pt x="30863" y="65492"/>
                    <a:pt x="32118" y="62981"/>
                  </a:cubicBezTo>
                  <a:cubicBezTo>
                    <a:pt x="32160" y="62897"/>
                    <a:pt x="32265" y="62855"/>
                    <a:pt x="32327" y="62793"/>
                  </a:cubicBezTo>
                  <a:close/>
                  <a:moveTo>
                    <a:pt x="25841" y="52373"/>
                  </a:moveTo>
                  <a:cubicBezTo>
                    <a:pt x="26134" y="60931"/>
                    <a:pt x="26448" y="69258"/>
                    <a:pt x="26762" y="77816"/>
                  </a:cubicBezTo>
                  <a:cubicBezTo>
                    <a:pt x="24879" y="80808"/>
                    <a:pt x="22389" y="83612"/>
                    <a:pt x="19899" y="86436"/>
                  </a:cubicBezTo>
                  <a:cubicBezTo>
                    <a:pt x="19794" y="86374"/>
                    <a:pt x="19669" y="86332"/>
                    <a:pt x="19543" y="86290"/>
                  </a:cubicBezTo>
                  <a:cubicBezTo>
                    <a:pt x="19648" y="85118"/>
                    <a:pt x="19731" y="83946"/>
                    <a:pt x="19857" y="82796"/>
                  </a:cubicBezTo>
                  <a:cubicBezTo>
                    <a:pt x="20171" y="79908"/>
                    <a:pt x="20485" y="77063"/>
                    <a:pt x="20213" y="74133"/>
                  </a:cubicBezTo>
                  <a:cubicBezTo>
                    <a:pt x="20003" y="71560"/>
                    <a:pt x="20171" y="68965"/>
                    <a:pt x="20108" y="66371"/>
                  </a:cubicBezTo>
                  <a:cubicBezTo>
                    <a:pt x="20066" y="64843"/>
                    <a:pt x="19941" y="63316"/>
                    <a:pt x="19752" y="61788"/>
                  </a:cubicBezTo>
                  <a:cubicBezTo>
                    <a:pt x="19648" y="60910"/>
                    <a:pt x="19857" y="60240"/>
                    <a:pt x="20547" y="59738"/>
                  </a:cubicBezTo>
                  <a:cubicBezTo>
                    <a:pt x="22765" y="58148"/>
                    <a:pt x="23958" y="55762"/>
                    <a:pt x="25171" y="53419"/>
                  </a:cubicBezTo>
                  <a:cubicBezTo>
                    <a:pt x="25339" y="53105"/>
                    <a:pt x="25548" y="52812"/>
                    <a:pt x="25841" y="52373"/>
                  </a:cubicBezTo>
                  <a:close/>
                  <a:moveTo>
                    <a:pt x="19062" y="73966"/>
                  </a:moveTo>
                  <a:cubicBezTo>
                    <a:pt x="19166" y="74803"/>
                    <a:pt x="19313" y="75368"/>
                    <a:pt x="19292" y="75912"/>
                  </a:cubicBezTo>
                  <a:cubicBezTo>
                    <a:pt x="19125" y="79615"/>
                    <a:pt x="18936" y="83298"/>
                    <a:pt x="18706" y="86980"/>
                  </a:cubicBezTo>
                  <a:cubicBezTo>
                    <a:pt x="18685" y="87441"/>
                    <a:pt x="18329" y="87964"/>
                    <a:pt x="17974" y="88257"/>
                  </a:cubicBezTo>
                  <a:cubicBezTo>
                    <a:pt x="15337" y="90558"/>
                    <a:pt x="12659" y="92839"/>
                    <a:pt x="9918" y="95182"/>
                  </a:cubicBezTo>
                  <a:cubicBezTo>
                    <a:pt x="9855" y="94973"/>
                    <a:pt x="9709" y="94764"/>
                    <a:pt x="9709" y="94555"/>
                  </a:cubicBezTo>
                  <a:cubicBezTo>
                    <a:pt x="9960" y="90956"/>
                    <a:pt x="10211" y="87378"/>
                    <a:pt x="10462" y="83800"/>
                  </a:cubicBezTo>
                  <a:cubicBezTo>
                    <a:pt x="10525" y="83068"/>
                    <a:pt x="10650" y="82335"/>
                    <a:pt x="10650" y="81603"/>
                  </a:cubicBezTo>
                  <a:cubicBezTo>
                    <a:pt x="10630" y="80536"/>
                    <a:pt x="11090" y="79845"/>
                    <a:pt x="11927" y="79260"/>
                  </a:cubicBezTo>
                  <a:cubicBezTo>
                    <a:pt x="13161" y="78423"/>
                    <a:pt x="14270" y="77418"/>
                    <a:pt x="15463" y="76519"/>
                  </a:cubicBezTo>
                  <a:cubicBezTo>
                    <a:pt x="16551" y="75703"/>
                    <a:pt x="17702" y="74928"/>
                    <a:pt x="19062" y="73966"/>
                  </a:cubicBezTo>
                  <a:close/>
                  <a:moveTo>
                    <a:pt x="25715" y="81498"/>
                  </a:moveTo>
                  <a:cubicBezTo>
                    <a:pt x="25820" y="81540"/>
                    <a:pt x="25904" y="81561"/>
                    <a:pt x="26008" y="81603"/>
                  </a:cubicBezTo>
                  <a:cubicBezTo>
                    <a:pt x="26008" y="82105"/>
                    <a:pt x="25987" y="82607"/>
                    <a:pt x="26029" y="83110"/>
                  </a:cubicBezTo>
                  <a:cubicBezTo>
                    <a:pt x="26155" y="87085"/>
                    <a:pt x="26239" y="91040"/>
                    <a:pt x="26427" y="94994"/>
                  </a:cubicBezTo>
                  <a:cubicBezTo>
                    <a:pt x="26573" y="97672"/>
                    <a:pt x="26866" y="100351"/>
                    <a:pt x="27096" y="103029"/>
                  </a:cubicBezTo>
                  <a:cubicBezTo>
                    <a:pt x="27159" y="103866"/>
                    <a:pt x="27159" y="104703"/>
                    <a:pt x="27201" y="105707"/>
                  </a:cubicBezTo>
                  <a:cubicBezTo>
                    <a:pt x="26008" y="105791"/>
                    <a:pt x="24879" y="105854"/>
                    <a:pt x="23665" y="105937"/>
                  </a:cubicBezTo>
                  <a:cubicBezTo>
                    <a:pt x="23623" y="105623"/>
                    <a:pt x="23539" y="105372"/>
                    <a:pt x="23539" y="105121"/>
                  </a:cubicBezTo>
                  <a:cubicBezTo>
                    <a:pt x="23539" y="99639"/>
                    <a:pt x="23539" y="94136"/>
                    <a:pt x="23539" y="88654"/>
                  </a:cubicBezTo>
                  <a:cubicBezTo>
                    <a:pt x="23539" y="87441"/>
                    <a:pt x="23456" y="86227"/>
                    <a:pt x="23518" y="85014"/>
                  </a:cubicBezTo>
                  <a:cubicBezTo>
                    <a:pt x="23539" y="84532"/>
                    <a:pt x="23811" y="84051"/>
                    <a:pt x="24083" y="83633"/>
                  </a:cubicBezTo>
                  <a:cubicBezTo>
                    <a:pt x="24586" y="82900"/>
                    <a:pt x="25171" y="82210"/>
                    <a:pt x="25715" y="81498"/>
                  </a:cubicBezTo>
                  <a:close/>
                  <a:moveTo>
                    <a:pt x="14479" y="93299"/>
                  </a:moveTo>
                  <a:lnTo>
                    <a:pt x="14479" y="106105"/>
                  </a:lnTo>
                  <a:cubicBezTo>
                    <a:pt x="12659" y="106000"/>
                    <a:pt x="11006" y="105916"/>
                    <a:pt x="9207" y="105812"/>
                  </a:cubicBezTo>
                  <a:cubicBezTo>
                    <a:pt x="9228" y="103029"/>
                    <a:pt x="9018" y="100309"/>
                    <a:pt x="9500" y="97610"/>
                  </a:cubicBezTo>
                  <a:cubicBezTo>
                    <a:pt x="9562" y="97296"/>
                    <a:pt x="9793" y="96940"/>
                    <a:pt x="10065" y="96731"/>
                  </a:cubicBezTo>
                  <a:cubicBezTo>
                    <a:pt x="11487" y="95580"/>
                    <a:pt x="12952" y="94492"/>
                    <a:pt x="14479" y="93299"/>
                  </a:cubicBezTo>
                  <a:close/>
                  <a:moveTo>
                    <a:pt x="22012" y="85913"/>
                  </a:moveTo>
                  <a:lnTo>
                    <a:pt x="22368" y="86081"/>
                  </a:lnTo>
                  <a:cubicBezTo>
                    <a:pt x="22451" y="92651"/>
                    <a:pt x="22556" y="99221"/>
                    <a:pt x="22661" y="105916"/>
                  </a:cubicBezTo>
                  <a:cubicBezTo>
                    <a:pt x="22263" y="106000"/>
                    <a:pt x="21886" y="106146"/>
                    <a:pt x="21489" y="106146"/>
                  </a:cubicBezTo>
                  <a:cubicBezTo>
                    <a:pt x="21138" y="106152"/>
                    <a:pt x="20787" y="106154"/>
                    <a:pt x="20434" y="106154"/>
                  </a:cubicBezTo>
                  <a:cubicBezTo>
                    <a:pt x="19376" y="106154"/>
                    <a:pt x="18308" y="106131"/>
                    <a:pt x="17241" y="106084"/>
                  </a:cubicBezTo>
                  <a:cubicBezTo>
                    <a:pt x="15944" y="106021"/>
                    <a:pt x="15630" y="105728"/>
                    <a:pt x="15609" y="104347"/>
                  </a:cubicBezTo>
                  <a:cubicBezTo>
                    <a:pt x="15588" y="101815"/>
                    <a:pt x="15651" y="99284"/>
                    <a:pt x="15693" y="96752"/>
                  </a:cubicBezTo>
                  <a:cubicBezTo>
                    <a:pt x="15714" y="95559"/>
                    <a:pt x="15777" y="94346"/>
                    <a:pt x="15798" y="93132"/>
                  </a:cubicBezTo>
                  <a:cubicBezTo>
                    <a:pt x="15819" y="92588"/>
                    <a:pt x="15881" y="92149"/>
                    <a:pt x="16300" y="91730"/>
                  </a:cubicBezTo>
                  <a:cubicBezTo>
                    <a:pt x="17806" y="90245"/>
                    <a:pt x="19229" y="88675"/>
                    <a:pt x="20694" y="87148"/>
                  </a:cubicBezTo>
                  <a:cubicBezTo>
                    <a:pt x="21112" y="86708"/>
                    <a:pt x="21573" y="86332"/>
                    <a:pt x="22012" y="85913"/>
                  </a:cubicBezTo>
                  <a:close/>
                  <a:moveTo>
                    <a:pt x="31469" y="106502"/>
                  </a:moveTo>
                  <a:lnTo>
                    <a:pt x="31469" y="110101"/>
                  </a:lnTo>
                  <a:cubicBezTo>
                    <a:pt x="25201" y="110043"/>
                    <a:pt x="18982" y="109656"/>
                    <a:pt x="12716" y="109656"/>
                  </a:cubicBezTo>
                  <a:cubicBezTo>
                    <a:pt x="9906" y="109656"/>
                    <a:pt x="7086" y="109734"/>
                    <a:pt x="4248" y="109955"/>
                  </a:cubicBezTo>
                  <a:cubicBezTo>
                    <a:pt x="4290" y="108804"/>
                    <a:pt x="4332" y="107799"/>
                    <a:pt x="4373" y="106711"/>
                  </a:cubicBezTo>
                  <a:cubicBezTo>
                    <a:pt x="9274" y="107016"/>
                    <a:pt x="14113" y="107302"/>
                    <a:pt x="18958" y="107302"/>
                  </a:cubicBezTo>
                  <a:cubicBezTo>
                    <a:pt x="23111" y="107302"/>
                    <a:pt x="27268" y="107091"/>
                    <a:pt x="31469" y="106502"/>
                  </a:cubicBezTo>
                  <a:close/>
                  <a:moveTo>
                    <a:pt x="7407" y="1"/>
                  </a:moveTo>
                  <a:lnTo>
                    <a:pt x="7407" y="1"/>
                  </a:lnTo>
                  <a:cubicBezTo>
                    <a:pt x="5671" y="2031"/>
                    <a:pt x="5524" y="3286"/>
                    <a:pt x="6675" y="5274"/>
                  </a:cubicBezTo>
                  <a:cubicBezTo>
                    <a:pt x="6863" y="5629"/>
                    <a:pt x="7156" y="5943"/>
                    <a:pt x="7365" y="6320"/>
                  </a:cubicBezTo>
                  <a:cubicBezTo>
                    <a:pt x="7930" y="7303"/>
                    <a:pt x="7826" y="7826"/>
                    <a:pt x="6905" y="8768"/>
                  </a:cubicBezTo>
                  <a:cubicBezTo>
                    <a:pt x="5984" y="8559"/>
                    <a:pt x="5692" y="7931"/>
                    <a:pt x="5775" y="7010"/>
                  </a:cubicBezTo>
                  <a:cubicBezTo>
                    <a:pt x="5817" y="6404"/>
                    <a:pt x="5775" y="5797"/>
                    <a:pt x="5775" y="5002"/>
                  </a:cubicBezTo>
                  <a:cubicBezTo>
                    <a:pt x="4373" y="6487"/>
                    <a:pt x="2992" y="7764"/>
                    <a:pt x="2093" y="9500"/>
                  </a:cubicBezTo>
                  <a:cubicBezTo>
                    <a:pt x="1423" y="10777"/>
                    <a:pt x="1486" y="12032"/>
                    <a:pt x="2135" y="13287"/>
                  </a:cubicBezTo>
                  <a:cubicBezTo>
                    <a:pt x="2260" y="13539"/>
                    <a:pt x="2427" y="13811"/>
                    <a:pt x="2658" y="14208"/>
                  </a:cubicBezTo>
                  <a:lnTo>
                    <a:pt x="1779" y="14208"/>
                  </a:lnTo>
                  <a:cubicBezTo>
                    <a:pt x="105" y="14208"/>
                    <a:pt x="0" y="14313"/>
                    <a:pt x="21" y="16112"/>
                  </a:cubicBezTo>
                  <a:cubicBezTo>
                    <a:pt x="38" y="17086"/>
                    <a:pt x="95" y="17319"/>
                    <a:pt x="755" y="17319"/>
                  </a:cubicBezTo>
                  <a:cubicBezTo>
                    <a:pt x="917" y="17319"/>
                    <a:pt x="1116" y="17305"/>
                    <a:pt x="1360" y="17284"/>
                  </a:cubicBezTo>
                  <a:cubicBezTo>
                    <a:pt x="1407" y="17281"/>
                    <a:pt x="1454" y="17280"/>
                    <a:pt x="1502" y="17280"/>
                  </a:cubicBezTo>
                  <a:cubicBezTo>
                    <a:pt x="1795" y="17280"/>
                    <a:pt x="2106" y="17329"/>
                    <a:pt x="2448" y="17347"/>
                  </a:cubicBezTo>
                  <a:cubicBezTo>
                    <a:pt x="2407" y="19209"/>
                    <a:pt x="2846" y="20757"/>
                    <a:pt x="4436" y="21803"/>
                  </a:cubicBezTo>
                  <a:cubicBezTo>
                    <a:pt x="4373" y="23101"/>
                    <a:pt x="4311" y="24398"/>
                    <a:pt x="4248" y="25653"/>
                  </a:cubicBezTo>
                  <a:cubicBezTo>
                    <a:pt x="2490" y="25842"/>
                    <a:pt x="2490" y="25842"/>
                    <a:pt x="2427" y="26867"/>
                  </a:cubicBezTo>
                  <a:cubicBezTo>
                    <a:pt x="2895" y="26451"/>
                    <a:pt x="3136" y="26242"/>
                    <a:pt x="3385" y="26242"/>
                  </a:cubicBezTo>
                  <a:cubicBezTo>
                    <a:pt x="3638" y="26242"/>
                    <a:pt x="3899" y="26456"/>
                    <a:pt x="4415" y="26888"/>
                  </a:cubicBezTo>
                  <a:cubicBezTo>
                    <a:pt x="3808" y="27097"/>
                    <a:pt x="3181" y="27306"/>
                    <a:pt x="2574" y="27516"/>
                  </a:cubicBezTo>
                  <a:cubicBezTo>
                    <a:pt x="2532" y="27997"/>
                    <a:pt x="2637" y="28415"/>
                    <a:pt x="2469" y="28708"/>
                  </a:cubicBezTo>
                  <a:cubicBezTo>
                    <a:pt x="2030" y="29545"/>
                    <a:pt x="2197" y="30173"/>
                    <a:pt x="2825" y="30821"/>
                  </a:cubicBezTo>
                  <a:cubicBezTo>
                    <a:pt x="3013" y="31052"/>
                    <a:pt x="3139" y="31596"/>
                    <a:pt x="3013" y="31847"/>
                  </a:cubicBezTo>
                  <a:cubicBezTo>
                    <a:pt x="2574" y="32621"/>
                    <a:pt x="2783" y="33458"/>
                    <a:pt x="2720" y="34253"/>
                  </a:cubicBezTo>
                  <a:cubicBezTo>
                    <a:pt x="2511" y="36994"/>
                    <a:pt x="2323" y="39735"/>
                    <a:pt x="2176" y="42476"/>
                  </a:cubicBezTo>
                  <a:cubicBezTo>
                    <a:pt x="2072" y="44652"/>
                    <a:pt x="2658" y="46661"/>
                    <a:pt x="3746" y="48502"/>
                  </a:cubicBezTo>
                  <a:cubicBezTo>
                    <a:pt x="4980" y="50552"/>
                    <a:pt x="6298" y="52561"/>
                    <a:pt x="7554" y="54591"/>
                  </a:cubicBezTo>
                  <a:cubicBezTo>
                    <a:pt x="8997" y="56850"/>
                    <a:pt x="10441" y="59006"/>
                    <a:pt x="10713" y="61956"/>
                  </a:cubicBezTo>
                  <a:cubicBezTo>
                    <a:pt x="10964" y="64780"/>
                    <a:pt x="10839" y="67542"/>
                    <a:pt x="10588" y="70304"/>
                  </a:cubicBezTo>
                  <a:cubicBezTo>
                    <a:pt x="10148" y="75619"/>
                    <a:pt x="9437" y="80892"/>
                    <a:pt x="8956" y="86206"/>
                  </a:cubicBezTo>
                  <a:cubicBezTo>
                    <a:pt x="8537" y="90998"/>
                    <a:pt x="8265" y="95789"/>
                    <a:pt x="7930" y="100602"/>
                  </a:cubicBezTo>
                  <a:cubicBezTo>
                    <a:pt x="7826" y="102297"/>
                    <a:pt x="7763" y="104012"/>
                    <a:pt x="7679" y="105833"/>
                  </a:cubicBezTo>
                  <a:cubicBezTo>
                    <a:pt x="6508" y="105937"/>
                    <a:pt x="5273" y="106042"/>
                    <a:pt x="4185" y="106126"/>
                  </a:cubicBezTo>
                  <a:cubicBezTo>
                    <a:pt x="3034" y="107318"/>
                    <a:pt x="3725" y="108762"/>
                    <a:pt x="3411" y="110017"/>
                  </a:cubicBezTo>
                  <a:lnTo>
                    <a:pt x="586" y="110017"/>
                  </a:lnTo>
                  <a:cubicBezTo>
                    <a:pt x="168" y="111210"/>
                    <a:pt x="147" y="112382"/>
                    <a:pt x="670" y="113679"/>
                  </a:cubicBezTo>
                  <a:cubicBezTo>
                    <a:pt x="1144" y="113679"/>
                    <a:pt x="1618" y="113660"/>
                    <a:pt x="2093" y="113660"/>
                  </a:cubicBezTo>
                  <a:cubicBezTo>
                    <a:pt x="2330" y="113660"/>
                    <a:pt x="2567" y="113665"/>
                    <a:pt x="2804" y="113679"/>
                  </a:cubicBezTo>
                  <a:cubicBezTo>
                    <a:pt x="5796" y="113867"/>
                    <a:pt x="8767" y="114139"/>
                    <a:pt x="11759" y="114223"/>
                  </a:cubicBezTo>
                  <a:cubicBezTo>
                    <a:pt x="18413" y="114411"/>
                    <a:pt x="25067" y="114495"/>
                    <a:pt x="31721" y="114579"/>
                  </a:cubicBezTo>
                  <a:cubicBezTo>
                    <a:pt x="32228" y="114587"/>
                    <a:pt x="32648" y="114603"/>
                    <a:pt x="32992" y="114603"/>
                  </a:cubicBezTo>
                  <a:cubicBezTo>
                    <a:pt x="34479" y="114603"/>
                    <a:pt x="34584" y="114291"/>
                    <a:pt x="34482" y="111608"/>
                  </a:cubicBezTo>
                  <a:cubicBezTo>
                    <a:pt x="34482" y="111524"/>
                    <a:pt x="34357" y="111461"/>
                    <a:pt x="34273" y="111356"/>
                  </a:cubicBezTo>
                  <a:cubicBezTo>
                    <a:pt x="33290" y="111691"/>
                    <a:pt x="33918" y="112654"/>
                    <a:pt x="33478" y="113449"/>
                  </a:cubicBezTo>
                  <a:cubicBezTo>
                    <a:pt x="33060" y="113449"/>
                    <a:pt x="32595" y="113467"/>
                    <a:pt x="32108" y="113467"/>
                  </a:cubicBezTo>
                  <a:cubicBezTo>
                    <a:pt x="31865" y="113467"/>
                    <a:pt x="31616" y="113463"/>
                    <a:pt x="31365" y="113449"/>
                  </a:cubicBezTo>
                  <a:cubicBezTo>
                    <a:pt x="29637" y="113376"/>
                    <a:pt x="27925" y="113161"/>
                    <a:pt x="26215" y="113161"/>
                  </a:cubicBezTo>
                  <a:cubicBezTo>
                    <a:pt x="25958" y="113161"/>
                    <a:pt x="25701" y="113166"/>
                    <a:pt x="25443" y="113177"/>
                  </a:cubicBezTo>
                  <a:cubicBezTo>
                    <a:pt x="24306" y="113228"/>
                    <a:pt x="23177" y="113287"/>
                    <a:pt x="22041" y="113287"/>
                  </a:cubicBezTo>
                  <a:cubicBezTo>
                    <a:pt x="21317" y="113287"/>
                    <a:pt x="20590" y="113263"/>
                    <a:pt x="19857" y="113198"/>
                  </a:cubicBezTo>
                  <a:cubicBezTo>
                    <a:pt x="19006" y="113120"/>
                    <a:pt x="18153" y="113097"/>
                    <a:pt x="17298" y="113097"/>
                  </a:cubicBezTo>
                  <a:cubicBezTo>
                    <a:pt x="16106" y="113097"/>
                    <a:pt x="14912" y="113141"/>
                    <a:pt x="13722" y="113141"/>
                  </a:cubicBezTo>
                  <a:cubicBezTo>
                    <a:pt x="13479" y="113141"/>
                    <a:pt x="13236" y="113139"/>
                    <a:pt x="12994" y="113135"/>
                  </a:cubicBezTo>
                  <a:cubicBezTo>
                    <a:pt x="9018" y="113072"/>
                    <a:pt x="5022" y="112988"/>
                    <a:pt x="963" y="112905"/>
                  </a:cubicBezTo>
                  <a:cubicBezTo>
                    <a:pt x="1005" y="112131"/>
                    <a:pt x="1067" y="111440"/>
                    <a:pt x="1109" y="110750"/>
                  </a:cubicBezTo>
                  <a:cubicBezTo>
                    <a:pt x="2843" y="110750"/>
                    <a:pt x="4515" y="110736"/>
                    <a:pt x="6161" y="110736"/>
                  </a:cubicBezTo>
                  <a:cubicBezTo>
                    <a:pt x="7395" y="110736"/>
                    <a:pt x="8615" y="110744"/>
                    <a:pt x="9834" y="110771"/>
                  </a:cubicBezTo>
                  <a:cubicBezTo>
                    <a:pt x="14249" y="110833"/>
                    <a:pt x="18685" y="110980"/>
                    <a:pt x="23100" y="111105"/>
                  </a:cubicBezTo>
                  <a:cubicBezTo>
                    <a:pt x="24753" y="111141"/>
                    <a:pt x="26406" y="111332"/>
                    <a:pt x="28060" y="111332"/>
                  </a:cubicBezTo>
                  <a:cubicBezTo>
                    <a:pt x="28331" y="111332"/>
                    <a:pt x="28603" y="111326"/>
                    <a:pt x="28875" y="111315"/>
                  </a:cubicBezTo>
                  <a:cubicBezTo>
                    <a:pt x="30528" y="111231"/>
                    <a:pt x="32265" y="111336"/>
                    <a:pt x="34127" y="110624"/>
                  </a:cubicBezTo>
                  <a:cubicBezTo>
                    <a:pt x="33332" y="110352"/>
                    <a:pt x="32767" y="110164"/>
                    <a:pt x="32285" y="110017"/>
                  </a:cubicBezTo>
                  <a:lnTo>
                    <a:pt x="32285" y="105812"/>
                  </a:lnTo>
                  <a:cubicBezTo>
                    <a:pt x="30905" y="105686"/>
                    <a:pt x="29544" y="105582"/>
                    <a:pt x="28164" y="105456"/>
                  </a:cubicBezTo>
                  <a:cubicBezTo>
                    <a:pt x="28247" y="102506"/>
                    <a:pt x="28122" y="99681"/>
                    <a:pt x="27536" y="96898"/>
                  </a:cubicBezTo>
                  <a:cubicBezTo>
                    <a:pt x="27494" y="96689"/>
                    <a:pt x="27536" y="96480"/>
                    <a:pt x="27515" y="96271"/>
                  </a:cubicBezTo>
                  <a:cubicBezTo>
                    <a:pt x="27306" y="92525"/>
                    <a:pt x="27034" y="88780"/>
                    <a:pt x="26908" y="85035"/>
                  </a:cubicBezTo>
                  <a:cubicBezTo>
                    <a:pt x="26803" y="82398"/>
                    <a:pt x="26469" y="79699"/>
                    <a:pt x="27850" y="77084"/>
                  </a:cubicBezTo>
                  <a:cubicBezTo>
                    <a:pt x="28268" y="77460"/>
                    <a:pt x="28708" y="77795"/>
                    <a:pt x="29126" y="78151"/>
                  </a:cubicBezTo>
                  <a:cubicBezTo>
                    <a:pt x="29628" y="78590"/>
                    <a:pt x="30088" y="79092"/>
                    <a:pt x="30632" y="79490"/>
                  </a:cubicBezTo>
                  <a:cubicBezTo>
                    <a:pt x="30901" y="79689"/>
                    <a:pt x="31166" y="79788"/>
                    <a:pt x="31414" y="79788"/>
                  </a:cubicBezTo>
                  <a:cubicBezTo>
                    <a:pt x="31765" y="79788"/>
                    <a:pt x="32082" y="79589"/>
                    <a:pt x="32327" y="79197"/>
                  </a:cubicBezTo>
                  <a:cubicBezTo>
                    <a:pt x="32965" y="78168"/>
                    <a:pt x="33522" y="77059"/>
                    <a:pt x="34097" y="75987"/>
                  </a:cubicBezTo>
                  <a:lnTo>
                    <a:pt x="34097" y="75987"/>
                  </a:lnTo>
                  <a:cubicBezTo>
                    <a:pt x="34100" y="75990"/>
                    <a:pt x="34103" y="75993"/>
                    <a:pt x="34106" y="75996"/>
                  </a:cubicBezTo>
                  <a:cubicBezTo>
                    <a:pt x="34420" y="76268"/>
                    <a:pt x="34713" y="76560"/>
                    <a:pt x="35173" y="77021"/>
                  </a:cubicBezTo>
                  <a:cubicBezTo>
                    <a:pt x="35780" y="75849"/>
                    <a:pt x="36135" y="74782"/>
                    <a:pt x="36784" y="73945"/>
                  </a:cubicBezTo>
                  <a:cubicBezTo>
                    <a:pt x="37495" y="73024"/>
                    <a:pt x="37747" y="72250"/>
                    <a:pt x="36889" y="71434"/>
                  </a:cubicBezTo>
                  <a:cubicBezTo>
                    <a:pt x="37600" y="69551"/>
                    <a:pt x="39232" y="68296"/>
                    <a:pt x="39651" y="66329"/>
                  </a:cubicBezTo>
                  <a:cubicBezTo>
                    <a:pt x="37056" y="64655"/>
                    <a:pt x="34775" y="62751"/>
                    <a:pt x="31993" y="61495"/>
                  </a:cubicBezTo>
                  <a:cubicBezTo>
                    <a:pt x="31114" y="63107"/>
                    <a:pt x="30340" y="64571"/>
                    <a:pt x="29524" y="66078"/>
                  </a:cubicBezTo>
                  <a:cubicBezTo>
                    <a:pt x="28038" y="64990"/>
                    <a:pt x="27096" y="63839"/>
                    <a:pt x="27159" y="61705"/>
                  </a:cubicBezTo>
                  <a:cubicBezTo>
                    <a:pt x="27264" y="58441"/>
                    <a:pt x="26950" y="55156"/>
                    <a:pt x="26783" y="51892"/>
                  </a:cubicBezTo>
                  <a:cubicBezTo>
                    <a:pt x="26762" y="51327"/>
                    <a:pt x="26699" y="50741"/>
                    <a:pt x="26573" y="50176"/>
                  </a:cubicBezTo>
                  <a:cubicBezTo>
                    <a:pt x="26412" y="49472"/>
                    <a:pt x="26097" y="48981"/>
                    <a:pt x="25311" y="48981"/>
                  </a:cubicBezTo>
                  <a:cubicBezTo>
                    <a:pt x="25279" y="48981"/>
                    <a:pt x="25247" y="48982"/>
                    <a:pt x="25213" y="48983"/>
                  </a:cubicBezTo>
                  <a:cubicBezTo>
                    <a:pt x="25101" y="48986"/>
                    <a:pt x="24988" y="48988"/>
                    <a:pt x="24875" y="48988"/>
                  </a:cubicBezTo>
                  <a:cubicBezTo>
                    <a:pt x="24277" y="48988"/>
                    <a:pt x="23681" y="48939"/>
                    <a:pt x="23100" y="48816"/>
                  </a:cubicBezTo>
                  <a:cubicBezTo>
                    <a:pt x="22326" y="48648"/>
                    <a:pt x="22033" y="47749"/>
                    <a:pt x="22493" y="47058"/>
                  </a:cubicBezTo>
                  <a:cubicBezTo>
                    <a:pt x="22619" y="46891"/>
                    <a:pt x="22786" y="46765"/>
                    <a:pt x="22954" y="46661"/>
                  </a:cubicBezTo>
                  <a:cubicBezTo>
                    <a:pt x="24000" y="45928"/>
                    <a:pt x="24899" y="45133"/>
                    <a:pt x="25234" y="43710"/>
                  </a:cubicBezTo>
                  <a:cubicBezTo>
                    <a:pt x="25603" y="42214"/>
                    <a:pt x="26575" y="41219"/>
                    <a:pt x="28189" y="41219"/>
                  </a:cubicBezTo>
                  <a:cubicBezTo>
                    <a:pt x="28222" y="41219"/>
                    <a:pt x="28255" y="41220"/>
                    <a:pt x="28289" y="41220"/>
                  </a:cubicBezTo>
                  <a:cubicBezTo>
                    <a:pt x="28378" y="41223"/>
                    <a:pt x="28466" y="41224"/>
                    <a:pt x="28554" y="41224"/>
                  </a:cubicBezTo>
                  <a:cubicBezTo>
                    <a:pt x="29944" y="41224"/>
                    <a:pt x="31280" y="40919"/>
                    <a:pt x="32578" y="40446"/>
                  </a:cubicBezTo>
                  <a:cubicBezTo>
                    <a:pt x="32809" y="40363"/>
                    <a:pt x="33039" y="40216"/>
                    <a:pt x="33499" y="39965"/>
                  </a:cubicBezTo>
                  <a:cubicBezTo>
                    <a:pt x="31009" y="39442"/>
                    <a:pt x="28812" y="38961"/>
                    <a:pt x="26469" y="38459"/>
                  </a:cubicBezTo>
                  <a:cubicBezTo>
                    <a:pt x="28143" y="35320"/>
                    <a:pt x="30486" y="32851"/>
                    <a:pt x="31616" y="29608"/>
                  </a:cubicBezTo>
                  <a:lnTo>
                    <a:pt x="31616" y="29608"/>
                  </a:lnTo>
                  <a:cubicBezTo>
                    <a:pt x="29105" y="31219"/>
                    <a:pt x="27306" y="33688"/>
                    <a:pt x="24899" y="35320"/>
                  </a:cubicBezTo>
                  <a:cubicBezTo>
                    <a:pt x="23979" y="35027"/>
                    <a:pt x="23477" y="34546"/>
                    <a:pt x="23477" y="33500"/>
                  </a:cubicBezTo>
                  <a:cubicBezTo>
                    <a:pt x="23435" y="30654"/>
                    <a:pt x="23309" y="27808"/>
                    <a:pt x="23205" y="24963"/>
                  </a:cubicBezTo>
                  <a:cubicBezTo>
                    <a:pt x="23184" y="24628"/>
                    <a:pt x="23163" y="24293"/>
                    <a:pt x="23121" y="23958"/>
                  </a:cubicBezTo>
                  <a:cubicBezTo>
                    <a:pt x="23016" y="23938"/>
                    <a:pt x="22891" y="23917"/>
                    <a:pt x="22765" y="23917"/>
                  </a:cubicBezTo>
                  <a:cubicBezTo>
                    <a:pt x="21761" y="27223"/>
                    <a:pt x="21342" y="30696"/>
                    <a:pt x="20317" y="34169"/>
                  </a:cubicBezTo>
                  <a:cubicBezTo>
                    <a:pt x="19731" y="33939"/>
                    <a:pt x="19250" y="33834"/>
                    <a:pt x="18832" y="33583"/>
                  </a:cubicBezTo>
                  <a:cubicBezTo>
                    <a:pt x="16990" y="32495"/>
                    <a:pt x="15484" y="31010"/>
                    <a:pt x="14040" y="29440"/>
                  </a:cubicBezTo>
                  <a:cubicBezTo>
                    <a:pt x="13517" y="28855"/>
                    <a:pt x="12994" y="28185"/>
                    <a:pt x="11969" y="28143"/>
                  </a:cubicBezTo>
                  <a:lnTo>
                    <a:pt x="11969" y="28143"/>
                  </a:lnTo>
                  <a:cubicBezTo>
                    <a:pt x="13391" y="30549"/>
                    <a:pt x="14731" y="32830"/>
                    <a:pt x="16049" y="35111"/>
                  </a:cubicBezTo>
                  <a:cubicBezTo>
                    <a:pt x="16886" y="36555"/>
                    <a:pt x="16216" y="37852"/>
                    <a:pt x="14626" y="37894"/>
                  </a:cubicBezTo>
                  <a:cubicBezTo>
                    <a:pt x="12952" y="37956"/>
                    <a:pt x="11278" y="38040"/>
                    <a:pt x="9625" y="38082"/>
                  </a:cubicBezTo>
                  <a:cubicBezTo>
                    <a:pt x="9586" y="38084"/>
                    <a:pt x="9547" y="38085"/>
                    <a:pt x="9507" y="38085"/>
                  </a:cubicBezTo>
                  <a:cubicBezTo>
                    <a:pt x="9107" y="38085"/>
                    <a:pt x="8703" y="37995"/>
                    <a:pt x="8265" y="37956"/>
                  </a:cubicBezTo>
                  <a:cubicBezTo>
                    <a:pt x="8265" y="36031"/>
                    <a:pt x="8140" y="34232"/>
                    <a:pt x="8307" y="32453"/>
                  </a:cubicBezTo>
                  <a:cubicBezTo>
                    <a:pt x="8412" y="31449"/>
                    <a:pt x="8370" y="30759"/>
                    <a:pt x="7470" y="30361"/>
                  </a:cubicBezTo>
                  <a:cubicBezTo>
                    <a:pt x="8181" y="28290"/>
                    <a:pt x="8181" y="28290"/>
                    <a:pt x="6780" y="26595"/>
                  </a:cubicBezTo>
                  <a:cubicBezTo>
                    <a:pt x="6780" y="25130"/>
                    <a:pt x="6780" y="23854"/>
                    <a:pt x="6780" y="22598"/>
                  </a:cubicBezTo>
                  <a:cubicBezTo>
                    <a:pt x="6780" y="22034"/>
                    <a:pt x="6905" y="21490"/>
                    <a:pt x="7491" y="21343"/>
                  </a:cubicBezTo>
                  <a:cubicBezTo>
                    <a:pt x="8244" y="21176"/>
                    <a:pt x="8370" y="20590"/>
                    <a:pt x="8537" y="19962"/>
                  </a:cubicBezTo>
                  <a:cubicBezTo>
                    <a:pt x="8684" y="19376"/>
                    <a:pt x="8935" y="18790"/>
                    <a:pt x="9060" y="18477"/>
                  </a:cubicBezTo>
                  <a:cubicBezTo>
                    <a:pt x="9960" y="18163"/>
                    <a:pt x="10630" y="17912"/>
                    <a:pt x="11278" y="17681"/>
                  </a:cubicBezTo>
                  <a:cubicBezTo>
                    <a:pt x="11215" y="16175"/>
                    <a:pt x="11571" y="14689"/>
                    <a:pt x="9939" y="14083"/>
                  </a:cubicBezTo>
                  <a:cubicBezTo>
                    <a:pt x="10232" y="13434"/>
                    <a:pt x="10546" y="12785"/>
                    <a:pt x="10818" y="12095"/>
                  </a:cubicBezTo>
                  <a:cubicBezTo>
                    <a:pt x="11969" y="8998"/>
                    <a:pt x="11257" y="6738"/>
                    <a:pt x="9081" y="4772"/>
                  </a:cubicBezTo>
                  <a:cubicBezTo>
                    <a:pt x="8809" y="4520"/>
                    <a:pt x="8558" y="4269"/>
                    <a:pt x="8307" y="4018"/>
                  </a:cubicBezTo>
                  <a:cubicBezTo>
                    <a:pt x="7470" y="3181"/>
                    <a:pt x="7135" y="2177"/>
                    <a:pt x="7282" y="984"/>
                  </a:cubicBezTo>
                  <a:cubicBezTo>
                    <a:pt x="7303" y="733"/>
                    <a:pt x="7345" y="482"/>
                    <a:pt x="7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3"/>
            <p:cNvSpPr/>
            <p:nvPr/>
          </p:nvSpPr>
          <p:spPr>
            <a:xfrm>
              <a:off x="2374375" y="2168850"/>
              <a:ext cx="69575" cy="47625"/>
            </a:xfrm>
            <a:custGeom>
              <a:rect b="b" l="l" r="r" t="t"/>
              <a:pathLst>
                <a:path extrusionOk="0" h="1905" w="2783">
                  <a:moveTo>
                    <a:pt x="188" y="0"/>
                  </a:moveTo>
                  <a:cubicBezTo>
                    <a:pt x="126" y="105"/>
                    <a:pt x="63" y="209"/>
                    <a:pt x="0" y="314"/>
                  </a:cubicBezTo>
                  <a:cubicBezTo>
                    <a:pt x="837" y="837"/>
                    <a:pt x="1674" y="1381"/>
                    <a:pt x="2511" y="1904"/>
                  </a:cubicBezTo>
                  <a:cubicBezTo>
                    <a:pt x="2595" y="1820"/>
                    <a:pt x="2678" y="1716"/>
                    <a:pt x="2783" y="1611"/>
                  </a:cubicBezTo>
                  <a:cubicBezTo>
                    <a:pt x="1925" y="1046"/>
                    <a:pt x="1172" y="335"/>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3"/>
            <p:cNvSpPr/>
            <p:nvPr/>
          </p:nvSpPr>
          <p:spPr>
            <a:xfrm>
              <a:off x="2289625" y="2313200"/>
              <a:ext cx="65400" cy="44500"/>
            </a:xfrm>
            <a:custGeom>
              <a:rect b="b" l="l" r="r" t="t"/>
              <a:pathLst>
                <a:path extrusionOk="0" h="1780" w="2616">
                  <a:moveTo>
                    <a:pt x="189" y="1"/>
                  </a:moveTo>
                  <a:lnTo>
                    <a:pt x="1" y="357"/>
                  </a:lnTo>
                  <a:cubicBezTo>
                    <a:pt x="837" y="838"/>
                    <a:pt x="1653" y="1319"/>
                    <a:pt x="2470" y="1779"/>
                  </a:cubicBezTo>
                  <a:cubicBezTo>
                    <a:pt x="2511" y="1696"/>
                    <a:pt x="2574" y="1591"/>
                    <a:pt x="2616" y="1507"/>
                  </a:cubicBezTo>
                  <a:cubicBezTo>
                    <a:pt x="1800" y="1005"/>
                    <a:pt x="1005" y="503"/>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3"/>
            <p:cNvSpPr/>
            <p:nvPr/>
          </p:nvSpPr>
          <p:spPr>
            <a:xfrm>
              <a:off x="2321000" y="2266650"/>
              <a:ext cx="51300" cy="42400"/>
            </a:xfrm>
            <a:custGeom>
              <a:rect b="b" l="l" r="r" t="t"/>
              <a:pathLst>
                <a:path extrusionOk="0" h="1696" w="2052">
                  <a:moveTo>
                    <a:pt x="231" y="1"/>
                  </a:moveTo>
                  <a:cubicBezTo>
                    <a:pt x="147" y="105"/>
                    <a:pt x="64" y="210"/>
                    <a:pt x="1" y="315"/>
                  </a:cubicBezTo>
                  <a:cubicBezTo>
                    <a:pt x="587" y="775"/>
                    <a:pt x="1194" y="1235"/>
                    <a:pt x="1800" y="1696"/>
                  </a:cubicBezTo>
                  <a:cubicBezTo>
                    <a:pt x="1884" y="1612"/>
                    <a:pt x="1968" y="1507"/>
                    <a:pt x="2051" y="1424"/>
                  </a:cubicBezTo>
                  <a:cubicBezTo>
                    <a:pt x="1445" y="942"/>
                    <a:pt x="838" y="482"/>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3"/>
            <p:cNvSpPr/>
            <p:nvPr/>
          </p:nvSpPr>
          <p:spPr>
            <a:xfrm>
              <a:off x="2112825" y="1544800"/>
              <a:ext cx="43950" cy="13100"/>
            </a:xfrm>
            <a:custGeom>
              <a:rect b="b" l="l" r="r" t="t"/>
              <a:pathLst>
                <a:path extrusionOk="0" h="524" w="1758">
                  <a:moveTo>
                    <a:pt x="0" y="0"/>
                  </a:moveTo>
                  <a:cubicBezTo>
                    <a:pt x="0" y="189"/>
                    <a:pt x="21" y="356"/>
                    <a:pt x="21" y="523"/>
                  </a:cubicBezTo>
                  <a:cubicBezTo>
                    <a:pt x="157" y="412"/>
                    <a:pt x="296" y="378"/>
                    <a:pt x="436" y="378"/>
                  </a:cubicBezTo>
                  <a:cubicBezTo>
                    <a:pt x="664" y="378"/>
                    <a:pt x="895" y="469"/>
                    <a:pt x="1125" y="469"/>
                  </a:cubicBezTo>
                  <a:cubicBezTo>
                    <a:pt x="1339" y="469"/>
                    <a:pt x="1551" y="390"/>
                    <a:pt x="1758" y="84"/>
                  </a:cubicBezTo>
                  <a:cubicBezTo>
                    <a:pt x="1172" y="63"/>
                    <a:pt x="586" y="4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3"/>
            <p:cNvSpPr/>
            <p:nvPr/>
          </p:nvSpPr>
          <p:spPr>
            <a:xfrm>
              <a:off x="2039075" y="1544275"/>
              <a:ext cx="41850" cy="17275"/>
            </a:xfrm>
            <a:custGeom>
              <a:rect b="b" l="l" r="r" t="t"/>
              <a:pathLst>
                <a:path extrusionOk="0" h="691" w="1674">
                  <a:moveTo>
                    <a:pt x="42" y="0"/>
                  </a:moveTo>
                  <a:cubicBezTo>
                    <a:pt x="21" y="105"/>
                    <a:pt x="0" y="230"/>
                    <a:pt x="0" y="335"/>
                  </a:cubicBezTo>
                  <a:cubicBezTo>
                    <a:pt x="523" y="461"/>
                    <a:pt x="1067" y="565"/>
                    <a:pt x="1611" y="691"/>
                  </a:cubicBezTo>
                  <a:cubicBezTo>
                    <a:pt x="1632" y="544"/>
                    <a:pt x="1653" y="377"/>
                    <a:pt x="1674" y="210"/>
                  </a:cubicBez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93"/>
          <p:cNvGrpSpPr/>
          <p:nvPr/>
        </p:nvGrpSpPr>
        <p:grpSpPr>
          <a:xfrm>
            <a:off x="5322136" y="2618565"/>
            <a:ext cx="774013" cy="725518"/>
            <a:chOff x="2985850" y="1413425"/>
            <a:chExt cx="1418125" cy="1329275"/>
          </a:xfrm>
        </p:grpSpPr>
        <p:sp>
          <p:nvSpPr>
            <p:cNvPr id="3094" name="Google Shape;3094;p93"/>
            <p:cNvSpPr/>
            <p:nvPr/>
          </p:nvSpPr>
          <p:spPr>
            <a:xfrm>
              <a:off x="2985850" y="1413425"/>
              <a:ext cx="1418125" cy="1329275"/>
            </a:xfrm>
            <a:custGeom>
              <a:rect b="b" l="l" r="r" t="t"/>
              <a:pathLst>
                <a:path extrusionOk="0" h="53171" w="56725">
                  <a:moveTo>
                    <a:pt x="8254" y="841"/>
                  </a:moveTo>
                  <a:cubicBezTo>
                    <a:pt x="13206" y="841"/>
                    <a:pt x="18131" y="921"/>
                    <a:pt x="23049" y="921"/>
                  </a:cubicBezTo>
                  <a:cubicBezTo>
                    <a:pt x="24817" y="921"/>
                    <a:pt x="26585" y="910"/>
                    <a:pt x="28352" y="882"/>
                  </a:cubicBezTo>
                  <a:cubicBezTo>
                    <a:pt x="29238" y="870"/>
                    <a:pt x="30124" y="865"/>
                    <a:pt x="31010" y="865"/>
                  </a:cubicBezTo>
                  <a:cubicBezTo>
                    <a:pt x="37065" y="865"/>
                    <a:pt x="43131" y="1112"/>
                    <a:pt x="49219" y="1112"/>
                  </a:cubicBezTo>
                  <a:cubicBezTo>
                    <a:pt x="51460" y="1112"/>
                    <a:pt x="53703" y="1078"/>
                    <a:pt x="55951" y="987"/>
                  </a:cubicBezTo>
                  <a:lnTo>
                    <a:pt x="55951" y="987"/>
                  </a:lnTo>
                  <a:cubicBezTo>
                    <a:pt x="55888" y="1719"/>
                    <a:pt x="55804" y="2451"/>
                    <a:pt x="55741" y="3163"/>
                  </a:cubicBezTo>
                  <a:cubicBezTo>
                    <a:pt x="54172" y="3163"/>
                    <a:pt x="52608" y="3168"/>
                    <a:pt x="51049" y="3168"/>
                  </a:cubicBezTo>
                  <a:cubicBezTo>
                    <a:pt x="49490" y="3168"/>
                    <a:pt x="47937" y="3163"/>
                    <a:pt x="46389" y="3142"/>
                  </a:cubicBezTo>
                  <a:cubicBezTo>
                    <a:pt x="44301" y="3122"/>
                    <a:pt x="42213" y="2973"/>
                    <a:pt x="40125" y="2973"/>
                  </a:cubicBezTo>
                  <a:cubicBezTo>
                    <a:pt x="39995" y="2973"/>
                    <a:pt x="39865" y="2973"/>
                    <a:pt x="39735" y="2975"/>
                  </a:cubicBezTo>
                  <a:cubicBezTo>
                    <a:pt x="36241" y="2995"/>
                    <a:pt x="32746" y="3184"/>
                    <a:pt x="29252" y="3184"/>
                  </a:cubicBezTo>
                  <a:cubicBezTo>
                    <a:pt x="29120" y="3185"/>
                    <a:pt x="28987" y="3185"/>
                    <a:pt x="28855" y="3185"/>
                  </a:cubicBezTo>
                  <a:cubicBezTo>
                    <a:pt x="26204" y="3185"/>
                    <a:pt x="23553" y="2995"/>
                    <a:pt x="20883" y="2995"/>
                  </a:cubicBezTo>
                  <a:cubicBezTo>
                    <a:pt x="20113" y="2987"/>
                    <a:pt x="19343" y="2984"/>
                    <a:pt x="18573" y="2984"/>
                  </a:cubicBezTo>
                  <a:cubicBezTo>
                    <a:pt x="15493" y="2984"/>
                    <a:pt x="12413" y="3037"/>
                    <a:pt x="9333" y="3037"/>
                  </a:cubicBezTo>
                  <a:cubicBezTo>
                    <a:pt x="6571" y="3016"/>
                    <a:pt x="3788" y="2975"/>
                    <a:pt x="942" y="2954"/>
                  </a:cubicBezTo>
                  <a:cubicBezTo>
                    <a:pt x="859" y="2242"/>
                    <a:pt x="775" y="1656"/>
                    <a:pt x="670" y="924"/>
                  </a:cubicBezTo>
                  <a:cubicBezTo>
                    <a:pt x="3207" y="861"/>
                    <a:pt x="5734" y="841"/>
                    <a:pt x="8254" y="841"/>
                  </a:cubicBezTo>
                  <a:close/>
                  <a:moveTo>
                    <a:pt x="18096" y="3785"/>
                  </a:moveTo>
                  <a:cubicBezTo>
                    <a:pt x="19025" y="3785"/>
                    <a:pt x="19954" y="3786"/>
                    <a:pt x="20883" y="3791"/>
                  </a:cubicBezTo>
                  <a:cubicBezTo>
                    <a:pt x="23101" y="3811"/>
                    <a:pt x="25298" y="3958"/>
                    <a:pt x="27515" y="4000"/>
                  </a:cubicBezTo>
                  <a:cubicBezTo>
                    <a:pt x="27656" y="4002"/>
                    <a:pt x="27797" y="4003"/>
                    <a:pt x="27938" y="4003"/>
                  </a:cubicBezTo>
                  <a:cubicBezTo>
                    <a:pt x="29345" y="4003"/>
                    <a:pt x="30755" y="3916"/>
                    <a:pt x="32181" y="3916"/>
                  </a:cubicBezTo>
                  <a:cubicBezTo>
                    <a:pt x="37475" y="3937"/>
                    <a:pt x="42769" y="3958"/>
                    <a:pt x="48062" y="3979"/>
                  </a:cubicBezTo>
                  <a:lnTo>
                    <a:pt x="53984" y="3979"/>
                  </a:lnTo>
                  <a:cubicBezTo>
                    <a:pt x="53921" y="5276"/>
                    <a:pt x="53879" y="6490"/>
                    <a:pt x="53795" y="7808"/>
                  </a:cubicBezTo>
                  <a:cubicBezTo>
                    <a:pt x="53565" y="7829"/>
                    <a:pt x="53272" y="7912"/>
                    <a:pt x="52959" y="7912"/>
                  </a:cubicBezTo>
                  <a:lnTo>
                    <a:pt x="43250" y="7912"/>
                  </a:lnTo>
                  <a:cubicBezTo>
                    <a:pt x="40373" y="7912"/>
                    <a:pt x="37496" y="7918"/>
                    <a:pt x="34619" y="7918"/>
                  </a:cubicBezTo>
                  <a:cubicBezTo>
                    <a:pt x="31742" y="7918"/>
                    <a:pt x="28865" y="7912"/>
                    <a:pt x="25988" y="7892"/>
                  </a:cubicBezTo>
                  <a:cubicBezTo>
                    <a:pt x="24063" y="7892"/>
                    <a:pt x="22138" y="7724"/>
                    <a:pt x="20213" y="7661"/>
                  </a:cubicBezTo>
                  <a:cubicBezTo>
                    <a:pt x="17828" y="7620"/>
                    <a:pt x="15442" y="7620"/>
                    <a:pt x="13057" y="7578"/>
                  </a:cubicBezTo>
                  <a:cubicBezTo>
                    <a:pt x="10149" y="7536"/>
                    <a:pt x="7240" y="7452"/>
                    <a:pt x="4332" y="7389"/>
                  </a:cubicBezTo>
                  <a:cubicBezTo>
                    <a:pt x="4039" y="7389"/>
                    <a:pt x="3746" y="7348"/>
                    <a:pt x="3411" y="7327"/>
                  </a:cubicBezTo>
                  <a:cubicBezTo>
                    <a:pt x="3286" y="6134"/>
                    <a:pt x="3160" y="4962"/>
                    <a:pt x="3035" y="3811"/>
                  </a:cubicBezTo>
                  <a:lnTo>
                    <a:pt x="6947" y="3811"/>
                  </a:lnTo>
                  <a:cubicBezTo>
                    <a:pt x="10664" y="3811"/>
                    <a:pt x="14380" y="3785"/>
                    <a:pt x="18096" y="3785"/>
                  </a:cubicBezTo>
                  <a:close/>
                  <a:moveTo>
                    <a:pt x="2768" y="8012"/>
                  </a:moveTo>
                  <a:cubicBezTo>
                    <a:pt x="3281" y="8012"/>
                    <a:pt x="3788" y="8059"/>
                    <a:pt x="4290" y="8080"/>
                  </a:cubicBezTo>
                  <a:cubicBezTo>
                    <a:pt x="5671" y="8122"/>
                    <a:pt x="7073" y="8247"/>
                    <a:pt x="8454" y="8247"/>
                  </a:cubicBezTo>
                  <a:cubicBezTo>
                    <a:pt x="10369" y="8268"/>
                    <a:pt x="12278" y="8268"/>
                    <a:pt x="14187" y="8268"/>
                  </a:cubicBezTo>
                  <a:cubicBezTo>
                    <a:pt x="16096" y="8268"/>
                    <a:pt x="18006" y="8268"/>
                    <a:pt x="19920" y="8289"/>
                  </a:cubicBezTo>
                  <a:cubicBezTo>
                    <a:pt x="21385" y="8310"/>
                    <a:pt x="22870" y="8498"/>
                    <a:pt x="24335" y="8498"/>
                  </a:cubicBezTo>
                  <a:cubicBezTo>
                    <a:pt x="27829" y="8540"/>
                    <a:pt x="31324" y="8519"/>
                    <a:pt x="34818" y="8540"/>
                  </a:cubicBezTo>
                  <a:cubicBezTo>
                    <a:pt x="36324" y="8540"/>
                    <a:pt x="37831" y="8531"/>
                    <a:pt x="39337" y="8531"/>
                  </a:cubicBezTo>
                  <a:cubicBezTo>
                    <a:pt x="40090" y="8531"/>
                    <a:pt x="40844" y="8533"/>
                    <a:pt x="41597" y="8540"/>
                  </a:cubicBezTo>
                  <a:cubicBezTo>
                    <a:pt x="45740" y="8603"/>
                    <a:pt x="49883" y="8687"/>
                    <a:pt x="54026" y="8749"/>
                  </a:cubicBezTo>
                  <a:cubicBezTo>
                    <a:pt x="54402" y="8770"/>
                    <a:pt x="54758" y="8812"/>
                    <a:pt x="55114" y="8833"/>
                  </a:cubicBezTo>
                  <a:cubicBezTo>
                    <a:pt x="55469" y="9900"/>
                    <a:pt x="55386" y="10068"/>
                    <a:pt x="54444" y="10109"/>
                  </a:cubicBezTo>
                  <a:lnTo>
                    <a:pt x="54067" y="10109"/>
                  </a:lnTo>
                  <a:cubicBezTo>
                    <a:pt x="52440" y="10062"/>
                    <a:pt x="50814" y="10045"/>
                    <a:pt x="49187" y="10045"/>
                  </a:cubicBezTo>
                  <a:cubicBezTo>
                    <a:pt x="45210" y="10045"/>
                    <a:pt x="41234" y="10146"/>
                    <a:pt x="37257" y="10146"/>
                  </a:cubicBezTo>
                  <a:cubicBezTo>
                    <a:pt x="36416" y="10146"/>
                    <a:pt x="35575" y="10141"/>
                    <a:pt x="34734" y="10130"/>
                  </a:cubicBezTo>
                  <a:cubicBezTo>
                    <a:pt x="31847" y="10068"/>
                    <a:pt x="28980" y="9984"/>
                    <a:pt x="26093" y="9921"/>
                  </a:cubicBezTo>
                  <a:cubicBezTo>
                    <a:pt x="23875" y="9879"/>
                    <a:pt x="21657" y="9879"/>
                    <a:pt x="19460" y="9837"/>
                  </a:cubicBezTo>
                  <a:cubicBezTo>
                    <a:pt x="13727" y="9754"/>
                    <a:pt x="8015" y="9670"/>
                    <a:pt x="2302" y="9586"/>
                  </a:cubicBezTo>
                  <a:cubicBezTo>
                    <a:pt x="1989" y="9565"/>
                    <a:pt x="1675" y="9524"/>
                    <a:pt x="1214" y="9482"/>
                  </a:cubicBezTo>
                  <a:cubicBezTo>
                    <a:pt x="1214" y="8980"/>
                    <a:pt x="1214" y="8624"/>
                    <a:pt x="1214" y="8226"/>
                  </a:cubicBezTo>
                  <a:cubicBezTo>
                    <a:pt x="1738" y="8059"/>
                    <a:pt x="2255" y="8012"/>
                    <a:pt x="2768" y="8012"/>
                  </a:cubicBezTo>
                  <a:close/>
                  <a:moveTo>
                    <a:pt x="9564" y="10237"/>
                  </a:moveTo>
                  <a:cubicBezTo>
                    <a:pt x="10618" y="10237"/>
                    <a:pt x="11669" y="10242"/>
                    <a:pt x="12722" y="10256"/>
                  </a:cubicBezTo>
                  <a:cubicBezTo>
                    <a:pt x="17765" y="10340"/>
                    <a:pt x="22829" y="10507"/>
                    <a:pt x="27871" y="10570"/>
                  </a:cubicBezTo>
                  <a:cubicBezTo>
                    <a:pt x="34420" y="10653"/>
                    <a:pt x="40948" y="10695"/>
                    <a:pt x="47477" y="10758"/>
                  </a:cubicBezTo>
                  <a:lnTo>
                    <a:pt x="53775" y="10758"/>
                  </a:lnTo>
                  <a:cubicBezTo>
                    <a:pt x="53963" y="10758"/>
                    <a:pt x="54151" y="10800"/>
                    <a:pt x="54423" y="10821"/>
                  </a:cubicBezTo>
                  <a:cubicBezTo>
                    <a:pt x="54465" y="11051"/>
                    <a:pt x="54507" y="11260"/>
                    <a:pt x="54507" y="11449"/>
                  </a:cubicBezTo>
                  <a:cubicBezTo>
                    <a:pt x="54528" y="12474"/>
                    <a:pt x="54360" y="12704"/>
                    <a:pt x="53335" y="12746"/>
                  </a:cubicBezTo>
                  <a:cubicBezTo>
                    <a:pt x="52696" y="12762"/>
                    <a:pt x="52053" y="12769"/>
                    <a:pt x="51410" y="12769"/>
                  </a:cubicBezTo>
                  <a:cubicBezTo>
                    <a:pt x="50370" y="12769"/>
                    <a:pt x="49327" y="12751"/>
                    <a:pt x="48293" y="12725"/>
                  </a:cubicBezTo>
                  <a:cubicBezTo>
                    <a:pt x="43836" y="12599"/>
                    <a:pt x="39400" y="12432"/>
                    <a:pt x="34964" y="12327"/>
                  </a:cubicBezTo>
                  <a:cubicBezTo>
                    <a:pt x="30403" y="12202"/>
                    <a:pt x="25842" y="12139"/>
                    <a:pt x="21280" y="12055"/>
                  </a:cubicBezTo>
                  <a:cubicBezTo>
                    <a:pt x="19501" y="12017"/>
                    <a:pt x="17723" y="11907"/>
                    <a:pt x="15960" y="11907"/>
                  </a:cubicBezTo>
                  <a:cubicBezTo>
                    <a:pt x="15816" y="11907"/>
                    <a:pt x="15671" y="11907"/>
                    <a:pt x="15526" y="11909"/>
                  </a:cubicBezTo>
                  <a:cubicBezTo>
                    <a:pt x="11906" y="11930"/>
                    <a:pt x="8308" y="12014"/>
                    <a:pt x="4688" y="12055"/>
                  </a:cubicBezTo>
                  <a:cubicBezTo>
                    <a:pt x="4622" y="12058"/>
                    <a:pt x="4556" y="12060"/>
                    <a:pt x="4490" y="12060"/>
                  </a:cubicBezTo>
                  <a:cubicBezTo>
                    <a:pt x="4073" y="12060"/>
                    <a:pt x="3645" y="12008"/>
                    <a:pt x="3139" y="11972"/>
                  </a:cubicBezTo>
                  <a:lnTo>
                    <a:pt x="3139" y="10256"/>
                  </a:lnTo>
                  <a:cubicBezTo>
                    <a:pt x="5329" y="10256"/>
                    <a:pt x="7454" y="10237"/>
                    <a:pt x="9564" y="10237"/>
                  </a:cubicBezTo>
                  <a:close/>
                  <a:moveTo>
                    <a:pt x="4123" y="12453"/>
                  </a:moveTo>
                  <a:cubicBezTo>
                    <a:pt x="4813" y="12495"/>
                    <a:pt x="5587" y="12620"/>
                    <a:pt x="6362" y="12620"/>
                  </a:cubicBezTo>
                  <a:cubicBezTo>
                    <a:pt x="6967" y="12626"/>
                    <a:pt x="7571" y="12629"/>
                    <a:pt x="8174" y="12629"/>
                  </a:cubicBezTo>
                  <a:cubicBezTo>
                    <a:pt x="9823" y="12629"/>
                    <a:pt x="11466" y="12609"/>
                    <a:pt x="13120" y="12578"/>
                  </a:cubicBezTo>
                  <a:cubicBezTo>
                    <a:pt x="14090" y="12578"/>
                    <a:pt x="15060" y="12492"/>
                    <a:pt x="16030" y="12492"/>
                  </a:cubicBezTo>
                  <a:cubicBezTo>
                    <a:pt x="16127" y="12492"/>
                    <a:pt x="16224" y="12493"/>
                    <a:pt x="16321" y="12495"/>
                  </a:cubicBezTo>
                  <a:cubicBezTo>
                    <a:pt x="21740" y="12578"/>
                    <a:pt x="27160" y="12662"/>
                    <a:pt x="32579" y="12767"/>
                  </a:cubicBezTo>
                  <a:cubicBezTo>
                    <a:pt x="36052" y="12830"/>
                    <a:pt x="39546" y="12913"/>
                    <a:pt x="43041" y="13039"/>
                  </a:cubicBezTo>
                  <a:cubicBezTo>
                    <a:pt x="46430" y="13143"/>
                    <a:pt x="49841" y="13311"/>
                    <a:pt x="53231" y="13457"/>
                  </a:cubicBezTo>
                  <a:cubicBezTo>
                    <a:pt x="53314" y="13457"/>
                    <a:pt x="53377" y="13520"/>
                    <a:pt x="53523" y="13604"/>
                  </a:cubicBezTo>
                  <a:cubicBezTo>
                    <a:pt x="53461" y="14336"/>
                    <a:pt x="53377" y="15089"/>
                    <a:pt x="53293" y="15968"/>
                  </a:cubicBezTo>
                  <a:cubicBezTo>
                    <a:pt x="52247" y="16052"/>
                    <a:pt x="51222" y="16240"/>
                    <a:pt x="50176" y="16240"/>
                  </a:cubicBezTo>
                  <a:cubicBezTo>
                    <a:pt x="46839" y="16266"/>
                    <a:pt x="43511" y="16284"/>
                    <a:pt x="40186" y="16284"/>
                  </a:cubicBezTo>
                  <a:cubicBezTo>
                    <a:pt x="38131" y="16284"/>
                    <a:pt x="36077" y="16277"/>
                    <a:pt x="34023" y="16261"/>
                  </a:cubicBezTo>
                  <a:cubicBezTo>
                    <a:pt x="29796" y="16240"/>
                    <a:pt x="25570" y="16115"/>
                    <a:pt x="21343" y="15989"/>
                  </a:cubicBezTo>
                  <a:cubicBezTo>
                    <a:pt x="16677" y="15863"/>
                    <a:pt x="12011" y="15675"/>
                    <a:pt x="7324" y="15529"/>
                  </a:cubicBezTo>
                  <a:cubicBezTo>
                    <a:pt x="7111" y="15518"/>
                    <a:pt x="6897" y="15514"/>
                    <a:pt x="6683" y="15514"/>
                  </a:cubicBezTo>
                  <a:cubicBezTo>
                    <a:pt x="6203" y="15514"/>
                    <a:pt x="5720" y="15533"/>
                    <a:pt x="5232" y="15533"/>
                  </a:cubicBezTo>
                  <a:cubicBezTo>
                    <a:pt x="5107" y="15533"/>
                    <a:pt x="4981" y="15532"/>
                    <a:pt x="4855" y="15529"/>
                  </a:cubicBezTo>
                  <a:cubicBezTo>
                    <a:pt x="4458" y="15529"/>
                    <a:pt x="4060" y="15487"/>
                    <a:pt x="3600" y="15466"/>
                  </a:cubicBezTo>
                  <a:cubicBezTo>
                    <a:pt x="3704" y="14420"/>
                    <a:pt x="3349" y="13415"/>
                    <a:pt x="4123" y="12453"/>
                  </a:cubicBezTo>
                  <a:close/>
                  <a:moveTo>
                    <a:pt x="25758" y="16617"/>
                  </a:moveTo>
                  <a:cubicBezTo>
                    <a:pt x="25779" y="16679"/>
                    <a:pt x="25800" y="16763"/>
                    <a:pt x="25821" y="16847"/>
                  </a:cubicBezTo>
                  <a:cubicBezTo>
                    <a:pt x="24147" y="17349"/>
                    <a:pt x="23038" y="18604"/>
                    <a:pt x="21699" y="19860"/>
                  </a:cubicBezTo>
                  <a:cubicBezTo>
                    <a:pt x="21573" y="18688"/>
                    <a:pt x="21468" y="17642"/>
                    <a:pt x="21343" y="16617"/>
                  </a:cubicBezTo>
                  <a:close/>
                  <a:moveTo>
                    <a:pt x="35206" y="16866"/>
                  </a:moveTo>
                  <a:cubicBezTo>
                    <a:pt x="35867" y="16866"/>
                    <a:pt x="36561" y="16940"/>
                    <a:pt x="37310" y="16940"/>
                  </a:cubicBezTo>
                  <a:cubicBezTo>
                    <a:pt x="37453" y="16940"/>
                    <a:pt x="37599" y="16937"/>
                    <a:pt x="37747" y="16931"/>
                  </a:cubicBezTo>
                  <a:lnTo>
                    <a:pt x="37747" y="20111"/>
                  </a:lnTo>
                  <a:cubicBezTo>
                    <a:pt x="36429" y="19044"/>
                    <a:pt x="35173" y="18060"/>
                    <a:pt x="33897" y="17014"/>
                  </a:cubicBezTo>
                  <a:cubicBezTo>
                    <a:pt x="34323" y="16900"/>
                    <a:pt x="34757" y="16866"/>
                    <a:pt x="35206" y="16866"/>
                  </a:cubicBezTo>
                  <a:close/>
                  <a:moveTo>
                    <a:pt x="28910" y="16875"/>
                  </a:moveTo>
                  <a:cubicBezTo>
                    <a:pt x="29669" y="16875"/>
                    <a:pt x="30449" y="17018"/>
                    <a:pt x="31198" y="17161"/>
                  </a:cubicBezTo>
                  <a:cubicBezTo>
                    <a:pt x="32809" y="17496"/>
                    <a:pt x="34399" y="17935"/>
                    <a:pt x="35592" y="19211"/>
                  </a:cubicBezTo>
                  <a:cubicBezTo>
                    <a:pt x="36554" y="20257"/>
                    <a:pt x="37496" y="21345"/>
                    <a:pt x="37580" y="22957"/>
                  </a:cubicBezTo>
                  <a:cubicBezTo>
                    <a:pt x="35989" y="19504"/>
                    <a:pt x="33207" y="17788"/>
                    <a:pt x="29482" y="17768"/>
                  </a:cubicBezTo>
                  <a:cubicBezTo>
                    <a:pt x="29461" y="17767"/>
                    <a:pt x="29439" y="17767"/>
                    <a:pt x="29418" y="17767"/>
                  </a:cubicBezTo>
                  <a:cubicBezTo>
                    <a:pt x="25728" y="17767"/>
                    <a:pt x="23114" y="19568"/>
                    <a:pt x="21782" y="23438"/>
                  </a:cubicBezTo>
                  <a:cubicBezTo>
                    <a:pt x="21489" y="22161"/>
                    <a:pt x="21615" y="21345"/>
                    <a:pt x="22243" y="20529"/>
                  </a:cubicBezTo>
                  <a:cubicBezTo>
                    <a:pt x="23833" y="18437"/>
                    <a:pt x="25883" y="17098"/>
                    <a:pt x="28520" y="16889"/>
                  </a:cubicBezTo>
                  <a:cubicBezTo>
                    <a:pt x="28649" y="16879"/>
                    <a:pt x="28779" y="16875"/>
                    <a:pt x="28910" y="16875"/>
                  </a:cubicBezTo>
                  <a:close/>
                  <a:moveTo>
                    <a:pt x="6501" y="16037"/>
                  </a:moveTo>
                  <a:cubicBezTo>
                    <a:pt x="6912" y="16037"/>
                    <a:pt x="7326" y="16051"/>
                    <a:pt x="7743" y="16073"/>
                  </a:cubicBezTo>
                  <a:cubicBezTo>
                    <a:pt x="10860" y="16219"/>
                    <a:pt x="13999" y="16324"/>
                    <a:pt x="17116" y="16449"/>
                  </a:cubicBezTo>
                  <a:cubicBezTo>
                    <a:pt x="18246" y="16491"/>
                    <a:pt x="19397" y="16554"/>
                    <a:pt x="20673" y="16617"/>
                  </a:cubicBezTo>
                  <a:cubicBezTo>
                    <a:pt x="20673" y="19651"/>
                    <a:pt x="20673" y="22685"/>
                    <a:pt x="20673" y="25844"/>
                  </a:cubicBezTo>
                  <a:cubicBezTo>
                    <a:pt x="20464" y="25865"/>
                    <a:pt x="20129" y="25907"/>
                    <a:pt x="19774" y="25928"/>
                  </a:cubicBezTo>
                  <a:cubicBezTo>
                    <a:pt x="17221" y="26011"/>
                    <a:pt x="14668" y="26158"/>
                    <a:pt x="12137" y="26200"/>
                  </a:cubicBezTo>
                  <a:cubicBezTo>
                    <a:pt x="10808" y="26221"/>
                    <a:pt x="9479" y="26226"/>
                    <a:pt x="8145" y="26226"/>
                  </a:cubicBezTo>
                  <a:cubicBezTo>
                    <a:pt x="6811" y="26226"/>
                    <a:pt x="5472" y="26221"/>
                    <a:pt x="4123" y="26221"/>
                  </a:cubicBezTo>
                  <a:cubicBezTo>
                    <a:pt x="3725" y="22810"/>
                    <a:pt x="4060" y="19567"/>
                    <a:pt x="4165" y="16240"/>
                  </a:cubicBezTo>
                  <a:cubicBezTo>
                    <a:pt x="4934" y="16089"/>
                    <a:pt x="5713" y="16037"/>
                    <a:pt x="6501" y="16037"/>
                  </a:cubicBezTo>
                  <a:close/>
                  <a:moveTo>
                    <a:pt x="2930" y="26786"/>
                  </a:moveTo>
                  <a:cubicBezTo>
                    <a:pt x="9312" y="26974"/>
                    <a:pt x="15652" y="27162"/>
                    <a:pt x="22096" y="27351"/>
                  </a:cubicBezTo>
                  <a:cubicBezTo>
                    <a:pt x="22117" y="27539"/>
                    <a:pt x="22138" y="27832"/>
                    <a:pt x="22159" y="28167"/>
                  </a:cubicBezTo>
                  <a:cubicBezTo>
                    <a:pt x="15756" y="28083"/>
                    <a:pt x="9396" y="28020"/>
                    <a:pt x="2930" y="27936"/>
                  </a:cubicBezTo>
                  <a:lnTo>
                    <a:pt x="2930" y="26786"/>
                  </a:lnTo>
                  <a:close/>
                  <a:moveTo>
                    <a:pt x="54234" y="27997"/>
                  </a:moveTo>
                  <a:cubicBezTo>
                    <a:pt x="54402" y="27997"/>
                    <a:pt x="54569" y="27998"/>
                    <a:pt x="54737" y="27999"/>
                  </a:cubicBezTo>
                  <a:cubicBezTo>
                    <a:pt x="54716" y="28439"/>
                    <a:pt x="54695" y="28669"/>
                    <a:pt x="54674" y="28899"/>
                  </a:cubicBezTo>
                  <a:cubicBezTo>
                    <a:pt x="52477" y="29464"/>
                    <a:pt x="50259" y="29317"/>
                    <a:pt x="48062" y="29359"/>
                  </a:cubicBezTo>
                  <a:cubicBezTo>
                    <a:pt x="45070" y="29422"/>
                    <a:pt x="42078" y="29485"/>
                    <a:pt x="39086" y="29548"/>
                  </a:cubicBezTo>
                  <a:cubicBezTo>
                    <a:pt x="38689" y="29548"/>
                    <a:pt x="38270" y="29485"/>
                    <a:pt x="37873" y="29443"/>
                  </a:cubicBezTo>
                  <a:cubicBezTo>
                    <a:pt x="37140" y="29338"/>
                    <a:pt x="36910" y="28899"/>
                    <a:pt x="37057" y="28187"/>
                  </a:cubicBezTo>
                  <a:cubicBezTo>
                    <a:pt x="37228" y="28130"/>
                    <a:pt x="37417" y="28038"/>
                    <a:pt x="37592" y="28038"/>
                  </a:cubicBezTo>
                  <a:cubicBezTo>
                    <a:pt x="37609" y="28038"/>
                    <a:pt x="37626" y="28039"/>
                    <a:pt x="37642" y="28041"/>
                  </a:cubicBezTo>
                  <a:cubicBezTo>
                    <a:pt x="39388" y="28235"/>
                    <a:pt x="41133" y="28301"/>
                    <a:pt x="42883" y="28301"/>
                  </a:cubicBezTo>
                  <a:cubicBezTo>
                    <a:pt x="46633" y="28301"/>
                    <a:pt x="50402" y="27997"/>
                    <a:pt x="54234" y="27997"/>
                  </a:cubicBezTo>
                  <a:close/>
                  <a:moveTo>
                    <a:pt x="4705" y="28541"/>
                  </a:moveTo>
                  <a:cubicBezTo>
                    <a:pt x="4752" y="28541"/>
                    <a:pt x="4802" y="28542"/>
                    <a:pt x="4855" y="28543"/>
                  </a:cubicBezTo>
                  <a:cubicBezTo>
                    <a:pt x="10128" y="28627"/>
                    <a:pt x="15380" y="28731"/>
                    <a:pt x="20632" y="28836"/>
                  </a:cubicBezTo>
                  <a:cubicBezTo>
                    <a:pt x="20757" y="28836"/>
                    <a:pt x="20862" y="28878"/>
                    <a:pt x="20924" y="28899"/>
                  </a:cubicBezTo>
                  <a:cubicBezTo>
                    <a:pt x="20820" y="33460"/>
                    <a:pt x="20715" y="38022"/>
                    <a:pt x="20611" y="42688"/>
                  </a:cubicBezTo>
                  <a:cubicBezTo>
                    <a:pt x="20072" y="42703"/>
                    <a:pt x="19530" y="42716"/>
                    <a:pt x="18987" y="42716"/>
                  </a:cubicBezTo>
                  <a:cubicBezTo>
                    <a:pt x="18074" y="42716"/>
                    <a:pt x="17156" y="42680"/>
                    <a:pt x="16238" y="42562"/>
                  </a:cubicBezTo>
                  <a:cubicBezTo>
                    <a:pt x="15861" y="42520"/>
                    <a:pt x="15505" y="42436"/>
                    <a:pt x="15129" y="42436"/>
                  </a:cubicBezTo>
                  <a:cubicBezTo>
                    <a:pt x="14892" y="42443"/>
                    <a:pt x="14656" y="42446"/>
                    <a:pt x="14419" y="42446"/>
                  </a:cubicBezTo>
                  <a:cubicBezTo>
                    <a:pt x="12582" y="42446"/>
                    <a:pt x="10744" y="42262"/>
                    <a:pt x="8907" y="42262"/>
                  </a:cubicBezTo>
                  <a:cubicBezTo>
                    <a:pt x="8115" y="42262"/>
                    <a:pt x="7322" y="42296"/>
                    <a:pt x="6529" y="42395"/>
                  </a:cubicBezTo>
                  <a:cubicBezTo>
                    <a:pt x="6207" y="42435"/>
                    <a:pt x="5879" y="42447"/>
                    <a:pt x="5544" y="42447"/>
                  </a:cubicBezTo>
                  <a:cubicBezTo>
                    <a:pt x="5007" y="42447"/>
                    <a:pt x="4451" y="42416"/>
                    <a:pt x="3872" y="42416"/>
                  </a:cubicBezTo>
                  <a:cubicBezTo>
                    <a:pt x="3809" y="41620"/>
                    <a:pt x="3725" y="40867"/>
                    <a:pt x="3704" y="40114"/>
                  </a:cubicBezTo>
                  <a:cubicBezTo>
                    <a:pt x="3621" y="36578"/>
                    <a:pt x="3432" y="33063"/>
                    <a:pt x="3809" y="29527"/>
                  </a:cubicBezTo>
                  <a:cubicBezTo>
                    <a:pt x="3907" y="28703"/>
                    <a:pt x="4005" y="28541"/>
                    <a:pt x="4705" y="28541"/>
                  </a:cubicBezTo>
                  <a:close/>
                  <a:moveTo>
                    <a:pt x="53398" y="29966"/>
                  </a:moveTo>
                  <a:lnTo>
                    <a:pt x="53398" y="43838"/>
                  </a:lnTo>
                  <a:cubicBezTo>
                    <a:pt x="52705" y="43904"/>
                    <a:pt x="52021" y="43928"/>
                    <a:pt x="51345" y="43928"/>
                  </a:cubicBezTo>
                  <a:cubicBezTo>
                    <a:pt x="49429" y="43928"/>
                    <a:pt x="47569" y="43734"/>
                    <a:pt x="45698" y="43734"/>
                  </a:cubicBezTo>
                  <a:cubicBezTo>
                    <a:pt x="43208" y="43734"/>
                    <a:pt x="40718" y="43901"/>
                    <a:pt x="38124" y="44006"/>
                  </a:cubicBezTo>
                  <a:cubicBezTo>
                    <a:pt x="38312" y="39403"/>
                    <a:pt x="38500" y="34925"/>
                    <a:pt x="38689" y="30364"/>
                  </a:cubicBezTo>
                  <a:cubicBezTo>
                    <a:pt x="43543" y="29861"/>
                    <a:pt x="48502" y="30029"/>
                    <a:pt x="53398" y="29966"/>
                  </a:cubicBezTo>
                  <a:close/>
                  <a:moveTo>
                    <a:pt x="47079" y="44613"/>
                  </a:moveTo>
                  <a:lnTo>
                    <a:pt x="47079" y="49090"/>
                  </a:lnTo>
                  <a:cubicBezTo>
                    <a:pt x="45782" y="49153"/>
                    <a:pt x="44505" y="49216"/>
                    <a:pt x="43145" y="49299"/>
                  </a:cubicBezTo>
                  <a:lnTo>
                    <a:pt x="43145" y="44613"/>
                  </a:lnTo>
                  <a:close/>
                  <a:moveTo>
                    <a:pt x="42392" y="44654"/>
                  </a:moveTo>
                  <a:cubicBezTo>
                    <a:pt x="42308" y="46182"/>
                    <a:pt x="42204" y="47605"/>
                    <a:pt x="42120" y="49090"/>
                  </a:cubicBezTo>
                  <a:cubicBezTo>
                    <a:pt x="41529" y="49315"/>
                    <a:pt x="40933" y="49364"/>
                    <a:pt x="40331" y="49364"/>
                  </a:cubicBezTo>
                  <a:cubicBezTo>
                    <a:pt x="39878" y="49364"/>
                    <a:pt x="39421" y="49336"/>
                    <a:pt x="38960" y="49336"/>
                  </a:cubicBezTo>
                  <a:cubicBezTo>
                    <a:pt x="38669" y="49336"/>
                    <a:pt x="38377" y="49347"/>
                    <a:pt x="38082" y="49383"/>
                  </a:cubicBezTo>
                  <a:cubicBezTo>
                    <a:pt x="37810" y="47939"/>
                    <a:pt x="37914" y="45512"/>
                    <a:pt x="38207" y="44654"/>
                  </a:cubicBezTo>
                  <a:close/>
                  <a:moveTo>
                    <a:pt x="53210" y="44633"/>
                  </a:moveTo>
                  <a:lnTo>
                    <a:pt x="53210" y="49216"/>
                  </a:lnTo>
                  <a:cubicBezTo>
                    <a:pt x="52643" y="49359"/>
                    <a:pt x="52079" y="49411"/>
                    <a:pt x="51513" y="49411"/>
                  </a:cubicBezTo>
                  <a:cubicBezTo>
                    <a:pt x="50343" y="49411"/>
                    <a:pt x="49164" y="49189"/>
                    <a:pt x="47937" y="49090"/>
                  </a:cubicBezTo>
                  <a:lnTo>
                    <a:pt x="47916" y="44633"/>
                  </a:lnTo>
                  <a:close/>
                  <a:moveTo>
                    <a:pt x="14752" y="43232"/>
                  </a:moveTo>
                  <a:cubicBezTo>
                    <a:pt x="16719" y="43357"/>
                    <a:pt x="18623" y="43462"/>
                    <a:pt x="20611" y="43587"/>
                  </a:cubicBezTo>
                  <a:cubicBezTo>
                    <a:pt x="20736" y="45449"/>
                    <a:pt x="20862" y="47416"/>
                    <a:pt x="21008" y="49530"/>
                  </a:cubicBezTo>
                  <a:lnTo>
                    <a:pt x="14522" y="49530"/>
                  </a:lnTo>
                  <a:cubicBezTo>
                    <a:pt x="14480" y="47416"/>
                    <a:pt x="14250" y="45324"/>
                    <a:pt x="14752" y="43232"/>
                  </a:cubicBezTo>
                  <a:close/>
                  <a:moveTo>
                    <a:pt x="4363" y="42935"/>
                  </a:moveTo>
                  <a:cubicBezTo>
                    <a:pt x="4393" y="42935"/>
                    <a:pt x="4425" y="42936"/>
                    <a:pt x="4458" y="42939"/>
                  </a:cubicBezTo>
                  <a:cubicBezTo>
                    <a:pt x="5713" y="43022"/>
                    <a:pt x="6968" y="43127"/>
                    <a:pt x="8308" y="43211"/>
                  </a:cubicBezTo>
                  <a:cubicBezTo>
                    <a:pt x="8412" y="45261"/>
                    <a:pt x="8517" y="47333"/>
                    <a:pt x="8642" y="49571"/>
                  </a:cubicBezTo>
                  <a:lnTo>
                    <a:pt x="3725" y="49571"/>
                  </a:lnTo>
                  <a:cubicBezTo>
                    <a:pt x="3746" y="48588"/>
                    <a:pt x="3809" y="47667"/>
                    <a:pt x="3809" y="46747"/>
                  </a:cubicBezTo>
                  <a:cubicBezTo>
                    <a:pt x="3809" y="45763"/>
                    <a:pt x="3746" y="44780"/>
                    <a:pt x="3704" y="43796"/>
                  </a:cubicBezTo>
                  <a:cubicBezTo>
                    <a:pt x="3685" y="43228"/>
                    <a:pt x="3904" y="42935"/>
                    <a:pt x="4363" y="42935"/>
                  </a:cubicBezTo>
                  <a:close/>
                  <a:moveTo>
                    <a:pt x="13769" y="43169"/>
                  </a:moveTo>
                  <a:cubicBezTo>
                    <a:pt x="13664" y="45303"/>
                    <a:pt x="13580" y="47395"/>
                    <a:pt x="13476" y="49592"/>
                  </a:cubicBezTo>
                  <a:cubicBezTo>
                    <a:pt x="12969" y="49767"/>
                    <a:pt x="12467" y="49830"/>
                    <a:pt x="11966" y="49830"/>
                  </a:cubicBezTo>
                  <a:cubicBezTo>
                    <a:pt x="11142" y="49830"/>
                    <a:pt x="10316" y="49660"/>
                    <a:pt x="9458" y="49530"/>
                  </a:cubicBezTo>
                  <a:cubicBezTo>
                    <a:pt x="8872" y="47458"/>
                    <a:pt x="8977" y="45366"/>
                    <a:pt x="9416" y="43169"/>
                  </a:cubicBezTo>
                  <a:close/>
                  <a:moveTo>
                    <a:pt x="35969" y="51099"/>
                  </a:moveTo>
                  <a:lnTo>
                    <a:pt x="35969" y="51099"/>
                  </a:lnTo>
                  <a:cubicBezTo>
                    <a:pt x="40620" y="51295"/>
                    <a:pt x="45216" y="51447"/>
                    <a:pt x="49798" y="51447"/>
                  </a:cubicBezTo>
                  <a:cubicBezTo>
                    <a:pt x="51586" y="51447"/>
                    <a:pt x="53371" y="51424"/>
                    <a:pt x="55156" y="51371"/>
                  </a:cubicBezTo>
                  <a:cubicBezTo>
                    <a:pt x="55197" y="51371"/>
                    <a:pt x="55260" y="51496"/>
                    <a:pt x="55344" y="51601"/>
                  </a:cubicBezTo>
                  <a:cubicBezTo>
                    <a:pt x="55302" y="51999"/>
                    <a:pt x="54967" y="52019"/>
                    <a:pt x="54632" y="52040"/>
                  </a:cubicBezTo>
                  <a:cubicBezTo>
                    <a:pt x="53503" y="52124"/>
                    <a:pt x="52352" y="52229"/>
                    <a:pt x="51201" y="52250"/>
                  </a:cubicBezTo>
                  <a:cubicBezTo>
                    <a:pt x="48446" y="52339"/>
                    <a:pt x="45701" y="52606"/>
                    <a:pt x="42945" y="52606"/>
                  </a:cubicBezTo>
                  <a:cubicBezTo>
                    <a:pt x="41808" y="52606"/>
                    <a:pt x="40668" y="52560"/>
                    <a:pt x="39526" y="52438"/>
                  </a:cubicBezTo>
                  <a:cubicBezTo>
                    <a:pt x="39346" y="52419"/>
                    <a:pt x="39164" y="52412"/>
                    <a:pt x="38981" y="52412"/>
                  </a:cubicBezTo>
                  <a:cubicBezTo>
                    <a:pt x="38409" y="52412"/>
                    <a:pt x="37822" y="52482"/>
                    <a:pt x="37244" y="52482"/>
                  </a:cubicBezTo>
                  <a:cubicBezTo>
                    <a:pt x="37189" y="52482"/>
                    <a:pt x="37133" y="52481"/>
                    <a:pt x="37077" y="52480"/>
                  </a:cubicBezTo>
                  <a:cubicBezTo>
                    <a:pt x="35927" y="52480"/>
                    <a:pt x="35927" y="52459"/>
                    <a:pt x="35969" y="51099"/>
                  </a:cubicBezTo>
                  <a:close/>
                  <a:moveTo>
                    <a:pt x="7783" y="0"/>
                  </a:moveTo>
                  <a:cubicBezTo>
                    <a:pt x="7504" y="0"/>
                    <a:pt x="7226" y="1"/>
                    <a:pt x="6947" y="3"/>
                  </a:cubicBezTo>
                  <a:cubicBezTo>
                    <a:pt x="5043" y="24"/>
                    <a:pt x="3160" y="129"/>
                    <a:pt x="1277" y="234"/>
                  </a:cubicBezTo>
                  <a:cubicBezTo>
                    <a:pt x="942" y="254"/>
                    <a:pt x="608" y="401"/>
                    <a:pt x="252" y="506"/>
                  </a:cubicBezTo>
                  <a:cubicBezTo>
                    <a:pt x="294" y="1698"/>
                    <a:pt x="1" y="2807"/>
                    <a:pt x="629" y="3791"/>
                  </a:cubicBezTo>
                  <a:cubicBezTo>
                    <a:pt x="1152" y="3728"/>
                    <a:pt x="1633" y="3665"/>
                    <a:pt x="2156" y="3581"/>
                  </a:cubicBezTo>
                  <a:cubicBezTo>
                    <a:pt x="2282" y="4899"/>
                    <a:pt x="2407" y="6092"/>
                    <a:pt x="2533" y="7327"/>
                  </a:cubicBezTo>
                  <a:cubicBezTo>
                    <a:pt x="1947" y="7368"/>
                    <a:pt x="1382" y="7431"/>
                    <a:pt x="775" y="7473"/>
                  </a:cubicBezTo>
                  <a:cubicBezTo>
                    <a:pt x="775" y="8373"/>
                    <a:pt x="461" y="9168"/>
                    <a:pt x="901" y="9921"/>
                  </a:cubicBezTo>
                  <a:cubicBezTo>
                    <a:pt x="1466" y="10005"/>
                    <a:pt x="1968" y="10068"/>
                    <a:pt x="2512" y="10151"/>
                  </a:cubicBezTo>
                  <a:cubicBezTo>
                    <a:pt x="2449" y="11135"/>
                    <a:pt x="2302" y="12055"/>
                    <a:pt x="2930" y="12830"/>
                  </a:cubicBezTo>
                  <a:cubicBezTo>
                    <a:pt x="2993" y="12892"/>
                    <a:pt x="2972" y="12997"/>
                    <a:pt x="2993" y="13081"/>
                  </a:cubicBezTo>
                  <a:cubicBezTo>
                    <a:pt x="3118" y="14587"/>
                    <a:pt x="3370" y="16094"/>
                    <a:pt x="3349" y="17600"/>
                  </a:cubicBezTo>
                  <a:cubicBezTo>
                    <a:pt x="3286" y="20299"/>
                    <a:pt x="3098" y="23019"/>
                    <a:pt x="3370" y="25718"/>
                  </a:cubicBezTo>
                  <a:cubicBezTo>
                    <a:pt x="3370" y="25781"/>
                    <a:pt x="3286" y="25844"/>
                    <a:pt x="3223" y="25928"/>
                  </a:cubicBezTo>
                  <a:lnTo>
                    <a:pt x="2240" y="25928"/>
                  </a:lnTo>
                  <a:cubicBezTo>
                    <a:pt x="2407" y="26953"/>
                    <a:pt x="1654" y="28187"/>
                    <a:pt x="3139" y="28711"/>
                  </a:cubicBezTo>
                  <a:cubicBezTo>
                    <a:pt x="3077" y="30887"/>
                    <a:pt x="2993" y="32979"/>
                    <a:pt x="2951" y="35050"/>
                  </a:cubicBezTo>
                  <a:cubicBezTo>
                    <a:pt x="2888" y="37896"/>
                    <a:pt x="2742" y="40742"/>
                    <a:pt x="2826" y="43566"/>
                  </a:cubicBezTo>
                  <a:cubicBezTo>
                    <a:pt x="2888" y="46035"/>
                    <a:pt x="3098" y="48483"/>
                    <a:pt x="2449" y="50911"/>
                  </a:cubicBezTo>
                  <a:cubicBezTo>
                    <a:pt x="2198" y="51015"/>
                    <a:pt x="1947" y="51120"/>
                    <a:pt x="1696" y="51224"/>
                  </a:cubicBezTo>
                  <a:cubicBezTo>
                    <a:pt x="3160" y="51475"/>
                    <a:pt x="4583" y="51601"/>
                    <a:pt x="5985" y="51664"/>
                  </a:cubicBezTo>
                  <a:cubicBezTo>
                    <a:pt x="6054" y="51665"/>
                    <a:pt x="6123" y="51666"/>
                    <a:pt x="6191" y="51666"/>
                  </a:cubicBezTo>
                  <a:cubicBezTo>
                    <a:pt x="7022" y="51666"/>
                    <a:pt x="7855" y="51558"/>
                    <a:pt x="8705" y="51538"/>
                  </a:cubicBezTo>
                  <a:cubicBezTo>
                    <a:pt x="11572" y="51496"/>
                    <a:pt x="14438" y="51455"/>
                    <a:pt x="17326" y="51455"/>
                  </a:cubicBezTo>
                  <a:cubicBezTo>
                    <a:pt x="19251" y="51455"/>
                    <a:pt x="21176" y="51496"/>
                    <a:pt x="23101" y="51538"/>
                  </a:cubicBezTo>
                  <a:cubicBezTo>
                    <a:pt x="23124" y="51538"/>
                    <a:pt x="23148" y="51538"/>
                    <a:pt x="23171" y="51538"/>
                  </a:cubicBezTo>
                  <a:cubicBezTo>
                    <a:pt x="23609" y="51538"/>
                    <a:pt x="24039" y="51557"/>
                    <a:pt x="23979" y="52291"/>
                  </a:cubicBezTo>
                  <a:lnTo>
                    <a:pt x="1612" y="52291"/>
                  </a:lnTo>
                  <a:cubicBezTo>
                    <a:pt x="1340" y="51915"/>
                    <a:pt x="1131" y="51622"/>
                    <a:pt x="921" y="51329"/>
                  </a:cubicBezTo>
                  <a:lnTo>
                    <a:pt x="921" y="51329"/>
                  </a:lnTo>
                  <a:cubicBezTo>
                    <a:pt x="901" y="52710"/>
                    <a:pt x="1110" y="52961"/>
                    <a:pt x="2323" y="52982"/>
                  </a:cubicBezTo>
                  <a:cubicBezTo>
                    <a:pt x="5587" y="53066"/>
                    <a:pt x="8852" y="53170"/>
                    <a:pt x="12137" y="53170"/>
                  </a:cubicBezTo>
                  <a:cubicBezTo>
                    <a:pt x="14710" y="53170"/>
                    <a:pt x="17305" y="53024"/>
                    <a:pt x="19878" y="52961"/>
                  </a:cubicBezTo>
                  <a:cubicBezTo>
                    <a:pt x="20360" y="52947"/>
                    <a:pt x="20841" y="52942"/>
                    <a:pt x="21319" y="52942"/>
                  </a:cubicBezTo>
                  <a:cubicBezTo>
                    <a:pt x="22275" y="52942"/>
                    <a:pt x="23219" y="52961"/>
                    <a:pt x="24126" y="52961"/>
                  </a:cubicBezTo>
                  <a:cubicBezTo>
                    <a:pt x="24628" y="52396"/>
                    <a:pt x="24942" y="51852"/>
                    <a:pt x="24335" y="51308"/>
                  </a:cubicBezTo>
                  <a:cubicBezTo>
                    <a:pt x="24063" y="51078"/>
                    <a:pt x="23645" y="50890"/>
                    <a:pt x="23268" y="50890"/>
                  </a:cubicBezTo>
                  <a:cubicBezTo>
                    <a:pt x="21950" y="50843"/>
                    <a:pt x="20620" y="50819"/>
                    <a:pt x="19296" y="50819"/>
                  </a:cubicBezTo>
                  <a:cubicBezTo>
                    <a:pt x="18854" y="50819"/>
                    <a:pt x="18414" y="50822"/>
                    <a:pt x="17974" y="50827"/>
                  </a:cubicBezTo>
                  <a:cubicBezTo>
                    <a:pt x="14271" y="50890"/>
                    <a:pt x="10567" y="50994"/>
                    <a:pt x="6885" y="51057"/>
                  </a:cubicBezTo>
                  <a:cubicBezTo>
                    <a:pt x="6594" y="51066"/>
                    <a:pt x="6302" y="51073"/>
                    <a:pt x="6007" y="51073"/>
                  </a:cubicBezTo>
                  <a:cubicBezTo>
                    <a:pt x="4987" y="51073"/>
                    <a:pt x="3931" y="50998"/>
                    <a:pt x="2763" y="50722"/>
                  </a:cubicBezTo>
                  <a:cubicBezTo>
                    <a:pt x="3118" y="50450"/>
                    <a:pt x="3307" y="50178"/>
                    <a:pt x="3495" y="50178"/>
                  </a:cubicBezTo>
                  <a:cubicBezTo>
                    <a:pt x="4280" y="50168"/>
                    <a:pt x="5064" y="50152"/>
                    <a:pt x="5846" y="50152"/>
                  </a:cubicBezTo>
                  <a:cubicBezTo>
                    <a:pt x="6628" y="50152"/>
                    <a:pt x="7408" y="50168"/>
                    <a:pt x="8182" y="50220"/>
                  </a:cubicBezTo>
                  <a:cubicBezTo>
                    <a:pt x="9569" y="50300"/>
                    <a:pt x="10955" y="50327"/>
                    <a:pt x="12343" y="50327"/>
                  </a:cubicBezTo>
                  <a:cubicBezTo>
                    <a:pt x="14933" y="50327"/>
                    <a:pt x="17527" y="50234"/>
                    <a:pt x="20129" y="50220"/>
                  </a:cubicBezTo>
                  <a:cubicBezTo>
                    <a:pt x="20652" y="50220"/>
                    <a:pt x="21196" y="50304"/>
                    <a:pt x="21845" y="50346"/>
                  </a:cubicBezTo>
                  <a:cubicBezTo>
                    <a:pt x="21761" y="50032"/>
                    <a:pt x="21552" y="49655"/>
                    <a:pt x="21552" y="49258"/>
                  </a:cubicBezTo>
                  <a:cubicBezTo>
                    <a:pt x="21531" y="47939"/>
                    <a:pt x="21615" y="46642"/>
                    <a:pt x="21615" y="45324"/>
                  </a:cubicBezTo>
                  <a:cubicBezTo>
                    <a:pt x="21636" y="42039"/>
                    <a:pt x="21636" y="38754"/>
                    <a:pt x="21615" y="35469"/>
                  </a:cubicBezTo>
                  <a:cubicBezTo>
                    <a:pt x="21615" y="34904"/>
                    <a:pt x="21468" y="34318"/>
                    <a:pt x="21489" y="33753"/>
                  </a:cubicBezTo>
                  <a:cubicBezTo>
                    <a:pt x="21531" y="32602"/>
                    <a:pt x="21720" y="31472"/>
                    <a:pt x="21657" y="30322"/>
                  </a:cubicBezTo>
                  <a:cubicBezTo>
                    <a:pt x="21615" y="29338"/>
                    <a:pt x="21782" y="28627"/>
                    <a:pt x="22891" y="28501"/>
                  </a:cubicBezTo>
                  <a:cubicBezTo>
                    <a:pt x="22912" y="27330"/>
                    <a:pt x="23080" y="26200"/>
                    <a:pt x="21594" y="25907"/>
                  </a:cubicBezTo>
                  <a:cubicBezTo>
                    <a:pt x="21699" y="25384"/>
                    <a:pt x="21699" y="24923"/>
                    <a:pt x="21887" y="24526"/>
                  </a:cubicBezTo>
                  <a:cubicBezTo>
                    <a:pt x="22515" y="23250"/>
                    <a:pt x="23080" y="21910"/>
                    <a:pt x="23896" y="20760"/>
                  </a:cubicBezTo>
                  <a:cubicBezTo>
                    <a:pt x="24816" y="19441"/>
                    <a:pt x="26365" y="19065"/>
                    <a:pt x="27829" y="18625"/>
                  </a:cubicBezTo>
                  <a:cubicBezTo>
                    <a:pt x="28361" y="18468"/>
                    <a:pt x="28945" y="18391"/>
                    <a:pt x="29547" y="18391"/>
                  </a:cubicBezTo>
                  <a:cubicBezTo>
                    <a:pt x="31739" y="18391"/>
                    <a:pt x="34178" y="19401"/>
                    <a:pt x="35278" y="21157"/>
                  </a:cubicBezTo>
                  <a:cubicBezTo>
                    <a:pt x="35801" y="21973"/>
                    <a:pt x="36241" y="22873"/>
                    <a:pt x="36554" y="23773"/>
                  </a:cubicBezTo>
                  <a:cubicBezTo>
                    <a:pt x="36994" y="25007"/>
                    <a:pt x="37287" y="26263"/>
                    <a:pt x="37642" y="27560"/>
                  </a:cubicBezTo>
                  <a:cubicBezTo>
                    <a:pt x="37140" y="27727"/>
                    <a:pt x="36743" y="27853"/>
                    <a:pt x="36241" y="27999"/>
                  </a:cubicBezTo>
                  <a:cubicBezTo>
                    <a:pt x="36345" y="28627"/>
                    <a:pt x="36366" y="29296"/>
                    <a:pt x="36638" y="29861"/>
                  </a:cubicBezTo>
                  <a:cubicBezTo>
                    <a:pt x="36785" y="30175"/>
                    <a:pt x="37350" y="30280"/>
                    <a:pt x="37831" y="30531"/>
                  </a:cubicBezTo>
                  <a:cubicBezTo>
                    <a:pt x="37726" y="33481"/>
                    <a:pt x="37601" y="36473"/>
                    <a:pt x="37496" y="39465"/>
                  </a:cubicBezTo>
                  <a:cubicBezTo>
                    <a:pt x="37496" y="39549"/>
                    <a:pt x="37496" y="39633"/>
                    <a:pt x="37475" y="39716"/>
                  </a:cubicBezTo>
                  <a:cubicBezTo>
                    <a:pt x="37057" y="42688"/>
                    <a:pt x="36910" y="45680"/>
                    <a:pt x="37119" y="48672"/>
                  </a:cubicBezTo>
                  <a:cubicBezTo>
                    <a:pt x="37140" y="48902"/>
                    <a:pt x="37015" y="49111"/>
                    <a:pt x="36994" y="49341"/>
                  </a:cubicBezTo>
                  <a:cubicBezTo>
                    <a:pt x="36952" y="49509"/>
                    <a:pt x="36889" y="49760"/>
                    <a:pt x="36973" y="49822"/>
                  </a:cubicBezTo>
                  <a:cubicBezTo>
                    <a:pt x="37140" y="49948"/>
                    <a:pt x="37391" y="50032"/>
                    <a:pt x="37580" y="50032"/>
                  </a:cubicBezTo>
                  <a:cubicBezTo>
                    <a:pt x="37894" y="50011"/>
                    <a:pt x="38207" y="49822"/>
                    <a:pt x="38521" y="49822"/>
                  </a:cubicBezTo>
                  <a:cubicBezTo>
                    <a:pt x="41116" y="49802"/>
                    <a:pt x="43710" y="49781"/>
                    <a:pt x="46284" y="49781"/>
                  </a:cubicBezTo>
                  <a:cubicBezTo>
                    <a:pt x="48418" y="49781"/>
                    <a:pt x="50552" y="49822"/>
                    <a:pt x="52666" y="49843"/>
                  </a:cubicBezTo>
                  <a:cubicBezTo>
                    <a:pt x="53251" y="49843"/>
                    <a:pt x="53628" y="50115"/>
                    <a:pt x="53984" y="50827"/>
                  </a:cubicBezTo>
                  <a:lnTo>
                    <a:pt x="52498" y="50827"/>
                  </a:lnTo>
                  <a:cubicBezTo>
                    <a:pt x="47393" y="50743"/>
                    <a:pt x="42308" y="50680"/>
                    <a:pt x="37203" y="50576"/>
                  </a:cubicBezTo>
                  <a:cubicBezTo>
                    <a:pt x="37045" y="50574"/>
                    <a:pt x="36898" y="50573"/>
                    <a:pt x="36762" y="50573"/>
                  </a:cubicBezTo>
                  <a:cubicBezTo>
                    <a:pt x="35042" y="50573"/>
                    <a:pt x="35019" y="50764"/>
                    <a:pt x="35445" y="52877"/>
                  </a:cubicBezTo>
                  <a:cubicBezTo>
                    <a:pt x="35693" y="52915"/>
                    <a:pt x="35993" y="53006"/>
                    <a:pt x="36266" y="53006"/>
                  </a:cubicBezTo>
                  <a:cubicBezTo>
                    <a:pt x="36293" y="53006"/>
                    <a:pt x="36319" y="53005"/>
                    <a:pt x="36345" y="53003"/>
                  </a:cubicBezTo>
                  <a:cubicBezTo>
                    <a:pt x="36920" y="52956"/>
                    <a:pt x="37493" y="52939"/>
                    <a:pt x="38065" y="52939"/>
                  </a:cubicBezTo>
                  <a:cubicBezTo>
                    <a:pt x="39795" y="52939"/>
                    <a:pt x="41516" y="53099"/>
                    <a:pt x="43247" y="53099"/>
                  </a:cubicBezTo>
                  <a:cubicBezTo>
                    <a:pt x="43777" y="53099"/>
                    <a:pt x="44308" y="53084"/>
                    <a:pt x="44840" y="53045"/>
                  </a:cubicBezTo>
                  <a:cubicBezTo>
                    <a:pt x="48125" y="52794"/>
                    <a:pt x="51410" y="52794"/>
                    <a:pt x="54695" y="52689"/>
                  </a:cubicBezTo>
                  <a:cubicBezTo>
                    <a:pt x="55239" y="52668"/>
                    <a:pt x="55762" y="52605"/>
                    <a:pt x="56181" y="52145"/>
                  </a:cubicBezTo>
                  <a:lnTo>
                    <a:pt x="55846" y="51015"/>
                  </a:lnTo>
                  <a:cubicBezTo>
                    <a:pt x="55511" y="50869"/>
                    <a:pt x="55156" y="50743"/>
                    <a:pt x="55093" y="50722"/>
                  </a:cubicBezTo>
                  <a:cubicBezTo>
                    <a:pt x="54716" y="50032"/>
                    <a:pt x="54339" y="49592"/>
                    <a:pt x="54256" y="49090"/>
                  </a:cubicBezTo>
                  <a:cubicBezTo>
                    <a:pt x="54088" y="48128"/>
                    <a:pt x="54067" y="47123"/>
                    <a:pt x="54067" y="46161"/>
                  </a:cubicBezTo>
                  <a:cubicBezTo>
                    <a:pt x="54067" y="45094"/>
                    <a:pt x="54193" y="44027"/>
                    <a:pt x="54193" y="42960"/>
                  </a:cubicBezTo>
                  <a:cubicBezTo>
                    <a:pt x="54172" y="41202"/>
                    <a:pt x="54067" y="39444"/>
                    <a:pt x="54067" y="37687"/>
                  </a:cubicBezTo>
                  <a:cubicBezTo>
                    <a:pt x="54047" y="35887"/>
                    <a:pt x="54088" y="34088"/>
                    <a:pt x="54130" y="32289"/>
                  </a:cubicBezTo>
                  <a:cubicBezTo>
                    <a:pt x="54151" y="31556"/>
                    <a:pt x="54235" y="30824"/>
                    <a:pt x="54277" y="30196"/>
                  </a:cubicBezTo>
                  <a:cubicBezTo>
                    <a:pt x="54737" y="29987"/>
                    <a:pt x="55114" y="29820"/>
                    <a:pt x="55448" y="29673"/>
                  </a:cubicBezTo>
                  <a:cubicBezTo>
                    <a:pt x="55407" y="28606"/>
                    <a:pt x="55574" y="27539"/>
                    <a:pt x="54235" y="27246"/>
                  </a:cubicBezTo>
                  <a:cubicBezTo>
                    <a:pt x="50887" y="27371"/>
                    <a:pt x="47518" y="27539"/>
                    <a:pt x="44150" y="27623"/>
                  </a:cubicBezTo>
                  <a:cubicBezTo>
                    <a:pt x="43343" y="27649"/>
                    <a:pt x="42536" y="27657"/>
                    <a:pt x="41719" y="27657"/>
                  </a:cubicBezTo>
                  <a:cubicBezTo>
                    <a:pt x="40629" y="27657"/>
                    <a:pt x="39523" y="27643"/>
                    <a:pt x="38375" y="27643"/>
                  </a:cubicBezTo>
                  <a:cubicBezTo>
                    <a:pt x="38479" y="24045"/>
                    <a:pt x="38584" y="20571"/>
                    <a:pt x="38689" y="16931"/>
                  </a:cubicBezTo>
                  <a:lnTo>
                    <a:pt x="53314" y="16931"/>
                  </a:lnTo>
                  <a:cubicBezTo>
                    <a:pt x="53272" y="17893"/>
                    <a:pt x="53210" y="18688"/>
                    <a:pt x="53189" y="19504"/>
                  </a:cubicBezTo>
                  <a:cubicBezTo>
                    <a:pt x="53168" y="21680"/>
                    <a:pt x="53168" y="23856"/>
                    <a:pt x="53147" y="26032"/>
                  </a:cubicBezTo>
                  <a:cubicBezTo>
                    <a:pt x="53147" y="26744"/>
                    <a:pt x="53503" y="27183"/>
                    <a:pt x="54235" y="27246"/>
                  </a:cubicBezTo>
                  <a:cubicBezTo>
                    <a:pt x="54109" y="26367"/>
                    <a:pt x="53858" y="25467"/>
                    <a:pt x="53879" y="24568"/>
                  </a:cubicBezTo>
                  <a:cubicBezTo>
                    <a:pt x="53921" y="20885"/>
                    <a:pt x="54047" y="17203"/>
                    <a:pt x="54130" y="13436"/>
                  </a:cubicBezTo>
                  <a:cubicBezTo>
                    <a:pt x="54221" y="13451"/>
                    <a:pt x="54303" y="13459"/>
                    <a:pt x="54377" y="13459"/>
                  </a:cubicBezTo>
                  <a:cubicBezTo>
                    <a:pt x="54916" y="13459"/>
                    <a:pt x="55025" y="13073"/>
                    <a:pt x="54988" y="12558"/>
                  </a:cubicBezTo>
                  <a:cubicBezTo>
                    <a:pt x="54967" y="11993"/>
                    <a:pt x="54925" y="11428"/>
                    <a:pt x="54904" y="10884"/>
                  </a:cubicBezTo>
                  <a:cubicBezTo>
                    <a:pt x="56034" y="10089"/>
                    <a:pt x="56160" y="9712"/>
                    <a:pt x="55720" y="8143"/>
                  </a:cubicBezTo>
                  <a:cubicBezTo>
                    <a:pt x="55407" y="8038"/>
                    <a:pt x="55072" y="7912"/>
                    <a:pt x="54758" y="7808"/>
                  </a:cubicBezTo>
                  <a:lnTo>
                    <a:pt x="54758" y="4021"/>
                  </a:lnTo>
                  <a:cubicBezTo>
                    <a:pt x="55344" y="3937"/>
                    <a:pt x="55846" y="3853"/>
                    <a:pt x="56411" y="3749"/>
                  </a:cubicBezTo>
                  <a:cubicBezTo>
                    <a:pt x="56474" y="2975"/>
                    <a:pt x="56516" y="2263"/>
                    <a:pt x="56599" y="1531"/>
                  </a:cubicBezTo>
                  <a:cubicBezTo>
                    <a:pt x="56725" y="736"/>
                    <a:pt x="56599" y="506"/>
                    <a:pt x="55825" y="317"/>
                  </a:cubicBezTo>
                  <a:cubicBezTo>
                    <a:pt x="55532" y="234"/>
                    <a:pt x="55239" y="234"/>
                    <a:pt x="54967" y="234"/>
                  </a:cubicBezTo>
                  <a:cubicBezTo>
                    <a:pt x="47728" y="213"/>
                    <a:pt x="40488" y="192"/>
                    <a:pt x="33248" y="171"/>
                  </a:cubicBezTo>
                  <a:cubicBezTo>
                    <a:pt x="32307" y="171"/>
                    <a:pt x="31365" y="87"/>
                    <a:pt x="30424" y="87"/>
                  </a:cubicBezTo>
                  <a:cubicBezTo>
                    <a:pt x="30341" y="85"/>
                    <a:pt x="30259" y="84"/>
                    <a:pt x="30176" y="84"/>
                  </a:cubicBezTo>
                  <a:cubicBezTo>
                    <a:pt x="29609" y="84"/>
                    <a:pt x="29040" y="132"/>
                    <a:pt x="28460" y="132"/>
                  </a:cubicBezTo>
                  <a:cubicBezTo>
                    <a:pt x="28375" y="132"/>
                    <a:pt x="28291" y="131"/>
                    <a:pt x="28206" y="129"/>
                  </a:cubicBezTo>
                  <a:cubicBezTo>
                    <a:pt x="27182" y="110"/>
                    <a:pt x="26175" y="1"/>
                    <a:pt x="25154" y="1"/>
                  </a:cubicBezTo>
                  <a:cubicBezTo>
                    <a:pt x="25069" y="1"/>
                    <a:pt x="24985" y="2"/>
                    <a:pt x="24900" y="3"/>
                  </a:cubicBezTo>
                  <a:cubicBezTo>
                    <a:pt x="23582" y="24"/>
                    <a:pt x="22264" y="192"/>
                    <a:pt x="20966" y="192"/>
                  </a:cubicBezTo>
                  <a:cubicBezTo>
                    <a:pt x="20737" y="194"/>
                    <a:pt x="20508" y="195"/>
                    <a:pt x="20278" y="195"/>
                  </a:cubicBezTo>
                  <a:cubicBezTo>
                    <a:pt x="18415" y="195"/>
                    <a:pt x="16552" y="127"/>
                    <a:pt x="14689" y="108"/>
                  </a:cubicBezTo>
                  <a:cubicBezTo>
                    <a:pt x="12375" y="71"/>
                    <a:pt x="10078" y="0"/>
                    <a:pt x="7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3"/>
            <p:cNvSpPr/>
            <p:nvPr/>
          </p:nvSpPr>
          <p:spPr>
            <a:xfrm>
              <a:off x="3173125" y="2166250"/>
              <a:ext cx="210825" cy="276200"/>
            </a:xfrm>
            <a:custGeom>
              <a:rect b="b" l="l" r="r" t="t"/>
              <a:pathLst>
                <a:path extrusionOk="0" h="11048" w="8433">
                  <a:moveTo>
                    <a:pt x="4503" y="545"/>
                  </a:moveTo>
                  <a:cubicBezTo>
                    <a:pt x="5012" y="545"/>
                    <a:pt x="5526" y="755"/>
                    <a:pt x="5943" y="1171"/>
                  </a:cubicBezTo>
                  <a:cubicBezTo>
                    <a:pt x="6110" y="1339"/>
                    <a:pt x="6319" y="1506"/>
                    <a:pt x="6424" y="1715"/>
                  </a:cubicBezTo>
                  <a:cubicBezTo>
                    <a:pt x="6926" y="3012"/>
                    <a:pt x="7554" y="4268"/>
                    <a:pt x="7596" y="6088"/>
                  </a:cubicBezTo>
                  <a:cubicBezTo>
                    <a:pt x="7449" y="6611"/>
                    <a:pt x="7324" y="7532"/>
                    <a:pt x="6947" y="8327"/>
                  </a:cubicBezTo>
                  <a:cubicBezTo>
                    <a:pt x="6473" y="9335"/>
                    <a:pt x="5737" y="10156"/>
                    <a:pt x="4529" y="10156"/>
                  </a:cubicBezTo>
                  <a:cubicBezTo>
                    <a:pt x="4458" y="10156"/>
                    <a:pt x="4385" y="10153"/>
                    <a:pt x="4311" y="10147"/>
                  </a:cubicBezTo>
                  <a:cubicBezTo>
                    <a:pt x="2972" y="10043"/>
                    <a:pt x="1946" y="9415"/>
                    <a:pt x="1486" y="8139"/>
                  </a:cubicBezTo>
                  <a:cubicBezTo>
                    <a:pt x="1235" y="7427"/>
                    <a:pt x="1068" y="6611"/>
                    <a:pt x="1151" y="5858"/>
                  </a:cubicBezTo>
                  <a:cubicBezTo>
                    <a:pt x="1298" y="4163"/>
                    <a:pt x="1925" y="2594"/>
                    <a:pt x="3034" y="1255"/>
                  </a:cubicBezTo>
                  <a:cubicBezTo>
                    <a:pt x="3433" y="781"/>
                    <a:pt x="3964" y="545"/>
                    <a:pt x="4503" y="545"/>
                  </a:cubicBezTo>
                  <a:close/>
                  <a:moveTo>
                    <a:pt x="4622" y="1"/>
                  </a:moveTo>
                  <a:cubicBezTo>
                    <a:pt x="4292" y="1"/>
                    <a:pt x="3944" y="78"/>
                    <a:pt x="3578" y="230"/>
                  </a:cubicBezTo>
                  <a:cubicBezTo>
                    <a:pt x="3244" y="376"/>
                    <a:pt x="2888" y="564"/>
                    <a:pt x="2679" y="836"/>
                  </a:cubicBezTo>
                  <a:cubicBezTo>
                    <a:pt x="1988" y="1736"/>
                    <a:pt x="1214" y="2636"/>
                    <a:pt x="775" y="3661"/>
                  </a:cubicBezTo>
                  <a:cubicBezTo>
                    <a:pt x="42" y="5335"/>
                    <a:pt x="1" y="7072"/>
                    <a:pt x="900" y="8746"/>
                  </a:cubicBezTo>
                  <a:cubicBezTo>
                    <a:pt x="1423" y="9666"/>
                    <a:pt x="2281" y="10252"/>
                    <a:pt x="3202" y="10733"/>
                  </a:cubicBezTo>
                  <a:cubicBezTo>
                    <a:pt x="3619" y="10946"/>
                    <a:pt x="4075" y="11048"/>
                    <a:pt x="4530" y="11048"/>
                  </a:cubicBezTo>
                  <a:cubicBezTo>
                    <a:pt x="5375" y="11048"/>
                    <a:pt x="6216" y="10696"/>
                    <a:pt x="6801" y="10043"/>
                  </a:cubicBezTo>
                  <a:cubicBezTo>
                    <a:pt x="7826" y="8871"/>
                    <a:pt x="8286" y="7448"/>
                    <a:pt x="8433" y="5774"/>
                  </a:cubicBezTo>
                  <a:cubicBezTo>
                    <a:pt x="8161" y="4080"/>
                    <a:pt x="7617" y="2406"/>
                    <a:pt x="6424" y="962"/>
                  </a:cubicBezTo>
                  <a:cubicBezTo>
                    <a:pt x="5891" y="317"/>
                    <a:pt x="5293" y="1"/>
                    <a:pt x="4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3"/>
            <p:cNvSpPr/>
            <p:nvPr/>
          </p:nvSpPr>
          <p:spPr>
            <a:xfrm>
              <a:off x="4032050" y="2226950"/>
              <a:ext cx="195125" cy="245175"/>
            </a:xfrm>
            <a:custGeom>
              <a:rect b="b" l="l" r="r" t="t"/>
              <a:pathLst>
                <a:path extrusionOk="0" h="9807" w="7805">
                  <a:moveTo>
                    <a:pt x="4270" y="436"/>
                  </a:moveTo>
                  <a:cubicBezTo>
                    <a:pt x="4681" y="436"/>
                    <a:pt x="5117" y="645"/>
                    <a:pt x="5566" y="1066"/>
                  </a:cubicBezTo>
                  <a:cubicBezTo>
                    <a:pt x="6737" y="2196"/>
                    <a:pt x="7156" y="3618"/>
                    <a:pt x="7051" y="5292"/>
                  </a:cubicBezTo>
                  <a:cubicBezTo>
                    <a:pt x="7177" y="6527"/>
                    <a:pt x="6779" y="7594"/>
                    <a:pt x="5754" y="8494"/>
                  </a:cubicBezTo>
                  <a:cubicBezTo>
                    <a:pt x="5403" y="8809"/>
                    <a:pt x="4886" y="8953"/>
                    <a:pt x="4340" y="8953"/>
                  </a:cubicBezTo>
                  <a:cubicBezTo>
                    <a:pt x="3293" y="8953"/>
                    <a:pt x="2137" y="8425"/>
                    <a:pt x="1820" y="7573"/>
                  </a:cubicBezTo>
                  <a:cubicBezTo>
                    <a:pt x="1235" y="5983"/>
                    <a:pt x="1025" y="4393"/>
                    <a:pt x="2051" y="2865"/>
                  </a:cubicBezTo>
                  <a:cubicBezTo>
                    <a:pt x="2364" y="2426"/>
                    <a:pt x="2574" y="1924"/>
                    <a:pt x="2846" y="1463"/>
                  </a:cubicBezTo>
                  <a:cubicBezTo>
                    <a:pt x="3258" y="781"/>
                    <a:pt x="3742" y="436"/>
                    <a:pt x="4270" y="436"/>
                  </a:cubicBezTo>
                  <a:close/>
                  <a:moveTo>
                    <a:pt x="4016" y="1"/>
                  </a:moveTo>
                  <a:cubicBezTo>
                    <a:pt x="3314" y="1"/>
                    <a:pt x="2675" y="354"/>
                    <a:pt x="2197" y="1045"/>
                  </a:cubicBezTo>
                  <a:cubicBezTo>
                    <a:pt x="1946" y="1421"/>
                    <a:pt x="1737" y="1819"/>
                    <a:pt x="1465" y="2175"/>
                  </a:cubicBezTo>
                  <a:cubicBezTo>
                    <a:pt x="0" y="4204"/>
                    <a:pt x="167" y="6987"/>
                    <a:pt x="1800" y="8849"/>
                  </a:cubicBezTo>
                  <a:cubicBezTo>
                    <a:pt x="2321" y="9440"/>
                    <a:pt x="3329" y="9806"/>
                    <a:pt x="4303" y="9806"/>
                  </a:cubicBezTo>
                  <a:cubicBezTo>
                    <a:pt x="5089" y="9806"/>
                    <a:pt x="5852" y="9568"/>
                    <a:pt x="6319" y="9017"/>
                  </a:cubicBezTo>
                  <a:cubicBezTo>
                    <a:pt x="7282" y="7887"/>
                    <a:pt x="7805" y="6715"/>
                    <a:pt x="7763" y="5711"/>
                  </a:cubicBezTo>
                  <a:cubicBezTo>
                    <a:pt x="7742" y="3200"/>
                    <a:pt x="7198" y="1442"/>
                    <a:pt x="5273" y="354"/>
                  </a:cubicBezTo>
                  <a:cubicBezTo>
                    <a:pt x="4845" y="117"/>
                    <a:pt x="4420" y="1"/>
                    <a:pt x="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93"/>
          <p:cNvGrpSpPr/>
          <p:nvPr/>
        </p:nvGrpSpPr>
        <p:grpSpPr>
          <a:xfrm>
            <a:off x="7347928" y="2083725"/>
            <a:ext cx="494288" cy="1260349"/>
            <a:chOff x="4822950" y="465125"/>
            <a:chExt cx="1149775" cy="2931725"/>
          </a:xfrm>
        </p:grpSpPr>
        <p:sp>
          <p:nvSpPr>
            <p:cNvPr id="3098" name="Google Shape;3098;p93"/>
            <p:cNvSpPr/>
            <p:nvPr/>
          </p:nvSpPr>
          <p:spPr>
            <a:xfrm>
              <a:off x="5044750" y="465125"/>
              <a:ext cx="890850" cy="2830475"/>
            </a:xfrm>
            <a:custGeom>
              <a:rect b="b" l="l" r="r" t="t"/>
              <a:pathLst>
                <a:path extrusionOk="0" h="113219" w="35634">
                  <a:moveTo>
                    <a:pt x="14521" y="18686"/>
                  </a:moveTo>
                  <a:cubicBezTo>
                    <a:pt x="15463" y="19690"/>
                    <a:pt x="16572" y="20339"/>
                    <a:pt x="16697" y="21845"/>
                  </a:cubicBezTo>
                  <a:cubicBezTo>
                    <a:pt x="15998" y="21936"/>
                    <a:pt x="15319" y="22013"/>
                    <a:pt x="14612" y="22013"/>
                  </a:cubicBezTo>
                  <a:cubicBezTo>
                    <a:pt x="13858" y="22013"/>
                    <a:pt x="13073" y="21926"/>
                    <a:pt x="12199" y="21678"/>
                  </a:cubicBezTo>
                  <a:cubicBezTo>
                    <a:pt x="13140" y="20464"/>
                    <a:pt x="13810" y="19606"/>
                    <a:pt x="14521" y="18686"/>
                  </a:cubicBezTo>
                  <a:close/>
                  <a:moveTo>
                    <a:pt x="17199" y="22975"/>
                  </a:moveTo>
                  <a:cubicBezTo>
                    <a:pt x="17346" y="26197"/>
                    <a:pt x="17555" y="29336"/>
                    <a:pt x="17576" y="32474"/>
                  </a:cubicBezTo>
                  <a:cubicBezTo>
                    <a:pt x="17660" y="40195"/>
                    <a:pt x="17555" y="47916"/>
                    <a:pt x="17723" y="55616"/>
                  </a:cubicBezTo>
                  <a:cubicBezTo>
                    <a:pt x="17827" y="60449"/>
                    <a:pt x="18287" y="65241"/>
                    <a:pt x="18664" y="70053"/>
                  </a:cubicBezTo>
                  <a:cubicBezTo>
                    <a:pt x="18748" y="71162"/>
                    <a:pt x="19103" y="72229"/>
                    <a:pt x="19292" y="73317"/>
                  </a:cubicBezTo>
                  <a:cubicBezTo>
                    <a:pt x="19417" y="74133"/>
                    <a:pt x="19480" y="74949"/>
                    <a:pt x="19606" y="75933"/>
                  </a:cubicBezTo>
                  <a:lnTo>
                    <a:pt x="9332" y="75933"/>
                  </a:lnTo>
                  <a:cubicBezTo>
                    <a:pt x="9646" y="73736"/>
                    <a:pt x="9981" y="71560"/>
                    <a:pt x="10232" y="69363"/>
                  </a:cubicBezTo>
                  <a:cubicBezTo>
                    <a:pt x="10525" y="66684"/>
                    <a:pt x="10839" y="63985"/>
                    <a:pt x="10985" y="61286"/>
                  </a:cubicBezTo>
                  <a:cubicBezTo>
                    <a:pt x="11215" y="57583"/>
                    <a:pt x="11320" y="53879"/>
                    <a:pt x="11466" y="50176"/>
                  </a:cubicBezTo>
                  <a:cubicBezTo>
                    <a:pt x="11592" y="46472"/>
                    <a:pt x="11676" y="42748"/>
                    <a:pt x="11780" y="39044"/>
                  </a:cubicBezTo>
                  <a:cubicBezTo>
                    <a:pt x="11843" y="37182"/>
                    <a:pt x="12010" y="35320"/>
                    <a:pt x="12010" y="33458"/>
                  </a:cubicBezTo>
                  <a:cubicBezTo>
                    <a:pt x="12010" y="32202"/>
                    <a:pt x="11780" y="30926"/>
                    <a:pt x="11759" y="29671"/>
                  </a:cubicBezTo>
                  <a:cubicBezTo>
                    <a:pt x="11697" y="27683"/>
                    <a:pt x="11738" y="25674"/>
                    <a:pt x="11738" y="23686"/>
                  </a:cubicBezTo>
                  <a:cubicBezTo>
                    <a:pt x="11738" y="23477"/>
                    <a:pt x="11843" y="23268"/>
                    <a:pt x="11906" y="22975"/>
                  </a:cubicBezTo>
                  <a:close/>
                  <a:moveTo>
                    <a:pt x="8296" y="76972"/>
                  </a:moveTo>
                  <a:cubicBezTo>
                    <a:pt x="8459" y="76972"/>
                    <a:pt x="8623" y="76982"/>
                    <a:pt x="8788" y="77000"/>
                  </a:cubicBezTo>
                  <a:cubicBezTo>
                    <a:pt x="10267" y="77190"/>
                    <a:pt x="11741" y="77270"/>
                    <a:pt x="13214" y="77270"/>
                  </a:cubicBezTo>
                  <a:cubicBezTo>
                    <a:pt x="14827" y="77270"/>
                    <a:pt x="16439" y="77174"/>
                    <a:pt x="18057" y="77021"/>
                  </a:cubicBezTo>
                  <a:cubicBezTo>
                    <a:pt x="18247" y="77003"/>
                    <a:pt x="18437" y="76996"/>
                    <a:pt x="18629" y="76996"/>
                  </a:cubicBezTo>
                  <a:cubicBezTo>
                    <a:pt x="19581" y="76996"/>
                    <a:pt x="20577" y="77181"/>
                    <a:pt x="21761" y="77251"/>
                  </a:cubicBezTo>
                  <a:cubicBezTo>
                    <a:pt x="21426" y="77627"/>
                    <a:pt x="21259" y="77941"/>
                    <a:pt x="21070" y="77983"/>
                  </a:cubicBezTo>
                  <a:cubicBezTo>
                    <a:pt x="20682" y="78058"/>
                    <a:pt x="20282" y="78069"/>
                    <a:pt x="19880" y="78069"/>
                  </a:cubicBezTo>
                  <a:cubicBezTo>
                    <a:pt x="19719" y="78069"/>
                    <a:pt x="19558" y="78067"/>
                    <a:pt x="19396" y="78067"/>
                  </a:cubicBezTo>
                  <a:cubicBezTo>
                    <a:pt x="17090" y="78101"/>
                    <a:pt x="14784" y="78135"/>
                    <a:pt x="12477" y="78135"/>
                  </a:cubicBezTo>
                  <a:cubicBezTo>
                    <a:pt x="11959" y="78135"/>
                    <a:pt x="11441" y="78133"/>
                    <a:pt x="10922" y="78130"/>
                  </a:cubicBezTo>
                  <a:cubicBezTo>
                    <a:pt x="9709" y="78109"/>
                    <a:pt x="8516" y="77920"/>
                    <a:pt x="6947" y="77774"/>
                  </a:cubicBezTo>
                  <a:cubicBezTo>
                    <a:pt x="7303" y="77355"/>
                    <a:pt x="7428" y="77083"/>
                    <a:pt x="7616" y="77042"/>
                  </a:cubicBezTo>
                  <a:cubicBezTo>
                    <a:pt x="7837" y="76993"/>
                    <a:pt x="8065" y="76972"/>
                    <a:pt x="8296" y="76972"/>
                  </a:cubicBezTo>
                  <a:close/>
                  <a:moveTo>
                    <a:pt x="28331" y="95371"/>
                  </a:moveTo>
                  <a:cubicBezTo>
                    <a:pt x="28394" y="95371"/>
                    <a:pt x="28456" y="95622"/>
                    <a:pt x="28582" y="95915"/>
                  </a:cubicBezTo>
                  <a:cubicBezTo>
                    <a:pt x="28302" y="95933"/>
                    <a:pt x="28089" y="96002"/>
                    <a:pt x="27869" y="96002"/>
                  </a:cubicBezTo>
                  <a:cubicBezTo>
                    <a:pt x="27842" y="96002"/>
                    <a:pt x="27814" y="96001"/>
                    <a:pt x="27787" y="95998"/>
                  </a:cubicBezTo>
                  <a:cubicBezTo>
                    <a:pt x="26311" y="95863"/>
                    <a:pt x="24839" y="95783"/>
                    <a:pt x="23368" y="95783"/>
                  </a:cubicBezTo>
                  <a:cubicBezTo>
                    <a:pt x="21418" y="95783"/>
                    <a:pt x="19469" y="95925"/>
                    <a:pt x="17513" y="96270"/>
                  </a:cubicBezTo>
                  <a:cubicBezTo>
                    <a:pt x="16638" y="96424"/>
                    <a:pt x="15730" y="96458"/>
                    <a:pt x="14814" y="96458"/>
                  </a:cubicBezTo>
                  <a:cubicBezTo>
                    <a:pt x="14110" y="96458"/>
                    <a:pt x="13401" y="96438"/>
                    <a:pt x="12701" y="96438"/>
                  </a:cubicBezTo>
                  <a:cubicBezTo>
                    <a:pt x="12046" y="96442"/>
                    <a:pt x="11391" y="96444"/>
                    <a:pt x="10735" y="96444"/>
                  </a:cubicBezTo>
                  <a:cubicBezTo>
                    <a:pt x="8943" y="96444"/>
                    <a:pt x="7145" y="96432"/>
                    <a:pt x="5345" y="96432"/>
                  </a:cubicBezTo>
                  <a:cubicBezTo>
                    <a:pt x="4687" y="96432"/>
                    <a:pt x="4028" y="96433"/>
                    <a:pt x="3369" y="96438"/>
                  </a:cubicBezTo>
                  <a:cubicBezTo>
                    <a:pt x="2595" y="96438"/>
                    <a:pt x="1841" y="96563"/>
                    <a:pt x="900" y="96647"/>
                  </a:cubicBezTo>
                  <a:cubicBezTo>
                    <a:pt x="879" y="96291"/>
                    <a:pt x="858" y="96082"/>
                    <a:pt x="837" y="95726"/>
                  </a:cubicBezTo>
                  <a:cubicBezTo>
                    <a:pt x="10044" y="95601"/>
                    <a:pt x="19187" y="95475"/>
                    <a:pt x="28331" y="95371"/>
                  </a:cubicBezTo>
                  <a:close/>
                  <a:moveTo>
                    <a:pt x="14270" y="1"/>
                  </a:moveTo>
                  <a:cubicBezTo>
                    <a:pt x="14165" y="1528"/>
                    <a:pt x="13956" y="3035"/>
                    <a:pt x="13956" y="4541"/>
                  </a:cubicBezTo>
                  <a:cubicBezTo>
                    <a:pt x="13977" y="7889"/>
                    <a:pt x="13977" y="11216"/>
                    <a:pt x="14207" y="14543"/>
                  </a:cubicBezTo>
                  <a:cubicBezTo>
                    <a:pt x="14396" y="16928"/>
                    <a:pt x="14019" y="18979"/>
                    <a:pt x="12261" y="20694"/>
                  </a:cubicBezTo>
                  <a:cubicBezTo>
                    <a:pt x="11655" y="21280"/>
                    <a:pt x="11048" y="22075"/>
                    <a:pt x="10901" y="22849"/>
                  </a:cubicBezTo>
                  <a:cubicBezTo>
                    <a:pt x="10629" y="24251"/>
                    <a:pt x="10650" y="25716"/>
                    <a:pt x="10650" y="27160"/>
                  </a:cubicBezTo>
                  <a:cubicBezTo>
                    <a:pt x="10671" y="30047"/>
                    <a:pt x="10880" y="32914"/>
                    <a:pt x="10818" y="35801"/>
                  </a:cubicBezTo>
                  <a:cubicBezTo>
                    <a:pt x="10671" y="41890"/>
                    <a:pt x="10399" y="48000"/>
                    <a:pt x="10190" y="54088"/>
                  </a:cubicBezTo>
                  <a:cubicBezTo>
                    <a:pt x="10085" y="57206"/>
                    <a:pt x="10064" y="60303"/>
                    <a:pt x="9855" y="63399"/>
                  </a:cubicBezTo>
                  <a:cubicBezTo>
                    <a:pt x="9604" y="67061"/>
                    <a:pt x="8830" y="70660"/>
                    <a:pt x="8872" y="74342"/>
                  </a:cubicBezTo>
                  <a:cubicBezTo>
                    <a:pt x="8872" y="74866"/>
                    <a:pt x="8663" y="75410"/>
                    <a:pt x="8537" y="75954"/>
                  </a:cubicBezTo>
                  <a:cubicBezTo>
                    <a:pt x="7784" y="76163"/>
                    <a:pt x="7093" y="76351"/>
                    <a:pt x="6424" y="76539"/>
                  </a:cubicBezTo>
                  <a:cubicBezTo>
                    <a:pt x="6340" y="77272"/>
                    <a:pt x="6277" y="77983"/>
                    <a:pt x="6194" y="78632"/>
                  </a:cubicBezTo>
                  <a:cubicBezTo>
                    <a:pt x="7282" y="79301"/>
                    <a:pt x="7282" y="79301"/>
                    <a:pt x="7219" y="80327"/>
                  </a:cubicBezTo>
                  <a:cubicBezTo>
                    <a:pt x="6884" y="84344"/>
                    <a:pt x="5859" y="88173"/>
                    <a:pt x="4373" y="91876"/>
                  </a:cubicBezTo>
                  <a:cubicBezTo>
                    <a:pt x="3651" y="93651"/>
                    <a:pt x="2603" y="95141"/>
                    <a:pt x="406" y="95141"/>
                  </a:cubicBezTo>
                  <a:cubicBezTo>
                    <a:pt x="375" y="95141"/>
                    <a:pt x="345" y="95141"/>
                    <a:pt x="314" y="95141"/>
                  </a:cubicBezTo>
                  <a:cubicBezTo>
                    <a:pt x="230" y="95141"/>
                    <a:pt x="126" y="95245"/>
                    <a:pt x="0" y="95329"/>
                  </a:cubicBezTo>
                  <a:lnTo>
                    <a:pt x="0" y="97589"/>
                  </a:lnTo>
                  <a:cubicBezTo>
                    <a:pt x="440" y="97610"/>
                    <a:pt x="774" y="97672"/>
                    <a:pt x="1109" y="97672"/>
                  </a:cubicBezTo>
                  <a:cubicBezTo>
                    <a:pt x="3976" y="97672"/>
                    <a:pt x="6884" y="97693"/>
                    <a:pt x="9772" y="97693"/>
                  </a:cubicBezTo>
                  <a:cubicBezTo>
                    <a:pt x="10890" y="97693"/>
                    <a:pt x="12012" y="97719"/>
                    <a:pt x="13135" y="97719"/>
                  </a:cubicBezTo>
                  <a:cubicBezTo>
                    <a:pt x="14889" y="97719"/>
                    <a:pt x="16644" y="97656"/>
                    <a:pt x="18392" y="97338"/>
                  </a:cubicBezTo>
                  <a:cubicBezTo>
                    <a:pt x="19689" y="97107"/>
                    <a:pt x="21028" y="97128"/>
                    <a:pt x="22347" y="97107"/>
                  </a:cubicBezTo>
                  <a:cubicBezTo>
                    <a:pt x="22430" y="97106"/>
                    <a:pt x="22514" y="97105"/>
                    <a:pt x="22598" y="97105"/>
                  </a:cubicBezTo>
                  <a:cubicBezTo>
                    <a:pt x="23623" y="97105"/>
                    <a:pt x="24648" y="97217"/>
                    <a:pt x="25673" y="97275"/>
                  </a:cubicBezTo>
                  <a:cubicBezTo>
                    <a:pt x="26217" y="97296"/>
                    <a:pt x="26741" y="97338"/>
                    <a:pt x="27347" y="97379"/>
                  </a:cubicBezTo>
                  <a:cubicBezTo>
                    <a:pt x="28038" y="100392"/>
                    <a:pt x="28812" y="103280"/>
                    <a:pt x="30277" y="105916"/>
                  </a:cubicBezTo>
                  <a:cubicBezTo>
                    <a:pt x="32934" y="110687"/>
                    <a:pt x="33876" y="112068"/>
                    <a:pt x="35633" y="113219"/>
                  </a:cubicBezTo>
                  <a:cubicBezTo>
                    <a:pt x="32411" y="108092"/>
                    <a:pt x="29858" y="102966"/>
                    <a:pt x="27933" y="97547"/>
                  </a:cubicBezTo>
                  <a:cubicBezTo>
                    <a:pt x="29858" y="97128"/>
                    <a:pt x="30067" y="96814"/>
                    <a:pt x="29816" y="95099"/>
                  </a:cubicBezTo>
                  <a:cubicBezTo>
                    <a:pt x="29712" y="94366"/>
                    <a:pt x="29398" y="94053"/>
                    <a:pt x="28645" y="94053"/>
                  </a:cubicBezTo>
                  <a:cubicBezTo>
                    <a:pt x="28401" y="94054"/>
                    <a:pt x="28158" y="94054"/>
                    <a:pt x="27915" y="94054"/>
                  </a:cubicBezTo>
                  <a:cubicBezTo>
                    <a:pt x="26180" y="94054"/>
                    <a:pt x="24446" y="94028"/>
                    <a:pt x="22713" y="94028"/>
                  </a:cubicBezTo>
                  <a:cubicBezTo>
                    <a:pt x="20362" y="94028"/>
                    <a:pt x="18014" y="94076"/>
                    <a:pt x="15672" y="94304"/>
                  </a:cubicBezTo>
                  <a:cubicBezTo>
                    <a:pt x="14765" y="94386"/>
                    <a:pt x="13846" y="94455"/>
                    <a:pt x="12909" y="94455"/>
                  </a:cubicBezTo>
                  <a:cubicBezTo>
                    <a:pt x="12181" y="94455"/>
                    <a:pt x="11442" y="94413"/>
                    <a:pt x="10692" y="94304"/>
                  </a:cubicBezTo>
                  <a:cubicBezTo>
                    <a:pt x="11885" y="90454"/>
                    <a:pt x="13036" y="86771"/>
                    <a:pt x="14207" y="82963"/>
                  </a:cubicBezTo>
                  <a:cubicBezTo>
                    <a:pt x="15023" y="83068"/>
                    <a:pt x="15818" y="83172"/>
                    <a:pt x="16572" y="83256"/>
                  </a:cubicBezTo>
                  <a:cubicBezTo>
                    <a:pt x="17618" y="86646"/>
                    <a:pt x="17827" y="90119"/>
                    <a:pt x="19752" y="93027"/>
                  </a:cubicBezTo>
                  <a:cubicBezTo>
                    <a:pt x="19145" y="89219"/>
                    <a:pt x="18099" y="85537"/>
                    <a:pt x="17137" y="81708"/>
                  </a:cubicBezTo>
                  <a:cubicBezTo>
                    <a:pt x="15546" y="81875"/>
                    <a:pt x="14082" y="82042"/>
                    <a:pt x="12596" y="82210"/>
                  </a:cubicBezTo>
                  <a:cubicBezTo>
                    <a:pt x="13140" y="83925"/>
                    <a:pt x="11697" y="89889"/>
                    <a:pt x="9688" y="94492"/>
                  </a:cubicBezTo>
                  <a:lnTo>
                    <a:pt x="4038" y="94492"/>
                  </a:lnTo>
                  <a:cubicBezTo>
                    <a:pt x="4038" y="94304"/>
                    <a:pt x="4018" y="94178"/>
                    <a:pt x="4059" y="94094"/>
                  </a:cubicBezTo>
                  <a:cubicBezTo>
                    <a:pt x="6738" y="90412"/>
                    <a:pt x="7616" y="86185"/>
                    <a:pt x="7721" y="81728"/>
                  </a:cubicBezTo>
                  <a:cubicBezTo>
                    <a:pt x="7742" y="80808"/>
                    <a:pt x="7658" y="79845"/>
                    <a:pt x="8139" y="79092"/>
                  </a:cubicBezTo>
                  <a:cubicBezTo>
                    <a:pt x="9730" y="79155"/>
                    <a:pt x="11215" y="79260"/>
                    <a:pt x="12701" y="79280"/>
                  </a:cubicBezTo>
                  <a:cubicBezTo>
                    <a:pt x="13119" y="79291"/>
                    <a:pt x="13536" y="79295"/>
                    <a:pt x="13953" y="79295"/>
                  </a:cubicBezTo>
                  <a:cubicBezTo>
                    <a:pt x="15203" y="79295"/>
                    <a:pt x="16446" y="79260"/>
                    <a:pt x="17702" y="79260"/>
                  </a:cubicBezTo>
                  <a:lnTo>
                    <a:pt x="21175" y="79260"/>
                  </a:lnTo>
                  <a:cubicBezTo>
                    <a:pt x="21321" y="80201"/>
                    <a:pt x="21489" y="80912"/>
                    <a:pt x="21552" y="81624"/>
                  </a:cubicBezTo>
                  <a:cubicBezTo>
                    <a:pt x="21803" y="84930"/>
                    <a:pt x="22786" y="88026"/>
                    <a:pt x="23958" y="91081"/>
                  </a:cubicBezTo>
                  <a:cubicBezTo>
                    <a:pt x="24355" y="92128"/>
                    <a:pt x="25150" y="92881"/>
                    <a:pt x="26427" y="93592"/>
                  </a:cubicBezTo>
                  <a:cubicBezTo>
                    <a:pt x="24209" y="88905"/>
                    <a:pt x="22786" y="84302"/>
                    <a:pt x="21907" y="79636"/>
                  </a:cubicBezTo>
                  <a:cubicBezTo>
                    <a:pt x="22493" y="79260"/>
                    <a:pt x="22849" y="79029"/>
                    <a:pt x="23184" y="78820"/>
                  </a:cubicBezTo>
                  <a:cubicBezTo>
                    <a:pt x="22995" y="77983"/>
                    <a:pt x="22828" y="77251"/>
                    <a:pt x="22660" y="76498"/>
                  </a:cubicBezTo>
                  <a:cubicBezTo>
                    <a:pt x="22033" y="76288"/>
                    <a:pt x="21405" y="76100"/>
                    <a:pt x="20715" y="75870"/>
                  </a:cubicBezTo>
                  <a:cubicBezTo>
                    <a:pt x="20401" y="74698"/>
                    <a:pt x="19961" y="73485"/>
                    <a:pt x="19773" y="72229"/>
                  </a:cubicBezTo>
                  <a:cubicBezTo>
                    <a:pt x="19292" y="68944"/>
                    <a:pt x="18957" y="65638"/>
                    <a:pt x="19083" y="62290"/>
                  </a:cubicBezTo>
                  <a:cubicBezTo>
                    <a:pt x="19083" y="61956"/>
                    <a:pt x="19083" y="61621"/>
                    <a:pt x="19062" y="61286"/>
                  </a:cubicBezTo>
                  <a:cubicBezTo>
                    <a:pt x="18894" y="58692"/>
                    <a:pt x="18580" y="56097"/>
                    <a:pt x="18559" y="53482"/>
                  </a:cubicBezTo>
                  <a:cubicBezTo>
                    <a:pt x="18518" y="49234"/>
                    <a:pt x="18727" y="44966"/>
                    <a:pt x="18706" y="40718"/>
                  </a:cubicBezTo>
                  <a:cubicBezTo>
                    <a:pt x="18706" y="36387"/>
                    <a:pt x="18580" y="32077"/>
                    <a:pt x="18497" y="27746"/>
                  </a:cubicBezTo>
                  <a:cubicBezTo>
                    <a:pt x="18455" y="26051"/>
                    <a:pt x="18413" y="24335"/>
                    <a:pt x="18287" y="22640"/>
                  </a:cubicBezTo>
                  <a:cubicBezTo>
                    <a:pt x="18267" y="22159"/>
                    <a:pt x="18078" y="21657"/>
                    <a:pt x="17827" y="21259"/>
                  </a:cubicBezTo>
                  <a:cubicBezTo>
                    <a:pt x="17367" y="20569"/>
                    <a:pt x="16865" y="19878"/>
                    <a:pt x="16258" y="19313"/>
                  </a:cubicBezTo>
                  <a:cubicBezTo>
                    <a:pt x="15567" y="18665"/>
                    <a:pt x="15233" y="17953"/>
                    <a:pt x="15212" y="17012"/>
                  </a:cubicBezTo>
                  <a:cubicBezTo>
                    <a:pt x="15086" y="13183"/>
                    <a:pt x="14919" y="9375"/>
                    <a:pt x="14793" y="5546"/>
                  </a:cubicBezTo>
                  <a:cubicBezTo>
                    <a:pt x="14730" y="3704"/>
                    <a:pt x="14710" y="1863"/>
                    <a:pt x="14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3"/>
            <p:cNvSpPr/>
            <p:nvPr/>
          </p:nvSpPr>
          <p:spPr>
            <a:xfrm>
              <a:off x="4822950" y="2977775"/>
              <a:ext cx="906550" cy="414950"/>
            </a:xfrm>
            <a:custGeom>
              <a:rect b="b" l="l" r="r" t="t"/>
              <a:pathLst>
                <a:path extrusionOk="0" h="16598" w="36262">
                  <a:moveTo>
                    <a:pt x="12534" y="13989"/>
                  </a:moveTo>
                  <a:cubicBezTo>
                    <a:pt x="12785" y="14658"/>
                    <a:pt x="12638" y="15077"/>
                    <a:pt x="12011" y="15182"/>
                  </a:cubicBezTo>
                  <a:cubicBezTo>
                    <a:pt x="11571" y="15265"/>
                    <a:pt x="11132" y="15265"/>
                    <a:pt x="10672" y="15286"/>
                  </a:cubicBezTo>
                  <a:cubicBezTo>
                    <a:pt x="7805" y="15391"/>
                    <a:pt x="4939" y="15495"/>
                    <a:pt x="2072" y="15600"/>
                  </a:cubicBezTo>
                  <a:cubicBezTo>
                    <a:pt x="1863" y="15600"/>
                    <a:pt x="1633" y="15558"/>
                    <a:pt x="1235" y="15516"/>
                  </a:cubicBezTo>
                  <a:cubicBezTo>
                    <a:pt x="1256" y="14972"/>
                    <a:pt x="1277" y="14533"/>
                    <a:pt x="1298" y="13989"/>
                  </a:cubicBezTo>
                  <a:close/>
                  <a:moveTo>
                    <a:pt x="24843" y="0"/>
                  </a:moveTo>
                  <a:cubicBezTo>
                    <a:pt x="23650" y="0"/>
                    <a:pt x="22415" y="207"/>
                    <a:pt x="21133" y="598"/>
                  </a:cubicBezTo>
                  <a:cubicBezTo>
                    <a:pt x="18372" y="1435"/>
                    <a:pt x="16195" y="3255"/>
                    <a:pt x="14187" y="5285"/>
                  </a:cubicBezTo>
                  <a:cubicBezTo>
                    <a:pt x="13287" y="6205"/>
                    <a:pt x="12618" y="7272"/>
                    <a:pt x="12366" y="8591"/>
                  </a:cubicBezTo>
                  <a:cubicBezTo>
                    <a:pt x="12074" y="9930"/>
                    <a:pt x="11697" y="11248"/>
                    <a:pt x="11341" y="12650"/>
                  </a:cubicBezTo>
                  <a:cubicBezTo>
                    <a:pt x="10693" y="12692"/>
                    <a:pt x="10107" y="12754"/>
                    <a:pt x="9500" y="12754"/>
                  </a:cubicBezTo>
                  <a:cubicBezTo>
                    <a:pt x="8994" y="12754"/>
                    <a:pt x="8489" y="12682"/>
                    <a:pt x="7983" y="12682"/>
                  </a:cubicBezTo>
                  <a:cubicBezTo>
                    <a:pt x="7882" y="12682"/>
                    <a:pt x="7781" y="12685"/>
                    <a:pt x="7680" y="12692"/>
                  </a:cubicBezTo>
                  <a:cubicBezTo>
                    <a:pt x="6068" y="12754"/>
                    <a:pt x="4478" y="12859"/>
                    <a:pt x="2867" y="12985"/>
                  </a:cubicBezTo>
                  <a:cubicBezTo>
                    <a:pt x="2260" y="13026"/>
                    <a:pt x="1633" y="13068"/>
                    <a:pt x="1068" y="13257"/>
                  </a:cubicBezTo>
                  <a:cubicBezTo>
                    <a:pt x="712" y="13382"/>
                    <a:pt x="252" y="13759"/>
                    <a:pt x="168" y="14093"/>
                  </a:cubicBezTo>
                  <a:cubicBezTo>
                    <a:pt x="1" y="14868"/>
                    <a:pt x="42" y="15684"/>
                    <a:pt x="1" y="16542"/>
                  </a:cubicBezTo>
                  <a:lnTo>
                    <a:pt x="3871" y="16542"/>
                  </a:lnTo>
                  <a:cubicBezTo>
                    <a:pt x="5239" y="16530"/>
                    <a:pt x="6613" y="16490"/>
                    <a:pt x="7982" y="16490"/>
                  </a:cubicBezTo>
                  <a:cubicBezTo>
                    <a:pt x="9002" y="16490"/>
                    <a:pt x="10018" y="16512"/>
                    <a:pt x="11027" y="16583"/>
                  </a:cubicBezTo>
                  <a:cubicBezTo>
                    <a:pt x="11189" y="16593"/>
                    <a:pt x="11347" y="16597"/>
                    <a:pt x="11501" y="16597"/>
                  </a:cubicBezTo>
                  <a:cubicBezTo>
                    <a:pt x="12404" y="16597"/>
                    <a:pt x="13188" y="16436"/>
                    <a:pt x="13957" y="16060"/>
                  </a:cubicBezTo>
                  <a:cubicBezTo>
                    <a:pt x="13873" y="13863"/>
                    <a:pt x="13873" y="13863"/>
                    <a:pt x="12115" y="12252"/>
                  </a:cubicBezTo>
                  <a:cubicBezTo>
                    <a:pt x="12471" y="10055"/>
                    <a:pt x="13350" y="8047"/>
                    <a:pt x="14668" y="6226"/>
                  </a:cubicBezTo>
                  <a:cubicBezTo>
                    <a:pt x="15735" y="4782"/>
                    <a:pt x="17200" y="3736"/>
                    <a:pt x="18748" y="2899"/>
                  </a:cubicBezTo>
                  <a:cubicBezTo>
                    <a:pt x="20704" y="1845"/>
                    <a:pt x="22553" y="1371"/>
                    <a:pt x="24280" y="1371"/>
                  </a:cubicBezTo>
                  <a:cubicBezTo>
                    <a:pt x="27965" y="1371"/>
                    <a:pt x="31091" y="3528"/>
                    <a:pt x="33499" y="6791"/>
                  </a:cubicBezTo>
                  <a:cubicBezTo>
                    <a:pt x="34504" y="8130"/>
                    <a:pt x="35278" y="9720"/>
                    <a:pt x="35508" y="11499"/>
                  </a:cubicBezTo>
                  <a:cubicBezTo>
                    <a:pt x="35529" y="11708"/>
                    <a:pt x="35759" y="11897"/>
                    <a:pt x="35906" y="12127"/>
                  </a:cubicBezTo>
                  <a:cubicBezTo>
                    <a:pt x="36094" y="11938"/>
                    <a:pt x="36219" y="11876"/>
                    <a:pt x="36240" y="11792"/>
                  </a:cubicBezTo>
                  <a:cubicBezTo>
                    <a:pt x="36261" y="11645"/>
                    <a:pt x="36261" y="11457"/>
                    <a:pt x="36219" y="11311"/>
                  </a:cubicBezTo>
                  <a:cubicBezTo>
                    <a:pt x="35487" y="8130"/>
                    <a:pt x="34357" y="5285"/>
                    <a:pt x="31846" y="2941"/>
                  </a:cubicBezTo>
                  <a:cubicBezTo>
                    <a:pt x="29677" y="913"/>
                    <a:pt x="27353" y="0"/>
                    <a:pt x="24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3"/>
            <p:cNvSpPr/>
            <p:nvPr/>
          </p:nvSpPr>
          <p:spPr>
            <a:xfrm>
              <a:off x="5637400" y="3293050"/>
              <a:ext cx="335325" cy="103800"/>
            </a:xfrm>
            <a:custGeom>
              <a:rect b="b" l="l" r="r" t="t"/>
              <a:pathLst>
                <a:path extrusionOk="0" h="4152" w="13413">
                  <a:moveTo>
                    <a:pt x="1026" y="1273"/>
                  </a:moveTo>
                  <a:cubicBezTo>
                    <a:pt x="4771" y="1482"/>
                    <a:pt x="8370" y="1671"/>
                    <a:pt x="12095" y="1880"/>
                  </a:cubicBezTo>
                  <a:cubicBezTo>
                    <a:pt x="12304" y="2508"/>
                    <a:pt x="11969" y="2717"/>
                    <a:pt x="11446" y="2717"/>
                  </a:cubicBezTo>
                  <a:cubicBezTo>
                    <a:pt x="11132" y="2724"/>
                    <a:pt x="10818" y="2726"/>
                    <a:pt x="10504" y="2726"/>
                  </a:cubicBezTo>
                  <a:cubicBezTo>
                    <a:pt x="9877" y="2726"/>
                    <a:pt x="9249" y="2717"/>
                    <a:pt x="8621" y="2717"/>
                  </a:cubicBezTo>
                  <a:lnTo>
                    <a:pt x="1193" y="2717"/>
                  </a:lnTo>
                  <a:cubicBezTo>
                    <a:pt x="1172" y="2403"/>
                    <a:pt x="1110" y="1922"/>
                    <a:pt x="1026" y="1273"/>
                  </a:cubicBezTo>
                  <a:close/>
                  <a:moveTo>
                    <a:pt x="2295" y="0"/>
                  </a:moveTo>
                  <a:cubicBezTo>
                    <a:pt x="1523" y="0"/>
                    <a:pt x="762" y="148"/>
                    <a:pt x="1" y="666"/>
                  </a:cubicBezTo>
                  <a:cubicBezTo>
                    <a:pt x="105" y="1692"/>
                    <a:pt x="231" y="2717"/>
                    <a:pt x="377" y="3889"/>
                  </a:cubicBezTo>
                  <a:lnTo>
                    <a:pt x="2428" y="3889"/>
                  </a:lnTo>
                  <a:cubicBezTo>
                    <a:pt x="2759" y="3896"/>
                    <a:pt x="3091" y="3898"/>
                    <a:pt x="3424" y="3898"/>
                  </a:cubicBezTo>
                  <a:cubicBezTo>
                    <a:pt x="4007" y="3898"/>
                    <a:pt x="4592" y="3891"/>
                    <a:pt x="5175" y="3891"/>
                  </a:cubicBezTo>
                  <a:cubicBezTo>
                    <a:pt x="6207" y="3891"/>
                    <a:pt x="7235" y="3913"/>
                    <a:pt x="8245" y="4035"/>
                  </a:cubicBezTo>
                  <a:cubicBezTo>
                    <a:pt x="8829" y="4110"/>
                    <a:pt x="9399" y="4152"/>
                    <a:pt x="9960" y="4152"/>
                  </a:cubicBezTo>
                  <a:cubicBezTo>
                    <a:pt x="11128" y="4152"/>
                    <a:pt x="12254" y="3971"/>
                    <a:pt x="13371" y="3533"/>
                  </a:cubicBezTo>
                  <a:cubicBezTo>
                    <a:pt x="13413" y="1190"/>
                    <a:pt x="13057" y="771"/>
                    <a:pt x="10881" y="478"/>
                  </a:cubicBezTo>
                  <a:cubicBezTo>
                    <a:pt x="10400" y="415"/>
                    <a:pt x="9898" y="394"/>
                    <a:pt x="9395" y="374"/>
                  </a:cubicBezTo>
                  <a:cubicBezTo>
                    <a:pt x="7198" y="248"/>
                    <a:pt x="4980" y="143"/>
                    <a:pt x="2783" y="18"/>
                  </a:cubicBezTo>
                  <a:cubicBezTo>
                    <a:pt x="2620" y="7"/>
                    <a:pt x="2457" y="0"/>
                    <a:pt x="2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3"/>
            <p:cNvSpPr/>
            <p:nvPr/>
          </p:nvSpPr>
          <p:spPr>
            <a:xfrm>
              <a:off x="4901950" y="2924700"/>
              <a:ext cx="184675" cy="361475"/>
            </a:xfrm>
            <a:custGeom>
              <a:rect b="b" l="l" r="r" t="t"/>
              <a:pathLst>
                <a:path extrusionOk="0" h="14459" w="7387">
                  <a:moveTo>
                    <a:pt x="6717" y="1"/>
                  </a:moveTo>
                  <a:cubicBezTo>
                    <a:pt x="5001" y="5148"/>
                    <a:pt x="3264" y="10149"/>
                    <a:pt x="0" y="14459"/>
                  </a:cubicBezTo>
                  <a:cubicBezTo>
                    <a:pt x="1088" y="14229"/>
                    <a:pt x="1779" y="13413"/>
                    <a:pt x="2302" y="12576"/>
                  </a:cubicBezTo>
                  <a:cubicBezTo>
                    <a:pt x="3390" y="10776"/>
                    <a:pt x="4478" y="8977"/>
                    <a:pt x="5356" y="7073"/>
                  </a:cubicBezTo>
                  <a:cubicBezTo>
                    <a:pt x="6089" y="5462"/>
                    <a:pt x="6549" y="3746"/>
                    <a:pt x="7030" y="2051"/>
                  </a:cubicBezTo>
                  <a:cubicBezTo>
                    <a:pt x="7198" y="1465"/>
                    <a:pt x="7386" y="712"/>
                    <a:pt x="67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93"/>
          <p:cNvGrpSpPr/>
          <p:nvPr/>
        </p:nvGrpSpPr>
        <p:grpSpPr>
          <a:xfrm>
            <a:off x="7033125" y="3114583"/>
            <a:ext cx="232875" cy="229500"/>
            <a:chOff x="7116513" y="3304232"/>
            <a:chExt cx="232875" cy="229500"/>
          </a:xfrm>
        </p:grpSpPr>
        <p:sp>
          <p:nvSpPr>
            <p:cNvPr id="3103" name="Google Shape;3103;p93"/>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3"/>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3"/>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93"/>
          <p:cNvGrpSpPr/>
          <p:nvPr/>
        </p:nvGrpSpPr>
        <p:grpSpPr>
          <a:xfrm>
            <a:off x="5008654" y="3114583"/>
            <a:ext cx="232875" cy="229500"/>
            <a:chOff x="6785413" y="3304232"/>
            <a:chExt cx="232875" cy="229500"/>
          </a:xfrm>
        </p:grpSpPr>
        <p:sp>
          <p:nvSpPr>
            <p:cNvPr id="3107" name="Google Shape;3107;p93"/>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3"/>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3"/>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93"/>
          <p:cNvGrpSpPr/>
          <p:nvPr/>
        </p:nvGrpSpPr>
        <p:grpSpPr>
          <a:xfrm>
            <a:off x="2619896" y="3114583"/>
            <a:ext cx="232850" cy="229500"/>
            <a:chOff x="6437163" y="3304232"/>
            <a:chExt cx="232850" cy="229500"/>
          </a:xfrm>
        </p:grpSpPr>
        <p:sp>
          <p:nvSpPr>
            <p:cNvPr id="3111" name="Google Shape;3111;p93"/>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3"/>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3"/>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93"/>
          <p:cNvGrpSpPr/>
          <p:nvPr/>
        </p:nvGrpSpPr>
        <p:grpSpPr>
          <a:xfrm>
            <a:off x="1185813" y="3114583"/>
            <a:ext cx="232850" cy="229500"/>
            <a:chOff x="6106088" y="3304232"/>
            <a:chExt cx="232850" cy="229500"/>
          </a:xfrm>
        </p:grpSpPr>
        <p:sp>
          <p:nvSpPr>
            <p:cNvPr id="3115" name="Google Shape;3115;p93"/>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3"/>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3"/>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8" name="Google Shape;3118;p93"/>
          <p:cNvSpPr txBox="1"/>
          <p:nvPr>
            <p:ph idx="2" type="title"/>
          </p:nvPr>
        </p:nvSpPr>
        <p:spPr>
          <a:xfrm>
            <a:off x="713225" y="3359950"/>
            <a:ext cx="1871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119" name="Google Shape;3119;p93"/>
          <p:cNvSpPr txBox="1"/>
          <p:nvPr>
            <p:ph idx="1" type="subTitle"/>
          </p:nvPr>
        </p:nvSpPr>
        <p:spPr>
          <a:xfrm>
            <a:off x="713225" y="3815000"/>
            <a:ext cx="1871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120" name="Google Shape;3120;p93"/>
          <p:cNvSpPr txBox="1"/>
          <p:nvPr>
            <p:ph idx="3" type="title"/>
          </p:nvPr>
        </p:nvSpPr>
        <p:spPr>
          <a:xfrm>
            <a:off x="2665080" y="3359950"/>
            <a:ext cx="1871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121" name="Google Shape;3121;p93"/>
          <p:cNvSpPr txBox="1"/>
          <p:nvPr>
            <p:ph idx="4" type="subTitle"/>
          </p:nvPr>
        </p:nvSpPr>
        <p:spPr>
          <a:xfrm>
            <a:off x="2717775" y="3815000"/>
            <a:ext cx="1871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3122" name="Google Shape;3122;p93"/>
          <p:cNvSpPr txBox="1"/>
          <p:nvPr>
            <p:ph idx="5" type="title"/>
          </p:nvPr>
        </p:nvSpPr>
        <p:spPr>
          <a:xfrm>
            <a:off x="4669609" y="3359950"/>
            <a:ext cx="1871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123" name="Google Shape;3123;p93"/>
          <p:cNvSpPr txBox="1"/>
          <p:nvPr>
            <p:ph idx="6" type="subTitle"/>
          </p:nvPr>
        </p:nvSpPr>
        <p:spPr>
          <a:xfrm>
            <a:off x="4669525" y="3815000"/>
            <a:ext cx="1871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a:t>
            </a:r>
            <a:endParaRPr/>
          </a:p>
        </p:txBody>
      </p:sp>
      <p:sp>
        <p:nvSpPr>
          <p:cNvPr id="3124" name="Google Shape;3124;p93"/>
          <p:cNvSpPr txBox="1"/>
          <p:nvPr>
            <p:ph idx="7" type="title"/>
          </p:nvPr>
        </p:nvSpPr>
        <p:spPr>
          <a:xfrm>
            <a:off x="6621464" y="3359950"/>
            <a:ext cx="1871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125" name="Google Shape;3125;p93"/>
          <p:cNvSpPr txBox="1"/>
          <p:nvPr>
            <p:ph idx="8" type="subTitle"/>
          </p:nvPr>
        </p:nvSpPr>
        <p:spPr>
          <a:xfrm>
            <a:off x="6621424" y="3815000"/>
            <a:ext cx="1871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grpSp>
        <p:nvGrpSpPr>
          <p:cNvPr id="3126" name="Google Shape;3126;p93"/>
          <p:cNvGrpSpPr/>
          <p:nvPr/>
        </p:nvGrpSpPr>
        <p:grpSpPr>
          <a:xfrm>
            <a:off x="713184" y="4691184"/>
            <a:ext cx="7726459" cy="369843"/>
            <a:chOff x="713184" y="4691184"/>
            <a:chExt cx="7726459" cy="369843"/>
          </a:xfrm>
        </p:grpSpPr>
        <p:sp>
          <p:nvSpPr>
            <p:cNvPr id="3127" name="Google Shape;3127;p93"/>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128" name="Google Shape;3128;p93"/>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3"/>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3">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4" name="Shape 3134"/>
        <p:cNvGrpSpPr/>
        <p:nvPr/>
      </p:nvGrpSpPr>
      <p:grpSpPr>
        <a:xfrm>
          <a:off x="0" y="0"/>
          <a:ext cx="0" cy="0"/>
          <a:chOff x="0" y="0"/>
          <a:chExt cx="0" cy="0"/>
        </a:xfrm>
      </p:grpSpPr>
      <p:grpSp>
        <p:nvGrpSpPr>
          <p:cNvPr id="3135" name="Google Shape;3135;p94"/>
          <p:cNvGrpSpPr/>
          <p:nvPr/>
        </p:nvGrpSpPr>
        <p:grpSpPr>
          <a:xfrm>
            <a:off x="3054826" y="773785"/>
            <a:ext cx="3010505" cy="543327"/>
            <a:chOff x="5316325" y="2821782"/>
            <a:chExt cx="1404350" cy="302100"/>
          </a:xfrm>
        </p:grpSpPr>
        <p:sp>
          <p:nvSpPr>
            <p:cNvPr id="3136" name="Google Shape;3136;p94"/>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4"/>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4"/>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4"/>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4"/>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4"/>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4"/>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94"/>
          <p:cNvGrpSpPr/>
          <p:nvPr/>
        </p:nvGrpSpPr>
        <p:grpSpPr>
          <a:xfrm>
            <a:off x="3445922" y="1643059"/>
            <a:ext cx="4951145" cy="2637656"/>
            <a:chOff x="233350" y="949250"/>
            <a:chExt cx="7137300" cy="3802300"/>
          </a:xfrm>
        </p:grpSpPr>
        <p:sp>
          <p:nvSpPr>
            <p:cNvPr id="3144" name="Google Shape;3144;p9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45" name="Google Shape;3145;p9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46" name="Google Shape;3146;p9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47" name="Google Shape;3147;p9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48" name="Google Shape;3148;p9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49" name="Google Shape;3149;p9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0" name="Google Shape;3150;p9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1" name="Google Shape;3151;p9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2" name="Google Shape;3152;p9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3" name="Google Shape;3153;p9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4" name="Google Shape;3154;p9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5" name="Google Shape;3155;p9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6" name="Google Shape;3156;p9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7" name="Google Shape;3157;p9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8" name="Google Shape;3158;p9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59" name="Google Shape;3159;p9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0" name="Google Shape;3160;p9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1" name="Google Shape;3161;p9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2" name="Google Shape;3162;p9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3" name="Google Shape;3163;p9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4" name="Google Shape;3164;p9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5" name="Google Shape;3165;p9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6" name="Google Shape;3166;p9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7" name="Google Shape;3167;p9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8" name="Google Shape;3168;p9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69" name="Google Shape;3169;p9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0" name="Google Shape;3170;p9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1" name="Google Shape;3171;p9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2" name="Google Shape;3172;p9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3" name="Google Shape;3173;p9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4" name="Google Shape;3174;p9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5" name="Google Shape;3175;p9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6" name="Google Shape;3176;p9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7" name="Google Shape;3177;p9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8" name="Google Shape;3178;p9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79" name="Google Shape;3179;p9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0" name="Google Shape;3180;p9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1" name="Google Shape;3181;p9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2" name="Google Shape;3182;p9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3" name="Google Shape;3183;p9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4" name="Google Shape;3184;p9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5" name="Google Shape;3185;p9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6" name="Google Shape;3186;p9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7" name="Google Shape;3187;p9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8" name="Google Shape;3188;p9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89" name="Google Shape;3189;p9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90" name="Google Shape;3190;p9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91" name="Google Shape;3191;p9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92" name="Google Shape;3192;p9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93" name="Google Shape;3193;p9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194" name="Google Shape;3194;p9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3195" name="Google Shape;3195;p94"/>
          <p:cNvGrpSpPr/>
          <p:nvPr/>
        </p:nvGrpSpPr>
        <p:grpSpPr>
          <a:xfrm>
            <a:off x="4491513" y="2198582"/>
            <a:ext cx="232875" cy="229525"/>
            <a:chOff x="7116513" y="3919082"/>
            <a:chExt cx="232875" cy="229525"/>
          </a:xfrm>
        </p:grpSpPr>
        <p:sp>
          <p:nvSpPr>
            <p:cNvPr id="3196" name="Google Shape;3196;p94"/>
            <p:cNvSpPr/>
            <p:nvPr/>
          </p:nvSpPr>
          <p:spPr>
            <a:xfrm>
              <a:off x="7124038" y="3927957"/>
              <a:ext cx="219000" cy="213650"/>
            </a:xfrm>
            <a:custGeom>
              <a:rect b="b" l="l" r="r" t="t"/>
              <a:pathLst>
                <a:path extrusionOk="0" h="8546" w="8760">
                  <a:moveTo>
                    <a:pt x="4783" y="1712"/>
                  </a:moveTo>
                  <a:cubicBezTo>
                    <a:pt x="4982" y="1712"/>
                    <a:pt x="5185" y="1808"/>
                    <a:pt x="5283" y="1986"/>
                  </a:cubicBezTo>
                  <a:cubicBezTo>
                    <a:pt x="5438" y="2260"/>
                    <a:pt x="5581" y="2537"/>
                    <a:pt x="5712" y="2821"/>
                  </a:cubicBezTo>
                  <a:cubicBezTo>
                    <a:pt x="6028" y="2815"/>
                    <a:pt x="6345" y="2807"/>
                    <a:pt x="6661" y="2803"/>
                  </a:cubicBezTo>
                  <a:cubicBezTo>
                    <a:pt x="6665" y="2803"/>
                    <a:pt x="6668" y="2803"/>
                    <a:pt x="6672" y="2803"/>
                  </a:cubicBezTo>
                  <a:cubicBezTo>
                    <a:pt x="7267" y="2803"/>
                    <a:pt x="7553" y="3705"/>
                    <a:pt x="6982" y="3983"/>
                  </a:cubicBezTo>
                  <a:cubicBezTo>
                    <a:pt x="6751" y="4094"/>
                    <a:pt x="6529" y="4213"/>
                    <a:pt x="6313" y="4336"/>
                  </a:cubicBezTo>
                  <a:cubicBezTo>
                    <a:pt x="6400" y="4606"/>
                    <a:pt x="6481" y="4879"/>
                    <a:pt x="6553" y="5155"/>
                  </a:cubicBezTo>
                  <a:cubicBezTo>
                    <a:pt x="6640" y="5497"/>
                    <a:pt x="6360" y="5933"/>
                    <a:pt x="5998" y="5933"/>
                  </a:cubicBezTo>
                  <a:cubicBezTo>
                    <a:pt x="5938" y="5933"/>
                    <a:pt x="5876" y="5921"/>
                    <a:pt x="5814" y="5895"/>
                  </a:cubicBezTo>
                  <a:cubicBezTo>
                    <a:pt x="5454" y="5742"/>
                    <a:pt x="5110" y="5573"/>
                    <a:pt x="4772" y="5392"/>
                  </a:cubicBezTo>
                  <a:cubicBezTo>
                    <a:pt x="4486" y="5620"/>
                    <a:pt x="4202" y="5859"/>
                    <a:pt x="3923" y="6112"/>
                  </a:cubicBezTo>
                  <a:cubicBezTo>
                    <a:pt x="3783" y="6236"/>
                    <a:pt x="3630" y="6289"/>
                    <a:pt x="3483" y="6289"/>
                  </a:cubicBezTo>
                  <a:cubicBezTo>
                    <a:pt x="2973" y="6289"/>
                    <a:pt x="2539" y="5656"/>
                    <a:pt x="2999" y="5189"/>
                  </a:cubicBezTo>
                  <a:cubicBezTo>
                    <a:pt x="3016" y="5174"/>
                    <a:pt x="3030" y="5161"/>
                    <a:pt x="3046" y="5147"/>
                  </a:cubicBezTo>
                  <a:cubicBezTo>
                    <a:pt x="3060" y="4885"/>
                    <a:pt x="3138" y="4634"/>
                    <a:pt x="3239" y="4387"/>
                  </a:cubicBezTo>
                  <a:cubicBezTo>
                    <a:pt x="3060" y="4246"/>
                    <a:pt x="2879" y="4103"/>
                    <a:pt x="2704" y="3950"/>
                  </a:cubicBezTo>
                  <a:cubicBezTo>
                    <a:pt x="2272" y="3577"/>
                    <a:pt x="2639" y="2884"/>
                    <a:pt x="3151" y="2873"/>
                  </a:cubicBezTo>
                  <a:cubicBezTo>
                    <a:pt x="3403" y="2865"/>
                    <a:pt x="3657" y="2863"/>
                    <a:pt x="3909" y="2857"/>
                  </a:cubicBezTo>
                  <a:cubicBezTo>
                    <a:pt x="4042" y="2565"/>
                    <a:pt x="4181" y="2274"/>
                    <a:pt x="4320" y="1986"/>
                  </a:cubicBezTo>
                  <a:cubicBezTo>
                    <a:pt x="4409" y="1799"/>
                    <a:pt x="4594" y="1712"/>
                    <a:pt x="4783" y="1712"/>
                  </a:cubicBezTo>
                  <a:close/>
                  <a:moveTo>
                    <a:pt x="4378" y="1"/>
                  </a:moveTo>
                  <a:cubicBezTo>
                    <a:pt x="4307" y="1"/>
                    <a:pt x="4237" y="3"/>
                    <a:pt x="4165" y="6"/>
                  </a:cubicBezTo>
                  <a:cubicBezTo>
                    <a:pt x="1821" y="125"/>
                    <a:pt x="0" y="2122"/>
                    <a:pt x="80" y="4470"/>
                  </a:cubicBezTo>
                  <a:cubicBezTo>
                    <a:pt x="163" y="6917"/>
                    <a:pt x="2189" y="8227"/>
                    <a:pt x="4384" y="8545"/>
                  </a:cubicBezTo>
                  <a:cubicBezTo>
                    <a:pt x="4408" y="8525"/>
                    <a:pt x="4438" y="8511"/>
                    <a:pt x="4474" y="8506"/>
                  </a:cubicBezTo>
                  <a:cubicBezTo>
                    <a:pt x="6827" y="8301"/>
                    <a:pt x="8760" y="6275"/>
                    <a:pt x="8522" y="3863"/>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4"/>
            <p:cNvSpPr/>
            <p:nvPr/>
          </p:nvSpPr>
          <p:spPr>
            <a:xfrm>
              <a:off x="7180813" y="3970732"/>
              <a:ext cx="132075" cy="114450"/>
            </a:xfrm>
            <a:custGeom>
              <a:rect b="b" l="l" r="r" t="t"/>
              <a:pathLst>
                <a:path extrusionOk="0" h="4578" w="5283">
                  <a:moveTo>
                    <a:pt x="2512" y="1"/>
                  </a:moveTo>
                  <a:cubicBezTo>
                    <a:pt x="2323" y="1"/>
                    <a:pt x="2137" y="88"/>
                    <a:pt x="2048" y="275"/>
                  </a:cubicBezTo>
                  <a:cubicBezTo>
                    <a:pt x="1910" y="563"/>
                    <a:pt x="1771" y="854"/>
                    <a:pt x="1638" y="1146"/>
                  </a:cubicBezTo>
                  <a:cubicBezTo>
                    <a:pt x="1386" y="1152"/>
                    <a:pt x="1132" y="1154"/>
                    <a:pt x="880" y="1162"/>
                  </a:cubicBezTo>
                  <a:cubicBezTo>
                    <a:pt x="368" y="1173"/>
                    <a:pt x="0" y="1866"/>
                    <a:pt x="433" y="2239"/>
                  </a:cubicBezTo>
                  <a:cubicBezTo>
                    <a:pt x="608" y="2392"/>
                    <a:pt x="788" y="2535"/>
                    <a:pt x="968" y="2676"/>
                  </a:cubicBezTo>
                  <a:cubicBezTo>
                    <a:pt x="867" y="2923"/>
                    <a:pt x="788" y="3174"/>
                    <a:pt x="774" y="3436"/>
                  </a:cubicBezTo>
                  <a:cubicBezTo>
                    <a:pt x="758" y="3450"/>
                    <a:pt x="744" y="3463"/>
                    <a:pt x="728" y="3478"/>
                  </a:cubicBezTo>
                  <a:cubicBezTo>
                    <a:pt x="268" y="3945"/>
                    <a:pt x="702" y="4578"/>
                    <a:pt x="1212" y="4578"/>
                  </a:cubicBezTo>
                  <a:cubicBezTo>
                    <a:pt x="1359" y="4578"/>
                    <a:pt x="1512" y="4525"/>
                    <a:pt x="1652" y="4401"/>
                  </a:cubicBezTo>
                  <a:cubicBezTo>
                    <a:pt x="1931" y="4148"/>
                    <a:pt x="2215" y="3909"/>
                    <a:pt x="2501" y="3681"/>
                  </a:cubicBezTo>
                  <a:cubicBezTo>
                    <a:pt x="2839" y="3862"/>
                    <a:pt x="3183" y="4031"/>
                    <a:pt x="3543" y="4184"/>
                  </a:cubicBezTo>
                  <a:cubicBezTo>
                    <a:pt x="3605" y="4210"/>
                    <a:pt x="3667" y="4222"/>
                    <a:pt x="3727" y="4222"/>
                  </a:cubicBezTo>
                  <a:cubicBezTo>
                    <a:pt x="4089" y="4222"/>
                    <a:pt x="4369" y="3786"/>
                    <a:pt x="4281" y="3444"/>
                  </a:cubicBezTo>
                  <a:cubicBezTo>
                    <a:pt x="4209" y="3168"/>
                    <a:pt x="4129" y="2895"/>
                    <a:pt x="4042" y="2625"/>
                  </a:cubicBezTo>
                  <a:cubicBezTo>
                    <a:pt x="4258" y="2502"/>
                    <a:pt x="4480" y="2383"/>
                    <a:pt x="4710" y="2272"/>
                  </a:cubicBezTo>
                  <a:cubicBezTo>
                    <a:pt x="5282" y="1994"/>
                    <a:pt x="4996" y="1092"/>
                    <a:pt x="4401" y="1092"/>
                  </a:cubicBezTo>
                  <a:cubicBezTo>
                    <a:pt x="4397" y="1092"/>
                    <a:pt x="4394" y="1092"/>
                    <a:pt x="4390" y="1092"/>
                  </a:cubicBezTo>
                  <a:cubicBezTo>
                    <a:pt x="4074" y="1096"/>
                    <a:pt x="3757" y="1104"/>
                    <a:pt x="3441" y="1110"/>
                  </a:cubicBezTo>
                  <a:cubicBezTo>
                    <a:pt x="3309" y="826"/>
                    <a:pt x="3166" y="549"/>
                    <a:pt x="3012" y="275"/>
                  </a:cubicBezTo>
                  <a:cubicBezTo>
                    <a:pt x="2913" y="97"/>
                    <a:pt x="2711" y="1"/>
                    <a:pt x="2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4"/>
            <p:cNvSpPr/>
            <p:nvPr/>
          </p:nvSpPr>
          <p:spPr>
            <a:xfrm>
              <a:off x="7116513" y="3919082"/>
              <a:ext cx="232875" cy="229525"/>
            </a:xfrm>
            <a:custGeom>
              <a:rect b="b" l="l" r="r" t="t"/>
              <a:pathLst>
                <a:path extrusionOk="0" h="9181" w="9315">
                  <a:moveTo>
                    <a:pt x="4679" y="356"/>
                  </a:moveTo>
                  <a:cubicBezTo>
                    <a:pt x="6853" y="356"/>
                    <a:pt x="8611" y="2059"/>
                    <a:pt x="8823" y="4218"/>
                  </a:cubicBezTo>
                  <a:cubicBezTo>
                    <a:pt x="9061" y="6630"/>
                    <a:pt x="7128" y="8656"/>
                    <a:pt x="4775" y="8861"/>
                  </a:cubicBezTo>
                  <a:cubicBezTo>
                    <a:pt x="4739" y="8866"/>
                    <a:pt x="4709" y="8880"/>
                    <a:pt x="4685" y="8900"/>
                  </a:cubicBezTo>
                  <a:cubicBezTo>
                    <a:pt x="2490" y="8582"/>
                    <a:pt x="464" y="7272"/>
                    <a:pt x="381" y="4825"/>
                  </a:cubicBezTo>
                  <a:cubicBezTo>
                    <a:pt x="301" y="2477"/>
                    <a:pt x="2122" y="480"/>
                    <a:pt x="4466" y="361"/>
                  </a:cubicBezTo>
                  <a:cubicBezTo>
                    <a:pt x="4538" y="358"/>
                    <a:pt x="4608" y="356"/>
                    <a:pt x="4679" y="356"/>
                  </a:cubicBezTo>
                  <a:close/>
                  <a:moveTo>
                    <a:pt x="4571" y="0"/>
                  </a:moveTo>
                  <a:cubicBezTo>
                    <a:pt x="4536" y="0"/>
                    <a:pt x="4501" y="1"/>
                    <a:pt x="4466" y="1"/>
                  </a:cubicBezTo>
                  <a:cubicBezTo>
                    <a:pt x="1928" y="55"/>
                    <a:pt x="1" y="2140"/>
                    <a:pt x="23" y="4661"/>
                  </a:cubicBezTo>
                  <a:cubicBezTo>
                    <a:pt x="44" y="6920"/>
                    <a:pt x="2021" y="9149"/>
                    <a:pt x="4340" y="9149"/>
                  </a:cubicBezTo>
                  <a:cubicBezTo>
                    <a:pt x="4446" y="9149"/>
                    <a:pt x="4552" y="9145"/>
                    <a:pt x="4660" y="9135"/>
                  </a:cubicBezTo>
                  <a:cubicBezTo>
                    <a:pt x="4684" y="9164"/>
                    <a:pt x="4718" y="9180"/>
                    <a:pt x="4766" y="9180"/>
                  </a:cubicBezTo>
                  <a:cubicBezTo>
                    <a:pt x="4769" y="9180"/>
                    <a:pt x="4772" y="9180"/>
                    <a:pt x="4775" y="9180"/>
                  </a:cubicBezTo>
                  <a:cubicBezTo>
                    <a:pt x="7230" y="9023"/>
                    <a:pt x="9314" y="7057"/>
                    <a:pt x="9234" y="4516"/>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9" name="Google Shape;3199;p94"/>
          <p:cNvSpPr txBox="1"/>
          <p:nvPr>
            <p:ph type="title"/>
          </p:nvPr>
        </p:nvSpPr>
        <p:spPr>
          <a:xfrm>
            <a:off x="3305550" y="758952"/>
            <a:ext cx="25329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travel!</a:t>
            </a:r>
            <a:endParaRPr/>
          </a:p>
        </p:txBody>
      </p:sp>
      <p:grpSp>
        <p:nvGrpSpPr>
          <p:cNvPr id="3200" name="Google Shape;3200;p94"/>
          <p:cNvGrpSpPr/>
          <p:nvPr/>
        </p:nvGrpSpPr>
        <p:grpSpPr>
          <a:xfrm>
            <a:off x="2024942" y="1643054"/>
            <a:ext cx="1131708" cy="488305"/>
            <a:chOff x="1965300" y="3520500"/>
            <a:chExt cx="3681550" cy="1588500"/>
          </a:xfrm>
        </p:grpSpPr>
        <p:sp>
          <p:nvSpPr>
            <p:cNvPr id="3201" name="Google Shape;3201;p94"/>
            <p:cNvSpPr/>
            <p:nvPr/>
          </p:nvSpPr>
          <p:spPr>
            <a:xfrm>
              <a:off x="1965300" y="3520500"/>
              <a:ext cx="3681550" cy="1573475"/>
            </a:xfrm>
            <a:custGeom>
              <a:rect b="b" l="l" r="r" t="t"/>
              <a:pathLst>
                <a:path extrusionOk="0" h="62939" w="147262">
                  <a:moveTo>
                    <a:pt x="102631" y="7240"/>
                  </a:moveTo>
                  <a:cubicBezTo>
                    <a:pt x="103510" y="8328"/>
                    <a:pt x="103928" y="9312"/>
                    <a:pt x="104138" y="10525"/>
                  </a:cubicBezTo>
                  <a:lnTo>
                    <a:pt x="101669" y="10525"/>
                  </a:lnTo>
                  <a:cubicBezTo>
                    <a:pt x="102004" y="9437"/>
                    <a:pt x="102276" y="8454"/>
                    <a:pt x="102631" y="7240"/>
                  </a:cubicBezTo>
                  <a:close/>
                  <a:moveTo>
                    <a:pt x="97024" y="1465"/>
                  </a:moveTo>
                  <a:cubicBezTo>
                    <a:pt x="98258" y="4562"/>
                    <a:pt x="99409" y="7449"/>
                    <a:pt x="100623" y="10525"/>
                  </a:cubicBezTo>
                  <a:cubicBezTo>
                    <a:pt x="99344" y="10575"/>
                    <a:pt x="98095" y="10601"/>
                    <a:pt x="96842" y="10601"/>
                  </a:cubicBezTo>
                  <a:cubicBezTo>
                    <a:pt x="95470" y="10601"/>
                    <a:pt x="94094" y="10570"/>
                    <a:pt x="92672" y="10504"/>
                  </a:cubicBezTo>
                  <a:cubicBezTo>
                    <a:pt x="94157" y="7408"/>
                    <a:pt x="95559" y="4499"/>
                    <a:pt x="97024" y="1465"/>
                  </a:cubicBezTo>
                  <a:close/>
                  <a:moveTo>
                    <a:pt x="89952" y="7554"/>
                  </a:moveTo>
                  <a:cubicBezTo>
                    <a:pt x="90747" y="8433"/>
                    <a:pt x="91165" y="9395"/>
                    <a:pt x="91625" y="10504"/>
                  </a:cubicBezTo>
                  <a:cubicBezTo>
                    <a:pt x="90663" y="10609"/>
                    <a:pt x="89910" y="10672"/>
                    <a:pt x="88989" y="10755"/>
                  </a:cubicBezTo>
                  <a:cubicBezTo>
                    <a:pt x="89324" y="9646"/>
                    <a:pt x="89617" y="8663"/>
                    <a:pt x="89952" y="7554"/>
                  </a:cubicBezTo>
                  <a:close/>
                  <a:moveTo>
                    <a:pt x="41158" y="8705"/>
                  </a:moveTo>
                  <a:cubicBezTo>
                    <a:pt x="41513" y="9584"/>
                    <a:pt x="41848" y="10442"/>
                    <a:pt x="42267" y="11467"/>
                  </a:cubicBezTo>
                  <a:cubicBezTo>
                    <a:pt x="42211" y="11465"/>
                    <a:pt x="42155" y="11464"/>
                    <a:pt x="42100" y="11464"/>
                  </a:cubicBezTo>
                  <a:cubicBezTo>
                    <a:pt x="41549" y="11464"/>
                    <a:pt x="41044" y="11568"/>
                    <a:pt x="40544" y="11568"/>
                  </a:cubicBezTo>
                  <a:cubicBezTo>
                    <a:pt x="40180" y="11568"/>
                    <a:pt x="39817" y="11512"/>
                    <a:pt x="39442" y="11320"/>
                  </a:cubicBezTo>
                  <a:cubicBezTo>
                    <a:pt x="39902" y="10421"/>
                    <a:pt x="40321" y="9563"/>
                    <a:pt x="40760" y="8726"/>
                  </a:cubicBezTo>
                  <a:cubicBezTo>
                    <a:pt x="40886" y="8705"/>
                    <a:pt x="41032" y="8705"/>
                    <a:pt x="41158" y="8705"/>
                  </a:cubicBezTo>
                  <a:close/>
                  <a:moveTo>
                    <a:pt x="54570" y="8475"/>
                  </a:moveTo>
                  <a:cubicBezTo>
                    <a:pt x="54904" y="9500"/>
                    <a:pt x="55239" y="10483"/>
                    <a:pt x="55595" y="11530"/>
                  </a:cubicBezTo>
                  <a:cubicBezTo>
                    <a:pt x="55114" y="11571"/>
                    <a:pt x="54664" y="11613"/>
                    <a:pt x="54227" y="11613"/>
                  </a:cubicBezTo>
                  <a:cubicBezTo>
                    <a:pt x="53790" y="11613"/>
                    <a:pt x="53367" y="11571"/>
                    <a:pt x="52938" y="11446"/>
                  </a:cubicBezTo>
                  <a:cubicBezTo>
                    <a:pt x="53503" y="10400"/>
                    <a:pt x="54005" y="9479"/>
                    <a:pt x="54570" y="8475"/>
                  </a:cubicBezTo>
                  <a:close/>
                  <a:moveTo>
                    <a:pt x="48104" y="2198"/>
                  </a:moveTo>
                  <a:cubicBezTo>
                    <a:pt x="49318" y="5378"/>
                    <a:pt x="50490" y="8412"/>
                    <a:pt x="51703" y="11592"/>
                  </a:cubicBezTo>
                  <a:cubicBezTo>
                    <a:pt x="51576" y="11591"/>
                    <a:pt x="51449" y="11591"/>
                    <a:pt x="51322" y="11591"/>
                  </a:cubicBezTo>
                  <a:cubicBezTo>
                    <a:pt x="50126" y="11591"/>
                    <a:pt x="48936" y="11629"/>
                    <a:pt x="47739" y="11629"/>
                  </a:cubicBezTo>
                  <a:cubicBezTo>
                    <a:pt x="46282" y="11629"/>
                    <a:pt x="44815" y="11572"/>
                    <a:pt x="43313" y="11320"/>
                  </a:cubicBezTo>
                  <a:cubicBezTo>
                    <a:pt x="44150" y="9688"/>
                    <a:pt x="44924" y="8224"/>
                    <a:pt x="45656" y="6738"/>
                  </a:cubicBezTo>
                  <a:cubicBezTo>
                    <a:pt x="46389" y="5273"/>
                    <a:pt x="46828" y="3620"/>
                    <a:pt x="48104" y="2198"/>
                  </a:cubicBezTo>
                  <a:close/>
                  <a:moveTo>
                    <a:pt x="71727" y="16593"/>
                  </a:moveTo>
                  <a:lnTo>
                    <a:pt x="71727" y="19690"/>
                  </a:lnTo>
                  <a:lnTo>
                    <a:pt x="58859" y="19690"/>
                  </a:lnTo>
                  <a:lnTo>
                    <a:pt x="58859" y="16593"/>
                  </a:lnTo>
                  <a:close/>
                  <a:moveTo>
                    <a:pt x="77277" y="16885"/>
                  </a:moveTo>
                  <a:cubicBezTo>
                    <a:pt x="77296" y="16885"/>
                    <a:pt x="77315" y="16885"/>
                    <a:pt x="77335" y="16886"/>
                  </a:cubicBezTo>
                  <a:cubicBezTo>
                    <a:pt x="78118" y="16923"/>
                    <a:pt x="78902" y="16994"/>
                    <a:pt x="79671" y="16994"/>
                  </a:cubicBezTo>
                  <a:cubicBezTo>
                    <a:pt x="79764" y="16994"/>
                    <a:pt x="79857" y="16993"/>
                    <a:pt x="79950" y="16991"/>
                  </a:cubicBezTo>
                  <a:cubicBezTo>
                    <a:pt x="81457" y="16991"/>
                    <a:pt x="82942" y="16928"/>
                    <a:pt x="84428" y="16907"/>
                  </a:cubicBezTo>
                  <a:cubicBezTo>
                    <a:pt x="84496" y="16904"/>
                    <a:pt x="84565" y="16903"/>
                    <a:pt x="84633" y="16903"/>
                  </a:cubicBezTo>
                  <a:cubicBezTo>
                    <a:pt x="85064" y="16903"/>
                    <a:pt x="85494" y="16955"/>
                    <a:pt x="86018" y="16991"/>
                  </a:cubicBezTo>
                  <a:lnTo>
                    <a:pt x="86018" y="19857"/>
                  </a:lnTo>
                  <a:lnTo>
                    <a:pt x="76477" y="19857"/>
                  </a:lnTo>
                  <a:cubicBezTo>
                    <a:pt x="76477" y="18999"/>
                    <a:pt x="76477" y="18330"/>
                    <a:pt x="76477" y="17681"/>
                  </a:cubicBezTo>
                  <a:cubicBezTo>
                    <a:pt x="76497" y="17157"/>
                    <a:pt x="76770" y="16885"/>
                    <a:pt x="77277" y="16885"/>
                  </a:cubicBezTo>
                  <a:close/>
                  <a:moveTo>
                    <a:pt x="74133" y="15547"/>
                  </a:moveTo>
                  <a:cubicBezTo>
                    <a:pt x="74761" y="16028"/>
                    <a:pt x="75828" y="16216"/>
                    <a:pt x="75786" y="17325"/>
                  </a:cubicBezTo>
                  <a:cubicBezTo>
                    <a:pt x="75723" y="18874"/>
                    <a:pt x="76330" y="20736"/>
                    <a:pt x="74070" y="21489"/>
                  </a:cubicBezTo>
                  <a:cubicBezTo>
                    <a:pt x="73003" y="20966"/>
                    <a:pt x="72438" y="20108"/>
                    <a:pt x="72648" y="18769"/>
                  </a:cubicBezTo>
                  <a:cubicBezTo>
                    <a:pt x="72752" y="17995"/>
                    <a:pt x="72669" y="17179"/>
                    <a:pt x="72669" y="16363"/>
                  </a:cubicBezTo>
                  <a:cubicBezTo>
                    <a:pt x="73129" y="16091"/>
                    <a:pt x="73589" y="15840"/>
                    <a:pt x="74133" y="15547"/>
                  </a:cubicBezTo>
                  <a:close/>
                  <a:moveTo>
                    <a:pt x="91688" y="11341"/>
                  </a:moveTo>
                  <a:cubicBezTo>
                    <a:pt x="91625" y="13329"/>
                    <a:pt x="91479" y="15254"/>
                    <a:pt x="91374" y="17158"/>
                  </a:cubicBezTo>
                  <a:cubicBezTo>
                    <a:pt x="91270" y="19104"/>
                    <a:pt x="91291" y="21050"/>
                    <a:pt x="91249" y="23121"/>
                  </a:cubicBezTo>
                  <a:cubicBezTo>
                    <a:pt x="90098" y="23205"/>
                    <a:pt x="89177" y="23310"/>
                    <a:pt x="88257" y="23331"/>
                  </a:cubicBezTo>
                  <a:cubicBezTo>
                    <a:pt x="87420" y="23331"/>
                    <a:pt x="87231" y="23163"/>
                    <a:pt x="87231" y="22326"/>
                  </a:cubicBezTo>
                  <a:cubicBezTo>
                    <a:pt x="87231" y="19606"/>
                    <a:pt x="87294" y="16907"/>
                    <a:pt x="87336" y="14208"/>
                  </a:cubicBezTo>
                  <a:cubicBezTo>
                    <a:pt x="87336" y="13413"/>
                    <a:pt x="87336" y="12618"/>
                    <a:pt x="87336" y="11697"/>
                  </a:cubicBezTo>
                  <a:cubicBezTo>
                    <a:pt x="88675" y="11592"/>
                    <a:pt x="90077" y="11467"/>
                    <a:pt x="91688" y="11341"/>
                  </a:cubicBezTo>
                  <a:close/>
                  <a:moveTo>
                    <a:pt x="103453" y="11233"/>
                  </a:moveTo>
                  <a:cubicBezTo>
                    <a:pt x="104292" y="11233"/>
                    <a:pt x="105100" y="11354"/>
                    <a:pt x="105916" y="11571"/>
                  </a:cubicBezTo>
                  <a:lnTo>
                    <a:pt x="105916" y="23331"/>
                  </a:lnTo>
                  <a:lnTo>
                    <a:pt x="101878" y="23331"/>
                  </a:lnTo>
                  <a:cubicBezTo>
                    <a:pt x="102338" y="19313"/>
                    <a:pt x="101899" y="15359"/>
                    <a:pt x="102066" y="11341"/>
                  </a:cubicBezTo>
                  <a:cubicBezTo>
                    <a:pt x="102542" y="11268"/>
                    <a:pt x="103002" y="11233"/>
                    <a:pt x="103453" y="11233"/>
                  </a:cubicBezTo>
                  <a:close/>
                  <a:moveTo>
                    <a:pt x="101167" y="11237"/>
                  </a:moveTo>
                  <a:cubicBezTo>
                    <a:pt x="101167" y="13329"/>
                    <a:pt x="101041" y="15317"/>
                    <a:pt x="101208" y="17284"/>
                  </a:cubicBezTo>
                  <a:cubicBezTo>
                    <a:pt x="101376" y="19271"/>
                    <a:pt x="101187" y="21238"/>
                    <a:pt x="101250" y="23393"/>
                  </a:cubicBezTo>
                  <a:cubicBezTo>
                    <a:pt x="98174" y="23289"/>
                    <a:pt x="95287" y="23205"/>
                    <a:pt x="92190" y="23121"/>
                  </a:cubicBezTo>
                  <a:cubicBezTo>
                    <a:pt x="92358" y="19271"/>
                    <a:pt x="92525" y="15484"/>
                    <a:pt x="92713" y="11592"/>
                  </a:cubicBezTo>
                  <a:cubicBezTo>
                    <a:pt x="95559" y="11467"/>
                    <a:pt x="98363" y="11362"/>
                    <a:pt x="101167" y="11237"/>
                  </a:cubicBezTo>
                  <a:close/>
                  <a:moveTo>
                    <a:pt x="43799" y="12094"/>
                  </a:moveTo>
                  <a:cubicBezTo>
                    <a:pt x="43818" y="12094"/>
                    <a:pt x="43837" y="12094"/>
                    <a:pt x="43857" y="12095"/>
                  </a:cubicBezTo>
                  <a:cubicBezTo>
                    <a:pt x="46556" y="12178"/>
                    <a:pt x="49234" y="12283"/>
                    <a:pt x="51933" y="12387"/>
                  </a:cubicBezTo>
                  <a:cubicBezTo>
                    <a:pt x="52017" y="12387"/>
                    <a:pt x="52101" y="12450"/>
                    <a:pt x="52435" y="12576"/>
                  </a:cubicBezTo>
                  <a:cubicBezTo>
                    <a:pt x="52310" y="16342"/>
                    <a:pt x="52163" y="20087"/>
                    <a:pt x="52038" y="23812"/>
                  </a:cubicBezTo>
                  <a:lnTo>
                    <a:pt x="42643" y="23812"/>
                  </a:lnTo>
                  <a:cubicBezTo>
                    <a:pt x="42350" y="20778"/>
                    <a:pt x="42413" y="17911"/>
                    <a:pt x="42706" y="15045"/>
                  </a:cubicBezTo>
                  <a:cubicBezTo>
                    <a:pt x="42790" y="14396"/>
                    <a:pt x="42811" y="13727"/>
                    <a:pt x="42832" y="13057"/>
                  </a:cubicBezTo>
                  <a:cubicBezTo>
                    <a:pt x="42852" y="12408"/>
                    <a:pt x="43206" y="12094"/>
                    <a:pt x="43799" y="12094"/>
                  </a:cubicBezTo>
                  <a:close/>
                  <a:moveTo>
                    <a:pt x="40194" y="12127"/>
                  </a:moveTo>
                  <a:cubicBezTo>
                    <a:pt x="40488" y="12127"/>
                    <a:pt x="40781" y="12129"/>
                    <a:pt x="41074" y="12136"/>
                  </a:cubicBezTo>
                  <a:cubicBezTo>
                    <a:pt x="41346" y="12136"/>
                    <a:pt x="41597" y="12220"/>
                    <a:pt x="42036" y="12304"/>
                  </a:cubicBezTo>
                  <a:cubicBezTo>
                    <a:pt x="41869" y="14271"/>
                    <a:pt x="41660" y="16175"/>
                    <a:pt x="41576" y="18100"/>
                  </a:cubicBezTo>
                  <a:cubicBezTo>
                    <a:pt x="41492" y="19983"/>
                    <a:pt x="41555" y="21887"/>
                    <a:pt x="41555" y="23833"/>
                  </a:cubicBezTo>
                  <a:lnTo>
                    <a:pt x="38061" y="23833"/>
                  </a:lnTo>
                  <a:cubicBezTo>
                    <a:pt x="38145" y="22096"/>
                    <a:pt x="38145" y="20485"/>
                    <a:pt x="38312" y="18874"/>
                  </a:cubicBezTo>
                  <a:cubicBezTo>
                    <a:pt x="38521" y="16740"/>
                    <a:pt x="38730" y="14647"/>
                    <a:pt x="38270" y="12534"/>
                  </a:cubicBezTo>
                  <a:cubicBezTo>
                    <a:pt x="38270" y="12450"/>
                    <a:pt x="38333" y="12367"/>
                    <a:pt x="38396" y="12136"/>
                  </a:cubicBezTo>
                  <a:cubicBezTo>
                    <a:pt x="39009" y="12136"/>
                    <a:pt x="39605" y="12127"/>
                    <a:pt x="40194" y="12127"/>
                  </a:cubicBezTo>
                  <a:close/>
                  <a:moveTo>
                    <a:pt x="57980" y="12115"/>
                  </a:moveTo>
                  <a:cubicBezTo>
                    <a:pt x="57792" y="16112"/>
                    <a:pt x="57604" y="19962"/>
                    <a:pt x="57415" y="23895"/>
                  </a:cubicBezTo>
                  <a:lnTo>
                    <a:pt x="53021" y="23895"/>
                  </a:lnTo>
                  <a:cubicBezTo>
                    <a:pt x="53126" y="20087"/>
                    <a:pt x="53210" y="16258"/>
                    <a:pt x="53314" y="12387"/>
                  </a:cubicBezTo>
                  <a:cubicBezTo>
                    <a:pt x="54842" y="12304"/>
                    <a:pt x="56348" y="12199"/>
                    <a:pt x="57980" y="12115"/>
                  </a:cubicBezTo>
                  <a:close/>
                  <a:moveTo>
                    <a:pt x="44299" y="24584"/>
                  </a:moveTo>
                  <a:cubicBezTo>
                    <a:pt x="46984" y="24584"/>
                    <a:pt x="49668" y="24893"/>
                    <a:pt x="52404" y="24893"/>
                  </a:cubicBezTo>
                  <a:cubicBezTo>
                    <a:pt x="53534" y="24893"/>
                    <a:pt x="54674" y="24840"/>
                    <a:pt x="55825" y="24691"/>
                  </a:cubicBezTo>
                  <a:lnTo>
                    <a:pt x="55825" y="24691"/>
                  </a:lnTo>
                  <a:cubicBezTo>
                    <a:pt x="55637" y="26804"/>
                    <a:pt x="55490" y="28729"/>
                    <a:pt x="55302" y="30800"/>
                  </a:cubicBezTo>
                  <a:cubicBezTo>
                    <a:pt x="53688" y="30881"/>
                    <a:pt x="52075" y="30905"/>
                    <a:pt x="50456" y="30905"/>
                  </a:cubicBezTo>
                  <a:cubicBezTo>
                    <a:pt x="48049" y="30905"/>
                    <a:pt x="45630" y="30852"/>
                    <a:pt x="43181" y="30852"/>
                  </a:cubicBezTo>
                  <a:cubicBezTo>
                    <a:pt x="42578" y="30852"/>
                    <a:pt x="41974" y="30855"/>
                    <a:pt x="41367" y="30863"/>
                  </a:cubicBezTo>
                  <a:cubicBezTo>
                    <a:pt x="41074" y="28792"/>
                    <a:pt x="41283" y="26804"/>
                    <a:pt x="41220" y="24753"/>
                  </a:cubicBezTo>
                  <a:cubicBezTo>
                    <a:pt x="42249" y="24629"/>
                    <a:pt x="43274" y="24584"/>
                    <a:pt x="44299" y="24584"/>
                  </a:cubicBezTo>
                  <a:close/>
                  <a:moveTo>
                    <a:pt x="91395" y="30005"/>
                  </a:moveTo>
                  <a:cubicBezTo>
                    <a:pt x="93927" y="30047"/>
                    <a:pt x="96459" y="30173"/>
                    <a:pt x="98970" y="30193"/>
                  </a:cubicBezTo>
                  <a:cubicBezTo>
                    <a:pt x="100120" y="30193"/>
                    <a:pt x="101271" y="30068"/>
                    <a:pt x="102422" y="30026"/>
                  </a:cubicBezTo>
                  <a:cubicBezTo>
                    <a:pt x="102469" y="30023"/>
                    <a:pt x="102516" y="30022"/>
                    <a:pt x="102563" y="30022"/>
                  </a:cubicBezTo>
                  <a:cubicBezTo>
                    <a:pt x="102856" y="30022"/>
                    <a:pt x="103159" y="30071"/>
                    <a:pt x="103447" y="30089"/>
                  </a:cubicBezTo>
                  <a:lnTo>
                    <a:pt x="103573" y="30445"/>
                  </a:lnTo>
                  <a:cubicBezTo>
                    <a:pt x="103364" y="30591"/>
                    <a:pt x="103154" y="30842"/>
                    <a:pt x="102924" y="30863"/>
                  </a:cubicBezTo>
                  <a:cubicBezTo>
                    <a:pt x="100936" y="31009"/>
                    <a:pt x="98949" y="31156"/>
                    <a:pt x="96961" y="31198"/>
                  </a:cubicBezTo>
                  <a:cubicBezTo>
                    <a:pt x="96318" y="31218"/>
                    <a:pt x="95672" y="31225"/>
                    <a:pt x="95026" y="31225"/>
                  </a:cubicBezTo>
                  <a:cubicBezTo>
                    <a:pt x="93633" y="31225"/>
                    <a:pt x="92237" y="31191"/>
                    <a:pt x="90851" y="31177"/>
                  </a:cubicBezTo>
                  <a:lnTo>
                    <a:pt x="89219" y="31177"/>
                  </a:lnTo>
                  <a:cubicBezTo>
                    <a:pt x="88884" y="30570"/>
                    <a:pt x="89073" y="30235"/>
                    <a:pt x="89554" y="30173"/>
                  </a:cubicBezTo>
                  <a:cubicBezTo>
                    <a:pt x="90161" y="30068"/>
                    <a:pt x="90788" y="30005"/>
                    <a:pt x="91395" y="30005"/>
                  </a:cubicBezTo>
                  <a:close/>
                  <a:moveTo>
                    <a:pt x="55469" y="31323"/>
                  </a:moveTo>
                  <a:cubicBezTo>
                    <a:pt x="56076" y="31323"/>
                    <a:pt x="56076" y="31365"/>
                    <a:pt x="56202" y="32223"/>
                  </a:cubicBezTo>
                  <a:lnTo>
                    <a:pt x="45028" y="32223"/>
                  </a:lnTo>
                  <a:cubicBezTo>
                    <a:pt x="43731" y="32223"/>
                    <a:pt x="42455" y="32244"/>
                    <a:pt x="41158" y="32265"/>
                  </a:cubicBezTo>
                  <a:cubicBezTo>
                    <a:pt x="40739" y="32265"/>
                    <a:pt x="40321" y="32223"/>
                    <a:pt x="40530" y="31407"/>
                  </a:cubicBezTo>
                  <a:cubicBezTo>
                    <a:pt x="44108" y="31407"/>
                    <a:pt x="47728" y="31407"/>
                    <a:pt x="51347" y="31386"/>
                  </a:cubicBezTo>
                  <a:cubicBezTo>
                    <a:pt x="52728" y="31386"/>
                    <a:pt x="54109" y="31323"/>
                    <a:pt x="55469" y="31323"/>
                  </a:cubicBezTo>
                  <a:close/>
                  <a:moveTo>
                    <a:pt x="94067" y="31649"/>
                  </a:moveTo>
                  <a:cubicBezTo>
                    <a:pt x="95245" y="31649"/>
                    <a:pt x="96417" y="31658"/>
                    <a:pt x="97589" y="31658"/>
                  </a:cubicBezTo>
                  <a:lnTo>
                    <a:pt x="102401" y="31658"/>
                  </a:lnTo>
                  <a:cubicBezTo>
                    <a:pt x="102296" y="33416"/>
                    <a:pt x="102192" y="35090"/>
                    <a:pt x="102087" y="36743"/>
                  </a:cubicBezTo>
                  <a:cubicBezTo>
                    <a:pt x="101565" y="36952"/>
                    <a:pt x="98343" y="37070"/>
                    <a:pt x="95310" y="37070"/>
                  </a:cubicBezTo>
                  <a:cubicBezTo>
                    <a:pt x="92877" y="37070"/>
                    <a:pt x="90566" y="36994"/>
                    <a:pt x="89868" y="36826"/>
                  </a:cubicBezTo>
                  <a:cubicBezTo>
                    <a:pt x="89972" y="35173"/>
                    <a:pt x="90056" y="33583"/>
                    <a:pt x="90140" y="31826"/>
                  </a:cubicBezTo>
                  <a:cubicBezTo>
                    <a:pt x="90830" y="31763"/>
                    <a:pt x="91563" y="31679"/>
                    <a:pt x="92295" y="31658"/>
                  </a:cubicBezTo>
                  <a:cubicBezTo>
                    <a:pt x="92888" y="31651"/>
                    <a:pt x="93478" y="31649"/>
                    <a:pt x="94067" y="31649"/>
                  </a:cubicBezTo>
                  <a:close/>
                  <a:moveTo>
                    <a:pt x="102967" y="37486"/>
                  </a:moveTo>
                  <a:cubicBezTo>
                    <a:pt x="103030" y="37486"/>
                    <a:pt x="103093" y="37489"/>
                    <a:pt x="103154" y="37496"/>
                  </a:cubicBezTo>
                  <a:cubicBezTo>
                    <a:pt x="103405" y="37538"/>
                    <a:pt x="103636" y="37789"/>
                    <a:pt x="103866" y="37935"/>
                  </a:cubicBezTo>
                  <a:cubicBezTo>
                    <a:pt x="103656" y="38144"/>
                    <a:pt x="103489" y="38437"/>
                    <a:pt x="103259" y="38542"/>
                  </a:cubicBezTo>
                  <a:cubicBezTo>
                    <a:pt x="103035" y="38617"/>
                    <a:pt x="102779" y="38627"/>
                    <a:pt x="102521" y="38627"/>
                  </a:cubicBezTo>
                  <a:cubicBezTo>
                    <a:pt x="102418" y="38627"/>
                    <a:pt x="102314" y="38626"/>
                    <a:pt x="102213" y="38626"/>
                  </a:cubicBezTo>
                  <a:lnTo>
                    <a:pt x="88612" y="38626"/>
                  </a:lnTo>
                  <a:cubicBezTo>
                    <a:pt x="88571" y="38354"/>
                    <a:pt x="88508" y="38061"/>
                    <a:pt x="88466" y="37726"/>
                  </a:cubicBezTo>
                  <a:cubicBezTo>
                    <a:pt x="88633" y="37705"/>
                    <a:pt x="88738" y="37663"/>
                    <a:pt x="88863" y="37663"/>
                  </a:cubicBezTo>
                  <a:cubicBezTo>
                    <a:pt x="92609" y="37684"/>
                    <a:pt x="96375" y="37705"/>
                    <a:pt x="100141" y="37726"/>
                  </a:cubicBezTo>
                  <a:cubicBezTo>
                    <a:pt x="100748" y="37726"/>
                    <a:pt x="101355" y="37642"/>
                    <a:pt x="101983" y="37580"/>
                  </a:cubicBezTo>
                  <a:cubicBezTo>
                    <a:pt x="102315" y="37562"/>
                    <a:pt x="102647" y="37486"/>
                    <a:pt x="102967" y="37486"/>
                  </a:cubicBezTo>
                  <a:close/>
                  <a:moveTo>
                    <a:pt x="43713" y="38805"/>
                  </a:moveTo>
                  <a:cubicBezTo>
                    <a:pt x="44201" y="38805"/>
                    <a:pt x="44687" y="38807"/>
                    <a:pt x="45175" y="38814"/>
                  </a:cubicBezTo>
                  <a:cubicBezTo>
                    <a:pt x="48314" y="38814"/>
                    <a:pt x="51452" y="38835"/>
                    <a:pt x="54612" y="38856"/>
                  </a:cubicBezTo>
                  <a:cubicBezTo>
                    <a:pt x="55093" y="38877"/>
                    <a:pt x="55679" y="38772"/>
                    <a:pt x="56034" y="39504"/>
                  </a:cubicBezTo>
                  <a:cubicBezTo>
                    <a:pt x="55720" y="39588"/>
                    <a:pt x="55490" y="39693"/>
                    <a:pt x="55260" y="39693"/>
                  </a:cubicBezTo>
                  <a:cubicBezTo>
                    <a:pt x="52247" y="39714"/>
                    <a:pt x="49234" y="39735"/>
                    <a:pt x="46221" y="39735"/>
                  </a:cubicBezTo>
                  <a:cubicBezTo>
                    <a:pt x="44715" y="39735"/>
                    <a:pt x="43208" y="39735"/>
                    <a:pt x="41702" y="39714"/>
                  </a:cubicBezTo>
                  <a:cubicBezTo>
                    <a:pt x="41283" y="39714"/>
                    <a:pt x="40781" y="39714"/>
                    <a:pt x="40718" y="38814"/>
                  </a:cubicBezTo>
                  <a:cubicBezTo>
                    <a:pt x="41750" y="38814"/>
                    <a:pt x="42736" y="38805"/>
                    <a:pt x="43713" y="38805"/>
                  </a:cubicBezTo>
                  <a:close/>
                  <a:moveTo>
                    <a:pt x="116545" y="33771"/>
                  </a:moveTo>
                  <a:cubicBezTo>
                    <a:pt x="117508" y="34441"/>
                    <a:pt x="118470" y="35111"/>
                    <a:pt x="119412" y="35759"/>
                  </a:cubicBezTo>
                  <a:lnTo>
                    <a:pt x="119412" y="42099"/>
                  </a:lnTo>
                  <a:lnTo>
                    <a:pt x="115918" y="42099"/>
                  </a:lnTo>
                  <a:cubicBezTo>
                    <a:pt x="116022" y="39337"/>
                    <a:pt x="116127" y="36659"/>
                    <a:pt x="116232" y="33960"/>
                  </a:cubicBezTo>
                  <a:cubicBezTo>
                    <a:pt x="116336" y="33897"/>
                    <a:pt x="116441" y="33834"/>
                    <a:pt x="116545" y="33771"/>
                  </a:cubicBezTo>
                  <a:close/>
                  <a:moveTo>
                    <a:pt x="107025" y="24983"/>
                  </a:moveTo>
                  <a:cubicBezTo>
                    <a:pt x="107527" y="25402"/>
                    <a:pt x="107820" y="25611"/>
                    <a:pt x="108030" y="25862"/>
                  </a:cubicBezTo>
                  <a:cubicBezTo>
                    <a:pt x="109118" y="27160"/>
                    <a:pt x="110164" y="28478"/>
                    <a:pt x="111273" y="29754"/>
                  </a:cubicBezTo>
                  <a:cubicBezTo>
                    <a:pt x="111649" y="30193"/>
                    <a:pt x="111733" y="30570"/>
                    <a:pt x="111649" y="31177"/>
                  </a:cubicBezTo>
                  <a:cubicBezTo>
                    <a:pt x="111356" y="33186"/>
                    <a:pt x="111210" y="35236"/>
                    <a:pt x="111022" y="37266"/>
                  </a:cubicBezTo>
                  <a:cubicBezTo>
                    <a:pt x="110938" y="38249"/>
                    <a:pt x="110833" y="39212"/>
                    <a:pt x="110791" y="40195"/>
                  </a:cubicBezTo>
                  <a:cubicBezTo>
                    <a:pt x="110770" y="40760"/>
                    <a:pt x="110833" y="41346"/>
                    <a:pt x="110875" y="42078"/>
                  </a:cubicBezTo>
                  <a:cubicBezTo>
                    <a:pt x="109850" y="42141"/>
                    <a:pt x="108825" y="42183"/>
                    <a:pt x="107674" y="42245"/>
                  </a:cubicBezTo>
                  <a:cubicBezTo>
                    <a:pt x="107465" y="36533"/>
                    <a:pt x="107255" y="30905"/>
                    <a:pt x="107025" y="24983"/>
                  </a:cubicBezTo>
                  <a:close/>
                  <a:moveTo>
                    <a:pt x="120186" y="36240"/>
                  </a:moveTo>
                  <a:lnTo>
                    <a:pt x="120186" y="36240"/>
                  </a:lnTo>
                  <a:cubicBezTo>
                    <a:pt x="121630" y="37077"/>
                    <a:pt x="122739" y="37747"/>
                    <a:pt x="123827" y="38375"/>
                  </a:cubicBezTo>
                  <a:lnTo>
                    <a:pt x="123827" y="42287"/>
                  </a:lnTo>
                  <a:cubicBezTo>
                    <a:pt x="122676" y="42225"/>
                    <a:pt x="121630" y="42162"/>
                    <a:pt x="120479" y="42099"/>
                  </a:cubicBezTo>
                  <a:cubicBezTo>
                    <a:pt x="120374" y="40216"/>
                    <a:pt x="120291" y="38396"/>
                    <a:pt x="120186" y="36240"/>
                  </a:cubicBezTo>
                  <a:close/>
                  <a:moveTo>
                    <a:pt x="112361" y="31051"/>
                  </a:moveTo>
                  <a:cubicBezTo>
                    <a:pt x="113491" y="31867"/>
                    <a:pt x="114516" y="32621"/>
                    <a:pt x="115625" y="33416"/>
                  </a:cubicBezTo>
                  <a:cubicBezTo>
                    <a:pt x="115478" y="34818"/>
                    <a:pt x="115290" y="36261"/>
                    <a:pt x="115227" y="37726"/>
                  </a:cubicBezTo>
                  <a:cubicBezTo>
                    <a:pt x="115164" y="39128"/>
                    <a:pt x="115206" y="40530"/>
                    <a:pt x="115206" y="42036"/>
                  </a:cubicBezTo>
                  <a:cubicBezTo>
                    <a:pt x="114824" y="42269"/>
                    <a:pt x="114433" y="42343"/>
                    <a:pt x="114032" y="42343"/>
                  </a:cubicBezTo>
                  <a:cubicBezTo>
                    <a:pt x="113335" y="42343"/>
                    <a:pt x="112608" y="42119"/>
                    <a:pt x="111840" y="42119"/>
                  </a:cubicBezTo>
                  <a:cubicBezTo>
                    <a:pt x="111819" y="42119"/>
                    <a:pt x="111797" y="42120"/>
                    <a:pt x="111775" y="42120"/>
                  </a:cubicBezTo>
                  <a:cubicBezTo>
                    <a:pt x="111963" y="38479"/>
                    <a:pt x="112151" y="34880"/>
                    <a:pt x="112361" y="31051"/>
                  </a:cubicBezTo>
                  <a:close/>
                  <a:moveTo>
                    <a:pt x="36429" y="27494"/>
                  </a:moveTo>
                  <a:lnTo>
                    <a:pt x="36429" y="27494"/>
                  </a:lnTo>
                  <a:cubicBezTo>
                    <a:pt x="36513" y="29440"/>
                    <a:pt x="36094" y="31093"/>
                    <a:pt x="36010" y="32767"/>
                  </a:cubicBezTo>
                  <a:cubicBezTo>
                    <a:pt x="35906" y="34504"/>
                    <a:pt x="35780" y="36219"/>
                    <a:pt x="35738" y="37956"/>
                  </a:cubicBezTo>
                  <a:cubicBezTo>
                    <a:pt x="35697" y="39672"/>
                    <a:pt x="35717" y="41388"/>
                    <a:pt x="35717" y="43229"/>
                  </a:cubicBezTo>
                  <a:cubicBezTo>
                    <a:pt x="35173" y="43229"/>
                    <a:pt x="34704" y="43238"/>
                    <a:pt x="34253" y="43238"/>
                  </a:cubicBezTo>
                  <a:cubicBezTo>
                    <a:pt x="34027" y="43238"/>
                    <a:pt x="33806" y="43236"/>
                    <a:pt x="33583" y="43229"/>
                  </a:cubicBezTo>
                  <a:cubicBezTo>
                    <a:pt x="32830" y="43187"/>
                    <a:pt x="32746" y="43020"/>
                    <a:pt x="32809" y="42225"/>
                  </a:cubicBezTo>
                  <a:cubicBezTo>
                    <a:pt x="32956" y="40153"/>
                    <a:pt x="33123" y="38082"/>
                    <a:pt x="33144" y="36010"/>
                  </a:cubicBezTo>
                  <a:cubicBezTo>
                    <a:pt x="33144" y="34483"/>
                    <a:pt x="32935" y="32955"/>
                    <a:pt x="32809" y="31386"/>
                  </a:cubicBezTo>
                  <a:cubicBezTo>
                    <a:pt x="33918" y="30193"/>
                    <a:pt x="35069" y="28959"/>
                    <a:pt x="36429" y="27494"/>
                  </a:cubicBezTo>
                  <a:close/>
                  <a:moveTo>
                    <a:pt x="40593" y="24628"/>
                  </a:moveTo>
                  <a:cubicBezTo>
                    <a:pt x="40635" y="25025"/>
                    <a:pt x="40697" y="25318"/>
                    <a:pt x="40676" y="25611"/>
                  </a:cubicBezTo>
                  <a:cubicBezTo>
                    <a:pt x="40635" y="26595"/>
                    <a:pt x="40614" y="27557"/>
                    <a:pt x="40509" y="28540"/>
                  </a:cubicBezTo>
                  <a:cubicBezTo>
                    <a:pt x="40425" y="29419"/>
                    <a:pt x="40676" y="30361"/>
                    <a:pt x="40028" y="31219"/>
                  </a:cubicBezTo>
                  <a:cubicBezTo>
                    <a:pt x="39714" y="31637"/>
                    <a:pt x="39860" y="32307"/>
                    <a:pt x="40383" y="32767"/>
                  </a:cubicBezTo>
                  <a:cubicBezTo>
                    <a:pt x="40593" y="32976"/>
                    <a:pt x="40760" y="33374"/>
                    <a:pt x="40739" y="33667"/>
                  </a:cubicBezTo>
                  <a:cubicBezTo>
                    <a:pt x="40572" y="35466"/>
                    <a:pt x="40363" y="37245"/>
                    <a:pt x="40174" y="39044"/>
                  </a:cubicBezTo>
                  <a:cubicBezTo>
                    <a:pt x="40132" y="39651"/>
                    <a:pt x="40174" y="40216"/>
                    <a:pt x="40927" y="40320"/>
                  </a:cubicBezTo>
                  <a:cubicBezTo>
                    <a:pt x="40865" y="41074"/>
                    <a:pt x="40823" y="41722"/>
                    <a:pt x="40781" y="42392"/>
                  </a:cubicBezTo>
                  <a:cubicBezTo>
                    <a:pt x="40724" y="43134"/>
                    <a:pt x="40460" y="43426"/>
                    <a:pt x="39815" y="43426"/>
                  </a:cubicBezTo>
                  <a:cubicBezTo>
                    <a:pt x="39750" y="43426"/>
                    <a:pt x="39682" y="43423"/>
                    <a:pt x="39609" y="43417"/>
                  </a:cubicBezTo>
                  <a:cubicBezTo>
                    <a:pt x="38772" y="43354"/>
                    <a:pt x="37935" y="43229"/>
                    <a:pt x="36931" y="43124"/>
                  </a:cubicBezTo>
                  <a:cubicBezTo>
                    <a:pt x="36931" y="41032"/>
                    <a:pt x="36889" y="39044"/>
                    <a:pt x="36931" y="37056"/>
                  </a:cubicBezTo>
                  <a:cubicBezTo>
                    <a:pt x="37015" y="33771"/>
                    <a:pt x="37140" y="30507"/>
                    <a:pt x="37266" y="27243"/>
                  </a:cubicBezTo>
                  <a:cubicBezTo>
                    <a:pt x="37287" y="26720"/>
                    <a:pt x="37370" y="26176"/>
                    <a:pt x="37559" y="25674"/>
                  </a:cubicBezTo>
                  <a:cubicBezTo>
                    <a:pt x="37768" y="25088"/>
                    <a:pt x="38207" y="24628"/>
                    <a:pt x="38940" y="24628"/>
                  </a:cubicBezTo>
                  <a:close/>
                  <a:moveTo>
                    <a:pt x="27264" y="36031"/>
                  </a:moveTo>
                  <a:lnTo>
                    <a:pt x="27264" y="36031"/>
                  </a:lnTo>
                  <a:cubicBezTo>
                    <a:pt x="27139" y="38688"/>
                    <a:pt x="26992" y="41116"/>
                    <a:pt x="26867" y="43606"/>
                  </a:cubicBezTo>
                  <a:lnTo>
                    <a:pt x="22703" y="43606"/>
                  </a:lnTo>
                  <a:cubicBezTo>
                    <a:pt x="22703" y="42978"/>
                    <a:pt x="22724" y="42350"/>
                    <a:pt x="22703" y="41722"/>
                  </a:cubicBezTo>
                  <a:cubicBezTo>
                    <a:pt x="22682" y="40844"/>
                    <a:pt x="22577" y="39965"/>
                    <a:pt x="22640" y="39086"/>
                  </a:cubicBezTo>
                  <a:cubicBezTo>
                    <a:pt x="22661" y="38751"/>
                    <a:pt x="22954" y="38333"/>
                    <a:pt x="23247" y="38165"/>
                  </a:cubicBezTo>
                  <a:cubicBezTo>
                    <a:pt x="24063" y="37663"/>
                    <a:pt x="24942" y="37266"/>
                    <a:pt x="25800" y="36826"/>
                  </a:cubicBezTo>
                  <a:cubicBezTo>
                    <a:pt x="26218" y="36617"/>
                    <a:pt x="26637" y="36387"/>
                    <a:pt x="27264" y="36031"/>
                  </a:cubicBezTo>
                  <a:close/>
                  <a:moveTo>
                    <a:pt x="21699" y="38919"/>
                  </a:moveTo>
                  <a:lnTo>
                    <a:pt x="21699" y="43626"/>
                  </a:lnTo>
                  <a:cubicBezTo>
                    <a:pt x="21066" y="43663"/>
                    <a:pt x="20434" y="43714"/>
                    <a:pt x="19802" y="43714"/>
                  </a:cubicBezTo>
                  <a:cubicBezTo>
                    <a:pt x="19702" y="43714"/>
                    <a:pt x="19602" y="43713"/>
                    <a:pt x="19502" y="43710"/>
                  </a:cubicBezTo>
                  <a:cubicBezTo>
                    <a:pt x="18811" y="43689"/>
                    <a:pt x="18100" y="43564"/>
                    <a:pt x="17200" y="43480"/>
                  </a:cubicBezTo>
                  <a:cubicBezTo>
                    <a:pt x="17284" y="42497"/>
                    <a:pt x="17367" y="41618"/>
                    <a:pt x="17472" y="40760"/>
                  </a:cubicBezTo>
                  <a:cubicBezTo>
                    <a:pt x="17514" y="40572"/>
                    <a:pt x="17702" y="40341"/>
                    <a:pt x="17870" y="40279"/>
                  </a:cubicBezTo>
                  <a:cubicBezTo>
                    <a:pt x="19104" y="39818"/>
                    <a:pt x="20339" y="39400"/>
                    <a:pt x="21699" y="38919"/>
                  </a:cubicBezTo>
                  <a:close/>
                  <a:moveTo>
                    <a:pt x="32119" y="32118"/>
                  </a:moveTo>
                  <a:lnTo>
                    <a:pt x="32119" y="32118"/>
                  </a:lnTo>
                  <a:cubicBezTo>
                    <a:pt x="31972" y="36010"/>
                    <a:pt x="31826" y="39588"/>
                    <a:pt x="31679" y="43354"/>
                  </a:cubicBezTo>
                  <a:cubicBezTo>
                    <a:pt x="30445" y="43480"/>
                    <a:pt x="29189" y="43626"/>
                    <a:pt x="27955" y="43752"/>
                  </a:cubicBezTo>
                  <a:lnTo>
                    <a:pt x="27955" y="35571"/>
                  </a:lnTo>
                  <a:cubicBezTo>
                    <a:pt x="29189" y="34546"/>
                    <a:pt x="30549" y="33416"/>
                    <a:pt x="32119" y="32118"/>
                  </a:cubicBezTo>
                  <a:close/>
                  <a:moveTo>
                    <a:pt x="101752" y="39232"/>
                  </a:moveTo>
                  <a:cubicBezTo>
                    <a:pt x="102150" y="41116"/>
                    <a:pt x="101313" y="42957"/>
                    <a:pt x="102255" y="44735"/>
                  </a:cubicBezTo>
                  <a:cubicBezTo>
                    <a:pt x="97965" y="44861"/>
                    <a:pt x="93760" y="45007"/>
                    <a:pt x="89470" y="45133"/>
                  </a:cubicBezTo>
                  <a:cubicBezTo>
                    <a:pt x="89617" y="43187"/>
                    <a:pt x="89763" y="41409"/>
                    <a:pt x="89931" y="39463"/>
                  </a:cubicBezTo>
                  <a:cubicBezTo>
                    <a:pt x="91183" y="39343"/>
                    <a:pt x="92436" y="39310"/>
                    <a:pt x="93689" y="39310"/>
                  </a:cubicBezTo>
                  <a:cubicBezTo>
                    <a:pt x="95217" y="39310"/>
                    <a:pt x="96745" y="39359"/>
                    <a:pt x="98276" y="39359"/>
                  </a:cubicBezTo>
                  <a:cubicBezTo>
                    <a:pt x="99433" y="39359"/>
                    <a:pt x="100592" y="39331"/>
                    <a:pt x="101752" y="39232"/>
                  </a:cubicBezTo>
                  <a:close/>
                  <a:moveTo>
                    <a:pt x="55051" y="40404"/>
                  </a:moveTo>
                  <a:cubicBezTo>
                    <a:pt x="55302" y="42141"/>
                    <a:pt x="55156" y="43668"/>
                    <a:pt x="54863" y="45342"/>
                  </a:cubicBezTo>
                  <a:cubicBezTo>
                    <a:pt x="52728" y="45279"/>
                    <a:pt x="50573" y="45133"/>
                    <a:pt x="48439" y="45133"/>
                  </a:cubicBezTo>
                  <a:cubicBezTo>
                    <a:pt x="46263" y="45154"/>
                    <a:pt x="44087" y="45321"/>
                    <a:pt x="41890" y="45426"/>
                  </a:cubicBezTo>
                  <a:cubicBezTo>
                    <a:pt x="41409" y="43961"/>
                    <a:pt x="41346" y="41973"/>
                    <a:pt x="41660" y="40404"/>
                  </a:cubicBezTo>
                  <a:close/>
                  <a:moveTo>
                    <a:pt x="76791" y="35696"/>
                  </a:moveTo>
                  <a:cubicBezTo>
                    <a:pt x="80620" y="39023"/>
                    <a:pt x="84428" y="42204"/>
                    <a:pt x="88738" y="44714"/>
                  </a:cubicBezTo>
                  <a:cubicBezTo>
                    <a:pt x="88717" y="44819"/>
                    <a:pt x="88696" y="44924"/>
                    <a:pt x="88675" y="45028"/>
                  </a:cubicBezTo>
                  <a:cubicBezTo>
                    <a:pt x="87483" y="45070"/>
                    <a:pt x="86290" y="45133"/>
                    <a:pt x="85034" y="45196"/>
                  </a:cubicBezTo>
                  <a:cubicBezTo>
                    <a:pt x="84804" y="45823"/>
                    <a:pt x="84595" y="46430"/>
                    <a:pt x="84344" y="47183"/>
                  </a:cubicBezTo>
                  <a:cubicBezTo>
                    <a:pt x="81477" y="43857"/>
                    <a:pt x="78674" y="40613"/>
                    <a:pt x="75765" y="37203"/>
                  </a:cubicBezTo>
                  <a:cubicBezTo>
                    <a:pt x="76058" y="36743"/>
                    <a:pt x="76393" y="36282"/>
                    <a:pt x="76791" y="35696"/>
                  </a:cubicBezTo>
                  <a:close/>
                  <a:moveTo>
                    <a:pt x="70011" y="34859"/>
                  </a:moveTo>
                  <a:cubicBezTo>
                    <a:pt x="70346" y="35403"/>
                    <a:pt x="70660" y="35927"/>
                    <a:pt x="70995" y="36491"/>
                  </a:cubicBezTo>
                  <a:cubicBezTo>
                    <a:pt x="67772" y="40739"/>
                    <a:pt x="63588" y="44108"/>
                    <a:pt x="60596" y="48753"/>
                  </a:cubicBezTo>
                  <a:cubicBezTo>
                    <a:pt x="60407" y="47518"/>
                    <a:pt x="60240" y="46535"/>
                    <a:pt x="60073" y="45342"/>
                  </a:cubicBezTo>
                  <a:lnTo>
                    <a:pt x="55783" y="45342"/>
                  </a:lnTo>
                  <a:cubicBezTo>
                    <a:pt x="55637" y="43647"/>
                    <a:pt x="55679" y="43731"/>
                    <a:pt x="56976" y="43082"/>
                  </a:cubicBezTo>
                  <a:cubicBezTo>
                    <a:pt x="58441" y="42329"/>
                    <a:pt x="59842" y="41471"/>
                    <a:pt x="61244" y="40634"/>
                  </a:cubicBezTo>
                  <a:cubicBezTo>
                    <a:pt x="62667" y="39756"/>
                    <a:pt x="64090" y="38835"/>
                    <a:pt x="65492" y="37914"/>
                  </a:cubicBezTo>
                  <a:cubicBezTo>
                    <a:pt x="66977" y="36952"/>
                    <a:pt x="68421" y="35947"/>
                    <a:pt x="70011" y="34859"/>
                  </a:cubicBezTo>
                  <a:close/>
                  <a:moveTo>
                    <a:pt x="103460" y="45703"/>
                  </a:moveTo>
                  <a:cubicBezTo>
                    <a:pt x="104965" y="45703"/>
                    <a:pt x="106385" y="45769"/>
                    <a:pt x="107297" y="45907"/>
                  </a:cubicBezTo>
                  <a:cubicBezTo>
                    <a:pt x="106900" y="50992"/>
                    <a:pt x="106523" y="55992"/>
                    <a:pt x="106879" y="61098"/>
                  </a:cubicBezTo>
                  <a:lnTo>
                    <a:pt x="97107" y="61098"/>
                  </a:lnTo>
                  <a:cubicBezTo>
                    <a:pt x="97212" y="56055"/>
                    <a:pt x="97296" y="51096"/>
                    <a:pt x="97379" y="46158"/>
                  </a:cubicBezTo>
                  <a:cubicBezTo>
                    <a:pt x="98529" y="45864"/>
                    <a:pt x="101099" y="45703"/>
                    <a:pt x="103460" y="45703"/>
                  </a:cubicBezTo>
                  <a:close/>
                  <a:moveTo>
                    <a:pt x="96605" y="46116"/>
                  </a:moveTo>
                  <a:cubicBezTo>
                    <a:pt x="96438" y="51096"/>
                    <a:pt x="96270" y="56013"/>
                    <a:pt x="96103" y="61035"/>
                  </a:cubicBezTo>
                  <a:cubicBezTo>
                    <a:pt x="92818" y="61139"/>
                    <a:pt x="89512" y="61244"/>
                    <a:pt x="86122" y="61328"/>
                  </a:cubicBezTo>
                  <a:cubicBezTo>
                    <a:pt x="85976" y="56264"/>
                    <a:pt x="85830" y="51284"/>
                    <a:pt x="85704" y="46116"/>
                  </a:cubicBezTo>
                  <a:close/>
                  <a:moveTo>
                    <a:pt x="48753" y="46033"/>
                  </a:moveTo>
                  <a:cubicBezTo>
                    <a:pt x="52394" y="46137"/>
                    <a:pt x="55909" y="46263"/>
                    <a:pt x="59570" y="46388"/>
                  </a:cubicBezTo>
                  <a:cubicBezTo>
                    <a:pt x="59403" y="48983"/>
                    <a:pt x="59215" y="51494"/>
                    <a:pt x="59089" y="54005"/>
                  </a:cubicBezTo>
                  <a:cubicBezTo>
                    <a:pt x="58943" y="56515"/>
                    <a:pt x="58838" y="59026"/>
                    <a:pt x="58713" y="61684"/>
                  </a:cubicBezTo>
                  <a:cubicBezTo>
                    <a:pt x="55093" y="61788"/>
                    <a:pt x="51661" y="61872"/>
                    <a:pt x="48188" y="61956"/>
                  </a:cubicBezTo>
                  <a:cubicBezTo>
                    <a:pt x="47937" y="61202"/>
                    <a:pt x="47832" y="60533"/>
                    <a:pt x="47874" y="59759"/>
                  </a:cubicBezTo>
                  <a:cubicBezTo>
                    <a:pt x="48062" y="56976"/>
                    <a:pt x="48083" y="54172"/>
                    <a:pt x="48230" y="51389"/>
                  </a:cubicBezTo>
                  <a:cubicBezTo>
                    <a:pt x="48334" y="49632"/>
                    <a:pt x="48565" y="47895"/>
                    <a:pt x="48753" y="46033"/>
                  </a:cubicBezTo>
                  <a:close/>
                  <a:moveTo>
                    <a:pt x="47518" y="46137"/>
                  </a:moveTo>
                  <a:lnTo>
                    <a:pt x="47518" y="46137"/>
                  </a:lnTo>
                  <a:cubicBezTo>
                    <a:pt x="47351" y="51410"/>
                    <a:pt x="47184" y="56536"/>
                    <a:pt x="47016" y="61851"/>
                  </a:cubicBezTo>
                  <a:cubicBezTo>
                    <a:pt x="46493" y="61893"/>
                    <a:pt x="45886" y="61914"/>
                    <a:pt x="45301" y="61935"/>
                  </a:cubicBezTo>
                  <a:cubicBezTo>
                    <a:pt x="42769" y="62018"/>
                    <a:pt x="40237" y="62102"/>
                    <a:pt x="37726" y="62165"/>
                  </a:cubicBezTo>
                  <a:cubicBezTo>
                    <a:pt x="37635" y="62172"/>
                    <a:pt x="37545" y="62174"/>
                    <a:pt x="37448" y="62174"/>
                  </a:cubicBezTo>
                  <a:cubicBezTo>
                    <a:pt x="37254" y="62174"/>
                    <a:pt x="37036" y="62165"/>
                    <a:pt x="36743" y="62165"/>
                  </a:cubicBezTo>
                  <a:cubicBezTo>
                    <a:pt x="36722" y="61495"/>
                    <a:pt x="36659" y="60847"/>
                    <a:pt x="36701" y="60198"/>
                  </a:cubicBezTo>
                  <a:cubicBezTo>
                    <a:pt x="36826" y="58733"/>
                    <a:pt x="37057" y="57290"/>
                    <a:pt x="37140" y="55825"/>
                  </a:cubicBezTo>
                  <a:cubicBezTo>
                    <a:pt x="37245" y="53440"/>
                    <a:pt x="37245" y="51054"/>
                    <a:pt x="37287" y="48648"/>
                  </a:cubicBezTo>
                  <a:cubicBezTo>
                    <a:pt x="37308" y="47958"/>
                    <a:pt x="37308" y="47246"/>
                    <a:pt x="37308" y="46388"/>
                  </a:cubicBezTo>
                  <a:cubicBezTo>
                    <a:pt x="40676" y="46305"/>
                    <a:pt x="43982" y="46221"/>
                    <a:pt x="47518" y="46137"/>
                  </a:cubicBezTo>
                  <a:close/>
                  <a:moveTo>
                    <a:pt x="97191" y="1"/>
                  </a:moveTo>
                  <a:cubicBezTo>
                    <a:pt x="95182" y="3076"/>
                    <a:pt x="93906" y="6361"/>
                    <a:pt x="92128" y="9479"/>
                  </a:cubicBezTo>
                  <a:cubicBezTo>
                    <a:pt x="91416" y="8328"/>
                    <a:pt x="90726" y="7261"/>
                    <a:pt x="89972" y="6069"/>
                  </a:cubicBezTo>
                  <a:cubicBezTo>
                    <a:pt x="88863" y="7575"/>
                    <a:pt x="88884" y="9416"/>
                    <a:pt x="87901" y="10735"/>
                  </a:cubicBezTo>
                  <a:cubicBezTo>
                    <a:pt x="86478" y="10986"/>
                    <a:pt x="86499" y="10986"/>
                    <a:pt x="86394" y="12304"/>
                  </a:cubicBezTo>
                  <a:cubicBezTo>
                    <a:pt x="86311" y="13580"/>
                    <a:pt x="86206" y="14856"/>
                    <a:pt x="86081" y="16175"/>
                  </a:cubicBezTo>
                  <a:cubicBezTo>
                    <a:pt x="85725" y="16216"/>
                    <a:pt x="85432" y="16321"/>
                    <a:pt x="85118" y="16321"/>
                  </a:cubicBezTo>
                  <a:cubicBezTo>
                    <a:pt x="82293" y="16300"/>
                    <a:pt x="79448" y="16237"/>
                    <a:pt x="76623" y="16216"/>
                  </a:cubicBezTo>
                  <a:cubicBezTo>
                    <a:pt x="76037" y="16216"/>
                    <a:pt x="75598" y="15986"/>
                    <a:pt x="75200" y="15610"/>
                  </a:cubicBezTo>
                  <a:cubicBezTo>
                    <a:pt x="74710" y="15141"/>
                    <a:pt x="74486" y="14940"/>
                    <a:pt x="74208" y="14940"/>
                  </a:cubicBezTo>
                  <a:cubicBezTo>
                    <a:pt x="73963" y="14940"/>
                    <a:pt x="73676" y="15095"/>
                    <a:pt x="73129" y="15359"/>
                  </a:cubicBezTo>
                  <a:cubicBezTo>
                    <a:pt x="72376" y="15714"/>
                    <a:pt x="71581" y="16133"/>
                    <a:pt x="70785" y="16154"/>
                  </a:cubicBezTo>
                  <a:cubicBezTo>
                    <a:pt x="70687" y="16155"/>
                    <a:pt x="70589" y="16155"/>
                    <a:pt x="70491" y="16155"/>
                  </a:cubicBezTo>
                  <a:cubicBezTo>
                    <a:pt x="68516" y="16155"/>
                    <a:pt x="66523" y="15963"/>
                    <a:pt x="64550" y="15924"/>
                  </a:cubicBezTo>
                  <a:cubicBezTo>
                    <a:pt x="63619" y="15903"/>
                    <a:pt x="62688" y="15897"/>
                    <a:pt x="61744" y="15897"/>
                  </a:cubicBezTo>
                  <a:cubicBezTo>
                    <a:pt x="60800" y="15897"/>
                    <a:pt x="59842" y="15903"/>
                    <a:pt x="58859" y="15903"/>
                  </a:cubicBezTo>
                  <a:cubicBezTo>
                    <a:pt x="58817" y="15233"/>
                    <a:pt x="58796" y="14710"/>
                    <a:pt x="58754" y="14187"/>
                  </a:cubicBezTo>
                  <a:cubicBezTo>
                    <a:pt x="58692" y="13622"/>
                    <a:pt x="58650" y="13057"/>
                    <a:pt x="58566" y="12471"/>
                  </a:cubicBezTo>
                  <a:cubicBezTo>
                    <a:pt x="58467" y="11917"/>
                    <a:pt x="58069" y="11420"/>
                    <a:pt x="57602" y="11420"/>
                  </a:cubicBezTo>
                  <a:cubicBezTo>
                    <a:pt x="57575" y="11420"/>
                    <a:pt x="57547" y="11422"/>
                    <a:pt x="57520" y="11425"/>
                  </a:cubicBezTo>
                  <a:cubicBezTo>
                    <a:pt x="57412" y="11440"/>
                    <a:pt x="57313" y="11447"/>
                    <a:pt x="57221" y="11447"/>
                  </a:cubicBezTo>
                  <a:cubicBezTo>
                    <a:pt x="56259" y="11447"/>
                    <a:pt x="56117" y="10686"/>
                    <a:pt x="55888" y="9960"/>
                  </a:cubicBezTo>
                  <a:cubicBezTo>
                    <a:pt x="55679" y="9374"/>
                    <a:pt x="55595" y="8747"/>
                    <a:pt x="55386" y="8161"/>
                  </a:cubicBezTo>
                  <a:cubicBezTo>
                    <a:pt x="55260" y="7784"/>
                    <a:pt x="55030" y="7429"/>
                    <a:pt x="54800" y="6926"/>
                  </a:cubicBezTo>
                  <a:cubicBezTo>
                    <a:pt x="53837" y="8203"/>
                    <a:pt x="53879" y="9856"/>
                    <a:pt x="52477" y="10755"/>
                  </a:cubicBezTo>
                  <a:cubicBezTo>
                    <a:pt x="52184" y="10107"/>
                    <a:pt x="51871" y="9479"/>
                    <a:pt x="51619" y="8810"/>
                  </a:cubicBezTo>
                  <a:cubicBezTo>
                    <a:pt x="50824" y="6696"/>
                    <a:pt x="50071" y="4562"/>
                    <a:pt x="49276" y="2449"/>
                  </a:cubicBezTo>
                  <a:cubicBezTo>
                    <a:pt x="49067" y="1884"/>
                    <a:pt x="48941" y="1214"/>
                    <a:pt x="47979" y="1151"/>
                  </a:cubicBezTo>
                  <a:cubicBezTo>
                    <a:pt x="47163" y="2616"/>
                    <a:pt x="46326" y="4123"/>
                    <a:pt x="45468" y="5608"/>
                  </a:cubicBezTo>
                  <a:cubicBezTo>
                    <a:pt x="44631" y="7094"/>
                    <a:pt x="43752" y="8558"/>
                    <a:pt x="42894" y="10023"/>
                  </a:cubicBezTo>
                  <a:cubicBezTo>
                    <a:pt x="41869" y="9186"/>
                    <a:pt x="42225" y="7596"/>
                    <a:pt x="40823" y="7052"/>
                  </a:cubicBezTo>
                  <a:cubicBezTo>
                    <a:pt x="40049" y="8558"/>
                    <a:pt x="39295" y="10002"/>
                    <a:pt x="38500" y="11530"/>
                  </a:cubicBezTo>
                  <a:cubicBezTo>
                    <a:pt x="37454" y="11802"/>
                    <a:pt x="37391" y="11969"/>
                    <a:pt x="37370" y="12827"/>
                  </a:cubicBezTo>
                  <a:cubicBezTo>
                    <a:pt x="37308" y="14773"/>
                    <a:pt x="37203" y="16719"/>
                    <a:pt x="37119" y="18665"/>
                  </a:cubicBezTo>
                  <a:cubicBezTo>
                    <a:pt x="37015" y="20652"/>
                    <a:pt x="36785" y="22640"/>
                    <a:pt x="37224" y="24628"/>
                  </a:cubicBezTo>
                  <a:cubicBezTo>
                    <a:pt x="36806" y="25088"/>
                    <a:pt x="36366" y="25527"/>
                    <a:pt x="35969" y="26009"/>
                  </a:cubicBezTo>
                  <a:cubicBezTo>
                    <a:pt x="32328" y="30445"/>
                    <a:pt x="28185" y="34274"/>
                    <a:pt x="23038" y="36931"/>
                  </a:cubicBezTo>
                  <a:cubicBezTo>
                    <a:pt x="19230" y="38898"/>
                    <a:pt x="15233" y="40279"/>
                    <a:pt x="11007" y="41032"/>
                  </a:cubicBezTo>
                  <a:cubicBezTo>
                    <a:pt x="9458" y="41325"/>
                    <a:pt x="7910" y="41597"/>
                    <a:pt x="6362" y="41890"/>
                  </a:cubicBezTo>
                  <a:cubicBezTo>
                    <a:pt x="6362" y="41973"/>
                    <a:pt x="6383" y="42078"/>
                    <a:pt x="6404" y="42183"/>
                  </a:cubicBezTo>
                  <a:cubicBezTo>
                    <a:pt x="8412" y="41953"/>
                    <a:pt x="10442" y="41722"/>
                    <a:pt x="12409" y="41492"/>
                  </a:cubicBezTo>
                  <a:cubicBezTo>
                    <a:pt x="12534" y="42099"/>
                    <a:pt x="12618" y="42559"/>
                    <a:pt x="12722" y="43020"/>
                  </a:cubicBezTo>
                  <a:cubicBezTo>
                    <a:pt x="12785" y="43041"/>
                    <a:pt x="12848" y="43041"/>
                    <a:pt x="12932" y="43061"/>
                  </a:cubicBezTo>
                  <a:cubicBezTo>
                    <a:pt x="13120" y="42476"/>
                    <a:pt x="13308" y="41911"/>
                    <a:pt x="13538" y="41178"/>
                  </a:cubicBezTo>
                  <a:cubicBezTo>
                    <a:pt x="13676" y="41211"/>
                    <a:pt x="13815" y="41225"/>
                    <a:pt x="13956" y="41225"/>
                  </a:cubicBezTo>
                  <a:cubicBezTo>
                    <a:pt x="14634" y="41225"/>
                    <a:pt x="15343" y="40906"/>
                    <a:pt x="16081" y="40906"/>
                  </a:cubicBezTo>
                  <a:cubicBezTo>
                    <a:pt x="16257" y="40906"/>
                    <a:pt x="16435" y="40924"/>
                    <a:pt x="16614" y="40969"/>
                  </a:cubicBezTo>
                  <a:cubicBezTo>
                    <a:pt x="16572" y="41932"/>
                    <a:pt x="16531" y="42769"/>
                    <a:pt x="16489" y="43647"/>
                  </a:cubicBezTo>
                  <a:cubicBezTo>
                    <a:pt x="15498" y="43647"/>
                    <a:pt x="14489" y="43675"/>
                    <a:pt x="13487" y="43675"/>
                  </a:cubicBezTo>
                  <a:cubicBezTo>
                    <a:pt x="12985" y="43675"/>
                    <a:pt x="12485" y="43668"/>
                    <a:pt x="11990" y="43647"/>
                  </a:cubicBezTo>
                  <a:cubicBezTo>
                    <a:pt x="11560" y="43628"/>
                    <a:pt x="11103" y="43620"/>
                    <a:pt x="10629" y="43620"/>
                  </a:cubicBezTo>
                  <a:cubicBezTo>
                    <a:pt x="8418" y="43620"/>
                    <a:pt x="5815" y="43792"/>
                    <a:pt x="3640" y="43792"/>
                  </a:cubicBezTo>
                  <a:cubicBezTo>
                    <a:pt x="3241" y="43792"/>
                    <a:pt x="2856" y="43787"/>
                    <a:pt x="2491" y="43773"/>
                  </a:cubicBezTo>
                  <a:cubicBezTo>
                    <a:pt x="2438" y="43769"/>
                    <a:pt x="2385" y="43768"/>
                    <a:pt x="2331" y="43768"/>
                  </a:cubicBezTo>
                  <a:cubicBezTo>
                    <a:pt x="1733" y="43768"/>
                    <a:pt x="1120" y="43970"/>
                    <a:pt x="524" y="44066"/>
                  </a:cubicBezTo>
                  <a:cubicBezTo>
                    <a:pt x="545" y="44170"/>
                    <a:pt x="545" y="44275"/>
                    <a:pt x="545" y="44380"/>
                  </a:cubicBezTo>
                  <a:cubicBezTo>
                    <a:pt x="838" y="44422"/>
                    <a:pt x="1110" y="44463"/>
                    <a:pt x="1382" y="44484"/>
                  </a:cubicBezTo>
                  <a:cubicBezTo>
                    <a:pt x="1504" y="44495"/>
                    <a:pt x="1638" y="44499"/>
                    <a:pt x="1780" y="44499"/>
                  </a:cubicBezTo>
                  <a:cubicBezTo>
                    <a:pt x="2932" y="44499"/>
                    <a:pt x="4665" y="44197"/>
                    <a:pt x="5817" y="44197"/>
                  </a:cubicBezTo>
                  <a:cubicBezTo>
                    <a:pt x="5959" y="44197"/>
                    <a:pt x="6093" y="44202"/>
                    <a:pt x="6215" y="44212"/>
                  </a:cubicBezTo>
                  <a:cubicBezTo>
                    <a:pt x="6968" y="44275"/>
                    <a:pt x="7722" y="44422"/>
                    <a:pt x="8475" y="44422"/>
                  </a:cubicBezTo>
                  <a:cubicBezTo>
                    <a:pt x="10214" y="44434"/>
                    <a:pt x="11954" y="44446"/>
                    <a:pt x="13698" y="44446"/>
                  </a:cubicBezTo>
                  <a:cubicBezTo>
                    <a:pt x="14974" y="44446"/>
                    <a:pt x="16253" y="44439"/>
                    <a:pt x="17535" y="44422"/>
                  </a:cubicBezTo>
                  <a:cubicBezTo>
                    <a:pt x="21615" y="44359"/>
                    <a:pt x="25695" y="44275"/>
                    <a:pt x="29796" y="44170"/>
                  </a:cubicBezTo>
                  <a:cubicBezTo>
                    <a:pt x="32181" y="44108"/>
                    <a:pt x="34588" y="43961"/>
                    <a:pt x="36973" y="43919"/>
                  </a:cubicBezTo>
                  <a:cubicBezTo>
                    <a:pt x="37067" y="43918"/>
                    <a:pt x="37160" y="43917"/>
                    <a:pt x="37254" y="43917"/>
                  </a:cubicBezTo>
                  <a:cubicBezTo>
                    <a:pt x="38392" y="43917"/>
                    <a:pt x="39521" y="44027"/>
                    <a:pt x="40739" y="44066"/>
                  </a:cubicBezTo>
                  <a:cubicBezTo>
                    <a:pt x="40697" y="44568"/>
                    <a:pt x="40676" y="44903"/>
                    <a:pt x="40635" y="45405"/>
                  </a:cubicBezTo>
                  <a:cubicBezTo>
                    <a:pt x="39244" y="45363"/>
                    <a:pt x="37838" y="45344"/>
                    <a:pt x="36421" y="45344"/>
                  </a:cubicBezTo>
                  <a:cubicBezTo>
                    <a:pt x="25614" y="45344"/>
                    <a:pt x="14131" y="46427"/>
                    <a:pt x="3388" y="46427"/>
                  </a:cubicBezTo>
                  <a:cubicBezTo>
                    <a:pt x="2250" y="46427"/>
                    <a:pt x="1120" y="46415"/>
                    <a:pt x="1" y="46388"/>
                  </a:cubicBezTo>
                  <a:lnTo>
                    <a:pt x="1" y="46388"/>
                  </a:lnTo>
                  <a:cubicBezTo>
                    <a:pt x="398" y="46723"/>
                    <a:pt x="796" y="47016"/>
                    <a:pt x="1235" y="47058"/>
                  </a:cubicBezTo>
                  <a:cubicBezTo>
                    <a:pt x="1576" y="47095"/>
                    <a:pt x="1954" y="47110"/>
                    <a:pt x="2356" y="47110"/>
                  </a:cubicBezTo>
                  <a:cubicBezTo>
                    <a:pt x="4289" y="47110"/>
                    <a:pt x="6798" y="46757"/>
                    <a:pt x="8566" y="46757"/>
                  </a:cubicBezTo>
                  <a:cubicBezTo>
                    <a:pt x="8716" y="46757"/>
                    <a:pt x="8860" y="46760"/>
                    <a:pt x="8998" y="46765"/>
                  </a:cubicBezTo>
                  <a:cubicBezTo>
                    <a:pt x="9185" y="46774"/>
                    <a:pt x="9372" y="46778"/>
                    <a:pt x="9560" y="46778"/>
                  </a:cubicBezTo>
                  <a:cubicBezTo>
                    <a:pt x="10695" y="46778"/>
                    <a:pt x="11842" y="46636"/>
                    <a:pt x="12974" y="46619"/>
                  </a:cubicBezTo>
                  <a:cubicBezTo>
                    <a:pt x="16823" y="46556"/>
                    <a:pt x="20694" y="46535"/>
                    <a:pt x="24544" y="46472"/>
                  </a:cubicBezTo>
                  <a:cubicBezTo>
                    <a:pt x="27913" y="46430"/>
                    <a:pt x="31282" y="46367"/>
                    <a:pt x="34671" y="46326"/>
                  </a:cubicBezTo>
                  <a:cubicBezTo>
                    <a:pt x="35173" y="46326"/>
                    <a:pt x="35697" y="46409"/>
                    <a:pt x="36220" y="46451"/>
                  </a:cubicBezTo>
                  <a:cubicBezTo>
                    <a:pt x="36220" y="47769"/>
                    <a:pt x="36262" y="48920"/>
                    <a:pt x="36199" y="50071"/>
                  </a:cubicBezTo>
                  <a:cubicBezTo>
                    <a:pt x="36031" y="53774"/>
                    <a:pt x="35822" y="57457"/>
                    <a:pt x="35634" y="61139"/>
                  </a:cubicBezTo>
                  <a:cubicBezTo>
                    <a:pt x="35550" y="62500"/>
                    <a:pt x="35801" y="62772"/>
                    <a:pt x="37140" y="62897"/>
                  </a:cubicBezTo>
                  <a:cubicBezTo>
                    <a:pt x="37454" y="62918"/>
                    <a:pt x="37768" y="62939"/>
                    <a:pt x="38082" y="62939"/>
                  </a:cubicBezTo>
                  <a:cubicBezTo>
                    <a:pt x="40739" y="62918"/>
                    <a:pt x="43396" y="62897"/>
                    <a:pt x="46054" y="62876"/>
                  </a:cubicBezTo>
                  <a:cubicBezTo>
                    <a:pt x="47246" y="62855"/>
                    <a:pt x="48439" y="62834"/>
                    <a:pt x="49632" y="62792"/>
                  </a:cubicBezTo>
                  <a:cubicBezTo>
                    <a:pt x="51536" y="62751"/>
                    <a:pt x="53440" y="62751"/>
                    <a:pt x="55344" y="62646"/>
                  </a:cubicBezTo>
                  <a:cubicBezTo>
                    <a:pt x="55651" y="62627"/>
                    <a:pt x="55961" y="62624"/>
                    <a:pt x="56274" y="62624"/>
                  </a:cubicBezTo>
                  <a:cubicBezTo>
                    <a:pt x="56430" y="62624"/>
                    <a:pt x="56587" y="62625"/>
                    <a:pt x="56745" y="62625"/>
                  </a:cubicBezTo>
                  <a:cubicBezTo>
                    <a:pt x="57692" y="62625"/>
                    <a:pt x="58664" y="62597"/>
                    <a:pt x="59654" y="62207"/>
                  </a:cubicBezTo>
                  <a:cubicBezTo>
                    <a:pt x="59759" y="60847"/>
                    <a:pt x="59884" y="59466"/>
                    <a:pt x="59968" y="58106"/>
                  </a:cubicBezTo>
                  <a:cubicBezTo>
                    <a:pt x="60114" y="55574"/>
                    <a:pt x="60219" y="53042"/>
                    <a:pt x="60366" y="50510"/>
                  </a:cubicBezTo>
                  <a:cubicBezTo>
                    <a:pt x="60386" y="50176"/>
                    <a:pt x="60470" y="49799"/>
                    <a:pt x="60658" y="49548"/>
                  </a:cubicBezTo>
                  <a:cubicBezTo>
                    <a:pt x="62081" y="47790"/>
                    <a:pt x="63504" y="46012"/>
                    <a:pt x="65011" y="44338"/>
                  </a:cubicBezTo>
                  <a:cubicBezTo>
                    <a:pt x="66643" y="42517"/>
                    <a:pt x="68379" y="40781"/>
                    <a:pt x="70032" y="39002"/>
                  </a:cubicBezTo>
                  <a:cubicBezTo>
                    <a:pt x="70451" y="38542"/>
                    <a:pt x="70785" y="38019"/>
                    <a:pt x="71183" y="37538"/>
                  </a:cubicBezTo>
                  <a:cubicBezTo>
                    <a:pt x="71664" y="36952"/>
                    <a:pt x="71539" y="36345"/>
                    <a:pt x="71246" y="35801"/>
                  </a:cubicBezTo>
                  <a:cubicBezTo>
                    <a:pt x="70911" y="35173"/>
                    <a:pt x="70430" y="34650"/>
                    <a:pt x="70011" y="34064"/>
                  </a:cubicBezTo>
                  <a:cubicBezTo>
                    <a:pt x="68421" y="35131"/>
                    <a:pt x="66894" y="36178"/>
                    <a:pt x="65324" y="37182"/>
                  </a:cubicBezTo>
                  <a:cubicBezTo>
                    <a:pt x="63818" y="38165"/>
                    <a:pt x="62270" y="39128"/>
                    <a:pt x="60721" y="40111"/>
                  </a:cubicBezTo>
                  <a:cubicBezTo>
                    <a:pt x="59173" y="41095"/>
                    <a:pt x="57625" y="42099"/>
                    <a:pt x="55888" y="43208"/>
                  </a:cubicBezTo>
                  <a:lnTo>
                    <a:pt x="55888" y="40530"/>
                  </a:lnTo>
                  <a:cubicBezTo>
                    <a:pt x="56767" y="39860"/>
                    <a:pt x="56788" y="39714"/>
                    <a:pt x="56306" y="38396"/>
                  </a:cubicBezTo>
                  <a:cubicBezTo>
                    <a:pt x="56036" y="38378"/>
                    <a:pt x="55735" y="38329"/>
                    <a:pt x="55443" y="38329"/>
                  </a:cubicBezTo>
                  <a:cubicBezTo>
                    <a:pt x="55396" y="38329"/>
                    <a:pt x="55349" y="38330"/>
                    <a:pt x="55302" y="38333"/>
                  </a:cubicBezTo>
                  <a:cubicBezTo>
                    <a:pt x="51996" y="38333"/>
                    <a:pt x="48711" y="38375"/>
                    <a:pt x="45426" y="38375"/>
                  </a:cubicBezTo>
                  <a:cubicBezTo>
                    <a:pt x="45206" y="38379"/>
                    <a:pt x="44986" y="38380"/>
                    <a:pt x="44765" y="38380"/>
                  </a:cubicBezTo>
                  <a:cubicBezTo>
                    <a:pt x="43828" y="38380"/>
                    <a:pt x="42884" y="38350"/>
                    <a:pt x="41953" y="38333"/>
                  </a:cubicBezTo>
                  <a:cubicBezTo>
                    <a:pt x="41451" y="38333"/>
                    <a:pt x="41032" y="38165"/>
                    <a:pt x="41074" y="37580"/>
                  </a:cubicBezTo>
                  <a:cubicBezTo>
                    <a:pt x="41199" y="36052"/>
                    <a:pt x="41346" y="34504"/>
                    <a:pt x="41492" y="32955"/>
                  </a:cubicBezTo>
                  <a:cubicBezTo>
                    <a:pt x="43475" y="32807"/>
                    <a:pt x="45421" y="32753"/>
                    <a:pt x="47352" y="32753"/>
                  </a:cubicBezTo>
                  <a:cubicBezTo>
                    <a:pt x="50047" y="32753"/>
                    <a:pt x="52712" y="32858"/>
                    <a:pt x="55407" y="32955"/>
                  </a:cubicBezTo>
                  <a:cubicBezTo>
                    <a:pt x="55407" y="33981"/>
                    <a:pt x="55428" y="34818"/>
                    <a:pt x="55407" y="35655"/>
                  </a:cubicBezTo>
                  <a:cubicBezTo>
                    <a:pt x="55323" y="37475"/>
                    <a:pt x="55302" y="37496"/>
                    <a:pt x="55720" y="37998"/>
                  </a:cubicBezTo>
                  <a:cubicBezTo>
                    <a:pt x="55804" y="37810"/>
                    <a:pt x="55909" y="37663"/>
                    <a:pt x="55951" y="37517"/>
                  </a:cubicBezTo>
                  <a:cubicBezTo>
                    <a:pt x="56202" y="36450"/>
                    <a:pt x="56076" y="35403"/>
                    <a:pt x="55951" y="34336"/>
                  </a:cubicBezTo>
                  <a:cubicBezTo>
                    <a:pt x="55888" y="33918"/>
                    <a:pt x="55992" y="33353"/>
                    <a:pt x="56244" y="33018"/>
                  </a:cubicBezTo>
                  <a:cubicBezTo>
                    <a:pt x="56746" y="32328"/>
                    <a:pt x="56934" y="31616"/>
                    <a:pt x="56536" y="30905"/>
                  </a:cubicBezTo>
                  <a:cubicBezTo>
                    <a:pt x="56432" y="30675"/>
                    <a:pt x="56202" y="30465"/>
                    <a:pt x="56202" y="30256"/>
                  </a:cubicBezTo>
                  <a:cubicBezTo>
                    <a:pt x="56264" y="28394"/>
                    <a:pt x="56348" y="26553"/>
                    <a:pt x="56432" y="24732"/>
                  </a:cubicBezTo>
                  <a:cubicBezTo>
                    <a:pt x="57185" y="24628"/>
                    <a:pt x="57771" y="24544"/>
                    <a:pt x="58441" y="24460"/>
                  </a:cubicBezTo>
                  <a:cubicBezTo>
                    <a:pt x="58524" y="23163"/>
                    <a:pt x="58587" y="21950"/>
                    <a:pt x="58650" y="20610"/>
                  </a:cubicBezTo>
                  <a:cubicBezTo>
                    <a:pt x="60638" y="20548"/>
                    <a:pt x="62521" y="20464"/>
                    <a:pt x="64383" y="20380"/>
                  </a:cubicBezTo>
                  <a:cubicBezTo>
                    <a:pt x="66684" y="20297"/>
                    <a:pt x="69007" y="20213"/>
                    <a:pt x="71309" y="20108"/>
                  </a:cubicBezTo>
                  <a:cubicBezTo>
                    <a:pt x="71339" y="20107"/>
                    <a:pt x="71369" y="20106"/>
                    <a:pt x="71398" y="20106"/>
                  </a:cubicBezTo>
                  <a:cubicBezTo>
                    <a:pt x="71786" y="20106"/>
                    <a:pt x="72040" y="20238"/>
                    <a:pt x="72313" y="20569"/>
                  </a:cubicBezTo>
                  <a:cubicBezTo>
                    <a:pt x="72836" y="21196"/>
                    <a:pt x="73275" y="21970"/>
                    <a:pt x="74175" y="22263"/>
                  </a:cubicBezTo>
                  <a:cubicBezTo>
                    <a:pt x="74552" y="21950"/>
                    <a:pt x="74970" y="21657"/>
                    <a:pt x="75284" y="21301"/>
                  </a:cubicBezTo>
                  <a:cubicBezTo>
                    <a:pt x="75795" y="20771"/>
                    <a:pt x="76375" y="20583"/>
                    <a:pt x="77084" y="20583"/>
                  </a:cubicBezTo>
                  <a:cubicBezTo>
                    <a:pt x="77159" y="20583"/>
                    <a:pt x="77236" y="20586"/>
                    <a:pt x="77314" y="20590"/>
                  </a:cubicBezTo>
                  <a:cubicBezTo>
                    <a:pt x="78066" y="20626"/>
                    <a:pt x="78818" y="20635"/>
                    <a:pt x="79570" y="20635"/>
                  </a:cubicBezTo>
                  <a:cubicBezTo>
                    <a:pt x="80276" y="20635"/>
                    <a:pt x="80982" y="20627"/>
                    <a:pt x="81688" y="20627"/>
                  </a:cubicBezTo>
                  <a:cubicBezTo>
                    <a:pt x="81967" y="20627"/>
                    <a:pt x="82245" y="20628"/>
                    <a:pt x="82524" y="20631"/>
                  </a:cubicBezTo>
                  <a:lnTo>
                    <a:pt x="86039" y="20631"/>
                  </a:lnTo>
                  <a:cubicBezTo>
                    <a:pt x="86122" y="21740"/>
                    <a:pt x="86164" y="22745"/>
                    <a:pt x="86227" y="23854"/>
                  </a:cubicBezTo>
                  <a:cubicBezTo>
                    <a:pt x="91772" y="23916"/>
                    <a:pt x="97191" y="23791"/>
                    <a:pt x="102548" y="24147"/>
                  </a:cubicBezTo>
                  <a:lnTo>
                    <a:pt x="102548" y="29649"/>
                  </a:lnTo>
                  <a:lnTo>
                    <a:pt x="89847" y="29649"/>
                  </a:lnTo>
                  <a:cubicBezTo>
                    <a:pt x="89847" y="28708"/>
                    <a:pt x="89868" y="27766"/>
                    <a:pt x="89826" y="26846"/>
                  </a:cubicBezTo>
                  <a:cubicBezTo>
                    <a:pt x="89805" y="25967"/>
                    <a:pt x="90077" y="25025"/>
                    <a:pt x="89240" y="24063"/>
                  </a:cubicBezTo>
                  <a:cubicBezTo>
                    <a:pt x="89156" y="24439"/>
                    <a:pt x="89115" y="24586"/>
                    <a:pt x="89094" y="24732"/>
                  </a:cubicBezTo>
                  <a:cubicBezTo>
                    <a:pt x="89010" y="26260"/>
                    <a:pt x="88926" y="27766"/>
                    <a:pt x="88843" y="29273"/>
                  </a:cubicBezTo>
                  <a:cubicBezTo>
                    <a:pt x="88843" y="29482"/>
                    <a:pt x="88822" y="29712"/>
                    <a:pt x="88780" y="29921"/>
                  </a:cubicBezTo>
                  <a:cubicBezTo>
                    <a:pt x="88675" y="30340"/>
                    <a:pt x="88361" y="30779"/>
                    <a:pt x="88466" y="31135"/>
                  </a:cubicBezTo>
                  <a:cubicBezTo>
                    <a:pt x="88529" y="31470"/>
                    <a:pt x="89010" y="31700"/>
                    <a:pt x="89345" y="32014"/>
                  </a:cubicBezTo>
                  <a:cubicBezTo>
                    <a:pt x="89240" y="33646"/>
                    <a:pt x="89156" y="35299"/>
                    <a:pt x="89052" y="36994"/>
                  </a:cubicBezTo>
                  <a:cubicBezTo>
                    <a:pt x="87692" y="37349"/>
                    <a:pt x="87608" y="37475"/>
                    <a:pt x="87964" y="39002"/>
                  </a:cubicBezTo>
                  <a:cubicBezTo>
                    <a:pt x="88319" y="39170"/>
                    <a:pt x="88675" y="39316"/>
                    <a:pt x="89177" y="39546"/>
                  </a:cubicBezTo>
                  <a:cubicBezTo>
                    <a:pt x="89010" y="40906"/>
                    <a:pt x="88863" y="42183"/>
                    <a:pt x="88675" y="43585"/>
                  </a:cubicBezTo>
                  <a:cubicBezTo>
                    <a:pt x="84239" y="40990"/>
                    <a:pt x="80515" y="37789"/>
                    <a:pt x="76665" y="34692"/>
                  </a:cubicBezTo>
                  <a:cubicBezTo>
                    <a:pt x="76309" y="35173"/>
                    <a:pt x="75975" y="35634"/>
                    <a:pt x="75619" y="36094"/>
                  </a:cubicBezTo>
                  <a:cubicBezTo>
                    <a:pt x="74740" y="37224"/>
                    <a:pt x="74740" y="37266"/>
                    <a:pt x="75619" y="38333"/>
                  </a:cubicBezTo>
                  <a:cubicBezTo>
                    <a:pt x="77167" y="40174"/>
                    <a:pt x="78695" y="42015"/>
                    <a:pt x="80264" y="43836"/>
                  </a:cubicBezTo>
                  <a:cubicBezTo>
                    <a:pt x="81519" y="45321"/>
                    <a:pt x="82796" y="46786"/>
                    <a:pt x="84072" y="48251"/>
                  </a:cubicBezTo>
                  <a:cubicBezTo>
                    <a:pt x="84574" y="48815"/>
                    <a:pt x="84804" y="49401"/>
                    <a:pt x="84762" y="50196"/>
                  </a:cubicBezTo>
                  <a:cubicBezTo>
                    <a:pt x="84700" y="51284"/>
                    <a:pt x="84783" y="52414"/>
                    <a:pt x="84783" y="53523"/>
                  </a:cubicBezTo>
                  <a:cubicBezTo>
                    <a:pt x="84804" y="55658"/>
                    <a:pt x="84783" y="57792"/>
                    <a:pt x="84867" y="59926"/>
                  </a:cubicBezTo>
                  <a:cubicBezTo>
                    <a:pt x="84946" y="61866"/>
                    <a:pt x="85400" y="62083"/>
                    <a:pt x="86707" y="62083"/>
                  </a:cubicBezTo>
                  <a:cubicBezTo>
                    <a:pt x="86781" y="62083"/>
                    <a:pt x="86859" y="62082"/>
                    <a:pt x="86938" y="62081"/>
                  </a:cubicBezTo>
                  <a:cubicBezTo>
                    <a:pt x="89387" y="62060"/>
                    <a:pt x="91814" y="62081"/>
                    <a:pt x="94262" y="62039"/>
                  </a:cubicBezTo>
                  <a:cubicBezTo>
                    <a:pt x="96689" y="61997"/>
                    <a:pt x="99116" y="61893"/>
                    <a:pt x="101543" y="61851"/>
                  </a:cubicBezTo>
                  <a:cubicBezTo>
                    <a:pt x="102338" y="61840"/>
                    <a:pt x="103139" y="61840"/>
                    <a:pt x="103939" y="61840"/>
                  </a:cubicBezTo>
                  <a:cubicBezTo>
                    <a:pt x="104739" y="61840"/>
                    <a:pt x="105540" y="61840"/>
                    <a:pt x="106335" y="61830"/>
                  </a:cubicBezTo>
                  <a:cubicBezTo>
                    <a:pt x="107737" y="61809"/>
                    <a:pt x="108050" y="61432"/>
                    <a:pt x="107862" y="60072"/>
                  </a:cubicBezTo>
                  <a:cubicBezTo>
                    <a:pt x="107841" y="59884"/>
                    <a:pt x="107820" y="59717"/>
                    <a:pt x="107841" y="59549"/>
                  </a:cubicBezTo>
                  <a:cubicBezTo>
                    <a:pt x="107883" y="57290"/>
                    <a:pt x="107946" y="55030"/>
                    <a:pt x="107967" y="52770"/>
                  </a:cubicBezTo>
                  <a:cubicBezTo>
                    <a:pt x="107988" y="50468"/>
                    <a:pt x="107967" y="48167"/>
                    <a:pt x="107967" y="45782"/>
                  </a:cubicBezTo>
                  <a:cubicBezTo>
                    <a:pt x="108901" y="45782"/>
                    <a:pt x="109780" y="45791"/>
                    <a:pt x="110640" y="45791"/>
                  </a:cubicBezTo>
                  <a:cubicBezTo>
                    <a:pt x="111070" y="45791"/>
                    <a:pt x="111496" y="45789"/>
                    <a:pt x="111921" y="45782"/>
                  </a:cubicBezTo>
                  <a:cubicBezTo>
                    <a:pt x="113198" y="45740"/>
                    <a:pt x="114474" y="45572"/>
                    <a:pt x="115750" y="45572"/>
                  </a:cubicBezTo>
                  <a:cubicBezTo>
                    <a:pt x="118931" y="45572"/>
                    <a:pt x="122132" y="45677"/>
                    <a:pt x="125312" y="45698"/>
                  </a:cubicBezTo>
                  <a:cubicBezTo>
                    <a:pt x="129302" y="45738"/>
                    <a:pt x="133311" y="46034"/>
                    <a:pt x="137301" y="46034"/>
                  </a:cubicBezTo>
                  <a:cubicBezTo>
                    <a:pt x="137434" y="46034"/>
                    <a:pt x="137567" y="46033"/>
                    <a:pt x="137699" y="46033"/>
                  </a:cubicBezTo>
                  <a:cubicBezTo>
                    <a:pt x="137760" y="46032"/>
                    <a:pt x="137820" y="46032"/>
                    <a:pt x="137880" y="46032"/>
                  </a:cubicBezTo>
                  <a:cubicBezTo>
                    <a:pt x="139844" y="46032"/>
                    <a:pt x="141821" y="46308"/>
                    <a:pt x="143787" y="46308"/>
                  </a:cubicBezTo>
                  <a:cubicBezTo>
                    <a:pt x="144109" y="46308"/>
                    <a:pt x="144430" y="46301"/>
                    <a:pt x="144750" y="46284"/>
                  </a:cubicBezTo>
                  <a:cubicBezTo>
                    <a:pt x="145587" y="46221"/>
                    <a:pt x="146424" y="46116"/>
                    <a:pt x="147261" y="46033"/>
                  </a:cubicBezTo>
                  <a:cubicBezTo>
                    <a:pt x="139833" y="45844"/>
                    <a:pt x="132426" y="44924"/>
                    <a:pt x="124999" y="44798"/>
                  </a:cubicBezTo>
                  <a:cubicBezTo>
                    <a:pt x="123725" y="44777"/>
                    <a:pt x="122451" y="44769"/>
                    <a:pt x="121176" y="44769"/>
                  </a:cubicBezTo>
                  <a:cubicBezTo>
                    <a:pt x="117572" y="44769"/>
                    <a:pt x="113962" y="44832"/>
                    <a:pt x="110325" y="44832"/>
                  </a:cubicBezTo>
                  <a:cubicBezTo>
                    <a:pt x="107769" y="44832"/>
                    <a:pt x="105199" y="44801"/>
                    <a:pt x="102610" y="44694"/>
                  </a:cubicBezTo>
                  <a:lnTo>
                    <a:pt x="102610" y="39065"/>
                  </a:lnTo>
                  <a:cubicBezTo>
                    <a:pt x="103133" y="39002"/>
                    <a:pt x="103719" y="38919"/>
                    <a:pt x="104452" y="38835"/>
                  </a:cubicBezTo>
                  <a:cubicBezTo>
                    <a:pt x="104305" y="38270"/>
                    <a:pt x="104263" y="37726"/>
                    <a:pt x="104033" y="37287"/>
                  </a:cubicBezTo>
                  <a:cubicBezTo>
                    <a:pt x="103866" y="37015"/>
                    <a:pt x="103405" y="36931"/>
                    <a:pt x="103050" y="36763"/>
                  </a:cubicBezTo>
                  <a:lnTo>
                    <a:pt x="103050" y="31554"/>
                  </a:lnTo>
                  <a:cubicBezTo>
                    <a:pt x="103510" y="31470"/>
                    <a:pt x="103845" y="31407"/>
                    <a:pt x="104305" y="31323"/>
                  </a:cubicBezTo>
                  <a:cubicBezTo>
                    <a:pt x="104200" y="30842"/>
                    <a:pt x="104242" y="30298"/>
                    <a:pt x="103991" y="30026"/>
                  </a:cubicBezTo>
                  <a:cubicBezTo>
                    <a:pt x="103364" y="29377"/>
                    <a:pt x="103364" y="28666"/>
                    <a:pt x="103322" y="27850"/>
                  </a:cubicBezTo>
                  <a:cubicBezTo>
                    <a:pt x="103301" y="26616"/>
                    <a:pt x="103154" y="25402"/>
                    <a:pt x="103071" y="24167"/>
                  </a:cubicBezTo>
                  <a:lnTo>
                    <a:pt x="106397" y="24167"/>
                  </a:lnTo>
                  <a:cubicBezTo>
                    <a:pt x="105833" y="30298"/>
                    <a:pt x="106921" y="36240"/>
                    <a:pt x="106795" y="42371"/>
                  </a:cubicBezTo>
                  <a:lnTo>
                    <a:pt x="103322" y="42371"/>
                  </a:lnTo>
                  <a:cubicBezTo>
                    <a:pt x="103510" y="42727"/>
                    <a:pt x="103573" y="43041"/>
                    <a:pt x="103677" y="43061"/>
                  </a:cubicBezTo>
                  <a:cubicBezTo>
                    <a:pt x="104431" y="43187"/>
                    <a:pt x="105163" y="43313"/>
                    <a:pt x="105916" y="43313"/>
                  </a:cubicBezTo>
                  <a:cubicBezTo>
                    <a:pt x="106962" y="43313"/>
                    <a:pt x="108030" y="43166"/>
                    <a:pt x="109097" y="43145"/>
                  </a:cubicBezTo>
                  <a:cubicBezTo>
                    <a:pt x="111834" y="43130"/>
                    <a:pt x="114560" y="43116"/>
                    <a:pt x="117291" y="43116"/>
                  </a:cubicBezTo>
                  <a:cubicBezTo>
                    <a:pt x="118423" y="43116"/>
                    <a:pt x="119555" y="43118"/>
                    <a:pt x="120688" y="43124"/>
                  </a:cubicBezTo>
                  <a:cubicBezTo>
                    <a:pt x="122781" y="43124"/>
                    <a:pt x="124852" y="43250"/>
                    <a:pt x="126944" y="43250"/>
                  </a:cubicBezTo>
                  <a:cubicBezTo>
                    <a:pt x="129058" y="43271"/>
                    <a:pt x="131192" y="43459"/>
                    <a:pt x="133305" y="43459"/>
                  </a:cubicBezTo>
                  <a:cubicBezTo>
                    <a:pt x="135126" y="43480"/>
                    <a:pt x="136946" y="43878"/>
                    <a:pt x="138766" y="43898"/>
                  </a:cubicBezTo>
                  <a:cubicBezTo>
                    <a:pt x="139752" y="43898"/>
                    <a:pt x="140721" y="43766"/>
                    <a:pt x="141703" y="43766"/>
                  </a:cubicBezTo>
                  <a:cubicBezTo>
                    <a:pt x="141826" y="43766"/>
                    <a:pt x="141949" y="43768"/>
                    <a:pt x="142072" y="43773"/>
                  </a:cubicBezTo>
                  <a:cubicBezTo>
                    <a:pt x="142607" y="43787"/>
                    <a:pt x="143136" y="43806"/>
                    <a:pt x="143662" y="43806"/>
                  </a:cubicBezTo>
                  <a:cubicBezTo>
                    <a:pt x="144682" y="43806"/>
                    <a:pt x="145689" y="43735"/>
                    <a:pt x="146696" y="43417"/>
                  </a:cubicBezTo>
                  <a:cubicBezTo>
                    <a:pt x="139415" y="43313"/>
                    <a:pt x="132113" y="42350"/>
                    <a:pt x="124768" y="42245"/>
                  </a:cubicBezTo>
                  <a:lnTo>
                    <a:pt x="124768" y="38688"/>
                  </a:lnTo>
                  <a:cubicBezTo>
                    <a:pt x="126212" y="39107"/>
                    <a:pt x="127635" y="39525"/>
                    <a:pt x="129058" y="39944"/>
                  </a:cubicBezTo>
                  <a:cubicBezTo>
                    <a:pt x="129288" y="40613"/>
                    <a:pt x="128890" y="41409"/>
                    <a:pt x="129727" y="42141"/>
                  </a:cubicBezTo>
                  <a:cubicBezTo>
                    <a:pt x="129853" y="41283"/>
                    <a:pt x="129937" y="40655"/>
                    <a:pt x="130041" y="39986"/>
                  </a:cubicBezTo>
                  <a:cubicBezTo>
                    <a:pt x="131066" y="40195"/>
                    <a:pt x="131966" y="40676"/>
                    <a:pt x="132887" y="40865"/>
                  </a:cubicBezTo>
                  <a:cubicBezTo>
                    <a:pt x="132887" y="41304"/>
                    <a:pt x="132866" y="41597"/>
                    <a:pt x="132887" y="41911"/>
                  </a:cubicBezTo>
                  <a:cubicBezTo>
                    <a:pt x="132908" y="41994"/>
                    <a:pt x="133054" y="42057"/>
                    <a:pt x="133201" y="42183"/>
                  </a:cubicBezTo>
                  <a:cubicBezTo>
                    <a:pt x="133305" y="41764"/>
                    <a:pt x="133389" y="41409"/>
                    <a:pt x="133514" y="40927"/>
                  </a:cubicBezTo>
                  <a:cubicBezTo>
                    <a:pt x="134540" y="40990"/>
                    <a:pt x="135523" y="41032"/>
                    <a:pt x="136486" y="41116"/>
                  </a:cubicBezTo>
                  <a:cubicBezTo>
                    <a:pt x="138243" y="41241"/>
                    <a:pt x="140022" y="41681"/>
                    <a:pt x="141779" y="41785"/>
                  </a:cubicBezTo>
                  <a:cubicBezTo>
                    <a:pt x="141815" y="41788"/>
                    <a:pt x="141850" y="41789"/>
                    <a:pt x="141886" y="41789"/>
                  </a:cubicBezTo>
                  <a:cubicBezTo>
                    <a:pt x="142286" y="41789"/>
                    <a:pt x="142715" y="41628"/>
                    <a:pt x="143091" y="41628"/>
                  </a:cubicBezTo>
                  <a:cubicBezTo>
                    <a:pt x="143180" y="41628"/>
                    <a:pt x="143266" y="41637"/>
                    <a:pt x="143349" y="41660"/>
                  </a:cubicBezTo>
                  <a:cubicBezTo>
                    <a:pt x="143644" y="41751"/>
                    <a:pt x="143909" y="41791"/>
                    <a:pt x="144158" y="41791"/>
                  </a:cubicBezTo>
                  <a:cubicBezTo>
                    <a:pt x="144648" y="41791"/>
                    <a:pt x="145074" y="41638"/>
                    <a:pt x="145546" y="41429"/>
                  </a:cubicBezTo>
                  <a:cubicBezTo>
                    <a:pt x="145294" y="41325"/>
                    <a:pt x="145043" y="41325"/>
                    <a:pt x="144813" y="41325"/>
                  </a:cubicBezTo>
                  <a:cubicBezTo>
                    <a:pt x="144567" y="41331"/>
                    <a:pt x="144322" y="41335"/>
                    <a:pt x="144076" y="41335"/>
                  </a:cubicBezTo>
                  <a:cubicBezTo>
                    <a:pt x="141204" y="41335"/>
                    <a:pt x="138336" y="40895"/>
                    <a:pt x="135502" y="40279"/>
                  </a:cubicBezTo>
                  <a:cubicBezTo>
                    <a:pt x="132908" y="39714"/>
                    <a:pt x="130292" y="38940"/>
                    <a:pt x="127740" y="38207"/>
                  </a:cubicBezTo>
                  <a:cubicBezTo>
                    <a:pt x="125563" y="37559"/>
                    <a:pt x="123367" y="36805"/>
                    <a:pt x="121421" y="35508"/>
                  </a:cubicBezTo>
                  <a:cubicBezTo>
                    <a:pt x="119391" y="34148"/>
                    <a:pt x="117257" y="32976"/>
                    <a:pt x="115248" y="31595"/>
                  </a:cubicBezTo>
                  <a:cubicBezTo>
                    <a:pt x="114118" y="30821"/>
                    <a:pt x="113072" y="29901"/>
                    <a:pt x="112131" y="28938"/>
                  </a:cubicBezTo>
                  <a:cubicBezTo>
                    <a:pt x="110603" y="27390"/>
                    <a:pt x="109201" y="25737"/>
                    <a:pt x="107778" y="24105"/>
                  </a:cubicBezTo>
                  <a:cubicBezTo>
                    <a:pt x="107255" y="23540"/>
                    <a:pt x="106962" y="22849"/>
                    <a:pt x="106941" y="22054"/>
                  </a:cubicBezTo>
                  <a:cubicBezTo>
                    <a:pt x="106941" y="21259"/>
                    <a:pt x="106900" y="20464"/>
                    <a:pt x="106900" y="19648"/>
                  </a:cubicBezTo>
                  <a:cubicBezTo>
                    <a:pt x="106858" y="17221"/>
                    <a:pt x="106816" y="14773"/>
                    <a:pt x="106753" y="12346"/>
                  </a:cubicBezTo>
                  <a:cubicBezTo>
                    <a:pt x="106732" y="11843"/>
                    <a:pt x="106544" y="11341"/>
                    <a:pt x="106439" y="10881"/>
                  </a:cubicBezTo>
                  <a:cubicBezTo>
                    <a:pt x="105916" y="10818"/>
                    <a:pt x="105519" y="10776"/>
                    <a:pt x="105121" y="10735"/>
                  </a:cubicBezTo>
                  <a:cubicBezTo>
                    <a:pt x="104410" y="9165"/>
                    <a:pt x="103866" y="7533"/>
                    <a:pt x="102652" y="6006"/>
                  </a:cubicBezTo>
                  <a:cubicBezTo>
                    <a:pt x="102150" y="7387"/>
                    <a:pt x="101731" y="8558"/>
                    <a:pt x="101250" y="9898"/>
                  </a:cubicBezTo>
                  <a:cubicBezTo>
                    <a:pt x="100518" y="8056"/>
                    <a:pt x="99890" y="6445"/>
                    <a:pt x="99221" y="4855"/>
                  </a:cubicBezTo>
                  <a:cubicBezTo>
                    <a:pt x="98593" y="3286"/>
                    <a:pt x="98384" y="1528"/>
                    <a:pt x="97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4"/>
            <p:cNvSpPr/>
            <p:nvPr/>
          </p:nvSpPr>
          <p:spPr>
            <a:xfrm>
              <a:off x="2237850" y="5034525"/>
              <a:ext cx="600000" cy="74475"/>
            </a:xfrm>
            <a:custGeom>
              <a:rect b="b" l="l" r="r" t="t"/>
              <a:pathLst>
                <a:path extrusionOk="0" h="2979" w="24000">
                  <a:moveTo>
                    <a:pt x="17794" y="1"/>
                  </a:moveTo>
                  <a:cubicBezTo>
                    <a:pt x="17599" y="1"/>
                    <a:pt x="17400" y="25"/>
                    <a:pt x="17199" y="76"/>
                  </a:cubicBezTo>
                  <a:cubicBezTo>
                    <a:pt x="16551" y="223"/>
                    <a:pt x="15881" y="599"/>
                    <a:pt x="15400" y="1060"/>
                  </a:cubicBezTo>
                  <a:cubicBezTo>
                    <a:pt x="14818" y="1621"/>
                    <a:pt x="14236" y="1850"/>
                    <a:pt x="13645" y="1850"/>
                  </a:cubicBezTo>
                  <a:cubicBezTo>
                    <a:pt x="13069" y="1850"/>
                    <a:pt x="12484" y="1631"/>
                    <a:pt x="11885" y="1290"/>
                  </a:cubicBezTo>
                  <a:cubicBezTo>
                    <a:pt x="11613" y="1143"/>
                    <a:pt x="11362" y="955"/>
                    <a:pt x="11111" y="767"/>
                  </a:cubicBezTo>
                  <a:cubicBezTo>
                    <a:pt x="10664" y="455"/>
                    <a:pt x="10212" y="273"/>
                    <a:pt x="9754" y="273"/>
                  </a:cubicBezTo>
                  <a:cubicBezTo>
                    <a:pt x="9353" y="273"/>
                    <a:pt x="8947" y="412"/>
                    <a:pt x="8537" y="725"/>
                  </a:cubicBezTo>
                  <a:cubicBezTo>
                    <a:pt x="8181" y="976"/>
                    <a:pt x="7826" y="1227"/>
                    <a:pt x="7449" y="1457"/>
                  </a:cubicBezTo>
                  <a:cubicBezTo>
                    <a:pt x="6897" y="1798"/>
                    <a:pt x="6332" y="1974"/>
                    <a:pt x="5761" y="1974"/>
                  </a:cubicBezTo>
                  <a:cubicBezTo>
                    <a:pt x="5315" y="1974"/>
                    <a:pt x="4865" y="1866"/>
                    <a:pt x="4415" y="1646"/>
                  </a:cubicBezTo>
                  <a:cubicBezTo>
                    <a:pt x="4038" y="1478"/>
                    <a:pt x="3724" y="1227"/>
                    <a:pt x="3369" y="1039"/>
                  </a:cubicBezTo>
                  <a:cubicBezTo>
                    <a:pt x="3046" y="860"/>
                    <a:pt x="2688" y="777"/>
                    <a:pt x="2328" y="777"/>
                  </a:cubicBezTo>
                  <a:cubicBezTo>
                    <a:pt x="1379" y="777"/>
                    <a:pt x="409" y="1354"/>
                    <a:pt x="0" y="2294"/>
                  </a:cubicBezTo>
                  <a:cubicBezTo>
                    <a:pt x="76" y="2332"/>
                    <a:pt x="153" y="2423"/>
                    <a:pt x="213" y="2423"/>
                  </a:cubicBezTo>
                  <a:cubicBezTo>
                    <a:pt x="219" y="2423"/>
                    <a:pt x="225" y="2422"/>
                    <a:pt x="230" y="2420"/>
                  </a:cubicBezTo>
                  <a:cubicBezTo>
                    <a:pt x="398" y="2399"/>
                    <a:pt x="565" y="2357"/>
                    <a:pt x="691" y="2252"/>
                  </a:cubicBezTo>
                  <a:cubicBezTo>
                    <a:pt x="1492" y="1721"/>
                    <a:pt x="1952" y="1460"/>
                    <a:pt x="2407" y="1460"/>
                  </a:cubicBezTo>
                  <a:cubicBezTo>
                    <a:pt x="2867" y="1460"/>
                    <a:pt x="3323" y="1727"/>
                    <a:pt x="4122" y="2252"/>
                  </a:cubicBezTo>
                  <a:cubicBezTo>
                    <a:pt x="4582" y="2545"/>
                    <a:pt x="5126" y="2796"/>
                    <a:pt x="5670" y="2922"/>
                  </a:cubicBezTo>
                  <a:cubicBezTo>
                    <a:pt x="5866" y="2960"/>
                    <a:pt x="6055" y="2979"/>
                    <a:pt x="6237" y="2979"/>
                  </a:cubicBezTo>
                  <a:cubicBezTo>
                    <a:pt x="7146" y="2979"/>
                    <a:pt x="7896" y="2517"/>
                    <a:pt x="8558" y="1750"/>
                  </a:cubicBezTo>
                  <a:cubicBezTo>
                    <a:pt x="9059" y="1181"/>
                    <a:pt x="9486" y="921"/>
                    <a:pt x="9960" y="921"/>
                  </a:cubicBezTo>
                  <a:cubicBezTo>
                    <a:pt x="10356" y="921"/>
                    <a:pt x="10786" y="1103"/>
                    <a:pt x="11320" y="1436"/>
                  </a:cubicBezTo>
                  <a:cubicBezTo>
                    <a:pt x="11801" y="1750"/>
                    <a:pt x="12282" y="2064"/>
                    <a:pt x="12826" y="2273"/>
                  </a:cubicBezTo>
                  <a:cubicBezTo>
                    <a:pt x="13273" y="2436"/>
                    <a:pt x="13730" y="2564"/>
                    <a:pt x="14181" y="2564"/>
                  </a:cubicBezTo>
                  <a:cubicBezTo>
                    <a:pt x="14657" y="2564"/>
                    <a:pt x="15126" y="2420"/>
                    <a:pt x="15567" y="2022"/>
                  </a:cubicBezTo>
                  <a:cubicBezTo>
                    <a:pt x="16633" y="1051"/>
                    <a:pt x="17305" y="691"/>
                    <a:pt x="17894" y="691"/>
                  </a:cubicBezTo>
                  <a:cubicBezTo>
                    <a:pt x="18601" y="691"/>
                    <a:pt x="19188" y="1208"/>
                    <a:pt x="20191" y="1813"/>
                  </a:cubicBezTo>
                  <a:cubicBezTo>
                    <a:pt x="20610" y="2063"/>
                    <a:pt x="21054" y="2184"/>
                    <a:pt x="21496" y="2184"/>
                  </a:cubicBezTo>
                  <a:cubicBezTo>
                    <a:pt x="22426" y="2184"/>
                    <a:pt x="23347" y="1648"/>
                    <a:pt x="23999" y="641"/>
                  </a:cubicBezTo>
                  <a:lnTo>
                    <a:pt x="23999" y="641"/>
                  </a:lnTo>
                  <a:cubicBezTo>
                    <a:pt x="23476" y="788"/>
                    <a:pt x="22995" y="809"/>
                    <a:pt x="22660" y="1039"/>
                  </a:cubicBezTo>
                  <a:cubicBezTo>
                    <a:pt x="22196" y="1369"/>
                    <a:pt x="21755" y="1520"/>
                    <a:pt x="21329" y="1520"/>
                  </a:cubicBezTo>
                  <a:cubicBezTo>
                    <a:pt x="20755" y="1520"/>
                    <a:pt x="20208" y="1247"/>
                    <a:pt x="19668" y="767"/>
                  </a:cubicBezTo>
                  <a:cubicBezTo>
                    <a:pt x="19116" y="295"/>
                    <a:pt x="18474" y="1"/>
                    <a:pt x="177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4"/>
            <p:cNvSpPr/>
            <p:nvPr/>
          </p:nvSpPr>
          <p:spPr>
            <a:xfrm>
              <a:off x="4701075" y="5027425"/>
              <a:ext cx="599475" cy="74300"/>
            </a:xfrm>
            <a:custGeom>
              <a:rect b="b" l="l" r="r" t="t"/>
              <a:pathLst>
                <a:path extrusionOk="0" h="2972" w="23979">
                  <a:moveTo>
                    <a:pt x="17755" y="0"/>
                  </a:moveTo>
                  <a:cubicBezTo>
                    <a:pt x="17566" y="0"/>
                    <a:pt x="17373" y="22"/>
                    <a:pt x="17179" y="67"/>
                  </a:cubicBezTo>
                  <a:cubicBezTo>
                    <a:pt x="16530" y="235"/>
                    <a:pt x="15860" y="611"/>
                    <a:pt x="15379" y="1072"/>
                  </a:cubicBezTo>
                  <a:cubicBezTo>
                    <a:pt x="14794" y="1625"/>
                    <a:pt x="14208" y="1854"/>
                    <a:pt x="13614" y="1854"/>
                  </a:cubicBezTo>
                  <a:cubicBezTo>
                    <a:pt x="13041" y="1854"/>
                    <a:pt x="12460" y="1641"/>
                    <a:pt x="11864" y="1302"/>
                  </a:cubicBezTo>
                  <a:cubicBezTo>
                    <a:pt x="11592" y="1134"/>
                    <a:pt x="11341" y="946"/>
                    <a:pt x="11090" y="779"/>
                  </a:cubicBezTo>
                  <a:cubicBezTo>
                    <a:pt x="10637" y="462"/>
                    <a:pt x="10178" y="273"/>
                    <a:pt x="9713" y="273"/>
                  </a:cubicBezTo>
                  <a:cubicBezTo>
                    <a:pt x="9318" y="273"/>
                    <a:pt x="8920" y="409"/>
                    <a:pt x="8516" y="716"/>
                  </a:cubicBezTo>
                  <a:cubicBezTo>
                    <a:pt x="8161" y="988"/>
                    <a:pt x="7805" y="1218"/>
                    <a:pt x="7428" y="1469"/>
                  </a:cubicBezTo>
                  <a:cubicBezTo>
                    <a:pt x="6880" y="1796"/>
                    <a:pt x="6319" y="1966"/>
                    <a:pt x="5752" y="1966"/>
                  </a:cubicBezTo>
                  <a:cubicBezTo>
                    <a:pt x="5302" y="1966"/>
                    <a:pt x="4848" y="1859"/>
                    <a:pt x="4394" y="1637"/>
                  </a:cubicBezTo>
                  <a:cubicBezTo>
                    <a:pt x="4039" y="1469"/>
                    <a:pt x="3704" y="1239"/>
                    <a:pt x="3348" y="1051"/>
                  </a:cubicBezTo>
                  <a:cubicBezTo>
                    <a:pt x="3025" y="872"/>
                    <a:pt x="2669" y="789"/>
                    <a:pt x="2311" y="789"/>
                  </a:cubicBezTo>
                  <a:cubicBezTo>
                    <a:pt x="1368" y="789"/>
                    <a:pt x="410" y="1366"/>
                    <a:pt x="0" y="2306"/>
                  </a:cubicBezTo>
                  <a:cubicBezTo>
                    <a:pt x="63" y="2348"/>
                    <a:pt x="147" y="2432"/>
                    <a:pt x="210" y="2432"/>
                  </a:cubicBezTo>
                  <a:cubicBezTo>
                    <a:pt x="377" y="2390"/>
                    <a:pt x="544" y="2348"/>
                    <a:pt x="691" y="2264"/>
                  </a:cubicBezTo>
                  <a:cubicBezTo>
                    <a:pt x="1486" y="1720"/>
                    <a:pt x="1941" y="1454"/>
                    <a:pt x="2399" y="1454"/>
                  </a:cubicBezTo>
                  <a:cubicBezTo>
                    <a:pt x="2856" y="1454"/>
                    <a:pt x="3317" y="1720"/>
                    <a:pt x="4122" y="2243"/>
                  </a:cubicBezTo>
                  <a:cubicBezTo>
                    <a:pt x="4583" y="2557"/>
                    <a:pt x="5106" y="2808"/>
                    <a:pt x="5650" y="2913"/>
                  </a:cubicBezTo>
                  <a:cubicBezTo>
                    <a:pt x="5851" y="2952"/>
                    <a:pt x="6044" y="2972"/>
                    <a:pt x="6231" y="2972"/>
                  </a:cubicBezTo>
                  <a:cubicBezTo>
                    <a:pt x="7134" y="2972"/>
                    <a:pt x="7879" y="2525"/>
                    <a:pt x="8537" y="1762"/>
                  </a:cubicBezTo>
                  <a:cubicBezTo>
                    <a:pt x="9052" y="1190"/>
                    <a:pt x="9479" y="925"/>
                    <a:pt x="9952" y="925"/>
                  </a:cubicBezTo>
                  <a:cubicBezTo>
                    <a:pt x="10345" y="925"/>
                    <a:pt x="10768" y="1107"/>
                    <a:pt x="11299" y="1448"/>
                  </a:cubicBezTo>
                  <a:cubicBezTo>
                    <a:pt x="11780" y="1741"/>
                    <a:pt x="12283" y="2076"/>
                    <a:pt x="12806" y="2264"/>
                  </a:cubicBezTo>
                  <a:cubicBezTo>
                    <a:pt x="13259" y="2436"/>
                    <a:pt x="13717" y="2563"/>
                    <a:pt x="14163" y="2563"/>
                  </a:cubicBezTo>
                  <a:cubicBezTo>
                    <a:pt x="14645" y="2563"/>
                    <a:pt x="15112" y="2415"/>
                    <a:pt x="15547" y="2013"/>
                  </a:cubicBezTo>
                  <a:cubicBezTo>
                    <a:pt x="16622" y="1042"/>
                    <a:pt x="17299" y="682"/>
                    <a:pt x="17891" y="682"/>
                  </a:cubicBezTo>
                  <a:cubicBezTo>
                    <a:pt x="18601" y="682"/>
                    <a:pt x="19188" y="1200"/>
                    <a:pt x="20192" y="1804"/>
                  </a:cubicBezTo>
                  <a:cubicBezTo>
                    <a:pt x="20607" y="2056"/>
                    <a:pt x="21051" y="2179"/>
                    <a:pt x="21494" y="2179"/>
                  </a:cubicBezTo>
                  <a:cubicBezTo>
                    <a:pt x="22414" y="2179"/>
                    <a:pt x="23330" y="1649"/>
                    <a:pt x="23979" y="632"/>
                  </a:cubicBezTo>
                  <a:lnTo>
                    <a:pt x="23979" y="632"/>
                  </a:lnTo>
                  <a:cubicBezTo>
                    <a:pt x="23456" y="779"/>
                    <a:pt x="22975" y="800"/>
                    <a:pt x="22640" y="1030"/>
                  </a:cubicBezTo>
                  <a:cubicBezTo>
                    <a:pt x="22169" y="1365"/>
                    <a:pt x="21722" y="1520"/>
                    <a:pt x="21289" y="1520"/>
                  </a:cubicBezTo>
                  <a:cubicBezTo>
                    <a:pt x="20723" y="1520"/>
                    <a:pt x="20182" y="1254"/>
                    <a:pt x="19648" y="779"/>
                  </a:cubicBezTo>
                  <a:cubicBezTo>
                    <a:pt x="19090" y="287"/>
                    <a:pt x="18442" y="0"/>
                    <a:pt x="177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4"/>
            <p:cNvSpPr/>
            <p:nvPr/>
          </p:nvSpPr>
          <p:spPr>
            <a:xfrm>
              <a:off x="3486975" y="5026875"/>
              <a:ext cx="563925" cy="57900"/>
            </a:xfrm>
            <a:custGeom>
              <a:rect b="b" l="l" r="r" t="t"/>
              <a:pathLst>
                <a:path extrusionOk="0" h="2316" w="22557">
                  <a:moveTo>
                    <a:pt x="16454" y="0"/>
                  </a:moveTo>
                  <a:cubicBezTo>
                    <a:pt x="15808" y="0"/>
                    <a:pt x="15170" y="204"/>
                    <a:pt x="14543" y="717"/>
                  </a:cubicBezTo>
                  <a:cubicBezTo>
                    <a:pt x="14046" y="1129"/>
                    <a:pt x="13528" y="1379"/>
                    <a:pt x="12986" y="1379"/>
                  </a:cubicBezTo>
                  <a:cubicBezTo>
                    <a:pt x="12591" y="1379"/>
                    <a:pt x="12183" y="1247"/>
                    <a:pt x="11760" y="947"/>
                  </a:cubicBezTo>
                  <a:cubicBezTo>
                    <a:pt x="11362" y="675"/>
                    <a:pt x="10839" y="592"/>
                    <a:pt x="10400" y="382"/>
                  </a:cubicBezTo>
                  <a:cubicBezTo>
                    <a:pt x="10076" y="221"/>
                    <a:pt x="9760" y="149"/>
                    <a:pt x="9449" y="149"/>
                  </a:cubicBezTo>
                  <a:cubicBezTo>
                    <a:pt x="8995" y="149"/>
                    <a:pt x="8553" y="301"/>
                    <a:pt x="8119" y="550"/>
                  </a:cubicBezTo>
                  <a:cubicBezTo>
                    <a:pt x="7784" y="738"/>
                    <a:pt x="7429" y="947"/>
                    <a:pt x="7115" y="1198"/>
                  </a:cubicBezTo>
                  <a:cubicBezTo>
                    <a:pt x="6678" y="1564"/>
                    <a:pt x="6227" y="1731"/>
                    <a:pt x="5760" y="1731"/>
                  </a:cubicBezTo>
                  <a:cubicBezTo>
                    <a:pt x="5399" y="1731"/>
                    <a:pt x="5028" y="1632"/>
                    <a:pt x="4646" y="1449"/>
                  </a:cubicBezTo>
                  <a:cubicBezTo>
                    <a:pt x="4185" y="1261"/>
                    <a:pt x="3725" y="1115"/>
                    <a:pt x="3286" y="926"/>
                  </a:cubicBezTo>
                  <a:cubicBezTo>
                    <a:pt x="2880" y="747"/>
                    <a:pt x="2504" y="662"/>
                    <a:pt x="2156" y="662"/>
                  </a:cubicBezTo>
                  <a:cubicBezTo>
                    <a:pt x="1285" y="662"/>
                    <a:pt x="584" y="1198"/>
                    <a:pt x="1" y="2140"/>
                  </a:cubicBezTo>
                  <a:cubicBezTo>
                    <a:pt x="189" y="2098"/>
                    <a:pt x="440" y="2119"/>
                    <a:pt x="607" y="2014"/>
                  </a:cubicBezTo>
                  <a:cubicBezTo>
                    <a:pt x="1140" y="1679"/>
                    <a:pt x="1666" y="1497"/>
                    <a:pt x="2210" y="1497"/>
                  </a:cubicBezTo>
                  <a:cubicBezTo>
                    <a:pt x="2650" y="1497"/>
                    <a:pt x="3102" y="1615"/>
                    <a:pt x="3579" y="1868"/>
                  </a:cubicBezTo>
                  <a:cubicBezTo>
                    <a:pt x="4159" y="2178"/>
                    <a:pt x="4728" y="2316"/>
                    <a:pt x="5283" y="2316"/>
                  </a:cubicBezTo>
                  <a:cubicBezTo>
                    <a:pt x="6189" y="2316"/>
                    <a:pt x="7059" y="1949"/>
                    <a:pt x="7889" y="1366"/>
                  </a:cubicBezTo>
                  <a:cubicBezTo>
                    <a:pt x="8291" y="1084"/>
                    <a:pt x="8710" y="957"/>
                    <a:pt x="9146" y="957"/>
                  </a:cubicBezTo>
                  <a:cubicBezTo>
                    <a:pt x="9391" y="957"/>
                    <a:pt x="9642" y="998"/>
                    <a:pt x="9898" y="1073"/>
                  </a:cubicBezTo>
                  <a:cubicBezTo>
                    <a:pt x="10609" y="1303"/>
                    <a:pt x="11341" y="1512"/>
                    <a:pt x="12053" y="1742"/>
                  </a:cubicBezTo>
                  <a:cubicBezTo>
                    <a:pt x="12458" y="1877"/>
                    <a:pt x="12851" y="1958"/>
                    <a:pt x="13234" y="1958"/>
                  </a:cubicBezTo>
                  <a:cubicBezTo>
                    <a:pt x="13742" y="1958"/>
                    <a:pt x="14233" y="1816"/>
                    <a:pt x="14710" y="1470"/>
                  </a:cubicBezTo>
                  <a:cubicBezTo>
                    <a:pt x="15339" y="1021"/>
                    <a:pt x="15974" y="795"/>
                    <a:pt x="16621" y="795"/>
                  </a:cubicBezTo>
                  <a:cubicBezTo>
                    <a:pt x="17180" y="795"/>
                    <a:pt x="17748" y="964"/>
                    <a:pt x="18330" y="1303"/>
                  </a:cubicBezTo>
                  <a:cubicBezTo>
                    <a:pt x="18665" y="1512"/>
                    <a:pt x="19062" y="1596"/>
                    <a:pt x="19439" y="1721"/>
                  </a:cubicBezTo>
                  <a:cubicBezTo>
                    <a:pt x="19689" y="1803"/>
                    <a:pt x="19944" y="1844"/>
                    <a:pt x="20200" y="1844"/>
                  </a:cubicBezTo>
                  <a:cubicBezTo>
                    <a:pt x="21056" y="1844"/>
                    <a:pt x="21912" y="1385"/>
                    <a:pt x="22556" y="466"/>
                  </a:cubicBezTo>
                  <a:lnTo>
                    <a:pt x="22556" y="466"/>
                  </a:lnTo>
                  <a:cubicBezTo>
                    <a:pt x="22054" y="633"/>
                    <a:pt x="21719" y="675"/>
                    <a:pt x="21468" y="822"/>
                  </a:cubicBezTo>
                  <a:cubicBezTo>
                    <a:pt x="21013" y="1106"/>
                    <a:pt x="20575" y="1245"/>
                    <a:pt x="20146" y="1245"/>
                  </a:cubicBezTo>
                  <a:cubicBezTo>
                    <a:pt x="19629" y="1245"/>
                    <a:pt x="19126" y="1043"/>
                    <a:pt x="18623" y="654"/>
                  </a:cubicBezTo>
                  <a:cubicBezTo>
                    <a:pt x="18560" y="612"/>
                    <a:pt x="18497" y="550"/>
                    <a:pt x="18413" y="508"/>
                  </a:cubicBezTo>
                  <a:cubicBezTo>
                    <a:pt x="17754" y="204"/>
                    <a:pt x="17100" y="0"/>
                    <a:pt x="16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4"/>
            <p:cNvSpPr/>
            <p:nvPr/>
          </p:nvSpPr>
          <p:spPr>
            <a:xfrm>
              <a:off x="3060650" y="4367900"/>
              <a:ext cx="27225" cy="71750"/>
            </a:xfrm>
            <a:custGeom>
              <a:rect b="b" l="l" r="r" t="t"/>
              <a:pathLst>
                <a:path extrusionOk="0" h="2870" w="1089">
                  <a:moveTo>
                    <a:pt x="231" y="1"/>
                  </a:moveTo>
                  <a:cubicBezTo>
                    <a:pt x="147" y="817"/>
                    <a:pt x="22" y="1612"/>
                    <a:pt x="1" y="2428"/>
                  </a:cubicBezTo>
                  <a:cubicBezTo>
                    <a:pt x="1" y="2724"/>
                    <a:pt x="136" y="2870"/>
                    <a:pt x="341" y="2870"/>
                  </a:cubicBezTo>
                  <a:cubicBezTo>
                    <a:pt x="470" y="2870"/>
                    <a:pt x="627" y="2813"/>
                    <a:pt x="796" y="2700"/>
                  </a:cubicBezTo>
                  <a:cubicBezTo>
                    <a:pt x="733" y="1821"/>
                    <a:pt x="1089" y="901"/>
                    <a:pt x="587" y="43"/>
                  </a:cubicBezTo>
                  <a:cubicBezTo>
                    <a:pt x="482" y="22"/>
                    <a:pt x="357" y="22"/>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4"/>
            <p:cNvSpPr/>
            <p:nvPr/>
          </p:nvSpPr>
          <p:spPr>
            <a:xfrm>
              <a:off x="3256300" y="4368950"/>
              <a:ext cx="27225" cy="71175"/>
            </a:xfrm>
            <a:custGeom>
              <a:rect b="b" l="l" r="r" t="t"/>
              <a:pathLst>
                <a:path extrusionOk="0" h="2847" w="1089">
                  <a:moveTo>
                    <a:pt x="628" y="1"/>
                  </a:moveTo>
                  <a:cubicBezTo>
                    <a:pt x="84" y="1005"/>
                    <a:pt x="0" y="1800"/>
                    <a:pt x="272" y="2637"/>
                  </a:cubicBezTo>
                  <a:cubicBezTo>
                    <a:pt x="293" y="2721"/>
                    <a:pt x="544" y="2742"/>
                    <a:pt x="816" y="2846"/>
                  </a:cubicBezTo>
                  <a:cubicBezTo>
                    <a:pt x="1067" y="1905"/>
                    <a:pt x="1088" y="1089"/>
                    <a:pt x="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4"/>
            <p:cNvSpPr/>
            <p:nvPr/>
          </p:nvSpPr>
          <p:spPr>
            <a:xfrm>
              <a:off x="4353750" y="4165475"/>
              <a:ext cx="30875" cy="65925"/>
            </a:xfrm>
            <a:custGeom>
              <a:rect b="b" l="l" r="r" t="t"/>
              <a:pathLst>
                <a:path extrusionOk="0" h="2637" w="1235">
                  <a:moveTo>
                    <a:pt x="649" y="1"/>
                  </a:moveTo>
                  <a:lnTo>
                    <a:pt x="649" y="1"/>
                  </a:lnTo>
                  <a:cubicBezTo>
                    <a:pt x="0" y="1340"/>
                    <a:pt x="105" y="2009"/>
                    <a:pt x="1151" y="2637"/>
                  </a:cubicBezTo>
                  <a:cubicBezTo>
                    <a:pt x="1235" y="1633"/>
                    <a:pt x="1235" y="796"/>
                    <a:pt x="6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4"/>
            <p:cNvSpPr/>
            <p:nvPr/>
          </p:nvSpPr>
          <p:spPr>
            <a:xfrm>
              <a:off x="4255400" y="4162325"/>
              <a:ext cx="35075" cy="63325"/>
            </a:xfrm>
            <a:custGeom>
              <a:rect b="b" l="l" r="r" t="t"/>
              <a:pathLst>
                <a:path extrusionOk="0" h="2533" w="1403">
                  <a:moveTo>
                    <a:pt x="942" y="1"/>
                  </a:moveTo>
                  <a:cubicBezTo>
                    <a:pt x="0" y="1026"/>
                    <a:pt x="84" y="2240"/>
                    <a:pt x="1109" y="2533"/>
                  </a:cubicBezTo>
                  <a:cubicBezTo>
                    <a:pt x="1088" y="1696"/>
                    <a:pt x="1402" y="859"/>
                    <a:pt x="9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4"/>
            <p:cNvSpPr/>
            <p:nvPr/>
          </p:nvSpPr>
          <p:spPr>
            <a:xfrm>
              <a:off x="3165800" y="4368425"/>
              <a:ext cx="28800" cy="72225"/>
            </a:xfrm>
            <a:custGeom>
              <a:rect b="b" l="l" r="r" t="t"/>
              <a:pathLst>
                <a:path extrusionOk="0" h="2889" w="1152">
                  <a:moveTo>
                    <a:pt x="440" y="1"/>
                  </a:moveTo>
                  <a:cubicBezTo>
                    <a:pt x="1" y="942"/>
                    <a:pt x="147" y="1821"/>
                    <a:pt x="252" y="2888"/>
                  </a:cubicBezTo>
                  <a:cubicBezTo>
                    <a:pt x="1110" y="2219"/>
                    <a:pt x="1151" y="1152"/>
                    <a:pt x="4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4"/>
            <p:cNvSpPr/>
            <p:nvPr/>
          </p:nvSpPr>
          <p:spPr>
            <a:xfrm>
              <a:off x="4449475" y="4168100"/>
              <a:ext cx="26175" cy="62275"/>
            </a:xfrm>
            <a:custGeom>
              <a:rect b="b" l="l" r="r" t="t"/>
              <a:pathLst>
                <a:path extrusionOk="0" h="2491" w="1047">
                  <a:moveTo>
                    <a:pt x="377" y="0"/>
                  </a:moveTo>
                  <a:cubicBezTo>
                    <a:pt x="0" y="774"/>
                    <a:pt x="84" y="1465"/>
                    <a:pt x="209" y="2134"/>
                  </a:cubicBezTo>
                  <a:cubicBezTo>
                    <a:pt x="230" y="2281"/>
                    <a:pt x="502" y="2427"/>
                    <a:pt x="670" y="2490"/>
                  </a:cubicBezTo>
                  <a:cubicBezTo>
                    <a:pt x="753" y="2490"/>
                    <a:pt x="1025" y="2260"/>
                    <a:pt x="1004" y="2155"/>
                  </a:cubicBezTo>
                  <a:cubicBezTo>
                    <a:pt x="963" y="1465"/>
                    <a:pt x="1046" y="691"/>
                    <a:pt x="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4"/>
            <p:cNvSpPr/>
            <p:nvPr/>
          </p:nvSpPr>
          <p:spPr>
            <a:xfrm>
              <a:off x="3143300" y="3924325"/>
              <a:ext cx="39800" cy="106750"/>
            </a:xfrm>
            <a:custGeom>
              <a:rect b="b" l="l" r="r" t="t"/>
              <a:pathLst>
                <a:path extrusionOk="0" h="4270" w="1592">
                  <a:moveTo>
                    <a:pt x="691" y="1"/>
                  </a:moveTo>
                  <a:lnTo>
                    <a:pt x="691" y="1"/>
                  </a:lnTo>
                  <a:cubicBezTo>
                    <a:pt x="336" y="1465"/>
                    <a:pt x="1" y="2825"/>
                    <a:pt x="733" y="4269"/>
                  </a:cubicBezTo>
                  <a:cubicBezTo>
                    <a:pt x="1486" y="4165"/>
                    <a:pt x="1486" y="3704"/>
                    <a:pt x="1507" y="3328"/>
                  </a:cubicBezTo>
                  <a:cubicBezTo>
                    <a:pt x="1591" y="2051"/>
                    <a:pt x="1214" y="524"/>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4"/>
            <p:cNvSpPr/>
            <p:nvPr/>
          </p:nvSpPr>
          <p:spPr>
            <a:xfrm>
              <a:off x="3064325" y="3907600"/>
              <a:ext cx="37675" cy="110400"/>
            </a:xfrm>
            <a:custGeom>
              <a:rect b="b" l="l" r="r" t="t"/>
              <a:pathLst>
                <a:path extrusionOk="0" h="4416" w="1507">
                  <a:moveTo>
                    <a:pt x="670" y="0"/>
                  </a:moveTo>
                  <a:cubicBezTo>
                    <a:pt x="565" y="1590"/>
                    <a:pt x="0" y="2909"/>
                    <a:pt x="858" y="4415"/>
                  </a:cubicBezTo>
                  <a:cubicBezTo>
                    <a:pt x="1507" y="3369"/>
                    <a:pt x="1444" y="1193"/>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4"/>
            <p:cNvSpPr/>
            <p:nvPr/>
          </p:nvSpPr>
          <p:spPr>
            <a:xfrm>
              <a:off x="4394025" y="3903400"/>
              <a:ext cx="37150" cy="100475"/>
            </a:xfrm>
            <a:custGeom>
              <a:rect b="b" l="l" r="r" t="t"/>
              <a:pathLst>
                <a:path extrusionOk="0" h="4019" w="1486">
                  <a:moveTo>
                    <a:pt x="795" y="1"/>
                  </a:moveTo>
                  <a:lnTo>
                    <a:pt x="795" y="1"/>
                  </a:lnTo>
                  <a:cubicBezTo>
                    <a:pt x="0" y="1486"/>
                    <a:pt x="42" y="3118"/>
                    <a:pt x="900" y="4018"/>
                  </a:cubicBezTo>
                  <a:cubicBezTo>
                    <a:pt x="1486" y="2595"/>
                    <a:pt x="1067" y="1382"/>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4"/>
            <p:cNvSpPr/>
            <p:nvPr/>
          </p:nvSpPr>
          <p:spPr>
            <a:xfrm>
              <a:off x="4326550" y="3908125"/>
              <a:ext cx="38200" cy="83700"/>
            </a:xfrm>
            <a:custGeom>
              <a:rect b="b" l="l" r="r" t="t"/>
              <a:pathLst>
                <a:path extrusionOk="0" h="3348" w="1528">
                  <a:moveTo>
                    <a:pt x="837" y="0"/>
                  </a:moveTo>
                  <a:lnTo>
                    <a:pt x="837" y="0"/>
                  </a:lnTo>
                  <a:cubicBezTo>
                    <a:pt x="42" y="1276"/>
                    <a:pt x="0" y="2344"/>
                    <a:pt x="628" y="3348"/>
                  </a:cubicBezTo>
                  <a:cubicBezTo>
                    <a:pt x="1528" y="2218"/>
                    <a:pt x="816" y="1067"/>
                    <a:pt x="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4"/>
            <p:cNvSpPr/>
            <p:nvPr/>
          </p:nvSpPr>
          <p:spPr>
            <a:xfrm>
              <a:off x="3059100" y="4177500"/>
              <a:ext cx="27750" cy="83200"/>
            </a:xfrm>
            <a:custGeom>
              <a:rect b="b" l="l" r="r" t="t"/>
              <a:pathLst>
                <a:path extrusionOk="0" h="3328" w="1110">
                  <a:moveTo>
                    <a:pt x="691" y="1"/>
                  </a:moveTo>
                  <a:lnTo>
                    <a:pt x="691" y="1"/>
                  </a:lnTo>
                  <a:cubicBezTo>
                    <a:pt x="0" y="1193"/>
                    <a:pt x="42" y="2470"/>
                    <a:pt x="921" y="3328"/>
                  </a:cubicBezTo>
                  <a:cubicBezTo>
                    <a:pt x="984" y="2093"/>
                    <a:pt x="1109" y="1089"/>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4"/>
            <p:cNvSpPr/>
            <p:nvPr/>
          </p:nvSpPr>
          <p:spPr>
            <a:xfrm>
              <a:off x="3252625" y="4186925"/>
              <a:ext cx="27750" cy="73775"/>
            </a:xfrm>
            <a:custGeom>
              <a:rect b="b" l="l" r="r" t="t"/>
              <a:pathLst>
                <a:path extrusionOk="0" h="2951" w="1110">
                  <a:moveTo>
                    <a:pt x="524" y="0"/>
                  </a:moveTo>
                  <a:cubicBezTo>
                    <a:pt x="1" y="963"/>
                    <a:pt x="85" y="1863"/>
                    <a:pt x="315" y="2951"/>
                  </a:cubicBezTo>
                  <a:cubicBezTo>
                    <a:pt x="1047" y="2260"/>
                    <a:pt x="1110" y="963"/>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4"/>
            <p:cNvSpPr/>
            <p:nvPr/>
          </p:nvSpPr>
          <p:spPr>
            <a:xfrm>
              <a:off x="3166850" y="4185875"/>
              <a:ext cx="31400" cy="68550"/>
            </a:xfrm>
            <a:custGeom>
              <a:rect b="b" l="l" r="r" t="t"/>
              <a:pathLst>
                <a:path extrusionOk="0" h="2742" w="1256">
                  <a:moveTo>
                    <a:pt x="670" y="1"/>
                  </a:moveTo>
                  <a:lnTo>
                    <a:pt x="670" y="1"/>
                  </a:lnTo>
                  <a:cubicBezTo>
                    <a:pt x="0" y="1821"/>
                    <a:pt x="63" y="2532"/>
                    <a:pt x="900" y="2742"/>
                  </a:cubicBezTo>
                  <a:cubicBezTo>
                    <a:pt x="900" y="1842"/>
                    <a:pt x="1256" y="921"/>
                    <a:pt x="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4"/>
            <p:cNvSpPr/>
            <p:nvPr/>
          </p:nvSpPr>
          <p:spPr>
            <a:xfrm>
              <a:off x="4247025" y="4552050"/>
              <a:ext cx="32450" cy="59650"/>
            </a:xfrm>
            <a:custGeom>
              <a:rect b="b" l="l" r="r" t="t"/>
              <a:pathLst>
                <a:path extrusionOk="0" h="2386" w="1298">
                  <a:moveTo>
                    <a:pt x="461" y="0"/>
                  </a:moveTo>
                  <a:lnTo>
                    <a:pt x="461" y="0"/>
                  </a:lnTo>
                  <a:cubicBezTo>
                    <a:pt x="1" y="1423"/>
                    <a:pt x="43" y="1779"/>
                    <a:pt x="754" y="2385"/>
                  </a:cubicBezTo>
                  <a:cubicBezTo>
                    <a:pt x="1298" y="1590"/>
                    <a:pt x="1193" y="753"/>
                    <a:pt x="4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4"/>
            <p:cNvSpPr/>
            <p:nvPr/>
          </p:nvSpPr>
          <p:spPr>
            <a:xfrm>
              <a:off x="4353750" y="4538450"/>
              <a:ext cx="35575" cy="64350"/>
            </a:xfrm>
            <a:custGeom>
              <a:rect b="b" l="l" r="r" t="t"/>
              <a:pathLst>
                <a:path extrusionOk="0" h="2574" w="1423">
                  <a:moveTo>
                    <a:pt x="670" y="0"/>
                  </a:moveTo>
                  <a:lnTo>
                    <a:pt x="670" y="0"/>
                  </a:lnTo>
                  <a:cubicBezTo>
                    <a:pt x="0" y="1318"/>
                    <a:pt x="188" y="2197"/>
                    <a:pt x="1151" y="2574"/>
                  </a:cubicBezTo>
                  <a:cubicBezTo>
                    <a:pt x="1423" y="1716"/>
                    <a:pt x="1130" y="942"/>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4"/>
            <p:cNvSpPr/>
            <p:nvPr/>
          </p:nvSpPr>
          <p:spPr>
            <a:xfrm>
              <a:off x="4459400" y="4538450"/>
              <a:ext cx="30900" cy="61225"/>
            </a:xfrm>
            <a:custGeom>
              <a:rect b="b" l="l" r="r" t="t"/>
              <a:pathLst>
                <a:path extrusionOk="0" h="2449" w="1236">
                  <a:moveTo>
                    <a:pt x="524" y="0"/>
                  </a:moveTo>
                  <a:lnTo>
                    <a:pt x="524" y="0"/>
                  </a:lnTo>
                  <a:cubicBezTo>
                    <a:pt x="1" y="1465"/>
                    <a:pt x="63" y="1862"/>
                    <a:pt x="900" y="2448"/>
                  </a:cubicBezTo>
                  <a:cubicBezTo>
                    <a:pt x="1131" y="1590"/>
                    <a:pt x="1235" y="795"/>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4"/>
            <p:cNvSpPr/>
            <p:nvPr/>
          </p:nvSpPr>
          <p:spPr>
            <a:xfrm>
              <a:off x="3159525" y="4554650"/>
              <a:ext cx="27225" cy="68025"/>
            </a:xfrm>
            <a:custGeom>
              <a:rect b="b" l="l" r="r" t="t"/>
              <a:pathLst>
                <a:path extrusionOk="0" h="2721" w="1089">
                  <a:moveTo>
                    <a:pt x="900" y="1"/>
                  </a:moveTo>
                  <a:cubicBezTo>
                    <a:pt x="0" y="587"/>
                    <a:pt x="231" y="1403"/>
                    <a:pt x="272" y="2135"/>
                  </a:cubicBezTo>
                  <a:cubicBezTo>
                    <a:pt x="293" y="2344"/>
                    <a:pt x="607" y="2532"/>
                    <a:pt x="775" y="2721"/>
                  </a:cubicBezTo>
                  <a:cubicBezTo>
                    <a:pt x="879" y="2700"/>
                    <a:pt x="984" y="2658"/>
                    <a:pt x="1089" y="2616"/>
                  </a:cubicBezTo>
                  <a:cubicBezTo>
                    <a:pt x="1026" y="1737"/>
                    <a:pt x="963" y="879"/>
                    <a:pt x="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4"/>
            <p:cNvSpPr/>
            <p:nvPr/>
          </p:nvSpPr>
          <p:spPr>
            <a:xfrm>
              <a:off x="3033975" y="4553600"/>
              <a:ext cx="33500" cy="71700"/>
            </a:xfrm>
            <a:custGeom>
              <a:rect b="b" l="l" r="r" t="t"/>
              <a:pathLst>
                <a:path extrusionOk="0" h="2868" w="1340">
                  <a:moveTo>
                    <a:pt x="817" y="1"/>
                  </a:moveTo>
                  <a:lnTo>
                    <a:pt x="817" y="1"/>
                  </a:lnTo>
                  <a:cubicBezTo>
                    <a:pt x="1" y="1549"/>
                    <a:pt x="1" y="1989"/>
                    <a:pt x="901" y="2867"/>
                  </a:cubicBezTo>
                  <a:cubicBezTo>
                    <a:pt x="1089" y="1884"/>
                    <a:pt x="1340" y="1026"/>
                    <a:pt x="8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4"/>
            <p:cNvSpPr/>
            <p:nvPr/>
          </p:nvSpPr>
          <p:spPr>
            <a:xfrm>
              <a:off x="3263100" y="4562500"/>
              <a:ext cx="34025" cy="62800"/>
            </a:xfrm>
            <a:custGeom>
              <a:rect b="b" l="l" r="r" t="t"/>
              <a:pathLst>
                <a:path extrusionOk="0" h="2512" w="1361">
                  <a:moveTo>
                    <a:pt x="565" y="1"/>
                  </a:moveTo>
                  <a:lnTo>
                    <a:pt x="565" y="1"/>
                  </a:lnTo>
                  <a:cubicBezTo>
                    <a:pt x="147" y="984"/>
                    <a:pt x="0" y="1716"/>
                    <a:pt x="586" y="2511"/>
                  </a:cubicBezTo>
                  <a:cubicBezTo>
                    <a:pt x="1360" y="1674"/>
                    <a:pt x="1047" y="963"/>
                    <a:pt x="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4"/>
            <p:cNvSpPr/>
            <p:nvPr/>
          </p:nvSpPr>
          <p:spPr>
            <a:xfrm>
              <a:off x="4254875" y="4360600"/>
              <a:ext cx="36125" cy="68025"/>
            </a:xfrm>
            <a:custGeom>
              <a:rect b="b" l="l" r="r" t="t"/>
              <a:pathLst>
                <a:path extrusionOk="0" h="2721" w="1445">
                  <a:moveTo>
                    <a:pt x="586" y="0"/>
                  </a:moveTo>
                  <a:lnTo>
                    <a:pt x="586" y="0"/>
                  </a:lnTo>
                  <a:cubicBezTo>
                    <a:pt x="1" y="1088"/>
                    <a:pt x="105" y="2051"/>
                    <a:pt x="837" y="2720"/>
                  </a:cubicBezTo>
                  <a:cubicBezTo>
                    <a:pt x="1444" y="1799"/>
                    <a:pt x="1361" y="858"/>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4"/>
            <p:cNvSpPr/>
            <p:nvPr/>
          </p:nvSpPr>
          <p:spPr>
            <a:xfrm>
              <a:off x="4364200" y="4354825"/>
              <a:ext cx="36650" cy="61750"/>
            </a:xfrm>
            <a:custGeom>
              <a:rect b="b" l="l" r="r" t="t"/>
              <a:pathLst>
                <a:path extrusionOk="0" h="2470" w="1466">
                  <a:moveTo>
                    <a:pt x="628" y="1"/>
                  </a:moveTo>
                  <a:lnTo>
                    <a:pt x="628" y="1"/>
                  </a:lnTo>
                  <a:cubicBezTo>
                    <a:pt x="1" y="1738"/>
                    <a:pt x="63" y="2030"/>
                    <a:pt x="1068" y="2470"/>
                  </a:cubicBezTo>
                  <a:cubicBezTo>
                    <a:pt x="1465" y="1612"/>
                    <a:pt x="1172" y="901"/>
                    <a:pt x="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4"/>
            <p:cNvSpPr/>
            <p:nvPr/>
          </p:nvSpPr>
          <p:spPr>
            <a:xfrm>
              <a:off x="4447375" y="4353800"/>
              <a:ext cx="32450" cy="49700"/>
            </a:xfrm>
            <a:custGeom>
              <a:rect b="b" l="l" r="r" t="t"/>
              <a:pathLst>
                <a:path extrusionOk="0" h="1988" w="1298">
                  <a:moveTo>
                    <a:pt x="607" y="0"/>
                  </a:moveTo>
                  <a:cubicBezTo>
                    <a:pt x="0" y="1507"/>
                    <a:pt x="105" y="1904"/>
                    <a:pt x="1298" y="1988"/>
                  </a:cubicBezTo>
                  <a:cubicBezTo>
                    <a:pt x="1151" y="1297"/>
                    <a:pt x="1047" y="649"/>
                    <a:pt x="9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94"/>
          <p:cNvGrpSpPr/>
          <p:nvPr/>
        </p:nvGrpSpPr>
        <p:grpSpPr>
          <a:xfrm>
            <a:off x="1213551" y="1227828"/>
            <a:ext cx="312747" cy="903653"/>
            <a:chOff x="1578750" y="491800"/>
            <a:chExt cx="991275" cy="2865100"/>
          </a:xfrm>
        </p:grpSpPr>
        <p:sp>
          <p:nvSpPr>
            <p:cNvPr id="3228" name="Google Shape;3228;p94"/>
            <p:cNvSpPr/>
            <p:nvPr/>
          </p:nvSpPr>
          <p:spPr>
            <a:xfrm>
              <a:off x="1578750" y="491800"/>
              <a:ext cx="991275" cy="2865100"/>
            </a:xfrm>
            <a:custGeom>
              <a:rect b="b" l="l" r="r" t="t"/>
              <a:pathLst>
                <a:path extrusionOk="0" h="114604" w="39651">
                  <a:moveTo>
                    <a:pt x="7617" y="4772"/>
                  </a:moveTo>
                  <a:cubicBezTo>
                    <a:pt x="8286" y="5588"/>
                    <a:pt x="9018" y="6341"/>
                    <a:pt x="9604" y="7220"/>
                  </a:cubicBezTo>
                  <a:cubicBezTo>
                    <a:pt x="10671" y="8810"/>
                    <a:pt x="10692" y="10588"/>
                    <a:pt x="10169" y="12367"/>
                  </a:cubicBezTo>
                  <a:cubicBezTo>
                    <a:pt x="9799" y="13662"/>
                    <a:pt x="9065" y="14250"/>
                    <a:pt x="7789" y="14250"/>
                  </a:cubicBezTo>
                  <a:cubicBezTo>
                    <a:pt x="7766" y="14250"/>
                    <a:pt x="7744" y="14250"/>
                    <a:pt x="7721" y="14250"/>
                  </a:cubicBezTo>
                  <a:cubicBezTo>
                    <a:pt x="6612" y="14250"/>
                    <a:pt x="5503" y="14103"/>
                    <a:pt x="4394" y="14062"/>
                  </a:cubicBezTo>
                  <a:cubicBezTo>
                    <a:pt x="3474" y="14020"/>
                    <a:pt x="3013" y="13371"/>
                    <a:pt x="2804" y="12597"/>
                  </a:cubicBezTo>
                  <a:cubicBezTo>
                    <a:pt x="2511" y="11446"/>
                    <a:pt x="2469" y="10274"/>
                    <a:pt x="3202" y="9249"/>
                  </a:cubicBezTo>
                  <a:cubicBezTo>
                    <a:pt x="3683" y="8601"/>
                    <a:pt x="4185" y="7952"/>
                    <a:pt x="4624" y="7408"/>
                  </a:cubicBezTo>
                  <a:cubicBezTo>
                    <a:pt x="4980" y="8057"/>
                    <a:pt x="5189" y="8726"/>
                    <a:pt x="5629" y="9165"/>
                  </a:cubicBezTo>
                  <a:cubicBezTo>
                    <a:pt x="5950" y="9497"/>
                    <a:pt x="6364" y="9649"/>
                    <a:pt x="6785" y="9649"/>
                  </a:cubicBezTo>
                  <a:cubicBezTo>
                    <a:pt x="7212" y="9649"/>
                    <a:pt x="7645" y="9492"/>
                    <a:pt x="7993" y="9207"/>
                  </a:cubicBezTo>
                  <a:cubicBezTo>
                    <a:pt x="8663" y="8642"/>
                    <a:pt x="8851" y="7450"/>
                    <a:pt x="8391" y="6634"/>
                  </a:cubicBezTo>
                  <a:cubicBezTo>
                    <a:pt x="8056" y="6069"/>
                    <a:pt x="7700" y="5525"/>
                    <a:pt x="7345" y="4981"/>
                  </a:cubicBezTo>
                  <a:cubicBezTo>
                    <a:pt x="7428" y="4918"/>
                    <a:pt x="7512" y="4834"/>
                    <a:pt x="7617" y="4772"/>
                  </a:cubicBezTo>
                  <a:close/>
                  <a:moveTo>
                    <a:pt x="4734" y="15145"/>
                  </a:moveTo>
                  <a:cubicBezTo>
                    <a:pt x="6610" y="15145"/>
                    <a:pt x="8506" y="15199"/>
                    <a:pt x="10441" y="15547"/>
                  </a:cubicBezTo>
                  <a:cubicBezTo>
                    <a:pt x="10441" y="16133"/>
                    <a:pt x="10441" y="16531"/>
                    <a:pt x="10441" y="17033"/>
                  </a:cubicBezTo>
                  <a:cubicBezTo>
                    <a:pt x="10174" y="17071"/>
                    <a:pt x="9908" y="17161"/>
                    <a:pt x="9657" y="17161"/>
                  </a:cubicBezTo>
                  <a:cubicBezTo>
                    <a:pt x="9632" y="17161"/>
                    <a:pt x="9608" y="17160"/>
                    <a:pt x="9583" y="17158"/>
                  </a:cubicBezTo>
                  <a:cubicBezTo>
                    <a:pt x="8140" y="16970"/>
                    <a:pt x="6696" y="16719"/>
                    <a:pt x="5231" y="16593"/>
                  </a:cubicBezTo>
                  <a:cubicBezTo>
                    <a:pt x="4185" y="16489"/>
                    <a:pt x="3118" y="16531"/>
                    <a:pt x="2051" y="16489"/>
                  </a:cubicBezTo>
                  <a:cubicBezTo>
                    <a:pt x="1109" y="16468"/>
                    <a:pt x="1109" y="16447"/>
                    <a:pt x="1256" y="15150"/>
                  </a:cubicBezTo>
                  <a:lnTo>
                    <a:pt x="1256" y="15150"/>
                  </a:lnTo>
                  <a:cubicBezTo>
                    <a:pt x="1577" y="15154"/>
                    <a:pt x="1898" y="15156"/>
                    <a:pt x="2219" y="15156"/>
                  </a:cubicBezTo>
                  <a:cubicBezTo>
                    <a:pt x="3055" y="15156"/>
                    <a:pt x="3893" y="15145"/>
                    <a:pt x="4734" y="15145"/>
                  </a:cubicBezTo>
                  <a:close/>
                  <a:moveTo>
                    <a:pt x="4287" y="17417"/>
                  </a:moveTo>
                  <a:cubicBezTo>
                    <a:pt x="5529" y="17417"/>
                    <a:pt x="6731" y="17839"/>
                    <a:pt x="7993" y="18079"/>
                  </a:cubicBezTo>
                  <a:cubicBezTo>
                    <a:pt x="7847" y="18644"/>
                    <a:pt x="7784" y="19062"/>
                    <a:pt x="7637" y="19439"/>
                  </a:cubicBezTo>
                  <a:cubicBezTo>
                    <a:pt x="7247" y="20451"/>
                    <a:pt x="6558" y="20980"/>
                    <a:pt x="5799" y="20980"/>
                  </a:cubicBezTo>
                  <a:cubicBezTo>
                    <a:pt x="5255" y="20980"/>
                    <a:pt x="4676" y="20709"/>
                    <a:pt x="4143" y="20150"/>
                  </a:cubicBezTo>
                  <a:cubicBezTo>
                    <a:pt x="3515" y="19481"/>
                    <a:pt x="2867" y="18769"/>
                    <a:pt x="3118" y="17556"/>
                  </a:cubicBezTo>
                  <a:cubicBezTo>
                    <a:pt x="3513" y="17457"/>
                    <a:pt x="3902" y="17417"/>
                    <a:pt x="4287" y="17417"/>
                  </a:cubicBezTo>
                  <a:close/>
                  <a:moveTo>
                    <a:pt x="5210" y="21845"/>
                  </a:moveTo>
                  <a:cubicBezTo>
                    <a:pt x="6256" y="22515"/>
                    <a:pt x="6340" y="23163"/>
                    <a:pt x="5984" y="26072"/>
                  </a:cubicBezTo>
                  <a:cubicBezTo>
                    <a:pt x="5692" y="26051"/>
                    <a:pt x="5378" y="26030"/>
                    <a:pt x="5001" y="25988"/>
                  </a:cubicBezTo>
                  <a:cubicBezTo>
                    <a:pt x="5064" y="24628"/>
                    <a:pt x="5127" y="23352"/>
                    <a:pt x="5210" y="21845"/>
                  </a:cubicBezTo>
                  <a:close/>
                  <a:moveTo>
                    <a:pt x="3139" y="27808"/>
                  </a:moveTo>
                  <a:cubicBezTo>
                    <a:pt x="4206" y="27997"/>
                    <a:pt x="5252" y="28164"/>
                    <a:pt x="6508" y="28373"/>
                  </a:cubicBezTo>
                  <a:cubicBezTo>
                    <a:pt x="6173" y="28813"/>
                    <a:pt x="5984" y="29064"/>
                    <a:pt x="5754" y="29378"/>
                  </a:cubicBezTo>
                  <a:cubicBezTo>
                    <a:pt x="4876" y="29043"/>
                    <a:pt x="3976" y="28687"/>
                    <a:pt x="3076" y="28332"/>
                  </a:cubicBezTo>
                  <a:cubicBezTo>
                    <a:pt x="3055" y="28332"/>
                    <a:pt x="3097" y="28143"/>
                    <a:pt x="3139" y="27808"/>
                  </a:cubicBezTo>
                  <a:close/>
                  <a:moveTo>
                    <a:pt x="4053" y="29234"/>
                  </a:moveTo>
                  <a:cubicBezTo>
                    <a:pt x="4600" y="29234"/>
                    <a:pt x="5120" y="29593"/>
                    <a:pt x="5838" y="30361"/>
                  </a:cubicBezTo>
                  <a:cubicBezTo>
                    <a:pt x="5408" y="30580"/>
                    <a:pt x="5037" y="30694"/>
                    <a:pt x="4684" y="30694"/>
                  </a:cubicBezTo>
                  <a:cubicBezTo>
                    <a:pt x="4091" y="30694"/>
                    <a:pt x="3549" y="30373"/>
                    <a:pt x="2867" y="29692"/>
                  </a:cubicBezTo>
                  <a:cubicBezTo>
                    <a:pt x="3317" y="29392"/>
                    <a:pt x="3691" y="29234"/>
                    <a:pt x="4053" y="29234"/>
                  </a:cubicBezTo>
                  <a:close/>
                  <a:moveTo>
                    <a:pt x="7031" y="30717"/>
                  </a:moveTo>
                  <a:cubicBezTo>
                    <a:pt x="7073" y="30863"/>
                    <a:pt x="7177" y="31093"/>
                    <a:pt x="7135" y="31114"/>
                  </a:cubicBezTo>
                  <a:cubicBezTo>
                    <a:pt x="6068" y="31909"/>
                    <a:pt x="4876" y="32328"/>
                    <a:pt x="3474" y="32349"/>
                  </a:cubicBezTo>
                  <a:cubicBezTo>
                    <a:pt x="3404" y="31457"/>
                    <a:pt x="3802" y="31384"/>
                    <a:pt x="4228" y="31384"/>
                  </a:cubicBezTo>
                  <a:cubicBezTo>
                    <a:pt x="4311" y="31384"/>
                    <a:pt x="4396" y="31386"/>
                    <a:pt x="4478" y="31386"/>
                  </a:cubicBezTo>
                  <a:cubicBezTo>
                    <a:pt x="6068" y="31365"/>
                    <a:pt x="6068" y="31365"/>
                    <a:pt x="7031" y="30717"/>
                  </a:cubicBezTo>
                  <a:close/>
                  <a:moveTo>
                    <a:pt x="22389" y="27704"/>
                  </a:moveTo>
                  <a:cubicBezTo>
                    <a:pt x="22870" y="29127"/>
                    <a:pt x="22933" y="31470"/>
                    <a:pt x="22577" y="34316"/>
                  </a:cubicBezTo>
                  <a:cubicBezTo>
                    <a:pt x="22096" y="34232"/>
                    <a:pt x="21656" y="34148"/>
                    <a:pt x="21029" y="34044"/>
                  </a:cubicBezTo>
                  <a:cubicBezTo>
                    <a:pt x="21489" y="31868"/>
                    <a:pt x="21928" y="29859"/>
                    <a:pt x="22389" y="27704"/>
                  </a:cubicBezTo>
                  <a:close/>
                  <a:moveTo>
                    <a:pt x="15505" y="32140"/>
                  </a:moveTo>
                  <a:cubicBezTo>
                    <a:pt x="16404" y="32872"/>
                    <a:pt x="17304" y="33583"/>
                    <a:pt x="18350" y="34420"/>
                  </a:cubicBezTo>
                  <a:cubicBezTo>
                    <a:pt x="17785" y="34755"/>
                    <a:pt x="17304" y="35048"/>
                    <a:pt x="16760" y="35362"/>
                  </a:cubicBezTo>
                  <a:cubicBezTo>
                    <a:pt x="16216" y="34211"/>
                    <a:pt x="15756" y="33249"/>
                    <a:pt x="15295" y="32286"/>
                  </a:cubicBezTo>
                  <a:cubicBezTo>
                    <a:pt x="15358" y="32223"/>
                    <a:pt x="15442" y="32181"/>
                    <a:pt x="15505" y="32140"/>
                  </a:cubicBezTo>
                  <a:close/>
                  <a:moveTo>
                    <a:pt x="29105" y="32663"/>
                  </a:moveTo>
                  <a:cubicBezTo>
                    <a:pt x="29189" y="32746"/>
                    <a:pt x="29272" y="32809"/>
                    <a:pt x="29335" y="32893"/>
                  </a:cubicBezTo>
                  <a:cubicBezTo>
                    <a:pt x="28352" y="34316"/>
                    <a:pt x="27368" y="35759"/>
                    <a:pt x="26218" y="37412"/>
                  </a:cubicBezTo>
                  <a:cubicBezTo>
                    <a:pt x="25862" y="36806"/>
                    <a:pt x="25653" y="36450"/>
                    <a:pt x="25423" y="36052"/>
                  </a:cubicBezTo>
                  <a:cubicBezTo>
                    <a:pt x="26678" y="34902"/>
                    <a:pt x="27892" y="33772"/>
                    <a:pt x="29105" y="32663"/>
                  </a:cubicBezTo>
                  <a:close/>
                  <a:moveTo>
                    <a:pt x="13017" y="38343"/>
                  </a:moveTo>
                  <a:cubicBezTo>
                    <a:pt x="13753" y="38343"/>
                    <a:pt x="14566" y="38408"/>
                    <a:pt x="15400" y="38542"/>
                  </a:cubicBezTo>
                  <a:cubicBezTo>
                    <a:pt x="15358" y="39254"/>
                    <a:pt x="15316" y="39881"/>
                    <a:pt x="15275" y="40614"/>
                  </a:cubicBezTo>
                  <a:cubicBezTo>
                    <a:pt x="13412" y="40425"/>
                    <a:pt x="11822" y="39526"/>
                    <a:pt x="10106" y="38961"/>
                  </a:cubicBezTo>
                  <a:cubicBezTo>
                    <a:pt x="10605" y="38556"/>
                    <a:pt x="11685" y="38343"/>
                    <a:pt x="13017" y="38343"/>
                  </a:cubicBezTo>
                  <a:close/>
                  <a:moveTo>
                    <a:pt x="27339" y="39357"/>
                  </a:moveTo>
                  <a:cubicBezTo>
                    <a:pt x="27499" y="39357"/>
                    <a:pt x="27705" y="39405"/>
                    <a:pt x="27975" y="39484"/>
                  </a:cubicBezTo>
                  <a:cubicBezTo>
                    <a:pt x="28833" y="39714"/>
                    <a:pt x="29691" y="39944"/>
                    <a:pt x="30821" y="40258"/>
                  </a:cubicBezTo>
                  <a:cubicBezTo>
                    <a:pt x="29314" y="40467"/>
                    <a:pt x="28038" y="40635"/>
                    <a:pt x="26741" y="40802"/>
                  </a:cubicBezTo>
                  <a:cubicBezTo>
                    <a:pt x="26817" y="39716"/>
                    <a:pt x="26905" y="39357"/>
                    <a:pt x="27339" y="39357"/>
                  </a:cubicBezTo>
                  <a:close/>
                  <a:moveTo>
                    <a:pt x="21230" y="34920"/>
                  </a:moveTo>
                  <a:cubicBezTo>
                    <a:pt x="22342" y="34920"/>
                    <a:pt x="23410" y="35355"/>
                    <a:pt x="24209" y="36220"/>
                  </a:cubicBezTo>
                  <a:cubicBezTo>
                    <a:pt x="25611" y="37789"/>
                    <a:pt x="26615" y="40258"/>
                    <a:pt x="24879" y="42309"/>
                  </a:cubicBezTo>
                  <a:cubicBezTo>
                    <a:pt x="24795" y="41576"/>
                    <a:pt x="24711" y="40990"/>
                    <a:pt x="24627" y="40321"/>
                  </a:cubicBezTo>
                  <a:cubicBezTo>
                    <a:pt x="22933" y="39714"/>
                    <a:pt x="22451" y="37873"/>
                    <a:pt x="21280" y="36471"/>
                  </a:cubicBezTo>
                  <a:cubicBezTo>
                    <a:pt x="20359" y="38333"/>
                    <a:pt x="19376" y="40049"/>
                    <a:pt x="17325" y="40446"/>
                  </a:cubicBezTo>
                  <a:cubicBezTo>
                    <a:pt x="17095" y="41116"/>
                    <a:pt x="16907" y="41681"/>
                    <a:pt x="16676" y="42329"/>
                  </a:cubicBezTo>
                  <a:cubicBezTo>
                    <a:pt x="15547" y="40467"/>
                    <a:pt x="16321" y="37517"/>
                    <a:pt x="18246" y="36010"/>
                  </a:cubicBezTo>
                  <a:cubicBezTo>
                    <a:pt x="19164" y="35282"/>
                    <a:pt x="20215" y="34920"/>
                    <a:pt x="21230" y="34920"/>
                  </a:cubicBezTo>
                  <a:close/>
                  <a:moveTo>
                    <a:pt x="20966" y="38249"/>
                  </a:moveTo>
                  <a:cubicBezTo>
                    <a:pt x="21866" y="39128"/>
                    <a:pt x="22744" y="39965"/>
                    <a:pt x="23602" y="40802"/>
                  </a:cubicBezTo>
                  <a:cubicBezTo>
                    <a:pt x="23644" y="40760"/>
                    <a:pt x="23686" y="40718"/>
                    <a:pt x="23728" y="40656"/>
                  </a:cubicBezTo>
                  <a:cubicBezTo>
                    <a:pt x="23958" y="41367"/>
                    <a:pt x="24083" y="42099"/>
                    <a:pt x="24439" y="42727"/>
                  </a:cubicBezTo>
                  <a:cubicBezTo>
                    <a:pt x="24899" y="43543"/>
                    <a:pt x="24711" y="44171"/>
                    <a:pt x="24146" y="44673"/>
                  </a:cubicBezTo>
                  <a:cubicBezTo>
                    <a:pt x="23163" y="45531"/>
                    <a:pt x="22138" y="46326"/>
                    <a:pt x="21133" y="47100"/>
                  </a:cubicBezTo>
                  <a:cubicBezTo>
                    <a:pt x="20965" y="47230"/>
                    <a:pt x="20805" y="47287"/>
                    <a:pt x="20654" y="47287"/>
                  </a:cubicBezTo>
                  <a:cubicBezTo>
                    <a:pt x="20391" y="47287"/>
                    <a:pt x="20153" y="47114"/>
                    <a:pt x="19941" y="46849"/>
                  </a:cubicBezTo>
                  <a:cubicBezTo>
                    <a:pt x="19355" y="46138"/>
                    <a:pt x="18748" y="45426"/>
                    <a:pt x="18141" y="44715"/>
                  </a:cubicBezTo>
                  <a:cubicBezTo>
                    <a:pt x="17806" y="44317"/>
                    <a:pt x="17492" y="43920"/>
                    <a:pt x="17116" y="43459"/>
                  </a:cubicBezTo>
                  <a:cubicBezTo>
                    <a:pt x="17241" y="42999"/>
                    <a:pt x="17430" y="42601"/>
                    <a:pt x="17451" y="42183"/>
                  </a:cubicBezTo>
                  <a:cubicBezTo>
                    <a:pt x="17513" y="41346"/>
                    <a:pt x="17911" y="40886"/>
                    <a:pt x="18706" y="40656"/>
                  </a:cubicBezTo>
                  <a:cubicBezTo>
                    <a:pt x="19857" y="40321"/>
                    <a:pt x="20422" y="39296"/>
                    <a:pt x="20966" y="38249"/>
                  </a:cubicBezTo>
                  <a:close/>
                  <a:moveTo>
                    <a:pt x="21635" y="47770"/>
                  </a:moveTo>
                  <a:cubicBezTo>
                    <a:pt x="21698" y="48251"/>
                    <a:pt x="21698" y="48460"/>
                    <a:pt x="21782" y="48648"/>
                  </a:cubicBezTo>
                  <a:cubicBezTo>
                    <a:pt x="21991" y="49130"/>
                    <a:pt x="21991" y="49695"/>
                    <a:pt x="21489" y="49841"/>
                  </a:cubicBezTo>
                  <a:cubicBezTo>
                    <a:pt x="21387" y="49868"/>
                    <a:pt x="21270" y="49881"/>
                    <a:pt x="21146" y="49881"/>
                  </a:cubicBezTo>
                  <a:cubicBezTo>
                    <a:pt x="20788" y="49881"/>
                    <a:pt x="20378" y="49771"/>
                    <a:pt x="20129" y="49569"/>
                  </a:cubicBezTo>
                  <a:cubicBezTo>
                    <a:pt x="19731" y="49213"/>
                    <a:pt x="19208" y="48711"/>
                    <a:pt x="19606" y="47895"/>
                  </a:cubicBezTo>
                  <a:lnTo>
                    <a:pt x="19606" y="47895"/>
                  </a:lnTo>
                  <a:cubicBezTo>
                    <a:pt x="20014" y="47961"/>
                    <a:pt x="20421" y="48407"/>
                    <a:pt x="20850" y="48407"/>
                  </a:cubicBezTo>
                  <a:cubicBezTo>
                    <a:pt x="21103" y="48407"/>
                    <a:pt x="21363" y="48251"/>
                    <a:pt x="21635" y="47770"/>
                  </a:cubicBezTo>
                  <a:close/>
                  <a:moveTo>
                    <a:pt x="6989" y="32433"/>
                  </a:moveTo>
                  <a:cubicBezTo>
                    <a:pt x="6989" y="33562"/>
                    <a:pt x="7135" y="34609"/>
                    <a:pt x="6968" y="35613"/>
                  </a:cubicBezTo>
                  <a:cubicBezTo>
                    <a:pt x="6466" y="38542"/>
                    <a:pt x="6821" y="41430"/>
                    <a:pt x="7177" y="44317"/>
                  </a:cubicBezTo>
                  <a:cubicBezTo>
                    <a:pt x="7303" y="45342"/>
                    <a:pt x="7993" y="46326"/>
                    <a:pt x="8537" y="47267"/>
                  </a:cubicBezTo>
                  <a:cubicBezTo>
                    <a:pt x="9123" y="48293"/>
                    <a:pt x="9144" y="48376"/>
                    <a:pt x="8161" y="48941"/>
                  </a:cubicBezTo>
                  <a:cubicBezTo>
                    <a:pt x="7491" y="49318"/>
                    <a:pt x="6863" y="49757"/>
                    <a:pt x="6131" y="50239"/>
                  </a:cubicBezTo>
                  <a:cubicBezTo>
                    <a:pt x="4624" y="48146"/>
                    <a:pt x="3327" y="45970"/>
                    <a:pt x="3264" y="43271"/>
                  </a:cubicBezTo>
                  <a:cubicBezTo>
                    <a:pt x="3223" y="40007"/>
                    <a:pt x="3264" y="36743"/>
                    <a:pt x="3264" y="33458"/>
                  </a:cubicBezTo>
                  <a:cubicBezTo>
                    <a:pt x="4666" y="33060"/>
                    <a:pt x="5775" y="32767"/>
                    <a:pt x="6989" y="32433"/>
                  </a:cubicBezTo>
                  <a:close/>
                  <a:moveTo>
                    <a:pt x="8119" y="38856"/>
                  </a:moveTo>
                  <a:cubicBezTo>
                    <a:pt x="10588" y="40007"/>
                    <a:pt x="12827" y="41220"/>
                    <a:pt x="15505" y="41451"/>
                  </a:cubicBezTo>
                  <a:cubicBezTo>
                    <a:pt x="16112" y="43459"/>
                    <a:pt x="17220" y="45238"/>
                    <a:pt x="18706" y="46807"/>
                  </a:cubicBezTo>
                  <a:cubicBezTo>
                    <a:pt x="19250" y="47393"/>
                    <a:pt x="18936" y="48062"/>
                    <a:pt x="18853" y="48753"/>
                  </a:cubicBezTo>
                  <a:cubicBezTo>
                    <a:pt x="17995" y="48711"/>
                    <a:pt x="17200" y="48648"/>
                    <a:pt x="16342" y="48607"/>
                  </a:cubicBezTo>
                  <a:cubicBezTo>
                    <a:pt x="15986" y="49151"/>
                    <a:pt x="15609" y="49695"/>
                    <a:pt x="15128" y="50406"/>
                  </a:cubicBezTo>
                  <a:cubicBezTo>
                    <a:pt x="14228" y="49820"/>
                    <a:pt x="13350" y="49234"/>
                    <a:pt x="12450" y="48669"/>
                  </a:cubicBezTo>
                  <a:cubicBezTo>
                    <a:pt x="11738" y="48209"/>
                    <a:pt x="10985" y="47770"/>
                    <a:pt x="10274" y="47288"/>
                  </a:cubicBezTo>
                  <a:cubicBezTo>
                    <a:pt x="10023" y="47142"/>
                    <a:pt x="9751" y="46933"/>
                    <a:pt x="9625" y="46661"/>
                  </a:cubicBezTo>
                  <a:cubicBezTo>
                    <a:pt x="8977" y="45322"/>
                    <a:pt x="8223" y="43982"/>
                    <a:pt x="8202" y="42413"/>
                  </a:cubicBezTo>
                  <a:cubicBezTo>
                    <a:pt x="8181" y="41785"/>
                    <a:pt x="8056" y="41158"/>
                    <a:pt x="8035" y="40530"/>
                  </a:cubicBezTo>
                  <a:cubicBezTo>
                    <a:pt x="8014" y="40028"/>
                    <a:pt x="8077" y="39526"/>
                    <a:pt x="8119" y="38856"/>
                  </a:cubicBezTo>
                  <a:close/>
                  <a:moveTo>
                    <a:pt x="9939" y="48230"/>
                  </a:moveTo>
                  <a:cubicBezTo>
                    <a:pt x="11466" y="49234"/>
                    <a:pt x="12931" y="50218"/>
                    <a:pt x="14605" y="51327"/>
                  </a:cubicBezTo>
                  <a:cubicBezTo>
                    <a:pt x="13329" y="53440"/>
                    <a:pt x="12115" y="55428"/>
                    <a:pt x="10818" y="57562"/>
                  </a:cubicBezTo>
                  <a:cubicBezTo>
                    <a:pt x="9186" y="55449"/>
                    <a:pt x="7847" y="53335"/>
                    <a:pt x="6549" y="50992"/>
                  </a:cubicBezTo>
                  <a:cubicBezTo>
                    <a:pt x="7721" y="50029"/>
                    <a:pt x="8788" y="49151"/>
                    <a:pt x="9939" y="48230"/>
                  </a:cubicBezTo>
                  <a:close/>
                  <a:moveTo>
                    <a:pt x="18173" y="49376"/>
                  </a:moveTo>
                  <a:cubicBezTo>
                    <a:pt x="18472" y="49376"/>
                    <a:pt x="18786" y="49517"/>
                    <a:pt x="19145" y="49799"/>
                  </a:cubicBezTo>
                  <a:cubicBezTo>
                    <a:pt x="19754" y="50264"/>
                    <a:pt x="20351" y="50547"/>
                    <a:pt x="20951" y="50547"/>
                  </a:cubicBezTo>
                  <a:cubicBezTo>
                    <a:pt x="21486" y="50547"/>
                    <a:pt x="22025" y="50322"/>
                    <a:pt x="22577" y="49799"/>
                  </a:cubicBezTo>
                  <a:cubicBezTo>
                    <a:pt x="22761" y="49615"/>
                    <a:pt x="23124" y="49544"/>
                    <a:pt x="23422" y="49544"/>
                  </a:cubicBezTo>
                  <a:cubicBezTo>
                    <a:pt x="23463" y="49544"/>
                    <a:pt x="23502" y="49546"/>
                    <a:pt x="23539" y="49548"/>
                  </a:cubicBezTo>
                  <a:cubicBezTo>
                    <a:pt x="24230" y="49611"/>
                    <a:pt x="24920" y="49778"/>
                    <a:pt x="25757" y="49904"/>
                  </a:cubicBezTo>
                  <a:cubicBezTo>
                    <a:pt x="25381" y="51871"/>
                    <a:pt x="24627" y="53586"/>
                    <a:pt x="23498" y="55072"/>
                  </a:cubicBezTo>
                  <a:cubicBezTo>
                    <a:pt x="21280" y="58022"/>
                    <a:pt x="18601" y="60428"/>
                    <a:pt x="15295" y="62019"/>
                  </a:cubicBezTo>
                  <a:cubicBezTo>
                    <a:pt x="14375" y="62458"/>
                    <a:pt x="13475" y="62918"/>
                    <a:pt x="12345" y="63462"/>
                  </a:cubicBezTo>
                  <a:cubicBezTo>
                    <a:pt x="11990" y="62081"/>
                    <a:pt x="11571" y="60805"/>
                    <a:pt x="11383" y="59487"/>
                  </a:cubicBezTo>
                  <a:cubicBezTo>
                    <a:pt x="11299" y="59006"/>
                    <a:pt x="11655" y="58378"/>
                    <a:pt x="11948" y="57918"/>
                  </a:cubicBezTo>
                  <a:cubicBezTo>
                    <a:pt x="13182" y="55867"/>
                    <a:pt x="14459" y="53816"/>
                    <a:pt x="15756" y="51808"/>
                  </a:cubicBezTo>
                  <a:cubicBezTo>
                    <a:pt x="16174" y="51159"/>
                    <a:pt x="16656" y="50531"/>
                    <a:pt x="17158" y="49946"/>
                  </a:cubicBezTo>
                  <a:cubicBezTo>
                    <a:pt x="17505" y="49565"/>
                    <a:pt x="17829" y="49376"/>
                    <a:pt x="18173" y="49376"/>
                  </a:cubicBezTo>
                  <a:close/>
                  <a:moveTo>
                    <a:pt x="27578" y="65471"/>
                  </a:moveTo>
                  <a:cubicBezTo>
                    <a:pt x="29272" y="67103"/>
                    <a:pt x="29272" y="67563"/>
                    <a:pt x="27578" y="69718"/>
                  </a:cubicBezTo>
                  <a:lnTo>
                    <a:pt x="27578" y="65471"/>
                  </a:lnTo>
                  <a:close/>
                  <a:moveTo>
                    <a:pt x="35068" y="71581"/>
                  </a:moveTo>
                  <a:cubicBezTo>
                    <a:pt x="35445" y="71811"/>
                    <a:pt x="35822" y="72041"/>
                    <a:pt x="36428" y="72418"/>
                  </a:cubicBezTo>
                  <a:cubicBezTo>
                    <a:pt x="35466" y="72397"/>
                    <a:pt x="35466" y="72397"/>
                    <a:pt x="34901" y="71894"/>
                  </a:cubicBezTo>
                  <a:cubicBezTo>
                    <a:pt x="34964" y="71790"/>
                    <a:pt x="35006" y="71685"/>
                    <a:pt x="35068" y="71581"/>
                  </a:cubicBezTo>
                  <a:close/>
                  <a:moveTo>
                    <a:pt x="33813" y="72292"/>
                  </a:moveTo>
                  <a:lnTo>
                    <a:pt x="33813" y="72292"/>
                  </a:lnTo>
                  <a:cubicBezTo>
                    <a:pt x="34629" y="72920"/>
                    <a:pt x="35424" y="73527"/>
                    <a:pt x="36219" y="74154"/>
                  </a:cubicBezTo>
                  <a:cubicBezTo>
                    <a:pt x="36166" y="74156"/>
                    <a:pt x="36113" y="74156"/>
                    <a:pt x="36061" y="74156"/>
                  </a:cubicBezTo>
                  <a:cubicBezTo>
                    <a:pt x="34557" y="74156"/>
                    <a:pt x="33833" y="73566"/>
                    <a:pt x="33813" y="72292"/>
                  </a:cubicBezTo>
                  <a:close/>
                  <a:moveTo>
                    <a:pt x="33394" y="74573"/>
                  </a:moveTo>
                  <a:cubicBezTo>
                    <a:pt x="34859" y="74573"/>
                    <a:pt x="35298" y="74991"/>
                    <a:pt x="35110" y="76121"/>
                  </a:cubicBezTo>
                  <a:cubicBezTo>
                    <a:pt x="34503" y="75577"/>
                    <a:pt x="34064" y="75180"/>
                    <a:pt x="33394" y="74573"/>
                  </a:cubicBezTo>
                  <a:close/>
                  <a:moveTo>
                    <a:pt x="19104" y="61077"/>
                  </a:moveTo>
                  <a:cubicBezTo>
                    <a:pt x="19104" y="62416"/>
                    <a:pt x="19104" y="63504"/>
                    <a:pt x="19083" y="64613"/>
                  </a:cubicBezTo>
                  <a:cubicBezTo>
                    <a:pt x="19083" y="67019"/>
                    <a:pt x="19020" y="69446"/>
                    <a:pt x="19062" y="71853"/>
                  </a:cubicBezTo>
                  <a:cubicBezTo>
                    <a:pt x="19083" y="72690"/>
                    <a:pt x="18811" y="73213"/>
                    <a:pt x="18162" y="73673"/>
                  </a:cubicBezTo>
                  <a:cubicBezTo>
                    <a:pt x="16049" y="75221"/>
                    <a:pt x="13977" y="76832"/>
                    <a:pt x="11906" y="78402"/>
                  </a:cubicBezTo>
                  <a:cubicBezTo>
                    <a:pt x="11718" y="78548"/>
                    <a:pt x="11487" y="78653"/>
                    <a:pt x="11027" y="78904"/>
                  </a:cubicBezTo>
                  <a:cubicBezTo>
                    <a:pt x="11174" y="76309"/>
                    <a:pt x="11655" y="73966"/>
                    <a:pt x="11885" y="71602"/>
                  </a:cubicBezTo>
                  <a:cubicBezTo>
                    <a:pt x="12115" y="69195"/>
                    <a:pt x="12366" y="66789"/>
                    <a:pt x="12596" y="64362"/>
                  </a:cubicBezTo>
                  <a:cubicBezTo>
                    <a:pt x="14731" y="63274"/>
                    <a:pt x="16844" y="62207"/>
                    <a:pt x="19104" y="61077"/>
                  </a:cubicBezTo>
                  <a:close/>
                  <a:moveTo>
                    <a:pt x="32327" y="62793"/>
                  </a:moveTo>
                  <a:cubicBezTo>
                    <a:pt x="34964" y="64236"/>
                    <a:pt x="37307" y="66015"/>
                    <a:pt x="38332" y="67417"/>
                  </a:cubicBezTo>
                  <a:cubicBezTo>
                    <a:pt x="37621" y="68568"/>
                    <a:pt x="36889" y="69739"/>
                    <a:pt x="36198" y="70848"/>
                  </a:cubicBezTo>
                  <a:cubicBezTo>
                    <a:pt x="35865" y="70848"/>
                    <a:pt x="35549" y="70789"/>
                    <a:pt x="35283" y="70789"/>
                  </a:cubicBezTo>
                  <a:cubicBezTo>
                    <a:pt x="35130" y="70789"/>
                    <a:pt x="34994" y="70808"/>
                    <a:pt x="34880" y="70869"/>
                  </a:cubicBezTo>
                  <a:cubicBezTo>
                    <a:pt x="34252" y="71225"/>
                    <a:pt x="33645" y="71706"/>
                    <a:pt x="33122" y="72229"/>
                  </a:cubicBezTo>
                  <a:cubicBezTo>
                    <a:pt x="32955" y="72397"/>
                    <a:pt x="33101" y="72899"/>
                    <a:pt x="33060" y="73255"/>
                  </a:cubicBezTo>
                  <a:cubicBezTo>
                    <a:pt x="33039" y="73673"/>
                    <a:pt x="32976" y="74112"/>
                    <a:pt x="32892" y="74845"/>
                  </a:cubicBezTo>
                  <a:cubicBezTo>
                    <a:pt x="33181" y="75093"/>
                    <a:pt x="33634" y="75545"/>
                    <a:pt x="34088" y="75979"/>
                  </a:cubicBezTo>
                  <a:lnTo>
                    <a:pt x="34088" y="75979"/>
                  </a:lnTo>
                  <a:cubicBezTo>
                    <a:pt x="33286" y="76946"/>
                    <a:pt x="32502" y="77895"/>
                    <a:pt x="31616" y="78925"/>
                  </a:cubicBezTo>
                  <a:cubicBezTo>
                    <a:pt x="30465" y="78046"/>
                    <a:pt x="29168" y="77125"/>
                    <a:pt x="27975" y="76100"/>
                  </a:cubicBezTo>
                  <a:cubicBezTo>
                    <a:pt x="27682" y="75849"/>
                    <a:pt x="27557" y="75263"/>
                    <a:pt x="27515" y="74824"/>
                  </a:cubicBezTo>
                  <a:cubicBezTo>
                    <a:pt x="27368" y="73317"/>
                    <a:pt x="27724" y="71874"/>
                    <a:pt x="28352" y="70555"/>
                  </a:cubicBezTo>
                  <a:cubicBezTo>
                    <a:pt x="29565" y="68003"/>
                    <a:pt x="30863" y="65492"/>
                    <a:pt x="32118" y="62981"/>
                  </a:cubicBezTo>
                  <a:cubicBezTo>
                    <a:pt x="32160" y="62897"/>
                    <a:pt x="32265" y="62855"/>
                    <a:pt x="32327" y="62793"/>
                  </a:cubicBezTo>
                  <a:close/>
                  <a:moveTo>
                    <a:pt x="25841" y="52373"/>
                  </a:moveTo>
                  <a:cubicBezTo>
                    <a:pt x="26134" y="60931"/>
                    <a:pt x="26448" y="69258"/>
                    <a:pt x="26762" y="77816"/>
                  </a:cubicBezTo>
                  <a:cubicBezTo>
                    <a:pt x="24879" y="80808"/>
                    <a:pt x="22389" y="83612"/>
                    <a:pt x="19899" y="86436"/>
                  </a:cubicBezTo>
                  <a:cubicBezTo>
                    <a:pt x="19794" y="86374"/>
                    <a:pt x="19669" y="86332"/>
                    <a:pt x="19543" y="86290"/>
                  </a:cubicBezTo>
                  <a:cubicBezTo>
                    <a:pt x="19648" y="85118"/>
                    <a:pt x="19731" y="83946"/>
                    <a:pt x="19857" y="82796"/>
                  </a:cubicBezTo>
                  <a:cubicBezTo>
                    <a:pt x="20171" y="79908"/>
                    <a:pt x="20485" y="77063"/>
                    <a:pt x="20213" y="74133"/>
                  </a:cubicBezTo>
                  <a:cubicBezTo>
                    <a:pt x="20003" y="71560"/>
                    <a:pt x="20171" y="68965"/>
                    <a:pt x="20108" y="66371"/>
                  </a:cubicBezTo>
                  <a:cubicBezTo>
                    <a:pt x="20066" y="64843"/>
                    <a:pt x="19941" y="63316"/>
                    <a:pt x="19752" y="61788"/>
                  </a:cubicBezTo>
                  <a:cubicBezTo>
                    <a:pt x="19648" y="60910"/>
                    <a:pt x="19857" y="60240"/>
                    <a:pt x="20547" y="59738"/>
                  </a:cubicBezTo>
                  <a:cubicBezTo>
                    <a:pt x="22765" y="58148"/>
                    <a:pt x="23958" y="55762"/>
                    <a:pt x="25171" y="53419"/>
                  </a:cubicBezTo>
                  <a:cubicBezTo>
                    <a:pt x="25339" y="53105"/>
                    <a:pt x="25548" y="52812"/>
                    <a:pt x="25841" y="52373"/>
                  </a:cubicBezTo>
                  <a:close/>
                  <a:moveTo>
                    <a:pt x="19062" y="73966"/>
                  </a:moveTo>
                  <a:cubicBezTo>
                    <a:pt x="19166" y="74803"/>
                    <a:pt x="19313" y="75368"/>
                    <a:pt x="19292" y="75912"/>
                  </a:cubicBezTo>
                  <a:cubicBezTo>
                    <a:pt x="19125" y="79615"/>
                    <a:pt x="18936" y="83298"/>
                    <a:pt x="18706" y="86980"/>
                  </a:cubicBezTo>
                  <a:cubicBezTo>
                    <a:pt x="18685" y="87441"/>
                    <a:pt x="18329" y="87964"/>
                    <a:pt x="17974" y="88257"/>
                  </a:cubicBezTo>
                  <a:cubicBezTo>
                    <a:pt x="15337" y="90558"/>
                    <a:pt x="12659" y="92839"/>
                    <a:pt x="9918" y="95182"/>
                  </a:cubicBezTo>
                  <a:cubicBezTo>
                    <a:pt x="9855" y="94973"/>
                    <a:pt x="9709" y="94764"/>
                    <a:pt x="9709" y="94555"/>
                  </a:cubicBezTo>
                  <a:cubicBezTo>
                    <a:pt x="9960" y="90956"/>
                    <a:pt x="10211" y="87378"/>
                    <a:pt x="10462" y="83800"/>
                  </a:cubicBezTo>
                  <a:cubicBezTo>
                    <a:pt x="10525" y="83068"/>
                    <a:pt x="10650" y="82335"/>
                    <a:pt x="10650" y="81603"/>
                  </a:cubicBezTo>
                  <a:cubicBezTo>
                    <a:pt x="10630" y="80536"/>
                    <a:pt x="11090" y="79845"/>
                    <a:pt x="11927" y="79260"/>
                  </a:cubicBezTo>
                  <a:cubicBezTo>
                    <a:pt x="13161" y="78423"/>
                    <a:pt x="14270" y="77418"/>
                    <a:pt x="15463" y="76519"/>
                  </a:cubicBezTo>
                  <a:cubicBezTo>
                    <a:pt x="16551" y="75703"/>
                    <a:pt x="17702" y="74928"/>
                    <a:pt x="19062" y="73966"/>
                  </a:cubicBezTo>
                  <a:close/>
                  <a:moveTo>
                    <a:pt x="25715" y="81498"/>
                  </a:moveTo>
                  <a:cubicBezTo>
                    <a:pt x="25820" y="81540"/>
                    <a:pt x="25904" y="81561"/>
                    <a:pt x="26008" y="81603"/>
                  </a:cubicBezTo>
                  <a:cubicBezTo>
                    <a:pt x="26008" y="82105"/>
                    <a:pt x="25987" y="82607"/>
                    <a:pt x="26029" y="83110"/>
                  </a:cubicBezTo>
                  <a:cubicBezTo>
                    <a:pt x="26155" y="87085"/>
                    <a:pt x="26239" y="91040"/>
                    <a:pt x="26427" y="94994"/>
                  </a:cubicBezTo>
                  <a:cubicBezTo>
                    <a:pt x="26573" y="97672"/>
                    <a:pt x="26866" y="100351"/>
                    <a:pt x="27096" y="103029"/>
                  </a:cubicBezTo>
                  <a:cubicBezTo>
                    <a:pt x="27159" y="103866"/>
                    <a:pt x="27159" y="104703"/>
                    <a:pt x="27201" y="105707"/>
                  </a:cubicBezTo>
                  <a:cubicBezTo>
                    <a:pt x="26008" y="105791"/>
                    <a:pt x="24879" y="105854"/>
                    <a:pt x="23665" y="105937"/>
                  </a:cubicBezTo>
                  <a:cubicBezTo>
                    <a:pt x="23623" y="105623"/>
                    <a:pt x="23539" y="105372"/>
                    <a:pt x="23539" y="105121"/>
                  </a:cubicBezTo>
                  <a:cubicBezTo>
                    <a:pt x="23539" y="99639"/>
                    <a:pt x="23539" y="94136"/>
                    <a:pt x="23539" y="88654"/>
                  </a:cubicBezTo>
                  <a:cubicBezTo>
                    <a:pt x="23539" y="87441"/>
                    <a:pt x="23456" y="86227"/>
                    <a:pt x="23518" y="85014"/>
                  </a:cubicBezTo>
                  <a:cubicBezTo>
                    <a:pt x="23539" y="84532"/>
                    <a:pt x="23811" y="84051"/>
                    <a:pt x="24083" y="83633"/>
                  </a:cubicBezTo>
                  <a:cubicBezTo>
                    <a:pt x="24586" y="82900"/>
                    <a:pt x="25171" y="82210"/>
                    <a:pt x="25715" y="81498"/>
                  </a:cubicBezTo>
                  <a:close/>
                  <a:moveTo>
                    <a:pt x="14479" y="93299"/>
                  </a:moveTo>
                  <a:lnTo>
                    <a:pt x="14479" y="106105"/>
                  </a:lnTo>
                  <a:cubicBezTo>
                    <a:pt x="12659" y="106000"/>
                    <a:pt x="11006" y="105916"/>
                    <a:pt x="9207" y="105812"/>
                  </a:cubicBezTo>
                  <a:cubicBezTo>
                    <a:pt x="9228" y="103029"/>
                    <a:pt x="9018" y="100309"/>
                    <a:pt x="9500" y="97610"/>
                  </a:cubicBezTo>
                  <a:cubicBezTo>
                    <a:pt x="9562" y="97296"/>
                    <a:pt x="9793" y="96940"/>
                    <a:pt x="10065" y="96731"/>
                  </a:cubicBezTo>
                  <a:cubicBezTo>
                    <a:pt x="11487" y="95580"/>
                    <a:pt x="12952" y="94492"/>
                    <a:pt x="14479" y="93299"/>
                  </a:cubicBezTo>
                  <a:close/>
                  <a:moveTo>
                    <a:pt x="22012" y="85913"/>
                  </a:moveTo>
                  <a:lnTo>
                    <a:pt x="22368" y="86081"/>
                  </a:lnTo>
                  <a:cubicBezTo>
                    <a:pt x="22451" y="92651"/>
                    <a:pt x="22556" y="99221"/>
                    <a:pt x="22661" y="105916"/>
                  </a:cubicBezTo>
                  <a:cubicBezTo>
                    <a:pt x="22263" y="106000"/>
                    <a:pt x="21886" y="106146"/>
                    <a:pt x="21489" y="106146"/>
                  </a:cubicBezTo>
                  <a:cubicBezTo>
                    <a:pt x="21138" y="106152"/>
                    <a:pt x="20787" y="106154"/>
                    <a:pt x="20434" y="106154"/>
                  </a:cubicBezTo>
                  <a:cubicBezTo>
                    <a:pt x="19376" y="106154"/>
                    <a:pt x="18308" y="106131"/>
                    <a:pt x="17241" y="106084"/>
                  </a:cubicBezTo>
                  <a:cubicBezTo>
                    <a:pt x="15944" y="106021"/>
                    <a:pt x="15630" y="105728"/>
                    <a:pt x="15609" y="104347"/>
                  </a:cubicBezTo>
                  <a:cubicBezTo>
                    <a:pt x="15588" y="101815"/>
                    <a:pt x="15651" y="99284"/>
                    <a:pt x="15693" y="96752"/>
                  </a:cubicBezTo>
                  <a:cubicBezTo>
                    <a:pt x="15714" y="95559"/>
                    <a:pt x="15777" y="94346"/>
                    <a:pt x="15798" y="93132"/>
                  </a:cubicBezTo>
                  <a:cubicBezTo>
                    <a:pt x="15819" y="92588"/>
                    <a:pt x="15881" y="92149"/>
                    <a:pt x="16300" y="91730"/>
                  </a:cubicBezTo>
                  <a:cubicBezTo>
                    <a:pt x="17806" y="90245"/>
                    <a:pt x="19229" y="88675"/>
                    <a:pt x="20694" y="87148"/>
                  </a:cubicBezTo>
                  <a:cubicBezTo>
                    <a:pt x="21112" y="86708"/>
                    <a:pt x="21573" y="86332"/>
                    <a:pt x="22012" y="85913"/>
                  </a:cubicBezTo>
                  <a:close/>
                  <a:moveTo>
                    <a:pt x="31469" y="106502"/>
                  </a:moveTo>
                  <a:lnTo>
                    <a:pt x="31469" y="110101"/>
                  </a:lnTo>
                  <a:cubicBezTo>
                    <a:pt x="25201" y="110043"/>
                    <a:pt x="18982" y="109656"/>
                    <a:pt x="12716" y="109656"/>
                  </a:cubicBezTo>
                  <a:cubicBezTo>
                    <a:pt x="9906" y="109656"/>
                    <a:pt x="7086" y="109734"/>
                    <a:pt x="4248" y="109955"/>
                  </a:cubicBezTo>
                  <a:cubicBezTo>
                    <a:pt x="4290" y="108804"/>
                    <a:pt x="4332" y="107799"/>
                    <a:pt x="4373" y="106711"/>
                  </a:cubicBezTo>
                  <a:cubicBezTo>
                    <a:pt x="9274" y="107016"/>
                    <a:pt x="14113" y="107302"/>
                    <a:pt x="18958" y="107302"/>
                  </a:cubicBezTo>
                  <a:cubicBezTo>
                    <a:pt x="23111" y="107302"/>
                    <a:pt x="27268" y="107091"/>
                    <a:pt x="31469" y="106502"/>
                  </a:cubicBezTo>
                  <a:close/>
                  <a:moveTo>
                    <a:pt x="7407" y="1"/>
                  </a:moveTo>
                  <a:lnTo>
                    <a:pt x="7407" y="1"/>
                  </a:lnTo>
                  <a:cubicBezTo>
                    <a:pt x="5671" y="2031"/>
                    <a:pt x="5524" y="3286"/>
                    <a:pt x="6675" y="5274"/>
                  </a:cubicBezTo>
                  <a:cubicBezTo>
                    <a:pt x="6863" y="5629"/>
                    <a:pt x="7156" y="5943"/>
                    <a:pt x="7365" y="6320"/>
                  </a:cubicBezTo>
                  <a:cubicBezTo>
                    <a:pt x="7930" y="7303"/>
                    <a:pt x="7826" y="7826"/>
                    <a:pt x="6905" y="8768"/>
                  </a:cubicBezTo>
                  <a:cubicBezTo>
                    <a:pt x="5984" y="8559"/>
                    <a:pt x="5692" y="7931"/>
                    <a:pt x="5775" y="7010"/>
                  </a:cubicBezTo>
                  <a:cubicBezTo>
                    <a:pt x="5817" y="6404"/>
                    <a:pt x="5775" y="5797"/>
                    <a:pt x="5775" y="5002"/>
                  </a:cubicBezTo>
                  <a:cubicBezTo>
                    <a:pt x="4373" y="6487"/>
                    <a:pt x="2992" y="7764"/>
                    <a:pt x="2093" y="9500"/>
                  </a:cubicBezTo>
                  <a:cubicBezTo>
                    <a:pt x="1423" y="10777"/>
                    <a:pt x="1486" y="12032"/>
                    <a:pt x="2135" y="13287"/>
                  </a:cubicBezTo>
                  <a:cubicBezTo>
                    <a:pt x="2260" y="13539"/>
                    <a:pt x="2427" y="13811"/>
                    <a:pt x="2658" y="14208"/>
                  </a:cubicBezTo>
                  <a:lnTo>
                    <a:pt x="1779" y="14208"/>
                  </a:lnTo>
                  <a:cubicBezTo>
                    <a:pt x="105" y="14208"/>
                    <a:pt x="0" y="14313"/>
                    <a:pt x="21" y="16112"/>
                  </a:cubicBezTo>
                  <a:cubicBezTo>
                    <a:pt x="38" y="17086"/>
                    <a:pt x="95" y="17319"/>
                    <a:pt x="755" y="17319"/>
                  </a:cubicBezTo>
                  <a:cubicBezTo>
                    <a:pt x="917" y="17319"/>
                    <a:pt x="1116" y="17305"/>
                    <a:pt x="1360" y="17284"/>
                  </a:cubicBezTo>
                  <a:cubicBezTo>
                    <a:pt x="1407" y="17281"/>
                    <a:pt x="1454" y="17280"/>
                    <a:pt x="1502" y="17280"/>
                  </a:cubicBezTo>
                  <a:cubicBezTo>
                    <a:pt x="1795" y="17280"/>
                    <a:pt x="2106" y="17329"/>
                    <a:pt x="2448" y="17347"/>
                  </a:cubicBezTo>
                  <a:cubicBezTo>
                    <a:pt x="2407" y="19209"/>
                    <a:pt x="2846" y="20757"/>
                    <a:pt x="4436" y="21803"/>
                  </a:cubicBezTo>
                  <a:cubicBezTo>
                    <a:pt x="4373" y="23101"/>
                    <a:pt x="4311" y="24398"/>
                    <a:pt x="4248" y="25653"/>
                  </a:cubicBezTo>
                  <a:cubicBezTo>
                    <a:pt x="2490" y="25842"/>
                    <a:pt x="2490" y="25842"/>
                    <a:pt x="2427" y="26867"/>
                  </a:cubicBezTo>
                  <a:cubicBezTo>
                    <a:pt x="2895" y="26451"/>
                    <a:pt x="3136" y="26242"/>
                    <a:pt x="3385" y="26242"/>
                  </a:cubicBezTo>
                  <a:cubicBezTo>
                    <a:pt x="3638" y="26242"/>
                    <a:pt x="3899" y="26456"/>
                    <a:pt x="4415" y="26888"/>
                  </a:cubicBezTo>
                  <a:cubicBezTo>
                    <a:pt x="3808" y="27097"/>
                    <a:pt x="3181" y="27306"/>
                    <a:pt x="2574" y="27516"/>
                  </a:cubicBezTo>
                  <a:cubicBezTo>
                    <a:pt x="2532" y="27997"/>
                    <a:pt x="2637" y="28415"/>
                    <a:pt x="2469" y="28708"/>
                  </a:cubicBezTo>
                  <a:cubicBezTo>
                    <a:pt x="2030" y="29545"/>
                    <a:pt x="2197" y="30173"/>
                    <a:pt x="2825" y="30821"/>
                  </a:cubicBezTo>
                  <a:cubicBezTo>
                    <a:pt x="3013" y="31052"/>
                    <a:pt x="3139" y="31596"/>
                    <a:pt x="3013" y="31847"/>
                  </a:cubicBezTo>
                  <a:cubicBezTo>
                    <a:pt x="2574" y="32621"/>
                    <a:pt x="2783" y="33458"/>
                    <a:pt x="2720" y="34253"/>
                  </a:cubicBezTo>
                  <a:cubicBezTo>
                    <a:pt x="2511" y="36994"/>
                    <a:pt x="2323" y="39735"/>
                    <a:pt x="2176" y="42476"/>
                  </a:cubicBezTo>
                  <a:cubicBezTo>
                    <a:pt x="2072" y="44652"/>
                    <a:pt x="2658" y="46661"/>
                    <a:pt x="3746" y="48502"/>
                  </a:cubicBezTo>
                  <a:cubicBezTo>
                    <a:pt x="4980" y="50552"/>
                    <a:pt x="6298" y="52561"/>
                    <a:pt x="7554" y="54591"/>
                  </a:cubicBezTo>
                  <a:cubicBezTo>
                    <a:pt x="8997" y="56850"/>
                    <a:pt x="10441" y="59006"/>
                    <a:pt x="10713" y="61956"/>
                  </a:cubicBezTo>
                  <a:cubicBezTo>
                    <a:pt x="10964" y="64780"/>
                    <a:pt x="10839" y="67542"/>
                    <a:pt x="10588" y="70304"/>
                  </a:cubicBezTo>
                  <a:cubicBezTo>
                    <a:pt x="10148" y="75619"/>
                    <a:pt x="9437" y="80892"/>
                    <a:pt x="8956" y="86206"/>
                  </a:cubicBezTo>
                  <a:cubicBezTo>
                    <a:pt x="8537" y="90998"/>
                    <a:pt x="8265" y="95789"/>
                    <a:pt x="7930" y="100602"/>
                  </a:cubicBezTo>
                  <a:cubicBezTo>
                    <a:pt x="7826" y="102297"/>
                    <a:pt x="7763" y="104012"/>
                    <a:pt x="7679" y="105833"/>
                  </a:cubicBezTo>
                  <a:cubicBezTo>
                    <a:pt x="6508" y="105937"/>
                    <a:pt x="5273" y="106042"/>
                    <a:pt x="4185" y="106126"/>
                  </a:cubicBezTo>
                  <a:cubicBezTo>
                    <a:pt x="3034" y="107318"/>
                    <a:pt x="3725" y="108762"/>
                    <a:pt x="3411" y="110017"/>
                  </a:cubicBezTo>
                  <a:lnTo>
                    <a:pt x="586" y="110017"/>
                  </a:lnTo>
                  <a:cubicBezTo>
                    <a:pt x="168" y="111210"/>
                    <a:pt x="147" y="112382"/>
                    <a:pt x="670" y="113679"/>
                  </a:cubicBezTo>
                  <a:cubicBezTo>
                    <a:pt x="1144" y="113679"/>
                    <a:pt x="1618" y="113660"/>
                    <a:pt x="2093" y="113660"/>
                  </a:cubicBezTo>
                  <a:cubicBezTo>
                    <a:pt x="2330" y="113660"/>
                    <a:pt x="2567" y="113665"/>
                    <a:pt x="2804" y="113679"/>
                  </a:cubicBezTo>
                  <a:cubicBezTo>
                    <a:pt x="5796" y="113867"/>
                    <a:pt x="8767" y="114139"/>
                    <a:pt x="11759" y="114223"/>
                  </a:cubicBezTo>
                  <a:cubicBezTo>
                    <a:pt x="18413" y="114411"/>
                    <a:pt x="25067" y="114495"/>
                    <a:pt x="31721" y="114579"/>
                  </a:cubicBezTo>
                  <a:cubicBezTo>
                    <a:pt x="32228" y="114587"/>
                    <a:pt x="32648" y="114603"/>
                    <a:pt x="32992" y="114603"/>
                  </a:cubicBezTo>
                  <a:cubicBezTo>
                    <a:pt x="34479" y="114603"/>
                    <a:pt x="34584" y="114291"/>
                    <a:pt x="34482" y="111608"/>
                  </a:cubicBezTo>
                  <a:cubicBezTo>
                    <a:pt x="34482" y="111524"/>
                    <a:pt x="34357" y="111461"/>
                    <a:pt x="34273" y="111356"/>
                  </a:cubicBezTo>
                  <a:cubicBezTo>
                    <a:pt x="33290" y="111691"/>
                    <a:pt x="33918" y="112654"/>
                    <a:pt x="33478" y="113449"/>
                  </a:cubicBezTo>
                  <a:cubicBezTo>
                    <a:pt x="33060" y="113449"/>
                    <a:pt x="32595" y="113467"/>
                    <a:pt x="32108" y="113467"/>
                  </a:cubicBezTo>
                  <a:cubicBezTo>
                    <a:pt x="31865" y="113467"/>
                    <a:pt x="31616" y="113463"/>
                    <a:pt x="31365" y="113449"/>
                  </a:cubicBezTo>
                  <a:cubicBezTo>
                    <a:pt x="29637" y="113376"/>
                    <a:pt x="27925" y="113161"/>
                    <a:pt x="26215" y="113161"/>
                  </a:cubicBezTo>
                  <a:cubicBezTo>
                    <a:pt x="25958" y="113161"/>
                    <a:pt x="25701" y="113166"/>
                    <a:pt x="25443" y="113177"/>
                  </a:cubicBezTo>
                  <a:cubicBezTo>
                    <a:pt x="24306" y="113228"/>
                    <a:pt x="23177" y="113287"/>
                    <a:pt x="22041" y="113287"/>
                  </a:cubicBezTo>
                  <a:cubicBezTo>
                    <a:pt x="21317" y="113287"/>
                    <a:pt x="20590" y="113263"/>
                    <a:pt x="19857" y="113198"/>
                  </a:cubicBezTo>
                  <a:cubicBezTo>
                    <a:pt x="19006" y="113120"/>
                    <a:pt x="18153" y="113097"/>
                    <a:pt x="17298" y="113097"/>
                  </a:cubicBezTo>
                  <a:cubicBezTo>
                    <a:pt x="16106" y="113097"/>
                    <a:pt x="14912" y="113141"/>
                    <a:pt x="13722" y="113141"/>
                  </a:cubicBezTo>
                  <a:cubicBezTo>
                    <a:pt x="13479" y="113141"/>
                    <a:pt x="13236" y="113139"/>
                    <a:pt x="12994" y="113135"/>
                  </a:cubicBezTo>
                  <a:cubicBezTo>
                    <a:pt x="9018" y="113072"/>
                    <a:pt x="5022" y="112988"/>
                    <a:pt x="963" y="112905"/>
                  </a:cubicBezTo>
                  <a:cubicBezTo>
                    <a:pt x="1005" y="112131"/>
                    <a:pt x="1067" y="111440"/>
                    <a:pt x="1109" y="110750"/>
                  </a:cubicBezTo>
                  <a:cubicBezTo>
                    <a:pt x="2843" y="110750"/>
                    <a:pt x="4515" y="110736"/>
                    <a:pt x="6161" y="110736"/>
                  </a:cubicBezTo>
                  <a:cubicBezTo>
                    <a:pt x="7395" y="110736"/>
                    <a:pt x="8615" y="110744"/>
                    <a:pt x="9834" y="110771"/>
                  </a:cubicBezTo>
                  <a:cubicBezTo>
                    <a:pt x="14249" y="110833"/>
                    <a:pt x="18685" y="110980"/>
                    <a:pt x="23100" y="111105"/>
                  </a:cubicBezTo>
                  <a:cubicBezTo>
                    <a:pt x="24753" y="111141"/>
                    <a:pt x="26406" y="111332"/>
                    <a:pt x="28060" y="111332"/>
                  </a:cubicBezTo>
                  <a:cubicBezTo>
                    <a:pt x="28331" y="111332"/>
                    <a:pt x="28603" y="111326"/>
                    <a:pt x="28875" y="111315"/>
                  </a:cubicBezTo>
                  <a:cubicBezTo>
                    <a:pt x="30528" y="111231"/>
                    <a:pt x="32265" y="111336"/>
                    <a:pt x="34127" y="110624"/>
                  </a:cubicBezTo>
                  <a:cubicBezTo>
                    <a:pt x="33332" y="110352"/>
                    <a:pt x="32767" y="110164"/>
                    <a:pt x="32285" y="110017"/>
                  </a:cubicBezTo>
                  <a:lnTo>
                    <a:pt x="32285" y="105812"/>
                  </a:lnTo>
                  <a:cubicBezTo>
                    <a:pt x="30905" y="105686"/>
                    <a:pt x="29544" y="105582"/>
                    <a:pt x="28164" y="105456"/>
                  </a:cubicBezTo>
                  <a:cubicBezTo>
                    <a:pt x="28247" y="102506"/>
                    <a:pt x="28122" y="99681"/>
                    <a:pt x="27536" y="96898"/>
                  </a:cubicBezTo>
                  <a:cubicBezTo>
                    <a:pt x="27494" y="96689"/>
                    <a:pt x="27536" y="96480"/>
                    <a:pt x="27515" y="96271"/>
                  </a:cubicBezTo>
                  <a:cubicBezTo>
                    <a:pt x="27306" y="92525"/>
                    <a:pt x="27034" y="88780"/>
                    <a:pt x="26908" y="85035"/>
                  </a:cubicBezTo>
                  <a:cubicBezTo>
                    <a:pt x="26803" y="82398"/>
                    <a:pt x="26469" y="79699"/>
                    <a:pt x="27850" y="77084"/>
                  </a:cubicBezTo>
                  <a:cubicBezTo>
                    <a:pt x="28268" y="77460"/>
                    <a:pt x="28708" y="77795"/>
                    <a:pt x="29126" y="78151"/>
                  </a:cubicBezTo>
                  <a:cubicBezTo>
                    <a:pt x="29628" y="78590"/>
                    <a:pt x="30088" y="79092"/>
                    <a:pt x="30632" y="79490"/>
                  </a:cubicBezTo>
                  <a:cubicBezTo>
                    <a:pt x="30901" y="79689"/>
                    <a:pt x="31166" y="79788"/>
                    <a:pt x="31414" y="79788"/>
                  </a:cubicBezTo>
                  <a:cubicBezTo>
                    <a:pt x="31765" y="79788"/>
                    <a:pt x="32082" y="79589"/>
                    <a:pt x="32327" y="79197"/>
                  </a:cubicBezTo>
                  <a:cubicBezTo>
                    <a:pt x="32965" y="78168"/>
                    <a:pt x="33522" y="77059"/>
                    <a:pt x="34097" y="75987"/>
                  </a:cubicBezTo>
                  <a:lnTo>
                    <a:pt x="34097" y="75987"/>
                  </a:lnTo>
                  <a:cubicBezTo>
                    <a:pt x="34100" y="75990"/>
                    <a:pt x="34103" y="75993"/>
                    <a:pt x="34106" y="75996"/>
                  </a:cubicBezTo>
                  <a:cubicBezTo>
                    <a:pt x="34420" y="76268"/>
                    <a:pt x="34713" y="76560"/>
                    <a:pt x="35173" y="77021"/>
                  </a:cubicBezTo>
                  <a:cubicBezTo>
                    <a:pt x="35780" y="75849"/>
                    <a:pt x="36135" y="74782"/>
                    <a:pt x="36784" y="73945"/>
                  </a:cubicBezTo>
                  <a:cubicBezTo>
                    <a:pt x="37495" y="73024"/>
                    <a:pt x="37747" y="72250"/>
                    <a:pt x="36889" y="71434"/>
                  </a:cubicBezTo>
                  <a:cubicBezTo>
                    <a:pt x="37600" y="69551"/>
                    <a:pt x="39232" y="68296"/>
                    <a:pt x="39651" y="66329"/>
                  </a:cubicBezTo>
                  <a:cubicBezTo>
                    <a:pt x="37056" y="64655"/>
                    <a:pt x="34775" y="62751"/>
                    <a:pt x="31993" y="61495"/>
                  </a:cubicBezTo>
                  <a:cubicBezTo>
                    <a:pt x="31114" y="63107"/>
                    <a:pt x="30340" y="64571"/>
                    <a:pt x="29524" y="66078"/>
                  </a:cubicBezTo>
                  <a:cubicBezTo>
                    <a:pt x="28038" y="64990"/>
                    <a:pt x="27096" y="63839"/>
                    <a:pt x="27159" y="61705"/>
                  </a:cubicBezTo>
                  <a:cubicBezTo>
                    <a:pt x="27264" y="58441"/>
                    <a:pt x="26950" y="55156"/>
                    <a:pt x="26783" y="51892"/>
                  </a:cubicBezTo>
                  <a:cubicBezTo>
                    <a:pt x="26762" y="51327"/>
                    <a:pt x="26699" y="50741"/>
                    <a:pt x="26573" y="50176"/>
                  </a:cubicBezTo>
                  <a:cubicBezTo>
                    <a:pt x="26412" y="49472"/>
                    <a:pt x="26097" y="48981"/>
                    <a:pt x="25311" y="48981"/>
                  </a:cubicBezTo>
                  <a:cubicBezTo>
                    <a:pt x="25279" y="48981"/>
                    <a:pt x="25247" y="48982"/>
                    <a:pt x="25213" y="48983"/>
                  </a:cubicBezTo>
                  <a:cubicBezTo>
                    <a:pt x="25101" y="48986"/>
                    <a:pt x="24988" y="48988"/>
                    <a:pt x="24875" y="48988"/>
                  </a:cubicBezTo>
                  <a:cubicBezTo>
                    <a:pt x="24277" y="48988"/>
                    <a:pt x="23681" y="48939"/>
                    <a:pt x="23100" y="48816"/>
                  </a:cubicBezTo>
                  <a:cubicBezTo>
                    <a:pt x="22326" y="48648"/>
                    <a:pt x="22033" y="47749"/>
                    <a:pt x="22493" y="47058"/>
                  </a:cubicBezTo>
                  <a:cubicBezTo>
                    <a:pt x="22619" y="46891"/>
                    <a:pt x="22786" y="46765"/>
                    <a:pt x="22954" y="46661"/>
                  </a:cubicBezTo>
                  <a:cubicBezTo>
                    <a:pt x="24000" y="45928"/>
                    <a:pt x="24899" y="45133"/>
                    <a:pt x="25234" y="43710"/>
                  </a:cubicBezTo>
                  <a:cubicBezTo>
                    <a:pt x="25603" y="42214"/>
                    <a:pt x="26575" y="41219"/>
                    <a:pt x="28189" y="41219"/>
                  </a:cubicBezTo>
                  <a:cubicBezTo>
                    <a:pt x="28222" y="41219"/>
                    <a:pt x="28255" y="41220"/>
                    <a:pt x="28289" y="41220"/>
                  </a:cubicBezTo>
                  <a:cubicBezTo>
                    <a:pt x="28378" y="41223"/>
                    <a:pt x="28466" y="41224"/>
                    <a:pt x="28554" y="41224"/>
                  </a:cubicBezTo>
                  <a:cubicBezTo>
                    <a:pt x="29944" y="41224"/>
                    <a:pt x="31280" y="40919"/>
                    <a:pt x="32578" y="40446"/>
                  </a:cubicBezTo>
                  <a:cubicBezTo>
                    <a:pt x="32809" y="40363"/>
                    <a:pt x="33039" y="40216"/>
                    <a:pt x="33499" y="39965"/>
                  </a:cubicBezTo>
                  <a:cubicBezTo>
                    <a:pt x="31009" y="39442"/>
                    <a:pt x="28812" y="38961"/>
                    <a:pt x="26469" y="38459"/>
                  </a:cubicBezTo>
                  <a:cubicBezTo>
                    <a:pt x="28143" y="35320"/>
                    <a:pt x="30486" y="32851"/>
                    <a:pt x="31616" y="29608"/>
                  </a:cubicBezTo>
                  <a:lnTo>
                    <a:pt x="31616" y="29608"/>
                  </a:lnTo>
                  <a:cubicBezTo>
                    <a:pt x="29105" y="31219"/>
                    <a:pt x="27306" y="33688"/>
                    <a:pt x="24899" y="35320"/>
                  </a:cubicBezTo>
                  <a:cubicBezTo>
                    <a:pt x="23979" y="35027"/>
                    <a:pt x="23477" y="34546"/>
                    <a:pt x="23477" y="33500"/>
                  </a:cubicBezTo>
                  <a:cubicBezTo>
                    <a:pt x="23435" y="30654"/>
                    <a:pt x="23309" y="27808"/>
                    <a:pt x="23205" y="24963"/>
                  </a:cubicBezTo>
                  <a:cubicBezTo>
                    <a:pt x="23184" y="24628"/>
                    <a:pt x="23163" y="24293"/>
                    <a:pt x="23121" y="23958"/>
                  </a:cubicBezTo>
                  <a:cubicBezTo>
                    <a:pt x="23016" y="23938"/>
                    <a:pt x="22891" y="23917"/>
                    <a:pt x="22765" y="23917"/>
                  </a:cubicBezTo>
                  <a:cubicBezTo>
                    <a:pt x="21761" y="27223"/>
                    <a:pt x="21342" y="30696"/>
                    <a:pt x="20317" y="34169"/>
                  </a:cubicBezTo>
                  <a:cubicBezTo>
                    <a:pt x="19731" y="33939"/>
                    <a:pt x="19250" y="33834"/>
                    <a:pt x="18832" y="33583"/>
                  </a:cubicBezTo>
                  <a:cubicBezTo>
                    <a:pt x="16990" y="32495"/>
                    <a:pt x="15484" y="31010"/>
                    <a:pt x="14040" y="29440"/>
                  </a:cubicBezTo>
                  <a:cubicBezTo>
                    <a:pt x="13517" y="28855"/>
                    <a:pt x="12994" y="28185"/>
                    <a:pt x="11969" y="28143"/>
                  </a:cubicBezTo>
                  <a:lnTo>
                    <a:pt x="11969" y="28143"/>
                  </a:lnTo>
                  <a:cubicBezTo>
                    <a:pt x="13391" y="30549"/>
                    <a:pt x="14731" y="32830"/>
                    <a:pt x="16049" y="35111"/>
                  </a:cubicBezTo>
                  <a:cubicBezTo>
                    <a:pt x="16886" y="36555"/>
                    <a:pt x="16216" y="37852"/>
                    <a:pt x="14626" y="37894"/>
                  </a:cubicBezTo>
                  <a:cubicBezTo>
                    <a:pt x="12952" y="37956"/>
                    <a:pt x="11278" y="38040"/>
                    <a:pt x="9625" y="38082"/>
                  </a:cubicBezTo>
                  <a:cubicBezTo>
                    <a:pt x="9586" y="38084"/>
                    <a:pt x="9547" y="38085"/>
                    <a:pt x="9507" y="38085"/>
                  </a:cubicBezTo>
                  <a:cubicBezTo>
                    <a:pt x="9107" y="38085"/>
                    <a:pt x="8703" y="37995"/>
                    <a:pt x="8265" y="37956"/>
                  </a:cubicBezTo>
                  <a:cubicBezTo>
                    <a:pt x="8265" y="36031"/>
                    <a:pt x="8140" y="34232"/>
                    <a:pt x="8307" y="32453"/>
                  </a:cubicBezTo>
                  <a:cubicBezTo>
                    <a:pt x="8412" y="31449"/>
                    <a:pt x="8370" y="30759"/>
                    <a:pt x="7470" y="30361"/>
                  </a:cubicBezTo>
                  <a:cubicBezTo>
                    <a:pt x="8181" y="28290"/>
                    <a:pt x="8181" y="28290"/>
                    <a:pt x="6780" y="26595"/>
                  </a:cubicBezTo>
                  <a:cubicBezTo>
                    <a:pt x="6780" y="25130"/>
                    <a:pt x="6780" y="23854"/>
                    <a:pt x="6780" y="22598"/>
                  </a:cubicBezTo>
                  <a:cubicBezTo>
                    <a:pt x="6780" y="22034"/>
                    <a:pt x="6905" y="21490"/>
                    <a:pt x="7491" y="21343"/>
                  </a:cubicBezTo>
                  <a:cubicBezTo>
                    <a:pt x="8244" y="21176"/>
                    <a:pt x="8370" y="20590"/>
                    <a:pt x="8537" y="19962"/>
                  </a:cubicBezTo>
                  <a:cubicBezTo>
                    <a:pt x="8684" y="19376"/>
                    <a:pt x="8935" y="18790"/>
                    <a:pt x="9060" y="18477"/>
                  </a:cubicBezTo>
                  <a:cubicBezTo>
                    <a:pt x="9960" y="18163"/>
                    <a:pt x="10630" y="17912"/>
                    <a:pt x="11278" y="17681"/>
                  </a:cubicBezTo>
                  <a:cubicBezTo>
                    <a:pt x="11215" y="16175"/>
                    <a:pt x="11571" y="14689"/>
                    <a:pt x="9939" y="14083"/>
                  </a:cubicBezTo>
                  <a:cubicBezTo>
                    <a:pt x="10232" y="13434"/>
                    <a:pt x="10546" y="12785"/>
                    <a:pt x="10818" y="12095"/>
                  </a:cubicBezTo>
                  <a:cubicBezTo>
                    <a:pt x="11969" y="8998"/>
                    <a:pt x="11257" y="6738"/>
                    <a:pt x="9081" y="4772"/>
                  </a:cubicBezTo>
                  <a:cubicBezTo>
                    <a:pt x="8809" y="4520"/>
                    <a:pt x="8558" y="4269"/>
                    <a:pt x="8307" y="4018"/>
                  </a:cubicBezTo>
                  <a:cubicBezTo>
                    <a:pt x="7470" y="3181"/>
                    <a:pt x="7135" y="2177"/>
                    <a:pt x="7282" y="984"/>
                  </a:cubicBezTo>
                  <a:cubicBezTo>
                    <a:pt x="7303" y="733"/>
                    <a:pt x="7345" y="482"/>
                    <a:pt x="7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4"/>
            <p:cNvSpPr/>
            <p:nvPr/>
          </p:nvSpPr>
          <p:spPr>
            <a:xfrm>
              <a:off x="2374375" y="2168850"/>
              <a:ext cx="69575" cy="47625"/>
            </a:xfrm>
            <a:custGeom>
              <a:rect b="b" l="l" r="r" t="t"/>
              <a:pathLst>
                <a:path extrusionOk="0" h="1905" w="2783">
                  <a:moveTo>
                    <a:pt x="188" y="0"/>
                  </a:moveTo>
                  <a:cubicBezTo>
                    <a:pt x="126" y="105"/>
                    <a:pt x="63" y="209"/>
                    <a:pt x="0" y="314"/>
                  </a:cubicBezTo>
                  <a:cubicBezTo>
                    <a:pt x="837" y="837"/>
                    <a:pt x="1674" y="1381"/>
                    <a:pt x="2511" y="1904"/>
                  </a:cubicBezTo>
                  <a:cubicBezTo>
                    <a:pt x="2595" y="1820"/>
                    <a:pt x="2678" y="1716"/>
                    <a:pt x="2783" y="1611"/>
                  </a:cubicBezTo>
                  <a:cubicBezTo>
                    <a:pt x="1925" y="1046"/>
                    <a:pt x="1172" y="335"/>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4"/>
            <p:cNvSpPr/>
            <p:nvPr/>
          </p:nvSpPr>
          <p:spPr>
            <a:xfrm>
              <a:off x="2289625" y="2313200"/>
              <a:ext cx="65400" cy="44500"/>
            </a:xfrm>
            <a:custGeom>
              <a:rect b="b" l="l" r="r" t="t"/>
              <a:pathLst>
                <a:path extrusionOk="0" h="1780" w="2616">
                  <a:moveTo>
                    <a:pt x="189" y="1"/>
                  </a:moveTo>
                  <a:lnTo>
                    <a:pt x="1" y="357"/>
                  </a:lnTo>
                  <a:cubicBezTo>
                    <a:pt x="837" y="838"/>
                    <a:pt x="1653" y="1319"/>
                    <a:pt x="2470" y="1779"/>
                  </a:cubicBezTo>
                  <a:cubicBezTo>
                    <a:pt x="2511" y="1696"/>
                    <a:pt x="2574" y="1591"/>
                    <a:pt x="2616" y="1507"/>
                  </a:cubicBezTo>
                  <a:cubicBezTo>
                    <a:pt x="1800" y="1005"/>
                    <a:pt x="1005" y="503"/>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4"/>
            <p:cNvSpPr/>
            <p:nvPr/>
          </p:nvSpPr>
          <p:spPr>
            <a:xfrm>
              <a:off x="2321000" y="2266650"/>
              <a:ext cx="51300" cy="42400"/>
            </a:xfrm>
            <a:custGeom>
              <a:rect b="b" l="l" r="r" t="t"/>
              <a:pathLst>
                <a:path extrusionOk="0" h="1696" w="2052">
                  <a:moveTo>
                    <a:pt x="231" y="1"/>
                  </a:moveTo>
                  <a:cubicBezTo>
                    <a:pt x="147" y="105"/>
                    <a:pt x="64" y="210"/>
                    <a:pt x="1" y="315"/>
                  </a:cubicBezTo>
                  <a:cubicBezTo>
                    <a:pt x="587" y="775"/>
                    <a:pt x="1194" y="1235"/>
                    <a:pt x="1800" y="1696"/>
                  </a:cubicBezTo>
                  <a:cubicBezTo>
                    <a:pt x="1884" y="1612"/>
                    <a:pt x="1968" y="1507"/>
                    <a:pt x="2051" y="1424"/>
                  </a:cubicBezTo>
                  <a:cubicBezTo>
                    <a:pt x="1445" y="942"/>
                    <a:pt x="838" y="482"/>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4"/>
            <p:cNvSpPr/>
            <p:nvPr/>
          </p:nvSpPr>
          <p:spPr>
            <a:xfrm>
              <a:off x="2112825" y="1544800"/>
              <a:ext cx="43950" cy="13100"/>
            </a:xfrm>
            <a:custGeom>
              <a:rect b="b" l="l" r="r" t="t"/>
              <a:pathLst>
                <a:path extrusionOk="0" h="524" w="1758">
                  <a:moveTo>
                    <a:pt x="0" y="0"/>
                  </a:moveTo>
                  <a:cubicBezTo>
                    <a:pt x="0" y="189"/>
                    <a:pt x="21" y="356"/>
                    <a:pt x="21" y="523"/>
                  </a:cubicBezTo>
                  <a:cubicBezTo>
                    <a:pt x="157" y="412"/>
                    <a:pt x="296" y="378"/>
                    <a:pt x="436" y="378"/>
                  </a:cubicBezTo>
                  <a:cubicBezTo>
                    <a:pt x="664" y="378"/>
                    <a:pt x="895" y="469"/>
                    <a:pt x="1125" y="469"/>
                  </a:cubicBezTo>
                  <a:cubicBezTo>
                    <a:pt x="1339" y="469"/>
                    <a:pt x="1551" y="390"/>
                    <a:pt x="1758" y="84"/>
                  </a:cubicBezTo>
                  <a:cubicBezTo>
                    <a:pt x="1172" y="63"/>
                    <a:pt x="586" y="4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4"/>
            <p:cNvSpPr/>
            <p:nvPr/>
          </p:nvSpPr>
          <p:spPr>
            <a:xfrm>
              <a:off x="2039075" y="1544275"/>
              <a:ext cx="41850" cy="17275"/>
            </a:xfrm>
            <a:custGeom>
              <a:rect b="b" l="l" r="r" t="t"/>
              <a:pathLst>
                <a:path extrusionOk="0" h="691" w="1674">
                  <a:moveTo>
                    <a:pt x="42" y="0"/>
                  </a:moveTo>
                  <a:cubicBezTo>
                    <a:pt x="21" y="105"/>
                    <a:pt x="0" y="230"/>
                    <a:pt x="0" y="335"/>
                  </a:cubicBezTo>
                  <a:cubicBezTo>
                    <a:pt x="523" y="461"/>
                    <a:pt x="1067" y="565"/>
                    <a:pt x="1611" y="691"/>
                  </a:cubicBezTo>
                  <a:cubicBezTo>
                    <a:pt x="1632" y="544"/>
                    <a:pt x="1653" y="377"/>
                    <a:pt x="1674" y="210"/>
                  </a:cubicBez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94"/>
          <p:cNvGrpSpPr/>
          <p:nvPr/>
        </p:nvGrpSpPr>
        <p:grpSpPr>
          <a:xfrm>
            <a:off x="1142110" y="2875910"/>
            <a:ext cx="418063" cy="391737"/>
            <a:chOff x="2985850" y="1413425"/>
            <a:chExt cx="1418125" cy="1329275"/>
          </a:xfrm>
        </p:grpSpPr>
        <p:sp>
          <p:nvSpPr>
            <p:cNvPr id="3235" name="Google Shape;3235;p94"/>
            <p:cNvSpPr/>
            <p:nvPr/>
          </p:nvSpPr>
          <p:spPr>
            <a:xfrm>
              <a:off x="2985850" y="1413425"/>
              <a:ext cx="1418125" cy="1329275"/>
            </a:xfrm>
            <a:custGeom>
              <a:rect b="b" l="l" r="r" t="t"/>
              <a:pathLst>
                <a:path extrusionOk="0" h="53171" w="56725">
                  <a:moveTo>
                    <a:pt x="8254" y="841"/>
                  </a:moveTo>
                  <a:cubicBezTo>
                    <a:pt x="13206" y="841"/>
                    <a:pt x="18131" y="921"/>
                    <a:pt x="23049" y="921"/>
                  </a:cubicBezTo>
                  <a:cubicBezTo>
                    <a:pt x="24817" y="921"/>
                    <a:pt x="26585" y="910"/>
                    <a:pt x="28352" y="882"/>
                  </a:cubicBezTo>
                  <a:cubicBezTo>
                    <a:pt x="29238" y="870"/>
                    <a:pt x="30124" y="865"/>
                    <a:pt x="31010" y="865"/>
                  </a:cubicBezTo>
                  <a:cubicBezTo>
                    <a:pt x="37065" y="865"/>
                    <a:pt x="43131" y="1112"/>
                    <a:pt x="49219" y="1112"/>
                  </a:cubicBezTo>
                  <a:cubicBezTo>
                    <a:pt x="51460" y="1112"/>
                    <a:pt x="53703" y="1078"/>
                    <a:pt x="55951" y="987"/>
                  </a:cubicBezTo>
                  <a:lnTo>
                    <a:pt x="55951" y="987"/>
                  </a:lnTo>
                  <a:cubicBezTo>
                    <a:pt x="55888" y="1719"/>
                    <a:pt x="55804" y="2451"/>
                    <a:pt x="55741" y="3163"/>
                  </a:cubicBezTo>
                  <a:cubicBezTo>
                    <a:pt x="54172" y="3163"/>
                    <a:pt x="52608" y="3168"/>
                    <a:pt x="51049" y="3168"/>
                  </a:cubicBezTo>
                  <a:cubicBezTo>
                    <a:pt x="49490" y="3168"/>
                    <a:pt x="47937" y="3163"/>
                    <a:pt x="46389" y="3142"/>
                  </a:cubicBezTo>
                  <a:cubicBezTo>
                    <a:pt x="44301" y="3122"/>
                    <a:pt x="42213" y="2973"/>
                    <a:pt x="40125" y="2973"/>
                  </a:cubicBezTo>
                  <a:cubicBezTo>
                    <a:pt x="39995" y="2973"/>
                    <a:pt x="39865" y="2973"/>
                    <a:pt x="39735" y="2975"/>
                  </a:cubicBezTo>
                  <a:cubicBezTo>
                    <a:pt x="36241" y="2995"/>
                    <a:pt x="32746" y="3184"/>
                    <a:pt x="29252" y="3184"/>
                  </a:cubicBezTo>
                  <a:cubicBezTo>
                    <a:pt x="29120" y="3185"/>
                    <a:pt x="28987" y="3185"/>
                    <a:pt x="28855" y="3185"/>
                  </a:cubicBezTo>
                  <a:cubicBezTo>
                    <a:pt x="26204" y="3185"/>
                    <a:pt x="23553" y="2995"/>
                    <a:pt x="20883" y="2995"/>
                  </a:cubicBezTo>
                  <a:cubicBezTo>
                    <a:pt x="20113" y="2987"/>
                    <a:pt x="19343" y="2984"/>
                    <a:pt x="18573" y="2984"/>
                  </a:cubicBezTo>
                  <a:cubicBezTo>
                    <a:pt x="15493" y="2984"/>
                    <a:pt x="12413" y="3037"/>
                    <a:pt x="9333" y="3037"/>
                  </a:cubicBezTo>
                  <a:cubicBezTo>
                    <a:pt x="6571" y="3016"/>
                    <a:pt x="3788" y="2975"/>
                    <a:pt x="942" y="2954"/>
                  </a:cubicBezTo>
                  <a:cubicBezTo>
                    <a:pt x="859" y="2242"/>
                    <a:pt x="775" y="1656"/>
                    <a:pt x="670" y="924"/>
                  </a:cubicBezTo>
                  <a:cubicBezTo>
                    <a:pt x="3207" y="861"/>
                    <a:pt x="5734" y="841"/>
                    <a:pt x="8254" y="841"/>
                  </a:cubicBezTo>
                  <a:close/>
                  <a:moveTo>
                    <a:pt x="18096" y="3785"/>
                  </a:moveTo>
                  <a:cubicBezTo>
                    <a:pt x="19025" y="3785"/>
                    <a:pt x="19954" y="3786"/>
                    <a:pt x="20883" y="3791"/>
                  </a:cubicBezTo>
                  <a:cubicBezTo>
                    <a:pt x="23101" y="3811"/>
                    <a:pt x="25298" y="3958"/>
                    <a:pt x="27515" y="4000"/>
                  </a:cubicBezTo>
                  <a:cubicBezTo>
                    <a:pt x="27656" y="4002"/>
                    <a:pt x="27797" y="4003"/>
                    <a:pt x="27938" y="4003"/>
                  </a:cubicBezTo>
                  <a:cubicBezTo>
                    <a:pt x="29345" y="4003"/>
                    <a:pt x="30755" y="3916"/>
                    <a:pt x="32181" y="3916"/>
                  </a:cubicBezTo>
                  <a:cubicBezTo>
                    <a:pt x="37475" y="3937"/>
                    <a:pt x="42769" y="3958"/>
                    <a:pt x="48062" y="3979"/>
                  </a:cubicBezTo>
                  <a:lnTo>
                    <a:pt x="53984" y="3979"/>
                  </a:lnTo>
                  <a:cubicBezTo>
                    <a:pt x="53921" y="5276"/>
                    <a:pt x="53879" y="6490"/>
                    <a:pt x="53795" y="7808"/>
                  </a:cubicBezTo>
                  <a:cubicBezTo>
                    <a:pt x="53565" y="7829"/>
                    <a:pt x="53272" y="7912"/>
                    <a:pt x="52959" y="7912"/>
                  </a:cubicBezTo>
                  <a:lnTo>
                    <a:pt x="43250" y="7912"/>
                  </a:lnTo>
                  <a:cubicBezTo>
                    <a:pt x="40373" y="7912"/>
                    <a:pt x="37496" y="7918"/>
                    <a:pt x="34619" y="7918"/>
                  </a:cubicBezTo>
                  <a:cubicBezTo>
                    <a:pt x="31742" y="7918"/>
                    <a:pt x="28865" y="7912"/>
                    <a:pt x="25988" y="7892"/>
                  </a:cubicBezTo>
                  <a:cubicBezTo>
                    <a:pt x="24063" y="7892"/>
                    <a:pt x="22138" y="7724"/>
                    <a:pt x="20213" y="7661"/>
                  </a:cubicBezTo>
                  <a:cubicBezTo>
                    <a:pt x="17828" y="7620"/>
                    <a:pt x="15442" y="7620"/>
                    <a:pt x="13057" y="7578"/>
                  </a:cubicBezTo>
                  <a:cubicBezTo>
                    <a:pt x="10149" y="7536"/>
                    <a:pt x="7240" y="7452"/>
                    <a:pt x="4332" y="7389"/>
                  </a:cubicBezTo>
                  <a:cubicBezTo>
                    <a:pt x="4039" y="7389"/>
                    <a:pt x="3746" y="7348"/>
                    <a:pt x="3411" y="7327"/>
                  </a:cubicBezTo>
                  <a:cubicBezTo>
                    <a:pt x="3286" y="6134"/>
                    <a:pt x="3160" y="4962"/>
                    <a:pt x="3035" y="3811"/>
                  </a:cubicBezTo>
                  <a:lnTo>
                    <a:pt x="6947" y="3811"/>
                  </a:lnTo>
                  <a:cubicBezTo>
                    <a:pt x="10664" y="3811"/>
                    <a:pt x="14380" y="3785"/>
                    <a:pt x="18096" y="3785"/>
                  </a:cubicBezTo>
                  <a:close/>
                  <a:moveTo>
                    <a:pt x="2768" y="8012"/>
                  </a:moveTo>
                  <a:cubicBezTo>
                    <a:pt x="3281" y="8012"/>
                    <a:pt x="3788" y="8059"/>
                    <a:pt x="4290" y="8080"/>
                  </a:cubicBezTo>
                  <a:cubicBezTo>
                    <a:pt x="5671" y="8122"/>
                    <a:pt x="7073" y="8247"/>
                    <a:pt x="8454" y="8247"/>
                  </a:cubicBezTo>
                  <a:cubicBezTo>
                    <a:pt x="10369" y="8268"/>
                    <a:pt x="12278" y="8268"/>
                    <a:pt x="14187" y="8268"/>
                  </a:cubicBezTo>
                  <a:cubicBezTo>
                    <a:pt x="16096" y="8268"/>
                    <a:pt x="18006" y="8268"/>
                    <a:pt x="19920" y="8289"/>
                  </a:cubicBezTo>
                  <a:cubicBezTo>
                    <a:pt x="21385" y="8310"/>
                    <a:pt x="22870" y="8498"/>
                    <a:pt x="24335" y="8498"/>
                  </a:cubicBezTo>
                  <a:cubicBezTo>
                    <a:pt x="27829" y="8540"/>
                    <a:pt x="31324" y="8519"/>
                    <a:pt x="34818" y="8540"/>
                  </a:cubicBezTo>
                  <a:cubicBezTo>
                    <a:pt x="36324" y="8540"/>
                    <a:pt x="37831" y="8531"/>
                    <a:pt x="39337" y="8531"/>
                  </a:cubicBezTo>
                  <a:cubicBezTo>
                    <a:pt x="40090" y="8531"/>
                    <a:pt x="40844" y="8533"/>
                    <a:pt x="41597" y="8540"/>
                  </a:cubicBezTo>
                  <a:cubicBezTo>
                    <a:pt x="45740" y="8603"/>
                    <a:pt x="49883" y="8687"/>
                    <a:pt x="54026" y="8749"/>
                  </a:cubicBezTo>
                  <a:cubicBezTo>
                    <a:pt x="54402" y="8770"/>
                    <a:pt x="54758" y="8812"/>
                    <a:pt x="55114" y="8833"/>
                  </a:cubicBezTo>
                  <a:cubicBezTo>
                    <a:pt x="55469" y="9900"/>
                    <a:pt x="55386" y="10068"/>
                    <a:pt x="54444" y="10109"/>
                  </a:cubicBezTo>
                  <a:lnTo>
                    <a:pt x="54067" y="10109"/>
                  </a:lnTo>
                  <a:cubicBezTo>
                    <a:pt x="52440" y="10062"/>
                    <a:pt x="50814" y="10045"/>
                    <a:pt x="49187" y="10045"/>
                  </a:cubicBezTo>
                  <a:cubicBezTo>
                    <a:pt x="45210" y="10045"/>
                    <a:pt x="41234" y="10146"/>
                    <a:pt x="37257" y="10146"/>
                  </a:cubicBezTo>
                  <a:cubicBezTo>
                    <a:pt x="36416" y="10146"/>
                    <a:pt x="35575" y="10141"/>
                    <a:pt x="34734" y="10130"/>
                  </a:cubicBezTo>
                  <a:cubicBezTo>
                    <a:pt x="31847" y="10068"/>
                    <a:pt x="28980" y="9984"/>
                    <a:pt x="26093" y="9921"/>
                  </a:cubicBezTo>
                  <a:cubicBezTo>
                    <a:pt x="23875" y="9879"/>
                    <a:pt x="21657" y="9879"/>
                    <a:pt x="19460" y="9837"/>
                  </a:cubicBezTo>
                  <a:cubicBezTo>
                    <a:pt x="13727" y="9754"/>
                    <a:pt x="8015" y="9670"/>
                    <a:pt x="2302" y="9586"/>
                  </a:cubicBezTo>
                  <a:cubicBezTo>
                    <a:pt x="1989" y="9565"/>
                    <a:pt x="1675" y="9524"/>
                    <a:pt x="1214" y="9482"/>
                  </a:cubicBezTo>
                  <a:cubicBezTo>
                    <a:pt x="1214" y="8980"/>
                    <a:pt x="1214" y="8624"/>
                    <a:pt x="1214" y="8226"/>
                  </a:cubicBezTo>
                  <a:cubicBezTo>
                    <a:pt x="1738" y="8059"/>
                    <a:pt x="2255" y="8012"/>
                    <a:pt x="2768" y="8012"/>
                  </a:cubicBezTo>
                  <a:close/>
                  <a:moveTo>
                    <a:pt x="9564" y="10237"/>
                  </a:moveTo>
                  <a:cubicBezTo>
                    <a:pt x="10618" y="10237"/>
                    <a:pt x="11669" y="10242"/>
                    <a:pt x="12722" y="10256"/>
                  </a:cubicBezTo>
                  <a:cubicBezTo>
                    <a:pt x="17765" y="10340"/>
                    <a:pt x="22829" y="10507"/>
                    <a:pt x="27871" y="10570"/>
                  </a:cubicBezTo>
                  <a:cubicBezTo>
                    <a:pt x="34420" y="10653"/>
                    <a:pt x="40948" y="10695"/>
                    <a:pt x="47477" y="10758"/>
                  </a:cubicBezTo>
                  <a:lnTo>
                    <a:pt x="53775" y="10758"/>
                  </a:lnTo>
                  <a:cubicBezTo>
                    <a:pt x="53963" y="10758"/>
                    <a:pt x="54151" y="10800"/>
                    <a:pt x="54423" y="10821"/>
                  </a:cubicBezTo>
                  <a:cubicBezTo>
                    <a:pt x="54465" y="11051"/>
                    <a:pt x="54507" y="11260"/>
                    <a:pt x="54507" y="11449"/>
                  </a:cubicBezTo>
                  <a:cubicBezTo>
                    <a:pt x="54528" y="12474"/>
                    <a:pt x="54360" y="12704"/>
                    <a:pt x="53335" y="12746"/>
                  </a:cubicBezTo>
                  <a:cubicBezTo>
                    <a:pt x="52696" y="12762"/>
                    <a:pt x="52053" y="12769"/>
                    <a:pt x="51410" y="12769"/>
                  </a:cubicBezTo>
                  <a:cubicBezTo>
                    <a:pt x="50370" y="12769"/>
                    <a:pt x="49327" y="12751"/>
                    <a:pt x="48293" y="12725"/>
                  </a:cubicBezTo>
                  <a:cubicBezTo>
                    <a:pt x="43836" y="12599"/>
                    <a:pt x="39400" y="12432"/>
                    <a:pt x="34964" y="12327"/>
                  </a:cubicBezTo>
                  <a:cubicBezTo>
                    <a:pt x="30403" y="12202"/>
                    <a:pt x="25842" y="12139"/>
                    <a:pt x="21280" y="12055"/>
                  </a:cubicBezTo>
                  <a:cubicBezTo>
                    <a:pt x="19501" y="12017"/>
                    <a:pt x="17723" y="11907"/>
                    <a:pt x="15960" y="11907"/>
                  </a:cubicBezTo>
                  <a:cubicBezTo>
                    <a:pt x="15816" y="11907"/>
                    <a:pt x="15671" y="11907"/>
                    <a:pt x="15526" y="11909"/>
                  </a:cubicBezTo>
                  <a:cubicBezTo>
                    <a:pt x="11906" y="11930"/>
                    <a:pt x="8308" y="12014"/>
                    <a:pt x="4688" y="12055"/>
                  </a:cubicBezTo>
                  <a:cubicBezTo>
                    <a:pt x="4622" y="12058"/>
                    <a:pt x="4556" y="12060"/>
                    <a:pt x="4490" y="12060"/>
                  </a:cubicBezTo>
                  <a:cubicBezTo>
                    <a:pt x="4073" y="12060"/>
                    <a:pt x="3645" y="12008"/>
                    <a:pt x="3139" y="11972"/>
                  </a:cubicBezTo>
                  <a:lnTo>
                    <a:pt x="3139" y="10256"/>
                  </a:lnTo>
                  <a:cubicBezTo>
                    <a:pt x="5329" y="10256"/>
                    <a:pt x="7454" y="10237"/>
                    <a:pt x="9564" y="10237"/>
                  </a:cubicBezTo>
                  <a:close/>
                  <a:moveTo>
                    <a:pt x="4123" y="12453"/>
                  </a:moveTo>
                  <a:cubicBezTo>
                    <a:pt x="4813" y="12495"/>
                    <a:pt x="5587" y="12620"/>
                    <a:pt x="6362" y="12620"/>
                  </a:cubicBezTo>
                  <a:cubicBezTo>
                    <a:pt x="6967" y="12626"/>
                    <a:pt x="7571" y="12629"/>
                    <a:pt x="8174" y="12629"/>
                  </a:cubicBezTo>
                  <a:cubicBezTo>
                    <a:pt x="9823" y="12629"/>
                    <a:pt x="11466" y="12609"/>
                    <a:pt x="13120" y="12578"/>
                  </a:cubicBezTo>
                  <a:cubicBezTo>
                    <a:pt x="14090" y="12578"/>
                    <a:pt x="15060" y="12492"/>
                    <a:pt x="16030" y="12492"/>
                  </a:cubicBezTo>
                  <a:cubicBezTo>
                    <a:pt x="16127" y="12492"/>
                    <a:pt x="16224" y="12493"/>
                    <a:pt x="16321" y="12495"/>
                  </a:cubicBezTo>
                  <a:cubicBezTo>
                    <a:pt x="21740" y="12578"/>
                    <a:pt x="27160" y="12662"/>
                    <a:pt x="32579" y="12767"/>
                  </a:cubicBezTo>
                  <a:cubicBezTo>
                    <a:pt x="36052" y="12830"/>
                    <a:pt x="39546" y="12913"/>
                    <a:pt x="43041" y="13039"/>
                  </a:cubicBezTo>
                  <a:cubicBezTo>
                    <a:pt x="46430" y="13143"/>
                    <a:pt x="49841" y="13311"/>
                    <a:pt x="53231" y="13457"/>
                  </a:cubicBezTo>
                  <a:cubicBezTo>
                    <a:pt x="53314" y="13457"/>
                    <a:pt x="53377" y="13520"/>
                    <a:pt x="53523" y="13604"/>
                  </a:cubicBezTo>
                  <a:cubicBezTo>
                    <a:pt x="53461" y="14336"/>
                    <a:pt x="53377" y="15089"/>
                    <a:pt x="53293" y="15968"/>
                  </a:cubicBezTo>
                  <a:cubicBezTo>
                    <a:pt x="52247" y="16052"/>
                    <a:pt x="51222" y="16240"/>
                    <a:pt x="50176" y="16240"/>
                  </a:cubicBezTo>
                  <a:cubicBezTo>
                    <a:pt x="46839" y="16266"/>
                    <a:pt x="43511" y="16284"/>
                    <a:pt x="40186" y="16284"/>
                  </a:cubicBezTo>
                  <a:cubicBezTo>
                    <a:pt x="38131" y="16284"/>
                    <a:pt x="36077" y="16277"/>
                    <a:pt x="34023" y="16261"/>
                  </a:cubicBezTo>
                  <a:cubicBezTo>
                    <a:pt x="29796" y="16240"/>
                    <a:pt x="25570" y="16115"/>
                    <a:pt x="21343" y="15989"/>
                  </a:cubicBezTo>
                  <a:cubicBezTo>
                    <a:pt x="16677" y="15863"/>
                    <a:pt x="12011" y="15675"/>
                    <a:pt x="7324" y="15529"/>
                  </a:cubicBezTo>
                  <a:cubicBezTo>
                    <a:pt x="7111" y="15518"/>
                    <a:pt x="6897" y="15514"/>
                    <a:pt x="6683" y="15514"/>
                  </a:cubicBezTo>
                  <a:cubicBezTo>
                    <a:pt x="6203" y="15514"/>
                    <a:pt x="5720" y="15533"/>
                    <a:pt x="5232" y="15533"/>
                  </a:cubicBezTo>
                  <a:cubicBezTo>
                    <a:pt x="5107" y="15533"/>
                    <a:pt x="4981" y="15532"/>
                    <a:pt x="4855" y="15529"/>
                  </a:cubicBezTo>
                  <a:cubicBezTo>
                    <a:pt x="4458" y="15529"/>
                    <a:pt x="4060" y="15487"/>
                    <a:pt x="3600" y="15466"/>
                  </a:cubicBezTo>
                  <a:cubicBezTo>
                    <a:pt x="3704" y="14420"/>
                    <a:pt x="3349" y="13415"/>
                    <a:pt x="4123" y="12453"/>
                  </a:cubicBezTo>
                  <a:close/>
                  <a:moveTo>
                    <a:pt x="25758" y="16617"/>
                  </a:moveTo>
                  <a:cubicBezTo>
                    <a:pt x="25779" y="16679"/>
                    <a:pt x="25800" y="16763"/>
                    <a:pt x="25821" y="16847"/>
                  </a:cubicBezTo>
                  <a:cubicBezTo>
                    <a:pt x="24147" y="17349"/>
                    <a:pt x="23038" y="18604"/>
                    <a:pt x="21699" y="19860"/>
                  </a:cubicBezTo>
                  <a:cubicBezTo>
                    <a:pt x="21573" y="18688"/>
                    <a:pt x="21468" y="17642"/>
                    <a:pt x="21343" y="16617"/>
                  </a:cubicBezTo>
                  <a:close/>
                  <a:moveTo>
                    <a:pt x="35206" y="16866"/>
                  </a:moveTo>
                  <a:cubicBezTo>
                    <a:pt x="35867" y="16866"/>
                    <a:pt x="36561" y="16940"/>
                    <a:pt x="37310" y="16940"/>
                  </a:cubicBezTo>
                  <a:cubicBezTo>
                    <a:pt x="37453" y="16940"/>
                    <a:pt x="37599" y="16937"/>
                    <a:pt x="37747" y="16931"/>
                  </a:cubicBezTo>
                  <a:lnTo>
                    <a:pt x="37747" y="20111"/>
                  </a:lnTo>
                  <a:cubicBezTo>
                    <a:pt x="36429" y="19044"/>
                    <a:pt x="35173" y="18060"/>
                    <a:pt x="33897" y="17014"/>
                  </a:cubicBezTo>
                  <a:cubicBezTo>
                    <a:pt x="34323" y="16900"/>
                    <a:pt x="34757" y="16866"/>
                    <a:pt x="35206" y="16866"/>
                  </a:cubicBezTo>
                  <a:close/>
                  <a:moveTo>
                    <a:pt x="28910" y="16875"/>
                  </a:moveTo>
                  <a:cubicBezTo>
                    <a:pt x="29669" y="16875"/>
                    <a:pt x="30449" y="17018"/>
                    <a:pt x="31198" y="17161"/>
                  </a:cubicBezTo>
                  <a:cubicBezTo>
                    <a:pt x="32809" y="17496"/>
                    <a:pt x="34399" y="17935"/>
                    <a:pt x="35592" y="19211"/>
                  </a:cubicBezTo>
                  <a:cubicBezTo>
                    <a:pt x="36554" y="20257"/>
                    <a:pt x="37496" y="21345"/>
                    <a:pt x="37580" y="22957"/>
                  </a:cubicBezTo>
                  <a:cubicBezTo>
                    <a:pt x="35989" y="19504"/>
                    <a:pt x="33207" y="17788"/>
                    <a:pt x="29482" y="17768"/>
                  </a:cubicBezTo>
                  <a:cubicBezTo>
                    <a:pt x="29461" y="17767"/>
                    <a:pt x="29439" y="17767"/>
                    <a:pt x="29418" y="17767"/>
                  </a:cubicBezTo>
                  <a:cubicBezTo>
                    <a:pt x="25728" y="17767"/>
                    <a:pt x="23114" y="19568"/>
                    <a:pt x="21782" y="23438"/>
                  </a:cubicBezTo>
                  <a:cubicBezTo>
                    <a:pt x="21489" y="22161"/>
                    <a:pt x="21615" y="21345"/>
                    <a:pt x="22243" y="20529"/>
                  </a:cubicBezTo>
                  <a:cubicBezTo>
                    <a:pt x="23833" y="18437"/>
                    <a:pt x="25883" y="17098"/>
                    <a:pt x="28520" y="16889"/>
                  </a:cubicBezTo>
                  <a:cubicBezTo>
                    <a:pt x="28649" y="16879"/>
                    <a:pt x="28779" y="16875"/>
                    <a:pt x="28910" y="16875"/>
                  </a:cubicBezTo>
                  <a:close/>
                  <a:moveTo>
                    <a:pt x="6501" y="16037"/>
                  </a:moveTo>
                  <a:cubicBezTo>
                    <a:pt x="6912" y="16037"/>
                    <a:pt x="7326" y="16051"/>
                    <a:pt x="7743" y="16073"/>
                  </a:cubicBezTo>
                  <a:cubicBezTo>
                    <a:pt x="10860" y="16219"/>
                    <a:pt x="13999" y="16324"/>
                    <a:pt x="17116" y="16449"/>
                  </a:cubicBezTo>
                  <a:cubicBezTo>
                    <a:pt x="18246" y="16491"/>
                    <a:pt x="19397" y="16554"/>
                    <a:pt x="20673" y="16617"/>
                  </a:cubicBezTo>
                  <a:cubicBezTo>
                    <a:pt x="20673" y="19651"/>
                    <a:pt x="20673" y="22685"/>
                    <a:pt x="20673" y="25844"/>
                  </a:cubicBezTo>
                  <a:cubicBezTo>
                    <a:pt x="20464" y="25865"/>
                    <a:pt x="20129" y="25907"/>
                    <a:pt x="19774" y="25928"/>
                  </a:cubicBezTo>
                  <a:cubicBezTo>
                    <a:pt x="17221" y="26011"/>
                    <a:pt x="14668" y="26158"/>
                    <a:pt x="12137" y="26200"/>
                  </a:cubicBezTo>
                  <a:cubicBezTo>
                    <a:pt x="10808" y="26221"/>
                    <a:pt x="9479" y="26226"/>
                    <a:pt x="8145" y="26226"/>
                  </a:cubicBezTo>
                  <a:cubicBezTo>
                    <a:pt x="6811" y="26226"/>
                    <a:pt x="5472" y="26221"/>
                    <a:pt x="4123" y="26221"/>
                  </a:cubicBezTo>
                  <a:cubicBezTo>
                    <a:pt x="3725" y="22810"/>
                    <a:pt x="4060" y="19567"/>
                    <a:pt x="4165" y="16240"/>
                  </a:cubicBezTo>
                  <a:cubicBezTo>
                    <a:pt x="4934" y="16089"/>
                    <a:pt x="5713" y="16037"/>
                    <a:pt x="6501" y="16037"/>
                  </a:cubicBezTo>
                  <a:close/>
                  <a:moveTo>
                    <a:pt x="2930" y="26786"/>
                  </a:moveTo>
                  <a:cubicBezTo>
                    <a:pt x="9312" y="26974"/>
                    <a:pt x="15652" y="27162"/>
                    <a:pt x="22096" y="27351"/>
                  </a:cubicBezTo>
                  <a:cubicBezTo>
                    <a:pt x="22117" y="27539"/>
                    <a:pt x="22138" y="27832"/>
                    <a:pt x="22159" y="28167"/>
                  </a:cubicBezTo>
                  <a:cubicBezTo>
                    <a:pt x="15756" y="28083"/>
                    <a:pt x="9396" y="28020"/>
                    <a:pt x="2930" y="27936"/>
                  </a:cubicBezTo>
                  <a:lnTo>
                    <a:pt x="2930" y="26786"/>
                  </a:lnTo>
                  <a:close/>
                  <a:moveTo>
                    <a:pt x="54234" y="27997"/>
                  </a:moveTo>
                  <a:cubicBezTo>
                    <a:pt x="54402" y="27997"/>
                    <a:pt x="54569" y="27998"/>
                    <a:pt x="54737" y="27999"/>
                  </a:cubicBezTo>
                  <a:cubicBezTo>
                    <a:pt x="54716" y="28439"/>
                    <a:pt x="54695" y="28669"/>
                    <a:pt x="54674" y="28899"/>
                  </a:cubicBezTo>
                  <a:cubicBezTo>
                    <a:pt x="52477" y="29464"/>
                    <a:pt x="50259" y="29317"/>
                    <a:pt x="48062" y="29359"/>
                  </a:cubicBezTo>
                  <a:cubicBezTo>
                    <a:pt x="45070" y="29422"/>
                    <a:pt x="42078" y="29485"/>
                    <a:pt x="39086" y="29548"/>
                  </a:cubicBezTo>
                  <a:cubicBezTo>
                    <a:pt x="38689" y="29548"/>
                    <a:pt x="38270" y="29485"/>
                    <a:pt x="37873" y="29443"/>
                  </a:cubicBezTo>
                  <a:cubicBezTo>
                    <a:pt x="37140" y="29338"/>
                    <a:pt x="36910" y="28899"/>
                    <a:pt x="37057" y="28187"/>
                  </a:cubicBezTo>
                  <a:cubicBezTo>
                    <a:pt x="37228" y="28130"/>
                    <a:pt x="37417" y="28038"/>
                    <a:pt x="37592" y="28038"/>
                  </a:cubicBezTo>
                  <a:cubicBezTo>
                    <a:pt x="37609" y="28038"/>
                    <a:pt x="37626" y="28039"/>
                    <a:pt x="37642" y="28041"/>
                  </a:cubicBezTo>
                  <a:cubicBezTo>
                    <a:pt x="39388" y="28235"/>
                    <a:pt x="41133" y="28301"/>
                    <a:pt x="42883" y="28301"/>
                  </a:cubicBezTo>
                  <a:cubicBezTo>
                    <a:pt x="46633" y="28301"/>
                    <a:pt x="50402" y="27997"/>
                    <a:pt x="54234" y="27997"/>
                  </a:cubicBezTo>
                  <a:close/>
                  <a:moveTo>
                    <a:pt x="4705" y="28541"/>
                  </a:moveTo>
                  <a:cubicBezTo>
                    <a:pt x="4752" y="28541"/>
                    <a:pt x="4802" y="28542"/>
                    <a:pt x="4855" y="28543"/>
                  </a:cubicBezTo>
                  <a:cubicBezTo>
                    <a:pt x="10128" y="28627"/>
                    <a:pt x="15380" y="28731"/>
                    <a:pt x="20632" y="28836"/>
                  </a:cubicBezTo>
                  <a:cubicBezTo>
                    <a:pt x="20757" y="28836"/>
                    <a:pt x="20862" y="28878"/>
                    <a:pt x="20924" y="28899"/>
                  </a:cubicBezTo>
                  <a:cubicBezTo>
                    <a:pt x="20820" y="33460"/>
                    <a:pt x="20715" y="38022"/>
                    <a:pt x="20611" y="42688"/>
                  </a:cubicBezTo>
                  <a:cubicBezTo>
                    <a:pt x="20072" y="42703"/>
                    <a:pt x="19530" y="42716"/>
                    <a:pt x="18987" y="42716"/>
                  </a:cubicBezTo>
                  <a:cubicBezTo>
                    <a:pt x="18074" y="42716"/>
                    <a:pt x="17156" y="42680"/>
                    <a:pt x="16238" y="42562"/>
                  </a:cubicBezTo>
                  <a:cubicBezTo>
                    <a:pt x="15861" y="42520"/>
                    <a:pt x="15505" y="42436"/>
                    <a:pt x="15129" y="42436"/>
                  </a:cubicBezTo>
                  <a:cubicBezTo>
                    <a:pt x="14892" y="42443"/>
                    <a:pt x="14656" y="42446"/>
                    <a:pt x="14419" y="42446"/>
                  </a:cubicBezTo>
                  <a:cubicBezTo>
                    <a:pt x="12582" y="42446"/>
                    <a:pt x="10744" y="42262"/>
                    <a:pt x="8907" y="42262"/>
                  </a:cubicBezTo>
                  <a:cubicBezTo>
                    <a:pt x="8115" y="42262"/>
                    <a:pt x="7322" y="42296"/>
                    <a:pt x="6529" y="42395"/>
                  </a:cubicBezTo>
                  <a:cubicBezTo>
                    <a:pt x="6207" y="42435"/>
                    <a:pt x="5879" y="42447"/>
                    <a:pt x="5544" y="42447"/>
                  </a:cubicBezTo>
                  <a:cubicBezTo>
                    <a:pt x="5007" y="42447"/>
                    <a:pt x="4451" y="42416"/>
                    <a:pt x="3872" y="42416"/>
                  </a:cubicBezTo>
                  <a:cubicBezTo>
                    <a:pt x="3809" y="41620"/>
                    <a:pt x="3725" y="40867"/>
                    <a:pt x="3704" y="40114"/>
                  </a:cubicBezTo>
                  <a:cubicBezTo>
                    <a:pt x="3621" y="36578"/>
                    <a:pt x="3432" y="33063"/>
                    <a:pt x="3809" y="29527"/>
                  </a:cubicBezTo>
                  <a:cubicBezTo>
                    <a:pt x="3907" y="28703"/>
                    <a:pt x="4005" y="28541"/>
                    <a:pt x="4705" y="28541"/>
                  </a:cubicBezTo>
                  <a:close/>
                  <a:moveTo>
                    <a:pt x="53398" y="29966"/>
                  </a:moveTo>
                  <a:lnTo>
                    <a:pt x="53398" y="43838"/>
                  </a:lnTo>
                  <a:cubicBezTo>
                    <a:pt x="52705" y="43904"/>
                    <a:pt x="52021" y="43928"/>
                    <a:pt x="51345" y="43928"/>
                  </a:cubicBezTo>
                  <a:cubicBezTo>
                    <a:pt x="49429" y="43928"/>
                    <a:pt x="47569" y="43734"/>
                    <a:pt x="45698" y="43734"/>
                  </a:cubicBezTo>
                  <a:cubicBezTo>
                    <a:pt x="43208" y="43734"/>
                    <a:pt x="40718" y="43901"/>
                    <a:pt x="38124" y="44006"/>
                  </a:cubicBezTo>
                  <a:cubicBezTo>
                    <a:pt x="38312" y="39403"/>
                    <a:pt x="38500" y="34925"/>
                    <a:pt x="38689" y="30364"/>
                  </a:cubicBezTo>
                  <a:cubicBezTo>
                    <a:pt x="43543" y="29861"/>
                    <a:pt x="48502" y="30029"/>
                    <a:pt x="53398" y="29966"/>
                  </a:cubicBezTo>
                  <a:close/>
                  <a:moveTo>
                    <a:pt x="47079" y="44613"/>
                  </a:moveTo>
                  <a:lnTo>
                    <a:pt x="47079" y="49090"/>
                  </a:lnTo>
                  <a:cubicBezTo>
                    <a:pt x="45782" y="49153"/>
                    <a:pt x="44505" y="49216"/>
                    <a:pt x="43145" y="49299"/>
                  </a:cubicBezTo>
                  <a:lnTo>
                    <a:pt x="43145" y="44613"/>
                  </a:lnTo>
                  <a:close/>
                  <a:moveTo>
                    <a:pt x="42392" y="44654"/>
                  </a:moveTo>
                  <a:cubicBezTo>
                    <a:pt x="42308" y="46182"/>
                    <a:pt x="42204" y="47605"/>
                    <a:pt x="42120" y="49090"/>
                  </a:cubicBezTo>
                  <a:cubicBezTo>
                    <a:pt x="41529" y="49315"/>
                    <a:pt x="40933" y="49364"/>
                    <a:pt x="40331" y="49364"/>
                  </a:cubicBezTo>
                  <a:cubicBezTo>
                    <a:pt x="39878" y="49364"/>
                    <a:pt x="39421" y="49336"/>
                    <a:pt x="38960" y="49336"/>
                  </a:cubicBezTo>
                  <a:cubicBezTo>
                    <a:pt x="38669" y="49336"/>
                    <a:pt x="38377" y="49347"/>
                    <a:pt x="38082" y="49383"/>
                  </a:cubicBezTo>
                  <a:cubicBezTo>
                    <a:pt x="37810" y="47939"/>
                    <a:pt x="37914" y="45512"/>
                    <a:pt x="38207" y="44654"/>
                  </a:cubicBezTo>
                  <a:close/>
                  <a:moveTo>
                    <a:pt x="53210" y="44633"/>
                  </a:moveTo>
                  <a:lnTo>
                    <a:pt x="53210" y="49216"/>
                  </a:lnTo>
                  <a:cubicBezTo>
                    <a:pt x="52643" y="49359"/>
                    <a:pt x="52079" y="49411"/>
                    <a:pt x="51513" y="49411"/>
                  </a:cubicBezTo>
                  <a:cubicBezTo>
                    <a:pt x="50343" y="49411"/>
                    <a:pt x="49164" y="49189"/>
                    <a:pt x="47937" y="49090"/>
                  </a:cubicBezTo>
                  <a:lnTo>
                    <a:pt x="47916" y="44633"/>
                  </a:lnTo>
                  <a:close/>
                  <a:moveTo>
                    <a:pt x="14752" y="43232"/>
                  </a:moveTo>
                  <a:cubicBezTo>
                    <a:pt x="16719" y="43357"/>
                    <a:pt x="18623" y="43462"/>
                    <a:pt x="20611" y="43587"/>
                  </a:cubicBezTo>
                  <a:cubicBezTo>
                    <a:pt x="20736" y="45449"/>
                    <a:pt x="20862" y="47416"/>
                    <a:pt x="21008" y="49530"/>
                  </a:cubicBezTo>
                  <a:lnTo>
                    <a:pt x="14522" y="49530"/>
                  </a:lnTo>
                  <a:cubicBezTo>
                    <a:pt x="14480" y="47416"/>
                    <a:pt x="14250" y="45324"/>
                    <a:pt x="14752" y="43232"/>
                  </a:cubicBezTo>
                  <a:close/>
                  <a:moveTo>
                    <a:pt x="4363" y="42935"/>
                  </a:moveTo>
                  <a:cubicBezTo>
                    <a:pt x="4393" y="42935"/>
                    <a:pt x="4425" y="42936"/>
                    <a:pt x="4458" y="42939"/>
                  </a:cubicBezTo>
                  <a:cubicBezTo>
                    <a:pt x="5713" y="43022"/>
                    <a:pt x="6968" y="43127"/>
                    <a:pt x="8308" y="43211"/>
                  </a:cubicBezTo>
                  <a:cubicBezTo>
                    <a:pt x="8412" y="45261"/>
                    <a:pt x="8517" y="47333"/>
                    <a:pt x="8642" y="49571"/>
                  </a:cubicBezTo>
                  <a:lnTo>
                    <a:pt x="3725" y="49571"/>
                  </a:lnTo>
                  <a:cubicBezTo>
                    <a:pt x="3746" y="48588"/>
                    <a:pt x="3809" y="47667"/>
                    <a:pt x="3809" y="46747"/>
                  </a:cubicBezTo>
                  <a:cubicBezTo>
                    <a:pt x="3809" y="45763"/>
                    <a:pt x="3746" y="44780"/>
                    <a:pt x="3704" y="43796"/>
                  </a:cubicBezTo>
                  <a:cubicBezTo>
                    <a:pt x="3685" y="43228"/>
                    <a:pt x="3904" y="42935"/>
                    <a:pt x="4363" y="42935"/>
                  </a:cubicBezTo>
                  <a:close/>
                  <a:moveTo>
                    <a:pt x="13769" y="43169"/>
                  </a:moveTo>
                  <a:cubicBezTo>
                    <a:pt x="13664" y="45303"/>
                    <a:pt x="13580" y="47395"/>
                    <a:pt x="13476" y="49592"/>
                  </a:cubicBezTo>
                  <a:cubicBezTo>
                    <a:pt x="12969" y="49767"/>
                    <a:pt x="12467" y="49830"/>
                    <a:pt x="11966" y="49830"/>
                  </a:cubicBezTo>
                  <a:cubicBezTo>
                    <a:pt x="11142" y="49830"/>
                    <a:pt x="10316" y="49660"/>
                    <a:pt x="9458" y="49530"/>
                  </a:cubicBezTo>
                  <a:cubicBezTo>
                    <a:pt x="8872" y="47458"/>
                    <a:pt x="8977" y="45366"/>
                    <a:pt x="9416" y="43169"/>
                  </a:cubicBezTo>
                  <a:close/>
                  <a:moveTo>
                    <a:pt x="35969" y="51099"/>
                  </a:moveTo>
                  <a:lnTo>
                    <a:pt x="35969" y="51099"/>
                  </a:lnTo>
                  <a:cubicBezTo>
                    <a:pt x="40620" y="51295"/>
                    <a:pt x="45216" y="51447"/>
                    <a:pt x="49798" y="51447"/>
                  </a:cubicBezTo>
                  <a:cubicBezTo>
                    <a:pt x="51586" y="51447"/>
                    <a:pt x="53371" y="51424"/>
                    <a:pt x="55156" y="51371"/>
                  </a:cubicBezTo>
                  <a:cubicBezTo>
                    <a:pt x="55197" y="51371"/>
                    <a:pt x="55260" y="51496"/>
                    <a:pt x="55344" y="51601"/>
                  </a:cubicBezTo>
                  <a:cubicBezTo>
                    <a:pt x="55302" y="51999"/>
                    <a:pt x="54967" y="52019"/>
                    <a:pt x="54632" y="52040"/>
                  </a:cubicBezTo>
                  <a:cubicBezTo>
                    <a:pt x="53503" y="52124"/>
                    <a:pt x="52352" y="52229"/>
                    <a:pt x="51201" y="52250"/>
                  </a:cubicBezTo>
                  <a:cubicBezTo>
                    <a:pt x="48446" y="52339"/>
                    <a:pt x="45701" y="52606"/>
                    <a:pt x="42945" y="52606"/>
                  </a:cubicBezTo>
                  <a:cubicBezTo>
                    <a:pt x="41808" y="52606"/>
                    <a:pt x="40668" y="52560"/>
                    <a:pt x="39526" y="52438"/>
                  </a:cubicBezTo>
                  <a:cubicBezTo>
                    <a:pt x="39346" y="52419"/>
                    <a:pt x="39164" y="52412"/>
                    <a:pt x="38981" y="52412"/>
                  </a:cubicBezTo>
                  <a:cubicBezTo>
                    <a:pt x="38409" y="52412"/>
                    <a:pt x="37822" y="52482"/>
                    <a:pt x="37244" y="52482"/>
                  </a:cubicBezTo>
                  <a:cubicBezTo>
                    <a:pt x="37189" y="52482"/>
                    <a:pt x="37133" y="52481"/>
                    <a:pt x="37077" y="52480"/>
                  </a:cubicBezTo>
                  <a:cubicBezTo>
                    <a:pt x="35927" y="52480"/>
                    <a:pt x="35927" y="52459"/>
                    <a:pt x="35969" y="51099"/>
                  </a:cubicBezTo>
                  <a:close/>
                  <a:moveTo>
                    <a:pt x="7783" y="0"/>
                  </a:moveTo>
                  <a:cubicBezTo>
                    <a:pt x="7504" y="0"/>
                    <a:pt x="7226" y="1"/>
                    <a:pt x="6947" y="3"/>
                  </a:cubicBezTo>
                  <a:cubicBezTo>
                    <a:pt x="5043" y="24"/>
                    <a:pt x="3160" y="129"/>
                    <a:pt x="1277" y="234"/>
                  </a:cubicBezTo>
                  <a:cubicBezTo>
                    <a:pt x="942" y="254"/>
                    <a:pt x="608" y="401"/>
                    <a:pt x="252" y="506"/>
                  </a:cubicBezTo>
                  <a:cubicBezTo>
                    <a:pt x="294" y="1698"/>
                    <a:pt x="1" y="2807"/>
                    <a:pt x="629" y="3791"/>
                  </a:cubicBezTo>
                  <a:cubicBezTo>
                    <a:pt x="1152" y="3728"/>
                    <a:pt x="1633" y="3665"/>
                    <a:pt x="2156" y="3581"/>
                  </a:cubicBezTo>
                  <a:cubicBezTo>
                    <a:pt x="2282" y="4899"/>
                    <a:pt x="2407" y="6092"/>
                    <a:pt x="2533" y="7327"/>
                  </a:cubicBezTo>
                  <a:cubicBezTo>
                    <a:pt x="1947" y="7368"/>
                    <a:pt x="1382" y="7431"/>
                    <a:pt x="775" y="7473"/>
                  </a:cubicBezTo>
                  <a:cubicBezTo>
                    <a:pt x="775" y="8373"/>
                    <a:pt x="461" y="9168"/>
                    <a:pt x="901" y="9921"/>
                  </a:cubicBezTo>
                  <a:cubicBezTo>
                    <a:pt x="1466" y="10005"/>
                    <a:pt x="1968" y="10068"/>
                    <a:pt x="2512" y="10151"/>
                  </a:cubicBezTo>
                  <a:cubicBezTo>
                    <a:pt x="2449" y="11135"/>
                    <a:pt x="2302" y="12055"/>
                    <a:pt x="2930" y="12830"/>
                  </a:cubicBezTo>
                  <a:cubicBezTo>
                    <a:pt x="2993" y="12892"/>
                    <a:pt x="2972" y="12997"/>
                    <a:pt x="2993" y="13081"/>
                  </a:cubicBezTo>
                  <a:cubicBezTo>
                    <a:pt x="3118" y="14587"/>
                    <a:pt x="3370" y="16094"/>
                    <a:pt x="3349" y="17600"/>
                  </a:cubicBezTo>
                  <a:cubicBezTo>
                    <a:pt x="3286" y="20299"/>
                    <a:pt x="3098" y="23019"/>
                    <a:pt x="3370" y="25718"/>
                  </a:cubicBezTo>
                  <a:cubicBezTo>
                    <a:pt x="3370" y="25781"/>
                    <a:pt x="3286" y="25844"/>
                    <a:pt x="3223" y="25928"/>
                  </a:cubicBezTo>
                  <a:lnTo>
                    <a:pt x="2240" y="25928"/>
                  </a:lnTo>
                  <a:cubicBezTo>
                    <a:pt x="2407" y="26953"/>
                    <a:pt x="1654" y="28187"/>
                    <a:pt x="3139" y="28711"/>
                  </a:cubicBezTo>
                  <a:cubicBezTo>
                    <a:pt x="3077" y="30887"/>
                    <a:pt x="2993" y="32979"/>
                    <a:pt x="2951" y="35050"/>
                  </a:cubicBezTo>
                  <a:cubicBezTo>
                    <a:pt x="2888" y="37896"/>
                    <a:pt x="2742" y="40742"/>
                    <a:pt x="2826" y="43566"/>
                  </a:cubicBezTo>
                  <a:cubicBezTo>
                    <a:pt x="2888" y="46035"/>
                    <a:pt x="3098" y="48483"/>
                    <a:pt x="2449" y="50911"/>
                  </a:cubicBezTo>
                  <a:cubicBezTo>
                    <a:pt x="2198" y="51015"/>
                    <a:pt x="1947" y="51120"/>
                    <a:pt x="1696" y="51224"/>
                  </a:cubicBezTo>
                  <a:cubicBezTo>
                    <a:pt x="3160" y="51475"/>
                    <a:pt x="4583" y="51601"/>
                    <a:pt x="5985" y="51664"/>
                  </a:cubicBezTo>
                  <a:cubicBezTo>
                    <a:pt x="6054" y="51665"/>
                    <a:pt x="6123" y="51666"/>
                    <a:pt x="6191" y="51666"/>
                  </a:cubicBezTo>
                  <a:cubicBezTo>
                    <a:pt x="7022" y="51666"/>
                    <a:pt x="7855" y="51558"/>
                    <a:pt x="8705" y="51538"/>
                  </a:cubicBezTo>
                  <a:cubicBezTo>
                    <a:pt x="11572" y="51496"/>
                    <a:pt x="14438" y="51455"/>
                    <a:pt x="17326" y="51455"/>
                  </a:cubicBezTo>
                  <a:cubicBezTo>
                    <a:pt x="19251" y="51455"/>
                    <a:pt x="21176" y="51496"/>
                    <a:pt x="23101" y="51538"/>
                  </a:cubicBezTo>
                  <a:cubicBezTo>
                    <a:pt x="23124" y="51538"/>
                    <a:pt x="23148" y="51538"/>
                    <a:pt x="23171" y="51538"/>
                  </a:cubicBezTo>
                  <a:cubicBezTo>
                    <a:pt x="23609" y="51538"/>
                    <a:pt x="24039" y="51557"/>
                    <a:pt x="23979" y="52291"/>
                  </a:cubicBezTo>
                  <a:lnTo>
                    <a:pt x="1612" y="52291"/>
                  </a:lnTo>
                  <a:cubicBezTo>
                    <a:pt x="1340" y="51915"/>
                    <a:pt x="1131" y="51622"/>
                    <a:pt x="921" y="51329"/>
                  </a:cubicBezTo>
                  <a:lnTo>
                    <a:pt x="921" y="51329"/>
                  </a:lnTo>
                  <a:cubicBezTo>
                    <a:pt x="901" y="52710"/>
                    <a:pt x="1110" y="52961"/>
                    <a:pt x="2323" y="52982"/>
                  </a:cubicBezTo>
                  <a:cubicBezTo>
                    <a:pt x="5587" y="53066"/>
                    <a:pt x="8852" y="53170"/>
                    <a:pt x="12137" y="53170"/>
                  </a:cubicBezTo>
                  <a:cubicBezTo>
                    <a:pt x="14710" y="53170"/>
                    <a:pt x="17305" y="53024"/>
                    <a:pt x="19878" y="52961"/>
                  </a:cubicBezTo>
                  <a:cubicBezTo>
                    <a:pt x="20360" y="52947"/>
                    <a:pt x="20841" y="52942"/>
                    <a:pt x="21319" y="52942"/>
                  </a:cubicBezTo>
                  <a:cubicBezTo>
                    <a:pt x="22275" y="52942"/>
                    <a:pt x="23219" y="52961"/>
                    <a:pt x="24126" y="52961"/>
                  </a:cubicBezTo>
                  <a:cubicBezTo>
                    <a:pt x="24628" y="52396"/>
                    <a:pt x="24942" y="51852"/>
                    <a:pt x="24335" y="51308"/>
                  </a:cubicBezTo>
                  <a:cubicBezTo>
                    <a:pt x="24063" y="51078"/>
                    <a:pt x="23645" y="50890"/>
                    <a:pt x="23268" y="50890"/>
                  </a:cubicBezTo>
                  <a:cubicBezTo>
                    <a:pt x="21950" y="50843"/>
                    <a:pt x="20620" y="50819"/>
                    <a:pt x="19296" y="50819"/>
                  </a:cubicBezTo>
                  <a:cubicBezTo>
                    <a:pt x="18854" y="50819"/>
                    <a:pt x="18414" y="50822"/>
                    <a:pt x="17974" y="50827"/>
                  </a:cubicBezTo>
                  <a:cubicBezTo>
                    <a:pt x="14271" y="50890"/>
                    <a:pt x="10567" y="50994"/>
                    <a:pt x="6885" y="51057"/>
                  </a:cubicBezTo>
                  <a:cubicBezTo>
                    <a:pt x="6594" y="51066"/>
                    <a:pt x="6302" y="51073"/>
                    <a:pt x="6007" y="51073"/>
                  </a:cubicBezTo>
                  <a:cubicBezTo>
                    <a:pt x="4987" y="51073"/>
                    <a:pt x="3931" y="50998"/>
                    <a:pt x="2763" y="50722"/>
                  </a:cubicBezTo>
                  <a:cubicBezTo>
                    <a:pt x="3118" y="50450"/>
                    <a:pt x="3307" y="50178"/>
                    <a:pt x="3495" y="50178"/>
                  </a:cubicBezTo>
                  <a:cubicBezTo>
                    <a:pt x="4280" y="50168"/>
                    <a:pt x="5064" y="50152"/>
                    <a:pt x="5846" y="50152"/>
                  </a:cubicBezTo>
                  <a:cubicBezTo>
                    <a:pt x="6628" y="50152"/>
                    <a:pt x="7408" y="50168"/>
                    <a:pt x="8182" y="50220"/>
                  </a:cubicBezTo>
                  <a:cubicBezTo>
                    <a:pt x="9569" y="50300"/>
                    <a:pt x="10955" y="50327"/>
                    <a:pt x="12343" y="50327"/>
                  </a:cubicBezTo>
                  <a:cubicBezTo>
                    <a:pt x="14933" y="50327"/>
                    <a:pt x="17527" y="50234"/>
                    <a:pt x="20129" y="50220"/>
                  </a:cubicBezTo>
                  <a:cubicBezTo>
                    <a:pt x="20652" y="50220"/>
                    <a:pt x="21196" y="50304"/>
                    <a:pt x="21845" y="50346"/>
                  </a:cubicBezTo>
                  <a:cubicBezTo>
                    <a:pt x="21761" y="50032"/>
                    <a:pt x="21552" y="49655"/>
                    <a:pt x="21552" y="49258"/>
                  </a:cubicBezTo>
                  <a:cubicBezTo>
                    <a:pt x="21531" y="47939"/>
                    <a:pt x="21615" y="46642"/>
                    <a:pt x="21615" y="45324"/>
                  </a:cubicBezTo>
                  <a:cubicBezTo>
                    <a:pt x="21636" y="42039"/>
                    <a:pt x="21636" y="38754"/>
                    <a:pt x="21615" y="35469"/>
                  </a:cubicBezTo>
                  <a:cubicBezTo>
                    <a:pt x="21615" y="34904"/>
                    <a:pt x="21468" y="34318"/>
                    <a:pt x="21489" y="33753"/>
                  </a:cubicBezTo>
                  <a:cubicBezTo>
                    <a:pt x="21531" y="32602"/>
                    <a:pt x="21720" y="31472"/>
                    <a:pt x="21657" y="30322"/>
                  </a:cubicBezTo>
                  <a:cubicBezTo>
                    <a:pt x="21615" y="29338"/>
                    <a:pt x="21782" y="28627"/>
                    <a:pt x="22891" y="28501"/>
                  </a:cubicBezTo>
                  <a:cubicBezTo>
                    <a:pt x="22912" y="27330"/>
                    <a:pt x="23080" y="26200"/>
                    <a:pt x="21594" y="25907"/>
                  </a:cubicBezTo>
                  <a:cubicBezTo>
                    <a:pt x="21699" y="25384"/>
                    <a:pt x="21699" y="24923"/>
                    <a:pt x="21887" y="24526"/>
                  </a:cubicBezTo>
                  <a:cubicBezTo>
                    <a:pt x="22515" y="23250"/>
                    <a:pt x="23080" y="21910"/>
                    <a:pt x="23896" y="20760"/>
                  </a:cubicBezTo>
                  <a:cubicBezTo>
                    <a:pt x="24816" y="19441"/>
                    <a:pt x="26365" y="19065"/>
                    <a:pt x="27829" y="18625"/>
                  </a:cubicBezTo>
                  <a:cubicBezTo>
                    <a:pt x="28361" y="18468"/>
                    <a:pt x="28945" y="18391"/>
                    <a:pt x="29547" y="18391"/>
                  </a:cubicBezTo>
                  <a:cubicBezTo>
                    <a:pt x="31739" y="18391"/>
                    <a:pt x="34178" y="19401"/>
                    <a:pt x="35278" y="21157"/>
                  </a:cubicBezTo>
                  <a:cubicBezTo>
                    <a:pt x="35801" y="21973"/>
                    <a:pt x="36241" y="22873"/>
                    <a:pt x="36554" y="23773"/>
                  </a:cubicBezTo>
                  <a:cubicBezTo>
                    <a:pt x="36994" y="25007"/>
                    <a:pt x="37287" y="26263"/>
                    <a:pt x="37642" y="27560"/>
                  </a:cubicBezTo>
                  <a:cubicBezTo>
                    <a:pt x="37140" y="27727"/>
                    <a:pt x="36743" y="27853"/>
                    <a:pt x="36241" y="27999"/>
                  </a:cubicBezTo>
                  <a:cubicBezTo>
                    <a:pt x="36345" y="28627"/>
                    <a:pt x="36366" y="29296"/>
                    <a:pt x="36638" y="29861"/>
                  </a:cubicBezTo>
                  <a:cubicBezTo>
                    <a:pt x="36785" y="30175"/>
                    <a:pt x="37350" y="30280"/>
                    <a:pt x="37831" y="30531"/>
                  </a:cubicBezTo>
                  <a:cubicBezTo>
                    <a:pt x="37726" y="33481"/>
                    <a:pt x="37601" y="36473"/>
                    <a:pt x="37496" y="39465"/>
                  </a:cubicBezTo>
                  <a:cubicBezTo>
                    <a:pt x="37496" y="39549"/>
                    <a:pt x="37496" y="39633"/>
                    <a:pt x="37475" y="39716"/>
                  </a:cubicBezTo>
                  <a:cubicBezTo>
                    <a:pt x="37057" y="42688"/>
                    <a:pt x="36910" y="45680"/>
                    <a:pt x="37119" y="48672"/>
                  </a:cubicBezTo>
                  <a:cubicBezTo>
                    <a:pt x="37140" y="48902"/>
                    <a:pt x="37015" y="49111"/>
                    <a:pt x="36994" y="49341"/>
                  </a:cubicBezTo>
                  <a:cubicBezTo>
                    <a:pt x="36952" y="49509"/>
                    <a:pt x="36889" y="49760"/>
                    <a:pt x="36973" y="49822"/>
                  </a:cubicBezTo>
                  <a:cubicBezTo>
                    <a:pt x="37140" y="49948"/>
                    <a:pt x="37391" y="50032"/>
                    <a:pt x="37580" y="50032"/>
                  </a:cubicBezTo>
                  <a:cubicBezTo>
                    <a:pt x="37894" y="50011"/>
                    <a:pt x="38207" y="49822"/>
                    <a:pt x="38521" y="49822"/>
                  </a:cubicBezTo>
                  <a:cubicBezTo>
                    <a:pt x="41116" y="49802"/>
                    <a:pt x="43710" y="49781"/>
                    <a:pt x="46284" y="49781"/>
                  </a:cubicBezTo>
                  <a:cubicBezTo>
                    <a:pt x="48418" y="49781"/>
                    <a:pt x="50552" y="49822"/>
                    <a:pt x="52666" y="49843"/>
                  </a:cubicBezTo>
                  <a:cubicBezTo>
                    <a:pt x="53251" y="49843"/>
                    <a:pt x="53628" y="50115"/>
                    <a:pt x="53984" y="50827"/>
                  </a:cubicBezTo>
                  <a:lnTo>
                    <a:pt x="52498" y="50827"/>
                  </a:lnTo>
                  <a:cubicBezTo>
                    <a:pt x="47393" y="50743"/>
                    <a:pt x="42308" y="50680"/>
                    <a:pt x="37203" y="50576"/>
                  </a:cubicBezTo>
                  <a:cubicBezTo>
                    <a:pt x="37045" y="50574"/>
                    <a:pt x="36898" y="50573"/>
                    <a:pt x="36762" y="50573"/>
                  </a:cubicBezTo>
                  <a:cubicBezTo>
                    <a:pt x="35042" y="50573"/>
                    <a:pt x="35019" y="50764"/>
                    <a:pt x="35445" y="52877"/>
                  </a:cubicBezTo>
                  <a:cubicBezTo>
                    <a:pt x="35693" y="52915"/>
                    <a:pt x="35993" y="53006"/>
                    <a:pt x="36266" y="53006"/>
                  </a:cubicBezTo>
                  <a:cubicBezTo>
                    <a:pt x="36293" y="53006"/>
                    <a:pt x="36319" y="53005"/>
                    <a:pt x="36345" y="53003"/>
                  </a:cubicBezTo>
                  <a:cubicBezTo>
                    <a:pt x="36920" y="52956"/>
                    <a:pt x="37493" y="52939"/>
                    <a:pt x="38065" y="52939"/>
                  </a:cubicBezTo>
                  <a:cubicBezTo>
                    <a:pt x="39795" y="52939"/>
                    <a:pt x="41516" y="53099"/>
                    <a:pt x="43247" y="53099"/>
                  </a:cubicBezTo>
                  <a:cubicBezTo>
                    <a:pt x="43777" y="53099"/>
                    <a:pt x="44308" y="53084"/>
                    <a:pt x="44840" y="53045"/>
                  </a:cubicBezTo>
                  <a:cubicBezTo>
                    <a:pt x="48125" y="52794"/>
                    <a:pt x="51410" y="52794"/>
                    <a:pt x="54695" y="52689"/>
                  </a:cubicBezTo>
                  <a:cubicBezTo>
                    <a:pt x="55239" y="52668"/>
                    <a:pt x="55762" y="52605"/>
                    <a:pt x="56181" y="52145"/>
                  </a:cubicBezTo>
                  <a:lnTo>
                    <a:pt x="55846" y="51015"/>
                  </a:lnTo>
                  <a:cubicBezTo>
                    <a:pt x="55511" y="50869"/>
                    <a:pt x="55156" y="50743"/>
                    <a:pt x="55093" y="50722"/>
                  </a:cubicBezTo>
                  <a:cubicBezTo>
                    <a:pt x="54716" y="50032"/>
                    <a:pt x="54339" y="49592"/>
                    <a:pt x="54256" y="49090"/>
                  </a:cubicBezTo>
                  <a:cubicBezTo>
                    <a:pt x="54088" y="48128"/>
                    <a:pt x="54067" y="47123"/>
                    <a:pt x="54067" y="46161"/>
                  </a:cubicBezTo>
                  <a:cubicBezTo>
                    <a:pt x="54067" y="45094"/>
                    <a:pt x="54193" y="44027"/>
                    <a:pt x="54193" y="42960"/>
                  </a:cubicBezTo>
                  <a:cubicBezTo>
                    <a:pt x="54172" y="41202"/>
                    <a:pt x="54067" y="39444"/>
                    <a:pt x="54067" y="37687"/>
                  </a:cubicBezTo>
                  <a:cubicBezTo>
                    <a:pt x="54047" y="35887"/>
                    <a:pt x="54088" y="34088"/>
                    <a:pt x="54130" y="32289"/>
                  </a:cubicBezTo>
                  <a:cubicBezTo>
                    <a:pt x="54151" y="31556"/>
                    <a:pt x="54235" y="30824"/>
                    <a:pt x="54277" y="30196"/>
                  </a:cubicBezTo>
                  <a:cubicBezTo>
                    <a:pt x="54737" y="29987"/>
                    <a:pt x="55114" y="29820"/>
                    <a:pt x="55448" y="29673"/>
                  </a:cubicBezTo>
                  <a:cubicBezTo>
                    <a:pt x="55407" y="28606"/>
                    <a:pt x="55574" y="27539"/>
                    <a:pt x="54235" y="27246"/>
                  </a:cubicBezTo>
                  <a:cubicBezTo>
                    <a:pt x="50887" y="27371"/>
                    <a:pt x="47518" y="27539"/>
                    <a:pt x="44150" y="27623"/>
                  </a:cubicBezTo>
                  <a:cubicBezTo>
                    <a:pt x="43343" y="27649"/>
                    <a:pt x="42536" y="27657"/>
                    <a:pt x="41719" y="27657"/>
                  </a:cubicBezTo>
                  <a:cubicBezTo>
                    <a:pt x="40629" y="27657"/>
                    <a:pt x="39523" y="27643"/>
                    <a:pt x="38375" y="27643"/>
                  </a:cubicBezTo>
                  <a:cubicBezTo>
                    <a:pt x="38479" y="24045"/>
                    <a:pt x="38584" y="20571"/>
                    <a:pt x="38689" y="16931"/>
                  </a:cubicBezTo>
                  <a:lnTo>
                    <a:pt x="53314" y="16931"/>
                  </a:lnTo>
                  <a:cubicBezTo>
                    <a:pt x="53272" y="17893"/>
                    <a:pt x="53210" y="18688"/>
                    <a:pt x="53189" y="19504"/>
                  </a:cubicBezTo>
                  <a:cubicBezTo>
                    <a:pt x="53168" y="21680"/>
                    <a:pt x="53168" y="23856"/>
                    <a:pt x="53147" y="26032"/>
                  </a:cubicBezTo>
                  <a:cubicBezTo>
                    <a:pt x="53147" y="26744"/>
                    <a:pt x="53503" y="27183"/>
                    <a:pt x="54235" y="27246"/>
                  </a:cubicBezTo>
                  <a:cubicBezTo>
                    <a:pt x="54109" y="26367"/>
                    <a:pt x="53858" y="25467"/>
                    <a:pt x="53879" y="24568"/>
                  </a:cubicBezTo>
                  <a:cubicBezTo>
                    <a:pt x="53921" y="20885"/>
                    <a:pt x="54047" y="17203"/>
                    <a:pt x="54130" y="13436"/>
                  </a:cubicBezTo>
                  <a:cubicBezTo>
                    <a:pt x="54221" y="13451"/>
                    <a:pt x="54303" y="13459"/>
                    <a:pt x="54377" y="13459"/>
                  </a:cubicBezTo>
                  <a:cubicBezTo>
                    <a:pt x="54916" y="13459"/>
                    <a:pt x="55025" y="13073"/>
                    <a:pt x="54988" y="12558"/>
                  </a:cubicBezTo>
                  <a:cubicBezTo>
                    <a:pt x="54967" y="11993"/>
                    <a:pt x="54925" y="11428"/>
                    <a:pt x="54904" y="10884"/>
                  </a:cubicBezTo>
                  <a:cubicBezTo>
                    <a:pt x="56034" y="10089"/>
                    <a:pt x="56160" y="9712"/>
                    <a:pt x="55720" y="8143"/>
                  </a:cubicBezTo>
                  <a:cubicBezTo>
                    <a:pt x="55407" y="8038"/>
                    <a:pt x="55072" y="7912"/>
                    <a:pt x="54758" y="7808"/>
                  </a:cubicBezTo>
                  <a:lnTo>
                    <a:pt x="54758" y="4021"/>
                  </a:lnTo>
                  <a:cubicBezTo>
                    <a:pt x="55344" y="3937"/>
                    <a:pt x="55846" y="3853"/>
                    <a:pt x="56411" y="3749"/>
                  </a:cubicBezTo>
                  <a:cubicBezTo>
                    <a:pt x="56474" y="2975"/>
                    <a:pt x="56516" y="2263"/>
                    <a:pt x="56599" y="1531"/>
                  </a:cubicBezTo>
                  <a:cubicBezTo>
                    <a:pt x="56725" y="736"/>
                    <a:pt x="56599" y="506"/>
                    <a:pt x="55825" y="317"/>
                  </a:cubicBezTo>
                  <a:cubicBezTo>
                    <a:pt x="55532" y="234"/>
                    <a:pt x="55239" y="234"/>
                    <a:pt x="54967" y="234"/>
                  </a:cubicBezTo>
                  <a:cubicBezTo>
                    <a:pt x="47728" y="213"/>
                    <a:pt x="40488" y="192"/>
                    <a:pt x="33248" y="171"/>
                  </a:cubicBezTo>
                  <a:cubicBezTo>
                    <a:pt x="32307" y="171"/>
                    <a:pt x="31365" y="87"/>
                    <a:pt x="30424" y="87"/>
                  </a:cubicBezTo>
                  <a:cubicBezTo>
                    <a:pt x="30341" y="85"/>
                    <a:pt x="30259" y="84"/>
                    <a:pt x="30176" y="84"/>
                  </a:cubicBezTo>
                  <a:cubicBezTo>
                    <a:pt x="29609" y="84"/>
                    <a:pt x="29040" y="132"/>
                    <a:pt x="28460" y="132"/>
                  </a:cubicBezTo>
                  <a:cubicBezTo>
                    <a:pt x="28375" y="132"/>
                    <a:pt x="28291" y="131"/>
                    <a:pt x="28206" y="129"/>
                  </a:cubicBezTo>
                  <a:cubicBezTo>
                    <a:pt x="27182" y="110"/>
                    <a:pt x="26175" y="1"/>
                    <a:pt x="25154" y="1"/>
                  </a:cubicBezTo>
                  <a:cubicBezTo>
                    <a:pt x="25069" y="1"/>
                    <a:pt x="24985" y="2"/>
                    <a:pt x="24900" y="3"/>
                  </a:cubicBezTo>
                  <a:cubicBezTo>
                    <a:pt x="23582" y="24"/>
                    <a:pt x="22264" y="192"/>
                    <a:pt x="20966" y="192"/>
                  </a:cubicBezTo>
                  <a:cubicBezTo>
                    <a:pt x="20737" y="194"/>
                    <a:pt x="20508" y="195"/>
                    <a:pt x="20278" y="195"/>
                  </a:cubicBezTo>
                  <a:cubicBezTo>
                    <a:pt x="18415" y="195"/>
                    <a:pt x="16552" y="127"/>
                    <a:pt x="14689" y="108"/>
                  </a:cubicBezTo>
                  <a:cubicBezTo>
                    <a:pt x="12375" y="71"/>
                    <a:pt x="10078" y="0"/>
                    <a:pt x="7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4"/>
            <p:cNvSpPr/>
            <p:nvPr/>
          </p:nvSpPr>
          <p:spPr>
            <a:xfrm>
              <a:off x="3173125" y="2166250"/>
              <a:ext cx="210825" cy="276200"/>
            </a:xfrm>
            <a:custGeom>
              <a:rect b="b" l="l" r="r" t="t"/>
              <a:pathLst>
                <a:path extrusionOk="0" h="11048" w="8433">
                  <a:moveTo>
                    <a:pt x="4503" y="545"/>
                  </a:moveTo>
                  <a:cubicBezTo>
                    <a:pt x="5012" y="545"/>
                    <a:pt x="5526" y="755"/>
                    <a:pt x="5943" y="1171"/>
                  </a:cubicBezTo>
                  <a:cubicBezTo>
                    <a:pt x="6110" y="1339"/>
                    <a:pt x="6319" y="1506"/>
                    <a:pt x="6424" y="1715"/>
                  </a:cubicBezTo>
                  <a:cubicBezTo>
                    <a:pt x="6926" y="3012"/>
                    <a:pt x="7554" y="4268"/>
                    <a:pt x="7596" y="6088"/>
                  </a:cubicBezTo>
                  <a:cubicBezTo>
                    <a:pt x="7449" y="6611"/>
                    <a:pt x="7324" y="7532"/>
                    <a:pt x="6947" y="8327"/>
                  </a:cubicBezTo>
                  <a:cubicBezTo>
                    <a:pt x="6473" y="9335"/>
                    <a:pt x="5737" y="10156"/>
                    <a:pt x="4529" y="10156"/>
                  </a:cubicBezTo>
                  <a:cubicBezTo>
                    <a:pt x="4458" y="10156"/>
                    <a:pt x="4385" y="10153"/>
                    <a:pt x="4311" y="10147"/>
                  </a:cubicBezTo>
                  <a:cubicBezTo>
                    <a:pt x="2972" y="10043"/>
                    <a:pt x="1946" y="9415"/>
                    <a:pt x="1486" y="8139"/>
                  </a:cubicBezTo>
                  <a:cubicBezTo>
                    <a:pt x="1235" y="7427"/>
                    <a:pt x="1068" y="6611"/>
                    <a:pt x="1151" y="5858"/>
                  </a:cubicBezTo>
                  <a:cubicBezTo>
                    <a:pt x="1298" y="4163"/>
                    <a:pt x="1925" y="2594"/>
                    <a:pt x="3034" y="1255"/>
                  </a:cubicBezTo>
                  <a:cubicBezTo>
                    <a:pt x="3433" y="781"/>
                    <a:pt x="3964" y="545"/>
                    <a:pt x="4503" y="545"/>
                  </a:cubicBezTo>
                  <a:close/>
                  <a:moveTo>
                    <a:pt x="4622" y="1"/>
                  </a:moveTo>
                  <a:cubicBezTo>
                    <a:pt x="4292" y="1"/>
                    <a:pt x="3944" y="78"/>
                    <a:pt x="3578" y="230"/>
                  </a:cubicBezTo>
                  <a:cubicBezTo>
                    <a:pt x="3244" y="376"/>
                    <a:pt x="2888" y="564"/>
                    <a:pt x="2679" y="836"/>
                  </a:cubicBezTo>
                  <a:cubicBezTo>
                    <a:pt x="1988" y="1736"/>
                    <a:pt x="1214" y="2636"/>
                    <a:pt x="775" y="3661"/>
                  </a:cubicBezTo>
                  <a:cubicBezTo>
                    <a:pt x="42" y="5335"/>
                    <a:pt x="1" y="7072"/>
                    <a:pt x="900" y="8746"/>
                  </a:cubicBezTo>
                  <a:cubicBezTo>
                    <a:pt x="1423" y="9666"/>
                    <a:pt x="2281" y="10252"/>
                    <a:pt x="3202" y="10733"/>
                  </a:cubicBezTo>
                  <a:cubicBezTo>
                    <a:pt x="3619" y="10946"/>
                    <a:pt x="4075" y="11048"/>
                    <a:pt x="4530" y="11048"/>
                  </a:cubicBezTo>
                  <a:cubicBezTo>
                    <a:pt x="5375" y="11048"/>
                    <a:pt x="6216" y="10696"/>
                    <a:pt x="6801" y="10043"/>
                  </a:cubicBezTo>
                  <a:cubicBezTo>
                    <a:pt x="7826" y="8871"/>
                    <a:pt x="8286" y="7448"/>
                    <a:pt x="8433" y="5774"/>
                  </a:cubicBezTo>
                  <a:cubicBezTo>
                    <a:pt x="8161" y="4080"/>
                    <a:pt x="7617" y="2406"/>
                    <a:pt x="6424" y="962"/>
                  </a:cubicBezTo>
                  <a:cubicBezTo>
                    <a:pt x="5891" y="317"/>
                    <a:pt x="5293" y="1"/>
                    <a:pt x="4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4"/>
            <p:cNvSpPr/>
            <p:nvPr/>
          </p:nvSpPr>
          <p:spPr>
            <a:xfrm>
              <a:off x="4032050" y="2226950"/>
              <a:ext cx="195125" cy="245175"/>
            </a:xfrm>
            <a:custGeom>
              <a:rect b="b" l="l" r="r" t="t"/>
              <a:pathLst>
                <a:path extrusionOk="0" h="9807" w="7805">
                  <a:moveTo>
                    <a:pt x="4270" y="436"/>
                  </a:moveTo>
                  <a:cubicBezTo>
                    <a:pt x="4681" y="436"/>
                    <a:pt x="5117" y="645"/>
                    <a:pt x="5566" y="1066"/>
                  </a:cubicBezTo>
                  <a:cubicBezTo>
                    <a:pt x="6737" y="2196"/>
                    <a:pt x="7156" y="3618"/>
                    <a:pt x="7051" y="5292"/>
                  </a:cubicBezTo>
                  <a:cubicBezTo>
                    <a:pt x="7177" y="6527"/>
                    <a:pt x="6779" y="7594"/>
                    <a:pt x="5754" y="8494"/>
                  </a:cubicBezTo>
                  <a:cubicBezTo>
                    <a:pt x="5403" y="8809"/>
                    <a:pt x="4886" y="8953"/>
                    <a:pt x="4340" y="8953"/>
                  </a:cubicBezTo>
                  <a:cubicBezTo>
                    <a:pt x="3293" y="8953"/>
                    <a:pt x="2137" y="8425"/>
                    <a:pt x="1820" y="7573"/>
                  </a:cubicBezTo>
                  <a:cubicBezTo>
                    <a:pt x="1235" y="5983"/>
                    <a:pt x="1025" y="4393"/>
                    <a:pt x="2051" y="2865"/>
                  </a:cubicBezTo>
                  <a:cubicBezTo>
                    <a:pt x="2364" y="2426"/>
                    <a:pt x="2574" y="1924"/>
                    <a:pt x="2846" y="1463"/>
                  </a:cubicBezTo>
                  <a:cubicBezTo>
                    <a:pt x="3258" y="781"/>
                    <a:pt x="3742" y="436"/>
                    <a:pt x="4270" y="436"/>
                  </a:cubicBezTo>
                  <a:close/>
                  <a:moveTo>
                    <a:pt x="4016" y="1"/>
                  </a:moveTo>
                  <a:cubicBezTo>
                    <a:pt x="3314" y="1"/>
                    <a:pt x="2675" y="354"/>
                    <a:pt x="2197" y="1045"/>
                  </a:cubicBezTo>
                  <a:cubicBezTo>
                    <a:pt x="1946" y="1421"/>
                    <a:pt x="1737" y="1819"/>
                    <a:pt x="1465" y="2175"/>
                  </a:cubicBezTo>
                  <a:cubicBezTo>
                    <a:pt x="0" y="4204"/>
                    <a:pt x="167" y="6987"/>
                    <a:pt x="1800" y="8849"/>
                  </a:cubicBezTo>
                  <a:cubicBezTo>
                    <a:pt x="2321" y="9440"/>
                    <a:pt x="3329" y="9806"/>
                    <a:pt x="4303" y="9806"/>
                  </a:cubicBezTo>
                  <a:cubicBezTo>
                    <a:pt x="5089" y="9806"/>
                    <a:pt x="5852" y="9568"/>
                    <a:pt x="6319" y="9017"/>
                  </a:cubicBezTo>
                  <a:cubicBezTo>
                    <a:pt x="7282" y="7887"/>
                    <a:pt x="7805" y="6715"/>
                    <a:pt x="7763" y="5711"/>
                  </a:cubicBezTo>
                  <a:cubicBezTo>
                    <a:pt x="7742" y="3200"/>
                    <a:pt x="7198" y="1442"/>
                    <a:pt x="5273" y="354"/>
                  </a:cubicBezTo>
                  <a:cubicBezTo>
                    <a:pt x="4845" y="117"/>
                    <a:pt x="4420" y="1"/>
                    <a:pt x="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94"/>
          <p:cNvGrpSpPr/>
          <p:nvPr/>
        </p:nvGrpSpPr>
        <p:grpSpPr>
          <a:xfrm>
            <a:off x="2059686" y="2357431"/>
            <a:ext cx="366433" cy="905317"/>
            <a:chOff x="4822950" y="465125"/>
            <a:chExt cx="1149775" cy="2931725"/>
          </a:xfrm>
        </p:grpSpPr>
        <p:sp>
          <p:nvSpPr>
            <p:cNvPr id="3239" name="Google Shape;3239;p94"/>
            <p:cNvSpPr/>
            <p:nvPr/>
          </p:nvSpPr>
          <p:spPr>
            <a:xfrm>
              <a:off x="5044750" y="465125"/>
              <a:ext cx="890850" cy="2830475"/>
            </a:xfrm>
            <a:custGeom>
              <a:rect b="b" l="l" r="r" t="t"/>
              <a:pathLst>
                <a:path extrusionOk="0" h="113219" w="35634">
                  <a:moveTo>
                    <a:pt x="14521" y="18686"/>
                  </a:moveTo>
                  <a:cubicBezTo>
                    <a:pt x="15463" y="19690"/>
                    <a:pt x="16572" y="20339"/>
                    <a:pt x="16697" y="21845"/>
                  </a:cubicBezTo>
                  <a:cubicBezTo>
                    <a:pt x="15998" y="21936"/>
                    <a:pt x="15319" y="22013"/>
                    <a:pt x="14612" y="22013"/>
                  </a:cubicBezTo>
                  <a:cubicBezTo>
                    <a:pt x="13858" y="22013"/>
                    <a:pt x="13073" y="21926"/>
                    <a:pt x="12199" y="21678"/>
                  </a:cubicBezTo>
                  <a:cubicBezTo>
                    <a:pt x="13140" y="20464"/>
                    <a:pt x="13810" y="19606"/>
                    <a:pt x="14521" y="18686"/>
                  </a:cubicBezTo>
                  <a:close/>
                  <a:moveTo>
                    <a:pt x="17199" y="22975"/>
                  </a:moveTo>
                  <a:cubicBezTo>
                    <a:pt x="17346" y="26197"/>
                    <a:pt x="17555" y="29336"/>
                    <a:pt x="17576" y="32474"/>
                  </a:cubicBezTo>
                  <a:cubicBezTo>
                    <a:pt x="17660" y="40195"/>
                    <a:pt x="17555" y="47916"/>
                    <a:pt x="17723" y="55616"/>
                  </a:cubicBezTo>
                  <a:cubicBezTo>
                    <a:pt x="17827" y="60449"/>
                    <a:pt x="18287" y="65241"/>
                    <a:pt x="18664" y="70053"/>
                  </a:cubicBezTo>
                  <a:cubicBezTo>
                    <a:pt x="18748" y="71162"/>
                    <a:pt x="19103" y="72229"/>
                    <a:pt x="19292" y="73317"/>
                  </a:cubicBezTo>
                  <a:cubicBezTo>
                    <a:pt x="19417" y="74133"/>
                    <a:pt x="19480" y="74949"/>
                    <a:pt x="19606" y="75933"/>
                  </a:cubicBezTo>
                  <a:lnTo>
                    <a:pt x="9332" y="75933"/>
                  </a:lnTo>
                  <a:cubicBezTo>
                    <a:pt x="9646" y="73736"/>
                    <a:pt x="9981" y="71560"/>
                    <a:pt x="10232" y="69363"/>
                  </a:cubicBezTo>
                  <a:cubicBezTo>
                    <a:pt x="10525" y="66684"/>
                    <a:pt x="10839" y="63985"/>
                    <a:pt x="10985" y="61286"/>
                  </a:cubicBezTo>
                  <a:cubicBezTo>
                    <a:pt x="11215" y="57583"/>
                    <a:pt x="11320" y="53879"/>
                    <a:pt x="11466" y="50176"/>
                  </a:cubicBezTo>
                  <a:cubicBezTo>
                    <a:pt x="11592" y="46472"/>
                    <a:pt x="11676" y="42748"/>
                    <a:pt x="11780" y="39044"/>
                  </a:cubicBezTo>
                  <a:cubicBezTo>
                    <a:pt x="11843" y="37182"/>
                    <a:pt x="12010" y="35320"/>
                    <a:pt x="12010" y="33458"/>
                  </a:cubicBezTo>
                  <a:cubicBezTo>
                    <a:pt x="12010" y="32202"/>
                    <a:pt x="11780" y="30926"/>
                    <a:pt x="11759" y="29671"/>
                  </a:cubicBezTo>
                  <a:cubicBezTo>
                    <a:pt x="11697" y="27683"/>
                    <a:pt x="11738" y="25674"/>
                    <a:pt x="11738" y="23686"/>
                  </a:cubicBezTo>
                  <a:cubicBezTo>
                    <a:pt x="11738" y="23477"/>
                    <a:pt x="11843" y="23268"/>
                    <a:pt x="11906" y="22975"/>
                  </a:cubicBezTo>
                  <a:close/>
                  <a:moveTo>
                    <a:pt x="8296" y="76972"/>
                  </a:moveTo>
                  <a:cubicBezTo>
                    <a:pt x="8459" y="76972"/>
                    <a:pt x="8623" y="76982"/>
                    <a:pt x="8788" y="77000"/>
                  </a:cubicBezTo>
                  <a:cubicBezTo>
                    <a:pt x="10267" y="77190"/>
                    <a:pt x="11741" y="77270"/>
                    <a:pt x="13214" y="77270"/>
                  </a:cubicBezTo>
                  <a:cubicBezTo>
                    <a:pt x="14827" y="77270"/>
                    <a:pt x="16439" y="77174"/>
                    <a:pt x="18057" y="77021"/>
                  </a:cubicBezTo>
                  <a:cubicBezTo>
                    <a:pt x="18247" y="77003"/>
                    <a:pt x="18437" y="76996"/>
                    <a:pt x="18629" y="76996"/>
                  </a:cubicBezTo>
                  <a:cubicBezTo>
                    <a:pt x="19581" y="76996"/>
                    <a:pt x="20577" y="77181"/>
                    <a:pt x="21761" y="77251"/>
                  </a:cubicBezTo>
                  <a:cubicBezTo>
                    <a:pt x="21426" y="77627"/>
                    <a:pt x="21259" y="77941"/>
                    <a:pt x="21070" y="77983"/>
                  </a:cubicBezTo>
                  <a:cubicBezTo>
                    <a:pt x="20682" y="78058"/>
                    <a:pt x="20282" y="78069"/>
                    <a:pt x="19880" y="78069"/>
                  </a:cubicBezTo>
                  <a:cubicBezTo>
                    <a:pt x="19719" y="78069"/>
                    <a:pt x="19558" y="78067"/>
                    <a:pt x="19396" y="78067"/>
                  </a:cubicBezTo>
                  <a:cubicBezTo>
                    <a:pt x="17090" y="78101"/>
                    <a:pt x="14784" y="78135"/>
                    <a:pt x="12477" y="78135"/>
                  </a:cubicBezTo>
                  <a:cubicBezTo>
                    <a:pt x="11959" y="78135"/>
                    <a:pt x="11441" y="78133"/>
                    <a:pt x="10922" y="78130"/>
                  </a:cubicBezTo>
                  <a:cubicBezTo>
                    <a:pt x="9709" y="78109"/>
                    <a:pt x="8516" y="77920"/>
                    <a:pt x="6947" y="77774"/>
                  </a:cubicBezTo>
                  <a:cubicBezTo>
                    <a:pt x="7303" y="77355"/>
                    <a:pt x="7428" y="77083"/>
                    <a:pt x="7616" y="77042"/>
                  </a:cubicBezTo>
                  <a:cubicBezTo>
                    <a:pt x="7837" y="76993"/>
                    <a:pt x="8065" y="76972"/>
                    <a:pt x="8296" y="76972"/>
                  </a:cubicBezTo>
                  <a:close/>
                  <a:moveTo>
                    <a:pt x="28331" y="95371"/>
                  </a:moveTo>
                  <a:cubicBezTo>
                    <a:pt x="28394" y="95371"/>
                    <a:pt x="28456" y="95622"/>
                    <a:pt x="28582" y="95915"/>
                  </a:cubicBezTo>
                  <a:cubicBezTo>
                    <a:pt x="28302" y="95933"/>
                    <a:pt x="28089" y="96002"/>
                    <a:pt x="27869" y="96002"/>
                  </a:cubicBezTo>
                  <a:cubicBezTo>
                    <a:pt x="27842" y="96002"/>
                    <a:pt x="27814" y="96001"/>
                    <a:pt x="27787" y="95998"/>
                  </a:cubicBezTo>
                  <a:cubicBezTo>
                    <a:pt x="26311" y="95863"/>
                    <a:pt x="24839" y="95783"/>
                    <a:pt x="23368" y="95783"/>
                  </a:cubicBezTo>
                  <a:cubicBezTo>
                    <a:pt x="21418" y="95783"/>
                    <a:pt x="19469" y="95925"/>
                    <a:pt x="17513" y="96270"/>
                  </a:cubicBezTo>
                  <a:cubicBezTo>
                    <a:pt x="16638" y="96424"/>
                    <a:pt x="15730" y="96458"/>
                    <a:pt x="14814" y="96458"/>
                  </a:cubicBezTo>
                  <a:cubicBezTo>
                    <a:pt x="14110" y="96458"/>
                    <a:pt x="13401" y="96438"/>
                    <a:pt x="12701" y="96438"/>
                  </a:cubicBezTo>
                  <a:cubicBezTo>
                    <a:pt x="12046" y="96442"/>
                    <a:pt x="11391" y="96444"/>
                    <a:pt x="10735" y="96444"/>
                  </a:cubicBezTo>
                  <a:cubicBezTo>
                    <a:pt x="8943" y="96444"/>
                    <a:pt x="7145" y="96432"/>
                    <a:pt x="5345" y="96432"/>
                  </a:cubicBezTo>
                  <a:cubicBezTo>
                    <a:pt x="4687" y="96432"/>
                    <a:pt x="4028" y="96433"/>
                    <a:pt x="3369" y="96438"/>
                  </a:cubicBezTo>
                  <a:cubicBezTo>
                    <a:pt x="2595" y="96438"/>
                    <a:pt x="1841" y="96563"/>
                    <a:pt x="900" y="96647"/>
                  </a:cubicBezTo>
                  <a:cubicBezTo>
                    <a:pt x="879" y="96291"/>
                    <a:pt x="858" y="96082"/>
                    <a:pt x="837" y="95726"/>
                  </a:cubicBezTo>
                  <a:cubicBezTo>
                    <a:pt x="10044" y="95601"/>
                    <a:pt x="19187" y="95475"/>
                    <a:pt x="28331" y="95371"/>
                  </a:cubicBezTo>
                  <a:close/>
                  <a:moveTo>
                    <a:pt x="14270" y="1"/>
                  </a:moveTo>
                  <a:cubicBezTo>
                    <a:pt x="14165" y="1528"/>
                    <a:pt x="13956" y="3035"/>
                    <a:pt x="13956" y="4541"/>
                  </a:cubicBezTo>
                  <a:cubicBezTo>
                    <a:pt x="13977" y="7889"/>
                    <a:pt x="13977" y="11216"/>
                    <a:pt x="14207" y="14543"/>
                  </a:cubicBezTo>
                  <a:cubicBezTo>
                    <a:pt x="14396" y="16928"/>
                    <a:pt x="14019" y="18979"/>
                    <a:pt x="12261" y="20694"/>
                  </a:cubicBezTo>
                  <a:cubicBezTo>
                    <a:pt x="11655" y="21280"/>
                    <a:pt x="11048" y="22075"/>
                    <a:pt x="10901" y="22849"/>
                  </a:cubicBezTo>
                  <a:cubicBezTo>
                    <a:pt x="10629" y="24251"/>
                    <a:pt x="10650" y="25716"/>
                    <a:pt x="10650" y="27160"/>
                  </a:cubicBezTo>
                  <a:cubicBezTo>
                    <a:pt x="10671" y="30047"/>
                    <a:pt x="10880" y="32914"/>
                    <a:pt x="10818" y="35801"/>
                  </a:cubicBezTo>
                  <a:cubicBezTo>
                    <a:pt x="10671" y="41890"/>
                    <a:pt x="10399" y="48000"/>
                    <a:pt x="10190" y="54088"/>
                  </a:cubicBezTo>
                  <a:cubicBezTo>
                    <a:pt x="10085" y="57206"/>
                    <a:pt x="10064" y="60303"/>
                    <a:pt x="9855" y="63399"/>
                  </a:cubicBezTo>
                  <a:cubicBezTo>
                    <a:pt x="9604" y="67061"/>
                    <a:pt x="8830" y="70660"/>
                    <a:pt x="8872" y="74342"/>
                  </a:cubicBezTo>
                  <a:cubicBezTo>
                    <a:pt x="8872" y="74866"/>
                    <a:pt x="8663" y="75410"/>
                    <a:pt x="8537" y="75954"/>
                  </a:cubicBezTo>
                  <a:cubicBezTo>
                    <a:pt x="7784" y="76163"/>
                    <a:pt x="7093" y="76351"/>
                    <a:pt x="6424" y="76539"/>
                  </a:cubicBezTo>
                  <a:cubicBezTo>
                    <a:pt x="6340" y="77272"/>
                    <a:pt x="6277" y="77983"/>
                    <a:pt x="6194" y="78632"/>
                  </a:cubicBezTo>
                  <a:cubicBezTo>
                    <a:pt x="7282" y="79301"/>
                    <a:pt x="7282" y="79301"/>
                    <a:pt x="7219" y="80327"/>
                  </a:cubicBezTo>
                  <a:cubicBezTo>
                    <a:pt x="6884" y="84344"/>
                    <a:pt x="5859" y="88173"/>
                    <a:pt x="4373" y="91876"/>
                  </a:cubicBezTo>
                  <a:cubicBezTo>
                    <a:pt x="3651" y="93651"/>
                    <a:pt x="2603" y="95141"/>
                    <a:pt x="406" y="95141"/>
                  </a:cubicBezTo>
                  <a:cubicBezTo>
                    <a:pt x="375" y="95141"/>
                    <a:pt x="345" y="95141"/>
                    <a:pt x="314" y="95141"/>
                  </a:cubicBezTo>
                  <a:cubicBezTo>
                    <a:pt x="230" y="95141"/>
                    <a:pt x="126" y="95245"/>
                    <a:pt x="0" y="95329"/>
                  </a:cubicBezTo>
                  <a:lnTo>
                    <a:pt x="0" y="97589"/>
                  </a:lnTo>
                  <a:cubicBezTo>
                    <a:pt x="440" y="97610"/>
                    <a:pt x="774" y="97672"/>
                    <a:pt x="1109" y="97672"/>
                  </a:cubicBezTo>
                  <a:cubicBezTo>
                    <a:pt x="3976" y="97672"/>
                    <a:pt x="6884" y="97693"/>
                    <a:pt x="9772" y="97693"/>
                  </a:cubicBezTo>
                  <a:cubicBezTo>
                    <a:pt x="10890" y="97693"/>
                    <a:pt x="12012" y="97719"/>
                    <a:pt x="13135" y="97719"/>
                  </a:cubicBezTo>
                  <a:cubicBezTo>
                    <a:pt x="14889" y="97719"/>
                    <a:pt x="16644" y="97656"/>
                    <a:pt x="18392" y="97338"/>
                  </a:cubicBezTo>
                  <a:cubicBezTo>
                    <a:pt x="19689" y="97107"/>
                    <a:pt x="21028" y="97128"/>
                    <a:pt x="22347" y="97107"/>
                  </a:cubicBezTo>
                  <a:cubicBezTo>
                    <a:pt x="22430" y="97106"/>
                    <a:pt x="22514" y="97105"/>
                    <a:pt x="22598" y="97105"/>
                  </a:cubicBezTo>
                  <a:cubicBezTo>
                    <a:pt x="23623" y="97105"/>
                    <a:pt x="24648" y="97217"/>
                    <a:pt x="25673" y="97275"/>
                  </a:cubicBezTo>
                  <a:cubicBezTo>
                    <a:pt x="26217" y="97296"/>
                    <a:pt x="26741" y="97338"/>
                    <a:pt x="27347" y="97379"/>
                  </a:cubicBezTo>
                  <a:cubicBezTo>
                    <a:pt x="28038" y="100392"/>
                    <a:pt x="28812" y="103280"/>
                    <a:pt x="30277" y="105916"/>
                  </a:cubicBezTo>
                  <a:cubicBezTo>
                    <a:pt x="32934" y="110687"/>
                    <a:pt x="33876" y="112068"/>
                    <a:pt x="35633" y="113219"/>
                  </a:cubicBezTo>
                  <a:cubicBezTo>
                    <a:pt x="32411" y="108092"/>
                    <a:pt x="29858" y="102966"/>
                    <a:pt x="27933" y="97547"/>
                  </a:cubicBezTo>
                  <a:cubicBezTo>
                    <a:pt x="29858" y="97128"/>
                    <a:pt x="30067" y="96814"/>
                    <a:pt x="29816" y="95099"/>
                  </a:cubicBezTo>
                  <a:cubicBezTo>
                    <a:pt x="29712" y="94366"/>
                    <a:pt x="29398" y="94053"/>
                    <a:pt x="28645" y="94053"/>
                  </a:cubicBezTo>
                  <a:cubicBezTo>
                    <a:pt x="28401" y="94054"/>
                    <a:pt x="28158" y="94054"/>
                    <a:pt x="27915" y="94054"/>
                  </a:cubicBezTo>
                  <a:cubicBezTo>
                    <a:pt x="26180" y="94054"/>
                    <a:pt x="24446" y="94028"/>
                    <a:pt x="22713" y="94028"/>
                  </a:cubicBezTo>
                  <a:cubicBezTo>
                    <a:pt x="20362" y="94028"/>
                    <a:pt x="18014" y="94076"/>
                    <a:pt x="15672" y="94304"/>
                  </a:cubicBezTo>
                  <a:cubicBezTo>
                    <a:pt x="14765" y="94386"/>
                    <a:pt x="13846" y="94455"/>
                    <a:pt x="12909" y="94455"/>
                  </a:cubicBezTo>
                  <a:cubicBezTo>
                    <a:pt x="12181" y="94455"/>
                    <a:pt x="11442" y="94413"/>
                    <a:pt x="10692" y="94304"/>
                  </a:cubicBezTo>
                  <a:cubicBezTo>
                    <a:pt x="11885" y="90454"/>
                    <a:pt x="13036" y="86771"/>
                    <a:pt x="14207" y="82963"/>
                  </a:cubicBezTo>
                  <a:cubicBezTo>
                    <a:pt x="15023" y="83068"/>
                    <a:pt x="15818" y="83172"/>
                    <a:pt x="16572" y="83256"/>
                  </a:cubicBezTo>
                  <a:cubicBezTo>
                    <a:pt x="17618" y="86646"/>
                    <a:pt x="17827" y="90119"/>
                    <a:pt x="19752" y="93027"/>
                  </a:cubicBezTo>
                  <a:cubicBezTo>
                    <a:pt x="19145" y="89219"/>
                    <a:pt x="18099" y="85537"/>
                    <a:pt x="17137" y="81708"/>
                  </a:cubicBezTo>
                  <a:cubicBezTo>
                    <a:pt x="15546" y="81875"/>
                    <a:pt x="14082" y="82042"/>
                    <a:pt x="12596" y="82210"/>
                  </a:cubicBezTo>
                  <a:cubicBezTo>
                    <a:pt x="13140" y="83925"/>
                    <a:pt x="11697" y="89889"/>
                    <a:pt x="9688" y="94492"/>
                  </a:cubicBezTo>
                  <a:lnTo>
                    <a:pt x="4038" y="94492"/>
                  </a:lnTo>
                  <a:cubicBezTo>
                    <a:pt x="4038" y="94304"/>
                    <a:pt x="4018" y="94178"/>
                    <a:pt x="4059" y="94094"/>
                  </a:cubicBezTo>
                  <a:cubicBezTo>
                    <a:pt x="6738" y="90412"/>
                    <a:pt x="7616" y="86185"/>
                    <a:pt x="7721" y="81728"/>
                  </a:cubicBezTo>
                  <a:cubicBezTo>
                    <a:pt x="7742" y="80808"/>
                    <a:pt x="7658" y="79845"/>
                    <a:pt x="8139" y="79092"/>
                  </a:cubicBezTo>
                  <a:cubicBezTo>
                    <a:pt x="9730" y="79155"/>
                    <a:pt x="11215" y="79260"/>
                    <a:pt x="12701" y="79280"/>
                  </a:cubicBezTo>
                  <a:cubicBezTo>
                    <a:pt x="13119" y="79291"/>
                    <a:pt x="13536" y="79295"/>
                    <a:pt x="13953" y="79295"/>
                  </a:cubicBezTo>
                  <a:cubicBezTo>
                    <a:pt x="15203" y="79295"/>
                    <a:pt x="16446" y="79260"/>
                    <a:pt x="17702" y="79260"/>
                  </a:cubicBezTo>
                  <a:lnTo>
                    <a:pt x="21175" y="79260"/>
                  </a:lnTo>
                  <a:cubicBezTo>
                    <a:pt x="21321" y="80201"/>
                    <a:pt x="21489" y="80912"/>
                    <a:pt x="21552" y="81624"/>
                  </a:cubicBezTo>
                  <a:cubicBezTo>
                    <a:pt x="21803" y="84930"/>
                    <a:pt x="22786" y="88026"/>
                    <a:pt x="23958" y="91081"/>
                  </a:cubicBezTo>
                  <a:cubicBezTo>
                    <a:pt x="24355" y="92128"/>
                    <a:pt x="25150" y="92881"/>
                    <a:pt x="26427" y="93592"/>
                  </a:cubicBezTo>
                  <a:cubicBezTo>
                    <a:pt x="24209" y="88905"/>
                    <a:pt x="22786" y="84302"/>
                    <a:pt x="21907" y="79636"/>
                  </a:cubicBezTo>
                  <a:cubicBezTo>
                    <a:pt x="22493" y="79260"/>
                    <a:pt x="22849" y="79029"/>
                    <a:pt x="23184" y="78820"/>
                  </a:cubicBezTo>
                  <a:cubicBezTo>
                    <a:pt x="22995" y="77983"/>
                    <a:pt x="22828" y="77251"/>
                    <a:pt x="22660" y="76498"/>
                  </a:cubicBezTo>
                  <a:cubicBezTo>
                    <a:pt x="22033" y="76288"/>
                    <a:pt x="21405" y="76100"/>
                    <a:pt x="20715" y="75870"/>
                  </a:cubicBezTo>
                  <a:cubicBezTo>
                    <a:pt x="20401" y="74698"/>
                    <a:pt x="19961" y="73485"/>
                    <a:pt x="19773" y="72229"/>
                  </a:cubicBezTo>
                  <a:cubicBezTo>
                    <a:pt x="19292" y="68944"/>
                    <a:pt x="18957" y="65638"/>
                    <a:pt x="19083" y="62290"/>
                  </a:cubicBezTo>
                  <a:cubicBezTo>
                    <a:pt x="19083" y="61956"/>
                    <a:pt x="19083" y="61621"/>
                    <a:pt x="19062" y="61286"/>
                  </a:cubicBezTo>
                  <a:cubicBezTo>
                    <a:pt x="18894" y="58692"/>
                    <a:pt x="18580" y="56097"/>
                    <a:pt x="18559" y="53482"/>
                  </a:cubicBezTo>
                  <a:cubicBezTo>
                    <a:pt x="18518" y="49234"/>
                    <a:pt x="18727" y="44966"/>
                    <a:pt x="18706" y="40718"/>
                  </a:cubicBezTo>
                  <a:cubicBezTo>
                    <a:pt x="18706" y="36387"/>
                    <a:pt x="18580" y="32077"/>
                    <a:pt x="18497" y="27746"/>
                  </a:cubicBezTo>
                  <a:cubicBezTo>
                    <a:pt x="18455" y="26051"/>
                    <a:pt x="18413" y="24335"/>
                    <a:pt x="18287" y="22640"/>
                  </a:cubicBezTo>
                  <a:cubicBezTo>
                    <a:pt x="18267" y="22159"/>
                    <a:pt x="18078" y="21657"/>
                    <a:pt x="17827" y="21259"/>
                  </a:cubicBezTo>
                  <a:cubicBezTo>
                    <a:pt x="17367" y="20569"/>
                    <a:pt x="16865" y="19878"/>
                    <a:pt x="16258" y="19313"/>
                  </a:cubicBezTo>
                  <a:cubicBezTo>
                    <a:pt x="15567" y="18665"/>
                    <a:pt x="15233" y="17953"/>
                    <a:pt x="15212" y="17012"/>
                  </a:cubicBezTo>
                  <a:cubicBezTo>
                    <a:pt x="15086" y="13183"/>
                    <a:pt x="14919" y="9375"/>
                    <a:pt x="14793" y="5546"/>
                  </a:cubicBezTo>
                  <a:cubicBezTo>
                    <a:pt x="14730" y="3704"/>
                    <a:pt x="14710" y="1863"/>
                    <a:pt x="14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4"/>
            <p:cNvSpPr/>
            <p:nvPr/>
          </p:nvSpPr>
          <p:spPr>
            <a:xfrm>
              <a:off x="4822950" y="2977775"/>
              <a:ext cx="906550" cy="414950"/>
            </a:xfrm>
            <a:custGeom>
              <a:rect b="b" l="l" r="r" t="t"/>
              <a:pathLst>
                <a:path extrusionOk="0" h="16598" w="36262">
                  <a:moveTo>
                    <a:pt x="12534" y="13989"/>
                  </a:moveTo>
                  <a:cubicBezTo>
                    <a:pt x="12785" y="14658"/>
                    <a:pt x="12638" y="15077"/>
                    <a:pt x="12011" y="15182"/>
                  </a:cubicBezTo>
                  <a:cubicBezTo>
                    <a:pt x="11571" y="15265"/>
                    <a:pt x="11132" y="15265"/>
                    <a:pt x="10672" y="15286"/>
                  </a:cubicBezTo>
                  <a:cubicBezTo>
                    <a:pt x="7805" y="15391"/>
                    <a:pt x="4939" y="15495"/>
                    <a:pt x="2072" y="15600"/>
                  </a:cubicBezTo>
                  <a:cubicBezTo>
                    <a:pt x="1863" y="15600"/>
                    <a:pt x="1633" y="15558"/>
                    <a:pt x="1235" y="15516"/>
                  </a:cubicBezTo>
                  <a:cubicBezTo>
                    <a:pt x="1256" y="14972"/>
                    <a:pt x="1277" y="14533"/>
                    <a:pt x="1298" y="13989"/>
                  </a:cubicBezTo>
                  <a:close/>
                  <a:moveTo>
                    <a:pt x="24843" y="0"/>
                  </a:moveTo>
                  <a:cubicBezTo>
                    <a:pt x="23650" y="0"/>
                    <a:pt x="22415" y="207"/>
                    <a:pt x="21133" y="598"/>
                  </a:cubicBezTo>
                  <a:cubicBezTo>
                    <a:pt x="18372" y="1435"/>
                    <a:pt x="16195" y="3255"/>
                    <a:pt x="14187" y="5285"/>
                  </a:cubicBezTo>
                  <a:cubicBezTo>
                    <a:pt x="13287" y="6205"/>
                    <a:pt x="12618" y="7272"/>
                    <a:pt x="12366" y="8591"/>
                  </a:cubicBezTo>
                  <a:cubicBezTo>
                    <a:pt x="12074" y="9930"/>
                    <a:pt x="11697" y="11248"/>
                    <a:pt x="11341" y="12650"/>
                  </a:cubicBezTo>
                  <a:cubicBezTo>
                    <a:pt x="10693" y="12692"/>
                    <a:pt x="10107" y="12754"/>
                    <a:pt x="9500" y="12754"/>
                  </a:cubicBezTo>
                  <a:cubicBezTo>
                    <a:pt x="8994" y="12754"/>
                    <a:pt x="8489" y="12682"/>
                    <a:pt x="7983" y="12682"/>
                  </a:cubicBezTo>
                  <a:cubicBezTo>
                    <a:pt x="7882" y="12682"/>
                    <a:pt x="7781" y="12685"/>
                    <a:pt x="7680" y="12692"/>
                  </a:cubicBezTo>
                  <a:cubicBezTo>
                    <a:pt x="6068" y="12754"/>
                    <a:pt x="4478" y="12859"/>
                    <a:pt x="2867" y="12985"/>
                  </a:cubicBezTo>
                  <a:cubicBezTo>
                    <a:pt x="2260" y="13026"/>
                    <a:pt x="1633" y="13068"/>
                    <a:pt x="1068" y="13257"/>
                  </a:cubicBezTo>
                  <a:cubicBezTo>
                    <a:pt x="712" y="13382"/>
                    <a:pt x="252" y="13759"/>
                    <a:pt x="168" y="14093"/>
                  </a:cubicBezTo>
                  <a:cubicBezTo>
                    <a:pt x="1" y="14868"/>
                    <a:pt x="42" y="15684"/>
                    <a:pt x="1" y="16542"/>
                  </a:cubicBezTo>
                  <a:lnTo>
                    <a:pt x="3871" y="16542"/>
                  </a:lnTo>
                  <a:cubicBezTo>
                    <a:pt x="5239" y="16530"/>
                    <a:pt x="6613" y="16490"/>
                    <a:pt x="7982" y="16490"/>
                  </a:cubicBezTo>
                  <a:cubicBezTo>
                    <a:pt x="9002" y="16490"/>
                    <a:pt x="10018" y="16512"/>
                    <a:pt x="11027" y="16583"/>
                  </a:cubicBezTo>
                  <a:cubicBezTo>
                    <a:pt x="11189" y="16593"/>
                    <a:pt x="11347" y="16597"/>
                    <a:pt x="11501" y="16597"/>
                  </a:cubicBezTo>
                  <a:cubicBezTo>
                    <a:pt x="12404" y="16597"/>
                    <a:pt x="13188" y="16436"/>
                    <a:pt x="13957" y="16060"/>
                  </a:cubicBezTo>
                  <a:cubicBezTo>
                    <a:pt x="13873" y="13863"/>
                    <a:pt x="13873" y="13863"/>
                    <a:pt x="12115" y="12252"/>
                  </a:cubicBezTo>
                  <a:cubicBezTo>
                    <a:pt x="12471" y="10055"/>
                    <a:pt x="13350" y="8047"/>
                    <a:pt x="14668" y="6226"/>
                  </a:cubicBezTo>
                  <a:cubicBezTo>
                    <a:pt x="15735" y="4782"/>
                    <a:pt x="17200" y="3736"/>
                    <a:pt x="18748" y="2899"/>
                  </a:cubicBezTo>
                  <a:cubicBezTo>
                    <a:pt x="20704" y="1845"/>
                    <a:pt x="22553" y="1371"/>
                    <a:pt x="24280" y="1371"/>
                  </a:cubicBezTo>
                  <a:cubicBezTo>
                    <a:pt x="27965" y="1371"/>
                    <a:pt x="31091" y="3528"/>
                    <a:pt x="33499" y="6791"/>
                  </a:cubicBezTo>
                  <a:cubicBezTo>
                    <a:pt x="34504" y="8130"/>
                    <a:pt x="35278" y="9720"/>
                    <a:pt x="35508" y="11499"/>
                  </a:cubicBezTo>
                  <a:cubicBezTo>
                    <a:pt x="35529" y="11708"/>
                    <a:pt x="35759" y="11897"/>
                    <a:pt x="35906" y="12127"/>
                  </a:cubicBezTo>
                  <a:cubicBezTo>
                    <a:pt x="36094" y="11938"/>
                    <a:pt x="36219" y="11876"/>
                    <a:pt x="36240" y="11792"/>
                  </a:cubicBezTo>
                  <a:cubicBezTo>
                    <a:pt x="36261" y="11645"/>
                    <a:pt x="36261" y="11457"/>
                    <a:pt x="36219" y="11311"/>
                  </a:cubicBezTo>
                  <a:cubicBezTo>
                    <a:pt x="35487" y="8130"/>
                    <a:pt x="34357" y="5285"/>
                    <a:pt x="31846" y="2941"/>
                  </a:cubicBezTo>
                  <a:cubicBezTo>
                    <a:pt x="29677" y="913"/>
                    <a:pt x="27353" y="0"/>
                    <a:pt x="24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4"/>
            <p:cNvSpPr/>
            <p:nvPr/>
          </p:nvSpPr>
          <p:spPr>
            <a:xfrm>
              <a:off x="5637400" y="3293050"/>
              <a:ext cx="335325" cy="103800"/>
            </a:xfrm>
            <a:custGeom>
              <a:rect b="b" l="l" r="r" t="t"/>
              <a:pathLst>
                <a:path extrusionOk="0" h="4152" w="13413">
                  <a:moveTo>
                    <a:pt x="1026" y="1273"/>
                  </a:moveTo>
                  <a:cubicBezTo>
                    <a:pt x="4771" y="1482"/>
                    <a:pt x="8370" y="1671"/>
                    <a:pt x="12095" y="1880"/>
                  </a:cubicBezTo>
                  <a:cubicBezTo>
                    <a:pt x="12304" y="2508"/>
                    <a:pt x="11969" y="2717"/>
                    <a:pt x="11446" y="2717"/>
                  </a:cubicBezTo>
                  <a:cubicBezTo>
                    <a:pt x="11132" y="2724"/>
                    <a:pt x="10818" y="2726"/>
                    <a:pt x="10504" y="2726"/>
                  </a:cubicBezTo>
                  <a:cubicBezTo>
                    <a:pt x="9877" y="2726"/>
                    <a:pt x="9249" y="2717"/>
                    <a:pt x="8621" y="2717"/>
                  </a:cubicBezTo>
                  <a:lnTo>
                    <a:pt x="1193" y="2717"/>
                  </a:lnTo>
                  <a:cubicBezTo>
                    <a:pt x="1172" y="2403"/>
                    <a:pt x="1110" y="1922"/>
                    <a:pt x="1026" y="1273"/>
                  </a:cubicBezTo>
                  <a:close/>
                  <a:moveTo>
                    <a:pt x="2295" y="0"/>
                  </a:moveTo>
                  <a:cubicBezTo>
                    <a:pt x="1523" y="0"/>
                    <a:pt x="762" y="148"/>
                    <a:pt x="1" y="666"/>
                  </a:cubicBezTo>
                  <a:cubicBezTo>
                    <a:pt x="105" y="1692"/>
                    <a:pt x="231" y="2717"/>
                    <a:pt x="377" y="3889"/>
                  </a:cubicBezTo>
                  <a:lnTo>
                    <a:pt x="2428" y="3889"/>
                  </a:lnTo>
                  <a:cubicBezTo>
                    <a:pt x="2759" y="3896"/>
                    <a:pt x="3091" y="3898"/>
                    <a:pt x="3424" y="3898"/>
                  </a:cubicBezTo>
                  <a:cubicBezTo>
                    <a:pt x="4007" y="3898"/>
                    <a:pt x="4592" y="3891"/>
                    <a:pt x="5175" y="3891"/>
                  </a:cubicBezTo>
                  <a:cubicBezTo>
                    <a:pt x="6207" y="3891"/>
                    <a:pt x="7235" y="3913"/>
                    <a:pt x="8245" y="4035"/>
                  </a:cubicBezTo>
                  <a:cubicBezTo>
                    <a:pt x="8829" y="4110"/>
                    <a:pt x="9399" y="4152"/>
                    <a:pt x="9960" y="4152"/>
                  </a:cubicBezTo>
                  <a:cubicBezTo>
                    <a:pt x="11128" y="4152"/>
                    <a:pt x="12254" y="3971"/>
                    <a:pt x="13371" y="3533"/>
                  </a:cubicBezTo>
                  <a:cubicBezTo>
                    <a:pt x="13413" y="1190"/>
                    <a:pt x="13057" y="771"/>
                    <a:pt x="10881" y="478"/>
                  </a:cubicBezTo>
                  <a:cubicBezTo>
                    <a:pt x="10400" y="415"/>
                    <a:pt x="9898" y="394"/>
                    <a:pt x="9395" y="374"/>
                  </a:cubicBezTo>
                  <a:cubicBezTo>
                    <a:pt x="7198" y="248"/>
                    <a:pt x="4980" y="143"/>
                    <a:pt x="2783" y="18"/>
                  </a:cubicBezTo>
                  <a:cubicBezTo>
                    <a:pt x="2620" y="7"/>
                    <a:pt x="2457" y="0"/>
                    <a:pt x="2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4"/>
            <p:cNvSpPr/>
            <p:nvPr/>
          </p:nvSpPr>
          <p:spPr>
            <a:xfrm>
              <a:off x="4901950" y="2924700"/>
              <a:ext cx="184675" cy="361475"/>
            </a:xfrm>
            <a:custGeom>
              <a:rect b="b" l="l" r="r" t="t"/>
              <a:pathLst>
                <a:path extrusionOk="0" h="14459" w="7387">
                  <a:moveTo>
                    <a:pt x="6717" y="1"/>
                  </a:moveTo>
                  <a:cubicBezTo>
                    <a:pt x="5001" y="5148"/>
                    <a:pt x="3264" y="10149"/>
                    <a:pt x="0" y="14459"/>
                  </a:cubicBezTo>
                  <a:cubicBezTo>
                    <a:pt x="1088" y="14229"/>
                    <a:pt x="1779" y="13413"/>
                    <a:pt x="2302" y="12576"/>
                  </a:cubicBezTo>
                  <a:cubicBezTo>
                    <a:pt x="3390" y="10776"/>
                    <a:pt x="4478" y="8977"/>
                    <a:pt x="5356" y="7073"/>
                  </a:cubicBezTo>
                  <a:cubicBezTo>
                    <a:pt x="6089" y="5462"/>
                    <a:pt x="6549" y="3746"/>
                    <a:pt x="7030" y="2051"/>
                  </a:cubicBezTo>
                  <a:cubicBezTo>
                    <a:pt x="7198" y="1465"/>
                    <a:pt x="7386" y="712"/>
                    <a:pt x="67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94"/>
          <p:cNvGrpSpPr/>
          <p:nvPr/>
        </p:nvGrpSpPr>
        <p:grpSpPr>
          <a:xfrm>
            <a:off x="1744850" y="3038257"/>
            <a:ext cx="232875" cy="229500"/>
            <a:chOff x="7116513" y="3304232"/>
            <a:chExt cx="232875" cy="229500"/>
          </a:xfrm>
        </p:grpSpPr>
        <p:sp>
          <p:nvSpPr>
            <p:cNvPr id="3244" name="Google Shape;3244;p94"/>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4"/>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4"/>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94"/>
          <p:cNvGrpSpPr/>
          <p:nvPr/>
        </p:nvGrpSpPr>
        <p:grpSpPr>
          <a:xfrm>
            <a:off x="828629" y="3038257"/>
            <a:ext cx="232875" cy="229500"/>
            <a:chOff x="6785413" y="3304232"/>
            <a:chExt cx="232875" cy="229500"/>
          </a:xfrm>
        </p:grpSpPr>
        <p:sp>
          <p:nvSpPr>
            <p:cNvPr id="3248" name="Google Shape;3248;p94"/>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4"/>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4"/>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94"/>
          <p:cNvGrpSpPr/>
          <p:nvPr/>
        </p:nvGrpSpPr>
        <p:grpSpPr>
          <a:xfrm>
            <a:off x="1744846" y="1902032"/>
            <a:ext cx="232850" cy="229500"/>
            <a:chOff x="6437163" y="3304232"/>
            <a:chExt cx="232850" cy="229500"/>
          </a:xfrm>
        </p:grpSpPr>
        <p:sp>
          <p:nvSpPr>
            <p:cNvPr id="3252" name="Google Shape;3252;p94"/>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4"/>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4"/>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94"/>
          <p:cNvGrpSpPr/>
          <p:nvPr/>
        </p:nvGrpSpPr>
        <p:grpSpPr>
          <a:xfrm>
            <a:off x="828613" y="1902032"/>
            <a:ext cx="232850" cy="229500"/>
            <a:chOff x="6106088" y="3304232"/>
            <a:chExt cx="232850" cy="229500"/>
          </a:xfrm>
        </p:grpSpPr>
        <p:sp>
          <p:nvSpPr>
            <p:cNvPr id="3256" name="Google Shape;3256;p94"/>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4"/>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4"/>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94"/>
          <p:cNvGrpSpPr/>
          <p:nvPr/>
        </p:nvGrpSpPr>
        <p:grpSpPr>
          <a:xfrm>
            <a:off x="5544438" y="2192932"/>
            <a:ext cx="232875" cy="229525"/>
            <a:chOff x="7116513" y="3919082"/>
            <a:chExt cx="232875" cy="229525"/>
          </a:xfrm>
        </p:grpSpPr>
        <p:sp>
          <p:nvSpPr>
            <p:cNvPr id="3260" name="Google Shape;3260;p94"/>
            <p:cNvSpPr/>
            <p:nvPr/>
          </p:nvSpPr>
          <p:spPr>
            <a:xfrm>
              <a:off x="7124038" y="3927957"/>
              <a:ext cx="219000" cy="213650"/>
            </a:xfrm>
            <a:custGeom>
              <a:rect b="b" l="l" r="r" t="t"/>
              <a:pathLst>
                <a:path extrusionOk="0" h="8546" w="8760">
                  <a:moveTo>
                    <a:pt x="4783" y="1712"/>
                  </a:moveTo>
                  <a:cubicBezTo>
                    <a:pt x="4982" y="1712"/>
                    <a:pt x="5185" y="1808"/>
                    <a:pt x="5283" y="1986"/>
                  </a:cubicBezTo>
                  <a:cubicBezTo>
                    <a:pt x="5438" y="2260"/>
                    <a:pt x="5581" y="2537"/>
                    <a:pt x="5712" y="2821"/>
                  </a:cubicBezTo>
                  <a:cubicBezTo>
                    <a:pt x="6028" y="2815"/>
                    <a:pt x="6345" y="2807"/>
                    <a:pt x="6661" y="2803"/>
                  </a:cubicBezTo>
                  <a:cubicBezTo>
                    <a:pt x="6665" y="2803"/>
                    <a:pt x="6668" y="2803"/>
                    <a:pt x="6672" y="2803"/>
                  </a:cubicBezTo>
                  <a:cubicBezTo>
                    <a:pt x="7267" y="2803"/>
                    <a:pt x="7553" y="3705"/>
                    <a:pt x="6982" y="3983"/>
                  </a:cubicBezTo>
                  <a:cubicBezTo>
                    <a:pt x="6751" y="4094"/>
                    <a:pt x="6529" y="4213"/>
                    <a:pt x="6313" y="4336"/>
                  </a:cubicBezTo>
                  <a:cubicBezTo>
                    <a:pt x="6400" y="4606"/>
                    <a:pt x="6481" y="4879"/>
                    <a:pt x="6553" y="5155"/>
                  </a:cubicBezTo>
                  <a:cubicBezTo>
                    <a:pt x="6640" y="5497"/>
                    <a:pt x="6360" y="5933"/>
                    <a:pt x="5998" y="5933"/>
                  </a:cubicBezTo>
                  <a:cubicBezTo>
                    <a:pt x="5938" y="5933"/>
                    <a:pt x="5876" y="5921"/>
                    <a:pt x="5814" y="5895"/>
                  </a:cubicBezTo>
                  <a:cubicBezTo>
                    <a:pt x="5454" y="5742"/>
                    <a:pt x="5110" y="5573"/>
                    <a:pt x="4772" y="5392"/>
                  </a:cubicBezTo>
                  <a:cubicBezTo>
                    <a:pt x="4486" y="5620"/>
                    <a:pt x="4202" y="5859"/>
                    <a:pt x="3923" y="6112"/>
                  </a:cubicBezTo>
                  <a:cubicBezTo>
                    <a:pt x="3783" y="6236"/>
                    <a:pt x="3630" y="6289"/>
                    <a:pt x="3483" y="6289"/>
                  </a:cubicBezTo>
                  <a:cubicBezTo>
                    <a:pt x="2973" y="6289"/>
                    <a:pt x="2539" y="5656"/>
                    <a:pt x="2999" y="5189"/>
                  </a:cubicBezTo>
                  <a:cubicBezTo>
                    <a:pt x="3016" y="5174"/>
                    <a:pt x="3030" y="5161"/>
                    <a:pt x="3046" y="5147"/>
                  </a:cubicBezTo>
                  <a:cubicBezTo>
                    <a:pt x="3060" y="4885"/>
                    <a:pt x="3138" y="4634"/>
                    <a:pt x="3239" y="4387"/>
                  </a:cubicBezTo>
                  <a:cubicBezTo>
                    <a:pt x="3060" y="4246"/>
                    <a:pt x="2879" y="4103"/>
                    <a:pt x="2704" y="3950"/>
                  </a:cubicBezTo>
                  <a:cubicBezTo>
                    <a:pt x="2272" y="3577"/>
                    <a:pt x="2639" y="2884"/>
                    <a:pt x="3151" y="2873"/>
                  </a:cubicBezTo>
                  <a:cubicBezTo>
                    <a:pt x="3403" y="2865"/>
                    <a:pt x="3657" y="2863"/>
                    <a:pt x="3909" y="2857"/>
                  </a:cubicBezTo>
                  <a:cubicBezTo>
                    <a:pt x="4042" y="2565"/>
                    <a:pt x="4181" y="2274"/>
                    <a:pt x="4320" y="1986"/>
                  </a:cubicBezTo>
                  <a:cubicBezTo>
                    <a:pt x="4409" y="1799"/>
                    <a:pt x="4594" y="1712"/>
                    <a:pt x="4783" y="1712"/>
                  </a:cubicBezTo>
                  <a:close/>
                  <a:moveTo>
                    <a:pt x="4378" y="1"/>
                  </a:moveTo>
                  <a:cubicBezTo>
                    <a:pt x="4307" y="1"/>
                    <a:pt x="4237" y="3"/>
                    <a:pt x="4165" y="6"/>
                  </a:cubicBezTo>
                  <a:cubicBezTo>
                    <a:pt x="1821" y="125"/>
                    <a:pt x="0" y="2122"/>
                    <a:pt x="80" y="4470"/>
                  </a:cubicBezTo>
                  <a:cubicBezTo>
                    <a:pt x="163" y="6917"/>
                    <a:pt x="2189" y="8227"/>
                    <a:pt x="4384" y="8545"/>
                  </a:cubicBezTo>
                  <a:cubicBezTo>
                    <a:pt x="4408" y="8525"/>
                    <a:pt x="4438" y="8511"/>
                    <a:pt x="4474" y="8506"/>
                  </a:cubicBezTo>
                  <a:cubicBezTo>
                    <a:pt x="6827" y="8301"/>
                    <a:pt x="8760" y="6275"/>
                    <a:pt x="8522" y="3863"/>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4"/>
            <p:cNvSpPr/>
            <p:nvPr/>
          </p:nvSpPr>
          <p:spPr>
            <a:xfrm>
              <a:off x="7180813" y="3970732"/>
              <a:ext cx="132075" cy="114450"/>
            </a:xfrm>
            <a:custGeom>
              <a:rect b="b" l="l" r="r" t="t"/>
              <a:pathLst>
                <a:path extrusionOk="0" h="4578" w="5283">
                  <a:moveTo>
                    <a:pt x="2512" y="1"/>
                  </a:moveTo>
                  <a:cubicBezTo>
                    <a:pt x="2323" y="1"/>
                    <a:pt x="2137" y="88"/>
                    <a:pt x="2048" y="275"/>
                  </a:cubicBezTo>
                  <a:cubicBezTo>
                    <a:pt x="1910" y="563"/>
                    <a:pt x="1771" y="854"/>
                    <a:pt x="1638" y="1146"/>
                  </a:cubicBezTo>
                  <a:cubicBezTo>
                    <a:pt x="1386" y="1152"/>
                    <a:pt x="1132" y="1154"/>
                    <a:pt x="880" y="1162"/>
                  </a:cubicBezTo>
                  <a:cubicBezTo>
                    <a:pt x="368" y="1173"/>
                    <a:pt x="0" y="1866"/>
                    <a:pt x="433" y="2239"/>
                  </a:cubicBezTo>
                  <a:cubicBezTo>
                    <a:pt x="608" y="2392"/>
                    <a:pt x="788" y="2535"/>
                    <a:pt x="968" y="2676"/>
                  </a:cubicBezTo>
                  <a:cubicBezTo>
                    <a:pt x="867" y="2923"/>
                    <a:pt x="788" y="3174"/>
                    <a:pt x="774" y="3436"/>
                  </a:cubicBezTo>
                  <a:cubicBezTo>
                    <a:pt x="758" y="3450"/>
                    <a:pt x="744" y="3463"/>
                    <a:pt x="728" y="3478"/>
                  </a:cubicBezTo>
                  <a:cubicBezTo>
                    <a:pt x="268" y="3945"/>
                    <a:pt x="702" y="4578"/>
                    <a:pt x="1212" y="4578"/>
                  </a:cubicBezTo>
                  <a:cubicBezTo>
                    <a:pt x="1359" y="4578"/>
                    <a:pt x="1512" y="4525"/>
                    <a:pt x="1652" y="4401"/>
                  </a:cubicBezTo>
                  <a:cubicBezTo>
                    <a:pt x="1931" y="4148"/>
                    <a:pt x="2215" y="3909"/>
                    <a:pt x="2501" y="3681"/>
                  </a:cubicBezTo>
                  <a:cubicBezTo>
                    <a:pt x="2839" y="3862"/>
                    <a:pt x="3183" y="4031"/>
                    <a:pt x="3543" y="4184"/>
                  </a:cubicBezTo>
                  <a:cubicBezTo>
                    <a:pt x="3605" y="4210"/>
                    <a:pt x="3667" y="4222"/>
                    <a:pt x="3727" y="4222"/>
                  </a:cubicBezTo>
                  <a:cubicBezTo>
                    <a:pt x="4089" y="4222"/>
                    <a:pt x="4369" y="3786"/>
                    <a:pt x="4281" y="3444"/>
                  </a:cubicBezTo>
                  <a:cubicBezTo>
                    <a:pt x="4209" y="3168"/>
                    <a:pt x="4129" y="2895"/>
                    <a:pt x="4042" y="2625"/>
                  </a:cubicBezTo>
                  <a:cubicBezTo>
                    <a:pt x="4258" y="2502"/>
                    <a:pt x="4480" y="2383"/>
                    <a:pt x="4710" y="2272"/>
                  </a:cubicBezTo>
                  <a:cubicBezTo>
                    <a:pt x="5282" y="1994"/>
                    <a:pt x="4996" y="1092"/>
                    <a:pt x="4401" y="1092"/>
                  </a:cubicBezTo>
                  <a:cubicBezTo>
                    <a:pt x="4397" y="1092"/>
                    <a:pt x="4394" y="1092"/>
                    <a:pt x="4390" y="1092"/>
                  </a:cubicBezTo>
                  <a:cubicBezTo>
                    <a:pt x="4074" y="1096"/>
                    <a:pt x="3757" y="1104"/>
                    <a:pt x="3441" y="1110"/>
                  </a:cubicBezTo>
                  <a:cubicBezTo>
                    <a:pt x="3309" y="826"/>
                    <a:pt x="3166" y="549"/>
                    <a:pt x="3012" y="275"/>
                  </a:cubicBezTo>
                  <a:cubicBezTo>
                    <a:pt x="2913" y="97"/>
                    <a:pt x="2711" y="1"/>
                    <a:pt x="2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4"/>
            <p:cNvSpPr/>
            <p:nvPr/>
          </p:nvSpPr>
          <p:spPr>
            <a:xfrm>
              <a:off x="7116513" y="3919082"/>
              <a:ext cx="232875" cy="229525"/>
            </a:xfrm>
            <a:custGeom>
              <a:rect b="b" l="l" r="r" t="t"/>
              <a:pathLst>
                <a:path extrusionOk="0" h="9181" w="9315">
                  <a:moveTo>
                    <a:pt x="4679" y="356"/>
                  </a:moveTo>
                  <a:cubicBezTo>
                    <a:pt x="6853" y="356"/>
                    <a:pt x="8611" y="2059"/>
                    <a:pt x="8823" y="4218"/>
                  </a:cubicBezTo>
                  <a:cubicBezTo>
                    <a:pt x="9061" y="6630"/>
                    <a:pt x="7128" y="8656"/>
                    <a:pt x="4775" y="8861"/>
                  </a:cubicBezTo>
                  <a:cubicBezTo>
                    <a:pt x="4739" y="8866"/>
                    <a:pt x="4709" y="8880"/>
                    <a:pt x="4685" y="8900"/>
                  </a:cubicBezTo>
                  <a:cubicBezTo>
                    <a:pt x="2490" y="8582"/>
                    <a:pt x="464" y="7272"/>
                    <a:pt x="381" y="4825"/>
                  </a:cubicBezTo>
                  <a:cubicBezTo>
                    <a:pt x="301" y="2477"/>
                    <a:pt x="2122" y="480"/>
                    <a:pt x="4466" y="361"/>
                  </a:cubicBezTo>
                  <a:cubicBezTo>
                    <a:pt x="4538" y="358"/>
                    <a:pt x="4608" y="356"/>
                    <a:pt x="4679" y="356"/>
                  </a:cubicBezTo>
                  <a:close/>
                  <a:moveTo>
                    <a:pt x="4571" y="0"/>
                  </a:moveTo>
                  <a:cubicBezTo>
                    <a:pt x="4536" y="0"/>
                    <a:pt x="4501" y="1"/>
                    <a:pt x="4466" y="1"/>
                  </a:cubicBezTo>
                  <a:cubicBezTo>
                    <a:pt x="1928" y="55"/>
                    <a:pt x="1" y="2140"/>
                    <a:pt x="23" y="4661"/>
                  </a:cubicBezTo>
                  <a:cubicBezTo>
                    <a:pt x="44" y="6920"/>
                    <a:pt x="2021" y="9149"/>
                    <a:pt x="4340" y="9149"/>
                  </a:cubicBezTo>
                  <a:cubicBezTo>
                    <a:pt x="4446" y="9149"/>
                    <a:pt x="4552" y="9145"/>
                    <a:pt x="4660" y="9135"/>
                  </a:cubicBezTo>
                  <a:cubicBezTo>
                    <a:pt x="4684" y="9164"/>
                    <a:pt x="4718" y="9180"/>
                    <a:pt x="4766" y="9180"/>
                  </a:cubicBezTo>
                  <a:cubicBezTo>
                    <a:pt x="4769" y="9180"/>
                    <a:pt x="4772" y="9180"/>
                    <a:pt x="4775" y="9180"/>
                  </a:cubicBezTo>
                  <a:cubicBezTo>
                    <a:pt x="7230" y="9023"/>
                    <a:pt x="9314" y="7057"/>
                    <a:pt x="9234" y="4516"/>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94"/>
          <p:cNvGrpSpPr/>
          <p:nvPr/>
        </p:nvGrpSpPr>
        <p:grpSpPr>
          <a:xfrm>
            <a:off x="5777313" y="2273857"/>
            <a:ext cx="232875" cy="229525"/>
            <a:chOff x="7116513" y="3919082"/>
            <a:chExt cx="232875" cy="229525"/>
          </a:xfrm>
        </p:grpSpPr>
        <p:sp>
          <p:nvSpPr>
            <p:cNvPr id="3264" name="Google Shape;3264;p94"/>
            <p:cNvSpPr/>
            <p:nvPr/>
          </p:nvSpPr>
          <p:spPr>
            <a:xfrm>
              <a:off x="7124038" y="3927957"/>
              <a:ext cx="219000" cy="213650"/>
            </a:xfrm>
            <a:custGeom>
              <a:rect b="b" l="l" r="r" t="t"/>
              <a:pathLst>
                <a:path extrusionOk="0" h="8546" w="8760">
                  <a:moveTo>
                    <a:pt x="4783" y="1712"/>
                  </a:moveTo>
                  <a:cubicBezTo>
                    <a:pt x="4982" y="1712"/>
                    <a:pt x="5185" y="1808"/>
                    <a:pt x="5283" y="1986"/>
                  </a:cubicBezTo>
                  <a:cubicBezTo>
                    <a:pt x="5438" y="2260"/>
                    <a:pt x="5581" y="2537"/>
                    <a:pt x="5712" y="2821"/>
                  </a:cubicBezTo>
                  <a:cubicBezTo>
                    <a:pt x="6028" y="2815"/>
                    <a:pt x="6345" y="2807"/>
                    <a:pt x="6661" y="2803"/>
                  </a:cubicBezTo>
                  <a:cubicBezTo>
                    <a:pt x="6665" y="2803"/>
                    <a:pt x="6668" y="2803"/>
                    <a:pt x="6672" y="2803"/>
                  </a:cubicBezTo>
                  <a:cubicBezTo>
                    <a:pt x="7267" y="2803"/>
                    <a:pt x="7553" y="3705"/>
                    <a:pt x="6982" y="3983"/>
                  </a:cubicBezTo>
                  <a:cubicBezTo>
                    <a:pt x="6751" y="4094"/>
                    <a:pt x="6529" y="4213"/>
                    <a:pt x="6313" y="4336"/>
                  </a:cubicBezTo>
                  <a:cubicBezTo>
                    <a:pt x="6400" y="4606"/>
                    <a:pt x="6481" y="4879"/>
                    <a:pt x="6553" y="5155"/>
                  </a:cubicBezTo>
                  <a:cubicBezTo>
                    <a:pt x="6640" y="5497"/>
                    <a:pt x="6360" y="5933"/>
                    <a:pt x="5998" y="5933"/>
                  </a:cubicBezTo>
                  <a:cubicBezTo>
                    <a:pt x="5938" y="5933"/>
                    <a:pt x="5876" y="5921"/>
                    <a:pt x="5814" y="5895"/>
                  </a:cubicBezTo>
                  <a:cubicBezTo>
                    <a:pt x="5454" y="5742"/>
                    <a:pt x="5110" y="5573"/>
                    <a:pt x="4772" y="5392"/>
                  </a:cubicBezTo>
                  <a:cubicBezTo>
                    <a:pt x="4486" y="5620"/>
                    <a:pt x="4202" y="5859"/>
                    <a:pt x="3923" y="6112"/>
                  </a:cubicBezTo>
                  <a:cubicBezTo>
                    <a:pt x="3783" y="6236"/>
                    <a:pt x="3630" y="6289"/>
                    <a:pt x="3483" y="6289"/>
                  </a:cubicBezTo>
                  <a:cubicBezTo>
                    <a:pt x="2973" y="6289"/>
                    <a:pt x="2539" y="5656"/>
                    <a:pt x="2999" y="5189"/>
                  </a:cubicBezTo>
                  <a:cubicBezTo>
                    <a:pt x="3016" y="5174"/>
                    <a:pt x="3030" y="5161"/>
                    <a:pt x="3046" y="5147"/>
                  </a:cubicBezTo>
                  <a:cubicBezTo>
                    <a:pt x="3060" y="4885"/>
                    <a:pt x="3138" y="4634"/>
                    <a:pt x="3239" y="4387"/>
                  </a:cubicBezTo>
                  <a:cubicBezTo>
                    <a:pt x="3060" y="4246"/>
                    <a:pt x="2879" y="4103"/>
                    <a:pt x="2704" y="3950"/>
                  </a:cubicBezTo>
                  <a:cubicBezTo>
                    <a:pt x="2272" y="3577"/>
                    <a:pt x="2639" y="2884"/>
                    <a:pt x="3151" y="2873"/>
                  </a:cubicBezTo>
                  <a:cubicBezTo>
                    <a:pt x="3403" y="2865"/>
                    <a:pt x="3657" y="2863"/>
                    <a:pt x="3909" y="2857"/>
                  </a:cubicBezTo>
                  <a:cubicBezTo>
                    <a:pt x="4042" y="2565"/>
                    <a:pt x="4181" y="2274"/>
                    <a:pt x="4320" y="1986"/>
                  </a:cubicBezTo>
                  <a:cubicBezTo>
                    <a:pt x="4409" y="1799"/>
                    <a:pt x="4594" y="1712"/>
                    <a:pt x="4783" y="1712"/>
                  </a:cubicBezTo>
                  <a:close/>
                  <a:moveTo>
                    <a:pt x="4378" y="1"/>
                  </a:moveTo>
                  <a:cubicBezTo>
                    <a:pt x="4307" y="1"/>
                    <a:pt x="4237" y="3"/>
                    <a:pt x="4165" y="6"/>
                  </a:cubicBezTo>
                  <a:cubicBezTo>
                    <a:pt x="1821" y="125"/>
                    <a:pt x="0" y="2122"/>
                    <a:pt x="80" y="4470"/>
                  </a:cubicBezTo>
                  <a:cubicBezTo>
                    <a:pt x="163" y="6917"/>
                    <a:pt x="2189" y="8227"/>
                    <a:pt x="4384" y="8545"/>
                  </a:cubicBezTo>
                  <a:cubicBezTo>
                    <a:pt x="4408" y="8525"/>
                    <a:pt x="4438" y="8511"/>
                    <a:pt x="4474" y="8506"/>
                  </a:cubicBezTo>
                  <a:cubicBezTo>
                    <a:pt x="6827" y="8301"/>
                    <a:pt x="8760" y="6275"/>
                    <a:pt x="8522" y="3863"/>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4"/>
            <p:cNvSpPr/>
            <p:nvPr/>
          </p:nvSpPr>
          <p:spPr>
            <a:xfrm>
              <a:off x="7180813" y="3970732"/>
              <a:ext cx="132075" cy="114450"/>
            </a:xfrm>
            <a:custGeom>
              <a:rect b="b" l="l" r="r" t="t"/>
              <a:pathLst>
                <a:path extrusionOk="0" h="4578" w="5283">
                  <a:moveTo>
                    <a:pt x="2512" y="1"/>
                  </a:moveTo>
                  <a:cubicBezTo>
                    <a:pt x="2323" y="1"/>
                    <a:pt x="2137" y="88"/>
                    <a:pt x="2048" y="275"/>
                  </a:cubicBezTo>
                  <a:cubicBezTo>
                    <a:pt x="1910" y="563"/>
                    <a:pt x="1771" y="854"/>
                    <a:pt x="1638" y="1146"/>
                  </a:cubicBezTo>
                  <a:cubicBezTo>
                    <a:pt x="1386" y="1152"/>
                    <a:pt x="1132" y="1154"/>
                    <a:pt x="880" y="1162"/>
                  </a:cubicBezTo>
                  <a:cubicBezTo>
                    <a:pt x="368" y="1173"/>
                    <a:pt x="0" y="1866"/>
                    <a:pt x="433" y="2239"/>
                  </a:cubicBezTo>
                  <a:cubicBezTo>
                    <a:pt x="608" y="2392"/>
                    <a:pt x="788" y="2535"/>
                    <a:pt x="968" y="2676"/>
                  </a:cubicBezTo>
                  <a:cubicBezTo>
                    <a:pt x="867" y="2923"/>
                    <a:pt x="788" y="3174"/>
                    <a:pt x="774" y="3436"/>
                  </a:cubicBezTo>
                  <a:cubicBezTo>
                    <a:pt x="758" y="3450"/>
                    <a:pt x="744" y="3463"/>
                    <a:pt x="728" y="3478"/>
                  </a:cubicBezTo>
                  <a:cubicBezTo>
                    <a:pt x="268" y="3945"/>
                    <a:pt x="702" y="4578"/>
                    <a:pt x="1212" y="4578"/>
                  </a:cubicBezTo>
                  <a:cubicBezTo>
                    <a:pt x="1359" y="4578"/>
                    <a:pt x="1512" y="4525"/>
                    <a:pt x="1652" y="4401"/>
                  </a:cubicBezTo>
                  <a:cubicBezTo>
                    <a:pt x="1931" y="4148"/>
                    <a:pt x="2215" y="3909"/>
                    <a:pt x="2501" y="3681"/>
                  </a:cubicBezTo>
                  <a:cubicBezTo>
                    <a:pt x="2839" y="3862"/>
                    <a:pt x="3183" y="4031"/>
                    <a:pt x="3543" y="4184"/>
                  </a:cubicBezTo>
                  <a:cubicBezTo>
                    <a:pt x="3605" y="4210"/>
                    <a:pt x="3667" y="4222"/>
                    <a:pt x="3727" y="4222"/>
                  </a:cubicBezTo>
                  <a:cubicBezTo>
                    <a:pt x="4089" y="4222"/>
                    <a:pt x="4369" y="3786"/>
                    <a:pt x="4281" y="3444"/>
                  </a:cubicBezTo>
                  <a:cubicBezTo>
                    <a:pt x="4209" y="3168"/>
                    <a:pt x="4129" y="2895"/>
                    <a:pt x="4042" y="2625"/>
                  </a:cubicBezTo>
                  <a:cubicBezTo>
                    <a:pt x="4258" y="2502"/>
                    <a:pt x="4480" y="2383"/>
                    <a:pt x="4710" y="2272"/>
                  </a:cubicBezTo>
                  <a:cubicBezTo>
                    <a:pt x="5282" y="1994"/>
                    <a:pt x="4996" y="1092"/>
                    <a:pt x="4401" y="1092"/>
                  </a:cubicBezTo>
                  <a:cubicBezTo>
                    <a:pt x="4397" y="1092"/>
                    <a:pt x="4394" y="1092"/>
                    <a:pt x="4390" y="1092"/>
                  </a:cubicBezTo>
                  <a:cubicBezTo>
                    <a:pt x="4074" y="1096"/>
                    <a:pt x="3757" y="1104"/>
                    <a:pt x="3441" y="1110"/>
                  </a:cubicBezTo>
                  <a:cubicBezTo>
                    <a:pt x="3309" y="826"/>
                    <a:pt x="3166" y="549"/>
                    <a:pt x="3012" y="275"/>
                  </a:cubicBezTo>
                  <a:cubicBezTo>
                    <a:pt x="2913" y="97"/>
                    <a:pt x="2711" y="1"/>
                    <a:pt x="2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4"/>
            <p:cNvSpPr/>
            <p:nvPr/>
          </p:nvSpPr>
          <p:spPr>
            <a:xfrm>
              <a:off x="7116513" y="3919082"/>
              <a:ext cx="232875" cy="229525"/>
            </a:xfrm>
            <a:custGeom>
              <a:rect b="b" l="l" r="r" t="t"/>
              <a:pathLst>
                <a:path extrusionOk="0" h="9181" w="9315">
                  <a:moveTo>
                    <a:pt x="4679" y="356"/>
                  </a:moveTo>
                  <a:cubicBezTo>
                    <a:pt x="6853" y="356"/>
                    <a:pt x="8611" y="2059"/>
                    <a:pt x="8823" y="4218"/>
                  </a:cubicBezTo>
                  <a:cubicBezTo>
                    <a:pt x="9061" y="6630"/>
                    <a:pt x="7128" y="8656"/>
                    <a:pt x="4775" y="8861"/>
                  </a:cubicBezTo>
                  <a:cubicBezTo>
                    <a:pt x="4739" y="8866"/>
                    <a:pt x="4709" y="8880"/>
                    <a:pt x="4685" y="8900"/>
                  </a:cubicBezTo>
                  <a:cubicBezTo>
                    <a:pt x="2490" y="8582"/>
                    <a:pt x="464" y="7272"/>
                    <a:pt x="381" y="4825"/>
                  </a:cubicBezTo>
                  <a:cubicBezTo>
                    <a:pt x="301" y="2477"/>
                    <a:pt x="2122" y="480"/>
                    <a:pt x="4466" y="361"/>
                  </a:cubicBezTo>
                  <a:cubicBezTo>
                    <a:pt x="4538" y="358"/>
                    <a:pt x="4608" y="356"/>
                    <a:pt x="4679" y="356"/>
                  </a:cubicBezTo>
                  <a:close/>
                  <a:moveTo>
                    <a:pt x="4571" y="0"/>
                  </a:moveTo>
                  <a:cubicBezTo>
                    <a:pt x="4536" y="0"/>
                    <a:pt x="4501" y="1"/>
                    <a:pt x="4466" y="1"/>
                  </a:cubicBezTo>
                  <a:cubicBezTo>
                    <a:pt x="1928" y="55"/>
                    <a:pt x="1" y="2140"/>
                    <a:pt x="23" y="4661"/>
                  </a:cubicBezTo>
                  <a:cubicBezTo>
                    <a:pt x="44" y="6920"/>
                    <a:pt x="2021" y="9149"/>
                    <a:pt x="4340" y="9149"/>
                  </a:cubicBezTo>
                  <a:cubicBezTo>
                    <a:pt x="4446" y="9149"/>
                    <a:pt x="4552" y="9145"/>
                    <a:pt x="4660" y="9135"/>
                  </a:cubicBezTo>
                  <a:cubicBezTo>
                    <a:pt x="4684" y="9164"/>
                    <a:pt x="4718" y="9180"/>
                    <a:pt x="4766" y="9180"/>
                  </a:cubicBezTo>
                  <a:cubicBezTo>
                    <a:pt x="4769" y="9180"/>
                    <a:pt x="4772" y="9180"/>
                    <a:pt x="4775" y="9180"/>
                  </a:cubicBezTo>
                  <a:cubicBezTo>
                    <a:pt x="7230" y="9023"/>
                    <a:pt x="9314" y="7057"/>
                    <a:pt x="9234" y="4516"/>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94"/>
          <p:cNvGrpSpPr/>
          <p:nvPr/>
        </p:nvGrpSpPr>
        <p:grpSpPr>
          <a:xfrm>
            <a:off x="5442488" y="1963407"/>
            <a:ext cx="232875" cy="229525"/>
            <a:chOff x="7116513" y="3919082"/>
            <a:chExt cx="232875" cy="229525"/>
          </a:xfrm>
        </p:grpSpPr>
        <p:sp>
          <p:nvSpPr>
            <p:cNvPr id="3268" name="Google Shape;3268;p94"/>
            <p:cNvSpPr/>
            <p:nvPr/>
          </p:nvSpPr>
          <p:spPr>
            <a:xfrm>
              <a:off x="7124038" y="3927957"/>
              <a:ext cx="219000" cy="213650"/>
            </a:xfrm>
            <a:custGeom>
              <a:rect b="b" l="l" r="r" t="t"/>
              <a:pathLst>
                <a:path extrusionOk="0" h="8546" w="8760">
                  <a:moveTo>
                    <a:pt x="4783" y="1712"/>
                  </a:moveTo>
                  <a:cubicBezTo>
                    <a:pt x="4982" y="1712"/>
                    <a:pt x="5185" y="1808"/>
                    <a:pt x="5283" y="1986"/>
                  </a:cubicBezTo>
                  <a:cubicBezTo>
                    <a:pt x="5438" y="2260"/>
                    <a:pt x="5581" y="2537"/>
                    <a:pt x="5712" y="2821"/>
                  </a:cubicBezTo>
                  <a:cubicBezTo>
                    <a:pt x="6028" y="2815"/>
                    <a:pt x="6345" y="2807"/>
                    <a:pt x="6661" y="2803"/>
                  </a:cubicBezTo>
                  <a:cubicBezTo>
                    <a:pt x="6665" y="2803"/>
                    <a:pt x="6668" y="2803"/>
                    <a:pt x="6672" y="2803"/>
                  </a:cubicBezTo>
                  <a:cubicBezTo>
                    <a:pt x="7267" y="2803"/>
                    <a:pt x="7553" y="3705"/>
                    <a:pt x="6982" y="3983"/>
                  </a:cubicBezTo>
                  <a:cubicBezTo>
                    <a:pt x="6751" y="4094"/>
                    <a:pt x="6529" y="4213"/>
                    <a:pt x="6313" y="4336"/>
                  </a:cubicBezTo>
                  <a:cubicBezTo>
                    <a:pt x="6400" y="4606"/>
                    <a:pt x="6481" y="4879"/>
                    <a:pt x="6553" y="5155"/>
                  </a:cubicBezTo>
                  <a:cubicBezTo>
                    <a:pt x="6640" y="5497"/>
                    <a:pt x="6360" y="5933"/>
                    <a:pt x="5998" y="5933"/>
                  </a:cubicBezTo>
                  <a:cubicBezTo>
                    <a:pt x="5938" y="5933"/>
                    <a:pt x="5876" y="5921"/>
                    <a:pt x="5814" y="5895"/>
                  </a:cubicBezTo>
                  <a:cubicBezTo>
                    <a:pt x="5454" y="5742"/>
                    <a:pt x="5110" y="5573"/>
                    <a:pt x="4772" y="5392"/>
                  </a:cubicBezTo>
                  <a:cubicBezTo>
                    <a:pt x="4486" y="5620"/>
                    <a:pt x="4202" y="5859"/>
                    <a:pt x="3923" y="6112"/>
                  </a:cubicBezTo>
                  <a:cubicBezTo>
                    <a:pt x="3783" y="6236"/>
                    <a:pt x="3630" y="6289"/>
                    <a:pt x="3483" y="6289"/>
                  </a:cubicBezTo>
                  <a:cubicBezTo>
                    <a:pt x="2973" y="6289"/>
                    <a:pt x="2539" y="5656"/>
                    <a:pt x="2999" y="5189"/>
                  </a:cubicBezTo>
                  <a:cubicBezTo>
                    <a:pt x="3016" y="5174"/>
                    <a:pt x="3030" y="5161"/>
                    <a:pt x="3046" y="5147"/>
                  </a:cubicBezTo>
                  <a:cubicBezTo>
                    <a:pt x="3060" y="4885"/>
                    <a:pt x="3138" y="4634"/>
                    <a:pt x="3239" y="4387"/>
                  </a:cubicBezTo>
                  <a:cubicBezTo>
                    <a:pt x="3060" y="4246"/>
                    <a:pt x="2879" y="4103"/>
                    <a:pt x="2704" y="3950"/>
                  </a:cubicBezTo>
                  <a:cubicBezTo>
                    <a:pt x="2272" y="3577"/>
                    <a:pt x="2639" y="2884"/>
                    <a:pt x="3151" y="2873"/>
                  </a:cubicBezTo>
                  <a:cubicBezTo>
                    <a:pt x="3403" y="2865"/>
                    <a:pt x="3657" y="2863"/>
                    <a:pt x="3909" y="2857"/>
                  </a:cubicBezTo>
                  <a:cubicBezTo>
                    <a:pt x="4042" y="2565"/>
                    <a:pt x="4181" y="2274"/>
                    <a:pt x="4320" y="1986"/>
                  </a:cubicBezTo>
                  <a:cubicBezTo>
                    <a:pt x="4409" y="1799"/>
                    <a:pt x="4594" y="1712"/>
                    <a:pt x="4783" y="1712"/>
                  </a:cubicBezTo>
                  <a:close/>
                  <a:moveTo>
                    <a:pt x="4378" y="1"/>
                  </a:moveTo>
                  <a:cubicBezTo>
                    <a:pt x="4307" y="1"/>
                    <a:pt x="4237" y="3"/>
                    <a:pt x="4165" y="6"/>
                  </a:cubicBezTo>
                  <a:cubicBezTo>
                    <a:pt x="1821" y="125"/>
                    <a:pt x="0" y="2122"/>
                    <a:pt x="80" y="4470"/>
                  </a:cubicBezTo>
                  <a:cubicBezTo>
                    <a:pt x="163" y="6917"/>
                    <a:pt x="2189" y="8227"/>
                    <a:pt x="4384" y="8545"/>
                  </a:cubicBezTo>
                  <a:cubicBezTo>
                    <a:pt x="4408" y="8525"/>
                    <a:pt x="4438" y="8511"/>
                    <a:pt x="4474" y="8506"/>
                  </a:cubicBezTo>
                  <a:cubicBezTo>
                    <a:pt x="6827" y="8301"/>
                    <a:pt x="8760" y="6275"/>
                    <a:pt x="8522" y="3863"/>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4"/>
            <p:cNvSpPr/>
            <p:nvPr/>
          </p:nvSpPr>
          <p:spPr>
            <a:xfrm>
              <a:off x="7180813" y="3970732"/>
              <a:ext cx="132075" cy="114450"/>
            </a:xfrm>
            <a:custGeom>
              <a:rect b="b" l="l" r="r" t="t"/>
              <a:pathLst>
                <a:path extrusionOk="0" h="4578" w="5283">
                  <a:moveTo>
                    <a:pt x="2512" y="1"/>
                  </a:moveTo>
                  <a:cubicBezTo>
                    <a:pt x="2323" y="1"/>
                    <a:pt x="2137" y="88"/>
                    <a:pt x="2048" y="275"/>
                  </a:cubicBezTo>
                  <a:cubicBezTo>
                    <a:pt x="1910" y="563"/>
                    <a:pt x="1771" y="854"/>
                    <a:pt x="1638" y="1146"/>
                  </a:cubicBezTo>
                  <a:cubicBezTo>
                    <a:pt x="1386" y="1152"/>
                    <a:pt x="1132" y="1154"/>
                    <a:pt x="880" y="1162"/>
                  </a:cubicBezTo>
                  <a:cubicBezTo>
                    <a:pt x="368" y="1173"/>
                    <a:pt x="0" y="1866"/>
                    <a:pt x="433" y="2239"/>
                  </a:cubicBezTo>
                  <a:cubicBezTo>
                    <a:pt x="608" y="2392"/>
                    <a:pt x="788" y="2535"/>
                    <a:pt x="968" y="2676"/>
                  </a:cubicBezTo>
                  <a:cubicBezTo>
                    <a:pt x="867" y="2923"/>
                    <a:pt x="788" y="3174"/>
                    <a:pt x="774" y="3436"/>
                  </a:cubicBezTo>
                  <a:cubicBezTo>
                    <a:pt x="758" y="3450"/>
                    <a:pt x="744" y="3463"/>
                    <a:pt x="728" y="3478"/>
                  </a:cubicBezTo>
                  <a:cubicBezTo>
                    <a:pt x="268" y="3945"/>
                    <a:pt x="702" y="4578"/>
                    <a:pt x="1212" y="4578"/>
                  </a:cubicBezTo>
                  <a:cubicBezTo>
                    <a:pt x="1359" y="4578"/>
                    <a:pt x="1512" y="4525"/>
                    <a:pt x="1652" y="4401"/>
                  </a:cubicBezTo>
                  <a:cubicBezTo>
                    <a:pt x="1931" y="4148"/>
                    <a:pt x="2215" y="3909"/>
                    <a:pt x="2501" y="3681"/>
                  </a:cubicBezTo>
                  <a:cubicBezTo>
                    <a:pt x="2839" y="3862"/>
                    <a:pt x="3183" y="4031"/>
                    <a:pt x="3543" y="4184"/>
                  </a:cubicBezTo>
                  <a:cubicBezTo>
                    <a:pt x="3605" y="4210"/>
                    <a:pt x="3667" y="4222"/>
                    <a:pt x="3727" y="4222"/>
                  </a:cubicBezTo>
                  <a:cubicBezTo>
                    <a:pt x="4089" y="4222"/>
                    <a:pt x="4369" y="3786"/>
                    <a:pt x="4281" y="3444"/>
                  </a:cubicBezTo>
                  <a:cubicBezTo>
                    <a:pt x="4209" y="3168"/>
                    <a:pt x="4129" y="2895"/>
                    <a:pt x="4042" y="2625"/>
                  </a:cubicBezTo>
                  <a:cubicBezTo>
                    <a:pt x="4258" y="2502"/>
                    <a:pt x="4480" y="2383"/>
                    <a:pt x="4710" y="2272"/>
                  </a:cubicBezTo>
                  <a:cubicBezTo>
                    <a:pt x="5282" y="1994"/>
                    <a:pt x="4996" y="1092"/>
                    <a:pt x="4401" y="1092"/>
                  </a:cubicBezTo>
                  <a:cubicBezTo>
                    <a:pt x="4397" y="1092"/>
                    <a:pt x="4394" y="1092"/>
                    <a:pt x="4390" y="1092"/>
                  </a:cubicBezTo>
                  <a:cubicBezTo>
                    <a:pt x="4074" y="1096"/>
                    <a:pt x="3757" y="1104"/>
                    <a:pt x="3441" y="1110"/>
                  </a:cubicBezTo>
                  <a:cubicBezTo>
                    <a:pt x="3309" y="826"/>
                    <a:pt x="3166" y="549"/>
                    <a:pt x="3012" y="275"/>
                  </a:cubicBezTo>
                  <a:cubicBezTo>
                    <a:pt x="2913" y="97"/>
                    <a:pt x="2711" y="1"/>
                    <a:pt x="2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4"/>
            <p:cNvSpPr/>
            <p:nvPr/>
          </p:nvSpPr>
          <p:spPr>
            <a:xfrm>
              <a:off x="7116513" y="3919082"/>
              <a:ext cx="232875" cy="229525"/>
            </a:xfrm>
            <a:custGeom>
              <a:rect b="b" l="l" r="r" t="t"/>
              <a:pathLst>
                <a:path extrusionOk="0" h="9181" w="9315">
                  <a:moveTo>
                    <a:pt x="4679" y="356"/>
                  </a:moveTo>
                  <a:cubicBezTo>
                    <a:pt x="6853" y="356"/>
                    <a:pt x="8611" y="2059"/>
                    <a:pt x="8823" y="4218"/>
                  </a:cubicBezTo>
                  <a:cubicBezTo>
                    <a:pt x="9061" y="6630"/>
                    <a:pt x="7128" y="8656"/>
                    <a:pt x="4775" y="8861"/>
                  </a:cubicBezTo>
                  <a:cubicBezTo>
                    <a:pt x="4739" y="8866"/>
                    <a:pt x="4709" y="8880"/>
                    <a:pt x="4685" y="8900"/>
                  </a:cubicBezTo>
                  <a:cubicBezTo>
                    <a:pt x="2490" y="8582"/>
                    <a:pt x="464" y="7272"/>
                    <a:pt x="381" y="4825"/>
                  </a:cubicBezTo>
                  <a:cubicBezTo>
                    <a:pt x="301" y="2477"/>
                    <a:pt x="2122" y="480"/>
                    <a:pt x="4466" y="361"/>
                  </a:cubicBezTo>
                  <a:cubicBezTo>
                    <a:pt x="4538" y="358"/>
                    <a:pt x="4608" y="356"/>
                    <a:pt x="4679" y="356"/>
                  </a:cubicBezTo>
                  <a:close/>
                  <a:moveTo>
                    <a:pt x="4571" y="0"/>
                  </a:moveTo>
                  <a:cubicBezTo>
                    <a:pt x="4536" y="0"/>
                    <a:pt x="4501" y="1"/>
                    <a:pt x="4466" y="1"/>
                  </a:cubicBezTo>
                  <a:cubicBezTo>
                    <a:pt x="1928" y="55"/>
                    <a:pt x="1" y="2140"/>
                    <a:pt x="23" y="4661"/>
                  </a:cubicBezTo>
                  <a:cubicBezTo>
                    <a:pt x="44" y="6920"/>
                    <a:pt x="2021" y="9149"/>
                    <a:pt x="4340" y="9149"/>
                  </a:cubicBezTo>
                  <a:cubicBezTo>
                    <a:pt x="4446" y="9149"/>
                    <a:pt x="4552" y="9145"/>
                    <a:pt x="4660" y="9135"/>
                  </a:cubicBezTo>
                  <a:cubicBezTo>
                    <a:pt x="4684" y="9164"/>
                    <a:pt x="4718" y="9180"/>
                    <a:pt x="4766" y="9180"/>
                  </a:cubicBezTo>
                  <a:cubicBezTo>
                    <a:pt x="4769" y="9180"/>
                    <a:pt x="4772" y="9180"/>
                    <a:pt x="4775" y="9180"/>
                  </a:cubicBezTo>
                  <a:cubicBezTo>
                    <a:pt x="7230" y="9023"/>
                    <a:pt x="9314" y="7057"/>
                    <a:pt x="9234" y="4516"/>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94"/>
          <p:cNvGrpSpPr/>
          <p:nvPr/>
        </p:nvGrpSpPr>
        <p:grpSpPr>
          <a:xfrm>
            <a:off x="828617" y="3885254"/>
            <a:ext cx="641547" cy="543336"/>
            <a:chOff x="4384700" y="3221575"/>
            <a:chExt cx="343275" cy="290725"/>
          </a:xfrm>
        </p:grpSpPr>
        <p:sp>
          <p:nvSpPr>
            <p:cNvPr id="3272" name="Google Shape;3272;p94"/>
            <p:cNvSpPr/>
            <p:nvPr/>
          </p:nvSpPr>
          <p:spPr>
            <a:xfrm>
              <a:off x="4384700" y="3221575"/>
              <a:ext cx="343275" cy="290725"/>
            </a:xfrm>
            <a:custGeom>
              <a:rect b="b" l="l" r="r" t="t"/>
              <a:pathLst>
                <a:path extrusionOk="0" h="11629" w="13731">
                  <a:moveTo>
                    <a:pt x="6799" y="4944"/>
                  </a:moveTo>
                  <a:cubicBezTo>
                    <a:pt x="6833" y="4944"/>
                    <a:pt x="6868" y="4956"/>
                    <a:pt x="6904" y="4980"/>
                  </a:cubicBezTo>
                  <a:cubicBezTo>
                    <a:pt x="6966" y="5019"/>
                    <a:pt x="7015" y="5049"/>
                    <a:pt x="7020" y="5049"/>
                  </a:cubicBezTo>
                  <a:cubicBezTo>
                    <a:pt x="7020" y="5049"/>
                    <a:pt x="7021" y="5049"/>
                    <a:pt x="7021" y="5049"/>
                  </a:cubicBezTo>
                  <a:cubicBezTo>
                    <a:pt x="7021" y="5049"/>
                    <a:pt x="7021" y="5049"/>
                    <a:pt x="7021" y="5049"/>
                  </a:cubicBezTo>
                  <a:cubicBezTo>
                    <a:pt x="7022" y="5049"/>
                    <a:pt x="7085" y="5165"/>
                    <a:pt x="7158" y="5306"/>
                  </a:cubicBezTo>
                  <a:cubicBezTo>
                    <a:pt x="7233" y="5449"/>
                    <a:pt x="7416" y="5707"/>
                    <a:pt x="7567" y="5881"/>
                  </a:cubicBezTo>
                  <a:lnTo>
                    <a:pt x="7840" y="6199"/>
                  </a:lnTo>
                  <a:lnTo>
                    <a:pt x="7683" y="6263"/>
                  </a:lnTo>
                  <a:cubicBezTo>
                    <a:pt x="7581" y="6305"/>
                    <a:pt x="7506" y="6329"/>
                    <a:pt x="7440" y="6329"/>
                  </a:cubicBezTo>
                  <a:cubicBezTo>
                    <a:pt x="7321" y="6329"/>
                    <a:pt x="7230" y="6252"/>
                    <a:pt x="7054" y="6063"/>
                  </a:cubicBezTo>
                  <a:cubicBezTo>
                    <a:pt x="6919" y="5918"/>
                    <a:pt x="6732" y="5704"/>
                    <a:pt x="6637" y="5585"/>
                  </a:cubicBezTo>
                  <a:cubicBezTo>
                    <a:pt x="6464" y="5369"/>
                    <a:pt x="6464" y="5369"/>
                    <a:pt x="6544" y="5204"/>
                  </a:cubicBezTo>
                  <a:cubicBezTo>
                    <a:pt x="6629" y="5028"/>
                    <a:pt x="6711" y="4944"/>
                    <a:pt x="6799" y="4944"/>
                  </a:cubicBezTo>
                  <a:close/>
                  <a:moveTo>
                    <a:pt x="10174" y="295"/>
                  </a:moveTo>
                  <a:cubicBezTo>
                    <a:pt x="10473" y="295"/>
                    <a:pt x="11110" y="422"/>
                    <a:pt x="11426" y="556"/>
                  </a:cubicBezTo>
                  <a:cubicBezTo>
                    <a:pt x="12134" y="855"/>
                    <a:pt x="12480" y="1110"/>
                    <a:pt x="12817" y="1584"/>
                  </a:cubicBezTo>
                  <a:cubicBezTo>
                    <a:pt x="13086" y="1960"/>
                    <a:pt x="13343" y="2662"/>
                    <a:pt x="13401" y="3180"/>
                  </a:cubicBezTo>
                  <a:cubicBezTo>
                    <a:pt x="13429" y="3424"/>
                    <a:pt x="13432" y="3689"/>
                    <a:pt x="13408" y="3763"/>
                  </a:cubicBezTo>
                  <a:cubicBezTo>
                    <a:pt x="13383" y="3839"/>
                    <a:pt x="13344" y="3997"/>
                    <a:pt x="13319" y="4118"/>
                  </a:cubicBezTo>
                  <a:cubicBezTo>
                    <a:pt x="13221" y="4600"/>
                    <a:pt x="12497" y="5623"/>
                    <a:pt x="12018" y="5952"/>
                  </a:cubicBezTo>
                  <a:cubicBezTo>
                    <a:pt x="11576" y="6256"/>
                    <a:pt x="10508" y="6450"/>
                    <a:pt x="9610" y="6450"/>
                  </a:cubicBezTo>
                  <a:cubicBezTo>
                    <a:pt x="9196" y="6450"/>
                    <a:pt x="8819" y="6409"/>
                    <a:pt x="8555" y="6318"/>
                  </a:cubicBezTo>
                  <a:cubicBezTo>
                    <a:pt x="8353" y="6249"/>
                    <a:pt x="8284" y="6199"/>
                    <a:pt x="7991" y="5905"/>
                  </a:cubicBezTo>
                  <a:cubicBezTo>
                    <a:pt x="7793" y="5707"/>
                    <a:pt x="7590" y="5463"/>
                    <a:pt x="7494" y="5307"/>
                  </a:cubicBezTo>
                  <a:cubicBezTo>
                    <a:pt x="7405" y="5161"/>
                    <a:pt x="7225" y="4900"/>
                    <a:pt x="7095" y="4727"/>
                  </a:cubicBezTo>
                  <a:cubicBezTo>
                    <a:pt x="6657" y="4142"/>
                    <a:pt x="6588" y="3491"/>
                    <a:pt x="6875" y="2678"/>
                  </a:cubicBezTo>
                  <a:cubicBezTo>
                    <a:pt x="7088" y="2075"/>
                    <a:pt x="7201" y="1869"/>
                    <a:pt x="7533" y="1479"/>
                  </a:cubicBezTo>
                  <a:cubicBezTo>
                    <a:pt x="7836" y="1124"/>
                    <a:pt x="7953" y="1023"/>
                    <a:pt x="8283" y="828"/>
                  </a:cubicBezTo>
                  <a:cubicBezTo>
                    <a:pt x="8761" y="546"/>
                    <a:pt x="9187" y="402"/>
                    <a:pt x="9655" y="363"/>
                  </a:cubicBezTo>
                  <a:cubicBezTo>
                    <a:pt x="9789" y="352"/>
                    <a:pt x="9970" y="325"/>
                    <a:pt x="10064" y="304"/>
                  </a:cubicBezTo>
                  <a:cubicBezTo>
                    <a:pt x="10092" y="297"/>
                    <a:pt x="10129" y="295"/>
                    <a:pt x="10174" y="295"/>
                  </a:cubicBezTo>
                  <a:close/>
                  <a:moveTo>
                    <a:pt x="6271" y="5577"/>
                  </a:moveTo>
                  <a:lnTo>
                    <a:pt x="6342" y="5675"/>
                  </a:lnTo>
                  <a:cubicBezTo>
                    <a:pt x="6381" y="5729"/>
                    <a:pt x="6536" y="5914"/>
                    <a:pt x="6687" y="6088"/>
                  </a:cubicBezTo>
                  <a:lnTo>
                    <a:pt x="6962" y="6403"/>
                  </a:lnTo>
                  <a:lnTo>
                    <a:pt x="6774" y="6561"/>
                  </a:lnTo>
                  <a:cubicBezTo>
                    <a:pt x="6669" y="6647"/>
                    <a:pt x="6530" y="6758"/>
                    <a:pt x="6461" y="6809"/>
                  </a:cubicBezTo>
                  <a:cubicBezTo>
                    <a:pt x="6395" y="6858"/>
                    <a:pt x="6297" y="6929"/>
                    <a:pt x="6251" y="6965"/>
                  </a:cubicBezTo>
                  <a:cubicBezTo>
                    <a:pt x="6203" y="7000"/>
                    <a:pt x="5930" y="7206"/>
                    <a:pt x="5641" y="7423"/>
                  </a:cubicBezTo>
                  <a:cubicBezTo>
                    <a:pt x="4886" y="7991"/>
                    <a:pt x="4546" y="8262"/>
                    <a:pt x="4183" y="8584"/>
                  </a:cubicBezTo>
                  <a:cubicBezTo>
                    <a:pt x="4005" y="8743"/>
                    <a:pt x="3743" y="8960"/>
                    <a:pt x="3599" y="9069"/>
                  </a:cubicBezTo>
                  <a:cubicBezTo>
                    <a:pt x="2693" y="9754"/>
                    <a:pt x="2270" y="10082"/>
                    <a:pt x="2053" y="10270"/>
                  </a:cubicBezTo>
                  <a:cubicBezTo>
                    <a:pt x="1918" y="10385"/>
                    <a:pt x="1732" y="10544"/>
                    <a:pt x="1642" y="10619"/>
                  </a:cubicBezTo>
                  <a:cubicBezTo>
                    <a:pt x="1551" y="10694"/>
                    <a:pt x="1350" y="10865"/>
                    <a:pt x="1196" y="10996"/>
                  </a:cubicBezTo>
                  <a:cubicBezTo>
                    <a:pt x="1043" y="11128"/>
                    <a:pt x="844" y="11260"/>
                    <a:pt x="757" y="11289"/>
                  </a:cubicBezTo>
                  <a:cubicBezTo>
                    <a:pt x="704" y="11307"/>
                    <a:pt x="666" y="11317"/>
                    <a:pt x="635" y="11317"/>
                  </a:cubicBezTo>
                  <a:cubicBezTo>
                    <a:pt x="588" y="11317"/>
                    <a:pt x="558" y="11294"/>
                    <a:pt x="516" y="11244"/>
                  </a:cubicBezTo>
                  <a:cubicBezTo>
                    <a:pt x="355" y="11055"/>
                    <a:pt x="377" y="11019"/>
                    <a:pt x="1057" y="10345"/>
                  </a:cubicBezTo>
                  <a:cubicBezTo>
                    <a:pt x="1697" y="9711"/>
                    <a:pt x="2386" y="9085"/>
                    <a:pt x="2916" y="8654"/>
                  </a:cubicBezTo>
                  <a:cubicBezTo>
                    <a:pt x="3083" y="8519"/>
                    <a:pt x="3508" y="8139"/>
                    <a:pt x="3866" y="7805"/>
                  </a:cubicBezTo>
                  <a:cubicBezTo>
                    <a:pt x="4224" y="7472"/>
                    <a:pt x="4665" y="7067"/>
                    <a:pt x="4853" y="6902"/>
                  </a:cubicBezTo>
                  <a:cubicBezTo>
                    <a:pt x="5177" y="6616"/>
                    <a:pt x="5430" y="6380"/>
                    <a:pt x="6015" y="5822"/>
                  </a:cubicBezTo>
                  <a:lnTo>
                    <a:pt x="6271" y="5577"/>
                  </a:lnTo>
                  <a:close/>
                  <a:moveTo>
                    <a:pt x="10296" y="1"/>
                  </a:moveTo>
                  <a:cubicBezTo>
                    <a:pt x="10231" y="1"/>
                    <a:pt x="10169" y="4"/>
                    <a:pt x="10109" y="10"/>
                  </a:cubicBezTo>
                  <a:cubicBezTo>
                    <a:pt x="9984" y="23"/>
                    <a:pt x="9786" y="41"/>
                    <a:pt x="9675" y="50"/>
                  </a:cubicBezTo>
                  <a:cubicBezTo>
                    <a:pt x="8785" y="119"/>
                    <a:pt x="7857" y="603"/>
                    <a:pt x="7288" y="1294"/>
                  </a:cubicBezTo>
                  <a:cubicBezTo>
                    <a:pt x="7151" y="1461"/>
                    <a:pt x="6977" y="1701"/>
                    <a:pt x="6902" y="1827"/>
                  </a:cubicBezTo>
                  <a:cubicBezTo>
                    <a:pt x="6719" y="2134"/>
                    <a:pt x="6452" y="2907"/>
                    <a:pt x="6423" y="3214"/>
                  </a:cubicBezTo>
                  <a:cubicBezTo>
                    <a:pt x="6389" y="3563"/>
                    <a:pt x="6433" y="4051"/>
                    <a:pt x="6526" y="4354"/>
                  </a:cubicBezTo>
                  <a:cubicBezTo>
                    <a:pt x="6600" y="4598"/>
                    <a:pt x="6598" y="4620"/>
                    <a:pt x="6485" y="4769"/>
                  </a:cubicBezTo>
                  <a:cubicBezTo>
                    <a:pt x="6419" y="4857"/>
                    <a:pt x="6316" y="5032"/>
                    <a:pt x="6249" y="5165"/>
                  </a:cubicBezTo>
                  <a:cubicBezTo>
                    <a:pt x="6172" y="5321"/>
                    <a:pt x="6075" y="5450"/>
                    <a:pt x="5967" y="5542"/>
                  </a:cubicBezTo>
                  <a:cubicBezTo>
                    <a:pt x="5876" y="5620"/>
                    <a:pt x="5603" y="5866"/>
                    <a:pt x="5358" y="6093"/>
                  </a:cubicBezTo>
                  <a:cubicBezTo>
                    <a:pt x="5115" y="6318"/>
                    <a:pt x="4755" y="6644"/>
                    <a:pt x="4559" y="6818"/>
                  </a:cubicBezTo>
                  <a:cubicBezTo>
                    <a:pt x="4364" y="6990"/>
                    <a:pt x="3899" y="7407"/>
                    <a:pt x="3529" y="7741"/>
                  </a:cubicBezTo>
                  <a:cubicBezTo>
                    <a:pt x="3161" y="8075"/>
                    <a:pt x="2691" y="8487"/>
                    <a:pt x="2489" y="8655"/>
                  </a:cubicBezTo>
                  <a:cubicBezTo>
                    <a:pt x="2009" y="9055"/>
                    <a:pt x="1567" y="9446"/>
                    <a:pt x="900" y="10064"/>
                  </a:cubicBezTo>
                  <a:cubicBezTo>
                    <a:pt x="113" y="10792"/>
                    <a:pt x="1" y="11024"/>
                    <a:pt x="259" y="11395"/>
                  </a:cubicBezTo>
                  <a:cubicBezTo>
                    <a:pt x="378" y="11566"/>
                    <a:pt x="461" y="11628"/>
                    <a:pt x="601" y="11628"/>
                  </a:cubicBezTo>
                  <a:cubicBezTo>
                    <a:pt x="628" y="11628"/>
                    <a:pt x="658" y="11626"/>
                    <a:pt x="690" y="11621"/>
                  </a:cubicBezTo>
                  <a:cubicBezTo>
                    <a:pt x="883" y="11596"/>
                    <a:pt x="1254" y="11337"/>
                    <a:pt x="1915" y="10768"/>
                  </a:cubicBezTo>
                  <a:cubicBezTo>
                    <a:pt x="2193" y="10528"/>
                    <a:pt x="2662" y="10151"/>
                    <a:pt x="2894" y="9980"/>
                  </a:cubicBezTo>
                  <a:cubicBezTo>
                    <a:pt x="3352" y="9644"/>
                    <a:pt x="3808" y="9288"/>
                    <a:pt x="4043" y="9085"/>
                  </a:cubicBezTo>
                  <a:cubicBezTo>
                    <a:pt x="4476" y="8710"/>
                    <a:pt x="5455" y="7920"/>
                    <a:pt x="5761" y="7696"/>
                  </a:cubicBezTo>
                  <a:cubicBezTo>
                    <a:pt x="5829" y="7646"/>
                    <a:pt x="6042" y="7492"/>
                    <a:pt x="6233" y="7352"/>
                  </a:cubicBezTo>
                  <a:cubicBezTo>
                    <a:pt x="6423" y="7212"/>
                    <a:pt x="6579" y="7084"/>
                    <a:pt x="6580" y="7066"/>
                  </a:cubicBezTo>
                  <a:cubicBezTo>
                    <a:pt x="6580" y="7048"/>
                    <a:pt x="6614" y="7024"/>
                    <a:pt x="6658" y="7012"/>
                  </a:cubicBezTo>
                  <a:cubicBezTo>
                    <a:pt x="6702" y="6999"/>
                    <a:pt x="6833" y="6901"/>
                    <a:pt x="6950" y="6793"/>
                  </a:cubicBezTo>
                  <a:cubicBezTo>
                    <a:pt x="7102" y="6652"/>
                    <a:pt x="7154" y="6613"/>
                    <a:pt x="7235" y="6613"/>
                  </a:cubicBezTo>
                  <a:cubicBezTo>
                    <a:pt x="7259" y="6613"/>
                    <a:pt x="7286" y="6616"/>
                    <a:pt x="7319" y="6622"/>
                  </a:cubicBezTo>
                  <a:cubicBezTo>
                    <a:pt x="7332" y="6624"/>
                    <a:pt x="7348" y="6625"/>
                    <a:pt x="7365" y="6625"/>
                  </a:cubicBezTo>
                  <a:cubicBezTo>
                    <a:pt x="7539" y="6625"/>
                    <a:pt x="7892" y="6520"/>
                    <a:pt x="7980" y="6434"/>
                  </a:cubicBezTo>
                  <a:cubicBezTo>
                    <a:pt x="7989" y="6426"/>
                    <a:pt x="8002" y="6422"/>
                    <a:pt x="8020" y="6422"/>
                  </a:cubicBezTo>
                  <a:cubicBezTo>
                    <a:pt x="8066" y="6422"/>
                    <a:pt x="8142" y="6449"/>
                    <a:pt x="8241" y="6501"/>
                  </a:cubicBezTo>
                  <a:cubicBezTo>
                    <a:pt x="8533" y="6656"/>
                    <a:pt x="8944" y="6732"/>
                    <a:pt x="9534" y="6732"/>
                  </a:cubicBezTo>
                  <a:cubicBezTo>
                    <a:pt x="9911" y="6732"/>
                    <a:pt x="10362" y="6701"/>
                    <a:pt x="10902" y="6640"/>
                  </a:cubicBezTo>
                  <a:cubicBezTo>
                    <a:pt x="11213" y="6605"/>
                    <a:pt x="11921" y="6356"/>
                    <a:pt x="12146" y="6204"/>
                  </a:cubicBezTo>
                  <a:cubicBezTo>
                    <a:pt x="12351" y="6064"/>
                    <a:pt x="12826" y="5576"/>
                    <a:pt x="13030" y="5292"/>
                  </a:cubicBezTo>
                  <a:cubicBezTo>
                    <a:pt x="13552" y="4568"/>
                    <a:pt x="13730" y="4034"/>
                    <a:pt x="13698" y="3291"/>
                  </a:cubicBezTo>
                  <a:cubicBezTo>
                    <a:pt x="13653" y="2236"/>
                    <a:pt x="13053" y="1136"/>
                    <a:pt x="12259" y="650"/>
                  </a:cubicBezTo>
                  <a:cubicBezTo>
                    <a:pt x="11589" y="240"/>
                    <a:pt x="10859" y="1"/>
                    <a:pt x="10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4"/>
            <p:cNvSpPr/>
            <p:nvPr/>
          </p:nvSpPr>
          <p:spPr>
            <a:xfrm>
              <a:off x="4562825" y="3242500"/>
              <a:ext cx="142475" cy="129950"/>
            </a:xfrm>
            <a:custGeom>
              <a:rect b="b" l="l" r="r" t="t"/>
              <a:pathLst>
                <a:path extrusionOk="0" h="5198" w="5699">
                  <a:moveTo>
                    <a:pt x="3125" y="286"/>
                  </a:moveTo>
                  <a:cubicBezTo>
                    <a:pt x="3281" y="286"/>
                    <a:pt x="3452" y="309"/>
                    <a:pt x="3732" y="351"/>
                  </a:cubicBezTo>
                  <a:cubicBezTo>
                    <a:pt x="4156" y="415"/>
                    <a:pt x="4271" y="466"/>
                    <a:pt x="4565" y="712"/>
                  </a:cubicBezTo>
                  <a:cubicBezTo>
                    <a:pt x="4904" y="997"/>
                    <a:pt x="5048" y="1178"/>
                    <a:pt x="5150" y="1451"/>
                  </a:cubicBezTo>
                  <a:cubicBezTo>
                    <a:pt x="5216" y="1626"/>
                    <a:pt x="5229" y="1719"/>
                    <a:pt x="5189" y="1719"/>
                  </a:cubicBezTo>
                  <a:cubicBezTo>
                    <a:pt x="5175" y="1719"/>
                    <a:pt x="5155" y="1708"/>
                    <a:pt x="5129" y="1686"/>
                  </a:cubicBezTo>
                  <a:cubicBezTo>
                    <a:pt x="5062" y="1628"/>
                    <a:pt x="4228" y="1315"/>
                    <a:pt x="4143" y="1315"/>
                  </a:cubicBezTo>
                  <a:cubicBezTo>
                    <a:pt x="4141" y="1315"/>
                    <a:pt x="4140" y="1315"/>
                    <a:pt x="4139" y="1315"/>
                  </a:cubicBezTo>
                  <a:cubicBezTo>
                    <a:pt x="4137" y="1315"/>
                    <a:pt x="4135" y="1315"/>
                    <a:pt x="4133" y="1315"/>
                  </a:cubicBezTo>
                  <a:cubicBezTo>
                    <a:pt x="4108" y="1315"/>
                    <a:pt x="4049" y="1291"/>
                    <a:pt x="3996" y="1258"/>
                  </a:cubicBezTo>
                  <a:cubicBezTo>
                    <a:pt x="3939" y="1223"/>
                    <a:pt x="3728" y="1137"/>
                    <a:pt x="3529" y="1067"/>
                  </a:cubicBezTo>
                  <a:cubicBezTo>
                    <a:pt x="3330" y="998"/>
                    <a:pt x="3126" y="919"/>
                    <a:pt x="3077" y="893"/>
                  </a:cubicBezTo>
                  <a:cubicBezTo>
                    <a:pt x="3027" y="867"/>
                    <a:pt x="2877" y="804"/>
                    <a:pt x="2743" y="752"/>
                  </a:cubicBezTo>
                  <a:cubicBezTo>
                    <a:pt x="2410" y="624"/>
                    <a:pt x="2344" y="596"/>
                    <a:pt x="2237" y="536"/>
                  </a:cubicBezTo>
                  <a:lnTo>
                    <a:pt x="2140" y="482"/>
                  </a:lnTo>
                  <a:lnTo>
                    <a:pt x="2375" y="421"/>
                  </a:lnTo>
                  <a:cubicBezTo>
                    <a:pt x="2741" y="327"/>
                    <a:pt x="2919" y="286"/>
                    <a:pt x="3125" y="286"/>
                  </a:cubicBezTo>
                  <a:close/>
                  <a:moveTo>
                    <a:pt x="1758" y="609"/>
                  </a:moveTo>
                  <a:cubicBezTo>
                    <a:pt x="1800" y="609"/>
                    <a:pt x="1837" y="617"/>
                    <a:pt x="1871" y="633"/>
                  </a:cubicBezTo>
                  <a:cubicBezTo>
                    <a:pt x="1935" y="663"/>
                    <a:pt x="2075" y="731"/>
                    <a:pt x="2189" y="786"/>
                  </a:cubicBezTo>
                  <a:cubicBezTo>
                    <a:pt x="2658" y="1015"/>
                    <a:pt x="4163" y="1596"/>
                    <a:pt x="4281" y="1596"/>
                  </a:cubicBezTo>
                  <a:cubicBezTo>
                    <a:pt x="4282" y="1596"/>
                    <a:pt x="4283" y="1596"/>
                    <a:pt x="4284" y="1596"/>
                  </a:cubicBezTo>
                  <a:cubicBezTo>
                    <a:pt x="4286" y="1596"/>
                    <a:pt x="4288" y="1595"/>
                    <a:pt x="4290" y="1595"/>
                  </a:cubicBezTo>
                  <a:cubicBezTo>
                    <a:pt x="4310" y="1595"/>
                    <a:pt x="4336" y="1607"/>
                    <a:pt x="4351" y="1623"/>
                  </a:cubicBezTo>
                  <a:cubicBezTo>
                    <a:pt x="4389" y="1661"/>
                    <a:pt x="4833" y="1851"/>
                    <a:pt x="5102" y="1944"/>
                  </a:cubicBezTo>
                  <a:cubicBezTo>
                    <a:pt x="5215" y="1983"/>
                    <a:pt x="5316" y="2022"/>
                    <a:pt x="5329" y="2032"/>
                  </a:cubicBezTo>
                  <a:cubicBezTo>
                    <a:pt x="5342" y="2041"/>
                    <a:pt x="5360" y="2169"/>
                    <a:pt x="5369" y="2316"/>
                  </a:cubicBezTo>
                  <a:cubicBezTo>
                    <a:pt x="5387" y="2570"/>
                    <a:pt x="5320" y="3289"/>
                    <a:pt x="5274" y="3350"/>
                  </a:cubicBezTo>
                  <a:cubicBezTo>
                    <a:pt x="5271" y="3355"/>
                    <a:pt x="5260" y="3357"/>
                    <a:pt x="5244" y="3357"/>
                  </a:cubicBezTo>
                  <a:cubicBezTo>
                    <a:pt x="5061" y="3357"/>
                    <a:pt x="4114" y="3047"/>
                    <a:pt x="3399" y="2745"/>
                  </a:cubicBezTo>
                  <a:cubicBezTo>
                    <a:pt x="3185" y="2657"/>
                    <a:pt x="2865" y="2525"/>
                    <a:pt x="2684" y="2453"/>
                  </a:cubicBezTo>
                  <a:cubicBezTo>
                    <a:pt x="2504" y="2381"/>
                    <a:pt x="2276" y="2276"/>
                    <a:pt x="2181" y="2222"/>
                  </a:cubicBezTo>
                  <a:cubicBezTo>
                    <a:pt x="2085" y="2167"/>
                    <a:pt x="1961" y="2114"/>
                    <a:pt x="1904" y="2103"/>
                  </a:cubicBezTo>
                  <a:cubicBezTo>
                    <a:pt x="1845" y="2092"/>
                    <a:pt x="1779" y="2061"/>
                    <a:pt x="1749" y="2031"/>
                  </a:cubicBezTo>
                  <a:cubicBezTo>
                    <a:pt x="1701" y="1983"/>
                    <a:pt x="972" y="1661"/>
                    <a:pt x="772" y="1599"/>
                  </a:cubicBezTo>
                  <a:cubicBezTo>
                    <a:pt x="596" y="1546"/>
                    <a:pt x="601" y="1496"/>
                    <a:pt x="793" y="1264"/>
                  </a:cubicBezTo>
                  <a:cubicBezTo>
                    <a:pt x="897" y="1141"/>
                    <a:pt x="1014" y="1017"/>
                    <a:pt x="1054" y="990"/>
                  </a:cubicBezTo>
                  <a:cubicBezTo>
                    <a:pt x="1095" y="962"/>
                    <a:pt x="1200" y="887"/>
                    <a:pt x="1294" y="818"/>
                  </a:cubicBezTo>
                  <a:cubicBezTo>
                    <a:pt x="1484" y="679"/>
                    <a:pt x="1637" y="609"/>
                    <a:pt x="1758" y="609"/>
                  </a:cubicBezTo>
                  <a:close/>
                  <a:moveTo>
                    <a:pt x="508" y="1738"/>
                  </a:moveTo>
                  <a:cubicBezTo>
                    <a:pt x="533" y="1738"/>
                    <a:pt x="564" y="1752"/>
                    <a:pt x="586" y="1773"/>
                  </a:cubicBezTo>
                  <a:cubicBezTo>
                    <a:pt x="611" y="1799"/>
                    <a:pt x="750" y="1868"/>
                    <a:pt x="899" y="1929"/>
                  </a:cubicBezTo>
                  <a:cubicBezTo>
                    <a:pt x="1045" y="1989"/>
                    <a:pt x="1310" y="2107"/>
                    <a:pt x="1480" y="2187"/>
                  </a:cubicBezTo>
                  <a:cubicBezTo>
                    <a:pt x="3069" y="2935"/>
                    <a:pt x="4531" y="3511"/>
                    <a:pt x="4819" y="3511"/>
                  </a:cubicBezTo>
                  <a:cubicBezTo>
                    <a:pt x="4838" y="3511"/>
                    <a:pt x="4851" y="3509"/>
                    <a:pt x="4860" y="3504"/>
                  </a:cubicBezTo>
                  <a:cubicBezTo>
                    <a:pt x="4873" y="3496"/>
                    <a:pt x="4887" y="3492"/>
                    <a:pt x="4903" y="3492"/>
                  </a:cubicBezTo>
                  <a:cubicBezTo>
                    <a:pt x="4957" y="3492"/>
                    <a:pt x="5032" y="3539"/>
                    <a:pt x="5161" y="3648"/>
                  </a:cubicBezTo>
                  <a:cubicBezTo>
                    <a:pt x="5200" y="3680"/>
                    <a:pt x="5187" y="3733"/>
                    <a:pt x="5118" y="3827"/>
                  </a:cubicBezTo>
                  <a:cubicBezTo>
                    <a:pt x="5065" y="3900"/>
                    <a:pt x="4954" y="4027"/>
                    <a:pt x="4868" y="4112"/>
                  </a:cubicBezTo>
                  <a:cubicBezTo>
                    <a:pt x="4779" y="4200"/>
                    <a:pt x="4740" y="4236"/>
                    <a:pt x="4687" y="4236"/>
                  </a:cubicBezTo>
                  <a:cubicBezTo>
                    <a:pt x="4652" y="4236"/>
                    <a:pt x="4611" y="4220"/>
                    <a:pt x="4545" y="4193"/>
                  </a:cubicBezTo>
                  <a:cubicBezTo>
                    <a:pt x="4451" y="4153"/>
                    <a:pt x="4106" y="4052"/>
                    <a:pt x="3777" y="3966"/>
                  </a:cubicBezTo>
                  <a:lnTo>
                    <a:pt x="3181" y="3810"/>
                  </a:lnTo>
                  <a:lnTo>
                    <a:pt x="3296" y="3982"/>
                  </a:lnTo>
                  <a:cubicBezTo>
                    <a:pt x="3394" y="4129"/>
                    <a:pt x="3434" y="4159"/>
                    <a:pt x="3556" y="4180"/>
                  </a:cubicBezTo>
                  <a:cubicBezTo>
                    <a:pt x="3753" y="4215"/>
                    <a:pt x="4407" y="4402"/>
                    <a:pt x="4407" y="4425"/>
                  </a:cubicBezTo>
                  <a:cubicBezTo>
                    <a:pt x="4407" y="4465"/>
                    <a:pt x="3695" y="4774"/>
                    <a:pt x="3469" y="4832"/>
                  </a:cubicBezTo>
                  <a:cubicBezTo>
                    <a:pt x="3280" y="4880"/>
                    <a:pt x="3161" y="4903"/>
                    <a:pt x="3047" y="4903"/>
                  </a:cubicBezTo>
                  <a:cubicBezTo>
                    <a:pt x="2959" y="4903"/>
                    <a:pt x="2874" y="4889"/>
                    <a:pt x="2761" y="4863"/>
                  </a:cubicBezTo>
                  <a:cubicBezTo>
                    <a:pt x="2652" y="4837"/>
                    <a:pt x="2548" y="4818"/>
                    <a:pt x="2511" y="4818"/>
                  </a:cubicBezTo>
                  <a:cubicBezTo>
                    <a:pt x="2507" y="4818"/>
                    <a:pt x="2503" y="4818"/>
                    <a:pt x="2501" y="4819"/>
                  </a:cubicBezTo>
                  <a:cubicBezTo>
                    <a:pt x="2500" y="4819"/>
                    <a:pt x="2499" y="4819"/>
                    <a:pt x="2497" y="4819"/>
                  </a:cubicBezTo>
                  <a:cubicBezTo>
                    <a:pt x="2465" y="4819"/>
                    <a:pt x="2308" y="4780"/>
                    <a:pt x="2137" y="4729"/>
                  </a:cubicBezTo>
                  <a:cubicBezTo>
                    <a:pt x="1767" y="4617"/>
                    <a:pt x="1431" y="4399"/>
                    <a:pt x="1058" y="4027"/>
                  </a:cubicBezTo>
                  <a:cubicBezTo>
                    <a:pt x="771" y="3740"/>
                    <a:pt x="633" y="3510"/>
                    <a:pt x="494" y="3088"/>
                  </a:cubicBezTo>
                  <a:lnTo>
                    <a:pt x="393" y="2783"/>
                  </a:lnTo>
                  <a:lnTo>
                    <a:pt x="725" y="2982"/>
                  </a:lnTo>
                  <a:cubicBezTo>
                    <a:pt x="1058" y="3183"/>
                    <a:pt x="1518" y="3420"/>
                    <a:pt x="1790" y="3528"/>
                  </a:cubicBezTo>
                  <a:cubicBezTo>
                    <a:pt x="1870" y="3561"/>
                    <a:pt x="2171" y="3683"/>
                    <a:pt x="2456" y="3800"/>
                  </a:cubicBezTo>
                  <a:cubicBezTo>
                    <a:pt x="2763" y="3926"/>
                    <a:pt x="2909" y="3976"/>
                    <a:pt x="2989" y="3976"/>
                  </a:cubicBezTo>
                  <a:cubicBezTo>
                    <a:pt x="3018" y="3976"/>
                    <a:pt x="3038" y="3969"/>
                    <a:pt x="3055" y="3958"/>
                  </a:cubicBezTo>
                  <a:cubicBezTo>
                    <a:pt x="3190" y="3861"/>
                    <a:pt x="3143" y="3796"/>
                    <a:pt x="2849" y="3677"/>
                  </a:cubicBezTo>
                  <a:cubicBezTo>
                    <a:pt x="2707" y="3619"/>
                    <a:pt x="2577" y="3576"/>
                    <a:pt x="2544" y="3576"/>
                  </a:cubicBezTo>
                  <a:cubicBezTo>
                    <a:pt x="2542" y="3576"/>
                    <a:pt x="2540" y="3576"/>
                    <a:pt x="2539" y="3577"/>
                  </a:cubicBezTo>
                  <a:cubicBezTo>
                    <a:pt x="2535" y="3578"/>
                    <a:pt x="2531" y="3579"/>
                    <a:pt x="2527" y="3579"/>
                  </a:cubicBezTo>
                  <a:cubicBezTo>
                    <a:pt x="2507" y="3579"/>
                    <a:pt x="2481" y="3565"/>
                    <a:pt x="2459" y="3544"/>
                  </a:cubicBezTo>
                  <a:cubicBezTo>
                    <a:pt x="2435" y="3519"/>
                    <a:pt x="2370" y="3486"/>
                    <a:pt x="2311" y="3470"/>
                  </a:cubicBezTo>
                  <a:cubicBezTo>
                    <a:pt x="2251" y="3453"/>
                    <a:pt x="2176" y="3418"/>
                    <a:pt x="2137" y="3390"/>
                  </a:cubicBezTo>
                  <a:cubicBezTo>
                    <a:pt x="2099" y="3363"/>
                    <a:pt x="2040" y="3339"/>
                    <a:pt x="2008" y="3338"/>
                  </a:cubicBezTo>
                  <a:cubicBezTo>
                    <a:pt x="1976" y="3337"/>
                    <a:pt x="1931" y="3319"/>
                    <a:pt x="1910" y="3299"/>
                  </a:cubicBezTo>
                  <a:cubicBezTo>
                    <a:pt x="1889" y="3277"/>
                    <a:pt x="1770" y="3221"/>
                    <a:pt x="1641" y="3170"/>
                  </a:cubicBezTo>
                  <a:cubicBezTo>
                    <a:pt x="1513" y="3119"/>
                    <a:pt x="1235" y="2978"/>
                    <a:pt x="1021" y="2855"/>
                  </a:cubicBezTo>
                  <a:cubicBezTo>
                    <a:pt x="807" y="2733"/>
                    <a:pt x="560" y="2597"/>
                    <a:pt x="470" y="2553"/>
                  </a:cubicBezTo>
                  <a:cubicBezTo>
                    <a:pt x="314" y="2477"/>
                    <a:pt x="308" y="2468"/>
                    <a:pt x="306" y="2308"/>
                  </a:cubicBezTo>
                  <a:cubicBezTo>
                    <a:pt x="303" y="2122"/>
                    <a:pt x="423" y="1756"/>
                    <a:pt x="495" y="1739"/>
                  </a:cubicBezTo>
                  <a:cubicBezTo>
                    <a:pt x="499" y="1738"/>
                    <a:pt x="504" y="1738"/>
                    <a:pt x="508" y="1738"/>
                  </a:cubicBezTo>
                  <a:close/>
                  <a:moveTo>
                    <a:pt x="3170" y="0"/>
                  </a:moveTo>
                  <a:cubicBezTo>
                    <a:pt x="2983" y="0"/>
                    <a:pt x="2801" y="31"/>
                    <a:pt x="2471" y="104"/>
                  </a:cubicBezTo>
                  <a:cubicBezTo>
                    <a:pt x="1637" y="288"/>
                    <a:pt x="1417" y="375"/>
                    <a:pt x="1045" y="667"/>
                  </a:cubicBezTo>
                  <a:cubicBezTo>
                    <a:pt x="329" y="1227"/>
                    <a:pt x="0" y="1794"/>
                    <a:pt x="15" y="2441"/>
                  </a:cubicBezTo>
                  <a:cubicBezTo>
                    <a:pt x="22" y="2752"/>
                    <a:pt x="137" y="3303"/>
                    <a:pt x="242" y="3523"/>
                  </a:cubicBezTo>
                  <a:cubicBezTo>
                    <a:pt x="299" y="3646"/>
                    <a:pt x="455" y="3901"/>
                    <a:pt x="592" y="4096"/>
                  </a:cubicBezTo>
                  <a:cubicBezTo>
                    <a:pt x="845" y="4458"/>
                    <a:pt x="860" y="4472"/>
                    <a:pt x="1437" y="4872"/>
                  </a:cubicBezTo>
                  <a:cubicBezTo>
                    <a:pt x="1678" y="5040"/>
                    <a:pt x="2234" y="5176"/>
                    <a:pt x="2763" y="5196"/>
                  </a:cubicBezTo>
                  <a:cubicBezTo>
                    <a:pt x="2795" y="5197"/>
                    <a:pt x="2827" y="5198"/>
                    <a:pt x="2859" y="5198"/>
                  </a:cubicBezTo>
                  <a:cubicBezTo>
                    <a:pt x="3300" y="5198"/>
                    <a:pt x="3726" y="5087"/>
                    <a:pt x="4250" y="4838"/>
                  </a:cubicBezTo>
                  <a:cubicBezTo>
                    <a:pt x="4606" y="4670"/>
                    <a:pt x="4719" y="4594"/>
                    <a:pt x="5016" y="4321"/>
                  </a:cubicBezTo>
                  <a:cubicBezTo>
                    <a:pt x="5501" y="3877"/>
                    <a:pt x="5543" y="3789"/>
                    <a:pt x="5619" y="3068"/>
                  </a:cubicBezTo>
                  <a:cubicBezTo>
                    <a:pt x="5699" y="2330"/>
                    <a:pt x="5681" y="2116"/>
                    <a:pt x="5503" y="1553"/>
                  </a:cubicBezTo>
                  <a:cubicBezTo>
                    <a:pt x="5366" y="1127"/>
                    <a:pt x="5362" y="1119"/>
                    <a:pt x="5050" y="787"/>
                  </a:cubicBezTo>
                  <a:cubicBezTo>
                    <a:pt x="4873" y="598"/>
                    <a:pt x="4638" y="388"/>
                    <a:pt x="4514" y="307"/>
                  </a:cubicBezTo>
                  <a:cubicBezTo>
                    <a:pt x="4267" y="146"/>
                    <a:pt x="4083" y="96"/>
                    <a:pt x="3481" y="22"/>
                  </a:cubicBezTo>
                  <a:cubicBezTo>
                    <a:pt x="3362" y="8"/>
                    <a:pt x="3266" y="0"/>
                    <a:pt x="3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4"/>
            <p:cNvSpPr/>
            <p:nvPr/>
          </p:nvSpPr>
          <p:spPr>
            <a:xfrm>
              <a:off x="4640450" y="3342225"/>
              <a:ext cx="3100" cy="2225"/>
            </a:xfrm>
            <a:custGeom>
              <a:rect b="b" l="l" r="r" t="t"/>
              <a:pathLst>
                <a:path extrusionOk="0" h="89" w="124">
                  <a:moveTo>
                    <a:pt x="82" y="1"/>
                  </a:moveTo>
                  <a:cubicBezTo>
                    <a:pt x="64" y="1"/>
                    <a:pt x="44" y="10"/>
                    <a:pt x="26" y="27"/>
                  </a:cubicBezTo>
                  <a:cubicBezTo>
                    <a:pt x="1" y="52"/>
                    <a:pt x="1" y="80"/>
                    <a:pt x="29" y="86"/>
                  </a:cubicBezTo>
                  <a:cubicBezTo>
                    <a:pt x="35" y="88"/>
                    <a:pt x="42" y="89"/>
                    <a:pt x="49" y="89"/>
                  </a:cubicBezTo>
                  <a:cubicBezTo>
                    <a:pt x="71" y="89"/>
                    <a:pt x="94" y="81"/>
                    <a:pt x="107" y="69"/>
                  </a:cubicBezTo>
                  <a:cubicBezTo>
                    <a:pt x="124" y="52"/>
                    <a:pt x="123" y="27"/>
                    <a:pt x="105" y="10"/>
                  </a:cubicBezTo>
                  <a:cubicBezTo>
                    <a:pt x="99" y="3"/>
                    <a:pt x="91"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94"/>
          <p:cNvGrpSpPr/>
          <p:nvPr/>
        </p:nvGrpSpPr>
        <p:grpSpPr>
          <a:xfrm rot="-2691431">
            <a:off x="2969564" y="2519804"/>
            <a:ext cx="412732" cy="329203"/>
            <a:chOff x="5222975" y="2300200"/>
            <a:chExt cx="199300" cy="154950"/>
          </a:xfrm>
        </p:grpSpPr>
        <p:sp>
          <p:nvSpPr>
            <p:cNvPr id="3276" name="Google Shape;3276;p94"/>
            <p:cNvSpPr/>
            <p:nvPr/>
          </p:nvSpPr>
          <p:spPr>
            <a:xfrm>
              <a:off x="5222975" y="2300200"/>
              <a:ext cx="199300" cy="154950"/>
            </a:xfrm>
            <a:custGeom>
              <a:rect b="b" l="l" r="r" t="t"/>
              <a:pathLst>
                <a:path extrusionOk="0" h="6198" w="7972">
                  <a:moveTo>
                    <a:pt x="1662" y="242"/>
                  </a:moveTo>
                  <a:cubicBezTo>
                    <a:pt x="2052" y="242"/>
                    <a:pt x="2447" y="284"/>
                    <a:pt x="2768" y="365"/>
                  </a:cubicBezTo>
                  <a:cubicBezTo>
                    <a:pt x="2911" y="401"/>
                    <a:pt x="3067" y="425"/>
                    <a:pt x="3149" y="425"/>
                  </a:cubicBezTo>
                  <a:cubicBezTo>
                    <a:pt x="3166" y="425"/>
                    <a:pt x="3180" y="424"/>
                    <a:pt x="3190" y="421"/>
                  </a:cubicBezTo>
                  <a:cubicBezTo>
                    <a:pt x="3206" y="417"/>
                    <a:pt x="3223" y="416"/>
                    <a:pt x="3238" y="416"/>
                  </a:cubicBezTo>
                  <a:cubicBezTo>
                    <a:pt x="3275" y="416"/>
                    <a:pt x="3304" y="427"/>
                    <a:pt x="3310" y="446"/>
                  </a:cubicBezTo>
                  <a:cubicBezTo>
                    <a:pt x="3318" y="473"/>
                    <a:pt x="3441" y="521"/>
                    <a:pt x="3580" y="551"/>
                  </a:cubicBezTo>
                  <a:cubicBezTo>
                    <a:pt x="4180" y="683"/>
                    <a:pt x="5350" y="1415"/>
                    <a:pt x="5824" y="1956"/>
                  </a:cubicBezTo>
                  <a:cubicBezTo>
                    <a:pt x="6048" y="2209"/>
                    <a:pt x="6591" y="2975"/>
                    <a:pt x="6626" y="3083"/>
                  </a:cubicBezTo>
                  <a:cubicBezTo>
                    <a:pt x="6644" y="3143"/>
                    <a:pt x="6730" y="3208"/>
                    <a:pt x="6775" y="3208"/>
                  </a:cubicBezTo>
                  <a:cubicBezTo>
                    <a:pt x="6786" y="3208"/>
                    <a:pt x="6794" y="3205"/>
                    <a:pt x="6799" y="3196"/>
                  </a:cubicBezTo>
                  <a:cubicBezTo>
                    <a:pt x="6832" y="3133"/>
                    <a:pt x="7589" y="2681"/>
                    <a:pt x="7656" y="2681"/>
                  </a:cubicBezTo>
                  <a:cubicBezTo>
                    <a:pt x="7659" y="2681"/>
                    <a:pt x="7661" y="2682"/>
                    <a:pt x="7661" y="2684"/>
                  </a:cubicBezTo>
                  <a:cubicBezTo>
                    <a:pt x="7658" y="2716"/>
                    <a:pt x="7638" y="2920"/>
                    <a:pt x="7618" y="3137"/>
                  </a:cubicBezTo>
                  <a:cubicBezTo>
                    <a:pt x="7597" y="3355"/>
                    <a:pt x="7592" y="3572"/>
                    <a:pt x="7607" y="3621"/>
                  </a:cubicBezTo>
                  <a:cubicBezTo>
                    <a:pt x="7623" y="3669"/>
                    <a:pt x="7621" y="3831"/>
                    <a:pt x="7603" y="3984"/>
                  </a:cubicBezTo>
                  <a:cubicBezTo>
                    <a:pt x="7586" y="4134"/>
                    <a:pt x="7566" y="4404"/>
                    <a:pt x="7559" y="4579"/>
                  </a:cubicBezTo>
                  <a:cubicBezTo>
                    <a:pt x="7553" y="4753"/>
                    <a:pt x="7541" y="4963"/>
                    <a:pt x="7534" y="5039"/>
                  </a:cubicBezTo>
                  <a:cubicBezTo>
                    <a:pt x="7525" y="5117"/>
                    <a:pt x="7511" y="5302"/>
                    <a:pt x="7502" y="5456"/>
                  </a:cubicBezTo>
                  <a:cubicBezTo>
                    <a:pt x="7481" y="5778"/>
                    <a:pt x="7473" y="5877"/>
                    <a:pt x="7387" y="5877"/>
                  </a:cubicBezTo>
                  <a:cubicBezTo>
                    <a:pt x="7351" y="5877"/>
                    <a:pt x="7302" y="5860"/>
                    <a:pt x="7233" y="5834"/>
                  </a:cubicBezTo>
                  <a:cubicBezTo>
                    <a:pt x="6919" y="5719"/>
                    <a:pt x="6696" y="5659"/>
                    <a:pt x="6265" y="5572"/>
                  </a:cubicBezTo>
                  <a:cubicBezTo>
                    <a:pt x="6043" y="5527"/>
                    <a:pt x="5773" y="5458"/>
                    <a:pt x="5660" y="5417"/>
                  </a:cubicBezTo>
                  <a:cubicBezTo>
                    <a:pt x="5548" y="5376"/>
                    <a:pt x="5214" y="5277"/>
                    <a:pt x="4912" y="5196"/>
                  </a:cubicBezTo>
                  <a:lnTo>
                    <a:pt x="4368" y="5047"/>
                  </a:lnTo>
                  <a:lnTo>
                    <a:pt x="4475" y="4953"/>
                  </a:lnTo>
                  <a:cubicBezTo>
                    <a:pt x="4533" y="4903"/>
                    <a:pt x="4626" y="4846"/>
                    <a:pt x="4677" y="4829"/>
                  </a:cubicBezTo>
                  <a:cubicBezTo>
                    <a:pt x="4729" y="4813"/>
                    <a:pt x="4878" y="4705"/>
                    <a:pt x="5002" y="4592"/>
                  </a:cubicBezTo>
                  <a:cubicBezTo>
                    <a:pt x="5126" y="4480"/>
                    <a:pt x="5243" y="4381"/>
                    <a:pt x="5260" y="4375"/>
                  </a:cubicBezTo>
                  <a:cubicBezTo>
                    <a:pt x="5279" y="4370"/>
                    <a:pt x="5313" y="4321"/>
                    <a:pt x="5338" y="4265"/>
                  </a:cubicBezTo>
                  <a:cubicBezTo>
                    <a:pt x="5382" y="4170"/>
                    <a:pt x="5376" y="4154"/>
                    <a:pt x="5225" y="3961"/>
                  </a:cubicBezTo>
                  <a:cubicBezTo>
                    <a:pt x="5089" y="3787"/>
                    <a:pt x="4698" y="3440"/>
                    <a:pt x="4350" y="3188"/>
                  </a:cubicBezTo>
                  <a:cubicBezTo>
                    <a:pt x="4160" y="3049"/>
                    <a:pt x="3367" y="2661"/>
                    <a:pt x="3170" y="2608"/>
                  </a:cubicBezTo>
                  <a:cubicBezTo>
                    <a:pt x="3052" y="2577"/>
                    <a:pt x="2918" y="2532"/>
                    <a:pt x="2867" y="2509"/>
                  </a:cubicBezTo>
                  <a:cubicBezTo>
                    <a:pt x="2691" y="2425"/>
                    <a:pt x="1791" y="2301"/>
                    <a:pt x="1319" y="2295"/>
                  </a:cubicBezTo>
                  <a:cubicBezTo>
                    <a:pt x="1064" y="2293"/>
                    <a:pt x="843" y="2274"/>
                    <a:pt x="832" y="2254"/>
                  </a:cubicBezTo>
                  <a:cubicBezTo>
                    <a:pt x="822" y="2233"/>
                    <a:pt x="1044" y="2091"/>
                    <a:pt x="1327" y="1937"/>
                  </a:cubicBezTo>
                  <a:cubicBezTo>
                    <a:pt x="1994" y="1575"/>
                    <a:pt x="2042" y="1533"/>
                    <a:pt x="1958" y="1380"/>
                  </a:cubicBezTo>
                  <a:cubicBezTo>
                    <a:pt x="1893" y="1261"/>
                    <a:pt x="1016" y="629"/>
                    <a:pt x="795" y="541"/>
                  </a:cubicBezTo>
                  <a:cubicBezTo>
                    <a:pt x="731" y="517"/>
                    <a:pt x="644" y="471"/>
                    <a:pt x="595" y="438"/>
                  </a:cubicBezTo>
                  <a:cubicBezTo>
                    <a:pt x="510" y="381"/>
                    <a:pt x="516" y="378"/>
                    <a:pt x="782" y="322"/>
                  </a:cubicBezTo>
                  <a:cubicBezTo>
                    <a:pt x="1044" y="269"/>
                    <a:pt x="1351" y="242"/>
                    <a:pt x="1662" y="242"/>
                  </a:cubicBezTo>
                  <a:close/>
                  <a:moveTo>
                    <a:pt x="1627" y="1"/>
                  </a:moveTo>
                  <a:cubicBezTo>
                    <a:pt x="888" y="1"/>
                    <a:pt x="206" y="129"/>
                    <a:pt x="67" y="337"/>
                  </a:cubicBezTo>
                  <a:lnTo>
                    <a:pt x="0" y="439"/>
                  </a:lnTo>
                  <a:lnTo>
                    <a:pt x="508" y="710"/>
                  </a:lnTo>
                  <a:cubicBezTo>
                    <a:pt x="1000" y="974"/>
                    <a:pt x="1609" y="1367"/>
                    <a:pt x="1630" y="1435"/>
                  </a:cubicBezTo>
                  <a:cubicBezTo>
                    <a:pt x="1637" y="1455"/>
                    <a:pt x="1540" y="1515"/>
                    <a:pt x="1415" y="1571"/>
                  </a:cubicBezTo>
                  <a:cubicBezTo>
                    <a:pt x="931" y="1785"/>
                    <a:pt x="284" y="2235"/>
                    <a:pt x="214" y="2408"/>
                  </a:cubicBezTo>
                  <a:cubicBezTo>
                    <a:pt x="168" y="2523"/>
                    <a:pt x="282" y="2599"/>
                    <a:pt x="490" y="2599"/>
                  </a:cubicBezTo>
                  <a:cubicBezTo>
                    <a:pt x="511" y="2599"/>
                    <a:pt x="533" y="2598"/>
                    <a:pt x="556" y="2597"/>
                  </a:cubicBezTo>
                  <a:cubicBezTo>
                    <a:pt x="746" y="2583"/>
                    <a:pt x="933" y="2577"/>
                    <a:pt x="1116" y="2577"/>
                  </a:cubicBezTo>
                  <a:cubicBezTo>
                    <a:pt x="2565" y="2577"/>
                    <a:pt x="3759" y="2993"/>
                    <a:pt x="4661" y="3814"/>
                  </a:cubicBezTo>
                  <a:cubicBezTo>
                    <a:pt x="4854" y="3991"/>
                    <a:pt x="5032" y="4182"/>
                    <a:pt x="5016" y="4198"/>
                  </a:cubicBezTo>
                  <a:cubicBezTo>
                    <a:pt x="4787" y="4417"/>
                    <a:pt x="4649" y="4526"/>
                    <a:pt x="4446" y="4650"/>
                  </a:cubicBezTo>
                  <a:cubicBezTo>
                    <a:pt x="4146" y="4834"/>
                    <a:pt x="4039" y="4972"/>
                    <a:pt x="4085" y="5119"/>
                  </a:cubicBezTo>
                  <a:cubicBezTo>
                    <a:pt x="4134" y="5276"/>
                    <a:pt x="4205" y="5310"/>
                    <a:pt x="4870" y="5497"/>
                  </a:cubicBezTo>
                  <a:cubicBezTo>
                    <a:pt x="5196" y="5588"/>
                    <a:pt x="5557" y="5693"/>
                    <a:pt x="5667" y="5730"/>
                  </a:cubicBezTo>
                  <a:cubicBezTo>
                    <a:pt x="5778" y="5766"/>
                    <a:pt x="6074" y="5839"/>
                    <a:pt x="6328" y="5892"/>
                  </a:cubicBezTo>
                  <a:cubicBezTo>
                    <a:pt x="6582" y="5947"/>
                    <a:pt x="6879" y="6025"/>
                    <a:pt x="6992" y="6068"/>
                  </a:cubicBezTo>
                  <a:cubicBezTo>
                    <a:pt x="7215" y="6153"/>
                    <a:pt x="7366" y="6198"/>
                    <a:pt x="7472" y="6198"/>
                  </a:cubicBezTo>
                  <a:cubicBezTo>
                    <a:pt x="7611" y="6198"/>
                    <a:pt x="7673" y="6123"/>
                    <a:pt x="7722" y="5964"/>
                  </a:cubicBezTo>
                  <a:cubicBezTo>
                    <a:pt x="7799" y="5707"/>
                    <a:pt x="7816" y="5302"/>
                    <a:pt x="7757" y="5113"/>
                  </a:cubicBezTo>
                  <a:cubicBezTo>
                    <a:pt x="7730" y="5028"/>
                    <a:pt x="7727" y="4969"/>
                    <a:pt x="7750" y="4969"/>
                  </a:cubicBezTo>
                  <a:cubicBezTo>
                    <a:pt x="7752" y="4969"/>
                    <a:pt x="7753" y="4969"/>
                    <a:pt x="7755" y="4969"/>
                  </a:cubicBezTo>
                  <a:cubicBezTo>
                    <a:pt x="7757" y="4970"/>
                    <a:pt x="7759" y="4970"/>
                    <a:pt x="7761" y="4970"/>
                  </a:cubicBezTo>
                  <a:cubicBezTo>
                    <a:pt x="7785" y="4970"/>
                    <a:pt x="7811" y="4933"/>
                    <a:pt x="7821" y="4883"/>
                  </a:cubicBezTo>
                  <a:cubicBezTo>
                    <a:pt x="7857" y="4685"/>
                    <a:pt x="7872" y="3924"/>
                    <a:pt x="7839" y="3907"/>
                  </a:cubicBezTo>
                  <a:cubicBezTo>
                    <a:pt x="7822" y="3899"/>
                    <a:pt x="7829" y="3885"/>
                    <a:pt x="7852" y="3877"/>
                  </a:cubicBezTo>
                  <a:cubicBezTo>
                    <a:pt x="7903" y="3861"/>
                    <a:pt x="7909" y="3244"/>
                    <a:pt x="7857" y="3200"/>
                  </a:cubicBezTo>
                  <a:cubicBezTo>
                    <a:pt x="7837" y="3183"/>
                    <a:pt x="7837" y="3162"/>
                    <a:pt x="7855" y="3148"/>
                  </a:cubicBezTo>
                  <a:cubicBezTo>
                    <a:pt x="7912" y="3104"/>
                    <a:pt x="7972" y="2634"/>
                    <a:pt x="7945" y="2453"/>
                  </a:cubicBezTo>
                  <a:cubicBezTo>
                    <a:pt x="7924" y="2309"/>
                    <a:pt x="7904" y="2276"/>
                    <a:pt x="7839" y="2272"/>
                  </a:cubicBezTo>
                  <a:cubicBezTo>
                    <a:pt x="7838" y="2272"/>
                    <a:pt x="7837" y="2272"/>
                    <a:pt x="7836" y="2272"/>
                  </a:cubicBezTo>
                  <a:cubicBezTo>
                    <a:pt x="7756" y="2272"/>
                    <a:pt x="7471" y="2425"/>
                    <a:pt x="7033" y="2707"/>
                  </a:cubicBezTo>
                  <a:cubicBezTo>
                    <a:pt x="6911" y="2785"/>
                    <a:pt x="6807" y="2849"/>
                    <a:pt x="6800" y="2851"/>
                  </a:cubicBezTo>
                  <a:cubicBezTo>
                    <a:pt x="6800" y="2851"/>
                    <a:pt x="6800" y="2851"/>
                    <a:pt x="6800" y="2851"/>
                  </a:cubicBezTo>
                  <a:cubicBezTo>
                    <a:pt x="6791" y="2851"/>
                    <a:pt x="6714" y="2730"/>
                    <a:pt x="6628" y="2582"/>
                  </a:cubicBezTo>
                  <a:cubicBezTo>
                    <a:pt x="6540" y="2433"/>
                    <a:pt x="6409" y="2245"/>
                    <a:pt x="6336" y="2167"/>
                  </a:cubicBezTo>
                  <a:cubicBezTo>
                    <a:pt x="6265" y="2091"/>
                    <a:pt x="6197" y="2005"/>
                    <a:pt x="6189" y="1979"/>
                  </a:cubicBezTo>
                  <a:cubicBezTo>
                    <a:pt x="6153" y="1865"/>
                    <a:pt x="5649" y="1390"/>
                    <a:pt x="5286" y="1129"/>
                  </a:cubicBezTo>
                  <a:cubicBezTo>
                    <a:pt x="4499" y="562"/>
                    <a:pt x="3838" y="304"/>
                    <a:pt x="2614" y="83"/>
                  </a:cubicBezTo>
                  <a:cubicBezTo>
                    <a:pt x="2303" y="27"/>
                    <a:pt x="195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4"/>
            <p:cNvSpPr/>
            <p:nvPr/>
          </p:nvSpPr>
          <p:spPr>
            <a:xfrm>
              <a:off x="5354450" y="2420350"/>
              <a:ext cx="43500" cy="13425"/>
            </a:xfrm>
            <a:custGeom>
              <a:rect b="b" l="l" r="r" t="t"/>
              <a:pathLst>
                <a:path extrusionOk="0" h="537" w="1740">
                  <a:moveTo>
                    <a:pt x="195" y="1"/>
                  </a:moveTo>
                  <a:cubicBezTo>
                    <a:pt x="127" y="1"/>
                    <a:pt x="93" y="15"/>
                    <a:pt x="65" y="42"/>
                  </a:cubicBezTo>
                  <a:cubicBezTo>
                    <a:pt x="27" y="82"/>
                    <a:pt x="0" y="129"/>
                    <a:pt x="7" y="149"/>
                  </a:cubicBezTo>
                  <a:cubicBezTo>
                    <a:pt x="23" y="201"/>
                    <a:pt x="232" y="263"/>
                    <a:pt x="605" y="328"/>
                  </a:cubicBezTo>
                  <a:cubicBezTo>
                    <a:pt x="775" y="357"/>
                    <a:pt x="1073" y="420"/>
                    <a:pt x="1264" y="467"/>
                  </a:cubicBezTo>
                  <a:cubicBezTo>
                    <a:pt x="1454" y="513"/>
                    <a:pt x="1559" y="536"/>
                    <a:pt x="1621" y="536"/>
                  </a:cubicBezTo>
                  <a:cubicBezTo>
                    <a:pt x="1683" y="536"/>
                    <a:pt x="1702" y="512"/>
                    <a:pt x="1721" y="464"/>
                  </a:cubicBezTo>
                  <a:cubicBezTo>
                    <a:pt x="1739" y="421"/>
                    <a:pt x="1718" y="377"/>
                    <a:pt x="1656" y="328"/>
                  </a:cubicBezTo>
                  <a:cubicBezTo>
                    <a:pt x="1612" y="294"/>
                    <a:pt x="1558" y="270"/>
                    <a:pt x="1525" y="270"/>
                  </a:cubicBezTo>
                  <a:cubicBezTo>
                    <a:pt x="1519" y="270"/>
                    <a:pt x="1514" y="271"/>
                    <a:pt x="1510" y="272"/>
                  </a:cubicBezTo>
                  <a:cubicBezTo>
                    <a:pt x="1500" y="275"/>
                    <a:pt x="1491" y="276"/>
                    <a:pt x="1483" y="276"/>
                  </a:cubicBezTo>
                  <a:cubicBezTo>
                    <a:pt x="1463" y="276"/>
                    <a:pt x="1448" y="268"/>
                    <a:pt x="1444" y="254"/>
                  </a:cubicBezTo>
                  <a:cubicBezTo>
                    <a:pt x="1433" y="221"/>
                    <a:pt x="1316" y="193"/>
                    <a:pt x="580" y="54"/>
                  </a:cubicBezTo>
                  <a:cubicBezTo>
                    <a:pt x="387" y="18"/>
                    <a:pt x="271"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4"/>
            <p:cNvSpPr/>
            <p:nvPr/>
          </p:nvSpPr>
          <p:spPr>
            <a:xfrm>
              <a:off x="5276325" y="2342550"/>
              <a:ext cx="84200" cy="48700"/>
            </a:xfrm>
            <a:custGeom>
              <a:rect b="b" l="l" r="r" t="t"/>
              <a:pathLst>
                <a:path extrusionOk="0" h="1948" w="3368">
                  <a:moveTo>
                    <a:pt x="286" y="1"/>
                  </a:moveTo>
                  <a:cubicBezTo>
                    <a:pt x="278" y="1"/>
                    <a:pt x="271" y="1"/>
                    <a:pt x="263" y="1"/>
                  </a:cubicBezTo>
                  <a:cubicBezTo>
                    <a:pt x="100" y="3"/>
                    <a:pt x="68" y="16"/>
                    <a:pt x="27" y="90"/>
                  </a:cubicBezTo>
                  <a:cubicBezTo>
                    <a:pt x="3" y="134"/>
                    <a:pt x="1" y="200"/>
                    <a:pt x="22" y="226"/>
                  </a:cubicBezTo>
                  <a:cubicBezTo>
                    <a:pt x="49" y="261"/>
                    <a:pt x="212" y="281"/>
                    <a:pt x="354" y="281"/>
                  </a:cubicBezTo>
                  <a:cubicBezTo>
                    <a:pt x="455" y="281"/>
                    <a:pt x="544" y="270"/>
                    <a:pt x="564" y="248"/>
                  </a:cubicBezTo>
                  <a:cubicBezTo>
                    <a:pt x="569" y="241"/>
                    <a:pt x="575" y="238"/>
                    <a:pt x="582" y="238"/>
                  </a:cubicBezTo>
                  <a:cubicBezTo>
                    <a:pt x="595" y="238"/>
                    <a:pt x="608" y="252"/>
                    <a:pt x="616" y="275"/>
                  </a:cubicBezTo>
                  <a:cubicBezTo>
                    <a:pt x="625" y="307"/>
                    <a:pt x="648" y="329"/>
                    <a:pt x="667" y="329"/>
                  </a:cubicBezTo>
                  <a:cubicBezTo>
                    <a:pt x="670" y="329"/>
                    <a:pt x="672" y="328"/>
                    <a:pt x="675" y="328"/>
                  </a:cubicBezTo>
                  <a:cubicBezTo>
                    <a:pt x="675" y="328"/>
                    <a:pt x="676" y="328"/>
                    <a:pt x="677" y="328"/>
                  </a:cubicBezTo>
                  <a:cubicBezTo>
                    <a:pt x="711" y="328"/>
                    <a:pt x="983" y="449"/>
                    <a:pt x="1291" y="602"/>
                  </a:cubicBezTo>
                  <a:cubicBezTo>
                    <a:pt x="1598" y="754"/>
                    <a:pt x="1842" y="854"/>
                    <a:pt x="1905" y="854"/>
                  </a:cubicBezTo>
                  <a:cubicBezTo>
                    <a:pt x="1911" y="854"/>
                    <a:pt x="1916" y="853"/>
                    <a:pt x="1918" y="851"/>
                  </a:cubicBezTo>
                  <a:cubicBezTo>
                    <a:pt x="1930" y="842"/>
                    <a:pt x="1939" y="838"/>
                    <a:pt x="1946" y="838"/>
                  </a:cubicBezTo>
                  <a:cubicBezTo>
                    <a:pt x="1956" y="838"/>
                    <a:pt x="1960" y="850"/>
                    <a:pt x="1954" y="873"/>
                  </a:cubicBezTo>
                  <a:cubicBezTo>
                    <a:pt x="1946" y="906"/>
                    <a:pt x="2047" y="1004"/>
                    <a:pt x="2198" y="1108"/>
                  </a:cubicBezTo>
                  <a:cubicBezTo>
                    <a:pt x="2490" y="1310"/>
                    <a:pt x="2898" y="1660"/>
                    <a:pt x="3038" y="1831"/>
                  </a:cubicBezTo>
                  <a:cubicBezTo>
                    <a:pt x="3102" y="1908"/>
                    <a:pt x="3167" y="1948"/>
                    <a:pt x="3222" y="1948"/>
                  </a:cubicBezTo>
                  <a:cubicBezTo>
                    <a:pt x="3260" y="1948"/>
                    <a:pt x="3293" y="1929"/>
                    <a:pt x="3318" y="1891"/>
                  </a:cubicBezTo>
                  <a:cubicBezTo>
                    <a:pt x="3368" y="1814"/>
                    <a:pt x="3353" y="1767"/>
                    <a:pt x="3235" y="1631"/>
                  </a:cubicBezTo>
                  <a:cubicBezTo>
                    <a:pt x="2951" y="1303"/>
                    <a:pt x="2210" y="759"/>
                    <a:pt x="2055" y="759"/>
                  </a:cubicBezTo>
                  <a:cubicBezTo>
                    <a:pt x="2050" y="759"/>
                    <a:pt x="2046" y="759"/>
                    <a:pt x="2042" y="760"/>
                  </a:cubicBezTo>
                  <a:cubicBezTo>
                    <a:pt x="2035" y="762"/>
                    <a:pt x="2030" y="763"/>
                    <a:pt x="2024" y="763"/>
                  </a:cubicBezTo>
                  <a:cubicBezTo>
                    <a:pt x="2005" y="763"/>
                    <a:pt x="1994" y="750"/>
                    <a:pt x="2000" y="726"/>
                  </a:cubicBezTo>
                  <a:cubicBezTo>
                    <a:pt x="2016" y="662"/>
                    <a:pt x="1758" y="514"/>
                    <a:pt x="1177" y="252"/>
                  </a:cubicBezTo>
                  <a:cubicBezTo>
                    <a:pt x="957" y="152"/>
                    <a:pt x="839" y="108"/>
                    <a:pt x="783" y="108"/>
                  </a:cubicBezTo>
                  <a:cubicBezTo>
                    <a:pt x="759" y="108"/>
                    <a:pt x="747" y="116"/>
                    <a:pt x="743" y="132"/>
                  </a:cubicBezTo>
                  <a:cubicBezTo>
                    <a:pt x="737" y="158"/>
                    <a:pt x="731" y="171"/>
                    <a:pt x="725" y="171"/>
                  </a:cubicBezTo>
                  <a:cubicBezTo>
                    <a:pt x="719" y="171"/>
                    <a:pt x="712" y="159"/>
                    <a:pt x="705" y="133"/>
                  </a:cubicBezTo>
                  <a:cubicBezTo>
                    <a:pt x="679" y="50"/>
                    <a:pt x="52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9" name="Google Shape;3279;p94"/>
          <p:cNvSpPr/>
          <p:nvPr/>
        </p:nvSpPr>
        <p:spPr>
          <a:xfrm rot="173206">
            <a:off x="1689357" y="3789211"/>
            <a:ext cx="1393337" cy="735422"/>
          </a:xfrm>
          <a:custGeom>
            <a:rect b="b" l="l" r="r" t="t"/>
            <a:pathLst>
              <a:path extrusionOk="0" h="24747" w="98833">
                <a:moveTo>
                  <a:pt x="0" y="1867"/>
                </a:moveTo>
                <a:lnTo>
                  <a:pt x="2335" y="24747"/>
                </a:lnTo>
                <a:lnTo>
                  <a:pt x="98833" y="22879"/>
                </a:lnTo>
                <a:lnTo>
                  <a:pt x="97121" y="0"/>
                </a:lnTo>
                <a:close/>
              </a:path>
            </a:pathLst>
          </a:custGeom>
          <a:solidFill>
            <a:srgbClr val="FF6EA7"/>
          </a:solidFill>
          <a:ln cap="flat" cmpd="sng" w="19050">
            <a:solidFill>
              <a:srgbClr val="000000"/>
            </a:solidFill>
            <a:prstDash val="solid"/>
            <a:round/>
            <a:headEnd len="med" w="med" type="none"/>
            <a:tailEnd len="med" w="med" type="none"/>
          </a:ln>
        </p:spPr>
      </p:sp>
      <p:sp>
        <p:nvSpPr>
          <p:cNvPr id="3280" name="Google Shape;3280;p94">
            <a:hlinkClick action="ppaction://hlinksldjump" r:id="rId3"/>
          </p:cNvPr>
          <p:cNvSpPr txBox="1"/>
          <p:nvPr/>
        </p:nvSpPr>
        <p:spPr>
          <a:xfrm>
            <a:off x="1737125" y="3860963"/>
            <a:ext cx="12978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Gloria Hallelujah"/>
                <a:ea typeface="Gloria Hallelujah"/>
                <a:cs typeface="Gloria Hallelujah"/>
                <a:sym typeface="Gloria Hallelujah"/>
              </a:rPr>
              <a:t>Solve it</a:t>
            </a:r>
            <a:r>
              <a:rPr lang="en" sz="2000">
                <a:solidFill>
                  <a:schemeClr val="dk1"/>
                </a:solidFill>
                <a:latin typeface="Gloria Hallelujah"/>
                <a:ea typeface="Gloria Hallelujah"/>
                <a:cs typeface="Gloria Hallelujah"/>
                <a:sym typeface="Gloria Hallelujah"/>
              </a:rPr>
              <a:t>!</a:t>
            </a:r>
            <a:endParaRPr sz="1600">
              <a:solidFill>
                <a:schemeClr val="dk1"/>
              </a:solidFill>
              <a:latin typeface="Gloria Hallelujah"/>
              <a:ea typeface="Gloria Hallelujah"/>
              <a:cs typeface="Gloria Hallelujah"/>
              <a:sym typeface="Gloria Hallelujah"/>
            </a:endParaRPr>
          </a:p>
        </p:txBody>
      </p:sp>
      <p:grpSp>
        <p:nvGrpSpPr>
          <p:cNvPr id="3281" name="Google Shape;3281;p94"/>
          <p:cNvGrpSpPr/>
          <p:nvPr/>
        </p:nvGrpSpPr>
        <p:grpSpPr>
          <a:xfrm>
            <a:off x="713184" y="4691184"/>
            <a:ext cx="7726459" cy="369843"/>
            <a:chOff x="713184" y="4691184"/>
            <a:chExt cx="7726459" cy="369843"/>
          </a:xfrm>
        </p:grpSpPr>
        <p:sp>
          <p:nvSpPr>
            <p:cNvPr id="3282" name="Google Shape;3282;p94"/>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283" name="Google Shape;3283;p94"/>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4"/>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4">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9" name="Shape 3289"/>
        <p:cNvGrpSpPr/>
        <p:nvPr/>
      </p:nvGrpSpPr>
      <p:grpSpPr>
        <a:xfrm>
          <a:off x="0" y="0"/>
          <a:ext cx="0" cy="0"/>
          <a:chOff x="0" y="0"/>
          <a:chExt cx="0" cy="0"/>
        </a:xfrm>
      </p:grpSpPr>
      <p:grpSp>
        <p:nvGrpSpPr>
          <p:cNvPr id="3290" name="Google Shape;3290;p95"/>
          <p:cNvGrpSpPr/>
          <p:nvPr/>
        </p:nvGrpSpPr>
        <p:grpSpPr>
          <a:xfrm>
            <a:off x="3054826" y="773785"/>
            <a:ext cx="3010505" cy="543327"/>
            <a:chOff x="5316325" y="2821782"/>
            <a:chExt cx="1404350" cy="302100"/>
          </a:xfrm>
        </p:grpSpPr>
        <p:sp>
          <p:nvSpPr>
            <p:cNvPr id="3291" name="Google Shape;3291;p95"/>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5"/>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5"/>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5"/>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5"/>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5"/>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5"/>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8" name="Google Shape;3298;p95"/>
          <p:cNvGrpSpPr/>
          <p:nvPr/>
        </p:nvGrpSpPr>
        <p:grpSpPr>
          <a:xfrm>
            <a:off x="1713997" y="1482543"/>
            <a:ext cx="5724828" cy="3049825"/>
            <a:chOff x="233350" y="949250"/>
            <a:chExt cx="7137300" cy="3802300"/>
          </a:xfrm>
        </p:grpSpPr>
        <p:sp>
          <p:nvSpPr>
            <p:cNvPr id="3299" name="Google Shape;3299;p9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0" name="Google Shape;3300;p9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1" name="Google Shape;3301;p9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2" name="Google Shape;3302;p9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3" name="Google Shape;3303;p9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4" name="Google Shape;3304;p9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5" name="Google Shape;3305;p9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6" name="Google Shape;3306;p9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7" name="Google Shape;3307;p9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8" name="Google Shape;3308;p9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09" name="Google Shape;3309;p9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0" name="Google Shape;3310;p9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1" name="Google Shape;3311;p9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2" name="Google Shape;3312;p9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3" name="Google Shape;3313;p9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4" name="Google Shape;3314;p9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5" name="Google Shape;3315;p9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6" name="Google Shape;3316;p9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7" name="Google Shape;3317;p9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8" name="Google Shape;3318;p9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19" name="Google Shape;3319;p9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0" name="Google Shape;3320;p9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1" name="Google Shape;3321;p9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2" name="Google Shape;3322;p9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3" name="Google Shape;3323;p9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4" name="Google Shape;3324;p9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5" name="Google Shape;3325;p9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6" name="Google Shape;3326;p9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7" name="Google Shape;3327;p9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8" name="Google Shape;3328;p9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29" name="Google Shape;3329;p9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0" name="Google Shape;3330;p9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1" name="Google Shape;3331;p9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2" name="Google Shape;3332;p9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3" name="Google Shape;3333;p9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4" name="Google Shape;3334;p9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5" name="Google Shape;3335;p9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6" name="Google Shape;3336;p9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7" name="Google Shape;3337;p9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8" name="Google Shape;3338;p9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39" name="Google Shape;3339;p9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0" name="Google Shape;3340;p9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1" name="Google Shape;3341;p9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2" name="Google Shape;3342;p9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3" name="Google Shape;3343;p9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4" name="Google Shape;3344;p9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5" name="Google Shape;3345;p9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6" name="Google Shape;3346;p9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7" name="Google Shape;3347;p9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8" name="Google Shape;3348;p9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349" name="Google Shape;3349;p9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3350" name="Google Shape;3350;p95"/>
          <p:cNvGrpSpPr/>
          <p:nvPr/>
        </p:nvGrpSpPr>
        <p:grpSpPr>
          <a:xfrm>
            <a:off x="4140877" y="2118526"/>
            <a:ext cx="269273" cy="265371"/>
            <a:chOff x="7116513" y="3304232"/>
            <a:chExt cx="232875" cy="229500"/>
          </a:xfrm>
        </p:grpSpPr>
        <p:sp>
          <p:nvSpPr>
            <p:cNvPr id="3351" name="Google Shape;3351;p95"/>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5"/>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5"/>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95"/>
          <p:cNvGrpSpPr/>
          <p:nvPr/>
        </p:nvGrpSpPr>
        <p:grpSpPr>
          <a:xfrm>
            <a:off x="4410115" y="2216099"/>
            <a:ext cx="269273" cy="265371"/>
            <a:chOff x="6785413" y="3304232"/>
            <a:chExt cx="232875" cy="229500"/>
          </a:xfrm>
        </p:grpSpPr>
        <p:sp>
          <p:nvSpPr>
            <p:cNvPr id="3355" name="Google Shape;3355;p95"/>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5"/>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5"/>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95"/>
          <p:cNvGrpSpPr/>
          <p:nvPr/>
        </p:nvGrpSpPr>
        <p:grpSpPr>
          <a:xfrm>
            <a:off x="4022961" y="1853140"/>
            <a:ext cx="269244" cy="265371"/>
            <a:chOff x="6437163" y="3304232"/>
            <a:chExt cx="232850" cy="229500"/>
          </a:xfrm>
        </p:grpSpPr>
        <p:sp>
          <p:nvSpPr>
            <p:cNvPr id="3359" name="Google Shape;3359;p95"/>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5"/>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5"/>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95"/>
          <p:cNvGrpSpPr/>
          <p:nvPr/>
        </p:nvGrpSpPr>
        <p:grpSpPr>
          <a:xfrm>
            <a:off x="2923383" y="2125059"/>
            <a:ext cx="269244" cy="265371"/>
            <a:chOff x="6106088" y="3304232"/>
            <a:chExt cx="232850" cy="229500"/>
          </a:xfrm>
        </p:grpSpPr>
        <p:sp>
          <p:nvSpPr>
            <p:cNvPr id="3363" name="Google Shape;3363;p95"/>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5"/>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5"/>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6" name="Google Shape;3366;p95"/>
          <p:cNvSpPr txBox="1"/>
          <p:nvPr>
            <p:ph type="title"/>
          </p:nvPr>
        </p:nvSpPr>
        <p:spPr>
          <a:xfrm>
            <a:off x="3305550" y="758952"/>
            <a:ext cx="25329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travel!</a:t>
            </a:r>
            <a:endParaRPr/>
          </a:p>
        </p:txBody>
      </p:sp>
      <p:grpSp>
        <p:nvGrpSpPr>
          <p:cNvPr id="3367" name="Google Shape;3367;p95"/>
          <p:cNvGrpSpPr/>
          <p:nvPr/>
        </p:nvGrpSpPr>
        <p:grpSpPr>
          <a:xfrm>
            <a:off x="713184" y="4691184"/>
            <a:ext cx="7726459" cy="369843"/>
            <a:chOff x="713184" y="4691184"/>
            <a:chExt cx="7726459" cy="369843"/>
          </a:xfrm>
        </p:grpSpPr>
        <p:sp>
          <p:nvSpPr>
            <p:cNvPr id="3368" name="Google Shape;3368;p95"/>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369" name="Google Shape;3369;p95"/>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5"/>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5">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75" name="Shape 3375"/>
        <p:cNvGrpSpPr/>
        <p:nvPr/>
      </p:nvGrpSpPr>
      <p:grpSpPr>
        <a:xfrm>
          <a:off x="0" y="0"/>
          <a:ext cx="0" cy="0"/>
          <a:chOff x="0" y="0"/>
          <a:chExt cx="0" cy="0"/>
        </a:xfrm>
      </p:grpSpPr>
      <p:grpSp>
        <p:nvGrpSpPr>
          <p:cNvPr id="3376" name="Google Shape;3376;p96"/>
          <p:cNvGrpSpPr/>
          <p:nvPr/>
        </p:nvGrpSpPr>
        <p:grpSpPr>
          <a:xfrm>
            <a:off x="2783426" y="991712"/>
            <a:ext cx="3577149" cy="1011247"/>
            <a:chOff x="7728915" y="1917859"/>
            <a:chExt cx="1034486" cy="222599"/>
          </a:xfrm>
        </p:grpSpPr>
        <p:sp>
          <p:nvSpPr>
            <p:cNvPr id="3377" name="Google Shape;3377;p96"/>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6"/>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6"/>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6"/>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6"/>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6"/>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6"/>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6"/>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6"/>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6"/>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6"/>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6"/>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6"/>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6"/>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6"/>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6"/>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6"/>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6"/>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6"/>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6"/>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6"/>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6"/>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6"/>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6"/>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6"/>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6"/>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6"/>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6"/>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6"/>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6"/>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6"/>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6"/>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6"/>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6"/>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6"/>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6"/>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6"/>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6"/>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6"/>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6" name="Google Shape;3416;p96"/>
          <p:cNvSpPr txBox="1"/>
          <p:nvPr>
            <p:ph type="title"/>
          </p:nvPr>
        </p:nvSpPr>
        <p:spPr>
          <a:xfrm>
            <a:off x="2886750" y="1000350"/>
            <a:ext cx="3370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a:t>
            </a:r>
            <a:r>
              <a:rPr lang="en"/>
              <a:t>uick quiz</a:t>
            </a:r>
            <a:endParaRPr/>
          </a:p>
        </p:txBody>
      </p:sp>
      <p:grpSp>
        <p:nvGrpSpPr>
          <p:cNvPr id="3417" name="Google Shape;3417;p96"/>
          <p:cNvGrpSpPr/>
          <p:nvPr/>
        </p:nvGrpSpPr>
        <p:grpSpPr>
          <a:xfrm rot="2042159">
            <a:off x="939334" y="3136452"/>
            <a:ext cx="758721" cy="1039829"/>
            <a:chOff x="6722988" y="1767725"/>
            <a:chExt cx="207225" cy="298150"/>
          </a:xfrm>
        </p:grpSpPr>
        <p:sp>
          <p:nvSpPr>
            <p:cNvPr id="3418" name="Google Shape;3418;p96"/>
            <p:cNvSpPr/>
            <p:nvPr/>
          </p:nvSpPr>
          <p:spPr>
            <a:xfrm>
              <a:off x="6722988" y="1767725"/>
              <a:ext cx="190525" cy="250650"/>
            </a:xfrm>
            <a:custGeom>
              <a:rect b="b" l="l" r="r" t="t"/>
              <a:pathLst>
                <a:path extrusionOk="0" h="10026" w="7621">
                  <a:moveTo>
                    <a:pt x="3858" y="193"/>
                  </a:moveTo>
                  <a:cubicBezTo>
                    <a:pt x="4020" y="193"/>
                    <a:pt x="4181" y="206"/>
                    <a:pt x="4340" y="234"/>
                  </a:cubicBezTo>
                  <a:cubicBezTo>
                    <a:pt x="5387" y="416"/>
                    <a:pt x="6354" y="1208"/>
                    <a:pt x="6861" y="2301"/>
                  </a:cubicBezTo>
                  <a:cubicBezTo>
                    <a:pt x="7295" y="3237"/>
                    <a:pt x="7424" y="4362"/>
                    <a:pt x="7244" y="5646"/>
                  </a:cubicBezTo>
                  <a:cubicBezTo>
                    <a:pt x="7190" y="6025"/>
                    <a:pt x="7103" y="6458"/>
                    <a:pt x="6859" y="6791"/>
                  </a:cubicBezTo>
                  <a:lnTo>
                    <a:pt x="6828" y="6832"/>
                  </a:lnTo>
                  <a:cubicBezTo>
                    <a:pt x="6761" y="6921"/>
                    <a:pt x="6685" y="7022"/>
                    <a:pt x="6672" y="7151"/>
                  </a:cubicBezTo>
                  <a:cubicBezTo>
                    <a:pt x="6662" y="7261"/>
                    <a:pt x="6701" y="7363"/>
                    <a:pt x="6733" y="7444"/>
                  </a:cubicBezTo>
                  <a:lnTo>
                    <a:pt x="7117" y="8427"/>
                  </a:lnTo>
                  <a:cubicBezTo>
                    <a:pt x="7157" y="8531"/>
                    <a:pt x="7209" y="8661"/>
                    <a:pt x="7183" y="8772"/>
                  </a:cubicBezTo>
                  <a:cubicBezTo>
                    <a:pt x="7153" y="8905"/>
                    <a:pt x="7022" y="9004"/>
                    <a:pt x="6877" y="9101"/>
                  </a:cubicBezTo>
                  <a:cubicBezTo>
                    <a:pt x="6298" y="9492"/>
                    <a:pt x="5771" y="9817"/>
                    <a:pt x="5178" y="9833"/>
                  </a:cubicBezTo>
                  <a:cubicBezTo>
                    <a:pt x="5168" y="9833"/>
                    <a:pt x="5158" y="9833"/>
                    <a:pt x="5149" y="9833"/>
                  </a:cubicBezTo>
                  <a:cubicBezTo>
                    <a:pt x="4703" y="9833"/>
                    <a:pt x="4552" y="9520"/>
                    <a:pt x="4354" y="9126"/>
                  </a:cubicBezTo>
                  <a:cubicBezTo>
                    <a:pt x="4308" y="9037"/>
                    <a:pt x="4261" y="8943"/>
                    <a:pt x="4209" y="8851"/>
                  </a:cubicBezTo>
                  <a:cubicBezTo>
                    <a:pt x="4142" y="8731"/>
                    <a:pt x="4064" y="8594"/>
                    <a:pt x="3945" y="8493"/>
                  </a:cubicBezTo>
                  <a:cubicBezTo>
                    <a:pt x="3850" y="8412"/>
                    <a:pt x="3737" y="8359"/>
                    <a:pt x="3637" y="8319"/>
                  </a:cubicBezTo>
                  <a:cubicBezTo>
                    <a:pt x="3457" y="8244"/>
                    <a:pt x="3269" y="8185"/>
                    <a:pt x="3087" y="8129"/>
                  </a:cubicBezTo>
                  <a:cubicBezTo>
                    <a:pt x="2894" y="8068"/>
                    <a:pt x="2693" y="8005"/>
                    <a:pt x="2507" y="7925"/>
                  </a:cubicBezTo>
                  <a:cubicBezTo>
                    <a:pt x="1453" y="7471"/>
                    <a:pt x="653" y="6348"/>
                    <a:pt x="419" y="4994"/>
                  </a:cubicBezTo>
                  <a:cubicBezTo>
                    <a:pt x="201" y="3728"/>
                    <a:pt x="475" y="2476"/>
                    <a:pt x="1173" y="1560"/>
                  </a:cubicBezTo>
                  <a:cubicBezTo>
                    <a:pt x="1823" y="707"/>
                    <a:pt x="2856" y="193"/>
                    <a:pt x="3858" y="193"/>
                  </a:cubicBezTo>
                  <a:close/>
                  <a:moveTo>
                    <a:pt x="3860" y="0"/>
                  </a:moveTo>
                  <a:cubicBezTo>
                    <a:pt x="2799" y="0"/>
                    <a:pt x="1705" y="542"/>
                    <a:pt x="1019" y="1443"/>
                  </a:cubicBezTo>
                  <a:cubicBezTo>
                    <a:pt x="289" y="2403"/>
                    <a:pt x="1" y="3708"/>
                    <a:pt x="228" y="5027"/>
                  </a:cubicBezTo>
                  <a:cubicBezTo>
                    <a:pt x="474" y="6444"/>
                    <a:pt x="1317" y="7622"/>
                    <a:pt x="2430" y="8102"/>
                  </a:cubicBezTo>
                  <a:cubicBezTo>
                    <a:pt x="2627" y="8186"/>
                    <a:pt x="2831" y="8250"/>
                    <a:pt x="3029" y="8312"/>
                  </a:cubicBezTo>
                  <a:cubicBezTo>
                    <a:pt x="3207" y="8368"/>
                    <a:pt x="3392" y="8426"/>
                    <a:pt x="3565" y="8497"/>
                  </a:cubicBezTo>
                  <a:cubicBezTo>
                    <a:pt x="3653" y="8534"/>
                    <a:pt x="3745" y="8576"/>
                    <a:pt x="3820" y="8639"/>
                  </a:cubicBezTo>
                  <a:cubicBezTo>
                    <a:pt x="3913" y="8719"/>
                    <a:pt x="3978" y="8835"/>
                    <a:pt x="4041" y="8946"/>
                  </a:cubicBezTo>
                  <a:cubicBezTo>
                    <a:pt x="4091" y="9033"/>
                    <a:pt x="4137" y="9125"/>
                    <a:pt x="4181" y="9213"/>
                  </a:cubicBezTo>
                  <a:cubicBezTo>
                    <a:pt x="4382" y="9614"/>
                    <a:pt x="4589" y="10026"/>
                    <a:pt x="5151" y="10026"/>
                  </a:cubicBezTo>
                  <a:lnTo>
                    <a:pt x="5184" y="10026"/>
                  </a:lnTo>
                  <a:cubicBezTo>
                    <a:pt x="5880" y="10007"/>
                    <a:pt x="6520" y="9576"/>
                    <a:pt x="6986" y="9261"/>
                  </a:cubicBezTo>
                  <a:cubicBezTo>
                    <a:pt x="7156" y="9147"/>
                    <a:pt x="7327" y="9017"/>
                    <a:pt x="7372" y="8813"/>
                  </a:cubicBezTo>
                  <a:cubicBezTo>
                    <a:pt x="7409" y="8646"/>
                    <a:pt x="7344" y="8479"/>
                    <a:pt x="7297" y="8356"/>
                  </a:cubicBezTo>
                  <a:lnTo>
                    <a:pt x="6913" y="7373"/>
                  </a:lnTo>
                  <a:cubicBezTo>
                    <a:pt x="6888" y="7308"/>
                    <a:pt x="6859" y="7234"/>
                    <a:pt x="6865" y="7170"/>
                  </a:cubicBezTo>
                  <a:cubicBezTo>
                    <a:pt x="6872" y="7096"/>
                    <a:pt x="6926" y="7024"/>
                    <a:pt x="6983" y="6948"/>
                  </a:cubicBezTo>
                  <a:lnTo>
                    <a:pt x="7015" y="6905"/>
                  </a:lnTo>
                  <a:cubicBezTo>
                    <a:pt x="7284" y="6538"/>
                    <a:pt x="7378" y="6076"/>
                    <a:pt x="7435" y="5674"/>
                  </a:cubicBezTo>
                  <a:cubicBezTo>
                    <a:pt x="7621" y="4351"/>
                    <a:pt x="7486" y="3190"/>
                    <a:pt x="7037" y="2220"/>
                  </a:cubicBezTo>
                  <a:cubicBezTo>
                    <a:pt x="6502" y="1070"/>
                    <a:pt x="5482" y="236"/>
                    <a:pt x="4373" y="44"/>
                  </a:cubicBezTo>
                  <a:cubicBezTo>
                    <a:pt x="4204" y="14"/>
                    <a:pt x="4033" y="0"/>
                    <a:pt x="3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6"/>
            <p:cNvSpPr/>
            <p:nvPr/>
          </p:nvSpPr>
          <p:spPr>
            <a:xfrm>
              <a:off x="6841838" y="1986975"/>
              <a:ext cx="88375" cy="78900"/>
            </a:xfrm>
            <a:custGeom>
              <a:rect b="b" l="l" r="r" t="t"/>
              <a:pathLst>
                <a:path extrusionOk="0" h="3156" w="3535">
                  <a:moveTo>
                    <a:pt x="2590" y="1"/>
                  </a:moveTo>
                  <a:cubicBezTo>
                    <a:pt x="2540" y="1"/>
                    <a:pt x="2492" y="39"/>
                    <a:pt x="2490" y="93"/>
                  </a:cubicBezTo>
                  <a:cubicBezTo>
                    <a:pt x="2488" y="146"/>
                    <a:pt x="2529" y="191"/>
                    <a:pt x="2583" y="193"/>
                  </a:cubicBezTo>
                  <a:cubicBezTo>
                    <a:pt x="2647" y="196"/>
                    <a:pt x="2712" y="228"/>
                    <a:pt x="2761" y="283"/>
                  </a:cubicBezTo>
                  <a:cubicBezTo>
                    <a:pt x="2809" y="336"/>
                    <a:pt x="2835" y="403"/>
                    <a:pt x="2831" y="466"/>
                  </a:cubicBezTo>
                  <a:cubicBezTo>
                    <a:pt x="2830" y="487"/>
                    <a:pt x="2825" y="508"/>
                    <a:pt x="2822" y="529"/>
                  </a:cubicBezTo>
                  <a:cubicBezTo>
                    <a:pt x="2811" y="600"/>
                    <a:pt x="2796" y="688"/>
                    <a:pt x="2842" y="770"/>
                  </a:cubicBezTo>
                  <a:cubicBezTo>
                    <a:pt x="2883" y="845"/>
                    <a:pt x="2955" y="881"/>
                    <a:pt x="3011" y="910"/>
                  </a:cubicBezTo>
                  <a:cubicBezTo>
                    <a:pt x="3050" y="930"/>
                    <a:pt x="3086" y="949"/>
                    <a:pt x="3099" y="972"/>
                  </a:cubicBezTo>
                  <a:cubicBezTo>
                    <a:pt x="3115" y="998"/>
                    <a:pt x="3107" y="1050"/>
                    <a:pt x="3099" y="1103"/>
                  </a:cubicBezTo>
                  <a:cubicBezTo>
                    <a:pt x="3087" y="1185"/>
                    <a:pt x="3071" y="1289"/>
                    <a:pt x="3139" y="1378"/>
                  </a:cubicBezTo>
                  <a:cubicBezTo>
                    <a:pt x="3166" y="1413"/>
                    <a:pt x="3200" y="1436"/>
                    <a:pt x="3228" y="1455"/>
                  </a:cubicBezTo>
                  <a:cubicBezTo>
                    <a:pt x="3239" y="1461"/>
                    <a:pt x="3249" y="1469"/>
                    <a:pt x="3260" y="1477"/>
                  </a:cubicBezTo>
                  <a:cubicBezTo>
                    <a:pt x="3323" y="1528"/>
                    <a:pt x="3330" y="1634"/>
                    <a:pt x="3303" y="1711"/>
                  </a:cubicBezTo>
                  <a:cubicBezTo>
                    <a:pt x="3268" y="1811"/>
                    <a:pt x="3184" y="1897"/>
                    <a:pt x="3109" y="1970"/>
                  </a:cubicBezTo>
                  <a:cubicBezTo>
                    <a:pt x="2657" y="2406"/>
                    <a:pt x="2098" y="2732"/>
                    <a:pt x="1492" y="2911"/>
                  </a:cubicBezTo>
                  <a:cubicBezTo>
                    <a:pt x="1399" y="2938"/>
                    <a:pt x="1301" y="2962"/>
                    <a:pt x="1208" y="2962"/>
                  </a:cubicBezTo>
                  <a:cubicBezTo>
                    <a:pt x="1181" y="2962"/>
                    <a:pt x="1154" y="2960"/>
                    <a:pt x="1128" y="2956"/>
                  </a:cubicBezTo>
                  <a:cubicBezTo>
                    <a:pt x="1037" y="2940"/>
                    <a:pt x="929" y="2878"/>
                    <a:pt x="908" y="2779"/>
                  </a:cubicBezTo>
                  <a:cubicBezTo>
                    <a:pt x="902" y="2754"/>
                    <a:pt x="901" y="2724"/>
                    <a:pt x="900" y="2692"/>
                  </a:cubicBezTo>
                  <a:cubicBezTo>
                    <a:pt x="899" y="2628"/>
                    <a:pt x="897" y="2554"/>
                    <a:pt x="858" y="2484"/>
                  </a:cubicBezTo>
                  <a:cubicBezTo>
                    <a:pt x="804" y="2393"/>
                    <a:pt x="712" y="2353"/>
                    <a:pt x="630" y="2317"/>
                  </a:cubicBezTo>
                  <a:cubicBezTo>
                    <a:pt x="555" y="2285"/>
                    <a:pt x="508" y="2262"/>
                    <a:pt x="498" y="2227"/>
                  </a:cubicBezTo>
                  <a:cubicBezTo>
                    <a:pt x="490" y="2202"/>
                    <a:pt x="500" y="2165"/>
                    <a:pt x="508" y="2126"/>
                  </a:cubicBezTo>
                  <a:cubicBezTo>
                    <a:pt x="522" y="2069"/>
                    <a:pt x="537" y="2005"/>
                    <a:pt x="520" y="1935"/>
                  </a:cubicBezTo>
                  <a:cubicBezTo>
                    <a:pt x="498" y="1849"/>
                    <a:pt x="436" y="1791"/>
                    <a:pt x="385" y="1745"/>
                  </a:cubicBezTo>
                  <a:cubicBezTo>
                    <a:pt x="370" y="1732"/>
                    <a:pt x="355" y="1719"/>
                    <a:pt x="342" y="1705"/>
                  </a:cubicBezTo>
                  <a:cubicBezTo>
                    <a:pt x="187" y="1540"/>
                    <a:pt x="244" y="1337"/>
                    <a:pt x="319" y="1195"/>
                  </a:cubicBezTo>
                  <a:cubicBezTo>
                    <a:pt x="345" y="1148"/>
                    <a:pt x="327" y="1090"/>
                    <a:pt x="280" y="1065"/>
                  </a:cubicBezTo>
                  <a:cubicBezTo>
                    <a:pt x="265" y="1057"/>
                    <a:pt x="250" y="1054"/>
                    <a:pt x="235" y="1054"/>
                  </a:cubicBezTo>
                  <a:cubicBezTo>
                    <a:pt x="200" y="1054"/>
                    <a:pt x="166" y="1073"/>
                    <a:pt x="148" y="1105"/>
                  </a:cubicBezTo>
                  <a:cubicBezTo>
                    <a:pt x="1" y="1384"/>
                    <a:pt x="19" y="1644"/>
                    <a:pt x="202" y="1837"/>
                  </a:cubicBezTo>
                  <a:cubicBezTo>
                    <a:pt x="219" y="1854"/>
                    <a:pt x="237" y="1871"/>
                    <a:pt x="255" y="1888"/>
                  </a:cubicBezTo>
                  <a:cubicBezTo>
                    <a:pt x="291" y="1920"/>
                    <a:pt x="324" y="1951"/>
                    <a:pt x="332" y="1981"/>
                  </a:cubicBezTo>
                  <a:cubicBezTo>
                    <a:pt x="338" y="2006"/>
                    <a:pt x="330" y="2042"/>
                    <a:pt x="320" y="2081"/>
                  </a:cubicBezTo>
                  <a:cubicBezTo>
                    <a:pt x="307" y="2138"/>
                    <a:pt x="290" y="2210"/>
                    <a:pt x="314" y="2284"/>
                  </a:cubicBezTo>
                  <a:cubicBezTo>
                    <a:pt x="351" y="2405"/>
                    <a:pt x="463" y="2455"/>
                    <a:pt x="553" y="2494"/>
                  </a:cubicBezTo>
                  <a:cubicBezTo>
                    <a:pt x="613" y="2520"/>
                    <a:pt x="670" y="2544"/>
                    <a:pt x="690" y="2581"/>
                  </a:cubicBezTo>
                  <a:cubicBezTo>
                    <a:pt x="706" y="2607"/>
                    <a:pt x="707" y="2649"/>
                    <a:pt x="708" y="2696"/>
                  </a:cubicBezTo>
                  <a:cubicBezTo>
                    <a:pt x="708" y="2733"/>
                    <a:pt x="709" y="2777"/>
                    <a:pt x="719" y="2820"/>
                  </a:cubicBezTo>
                  <a:cubicBezTo>
                    <a:pt x="759" y="3007"/>
                    <a:pt x="937" y="3118"/>
                    <a:pt x="1095" y="3146"/>
                  </a:cubicBezTo>
                  <a:cubicBezTo>
                    <a:pt x="1132" y="3152"/>
                    <a:pt x="1171" y="3155"/>
                    <a:pt x="1208" y="3155"/>
                  </a:cubicBezTo>
                  <a:cubicBezTo>
                    <a:pt x="1324" y="3155"/>
                    <a:pt x="1439" y="3128"/>
                    <a:pt x="1547" y="3096"/>
                  </a:cubicBezTo>
                  <a:cubicBezTo>
                    <a:pt x="2182" y="2909"/>
                    <a:pt x="2769" y="2567"/>
                    <a:pt x="3244" y="2108"/>
                  </a:cubicBezTo>
                  <a:cubicBezTo>
                    <a:pt x="3335" y="2021"/>
                    <a:pt x="3436" y="1915"/>
                    <a:pt x="3486" y="1774"/>
                  </a:cubicBezTo>
                  <a:cubicBezTo>
                    <a:pt x="3535" y="1634"/>
                    <a:pt x="3521" y="1442"/>
                    <a:pt x="3382" y="1328"/>
                  </a:cubicBezTo>
                  <a:cubicBezTo>
                    <a:pt x="3367" y="1315"/>
                    <a:pt x="3351" y="1304"/>
                    <a:pt x="3335" y="1293"/>
                  </a:cubicBezTo>
                  <a:cubicBezTo>
                    <a:pt x="3317" y="1282"/>
                    <a:pt x="3300" y="1271"/>
                    <a:pt x="3292" y="1260"/>
                  </a:cubicBezTo>
                  <a:cubicBezTo>
                    <a:pt x="3274" y="1237"/>
                    <a:pt x="3283" y="1185"/>
                    <a:pt x="3290" y="1132"/>
                  </a:cubicBezTo>
                  <a:cubicBezTo>
                    <a:pt x="3302" y="1055"/>
                    <a:pt x="3317" y="961"/>
                    <a:pt x="3267" y="875"/>
                  </a:cubicBezTo>
                  <a:cubicBezTo>
                    <a:pt x="3225" y="803"/>
                    <a:pt x="3155" y="768"/>
                    <a:pt x="3100" y="739"/>
                  </a:cubicBezTo>
                  <a:cubicBezTo>
                    <a:pt x="3061" y="719"/>
                    <a:pt x="3024" y="699"/>
                    <a:pt x="3012" y="677"/>
                  </a:cubicBezTo>
                  <a:cubicBezTo>
                    <a:pt x="2998" y="652"/>
                    <a:pt x="3006" y="607"/>
                    <a:pt x="3013" y="560"/>
                  </a:cubicBezTo>
                  <a:cubicBezTo>
                    <a:pt x="3018" y="533"/>
                    <a:pt x="3022" y="506"/>
                    <a:pt x="3023" y="479"/>
                  </a:cubicBezTo>
                  <a:cubicBezTo>
                    <a:pt x="3030" y="364"/>
                    <a:pt x="2988" y="245"/>
                    <a:pt x="2904" y="153"/>
                  </a:cubicBezTo>
                  <a:cubicBezTo>
                    <a:pt x="2821" y="61"/>
                    <a:pt x="2707" y="5"/>
                    <a:pt x="2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6"/>
            <p:cNvSpPr/>
            <p:nvPr/>
          </p:nvSpPr>
          <p:spPr>
            <a:xfrm>
              <a:off x="6849788" y="2015300"/>
              <a:ext cx="46350" cy="23075"/>
            </a:xfrm>
            <a:custGeom>
              <a:rect b="b" l="l" r="r" t="t"/>
              <a:pathLst>
                <a:path extrusionOk="0" h="923" w="1854">
                  <a:moveTo>
                    <a:pt x="1744" y="1"/>
                  </a:moveTo>
                  <a:cubicBezTo>
                    <a:pt x="1727" y="1"/>
                    <a:pt x="1709" y="5"/>
                    <a:pt x="1693" y="15"/>
                  </a:cubicBezTo>
                  <a:cubicBezTo>
                    <a:pt x="962" y="462"/>
                    <a:pt x="89" y="730"/>
                    <a:pt x="80" y="733"/>
                  </a:cubicBezTo>
                  <a:cubicBezTo>
                    <a:pt x="29" y="748"/>
                    <a:pt x="0" y="802"/>
                    <a:pt x="15" y="854"/>
                  </a:cubicBezTo>
                  <a:cubicBezTo>
                    <a:pt x="28" y="895"/>
                    <a:pt x="66" y="922"/>
                    <a:pt x="108" y="922"/>
                  </a:cubicBezTo>
                  <a:cubicBezTo>
                    <a:pt x="118" y="922"/>
                    <a:pt x="126" y="921"/>
                    <a:pt x="136" y="918"/>
                  </a:cubicBezTo>
                  <a:cubicBezTo>
                    <a:pt x="172" y="906"/>
                    <a:pt x="1041" y="640"/>
                    <a:pt x="1794" y="180"/>
                  </a:cubicBezTo>
                  <a:cubicBezTo>
                    <a:pt x="1840" y="152"/>
                    <a:pt x="1854" y="93"/>
                    <a:pt x="1826" y="47"/>
                  </a:cubicBezTo>
                  <a:cubicBezTo>
                    <a:pt x="1808" y="17"/>
                    <a:pt x="1776" y="1"/>
                    <a:pt x="17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6"/>
            <p:cNvSpPr/>
            <p:nvPr/>
          </p:nvSpPr>
          <p:spPr>
            <a:xfrm>
              <a:off x="6889163" y="2019025"/>
              <a:ext cx="36175" cy="24950"/>
            </a:xfrm>
            <a:custGeom>
              <a:rect b="b" l="l" r="r" t="t"/>
              <a:pathLst>
                <a:path extrusionOk="0" h="998" w="1447">
                  <a:moveTo>
                    <a:pt x="1337" y="1"/>
                  </a:moveTo>
                  <a:cubicBezTo>
                    <a:pt x="1316" y="1"/>
                    <a:pt x="1295" y="8"/>
                    <a:pt x="1276" y="22"/>
                  </a:cubicBezTo>
                  <a:cubicBezTo>
                    <a:pt x="870" y="347"/>
                    <a:pt x="70" y="813"/>
                    <a:pt x="63" y="818"/>
                  </a:cubicBezTo>
                  <a:cubicBezTo>
                    <a:pt x="17" y="845"/>
                    <a:pt x="1" y="903"/>
                    <a:pt x="27" y="949"/>
                  </a:cubicBezTo>
                  <a:cubicBezTo>
                    <a:pt x="46" y="980"/>
                    <a:pt x="78" y="997"/>
                    <a:pt x="111" y="997"/>
                  </a:cubicBezTo>
                  <a:cubicBezTo>
                    <a:pt x="128" y="997"/>
                    <a:pt x="144" y="993"/>
                    <a:pt x="160" y="985"/>
                  </a:cubicBezTo>
                  <a:cubicBezTo>
                    <a:pt x="193" y="965"/>
                    <a:pt x="980" y="506"/>
                    <a:pt x="1397" y="173"/>
                  </a:cubicBezTo>
                  <a:cubicBezTo>
                    <a:pt x="1439" y="140"/>
                    <a:pt x="1446" y="79"/>
                    <a:pt x="1413" y="37"/>
                  </a:cubicBezTo>
                  <a:cubicBezTo>
                    <a:pt x="1394" y="13"/>
                    <a:pt x="1366" y="1"/>
                    <a:pt x="1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6"/>
            <p:cNvSpPr/>
            <p:nvPr/>
          </p:nvSpPr>
          <p:spPr>
            <a:xfrm>
              <a:off x="6778588" y="1860225"/>
              <a:ext cx="121600" cy="155350"/>
            </a:xfrm>
            <a:custGeom>
              <a:rect b="b" l="l" r="r" t="t"/>
              <a:pathLst>
                <a:path extrusionOk="0" h="6214" w="4864">
                  <a:moveTo>
                    <a:pt x="3353" y="193"/>
                  </a:moveTo>
                  <a:cubicBezTo>
                    <a:pt x="3373" y="193"/>
                    <a:pt x="3394" y="196"/>
                    <a:pt x="3414" y="205"/>
                  </a:cubicBezTo>
                  <a:cubicBezTo>
                    <a:pt x="3476" y="230"/>
                    <a:pt x="3529" y="294"/>
                    <a:pt x="3570" y="396"/>
                  </a:cubicBezTo>
                  <a:cubicBezTo>
                    <a:pt x="3702" y="712"/>
                    <a:pt x="3630" y="1111"/>
                    <a:pt x="3398" y="1363"/>
                  </a:cubicBezTo>
                  <a:cubicBezTo>
                    <a:pt x="3382" y="1380"/>
                    <a:pt x="3366" y="1396"/>
                    <a:pt x="3349" y="1411"/>
                  </a:cubicBezTo>
                  <a:lnTo>
                    <a:pt x="3185" y="968"/>
                  </a:lnTo>
                  <a:cubicBezTo>
                    <a:pt x="3125" y="807"/>
                    <a:pt x="3050" y="606"/>
                    <a:pt x="3092" y="429"/>
                  </a:cubicBezTo>
                  <a:cubicBezTo>
                    <a:pt x="3112" y="344"/>
                    <a:pt x="3178" y="258"/>
                    <a:pt x="3258" y="217"/>
                  </a:cubicBezTo>
                  <a:cubicBezTo>
                    <a:pt x="3283" y="205"/>
                    <a:pt x="3316" y="193"/>
                    <a:pt x="3353" y="193"/>
                  </a:cubicBezTo>
                  <a:close/>
                  <a:moveTo>
                    <a:pt x="1633" y="366"/>
                  </a:moveTo>
                  <a:cubicBezTo>
                    <a:pt x="1636" y="366"/>
                    <a:pt x="1639" y="367"/>
                    <a:pt x="1641" y="367"/>
                  </a:cubicBezTo>
                  <a:cubicBezTo>
                    <a:pt x="1664" y="370"/>
                    <a:pt x="1692" y="389"/>
                    <a:pt x="1718" y="409"/>
                  </a:cubicBezTo>
                  <a:cubicBezTo>
                    <a:pt x="2072" y="675"/>
                    <a:pt x="2274" y="1112"/>
                    <a:pt x="2248" y="1538"/>
                  </a:cubicBezTo>
                  <a:cubicBezTo>
                    <a:pt x="1895" y="1339"/>
                    <a:pt x="1687" y="946"/>
                    <a:pt x="1589" y="707"/>
                  </a:cubicBezTo>
                  <a:cubicBezTo>
                    <a:pt x="1557" y="631"/>
                    <a:pt x="1524" y="543"/>
                    <a:pt x="1538" y="467"/>
                  </a:cubicBezTo>
                  <a:cubicBezTo>
                    <a:pt x="1548" y="414"/>
                    <a:pt x="1594" y="366"/>
                    <a:pt x="1633" y="366"/>
                  </a:cubicBezTo>
                  <a:close/>
                  <a:moveTo>
                    <a:pt x="344" y="2199"/>
                  </a:moveTo>
                  <a:cubicBezTo>
                    <a:pt x="389" y="2199"/>
                    <a:pt x="435" y="2209"/>
                    <a:pt x="474" y="2219"/>
                  </a:cubicBezTo>
                  <a:cubicBezTo>
                    <a:pt x="752" y="2294"/>
                    <a:pt x="988" y="2454"/>
                    <a:pt x="1194" y="2657"/>
                  </a:cubicBezTo>
                  <a:cubicBezTo>
                    <a:pt x="1158" y="2661"/>
                    <a:pt x="1121" y="2663"/>
                    <a:pt x="1085" y="2663"/>
                  </a:cubicBezTo>
                  <a:cubicBezTo>
                    <a:pt x="752" y="2663"/>
                    <a:pt x="418" y="2520"/>
                    <a:pt x="209" y="2272"/>
                  </a:cubicBezTo>
                  <a:cubicBezTo>
                    <a:pt x="218" y="2246"/>
                    <a:pt x="247" y="2218"/>
                    <a:pt x="280" y="2208"/>
                  </a:cubicBezTo>
                  <a:cubicBezTo>
                    <a:pt x="300" y="2201"/>
                    <a:pt x="322" y="2199"/>
                    <a:pt x="344" y="2199"/>
                  </a:cubicBezTo>
                  <a:close/>
                  <a:moveTo>
                    <a:pt x="3352" y="0"/>
                  </a:moveTo>
                  <a:cubicBezTo>
                    <a:pt x="3291" y="0"/>
                    <a:pt x="3229" y="15"/>
                    <a:pt x="3170" y="45"/>
                  </a:cubicBezTo>
                  <a:cubicBezTo>
                    <a:pt x="3038" y="113"/>
                    <a:pt x="2937" y="243"/>
                    <a:pt x="2903" y="385"/>
                  </a:cubicBezTo>
                  <a:cubicBezTo>
                    <a:pt x="2848" y="619"/>
                    <a:pt x="2935" y="851"/>
                    <a:pt x="3004" y="1036"/>
                  </a:cubicBezTo>
                  <a:lnTo>
                    <a:pt x="3188" y="1529"/>
                  </a:lnTo>
                  <a:cubicBezTo>
                    <a:pt x="3040" y="1614"/>
                    <a:pt x="2868" y="1660"/>
                    <a:pt x="2698" y="1660"/>
                  </a:cubicBezTo>
                  <a:cubicBezTo>
                    <a:pt x="2610" y="1660"/>
                    <a:pt x="2523" y="1648"/>
                    <a:pt x="2440" y="1622"/>
                  </a:cubicBezTo>
                  <a:cubicBezTo>
                    <a:pt x="2438" y="1621"/>
                    <a:pt x="2436" y="1620"/>
                    <a:pt x="2434" y="1620"/>
                  </a:cubicBezTo>
                  <a:cubicBezTo>
                    <a:pt x="2492" y="1107"/>
                    <a:pt x="2258" y="573"/>
                    <a:pt x="1834" y="255"/>
                  </a:cubicBezTo>
                  <a:cubicBezTo>
                    <a:pt x="1787" y="220"/>
                    <a:pt x="1735" y="186"/>
                    <a:pt x="1670" y="176"/>
                  </a:cubicBezTo>
                  <a:cubicBezTo>
                    <a:pt x="1658" y="174"/>
                    <a:pt x="1646" y="173"/>
                    <a:pt x="1634" y="173"/>
                  </a:cubicBezTo>
                  <a:cubicBezTo>
                    <a:pt x="1491" y="173"/>
                    <a:pt x="1373" y="300"/>
                    <a:pt x="1348" y="431"/>
                  </a:cubicBezTo>
                  <a:cubicBezTo>
                    <a:pt x="1326" y="554"/>
                    <a:pt x="1364" y="671"/>
                    <a:pt x="1409" y="782"/>
                  </a:cubicBezTo>
                  <a:cubicBezTo>
                    <a:pt x="1601" y="1243"/>
                    <a:pt x="1883" y="1576"/>
                    <a:pt x="2216" y="1740"/>
                  </a:cubicBezTo>
                  <a:cubicBezTo>
                    <a:pt x="2117" y="2139"/>
                    <a:pt x="1804" y="2488"/>
                    <a:pt x="1419" y="2611"/>
                  </a:cubicBezTo>
                  <a:cubicBezTo>
                    <a:pt x="1173" y="2345"/>
                    <a:pt x="881" y="2129"/>
                    <a:pt x="523" y="2032"/>
                  </a:cubicBezTo>
                  <a:cubicBezTo>
                    <a:pt x="472" y="2019"/>
                    <a:pt x="410" y="2005"/>
                    <a:pt x="345" y="2005"/>
                  </a:cubicBezTo>
                  <a:cubicBezTo>
                    <a:pt x="304" y="2005"/>
                    <a:pt x="261" y="2011"/>
                    <a:pt x="219" y="2025"/>
                  </a:cubicBezTo>
                  <a:cubicBezTo>
                    <a:pt x="88" y="2068"/>
                    <a:pt x="0" y="2193"/>
                    <a:pt x="16" y="2316"/>
                  </a:cubicBezTo>
                  <a:lnTo>
                    <a:pt x="19" y="2342"/>
                  </a:lnTo>
                  <a:lnTo>
                    <a:pt x="35" y="2363"/>
                  </a:lnTo>
                  <a:cubicBezTo>
                    <a:pt x="278" y="2675"/>
                    <a:pt x="682" y="2854"/>
                    <a:pt x="1086" y="2854"/>
                  </a:cubicBezTo>
                  <a:cubicBezTo>
                    <a:pt x="1175" y="2854"/>
                    <a:pt x="1265" y="2846"/>
                    <a:pt x="1352" y="2827"/>
                  </a:cubicBezTo>
                  <a:cubicBezTo>
                    <a:pt x="1509" y="3011"/>
                    <a:pt x="1648" y="3215"/>
                    <a:pt x="1773" y="3414"/>
                  </a:cubicBezTo>
                  <a:cubicBezTo>
                    <a:pt x="2314" y="4275"/>
                    <a:pt x="2764" y="5196"/>
                    <a:pt x="3111" y="6151"/>
                  </a:cubicBezTo>
                  <a:cubicBezTo>
                    <a:pt x="3125" y="6190"/>
                    <a:pt x="3162" y="6214"/>
                    <a:pt x="3202" y="6214"/>
                  </a:cubicBezTo>
                  <a:cubicBezTo>
                    <a:pt x="3212" y="6214"/>
                    <a:pt x="3223" y="6213"/>
                    <a:pt x="3234" y="6208"/>
                  </a:cubicBezTo>
                  <a:cubicBezTo>
                    <a:pt x="3284" y="6190"/>
                    <a:pt x="3310" y="6135"/>
                    <a:pt x="3291" y="6085"/>
                  </a:cubicBezTo>
                  <a:cubicBezTo>
                    <a:pt x="2941" y="5117"/>
                    <a:pt x="2485" y="4184"/>
                    <a:pt x="1937" y="3311"/>
                  </a:cubicBezTo>
                  <a:cubicBezTo>
                    <a:pt x="1821" y="3129"/>
                    <a:pt x="1695" y="2942"/>
                    <a:pt x="1554" y="2767"/>
                  </a:cubicBezTo>
                  <a:cubicBezTo>
                    <a:pt x="1965" y="2607"/>
                    <a:pt x="2284" y="2241"/>
                    <a:pt x="2397" y="1810"/>
                  </a:cubicBezTo>
                  <a:cubicBezTo>
                    <a:pt x="2498" y="1839"/>
                    <a:pt x="2601" y="1854"/>
                    <a:pt x="2705" y="1854"/>
                  </a:cubicBezTo>
                  <a:cubicBezTo>
                    <a:pt x="2896" y="1854"/>
                    <a:pt x="3087" y="1805"/>
                    <a:pt x="3256" y="1714"/>
                  </a:cubicBezTo>
                  <a:lnTo>
                    <a:pt x="4664" y="5499"/>
                  </a:lnTo>
                  <a:cubicBezTo>
                    <a:pt x="4678" y="5538"/>
                    <a:pt x="4715" y="5562"/>
                    <a:pt x="4754" y="5562"/>
                  </a:cubicBezTo>
                  <a:cubicBezTo>
                    <a:pt x="4765" y="5562"/>
                    <a:pt x="4777" y="5560"/>
                    <a:pt x="4788" y="5556"/>
                  </a:cubicBezTo>
                  <a:cubicBezTo>
                    <a:pt x="4838" y="5538"/>
                    <a:pt x="4864" y="5482"/>
                    <a:pt x="4845" y="5432"/>
                  </a:cubicBezTo>
                  <a:lnTo>
                    <a:pt x="3421" y="1604"/>
                  </a:lnTo>
                  <a:cubicBezTo>
                    <a:pt x="3463" y="1571"/>
                    <a:pt x="3503" y="1534"/>
                    <a:pt x="3539" y="1494"/>
                  </a:cubicBezTo>
                  <a:cubicBezTo>
                    <a:pt x="3826" y="1182"/>
                    <a:pt x="3910" y="711"/>
                    <a:pt x="3748" y="321"/>
                  </a:cubicBezTo>
                  <a:cubicBezTo>
                    <a:pt x="3686" y="173"/>
                    <a:pt x="3599" y="73"/>
                    <a:pt x="3489" y="27"/>
                  </a:cubicBezTo>
                  <a:cubicBezTo>
                    <a:pt x="3445" y="9"/>
                    <a:pt x="3399" y="0"/>
                    <a:pt x="3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3" name="Google Shape;3423;p96"/>
          <p:cNvSpPr/>
          <p:nvPr/>
        </p:nvSpPr>
        <p:spPr>
          <a:xfrm rot="173206">
            <a:off x="3875332" y="3298049"/>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424" name="Google Shape;3424;p96"/>
          <p:cNvSpPr/>
          <p:nvPr/>
        </p:nvSpPr>
        <p:spPr>
          <a:xfrm>
            <a:off x="3260225" y="3162489"/>
            <a:ext cx="792702" cy="12420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6"/>
          <p:cNvSpPr txBox="1"/>
          <p:nvPr>
            <p:ph idx="1" type="subTitle"/>
          </p:nvPr>
        </p:nvSpPr>
        <p:spPr>
          <a:xfrm>
            <a:off x="3923225" y="3369800"/>
            <a:ext cx="12978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Start!</a:t>
            </a:r>
            <a:endParaRPr/>
          </a:p>
        </p:txBody>
      </p:sp>
      <p:sp>
        <p:nvSpPr>
          <p:cNvPr id="3426" name="Google Shape;3426;p96"/>
          <p:cNvSpPr txBox="1"/>
          <p:nvPr>
            <p:ph idx="2" type="subTitle"/>
          </p:nvPr>
        </p:nvSpPr>
        <p:spPr>
          <a:xfrm>
            <a:off x="3041475" y="2310025"/>
            <a:ext cx="3061200" cy="59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3427" name="Google Shape;3427;p96"/>
          <p:cNvGrpSpPr/>
          <p:nvPr/>
        </p:nvGrpSpPr>
        <p:grpSpPr>
          <a:xfrm>
            <a:off x="6935359" y="3245059"/>
            <a:ext cx="1297795" cy="1076912"/>
            <a:chOff x="2920875" y="1580725"/>
            <a:chExt cx="346800" cy="287775"/>
          </a:xfrm>
        </p:grpSpPr>
        <p:sp>
          <p:nvSpPr>
            <p:cNvPr id="3428" name="Google Shape;3428;p96"/>
            <p:cNvSpPr/>
            <p:nvPr/>
          </p:nvSpPr>
          <p:spPr>
            <a:xfrm>
              <a:off x="2920875" y="1580725"/>
              <a:ext cx="346800" cy="287775"/>
            </a:xfrm>
            <a:custGeom>
              <a:rect b="b" l="l" r="r" t="t"/>
              <a:pathLst>
                <a:path extrusionOk="0" h="11511" w="13872">
                  <a:moveTo>
                    <a:pt x="10839" y="201"/>
                  </a:moveTo>
                  <a:cubicBezTo>
                    <a:pt x="11069" y="201"/>
                    <a:pt x="11333" y="599"/>
                    <a:pt x="11414" y="826"/>
                  </a:cubicBezTo>
                  <a:lnTo>
                    <a:pt x="13595" y="7030"/>
                  </a:lnTo>
                  <a:cubicBezTo>
                    <a:pt x="13647" y="7170"/>
                    <a:pt x="13548" y="7298"/>
                    <a:pt x="13485" y="7432"/>
                  </a:cubicBezTo>
                  <a:cubicBezTo>
                    <a:pt x="13421" y="7567"/>
                    <a:pt x="13398" y="7692"/>
                    <a:pt x="13258" y="7742"/>
                  </a:cubicBezTo>
                  <a:lnTo>
                    <a:pt x="3355" y="11261"/>
                  </a:lnTo>
                  <a:cubicBezTo>
                    <a:pt x="3292" y="11283"/>
                    <a:pt x="3229" y="11294"/>
                    <a:pt x="3166" y="11294"/>
                  </a:cubicBezTo>
                  <a:cubicBezTo>
                    <a:pt x="2937" y="11294"/>
                    <a:pt x="2722" y="11153"/>
                    <a:pt x="2642" y="10934"/>
                  </a:cubicBezTo>
                  <a:lnTo>
                    <a:pt x="772" y="5372"/>
                  </a:lnTo>
                  <a:cubicBezTo>
                    <a:pt x="717" y="5223"/>
                    <a:pt x="170" y="4287"/>
                    <a:pt x="297" y="3955"/>
                  </a:cubicBezTo>
                  <a:cubicBezTo>
                    <a:pt x="351" y="3816"/>
                    <a:pt x="475" y="3720"/>
                    <a:pt x="615" y="3669"/>
                  </a:cubicBezTo>
                  <a:lnTo>
                    <a:pt x="10201" y="263"/>
                  </a:lnTo>
                  <a:cubicBezTo>
                    <a:pt x="10263" y="240"/>
                    <a:pt x="10777" y="201"/>
                    <a:pt x="10839" y="201"/>
                  </a:cubicBezTo>
                  <a:close/>
                  <a:moveTo>
                    <a:pt x="10852" y="0"/>
                  </a:moveTo>
                  <a:cubicBezTo>
                    <a:pt x="10430" y="0"/>
                    <a:pt x="9862" y="153"/>
                    <a:pt x="9607" y="243"/>
                  </a:cubicBezTo>
                  <a:lnTo>
                    <a:pt x="541" y="3464"/>
                  </a:lnTo>
                  <a:cubicBezTo>
                    <a:pt x="345" y="3534"/>
                    <a:pt x="188" y="3676"/>
                    <a:pt x="100" y="3863"/>
                  </a:cubicBezTo>
                  <a:cubicBezTo>
                    <a:pt x="11" y="4050"/>
                    <a:pt x="0" y="4259"/>
                    <a:pt x="71" y="4454"/>
                  </a:cubicBezTo>
                  <a:lnTo>
                    <a:pt x="2433" y="10999"/>
                  </a:lnTo>
                  <a:cubicBezTo>
                    <a:pt x="2547" y="11314"/>
                    <a:pt x="2847" y="11511"/>
                    <a:pt x="3167" y="11511"/>
                  </a:cubicBezTo>
                  <a:cubicBezTo>
                    <a:pt x="3253" y="11511"/>
                    <a:pt x="3342" y="11497"/>
                    <a:pt x="3428" y="11466"/>
                  </a:cubicBezTo>
                  <a:lnTo>
                    <a:pt x="12931" y="8152"/>
                  </a:lnTo>
                  <a:cubicBezTo>
                    <a:pt x="13127" y="8081"/>
                    <a:pt x="13520" y="7857"/>
                    <a:pt x="13609" y="7670"/>
                  </a:cubicBezTo>
                  <a:cubicBezTo>
                    <a:pt x="13699" y="7483"/>
                    <a:pt x="13872" y="7152"/>
                    <a:pt x="13801" y="6958"/>
                  </a:cubicBezTo>
                  <a:lnTo>
                    <a:pt x="11350" y="201"/>
                  </a:lnTo>
                  <a:cubicBezTo>
                    <a:pt x="11296" y="53"/>
                    <a:pt x="11099" y="0"/>
                    <a:pt x="10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6"/>
            <p:cNvSpPr/>
            <p:nvPr/>
          </p:nvSpPr>
          <p:spPr>
            <a:xfrm>
              <a:off x="2930275" y="1610025"/>
              <a:ext cx="281625" cy="105350"/>
            </a:xfrm>
            <a:custGeom>
              <a:rect b="b" l="l" r="r" t="t"/>
              <a:pathLst>
                <a:path extrusionOk="0" h="4214" w="11265">
                  <a:moveTo>
                    <a:pt x="11189" y="0"/>
                  </a:moveTo>
                  <a:cubicBezTo>
                    <a:pt x="11182" y="0"/>
                    <a:pt x="11174" y="2"/>
                    <a:pt x="11167" y="4"/>
                  </a:cubicBezTo>
                  <a:lnTo>
                    <a:pt x="53" y="3954"/>
                  </a:lnTo>
                  <a:cubicBezTo>
                    <a:pt x="18" y="3965"/>
                    <a:pt x="0" y="4004"/>
                    <a:pt x="13" y="4038"/>
                  </a:cubicBezTo>
                  <a:cubicBezTo>
                    <a:pt x="23" y="4065"/>
                    <a:pt x="48" y="4082"/>
                    <a:pt x="75" y="4082"/>
                  </a:cubicBezTo>
                  <a:cubicBezTo>
                    <a:pt x="82" y="4082"/>
                    <a:pt x="164" y="4213"/>
                    <a:pt x="173" y="4213"/>
                  </a:cubicBezTo>
                  <a:cubicBezTo>
                    <a:pt x="173" y="4213"/>
                    <a:pt x="173" y="4213"/>
                    <a:pt x="173" y="4213"/>
                  </a:cubicBezTo>
                  <a:lnTo>
                    <a:pt x="11212" y="128"/>
                  </a:lnTo>
                  <a:cubicBezTo>
                    <a:pt x="11246" y="116"/>
                    <a:pt x="11264" y="79"/>
                    <a:pt x="11251" y="44"/>
                  </a:cubicBezTo>
                  <a:cubicBezTo>
                    <a:pt x="11242" y="17"/>
                    <a:pt x="11216" y="0"/>
                    <a:pt x="11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6"/>
            <p:cNvSpPr/>
            <p:nvPr/>
          </p:nvSpPr>
          <p:spPr>
            <a:xfrm>
              <a:off x="2979125" y="1643075"/>
              <a:ext cx="253850" cy="188350"/>
            </a:xfrm>
            <a:custGeom>
              <a:rect b="b" l="l" r="r" t="t"/>
              <a:pathLst>
                <a:path extrusionOk="0" h="7534" w="10154">
                  <a:moveTo>
                    <a:pt x="8444" y="278"/>
                  </a:moveTo>
                  <a:lnTo>
                    <a:pt x="9810" y="4018"/>
                  </a:lnTo>
                  <a:cubicBezTo>
                    <a:pt x="9835" y="4292"/>
                    <a:pt x="9687" y="4435"/>
                    <a:pt x="9407" y="4534"/>
                  </a:cubicBezTo>
                  <a:lnTo>
                    <a:pt x="1749" y="7256"/>
                  </a:lnTo>
                  <a:lnTo>
                    <a:pt x="283" y="3669"/>
                  </a:lnTo>
                  <a:cubicBezTo>
                    <a:pt x="228" y="3470"/>
                    <a:pt x="332" y="3231"/>
                    <a:pt x="368" y="3125"/>
                  </a:cubicBezTo>
                  <a:cubicBezTo>
                    <a:pt x="395" y="3046"/>
                    <a:pt x="457" y="2984"/>
                    <a:pt x="538" y="2957"/>
                  </a:cubicBezTo>
                  <a:lnTo>
                    <a:pt x="8444" y="278"/>
                  </a:lnTo>
                  <a:close/>
                  <a:moveTo>
                    <a:pt x="8575" y="0"/>
                  </a:moveTo>
                  <a:lnTo>
                    <a:pt x="566" y="2846"/>
                  </a:lnTo>
                  <a:cubicBezTo>
                    <a:pt x="253" y="2958"/>
                    <a:pt x="0" y="3212"/>
                    <a:pt x="203" y="3617"/>
                  </a:cubicBezTo>
                  <a:lnTo>
                    <a:pt x="1618" y="7534"/>
                  </a:lnTo>
                  <a:lnTo>
                    <a:pt x="9717" y="4594"/>
                  </a:lnTo>
                  <a:cubicBezTo>
                    <a:pt x="9859" y="4543"/>
                    <a:pt x="10153" y="4370"/>
                    <a:pt x="10102" y="4229"/>
                  </a:cubicBezTo>
                  <a:lnTo>
                    <a:pt x="85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6"/>
            <p:cNvSpPr/>
            <p:nvPr/>
          </p:nvSpPr>
          <p:spPr>
            <a:xfrm>
              <a:off x="3053850" y="1729250"/>
              <a:ext cx="25300" cy="38550"/>
            </a:xfrm>
            <a:custGeom>
              <a:rect b="b" l="l" r="r" t="t"/>
              <a:pathLst>
                <a:path extrusionOk="0" h="1542" w="1012">
                  <a:moveTo>
                    <a:pt x="277" y="413"/>
                  </a:moveTo>
                  <a:lnTo>
                    <a:pt x="545" y="822"/>
                  </a:lnTo>
                  <a:lnTo>
                    <a:pt x="332" y="897"/>
                  </a:lnTo>
                  <a:cubicBezTo>
                    <a:pt x="313" y="734"/>
                    <a:pt x="294" y="563"/>
                    <a:pt x="277" y="413"/>
                  </a:cubicBezTo>
                  <a:close/>
                  <a:moveTo>
                    <a:pt x="179" y="1"/>
                  </a:moveTo>
                  <a:cubicBezTo>
                    <a:pt x="111" y="1"/>
                    <a:pt x="1" y="65"/>
                    <a:pt x="21" y="119"/>
                  </a:cubicBezTo>
                  <a:cubicBezTo>
                    <a:pt x="46" y="192"/>
                    <a:pt x="198" y="1449"/>
                    <a:pt x="220" y="1512"/>
                  </a:cubicBezTo>
                  <a:cubicBezTo>
                    <a:pt x="228" y="1533"/>
                    <a:pt x="252" y="1541"/>
                    <a:pt x="281" y="1541"/>
                  </a:cubicBezTo>
                  <a:cubicBezTo>
                    <a:pt x="341" y="1541"/>
                    <a:pt x="418" y="1506"/>
                    <a:pt x="403" y="1464"/>
                  </a:cubicBezTo>
                  <a:cubicBezTo>
                    <a:pt x="396" y="1444"/>
                    <a:pt x="372" y="1260"/>
                    <a:pt x="346" y="1031"/>
                  </a:cubicBezTo>
                  <a:lnTo>
                    <a:pt x="620" y="934"/>
                  </a:lnTo>
                  <a:cubicBezTo>
                    <a:pt x="747" y="1130"/>
                    <a:pt x="846" y="1287"/>
                    <a:pt x="854" y="1306"/>
                  </a:cubicBezTo>
                  <a:cubicBezTo>
                    <a:pt x="860" y="1323"/>
                    <a:pt x="876" y="1331"/>
                    <a:pt x="895" y="1331"/>
                  </a:cubicBezTo>
                  <a:cubicBezTo>
                    <a:pt x="943" y="1331"/>
                    <a:pt x="1012" y="1284"/>
                    <a:pt x="995" y="1240"/>
                  </a:cubicBezTo>
                  <a:cubicBezTo>
                    <a:pt x="972" y="1177"/>
                    <a:pt x="288" y="109"/>
                    <a:pt x="261" y="36"/>
                  </a:cubicBezTo>
                  <a:cubicBezTo>
                    <a:pt x="252" y="10"/>
                    <a:pt x="223" y="1"/>
                    <a:pt x="191" y="1"/>
                  </a:cubicBezTo>
                  <a:cubicBezTo>
                    <a:pt x="189" y="1"/>
                    <a:pt x="187" y="1"/>
                    <a:pt x="185" y="1"/>
                  </a:cubicBezTo>
                  <a:cubicBezTo>
                    <a:pt x="183" y="1"/>
                    <a:pt x="181"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6"/>
            <p:cNvSpPr/>
            <p:nvPr/>
          </p:nvSpPr>
          <p:spPr>
            <a:xfrm>
              <a:off x="3089650" y="1715025"/>
              <a:ext cx="33675" cy="36700"/>
            </a:xfrm>
            <a:custGeom>
              <a:rect b="b" l="l" r="r" t="t"/>
              <a:pathLst>
                <a:path extrusionOk="0" h="1468" w="1347">
                  <a:moveTo>
                    <a:pt x="413" y="164"/>
                  </a:moveTo>
                  <a:cubicBezTo>
                    <a:pt x="498" y="164"/>
                    <a:pt x="586" y="198"/>
                    <a:pt x="630" y="320"/>
                  </a:cubicBezTo>
                  <a:cubicBezTo>
                    <a:pt x="711" y="545"/>
                    <a:pt x="540" y="601"/>
                    <a:pt x="420" y="632"/>
                  </a:cubicBezTo>
                  <a:lnTo>
                    <a:pt x="243" y="199"/>
                  </a:lnTo>
                  <a:cubicBezTo>
                    <a:pt x="286" y="183"/>
                    <a:pt x="348" y="164"/>
                    <a:pt x="413" y="164"/>
                  </a:cubicBezTo>
                  <a:close/>
                  <a:moveTo>
                    <a:pt x="727" y="719"/>
                  </a:moveTo>
                  <a:cubicBezTo>
                    <a:pt x="824" y="719"/>
                    <a:pt x="922" y="757"/>
                    <a:pt x="970" y="889"/>
                  </a:cubicBezTo>
                  <a:cubicBezTo>
                    <a:pt x="1059" y="1138"/>
                    <a:pt x="803" y="1266"/>
                    <a:pt x="695" y="1307"/>
                  </a:cubicBezTo>
                  <a:cubicBezTo>
                    <a:pt x="650" y="1193"/>
                    <a:pt x="566" y="991"/>
                    <a:pt x="482" y="780"/>
                  </a:cubicBezTo>
                  <a:cubicBezTo>
                    <a:pt x="524" y="761"/>
                    <a:pt x="625" y="719"/>
                    <a:pt x="727" y="719"/>
                  </a:cubicBezTo>
                  <a:close/>
                  <a:moveTo>
                    <a:pt x="374" y="1"/>
                  </a:moveTo>
                  <a:cubicBezTo>
                    <a:pt x="224" y="1"/>
                    <a:pt x="93" y="48"/>
                    <a:pt x="93" y="48"/>
                  </a:cubicBezTo>
                  <a:lnTo>
                    <a:pt x="94" y="52"/>
                  </a:lnTo>
                  <a:cubicBezTo>
                    <a:pt x="44" y="72"/>
                    <a:pt x="1" y="112"/>
                    <a:pt x="15" y="150"/>
                  </a:cubicBezTo>
                  <a:cubicBezTo>
                    <a:pt x="41" y="223"/>
                    <a:pt x="558" y="1372"/>
                    <a:pt x="582" y="1435"/>
                  </a:cubicBezTo>
                  <a:cubicBezTo>
                    <a:pt x="590" y="1458"/>
                    <a:pt x="617" y="1467"/>
                    <a:pt x="644" y="1467"/>
                  </a:cubicBezTo>
                  <a:cubicBezTo>
                    <a:pt x="647" y="1467"/>
                    <a:pt x="650" y="1467"/>
                    <a:pt x="652" y="1467"/>
                  </a:cubicBezTo>
                  <a:cubicBezTo>
                    <a:pt x="652" y="1467"/>
                    <a:pt x="1347" y="1373"/>
                    <a:pt x="1155" y="841"/>
                  </a:cubicBezTo>
                  <a:cubicBezTo>
                    <a:pt x="1073" y="616"/>
                    <a:pt x="924" y="553"/>
                    <a:pt x="777" y="553"/>
                  </a:cubicBezTo>
                  <a:cubicBezTo>
                    <a:pt x="765" y="553"/>
                    <a:pt x="752" y="554"/>
                    <a:pt x="740" y="555"/>
                  </a:cubicBezTo>
                  <a:cubicBezTo>
                    <a:pt x="797" y="475"/>
                    <a:pt x="821" y="376"/>
                    <a:pt x="777" y="256"/>
                  </a:cubicBezTo>
                  <a:cubicBezTo>
                    <a:pt x="703" y="51"/>
                    <a:pt x="528" y="1"/>
                    <a:pt x="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6"/>
            <p:cNvSpPr/>
            <p:nvPr/>
          </p:nvSpPr>
          <p:spPr>
            <a:xfrm>
              <a:off x="3134950" y="1696425"/>
              <a:ext cx="30575" cy="37875"/>
            </a:xfrm>
            <a:custGeom>
              <a:rect b="b" l="l" r="r" t="t"/>
              <a:pathLst>
                <a:path extrusionOk="0" h="1515" w="1223">
                  <a:moveTo>
                    <a:pt x="491" y="1"/>
                  </a:moveTo>
                  <a:cubicBezTo>
                    <a:pt x="452" y="1"/>
                    <a:pt x="413" y="7"/>
                    <a:pt x="376" y="20"/>
                  </a:cubicBezTo>
                  <a:cubicBezTo>
                    <a:pt x="102" y="117"/>
                    <a:pt x="1" y="524"/>
                    <a:pt x="148" y="930"/>
                  </a:cubicBezTo>
                  <a:cubicBezTo>
                    <a:pt x="274" y="1280"/>
                    <a:pt x="540" y="1514"/>
                    <a:pt x="785" y="1514"/>
                  </a:cubicBezTo>
                  <a:cubicBezTo>
                    <a:pt x="827" y="1514"/>
                    <a:pt x="868" y="1507"/>
                    <a:pt x="908" y="1493"/>
                  </a:cubicBezTo>
                  <a:cubicBezTo>
                    <a:pt x="1152" y="1406"/>
                    <a:pt x="1223" y="1086"/>
                    <a:pt x="1199" y="1021"/>
                  </a:cubicBezTo>
                  <a:cubicBezTo>
                    <a:pt x="1186" y="985"/>
                    <a:pt x="1151" y="974"/>
                    <a:pt x="1112" y="974"/>
                  </a:cubicBezTo>
                  <a:cubicBezTo>
                    <a:pt x="1081" y="974"/>
                    <a:pt x="1048" y="982"/>
                    <a:pt x="1025" y="990"/>
                  </a:cubicBezTo>
                  <a:cubicBezTo>
                    <a:pt x="972" y="1008"/>
                    <a:pt x="1049" y="1222"/>
                    <a:pt x="847" y="1293"/>
                  </a:cubicBezTo>
                  <a:cubicBezTo>
                    <a:pt x="818" y="1304"/>
                    <a:pt x="789" y="1309"/>
                    <a:pt x="761" y="1309"/>
                  </a:cubicBezTo>
                  <a:cubicBezTo>
                    <a:pt x="597" y="1309"/>
                    <a:pt x="452" y="1133"/>
                    <a:pt x="342" y="830"/>
                  </a:cubicBezTo>
                  <a:cubicBezTo>
                    <a:pt x="222" y="493"/>
                    <a:pt x="266" y="252"/>
                    <a:pt x="434" y="191"/>
                  </a:cubicBezTo>
                  <a:cubicBezTo>
                    <a:pt x="452" y="185"/>
                    <a:pt x="469" y="182"/>
                    <a:pt x="486" y="182"/>
                  </a:cubicBezTo>
                  <a:cubicBezTo>
                    <a:pt x="603" y="182"/>
                    <a:pt x="688" y="319"/>
                    <a:pt x="727" y="319"/>
                  </a:cubicBezTo>
                  <a:cubicBezTo>
                    <a:pt x="728" y="319"/>
                    <a:pt x="730" y="319"/>
                    <a:pt x="731" y="318"/>
                  </a:cubicBezTo>
                  <a:cubicBezTo>
                    <a:pt x="772" y="304"/>
                    <a:pt x="822" y="207"/>
                    <a:pt x="805" y="159"/>
                  </a:cubicBezTo>
                  <a:cubicBezTo>
                    <a:pt x="779" y="87"/>
                    <a:pt x="638" y="1"/>
                    <a:pt x="4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96"/>
          <p:cNvGrpSpPr/>
          <p:nvPr/>
        </p:nvGrpSpPr>
        <p:grpSpPr>
          <a:xfrm>
            <a:off x="7611510" y="692955"/>
            <a:ext cx="621637" cy="591891"/>
            <a:chOff x="3725850" y="3874550"/>
            <a:chExt cx="232875" cy="206500"/>
          </a:xfrm>
        </p:grpSpPr>
        <p:sp>
          <p:nvSpPr>
            <p:cNvPr id="3435" name="Google Shape;3435;p96"/>
            <p:cNvSpPr/>
            <p:nvPr/>
          </p:nvSpPr>
          <p:spPr>
            <a:xfrm>
              <a:off x="3725850" y="3874550"/>
              <a:ext cx="232875" cy="206500"/>
            </a:xfrm>
            <a:custGeom>
              <a:rect b="b" l="l" r="r" t="t"/>
              <a:pathLst>
                <a:path extrusionOk="0" h="8260" w="9315">
                  <a:moveTo>
                    <a:pt x="3669" y="297"/>
                  </a:moveTo>
                  <a:cubicBezTo>
                    <a:pt x="4503" y="297"/>
                    <a:pt x="5647" y="413"/>
                    <a:pt x="6146" y="563"/>
                  </a:cubicBezTo>
                  <a:cubicBezTo>
                    <a:pt x="6286" y="605"/>
                    <a:pt x="6533" y="677"/>
                    <a:pt x="6692" y="724"/>
                  </a:cubicBezTo>
                  <a:cubicBezTo>
                    <a:pt x="7482" y="953"/>
                    <a:pt x="8206" y="1470"/>
                    <a:pt x="8611" y="2092"/>
                  </a:cubicBezTo>
                  <a:cubicBezTo>
                    <a:pt x="9065" y="2789"/>
                    <a:pt x="9125" y="3432"/>
                    <a:pt x="8832" y="4487"/>
                  </a:cubicBezTo>
                  <a:cubicBezTo>
                    <a:pt x="8746" y="4797"/>
                    <a:pt x="8661" y="5050"/>
                    <a:pt x="8642" y="5050"/>
                  </a:cubicBezTo>
                  <a:cubicBezTo>
                    <a:pt x="8642" y="5050"/>
                    <a:pt x="8642" y="5050"/>
                    <a:pt x="8642" y="5050"/>
                  </a:cubicBezTo>
                  <a:cubicBezTo>
                    <a:pt x="8625" y="5048"/>
                    <a:pt x="8586" y="4996"/>
                    <a:pt x="8557" y="4939"/>
                  </a:cubicBezTo>
                  <a:cubicBezTo>
                    <a:pt x="8460" y="4738"/>
                    <a:pt x="8199" y="4424"/>
                    <a:pt x="8120" y="4413"/>
                  </a:cubicBezTo>
                  <a:cubicBezTo>
                    <a:pt x="8108" y="4411"/>
                    <a:pt x="8097" y="4411"/>
                    <a:pt x="8087" y="4411"/>
                  </a:cubicBezTo>
                  <a:cubicBezTo>
                    <a:pt x="7955" y="4411"/>
                    <a:pt x="7998" y="4557"/>
                    <a:pt x="8229" y="4906"/>
                  </a:cubicBezTo>
                  <a:cubicBezTo>
                    <a:pt x="8369" y="5116"/>
                    <a:pt x="8505" y="5292"/>
                    <a:pt x="8530" y="5296"/>
                  </a:cubicBezTo>
                  <a:cubicBezTo>
                    <a:pt x="8555" y="5299"/>
                    <a:pt x="8556" y="5345"/>
                    <a:pt x="8531" y="5408"/>
                  </a:cubicBezTo>
                  <a:cubicBezTo>
                    <a:pt x="8459" y="5584"/>
                    <a:pt x="8056" y="6181"/>
                    <a:pt x="8008" y="6181"/>
                  </a:cubicBezTo>
                  <a:cubicBezTo>
                    <a:pt x="8008" y="6181"/>
                    <a:pt x="8007" y="6181"/>
                    <a:pt x="8007" y="6181"/>
                  </a:cubicBezTo>
                  <a:cubicBezTo>
                    <a:pt x="7985" y="6178"/>
                    <a:pt x="7944" y="6111"/>
                    <a:pt x="7915" y="6027"/>
                  </a:cubicBezTo>
                  <a:cubicBezTo>
                    <a:pt x="7807" y="5714"/>
                    <a:pt x="7609" y="5464"/>
                    <a:pt x="7505" y="5464"/>
                  </a:cubicBezTo>
                  <a:cubicBezTo>
                    <a:pt x="7471" y="5464"/>
                    <a:pt x="7448" y="5490"/>
                    <a:pt x="7440" y="5547"/>
                  </a:cubicBezTo>
                  <a:cubicBezTo>
                    <a:pt x="7427" y="5644"/>
                    <a:pt x="7651" y="6132"/>
                    <a:pt x="7714" y="6141"/>
                  </a:cubicBezTo>
                  <a:cubicBezTo>
                    <a:pt x="7735" y="6144"/>
                    <a:pt x="7745" y="6184"/>
                    <a:pt x="7740" y="6229"/>
                  </a:cubicBezTo>
                  <a:cubicBezTo>
                    <a:pt x="7734" y="6274"/>
                    <a:pt x="7759" y="6338"/>
                    <a:pt x="7795" y="6367"/>
                  </a:cubicBezTo>
                  <a:cubicBezTo>
                    <a:pt x="7839" y="6404"/>
                    <a:pt x="7846" y="6431"/>
                    <a:pt x="7813" y="6449"/>
                  </a:cubicBezTo>
                  <a:cubicBezTo>
                    <a:pt x="7786" y="6463"/>
                    <a:pt x="7665" y="6525"/>
                    <a:pt x="7549" y="6584"/>
                  </a:cubicBezTo>
                  <a:lnTo>
                    <a:pt x="7335" y="6694"/>
                  </a:lnTo>
                  <a:lnTo>
                    <a:pt x="7295" y="6582"/>
                  </a:lnTo>
                  <a:cubicBezTo>
                    <a:pt x="7272" y="6521"/>
                    <a:pt x="7229" y="6467"/>
                    <a:pt x="7198" y="6463"/>
                  </a:cubicBezTo>
                  <a:cubicBezTo>
                    <a:pt x="7167" y="6459"/>
                    <a:pt x="7156" y="6432"/>
                    <a:pt x="7172" y="6401"/>
                  </a:cubicBezTo>
                  <a:cubicBezTo>
                    <a:pt x="7188" y="6372"/>
                    <a:pt x="7161" y="6267"/>
                    <a:pt x="7115" y="6174"/>
                  </a:cubicBezTo>
                  <a:cubicBezTo>
                    <a:pt x="7068" y="6080"/>
                    <a:pt x="7030" y="5992"/>
                    <a:pt x="7031" y="5983"/>
                  </a:cubicBezTo>
                  <a:cubicBezTo>
                    <a:pt x="7033" y="5974"/>
                    <a:pt x="6986" y="5869"/>
                    <a:pt x="6927" y="5748"/>
                  </a:cubicBezTo>
                  <a:cubicBezTo>
                    <a:pt x="6838" y="5568"/>
                    <a:pt x="6771" y="5485"/>
                    <a:pt x="6708" y="5485"/>
                  </a:cubicBezTo>
                  <a:cubicBezTo>
                    <a:pt x="6689" y="5485"/>
                    <a:pt x="6670" y="5492"/>
                    <a:pt x="6652" y="5507"/>
                  </a:cubicBezTo>
                  <a:cubicBezTo>
                    <a:pt x="6577" y="5566"/>
                    <a:pt x="6612" y="5735"/>
                    <a:pt x="6750" y="5970"/>
                  </a:cubicBezTo>
                  <a:cubicBezTo>
                    <a:pt x="6816" y="6082"/>
                    <a:pt x="6871" y="6191"/>
                    <a:pt x="6869" y="6208"/>
                  </a:cubicBezTo>
                  <a:cubicBezTo>
                    <a:pt x="6868" y="6225"/>
                    <a:pt x="6914" y="6345"/>
                    <a:pt x="6972" y="6473"/>
                  </a:cubicBezTo>
                  <a:cubicBezTo>
                    <a:pt x="7029" y="6601"/>
                    <a:pt x="7066" y="6714"/>
                    <a:pt x="7055" y="6723"/>
                  </a:cubicBezTo>
                  <a:cubicBezTo>
                    <a:pt x="7044" y="6731"/>
                    <a:pt x="6884" y="6745"/>
                    <a:pt x="6696" y="6754"/>
                  </a:cubicBezTo>
                  <a:lnTo>
                    <a:pt x="6358" y="6769"/>
                  </a:lnTo>
                  <a:lnTo>
                    <a:pt x="6274" y="6622"/>
                  </a:lnTo>
                  <a:cubicBezTo>
                    <a:pt x="6228" y="6542"/>
                    <a:pt x="6177" y="6400"/>
                    <a:pt x="6160" y="6306"/>
                  </a:cubicBezTo>
                  <a:cubicBezTo>
                    <a:pt x="6135" y="6165"/>
                    <a:pt x="6087" y="6092"/>
                    <a:pt x="6021" y="6092"/>
                  </a:cubicBezTo>
                  <a:cubicBezTo>
                    <a:pt x="5994" y="6092"/>
                    <a:pt x="5964" y="6104"/>
                    <a:pt x="5931" y="6129"/>
                  </a:cubicBezTo>
                  <a:cubicBezTo>
                    <a:pt x="5859" y="6184"/>
                    <a:pt x="5859" y="6206"/>
                    <a:pt x="5937" y="6445"/>
                  </a:cubicBezTo>
                  <a:cubicBezTo>
                    <a:pt x="5981" y="6584"/>
                    <a:pt x="6013" y="6707"/>
                    <a:pt x="6005" y="6714"/>
                  </a:cubicBezTo>
                  <a:cubicBezTo>
                    <a:pt x="6005" y="6715"/>
                    <a:pt x="6002" y="6715"/>
                    <a:pt x="5997" y="6715"/>
                  </a:cubicBezTo>
                  <a:cubicBezTo>
                    <a:pt x="5944" y="6715"/>
                    <a:pt x="5642" y="6682"/>
                    <a:pt x="5285" y="6636"/>
                  </a:cubicBezTo>
                  <a:lnTo>
                    <a:pt x="4580" y="6546"/>
                  </a:lnTo>
                  <a:lnTo>
                    <a:pt x="3848" y="7105"/>
                  </a:lnTo>
                  <a:cubicBezTo>
                    <a:pt x="3144" y="7641"/>
                    <a:pt x="2856" y="7835"/>
                    <a:pt x="2639" y="7913"/>
                  </a:cubicBezTo>
                  <a:cubicBezTo>
                    <a:pt x="2583" y="7933"/>
                    <a:pt x="2545" y="7944"/>
                    <a:pt x="2523" y="7944"/>
                  </a:cubicBezTo>
                  <a:cubicBezTo>
                    <a:pt x="2490" y="7944"/>
                    <a:pt x="2492" y="7921"/>
                    <a:pt x="2519" y="7870"/>
                  </a:cubicBezTo>
                  <a:cubicBezTo>
                    <a:pt x="2715" y="7515"/>
                    <a:pt x="2937" y="6357"/>
                    <a:pt x="2844" y="6177"/>
                  </a:cubicBezTo>
                  <a:cubicBezTo>
                    <a:pt x="2808" y="6105"/>
                    <a:pt x="2648" y="6006"/>
                    <a:pt x="2313" y="5848"/>
                  </a:cubicBezTo>
                  <a:cubicBezTo>
                    <a:pt x="2048" y="5723"/>
                    <a:pt x="1816" y="5603"/>
                    <a:pt x="1796" y="5581"/>
                  </a:cubicBezTo>
                  <a:cubicBezTo>
                    <a:pt x="1775" y="5558"/>
                    <a:pt x="1678" y="5495"/>
                    <a:pt x="1577" y="5438"/>
                  </a:cubicBezTo>
                  <a:cubicBezTo>
                    <a:pt x="1324" y="5293"/>
                    <a:pt x="861" y="4911"/>
                    <a:pt x="767" y="4768"/>
                  </a:cubicBezTo>
                  <a:cubicBezTo>
                    <a:pt x="482" y="4330"/>
                    <a:pt x="291" y="3777"/>
                    <a:pt x="290" y="3386"/>
                  </a:cubicBezTo>
                  <a:cubicBezTo>
                    <a:pt x="289" y="2830"/>
                    <a:pt x="564" y="2015"/>
                    <a:pt x="938" y="1465"/>
                  </a:cubicBezTo>
                  <a:cubicBezTo>
                    <a:pt x="1075" y="1265"/>
                    <a:pt x="1203" y="1101"/>
                    <a:pt x="1221" y="1101"/>
                  </a:cubicBezTo>
                  <a:cubicBezTo>
                    <a:pt x="1221" y="1101"/>
                    <a:pt x="1221" y="1101"/>
                    <a:pt x="1221" y="1101"/>
                  </a:cubicBezTo>
                  <a:cubicBezTo>
                    <a:pt x="1240" y="1105"/>
                    <a:pt x="1279" y="1159"/>
                    <a:pt x="1311" y="1226"/>
                  </a:cubicBezTo>
                  <a:cubicBezTo>
                    <a:pt x="1435" y="1488"/>
                    <a:pt x="1624" y="1722"/>
                    <a:pt x="1722" y="1736"/>
                  </a:cubicBezTo>
                  <a:cubicBezTo>
                    <a:pt x="1731" y="1737"/>
                    <a:pt x="1740" y="1738"/>
                    <a:pt x="1748" y="1738"/>
                  </a:cubicBezTo>
                  <a:cubicBezTo>
                    <a:pt x="1877" y="1738"/>
                    <a:pt x="1876" y="1579"/>
                    <a:pt x="1737" y="1454"/>
                  </a:cubicBezTo>
                  <a:cubicBezTo>
                    <a:pt x="1674" y="1398"/>
                    <a:pt x="1626" y="1321"/>
                    <a:pt x="1630" y="1285"/>
                  </a:cubicBezTo>
                  <a:cubicBezTo>
                    <a:pt x="1634" y="1249"/>
                    <a:pt x="1595" y="1164"/>
                    <a:pt x="1545" y="1104"/>
                  </a:cubicBezTo>
                  <a:cubicBezTo>
                    <a:pt x="1396" y="919"/>
                    <a:pt x="1443" y="828"/>
                    <a:pt x="1761" y="688"/>
                  </a:cubicBezTo>
                  <a:cubicBezTo>
                    <a:pt x="1805" y="669"/>
                    <a:pt x="1834" y="656"/>
                    <a:pt x="1858" y="656"/>
                  </a:cubicBezTo>
                  <a:cubicBezTo>
                    <a:pt x="1901" y="656"/>
                    <a:pt x="1930" y="694"/>
                    <a:pt x="2009" y="798"/>
                  </a:cubicBezTo>
                  <a:cubicBezTo>
                    <a:pt x="2079" y="891"/>
                    <a:pt x="2155" y="967"/>
                    <a:pt x="2184" y="972"/>
                  </a:cubicBezTo>
                  <a:cubicBezTo>
                    <a:pt x="2213" y="977"/>
                    <a:pt x="2221" y="1004"/>
                    <a:pt x="2204" y="1035"/>
                  </a:cubicBezTo>
                  <a:cubicBezTo>
                    <a:pt x="2164" y="1109"/>
                    <a:pt x="2338" y="1344"/>
                    <a:pt x="2444" y="1359"/>
                  </a:cubicBezTo>
                  <a:cubicBezTo>
                    <a:pt x="2452" y="1360"/>
                    <a:pt x="2461" y="1361"/>
                    <a:pt x="2468" y="1361"/>
                  </a:cubicBezTo>
                  <a:cubicBezTo>
                    <a:pt x="2605" y="1361"/>
                    <a:pt x="2559" y="1173"/>
                    <a:pt x="2343" y="863"/>
                  </a:cubicBezTo>
                  <a:cubicBezTo>
                    <a:pt x="2223" y="693"/>
                    <a:pt x="2125" y="539"/>
                    <a:pt x="2127" y="527"/>
                  </a:cubicBezTo>
                  <a:cubicBezTo>
                    <a:pt x="2134" y="482"/>
                    <a:pt x="2876" y="337"/>
                    <a:pt x="3223" y="311"/>
                  </a:cubicBezTo>
                  <a:cubicBezTo>
                    <a:pt x="3355" y="301"/>
                    <a:pt x="3506" y="297"/>
                    <a:pt x="3669" y="297"/>
                  </a:cubicBezTo>
                  <a:close/>
                  <a:moveTo>
                    <a:pt x="3713" y="0"/>
                  </a:moveTo>
                  <a:cubicBezTo>
                    <a:pt x="2901" y="0"/>
                    <a:pt x="2159" y="145"/>
                    <a:pt x="1604" y="416"/>
                  </a:cubicBezTo>
                  <a:cubicBezTo>
                    <a:pt x="1403" y="514"/>
                    <a:pt x="935" y="985"/>
                    <a:pt x="950" y="1073"/>
                  </a:cubicBezTo>
                  <a:cubicBezTo>
                    <a:pt x="953" y="1090"/>
                    <a:pt x="942" y="1101"/>
                    <a:pt x="923" y="1101"/>
                  </a:cubicBezTo>
                  <a:cubicBezTo>
                    <a:pt x="920" y="1101"/>
                    <a:pt x="918" y="1101"/>
                    <a:pt x="915" y="1100"/>
                  </a:cubicBezTo>
                  <a:cubicBezTo>
                    <a:pt x="914" y="1100"/>
                    <a:pt x="913" y="1100"/>
                    <a:pt x="912" y="1100"/>
                  </a:cubicBezTo>
                  <a:cubicBezTo>
                    <a:pt x="847" y="1100"/>
                    <a:pt x="617" y="1416"/>
                    <a:pt x="491" y="1680"/>
                  </a:cubicBezTo>
                  <a:cubicBezTo>
                    <a:pt x="188" y="2311"/>
                    <a:pt x="0" y="3012"/>
                    <a:pt x="20" y="3432"/>
                  </a:cubicBezTo>
                  <a:cubicBezTo>
                    <a:pt x="46" y="4021"/>
                    <a:pt x="344" y="4727"/>
                    <a:pt x="733" y="5125"/>
                  </a:cubicBezTo>
                  <a:cubicBezTo>
                    <a:pt x="926" y="5322"/>
                    <a:pt x="1321" y="5646"/>
                    <a:pt x="1377" y="5653"/>
                  </a:cubicBezTo>
                  <a:cubicBezTo>
                    <a:pt x="1400" y="5657"/>
                    <a:pt x="1508" y="5721"/>
                    <a:pt x="1613" y="5794"/>
                  </a:cubicBezTo>
                  <a:cubicBezTo>
                    <a:pt x="1719" y="5868"/>
                    <a:pt x="1846" y="5935"/>
                    <a:pt x="1893" y="5943"/>
                  </a:cubicBezTo>
                  <a:cubicBezTo>
                    <a:pt x="1941" y="5951"/>
                    <a:pt x="1985" y="5974"/>
                    <a:pt x="1996" y="5997"/>
                  </a:cubicBezTo>
                  <a:cubicBezTo>
                    <a:pt x="2006" y="6019"/>
                    <a:pt x="2136" y="6090"/>
                    <a:pt x="2284" y="6155"/>
                  </a:cubicBezTo>
                  <a:cubicBezTo>
                    <a:pt x="2484" y="6242"/>
                    <a:pt x="2563" y="6300"/>
                    <a:pt x="2579" y="6372"/>
                  </a:cubicBezTo>
                  <a:cubicBezTo>
                    <a:pt x="2618" y="6534"/>
                    <a:pt x="2464" y="7231"/>
                    <a:pt x="2293" y="7677"/>
                  </a:cubicBezTo>
                  <a:cubicBezTo>
                    <a:pt x="2139" y="8078"/>
                    <a:pt x="2136" y="8093"/>
                    <a:pt x="2200" y="8182"/>
                  </a:cubicBezTo>
                  <a:cubicBezTo>
                    <a:pt x="2240" y="8238"/>
                    <a:pt x="2267" y="8259"/>
                    <a:pt x="2330" y="8259"/>
                  </a:cubicBezTo>
                  <a:cubicBezTo>
                    <a:pt x="2359" y="8259"/>
                    <a:pt x="2396" y="8255"/>
                    <a:pt x="2445" y="8247"/>
                  </a:cubicBezTo>
                  <a:cubicBezTo>
                    <a:pt x="2781" y="8196"/>
                    <a:pt x="3296" y="7899"/>
                    <a:pt x="3995" y="7353"/>
                  </a:cubicBezTo>
                  <a:lnTo>
                    <a:pt x="4679" y="6818"/>
                  </a:lnTo>
                  <a:lnTo>
                    <a:pt x="5552" y="6942"/>
                  </a:lnTo>
                  <a:cubicBezTo>
                    <a:pt x="6039" y="7010"/>
                    <a:pt x="6431" y="7049"/>
                    <a:pt x="6627" y="7049"/>
                  </a:cubicBezTo>
                  <a:cubicBezTo>
                    <a:pt x="6650" y="7049"/>
                    <a:pt x="6671" y="7049"/>
                    <a:pt x="6689" y="7048"/>
                  </a:cubicBezTo>
                  <a:cubicBezTo>
                    <a:pt x="6835" y="7038"/>
                    <a:pt x="7023" y="7025"/>
                    <a:pt x="7112" y="7020"/>
                  </a:cubicBezTo>
                  <a:cubicBezTo>
                    <a:pt x="7350" y="7003"/>
                    <a:pt x="7663" y="6890"/>
                    <a:pt x="7881" y="6742"/>
                  </a:cubicBezTo>
                  <a:cubicBezTo>
                    <a:pt x="8177" y="6539"/>
                    <a:pt x="8647" y="5876"/>
                    <a:pt x="8855" y="5366"/>
                  </a:cubicBezTo>
                  <a:cubicBezTo>
                    <a:pt x="9005" y="5000"/>
                    <a:pt x="9182" y="4299"/>
                    <a:pt x="9252" y="3803"/>
                  </a:cubicBezTo>
                  <a:cubicBezTo>
                    <a:pt x="9313" y="3363"/>
                    <a:pt x="9315" y="3224"/>
                    <a:pt x="9266" y="2946"/>
                  </a:cubicBezTo>
                  <a:cubicBezTo>
                    <a:pt x="9175" y="2438"/>
                    <a:pt x="9099" y="2271"/>
                    <a:pt x="8677" y="1653"/>
                  </a:cubicBezTo>
                  <a:cubicBezTo>
                    <a:pt x="8648" y="1610"/>
                    <a:pt x="8457" y="1433"/>
                    <a:pt x="8253" y="1258"/>
                  </a:cubicBezTo>
                  <a:cubicBezTo>
                    <a:pt x="7870" y="934"/>
                    <a:pt x="7462" y="684"/>
                    <a:pt x="7132" y="574"/>
                  </a:cubicBezTo>
                  <a:cubicBezTo>
                    <a:pt x="6340" y="310"/>
                    <a:pt x="6116" y="253"/>
                    <a:pt x="5417" y="141"/>
                  </a:cubicBezTo>
                  <a:cubicBezTo>
                    <a:pt x="5024" y="78"/>
                    <a:pt x="4689" y="32"/>
                    <a:pt x="4631" y="32"/>
                  </a:cubicBezTo>
                  <a:cubicBezTo>
                    <a:pt x="4627" y="32"/>
                    <a:pt x="4624" y="32"/>
                    <a:pt x="4623" y="33"/>
                  </a:cubicBezTo>
                  <a:cubicBezTo>
                    <a:pt x="4619" y="36"/>
                    <a:pt x="4599" y="38"/>
                    <a:pt x="4566" y="38"/>
                  </a:cubicBezTo>
                  <a:cubicBezTo>
                    <a:pt x="4504" y="38"/>
                    <a:pt x="4399" y="33"/>
                    <a:pt x="4284" y="24"/>
                  </a:cubicBezTo>
                  <a:cubicBezTo>
                    <a:pt x="4091" y="8"/>
                    <a:pt x="3900" y="0"/>
                    <a:pt x="37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6"/>
            <p:cNvSpPr/>
            <p:nvPr/>
          </p:nvSpPr>
          <p:spPr>
            <a:xfrm>
              <a:off x="3821275" y="3914800"/>
              <a:ext cx="61850" cy="74850"/>
            </a:xfrm>
            <a:custGeom>
              <a:rect b="b" l="l" r="r" t="t"/>
              <a:pathLst>
                <a:path extrusionOk="0" h="2994" w="2474">
                  <a:moveTo>
                    <a:pt x="1110" y="310"/>
                  </a:moveTo>
                  <a:cubicBezTo>
                    <a:pt x="1110" y="310"/>
                    <a:pt x="1110" y="310"/>
                    <a:pt x="1110" y="310"/>
                  </a:cubicBezTo>
                  <a:cubicBezTo>
                    <a:pt x="1122" y="312"/>
                    <a:pt x="1243" y="359"/>
                    <a:pt x="1380" y="415"/>
                  </a:cubicBezTo>
                  <a:cubicBezTo>
                    <a:pt x="1506" y="468"/>
                    <a:pt x="1630" y="505"/>
                    <a:pt x="1676" y="505"/>
                  </a:cubicBezTo>
                  <a:cubicBezTo>
                    <a:pt x="1680" y="505"/>
                    <a:pt x="1683" y="505"/>
                    <a:pt x="1686" y="504"/>
                  </a:cubicBezTo>
                  <a:cubicBezTo>
                    <a:pt x="1693" y="502"/>
                    <a:pt x="1701" y="502"/>
                    <a:pt x="1708" y="502"/>
                  </a:cubicBezTo>
                  <a:cubicBezTo>
                    <a:pt x="1735" y="502"/>
                    <a:pt x="1758" y="514"/>
                    <a:pt x="1767" y="534"/>
                  </a:cubicBezTo>
                  <a:cubicBezTo>
                    <a:pt x="1779" y="559"/>
                    <a:pt x="1852" y="586"/>
                    <a:pt x="1933" y="598"/>
                  </a:cubicBezTo>
                  <a:cubicBezTo>
                    <a:pt x="2014" y="610"/>
                    <a:pt x="2087" y="640"/>
                    <a:pt x="2098" y="667"/>
                  </a:cubicBezTo>
                  <a:cubicBezTo>
                    <a:pt x="2114" y="706"/>
                    <a:pt x="1814" y="1172"/>
                    <a:pt x="1735" y="1228"/>
                  </a:cubicBezTo>
                  <a:cubicBezTo>
                    <a:pt x="1702" y="1252"/>
                    <a:pt x="1615" y="1367"/>
                    <a:pt x="1305" y="1797"/>
                  </a:cubicBezTo>
                  <a:cubicBezTo>
                    <a:pt x="1164" y="1993"/>
                    <a:pt x="962" y="2260"/>
                    <a:pt x="858" y="2389"/>
                  </a:cubicBezTo>
                  <a:cubicBezTo>
                    <a:pt x="757" y="2516"/>
                    <a:pt x="668" y="2636"/>
                    <a:pt x="666" y="2655"/>
                  </a:cubicBezTo>
                  <a:cubicBezTo>
                    <a:pt x="665" y="2665"/>
                    <a:pt x="635" y="2672"/>
                    <a:pt x="593" y="2672"/>
                  </a:cubicBezTo>
                  <a:cubicBezTo>
                    <a:pt x="569" y="2672"/>
                    <a:pt x="541" y="2670"/>
                    <a:pt x="511" y="2665"/>
                  </a:cubicBezTo>
                  <a:cubicBezTo>
                    <a:pt x="338" y="2642"/>
                    <a:pt x="338" y="2675"/>
                    <a:pt x="510" y="2101"/>
                  </a:cubicBezTo>
                  <a:cubicBezTo>
                    <a:pt x="584" y="1859"/>
                    <a:pt x="651" y="1601"/>
                    <a:pt x="664" y="1523"/>
                  </a:cubicBezTo>
                  <a:cubicBezTo>
                    <a:pt x="675" y="1448"/>
                    <a:pt x="697" y="1388"/>
                    <a:pt x="712" y="1388"/>
                  </a:cubicBezTo>
                  <a:cubicBezTo>
                    <a:pt x="712" y="1388"/>
                    <a:pt x="713" y="1388"/>
                    <a:pt x="713" y="1388"/>
                  </a:cubicBezTo>
                  <a:cubicBezTo>
                    <a:pt x="713" y="1388"/>
                    <a:pt x="713" y="1388"/>
                    <a:pt x="713" y="1388"/>
                  </a:cubicBezTo>
                  <a:cubicBezTo>
                    <a:pt x="740" y="1388"/>
                    <a:pt x="906" y="922"/>
                    <a:pt x="1034" y="486"/>
                  </a:cubicBezTo>
                  <a:cubicBezTo>
                    <a:pt x="1064" y="388"/>
                    <a:pt x="1097" y="310"/>
                    <a:pt x="1110" y="310"/>
                  </a:cubicBezTo>
                  <a:close/>
                  <a:moveTo>
                    <a:pt x="969" y="1"/>
                  </a:moveTo>
                  <a:cubicBezTo>
                    <a:pt x="945" y="1"/>
                    <a:pt x="934" y="9"/>
                    <a:pt x="922" y="22"/>
                  </a:cubicBezTo>
                  <a:cubicBezTo>
                    <a:pt x="902" y="47"/>
                    <a:pt x="868" y="127"/>
                    <a:pt x="846" y="199"/>
                  </a:cubicBezTo>
                  <a:cubicBezTo>
                    <a:pt x="803" y="354"/>
                    <a:pt x="427" y="1549"/>
                    <a:pt x="385" y="1669"/>
                  </a:cubicBezTo>
                  <a:cubicBezTo>
                    <a:pt x="369" y="1715"/>
                    <a:pt x="307" y="1903"/>
                    <a:pt x="247" y="2085"/>
                  </a:cubicBezTo>
                  <a:cubicBezTo>
                    <a:pt x="187" y="2268"/>
                    <a:pt x="110" y="2471"/>
                    <a:pt x="75" y="2535"/>
                  </a:cubicBezTo>
                  <a:cubicBezTo>
                    <a:pt x="0" y="2674"/>
                    <a:pt x="42" y="2812"/>
                    <a:pt x="173" y="2858"/>
                  </a:cubicBezTo>
                  <a:cubicBezTo>
                    <a:pt x="224" y="2875"/>
                    <a:pt x="388" y="2918"/>
                    <a:pt x="541" y="2955"/>
                  </a:cubicBezTo>
                  <a:cubicBezTo>
                    <a:pt x="643" y="2979"/>
                    <a:pt x="716" y="2994"/>
                    <a:pt x="771" y="2994"/>
                  </a:cubicBezTo>
                  <a:cubicBezTo>
                    <a:pt x="889" y="2994"/>
                    <a:pt x="927" y="2928"/>
                    <a:pt x="995" y="2745"/>
                  </a:cubicBezTo>
                  <a:cubicBezTo>
                    <a:pt x="1030" y="2651"/>
                    <a:pt x="1140" y="2475"/>
                    <a:pt x="1244" y="2348"/>
                  </a:cubicBezTo>
                  <a:cubicBezTo>
                    <a:pt x="1346" y="2222"/>
                    <a:pt x="1488" y="2033"/>
                    <a:pt x="1564" y="1922"/>
                  </a:cubicBezTo>
                  <a:cubicBezTo>
                    <a:pt x="1639" y="1813"/>
                    <a:pt x="1836" y="1547"/>
                    <a:pt x="2002" y="1330"/>
                  </a:cubicBezTo>
                  <a:cubicBezTo>
                    <a:pt x="2329" y="906"/>
                    <a:pt x="2473" y="657"/>
                    <a:pt x="2451" y="559"/>
                  </a:cubicBezTo>
                  <a:cubicBezTo>
                    <a:pt x="2432" y="475"/>
                    <a:pt x="2216" y="378"/>
                    <a:pt x="2086" y="378"/>
                  </a:cubicBezTo>
                  <a:cubicBezTo>
                    <a:pt x="2061" y="378"/>
                    <a:pt x="2039" y="381"/>
                    <a:pt x="2023" y="389"/>
                  </a:cubicBezTo>
                  <a:cubicBezTo>
                    <a:pt x="1997" y="400"/>
                    <a:pt x="1975" y="405"/>
                    <a:pt x="1960" y="405"/>
                  </a:cubicBezTo>
                  <a:cubicBezTo>
                    <a:pt x="1946" y="405"/>
                    <a:pt x="1938" y="400"/>
                    <a:pt x="1939" y="390"/>
                  </a:cubicBezTo>
                  <a:cubicBezTo>
                    <a:pt x="1942" y="368"/>
                    <a:pt x="1783" y="289"/>
                    <a:pt x="1582" y="211"/>
                  </a:cubicBezTo>
                  <a:cubicBezTo>
                    <a:pt x="1167" y="52"/>
                    <a:pt x="1029" y="1"/>
                    <a:pt x="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6"/>
            <p:cNvSpPr/>
            <p:nvPr/>
          </p:nvSpPr>
          <p:spPr>
            <a:xfrm>
              <a:off x="3807350" y="3992475"/>
              <a:ext cx="38375" cy="27675"/>
            </a:xfrm>
            <a:custGeom>
              <a:rect b="b" l="l" r="r" t="t"/>
              <a:pathLst>
                <a:path extrusionOk="0" h="1107" w="1535">
                  <a:moveTo>
                    <a:pt x="792" y="318"/>
                  </a:moveTo>
                  <a:cubicBezTo>
                    <a:pt x="887" y="318"/>
                    <a:pt x="912" y="344"/>
                    <a:pt x="969" y="425"/>
                  </a:cubicBezTo>
                  <a:cubicBezTo>
                    <a:pt x="1111" y="628"/>
                    <a:pt x="876" y="843"/>
                    <a:pt x="643" y="843"/>
                  </a:cubicBezTo>
                  <a:cubicBezTo>
                    <a:pt x="562" y="843"/>
                    <a:pt x="481" y="817"/>
                    <a:pt x="416" y="757"/>
                  </a:cubicBezTo>
                  <a:cubicBezTo>
                    <a:pt x="233" y="586"/>
                    <a:pt x="351" y="356"/>
                    <a:pt x="637" y="329"/>
                  </a:cubicBezTo>
                  <a:cubicBezTo>
                    <a:pt x="705" y="322"/>
                    <a:pt x="754" y="318"/>
                    <a:pt x="792" y="318"/>
                  </a:cubicBezTo>
                  <a:close/>
                  <a:moveTo>
                    <a:pt x="682" y="1"/>
                  </a:moveTo>
                  <a:cubicBezTo>
                    <a:pt x="636" y="1"/>
                    <a:pt x="585" y="5"/>
                    <a:pt x="527" y="14"/>
                  </a:cubicBezTo>
                  <a:cubicBezTo>
                    <a:pt x="336" y="45"/>
                    <a:pt x="181" y="155"/>
                    <a:pt x="113" y="309"/>
                  </a:cubicBezTo>
                  <a:cubicBezTo>
                    <a:pt x="1" y="564"/>
                    <a:pt x="11" y="676"/>
                    <a:pt x="163" y="877"/>
                  </a:cubicBezTo>
                  <a:cubicBezTo>
                    <a:pt x="293" y="1050"/>
                    <a:pt x="327" y="1070"/>
                    <a:pt x="535" y="1098"/>
                  </a:cubicBezTo>
                  <a:cubicBezTo>
                    <a:pt x="576" y="1103"/>
                    <a:pt x="616" y="1106"/>
                    <a:pt x="654" y="1106"/>
                  </a:cubicBezTo>
                  <a:cubicBezTo>
                    <a:pt x="1267" y="1106"/>
                    <a:pt x="1535" y="418"/>
                    <a:pt x="986" y="89"/>
                  </a:cubicBezTo>
                  <a:cubicBezTo>
                    <a:pt x="883" y="28"/>
                    <a:pt x="794" y="1"/>
                    <a:pt x="6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8" name="Google Shape;3438;p96"/>
          <p:cNvSpPr/>
          <p:nvPr/>
        </p:nvSpPr>
        <p:spPr>
          <a:xfrm rot="-1044066">
            <a:off x="1012376" y="796886"/>
            <a:ext cx="260967" cy="675291"/>
          </a:xfrm>
          <a:custGeom>
            <a:rect b="b" l="l" r="r" t="t"/>
            <a:pathLst>
              <a:path extrusionOk="0" h="9976" w="3855">
                <a:moveTo>
                  <a:pt x="1489" y="262"/>
                </a:moveTo>
                <a:cubicBezTo>
                  <a:pt x="1505" y="262"/>
                  <a:pt x="1520" y="265"/>
                  <a:pt x="1534" y="269"/>
                </a:cubicBezTo>
                <a:cubicBezTo>
                  <a:pt x="1556" y="276"/>
                  <a:pt x="1852" y="302"/>
                  <a:pt x="2190" y="326"/>
                </a:cubicBezTo>
                <a:cubicBezTo>
                  <a:pt x="2379" y="339"/>
                  <a:pt x="2563" y="346"/>
                  <a:pt x="2697" y="346"/>
                </a:cubicBezTo>
                <a:cubicBezTo>
                  <a:pt x="2802" y="346"/>
                  <a:pt x="2876" y="341"/>
                  <a:pt x="2898" y="333"/>
                </a:cubicBezTo>
                <a:cubicBezTo>
                  <a:pt x="2916" y="326"/>
                  <a:pt x="2941" y="323"/>
                  <a:pt x="2969" y="323"/>
                </a:cubicBezTo>
                <a:cubicBezTo>
                  <a:pt x="3078" y="323"/>
                  <a:pt x="3236" y="370"/>
                  <a:pt x="3236" y="413"/>
                </a:cubicBezTo>
                <a:cubicBezTo>
                  <a:pt x="3236" y="440"/>
                  <a:pt x="2792" y="1425"/>
                  <a:pt x="2573" y="1884"/>
                </a:cubicBezTo>
                <a:cubicBezTo>
                  <a:pt x="2427" y="2193"/>
                  <a:pt x="2421" y="2430"/>
                  <a:pt x="2557" y="2459"/>
                </a:cubicBezTo>
                <a:cubicBezTo>
                  <a:pt x="2813" y="2511"/>
                  <a:pt x="3476" y="2673"/>
                  <a:pt x="3507" y="2690"/>
                </a:cubicBezTo>
                <a:cubicBezTo>
                  <a:pt x="3526" y="2700"/>
                  <a:pt x="3516" y="2743"/>
                  <a:pt x="3485" y="2780"/>
                </a:cubicBezTo>
                <a:cubicBezTo>
                  <a:pt x="3374" y="2913"/>
                  <a:pt x="2942" y="3709"/>
                  <a:pt x="2757" y="4124"/>
                </a:cubicBezTo>
                <a:cubicBezTo>
                  <a:pt x="2657" y="4350"/>
                  <a:pt x="2527" y="4635"/>
                  <a:pt x="2470" y="4757"/>
                </a:cubicBezTo>
                <a:cubicBezTo>
                  <a:pt x="2347" y="5020"/>
                  <a:pt x="2357" y="5160"/>
                  <a:pt x="2504" y="5227"/>
                </a:cubicBezTo>
                <a:cubicBezTo>
                  <a:pt x="2791" y="5359"/>
                  <a:pt x="3200" y="5573"/>
                  <a:pt x="3218" y="5600"/>
                </a:cubicBezTo>
                <a:cubicBezTo>
                  <a:pt x="3245" y="5642"/>
                  <a:pt x="2793" y="6495"/>
                  <a:pt x="2521" y="6914"/>
                </a:cubicBezTo>
                <a:cubicBezTo>
                  <a:pt x="2394" y="7108"/>
                  <a:pt x="2161" y="7516"/>
                  <a:pt x="2003" y="7821"/>
                </a:cubicBezTo>
                <a:cubicBezTo>
                  <a:pt x="1845" y="8124"/>
                  <a:pt x="1697" y="8395"/>
                  <a:pt x="1676" y="8422"/>
                </a:cubicBezTo>
                <a:cubicBezTo>
                  <a:pt x="1655" y="8449"/>
                  <a:pt x="1578" y="8576"/>
                  <a:pt x="1505" y="8704"/>
                </a:cubicBezTo>
                <a:lnTo>
                  <a:pt x="1374" y="8936"/>
                </a:lnTo>
                <a:lnTo>
                  <a:pt x="1401" y="8718"/>
                </a:lnTo>
                <a:cubicBezTo>
                  <a:pt x="1434" y="8459"/>
                  <a:pt x="1499" y="8206"/>
                  <a:pt x="1581" y="8024"/>
                </a:cubicBezTo>
                <a:cubicBezTo>
                  <a:pt x="1614" y="7950"/>
                  <a:pt x="1641" y="7851"/>
                  <a:pt x="1641" y="7806"/>
                </a:cubicBezTo>
                <a:cubicBezTo>
                  <a:pt x="1641" y="7761"/>
                  <a:pt x="1659" y="7705"/>
                  <a:pt x="1680" y="7683"/>
                </a:cubicBezTo>
                <a:cubicBezTo>
                  <a:pt x="1702" y="7659"/>
                  <a:pt x="1769" y="7477"/>
                  <a:pt x="1832" y="7272"/>
                </a:cubicBezTo>
                <a:cubicBezTo>
                  <a:pt x="1914" y="7004"/>
                  <a:pt x="1942" y="6831"/>
                  <a:pt x="1933" y="6648"/>
                </a:cubicBezTo>
                <a:cubicBezTo>
                  <a:pt x="1920" y="6359"/>
                  <a:pt x="1978" y="6410"/>
                  <a:pt x="1300" y="6103"/>
                </a:cubicBezTo>
                <a:lnTo>
                  <a:pt x="897" y="5920"/>
                </a:lnTo>
                <a:lnTo>
                  <a:pt x="926" y="5702"/>
                </a:lnTo>
                <a:cubicBezTo>
                  <a:pt x="958" y="5454"/>
                  <a:pt x="1099" y="5090"/>
                  <a:pt x="1422" y="4412"/>
                </a:cubicBezTo>
                <a:cubicBezTo>
                  <a:pt x="1546" y="4153"/>
                  <a:pt x="1635" y="3917"/>
                  <a:pt x="1623" y="3886"/>
                </a:cubicBezTo>
                <a:cubicBezTo>
                  <a:pt x="1610" y="3852"/>
                  <a:pt x="1627" y="3807"/>
                  <a:pt x="1663" y="3777"/>
                </a:cubicBezTo>
                <a:cubicBezTo>
                  <a:pt x="1701" y="3747"/>
                  <a:pt x="1727" y="3701"/>
                  <a:pt x="1727" y="3668"/>
                </a:cubicBezTo>
                <a:cubicBezTo>
                  <a:pt x="1727" y="3596"/>
                  <a:pt x="1518" y="3434"/>
                  <a:pt x="1423" y="3434"/>
                </a:cubicBezTo>
                <a:cubicBezTo>
                  <a:pt x="1382" y="3434"/>
                  <a:pt x="1335" y="3406"/>
                  <a:pt x="1323" y="3377"/>
                </a:cubicBezTo>
                <a:cubicBezTo>
                  <a:pt x="1297" y="3305"/>
                  <a:pt x="708" y="3130"/>
                  <a:pt x="495" y="3130"/>
                </a:cubicBezTo>
                <a:cubicBezTo>
                  <a:pt x="363" y="3130"/>
                  <a:pt x="339" y="3117"/>
                  <a:pt x="357" y="3056"/>
                </a:cubicBezTo>
                <a:cubicBezTo>
                  <a:pt x="370" y="3014"/>
                  <a:pt x="441" y="2778"/>
                  <a:pt x="517" y="2527"/>
                </a:cubicBezTo>
                <a:cubicBezTo>
                  <a:pt x="593" y="2277"/>
                  <a:pt x="678" y="1974"/>
                  <a:pt x="706" y="1850"/>
                </a:cubicBezTo>
                <a:cubicBezTo>
                  <a:pt x="734" y="1726"/>
                  <a:pt x="771" y="1612"/>
                  <a:pt x="788" y="1595"/>
                </a:cubicBezTo>
                <a:cubicBezTo>
                  <a:pt x="805" y="1578"/>
                  <a:pt x="819" y="1519"/>
                  <a:pt x="819" y="1461"/>
                </a:cubicBezTo>
                <a:cubicBezTo>
                  <a:pt x="819" y="1406"/>
                  <a:pt x="849" y="1301"/>
                  <a:pt x="884" y="1231"/>
                </a:cubicBezTo>
                <a:cubicBezTo>
                  <a:pt x="921" y="1162"/>
                  <a:pt x="950" y="1094"/>
                  <a:pt x="949" y="1082"/>
                </a:cubicBezTo>
                <a:cubicBezTo>
                  <a:pt x="947" y="1069"/>
                  <a:pt x="986" y="971"/>
                  <a:pt x="1035" y="860"/>
                </a:cubicBezTo>
                <a:cubicBezTo>
                  <a:pt x="1084" y="749"/>
                  <a:pt x="1125" y="639"/>
                  <a:pt x="1126" y="611"/>
                </a:cubicBezTo>
                <a:cubicBezTo>
                  <a:pt x="1136" y="448"/>
                  <a:pt x="1340" y="262"/>
                  <a:pt x="1489" y="262"/>
                </a:cubicBezTo>
                <a:close/>
                <a:moveTo>
                  <a:pt x="1355" y="0"/>
                </a:moveTo>
                <a:cubicBezTo>
                  <a:pt x="1275" y="0"/>
                  <a:pt x="1217" y="3"/>
                  <a:pt x="1197" y="9"/>
                </a:cubicBezTo>
                <a:cubicBezTo>
                  <a:pt x="1156" y="21"/>
                  <a:pt x="1123" y="56"/>
                  <a:pt x="1123" y="87"/>
                </a:cubicBezTo>
                <a:cubicBezTo>
                  <a:pt x="1123" y="118"/>
                  <a:pt x="1086" y="176"/>
                  <a:pt x="1037" y="221"/>
                </a:cubicBezTo>
                <a:cubicBezTo>
                  <a:pt x="987" y="265"/>
                  <a:pt x="951" y="329"/>
                  <a:pt x="951" y="368"/>
                </a:cubicBezTo>
                <a:cubicBezTo>
                  <a:pt x="951" y="406"/>
                  <a:pt x="933" y="458"/>
                  <a:pt x="911" y="479"/>
                </a:cubicBezTo>
                <a:cubicBezTo>
                  <a:pt x="869" y="523"/>
                  <a:pt x="497" y="1643"/>
                  <a:pt x="344" y="2180"/>
                </a:cubicBezTo>
                <a:cubicBezTo>
                  <a:pt x="294" y="2357"/>
                  <a:pt x="214" y="2616"/>
                  <a:pt x="169" y="2747"/>
                </a:cubicBezTo>
                <a:cubicBezTo>
                  <a:pt x="1" y="3232"/>
                  <a:pt x="85" y="3434"/>
                  <a:pt x="457" y="3434"/>
                </a:cubicBezTo>
                <a:cubicBezTo>
                  <a:pt x="700" y="3434"/>
                  <a:pt x="1091" y="3537"/>
                  <a:pt x="1275" y="3650"/>
                </a:cubicBezTo>
                <a:cubicBezTo>
                  <a:pt x="1414" y="3735"/>
                  <a:pt x="1418" y="3741"/>
                  <a:pt x="1357" y="3857"/>
                </a:cubicBezTo>
                <a:cubicBezTo>
                  <a:pt x="1032" y="4474"/>
                  <a:pt x="752" y="5149"/>
                  <a:pt x="666" y="5525"/>
                </a:cubicBezTo>
                <a:lnTo>
                  <a:pt x="568" y="5956"/>
                </a:lnTo>
                <a:lnTo>
                  <a:pt x="704" y="6079"/>
                </a:lnTo>
                <a:cubicBezTo>
                  <a:pt x="818" y="6182"/>
                  <a:pt x="1349" y="6461"/>
                  <a:pt x="1603" y="6552"/>
                </a:cubicBezTo>
                <a:cubicBezTo>
                  <a:pt x="1663" y="6572"/>
                  <a:pt x="1673" y="6610"/>
                  <a:pt x="1654" y="6742"/>
                </a:cubicBezTo>
                <a:cubicBezTo>
                  <a:pt x="1627" y="6925"/>
                  <a:pt x="1443" y="7534"/>
                  <a:pt x="1284" y="7966"/>
                </a:cubicBezTo>
                <a:cubicBezTo>
                  <a:pt x="1179" y="8252"/>
                  <a:pt x="1117" y="8566"/>
                  <a:pt x="1037" y="9216"/>
                </a:cubicBezTo>
                <a:cubicBezTo>
                  <a:pt x="1012" y="9417"/>
                  <a:pt x="980" y="9652"/>
                  <a:pt x="965" y="9739"/>
                </a:cubicBezTo>
                <a:cubicBezTo>
                  <a:pt x="942" y="9875"/>
                  <a:pt x="952" y="9905"/>
                  <a:pt x="1033" y="9949"/>
                </a:cubicBezTo>
                <a:cubicBezTo>
                  <a:pt x="1065" y="9966"/>
                  <a:pt x="1088" y="9976"/>
                  <a:pt x="1111" y="9976"/>
                </a:cubicBezTo>
                <a:cubicBezTo>
                  <a:pt x="1145" y="9976"/>
                  <a:pt x="1177" y="9953"/>
                  <a:pt x="1232" y="9902"/>
                </a:cubicBezTo>
                <a:cubicBezTo>
                  <a:pt x="1289" y="9847"/>
                  <a:pt x="1336" y="9784"/>
                  <a:pt x="1336" y="9762"/>
                </a:cubicBezTo>
                <a:cubicBezTo>
                  <a:pt x="1336" y="9702"/>
                  <a:pt x="1716" y="8940"/>
                  <a:pt x="1941" y="8546"/>
                </a:cubicBezTo>
                <a:cubicBezTo>
                  <a:pt x="2049" y="8356"/>
                  <a:pt x="2223" y="8036"/>
                  <a:pt x="2327" y="7835"/>
                </a:cubicBezTo>
                <a:cubicBezTo>
                  <a:pt x="2431" y="7634"/>
                  <a:pt x="2608" y="7332"/>
                  <a:pt x="2720" y="7165"/>
                </a:cubicBezTo>
                <a:cubicBezTo>
                  <a:pt x="3059" y="6659"/>
                  <a:pt x="3594" y="5625"/>
                  <a:pt x="3572" y="5517"/>
                </a:cubicBezTo>
                <a:cubicBezTo>
                  <a:pt x="3555" y="5431"/>
                  <a:pt x="3018" y="5091"/>
                  <a:pt x="2832" y="5051"/>
                </a:cubicBezTo>
                <a:cubicBezTo>
                  <a:pt x="2709" y="5024"/>
                  <a:pt x="2688" y="4954"/>
                  <a:pt x="2759" y="4823"/>
                </a:cubicBezTo>
                <a:cubicBezTo>
                  <a:pt x="2782" y="4781"/>
                  <a:pt x="2851" y="4634"/>
                  <a:pt x="2915" y="4490"/>
                </a:cubicBezTo>
                <a:cubicBezTo>
                  <a:pt x="3118" y="4034"/>
                  <a:pt x="3341" y="3596"/>
                  <a:pt x="3574" y="3199"/>
                </a:cubicBezTo>
                <a:cubicBezTo>
                  <a:pt x="3805" y="2805"/>
                  <a:pt x="3854" y="2610"/>
                  <a:pt x="3748" y="2511"/>
                </a:cubicBezTo>
                <a:cubicBezTo>
                  <a:pt x="3660" y="2429"/>
                  <a:pt x="3383" y="2331"/>
                  <a:pt x="3054" y="2266"/>
                </a:cubicBezTo>
                <a:cubicBezTo>
                  <a:pt x="2775" y="2211"/>
                  <a:pt x="2712" y="2164"/>
                  <a:pt x="2801" y="2073"/>
                </a:cubicBezTo>
                <a:cubicBezTo>
                  <a:pt x="2822" y="2051"/>
                  <a:pt x="2922" y="1848"/>
                  <a:pt x="3021" y="1621"/>
                </a:cubicBezTo>
                <a:cubicBezTo>
                  <a:pt x="3120" y="1396"/>
                  <a:pt x="3278" y="1044"/>
                  <a:pt x="3370" y="842"/>
                </a:cubicBezTo>
                <a:cubicBezTo>
                  <a:pt x="3544" y="459"/>
                  <a:pt x="3579" y="243"/>
                  <a:pt x="3477" y="161"/>
                </a:cubicBezTo>
                <a:cubicBezTo>
                  <a:pt x="3400" y="97"/>
                  <a:pt x="3145" y="66"/>
                  <a:pt x="2565" y="49"/>
                </a:cubicBezTo>
                <a:cubicBezTo>
                  <a:pt x="2306" y="41"/>
                  <a:pt x="1907" y="24"/>
                  <a:pt x="1681" y="11"/>
                </a:cubicBezTo>
                <a:cubicBezTo>
                  <a:pt x="1562" y="4"/>
                  <a:pt x="1445" y="0"/>
                  <a:pt x="13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9" name="Google Shape;3439;p96"/>
          <p:cNvGrpSpPr/>
          <p:nvPr/>
        </p:nvGrpSpPr>
        <p:grpSpPr>
          <a:xfrm>
            <a:off x="713184" y="4691184"/>
            <a:ext cx="7726459" cy="369843"/>
            <a:chOff x="713184" y="4691184"/>
            <a:chExt cx="7726459" cy="369843"/>
          </a:xfrm>
        </p:grpSpPr>
        <p:sp>
          <p:nvSpPr>
            <p:cNvPr id="3440" name="Google Shape;3440;p96"/>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441" name="Google Shape;3441;p96"/>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6"/>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6">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7" name="Shape 3447"/>
        <p:cNvGrpSpPr/>
        <p:nvPr/>
      </p:nvGrpSpPr>
      <p:grpSpPr>
        <a:xfrm>
          <a:off x="0" y="0"/>
          <a:ext cx="0" cy="0"/>
          <a:chOff x="0" y="0"/>
          <a:chExt cx="0" cy="0"/>
        </a:xfrm>
      </p:grpSpPr>
      <p:grpSp>
        <p:nvGrpSpPr>
          <p:cNvPr id="3448" name="Google Shape;3448;p97"/>
          <p:cNvGrpSpPr/>
          <p:nvPr/>
        </p:nvGrpSpPr>
        <p:grpSpPr>
          <a:xfrm>
            <a:off x="6571707" y="2470122"/>
            <a:ext cx="1213750" cy="927507"/>
            <a:chOff x="2646769" y="3458220"/>
            <a:chExt cx="1419425" cy="685975"/>
          </a:xfrm>
        </p:grpSpPr>
        <p:sp>
          <p:nvSpPr>
            <p:cNvPr id="3449" name="Google Shape;3449;p97"/>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7"/>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97"/>
          <p:cNvGrpSpPr/>
          <p:nvPr/>
        </p:nvGrpSpPr>
        <p:grpSpPr>
          <a:xfrm>
            <a:off x="3927432" y="2470122"/>
            <a:ext cx="1213750" cy="927507"/>
            <a:chOff x="2646769" y="3458220"/>
            <a:chExt cx="1419425" cy="685975"/>
          </a:xfrm>
        </p:grpSpPr>
        <p:sp>
          <p:nvSpPr>
            <p:cNvPr id="3452" name="Google Shape;3452;p97"/>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7"/>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97"/>
          <p:cNvGrpSpPr/>
          <p:nvPr/>
        </p:nvGrpSpPr>
        <p:grpSpPr>
          <a:xfrm>
            <a:off x="1359095" y="2470122"/>
            <a:ext cx="1213750" cy="927507"/>
            <a:chOff x="2646769" y="3458220"/>
            <a:chExt cx="1419425" cy="685975"/>
          </a:xfrm>
        </p:grpSpPr>
        <p:sp>
          <p:nvSpPr>
            <p:cNvPr id="3455" name="Google Shape;3455;p97"/>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7"/>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97"/>
          <p:cNvGrpSpPr/>
          <p:nvPr/>
        </p:nvGrpSpPr>
        <p:grpSpPr>
          <a:xfrm>
            <a:off x="2857286" y="732167"/>
            <a:ext cx="3429984" cy="606063"/>
            <a:chOff x="5316325" y="1612757"/>
            <a:chExt cx="1404350" cy="302125"/>
          </a:xfrm>
        </p:grpSpPr>
        <p:sp>
          <p:nvSpPr>
            <p:cNvPr id="3458" name="Google Shape;3458;p97"/>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7"/>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7"/>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7"/>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7"/>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7"/>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7"/>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7"/>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7"/>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7"/>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7"/>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9" name="Google Shape;3469;p97"/>
          <p:cNvSpPr txBox="1"/>
          <p:nvPr>
            <p:ph idx="6" type="title"/>
          </p:nvPr>
        </p:nvSpPr>
        <p:spPr>
          <a:xfrm>
            <a:off x="3388950" y="758952"/>
            <a:ext cx="23664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Quick quiz</a:t>
            </a:r>
            <a:endParaRPr/>
          </a:p>
        </p:txBody>
      </p:sp>
      <p:sp>
        <p:nvSpPr>
          <p:cNvPr id="3470" name="Google Shape;3470;p97">
            <a:hlinkClick action="ppaction://hlinksldjump" r:id="rId3"/>
          </p:cNvPr>
          <p:cNvSpPr txBox="1"/>
          <p:nvPr>
            <p:ph idx="4" type="title"/>
          </p:nvPr>
        </p:nvSpPr>
        <p:spPr>
          <a:xfrm>
            <a:off x="6652288" y="2601625"/>
            <a:ext cx="10515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471" name="Google Shape;3471;p97"/>
          <p:cNvSpPr txBox="1"/>
          <p:nvPr>
            <p:ph idx="5" type="subTitle"/>
          </p:nvPr>
        </p:nvSpPr>
        <p:spPr>
          <a:xfrm>
            <a:off x="5994850" y="3464925"/>
            <a:ext cx="2366400" cy="35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3</a:t>
            </a:r>
            <a:endParaRPr/>
          </a:p>
        </p:txBody>
      </p:sp>
      <p:sp>
        <p:nvSpPr>
          <p:cNvPr id="3472" name="Google Shape;3472;p97">
            <a:hlinkClick action="ppaction://hlinksldjump" r:id="rId4"/>
          </p:cNvPr>
          <p:cNvSpPr txBox="1"/>
          <p:nvPr>
            <p:ph type="title"/>
          </p:nvPr>
        </p:nvSpPr>
        <p:spPr>
          <a:xfrm>
            <a:off x="1440213" y="2601625"/>
            <a:ext cx="10515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73" name="Google Shape;3473;p97"/>
          <p:cNvSpPr txBox="1"/>
          <p:nvPr>
            <p:ph idx="1" type="subTitle"/>
          </p:nvPr>
        </p:nvSpPr>
        <p:spPr>
          <a:xfrm>
            <a:off x="782775" y="3464925"/>
            <a:ext cx="2366400" cy="35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1</a:t>
            </a:r>
            <a:endParaRPr/>
          </a:p>
        </p:txBody>
      </p:sp>
      <p:sp>
        <p:nvSpPr>
          <p:cNvPr id="3474" name="Google Shape;3474;p97">
            <a:hlinkClick action="ppaction://hlinksldjump" r:id="rId5"/>
          </p:cNvPr>
          <p:cNvSpPr txBox="1"/>
          <p:nvPr>
            <p:ph idx="2" type="title"/>
          </p:nvPr>
        </p:nvSpPr>
        <p:spPr>
          <a:xfrm>
            <a:off x="4048018" y="2601625"/>
            <a:ext cx="1048500" cy="66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475" name="Google Shape;3475;p97"/>
          <p:cNvSpPr txBox="1"/>
          <p:nvPr>
            <p:ph idx="3" type="subTitle"/>
          </p:nvPr>
        </p:nvSpPr>
        <p:spPr>
          <a:xfrm>
            <a:off x="3388800" y="3464925"/>
            <a:ext cx="2366400" cy="35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2</a:t>
            </a:r>
            <a:endParaRPr/>
          </a:p>
        </p:txBody>
      </p:sp>
      <p:sp>
        <p:nvSpPr>
          <p:cNvPr id="3476" name="Google Shape;3476;p97"/>
          <p:cNvSpPr txBox="1"/>
          <p:nvPr>
            <p:ph idx="7" type="title"/>
          </p:nvPr>
        </p:nvSpPr>
        <p:spPr>
          <a:xfrm>
            <a:off x="3433950" y="1714700"/>
            <a:ext cx="2276100" cy="44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Choose a question:</a:t>
            </a:r>
            <a:endParaRPr/>
          </a:p>
        </p:txBody>
      </p:sp>
      <p:grpSp>
        <p:nvGrpSpPr>
          <p:cNvPr id="3477" name="Google Shape;3477;p97"/>
          <p:cNvGrpSpPr/>
          <p:nvPr/>
        </p:nvGrpSpPr>
        <p:grpSpPr>
          <a:xfrm>
            <a:off x="5755350" y="1814219"/>
            <a:ext cx="853825" cy="255950"/>
            <a:chOff x="1657025" y="3836882"/>
            <a:chExt cx="853825" cy="255950"/>
          </a:xfrm>
        </p:grpSpPr>
        <p:sp>
          <p:nvSpPr>
            <p:cNvPr id="3478" name="Google Shape;3478;p97"/>
            <p:cNvSpPr/>
            <p:nvPr/>
          </p:nvSpPr>
          <p:spPr>
            <a:xfrm>
              <a:off x="2456075" y="3846957"/>
              <a:ext cx="40125" cy="22875"/>
            </a:xfrm>
            <a:custGeom>
              <a:rect b="b" l="l" r="r" t="t"/>
              <a:pathLst>
                <a:path extrusionOk="0" h="915" w="1605">
                  <a:moveTo>
                    <a:pt x="1605" y="0"/>
                  </a:moveTo>
                  <a:cubicBezTo>
                    <a:pt x="1069" y="6"/>
                    <a:pt x="536" y="10"/>
                    <a:pt x="0" y="12"/>
                  </a:cubicBezTo>
                  <a:cubicBezTo>
                    <a:pt x="146" y="155"/>
                    <a:pt x="292" y="296"/>
                    <a:pt x="435" y="439"/>
                  </a:cubicBezTo>
                  <a:cubicBezTo>
                    <a:pt x="582" y="587"/>
                    <a:pt x="760" y="733"/>
                    <a:pt x="866" y="915"/>
                  </a:cubicBezTo>
                  <a:cubicBezTo>
                    <a:pt x="1113" y="608"/>
                    <a:pt x="1360" y="304"/>
                    <a:pt x="1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7"/>
            <p:cNvSpPr/>
            <p:nvPr/>
          </p:nvSpPr>
          <p:spPr>
            <a:xfrm>
              <a:off x="2352075" y="3847707"/>
              <a:ext cx="99175" cy="88625"/>
            </a:xfrm>
            <a:custGeom>
              <a:rect b="b" l="l" r="r" t="t"/>
              <a:pathLst>
                <a:path extrusionOk="0" h="3545" w="3967">
                  <a:moveTo>
                    <a:pt x="1798" y="0"/>
                  </a:moveTo>
                  <a:cubicBezTo>
                    <a:pt x="1198" y="6"/>
                    <a:pt x="601" y="10"/>
                    <a:pt x="0" y="15"/>
                  </a:cubicBezTo>
                  <a:cubicBezTo>
                    <a:pt x="993" y="1213"/>
                    <a:pt x="1997" y="2393"/>
                    <a:pt x="3043" y="3545"/>
                  </a:cubicBezTo>
                  <a:cubicBezTo>
                    <a:pt x="3333" y="3099"/>
                    <a:pt x="3645" y="2666"/>
                    <a:pt x="3967" y="2236"/>
                  </a:cubicBezTo>
                  <a:cubicBezTo>
                    <a:pt x="3186" y="1610"/>
                    <a:pt x="2470" y="885"/>
                    <a:pt x="1816" y="127"/>
                  </a:cubicBezTo>
                  <a:cubicBezTo>
                    <a:pt x="1782" y="86"/>
                    <a:pt x="1780" y="40"/>
                    <a:pt x="1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7"/>
            <p:cNvSpPr/>
            <p:nvPr/>
          </p:nvSpPr>
          <p:spPr>
            <a:xfrm>
              <a:off x="2209775" y="3848632"/>
              <a:ext cx="268775" cy="232025"/>
            </a:xfrm>
            <a:custGeom>
              <a:rect b="b" l="l" r="r" t="t"/>
              <a:pathLst>
                <a:path extrusionOk="0" h="9281" w="10751">
                  <a:moveTo>
                    <a:pt x="2708" y="1"/>
                  </a:moveTo>
                  <a:cubicBezTo>
                    <a:pt x="1806" y="5"/>
                    <a:pt x="903" y="14"/>
                    <a:pt x="0" y="22"/>
                  </a:cubicBezTo>
                  <a:cubicBezTo>
                    <a:pt x="1455" y="1513"/>
                    <a:pt x="2870" y="3042"/>
                    <a:pt x="4247" y="4605"/>
                  </a:cubicBezTo>
                  <a:cubicBezTo>
                    <a:pt x="5539" y="6078"/>
                    <a:pt x="7005" y="7565"/>
                    <a:pt x="8084" y="9209"/>
                  </a:cubicBezTo>
                  <a:cubicBezTo>
                    <a:pt x="8973" y="9229"/>
                    <a:pt x="9862" y="9253"/>
                    <a:pt x="10751" y="9281"/>
                  </a:cubicBezTo>
                  <a:cubicBezTo>
                    <a:pt x="8082" y="6168"/>
                    <a:pt x="5510" y="3005"/>
                    <a:pt x="27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7"/>
            <p:cNvSpPr/>
            <p:nvPr/>
          </p:nvSpPr>
          <p:spPr>
            <a:xfrm>
              <a:off x="2065875" y="3849682"/>
              <a:ext cx="277325" cy="227850"/>
            </a:xfrm>
            <a:custGeom>
              <a:rect b="b" l="l" r="r" t="t"/>
              <a:pathLst>
                <a:path extrusionOk="0" h="9114" w="11093">
                  <a:moveTo>
                    <a:pt x="2554" y="0"/>
                  </a:moveTo>
                  <a:cubicBezTo>
                    <a:pt x="1953" y="4"/>
                    <a:pt x="1353" y="7"/>
                    <a:pt x="753" y="12"/>
                  </a:cubicBezTo>
                  <a:cubicBezTo>
                    <a:pt x="504" y="14"/>
                    <a:pt x="252" y="14"/>
                    <a:pt x="0" y="14"/>
                  </a:cubicBezTo>
                  <a:cubicBezTo>
                    <a:pt x="1547" y="1441"/>
                    <a:pt x="2995" y="2990"/>
                    <a:pt x="4458" y="4498"/>
                  </a:cubicBezTo>
                  <a:cubicBezTo>
                    <a:pt x="5927" y="6008"/>
                    <a:pt x="7456" y="7493"/>
                    <a:pt x="8846" y="9076"/>
                  </a:cubicBezTo>
                  <a:cubicBezTo>
                    <a:pt x="9596" y="9086"/>
                    <a:pt x="10344" y="9100"/>
                    <a:pt x="11092" y="9114"/>
                  </a:cubicBezTo>
                  <a:cubicBezTo>
                    <a:pt x="8109" y="6241"/>
                    <a:pt x="5212" y="3171"/>
                    <a:pt x="2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7"/>
            <p:cNvSpPr/>
            <p:nvPr/>
          </p:nvSpPr>
          <p:spPr>
            <a:xfrm>
              <a:off x="1914225" y="3850357"/>
              <a:ext cx="308550" cy="225600"/>
            </a:xfrm>
            <a:custGeom>
              <a:rect b="b" l="l" r="r" t="t"/>
              <a:pathLst>
                <a:path extrusionOk="0" h="9024" w="12342">
                  <a:moveTo>
                    <a:pt x="2822" y="1"/>
                  </a:moveTo>
                  <a:cubicBezTo>
                    <a:pt x="1882" y="3"/>
                    <a:pt x="940" y="11"/>
                    <a:pt x="1" y="13"/>
                  </a:cubicBezTo>
                  <a:cubicBezTo>
                    <a:pt x="1705" y="1296"/>
                    <a:pt x="3307" y="2721"/>
                    <a:pt x="4891" y="4145"/>
                  </a:cubicBezTo>
                  <a:cubicBezTo>
                    <a:pt x="6609" y="5690"/>
                    <a:pt x="8421" y="7244"/>
                    <a:pt x="9945" y="8982"/>
                  </a:cubicBezTo>
                  <a:cubicBezTo>
                    <a:pt x="9952" y="8992"/>
                    <a:pt x="9954" y="9001"/>
                    <a:pt x="9961" y="9010"/>
                  </a:cubicBezTo>
                  <a:cubicBezTo>
                    <a:pt x="10753" y="9013"/>
                    <a:pt x="11548" y="9017"/>
                    <a:pt x="12342" y="9024"/>
                  </a:cubicBezTo>
                  <a:cubicBezTo>
                    <a:pt x="9230" y="5983"/>
                    <a:pt x="6019" y="3051"/>
                    <a:pt x="2859" y="63"/>
                  </a:cubicBezTo>
                  <a:cubicBezTo>
                    <a:pt x="2838" y="43"/>
                    <a:pt x="2829" y="2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7"/>
            <p:cNvSpPr/>
            <p:nvPr/>
          </p:nvSpPr>
          <p:spPr>
            <a:xfrm>
              <a:off x="1756675" y="3851457"/>
              <a:ext cx="321575" cy="223250"/>
            </a:xfrm>
            <a:custGeom>
              <a:rect b="b" l="l" r="r" t="t"/>
              <a:pathLst>
                <a:path extrusionOk="0" h="8930" w="12863">
                  <a:moveTo>
                    <a:pt x="2814" y="1"/>
                  </a:moveTo>
                  <a:cubicBezTo>
                    <a:pt x="1879" y="26"/>
                    <a:pt x="939" y="54"/>
                    <a:pt x="1" y="70"/>
                  </a:cubicBezTo>
                  <a:cubicBezTo>
                    <a:pt x="3391" y="2931"/>
                    <a:pt x="6780" y="5824"/>
                    <a:pt x="10015" y="8856"/>
                  </a:cubicBezTo>
                  <a:cubicBezTo>
                    <a:pt x="10050" y="8886"/>
                    <a:pt x="10064" y="8897"/>
                    <a:pt x="10068" y="8930"/>
                  </a:cubicBezTo>
                  <a:cubicBezTo>
                    <a:pt x="10948" y="8922"/>
                    <a:pt x="11830" y="8870"/>
                    <a:pt x="12710" y="8870"/>
                  </a:cubicBezTo>
                  <a:lnTo>
                    <a:pt x="12862" y="8870"/>
                  </a:lnTo>
                  <a:cubicBezTo>
                    <a:pt x="11152" y="7484"/>
                    <a:pt x="9561" y="5768"/>
                    <a:pt x="7860" y="4254"/>
                  </a:cubicBezTo>
                  <a:cubicBezTo>
                    <a:pt x="6210" y="2786"/>
                    <a:pt x="4502" y="1428"/>
                    <a:pt x="2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7"/>
            <p:cNvSpPr/>
            <p:nvPr/>
          </p:nvSpPr>
          <p:spPr>
            <a:xfrm>
              <a:off x="1670125" y="3860357"/>
              <a:ext cx="255625" cy="217225"/>
            </a:xfrm>
            <a:custGeom>
              <a:rect b="b" l="l" r="r" t="t"/>
              <a:pathLst>
                <a:path extrusionOk="0" h="8689" w="10225">
                  <a:moveTo>
                    <a:pt x="21" y="1"/>
                  </a:moveTo>
                  <a:cubicBezTo>
                    <a:pt x="5" y="772"/>
                    <a:pt x="1" y="1540"/>
                    <a:pt x="3" y="2309"/>
                  </a:cubicBezTo>
                  <a:cubicBezTo>
                    <a:pt x="2489" y="4415"/>
                    <a:pt x="5087" y="6480"/>
                    <a:pt x="7474" y="8689"/>
                  </a:cubicBezTo>
                  <a:cubicBezTo>
                    <a:pt x="7634" y="8689"/>
                    <a:pt x="7797" y="8689"/>
                    <a:pt x="7957" y="8687"/>
                  </a:cubicBezTo>
                  <a:cubicBezTo>
                    <a:pt x="8711" y="8675"/>
                    <a:pt x="9469" y="8665"/>
                    <a:pt x="10224" y="8657"/>
                  </a:cubicBezTo>
                  <a:cubicBezTo>
                    <a:pt x="8465" y="7297"/>
                    <a:pt x="6853" y="5720"/>
                    <a:pt x="5154" y="4283"/>
                  </a:cubicBezTo>
                  <a:cubicBezTo>
                    <a:pt x="3454" y="2842"/>
                    <a:pt x="1731" y="1430"/>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7"/>
            <p:cNvSpPr/>
            <p:nvPr/>
          </p:nvSpPr>
          <p:spPr>
            <a:xfrm>
              <a:off x="1670975" y="3988657"/>
              <a:ext cx="102475" cy="90725"/>
            </a:xfrm>
            <a:custGeom>
              <a:rect b="b" l="l" r="r" t="t"/>
              <a:pathLst>
                <a:path extrusionOk="0" h="3629" w="4099">
                  <a:moveTo>
                    <a:pt x="1" y="1"/>
                  </a:moveTo>
                  <a:lnTo>
                    <a:pt x="1" y="1"/>
                  </a:lnTo>
                  <a:cubicBezTo>
                    <a:pt x="8" y="527"/>
                    <a:pt x="13" y="1054"/>
                    <a:pt x="17" y="1581"/>
                  </a:cubicBezTo>
                  <a:cubicBezTo>
                    <a:pt x="782" y="2231"/>
                    <a:pt x="1514" y="2933"/>
                    <a:pt x="2236" y="3628"/>
                  </a:cubicBezTo>
                  <a:cubicBezTo>
                    <a:pt x="2854" y="3599"/>
                    <a:pt x="3476" y="3583"/>
                    <a:pt x="4099" y="3575"/>
                  </a:cubicBezTo>
                  <a:cubicBezTo>
                    <a:pt x="3926" y="3504"/>
                    <a:pt x="3796" y="3349"/>
                    <a:pt x="3647" y="3223"/>
                  </a:cubicBezTo>
                  <a:cubicBezTo>
                    <a:pt x="3188" y="2837"/>
                    <a:pt x="2739" y="2430"/>
                    <a:pt x="2287" y="2035"/>
                  </a:cubicBezTo>
                  <a:cubicBezTo>
                    <a:pt x="1518" y="1366"/>
                    <a:pt x="747" y="6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7"/>
            <p:cNvSpPr/>
            <p:nvPr/>
          </p:nvSpPr>
          <p:spPr>
            <a:xfrm>
              <a:off x="2402625" y="3847307"/>
              <a:ext cx="70725" cy="49725"/>
            </a:xfrm>
            <a:custGeom>
              <a:rect b="b" l="l" r="r" t="t"/>
              <a:pathLst>
                <a:path extrusionOk="0" h="1989" w="2829">
                  <a:moveTo>
                    <a:pt x="1861" y="0"/>
                  </a:moveTo>
                  <a:cubicBezTo>
                    <a:pt x="1243" y="5"/>
                    <a:pt x="621" y="10"/>
                    <a:pt x="0" y="14"/>
                  </a:cubicBezTo>
                  <a:cubicBezTo>
                    <a:pt x="688" y="707"/>
                    <a:pt x="1408" y="1352"/>
                    <a:pt x="2146" y="1988"/>
                  </a:cubicBezTo>
                  <a:cubicBezTo>
                    <a:pt x="2369" y="1696"/>
                    <a:pt x="2597" y="1407"/>
                    <a:pt x="2828" y="1121"/>
                  </a:cubicBezTo>
                  <a:cubicBezTo>
                    <a:pt x="2633" y="1008"/>
                    <a:pt x="2484" y="767"/>
                    <a:pt x="2341" y="594"/>
                  </a:cubicBezTo>
                  <a:cubicBezTo>
                    <a:pt x="2180" y="398"/>
                    <a:pt x="2021" y="199"/>
                    <a:pt x="18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7"/>
            <p:cNvSpPr/>
            <p:nvPr/>
          </p:nvSpPr>
          <p:spPr>
            <a:xfrm>
              <a:off x="2285225" y="3848132"/>
              <a:ext cx="145075" cy="156250"/>
            </a:xfrm>
            <a:custGeom>
              <a:rect b="b" l="l" r="r" t="t"/>
              <a:pathLst>
                <a:path extrusionOk="0" h="6250" w="5803">
                  <a:moveTo>
                    <a:pt x="2388" y="0"/>
                  </a:moveTo>
                  <a:cubicBezTo>
                    <a:pt x="1591" y="5"/>
                    <a:pt x="794" y="11"/>
                    <a:pt x="0" y="18"/>
                  </a:cubicBezTo>
                  <a:cubicBezTo>
                    <a:pt x="2007" y="1977"/>
                    <a:pt x="3997" y="4054"/>
                    <a:pt x="5802" y="6250"/>
                  </a:cubicBezTo>
                  <a:cubicBezTo>
                    <a:pt x="5507" y="5812"/>
                    <a:pt x="5218" y="5373"/>
                    <a:pt x="4929" y="4939"/>
                  </a:cubicBezTo>
                  <a:cubicBezTo>
                    <a:pt x="4832" y="4790"/>
                    <a:pt x="4929" y="4661"/>
                    <a:pt x="5059" y="4625"/>
                  </a:cubicBezTo>
                  <a:cubicBezTo>
                    <a:pt x="5204" y="4352"/>
                    <a:pt x="5366" y="4086"/>
                    <a:pt x="5530" y="3822"/>
                  </a:cubicBezTo>
                  <a:cubicBezTo>
                    <a:pt x="4406" y="2623"/>
                    <a:pt x="3339" y="1344"/>
                    <a:pt x="2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7"/>
            <p:cNvSpPr/>
            <p:nvPr/>
          </p:nvSpPr>
          <p:spPr>
            <a:xfrm>
              <a:off x="2138900" y="3849157"/>
              <a:ext cx="263400" cy="229525"/>
            </a:xfrm>
            <a:custGeom>
              <a:rect b="b" l="l" r="r" t="t"/>
              <a:pathLst>
                <a:path extrusionOk="0" h="9181" w="10536">
                  <a:moveTo>
                    <a:pt x="2569" y="1"/>
                  </a:moveTo>
                  <a:cubicBezTo>
                    <a:pt x="1713" y="7"/>
                    <a:pt x="857" y="15"/>
                    <a:pt x="0" y="19"/>
                  </a:cubicBezTo>
                  <a:cubicBezTo>
                    <a:pt x="2879" y="3053"/>
                    <a:pt x="5744" y="6105"/>
                    <a:pt x="8623" y="9141"/>
                  </a:cubicBezTo>
                  <a:cubicBezTo>
                    <a:pt x="9261" y="9153"/>
                    <a:pt x="9898" y="9167"/>
                    <a:pt x="10536" y="9181"/>
                  </a:cubicBezTo>
                  <a:cubicBezTo>
                    <a:pt x="9168" y="7779"/>
                    <a:pt x="7987" y="6126"/>
                    <a:pt x="6705" y="4651"/>
                  </a:cubicBezTo>
                  <a:cubicBezTo>
                    <a:pt x="5345" y="3085"/>
                    <a:pt x="3961" y="1538"/>
                    <a:pt x="2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7"/>
            <p:cNvSpPr/>
            <p:nvPr/>
          </p:nvSpPr>
          <p:spPr>
            <a:xfrm>
              <a:off x="1994525" y="3850082"/>
              <a:ext cx="278825" cy="226350"/>
            </a:xfrm>
            <a:custGeom>
              <a:rect b="b" l="l" r="r" t="t"/>
              <a:pathLst>
                <a:path extrusionOk="0" h="9054" w="11153">
                  <a:moveTo>
                    <a:pt x="2469" y="0"/>
                  </a:moveTo>
                  <a:cubicBezTo>
                    <a:pt x="1646" y="6"/>
                    <a:pt x="823" y="8"/>
                    <a:pt x="0" y="10"/>
                  </a:cubicBezTo>
                  <a:cubicBezTo>
                    <a:pt x="3330" y="2857"/>
                    <a:pt x="6497" y="5899"/>
                    <a:pt x="9631" y="8957"/>
                  </a:cubicBezTo>
                  <a:cubicBezTo>
                    <a:pt x="9656" y="8982"/>
                    <a:pt x="9672" y="9010"/>
                    <a:pt x="9682" y="9038"/>
                  </a:cubicBezTo>
                  <a:cubicBezTo>
                    <a:pt x="10171" y="9042"/>
                    <a:pt x="10663" y="9049"/>
                    <a:pt x="11153" y="9054"/>
                  </a:cubicBezTo>
                  <a:cubicBezTo>
                    <a:pt x="9742" y="7666"/>
                    <a:pt x="8405" y="6189"/>
                    <a:pt x="7028" y="4764"/>
                  </a:cubicBezTo>
                  <a:cubicBezTo>
                    <a:pt x="5505" y="3187"/>
                    <a:pt x="3921" y="1644"/>
                    <a:pt x="2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7"/>
            <p:cNvSpPr/>
            <p:nvPr/>
          </p:nvSpPr>
          <p:spPr>
            <a:xfrm>
              <a:off x="1836825" y="3850657"/>
              <a:ext cx="314475" cy="224975"/>
            </a:xfrm>
            <a:custGeom>
              <a:rect b="b" l="l" r="r" t="t"/>
              <a:pathLst>
                <a:path extrusionOk="0" h="8999" w="12579">
                  <a:moveTo>
                    <a:pt x="2787" y="1"/>
                  </a:moveTo>
                  <a:cubicBezTo>
                    <a:pt x="2323" y="3"/>
                    <a:pt x="1856" y="5"/>
                    <a:pt x="1393" y="7"/>
                  </a:cubicBezTo>
                  <a:cubicBezTo>
                    <a:pt x="930" y="7"/>
                    <a:pt x="467" y="17"/>
                    <a:pt x="1" y="29"/>
                  </a:cubicBezTo>
                  <a:cubicBezTo>
                    <a:pt x="1642" y="1257"/>
                    <a:pt x="3216" y="2577"/>
                    <a:pt x="4757" y="3930"/>
                  </a:cubicBezTo>
                  <a:cubicBezTo>
                    <a:pt x="6521" y="5475"/>
                    <a:pt x="8356" y="7053"/>
                    <a:pt x="9912" y="8811"/>
                  </a:cubicBezTo>
                  <a:cubicBezTo>
                    <a:pt x="9968" y="8872"/>
                    <a:pt x="9964" y="8943"/>
                    <a:pt x="9931" y="8994"/>
                  </a:cubicBezTo>
                  <a:cubicBezTo>
                    <a:pt x="10096" y="8993"/>
                    <a:pt x="10261" y="8993"/>
                    <a:pt x="10426" y="8993"/>
                  </a:cubicBezTo>
                  <a:cubicBezTo>
                    <a:pt x="11143" y="8993"/>
                    <a:pt x="11861" y="8996"/>
                    <a:pt x="12579" y="8999"/>
                  </a:cubicBezTo>
                  <a:cubicBezTo>
                    <a:pt x="10966" y="7574"/>
                    <a:pt x="9471" y="5999"/>
                    <a:pt x="7883" y="4550"/>
                  </a:cubicBezTo>
                  <a:cubicBezTo>
                    <a:pt x="6214" y="3025"/>
                    <a:pt x="4480" y="1580"/>
                    <a:pt x="2815" y="56"/>
                  </a:cubicBezTo>
                  <a:cubicBezTo>
                    <a:pt x="2797" y="40"/>
                    <a:pt x="2789" y="21"/>
                    <a:pt x="2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7"/>
            <p:cNvSpPr/>
            <p:nvPr/>
          </p:nvSpPr>
          <p:spPr>
            <a:xfrm>
              <a:off x="1670525" y="3851407"/>
              <a:ext cx="326100" cy="225325"/>
            </a:xfrm>
            <a:custGeom>
              <a:rect b="b" l="l" r="r" t="t"/>
              <a:pathLst>
                <a:path extrusionOk="0" h="9013" w="13044">
                  <a:moveTo>
                    <a:pt x="1" y="1"/>
                  </a:moveTo>
                  <a:cubicBezTo>
                    <a:pt x="5" y="19"/>
                    <a:pt x="11" y="37"/>
                    <a:pt x="9" y="60"/>
                  </a:cubicBezTo>
                  <a:lnTo>
                    <a:pt x="9" y="84"/>
                  </a:lnTo>
                  <a:cubicBezTo>
                    <a:pt x="1723" y="1381"/>
                    <a:pt x="3395" y="2732"/>
                    <a:pt x="5043" y="4110"/>
                  </a:cubicBezTo>
                  <a:cubicBezTo>
                    <a:pt x="6848" y="5618"/>
                    <a:pt x="8769" y="7105"/>
                    <a:pt x="10405" y="8798"/>
                  </a:cubicBezTo>
                  <a:cubicBezTo>
                    <a:pt x="10467" y="8862"/>
                    <a:pt x="10446" y="8957"/>
                    <a:pt x="10393" y="9013"/>
                  </a:cubicBezTo>
                  <a:cubicBezTo>
                    <a:pt x="11274" y="9001"/>
                    <a:pt x="12159" y="8991"/>
                    <a:pt x="13043" y="8982"/>
                  </a:cubicBezTo>
                  <a:cubicBezTo>
                    <a:pt x="9665" y="6126"/>
                    <a:pt x="6393" y="3110"/>
                    <a:pt x="3166" y="88"/>
                  </a:cubicBezTo>
                  <a:cubicBezTo>
                    <a:pt x="2940" y="91"/>
                    <a:pt x="2713" y="93"/>
                    <a:pt x="2488" y="93"/>
                  </a:cubicBezTo>
                  <a:cubicBezTo>
                    <a:pt x="1651" y="93"/>
                    <a:pt x="820" y="7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7"/>
            <p:cNvSpPr/>
            <p:nvPr/>
          </p:nvSpPr>
          <p:spPr>
            <a:xfrm>
              <a:off x="1670300" y="3925932"/>
              <a:ext cx="173825" cy="152000"/>
            </a:xfrm>
            <a:custGeom>
              <a:rect b="b" l="l" r="r" t="t"/>
              <a:pathLst>
                <a:path extrusionOk="0" h="6080" w="6953">
                  <a:moveTo>
                    <a:pt x="0" y="0"/>
                  </a:moveTo>
                  <a:lnTo>
                    <a:pt x="0" y="0"/>
                  </a:lnTo>
                  <a:cubicBezTo>
                    <a:pt x="4" y="736"/>
                    <a:pt x="14" y="1475"/>
                    <a:pt x="24" y="2213"/>
                  </a:cubicBezTo>
                  <a:cubicBezTo>
                    <a:pt x="688" y="2746"/>
                    <a:pt x="1340" y="3300"/>
                    <a:pt x="1986" y="3853"/>
                  </a:cubicBezTo>
                  <a:cubicBezTo>
                    <a:pt x="2396" y="4207"/>
                    <a:pt x="2805" y="4563"/>
                    <a:pt x="3217" y="4916"/>
                  </a:cubicBezTo>
                  <a:cubicBezTo>
                    <a:pt x="3466" y="5133"/>
                    <a:pt x="3985" y="5784"/>
                    <a:pt x="4299" y="5853"/>
                  </a:cubicBezTo>
                  <a:cubicBezTo>
                    <a:pt x="4406" y="5877"/>
                    <a:pt x="4420" y="6013"/>
                    <a:pt x="4360" y="6080"/>
                  </a:cubicBezTo>
                  <a:cubicBezTo>
                    <a:pt x="5227" y="6072"/>
                    <a:pt x="6094" y="6076"/>
                    <a:pt x="6952" y="6070"/>
                  </a:cubicBezTo>
                  <a:cubicBezTo>
                    <a:pt x="4491" y="4288"/>
                    <a:pt x="2159" y="212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7"/>
            <p:cNvSpPr/>
            <p:nvPr/>
          </p:nvSpPr>
          <p:spPr>
            <a:xfrm>
              <a:off x="1671100" y="4035607"/>
              <a:ext cx="46200" cy="48850"/>
            </a:xfrm>
            <a:custGeom>
              <a:rect b="b" l="l" r="r" t="t"/>
              <a:pathLst>
                <a:path extrusionOk="0" h="1954" w="1848">
                  <a:moveTo>
                    <a:pt x="12" y="1"/>
                  </a:moveTo>
                  <a:lnTo>
                    <a:pt x="12" y="1"/>
                  </a:lnTo>
                  <a:cubicBezTo>
                    <a:pt x="14" y="651"/>
                    <a:pt x="12" y="1303"/>
                    <a:pt x="0" y="1953"/>
                  </a:cubicBezTo>
                  <a:cubicBezTo>
                    <a:pt x="610" y="1868"/>
                    <a:pt x="1227" y="1812"/>
                    <a:pt x="1847" y="1774"/>
                  </a:cubicBezTo>
                  <a:cubicBezTo>
                    <a:pt x="1224" y="1196"/>
                    <a:pt x="600" y="612"/>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7"/>
            <p:cNvSpPr/>
            <p:nvPr/>
          </p:nvSpPr>
          <p:spPr>
            <a:xfrm>
              <a:off x="1657025" y="3836882"/>
              <a:ext cx="853825" cy="255950"/>
            </a:xfrm>
            <a:custGeom>
              <a:rect b="b" l="l" r="r" t="t"/>
              <a:pathLst>
                <a:path extrusionOk="0" h="10238" w="34153">
                  <a:moveTo>
                    <a:pt x="33567" y="403"/>
                  </a:moveTo>
                  <a:lnTo>
                    <a:pt x="33567" y="403"/>
                  </a:lnTo>
                  <a:cubicBezTo>
                    <a:pt x="33322" y="707"/>
                    <a:pt x="33075" y="1011"/>
                    <a:pt x="32828" y="1318"/>
                  </a:cubicBezTo>
                  <a:cubicBezTo>
                    <a:pt x="32722" y="1136"/>
                    <a:pt x="32544" y="990"/>
                    <a:pt x="32397" y="842"/>
                  </a:cubicBezTo>
                  <a:cubicBezTo>
                    <a:pt x="32254" y="699"/>
                    <a:pt x="32107" y="558"/>
                    <a:pt x="31962" y="415"/>
                  </a:cubicBezTo>
                  <a:cubicBezTo>
                    <a:pt x="32498" y="413"/>
                    <a:pt x="33031" y="409"/>
                    <a:pt x="33567" y="403"/>
                  </a:cubicBezTo>
                  <a:close/>
                  <a:moveTo>
                    <a:pt x="31685" y="417"/>
                  </a:moveTo>
                  <a:cubicBezTo>
                    <a:pt x="31845" y="616"/>
                    <a:pt x="32004" y="815"/>
                    <a:pt x="32166" y="1011"/>
                  </a:cubicBezTo>
                  <a:cubicBezTo>
                    <a:pt x="32309" y="1184"/>
                    <a:pt x="32457" y="1425"/>
                    <a:pt x="32653" y="1538"/>
                  </a:cubicBezTo>
                  <a:cubicBezTo>
                    <a:pt x="32421" y="1824"/>
                    <a:pt x="32193" y="2113"/>
                    <a:pt x="31970" y="2405"/>
                  </a:cubicBezTo>
                  <a:cubicBezTo>
                    <a:pt x="31232" y="1769"/>
                    <a:pt x="30512" y="1124"/>
                    <a:pt x="29824" y="431"/>
                  </a:cubicBezTo>
                  <a:cubicBezTo>
                    <a:pt x="30445" y="427"/>
                    <a:pt x="31067" y="422"/>
                    <a:pt x="31685" y="417"/>
                  </a:cubicBezTo>
                  <a:close/>
                  <a:moveTo>
                    <a:pt x="29600" y="433"/>
                  </a:moveTo>
                  <a:lnTo>
                    <a:pt x="29600" y="433"/>
                  </a:lnTo>
                  <a:cubicBezTo>
                    <a:pt x="29582" y="473"/>
                    <a:pt x="29584" y="519"/>
                    <a:pt x="29618" y="560"/>
                  </a:cubicBezTo>
                  <a:cubicBezTo>
                    <a:pt x="30272" y="1318"/>
                    <a:pt x="30988" y="2043"/>
                    <a:pt x="31769" y="2669"/>
                  </a:cubicBezTo>
                  <a:cubicBezTo>
                    <a:pt x="31447" y="3099"/>
                    <a:pt x="31136" y="3532"/>
                    <a:pt x="30845" y="3978"/>
                  </a:cubicBezTo>
                  <a:cubicBezTo>
                    <a:pt x="29799" y="2826"/>
                    <a:pt x="28795" y="1646"/>
                    <a:pt x="27802" y="448"/>
                  </a:cubicBezTo>
                  <a:cubicBezTo>
                    <a:pt x="28402" y="443"/>
                    <a:pt x="29000" y="439"/>
                    <a:pt x="29600" y="433"/>
                  </a:cubicBezTo>
                  <a:close/>
                  <a:moveTo>
                    <a:pt x="27515" y="450"/>
                  </a:moveTo>
                  <a:cubicBezTo>
                    <a:pt x="28467" y="1794"/>
                    <a:pt x="29533" y="3073"/>
                    <a:pt x="30658" y="4272"/>
                  </a:cubicBezTo>
                  <a:cubicBezTo>
                    <a:pt x="30494" y="4536"/>
                    <a:pt x="30332" y="4802"/>
                    <a:pt x="30187" y="5075"/>
                  </a:cubicBezTo>
                  <a:cubicBezTo>
                    <a:pt x="30057" y="5111"/>
                    <a:pt x="29960" y="5240"/>
                    <a:pt x="30057" y="5389"/>
                  </a:cubicBezTo>
                  <a:cubicBezTo>
                    <a:pt x="30346" y="5823"/>
                    <a:pt x="30635" y="6262"/>
                    <a:pt x="30930" y="6700"/>
                  </a:cubicBezTo>
                  <a:cubicBezTo>
                    <a:pt x="29125" y="4504"/>
                    <a:pt x="27135" y="2427"/>
                    <a:pt x="25128" y="468"/>
                  </a:cubicBezTo>
                  <a:cubicBezTo>
                    <a:pt x="25922" y="462"/>
                    <a:pt x="26719" y="455"/>
                    <a:pt x="27515" y="450"/>
                  </a:cubicBezTo>
                  <a:close/>
                  <a:moveTo>
                    <a:pt x="6800" y="584"/>
                  </a:moveTo>
                  <a:cubicBezTo>
                    <a:pt x="8488" y="2011"/>
                    <a:pt x="10196" y="3369"/>
                    <a:pt x="11847" y="4837"/>
                  </a:cubicBezTo>
                  <a:cubicBezTo>
                    <a:pt x="13546" y="6351"/>
                    <a:pt x="15138" y="8067"/>
                    <a:pt x="16848" y="9453"/>
                  </a:cubicBezTo>
                  <a:lnTo>
                    <a:pt x="16696" y="9453"/>
                  </a:lnTo>
                  <a:cubicBezTo>
                    <a:pt x="15816" y="9453"/>
                    <a:pt x="14934" y="9505"/>
                    <a:pt x="14054" y="9513"/>
                  </a:cubicBezTo>
                  <a:cubicBezTo>
                    <a:pt x="14050" y="9480"/>
                    <a:pt x="14036" y="9469"/>
                    <a:pt x="14001" y="9439"/>
                  </a:cubicBezTo>
                  <a:cubicBezTo>
                    <a:pt x="10766" y="6407"/>
                    <a:pt x="7377" y="3514"/>
                    <a:pt x="3988" y="653"/>
                  </a:cubicBezTo>
                  <a:cubicBezTo>
                    <a:pt x="4925" y="637"/>
                    <a:pt x="5865" y="609"/>
                    <a:pt x="6800" y="584"/>
                  </a:cubicBezTo>
                  <a:close/>
                  <a:moveTo>
                    <a:pt x="9979" y="552"/>
                  </a:moveTo>
                  <a:cubicBezTo>
                    <a:pt x="9981" y="572"/>
                    <a:pt x="9989" y="591"/>
                    <a:pt x="10007" y="607"/>
                  </a:cubicBezTo>
                  <a:cubicBezTo>
                    <a:pt x="11672" y="2131"/>
                    <a:pt x="13406" y="3576"/>
                    <a:pt x="15075" y="5101"/>
                  </a:cubicBezTo>
                  <a:cubicBezTo>
                    <a:pt x="16663" y="6550"/>
                    <a:pt x="18158" y="8125"/>
                    <a:pt x="19771" y="9550"/>
                  </a:cubicBezTo>
                  <a:cubicBezTo>
                    <a:pt x="19053" y="9547"/>
                    <a:pt x="18335" y="9544"/>
                    <a:pt x="17618" y="9544"/>
                  </a:cubicBezTo>
                  <a:cubicBezTo>
                    <a:pt x="17453" y="9544"/>
                    <a:pt x="17288" y="9544"/>
                    <a:pt x="17123" y="9545"/>
                  </a:cubicBezTo>
                  <a:cubicBezTo>
                    <a:pt x="17156" y="9494"/>
                    <a:pt x="17160" y="9423"/>
                    <a:pt x="17104" y="9362"/>
                  </a:cubicBezTo>
                  <a:cubicBezTo>
                    <a:pt x="15548" y="7604"/>
                    <a:pt x="13713" y="6026"/>
                    <a:pt x="11949" y="4481"/>
                  </a:cubicBezTo>
                  <a:cubicBezTo>
                    <a:pt x="10408" y="3128"/>
                    <a:pt x="8834" y="1808"/>
                    <a:pt x="7192" y="580"/>
                  </a:cubicBezTo>
                  <a:cubicBezTo>
                    <a:pt x="7659" y="568"/>
                    <a:pt x="8122" y="558"/>
                    <a:pt x="8585" y="558"/>
                  </a:cubicBezTo>
                  <a:cubicBezTo>
                    <a:pt x="9048" y="556"/>
                    <a:pt x="9515" y="554"/>
                    <a:pt x="9979" y="552"/>
                  </a:cubicBezTo>
                  <a:close/>
                  <a:moveTo>
                    <a:pt x="13110" y="540"/>
                  </a:moveTo>
                  <a:cubicBezTo>
                    <a:pt x="13117" y="561"/>
                    <a:pt x="13126" y="582"/>
                    <a:pt x="13147" y="602"/>
                  </a:cubicBezTo>
                  <a:cubicBezTo>
                    <a:pt x="16307" y="3590"/>
                    <a:pt x="19518" y="6522"/>
                    <a:pt x="22630" y="9564"/>
                  </a:cubicBezTo>
                  <a:cubicBezTo>
                    <a:pt x="21836" y="9556"/>
                    <a:pt x="21041" y="9552"/>
                    <a:pt x="20249" y="9550"/>
                  </a:cubicBezTo>
                  <a:cubicBezTo>
                    <a:pt x="20242" y="9540"/>
                    <a:pt x="20240" y="9531"/>
                    <a:pt x="20233" y="9522"/>
                  </a:cubicBezTo>
                  <a:cubicBezTo>
                    <a:pt x="18709" y="7783"/>
                    <a:pt x="16897" y="6229"/>
                    <a:pt x="15179" y="4685"/>
                  </a:cubicBezTo>
                  <a:cubicBezTo>
                    <a:pt x="13595" y="3260"/>
                    <a:pt x="11993" y="1836"/>
                    <a:pt x="10289" y="552"/>
                  </a:cubicBezTo>
                  <a:cubicBezTo>
                    <a:pt x="11228" y="550"/>
                    <a:pt x="12170" y="542"/>
                    <a:pt x="13110" y="540"/>
                  </a:cubicBezTo>
                  <a:close/>
                  <a:moveTo>
                    <a:pt x="15969" y="528"/>
                  </a:moveTo>
                  <a:cubicBezTo>
                    <a:pt x="17421" y="2172"/>
                    <a:pt x="19005" y="3715"/>
                    <a:pt x="20528" y="5292"/>
                  </a:cubicBezTo>
                  <a:cubicBezTo>
                    <a:pt x="21904" y="6716"/>
                    <a:pt x="23242" y="8194"/>
                    <a:pt x="24652" y="9582"/>
                  </a:cubicBezTo>
                  <a:cubicBezTo>
                    <a:pt x="24163" y="9577"/>
                    <a:pt x="23671" y="9570"/>
                    <a:pt x="23182" y="9566"/>
                  </a:cubicBezTo>
                  <a:cubicBezTo>
                    <a:pt x="23172" y="9538"/>
                    <a:pt x="23156" y="9510"/>
                    <a:pt x="23131" y="9485"/>
                  </a:cubicBezTo>
                  <a:cubicBezTo>
                    <a:pt x="19997" y="6427"/>
                    <a:pt x="16830" y="3385"/>
                    <a:pt x="13500" y="538"/>
                  </a:cubicBezTo>
                  <a:cubicBezTo>
                    <a:pt x="14323" y="536"/>
                    <a:pt x="15146" y="534"/>
                    <a:pt x="15969" y="528"/>
                  </a:cubicBezTo>
                  <a:close/>
                  <a:moveTo>
                    <a:pt x="541" y="582"/>
                  </a:moveTo>
                  <a:lnTo>
                    <a:pt x="541" y="582"/>
                  </a:lnTo>
                  <a:cubicBezTo>
                    <a:pt x="1361" y="651"/>
                    <a:pt x="2192" y="674"/>
                    <a:pt x="3028" y="674"/>
                  </a:cubicBezTo>
                  <a:cubicBezTo>
                    <a:pt x="3254" y="674"/>
                    <a:pt x="3480" y="672"/>
                    <a:pt x="3706" y="669"/>
                  </a:cubicBezTo>
                  <a:cubicBezTo>
                    <a:pt x="6933" y="3691"/>
                    <a:pt x="10205" y="6707"/>
                    <a:pt x="13583" y="9563"/>
                  </a:cubicBezTo>
                  <a:cubicBezTo>
                    <a:pt x="12699" y="9572"/>
                    <a:pt x="11815" y="9582"/>
                    <a:pt x="10933" y="9594"/>
                  </a:cubicBezTo>
                  <a:cubicBezTo>
                    <a:pt x="10986" y="9538"/>
                    <a:pt x="11007" y="9443"/>
                    <a:pt x="10945" y="9379"/>
                  </a:cubicBezTo>
                  <a:cubicBezTo>
                    <a:pt x="9310" y="7686"/>
                    <a:pt x="7388" y="6199"/>
                    <a:pt x="5583" y="4691"/>
                  </a:cubicBezTo>
                  <a:cubicBezTo>
                    <a:pt x="3935" y="3313"/>
                    <a:pt x="2263" y="1962"/>
                    <a:pt x="549" y="665"/>
                  </a:cubicBezTo>
                  <a:lnTo>
                    <a:pt x="549" y="641"/>
                  </a:lnTo>
                  <a:cubicBezTo>
                    <a:pt x="552" y="618"/>
                    <a:pt x="545" y="600"/>
                    <a:pt x="541" y="582"/>
                  </a:cubicBezTo>
                  <a:close/>
                  <a:moveTo>
                    <a:pt x="18908" y="512"/>
                  </a:moveTo>
                  <a:cubicBezTo>
                    <a:pt x="21566" y="3683"/>
                    <a:pt x="24463" y="6753"/>
                    <a:pt x="27446" y="9626"/>
                  </a:cubicBezTo>
                  <a:cubicBezTo>
                    <a:pt x="26698" y="9612"/>
                    <a:pt x="25950" y="9598"/>
                    <a:pt x="25200" y="9588"/>
                  </a:cubicBezTo>
                  <a:cubicBezTo>
                    <a:pt x="23810" y="8005"/>
                    <a:pt x="22281" y="6520"/>
                    <a:pt x="20812" y="5010"/>
                  </a:cubicBezTo>
                  <a:cubicBezTo>
                    <a:pt x="19349" y="3502"/>
                    <a:pt x="17901" y="1953"/>
                    <a:pt x="16354" y="526"/>
                  </a:cubicBezTo>
                  <a:cubicBezTo>
                    <a:pt x="16606" y="526"/>
                    <a:pt x="16858" y="526"/>
                    <a:pt x="17107" y="524"/>
                  </a:cubicBezTo>
                  <a:cubicBezTo>
                    <a:pt x="17707" y="520"/>
                    <a:pt x="18307" y="518"/>
                    <a:pt x="18908" y="512"/>
                  </a:cubicBezTo>
                  <a:close/>
                  <a:moveTo>
                    <a:pt x="545" y="940"/>
                  </a:moveTo>
                  <a:cubicBezTo>
                    <a:pt x="2256" y="2369"/>
                    <a:pt x="3978" y="3781"/>
                    <a:pt x="5678" y="5222"/>
                  </a:cubicBezTo>
                  <a:cubicBezTo>
                    <a:pt x="7377" y="6658"/>
                    <a:pt x="8989" y="8236"/>
                    <a:pt x="10748" y="9596"/>
                  </a:cubicBezTo>
                  <a:cubicBezTo>
                    <a:pt x="9993" y="9604"/>
                    <a:pt x="9235" y="9614"/>
                    <a:pt x="8481" y="9626"/>
                  </a:cubicBezTo>
                  <a:cubicBezTo>
                    <a:pt x="8321" y="9628"/>
                    <a:pt x="8158" y="9628"/>
                    <a:pt x="7998" y="9628"/>
                  </a:cubicBezTo>
                  <a:cubicBezTo>
                    <a:pt x="5611" y="7419"/>
                    <a:pt x="3014" y="5354"/>
                    <a:pt x="527" y="3248"/>
                  </a:cubicBezTo>
                  <a:cubicBezTo>
                    <a:pt x="525" y="2479"/>
                    <a:pt x="529" y="1711"/>
                    <a:pt x="545" y="940"/>
                  </a:cubicBezTo>
                  <a:close/>
                  <a:moveTo>
                    <a:pt x="531" y="3562"/>
                  </a:moveTo>
                  <a:lnTo>
                    <a:pt x="531" y="3562"/>
                  </a:lnTo>
                  <a:cubicBezTo>
                    <a:pt x="2690" y="5691"/>
                    <a:pt x="5022" y="7850"/>
                    <a:pt x="7483" y="9632"/>
                  </a:cubicBezTo>
                  <a:cubicBezTo>
                    <a:pt x="6625" y="9638"/>
                    <a:pt x="5758" y="9634"/>
                    <a:pt x="4891" y="9642"/>
                  </a:cubicBezTo>
                  <a:cubicBezTo>
                    <a:pt x="4951" y="9575"/>
                    <a:pt x="4937" y="9439"/>
                    <a:pt x="4830" y="9415"/>
                  </a:cubicBezTo>
                  <a:cubicBezTo>
                    <a:pt x="4516" y="9346"/>
                    <a:pt x="3997" y="8695"/>
                    <a:pt x="3748" y="8478"/>
                  </a:cubicBezTo>
                  <a:cubicBezTo>
                    <a:pt x="3336" y="8125"/>
                    <a:pt x="2928" y="7769"/>
                    <a:pt x="2517" y="7415"/>
                  </a:cubicBezTo>
                  <a:cubicBezTo>
                    <a:pt x="1871" y="6862"/>
                    <a:pt x="1219" y="6308"/>
                    <a:pt x="555" y="5775"/>
                  </a:cubicBezTo>
                  <a:cubicBezTo>
                    <a:pt x="545" y="5037"/>
                    <a:pt x="535" y="4299"/>
                    <a:pt x="531" y="3562"/>
                  </a:cubicBezTo>
                  <a:close/>
                  <a:moveTo>
                    <a:pt x="21844" y="492"/>
                  </a:moveTo>
                  <a:cubicBezTo>
                    <a:pt x="23237" y="2029"/>
                    <a:pt x="24620" y="3576"/>
                    <a:pt x="25980" y="5142"/>
                  </a:cubicBezTo>
                  <a:cubicBezTo>
                    <a:pt x="27262" y="6617"/>
                    <a:pt x="28443" y="8270"/>
                    <a:pt x="29811" y="9672"/>
                  </a:cubicBezTo>
                  <a:cubicBezTo>
                    <a:pt x="29173" y="9658"/>
                    <a:pt x="28536" y="9644"/>
                    <a:pt x="27898" y="9632"/>
                  </a:cubicBezTo>
                  <a:cubicBezTo>
                    <a:pt x="25019" y="6596"/>
                    <a:pt x="22154" y="3544"/>
                    <a:pt x="19275" y="510"/>
                  </a:cubicBezTo>
                  <a:cubicBezTo>
                    <a:pt x="20131" y="506"/>
                    <a:pt x="20988" y="498"/>
                    <a:pt x="21844" y="492"/>
                  </a:cubicBezTo>
                  <a:close/>
                  <a:moveTo>
                    <a:pt x="559" y="6073"/>
                  </a:moveTo>
                  <a:cubicBezTo>
                    <a:pt x="1305" y="6767"/>
                    <a:pt x="2076" y="7437"/>
                    <a:pt x="2845" y="8107"/>
                  </a:cubicBezTo>
                  <a:cubicBezTo>
                    <a:pt x="3297" y="8501"/>
                    <a:pt x="3746" y="8908"/>
                    <a:pt x="4205" y="9294"/>
                  </a:cubicBezTo>
                  <a:cubicBezTo>
                    <a:pt x="4354" y="9421"/>
                    <a:pt x="4484" y="9575"/>
                    <a:pt x="4657" y="9646"/>
                  </a:cubicBezTo>
                  <a:cubicBezTo>
                    <a:pt x="4034" y="9654"/>
                    <a:pt x="3412" y="9670"/>
                    <a:pt x="2794" y="9699"/>
                  </a:cubicBezTo>
                  <a:cubicBezTo>
                    <a:pt x="2072" y="9005"/>
                    <a:pt x="1340" y="8303"/>
                    <a:pt x="575" y="7652"/>
                  </a:cubicBezTo>
                  <a:cubicBezTo>
                    <a:pt x="571" y="7125"/>
                    <a:pt x="566" y="6598"/>
                    <a:pt x="559" y="6073"/>
                  </a:cubicBezTo>
                  <a:close/>
                  <a:moveTo>
                    <a:pt x="24818" y="471"/>
                  </a:moveTo>
                  <a:cubicBezTo>
                    <a:pt x="27620" y="3475"/>
                    <a:pt x="30192" y="6638"/>
                    <a:pt x="32861" y="9751"/>
                  </a:cubicBezTo>
                  <a:cubicBezTo>
                    <a:pt x="31972" y="9723"/>
                    <a:pt x="31083" y="9699"/>
                    <a:pt x="30194" y="9679"/>
                  </a:cubicBezTo>
                  <a:cubicBezTo>
                    <a:pt x="29115" y="8035"/>
                    <a:pt x="27649" y="6548"/>
                    <a:pt x="26357" y="5075"/>
                  </a:cubicBezTo>
                  <a:cubicBezTo>
                    <a:pt x="24980" y="3512"/>
                    <a:pt x="23565" y="1983"/>
                    <a:pt x="22110" y="492"/>
                  </a:cubicBezTo>
                  <a:cubicBezTo>
                    <a:pt x="23013" y="484"/>
                    <a:pt x="23916" y="476"/>
                    <a:pt x="24818" y="471"/>
                  </a:cubicBezTo>
                  <a:close/>
                  <a:moveTo>
                    <a:pt x="575" y="7950"/>
                  </a:moveTo>
                  <a:lnTo>
                    <a:pt x="575" y="7950"/>
                  </a:lnTo>
                  <a:cubicBezTo>
                    <a:pt x="1163" y="8561"/>
                    <a:pt x="1787" y="9145"/>
                    <a:pt x="2410" y="9723"/>
                  </a:cubicBezTo>
                  <a:cubicBezTo>
                    <a:pt x="1790" y="9761"/>
                    <a:pt x="1173" y="9817"/>
                    <a:pt x="563" y="9902"/>
                  </a:cubicBezTo>
                  <a:cubicBezTo>
                    <a:pt x="575" y="9252"/>
                    <a:pt x="577" y="8600"/>
                    <a:pt x="575" y="7950"/>
                  </a:cubicBezTo>
                  <a:close/>
                  <a:moveTo>
                    <a:pt x="27394" y="0"/>
                  </a:moveTo>
                  <a:cubicBezTo>
                    <a:pt x="27345" y="0"/>
                    <a:pt x="27294" y="43"/>
                    <a:pt x="27289" y="92"/>
                  </a:cubicBezTo>
                  <a:cubicBezTo>
                    <a:pt x="23894" y="129"/>
                    <a:pt x="20500" y="164"/>
                    <a:pt x="17107" y="196"/>
                  </a:cubicBezTo>
                  <a:cubicBezTo>
                    <a:pt x="14343" y="224"/>
                    <a:pt x="11579" y="254"/>
                    <a:pt x="8816" y="284"/>
                  </a:cubicBezTo>
                  <a:cubicBezTo>
                    <a:pt x="8633" y="285"/>
                    <a:pt x="8450" y="286"/>
                    <a:pt x="8267" y="286"/>
                  </a:cubicBezTo>
                  <a:cubicBezTo>
                    <a:pt x="7775" y="286"/>
                    <a:pt x="7280" y="280"/>
                    <a:pt x="6784" y="272"/>
                  </a:cubicBezTo>
                  <a:cubicBezTo>
                    <a:pt x="6772" y="262"/>
                    <a:pt x="6760" y="254"/>
                    <a:pt x="6748" y="244"/>
                  </a:cubicBezTo>
                  <a:cubicBezTo>
                    <a:pt x="6730" y="231"/>
                    <a:pt x="6711" y="225"/>
                    <a:pt x="6692" y="225"/>
                  </a:cubicBezTo>
                  <a:cubicBezTo>
                    <a:pt x="6659" y="225"/>
                    <a:pt x="6628" y="242"/>
                    <a:pt x="6605" y="268"/>
                  </a:cubicBezTo>
                  <a:cubicBezTo>
                    <a:pt x="5625" y="249"/>
                    <a:pt x="4638" y="224"/>
                    <a:pt x="3656" y="224"/>
                  </a:cubicBezTo>
                  <a:cubicBezTo>
                    <a:pt x="2523" y="224"/>
                    <a:pt x="1397" y="257"/>
                    <a:pt x="293" y="371"/>
                  </a:cubicBezTo>
                  <a:cubicBezTo>
                    <a:pt x="241" y="379"/>
                    <a:pt x="211" y="413"/>
                    <a:pt x="203" y="450"/>
                  </a:cubicBezTo>
                  <a:cubicBezTo>
                    <a:pt x="139" y="484"/>
                    <a:pt x="88" y="546"/>
                    <a:pt x="86" y="641"/>
                  </a:cubicBezTo>
                  <a:cubicBezTo>
                    <a:pt x="44" y="2240"/>
                    <a:pt x="0" y="3862"/>
                    <a:pt x="9" y="5485"/>
                  </a:cubicBezTo>
                  <a:cubicBezTo>
                    <a:pt x="2" y="5504"/>
                    <a:pt x="0" y="5525"/>
                    <a:pt x="12" y="5546"/>
                  </a:cubicBezTo>
                  <a:cubicBezTo>
                    <a:pt x="20" y="7023"/>
                    <a:pt x="78" y="8501"/>
                    <a:pt x="231" y="9954"/>
                  </a:cubicBezTo>
                  <a:cubicBezTo>
                    <a:pt x="242" y="10057"/>
                    <a:pt x="327" y="10111"/>
                    <a:pt x="409" y="10111"/>
                  </a:cubicBezTo>
                  <a:cubicBezTo>
                    <a:pt x="410" y="10111"/>
                    <a:pt x="412" y="10111"/>
                    <a:pt x="414" y="10111"/>
                  </a:cubicBezTo>
                  <a:cubicBezTo>
                    <a:pt x="434" y="10133"/>
                    <a:pt x="462" y="10152"/>
                    <a:pt x="494" y="10155"/>
                  </a:cubicBezTo>
                  <a:cubicBezTo>
                    <a:pt x="1227" y="10215"/>
                    <a:pt x="1968" y="10237"/>
                    <a:pt x="2712" y="10237"/>
                  </a:cubicBezTo>
                  <a:cubicBezTo>
                    <a:pt x="4710" y="10237"/>
                    <a:pt x="6732" y="10075"/>
                    <a:pt x="8709" y="10041"/>
                  </a:cubicBezTo>
                  <a:cubicBezTo>
                    <a:pt x="11448" y="9995"/>
                    <a:pt x="14186" y="9970"/>
                    <a:pt x="16924" y="9965"/>
                  </a:cubicBezTo>
                  <a:cubicBezTo>
                    <a:pt x="17182" y="9965"/>
                    <a:pt x="17439" y="9965"/>
                    <a:pt x="17697" y="9965"/>
                  </a:cubicBezTo>
                  <a:cubicBezTo>
                    <a:pt x="20164" y="9965"/>
                    <a:pt x="22631" y="9987"/>
                    <a:pt x="25097" y="10023"/>
                  </a:cubicBezTo>
                  <a:cubicBezTo>
                    <a:pt x="25109" y="10032"/>
                    <a:pt x="25119" y="10043"/>
                    <a:pt x="25130" y="10055"/>
                  </a:cubicBezTo>
                  <a:cubicBezTo>
                    <a:pt x="25169" y="10092"/>
                    <a:pt x="25211" y="10108"/>
                    <a:pt x="25252" y="10108"/>
                  </a:cubicBezTo>
                  <a:cubicBezTo>
                    <a:pt x="25310" y="10108"/>
                    <a:pt x="25365" y="10075"/>
                    <a:pt x="25399" y="10027"/>
                  </a:cubicBezTo>
                  <a:cubicBezTo>
                    <a:pt x="28049" y="10067"/>
                    <a:pt x="30702" y="10119"/>
                    <a:pt x="33355" y="10180"/>
                  </a:cubicBezTo>
                  <a:cubicBezTo>
                    <a:pt x="33358" y="10180"/>
                    <a:pt x="33361" y="10180"/>
                    <a:pt x="33363" y="10180"/>
                  </a:cubicBezTo>
                  <a:cubicBezTo>
                    <a:pt x="33493" y="10180"/>
                    <a:pt x="33556" y="10079"/>
                    <a:pt x="33556" y="9974"/>
                  </a:cubicBezTo>
                  <a:cubicBezTo>
                    <a:pt x="33610" y="9928"/>
                    <a:pt x="33638" y="9849"/>
                    <a:pt x="33597" y="9775"/>
                  </a:cubicBezTo>
                  <a:cubicBezTo>
                    <a:pt x="32703" y="8183"/>
                    <a:pt x="31563" y="6661"/>
                    <a:pt x="30473" y="5195"/>
                  </a:cubicBezTo>
                  <a:cubicBezTo>
                    <a:pt x="31711" y="3717"/>
                    <a:pt x="32765" y="2069"/>
                    <a:pt x="33978" y="568"/>
                  </a:cubicBezTo>
                  <a:cubicBezTo>
                    <a:pt x="34028" y="503"/>
                    <a:pt x="34036" y="434"/>
                    <a:pt x="34017" y="371"/>
                  </a:cubicBezTo>
                  <a:cubicBezTo>
                    <a:pt x="34153" y="284"/>
                    <a:pt x="34121" y="27"/>
                    <a:pt x="33923" y="27"/>
                  </a:cubicBezTo>
                  <a:cubicBezTo>
                    <a:pt x="33922" y="27"/>
                    <a:pt x="33921" y="27"/>
                    <a:pt x="33920" y="27"/>
                  </a:cubicBezTo>
                  <a:cubicBezTo>
                    <a:pt x="31783" y="45"/>
                    <a:pt x="29644" y="69"/>
                    <a:pt x="27506" y="92"/>
                  </a:cubicBezTo>
                  <a:cubicBezTo>
                    <a:pt x="27490" y="71"/>
                    <a:pt x="27471" y="51"/>
                    <a:pt x="27455" y="29"/>
                  </a:cubicBezTo>
                  <a:cubicBezTo>
                    <a:pt x="27438" y="9"/>
                    <a:pt x="27416" y="0"/>
                    <a:pt x="27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5" name="Google Shape;3495;p97"/>
          <p:cNvGrpSpPr/>
          <p:nvPr/>
        </p:nvGrpSpPr>
        <p:grpSpPr>
          <a:xfrm flipH="1">
            <a:off x="2535125" y="1814219"/>
            <a:ext cx="853825" cy="255950"/>
            <a:chOff x="1657025" y="3836882"/>
            <a:chExt cx="853825" cy="255950"/>
          </a:xfrm>
        </p:grpSpPr>
        <p:sp>
          <p:nvSpPr>
            <p:cNvPr id="3496" name="Google Shape;3496;p97"/>
            <p:cNvSpPr/>
            <p:nvPr/>
          </p:nvSpPr>
          <p:spPr>
            <a:xfrm>
              <a:off x="2456075" y="3846957"/>
              <a:ext cx="40125" cy="22875"/>
            </a:xfrm>
            <a:custGeom>
              <a:rect b="b" l="l" r="r" t="t"/>
              <a:pathLst>
                <a:path extrusionOk="0" h="915" w="1605">
                  <a:moveTo>
                    <a:pt x="1605" y="0"/>
                  </a:moveTo>
                  <a:cubicBezTo>
                    <a:pt x="1069" y="6"/>
                    <a:pt x="536" y="10"/>
                    <a:pt x="0" y="12"/>
                  </a:cubicBezTo>
                  <a:cubicBezTo>
                    <a:pt x="146" y="155"/>
                    <a:pt x="292" y="296"/>
                    <a:pt x="435" y="439"/>
                  </a:cubicBezTo>
                  <a:cubicBezTo>
                    <a:pt x="582" y="587"/>
                    <a:pt x="760" y="733"/>
                    <a:pt x="866" y="915"/>
                  </a:cubicBezTo>
                  <a:cubicBezTo>
                    <a:pt x="1113" y="608"/>
                    <a:pt x="1360" y="304"/>
                    <a:pt x="1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7"/>
            <p:cNvSpPr/>
            <p:nvPr/>
          </p:nvSpPr>
          <p:spPr>
            <a:xfrm>
              <a:off x="2352075" y="3847707"/>
              <a:ext cx="99175" cy="88625"/>
            </a:xfrm>
            <a:custGeom>
              <a:rect b="b" l="l" r="r" t="t"/>
              <a:pathLst>
                <a:path extrusionOk="0" h="3545" w="3967">
                  <a:moveTo>
                    <a:pt x="1798" y="0"/>
                  </a:moveTo>
                  <a:cubicBezTo>
                    <a:pt x="1198" y="6"/>
                    <a:pt x="601" y="10"/>
                    <a:pt x="0" y="15"/>
                  </a:cubicBezTo>
                  <a:cubicBezTo>
                    <a:pt x="993" y="1213"/>
                    <a:pt x="1997" y="2393"/>
                    <a:pt x="3043" y="3545"/>
                  </a:cubicBezTo>
                  <a:cubicBezTo>
                    <a:pt x="3333" y="3099"/>
                    <a:pt x="3645" y="2666"/>
                    <a:pt x="3967" y="2236"/>
                  </a:cubicBezTo>
                  <a:cubicBezTo>
                    <a:pt x="3186" y="1610"/>
                    <a:pt x="2470" y="885"/>
                    <a:pt x="1816" y="127"/>
                  </a:cubicBezTo>
                  <a:cubicBezTo>
                    <a:pt x="1782" y="86"/>
                    <a:pt x="1780" y="40"/>
                    <a:pt x="1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7"/>
            <p:cNvSpPr/>
            <p:nvPr/>
          </p:nvSpPr>
          <p:spPr>
            <a:xfrm>
              <a:off x="2209775" y="3848632"/>
              <a:ext cx="268775" cy="232025"/>
            </a:xfrm>
            <a:custGeom>
              <a:rect b="b" l="l" r="r" t="t"/>
              <a:pathLst>
                <a:path extrusionOk="0" h="9281" w="10751">
                  <a:moveTo>
                    <a:pt x="2708" y="1"/>
                  </a:moveTo>
                  <a:cubicBezTo>
                    <a:pt x="1806" y="5"/>
                    <a:pt x="903" y="14"/>
                    <a:pt x="0" y="22"/>
                  </a:cubicBezTo>
                  <a:cubicBezTo>
                    <a:pt x="1455" y="1513"/>
                    <a:pt x="2870" y="3042"/>
                    <a:pt x="4247" y="4605"/>
                  </a:cubicBezTo>
                  <a:cubicBezTo>
                    <a:pt x="5539" y="6078"/>
                    <a:pt x="7005" y="7565"/>
                    <a:pt x="8084" y="9209"/>
                  </a:cubicBezTo>
                  <a:cubicBezTo>
                    <a:pt x="8973" y="9229"/>
                    <a:pt x="9862" y="9253"/>
                    <a:pt x="10751" y="9281"/>
                  </a:cubicBezTo>
                  <a:cubicBezTo>
                    <a:pt x="8082" y="6168"/>
                    <a:pt x="5510" y="3005"/>
                    <a:pt x="27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7"/>
            <p:cNvSpPr/>
            <p:nvPr/>
          </p:nvSpPr>
          <p:spPr>
            <a:xfrm>
              <a:off x="2065875" y="3849682"/>
              <a:ext cx="277325" cy="227850"/>
            </a:xfrm>
            <a:custGeom>
              <a:rect b="b" l="l" r="r" t="t"/>
              <a:pathLst>
                <a:path extrusionOk="0" h="9114" w="11093">
                  <a:moveTo>
                    <a:pt x="2554" y="0"/>
                  </a:moveTo>
                  <a:cubicBezTo>
                    <a:pt x="1953" y="4"/>
                    <a:pt x="1353" y="7"/>
                    <a:pt x="753" y="12"/>
                  </a:cubicBezTo>
                  <a:cubicBezTo>
                    <a:pt x="504" y="14"/>
                    <a:pt x="252" y="14"/>
                    <a:pt x="0" y="14"/>
                  </a:cubicBezTo>
                  <a:cubicBezTo>
                    <a:pt x="1547" y="1441"/>
                    <a:pt x="2995" y="2990"/>
                    <a:pt x="4458" y="4498"/>
                  </a:cubicBezTo>
                  <a:cubicBezTo>
                    <a:pt x="5927" y="6008"/>
                    <a:pt x="7456" y="7493"/>
                    <a:pt x="8846" y="9076"/>
                  </a:cubicBezTo>
                  <a:cubicBezTo>
                    <a:pt x="9596" y="9086"/>
                    <a:pt x="10344" y="9100"/>
                    <a:pt x="11092" y="9114"/>
                  </a:cubicBezTo>
                  <a:cubicBezTo>
                    <a:pt x="8109" y="6241"/>
                    <a:pt x="5212" y="3171"/>
                    <a:pt x="2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7"/>
            <p:cNvSpPr/>
            <p:nvPr/>
          </p:nvSpPr>
          <p:spPr>
            <a:xfrm>
              <a:off x="1914225" y="3850357"/>
              <a:ext cx="308550" cy="225600"/>
            </a:xfrm>
            <a:custGeom>
              <a:rect b="b" l="l" r="r" t="t"/>
              <a:pathLst>
                <a:path extrusionOk="0" h="9024" w="12342">
                  <a:moveTo>
                    <a:pt x="2822" y="1"/>
                  </a:moveTo>
                  <a:cubicBezTo>
                    <a:pt x="1882" y="3"/>
                    <a:pt x="940" y="11"/>
                    <a:pt x="1" y="13"/>
                  </a:cubicBezTo>
                  <a:cubicBezTo>
                    <a:pt x="1705" y="1296"/>
                    <a:pt x="3307" y="2721"/>
                    <a:pt x="4891" y="4145"/>
                  </a:cubicBezTo>
                  <a:cubicBezTo>
                    <a:pt x="6609" y="5690"/>
                    <a:pt x="8421" y="7244"/>
                    <a:pt x="9945" y="8982"/>
                  </a:cubicBezTo>
                  <a:cubicBezTo>
                    <a:pt x="9952" y="8992"/>
                    <a:pt x="9954" y="9001"/>
                    <a:pt x="9961" y="9010"/>
                  </a:cubicBezTo>
                  <a:cubicBezTo>
                    <a:pt x="10753" y="9013"/>
                    <a:pt x="11548" y="9017"/>
                    <a:pt x="12342" y="9024"/>
                  </a:cubicBezTo>
                  <a:cubicBezTo>
                    <a:pt x="9230" y="5983"/>
                    <a:pt x="6019" y="3051"/>
                    <a:pt x="2859" y="63"/>
                  </a:cubicBezTo>
                  <a:cubicBezTo>
                    <a:pt x="2838" y="43"/>
                    <a:pt x="2829" y="2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7"/>
            <p:cNvSpPr/>
            <p:nvPr/>
          </p:nvSpPr>
          <p:spPr>
            <a:xfrm>
              <a:off x="1756675" y="3851457"/>
              <a:ext cx="321575" cy="223250"/>
            </a:xfrm>
            <a:custGeom>
              <a:rect b="b" l="l" r="r" t="t"/>
              <a:pathLst>
                <a:path extrusionOk="0" h="8930" w="12863">
                  <a:moveTo>
                    <a:pt x="2814" y="1"/>
                  </a:moveTo>
                  <a:cubicBezTo>
                    <a:pt x="1879" y="26"/>
                    <a:pt x="939" y="54"/>
                    <a:pt x="1" y="70"/>
                  </a:cubicBezTo>
                  <a:cubicBezTo>
                    <a:pt x="3391" y="2931"/>
                    <a:pt x="6780" y="5824"/>
                    <a:pt x="10015" y="8856"/>
                  </a:cubicBezTo>
                  <a:cubicBezTo>
                    <a:pt x="10050" y="8886"/>
                    <a:pt x="10064" y="8897"/>
                    <a:pt x="10068" y="8930"/>
                  </a:cubicBezTo>
                  <a:cubicBezTo>
                    <a:pt x="10948" y="8922"/>
                    <a:pt x="11830" y="8870"/>
                    <a:pt x="12710" y="8870"/>
                  </a:cubicBezTo>
                  <a:lnTo>
                    <a:pt x="12862" y="8870"/>
                  </a:lnTo>
                  <a:cubicBezTo>
                    <a:pt x="11152" y="7484"/>
                    <a:pt x="9561" y="5768"/>
                    <a:pt x="7860" y="4254"/>
                  </a:cubicBezTo>
                  <a:cubicBezTo>
                    <a:pt x="6210" y="2786"/>
                    <a:pt x="4502" y="1428"/>
                    <a:pt x="2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7"/>
            <p:cNvSpPr/>
            <p:nvPr/>
          </p:nvSpPr>
          <p:spPr>
            <a:xfrm>
              <a:off x="1670125" y="3860357"/>
              <a:ext cx="255625" cy="217225"/>
            </a:xfrm>
            <a:custGeom>
              <a:rect b="b" l="l" r="r" t="t"/>
              <a:pathLst>
                <a:path extrusionOk="0" h="8689" w="10225">
                  <a:moveTo>
                    <a:pt x="21" y="1"/>
                  </a:moveTo>
                  <a:cubicBezTo>
                    <a:pt x="5" y="772"/>
                    <a:pt x="1" y="1540"/>
                    <a:pt x="3" y="2309"/>
                  </a:cubicBezTo>
                  <a:cubicBezTo>
                    <a:pt x="2489" y="4415"/>
                    <a:pt x="5087" y="6480"/>
                    <a:pt x="7474" y="8689"/>
                  </a:cubicBezTo>
                  <a:cubicBezTo>
                    <a:pt x="7634" y="8689"/>
                    <a:pt x="7797" y="8689"/>
                    <a:pt x="7957" y="8687"/>
                  </a:cubicBezTo>
                  <a:cubicBezTo>
                    <a:pt x="8711" y="8675"/>
                    <a:pt x="9469" y="8665"/>
                    <a:pt x="10224" y="8657"/>
                  </a:cubicBezTo>
                  <a:cubicBezTo>
                    <a:pt x="8465" y="7297"/>
                    <a:pt x="6853" y="5720"/>
                    <a:pt x="5154" y="4283"/>
                  </a:cubicBezTo>
                  <a:cubicBezTo>
                    <a:pt x="3454" y="2842"/>
                    <a:pt x="1731" y="1430"/>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7"/>
            <p:cNvSpPr/>
            <p:nvPr/>
          </p:nvSpPr>
          <p:spPr>
            <a:xfrm>
              <a:off x="1670975" y="3988657"/>
              <a:ext cx="102475" cy="90725"/>
            </a:xfrm>
            <a:custGeom>
              <a:rect b="b" l="l" r="r" t="t"/>
              <a:pathLst>
                <a:path extrusionOk="0" h="3629" w="4099">
                  <a:moveTo>
                    <a:pt x="1" y="1"/>
                  </a:moveTo>
                  <a:lnTo>
                    <a:pt x="1" y="1"/>
                  </a:lnTo>
                  <a:cubicBezTo>
                    <a:pt x="8" y="527"/>
                    <a:pt x="13" y="1054"/>
                    <a:pt x="17" y="1581"/>
                  </a:cubicBezTo>
                  <a:cubicBezTo>
                    <a:pt x="782" y="2231"/>
                    <a:pt x="1514" y="2933"/>
                    <a:pt x="2236" y="3628"/>
                  </a:cubicBezTo>
                  <a:cubicBezTo>
                    <a:pt x="2854" y="3599"/>
                    <a:pt x="3476" y="3583"/>
                    <a:pt x="4099" y="3575"/>
                  </a:cubicBezTo>
                  <a:cubicBezTo>
                    <a:pt x="3926" y="3504"/>
                    <a:pt x="3796" y="3349"/>
                    <a:pt x="3647" y="3223"/>
                  </a:cubicBezTo>
                  <a:cubicBezTo>
                    <a:pt x="3188" y="2837"/>
                    <a:pt x="2739" y="2430"/>
                    <a:pt x="2287" y="2035"/>
                  </a:cubicBezTo>
                  <a:cubicBezTo>
                    <a:pt x="1518" y="1366"/>
                    <a:pt x="747" y="6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7"/>
            <p:cNvSpPr/>
            <p:nvPr/>
          </p:nvSpPr>
          <p:spPr>
            <a:xfrm>
              <a:off x="2402625" y="3847307"/>
              <a:ext cx="70725" cy="49725"/>
            </a:xfrm>
            <a:custGeom>
              <a:rect b="b" l="l" r="r" t="t"/>
              <a:pathLst>
                <a:path extrusionOk="0" h="1989" w="2829">
                  <a:moveTo>
                    <a:pt x="1861" y="0"/>
                  </a:moveTo>
                  <a:cubicBezTo>
                    <a:pt x="1243" y="5"/>
                    <a:pt x="621" y="10"/>
                    <a:pt x="0" y="14"/>
                  </a:cubicBezTo>
                  <a:cubicBezTo>
                    <a:pt x="688" y="707"/>
                    <a:pt x="1408" y="1352"/>
                    <a:pt x="2146" y="1988"/>
                  </a:cubicBezTo>
                  <a:cubicBezTo>
                    <a:pt x="2369" y="1696"/>
                    <a:pt x="2597" y="1407"/>
                    <a:pt x="2828" y="1121"/>
                  </a:cubicBezTo>
                  <a:cubicBezTo>
                    <a:pt x="2633" y="1008"/>
                    <a:pt x="2484" y="767"/>
                    <a:pt x="2341" y="594"/>
                  </a:cubicBezTo>
                  <a:cubicBezTo>
                    <a:pt x="2180" y="398"/>
                    <a:pt x="2021" y="199"/>
                    <a:pt x="18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7"/>
            <p:cNvSpPr/>
            <p:nvPr/>
          </p:nvSpPr>
          <p:spPr>
            <a:xfrm>
              <a:off x="2285225" y="3848132"/>
              <a:ext cx="145075" cy="156250"/>
            </a:xfrm>
            <a:custGeom>
              <a:rect b="b" l="l" r="r" t="t"/>
              <a:pathLst>
                <a:path extrusionOk="0" h="6250" w="5803">
                  <a:moveTo>
                    <a:pt x="2388" y="0"/>
                  </a:moveTo>
                  <a:cubicBezTo>
                    <a:pt x="1591" y="5"/>
                    <a:pt x="794" y="11"/>
                    <a:pt x="0" y="18"/>
                  </a:cubicBezTo>
                  <a:cubicBezTo>
                    <a:pt x="2007" y="1977"/>
                    <a:pt x="3997" y="4054"/>
                    <a:pt x="5802" y="6250"/>
                  </a:cubicBezTo>
                  <a:cubicBezTo>
                    <a:pt x="5507" y="5812"/>
                    <a:pt x="5218" y="5373"/>
                    <a:pt x="4929" y="4939"/>
                  </a:cubicBezTo>
                  <a:cubicBezTo>
                    <a:pt x="4832" y="4790"/>
                    <a:pt x="4929" y="4661"/>
                    <a:pt x="5059" y="4625"/>
                  </a:cubicBezTo>
                  <a:cubicBezTo>
                    <a:pt x="5204" y="4352"/>
                    <a:pt x="5366" y="4086"/>
                    <a:pt x="5530" y="3822"/>
                  </a:cubicBezTo>
                  <a:cubicBezTo>
                    <a:pt x="4406" y="2623"/>
                    <a:pt x="3339" y="1344"/>
                    <a:pt x="2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7"/>
            <p:cNvSpPr/>
            <p:nvPr/>
          </p:nvSpPr>
          <p:spPr>
            <a:xfrm>
              <a:off x="2138900" y="3849157"/>
              <a:ext cx="263400" cy="229525"/>
            </a:xfrm>
            <a:custGeom>
              <a:rect b="b" l="l" r="r" t="t"/>
              <a:pathLst>
                <a:path extrusionOk="0" h="9181" w="10536">
                  <a:moveTo>
                    <a:pt x="2569" y="1"/>
                  </a:moveTo>
                  <a:cubicBezTo>
                    <a:pt x="1713" y="7"/>
                    <a:pt x="857" y="15"/>
                    <a:pt x="0" y="19"/>
                  </a:cubicBezTo>
                  <a:cubicBezTo>
                    <a:pt x="2879" y="3053"/>
                    <a:pt x="5744" y="6105"/>
                    <a:pt x="8623" y="9141"/>
                  </a:cubicBezTo>
                  <a:cubicBezTo>
                    <a:pt x="9261" y="9153"/>
                    <a:pt x="9898" y="9167"/>
                    <a:pt x="10536" y="9181"/>
                  </a:cubicBezTo>
                  <a:cubicBezTo>
                    <a:pt x="9168" y="7779"/>
                    <a:pt x="7987" y="6126"/>
                    <a:pt x="6705" y="4651"/>
                  </a:cubicBezTo>
                  <a:cubicBezTo>
                    <a:pt x="5345" y="3085"/>
                    <a:pt x="3961" y="1538"/>
                    <a:pt x="2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7"/>
            <p:cNvSpPr/>
            <p:nvPr/>
          </p:nvSpPr>
          <p:spPr>
            <a:xfrm>
              <a:off x="1994525" y="3850082"/>
              <a:ext cx="278825" cy="226350"/>
            </a:xfrm>
            <a:custGeom>
              <a:rect b="b" l="l" r="r" t="t"/>
              <a:pathLst>
                <a:path extrusionOk="0" h="9054" w="11153">
                  <a:moveTo>
                    <a:pt x="2469" y="0"/>
                  </a:moveTo>
                  <a:cubicBezTo>
                    <a:pt x="1646" y="6"/>
                    <a:pt x="823" y="8"/>
                    <a:pt x="0" y="10"/>
                  </a:cubicBezTo>
                  <a:cubicBezTo>
                    <a:pt x="3330" y="2857"/>
                    <a:pt x="6497" y="5899"/>
                    <a:pt x="9631" y="8957"/>
                  </a:cubicBezTo>
                  <a:cubicBezTo>
                    <a:pt x="9656" y="8982"/>
                    <a:pt x="9672" y="9010"/>
                    <a:pt x="9682" y="9038"/>
                  </a:cubicBezTo>
                  <a:cubicBezTo>
                    <a:pt x="10171" y="9042"/>
                    <a:pt x="10663" y="9049"/>
                    <a:pt x="11153" y="9054"/>
                  </a:cubicBezTo>
                  <a:cubicBezTo>
                    <a:pt x="9742" y="7666"/>
                    <a:pt x="8405" y="6189"/>
                    <a:pt x="7028" y="4764"/>
                  </a:cubicBezTo>
                  <a:cubicBezTo>
                    <a:pt x="5505" y="3187"/>
                    <a:pt x="3921" y="1644"/>
                    <a:pt x="2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7"/>
            <p:cNvSpPr/>
            <p:nvPr/>
          </p:nvSpPr>
          <p:spPr>
            <a:xfrm>
              <a:off x="1836825" y="3850657"/>
              <a:ext cx="314475" cy="224975"/>
            </a:xfrm>
            <a:custGeom>
              <a:rect b="b" l="l" r="r" t="t"/>
              <a:pathLst>
                <a:path extrusionOk="0" h="8999" w="12579">
                  <a:moveTo>
                    <a:pt x="2787" y="1"/>
                  </a:moveTo>
                  <a:cubicBezTo>
                    <a:pt x="2323" y="3"/>
                    <a:pt x="1856" y="5"/>
                    <a:pt x="1393" y="7"/>
                  </a:cubicBezTo>
                  <a:cubicBezTo>
                    <a:pt x="930" y="7"/>
                    <a:pt x="467" y="17"/>
                    <a:pt x="1" y="29"/>
                  </a:cubicBezTo>
                  <a:cubicBezTo>
                    <a:pt x="1642" y="1257"/>
                    <a:pt x="3216" y="2577"/>
                    <a:pt x="4757" y="3930"/>
                  </a:cubicBezTo>
                  <a:cubicBezTo>
                    <a:pt x="6521" y="5475"/>
                    <a:pt x="8356" y="7053"/>
                    <a:pt x="9912" y="8811"/>
                  </a:cubicBezTo>
                  <a:cubicBezTo>
                    <a:pt x="9968" y="8872"/>
                    <a:pt x="9964" y="8943"/>
                    <a:pt x="9931" y="8994"/>
                  </a:cubicBezTo>
                  <a:cubicBezTo>
                    <a:pt x="10096" y="8993"/>
                    <a:pt x="10261" y="8993"/>
                    <a:pt x="10426" y="8993"/>
                  </a:cubicBezTo>
                  <a:cubicBezTo>
                    <a:pt x="11143" y="8993"/>
                    <a:pt x="11861" y="8996"/>
                    <a:pt x="12579" y="8999"/>
                  </a:cubicBezTo>
                  <a:cubicBezTo>
                    <a:pt x="10966" y="7574"/>
                    <a:pt x="9471" y="5999"/>
                    <a:pt x="7883" y="4550"/>
                  </a:cubicBezTo>
                  <a:cubicBezTo>
                    <a:pt x="6214" y="3025"/>
                    <a:pt x="4480" y="1580"/>
                    <a:pt x="2815" y="56"/>
                  </a:cubicBezTo>
                  <a:cubicBezTo>
                    <a:pt x="2797" y="40"/>
                    <a:pt x="2789" y="21"/>
                    <a:pt x="2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7"/>
            <p:cNvSpPr/>
            <p:nvPr/>
          </p:nvSpPr>
          <p:spPr>
            <a:xfrm>
              <a:off x="1670525" y="3851407"/>
              <a:ext cx="326100" cy="225325"/>
            </a:xfrm>
            <a:custGeom>
              <a:rect b="b" l="l" r="r" t="t"/>
              <a:pathLst>
                <a:path extrusionOk="0" h="9013" w="13044">
                  <a:moveTo>
                    <a:pt x="1" y="1"/>
                  </a:moveTo>
                  <a:cubicBezTo>
                    <a:pt x="5" y="19"/>
                    <a:pt x="11" y="37"/>
                    <a:pt x="9" y="60"/>
                  </a:cubicBezTo>
                  <a:lnTo>
                    <a:pt x="9" y="84"/>
                  </a:lnTo>
                  <a:cubicBezTo>
                    <a:pt x="1723" y="1381"/>
                    <a:pt x="3395" y="2732"/>
                    <a:pt x="5043" y="4110"/>
                  </a:cubicBezTo>
                  <a:cubicBezTo>
                    <a:pt x="6848" y="5618"/>
                    <a:pt x="8769" y="7105"/>
                    <a:pt x="10405" y="8798"/>
                  </a:cubicBezTo>
                  <a:cubicBezTo>
                    <a:pt x="10467" y="8862"/>
                    <a:pt x="10446" y="8957"/>
                    <a:pt x="10393" y="9013"/>
                  </a:cubicBezTo>
                  <a:cubicBezTo>
                    <a:pt x="11274" y="9001"/>
                    <a:pt x="12159" y="8991"/>
                    <a:pt x="13043" y="8982"/>
                  </a:cubicBezTo>
                  <a:cubicBezTo>
                    <a:pt x="9665" y="6126"/>
                    <a:pt x="6393" y="3110"/>
                    <a:pt x="3166" y="88"/>
                  </a:cubicBezTo>
                  <a:cubicBezTo>
                    <a:pt x="2940" y="91"/>
                    <a:pt x="2713" y="93"/>
                    <a:pt x="2488" y="93"/>
                  </a:cubicBezTo>
                  <a:cubicBezTo>
                    <a:pt x="1651" y="93"/>
                    <a:pt x="820" y="7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7"/>
            <p:cNvSpPr/>
            <p:nvPr/>
          </p:nvSpPr>
          <p:spPr>
            <a:xfrm>
              <a:off x="1670300" y="3925932"/>
              <a:ext cx="173825" cy="152000"/>
            </a:xfrm>
            <a:custGeom>
              <a:rect b="b" l="l" r="r" t="t"/>
              <a:pathLst>
                <a:path extrusionOk="0" h="6080" w="6953">
                  <a:moveTo>
                    <a:pt x="0" y="0"/>
                  </a:moveTo>
                  <a:lnTo>
                    <a:pt x="0" y="0"/>
                  </a:lnTo>
                  <a:cubicBezTo>
                    <a:pt x="4" y="736"/>
                    <a:pt x="14" y="1475"/>
                    <a:pt x="24" y="2213"/>
                  </a:cubicBezTo>
                  <a:cubicBezTo>
                    <a:pt x="688" y="2746"/>
                    <a:pt x="1340" y="3300"/>
                    <a:pt x="1986" y="3853"/>
                  </a:cubicBezTo>
                  <a:cubicBezTo>
                    <a:pt x="2396" y="4207"/>
                    <a:pt x="2805" y="4563"/>
                    <a:pt x="3217" y="4916"/>
                  </a:cubicBezTo>
                  <a:cubicBezTo>
                    <a:pt x="3466" y="5133"/>
                    <a:pt x="3985" y="5784"/>
                    <a:pt x="4299" y="5853"/>
                  </a:cubicBezTo>
                  <a:cubicBezTo>
                    <a:pt x="4406" y="5877"/>
                    <a:pt x="4420" y="6013"/>
                    <a:pt x="4360" y="6080"/>
                  </a:cubicBezTo>
                  <a:cubicBezTo>
                    <a:pt x="5227" y="6072"/>
                    <a:pt x="6094" y="6076"/>
                    <a:pt x="6952" y="6070"/>
                  </a:cubicBezTo>
                  <a:cubicBezTo>
                    <a:pt x="4491" y="4288"/>
                    <a:pt x="2159" y="212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7"/>
            <p:cNvSpPr/>
            <p:nvPr/>
          </p:nvSpPr>
          <p:spPr>
            <a:xfrm>
              <a:off x="1671100" y="4035607"/>
              <a:ext cx="46200" cy="48850"/>
            </a:xfrm>
            <a:custGeom>
              <a:rect b="b" l="l" r="r" t="t"/>
              <a:pathLst>
                <a:path extrusionOk="0" h="1954" w="1848">
                  <a:moveTo>
                    <a:pt x="12" y="1"/>
                  </a:moveTo>
                  <a:lnTo>
                    <a:pt x="12" y="1"/>
                  </a:lnTo>
                  <a:cubicBezTo>
                    <a:pt x="14" y="651"/>
                    <a:pt x="12" y="1303"/>
                    <a:pt x="0" y="1953"/>
                  </a:cubicBezTo>
                  <a:cubicBezTo>
                    <a:pt x="610" y="1868"/>
                    <a:pt x="1227" y="1812"/>
                    <a:pt x="1847" y="1774"/>
                  </a:cubicBezTo>
                  <a:cubicBezTo>
                    <a:pt x="1224" y="1196"/>
                    <a:pt x="600" y="612"/>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7"/>
            <p:cNvSpPr/>
            <p:nvPr/>
          </p:nvSpPr>
          <p:spPr>
            <a:xfrm>
              <a:off x="1657025" y="3836882"/>
              <a:ext cx="853825" cy="255950"/>
            </a:xfrm>
            <a:custGeom>
              <a:rect b="b" l="l" r="r" t="t"/>
              <a:pathLst>
                <a:path extrusionOk="0" h="10238" w="34153">
                  <a:moveTo>
                    <a:pt x="33567" y="403"/>
                  </a:moveTo>
                  <a:lnTo>
                    <a:pt x="33567" y="403"/>
                  </a:lnTo>
                  <a:cubicBezTo>
                    <a:pt x="33322" y="707"/>
                    <a:pt x="33075" y="1011"/>
                    <a:pt x="32828" y="1318"/>
                  </a:cubicBezTo>
                  <a:cubicBezTo>
                    <a:pt x="32722" y="1136"/>
                    <a:pt x="32544" y="990"/>
                    <a:pt x="32397" y="842"/>
                  </a:cubicBezTo>
                  <a:cubicBezTo>
                    <a:pt x="32254" y="699"/>
                    <a:pt x="32107" y="558"/>
                    <a:pt x="31962" y="415"/>
                  </a:cubicBezTo>
                  <a:cubicBezTo>
                    <a:pt x="32498" y="413"/>
                    <a:pt x="33031" y="409"/>
                    <a:pt x="33567" y="403"/>
                  </a:cubicBezTo>
                  <a:close/>
                  <a:moveTo>
                    <a:pt x="31685" y="417"/>
                  </a:moveTo>
                  <a:cubicBezTo>
                    <a:pt x="31845" y="616"/>
                    <a:pt x="32004" y="815"/>
                    <a:pt x="32166" y="1011"/>
                  </a:cubicBezTo>
                  <a:cubicBezTo>
                    <a:pt x="32309" y="1184"/>
                    <a:pt x="32457" y="1425"/>
                    <a:pt x="32653" y="1538"/>
                  </a:cubicBezTo>
                  <a:cubicBezTo>
                    <a:pt x="32421" y="1824"/>
                    <a:pt x="32193" y="2113"/>
                    <a:pt x="31970" y="2405"/>
                  </a:cubicBezTo>
                  <a:cubicBezTo>
                    <a:pt x="31232" y="1769"/>
                    <a:pt x="30512" y="1124"/>
                    <a:pt x="29824" y="431"/>
                  </a:cubicBezTo>
                  <a:cubicBezTo>
                    <a:pt x="30445" y="427"/>
                    <a:pt x="31067" y="422"/>
                    <a:pt x="31685" y="417"/>
                  </a:cubicBezTo>
                  <a:close/>
                  <a:moveTo>
                    <a:pt x="29600" y="433"/>
                  </a:moveTo>
                  <a:lnTo>
                    <a:pt x="29600" y="433"/>
                  </a:lnTo>
                  <a:cubicBezTo>
                    <a:pt x="29582" y="473"/>
                    <a:pt x="29584" y="519"/>
                    <a:pt x="29618" y="560"/>
                  </a:cubicBezTo>
                  <a:cubicBezTo>
                    <a:pt x="30272" y="1318"/>
                    <a:pt x="30988" y="2043"/>
                    <a:pt x="31769" y="2669"/>
                  </a:cubicBezTo>
                  <a:cubicBezTo>
                    <a:pt x="31447" y="3099"/>
                    <a:pt x="31136" y="3532"/>
                    <a:pt x="30845" y="3978"/>
                  </a:cubicBezTo>
                  <a:cubicBezTo>
                    <a:pt x="29799" y="2826"/>
                    <a:pt x="28795" y="1646"/>
                    <a:pt x="27802" y="448"/>
                  </a:cubicBezTo>
                  <a:cubicBezTo>
                    <a:pt x="28402" y="443"/>
                    <a:pt x="29000" y="439"/>
                    <a:pt x="29600" y="433"/>
                  </a:cubicBezTo>
                  <a:close/>
                  <a:moveTo>
                    <a:pt x="27515" y="450"/>
                  </a:moveTo>
                  <a:cubicBezTo>
                    <a:pt x="28467" y="1794"/>
                    <a:pt x="29533" y="3073"/>
                    <a:pt x="30658" y="4272"/>
                  </a:cubicBezTo>
                  <a:cubicBezTo>
                    <a:pt x="30494" y="4536"/>
                    <a:pt x="30332" y="4802"/>
                    <a:pt x="30187" y="5075"/>
                  </a:cubicBezTo>
                  <a:cubicBezTo>
                    <a:pt x="30057" y="5111"/>
                    <a:pt x="29960" y="5240"/>
                    <a:pt x="30057" y="5389"/>
                  </a:cubicBezTo>
                  <a:cubicBezTo>
                    <a:pt x="30346" y="5823"/>
                    <a:pt x="30635" y="6262"/>
                    <a:pt x="30930" y="6700"/>
                  </a:cubicBezTo>
                  <a:cubicBezTo>
                    <a:pt x="29125" y="4504"/>
                    <a:pt x="27135" y="2427"/>
                    <a:pt x="25128" y="468"/>
                  </a:cubicBezTo>
                  <a:cubicBezTo>
                    <a:pt x="25922" y="462"/>
                    <a:pt x="26719" y="455"/>
                    <a:pt x="27515" y="450"/>
                  </a:cubicBezTo>
                  <a:close/>
                  <a:moveTo>
                    <a:pt x="6800" y="584"/>
                  </a:moveTo>
                  <a:cubicBezTo>
                    <a:pt x="8488" y="2011"/>
                    <a:pt x="10196" y="3369"/>
                    <a:pt x="11847" y="4837"/>
                  </a:cubicBezTo>
                  <a:cubicBezTo>
                    <a:pt x="13546" y="6351"/>
                    <a:pt x="15138" y="8067"/>
                    <a:pt x="16848" y="9453"/>
                  </a:cubicBezTo>
                  <a:lnTo>
                    <a:pt x="16696" y="9453"/>
                  </a:lnTo>
                  <a:cubicBezTo>
                    <a:pt x="15816" y="9453"/>
                    <a:pt x="14934" y="9505"/>
                    <a:pt x="14054" y="9513"/>
                  </a:cubicBezTo>
                  <a:cubicBezTo>
                    <a:pt x="14050" y="9480"/>
                    <a:pt x="14036" y="9469"/>
                    <a:pt x="14001" y="9439"/>
                  </a:cubicBezTo>
                  <a:cubicBezTo>
                    <a:pt x="10766" y="6407"/>
                    <a:pt x="7377" y="3514"/>
                    <a:pt x="3988" y="653"/>
                  </a:cubicBezTo>
                  <a:cubicBezTo>
                    <a:pt x="4925" y="637"/>
                    <a:pt x="5865" y="609"/>
                    <a:pt x="6800" y="584"/>
                  </a:cubicBezTo>
                  <a:close/>
                  <a:moveTo>
                    <a:pt x="9979" y="552"/>
                  </a:moveTo>
                  <a:cubicBezTo>
                    <a:pt x="9981" y="572"/>
                    <a:pt x="9989" y="591"/>
                    <a:pt x="10007" y="607"/>
                  </a:cubicBezTo>
                  <a:cubicBezTo>
                    <a:pt x="11672" y="2131"/>
                    <a:pt x="13406" y="3576"/>
                    <a:pt x="15075" y="5101"/>
                  </a:cubicBezTo>
                  <a:cubicBezTo>
                    <a:pt x="16663" y="6550"/>
                    <a:pt x="18158" y="8125"/>
                    <a:pt x="19771" y="9550"/>
                  </a:cubicBezTo>
                  <a:cubicBezTo>
                    <a:pt x="19053" y="9547"/>
                    <a:pt x="18335" y="9544"/>
                    <a:pt x="17618" y="9544"/>
                  </a:cubicBezTo>
                  <a:cubicBezTo>
                    <a:pt x="17453" y="9544"/>
                    <a:pt x="17288" y="9544"/>
                    <a:pt x="17123" y="9545"/>
                  </a:cubicBezTo>
                  <a:cubicBezTo>
                    <a:pt x="17156" y="9494"/>
                    <a:pt x="17160" y="9423"/>
                    <a:pt x="17104" y="9362"/>
                  </a:cubicBezTo>
                  <a:cubicBezTo>
                    <a:pt x="15548" y="7604"/>
                    <a:pt x="13713" y="6026"/>
                    <a:pt x="11949" y="4481"/>
                  </a:cubicBezTo>
                  <a:cubicBezTo>
                    <a:pt x="10408" y="3128"/>
                    <a:pt x="8834" y="1808"/>
                    <a:pt x="7192" y="580"/>
                  </a:cubicBezTo>
                  <a:cubicBezTo>
                    <a:pt x="7659" y="568"/>
                    <a:pt x="8122" y="558"/>
                    <a:pt x="8585" y="558"/>
                  </a:cubicBezTo>
                  <a:cubicBezTo>
                    <a:pt x="9048" y="556"/>
                    <a:pt x="9515" y="554"/>
                    <a:pt x="9979" y="552"/>
                  </a:cubicBezTo>
                  <a:close/>
                  <a:moveTo>
                    <a:pt x="13110" y="540"/>
                  </a:moveTo>
                  <a:cubicBezTo>
                    <a:pt x="13117" y="561"/>
                    <a:pt x="13126" y="582"/>
                    <a:pt x="13147" y="602"/>
                  </a:cubicBezTo>
                  <a:cubicBezTo>
                    <a:pt x="16307" y="3590"/>
                    <a:pt x="19518" y="6522"/>
                    <a:pt x="22630" y="9564"/>
                  </a:cubicBezTo>
                  <a:cubicBezTo>
                    <a:pt x="21836" y="9556"/>
                    <a:pt x="21041" y="9552"/>
                    <a:pt x="20249" y="9550"/>
                  </a:cubicBezTo>
                  <a:cubicBezTo>
                    <a:pt x="20242" y="9540"/>
                    <a:pt x="20240" y="9531"/>
                    <a:pt x="20233" y="9522"/>
                  </a:cubicBezTo>
                  <a:cubicBezTo>
                    <a:pt x="18709" y="7783"/>
                    <a:pt x="16897" y="6229"/>
                    <a:pt x="15179" y="4685"/>
                  </a:cubicBezTo>
                  <a:cubicBezTo>
                    <a:pt x="13595" y="3260"/>
                    <a:pt x="11993" y="1836"/>
                    <a:pt x="10289" y="552"/>
                  </a:cubicBezTo>
                  <a:cubicBezTo>
                    <a:pt x="11228" y="550"/>
                    <a:pt x="12170" y="542"/>
                    <a:pt x="13110" y="540"/>
                  </a:cubicBezTo>
                  <a:close/>
                  <a:moveTo>
                    <a:pt x="15969" y="528"/>
                  </a:moveTo>
                  <a:cubicBezTo>
                    <a:pt x="17421" y="2172"/>
                    <a:pt x="19005" y="3715"/>
                    <a:pt x="20528" y="5292"/>
                  </a:cubicBezTo>
                  <a:cubicBezTo>
                    <a:pt x="21904" y="6716"/>
                    <a:pt x="23242" y="8194"/>
                    <a:pt x="24652" y="9582"/>
                  </a:cubicBezTo>
                  <a:cubicBezTo>
                    <a:pt x="24163" y="9577"/>
                    <a:pt x="23671" y="9570"/>
                    <a:pt x="23182" y="9566"/>
                  </a:cubicBezTo>
                  <a:cubicBezTo>
                    <a:pt x="23172" y="9538"/>
                    <a:pt x="23156" y="9510"/>
                    <a:pt x="23131" y="9485"/>
                  </a:cubicBezTo>
                  <a:cubicBezTo>
                    <a:pt x="19997" y="6427"/>
                    <a:pt x="16830" y="3385"/>
                    <a:pt x="13500" y="538"/>
                  </a:cubicBezTo>
                  <a:cubicBezTo>
                    <a:pt x="14323" y="536"/>
                    <a:pt x="15146" y="534"/>
                    <a:pt x="15969" y="528"/>
                  </a:cubicBezTo>
                  <a:close/>
                  <a:moveTo>
                    <a:pt x="541" y="582"/>
                  </a:moveTo>
                  <a:lnTo>
                    <a:pt x="541" y="582"/>
                  </a:lnTo>
                  <a:cubicBezTo>
                    <a:pt x="1361" y="651"/>
                    <a:pt x="2192" y="674"/>
                    <a:pt x="3028" y="674"/>
                  </a:cubicBezTo>
                  <a:cubicBezTo>
                    <a:pt x="3254" y="674"/>
                    <a:pt x="3480" y="672"/>
                    <a:pt x="3706" y="669"/>
                  </a:cubicBezTo>
                  <a:cubicBezTo>
                    <a:pt x="6933" y="3691"/>
                    <a:pt x="10205" y="6707"/>
                    <a:pt x="13583" y="9563"/>
                  </a:cubicBezTo>
                  <a:cubicBezTo>
                    <a:pt x="12699" y="9572"/>
                    <a:pt x="11815" y="9582"/>
                    <a:pt x="10933" y="9594"/>
                  </a:cubicBezTo>
                  <a:cubicBezTo>
                    <a:pt x="10986" y="9538"/>
                    <a:pt x="11007" y="9443"/>
                    <a:pt x="10945" y="9379"/>
                  </a:cubicBezTo>
                  <a:cubicBezTo>
                    <a:pt x="9310" y="7686"/>
                    <a:pt x="7388" y="6199"/>
                    <a:pt x="5583" y="4691"/>
                  </a:cubicBezTo>
                  <a:cubicBezTo>
                    <a:pt x="3935" y="3313"/>
                    <a:pt x="2263" y="1962"/>
                    <a:pt x="549" y="665"/>
                  </a:cubicBezTo>
                  <a:lnTo>
                    <a:pt x="549" y="641"/>
                  </a:lnTo>
                  <a:cubicBezTo>
                    <a:pt x="552" y="618"/>
                    <a:pt x="545" y="600"/>
                    <a:pt x="541" y="582"/>
                  </a:cubicBezTo>
                  <a:close/>
                  <a:moveTo>
                    <a:pt x="18908" y="512"/>
                  </a:moveTo>
                  <a:cubicBezTo>
                    <a:pt x="21566" y="3683"/>
                    <a:pt x="24463" y="6753"/>
                    <a:pt x="27446" y="9626"/>
                  </a:cubicBezTo>
                  <a:cubicBezTo>
                    <a:pt x="26698" y="9612"/>
                    <a:pt x="25950" y="9598"/>
                    <a:pt x="25200" y="9588"/>
                  </a:cubicBezTo>
                  <a:cubicBezTo>
                    <a:pt x="23810" y="8005"/>
                    <a:pt x="22281" y="6520"/>
                    <a:pt x="20812" y="5010"/>
                  </a:cubicBezTo>
                  <a:cubicBezTo>
                    <a:pt x="19349" y="3502"/>
                    <a:pt x="17901" y="1953"/>
                    <a:pt x="16354" y="526"/>
                  </a:cubicBezTo>
                  <a:cubicBezTo>
                    <a:pt x="16606" y="526"/>
                    <a:pt x="16858" y="526"/>
                    <a:pt x="17107" y="524"/>
                  </a:cubicBezTo>
                  <a:cubicBezTo>
                    <a:pt x="17707" y="520"/>
                    <a:pt x="18307" y="518"/>
                    <a:pt x="18908" y="512"/>
                  </a:cubicBezTo>
                  <a:close/>
                  <a:moveTo>
                    <a:pt x="545" y="940"/>
                  </a:moveTo>
                  <a:cubicBezTo>
                    <a:pt x="2256" y="2369"/>
                    <a:pt x="3978" y="3781"/>
                    <a:pt x="5678" y="5222"/>
                  </a:cubicBezTo>
                  <a:cubicBezTo>
                    <a:pt x="7377" y="6658"/>
                    <a:pt x="8989" y="8236"/>
                    <a:pt x="10748" y="9596"/>
                  </a:cubicBezTo>
                  <a:cubicBezTo>
                    <a:pt x="9993" y="9604"/>
                    <a:pt x="9235" y="9614"/>
                    <a:pt x="8481" y="9626"/>
                  </a:cubicBezTo>
                  <a:cubicBezTo>
                    <a:pt x="8321" y="9628"/>
                    <a:pt x="8158" y="9628"/>
                    <a:pt x="7998" y="9628"/>
                  </a:cubicBezTo>
                  <a:cubicBezTo>
                    <a:pt x="5611" y="7419"/>
                    <a:pt x="3014" y="5354"/>
                    <a:pt x="527" y="3248"/>
                  </a:cubicBezTo>
                  <a:cubicBezTo>
                    <a:pt x="525" y="2479"/>
                    <a:pt x="529" y="1711"/>
                    <a:pt x="545" y="940"/>
                  </a:cubicBezTo>
                  <a:close/>
                  <a:moveTo>
                    <a:pt x="531" y="3562"/>
                  </a:moveTo>
                  <a:lnTo>
                    <a:pt x="531" y="3562"/>
                  </a:lnTo>
                  <a:cubicBezTo>
                    <a:pt x="2690" y="5691"/>
                    <a:pt x="5022" y="7850"/>
                    <a:pt x="7483" y="9632"/>
                  </a:cubicBezTo>
                  <a:cubicBezTo>
                    <a:pt x="6625" y="9638"/>
                    <a:pt x="5758" y="9634"/>
                    <a:pt x="4891" y="9642"/>
                  </a:cubicBezTo>
                  <a:cubicBezTo>
                    <a:pt x="4951" y="9575"/>
                    <a:pt x="4937" y="9439"/>
                    <a:pt x="4830" y="9415"/>
                  </a:cubicBezTo>
                  <a:cubicBezTo>
                    <a:pt x="4516" y="9346"/>
                    <a:pt x="3997" y="8695"/>
                    <a:pt x="3748" y="8478"/>
                  </a:cubicBezTo>
                  <a:cubicBezTo>
                    <a:pt x="3336" y="8125"/>
                    <a:pt x="2928" y="7769"/>
                    <a:pt x="2517" y="7415"/>
                  </a:cubicBezTo>
                  <a:cubicBezTo>
                    <a:pt x="1871" y="6862"/>
                    <a:pt x="1219" y="6308"/>
                    <a:pt x="555" y="5775"/>
                  </a:cubicBezTo>
                  <a:cubicBezTo>
                    <a:pt x="545" y="5037"/>
                    <a:pt x="535" y="4299"/>
                    <a:pt x="531" y="3562"/>
                  </a:cubicBezTo>
                  <a:close/>
                  <a:moveTo>
                    <a:pt x="21844" y="492"/>
                  </a:moveTo>
                  <a:cubicBezTo>
                    <a:pt x="23237" y="2029"/>
                    <a:pt x="24620" y="3576"/>
                    <a:pt x="25980" y="5142"/>
                  </a:cubicBezTo>
                  <a:cubicBezTo>
                    <a:pt x="27262" y="6617"/>
                    <a:pt x="28443" y="8270"/>
                    <a:pt x="29811" y="9672"/>
                  </a:cubicBezTo>
                  <a:cubicBezTo>
                    <a:pt x="29173" y="9658"/>
                    <a:pt x="28536" y="9644"/>
                    <a:pt x="27898" y="9632"/>
                  </a:cubicBezTo>
                  <a:cubicBezTo>
                    <a:pt x="25019" y="6596"/>
                    <a:pt x="22154" y="3544"/>
                    <a:pt x="19275" y="510"/>
                  </a:cubicBezTo>
                  <a:cubicBezTo>
                    <a:pt x="20131" y="506"/>
                    <a:pt x="20988" y="498"/>
                    <a:pt x="21844" y="492"/>
                  </a:cubicBezTo>
                  <a:close/>
                  <a:moveTo>
                    <a:pt x="559" y="6073"/>
                  </a:moveTo>
                  <a:cubicBezTo>
                    <a:pt x="1305" y="6767"/>
                    <a:pt x="2076" y="7437"/>
                    <a:pt x="2845" y="8107"/>
                  </a:cubicBezTo>
                  <a:cubicBezTo>
                    <a:pt x="3297" y="8501"/>
                    <a:pt x="3746" y="8908"/>
                    <a:pt x="4205" y="9294"/>
                  </a:cubicBezTo>
                  <a:cubicBezTo>
                    <a:pt x="4354" y="9421"/>
                    <a:pt x="4484" y="9575"/>
                    <a:pt x="4657" y="9646"/>
                  </a:cubicBezTo>
                  <a:cubicBezTo>
                    <a:pt x="4034" y="9654"/>
                    <a:pt x="3412" y="9670"/>
                    <a:pt x="2794" y="9699"/>
                  </a:cubicBezTo>
                  <a:cubicBezTo>
                    <a:pt x="2072" y="9005"/>
                    <a:pt x="1340" y="8303"/>
                    <a:pt x="575" y="7652"/>
                  </a:cubicBezTo>
                  <a:cubicBezTo>
                    <a:pt x="571" y="7125"/>
                    <a:pt x="566" y="6598"/>
                    <a:pt x="559" y="6073"/>
                  </a:cubicBezTo>
                  <a:close/>
                  <a:moveTo>
                    <a:pt x="24818" y="471"/>
                  </a:moveTo>
                  <a:cubicBezTo>
                    <a:pt x="27620" y="3475"/>
                    <a:pt x="30192" y="6638"/>
                    <a:pt x="32861" y="9751"/>
                  </a:cubicBezTo>
                  <a:cubicBezTo>
                    <a:pt x="31972" y="9723"/>
                    <a:pt x="31083" y="9699"/>
                    <a:pt x="30194" y="9679"/>
                  </a:cubicBezTo>
                  <a:cubicBezTo>
                    <a:pt x="29115" y="8035"/>
                    <a:pt x="27649" y="6548"/>
                    <a:pt x="26357" y="5075"/>
                  </a:cubicBezTo>
                  <a:cubicBezTo>
                    <a:pt x="24980" y="3512"/>
                    <a:pt x="23565" y="1983"/>
                    <a:pt x="22110" y="492"/>
                  </a:cubicBezTo>
                  <a:cubicBezTo>
                    <a:pt x="23013" y="484"/>
                    <a:pt x="23916" y="476"/>
                    <a:pt x="24818" y="471"/>
                  </a:cubicBezTo>
                  <a:close/>
                  <a:moveTo>
                    <a:pt x="575" y="7950"/>
                  </a:moveTo>
                  <a:lnTo>
                    <a:pt x="575" y="7950"/>
                  </a:lnTo>
                  <a:cubicBezTo>
                    <a:pt x="1163" y="8561"/>
                    <a:pt x="1787" y="9145"/>
                    <a:pt x="2410" y="9723"/>
                  </a:cubicBezTo>
                  <a:cubicBezTo>
                    <a:pt x="1790" y="9761"/>
                    <a:pt x="1173" y="9817"/>
                    <a:pt x="563" y="9902"/>
                  </a:cubicBezTo>
                  <a:cubicBezTo>
                    <a:pt x="575" y="9252"/>
                    <a:pt x="577" y="8600"/>
                    <a:pt x="575" y="7950"/>
                  </a:cubicBezTo>
                  <a:close/>
                  <a:moveTo>
                    <a:pt x="27394" y="0"/>
                  </a:moveTo>
                  <a:cubicBezTo>
                    <a:pt x="27345" y="0"/>
                    <a:pt x="27294" y="43"/>
                    <a:pt x="27289" y="92"/>
                  </a:cubicBezTo>
                  <a:cubicBezTo>
                    <a:pt x="23894" y="129"/>
                    <a:pt x="20500" y="164"/>
                    <a:pt x="17107" y="196"/>
                  </a:cubicBezTo>
                  <a:cubicBezTo>
                    <a:pt x="14343" y="224"/>
                    <a:pt x="11579" y="254"/>
                    <a:pt x="8816" y="284"/>
                  </a:cubicBezTo>
                  <a:cubicBezTo>
                    <a:pt x="8633" y="285"/>
                    <a:pt x="8450" y="286"/>
                    <a:pt x="8267" y="286"/>
                  </a:cubicBezTo>
                  <a:cubicBezTo>
                    <a:pt x="7775" y="286"/>
                    <a:pt x="7280" y="280"/>
                    <a:pt x="6784" y="272"/>
                  </a:cubicBezTo>
                  <a:cubicBezTo>
                    <a:pt x="6772" y="262"/>
                    <a:pt x="6760" y="254"/>
                    <a:pt x="6748" y="244"/>
                  </a:cubicBezTo>
                  <a:cubicBezTo>
                    <a:pt x="6730" y="231"/>
                    <a:pt x="6711" y="225"/>
                    <a:pt x="6692" y="225"/>
                  </a:cubicBezTo>
                  <a:cubicBezTo>
                    <a:pt x="6659" y="225"/>
                    <a:pt x="6628" y="242"/>
                    <a:pt x="6605" y="268"/>
                  </a:cubicBezTo>
                  <a:cubicBezTo>
                    <a:pt x="5625" y="249"/>
                    <a:pt x="4638" y="224"/>
                    <a:pt x="3656" y="224"/>
                  </a:cubicBezTo>
                  <a:cubicBezTo>
                    <a:pt x="2523" y="224"/>
                    <a:pt x="1397" y="257"/>
                    <a:pt x="293" y="371"/>
                  </a:cubicBezTo>
                  <a:cubicBezTo>
                    <a:pt x="241" y="379"/>
                    <a:pt x="211" y="413"/>
                    <a:pt x="203" y="450"/>
                  </a:cubicBezTo>
                  <a:cubicBezTo>
                    <a:pt x="139" y="484"/>
                    <a:pt x="88" y="546"/>
                    <a:pt x="86" y="641"/>
                  </a:cubicBezTo>
                  <a:cubicBezTo>
                    <a:pt x="44" y="2240"/>
                    <a:pt x="0" y="3862"/>
                    <a:pt x="9" y="5485"/>
                  </a:cubicBezTo>
                  <a:cubicBezTo>
                    <a:pt x="2" y="5504"/>
                    <a:pt x="0" y="5525"/>
                    <a:pt x="12" y="5546"/>
                  </a:cubicBezTo>
                  <a:cubicBezTo>
                    <a:pt x="20" y="7023"/>
                    <a:pt x="78" y="8501"/>
                    <a:pt x="231" y="9954"/>
                  </a:cubicBezTo>
                  <a:cubicBezTo>
                    <a:pt x="242" y="10057"/>
                    <a:pt x="327" y="10111"/>
                    <a:pt x="409" y="10111"/>
                  </a:cubicBezTo>
                  <a:cubicBezTo>
                    <a:pt x="410" y="10111"/>
                    <a:pt x="412" y="10111"/>
                    <a:pt x="414" y="10111"/>
                  </a:cubicBezTo>
                  <a:cubicBezTo>
                    <a:pt x="434" y="10133"/>
                    <a:pt x="462" y="10152"/>
                    <a:pt x="494" y="10155"/>
                  </a:cubicBezTo>
                  <a:cubicBezTo>
                    <a:pt x="1227" y="10215"/>
                    <a:pt x="1968" y="10237"/>
                    <a:pt x="2712" y="10237"/>
                  </a:cubicBezTo>
                  <a:cubicBezTo>
                    <a:pt x="4710" y="10237"/>
                    <a:pt x="6732" y="10075"/>
                    <a:pt x="8709" y="10041"/>
                  </a:cubicBezTo>
                  <a:cubicBezTo>
                    <a:pt x="11448" y="9995"/>
                    <a:pt x="14186" y="9970"/>
                    <a:pt x="16924" y="9965"/>
                  </a:cubicBezTo>
                  <a:cubicBezTo>
                    <a:pt x="17182" y="9965"/>
                    <a:pt x="17439" y="9965"/>
                    <a:pt x="17697" y="9965"/>
                  </a:cubicBezTo>
                  <a:cubicBezTo>
                    <a:pt x="20164" y="9965"/>
                    <a:pt x="22631" y="9987"/>
                    <a:pt x="25097" y="10023"/>
                  </a:cubicBezTo>
                  <a:cubicBezTo>
                    <a:pt x="25109" y="10032"/>
                    <a:pt x="25119" y="10043"/>
                    <a:pt x="25130" y="10055"/>
                  </a:cubicBezTo>
                  <a:cubicBezTo>
                    <a:pt x="25169" y="10092"/>
                    <a:pt x="25211" y="10108"/>
                    <a:pt x="25252" y="10108"/>
                  </a:cubicBezTo>
                  <a:cubicBezTo>
                    <a:pt x="25310" y="10108"/>
                    <a:pt x="25365" y="10075"/>
                    <a:pt x="25399" y="10027"/>
                  </a:cubicBezTo>
                  <a:cubicBezTo>
                    <a:pt x="28049" y="10067"/>
                    <a:pt x="30702" y="10119"/>
                    <a:pt x="33355" y="10180"/>
                  </a:cubicBezTo>
                  <a:cubicBezTo>
                    <a:pt x="33358" y="10180"/>
                    <a:pt x="33361" y="10180"/>
                    <a:pt x="33363" y="10180"/>
                  </a:cubicBezTo>
                  <a:cubicBezTo>
                    <a:pt x="33493" y="10180"/>
                    <a:pt x="33556" y="10079"/>
                    <a:pt x="33556" y="9974"/>
                  </a:cubicBezTo>
                  <a:cubicBezTo>
                    <a:pt x="33610" y="9928"/>
                    <a:pt x="33638" y="9849"/>
                    <a:pt x="33597" y="9775"/>
                  </a:cubicBezTo>
                  <a:cubicBezTo>
                    <a:pt x="32703" y="8183"/>
                    <a:pt x="31563" y="6661"/>
                    <a:pt x="30473" y="5195"/>
                  </a:cubicBezTo>
                  <a:cubicBezTo>
                    <a:pt x="31711" y="3717"/>
                    <a:pt x="32765" y="2069"/>
                    <a:pt x="33978" y="568"/>
                  </a:cubicBezTo>
                  <a:cubicBezTo>
                    <a:pt x="34028" y="503"/>
                    <a:pt x="34036" y="434"/>
                    <a:pt x="34017" y="371"/>
                  </a:cubicBezTo>
                  <a:cubicBezTo>
                    <a:pt x="34153" y="284"/>
                    <a:pt x="34121" y="27"/>
                    <a:pt x="33923" y="27"/>
                  </a:cubicBezTo>
                  <a:cubicBezTo>
                    <a:pt x="33922" y="27"/>
                    <a:pt x="33921" y="27"/>
                    <a:pt x="33920" y="27"/>
                  </a:cubicBezTo>
                  <a:cubicBezTo>
                    <a:pt x="31783" y="45"/>
                    <a:pt x="29644" y="69"/>
                    <a:pt x="27506" y="92"/>
                  </a:cubicBezTo>
                  <a:cubicBezTo>
                    <a:pt x="27490" y="71"/>
                    <a:pt x="27471" y="51"/>
                    <a:pt x="27455" y="29"/>
                  </a:cubicBezTo>
                  <a:cubicBezTo>
                    <a:pt x="27438" y="9"/>
                    <a:pt x="27416" y="0"/>
                    <a:pt x="27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97"/>
          <p:cNvGrpSpPr/>
          <p:nvPr/>
        </p:nvGrpSpPr>
        <p:grpSpPr>
          <a:xfrm>
            <a:off x="713184" y="4691184"/>
            <a:ext cx="7726459" cy="369843"/>
            <a:chOff x="713184" y="4691184"/>
            <a:chExt cx="7726459" cy="369843"/>
          </a:xfrm>
        </p:grpSpPr>
        <p:sp>
          <p:nvSpPr>
            <p:cNvPr id="3514" name="Google Shape;3514;p97"/>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515" name="Google Shape;3515;p97"/>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7"/>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7">
              <a:hlinkClick action="ppaction://hlinksldjump" r:id="rId6"/>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454"/>
                                        </p:tgtEl>
                                        <p:attrNameLst>
                                          <p:attrName>style.visibility</p:attrName>
                                        </p:attrNameLst>
                                      </p:cBhvr>
                                      <p:to>
                                        <p:strVal val="visible"/>
                                      </p:to>
                                    </p:set>
                                    <p:animEffect filter="fade" transition="in">
                                      <p:cBhvr>
                                        <p:cTn dur="1000"/>
                                        <p:tgtEl>
                                          <p:spTgt spid="3454"/>
                                        </p:tgtEl>
                                      </p:cBhvr>
                                    </p:animEffect>
                                  </p:childTnLst>
                                </p:cTn>
                              </p:par>
                              <p:par>
                                <p:cTn fill="hold" nodeType="withEffect" presetClass="entr" presetID="10" presetSubtype="0">
                                  <p:stCondLst>
                                    <p:cond delay="0"/>
                                  </p:stCondLst>
                                  <p:childTnLst>
                                    <p:set>
                                      <p:cBhvr>
                                        <p:cTn dur="1" fill="hold">
                                          <p:stCondLst>
                                            <p:cond delay="0"/>
                                          </p:stCondLst>
                                        </p:cTn>
                                        <p:tgtEl>
                                          <p:spTgt spid="3472"/>
                                        </p:tgtEl>
                                        <p:attrNameLst>
                                          <p:attrName>style.visibility</p:attrName>
                                        </p:attrNameLst>
                                      </p:cBhvr>
                                      <p:to>
                                        <p:strVal val="visible"/>
                                      </p:to>
                                    </p:set>
                                    <p:animEffect filter="fade" transition="in">
                                      <p:cBhvr>
                                        <p:cTn dur="1000"/>
                                        <p:tgtEl>
                                          <p:spTgt spid="3472"/>
                                        </p:tgtEl>
                                      </p:cBhvr>
                                    </p:animEffect>
                                  </p:childTnLst>
                                </p:cTn>
                              </p:par>
                              <p:par>
                                <p:cTn fill="hold" nodeType="withEffect" presetClass="entr" presetID="10" presetSubtype="0">
                                  <p:stCondLst>
                                    <p:cond delay="0"/>
                                  </p:stCondLst>
                                  <p:childTnLst>
                                    <p:set>
                                      <p:cBhvr>
                                        <p:cTn dur="1" fill="hold">
                                          <p:stCondLst>
                                            <p:cond delay="0"/>
                                          </p:stCondLst>
                                        </p:cTn>
                                        <p:tgtEl>
                                          <p:spTgt spid="3473"/>
                                        </p:tgtEl>
                                        <p:attrNameLst>
                                          <p:attrName>style.visibility</p:attrName>
                                        </p:attrNameLst>
                                      </p:cBhvr>
                                      <p:to>
                                        <p:strVal val="visible"/>
                                      </p:to>
                                    </p:set>
                                    <p:animEffect filter="fade" transition="in">
                                      <p:cBhvr>
                                        <p:cTn dur="1000"/>
                                        <p:tgtEl>
                                          <p:spTgt spid="347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51"/>
                                        </p:tgtEl>
                                        <p:attrNameLst>
                                          <p:attrName>style.visibility</p:attrName>
                                        </p:attrNameLst>
                                      </p:cBhvr>
                                      <p:to>
                                        <p:strVal val="visible"/>
                                      </p:to>
                                    </p:set>
                                    <p:animEffect filter="fade" transition="in">
                                      <p:cBhvr>
                                        <p:cTn dur="1000"/>
                                        <p:tgtEl>
                                          <p:spTgt spid="3451"/>
                                        </p:tgtEl>
                                      </p:cBhvr>
                                    </p:animEffect>
                                  </p:childTnLst>
                                </p:cTn>
                              </p:par>
                              <p:par>
                                <p:cTn fill="hold" nodeType="withEffect" presetClass="entr" presetID="10" presetSubtype="0">
                                  <p:stCondLst>
                                    <p:cond delay="0"/>
                                  </p:stCondLst>
                                  <p:childTnLst>
                                    <p:set>
                                      <p:cBhvr>
                                        <p:cTn dur="1" fill="hold">
                                          <p:stCondLst>
                                            <p:cond delay="0"/>
                                          </p:stCondLst>
                                        </p:cTn>
                                        <p:tgtEl>
                                          <p:spTgt spid="3474"/>
                                        </p:tgtEl>
                                        <p:attrNameLst>
                                          <p:attrName>style.visibility</p:attrName>
                                        </p:attrNameLst>
                                      </p:cBhvr>
                                      <p:to>
                                        <p:strVal val="visible"/>
                                      </p:to>
                                    </p:set>
                                    <p:animEffect filter="fade" transition="in">
                                      <p:cBhvr>
                                        <p:cTn dur="1000"/>
                                        <p:tgtEl>
                                          <p:spTgt spid="3474"/>
                                        </p:tgtEl>
                                      </p:cBhvr>
                                    </p:animEffect>
                                  </p:childTnLst>
                                </p:cTn>
                              </p:par>
                              <p:par>
                                <p:cTn fill="hold" nodeType="withEffect" presetClass="entr" presetID="10" presetSubtype="0">
                                  <p:stCondLst>
                                    <p:cond delay="0"/>
                                  </p:stCondLst>
                                  <p:childTnLst>
                                    <p:set>
                                      <p:cBhvr>
                                        <p:cTn dur="1" fill="hold">
                                          <p:stCondLst>
                                            <p:cond delay="0"/>
                                          </p:stCondLst>
                                        </p:cTn>
                                        <p:tgtEl>
                                          <p:spTgt spid="3475"/>
                                        </p:tgtEl>
                                        <p:attrNameLst>
                                          <p:attrName>style.visibility</p:attrName>
                                        </p:attrNameLst>
                                      </p:cBhvr>
                                      <p:to>
                                        <p:strVal val="visible"/>
                                      </p:to>
                                    </p:set>
                                    <p:animEffect filter="fade" transition="in">
                                      <p:cBhvr>
                                        <p:cTn dur="1000"/>
                                        <p:tgtEl>
                                          <p:spTgt spid="347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48"/>
                                        </p:tgtEl>
                                        <p:attrNameLst>
                                          <p:attrName>style.visibility</p:attrName>
                                        </p:attrNameLst>
                                      </p:cBhvr>
                                      <p:to>
                                        <p:strVal val="visible"/>
                                      </p:to>
                                    </p:set>
                                    <p:animEffect filter="fade" transition="in">
                                      <p:cBhvr>
                                        <p:cTn dur="1000"/>
                                        <p:tgtEl>
                                          <p:spTgt spid="3448"/>
                                        </p:tgtEl>
                                      </p:cBhvr>
                                    </p:animEffect>
                                  </p:childTnLst>
                                </p:cTn>
                              </p:par>
                              <p:par>
                                <p:cTn fill="hold" nodeType="withEffect" presetClass="entr" presetID="10" presetSubtype="0">
                                  <p:stCondLst>
                                    <p:cond delay="0"/>
                                  </p:stCondLst>
                                  <p:childTnLst>
                                    <p:set>
                                      <p:cBhvr>
                                        <p:cTn dur="1" fill="hold">
                                          <p:stCondLst>
                                            <p:cond delay="0"/>
                                          </p:stCondLst>
                                        </p:cTn>
                                        <p:tgtEl>
                                          <p:spTgt spid="3470"/>
                                        </p:tgtEl>
                                        <p:attrNameLst>
                                          <p:attrName>style.visibility</p:attrName>
                                        </p:attrNameLst>
                                      </p:cBhvr>
                                      <p:to>
                                        <p:strVal val="visible"/>
                                      </p:to>
                                    </p:set>
                                    <p:animEffect filter="fade" transition="in">
                                      <p:cBhvr>
                                        <p:cTn dur="1000"/>
                                        <p:tgtEl>
                                          <p:spTgt spid="3470"/>
                                        </p:tgtEl>
                                      </p:cBhvr>
                                    </p:animEffect>
                                  </p:childTnLst>
                                </p:cTn>
                              </p:par>
                              <p:par>
                                <p:cTn fill="hold" nodeType="withEffect" presetClass="entr" presetID="10" presetSubtype="0">
                                  <p:stCondLst>
                                    <p:cond delay="0"/>
                                  </p:stCondLst>
                                  <p:childTnLst>
                                    <p:set>
                                      <p:cBhvr>
                                        <p:cTn dur="1" fill="hold">
                                          <p:stCondLst>
                                            <p:cond delay="0"/>
                                          </p:stCondLst>
                                        </p:cTn>
                                        <p:tgtEl>
                                          <p:spTgt spid="3471"/>
                                        </p:tgtEl>
                                        <p:attrNameLst>
                                          <p:attrName>style.visibility</p:attrName>
                                        </p:attrNameLst>
                                      </p:cBhvr>
                                      <p:to>
                                        <p:strVal val="visible"/>
                                      </p:to>
                                    </p:set>
                                    <p:animEffect filter="fade" transition="in">
                                      <p:cBhvr>
                                        <p:cTn dur="1000"/>
                                        <p:tgtEl>
                                          <p:spTgt spid="34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1" name="Shape 3521"/>
        <p:cNvGrpSpPr/>
        <p:nvPr/>
      </p:nvGrpSpPr>
      <p:grpSpPr>
        <a:xfrm>
          <a:off x="0" y="0"/>
          <a:ext cx="0" cy="0"/>
          <a:chOff x="0" y="0"/>
          <a:chExt cx="0" cy="0"/>
        </a:xfrm>
      </p:grpSpPr>
      <p:sp>
        <p:nvSpPr>
          <p:cNvPr id="3522" name="Google Shape;3522;p98"/>
          <p:cNvSpPr/>
          <p:nvPr/>
        </p:nvSpPr>
        <p:spPr>
          <a:xfrm flipH="1" rot="-60086">
            <a:off x="2205595" y="3469672"/>
            <a:ext cx="2106453" cy="47372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523" name="Google Shape;3523;p98"/>
          <p:cNvSpPr/>
          <p:nvPr/>
        </p:nvSpPr>
        <p:spPr>
          <a:xfrm flipH="1" rot="-60086">
            <a:off x="4835424" y="2566497"/>
            <a:ext cx="2106453" cy="47372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524" name="Google Shape;3524;p98"/>
          <p:cNvSpPr/>
          <p:nvPr/>
        </p:nvSpPr>
        <p:spPr>
          <a:xfrm flipH="1" rot="-60086">
            <a:off x="4864558" y="3465197"/>
            <a:ext cx="2106453" cy="47372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525" name="Google Shape;3525;p98"/>
          <p:cNvSpPr/>
          <p:nvPr/>
        </p:nvSpPr>
        <p:spPr>
          <a:xfrm flipH="1" rot="-60086">
            <a:off x="2172968" y="2566497"/>
            <a:ext cx="2106453" cy="47372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grpSp>
        <p:nvGrpSpPr>
          <p:cNvPr id="3526" name="Google Shape;3526;p98"/>
          <p:cNvGrpSpPr/>
          <p:nvPr/>
        </p:nvGrpSpPr>
        <p:grpSpPr>
          <a:xfrm>
            <a:off x="2857286" y="732167"/>
            <a:ext cx="3429984" cy="606063"/>
            <a:chOff x="5316325" y="1612757"/>
            <a:chExt cx="1404350" cy="302125"/>
          </a:xfrm>
        </p:grpSpPr>
        <p:sp>
          <p:nvSpPr>
            <p:cNvPr id="3527" name="Google Shape;3527;p98"/>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8"/>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8"/>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8"/>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8"/>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8"/>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8"/>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8"/>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8"/>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8"/>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8"/>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8" name="Google Shape;3538;p98"/>
          <p:cNvSpPr txBox="1"/>
          <p:nvPr>
            <p:ph type="title"/>
          </p:nvPr>
        </p:nvSpPr>
        <p:spPr>
          <a:xfrm>
            <a:off x="3307500" y="758950"/>
            <a:ext cx="25290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Quick quiz</a:t>
            </a:r>
            <a:endParaRPr/>
          </a:p>
        </p:txBody>
      </p:sp>
      <p:sp>
        <p:nvSpPr>
          <p:cNvPr id="3539" name="Google Shape;3539;p98">
            <a:hlinkClick action="ppaction://hlinksldjump" r:id="rId3"/>
          </p:cNvPr>
          <p:cNvSpPr txBox="1"/>
          <p:nvPr>
            <p:ph idx="3" type="subTitle"/>
          </p:nvPr>
        </p:nvSpPr>
        <p:spPr>
          <a:xfrm>
            <a:off x="4956700" y="3523112"/>
            <a:ext cx="18969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4</a:t>
            </a:r>
            <a:endParaRPr/>
          </a:p>
        </p:txBody>
      </p:sp>
      <p:sp>
        <p:nvSpPr>
          <p:cNvPr id="3540" name="Google Shape;3540;p98">
            <a:hlinkClick action="ppaction://hlinksldjump" r:id="rId4"/>
          </p:cNvPr>
          <p:cNvSpPr txBox="1"/>
          <p:nvPr>
            <p:ph idx="1" type="subTitle"/>
          </p:nvPr>
        </p:nvSpPr>
        <p:spPr>
          <a:xfrm>
            <a:off x="2277850" y="2624412"/>
            <a:ext cx="18969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1</a:t>
            </a:r>
            <a:endParaRPr/>
          </a:p>
        </p:txBody>
      </p:sp>
      <p:sp>
        <p:nvSpPr>
          <p:cNvPr id="3541" name="Google Shape;3541;p98">
            <a:hlinkClick action="ppaction://hlinksldjump" r:id="rId5"/>
          </p:cNvPr>
          <p:cNvSpPr txBox="1"/>
          <p:nvPr>
            <p:ph idx="2" type="subTitle"/>
          </p:nvPr>
        </p:nvSpPr>
        <p:spPr>
          <a:xfrm>
            <a:off x="4933967" y="2624412"/>
            <a:ext cx="18969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2</a:t>
            </a:r>
            <a:endParaRPr/>
          </a:p>
        </p:txBody>
      </p:sp>
      <p:sp>
        <p:nvSpPr>
          <p:cNvPr id="3542" name="Google Shape;3542;p98">
            <a:hlinkClick action="ppaction://hlinksldjump" r:id="rId6"/>
          </p:cNvPr>
          <p:cNvSpPr txBox="1"/>
          <p:nvPr>
            <p:ph idx="4" type="subTitle"/>
          </p:nvPr>
        </p:nvSpPr>
        <p:spPr>
          <a:xfrm>
            <a:off x="2310363" y="3527587"/>
            <a:ext cx="1896900" cy="3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3</a:t>
            </a:r>
            <a:endParaRPr/>
          </a:p>
        </p:txBody>
      </p:sp>
      <p:sp>
        <p:nvSpPr>
          <p:cNvPr id="3543" name="Google Shape;3543;p98"/>
          <p:cNvSpPr txBox="1"/>
          <p:nvPr>
            <p:ph idx="5" type="subTitle"/>
          </p:nvPr>
        </p:nvSpPr>
        <p:spPr>
          <a:xfrm>
            <a:off x="3384385" y="1719072"/>
            <a:ext cx="23664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Choose a question:</a:t>
            </a:r>
            <a:endParaRPr/>
          </a:p>
        </p:txBody>
      </p:sp>
      <p:grpSp>
        <p:nvGrpSpPr>
          <p:cNvPr id="3544" name="Google Shape;3544;p98"/>
          <p:cNvGrpSpPr/>
          <p:nvPr/>
        </p:nvGrpSpPr>
        <p:grpSpPr>
          <a:xfrm flipH="1">
            <a:off x="5904932" y="1832793"/>
            <a:ext cx="860185" cy="220759"/>
            <a:chOff x="2599417" y="1854853"/>
            <a:chExt cx="689527" cy="176947"/>
          </a:xfrm>
        </p:grpSpPr>
        <p:sp>
          <p:nvSpPr>
            <p:cNvPr id="3545" name="Google Shape;3545;p98"/>
            <p:cNvSpPr/>
            <p:nvPr/>
          </p:nvSpPr>
          <p:spPr>
            <a:xfrm flipH="1" rot="5400000">
              <a:off x="2855860" y="1598410"/>
              <a:ext cx="176641" cy="689527"/>
            </a:xfrm>
            <a:custGeom>
              <a:rect b="b" l="l" r="r" t="t"/>
              <a:pathLst>
                <a:path extrusionOk="0" h="12183" w="3121">
                  <a:moveTo>
                    <a:pt x="0" y="1"/>
                  </a:moveTo>
                  <a:lnTo>
                    <a:pt x="0" y="82"/>
                  </a:lnTo>
                  <a:cubicBezTo>
                    <a:pt x="6" y="533"/>
                    <a:pt x="11" y="985"/>
                    <a:pt x="17" y="1436"/>
                  </a:cubicBezTo>
                  <a:cubicBezTo>
                    <a:pt x="33" y="3170"/>
                    <a:pt x="49" y="4904"/>
                    <a:pt x="60" y="6638"/>
                  </a:cubicBezTo>
                  <a:cubicBezTo>
                    <a:pt x="71" y="7926"/>
                    <a:pt x="82" y="9214"/>
                    <a:pt x="87" y="10503"/>
                  </a:cubicBezTo>
                  <a:cubicBezTo>
                    <a:pt x="82" y="10552"/>
                    <a:pt x="104" y="10606"/>
                    <a:pt x="136" y="10644"/>
                  </a:cubicBezTo>
                  <a:cubicBezTo>
                    <a:pt x="294" y="10818"/>
                    <a:pt x="457" y="10992"/>
                    <a:pt x="615" y="11166"/>
                  </a:cubicBezTo>
                  <a:lnTo>
                    <a:pt x="1544" y="12182"/>
                  </a:lnTo>
                  <a:cubicBezTo>
                    <a:pt x="1680" y="11992"/>
                    <a:pt x="1827" y="11818"/>
                    <a:pt x="1984" y="11650"/>
                  </a:cubicBezTo>
                  <a:cubicBezTo>
                    <a:pt x="2321" y="11280"/>
                    <a:pt x="2626" y="10889"/>
                    <a:pt x="2985" y="10541"/>
                  </a:cubicBezTo>
                  <a:cubicBezTo>
                    <a:pt x="3023" y="10508"/>
                    <a:pt x="3039" y="10459"/>
                    <a:pt x="3034" y="10405"/>
                  </a:cubicBezTo>
                  <a:cubicBezTo>
                    <a:pt x="3044" y="9013"/>
                    <a:pt x="3055" y="7622"/>
                    <a:pt x="3072" y="6225"/>
                  </a:cubicBezTo>
                  <a:lnTo>
                    <a:pt x="3088" y="3893"/>
                  </a:lnTo>
                  <a:cubicBezTo>
                    <a:pt x="3099" y="2659"/>
                    <a:pt x="3110" y="1425"/>
                    <a:pt x="3121" y="191"/>
                  </a:cubicBezTo>
                  <a:lnTo>
                    <a:pt x="31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8"/>
            <p:cNvSpPr/>
            <p:nvPr/>
          </p:nvSpPr>
          <p:spPr>
            <a:xfrm>
              <a:off x="2934300" y="1865125"/>
              <a:ext cx="328600" cy="164900"/>
            </a:xfrm>
            <a:custGeom>
              <a:rect b="b" l="l" r="r" t="t"/>
              <a:pathLst>
                <a:path extrusionOk="0" h="6596" w="13144">
                  <a:moveTo>
                    <a:pt x="7191" y="0"/>
                  </a:moveTo>
                  <a:lnTo>
                    <a:pt x="13144" y="0"/>
                  </a:lnTo>
                  <a:lnTo>
                    <a:pt x="5405" y="6596"/>
                  </a:lnTo>
                  <a:lnTo>
                    <a:pt x="0" y="6429"/>
                  </a:lnTo>
                  <a:close/>
                </a:path>
              </a:pathLst>
            </a:custGeom>
            <a:solidFill>
              <a:schemeClr val="dk2"/>
            </a:solidFill>
            <a:ln>
              <a:noFill/>
            </a:ln>
          </p:spPr>
        </p:sp>
        <p:sp>
          <p:nvSpPr>
            <p:cNvPr id="3547" name="Google Shape;3547;p98"/>
            <p:cNvSpPr/>
            <p:nvPr/>
          </p:nvSpPr>
          <p:spPr>
            <a:xfrm>
              <a:off x="2667600" y="1863925"/>
              <a:ext cx="309550" cy="162525"/>
            </a:xfrm>
            <a:custGeom>
              <a:rect b="b" l="l" r="r" t="t"/>
              <a:pathLst>
                <a:path extrusionOk="0" h="6501" w="12382">
                  <a:moveTo>
                    <a:pt x="6001" y="0"/>
                  </a:moveTo>
                  <a:lnTo>
                    <a:pt x="12382" y="0"/>
                  </a:lnTo>
                  <a:lnTo>
                    <a:pt x="5024" y="6501"/>
                  </a:lnTo>
                  <a:lnTo>
                    <a:pt x="1167" y="6406"/>
                  </a:lnTo>
                  <a:lnTo>
                    <a:pt x="0" y="5358"/>
                  </a:lnTo>
                  <a:close/>
                </a:path>
              </a:pathLst>
            </a:custGeom>
            <a:solidFill>
              <a:schemeClr val="dk2"/>
            </a:solidFill>
            <a:ln>
              <a:noFill/>
            </a:ln>
          </p:spPr>
        </p:sp>
        <p:sp>
          <p:nvSpPr>
            <p:cNvPr id="3548" name="Google Shape;3548;p98"/>
            <p:cNvSpPr/>
            <p:nvPr/>
          </p:nvSpPr>
          <p:spPr>
            <a:xfrm>
              <a:off x="3225400" y="1982975"/>
              <a:ext cx="62500" cy="48825"/>
            </a:xfrm>
            <a:custGeom>
              <a:rect b="b" l="l" r="r" t="t"/>
              <a:pathLst>
                <a:path extrusionOk="0" h="1953" w="2500">
                  <a:moveTo>
                    <a:pt x="2453" y="0"/>
                  </a:moveTo>
                  <a:lnTo>
                    <a:pt x="2500" y="1024"/>
                  </a:lnTo>
                  <a:lnTo>
                    <a:pt x="2500" y="1953"/>
                  </a:lnTo>
                  <a:lnTo>
                    <a:pt x="0" y="1953"/>
                  </a:lnTo>
                  <a:lnTo>
                    <a:pt x="1238" y="524"/>
                  </a:lnTo>
                  <a:close/>
                </a:path>
              </a:pathLst>
            </a:custGeom>
            <a:solidFill>
              <a:schemeClr val="dk2"/>
            </a:solidFill>
            <a:ln>
              <a:noFill/>
            </a:ln>
          </p:spPr>
        </p:sp>
        <p:sp>
          <p:nvSpPr>
            <p:cNvPr id="3549" name="Google Shape;3549;p98"/>
            <p:cNvSpPr/>
            <p:nvPr/>
          </p:nvSpPr>
          <p:spPr>
            <a:xfrm flipH="1" rot="5400000">
              <a:off x="2856012" y="1598442"/>
              <a:ext cx="176358" cy="689471"/>
            </a:xfrm>
            <a:custGeom>
              <a:rect b="b" l="l" r="r" t="t"/>
              <a:pathLst>
                <a:path extrusionOk="0" h="12182" w="3116">
                  <a:moveTo>
                    <a:pt x="985" y="103"/>
                  </a:moveTo>
                  <a:lnTo>
                    <a:pt x="153" y="1076"/>
                  </a:lnTo>
                  <a:lnTo>
                    <a:pt x="126" y="1076"/>
                  </a:lnTo>
                  <a:lnTo>
                    <a:pt x="126" y="103"/>
                  </a:lnTo>
                  <a:close/>
                  <a:moveTo>
                    <a:pt x="2964" y="98"/>
                  </a:moveTo>
                  <a:cubicBezTo>
                    <a:pt x="2974" y="98"/>
                    <a:pt x="2985" y="103"/>
                    <a:pt x="3002" y="103"/>
                  </a:cubicBezTo>
                  <a:cubicBezTo>
                    <a:pt x="3040" y="267"/>
                    <a:pt x="2991" y="440"/>
                    <a:pt x="2871" y="560"/>
                  </a:cubicBezTo>
                  <a:cubicBezTo>
                    <a:pt x="2306" y="1201"/>
                    <a:pt x="1751" y="1854"/>
                    <a:pt x="1191" y="2501"/>
                  </a:cubicBezTo>
                  <a:cubicBezTo>
                    <a:pt x="854" y="2897"/>
                    <a:pt x="512" y="3289"/>
                    <a:pt x="170" y="3686"/>
                  </a:cubicBezTo>
                  <a:lnTo>
                    <a:pt x="131" y="3680"/>
                  </a:lnTo>
                  <a:lnTo>
                    <a:pt x="131" y="1604"/>
                  </a:lnTo>
                  <a:cubicBezTo>
                    <a:pt x="131" y="1240"/>
                    <a:pt x="131" y="1245"/>
                    <a:pt x="376" y="973"/>
                  </a:cubicBezTo>
                  <a:cubicBezTo>
                    <a:pt x="615" y="707"/>
                    <a:pt x="849" y="430"/>
                    <a:pt x="1083" y="152"/>
                  </a:cubicBezTo>
                  <a:cubicBezTo>
                    <a:pt x="1110" y="120"/>
                    <a:pt x="1148" y="98"/>
                    <a:pt x="1191" y="98"/>
                  </a:cubicBezTo>
                  <a:close/>
                  <a:moveTo>
                    <a:pt x="2974" y="587"/>
                  </a:moveTo>
                  <a:cubicBezTo>
                    <a:pt x="3007" y="604"/>
                    <a:pt x="2996" y="625"/>
                    <a:pt x="2996" y="647"/>
                  </a:cubicBezTo>
                  <a:cubicBezTo>
                    <a:pt x="2985" y="1365"/>
                    <a:pt x="3002" y="2082"/>
                    <a:pt x="2980" y="2800"/>
                  </a:cubicBezTo>
                  <a:cubicBezTo>
                    <a:pt x="2980" y="2876"/>
                    <a:pt x="2953" y="2952"/>
                    <a:pt x="2904" y="3012"/>
                  </a:cubicBezTo>
                  <a:cubicBezTo>
                    <a:pt x="2534" y="3436"/>
                    <a:pt x="2164" y="3865"/>
                    <a:pt x="1795" y="4294"/>
                  </a:cubicBezTo>
                  <a:cubicBezTo>
                    <a:pt x="1333" y="4838"/>
                    <a:pt x="865" y="5376"/>
                    <a:pt x="403" y="5920"/>
                  </a:cubicBezTo>
                  <a:cubicBezTo>
                    <a:pt x="327" y="5996"/>
                    <a:pt x="262" y="6077"/>
                    <a:pt x="191" y="6153"/>
                  </a:cubicBezTo>
                  <a:lnTo>
                    <a:pt x="153" y="6143"/>
                  </a:lnTo>
                  <a:cubicBezTo>
                    <a:pt x="153" y="5405"/>
                    <a:pt x="153" y="4668"/>
                    <a:pt x="153" y="3925"/>
                  </a:cubicBezTo>
                  <a:cubicBezTo>
                    <a:pt x="153" y="3887"/>
                    <a:pt x="170" y="3843"/>
                    <a:pt x="197" y="3816"/>
                  </a:cubicBezTo>
                  <a:cubicBezTo>
                    <a:pt x="577" y="3370"/>
                    <a:pt x="963" y="2925"/>
                    <a:pt x="1344" y="2484"/>
                  </a:cubicBezTo>
                  <a:cubicBezTo>
                    <a:pt x="1806" y="1946"/>
                    <a:pt x="2262" y="1408"/>
                    <a:pt x="2724" y="875"/>
                  </a:cubicBezTo>
                  <a:cubicBezTo>
                    <a:pt x="2806" y="777"/>
                    <a:pt x="2893" y="685"/>
                    <a:pt x="2974" y="587"/>
                  </a:cubicBezTo>
                  <a:close/>
                  <a:moveTo>
                    <a:pt x="2964" y="3120"/>
                  </a:moveTo>
                  <a:cubicBezTo>
                    <a:pt x="2985" y="3147"/>
                    <a:pt x="2974" y="3180"/>
                    <a:pt x="2969" y="3207"/>
                  </a:cubicBezTo>
                  <a:cubicBezTo>
                    <a:pt x="2969" y="3925"/>
                    <a:pt x="2974" y="4637"/>
                    <a:pt x="2958" y="5354"/>
                  </a:cubicBezTo>
                  <a:cubicBezTo>
                    <a:pt x="2953" y="5425"/>
                    <a:pt x="2925" y="5490"/>
                    <a:pt x="2871" y="5539"/>
                  </a:cubicBezTo>
                  <a:cubicBezTo>
                    <a:pt x="2458" y="6023"/>
                    <a:pt x="2039" y="6501"/>
                    <a:pt x="1626" y="6985"/>
                  </a:cubicBezTo>
                  <a:cubicBezTo>
                    <a:pt x="1164" y="7523"/>
                    <a:pt x="708" y="8056"/>
                    <a:pt x="246" y="8594"/>
                  </a:cubicBezTo>
                  <a:cubicBezTo>
                    <a:pt x="235" y="8610"/>
                    <a:pt x="229" y="8627"/>
                    <a:pt x="224" y="8643"/>
                  </a:cubicBezTo>
                  <a:lnTo>
                    <a:pt x="186" y="8627"/>
                  </a:lnTo>
                  <a:lnTo>
                    <a:pt x="186" y="7860"/>
                  </a:lnTo>
                  <a:cubicBezTo>
                    <a:pt x="186" y="7387"/>
                    <a:pt x="180" y="6920"/>
                    <a:pt x="170" y="6447"/>
                  </a:cubicBezTo>
                  <a:cubicBezTo>
                    <a:pt x="170" y="6371"/>
                    <a:pt x="197" y="6300"/>
                    <a:pt x="251" y="6246"/>
                  </a:cubicBezTo>
                  <a:cubicBezTo>
                    <a:pt x="675" y="5751"/>
                    <a:pt x="1099" y="5257"/>
                    <a:pt x="1528" y="4756"/>
                  </a:cubicBezTo>
                  <a:cubicBezTo>
                    <a:pt x="1985" y="4229"/>
                    <a:pt x="2442" y="3702"/>
                    <a:pt x="2898" y="3169"/>
                  </a:cubicBezTo>
                  <a:cubicBezTo>
                    <a:pt x="2915" y="3153"/>
                    <a:pt x="2931" y="3120"/>
                    <a:pt x="2964" y="3120"/>
                  </a:cubicBezTo>
                  <a:close/>
                  <a:moveTo>
                    <a:pt x="2931" y="5632"/>
                  </a:moveTo>
                  <a:cubicBezTo>
                    <a:pt x="2964" y="5659"/>
                    <a:pt x="2953" y="5691"/>
                    <a:pt x="2953" y="5713"/>
                  </a:cubicBezTo>
                  <a:cubicBezTo>
                    <a:pt x="2953" y="6512"/>
                    <a:pt x="2947" y="7306"/>
                    <a:pt x="2931" y="8105"/>
                  </a:cubicBezTo>
                  <a:cubicBezTo>
                    <a:pt x="2931" y="8159"/>
                    <a:pt x="2909" y="8214"/>
                    <a:pt x="2871" y="8257"/>
                  </a:cubicBezTo>
                  <a:lnTo>
                    <a:pt x="664" y="10823"/>
                  </a:lnTo>
                  <a:cubicBezTo>
                    <a:pt x="637" y="10861"/>
                    <a:pt x="604" y="10888"/>
                    <a:pt x="566" y="10926"/>
                  </a:cubicBezTo>
                  <a:cubicBezTo>
                    <a:pt x="458" y="10807"/>
                    <a:pt x="354" y="10692"/>
                    <a:pt x="251" y="10578"/>
                  </a:cubicBezTo>
                  <a:cubicBezTo>
                    <a:pt x="224" y="10556"/>
                    <a:pt x="213" y="10524"/>
                    <a:pt x="213" y="10486"/>
                  </a:cubicBezTo>
                  <a:cubicBezTo>
                    <a:pt x="208" y="9948"/>
                    <a:pt x="202" y="9404"/>
                    <a:pt x="197" y="8866"/>
                  </a:cubicBezTo>
                  <a:cubicBezTo>
                    <a:pt x="197" y="8817"/>
                    <a:pt x="213" y="8774"/>
                    <a:pt x="246" y="8741"/>
                  </a:cubicBezTo>
                  <a:lnTo>
                    <a:pt x="1936" y="6784"/>
                  </a:lnTo>
                  <a:lnTo>
                    <a:pt x="2882" y="5686"/>
                  </a:lnTo>
                  <a:lnTo>
                    <a:pt x="2931" y="5632"/>
                  </a:lnTo>
                  <a:close/>
                  <a:moveTo>
                    <a:pt x="2925" y="8344"/>
                  </a:moveTo>
                  <a:cubicBezTo>
                    <a:pt x="2925" y="8670"/>
                    <a:pt x="2931" y="8964"/>
                    <a:pt x="2925" y="9257"/>
                  </a:cubicBezTo>
                  <a:cubicBezTo>
                    <a:pt x="2920" y="9616"/>
                    <a:pt x="2915" y="9975"/>
                    <a:pt x="2909" y="10334"/>
                  </a:cubicBezTo>
                  <a:cubicBezTo>
                    <a:pt x="2915" y="10377"/>
                    <a:pt x="2904" y="10421"/>
                    <a:pt x="2877" y="10453"/>
                  </a:cubicBezTo>
                  <a:cubicBezTo>
                    <a:pt x="2436" y="10953"/>
                    <a:pt x="1996" y="11459"/>
                    <a:pt x="1556" y="11959"/>
                  </a:cubicBezTo>
                  <a:cubicBezTo>
                    <a:pt x="1545" y="11970"/>
                    <a:pt x="1539" y="11975"/>
                    <a:pt x="1528" y="11981"/>
                  </a:cubicBezTo>
                  <a:lnTo>
                    <a:pt x="637" y="11008"/>
                  </a:lnTo>
                  <a:lnTo>
                    <a:pt x="2925" y="8344"/>
                  </a:lnTo>
                  <a:close/>
                  <a:moveTo>
                    <a:pt x="1" y="0"/>
                  </a:moveTo>
                  <a:lnTo>
                    <a:pt x="1" y="76"/>
                  </a:lnTo>
                  <a:cubicBezTo>
                    <a:pt x="6" y="527"/>
                    <a:pt x="12" y="979"/>
                    <a:pt x="17" y="1435"/>
                  </a:cubicBezTo>
                  <a:cubicBezTo>
                    <a:pt x="34" y="3169"/>
                    <a:pt x="50" y="4903"/>
                    <a:pt x="61" y="6637"/>
                  </a:cubicBezTo>
                  <a:cubicBezTo>
                    <a:pt x="72" y="7926"/>
                    <a:pt x="83" y="9214"/>
                    <a:pt x="88" y="10497"/>
                  </a:cubicBezTo>
                  <a:cubicBezTo>
                    <a:pt x="83" y="10551"/>
                    <a:pt x="104" y="10605"/>
                    <a:pt x="137" y="10643"/>
                  </a:cubicBezTo>
                  <a:cubicBezTo>
                    <a:pt x="300" y="10817"/>
                    <a:pt x="458" y="10991"/>
                    <a:pt x="615" y="11160"/>
                  </a:cubicBezTo>
                  <a:lnTo>
                    <a:pt x="1545" y="12182"/>
                  </a:lnTo>
                  <a:cubicBezTo>
                    <a:pt x="1675" y="11997"/>
                    <a:pt x="1827" y="11818"/>
                    <a:pt x="1985" y="11649"/>
                  </a:cubicBezTo>
                  <a:cubicBezTo>
                    <a:pt x="2317" y="11285"/>
                    <a:pt x="2621" y="10888"/>
                    <a:pt x="2985" y="10546"/>
                  </a:cubicBezTo>
                  <a:cubicBezTo>
                    <a:pt x="3018" y="10508"/>
                    <a:pt x="3040" y="10459"/>
                    <a:pt x="3034" y="10410"/>
                  </a:cubicBezTo>
                  <a:cubicBezTo>
                    <a:pt x="3045" y="9013"/>
                    <a:pt x="3056" y="7621"/>
                    <a:pt x="3067" y="6230"/>
                  </a:cubicBezTo>
                  <a:cubicBezTo>
                    <a:pt x="3072" y="5447"/>
                    <a:pt x="3078" y="4670"/>
                    <a:pt x="3089" y="3892"/>
                  </a:cubicBezTo>
                  <a:cubicBezTo>
                    <a:pt x="3094" y="2658"/>
                    <a:pt x="3105" y="1424"/>
                    <a:pt x="3116" y="190"/>
                  </a:cubicBezTo>
                  <a:lnTo>
                    <a:pt x="311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0" name="Google Shape;3550;p98"/>
          <p:cNvGrpSpPr/>
          <p:nvPr/>
        </p:nvGrpSpPr>
        <p:grpSpPr>
          <a:xfrm>
            <a:off x="2378882" y="1832793"/>
            <a:ext cx="860185" cy="220759"/>
            <a:chOff x="2599417" y="1854853"/>
            <a:chExt cx="689527" cy="176947"/>
          </a:xfrm>
        </p:grpSpPr>
        <p:sp>
          <p:nvSpPr>
            <p:cNvPr id="3551" name="Google Shape;3551;p98"/>
            <p:cNvSpPr/>
            <p:nvPr/>
          </p:nvSpPr>
          <p:spPr>
            <a:xfrm flipH="1" rot="5400000">
              <a:off x="2855860" y="1598410"/>
              <a:ext cx="176641" cy="689527"/>
            </a:xfrm>
            <a:custGeom>
              <a:rect b="b" l="l" r="r" t="t"/>
              <a:pathLst>
                <a:path extrusionOk="0" h="12183" w="3121">
                  <a:moveTo>
                    <a:pt x="0" y="1"/>
                  </a:moveTo>
                  <a:lnTo>
                    <a:pt x="0" y="82"/>
                  </a:lnTo>
                  <a:cubicBezTo>
                    <a:pt x="6" y="533"/>
                    <a:pt x="11" y="985"/>
                    <a:pt x="17" y="1436"/>
                  </a:cubicBezTo>
                  <a:cubicBezTo>
                    <a:pt x="33" y="3170"/>
                    <a:pt x="49" y="4904"/>
                    <a:pt x="60" y="6638"/>
                  </a:cubicBezTo>
                  <a:cubicBezTo>
                    <a:pt x="71" y="7926"/>
                    <a:pt x="82" y="9214"/>
                    <a:pt x="87" y="10503"/>
                  </a:cubicBezTo>
                  <a:cubicBezTo>
                    <a:pt x="82" y="10552"/>
                    <a:pt x="104" y="10606"/>
                    <a:pt x="136" y="10644"/>
                  </a:cubicBezTo>
                  <a:cubicBezTo>
                    <a:pt x="294" y="10818"/>
                    <a:pt x="457" y="10992"/>
                    <a:pt x="615" y="11166"/>
                  </a:cubicBezTo>
                  <a:lnTo>
                    <a:pt x="1544" y="12182"/>
                  </a:lnTo>
                  <a:cubicBezTo>
                    <a:pt x="1680" y="11992"/>
                    <a:pt x="1827" y="11818"/>
                    <a:pt x="1984" y="11650"/>
                  </a:cubicBezTo>
                  <a:cubicBezTo>
                    <a:pt x="2321" y="11280"/>
                    <a:pt x="2626" y="10889"/>
                    <a:pt x="2985" y="10541"/>
                  </a:cubicBezTo>
                  <a:cubicBezTo>
                    <a:pt x="3023" y="10508"/>
                    <a:pt x="3039" y="10459"/>
                    <a:pt x="3034" y="10405"/>
                  </a:cubicBezTo>
                  <a:cubicBezTo>
                    <a:pt x="3044" y="9013"/>
                    <a:pt x="3055" y="7622"/>
                    <a:pt x="3072" y="6225"/>
                  </a:cubicBezTo>
                  <a:lnTo>
                    <a:pt x="3088" y="3893"/>
                  </a:lnTo>
                  <a:cubicBezTo>
                    <a:pt x="3099" y="2659"/>
                    <a:pt x="3110" y="1425"/>
                    <a:pt x="3121" y="191"/>
                  </a:cubicBezTo>
                  <a:lnTo>
                    <a:pt x="31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8"/>
            <p:cNvSpPr/>
            <p:nvPr/>
          </p:nvSpPr>
          <p:spPr>
            <a:xfrm>
              <a:off x="2934300" y="1865125"/>
              <a:ext cx="328600" cy="164900"/>
            </a:xfrm>
            <a:custGeom>
              <a:rect b="b" l="l" r="r" t="t"/>
              <a:pathLst>
                <a:path extrusionOk="0" h="6596" w="13144">
                  <a:moveTo>
                    <a:pt x="7191" y="0"/>
                  </a:moveTo>
                  <a:lnTo>
                    <a:pt x="13144" y="0"/>
                  </a:lnTo>
                  <a:lnTo>
                    <a:pt x="5405" y="6596"/>
                  </a:lnTo>
                  <a:lnTo>
                    <a:pt x="0" y="6429"/>
                  </a:lnTo>
                  <a:close/>
                </a:path>
              </a:pathLst>
            </a:custGeom>
            <a:solidFill>
              <a:schemeClr val="dk2"/>
            </a:solidFill>
            <a:ln>
              <a:noFill/>
            </a:ln>
          </p:spPr>
        </p:sp>
        <p:sp>
          <p:nvSpPr>
            <p:cNvPr id="3553" name="Google Shape;3553;p98"/>
            <p:cNvSpPr/>
            <p:nvPr/>
          </p:nvSpPr>
          <p:spPr>
            <a:xfrm>
              <a:off x="2667600" y="1863925"/>
              <a:ext cx="309550" cy="162525"/>
            </a:xfrm>
            <a:custGeom>
              <a:rect b="b" l="l" r="r" t="t"/>
              <a:pathLst>
                <a:path extrusionOk="0" h="6501" w="12382">
                  <a:moveTo>
                    <a:pt x="6001" y="0"/>
                  </a:moveTo>
                  <a:lnTo>
                    <a:pt x="12382" y="0"/>
                  </a:lnTo>
                  <a:lnTo>
                    <a:pt x="5024" y="6501"/>
                  </a:lnTo>
                  <a:lnTo>
                    <a:pt x="1167" y="6406"/>
                  </a:lnTo>
                  <a:lnTo>
                    <a:pt x="0" y="5358"/>
                  </a:lnTo>
                  <a:close/>
                </a:path>
              </a:pathLst>
            </a:custGeom>
            <a:solidFill>
              <a:schemeClr val="dk2"/>
            </a:solidFill>
            <a:ln>
              <a:noFill/>
            </a:ln>
          </p:spPr>
        </p:sp>
        <p:sp>
          <p:nvSpPr>
            <p:cNvPr id="3554" name="Google Shape;3554;p98"/>
            <p:cNvSpPr/>
            <p:nvPr/>
          </p:nvSpPr>
          <p:spPr>
            <a:xfrm>
              <a:off x="3225400" y="1982975"/>
              <a:ext cx="62500" cy="48825"/>
            </a:xfrm>
            <a:custGeom>
              <a:rect b="b" l="l" r="r" t="t"/>
              <a:pathLst>
                <a:path extrusionOk="0" h="1953" w="2500">
                  <a:moveTo>
                    <a:pt x="2453" y="0"/>
                  </a:moveTo>
                  <a:lnTo>
                    <a:pt x="2500" y="1024"/>
                  </a:lnTo>
                  <a:lnTo>
                    <a:pt x="2500" y="1953"/>
                  </a:lnTo>
                  <a:lnTo>
                    <a:pt x="0" y="1953"/>
                  </a:lnTo>
                  <a:lnTo>
                    <a:pt x="1238" y="524"/>
                  </a:lnTo>
                  <a:close/>
                </a:path>
              </a:pathLst>
            </a:custGeom>
            <a:solidFill>
              <a:schemeClr val="dk2"/>
            </a:solidFill>
            <a:ln>
              <a:noFill/>
            </a:ln>
          </p:spPr>
        </p:sp>
        <p:sp>
          <p:nvSpPr>
            <p:cNvPr id="3555" name="Google Shape;3555;p98"/>
            <p:cNvSpPr/>
            <p:nvPr/>
          </p:nvSpPr>
          <p:spPr>
            <a:xfrm flipH="1" rot="5400000">
              <a:off x="2856012" y="1598442"/>
              <a:ext cx="176358" cy="689471"/>
            </a:xfrm>
            <a:custGeom>
              <a:rect b="b" l="l" r="r" t="t"/>
              <a:pathLst>
                <a:path extrusionOk="0" h="12182" w="3116">
                  <a:moveTo>
                    <a:pt x="985" y="103"/>
                  </a:moveTo>
                  <a:lnTo>
                    <a:pt x="153" y="1076"/>
                  </a:lnTo>
                  <a:lnTo>
                    <a:pt x="126" y="1076"/>
                  </a:lnTo>
                  <a:lnTo>
                    <a:pt x="126" y="103"/>
                  </a:lnTo>
                  <a:close/>
                  <a:moveTo>
                    <a:pt x="2964" y="98"/>
                  </a:moveTo>
                  <a:cubicBezTo>
                    <a:pt x="2974" y="98"/>
                    <a:pt x="2985" y="103"/>
                    <a:pt x="3002" y="103"/>
                  </a:cubicBezTo>
                  <a:cubicBezTo>
                    <a:pt x="3040" y="267"/>
                    <a:pt x="2991" y="440"/>
                    <a:pt x="2871" y="560"/>
                  </a:cubicBezTo>
                  <a:cubicBezTo>
                    <a:pt x="2306" y="1201"/>
                    <a:pt x="1751" y="1854"/>
                    <a:pt x="1191" y="2501"/>
                  </a:cubicBezTo>
                  <a:cubicBezTo>
                    <a:pt x="854" y="2897"/>
                    <a:pt x="512" y="3289"/>
                    <a:pt x="170" y="3686"/>
                  </a:cubicBezTo>
                  <a:lnTo>
                    <a:pt x="131" y="3680"/>
                  </a:lnTo>
                  <a:lnTo>
                    <a:pt x="131" y="1604"/>
                  </a:lnTo>
                  <a:cubicBezTo>
                    <a:pt x="131" y="1240"/>
                    <a:pt x="131" y="1245"/>
                    <a:pt x="376" y="973"/>
                  </a:cubicBezTo>
                  <a:cubicBezTo>
                    <a:pt x="615" y="707"/>
                    <a:pt x="849" y="430"/>
                    <a:pt x="1083" y="152"/>
                  </a:cubicBezTo>
                  <a:cubicBezTo>
                    <a:pt x="1110" y="120"/>
                    <a:pt x="1148" y="98"/>
                    <a:pt x="1191" y="98"/>
                  </a:cubicBezTo>
                  <a:close/>
                  <a:moveTo>
                    <a:pt x="2974" y="587"/>
                  </a:moveTo>
                  <a:cubicBezTo>
                    <a:pt x="3007" y="604"/>
                    <a:pt x="2996" y="625"/>
                    <a:pt x="2996" y="647"/>
                  </a:cubicBezTo>
                  <a:cubicBezTo>
                    <a:pt x="2985" y="1365"/>
                    <a:pt x="3002" y="2082"/>
                    <a:pt x="2980" y="2800"/>
                  </a:cubicBezTo>
                  <a:cubicBezTo>
                    <a:pt x="2980" y="2876"/>
                    <a:pt x="2953" y="2952"/>
                    <a:pt x="2904" y="3012"/>
                  </a:cubicBezTo>
                  <a:cubicBezTo>
                    <a:pt x="2534" y="3436"/>
                    <a:pt x="2164" y="3865"/>
                    <a:pt x="1795" y="4294"/>
                  </a:cubicBezTo>
                  <a:cubicBezTo>
                    <a:pt x="1333" y="4838"/>
                    <a:pt x="865" y="5376"/>
                    <a:pt x="403" y="5920"/>
                  </a:cubicBezTo>
                  <a:cubicBezTo>
                    <a:pt x="327" y="5996"/>
                    <a:pt x="262" y="6077"/>
                    <a:pt x="191" y="6153"/>
                  </a:cubicBezTo>
                  <a:lnTo>
                    <a:pt x="153" y="6143"/>
                  </a:lnTo>
                  <a:cubicBezTo>
                    <a:pt x="153" y="5405"/>
                    <a:pt x="153" y="4668"/>
                    <a:pt x="153" y="3925"/>
                  </a:cubicBezTo>
                  <a:cubicBezTo>
                    <a:pt x="153" y="3887"/>
                    <a:pt x="170" y="3843"/>
                    <a:pt x="197" y="3816"/>
                  </a:cubicBezTo>
                  <a:cubicBezTo>
                    <a:pt x="577" y="3370"/>
                    <a:pt x="963" y="2925"/>
                    <a:pt x="1344" y="2484"/>
                  </a:cubicBezTo>
                  <a:cubicBezTo>
                    <a:pt x="1806" y="1946"/>
                    <a:pt x="2262" y="1408"/>
                    <a:pt x="2724" y="875"/>
                  </a:cubicBezTo>
                  <a:cubicBezTo>
                    <a:pt x="2806" y="777"/>
                    <a:pt x="2893" y="685"/>
                    <a:pt x="2974" y="587"/>
                  </a:cubicBezTo>
                  <a:close/>
                  <a:moveTo>
                    <a:pt x="2964" y="3120"/>
                  </a:moveTo>
                  <a:cubicBezTo>
                    <a:pt x="2985" y="3147"/>
                    <a:pt x="2974" y="3180"/>
                    <a:pt x="2969" y="3207"/>
                  </a:cubicBezTo>
                  <a:cubicBezTo>
                    <a:pt x="2969" y="3925"/>
                    <a:pt x="2974" y="4637"/>
                    <a:pt x="2958" y="5354"/>
                  </a:cubicBezTo>
                  <a:cubicBezTo>
                    <a:pt x="2953" y="5425"/>
                    <a:pt x="2925" y="5490"/>
                    <a:pt x="2871" y="5539"/>
                  </a:cubicBezTo>
                  <a:cubicBezTo>
                    <a:pt x="2458" y="6023"/>
                    <a:pt x="2039" y="6501"/>
                    <a:pt x="1626" y="6985"/>
                  </a:cubicBezTo>
                  <a:cubicBezTo>
                    <a:pt x="1164" y="7523"/>
                    <a:pt x="708" y="8056"/>
                    <a:pt x="246" y="8594"/>
                  </a:cubicBezTo>
                  <a:cubicBezTo>
                    <a:pt x="235" y="8610"/>
                    <a:pt x="229" y="8627"/>
                    <a:pt x="224" y="8643"/>
                  </a:cubicBezTo>
                  <a:lnTo>
                    <a:pt x="186" y="8627"/>
                  </a:lnTo>
                  <a:lnTo>
                    <a:pt x="186" y="7860"/>
                  </a:lnTo>
                  <a:cubicBezTo>
                    <a:pt x="186" y="7387"/>
                    <a:pt x="180" y="6920"/>
                    <a:pt x="170" y="6447"/>
                  </a:cubicBezTo>
                  <a:cubicBezTo>
                    <a:pt x="170" y="6371"/>
                    <a:pt x="197" y="6300"/>
                    <a:pt x="251" y="6246"/>
                  </a:cubicBezTo>
                  <a:cubicBezTo>
                    <a:pt x="675" y="5751"/>
                    <a:pt x="1099" y="5257"/>
                    <a:pt x="1528" y="4756"/>
                  </a:cubicBezTo>
                  <a:cubicBezTo>
                    <a:pt x="1985" y="4229"/>
                    <a:pt x="2442" y="3702"/>
                    <a:pt x="2898" y="3169"/>
                  </a:cubicBezTo>
                  <a:cubicBezTo>
                    <a:pt x="2915" y="3153"/>
                    <a:pt x="2931" y="3120"/>
                    <a:pt x="2964" y="3120"/>
                  </a:cubicBezTo>
                  <a:close/>
                  <a:moveTo>
                    <a:pt x="2931" y="5632"/>
                  </a:moveTo>
                  <a:cubicBezTo>
                    <a:pt x="2964" y="5659"/>
                    <a:pt x="2953" y="5691"/>
                    <a:pt x="2953" y="5713"/>
                  </a:cubicBezTo>
                  <a:cubicBezTo>
                    <a:pt x="2953" y="6512"/>
                    <a:pt x="2947" y="7306"/>
                    <a:pt x="2931" y="8105"/>
                  </a:cubicBezTo>
                  <a:cubicBezTo>
                    <a:pt x="2931" y="8159"/>
                    <a:pt x="2909" y="8214"/>
                    <a:pt x="2871" y="8257"/>
                  </a:cubicBezTo>
                  <a:lnTo>
                    <a:pt x="664" y="10823"/>
                  </a:lnTo>
                  <a:cubicBezTo>
                    <a:pt x="637" y="10861"/>
                    <a:pt x="604" y="10888"/>
                    <a:pt x="566" y="10926"/>
                  </a:cubicBezTo>
                  <a:cubicBezTo>
                    <a:pt x="458" y="10807"/>
                    <a:pt x="354" y="10692"/>
                    <a:pt x="251" y="10578"/>
                  </a:cubicBezTo>
                  <a:cubicBezTo>
                    <a:pt x="224" y="10556"/>
                    <a:pt x="213" y="10524"/>
                    <a:pt x="213" y="10486"/>
                  </a:cubicBezTo>
                  <a:cubicBezTo>
                    <a:pt x="208" y="9948"/>
                    <a:pt x="202" y="9404"/>
                    <a:pt x="197" y="8866"/>
                  </a:cubicBezTo>
                  <a:cubicBezTo>
                    <a:pt x="197" y="8817"/>
                    <a:pt x="213" y="8774"/>
                    <a:pt x="246" y="8741"/>
                  </a:cubicBezTo>
                  <a:lnTo>
                    <a:pt x="1936" y="6784"/>
                  </a:lnTo>
                  <a:lnTo>
                    <a:pt x="2882" y="5686"/>
                  </a:lnTo>
                  <a:lnTo>
                    <a:pt x="2931" y="5632"/>
                  </a:lnTo>
                  <a:close/>
                  <a:moveTo>
                    <a:pt x="2925" y="8344"/>
                  </a:moveTo>
                  <a:cubicBezTo>
                    <a:pt x="2925" y="8670"/>
                    <a:pt x="2931" y="8964"/>
                    <a:pt x="2925" y="9257"/>
                  </a:cubicBezTo>
                  <a:cubicBezTo>
                    <a:pt x="2920" y="9616"/>
                    <a:pt x="2915" y="9975"/>
                    <a:pt x="2909" y="10334"/>
                  </a:cubicBezTo>
                  <a:cubicBezTo>
                    <a:pt x="2915" y="10377"/>
                    <a:pt x="2904" y="10421"/>
                    <a:pt x="2877" y="10453"/>
                  </a:cubicBezTo>
                  <a:cubicBezTo>
                    <a:pt x="2436" y="10953"/>
                    <a:pt x="1996" y="11459"/>
                    <a:pt x="1556" y="11959"/>
                  </a:cubicBezTo>
                  <a:cubicBezTo>
                    <a:pt x="1545" y="11970"/>
                    <a:pt x="1539" y="11975"/>
                    <a:pt x="1528" y="11981"/>
                  </a:cubicBezTo>
                  <a:lnTo>
                    <a:pt x="637" y="11008"/>
                  </a:lnTo>
                  <a:lnTo>
                    <a:pt x="2925" y="8344"/>
                  </a:lnTo>
                  <a:close/>
                  <a:moveTo>
                    <a:pt x="1" y="0"/>
                  </a:moveTo>
                  <a:lnTo>
                    <a:pt x="1" y="76"/>
                  </a:lnTo>
                  <a:cubicBezTo>
                    <a:pt x="6" y="527"/>
                    <a:pt x="12" y="979"/>
                    <a:pt x="17" y="1435"/>
                  </a:cubicBezTo>
                  <a:cubicBezTo>
                    <a:pt x="34" y="3169"/>
                    <a:pt x="50" y="4903"/>
                    <a:pt x="61" y="6637"/>
                  </a:cubicBezTo>
                  <a:cubicBezTo>
                    <a:pt x="72" y="7926"/>
                    <a:pt x="83" y="9214"/>
                    <a:pt x="88" y="10497"/>
                  </a:cubicBezTo>
                  <a:cubicBezTo>
                    <a:pt x="83" y="10551"/>
                    <a:pt x="104" y="10605"/>
                    <a:pt x="137" y="10643"/>
                  </a:cubicBezTo>
                  <a:cubicBezTo>
                    <a:pt x="300" y="10817"/>
                    <a:pt x="458" y="10991"/>
                    <a:pt x="615" y="11160"/>
                  </a:cubicBezTo>
                  <a:lnTo>
                    <a:pt x="1545" y="12182"/>
                  </a:lnTo>
                  <a:cubicBezTo>
                    <a:pt x="1675" y="11997"/>
                    <a:pt x="1827" y="11818"/>
                    <a:pt x="1985" y="11649"/>
                  </a:cubicBezTo>
                  <a:cubicBezTo>
                    <a:pt x="2317" y="11285"/>
                    <a:pt x="2621" y="10888"/>
                    <a:pt x="2985" y="10546"/>
                  </a:cubicBezTo>
                  <a:cubicBezTo>
                    <a:pt x="3018" y="10508"/>
                    <a:pt x="3040" y="10459"/>
                    <a:pt x="3034" y="10410"/>
                  </a:cubicBezTo>
                  <a:cubicBezTo>
                    <a:pt x="3045" y="9013"/>
                    <a:pt x="3056" y="7621"/>
                    <a:pt x="3067" y="6230"/>
                  </a:cubicBezTo>
                  <a:cubicBezTo>
                    <a:pt x="3072" y="5447"/>
                    <a:pt x="3078" y="4670"/>
                    <a:pt x="3089" y="3892"/>
                  </a:cubicBezTo>
                  <a:cubicBezTo>
                    <a:pt x="3094" y="2658"/>
                    <a:pt x="3105" y="1424"/>
                    <a:pt x="3116" y="190"/>
                  </a:cubicBezTo>
                  <a:lnTo>
                    <a:pt x="311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6" name="Google Shape;3556;p98"/>
          <p:cNvGrpSpPr/>
          <p:nvPr/>
        </p:nvGrpSpPr>
        <p:grpSpPr>
          <a:xfrm>
            <a:off x="713184" y="4691184"/>
            <a:ext cx="7726459" cy="369843"/>
            <a:chOff x="713184" y="4691184"/>
            <a:chExt cx="7726459" cy="369843"/>
          </a:xfrm>
        </p:grpSpPr>
        <p:sp>
          <p:nvSpPr>
            <p:cNvPr id="3557" name="Google Shape;3557;p98"/>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558" name="Google Shape;3558;p98"/>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8"/>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8">
              <a:hlinkClick action="ppaction://hlinksldjump" r:id="rId7"/>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525"/>
                                        </p:tgtEl>
                                        <p:attrNameLst>
                                          <p:attrName>style.visibility</p:attrName>
                                        </p:attrNameLst>
                                      </p:cBhvr>
                                      <p:to>
                                        <p:strVal val="visible"/>
                                      </p:to>
                                    </p:set>
                                    <p:animEffect filter="fade" transition="in">
                                      <p:cBhvr>
                                        <p:cTn dur="1000"/>
                                        <p:tgtEl>
                                          <p:spTgt spid="3525"/>
                                        </p:tgtEl>
                                      </p:cBhvr>
                                    </p:animEffect>
                                  </p:childTnLst>
                                </p:cTn>
                              </p:par>
                              <p:par>
                                <p:cTn fill="hold" nodeType="withEffect" presetClass="entr" presetID="10" presetSubtype="0">
                                  <p:stCondLst>
                                    <p:cond delay="0"/>
                                  </p:stCondLst>
                                  <p:childTnLst>
                                    <p:set>
                                      <p:cBhvr>
                                        <p:cTn dur="1" fill="hold">
                                          <p:stCondLst>
                                            <p:cond delay="0"/>
                                          </p:stCondLst>
                                        </p:cTn>
                                        <p:tgtEl>
                                          <p:spTgt spid="3540"/>
                                        </p:tgtEl>
                                        <p:attrNameLst>
                                          <p:attrName>style.visibility</p:attrName>
                                        </p:attrNameLst>
                                      </p:cBhvr>
                                      <p:to>
                                        <p:strVal val="visible"/>
                                      </p:to>
                                    </p:set>
                                    <p:animEffect filter="fade" transition="in">
                                      <p:cBhvr>
                                        <p:cTn dur="1000"/>
                                        <p:tgtEl>
                                          <p:spTgt spid="354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523"/>
                                        </p:tgtEl>
                                        <p:attrNameLst>
                                          <p:attrName>style.visibility</p:attrName>
                                        </p:attrNameLst>
                                      </p:cBhvr>
                                      <p:to>
                                        <p:strVal val="visible"/>
                                      </p:to>
                                    </p:set>
                                    <p:animEffect filter="fade" transition="in">
                                      <p:cBhvr>
                                        <p:cTn dur="1000"/>
                                        <p:tgtEl>
                                          <p:spTgt spid="3523"/>
                                        </p:tgtEl>
                                      </p:cBhvr>
                                    </p:animEffect>
                                  </p:childTnLst>
                                </p:cTn>
                              </p:par>
                              <p:par>
                                <p:cTn fill="hold" nodeType="withEffect" presetClass="entr" presetID="10" presetSubtype="0">
                                  <p:stCondLst>
                                    <p:cond delay="0"/>
                                  </p:stCondLst>
                                  <p:childTnLst>
                                    <p:set>
                                      <p:cBhvr>
                                        <p:cTn dur="1" fill="hold">
                                          <p:stCondLst>
                                            <p:cond delay="0"/>
                                          </p:stCondLst>
                                        </p:cTn>
                                        <p:tgtEl>
                                          <p:spTgt spid="3541"/>
                                        </p:tgtEl>
                                        <p:attrNameLst>
                                          <p:attrName>style.visibility</p:attrName>
                                        </p:attrNameLst>
                                      </p:cBhvr>
                                      <p:to>
                                        <p:strVal val="visible"/>
                                      </p:to>
                                    </p:set>
                                    <p:animEffect filter="fade" transition="in">
                                      <p:cBhvr>
                                        <p:cTn dur="1000"/>
                                        <p:tgtEl>
                                          <p:spTgt spid="354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522"/>
                                        </p:tgtEl>
                                        <p:attrNameLst>
                                          <p:attrName>style.visibility</p:attrName>
                                        </p:attrNameLst>
                                      </p:cBhvr>
                                      <p:to>
                                        <p:strVal val="visible"/>
                                      </p:to>
                                    </p:set>
                                    <p:animEffect filter="fade" transition="in">
                                      <p:cBhvr>
                                        <p:cTn dur="1000"/>
                                        <p:tgtEl>
                                          <p:spTgt spid="3522"/>
                                        </p:tgtEl>
                                      </p:cBhvr>
                                    </p:animEffect>
                                  </p:childTnLst>
                                </p:cTn>
                              </p:par>
                              <p:par>
                                <p:cTn fill="hold" nodeType="withEffect" presetClass="entr" presetID="10" presetSubtype="0">
                                  <p:stCondLst>
                                    <p:cond delay="0"/>
                                  </p:stCondLst>
                                  <p:childTnLst>
                                    <p:set>
                                      <p:cBhvr>
                                        <p:cTn dur="1" fill="hold">
                                          <p:stCondLst>
                                            <p:cond delay="0"/>
                                          </p:stCondLst>
                                        </p:cTn>
                                        <p:tgtEl>
                                          <p:spTgt spid="3542"/>
                                        </p:tgtEl>
                                        <p:attrNameLst>
                                          <p:attrName>style.visibility</p:attrName>
                                        </p:attrNameLst>
                                      </p:cBhvr>
                                      <p:to>
                                        <p:strVal val="visible"/>
                                      </p:to>
                                    </p:set>
                                    <p:animEffect filter="fade" transition="in">
                                      <p:cBhvr>
                                        <p:cTn dur="1000"/>
                                        <p:tgtEl>
                                          <p:spTgt spid="354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524"/>
                                        </p:tgtEl>
                                        <p:attrNameLst>
                                          <p:attrName>style.visibility</p:attrName>
                                        </p:attrNameLst>
                                      </p:cBhvr>
                                      <p:to>
                                        <p:strVal val="visible"/>
                                      </p:to>
                                    </p:set>
                                    <p:animEffect filter="fade" transition="in">
                                      <p:cBhvr>
                                        <p:cTn dur="1000"/>
                                        <p:tgtEl>
                                          <p:spTgt spid="3524"/>
                                        </p:tgtEl>
                                      </p:cBhvr>
                                    </p:animEffect>
                                  </p:childTnLst>
                                </p:cTn>
                              </p:par>
                              <p:par>
                                <p:cTn fill="hold" nodeType="withEffect" presetClass="entr" presetID="10" presetSubtype="0">
                                  <p:stCondLst>
                                    <p:cond delay="0"/>
                                  </p:stCondLst>
                                  <p:childTnLst>
                                    <p:set>
                                      <p:cBhvr>
                                        <p:cTn dur="1" fill="hold">
                                          <p:stCondLst>
                                            <p:cond delay="0"/>
                                          </p:stCondLst>
                                        </p:cTn>
                                        <p:tgtEl>
                                          <p:spTgt spid="3539"/>
                                        </p:tgtEl>
                                        <p:attrNameLst>
                                          <p:attrName>style.visibility</p:attrName>
                                        </p:attrNameLst>
                                      </p:cBhvr>
                                      <p:to>
                                        <p:strVal val="visible"/>
                                      </p:to>
                                    </p:set>
                                    <p:animEffect filter="fade" transition="in">
                                      <p:cBhvr>
                                        <p:cTn dur="1000"/>
                                        <p:tgtEl>
                                          <p:spTgt spid="353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4" name="Shape 3564"/>
        <p:cNvGrpSpPr/>
        <p:nvPr/>
      </p:nvGrpSpPr>
      <p:grpSpPr>
        <a:xfrm>
          <a:off x="0" y="0"/>
          <a:ext cx="0" cy="0"/>
          <a:chOff x="0" y="0"/>
          <a:chExt cx="0" cy="0"/>
        </a:xfrm>
      </p:grpSpPr>
      <p:grpSp>
        <p:nvGrpSpPr>
          <p:cNvPr id="3565" name="Google Shape;3565;p99"/>
          <p:cNvGrpSpPr/>
          <p:nvPr/>
        </p:nvGrpSpPr>
        <p:grpSpPr>
          <a:xfrm>
            <a:off x="2857286" y="732167"/>
            <a:ext cx="3429984" cy="606063"/>
            <a:chOff x="5316325" y="1612757"/>
            <a:chExt cx="1404350" cy="302125"/>
          </a:xfrm>
        </p:grpSpPr>
        <p:sp>
          <p:nvSpPr>
            <p:cNvPr id="3566" name="Google Shape;3566;p99"/>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9"/>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9"/>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9"/>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9"/>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9"/>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9"/>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9"/>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9"/>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9"/>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9"/>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7" name="Google Shape;3577;p99"/>
          <p:cNvSpPr/>
          <p:nvPr/>
        </p:nvSpPr>
        <p:spPr>
          <a:xfrm>
            <a:off x="6495029" y="2878272"/>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578" name="Google Shape;3578;p99"/>
          <p:cNvSpPr/>
          <p:nvPr/>
        </p:nvSpPr>
        <p:spPr>
          <a:xfrm>
            <a:off x="1255679" y="2878309"/>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579" name="Google Shape;3579;p99"/>
          <p:cNvSpPr/>
          <p:nvPr/>
        </p:nvSpPr>
        <p:spPr>
          <a:xfrm rot="173206">
            <a:off x="3875367" y="2878311"/>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580" name="Google Shape;3580;p99"/>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1</a:t>
            </a:r>
            <a:endParaRPr/>
          </a:p>
        </p:txBody>
      </p:sp>
      <p:sp>
        <p:nvSpPr>
          <p:cNvPr id="3581" name="Google Shape;3581;p99"/>
          <p:cNvSpPr txBox="1"/>
          <p:nvPr/>
        </p:nvSpPr>
        <p:spPr>
          <a:xfrm>
            <a:off x="3200400" y="1666938"/>
            <a:ext cx="2743200" cy="84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According to their way of eating, we consider the pigs are...</a:t>
            </a:r>
            <a:endParaRPr sz="1800">
              <a:solidFill>
                <a:schemeClr val="dk1"/>
              </a:solidFill>
              <a:latin typeface="Gloria Hallelujah"/>
              <a:ea typeface="Gloria Hallelujah"/>
              <a:cs typeface="Gloria Hallelujah"/>
              <a:sym typeface="Gloria Hallelujah"/>
            </a:endParaRPr>
          </a:p>
        </p:txBody>
      </p:sp>
      <p:grpSp>
        <p:nvGrpSpPr>
          <p:cNvPr id="3582" name="Google Shape;3582;p99"/>
          <p:cNvGrpSpPr/>
          <p:nvPr/>
        </p:nvGrpSpPr>
        <p:grpSpPr>
          <a:xfrm>
            <a:off x="5982800" y="1966982"/>
            <a:ext cx="856125" cy="255250"/>
            <a:chOff x="1654725" y="1638707"/>
            <a:chExt cx="856125" cy="255250"/>
          </a:xfrm>
        </p:grpSpPr>
        <p:sp>
          <p:nvSpPr>
            <p:cNvPr id="3583" name="Google Shape;3583;p99"/>
            <p:cNvSpPr/>
            <p:nvPr/>
          </p:nvSpPr>
          <p:spPr>
            <a:xfrm>
              <a:off x="1671100" y="1822932"/>
              <a:ext cx="815400" cy="62700"/>
            </a:xfrm>
            <a:custGeom>
              <a:rect b="b" l="l" r="r" t="t"/>
              <a:pathLst>
                <a:path extrusionOk="0" h="2508" w="32616">
                  <a:moveTo>
                    <a:pt x="21935" y="1"/>
                  </a:moveTo>
                  <a:cubicBezTo>
                    <a:pt x="19777" y="1"/>
                    <a:pt x="17617" y="42"/>
                    <a:pt x="15447" y="112"/>
                  </a:cubicBezTo>
                  <a:cubicBezTo>
                    <a:pt x="12462" y="209"/>
                    <a:pt x="9466" y="335"/>
                    <a:pt x="6472" y="335"/>
                  </a:cubicBezTo>
                  <a:cubicBezTo>
                    <a:pt x="4315" y="335"/>
                    <a:pt x="2159" y="270"/>
                    <a:pt x="10" y="80"/>
                  </a:cubicBezTo>
                  <a:lnTo>
                    <a:pt x="10" y="80"/>
                  </a:lnTo>
                  <a:cubicBezTo>
                    <a:pt x="16" y="889"/>
                    <a:pt x="14" y="1699"/>
                    <a:pt x="0" y="2507"/>
                  </a:cubicBezTo>
                  <a:cubicBezTo>
                    <a:pt x="1805" y="2254"/>
                    <a:pt x="3675" y="2240"/>
                    <a:pt x="5526" y="2240"/>
                  </a:cubicBezTo>
                  <a:cubicBezTo>
                    <a:pt x="5752" y="2240"/>
                    <a:pt x="5977" y="2240"/>
                    <a:pt x="6202" y="2240"/>
                  </a:cubicBezTo>
                  <a:cubicBezTo>
                    <a:pt x="6778" y="2240"/>
                    <a:pt x="7351" y="2239"/>
                    <a:pt x="7918" y="2230"/>
                  </a:cubicBezTo>
                  <a:cubicBezTo>
                    <a:pt x="10656" y="2184"/>
                    <a:pt x="13394" y="2156"/>
                    <a:pt x="16133" y="2149"/>
                  </a:cubicBezTo>
                  <a:cubicBezTo>
                    <a:pt x="16699" y="2148"/>
                    <a:pt x="17266" y="2147"/>
                    <a:pt x="17832" y="2147"/>
                  </a:cubicBezTo>
                  <a:cubicBezTo>
                    <a:pt x="22761" y="2147"/>
                    <a:pt x="27692" y="2204"/>
                    <a:pt x="32616" y="2364"/>
                  </a:cubicBezTo>
                  <a:cubicBezTo>
                    <a:pt x="32063" y="1703"/>
                    <a:pt x="31540" y="1001"/>
                    <a:pt x="31039" y="285"/>
                  </a:cubicBezTo>
                  <a:cubicBezTo>
                    <a:pt x="27996" y="83"/>
                    <a:pt x="24968" y="1"/>
                    <a:pt x="219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9"/>
            <p:cNvSpPr/>
            <p:nvPr/>
          </p:nvSpPr>
          <p:spPr>
            <a:xfrm>
              <a:off x="1670225" y="1696532"/>
              <a:ext cx="787250" cy="69875"/>
            </a:xfrm>
            <a:custGeom>
              <a:rect b="b" l="l" r="r" t="t"/>
              <a:pathLst>
                <a:path extrusionOk="0" h="2795" w="31490">
                  <a:moveTo>
                    <a:pt x="31490" y="1"/>
                  </a:moveTo>
                  <a:lnTo>
                    <a:pt x="31490" y="1"/>
                  </a:lnTo>
                  <a:cubicBezTo>
                    <a:pt x="26255" y="160"/>
                    <a:pt x="21016" y="211"/>
                    <a:pt x="15779" y="273"/>
                  </a:cubicBezTo>
                  <a:cubicBezTo>
                    <a:pt x="12118" y="319"/>
                    <a:pt x="8443" y="422"/>
                    <a:pt x="4774" y="422"/>
                  </a:cubicBezTo>
                  <a:cubicBezTo>
                    <a:pt x="3198" y="422"/>
                    <a:pt x="1623" y="403"/>
                    <a:pt x="51" y="352"/>
                  </a:cubicBezTo>
                  <a:cubicBezTo>
                    <a:pt x="29" y="352"/>
                    <a:pt x="13" y="343"/>
                    <a:pt x="1" y="331"/>
                  </a:cubicBezTo>
                  <a:lnTo>
                    <a:pt x="1" y="331"/>
                  </a:lnTo>
                  <a:cubicBezTo>
                    <a:pt x="1" y="1093"/>
                    <a:pt x="7" y="1858"/>
                    <a:pt x="17" y="2619"/>
                  </a:cubicBezTo>
                  <a:cubicBezTo>
                    <a:pt x="77" y="2600"/>
                    <a:pt x="143" y="2590"/>
                    <a:pt x="208" y="2590"/>
                  </a:cubicBezTo>
                  <a:cubicBezTo>
                    <a:pt x="220" y="2590"/>
                    <a:pt x="232" y="2591"/>
                    <a:pt x="243" y="2591"/>
                  </a:cubicBezTo>
                  <a:cubicBezTo>
                    <a:pt x="400" y="2603"/>
                    <a:pt x="516" y="2684"/>
                    <a:pt x="617" y="2794"/>
                  </a:cubicBezTo>
                  <a:cubicBezTo>
                    <a:pt x="2329" y="2751"/>
                    <a:pt x="4042" y="2737"/>
                    <a:pt x="5755" y="2737"/>
                  </a:cubicBezTo>
                  <a:cubicBezTo>
                    <a:pt x="8795" y="2737"/>
                    <a:pt x="11836" y="2781"/>
                    <a:pt x="14873" y="2781"/>
                  </a:cubicBezTo>
                  <a:cubicBezTo>
                    <a:pt x="14984" y="2781"/>
                    <a:pt x="15096" y="2781"/>
                    <a:pt x="15207" y="2781"/>
                  </a:cubicBezTo>
                  <a:cubicBezTo>
                    <a:pt x="18271" y="2779"/>
                    <a:pt x="21335" y="2774"/>
                    <a:pt x="24399" y="2774"/>
                  </a:cubicBezTo>
                  <a:cubicBezTo>
                    <a:pt x="26122" y="2774"/>
                    <a:pt x="27844" y="2776"/>
                    <a:pt x="29567" y="2781"/>
                  </a:cubicBezTo>
                  <a:cubicBezTo>
                    <a:pt x="29595" y="2760"/>
                    <a:pt x="29624" y="2744"/>
                    <a:pt x="29659" y="2735"/>
                  </a:cubicBezTo>
                  <a:cubicBezTo>
                    <a:pt x="30174" y="1782"/>
                    <a:pt x="30813" y="878"/>
                    <a:pt x="31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9"/>
            <p:cNvSpPr/>
            <p:nvPr/>
          </p:nvSpPr>
          <p:spPr>
            <a:xfrm>
              <a:off x="1654725" y="1638707"/>
              <a:ext cx="856125" cy="255250"/>
            </a:xfrm>
            <a:custGeom>
              <a:rect b="b" l="l" r="r" t="t"/>
              <a:pathLst>
                <a:path extrusionOk="0" h="10210" w="34245">
                  <a:moveTo>
                    <a:pt x="33659" y="377"/>
                  </a:moveTo>
                  <a:lnTo>
                    <a:pt x="33659" y="377"/>
                  </a:lnTo>
                  <a:cubicBezTo>
                    <a:pt x="33191" y="956"/>
                    <a:pt x="32708" y="1545"/>
                    <a:pt x="32239" y="2145"/>
                  </a:cubicBezTo>
                  <a:cubicBezTo>
                    <a:pt x="32225" y="2101"/>
                    <a:pt x="32189" y="2065"/>
                    <a:pt x="32126" y="2065"/>
                  </a:cubicBezTo>
                  <a:cubicBezTo>
                    <a:pt x="26883" y="2119"/>
                    <a:pt x="21642" y="2244"/>
                    <a:pt x="16399" y="2314"/>
                  </a:cubicBezTo>
                  <a:cubicBezTo>
                    <a:pt x="11164" y="2383"/>
                    <a:pt x="5904" y="2288"/>
                    <a:pt x="671" y="2513"/>
                  </a:cubicBezTo>
                  <a:cubicBezTo>
                    <a:pt x="649" y="2513"/>
                    <a:pt x="633" y="2521"/>
                    <a:pt x="619" y="2535"/>
                  </a:cubicBezTo>
                  <a:cubicBezTo>
                    <a:pt x="621" y="1894"/>
                    <a:pt x="625" y="1254"/>
                    <a:pt x="641" y="612"/>
                  </a:cubicBezTo>
                  <a:cubicBezTo>
                    <a:pt x="643" y="592"/>
                    <a:pt x="637" y="573"/>
                    <a:pt x="633" y="554"/>
                  </a:cubicBezTo>
                  <a:lnTo>
                    <a:pt x="633" y="554"/>
                  </a:lnTo>
                  <a:cubicBezTo>
                    <a:pt x="1464" y="624"/>
                    <a:pt x="2307" y="648"/>
                    <a:pt x="3155" y="648"/>
                  </a:cubicBezTo>
                  <a:cubicBezTo>
                    <a:pt x="4999" y="648"/>
                    <a:pt x="6864" y="535"/>
                    <a:pt x="8677" y="532"/>
                  </a:cubicBezTo>
                  <a:cubicBezTo>
                    <a:pt x="11516" y="524"/>
                    <a:pt x="14359" y="513"/>
                    <a:pt x="17199" y="497"/>
                  </a:cubicBezTo>
                  <a:cubicBezTo>
                    <a:pt x="22685" y="463"/>
                    <a:pt x="28173" y="425"/>
                    <a:pt x="33659" y="377"/>
                  </a:cubicBezTo>
                  <a:close/>
                  <a:moveTo>
                    <a:pt x="32110" y="2314"/>
                  </a:moveTo>
                  <a:lnTo>
                    <a:pt x="32110" y="2314"/>
                  </a:lnTo>
                  <a:cubicBezTo>
                    <a:pt x="31433" y="3192"/>
                    <a:pt x="30794" y="4095"/>
                    <a:pt x="30279" y="5048"/>
                  </a:cubicBezTo>
                  <a:cubicBezTo>
                    <a:pt x="30244" y="5057"/>
                    <a:pt x="30215" y="5073"/>
                    <a:pt x="30187" y="5095"/>
                  </a:cubicBezTo>
                  <a:cubicBezTo>
                    <a:pt x="28398" y="5089"/>
                    <a:pt x="26609" y="5088"/>
                    <a:pt x="24821" y="5088"/>
                  </a:cubicBezTo>
                  <a:cubicBezTo>
                    <a:pt x="21823" y="5088"/>
                    <a:pt x="18825" y="5093"/>
                    <a:pt x="15827" y="5095"/>
                  </a:cubicBezTo>
                  <a:cubicBezTo>
                    <a:pt x="15738" y="5095"/>
                    <a:pt x="15648" y="5095"/>
                    <a:pt x="15559" y="5095"/>
                  </a:cubicBezTo>
                  <a:cubicBezTo>
                    <a:pt x="12507" y="5095"/>
                    <a:pt x="9450" y="5050"/>
                    <a:pt x="6396" y="5050"/>
                  </a:cubicBezTo>
                  <a:cubicBezTo>
                    <a:pt x="4675" y="5050"/>
                    <a:pt x="2955" y="5064"/>
                    <a:pt x="1237" y="5108"/>
                  </a:cubicBezTo>
                  <a:cubicBezTo>
                    <a:pt x="1136" y="4997"/>
                    <a:pt x="1020" y="4916"/>
                    <a:pt x="863" y="4904"/>
                  </a:cubicBezTo>
                  <a:cubicBezTo>
                    <a:pt x="852" y="4904"/>
                    <a:pt x="840" y="4903"/>
                    <a:pt x="828" y="4903"/>
                  </a:cubicBezTo>
                  <a:cubicBezTo>
                    <a:pt x="763" y="4903"/>
                    <a:pt x="697" y="4913"/>
                    <a:pt x="637" y="4932"/>
                  </a:cubicBezTo>
                  <a:cubicBezTo>
                    <a:pt x="627" y="4171"/>
                    <a:pt x="621" y="3407"/>
                    <a:pt x="621" y="2644"/>
                  </a:cubicBezTo>
                  <a:lnTo>
                    <a:pt x="621" y="2644"/>
                  </a:lnTo>
                  <a:cubicBezTo>
                    <a:pt x="633" y="2656"/>
                    <a:pt x="649" y="2665"/>
                    <a:pt x="671" y="2665"/>
                  </a:cubicBezTo>
                  <a:cubicBezTo>
                    <a:pt x="2244" y="2717"/>
                    <a:pt x="3820" y="2736"/>
                    <a:pt x="5397" y="2736"/>
                  </a:cubicBezTo>
                  <a:cubicBezTo>
                    <a:pt x="9065" y="2736"/>
                    <a:pt x="12739" y="2632"/>
                    <a:pt x="16399" y="2586"/>
                  </a:cubicBezTo>
                  <a:cubicBezTo>
                    <a:pt x="21636" y="2524"/>
                    <a:pt x="26875" y="2473"/>
                    <a:pt x="32110" y="2314"/>
                  </a:cubicBezTo>
                  <a:close/>
                  <a:moveTo>
                    <a:pt x="942" y="5093"/>
                  </a:moveTo>
                  <a:cubicBezTo>
                    <a:pt x="988" y="5093"/>
                    <a:pt x="1032" y="5099"/>
                    <a:pt x="1076" y="5113"/>
                  </a:cubicBezTo>
                  <a:cubicBezTo>
                    <a:pt x="987" y="5115"/>
                    <a:pt x="902" y="5115"/>
                    <a:pt x="814" y="5117"/>
                  </a:cubicBezTo>
                  <a:cubicBezTo>
                    <a:pt x="704" y="5121"/>
                    <a:pt x="704" y="5288"/>
                    <a:pt x="814" y="5290"/>
                  </a:cubicBezTo>
                  <a:cubicBezTo>
                    <a:pt x="2676" y="5343"/>
                    <a:pt x="4540" y="5360"/>
                    <a:pt x="6406" y="5360"/>
                  </a:cubicBezTo>
                  <a:cubicBezTo>
                    <a:pt x="9459" y="5360"/>
                    <a:pt x="12515" y="5316"/>
                    <a:pt x="15566" y="5316"/>
                  </a:cubicBezTo>
                  <a:cubicBezTo>
                    <a:pt x="15653" y="5316"/>
                    <a:pt x="15740" y="5316"/>
                    <a:pt x="15827" y="5316"/>
                  </a:cubicBezTo>
                  <a:cubicBezTo>
                    <a:pt x="18911" y="5319"/>
                    <a:pt x="21997" y="5324"/>
                    <a:pt x="25082" y="5324"/>
                  </a:cubicBezTo>
                  <a:cubicBezTo>
                    <a:pt x="26764" y="5324"/>
                    <a:pt x="28447" y="5322"/>
                    <a:pt x="30129" y="5318"/>
                  </a:cubicBezTo>
                  <a:cubicBezTo>
                    <a:pt x="30133" y="5332"/>
                    <a:pt x="30141" y="5346"/>
                    <a:pt x="30149" y="5360"/>
                  </a:cubicBezTo>
                  <a:cubicBezTo>
                    <a:pt x="30604" y="6050"/>
                    <a:pt x="31066" y="6749"/>
                    <a:pt x="31545" y="7437"/>
                  </a:cubicBezTo>
                  <a:cubicBezTo>
                    <a:pt x="29091" y="7150"/>
                    <a:pt x="26612" y="7057"/>
                    <a:pt x="24130" y="7057"/>
                  </a:cubicBezTo>
                  <a:cubicBezTo>
                    <a:pt x="21448" y="7057"/>
                    <a:pt x="18762" y="7165"/>
                    <a:pt x="16102" y="7253"/>
                  </a:cubicBezTo>
                  <a:cubicBezTo>
                    <a:pt x="13333" y="7344"/>
                    <a:pt x="10568" y="7415"/>
                    <a:pt x="7802" y="7415"/>
                  </a:cubicBezTo>
                  <a:cubicBezTo>
                    <a:pt x="5423" y="7415"/>
                    <a:pt x="3043" y="7363"/>
                    <a:pt x="663" y="7227"/>
                  </a:cubicBezTo>
                  <a:cubicBezTo>
                    <a:pt x="657" y="6549"/>
                    <a:pt x="649" y="5870"/>
                    <a:pt x="639" y="5191"/>
                  </a:cubicBezTo>
                  <a:cubicBezTo>
                    <a:pt x="715" y="5149"/>
                    <a:pt x="792" y="5103"/>
                    <a:pt x="882" y="5097"/>
                  </a:cubicBezTo>
                  <a:cubicBezTo>
                    <a:pt x="902" y="5094"/>
                    <a:pt x="922" y="5093"/>
                    <a:pt x="942" y="5093"/>
                  </a:cubicBezTo>
                  <a:close/>
                  <a:moveTo>
                    <a:pt x="22585" y="7369"/>
                  </a:moveTo>
                  <a:cubicBezTo>
                    <a:pt x="25619" y="7369"/>
                    <a:pt x="28649" y="7452"/>
                    <a:pt x="31694" y="7654"/>
                  </a:cubicBezTo>
                  <a:cubicBezTo>
                    <a:pt x="32195" y="8370"/>
                    <a:pt x="32716" y="9072"/>
                    <a:pt x="33271" y="9733"/>
                  </a:cubicBezTo>
                  <a:cubicBezTo>
                    <a:pt x="28313" y="9572"/>
                    <a:pt x="23348" y="9515"/>
                    <a:pt x="18384" y="9515"/>
                  </a:cubicBezTo>
                  <a:cubicBezTo>
                    <a:pt x="17852" y="9515"/>
                    <a:pt x="17320" y="9516"/>
                    <a:pt x="16787" y="9517"/>
                  </a:cubicBezTo>
                  <a:cubicBezTo>
                    <a:pt x="14049" y="9525"/>
                    <a:pt x="11311" y="9553"/>
                    <a:pt x="8572" y="9599"/>
                  </a:cubicBezTo>
                  <a:cubicBezTo>
                    <a:pt x="8007" y="9608"/>
                    <a:pt x="7437" y="9609"/>
                    <a:pt x="6863" y="9609"/>
                  </a:cubicBezTo>
                  <a:cubicBezTo>
                    <a:pt x="6632" y="9609"/>
                    <a:pt x="6400" y="9609"/>
                    <a:pt x="6167" y="9609"/>
                  </a:cubicBezTo>
                  <a:cubicBezTo>
                    <a:pt x="4321" y="9609"/>
                    <a:pt x="2456" y="9623"/>
                    <a:pt x="655" y="9875"/>
                  </a:cubicBezTo>
                  <a:cubicBezTo>
                    <a:pt x="669" y="9068"/>
                    <a:pt x="671" y="8257"/>
                    <a:pt x="665" y="7449"/>
                  </a:cubicBezTo>
                  <a:lnTo>
                    <a:pt x="665" y="7449"/>
                  </a:lnTo>
                  <a:cubicBezTo>
                    <a:pt x="2814" y="7639"/>
                    <a:pt x="4970" y="7704"/>
                    <a:pt x="7126" y="7704"/>
                  </a:cubicBezTo>
                  <a:cubicBezTo>
                    <a:pt x="10120" y="7704"/>
                    <a:pt x="13116" y="7578"/>
                    <a:pt x="16101" y="7481"/>
                  </a:cubicBezTo>
                  <a:cubicBezTo>
                    <a:pt x="18270" y="7411"/>
                    <a:pt x="20429" y="7369"/>
                    <a:pt x="22585" y="7369"/>
                  </a:cubicBezTo>
                  <a:close/>
                  <a:moveTo>
                    <a:pt x="34016" y="1"/>
                  </a:moveTo>
                  <a:cubicBezTo>
                    <a:pt x="34015" y="1"/>
                    <a:pt x="34014" y="1"/>
                    <a:pt x="34012" y="1"/>
                  </a:cubicBezTo>
                  <a:cubicBezTo>
                    <a:pt x="28409" y="51"/>
                    <a:pt x="22805" y="116"/>
                    <a:pt x="17199" y="169"/>
                  </a:cubicBezTo>
                  <a:cubicBezTo>
                    <a:pt x="14435" y="197"/>
                    <a:pt x="11671" y="226"/>
                    <a:pt x="8908" y="256"/>
                  </a:cubicBezTo>
                  <a:cubicBezTo>
                    <a:pt x="8724" y="258"/>
                    <a:pt x="8541" y="259"/>
                    <a:pt x="8356" y="259"/>
                  </a:cubicBezTo>
                  <a:cubicBezTo>
                    <a:pt x="6834" y="259"/>
                    <a:pt x="5281" y="198"/>
                    <a:pt x="3738" y="198"/>
                  </a:cubicBezTo>
                  <a:cubicBezTo>
                    <a:pt x="2609" y="198"/>
                    <a:pt x="1486" y="231"/>
                    <a:pt x="386" y="345"/>
                  </a:cubicBezTo>
                  <a:cubicBezTo>
                    <a:pt x="333" y="351"/>
                    <a:pt x="303" y="383"/>
                    <a:pt x="295" y="423"/>
                  </a:cubicBezTo>
                  <a:cubicBezTo>
                    <a:pt x="231" y="458"/>
                    <a:pt x="180" y="518"/>
                    <a:pt x="178" y="612"/>
                  </a:cubicBezTo>
                  <a:cubicBezTo>
                    <a:pt x="96" y="3690"/>
                    <a:pt x="0" y="6863"/>
                    <a:pt x="323" y="9924"/>
                  </a:cubicBezTo>
                  <a:cubicBezTo>
                    <a:pt x="334" y="10031"/>
                    <a:pt x="419" y="10084"/>
                    <a:pt x="501" y="10084"/>
                  </a:cubicBezTo>
                  <a:cubicBezTo>
                    <a:pt x="502" y="10084"/>
                    <a:pt x="504" y="10084"/>
                    <a:pt x="506" y="10084"/>
                  </a:cubicBezTo>
                  <a:cubicBezTo>
                    <a:pt x="526" y="10107"/>
                    <a:pt x="554" y="10123"/>
                    <a:pt x="587" y="10127"/>
                  </a:cubicBezTo>
                  <a:cubicBezTo>
                    <a:pt x="1321" y="10187"/>
                    <a:pt x="2062" y="10209"/>
                    <a:pt x="2807" y="10209"/>
                  </a:cubicBezTo>
                  <a:cubicBezTo>
                    <a:pt x="4804" y="10209"/>
                    <a:pt x="6825" y="10048"/>
                    <a:pt x="8802" y="10014"/>
                  </a:cubicBezTo>
                  <a:cubicBezTo>
                    <a:pt x="11540" y="9968"/>
                    <a:pt x="14278" y="9942"/>
                    <a:pt x="17017" y="9938"/>
                  </a:cubicBezTo>
                  <a:cubicBezTo>
                    <a:pt x="17263" y="9938"/>
                    <a:pt x="17509" y="9938"/>
                    <a:pt x="17755" y="9938"/>
                  </a:cubicBezTo>
                  <a:cubicBezTo>
                    <a:pt x="22987" y="9938"/>
                    <a:pt x="28216" y="10034"/>
                    <a:pt x="33447" y="10153"/>
                  </a:cubicBezTo>
                  <a:cubicBezTo>
                    <a:pt x="33449" y="10153"/>
                    <a:pt x="33450" y="10153"/>
                    <a:pt x="33451" y="10153"/>
                  </a:cubicBezTo>
                  <a:cubicBezTo>
                    <a:pt x="33584" y="10153"/>
                    <a:pt x="33648" y="10050"/>
                    <a:pt x="33648" y="9948"/>
                  </a:cubicBezTo>
                  <a:cubicBezTo>
                    <a:pt x="33702" y="9901"/>
                    <a:pt x="33730" y="9791"/>
                    <a:pt x="33689" y="9714"/>
                  </a:cubicBezTo>
                  <a:cubicBezTo>
                    <a:pt x="32828" y="8177"/>
                    <a:pt x="31731" y="6638"/>
                    <a:pt x="30676" y="5254"/>
                  </a:cubicBezTo>
                  <a:lnTo>
                    <a:pt x="30883" y="5254"/>
                  </a:lnTo>
                  <a:lnTo>
                    <a:pt x="30883" y="5022"/>
                  </a:lnTo>
                  <a:lnTo>
                    <a:pt x="30625" y="5022"/>
                  </a:lnTo>
                  <a:cubicBezTo>
                    <a:pt x="31837" y="3637"/>
                    <a:pt x="32877" y="1982"/>
                    <a:pt x="34070" y="504"/>
                  </a:cubicBezTo>
                  <a:cubicBezTo>
                    <a:pt x="34120" y="441"/>
                    <a:pt x="34128" y="389"/>
                    <a:pt x="34109" y="326"/>
                  </a:cubicBezTo>
                  <a:cubicBezTo>
                    <a:pt x="34244" y="239"/>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9"/>
            <p:cNvSpPr/>
            <p:nvPr/>
          </p:nvSpPr>
          <p:spPr>
            <a:xfrm>
              <a:off x="1670175" y="1648132"/>
              <a:ext cx="826025" cy="54000"/>
            </a:xfrm>
            <a:custGeom>
              <a:rect b="b" l="l" r="r" t="t"/>
              <a:pathLst>
                <a:path extrusionOk="0" h="2160" w="33041">
                  <a:moveTo>
                    <a:pt x="33041" y="0"/>
                  </a:moveTo>
                  <a:cubicBezTo>
                    <a:pt x="27555" y="48"/>
                    <a:pt x="22067" y="86"/>
                    <a:pt x="16581" y="120"/>
                  </a:cubicBezTo>
                  <a:cubicBezTo>
                    <a:pt x="13741" y="136"/>
                    <a:pt x="10898" y="147"/>
                    <a:pt x="8059" y="155"/>
                  </a:cubicBezTo>
                  <a:cubicBezTo>
                    <a:pt x="6246" y="158"/>
                    <a:pt x="4381" y="271"/>
                    <a:pt x="2537" y="271"/>
                  </a:cubicBezTo>
                  <a:cubicBezTo>
                    <a:pt x="1689" y="271"/>
                    <a:pt x="846" y="247"/>
                    <a:pt x="15" y="177"/>
                  </a:cubicBezTo>
                  <a:lnTo>
                    <a:pt x="15" y="177"/>
                  </a:lnTo>
                  <a:cubicBezTo>
                    <a:pt x="19" y="197"/>
                    <a:pt x="25" y="215"/>
                    <a:pt x="23" y="235"/>
                  </a:cubicBezTo>
                  <a:cubicBezTo>
                    <a:pt x="7" y="877"/>
                    <a:pt x="3" y="1517"/>
                    <a:pt x="1" y="2159"/>
                  </a:cubicBezTo>
                  <a:cubicBezTo>
                    <a:pt x="15" y="2145"/>
                    <a:pt x="31" y="2136"/>
                    <a:pt x="53" y="2136"/>
                  </a:cubicBezTo>
                  <a:cubicBezTo>
                    <a:pt x="5286" y="1911"/>
                    <a:pt x="10545" y="2006"/>
                    <a:pt x="15781" y="1937"/>
                  </a:cubicBezTo>
                  <a:cubicBezTo>
                    <a:pt x="21024" y="1867"/>
                    <a:pt x="26265" y="1743"/>
                    <a:pt x="31508" y="1688"/>
                  </a:cubicBezTo>
                  <a:cubicBezTo>
                    <a:pt x="31571" y="1688"/>
                    <a:pt x="31607" y="1724"/>
                    <a:pt x="31621" y="1768"/>
                  </a:cubicBezTo>
                  <a:cubicBezTo>
                    <a:pt x="32090" y="1168"/>
                    <a:pt x="32573" y="579"/>
                    <a:pt x="33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9"/>
            <p:cNvSpPr/>
            <p:nvPr/>
          </p:nvSpPr>
          <p:spPr>
            <a:xfrm>
              <a:off x="1670700" y="1766032"/>
              <a:ext cx="772650" cy="58625"/>
            </a:xfrm>
            <a:custGeom>
              <a:rect b="b" l="l" r="r" t="t"/>
              <a:pathLst>
                <a:path extrusionOk="0" h="2345" w="30906">
                  <a:moveTo>
                    <a:pt x="301" y="0"/>
                  </a:moveTo>
                  <a:cubicBezTo>
                    <a:pt x="282" y="0"/>
                    <a:pt x="262" y="2"/>
                    <a:pt x="243" y="4"/>
                  </a:cubicBezTo>
                  <a:cubicBezTo>
                    <a:pt x="153" y="10"/>
                    <a:pt x="76" y="57"/>
                    <a:pt x="0" y="98"/>
                  </a:cubicBezTo>
                  <a:cubicBezTo>
                    <a:pt x="10" y="777"/>
                    <a:pt x="18" y="1456"/>
                    <a:pt x="24" y="2135"/>
                  </a:cubicBezTo>
                  <a:cubicBezTo>
                    <a:pt x="2402" y="2270"/>
                    <a:pt x="4778" y="2322"/>
                    <a:pt x="7154" y="2322"/>
                  </a:cubicBezTo>
                  <a:cubicBezTo>
                    <a:pt x="9922" y="2322"/>
                    <a:pt x="12691" y="2252"/>
                    <a:pt x="15463" y="2160"/>
                  </a:cubicBezTo>
                  <a:cubicBezTo>
                    <a:pt x="18122" y="2072"/>
                    <a:pt x="20805" y="1965"/>
                    <a:pt x="23486" y="1965"/>
                  </a:cubicBezTo>
                  <a:cubicBezTo>
                    <a:pt x="25970" y="1965"/>
                    <a:pt x="28450" y="2057"/>
                    <a:pt x="30906" y="2344"/>
                  </a:cubicBezTo>
                  <a:cubicBezTo>
                    <a:pt x="30427" y="1656"/>
                    <a:pt x="29965" y="957"/>
                    <a:pt x="29510" y="267"/>
                  </a:cubicBezTo>
                  <a:cubicBezTo>
                    <a:pt x="29501" y="253"/>
                    <a:pt x="29494" y="239"/>
                    <a:pt x="29490" y="225"/>
                  </a:cubicBezTo>
                  <a:cubicBezTo>
                    <a:pt x="27736" y="229"/>
                    <a:pt x="25982" y="231"/>
                    <a:pt x="24229" y="231"/>
                  </a:cubicBezTo>
                  <a:cubicBezTo>
                    <a:pt x="21215" y="231"/>
                    <a:pt x="18201" y="226"/>
                    <a:pt x="15188" y="223"/>
                  </a:cubicBezTo>
                  <a:cubicBezTo>
                    <a:pt x="15101" y="223"/>
                    <a:pt x="15014" y="223"/>
                    <a:pt x="14927" y="223"/>
                  </a:cubicBezTo>
                  <a:cubicBezTo>
                    <a:pt x="11876" y="223"/>
                    <a:pt x="8820" y="267"/>
                    <a:pt x="5767" y="267"/>
                  </a:cubicBezTo>
                  <a:cubicBezTo>
                    <a:pt x="3901" y="267"/>
                    <a:pt x="2037" y="250"/>
                    <a:pt x="175" y="197"/>
                  </a:cubicBezTo>
                  <a:cubicBezTo>
                    <a:pt x="65" y="195"/>
                    <a:pt x="65" y="29"/>
                    <a:pt x="175" y="24"/>
                  </a:cubicBezTo>
                  <a:cubicBezTo>
                    <a:pt x="263" y="22"/>
                    <a:pt x="348" y="22"/>
                    <a:pt x="437" y="20"/>
                  </a:cubicBezTo>
                  <a:cubicBezTo>
                    <a:pt x="392" y="7"/>
                    <a:pt x="347"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99"/>
          <p:cNvGrpSpPr/>
          <p:nvPr/>
        </p:nvGrpSpPr>
        <p:grpSpPr>
          <a:xfrm flipH="1">
            <a:off x="2305075" y="1961732"/>
            <a:ext cx="856125" cy="255250"/>
            <a:chOff x="1654725" y="1638707"/>
            <a:chExt cx="856125" cy="255250"/>
          </a:xfrm>
        </p:grpSpPr>
        <p:sp>
          <p:nvSpPr>
            <p:cNvPr id="3589" name="Google Shape;3589;p99"/>
            <p:cNvSpPr/>
            <p:nvPr/>
          </p:nvSpPr>
          <p:spPr>
            <a:xfrm>
              <a:off x="1671100" y="1822932"/>
              <a:ext cx="815400" cy="62700"/>
            </a:xfrm>
            <a:custGeom>
              <a:rect b="b" l="l" r="r" t="t"/>
              <a:pathLst>
                <a:path extrusionOk="0" h="2508" w="32616">
                  <a:moveTo>
                    <a:pt x="21935" y="1"/>
                  </a:moveTo>
                  <a:cubicBezTo>
                    <a:pt x="19777" y="1"/>
                    <a:pt x="17617" y="42"/>
                    <a:pt x="15447" y="112"/>
                  </a:cubicBezTo>
                  <a:cubicBezTo>
                    <a:pt x="12462" y="209"/>
                    <a:pt x="9466" y="335"/>
                    <a:pt x="6472" y="335"/>
                  </a:cubicBezTo>
                  <a:cubicBezTo>
                    <a:pt x="4315" y="335"/>
                    <a:pt x="2159" y="270"/>
                    <a:pt x="10" y="80"/>
                  </a:cubicBezTo>
                  <a:lnTo>
                    <a:pt x="10" y="80"/>
                  </a:lnTo>
                  <a:cubicBezTo>
                    <a:pt x="16" y="889"/>
                    <a:pt x="14" y="1699"/>
                    <a:pt x="0" y="2507"/>
                  </a:cubicBezTo>
                  <a:cubicBezTo>
                    <a:pt x="1805" y="2254"/>
                    <a:pt x="3675" y="2240"/>
                    <a:pt x="5526" y="2240"/>
                  </a:cubicBezTo>
                  <a:cubicBezTo>
                    <a:pt x="5752" y="2240"/>
                    <a:pt x="5977" y="2240"/>
                    <a:pt x="6202" y="2240"/>
                  </a:cubicBezTo>
                  <a:cubicBezTo>
                    <a:pt x="6778" y="2240"/>
                    <a:pt x="7351" y="2239"/>
                    <a:pt x="7918" y="2230"/>
                  </a:cubicBezTo>
                  <a:cubicBezTo>
                    <a:pt x="10656" y="2184"/>
                    <a:pt x="13394" y="2156"/>
                    <a:pt x="16133" y="2149"/>
                  </a:cubicBezTo>
                  <a:cubicBezTo>
                    <a:pt x="16699" y="2148"/>
                    <a:pt x="17266" y="2147"/>
                    <a:pt x="17832" y="2147"/>
                  </a:cubicBezTo>
                  <a:cubicBezTo>
                    <a:pt x="22761" y="2147"/>
                    <a:pt x="27692" y="2204"/>
                    <a:pt x="32616" y="2364"/>
                  </a:cubicBezTo>
                  <a:cubicBezTo>
                    <a:pt x="32063" y="1703"/>
                    <a:pt x="31540" y="1001"/>
                    <a:pt x="31039" y="285"/>
                  </a:cubicBezTo>
                  <a:cubicBezTo>
                    <a:pt x="27996" y="83"/>
                    <a:pt x="24968" y="1"/>
                    <a:pt x="219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9"/>
            <p:cNvSpPr/>
            <p:nvPr/>
          </p:nvSpPr>
          <p:spPr>
            <a:xfrm>
              <a:off x="1670225" y="1696532"/>
              <a:ext cx="787250" cy="69875"/>
            </a:xfrm>
            <a:custGeom>
              <a:rect b="b" l="l" r="r" t="t"/>
              <a:pathLst>
                <a:path extrusionOk="0" h="2795" w="31490">
                  <a:moveTo>
                    <a:pt x="31490" y="1"/>
                  </a:moveTo>
                  <a:lnTo>
                    <a:pt x="31490" y="1"/>
                  </a:lnTo>
                  <a:cubicBezTo>
                    <a:pt x="26255" y="160"/>
                    <a:pt x="21016" y="211"/>
                    <a:pt x="15779" y="273"/>
                  </a:cubicBezTo>
                  <a:cubicBezTo>
                    <a:pt x="12118" y="319"/>
                    <a:pt x="8443" y="422"/>
                    <a:pt x="4774" y="422"/>
                  </a:cubicBezTo>
                  <a:cubicBezTo>
                    <a:pt x="3198" y="422"/>
                    <a:pt x="1623" y="403"/>
                    <a:pt x="51" y="352"/>
                  </a:cubicBezTo>
                  <a:cubicBezTo>
                    <a:pt x="29" y="352"/>
                    <a:pt x="13" y="343"/>
                    <a:pt x="1" y="331"/>
                  </a:cubicBezTo>
                  <a:lnTo>
                    <a:pt x="1" y="331"/>
                  </a:lnTo>
                  <a:cubicBezTo>
                    <a:pt x="1" y="1093"/>
                    <a:pt x="7" y="1858"/>
                    <a:pt x="17" y="2619"/>
                  </a:cubicBezTo>
                  <a:cubicBezTo>
                    <a:pt x="77" y="2600"/>
                    <a:pt x="143" y="2590"/>
                    <a:pt x="208" y="2590"/>
                  </a:cubicBezTo>
                  <a:cubicBezTo>
                    <a:pt x="220" y="2590"/>
                    <a:pt x="232" y="2591"/>
                    <a:pt x="243" y="2591"/>
                  </a:cubicBezTo>
                  <a:cubicBezTo>
                    <a:pt x="400" y="2603"/>
                    <a:pt x="516" y="2684"/>
                    <a:pt x="617" y="2794"/>
                  </a:cubicBezTo>
                  <a:cubicBezTo>
                    <a:pt x="2329" y="2751"/>
                    <a:pt x="4042" y="2737"/>
                    <a:pt x="5755" y="2737"/>
                  </a:cubicBezTo>
                  <a:cubicBezTo>
                    <a:pt x="8795" y="2737"/>
                    <a:pt x="11836" y="2781"/>
                    <a:pt x="14873" y="2781"/>
                  </a:cubicBezTo>
                  <a:cubicBezTo>
                    <a:pt x="14984" y="2781"/>
                    <a:pt x="15096" y="2781"/>
                    <a:pt x="15207" y="2781"/>
                  </a:cubicBezTo>
                  <a:cubicBezTo>
                    <a:pt x="18271" y="2779"/>
                    <a:pt x="21335" y="2774"/>
                    <a:pt x="24399" y="2774"/>
                  </a:cubicBezTo>
                  <a:cubicBezTo>
                    <a:pt x="26122" y="2774"/>
                    <a:pt x="27844" y="2776"/>
                    <a:pt x="29567" y="2781"/>
                  </a:cubicBezTo>
                  <a:cubicBezTo>
                    <a:pt x="29595" y="2760"/>
                    <a:pt x="29624" y="2744"/>
                    <a:pt x="29659" y="2735"/>
                  </a:cubicBezTo>
                  <a:cubicBezTo>
                    <a:pt x="30174" y="1782"/>
                    <a:pt x="30813" y="878"/>
                    <a:pt x="31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9"/>
            <p:cNvSpPr/>
            <p:nvPr/>
          </p:nvSpPr>
          <p:spPr>
            <a:xfrm>
              <a:off x="1654725" y="1638707"/>
              <a:ext cx="856125" cy="255250"/>
            </a:xfrm>
            <a:custGeom>
              <a:rect b="b" l="l" r="r" t="t"/>
              <a:pathLst>
                <a:path extrusionOk="0" h="10210" w="34245">
                  <a:moveTo>
                    <a:pt x="33659" y="377"/>
                  </a:moveTo>
                  <a:lnTo>
                    <a:pt x="33659" y="377"/>
                  </a:lnTo>
                  <a:cubicBezTo>
                    <a:pt x="33191" y="956"/>
                    <a:pt x="32708" y="1545"/>
                    <a:pt x="32239" y="2145"/>
                  </a:cubicBezTo>
                  <a:cubicBezTo>
                    <a:pt x="32225" y="2101"/>
                    <a:pt x="32189" y="2065"/>
                    <a:pt x="32126" y="2065"/>
                  </a:cubicBezTo>
                  <a:cubicBezTo>
                    <a:pt x="26883" y="2119"/>
                    <a:pt x="21642" y="2244"/>
                    <a:pt x="16399" y="2314"/>
                  </a:cubicBezTo>
                  <a:cubicBezTo>
                    <a:pt x="11164" y="2383"/>
                    <a:pt x="5904" y="2288"/>
                    <a:pt x="671" y="2513"/>
                  </a:cubicBezTo>
                  <a:cubicBezTo>
                    <a:pt x="649" y="2513"/>
                    <a:pt x="633" y="2521"/>
                    <a:pt x="619" y="2535"/>
                  </a:cubicBezTo>
                  <a:cubicBezTo>
                    <a:pt x="621" y="1894"/>
                    <a:pt x="625" y="1254"/>
                    <a:pt x="641" y="612"/>
                  </a:cubicBezTo>
                  <a:cubicBezTo>
                    <a:pt x="643" y="592"/>
                    <a:pt x="637" y="573"/>
                    <a:pt x="633" y="554"/>
                  </a:cubicBezTo>
                  <a:lnTo>
                    <a:pt x="633" y="554"/>
                  </a:lnTo>
                  <a:cubicBezTo>
                    <a:pt x="1464" y="624"/>
                    <a:pt x="2307" y="648"/>
                    <a:pt x="3155" y="648"/>
                  </a:cubicBezTo>
                  <a:cubicBezTo>
                    <a:pt x="4999" y="648"/>
                    <a:pt x="6864" y="535"/>
                    <a:pt x="8677" y="532"/>
                  </a:cubicBezTo>
                  <a:cubicBezTo>
                    <a:pt x="11516" y="524"/>
                    <a:pt x="14359" y="513"/>
                    <a:pt x="17199" y="497"/>
                  </a:cubicBezTo>
                  <a:cubicBezTo>
                    <a:pt x="22685" y="463"/>
                    <a:pt x="28173" y="425"/>
                    <a:pt x="33659" y="377"/>
                  </a:cubicBezTo>
                  <a:close/>
                  <a:moveTo>
                    <a:pt x="32110" y="2314"/>
                  </a:moveTo>
                  <a:lnTo>
                    <a:pt x="32110" y="2314"/>
                  </a:lnTo>
                  <a:cubicBezTo>
                    <a:pt x="31433" y="3192"/>
                    <a:pt x="30794" y="4095"/>
                    <a:pt x="30279" y="5048"/>
                  </a:cubicBezTo>
                  <a:cubicBezTo>
                    <a:pt x="30244" y="5057"/>
                    <a:pt x="30215" y="5073"/>
                    <a:pt x="30187" y="5095"/>
                  </a:cubicBezTo>
                  <a:cubicBezTo>
                    <a:pt x="28398" y="5089"/>
                    <a:pt x="26609" y="5088"/>
                    <a:pt x="24821" y="5088"/>
                  </a:cubicBezTo>
                  <a:cubicBezTo>
                    <a:pt x="21823" y="5088"/>
                    <a:pt x="18825" y="5093"/>
                    <a:pt x="15827" y="5095"/>
                  </a:cubicBezTo>
                  <a:cubicBezTo>
                    <a:pt x="15738" y="5095"/>
                    <a:pt x="15648" y="5095"/>
                    <a:pt x="15559" y="5095"/>
                  </a:cubicBezTo>
                  <a:cubicBezTo>
                    <a:pt x="12507" y="5095"/>
                    <a:pt x="9450" y="5050"/>
                    <a:pt x="6396" y="5050"/>
                  </a:cubicBezTo>
                  <a:cubicBezTo>
                    <a:pt x="4675" y="5050"/>
                    <a:pt x="2955" y="5064"/>
                    <a:pt x="1237" y="5108"/>
                  </a:cubicBezTo>
                  <a:cubicBezTo>
                    <a:pt x="1136" y="4997"/>
                    <a:pt x="1020" y="4916"/>
                    <a:pt x="863" y="4904"/>
                  </a:cubicBezTo>
                  <a:cubicBezTo>
                    <a:pt x="852" y="4904"/>
                    <a:pt x="840" y="4903"/>
                    <a:pt x="828" y="4903"/>
                  </a:cubicBezTo>
                  <a:cubicBezTo>
                    <a:pt x="763" y="4903"/>
                    <a:pt x="697" y="4913"/>
                    <a:pt x="637" y="4932"/>
                  </a:cubicBezTo>
                  <a:cubicBezTo>
                    <a:pt x="627" y="4171"/>
                    <a:pt x="621" y="3407"/>
                    <a:pt x="621" y="2644"/>
                  </a:cubicBezTo>
                  <a:lnTo>
                    <a:pt x="621" y="2644"/>
                  </a:lnTo>
                  <a:cubicBezTo>
                    <a:pt x="633" y="2656"/>
                    <a:pt x="649" y="2665"/>
                    <a:pt x="671" y="2665"/>
                  </a:cubicBezTo>
                  <a:cubicBezTo>
                    <a:pt x="2244" y="2717"/>
                    <a:pt x="3820" y="2736"/>
                    <a:pt x="5397" y="2736"/>
                  </a:cubicBezTo>
                  <a:cubicBezTo>
                    <a:pt x="9065" y="2736"/>
                    <a:pt x="12739" y="2632"/>
                    <a:pt x="16399" y="2586"/>
                  </a:cubicBezTo>
                  <a:cubicBezTo>
                    <a:pt x="21636" y="2524"/>
                    <a:pt x="26875" y="2473"/>
                    <a:pt x="32110" y="2314"/>
                  </a:cubicBezTo>
                  <a:close/>
                  <a:moveTo>
                    <a:pt x="942" y="5093"/>
                  </a:moveTo>
                  <a:cubicBezTo>
                    <a:pt x="988" y="5093"/>
                    <a:pt x="1032" y="5099"/>
                    <a:pt x="1076" y="5113"/>
                  </a:cubicBezTo>
                  <a:cubicBezTo>
                    <a:pt x="987" y="5115"/>
                    <a:pt x="902" y="5115"/>
                    <a:pt x="814" y="5117"/>
                  </a:cubicBezTo>
                  <a:cubicBezTo>
                    <a:pt x="704" y="5121"/>
                    <a:pt x="704" y="5288"/>
                    <a:pt x="814" y="5290"/>
                  </a:cubicBezTo>
                  <a:cubicBezTo>
                    <a:pt x="2676" y="5343"/>
                    <a:pt x="4540" y="5360"/>
                    <a:pt x="6406" y="5360"/>
                  </a:cubicBezTo>
                  <a:cubicBezTo>
                    <a:pt x="9459" y="5360"/>
                    <a:pt x="12515" y="5316"/>
                    <a:pt x="15566" y="5316"/>
                  </a:cubicBezTo>
                  <a:cubicBezTo>
                    <a:pt x="15653" y="5316"/>
                    <a:pt x="15740" y="5316"/>
                    <a:pt x="15827" y="5316"/>
                  </a:cubicBezTo>
                  <a:cubicBezTo>
                    <a:pt x="18911" y="5319"/>
                    <a:pt x="21997" y="5324"/>
                    <a:pt x="25082" y="5324"/>
                  </a:cubicBezTo>
                  <a:cubicBezTo>
                    <a:pt x="26764" y="5324"/>
                    <a:pt x="28447" y="5322"/>
                    <a:pt x="30129" y="5318"/>
                  </a:cubicBezTo>
                  <a:cubicBezTo>
                    <a:pt x="30133" y="5332"/>
                    <a:pt x="30141" y="5346"/>
                    <a:pt x="30149" y="5360"/>
                  </a:cubicBezTo>
                  <a:cubicBezTo>
                    <a:pt x="30604" y="6050"/>
                    <a:pt x="31066" y="6749"/>
                    <a:pt x="31545" y="7437"/>
                  </a:cubicBezTo>
                  <a:cubicBezTo>
                    <a:pt x="29091" y="7150"/>
                    <a:pt x="26612" y="7057"/>
                    <a:pt x="24130" y="7057"/>
                  </a:cubicBezTo>
                  <a:cubicBezTo>
                    <a:pt x="21448" y="7057"/>
                    <a:pt x="18762" y="7165"/>
                    <a:pt x="16102" y="7253"/>
                  </a:cubicBezTo>
                  <a:cubicBezTo>
                    <a:pt x="13333" y="7344"/>
                    <a:pt x="10568" y="7415"/>
                    <a:pt x="7802" y="7415"/>
                  </a:cubicBezTo>
                  <a:cubicBezTo>
                    <a:pt x="5423" y="7415"/>
                    <a:pt x="3043" y="7363"/>
                    <a:pt x="663" y="7227"/>
                  </a:cubicBezTo>
                  <a:cubicBezTo>
                    <a:pt x="657" y="6549"/>
                    <a:pt x="649" y="5870"/>
                    <a:pt x="639" y="5191"/>
                  </a:cubicBezTo>
                  <a:cubicBezTo>
                    <a:pt x="715" y="5149"/>
                    <a:pt x="792" y="5103"/>
                    <a:pt x="882" y="5097"/>
                  </a:cubicBezTo>
                  <a:cubicBezTo>
                    <a:pt x="902" y="5094"/>
                    <a:pt x="922" y="5093"/>
                    <a:pt x="942" y="5093"/>
                  </a:cubicBezTo>
                  <a:close/>
                  <a:moveTo>
                    <a:pt x="22585" y="7369"/>
                  </a:moveTo>
                  <a:cubicBezTo>
                    <a:pt x="25619" y="7369"/>
                    <a:pt x="28649" y="7452"/>
                    <a:pt x="31694" y="7654"/>
                  </a:cubicBezTo>
                  <a:cubicBezTo>
                    <a:pt x="32195" y="8370"/>
                    <a:pt x="32716" y="9072"/>
                    <a:pt x="33271" y="9733"/>
                  </a:cubicBezTo>
                  <a:cubicBezTo>
                    <a:pt x="28313" y="9572"/>
                    <a:pt x="23348" y="9515"/>
                    <a:pt x="18384" y="9515"/>
                  </a:cubicBezTo>
                  <a:cubicBezTo>
                    <a:pt x="17852" y="9515"/>
                    <a:pt x="17320" y="9516"/>
                    <a:pt x="16787" y="9517"/>
                  </a:cubicBezTo>
                  <a:cubicBezTo>
                    <a:pt x="14049" y="9525"/>
                    <a:pt x="11311" y="9553"/>
                    <a:pt x="8572" y="9599"/>
                  </a:cubicBezTo>
                  <a:cubicBezTo>
                    <a:pt x="8007" y="9608"/>
                    <a:pt x="7437" y="9609"/>
                    <a:pt x="6863" y="9609"/>
                  </a:cubicBezTo>
                  <a:cubicBezTo>
                    <a:pt x="6632" y="9609"/>
                    <a:pt x="6400" y="9609"/>
                    <a:pt x="6167" y="9609"/>
                  </a:cubicBezTo>
                  <a:cubicBezTo>
                    <a:pt x="4321" y="9609"/>
                    <a:pt x="2456" y="9623"/>
                    <a:pt x="655" y="9875"/>
                  </a:cubicBezTo>
                  <a:cubicBezTo>
                    <a:pt x="669" y="9068"/>
                    <a:pt x="671" y="8257"/>
                    <a:pt x="665" y="7449"/>
                  </a:cubicBezTo>
                  <a:lnTo>
                    <a:pt x="665" y="7449"/>
                  </a:lnTo>
                  <a:cubicBezTo>
                    <a:pt x="2814" y="7639"/>
                    <a:pt x="4970" y="7704"/>
                    <a:pt x="7126" y="7704"/>
                  </a:cubicBezTo>
                  <a:cubicBezTo>
                    <a:pt x="10120" y="7704"/>
                    <a:pt x="13116" y="7578"/>
                    <a:pt x="16101" y="7481"/>
                  </a:cubicBezTo>
                  <a:cubicBezTo>
                    <a:pt x="18270" y="7411"/>
                    <a:pt x="20429" y="7369"/>
                    <a:pt x="22585" y="7369"/>
                  </a:cubicBezTo>
                  <a:close/>
                  <a:moveTo>
                    <a:pt x="34016" y="1"/>
                  </a:moveTo>
                  <a:cubicBezTo>
                    <a:pt x="34015" y="1"/>
                    <a:pt x="34014" y="1"/>
                    <a:pt x="34012" y="1"/>
                  </a:cubicBezTo>
                  <a:cubicBezTo>
                    <a:pt x="28409" y="51"/>
                    <a:pt x="22805" y="116"/>
                    <a:pt x="17199" y="169"/>
                  </a:cubicBezTo>
                  <a:cubicBezTo>
                    <a:pt x="14435" y="197"/>
                    <a:pt x="11671" y="226"/>
                    <a:pt x="8908" y="256"/>
                  </a:cubicBezTo>
                  <a:cubicBezTo>
                    <a:pt x="8724" y="258"/>
                    <a:pt x="8541" y="259"/>
                    <a:pt x="8356" y="259"/>
                  </a:cubicBezTo>
                  <a:cubicBezTo>
                    <a:pt x="6834" y="259"/>
                    <a:pt x="5281" y="198"/>
                    <a:pt x="3738" y="198"/>
                  </a:cubicBezTo>
                  <a:cubicBezTo>
                    <a:pt x="2609" y="198"/>
                    <a:pt x="1486" y="231"/>
                    <a:pt x="386" y="345"/>
                  </a:cubicBezTo>
                  <a:cubicBezTo>
                    <a:pt x="333" y="351"/>
                    <a:pt x="303" y="383"/>
                    <a:pt x="295" y="423"/>
                  </a:cubicBezTo>
                  <a:cubicBezTo>
                    <a:pt x="231" y="458"/>
                    <a:pt x="180" y="518"/>
                    <a:pt x="178" y="612"/>
                  </a:cubicBezTo>
                  <a:cubicBezTo>
                    <a:pt x="96" y="3690"/>
                    <a:pt x="0" y="6863"/>
                    <a:pt x="323" y="9924"/>
                  </a:cubicBezTo>
                  <a:cubicBezTo>
                    <a:pt x="334" y="10031"/>
                    <a:pt x="419" y="10084"/>
                    <a:pt x="501" y="10084"/>
                  </a:cubicBezTo>
                  <a:cubicBezTo>
                    <a:pt x="502" y="10084"/>
                    <a:pt x="504" y="10084"/>
                    <a:pt x="506" y="10084"/>
                  </a:cubicBezTo>
                  <a:cubicBezTo>
                    <a:pt x="526" y="10107"/>
                    <a:pt x="554" y="10123"/>
                    <a:pt x="587" y="10127"/>
                  </a:cubicBezTo>
                  <a:cubicBezTo>
                    <a:pt x="1321" y="10187"/>
                    <a:pt x="2062" y="10209"/>
                    <a:pt x="2807" y="10209"/>
                  </a:cubicBezTo>
                  <a:cubicBezTo>
                    <a:pt x="4804" y="10209"/>
                    <a:pt x="6825" y="10048"/>
                    <a:pt x="8802" y="10014"/>
                  </a:cubicBezTo>
                  <a:cubicBezTo>
                    <a:pt x="11540" y="9968"/>
                    <a:pt x="14278" y="9942"/>
                    <a:pt x="17017" y="9938"/>
                  </a:cubicBezTo>
                  <a:cubicBezTo>
                    <a:pt x="17263" y="9938"/>
                    <a:pt x="17509" y="9938"/>
                    <a:pt x="17755" y="9938"/>
                  </a:cubicBezTo>
                  <a:cubicBezTo>
                    <a:pt x="22987" y="9938"/>
                    <a:pt x="28216" y="10034"/>
                    <a:pt x="33447" y="10153"/>
                  </a:cubicBezTo>
                  <a:cubicBezTo>
                    <a:pt x="33449" y="10153"/>
                    <a:pt x="33450" y="10153"/>
                    <a:pt x="33451" y="10153"/>
                  </a:cubicBezTo>
                  <a:cubicBezTo>
                    <a:pt x="33584" y="10153"/>
                    <a:pt x="33648" y="10050"/>
                    <a:pt x="33648" y="9948"/>
                  </a:cubicBezTo>
                  <a:cubicBezTo>
                    <a:pt x="33702" y="9901"/>
                    <a:pt x="33730" y="9791"/>
                    <a:pt x="33689" y="9714"/>
                  </a:cubicBezTo>
                  <a:cubicBezTo>
                    <a:pt x="32828" y="8177"/>
                    <a:pt x="31731" y="6638"/>
                    <a:pt x="30676" y="5254"/>
                  </a:cubicBezTo>
                  <a:lnTo>
                    <a:pt x="30883" y="5254"/>
                  </a:lnTo>
                  <a:lnTo>
                    <a:pt x="30883" y="5022"/>
                  </a:lnTo>
                  <a:lnTo>
                    <a:pt x="30625" y="5022"/>
                  </a:lnTo>
                  <a:cubicBezTo>
                    <a:pt x="31837" y="3637"/>
                    <a:pt x="32877" y="1982"/>
                    <a:pt x="34070" y="504"/>
                  </a:cubicBezTo>
                  <a:cubicBezTo>
                    <a:pt x="34120" y="441"/>
                    <a:pt x="34128" y="389"/>
                    <a:pt x="34109" y="326"/>
                  </a:cubicBezTo>
                  <a:cubicBezTo>
                    <a:pt x="34244" y="239"/>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9"/>
            <p:cNvSpPr/>
            <p:nvPr/>
          </p:nvSpPr>
          <p:spPr>
            <a:xfrm>
              <a:off x="1670175" y="1648132"/>
              <a:ext cx="826025" cy="54000"/>
            </a:xfrm>
            <a:custGeom>
              <a:rect b="b" l="l" r="r" t="t"/>
              <a:pathLst>
                <a:path extrusionOk="0" h="2160" w="33041">
                  <a:moveTo>
                    <a:pt x="33041" y="0"/>
                  </a:moveTo>
                  <a:cubicBezTo>
                    <a:pt x="27555" y="48"/>
                    <a:pt x="22067" y="86"/>
                    <a:pt x="16581" y="120"/>
                  </a:cubicBezTo>
                  <a:cubicBezTo>
                    <a:pt x="13741" y="136"/>
                    <a:pt x="10898" y="147"/>
                    <a:pt x="8059" y="155"/>
                  </a:cubicBezTo>
                  <a:cubicBezTo>
                    <a:pt x="6246" y="158"/>
                    <a:pt x="4381" y="271"/>
                    <a:pt x="2537" y="271"/>
                  </a:cubicBezTo>
                  <a:cubicBezTo>
                    <a:pt x="1689" y="271"/>
                    <a:pt x="846" y="247"/>
                    <a:pt x="15" y="177"/>
                  </a:cubicBezTo>
                  <a:lnTo>
                    <a:pt x="15" y="177"/>
                  </a:lnTo>
                  <a:cubicBezTo>
                    <a:pt x="19" y="197"/>
                    <a:pt x="25" y="215"/>
                    <a:pt x="23" y="235"/>
                  </a:cubicBezTo>
                  <a:cubicBezTo>
                    <a:pt x="7" y="877"/>
                    <a:pt x="3" y="1517"/>
                    <a:pt x="1" y="2159"/>
                  </a:cubicBezTo>
                  <a:cubicBezTo>
                    <a:pt x="15" y="2145"/>
                    <a:pt x="31" y="2136"/>
                    <a:pt x="53" y="2136"/>
                  </a:cubicBezTo>
                  <a:cubicBezTo>
                    <a:pt x="5286" y="1911"/>
                    <a:pt x="10545" y="2006"/>
                    <a:pt x="15781" y="1937"/>
                  </a:cubicBezTo>
                  <a:cubicBezTo>
                    <a:pt x="21024" y="1867"/>
                    <a:pt x="26265" y="1743"/>
                    <a:pt x="31508" y="1688"/>
                  </a:cubicBezTo>
                  <a:cubicBezTo>
                    <a:pt x="31571" y="1688"/>
                    <a:pt x="31607" y="1724"/>
                    <a:pt x="31621" y="1768"/>
                  </a:cubicBezTo>
                  <a:cubicBezTo>
                    <a:pt x="32090" y="1168"/>
                    <a:pt x="32573" y="579"/>
                    <a:pt x="33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9"/>
            <p:cNvSpPr/>
            <p:nvPr/>
          </p:nvSpPr>
          <p:spPr>
            <a:xfrm>
              <a:off x="1670700" y="1766032"/>
              <a:ext cx="772650" cy="58625"/>
            </a:xfrm>
            <a:custGeom>
              <a:rect b="b" l="l" r="r" t="t"/>
              <a:pathLst>
                <a:path extrusionOk="0" h="2345" w="30906">
                  <a:moveTo>
                    <a:pt x="301" y="0"/>
                  </a:moveTo>
                  <a:cubicBezTo>
                    <a:pt x="282" y="0"/>
                    <a:pt x="262" y="2"/>
                    <a:pt x="243" y="4"/>
                  </a:cubicBezTo>
                  <a:cubicBezTo>
                    <a:pt x="153" y="10"/>
                    <a:pt x="76" y="57"/>
                    <a:pt x="0" y="98"/>
                  </a:cubicBezTo>
                  <a:cubicBezTo>
                    <a:pt x="10" y="777"/>
                    <a:pt x="18" y="1456"/>
                    <a:pt x="24" y="2135"/>
                  </a:cubicBezTo>
                  <a:cubicBezTo>
                    <a:pt x="2402" y="2270"/>
                    <a:pt x="4778" y="2322"/>
                    <a:pt x="7154" y="2322"/>
                  </a:cubicBezTo>
                  <a:cubicBezTo>
                    <a:pt x="9922" y="2322"/>
                    <a:pt x="12691" y="2252"/>
                    <a:pt x="15463" y="2160"/>
                  </a:cubicBezTo>
                  <a:cubicBezTo>
                    <a:pt x="18122" y="2072"/>
                    <a:pt x="20805" y="1965"/>
                    <a:pt x="23486" y="1965"/>
                  </a:cubicBezTo>
                  <a:cubicBezTo>
                    <a:pt x="25970" y="1965"/>
                    <a:pt x="28450" y="2057"/>
                    <a:pt x="30906" y="2344"/>
                  </a:cubicBezTo>
                  <a:cubicBezTo>
                    <a:pt x="30427" y="1656"/>
                    <a:pt x="29965" y="957"/>
                    <a:pt x="29510" y="267"/>
                  </a:cubicBezTo>
                  <a:cubicBezTo>
                    <a:pt x="29501" y="253"/>
                    <a:pt x="29494" y="239"/>
                    <a:pt x="29490" y="225"/>
                  </a:cubicBezTo>
                  <a:cubicBezTo>
                    <a:pt x="27736" y="229"/>
                    <a:pt x="25982" y="231"/>
                    <a:pt x="24229" y="231"/>
                  </a:cubicBezTo>
                  <a:cubicBezTo>
                    <a:pt x="21215" y="231"/>
                    <a:pt x="18201" y="226"/>
                    <a:pt x="15188" y="223"/>
                  </a:cubicBezTo>
                  <a:cubicBezTo>
                    <a:pt x="15101" y="223"/>
                    <a:pt x="15014" y="223"/>
                    <a:pt x="14927" y="223"/>
                  </a:cubicBezTo>
                  <a:cubicBezTo>
                    <a:pt x="11876" y="223"/>
                    <a:pt x="8820" y="267"/>
                    <a:pt x="5767" y="267"/>
                  </a:cubicBezTo>
                  <a:cubicBezTo>
                    <a:pt x="3901" y="267"/>
                    <a:pt x="2037" y="250"/>
                    <a:pt x="175" y="197"/>
                  </a:cubicBezTo>
                  <a:cubicBezTo>
                    <a:pt x="65" y="195"/>
                    <a:pt x="65" y="29"/>
                    <a:pt x="175" y="24"/>
                  </a:cubicBezTo>
                  <a:cubicBezTo>
                    <a:pt x="263" y="22"/>
                    <a:pt x="348" y="22"/>
                    <a:pt x="437" y="20"/>
                  </a:cubicBezTo>
                  <a:cubicBezTo>
                    <a:pt x="392" y="7"/>
                    <a:pt x="347"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4" name="Google Shape;3594;p99">
            <a:hlinkClick action="ppaction://hlinksldjump" r:id="rId3"/>
          </p:cNvPr>
          <p:cNvSpPr txBox="1"/>
          <p:nvPr>
            <p:ph idx="4294967295" type="title"/>
          </p:nvPr>
        </p:nvSpPr>
        <p:spPr>
          <a:xfrm>
            <a:off x="704200"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Herbivores</a:t>
            </a:r>
            <a:endParaRPr sz="1800"/>
          </a:p>
        </p:txBody>
      </p:sp>
      <p:sp>
        <p:nvSpPr>
          <p:cNvPr id="3595" name="Google Shape;3595;p99">
            <a:hlinkClick action="ppaction://hlinksldjump" r:id="rId4"/>
          </p:cNvPr>
          <p:cNvSpPr txBox="1"/>
          <p:nvPr>
            <p:ph idx="4294967295" type="title"/>
          </p:nvPr>
        </p:nvSpPr>
        <p:spPr>
          <a:xfrm>
            <a:off x="3323851"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Carnivores</a:t>
            </a:r>
            <a:endParaRPr sz="1800"/>
          </a:p>
        </p:txBody>
      </p:sp>
      <p:sp>
        <p:nvSpPr>
          <p:cNvPr id="3596" name="Google Shape;3596;p99">
            <a:hlinkClick action="ppaction://hlinksldjump" r:id="rId5"/>
          </p:cNvPr>
          <p:cNvSpPr txBox="1"/>
          <p:nvPr>
            <p:ph idx="4294967295" type="title"/>
          </p:nvPr>
        </p:nvSpPr>
        <p:spPr>
          <a:xfrm>
            <a:off x="5943502"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Omnivores</a:t>
            </a:r>
            <a:endParaRPr sz="1800"/>
          </a:p>
        </p:txBody>
      </p:sp>
      <p:grpSp>
        <p:nvGrpSpPr>
          <p:cNvPr id="3597" name="Google Shape;3597;p99"/>
          <p:cNvGrpSpPr/>
          <p:nvPr/>
        </p:nvGrpSpPr>
        <p:grpSpPr>
          <a:xfrm>
            <a:off x="713184" y="4691184"/>
            <a:ext cx="7726459" cy="369843"/>
            <a:chOff x="713184" y="4691184"/>
            <a:chExt cx="7726459" cy="369843"/>
          </a:xfrm>
        </p:grpSpPr>
        <p:sp>
          <p:nvSpPr>
            <p:cNvPr id="3598" name="Google Shape;3598;p99"/>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599" name="Google Shape;3599;p99"/>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9"/>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9">
              <a:hlinkClick action="ppaction://hlinksldjump" r:id="rId6"/>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5" name="Shape 3605"/>
        <p:cNvGrpSpPr/>
        <p:nvPr/>
      </p:nvGrpSpPr>
      <p:grpSpPr>
        <a:xfrm>
          <a:off x="0" y="0"/>
          <a:ext cx="0" cy="0"/>
          <a:chOff x="0" y="0"/>
          <a:chExt cx="0" cy="0"/>
        </a:xfrm>
      </p:grpSpPr>
      <p:grpSp>
        <p:nvGrpSpPr>
          <p:cNvPr id="3606" name="Google Shape;3606;p100"/>
          <p:cNvGrpSpPr/>
          <p:nvPr/>
        </p:nvGrpSpPr>
        <p:grpSpPr>
          <a:xfrm>
            <a:off x="2857286" y="732167"/>
            <a:ext cx="3429984" cy="606063"/>
            <a:chOff x="5316325" y="1612757"/>
            <a:chExt cx="1404350" cy="302125"/>
          </a:xfrm>
        </p:grpSpPr>
        <p:sp>
          <p:nvSpPr>
            <p:cNvPr id="3607" name="Google Shape;3607;p100"/>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00"/>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00"/>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00"/>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00"/>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00"/>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00"/>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00"/>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00"/>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00"/>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00"/>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8" name="Google Shape;3618;p100"/>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1</a:t>
            </a:r>
            <a:endParaRPr/>
          </a:p>
        </p:txBody>
      </p:sp>
      <p:grpSp>
        <p:nvGrpSpPr>
          <p:cNvPr id="3619" name="Google Shape;3619;p100"/>
          <p:cNvGrpSpPr/>
          <p:nvPr/>
        </p:nvGrpSpPr>
        <p:grpSpPr>
          <a:xfrm>
            <a:off x="2677990" y="1878375"/>
            <a:ext cx="3788019" cy="1830661"/>
            <a:chOff x="2646769" y="3458220"/>
            <a:chExt cx="1419425" cy="685975"/>
          </a:xfrm>
        </p:grpSpPr>
        <p:sp>
          <p:nvSpPr>
            <p:cNvPr id="3620" name="Google Shape;3620;p100"/>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00"/>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2" name="Google Shape;3622;p100">
            <a:hlinkClick action="ppaction://hlinksldjump" r:id="rId3"/>
          </p:cNvPr>
          <p:cNvSpPr txBox="1"/>
          <p:nvPr/>
        </p:nvSpPr>
        <p:spPr>
          <a:xfrm>
            <a:off x="3037441" y="2449688"/>
            <a:ext cx="3069600" cy="69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dk1"/>
                </a:solidFill>
                <a:latin typeface="Gloria Hallelujah"/>
                <a:ea typeface="Gloria Hallelujah"/>
                <a:cs typeface="Gloria Hallelujah"/>
                <a:sym typeface="Gloria Hallelujah"/>
              </a:rPr>
              <a:t>Try again!</a:t>
            </a:r>
            <a:endParaRPr sz="4100">
              <a:solidFill>
                <a:schemeClr val="dk1"/>
              </a:solidFill>
              <a:latin typeface="Gloria Hallelujah"/>
              <a:ea typeface="Gloria Hallelujah"/>
              <a:cs typeface="Gloria Hallelujah"/>
              <a:sym typeface="Gloria Hallelujah"/>
            </a:endParaRPr>
          </a:p>
        </p:txBody>
      </p:sp>
      <p:sp>
        <p:nvSpPr>
          <p:cNvPr id="3623" name="Google Shape;3623;p100"/>
          <p:cNvSpPr/>
          <p:nvPr/>
        </p:nvSpPr>
        <p:spPr>
          <a:xfrm>
            <a:off x="967651" y="953490"/>
            <a:ext cx="407899" cy="391804"/>
          </a:xfrm>
          <a:custGeom>
            <a:rect b="b" l="l" r="r" t="t"/>
            <a:pathLst>
              <a:path extrusionOk="0" h="5404" w="5626">
                <a:moveTo>
                  <a:pt x="3698" y="586"/>
                </a:moveTo>
                <a:cubicBezTo>
                  <a:pt x="3711" y="586"/>
                  <a:pt x="3717" y="597"/>
                  <a:pt x="3721" y="617"/>
                </a:cubicBezTo>
                <a:cubicBezTo>
                  <a:pt x="3729" y="667"/>
                  <a:pt x="3726" y="728"/>
                  <a:pt x="3713" y="754"/>
                </a:cubicBezTo>
                <a:cubicBezTo>
                  <a:pt x="3700" y="781"/>
                  <a:pt x="3697" y="876"/>
                  <a:pt x="3705" y="967"/>
                </a:cubicBezTo>
                <a:cubicBezTo>
                  <a:pt x="3712" y="1057"/>
                  <a:pt x="3699" y="1222"/>
                  <a:pt x="3676" y="1333"/>
                </a:cubicBezTo>
                <a:cubicBezTo>
                  <a:pt x="3652" y="1446"/>
                  <a:pt x="3648" y="1585"/>
                  <a:pt x="3666" y="1646"/>
                </a:cubicBezTo>
                <a:cubicBezTo>
                  <a:pt x="3698" y="1750"/>
                  <a:pt x="3712" y="1759"/>
                  <a:pt x="3934" y="1800"/>
                </a:cubicBezTo>
                <a:cubicBezTo>
                  <a:pt x="4064" y="1825"/>
                  <a:pt x="4222" y="1862"/>
                  <a:pt x="4288" y="1885"/>
                </a:cubicBezTo>
                <a:cubicBezTo>
                  <a:pt x="4353" y="1906"/>
                  <a:pt x="4531" y="1942"/>
                  <a:pt x="4681" y="1964"/>
                </a:cubicBezTo>
                <a:cubicBezTo>
                  <a:pt x="5044" y="2015"/>
                  <a:pt x="5154" y="2042"/>
                  <a:pt x="5138" y="2076"/>
                </a:cubicBezTo>
                <a:cubicBezTo>
                  <a:pt x="5130" y="2092"/>
                  <a:pt x="4822" y="2210"/>
                  <a:pt x="4455" y="2339"/>
                </a:cubicBezTo>
                <a:cubicBezTo>
                  <a:pt x="3713" y="2597"/>
                  <a:pt x="3626" y="2673"/>
                  <a:pt x="3848" y="2858"/>
                </a:cubicBezTo>
                <a:cubicBezTo>
                  <a:pt x="3915" y="2913"/>
                  <a:pt x="4153" y="3146"/>
                  <a:pt x="4383" y="3381"/>
                </a:cubicBezTo>
                <a:lnTo>
                  <a:pt x="4796" y="3804"/>
                </a:lnTo>
                <a:lnTo>
                  <a:pt x="4796" y="3804"/>
                </a:lnTo>
                <a:lnTo>
                  <a:pt x="4622" y="3778"/>
                </a:lnTo>
                <a:cubicBezTo>
                  <a:pt x="4526" y="3763"/>
                  <a:pt x="4218" y="3702"/>
                  <a:pt x="3938" y="3641"/>
                </a:cubicBezTo>
                <a:cubicBezTo>
                  <a:pt x="3701" y="3590"/>
                  <a:pt x="3546" y="3566"/>
                  <a:pt x="3459" y="3566"/>
                </a:cubicBezTo>
                <a:cubicBezTo>
                  <a:pt x="3415" y="3566"/>
                  <a:pt x="3388" y="3572"/>
                  <a:pt x="3377" y="3584"/>
                </a:cubicBezTo>
                <a:cubicBezTo>
                  <a:pt x="3349" y="3613"/>
                  <a:pt x="3328" y="3743"/>
                  <a:pt x="3329" y="3872"/>
                </a:cubicBezTo>
                <a:cubicBezTo>
                  <a:pt x="3331" y="4001"/>
                  <a:pt x="3317" y="4217"/>
                  <a:pt x="3298" y="4353"/>
                </a:cubicBezTo>
                <a:cubicBezTo>
                  <a:pt x="3277" y="4490"/>
                  <a:pt x="3269" y="4631"/>
                  <a:pt x="3276" y="4667"/>
                </a:cubicBezTo>
                <a:cubicBezTo>
                  <a:pt x="3284" y="4706"/>
                  <a:pt x="3281" y="4723"/>
                  <a:pt x="3270" y="4723"/>
                </a:cubicBezTo>
                <a:cubicBezTo>
                  <a:pt x="3250" y="4723"/>
                  <a:pt x="3204" y="4661"/>
                  <a:pt x="3165" y="4566"/>
                </a:cubicBezTo>
                <a:cubicBezTo>
                  <a:pt x="3135" y="4493"/>
                  <a:pt x="3048" y="4294"/>
                  <a:pt x="2973" y="4127"/>
                </a:cubicBezTo>
                <a:cubicBezTo>
                  <a:pt x="2898" y="3960"/>
                  <a:pt x="2820" y="3774"/>
                  <a:pt x="2801" y="3719"/>
                </a:cubicBezTo>
                <a:cubicBezTo>
                  <a:pt x="2772" y="3638"/>
                  <a:pt x="2742" y="3617"/>
                  <a:pt x="2648" y="3615"/>
                </a:cubicBezTo>
                <a:cubicBezTo>
                  <a:pt x="2648" y="3615"/>
                  <a:pt x="2647" y="3615"/>
                  <a:pt x="2646" y="3615"/>
                </a:cubicBezTo>
                <a:cubicBezTo>
                  <a:pt x="2535" y="3615"/>
                  <a:pt x="2096" y="3803"/>
                  <a:pt x="1817" y="3972"/>
                </a:cubicBezTo>
                <a:cubicBezTo>
                  <a:pt x="1755" y="4009"/>
                  <a:pt x="1638" y="4070"/>
                  <a:pt x="1560" y="4107"/>
                </a:cubicBezTo>
                <a:lnTo>
                  <a:pt x="1416" y="4172"/>
                </a:lnTo>
                <a:lnTo>
                  <a:pt x="1705" y="3612"/>
                </a:lnTo>
                <a:cubicBezTo>
                  <a:pt x="1925" y="3185"/>
                  <a:pt x="1988" y="3033"/>
                  <a:pt x="1971" y="2966"/>
                </a:cubicBezTo>
                <a:cubicBezTo>
                  <a:pt x="1953" y="2891"/>
                  <a:pt x="1881" y="2849"/>
                  <a:pt x="1491" y="2684"/>
                </a:cubicBezTo>
                <a:cubicBezTo>
                  <a:pt x="1237" y="2577"/>
                  <a:pt x="943" y="2466"/>
                  <a:pt x="831" y="2436"/>
                </a:cubicBezTo>
                <a:cubicBezTo>
                  <a:pt x="718" y="2406"/>
                  <a:pt x="631" y="2376"/>
                  <a:pt x="635" y="2369"/>
                </a:cubicBezTo>
                <a:cubicBezTo>
                  <a:pt x="639" y="2361"/>
                  <a:pt x="744" y="2349"/>
                  <a:pt x="876" y="2342"/>
                </a:cubicBezTo>
                <a:cubicBezTo>
                  <a:pt x="1008" y="2333"/>
                  <a:pt x="1186" y="2313"/>
                  <a:pt x="1280" y="2295"/>
                </a:cubicBezTo>
                <a:cubicBezTo>
                  <a:pt x="1372" y="2277"/>
                  <a:pt x="1611" y="2255"/>
                  <a:pt x="1806" y="2248"/>
                </a:cubicBezTo>
                <a:cubicBezTo>
                  <a:pt x="2215" y="2233"/>
                  <a:pt x="2288" y="2173"/>
                  <a:pt x="2199" y="1924"/>
                </a:cubicBezTo>
                <a:cubicBezTo>
                  <a:pt x="2167" y="1834"/>
                  <a:pt x="2116" y="1642"/>
                  <a:pt x="2084" y="1494"/>
                </a:cubicBezTo>
                <a:cubicBezTo>
                  <a:pt x="2052" y="1346"/>
                  <a:pt x="2007" y="1165"/>
                  <a:pt x="1985" y="1088"/>
                </a:cubicBezTo>
                <a:cubicBezTo>
                  <a:pt x="1951" y="974"/>
                  <a:pt x="1946" y="917"/>
                  <a:pt x="1968" y="917"/>
                </a:cubicBezTo>
                <a:cubicBezTo>
                  <a:pt x="1988" y="917"/>
                  <a:pt x="2031" y="964"/>
                  <a:pt x="2094" y="1058"/>
                </a:cubicBezTo>
                <a:cubicBezTo>
                  <a:pt x="2221" y="1247"/>
                  <a:pt x="2597" y="1547"/>
                  <a:pt x="2720" y="1557"/>
                </a:cubicBezTo>
                <a:cubicBezTo>
                  <a:pt x="2721" y="1557"/>
                  <a:pt x="2723" y="1557"/>
                  <a:pt x="2724" y="1557"/>
                </a:cubicBezTo>
                <a:cubicBezTo>
                  <a:pt x="2762" y="1557"/>
                  <a:pt x="2826" y="1518"/>
                  <a:pt x="2864" y="1471"/>
                </a:cubicBezTo>
                <a:cubicBezTo>
                  <a:pt x="2905" y="1420"/>
                  <a:pt x="3110" y="1188"/>
                  <a:pt x="3321" y="953"/>
                </a:cubicBezTo>
                <a:cubicBezTo>
                  <a:pt x="3565" y="682"/>
                  <a:pt x="3659" y="586"/>
                  <a:pt x="3698" y="586"/>
                </a:cubicBezTo>
                <a:close/>
                <a:moveTo>
                  <a:pt x="3869" y="1"/>
                </a:moveTo>
                <a:cubicBezTo>
                  <a:pt x="3830" y="1"/>
                  <a:pt x="3788" y="13"/>
                  <a:pt x="3744" y="40"/>
                </a:cubicBezTo>
                <a:cubicBezTo>
                  <a:pt x="3685" y="75"/>
                  <a:pt x="3637" y="127"/>
                  <a:pt x="3641" y="153"/>
                </a:cubicBezTo>
                <a:cubicBezTo>
                  <a:pt x="3644" y="180"/>
                  <a:pt x="3525" y="344"/>
                  <a:pt x="3378" y="514"/>
                </a:cubicBezTo>
                <a:cubicBezTo>
                  <a:pt x="3230" y="685"/>
                  <a:pt x="3104" y="839"/>
                  <a:pt x="3100" y="853"/>
                </a:cubicBezTo>
                <a:cubicBezTo>
                  <a:pt x="3096" y="868"/>
                  <a:pt x="3065" y="902"/>
                  <a:pt x="3031" y="931"/>
                </a:cubicBezTo>
                <a:cubicBezTo>
                  <a:pt x="2996" y="961"/>
                  <a:pt x="2912" y="1047"/>
                  <a:pt x="2840" y="1126"/>
                </a:cubicBezTo>
                <a:cubicBezTo>
                  <a:pt x="2768" y="1207"/>
                  <a:pt x="2733" y="1240"/>
                  <a:pt x="2693" y="1240"/>
                </a:cubicBezTo>
                <a:cubicBezTo>
                  <a:pt x="2669" y="1240"/>
                  <a:pt x="2642" y="1227"/>
                  <a:pt x="2604" y="1204"/>
                </a:cubicBezTo>
                <a:cubicBezTo>
                  <a:pt x="2544" y="1168"/>
                  <a:pt x="2420" y="1035"/>
                  <a:pt x="2322" y="906"/>
                </a:cubicBezTo>
                <a:cubicBezTo>
                  <a:pt x="2060" y="557"/>
                  <a:pt x="1779" y="319"/>
                  <a:pt x="1642" y="319"/>
                </a:cubicBezTo>
                <a:cubicBezTo>
                  <a:pt x="1619" y="319"/>
                  <a:pt x="1600" y="325"/>
                  <a:pt x="1586" y="339"/>
                </a:cubicBezTo>
                <a:cubicBezTo>
                  <a:pt x="1520" y="402"/>
                  <a:pt x="1532" y="541"/>
                  <a:pt x="1629" y="834"/>
                </a:cubicBezTo>
                <a:cubicBezTo>
                  <a:pt x="1674" y="969"/>
                  <a:pt x="1734" y="1185"/>
                  <a:pt x="1759" y="1306"/>
                </a:cubicBezTo>
                <a:cubicBezTo>
                  <a:pt x="1786" y="1427"/>
                  <a:pt x="1829" y="1626"/>
                  <a:pt x="1855" y="1749"/>
                </a:cubicBezTo>
                <a:cubicBezTo>
                  <a:pt x="1885" y="1884"/>
                  <a:pt x="1884" y="1965"/>
                  <a:pt x="1854" y="1965"/>
                </a:cubicBezTo>
                <a:cubicBezTo>
                  <a:pt x="1853" y="1965"/>
                  <a:pt x="1853" y="1965"/>
                  <a:pt x="1852" y="1965"/>
                </a:cubicBezTo>
                <a:cubicBezTo>
                  <a:pt x="1845" y="1964"/>
                  <a:pt x="1834" y="1963"/>
                  <a:pt x="1821" y="1963"/>
                </a:cubicBezTo>
                <a:cubicBezTo>
                  <a:pt x="1610" y="1963"/>
                  <a:pt x="681" y="2071"/>
                  <a:pt x="409" y="2129"/>
                </a:cubicBezTo>
                <a:cubicBezTo>
                  <a:pt x="155" y="2183"/>
                  <a:pt x="89" y="2215"/>
                  <a:pt x="44" y="2308"/>
                </a:cubicBezTo>
                <a:cubicBezTo>
                  <a:pt x="1" y="2396"/>
                  <a:pt x="7" y="2435"/>
                  <a:pt x="75" y="2490"/>
                </a:cubicBezTo>
                <a:cubicBezTo>
                  <a:pt x="121" y="2530"/>
                  <a:pt x="217" y="2565"/>
                  <a:pt x="287" y="2570"/>
                </a:cubicBezTo>
                <a:cubicBezTo>
                  <a:pt x="416" y="2579"/>
                  <a:pt x="1360" y="2890"/>
                  <a:pt x="1579" y="2995"/>
                </a:cubicBezTo>
                <a:lnTo>
                  <a:pt x="1696" y="3052"/>
                </a:lnTo>
                <a:lnTo>
                  <a:pt x="1485" y="3490"/>
                </a:lnTo>
                <a:cubicBezTo>
                  <a:pt x="1367" y="3735"/>
                  <a:pt x="1206" y="4008"/>
                  <a:pt x="1123" y="4107"/>
                </a:cubicBezTo>
                <a:cubicBezTo>
                  <a:pt x="885" y="4385"/>
                  <a:pt x="822" y="4640"/>
                  <a:pt x="972" y="4714"/>
                </a:cubicBezTo>
                <a:cubicBezTo>
                  <a:pt x="975" y="4716"/>
                  <a:pt x="980" y="4717"/>
                  <a:pt x="986" y="4717"/>
                </a:cubicBezTo>
                <a:cubicBezTo>
                  <a:pt x="1068" y="4717"/>
                  <a:pt x="1360" y="4544"/>
                  <a:pt x="1397" y="4468"/>
                </a:cubicBezTo>
                <a:cubicBezTo>
                  <a:pt x="1410" y="4441"/>
                  <a:pt x="1432" y="4423"/>
                  <a:pt x="1451" y="4423"/>
                </a:cubicBezTo>
                <a:cubicBezTo>
                  <a:pt x="1455" y="4423"/>
                  <a:pt x="1459" y="4424"/>
                  <a:pt x="1462" y="4426"/>
                </a:cubicBezTo>
                <a:cubicBezTo>
                  <a:pt x="1463" y="4427"/>
                  <a:pt x="1465" y="4427"/>
                  <a:pt x="1467" y="4427"/>
                </a:cubicBezTo>
                <a:cubicBezTo>
                  <a:pt x="1527" y="4427"/>
                  <a:pt x="1979" y="4209"/>
                  <a:pt x="2391" y="3981"/>
                </a:cubicBezTo>
                <a:cubicBezTo>
                  <a:pt x="2465" y="3939"/>
                  <a:pt x="2520" y="3918"/>
                  <a:pt x="2561" y="3918"/>
                </a:cubicBezTo>
                <a:cubicBezTo>
                  <a:pt x="2615" y="3918"/>
                  <a:pt x="2645" y="3955"/>
                  <a:pt x="2663" y="4030"/>
                </a:cubicBezTo>
                <a:cubicBezTo>
                  <a:pt x="2694" y="4155"/>
                  <a:pt x="3130" y="5150"/>
                  <a:pt x="3213" y="5289"/>
                </a:cubicBezTo>
                <a:cubicBezTo>
                  <a:pt x="3268" y="5378"/>
                  <a:pt x="3303" y="5404"/>
                  <a:pt x="3377" y="5404"/>
                </a:cubicBezTo>
                <a:cubicBezTo>
                  <a:pt x="3380" y="5404"/>
                  <a:pt x="3383" y="5404"/>
                  <a:pt x="3386" y="5404"/>
                </a:cubicBezTo>
                <a:cubicBezTo>
                  <a:pt x="3516" y="5400"/>
                  <a:pt x="3542" y="5334"/>
                  <a:pt x="3535" y="5030"/>
                </a:cubicBezTo>
                <a:cubicBezTo>
                  <a:pt x="3532" y="4891"/>
                  <a:pt x="3545" y="4601"/>
                  <a:pt x="3565" y="4387"/>
                </a:cubicBezTo>
                <a:cubicBezTo>
                  <a:pt x="3584" y="4173"/>
                  <a:pt x="3600" y="3963"/>
                  <a:pt x="3602" y="3922"/>
                </a:cubicBezTo>
                <a:cubicBezTo>
                  <a:pt x="3603" y="3891"/>
                  <a:pt x="3622" y="3875"/>
                  <a:pt x="3684" y="3875"/>
                </a:cubicBezTo>
                <a:cubicBezTo>
                  <a:pt x="3747" y="3875"/>
                  <a:pt x="3856" y="3891"/>
                  <a:pt x="4036" y="3925"/>
                </a:cubicBezTo>
                <a:cubicBezTo>
                  <a:pt x="4274" y="3970"/>
                  <a:pt x="4599" y="4039"/>
                  <a:pt x="4763" y="4082"/>
                </a:cubicBezTo>
                <a:cubicBezTo>
                  <a:pt x="4875" y="4110"/>
                  <a:pt x="4970" y="4124"/>
                  <a:pt x="5047" y="4124"/>
                </a:cubicBezTo>
                <a:cubicBezTo>
                  <a:pt x="5321" y="4124"/>
                  <a:pt x="5367" y="3957"/>
                  <a:pt x="5100" y="3716"/>
                </a:cubicBezTo>
                <a:cubicBezTo>
                  <a:pt x="4789" y="3434"/>
                  <a:pt x="4192" y="2794"/>
                  <a:pt x="4213" y="2766"/>
                </a:cubicBezTo>
                <a:cubicBezTo>
                  <a:pt x="4225" y="2751"/>
                  <a:pt x="4541" y="2621"/>
                  <a:pt x="4915" y="2476"/>
                </a:cubicBezTo>
                <a:cubicBezTo>
                  <a:pt x="5288" y="2333"/>
                  <a:pt x="5604" y="2197"/>
                  <a:pt x="5616" y="2174"/>
                </a:cubicBezTo>
                <a:cubicBezTo>
                  <a:pt x="5625" y="2152"/>
                  <a:pt x="5619" y="2090"/>
                  <a:pt x="5602" y="2041"/>
                </a:cubicBezTo>
                <a:cubicBezTo>
                  <a:pt x="5560" y="1924"/>
                  <a:pt x="5215" y="1793"/>
                  <a:pt x="4700" y="1698"/>
                </a:cubicBezTo>
                <a:cubicBezTo>
                  <a:pt x="4491" y="1658"/>
                  <a:pt x="4235" y="1606"/>
                  <a:pt x="4123" y="1579"/>
                </a:cubicBezTo>
                <a:lnTo>
                  <a:pt x="3923" y="1530"/>
                </a:lnTo>
                <a:lnTo>
                  <a:pt x="3951" y="1250"/>
                </a:lnTo>
                <a:cubicBezTo>
                  <a:pt x="3966" y="1097"/>
                  <a:pt x="3980" y="862"/>
                  <a:pt x="3980" y="735"/>
                </a:cubicBezTo>
                <a:cubicBezTo>
                  <a:pt x="3981" y="607"/>
                  <a:pt x="3992" y="497"/>
                  <a:pt x="4004" y="493"/>
                </a:cubicBezTo>
                <a:cubicBezTo>
                  <a:pt x="4039" y="480"/>
                  <a:pt x="4050" y="143"/>
                  <a:pt x="4017" y="89"/>
                </a:cubicBezTo>
                <a:cubicBezTo>
                  <a:pt x="3981" y="31"/>
                  <a:pt x="3929" y="1"/>
                  <a:pt x="38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4" name="Google Shape;3624;p100"/>
          <p:cNvGrpSpPr/>
          <p:nvPr/>
        </p:nvGrpSpPr>
        <p:grpSpPr>
          <a:xfrm rot="1548699">
            <a:off x="7442336" y="3401131"/>
            <a:ext cx="343599" cy="801147"/>
            <a:chOff x="2281125" y="2925999"/>
            <a:chExt cx="175390" cy="408965"/>
          </a:xfrm>
        </p:grpSpPr>
        <p:sp>
          <p:nvSpPr>
            <p:cNvPr id="3625" name="Google Shape;3625;p100"/>
            <p:cNvSpPr/>
            <p:nvPr/>
          </p:nvSpPr>
          <p:spPr>
            <a:xfrm>
              <a:off x="2281125" y="2925999"/>
              <a:ext cx="175390" cy="408965"/>
            </a:xfrm>
            <a:custGeom>
              <a:rect b="b" l="l" r="r" t="t"/>
              <a:pathLst>
                <a:path extrusionOk="0" h="22014" w="9441">
                  <a:moveTo>
                    <a:pt x="468" y="548"/>
                  </a:moveTo>
                  <a:lnTo>
                    <a:pt x="468" y="548"/>
                  </a:lnTo>
                  <a:cubicBezTo>
                    <a:pt x="1980" y="637"/>
                    <a:pt x="3507" y="652"/>
                    <a:pt x="5039" y="652"/>
                  </a:cubicBezTo>
                  <a:cubicBezTo>
                    <a:pt x="5805" y="652"/>
                    <a:pt x="6572" y="648"/>
                    <a:pt x="7339" y="648"/>
                  </a:cubicBezTo>
                  <a:cubicBezTo>
                    <a:pt x="6005" y="3417"/>
                    <a:pt x="4671" y="6185"/>
                    <a:pt x="3370" y="8987"/>
                  </a:cubicBezTo>
                  <a:cubicBezTo>
                    <a:pt x="3237" y="9187"/>
                    <a:pt x="3370" y="9421"/>
                    <a:pt x="3637" y="9454"/>
                  </a:cubicBezTo>
                  <a:cubicBezTo>
                    <a:pt x="4793" y="9478"/>
                    <a:pt x="5965" y="9501"/>
                    <a:pt x="7142" y="9501"/>
                  </a:cubicBezTo>
                  <a:cubicBezTo>
                    <a:pt x="7630" y="9501"/>
                    <a:pt x="8119" y="9497"/>
                    <a:pt x="8607" y="9488"/>
                  </a:cubicBezTo>
                  <a:lnTo>
                    <a:pt x="8607" y="9488"/>
                  </a:lnTo>
                  <a:lnTo>
                    <a:pt x="3770" y="20329"/>
                  </a:lnTo>
                  <a:cubicBezTo>
                    <a:pt x="4070" y="17560"/>
                    <a:pt x="4137" y="14758"/>
                    <a:pt x="4070" y="11989"/>
                  </a:cubicBezTo>
                  <a:cubicBezTo>
                    <a:pt x="4070" y="11823"/>
                    <a:pt x="3937" y="11689"/>
                    <a:pt x="3737" y="11689"/>
                  </a:cubicBezTo>
                  <a:lnTo>
                    <a:pt x="768" y="11622"/>
                  </a:lnTo>
                  <a:cubicBezTo>
                    <a:pt x="801" y="7920"/>
                    <a:pt x="801" y="4217"/>
                    <a:pt x="468" y="548"/>
                  </a:cubicBezTo>
                  <a:close/>
                  <a:moveTo>
                    <a:pt x="4549" y="1"/>
                  </a:moveTo>
                  <a:cubicBezTo>
                    <a:pt x="3177" y="1"/>
                    <a:pt x="1806" y="22"/>
                    <a:pt x="435" y="114"/>
                  </a:cubicBezTo>
                  <a:cubicBezTo>
                    <a:pt x="368" y="114"/>
                    <a:pt x="334" y="148"/>
                    <a:pt x="301" y="181"/>
                  </a:cubicBezTo>
                  <a:cubicBezTo>
                    <a:pt x="279" y="175"/>
                    <a:pt x="256" y="173"/>
                    <a:pt x="233" y="173"/>
                  </a:cubicBezTo>
                  <a:cubicBezTo>
                    <a:pt x="117" y="173"/>
                    <a:pt x="1" y="242"/>
                    <a:pt x="1" y="381"/>
                  </a:cubicBezTo>
                  <a:cubicBezTo>
                    <a:pt x="34" y="4217"/>
                    <a:pt x="201" y="8087"/>
                    <a:pt x="134" y="11923"/>
                  </a:cubicBezTo>
                  <a:cubicBezTo>
                    <a:pt x="134" y="12089"/>
                    <a:pt x="268" y="12223"/>
                    <a:pt x="435" y="12223"/>
                  </a:cubicBezTo>
                  <a:cubicBezTo>
                    <a:pt x="1435" y="12256"/>
                    <a:pt x="2436" y="12256"/>
                    <a:pt x="3437" y="12290"/>
                  </a:cubicBezTo>
                  <a:cubicBezTo>
                    <a:pt x="3537" y="15459"/>
                    <a:pt x="3337" y="18561"/>
                    <a:pt x="3003" y="21696"/>
                  </a:cubicBezTo>
                  <a:cubicBezTo>
                    <a:pt x="2975" y="21889"/>
                    <a:pt x="3153" y="22014"/>
                    <a:pt x="3309" y="22014"/>
                  </a:cubicBezTo>
                  <a:cubicBezTo>
                    <a:pt x="3342" y="22014"/>
                    <a:pt x="3374" y="22008"/>
                    <a:pt x="3403" y="21997"/>
                  </a:cubicBezTo>
                  <a:cubicBezTo>
                    <a:pt x="3433" y="22004"/>
                    <a:pt x="3465" y="22008"/>
                    <a:pt x="3497" y="22008"/>
                  </a:cubicBezTo>
                  <a:cubicBezTo>
                    <a:pt x="3607" y="22008"/>
                    <a:pt x="3719" y="21959"/>
                    <a:pt x="3770" y="21830"/>
                  </a:cubicBezTo>
                  <a:cubicBezTo>
                    <a:pt x="5638" y="17660"/>
                    <a:pt x="7506" y="13490"/>
                    <a:pt x="9341" y="9321"/>
                  </a:cubicBezTo>
                  <a:cubicBezTo>
                    <a:pt x="9441" y="9121"/>
                    <a:pt x="9341" y="8854"/>
                    <a:pt x="9074" y="8854"/>
                  </a:cubicBezTo>
                  <a:cubicBezTo>
                    <a:pt x="8397" y="8868"/>
                    <a:pt x="7714" y="8876"/>
                    <a:pt x="7028" y="8876"/>
                  </a:cubicBezTo>
                  <a:cubicBezTo>
                    <a:pt x="6058" y="8876"/>
                    <a:pt x="5081" y="8860"/>
                    <a:pt x="4104" y="8820"/>
                  </a:cubicBezTo>
                  <a:lnTo>
                    <a:pt x="8107" y="481"/>
                  </a:lnTo>
                  <a:cubicBezTo>
                    <a:pt x="8207" y="281"/>
                    <a:pt x="8073" y="14"/>
                    <a:pt x="7840" y="14"/>
                  </a:cubicBezTo>
                  <a:cubicBezTo>
                    <a:pt x="6743" y="14"/>
                    <a:pt x="5646"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00"/>
            <p:cNvSpPr/>
            <p:nvPr/>
          </p:nvSpPr>
          <p:spPr>
            <a:xfrm>
              <a:off x="2289801" y="2936161"/>
              <a:ext cx="151239" cy="367500"/>
            </a:xfrm>
            <a:custGeom>
              <a:rect b="b" l="l" r="r" t="t"/>
              <a:pathLst>
                <a:path extrusionOk="0" h="19782" w="8141">
                  <a:moveTo>
                    <a:pt x="1" y="1"/>
                  </a:moveTo>
                  <a:lnTo>
                    <a:pt x="1" y="1"/>
                  </a:lnTo>
                  <a:cubicBezTo>
                    <a:pt x="334" y="3670"/>
                    <a:pt x="334" y="7373"/>
                    <a:pt x="301" y="11075"/>
                  </a:cubicBezTo>
                  <a:lnTo>
                    <a:pt x="3270" y="11142"/>
                  </a:lnTo>
                  <a:cubicBezTo>
                    <a:pt x="3437" y="11142"/>
                    <a:pt x="3570" y="11276"/>
                    <a:pt x="3603" y="11442"/>
                  </a:cubicBezTo>
                  <a:cubicBezTo>
                    <a:pt x="3670" y="14211"/>
                    <a:pt x="3603" y="17013"/>
                    <a:pt x="3303" y="19782"/>
                  </a:cubicBezTo>
                  <a:lnTo>
                    <a:pt x="8140" y="8941"/>
                  </a:lnTo>
                  <a:lnTo>
                    <a:pt x="8140" y="8941"/>
                  </a:lnTo>
                  <a:cubicBezTo>
                    <a:pt x="7652" y="8950"/>
                    <a:pt x="7163" y="8954"/>
                    <a:pt x="6674" y="8954"/>
                  </a:cubicBezTo>
                  <a:cubicBezTo>
                    <a:pt x="5495" y="8954"/>
                    <a:pt x="4316" y="8931"/>
                    <a:pt x="3136" y="8907"/>
                  </a:cubicBezTo>
                  <a:cubicBezTo>
                    <a:pt x="2903" y="8874"/>
                    <a:pt x="2770" y="8640"/>
                    <a:pt x="2870" y="8440"/>
                  </a:cubicBezTo>
                  <a:cubicBezTo>
                    <a:pt x="4204" y="5638"/>
                    <a:pt x="5538" y="2870"/>
                    <a:pt x="6872" y="101"/>
                  </a:cubicBezTo>
                  <a:cubicBezTo>
                    <a:pt x="6105" y="101"/>
                    <a:pt x="5338" y="105"/>
                    <a:pt x="4572" y="105"/>
                  </a:cubicBezTo>
                  <a:cubicBezTo>
                    <a:pt x="3040" y="105"/>
                    <a:pt x="1513" y="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100"/>
          <p:cNvGrpSpPr/>
          <p:nvPr/>
        </p:nvGrpSpPr>
        <p:grpSpPr>
          <a:xfrm>
            <a:off x="713184" y="4691184"/>
            <a:ext cx="7726459" cy="369843"/>
            <a:chOff x="713184" y="4691184"/>
            <a:chExt cx="7726459" cy="369843"/>
          </a:xfrm>
        </p:grpSpPr>
        <p:sp>
          <p:nvSpPr>
            <p:cNvPr id="3628" name="Google Shape;3628;p100"/>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629" name="Google Shape;3629;p100"/>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00"/>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00">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5" name="Shape 3635"/>
        <p:cNvGrpSpPr/>
        <p:nvPr/>
      </p:nvGrpSpPr>
      <p:grpSpPr>
        <a:xfrm>
          <a:off x="0" y="0"/>
          <a:ext cx="0" cy="0"/>
          <a:chOff x="0" y="0"/>
          <a:chExt cx="0" cy="0"/>
        </a:xfrm>
      </p:grpSpPr>
      <p:grpSp>
        <p:nvGrpSpPr>
          <p:cNvPr id="3636" name="Google Shape;3636;p101"/>
          <p:cNvGrpSpPr/>
          <p:nvPr/>
        </p:nvGrpSpPr>
        <p:grpSpPr>
          <a:xfrm>
            <a:off x="2857286" y="732167"/>
            <a:ext cx="3429984" cy="606063"/>
            <a:chOff x="5316325" y="1612757"/>
            <a:chExt cx="1404350" cy="302125"/>
          </a:xfrm>
        </p:grpSpPr>
        <p:sp>
          <p:nvSpPr>
            <p:cNvPr id="3637" name="Google Shape;3637;p101"/>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01"/>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01"/>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01"/>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01"/>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01"/>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01"/>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01"/>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01"/>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01"/>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01"/>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01"/>
          <p:cNvGrpSpPr/>
          <p:nvPr/>
        </p:nvGrpSpPr>
        <p:grpSpPr>
          <a:xfrm>
            <a:off x="948449" y="1954177"/>
            <a:ext cx="3248969" cy="1235146"/>
            <a:chOff x="6939375" y="228732"/>
            <a:chExt cx="917425" cy="1122350"/>
          </a:xfrm>
        </p:grpSpPr>
        <p:sp>
          <p:nvSpPr>
            <p:cNvPr id="3649" name="Google Shape;3649;p101"/>
            <p:cNvSpPr/>
            <p:nvPr/>
          </p:nvSpPr>
          <p:spPr>
            <a:xfrm>
              <a:off x="6939375" y="228732"/>
              <a:ext cx="917425" cy="1092925"/>
            </a:xfrm>
            <a:custGeom>
              <a:rect b="b" l="l" r="r" t="t"/>
              <a:pathLst>
                <a:path extrusionOk="0" h="43717" w="36697">
                  <a:moveTo>
                    <a:pt x="13408" y="1"/>
                  </a:moveTo>
                  <a:cubicBezTo>
                    <a:pt x="9075" y="1"/>
                    <a:pt x="4745" y="72"/>
                    <a:pt x="426" y="271"/>
                  </a:cubicBezTo>
                  <a:cubicBezTo>
                    <a:pt x="312" y="279"/>
                    <a:pt x="259" y="370"/>
                    <a:pt x="269" y="458"/>
                  </a:cubicBezTo>
                  <a:cubicBezTo>
                    <a:pt x="193" y="482"/>
                    <a:pt x="132" y="544"/>
                    <a:pt x="132" y="648"/>
                  </a:cubicBezTo>
                  <a:cubicBezTo>
                    <a:pt x="123" y="7817"/>
                    <a:pt x="100" y="14989"/>
                    <a:pt x="116" y="22160"/>
                  </a:cubicBezTo>
                  <a:cubicBezTo>
                    <a:pt x="126" y="25668"/>
                    <a:pt x="112" y="29177"/>
                    <a:pt x="110" y="32686"/>
                  </a:cubicBezTo>
                  <a:cubicBezTo>
                    <a:pt x="110" y="36288"/>
                    <a:pt x="1" y="39921"/>
                    <a:pt x="187" y="43515"/>
                  </a:cubicBezTo>
                  <a:lnTo>
                    <a:pt x="378" y="43506"/>
                  </a:lnTo>
                  <a:cubicBezTo>
                    <a:pt x="567" y="39990"/>
                    <a:pt x="474" y="36436"/>
                    <a:pt x="483" y="32915"/>
                  </a:cubicBezTo>
                  <a:cubicBezTo>
                    <a:pt x="493" y="29330"/>
                    <a:pt x="488" y="25743"/>
                    <a:pt x="507" y="22160"/>
                  </a:cubicBezTo>
                  <a:cubicBezTo>
                    <a:pt x="543" y="14989"/>
                    <a:pt x="541" y="7817"/>
                    <a:pt x="551" y="648"/>
                  </a:cubicBezTo>
                  <a:cubicBezTo>
                    <a:pt x="551" y="632"/>
                    <a:pt x="545" y="620"/>
                    <a:pt x="543" y="604"/>
                  </a:cubicBezTo>
                  <a:lnTo>
                    <a:pt x="543" y="604"/>
                  </a:lnTo>
                  <a:cubicBezTo>
                    <a:pt x="982" y="613"/>
                    <a:pt x="1421" y="615"/>
                    <a:pt x="1859" y="620"/>
                  </a:cubicBezTo>
                  <a:cubicBezTo>
                    <a:pt x="1825" y="974"/>
                    <a:pt x="1786" y="1364"/>
                    <a:pt x="1875" y="1682"/>
                  </a:cubicBezTo>
                  <a:cubicBezTo>
                    <a:pt x="1889" y="1732"/>
                    <a:pt x="1934" y="1758"/>
                    <a:pt x="1978" y="1758"/>
                  </a:cubicBezTo>
                  <a:cubicBezTo>
                    <a:pt x="2022" y="1758"/>
                    <a:pt x="2066" y="1733"/>
                    <a:pt x="2079" y="1682"/>
                  </a:cubicBezTo>
                  <a:cubicBezTo>
                    <a:pt x="2167" y="1364"/>
                    <a:pt x="2130" y="976"/>
                    <a:pt x="2095" y="623"/>
                  </a:cubicBezTo>
                  <a:lnTo>
                    <a:pt x="2095" y="623"/>
                  </a:lnTo>
                  <a:cubicBezTo>
                    <a:pt x="3069" y="633"/>
                    <a:pt x="4042" y="637"/>
                    <a:pt x="5016" y="637"/>
                  </a:cubicBezTo>
                  <a:cubicBezTo>
                    <a:pt x="9239" y="637"/>
                    <a:pt x="13466" y="560"/>
                    <a:pt x="17687" y="560"/>
                  </a:cubicBezTo>
                  <a:cubicBezTo>
                    <a:pt x="17885" y="560"/>
                    <a:pt x="18083" y="560"/>
                    <a:pt x="18281" y="561"/>
                  </a:cubicBezTo>
                  <a:cubicBezTo>
                    <a:pt x="24157" y="569"/>
                    <a:pt x="30042" y="569"/>
                    <a:pt x="35916" y="685"/>
                  </a:cubicBezTo>
                  <a:cubicBezTo>
                    <a:pt x="36096" y="7863"/>
                    <a:pt x="36221" y="15047"/>
                    <a:pt x="36149" y="22228"/>
                  </a:cubicBezTo>
                  <a:cubicBezTo>
                    <a:pt x="36115" y="25763"/>
                    <a:pt x="36113" y="29298"/>
                    <a:pt x="36103" y="32835"/>
                  </a:cubicBezTo>
                  <a:cubicBezTo>
                    <a:pt x="36091" y="36436"/>
                    <a:pt x="35865" y="40121"/>
                    <a:pt x="36145" y="43716"/>
                  </a:cubicBezTo>
                  <a:lnTo>
                    <a:pt x="36405" y="43698"/>
                  </a:lnTo>
                  <a:cubicBezTo>
                    <a:pt x="36696" y="40187"/>
                    <a:pt x="36501" y="36586"/>
                    <a:pt x="36511" y="33065"/>
                  </a:cubicBezTo>
                  <a:cubicBezTo>
                    <a:pt x="36523" y="29452"/>
                    <a:pt x="36553" y="25838"/>
                    <a:pt x="36533" y="22228"/>
                  </a:cubicBezTo>
                  <a:cubicBezTo>
                    <a:pt x="36491" y="15033"/>
                    <a:pt x="36674" y="7841"/>
                    <a:pt x="36412" y="647"/>
                  </a:cubicBezTo>
                  <a:cubicBezTo>
                    <a:pt x="36408" y="541"/>
                    <a:pt x="36348" y="474"/>
                    <a:pt x="36274" y="438"/>
                  </a:cubicBezTo>
                  <a:cubicBezTo>
                    <a:pt x="36248" y="392"/>
                    <a:pt x="36205" y="354"/>
                    <a:pt x="36135" y="354"/>
                  </a:cubicBezTo>
                  <a:cubicBezTo>
                    <a:pt x="28576" y="219"/>
                    <a:pt x="20988" y="1"/>
                    <a:pt x="13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01"/>
            <p:cNvSpPr/>
            <p:nvPr/>
          </p:nvSpPr>
          <p:spPr>
            <a:xfrm>
              <a:off x="7392275" y="1128432"/>
              <a:ext cx="460375" cy="222650"/>
            </a:xfrm>
            <a:custGeom>
              <a:rect b="b" l="l" r="r" t="t"/>
              <a:pathLst>
                <a:path extrusionOk="0" h="8906" w="18415">
                  <a:moveTo>
                    <a:pt x="132" y="0"/>
                  </a:moveTo>
                  <a:lnTo>
                    <a:pt x="0" y="261"/>
                  </a:lnTo>
                  <a:cubicBezTo>
                    <a:pt x="1277" y="931"/>
                    <a:pt x="2642" y="1479"/>
                    <a:pt x="3931" y="2141"/>
                  </a:cubicBezTo>
                  <a:cubicBezTo>
                    <a:pt x="5472" y="2933"/>
                    <a:pt x="7022" y="3714"/>
                    <a:pt x="8573" y="4485"/>
                  </a:cubicBezTo>
                  <a:cubicBezTo>
                    <a:pt x="11615" y="5992"/>
                    <a:pt x="14669" y="7470"/>
                    <a:pt x="17754" y="8883"/>
                  </a:cubicBezTo>
                  <a:cubicBezTo>
                    <a:pt x="17790" y="8899"/>
                    <a:pt x="17824" y="8906"/>
                    <a:pt x="17857" y="8906"/>
                  </a:cubicBezTo>
                  <a:cubicBezTo>
                    <a:pt x="17959" y="8906"/>
                    <a:pt x="18044" y="8837"/>
                    <a:pt x="18084" y="8752"/>
                  </a:cubicBezTo>
                  <a:cubicBezTo>
                    <a:pt x="18096" y="8755"/>
                    <a:pt x="18108" y="8756"/>
                    <a:pt x="18120" y="8756"/>
                  </a:cubicBezTo>
                  <a:cubicBezTo>
                    <a:pt x="18160" y="8756"/>
                    <a:pt x="18200" y="8736"/>
                    <a:pt x="18225" y="8680"/>
                  </a:cubicBezTo>
                  <a:cubicBezTo>
                    <a:pt x="18297" y="8535"/>
                    <a:pt x="18335" y="8382"/>
                    <a:pt x="18361" y="8221"/>
                  </a:cubicBezTo>
                  <a:cubicBezTo>
                    <a:pt x="18385" y="8064"/>
                    <a:pt x="18414" y="7887"/>
                    <a:pt x="18324" y="7750"/>
                  </a:cubicBezTo>
                  <a:cubicBezTo>
                    <a:pt x="18313" y="7734"/>
                    <a:pt x="18301" y="7720"/>
                    <a:pt x="18289" y="7710"/>
                  </a:cubicBezTo>
                  <a:lnTo>
                    <a:pt x="18029" y="7728"/>
                  </a:lnTo>
                  <a:cubicBezTo>
                    <a:pt x="18031" y="7736"/>
                    <a:pt x="18031" y="7742"/>
                    <a:pt x="18031" y="7750"/>
                  </a:cubicBezTo>
                  <a:cubicBezTo>
                    <a:pt x="18021" y="7763"/>
                    <a:pt x="18013" y="7774"/>
                    <a:pt x="18005" y="7791"/>
                  </a:cubicBezTo>
                  <a:cubicBezTo>
                    <a:pt x="17957" y="7909"/>
                    <a:pt x="17994" y="8044"/>
                    <a:pt x="17994" y="8169"/>
                  </a:cubicBezTo>
                  <a:cubicBezTo>
                    <a:pt x="17994" y="8271"/>
                    <a:pt x="17983" y="8370"/>
                    <a:pt x="17969" y="8467"/>
                  </a:cubicBezTo>
                  <a:cubicBezTo>
                    <a:pt x="14771" y="6960"/>
                    <a:pt x="11575" y="5445"/>
                    <a:pt x="8405" y="3879"/>
                  </a:cubicBezTo>
                  <a:cubicBezTo>
                    <a:pt x="6851" y="3113"/>
                    <a:pt x="5299" y="2334"/>
                    <a:pt x="3752" y="1550"/>
                  </a:cubicBezTo>
                  <a:cubicBezTo>
                    <a:pt x="2644" y="986"/>
                    <a:pt x="1402" y="159"/>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01"/>
            <p:cNvSpPr/>
            <p:nvPr/>
          </p:nvSpPr>
          <p:spPr>
            <a:xfrm>
              <a:off x="6948800" y="242732"/>
              <a:ext cx="896100" cy="1097400"/>
            </a:xfrm>
            <a:custGeom>
              <a:rect b="b" l="l" r="r" t="t"/>
              <a:pathLst>
                <a:path extrusionOk="0" h="43896" w="35844">
                  <a:moveTo>
                    <a:pt x="34902" y="134"/>
                  </a:moveTo>
                  <a:cubicBezTo>
                    <a:pt x="34953" y="134"/>
                    <a:pt x="35001" y="167"/>
                    <a:pt x="35001" y="233"/>
                  </a:cubicBezTo>
                  <a:cubicBezTo>
                    <a:pt x="35003" y="529"/>
                    <a:pt x="34915" y="832"/>
                    <a:pt x="34858" y="1120"/>
                  </a:cubicBezTo>
                  <a:cubicBezTo>
                    <a:pt x="34847" y="1179"/>
                    <a:pt x="34806" y="1204"/>
                    <a:pt x="34762" y="1204"/>
                  </a:cubicBezTo>
                  <a:cubicBezTo>
                    <a:pt x="34695" y="1204"/>
                    <a:pt x="34621" y="1147"/>
                    <a:pt x="34633" y="1060"/>
                  </a:cubicBezTo>
                  <a:cubicBezTo>
                    <a:pt x="34680" y="776"/>
                    <a:pt x="34698" y="476"/>
                    <a:pt x="34798" y="206"/>
                  </a:cubicBezTo>
                  <a:cubicBezTo>
                    <a:pt x="34816" y="157"/>
                    <a:pt x="34860" y="134"/>
                    <a:pt x="34902" y="134"/>
                  </a:cubicBezTo>
                  <a:close/>
                  <a:moveTo>
                    <a:pt x="1850" y="2436"/>
                  </a:moveTo>
                  <a:cubicBezTo>
                    <a:pt x="1896" y="2436"/>
                    <a:pt x="1943" y="2474"/>
                    <a:pt x="1928" y="2534"/>
                  </a:cubicBezTo>
                  <a:cubicBezTo>
                    <a:pt x="1810" y="3011"/>
                    <a:pt x="1832" y="3466"/>
                    <a:pt x="1838" y="3951"/>
                  </a:cubicBezTo>
                  <a:cubicBezTo>
                    <a:pt x="1839" y="4005"/>
                    <a:pt x="1796" y="4034"/>
                    <a:pt x="1753" y="4034"/>
                  </a:cubicBezTo>
                  <a:cubicBezTo>
                    <a:pt x="1718" y="4034"/>
                    <a:pt x="1683" y="4015"/>
                    <a:pt x="1671" y="3975"/>
                  </a:cubicBezTo>
                  <a:cubicBezTo>
                    <a:pt x="1538" y="3490"/>
                    <a:pt x="1621" y="2963"/>
                    <a:pt x="1774" y="2492"/>
                  </a:cubicBezTo>
                  <a:cubicBezTo>
                    <a:pt x="1787" y="2453"/>
                    <a:pt x="1818" y="2436"/>
                    <a:pt x="1850" y="2436"/>
                  </a:cubicBezTo>
                  <a:close/>
                  <a:moveTo>
                    <a:pt x="34782" y="2583"/>
                  </a:moveTo>
                  <a:cubicBezTo>
                    <a:pt x="34814" y="2583"/>
                    <a:pt x="34846" y="2601"/>
                    <a:pt x="34860" y="2641"/>
                  </a:cubicBezTo>
                  <a:cubicBezTo>
                    <a:pt x="35107" y="3363"/>
                    <a:pt x="35068" y="4108"/>
                    <a:pt x="34842" y="4830"/>
                  </a:cubicBezTo>
                  <a:cubicBezTo>
                    <a:pt x="34828" y="4874"/>
                    <a:pt x="34793" y="4892"/>
                    <a:pt x="34758" y="4892"/>
                  </a:cubicBezTo>
                  <a:cubicBezTo>
                    <a:pt x="34705" y="4892"/>
                    <a:pt x="34651" y="4849"/>
                    <a:pt x="34671" y="4782"/>
                  </a:cubicBezTo>
                  <a:cubicBezTo>
                    <a:pt x="34865" y="4083"/>
                    <a:pt x="34842" y="3395"/>
                    <a:pt x="34698" y="2685"/>
                  </a:cubicBezTo>
                  <a:cubicBezTo>
                    <a:pt x="34686" y="2622"/>
                    <a:pt x="34734" y="2583"/>
                    <a:pt x="34782" y="2583"/>
                  </a:cubicBezTo>
                  <a:close/>
                  <a:moveTo>
                    <a:pt x="1887" y="6606"/>
                  </a:moveTo>
                  <a:cubicBezTo>
                    <a:pt x="1918" y="6606"/>
                    <a:pt x="1950" y="6627"/>
                    <a:pt x="1951" y="6669"/>
                  </a:cubicBezTo>
                  <a:cubicBezTo>
                    <a:pt x="1958" y="6953"/>
                    <a:pt x="1988" y="7246"/>
                    <a:pt x="1963" y="7528"/>
                  </a:cubicBezTo>
                  <a:cubicBezTo>
                    <a:pt x="1958" y="7576"/>
                    <a:pt x="1922" y="7601"/>
                    <a:pt x="1887" y="7601"/>
                  </a:cubicBezTo>
                  <a:cubicBezTo>
                    <a:pt x="1851" y="7601"/>
                    <a:pt x="1815" y="7576"/>
                    <a:pt x="1810" y="7528"/>
                  </a:cubicBezTo>
                  <a:cubicBezTo>
                    <a:pt x="1785" y="7246"/>
                    <a:pt x="1815" y="6953"/>
                    <a:pt x="1822" y="6669"/>
                  </a:cubicBezTo>
                  <a:cubicBezTo>
                    <a:pt x="1823" y="6627"/>
                    <a:pt x="1855" y="6606"/>
                    <a:pt x="1887" y="6606"/>
                  </a:cubicBezTo>
                  <a:close/>
                  <a:moveTo>
                    <a:pt x="34768" y="6733"/>
                  </a:moveTo>
                  <a:cubicBezTo>
                    <a:pt x="34808" y="6733"/>
                    <a:pt x="34849" y="6760"/>
                    <a:pt x="34851" y="6812"/>
                  </a:cubicBezTo>
                  <a:cubicBezTo>
                    <a:pt x="34879" y="7431"/>
                    <a:pt x="34890" y="8051"/>
                    <a:pt x="34851" y="8671"/>
                  </a:cubicBezTo>
                  <a:cubicBezTo>
                    <a:pt x="34848" y="8724"/>
                    <a:pt x="34808" y="8750"/>
                    <a:pt x="34769" y="8750"/>
                  </a:cubicBezTo>
                  <a:cubicBezTo>
                    <a:pt x="34730" y="8750"/>
                    <a:pt x="34690" y="8724"/>
                    <a:pt x="34687" y="8671"/>
                  </a:cubicBezTo>
                  <a:cubicBezTo>
                    <a:pt x="34645" y="8051"/>
                    <a:pt x="34657" y="7431"/>
                    <a:pt x="34687" y="6812"/>
                  </a:cubicBezTo>
                  <a:cubicBezTo>
                    <a:pt x="34689" y="6759"/>
                    <a:pt x="34729" y="6733"/>
                    <a:pt x="34768" y="6733"/>
                  </a:cubicBezTo>
                  <a:close/>
                  <a:moveTo>
                    <a:pt x="1743" y="9606"/>
                  </a:moveTo>
                  <a:cubicBezTo>
                    <a:pt x="1775" y="9606"/>
                    <a:pt x="1808" y="9629"/>
                    <a:pt x="1810" y="9673"/>
                  </a:cubicBezTo>
                  <a:cubicBezTo>
                    <a:pt x="1831" y="10146"/>
                    <a:pt x="1896" y="10656"/>
                    <a:pt x="1828" y="11125"/>
                  </a:cubicBezTo>
                  <a:cubicBezTo>
                    <a:pt x="1823" y="11167"/>
                    <a:pt x="1783" y="11189"/>
                    <a:pt x="1743" y="11189"/>
                  </a:cubicBezTo>
                  <a:cubicBezTo>
                    <a:pt x="1703" y="11189"/>
                    <a:pt x="1662" y="11167"/>
                    <a:pt x="1655" y="11125"/>
                  </a:cubicBezTo>
                  <a:cubicBezTo>
                    <a:pt x="1589" y="10656"/>
                    <a:pt x="1655" y="10146"/>
                    <a:pt x="1677" y="9673"/>
                  </a:cubicBezTo>
                  <a:cubicBezTo>
                    <a:pt x="1678" y="9629"/>
                    <a:pt x="1710" y="9606"/>
                    <a:pt x="1743" y="9606"/>
                  </a:cubicBezTo>
                  <a:close/>
                  <a:moveTo>
                    <a:pt x="34768" y="10893"/>
                  </a:moveTo>
                  <a:cubicBezTo>
                    <a:pt x="34800" y="10893"/>
                    <a:pt x="34834" y="10915"/>
                    <a:pt x="34837" y="10959"/>
                  </a:cubicBezTo>
                  <a:cubicBezTo>
                    <a:pt x="34885" y="11675"/>
                    <a:pt x="34865" y="12387"/>
                    <a:pt x="34846" y="13103"/>
                  </a:cubicBezTo>
                  <a:cubicBezTo>
                    <a:pt x="34844" y="13153"/>
                    <a:pt x="34806" y="13178"/>
                    <a:pt x="34768" y="13178"/>
                  </a:cubicBezTo>
                  <a:cubicBezTo>
                    <a:pt x="34731" y="13178"/>
                    <a:pt x="34693" y="13153"/>
                    <a:pt x="34692" y="13103"/>
                  </a:cubicBezTo>
                  <a:cubicBezTo>
                    <a:pt x="34673" y="12387"/>
                    <a:pt x="34653" y="11675"/>
                    <a:pt x="34701" y="10959"/>
                  </a:cubicBezTo>
                  <a:cubicBezTo>
                    <a:pt x="34703" y="10915"/>
                    <a:pt x="34735" y="10893"/>
                    <a:pt x="34768" y="10893"/>
                  </a:cubicBezTo>
                  <a:close/>
                  <a:moveTo>
                    <a:pt x="1886" y="13029"/>
                  </a:moveTo>
                  <a:cubicBezTo>
                    <a:pt x="1924" y="13029"/>
                    <a:pt x="1962" y="13053"/>
                    <a:pt x="1963" y="13103"/>
                  </a:cubicBezTo>
                  <a:cubicBezTo>
                    <a:pt x="1977" y="13572"/>
                    <a:pt x="2029" y="14065"/>
                    <a:pt x="1967" y="14533"/>
                  </a:cubicBezTo>
                  <a:cubicBezTo>
                    <a:pt x="1960" y="14585"/>
                    <a:pt x="1924" y="14611"/>
                    <a:pt x="1887" y="14611"/>
                  </a:cubicBezTo>
                  <a:cubicBezTo>
                    <a:pt x="1850" y="14611"/>
                    <a:pt x="1813" y="14585"/>
                    <a:pt x="1806" y="14533"/>
                  </a:cubicBezTo>
                  <a:cubicBezTo>
                    <a:pt x="1743" y="14067"/>
                    <a:pt x="1796" y="13572"/>
                    <a:pt x="1808" y="13103"/>
                  </a:cubicBezTo>
                  <a:cubicBezTo>
                    <a:pt x="1810" y="13053"/>
                    <a:pt x="1849" y="13029"/>
                    <a:pt x="1886" y="13029"/>
                  </a:cubicBezTo>
                  <a:close/>
                  <a:moveTo>
                    <a:pt x="34769" y="15596"/>
                  </a:moveTo>
                  <a:cubicBezTo>
                    <a:pt x="34810" y="15596"/>
                    <a:pt x="34850" y="15623"/>
                    <a:pt x="34851" y="15676"/>
                  </a:cubicBezTo>
                  <a:cubicBezTo>
                    <a:pt x="34877" y="16345"/>
                    <a:pt x="34874" y="17010"/>
                    <a:pt x="34856" y="17678"/>
                  </a:cubicBezTo>
                  <a:cubicBezTo>
                    <a:pt x="34853" y="17734"/>
                    <a:pt x="34811" y="17762"/>
                    <a:pt x="34769" y="17762"/>
                  </a:cubicBezTo>
                  <a:cubicBezTo>
                    <a:pt x="34726" y="17762"/>
                    <a:pt x="34684" y="17733"/>
                    <a:pt x="34682" y="17678"/>
                  </a:cubicBezTo>
                  <a:cubicBezTo>
                    <a:pt x="34661" y="17010"/>
                    <a:pt x="34659" y="16345"/>
                    <a:pt x="34685" y="15676"/>
                  </a:cubicBezTo>
                  <a:cubicBezTo>
                    <a:pt x="34687" y="15623"/>
                    <a:pt x="34728" y="15596"/>
                    <a:pt x="34769" y="15596"/>
                  </a:cubicBezTo>
                  <a:close/>
                  <a:moveTo>
                    <a:pt x="1620" y="16466"/>
                  </a:moveTo>
                  <a:cubicBezTo>
                    <a:pt x="1646" y="16466"/>
                    <a:pt x="1671" y="16480"/>
                    <a:pt x="1681" y="16512"/>
                  </a:cubicBezTo>
                  <a:cubicBezTo>
                    <a:pt x="1838" y="17043"/>
                    <a:pt x="1991" y="17731"/>
                    <a:pt x="1826" y="18274"/>
                  </a:cubicBezTo>
                  <a:cubicBezTo>
                    <a:pt x="1812" y="18321"/>
                    <a:pt x="1774" y="18343"/>
                    <a:pt x="1736" y="18343"/>
                  </a:cubicBezTo>
                  <a:cubicBezTo>
                    <a:pt x="1688" y="18343"/>
                    <a:pt x="1639" y="18309"/>
                    <a:pt x="1635" y="18248"/>
                  </a:cubicBezTo>
                  <a:cubicBezTo>
                    <a:pt x="1619" y="17982"/>
                    <a:pt x="1669" y="17715"/>
                    <a:pt x="1663" y="17445"/>
                  </a:cubicBezTo>
                  <a:cubicBezTo>
                    <a:pt x="1655" y="17142"/>
                    <a:pt x="1617" y="16844"/>
                    <a:pt x="1552" y="16548"/>
                  </a:cubicBezTo>
                  <a:cubicBezTo>
                    <a:pt x="1542" y="16498"/>
                    <a:pt x="1582" y="16466"/>
                    <a:pt x="1620" y="16466"/>
                  </a:cubicBezTo>
                  <a:close/>
                  <a:moveTo>
                    <a:pt x="1743" y="19890"/>
                  </a:moveTo>
                  <a:cubicBezTo>
                    <a:pt x="1781" y="19890"/>
                    <a:pt x="1819" y="19915"/>
                    <a:pt x="1822" y="19966"/>
                  </a:cubicBezTo>
                  <a:cubicBezTo>
                    <a:pt x="1848" y="20441"/>
                    <a:pt x="1884" y="20920"/>
                    <a:pt x="1845" y="21395"/>
                  </a:cubicBezTo>
                  <a:cubicBezTo>
                    <a:pt x="1839" y="21461"/>
                    <a:pt x="1791" y="21494"/>
                    <a:pt x="1743" y="21494"/>
                  </a:cubicBezTo>
                  <a:cubicBezTo>
                    <a:pt x="1694" y="21494"/>
                    <a:pt x="1646" y="21461"/>
                    <a:pt x="1642" y="21395"/>
                  </a:cubicBezTo>
                  <a:cubicBezTo>
                    <a:pt x="1602" y="20919"/>
                    <a:pt x="1639" y="20441"/>
                    <a:pt x="1665" y="19966"/>
                  </a:cubicBezTo>
                  <a:cubicBezTo>
                    <a:pt x="1667" y="19915"/>
                    <a:pt x="1705" y="19890"/>
                    <a:pt x="1743" y="19890"/>
                  </a:cubicBezTo>
                  <a:close/>
                  <a:moveTo>
                    <a:pt x="34769" y="20031"/>
                  </a:moveTo>
                  <a:cubicBezTo>
                    <a:pt x="34808" y="20031"/>
                    <a:pt x="34848" y="20057"/>
                    <a:pt x="34849" y="20109"/>
                  </a:cubicBezTo>
                  <a:cubicBezTo>
                    <a:pt x="34867" y="20682"/>
                    <a:pt x="34860" y="21252"/>
                    <a:pt x="34835" y="21825"/>
                  </a:cubicBezTo>
                  <a:cubicBezTo>
                    <a:pt x="34833" y="21867"/>
                    <a:pt x="34800" y="21889"/>
                    <a:pt x="34768" y="21889"/>
                  </a:cubicBezTo>
                  <a:cubicBezTo>
                    <a:pt x="34736" y="21889"/>
                    <a:pt x="34704" y="21867"/>
                    <a:pt x="34703" y="21825"/>
                  </a:cubicBezTo>
                  <a:cubicBezTo>
                    <a:pt x="34678" y="21252"/>
                    <a:pt x="34671" y="20682"/>
                    <a:pt x="34689" y="20109"/>
                  </a:cubicBezTo>
                  <a:cubicBezTo>
                    <a:pt x="34690" y="20057"/>
                    <a:pt x="34730" y="20031"/>
                    <a:pt x="34769" y="20031"/>
                  </a:cubicBezTo>
                  <a:close/>
                  <a:moveTo>
                    <a:pt x="1819" y="23627"/>
                  </a:moveTo>
                  <a:cubicBezTo>
                    <a:pt x="1849" y="23627"/>
                    <a:pt x="1880" y="23647"/>
                    <a:pt x="1882" y="23686"/>
                  </a:cubicBezTo>
                  <a:cubicBezTo>
                    <a:pt x="1921" y="24256"/>
                    <a:pt x="1967" y="24827"/>
                    <a:pt x="1961" y="25399"/>
                  </a:cubicBezTo>
                  <a:cubicBezTo>
                    <a:pt x="1961" y="25450"/>
                    <a:pt x="1924" y="25474"/>
                    <a:pt x="1887" y="25474"/>
                  </a:cubicBezTo>
                  <a:cubicBezTo>
                    <a:pt x="1848" y="25474"/>
                    <a:pt x="1809" y="25449"/>
                    <a:pt x="1806" y="25399"/>
                  </a:cubicBezTo>
                  <a:cubicBezTo>
                    <a:pt x="1757" y="24829"/>
                    <a:pt x="1762" y="24258"/>
                    <a:pt x="1760" y="23686"/>
                  </a:cubicBezTo>
                  <a:cubicBezTo>
                    <a:pt x="1760" y="23646"/>
                    <a:pt x="1789" y="23627"/>
                    <a:pt x="1819" y="23627"/>
                  </a:cubicBezTo>
                  <a:close/>
                  <a:moveTo>
                    <a:pt x="34625" y="24312"/>
                  </a:moveTo>
                  <a:cubicBezTo>
                    <a:pt x="34669" y="24312"/>
                    <a:pt x="34712" y="24340"/>
                    <a:pt x="34715" y="24397"/>
                  </a:cubicBezTo>
                  <a:cubicBezTo>
                    <a:pt x="34733" y="24970"/>
                    <a:pt x="34719" y="25542"/>
                    <a:pt x="34708" y="26112"/>
                  </a:cubicBezTo>
                  <a:cubicBezTo>
                    <a:pt x="34708" y="26166"/>
                    <a:pt x="34667" y="26193"/>
                    <a:pt x="34626" y="26193"/>
                  </a:cubicBezTo>
                  <a:cubicBezTo>
                    <a:pt x="34584" y="26193"/>
                    <a:pt x="34543" y="26166"/>
                    <a:pt x="34541" y="26112"/>
                  </a:cubicBezTo>
                  <a:cubicBezTo>
                    <a:pt x="34532" y="25542"/>
                    <a:pt x="34519" y="24970"/>
                    <a:pt x="34537" y="24397"/>
                  </a:cubicBezTo>
                  <a:cubicBezTo>
                    <a:pt x="34538" y="24340"/>
                    <a:pt x="34582" y="24312"/>
                    <a:pt x="34625" y="24312"/>
                  </a:cubicBezTo>
                  <a:close/>
                  <a:moveTo>
                    <a:pt x="1885" y="27046"/>
                  </a:moveTo>
                  <a:cubicBezTo>
                    <a:pt x="1920" y="27046"/>
                    <a:pt x="1953" y="27069"/>
                    <a:pt x="1956" y="27114"/>
                  </a:cubicBezTo>
                  <a:cubicBezTo>
                    <a:pt x="1983" y="27680"/>
                    <a:pt x="2015" y="28264"/>
                    <a:pt x="1975" y="28829"/>
                  </a:cubicBezTo>
                  <a:cubicBezTo>
                    <a:pt x="1971" y="28886"/>
                    <a:pt x="1929" y="28914"/>
                    <a:pt x="1886" y="28914"/>
                  </a:cubicBezTo>
                  <a:cubicBezTo>
                    <a:pt x="1844" y="28914"/>
                    <a:pt x="1801" y="28886"/>
                    <a:pt x="1796" y="28829"/>
                  </a:cubicBezTo>
                  <a:cubicBezTo>
                    <a:pt x="1757" y="28264"/>
                    <a:pt x="1787" y="27680"/>
                    <a:pt x="1815" y="27114"/>
                  </a:cubicBezTo>
                  <a:cubicBezTo>
                    <a:pt x="1817" y="27069"/>
                    <a:pt x="1851" y="27046"/>
                    <a:pt x="1885" y="27046"/>
                  </a:cubicBezTo>
                  <a:close/>
                  <a:moveTo>
                    <a:pt x="34768" y="28190"/>
                  </a:moveTo>
                  <a:cubicBezTo>
                    <a:pt x="34803" y="28190"/>
                    <a:pt x="34837" y="28212"/>
                    <a:pt x="34839" y="28257"/>
                  </a:cubicBezTo>
                  <a:cubicBezTo>
                    <a:pt x="34863" y="28783"/>
                    <a:pt x="34849" y="29306"/>
                    <a:pt x="34837" y="29829"/>
                  </a:cubicBezTo>
                  <a:cubicBezTo>
                    <a:pt x="34836" y="29873"/>
                    <a:pt x="34803" y="29895"/>
                    <a:pt x="34769" y="29895"/>
                  </a:cubicBezTo>
                  <a:cubicBezTo>
                    <a:pt x="34735" y="29895"/>
                    <a:pt x="34702" y="29873"/>
                    <a:pt x="34701" y="29829"/>
                  </a:cubicBezTo>
                  <a:cubicBezTo>
                    <a:pt x="34687" y="29306"/>
                    <a:pt x="34675" y="28783"/>
                    <a:pt x="34698" y="28257"/>
                  </a:cubicBezTo>
                  <a:cubicBezTo>
                    <a:pt x="34700" y="28212"/>
                    <a:pt x="34734" y="28190"/>
                    <a:pt x="34768" y="28190"/>
                  </a:cubicBezTo>
                  <a:close/>
                  <a:moveTo>
                    <a:pt x="1747" y="30911"/>
                  </a:moveTo>
                  <a:cubicBezTo>
                    <a:pt x="1773" y="30911"/>
                    <a:pt x="1799" y="30924"/>
                    <a:pt x="1810" y="30954"/>
                  </a:cubicBezTo>
                  <a:cubicBezTo>
                    <a:pt x="1974" y="31386"/>
                    <a:pt x="2041" y="31827"/>
                    <a:pt x="1956" y="32282"/>
                  </a:cubicBezTo>
                  <a:cubicBezTo>
                    <a:pt x="1949" y="32321"/>
                    <a:pt x="1916" y="32338"/>
                    <a:pt x="1883" y="32338"/>
                  </a:cubicBezTo>
                  <a:cubicBezTo>
                    <a:pt x="1841" y="32338"/>
                    <a:pt x="1797" y="32310"/>
                    <a:pt x="1801" y="32261"/>
                  </a:cubicBezTo>
                  <a:cubicBezTo>
                    <a:pt x="1836" y="31827"/>
                    <a:pt x="1818" y="31404"/>
                    <a:pt x="1689" y="30988"/>
                  </a:cubicBezTo>
                  <a:cubicBezTo>
                    <a:pt x="1673" y="30940"/>
                    <a:pt x="1710" y="30911"/>
                    <a:pt x="1747" y="30911"/>
                  </a:cubicBezTo>
                  <a:close/>
                  <a:moveTo>
                    <a:pt x="34769" y="31619"/>
                  </a:moveTo>
                  <a:cubicBezTo>
                    <a:pt x="34803" y="31619"/>
                    <a:pt x="34837" y="31642"/>
                    <a:pt x="34842" y="31688"/>
                  </a:cubicBezTo>
                  <a:cubicBezTo>
                    <a:pt x="34885" y="32211"/>
                    <a:pt x="34869" y="32741"/>
                    <a:pt x="34837" y="33261"/>
                  </a:cubicBezTo>
                  <a:cubicBezTo>
                    <a:pt x="34835" y="33306"/>
                    <a:pt x="34802" y="33328"/>
                    <a:pt x="34769" y="33328"/>
                  </a:cubicBezTo>
                  <a:cubicBezTo>
                    <a:pt x="34736" y="33328"/>
                    <a:pt x="34702" y="33306"/>
                    <a:pt x="34698" y="33261"/>
                  </a:cubicBezTo>
                  <a:cubicBezTo>
                    <a:pt x="34666" y="32741"/>
                    <a:pt x="34650" y="32211"/>
                    <a:pt x="34696" y="31688"/>
                  </a:cubicBezTo>
                  <a:cubicBezTo>
                    <a:pt x="34700" y="31642"/>
                    <a:pt x="34734" y="31619"/>
                    <a:pt x="34769" y="31619"/>
                  </a:cubicBezTo>
                  <a:close/>
                  <a:moveTo>
                    <a:pt x="19057" y="33704"/>
                  </a:moveTo>
                  <a:cubicBezTo>
                    <a:pt x="19065" y="33704"/>
                    <a:pt x="19073" y="33705"/>
                    <a:pt x="19081" y="33708"/>
                  </a:cubicBezTo>
                  <a:cubicBezTo>
                    <a:pt x="19632" y="33913"/>
                    <a:pt x="20159" y="34159"/>
                    <a:pt x="20638" y="34507"/>
                  </a:cubicBezTo>
                  <a:cubicBezTo>
                    <a:pt x="20711" y="34559"/>
                    <a:pt x="20669" y="34667"/>
                    <a:pt x="20594" y="34667"/>
                  </a:cubicBezTo>
                  <a:cubicBezTo>
                    <a:pt x="20580" y="34667"/>
                    <a:pt x="20565" y="34664"/>
                    <a:pt x="20549" y="34655"/>
                  </a:cubicBezTo>
                  <a:cubicBezTo>
                    <a:pt x="20051" y="34372"/>
                    <a:pt x="19547" y="34088"/>
                    <a:pt x="19016" y="33861"/>
                  </a:cubicBezTo>
                  <a:cubicBezTo>
                    <a:pt x="18939" y="33827"/>
                    <a:pt x="18983" y="33704"/>
                    <a:pt x="19057" y="33704"/>
                  </a:cubicBezTo>
                  <a:close/>
                  <a:moveTo>
                    <a:pt x="16621" y="33615"/>
                  </a:moveTo>
                  <a:cubicBezTo>
                    <a:pt x="16706" y="33615"/>
                    <a:pt x="16742" y="33735"/>
                    <a:pt x="16666" y="33787"/>
                  </a:cubicBezTo>
                  <a:cubicBezTo>
                    <a:pt x="16151" y="34129"/>
                    <a:pt x="15560" y="34366"/>
                    <a:pt x="15031" y="34692"/>
                  </a:cubicBezTo>
                  <a:cubicBezTo>
                    <a:pt x="15016" y="34702"/>
                    <a:pt x="15000" y="34706"/>
                    <a:pt x="14986" y="34706"/>
                  </a:cubicBezTo>
                  <a:cubicBezTo>
                    <a:pt x="14912" y="34706"/>
                    <a:pt x="14868" y="34594"/>
                    <a:pt x="14944" y="34539"/>
                  </a:cubicBezTo>
                  <a:cubicBezTo>
                    <a:pt x="15439" y="34182"/>
                    <a:pt x="15998" y="33780"/>
                    <a:pt x="16594" y="33619"/>
                  </a:cubicBezTo>
                  <a:cubicBezTo>
                    <a:pt x="16604" y="33616"/>
                    <a:pt x="16612" y="33615"/>
                    <a:pt x="16621" y="33615"/>
                  </a:cubicBezTo>
                  <a:close/>
                  <a:moveTo>
                    <a:pt x="12188" y="35647"/>
                  </a:moveTo>
                  <a:cubicBezTo>
                    <a:pt x="12274" y="35647"/>
                    <a:pt x="12333" y="35775"/>
                    <a:pt x="12240" y="35814"/>
                  </a:cubicBezTo>
                  <a:cubicBezTo>
                    <a:pt x="11808" y="35999"/>
                    <a:pt x="11332" y="36108"/>
                    <a:pt x="10880" y="36233"/>
                  </a:cubicBezTo>
                  <a:cubicBezTo>
                    <a:pt x="10872" y="36235"/>
                    <a:pt x="10864" y="36236"/>
                    <a:pt x="10857" y="36236"/>
                  </a:cubicBezTo>
                  <a:cubicBezTo>
                    <a:pt x="10773" y="36236"/>
                    <a:pt x="10747" y="36107"/>
                    <a:pt x="10836" y="36076"/>
                  </a:cubicBezTo>
                  <a:cubicBezTo>
                    <a:pt x="11272" y="35923"/>
                    <a:pt x="11718" y="35742"/>
                    <a:pt x="12171" y="35648"/>
                  </a:cubicBezTo>
                  <a:cubicBezTo>
                    <a:pt x="12176" y="35647"/>
                    <a:pt x="12182" y="35647"/>
                    <a:pt x="12188" y="35647"/>
                  </a:cubicBezTo>
                  <a:close/>
                  <a:moveTo>
                    <a:pt x="1600" y="34479"/>
                  </a:moveTo>
                  <a:cubicBezTo>
                    <a:pt x="1635" y="34479"/>
                    <a:pt x="1670" y="34503"/>
                    <a:pt x="1671" y="34549"/>
                  </a:cubicBezTo>
                  <a:cubicBezTo>
                    <a:pt x="1685" y="35114"/>
                    <a:pt x="1741" y="35699"/>
                    <a:pt x="1685" y="36265"/>
                  </a:cubicBezTo>
                  <a:cubicBezTo>
                    <a:pt x="1680" y="36319"/>
                    <a:pt x="1640" y="36346"/>
                    <a:pt x="1600" y="36346"/>
                  </a:cubicBezTo>
                  <a:cubicBezTo>
                    <a:pt x="1560" y="36346"/>
                    <a:pt x="1520" y="36319"/>
                    <a:pt x="1514" y="36265"/>
                  </a:cubicBezTo>
                  <a:cubicBezTo>
                    <a:pt x="1459" y="35699"/>
                    <a:pt x="1512" y="35114"/>
                    <a:pt x="1528" y="34549"/>
                  </a:cubicBezTo>
                  <a:cubicBezTo>
                    <a:pt x="1529" y="34503"/>
                    <a:pt x="1565" y="34479"/>
                    <a:pt x="1600" y="34479"/>
                  </a:cubicBezTo>
                  <a:close/>
                  <a:moveTo>
                    <a:pt x="23056" y="35432"/>
                  </a:moveTo>
                  <a:cubicBezTo>
                    <a:pt x="23083" y="35432"/>
                    <a:pt x="23109" y="35443"/>
                    <a:pt x="23129" y="35468"/>
                  </a:cubicBezTo>
                  <a:cubicBezTo>
                    <a:pt x="23426" y="35842"/>
                    <a:pt x="23809" y="36112"/>
                    <a:pt x="24244" y="36313"/>
                  </a:cubicBezTo>
                  <a:cubicBezTo>
                    <a:pt x="24342" y="36359"/>
                    <a:pt x="24287" y="36509"/>
                    <a:pt x="24193" y="36509"/>
                  </a:cubicBezTo>
                  <a:cubicBezTo>
                    <a:pt x="24184" y="36509"/>
                    <a:pt x="24174" y="36508"/>
                    <a:pt x="24163" y="36504"/>
                  </a:cubicBezTo>
                  <a:cubicBezTo>
                    <a:pt x="23664" y="36341"/>
                    <a:pt x="23265" y="36020"/>
                    <a:pt x="22951" y="35604"/>
                  </a:cubicBezTo>
                  <a:cubicBezTo>
                    <a:pt x="22894" y="35526"/>
                    <a:pt x="22977" y="35432"/>
                    <a:pt x="23056" y="35432"/>
                  </a:cubicBezTo>
                  <a:close/>
                  <a:moveTo>
                    <a:pt x="34625" y="35189"/>
                  </a:moveTo>
                  <a:cubicBezTo>
                    <a:pt x="34661" y="35189"/>
                    <a:pt x="34696" y="35213"/>
                    <a:pt x="34698" y="35263"/>
                  </a:cubicBezTo>
                  <a:cubicBezTo>
                    <a:pt x="34734" y="35879"/>
                    <a:pt x="34682" y="36504"/>
                    <a:pt x="34664" y="37121"/>
                  </a:cubicBezTo>
                  <a:cubicBezTo>
                    <a:pt x="34662" y="37170"/>
                    <a:pt x="34623" y="37194"/>
                    <a:pt x="34586" y="37194"/>
                  </a:cubicBezTo>
                  <a:cubicBezTo>
                    <a:pt x="34548" y="37194"/>
                    <a:pt x="34512" y="37170"/>
                    <a:pt x="34512" y="37121"/>
                  </a:cubicBezTo>
                  <a:cubicBezTo>
                    <a:pt x="34516" y="36505"/>
                    <a:pt x="34488" y="35877"/>
                    <a:pt x="34546" y="35263"/>
                  </a:cubicBezTo>
                  <a:cubicBezTo>
                    <a:pt x="34551" y="35214"/>
                    <a:pt x="34588" y="35189"/>
                    <a:pt x="34625" y="35189"/>
                  </a:cubicBezTo>
                  <a:close/>
                  <a:moveTo>
                    <a:pt x="9046" y="37193"/>
                  </a:moveTo>
                  <a:cubicBezTo>
                    <a:pt x="9138" y="37193"/>
                    <a:pt x="9190" y="37335"/>
                    <a:pt x="9097" y="37382"/>
                  </a:cubicBezTo>
                  <a:cubicBezTo>
                    <a:pt x="8633" y="37611"/>
                    <a:pt x="8125" y="37780"/>
                    <a:pt x="7638" y="37950"/>
                  </a:cubicBezTo>
                  <a:cubicBezTo>
                    <a:pt x="7628" y="37954"/>
                    <a:pt x="7618" y="37955"/>
                    <a:pt x="7609" y="37955"/>
                  </a:cubicBezTo>
                  <a:cubicBezTo>
                    <a:pt x="7520" y="37955"/>
                    <a:pt x="7468" y="37808"/>
                    <a:pt x="7562" y="37768"/>
                  </a:cubicBezTo>
                  <a:cubicBezTo>
                    <a:pt x="8035" y="37565"/>
                    <a:pt x="8524" y="37343"/>
                    <a:pt x="9019" y="37197"/>
                  </a:cubicBezTo>
                  <a:cubicBezTo>
                    <a:pt x="9028" y="37195"/>
                    <a:pt x="9038" y="37193"/>
                    <a:pt x="9046" y="37193"/>
                  </a:cubicBezTo>
                  <a:close/>
                  <a:moveTo>
                    <a:pt x="26911" y="37720"/>
                  </a:moveTo>
                  <a:cubicBezTo>
                    <a:pt x="26919" y="37720"/>
                    <a:pt x="26927" y="37721"/>
                    <a:pt x="26936" y="37724"/>
                  </a:cubicBezTo>
                  <a:cubicBezTo>
                    <a:pt x="27539" y="37892"/>
                    <a:pt x="28148" y="38124"/>
                    <a:pt x="28652" y="38497"/>
                  </a:cubicBezTo>
                  <a:cubicBezTo>
                    <a:pt x="28723" y="38552"/>
                    <a:pt x="28683" y="38654"/>
                    <a:pt x="28610" y="38654"/>
                  </a:cubicBezTo>
                  <a:cubicBezTo>
                    <a:pt x="28596" y="38654"/>
                    <a:pt x="28582" y="38650"/>
                    <a:pt x="28567" y="38643"/>
                  </a:cubicBezTo>
                  <a:cubicBezTo>
                    <a:pt x="28014" y="38363"/>
                    <a:pt x="27485" y="38077"/>
                    <a:pt x="26893" y="37887"/>
                  </a:cubicBezTo>
                  <a:cubicBezTo>
                    <a:pt x="26797" y="37856"/>
                    <a:pt x="26825" y="37720"/>
                    <a:pt x="26911" y="37720"/>
                  </a:cubicBezTo>
                  <a:close/>
                  <a:moveTo>
                    <a:pt x="5312" y="38896"/>
                  </a:moveTo>
                  <a:cubicBezTo>
                    <a:pt x="5385" y="38896"/>
                    <a:pt x="5434" y="39001"/>
                    <a:pt x="5355" y="39044"/>
                  </a:cubicBezTo>
                  <a:cubicBezTo>
                    <a:pt x="4930" y="39291"/>
                    <a:pt x="4491" y="39508"/>
                    <a:pt x="4055" y="39734"/>
                  </a:cubicBezTo>
                  <a:cubicBezTo>
                    <a:pt x="4041" y="39742"/>
                    <a:pt x="4027" y="39745"/>
                    <a:pt x="4013" y="39745"/>
                  </a:cubicBezTo>
                  <a:cubicBezTo>
                    <a:pt x="3936" y="39745"/>
                    <a:pt x="3886" y="39633"/>
                    <a:pt x="3969" y="39587"/>
                  </a:cubicBezTo>
                  <a:cubicBezTo>
                    <a:pt x="4401" y="39356"/>
                    <a:pt x="4830" y="39116"/>
                    <a:pt x="5274" y="38906"/>
                  </a:cubicBezTo>
                  <a:cubicBezTo>
                    <a:pt x="5287" y="38899"/>
                    <a:pt x="5300" y="38896"/>
                    <a:pt x="5312" y="38896"/>
                  </a:cubicBezTo>
                  <a:close/>
                  <a:moveTo>
                    <a:pt x="1743" y="38347"/>
                  </a:moveTo>
                  <a:cubicBezTo>
                    <a:pt x="1774" y="38347"/>
                    <a:pt x="1805" y="38368"/>
                    <a:pt x="1806" y="38410"/>
                  </a:cubicBezTo>
                  <a:cubicBezTo>
                    <a:pt x="1826" y="38830"/>
                    <a:pt x="1882" y="39275"/>
                    <a:pt x="1832" y="39695"/>
                  </a:cubicBezTo>
                  <a:cubicBezTo>
                    <a:pt x="1825" y="39752"/>
                    <a:pt x="1784" y="39780"/>
                    <a:pt x="1742" y="39780"/>
                  </a:cubicBezTo>
                  <a:cubicBezTo>
                    <a:pt x="1701" y="39780"/>
                    <a:pt x="1660" y="39752"/>
                    <a:pt x="1653" y="39695"/>
                  </a:cubicBezTo>
                  <a:cubicBezTo>
                    <a:pt x="1603" y="39275"/>
                    <a:pt x="1658" y="38830"/>
                    <a:pt x="1679" y="38410"/>
                  </a:cubicBezTo>
                  <a:cubicBezTo>
                    <a:pt x="1681" y="38368"/>
                    <a:pt x="1712" y="38347"/>
                    <a:pt x="1743" y="38347"/>
                  </a:cubicBezTo>
                  <a:close/>
                  <a:moveTo>
                    <a:pt x="34625" y="38903"/>
                  </a:moveTo>
                  <a:cubicBezTo>
                    <a:pt x="34664" y="38903"/>
                    <a:pt x="34703" y="38928"/>
                    <a:pt x="34706" y="38979"/>
                  </a:cubicBezTo>
                  <a:cubicBezTo>
                    <a:pt x="34722" y="39410"/>
                    <a:pt x="34724" y="39839"/>
                    <a:pt x="34703" y="40265"/>
                  </a:cubicBezTo>
                  <a:cubicBezTo>
                    <a:pt x="34701" y="40316"/>
                    <a:pt x="34663" y="40342"/>
                    <a:pt x="34626" y="40342"/>
                  </a:cubicBezTo>
                  <a:cubicBezTo>
                    <a:pt x="34588" y="40342"/>
                    <a:pt x="34551" y="40316"/>
                    <a:pt x="34549" y="40265"/>
                  </a:cubicBezTo>
                  <a:cubicBezTo>
                    <a:pt x="34525" y="39838"/>
                    <a:pt x="34530" y="39409"/>
                    <a:pt x="34546" y="38979"/>
                  </a:cubicBezTo>
                  <a:cubicBezTo>
                    <a:pt x="34547" y="38928"/>
                    <a:pt x="34586" y="38903"/>
                    <a:pt x="34625" y="38903"/>
                  </a:cubicBezTo>
                  <a:close/>
                  <a:moveTo>
                    <a:pt x="30910" y="39599"/>
                  </a:moveTo>
                  <a:cubicBezTo>
                    <a:pt x="30925" y="39599"/>
                    <a:pt x="30942" y="39603"/>
                    <a:pt x="30958" y="39611"/>
                  </a:cubicBezTo>
                  <a:cubicBezTo>
                    <a:pt x="31575" y="39897"/>
                    <a:pt x="32209" y="40162"/>
                    <a:pt x="32805" y="40490"/>
                  </a:cubicBezTo>
                  <a:cubicBezTo>
                    <a:pt x="32894" y="40539"/>
                    <a:pt x="32848" y="40681"/>
                    <a:pt x="32761" y="40681"/>
                  </a:cubicBezTo>
                  <a:cubicBezTo>
                    <a:pt x="32751" y="40681"/>
                    <a:pt x="32740" y="40679"/>
                    <a:pt x="32729" y="40675"/>
                  </a:cubicBezTo>
                  <a:cubicBezTo>
                    <a:pt x="32090" y="40416"/>
                    <a:pt x="31473" y="40090"/>
                    <a:pt x="30852" y="39792"/>
                  </a:cubicBezTo>
                  <a:cubicBezTo>
                    <a:pt x="30746" y="39740"/>
                    <a:pt x="30811" y="39599"/>
                    <a:pt x="30910" y="39599"/>
                  </a:cubicBezTo>
                  <a:close/>
                  <a:moveTo>
                    <a:pt x="17310" y="0"/>
                  </a:moveTo>
                  <a:cubicBezTo>
                    <a:pt x="13089" y="0"/>
                    <a:pt x="8862" y="77"/>
                    <a:pt x="4639" y="77"/>
                  </a:cubicBezTo>
                  <a:cubicBezTo>
                    <a:pt x="3665" y="77"/>
                    <a:pt x="2692" y="73"/>
                    <a:pt x="1718" y="63"/>
                  </a:cubicBezTo>
                  <a:lnTo>
                    <a:pt x="1718" y="63"/>
                  </a:lnTo>
                  <a:cubicBezTo>
                    <a:pt x="1753" y="416"/>
                    <a:pt x="1790" y="804"/>
                    <a:pt x="1701" y="1122"/>
                  </a:cubicBezTo>
                  <a:cubicBezTo>
                    <a:pt x="1688" y="1173"/>
                    <a:pt x="1644" y="1198"/>
                    <a:pt x="1601" y="1198"/>
                  </a:cubicBezTo>
                  <a:cubicBezTo>
                    <a:pt x="1557" y="1198"/>
                    <a:pt x="1512" y="1172"/>
                    <a:pt x="1498" y="1122"/>
                  </a:cubicBezTo>
                  <a:cubicBezTo>
                    <a:pt x="1409" y="804"/>
                    <a:pt x="1448" y="414"/>
                    <a:pt x="1482" y="60"/>
                  </a:cubicBezTo>
                  <a:cubicBezTo>
                    <a:pt x="1044" y="56"/>
                    <a:pt x="605" y="54"/>
                    <a:pt x="166" y="44"/>
                  </a:cubicBezTo>
                  <a:lnTo>
                    <a:pt x="166" y="44"/>
                  </a:lnTo>
                  <a:cubicBezTo>
                    <a:pt x="168" y="60"/>
                    <a:pt x="174" y="72"/>
                    <a:pt x="174" y="88"/>
                  </a:cubicBezTo>
                  <a:cubicBezTo>
                    <a:pt x="164" y="7257"/>
                    <a:pt x="166" y="14429"/>
                    <a:pt x="130" y="21600"/>
                  </a:cubicBezTo>
                  <a:cubicBezTo>
                    <a:pt x="111" y="25184"/>
                    <a:pt x="116" y="28770"/>
                    <a:pt x="106" y="32356"/>
                  </a:cubicBezTo>
                  <a:cubicBezTo>
                    <a:pt x="97" y="35877"/>
                    <a:pt x="190" y="39430"/>
                    <a:pt x="1" y="42947"/>
                  </a:cubicBezTo>
                  <a:lnTo>
                    <a:pt x="3" y="42947"/>
                  </a:lnTo>
                  <a:cubicBezTo>
                    <a:pt x="5848" y="40534"/>
                    <a:pt x="11706" y="38297"/>
                    <a:pt x="17370" y="35456"/>
                  </a:cubicBezTo>
                  <a:cubicBezTo>
                    <a:pt x="17405" y="35437"/>
                    <a:pt x="17440" y="35429"/>
                    <a:pt x="17474" y="35429"/>
                  </a:cubicBezTo>
                  <a:cubicBezTo>
                    <a:pt x="17498" y="35429"/>
                    <a:pt x="17521" y="35433"/>
                    <a:pt x="17543" y="35440"/>
                  </a:cubicBezTo>
                  <a:cubicBezTo>
                    <a:pt x="17558" y="35421"/>
                    <a:pt x="17582" y="35406"/>
                    <a:pt x="17611" y="35406"/>
                  </a:cubicBezTo>
                  <a:cubicBezTo>
                    <a:pt x="17613" y="35406"/>
                    <a:pt x="17615" y="35406"/>
                    <a:pt x="17617" y="35406"/>
                  </a:cubicBezTo>
                  <a:cubicBezTo>
                    <a:pt x="17702" y="35410"/>
                    <a:pt x="17785" y="35418"/>
                    <a:pt x="17871" y="35429"/>
                  </a:cubicBezTo>
                  <a:cubicBezTo>
                    <a:pt x="19141" y="35588"/>
                    <a:pt x="20383" y="36414"/>
                    <a:pt x="21491" y="36978"/>
                  </a:cubicBezTo>
                  <a:cubicBezTo>
                    <a:pt x="23038" y="37764"/>
                    <a:pt x="24590" y="38541"/>
                    <a:pt x="26144" y="39308"/>
                  </a:cubicBezTo>
                  <a:cubicBezTo>
                    <a:pt x="29314" y="40873"/>
                    <a:pt x="32510" y="42388"/>
                    <a:pt x="35708" y="43895"/>
                  </a:cubicBezTo>
                  <a:cubicBezTo>
                    <a:pt x="35722" y="43798"/>
                    <a:pt x="35733" y="43699"/>
                    <a:pt x="35733" y="43597"/>
                  </a:cubicBezTo>
                  <a:cubicBezTo>
                    <a:pt x="35733" y="43474"/>
                    <a:pt x="35696" y="43337"/>
                    <a:pt x="35744" y="43219"/>
                  </a:cubicBezTo>
                  <a:cubicBezTo>
                    <a:pt x="35752" y="43203"/>
                    <a:pt x="35760" y="43191"/>
                    <a:pt x="35770" y="43178"/>
                  </a:cubicBezTo>
                  <a:cubicBezTo>
                    <a:pt x="35770" y="43170"/>
                    <a:pt x="35770" y="43164"/>
                    <a:pt x="35768" y="43156"/>
                  </a:cubicBezTo>
                  <a:cubicBezTo>
                    <a:pt x="35488" y="39561"/>
                    <a:pt x="35714" y="35877"/>
                    <a:pt x="35726" y="32275"/>
                  </a:cubicBezTo>
                  <a:cubicBezTo>
                    <a:pt x="35735" y="28738"/>
                    <a:pt x="35738" y="25203"/>
                    <a:pt x="35772" y="21668"/>
                  </a:cubicBezTo>
                  <a:cubicBezTo>
                    <a:pt x="35844" y="14487"/>
                    <a:pt x="35719" y="7303"/>
                    <a:pt x="35539" y="126"/>
                  </a:cubicBezTo>
                  <a:cubicBezTo>
                    <a:pt x="29665" y="10"/>
                    <a:pt x="23780" y="10"/>
                    <a:pt x="17904" y="1"/>
                  </a:cubicBezTo>
                  <a:cubicBezTo>
                    <a:pt x="17706" y="0"/>
                    <a:pt x="17508" y="0"/>
                    <a:pt x="17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01"/>
            <p:cNvSpPr/>
            <p:nvPr/>
          </p:nvSpPr>
          <p:spPr>
            <a:xfrm>
              <a:off x="7814325" y="246057"/>
              <a:ext cx="9550" cy="26800"/>
            </a:xfrm>
            <a:custGeom>
              <a:rect b="b" l="l" r="r" t="t"/>
              <a:pathLst>
                <a:path extrusionOk="0" h="1072" w="382">
                  <a:moveTo>
                    <a:pt x="281" y="1"/>
                  </a:moveTo>
                  <a:cubicBezTo>
                    <a:pt x="239" y="1"/>
                    <a:pt x="195" y="24"/>
                    <a:pt x="177" y="73"/>
                  </a:cubicBezTo>
                  <a:cubicBezTo>
                    <a:pt x="77" y="343"/>
                    <a:pt x="59" y="643"/>
                    <a:pt x="13" y="927"/>
                  </a:cubicBezTo>
                  <a:cubicBezTo>
                    <a:pt x="1" y="1014"/>
                    <a:pt x="74" y="1071"/>
                    <a:pt x="141" y="1071"/>
                  </a:cubicBezTo>
                  <a:cubicBezTo>
                    <a:pt x="185" y="1071"/>
                    <a:pt x="226" y="1046"/>
                    <a:pt x="237" y="987"/>
                  </a:cubicBezTo>
                  <a:cubicBezTo>
                    <a:pt x="294" y="699"/>
                    <a:pt x="382" y="396"/>
                    <a:pt x="380" y="100"/>
                  </a:cubicBezTo>
                  <a:cubicBezTo>
                    <a:pt x="380" y="34"/>
                    <a:pt x="332"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01"/>
            <p:cNvSpPr/>
            <p:nvPr/>
          </p:nvSpPr>
          <p:spPr>
            <a:xfrm>
              <a:off x="7815075" y="307282"/>
              <a:ext cx="11425" cy="57775"/>
            </a:xfrm>
            <a:custGeom>
              <a:rect b="b" l="l" r="r" t="t"/>
              <a:pathLst>
                <a:path extrusionOk="0" h="2311" w="457">
                  <a:moveTo>
                    <a:pt x="130" y="1"/>
                  </a:moveTo>
                  <a:cubicBezTo>
                    <a:pt x="83" y="1"/>
                    <a:pt x="35" y="41"/>
                    <a:pt x="47" y="104"/>
                  </a:cubicBezTo>
                  <a:cubicBezTo>
                    <a:pt x="191" y="813"/>
                    <a:pt x="214" y="1501"/>
                    <a:pt x="20" y="2200"/>
                  </a:cubicBezTo>
                  <a:cubicBezTo>
                    <a:pt x="0" y="2267"/>
                    <a:pt x="54" y="2311"/>
                    <a:pt x="108" y="2311"/>
                  </a:cubicBezTo>
                  <a:cubicBezTo>
                    <a:pt x="142" y="2311"/>
                    <a:pt x="177" y="2292"/>
                    <a:pt x="191" y="2249"/>
                  </a:cubicBezTo>
                  <a:cubicBezTo>
                    <a:pt x="417" y="1526"/>
                    <a:pt x="457" y="781"/>
                    <a:pt x="209" y="60"/>
                  </a:cubicBezTo>
                  <a:cubicBezTo>
                    <a:pt x="195" y="19"/>
                    <a:pt x="163"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01"/>
            <p:cNvSpPr/>
            <p:nvPr/>
          </p:nvSpPr>
          <p:spPr>
            <a:xfrm>
              <a:off x="7814925" y="411057"/>
              <a:ext cx="6125" cy="50450"/>
            </a:xfrm>
            <a:custGeom>
              <a:rect b="b" l="l" r="r" t="t"/>
              <a:pathLst>
                <a:path extrusionOk="0" h="2018" w="245">
                  <a:moveTo>
                    <a:pt x="123" y="0"/>
                  </a:moveTo>
                  <a:cubicBezTo>
                    <a:pt x="84" y="0"/>
                    <a:pt x="44" y="26"/>
                    <a:pt x="42" y="79"/>
                  </a:cubicBezTo>
                  <a:cubicBezTo>
                    <a:pt x="12" y="698"/>
                    <a:pt x="0" y="1318"/>
                    <a:pt x="42" y="1938"/>
                  </a:cubicBezTo>
                  <a:cubicBezTo>
                    <a:pt x="45" y="1991"/>
                    <a:pt x="85" y="2017"/>
                    <a:pt x="124" y="2017"/>
                  </a:cubicBezTo>
                  <a:cubicBezTo>
                    <a:pt x="163" y="2017"/>
                    <a:pt x="203" y="1991"/>
                    <a:pt x="206" y="1938"/>
                  </a:cubicBezTo>
                  <a:cubicBezTo>
                    <a:pt x="245" y="1318"/>
                    <a:pt x="234" y="698"/>
                    <a:pt x="206" y="79"/>
                  </a:cubicBezTo>
                  <a:cubicBezTo>
                    <a:pt x="204" y="27"/>
                    <a:pt x="163"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01"/>
            <p:cNvSpPr/>
            <p:nvPr/>
          </p:nvSpPr>
          <p:spPr>
            <a:xfrm>
              <a:off x="7815250" y="632632"/>
              <a:ext cx="5450" cy="54150"/>
            </a:xfrm>
            <a:custGeom>
              <a:rect b="b" l="l" r="r" t="t"/>
              <a:pathLst>
                <a:path extrusionOk="0" h="2166" w="218">
                  <a:moveTo>
                    <a:pt x="111" y="0"/>
                  </a:moveTo>
                  <a:cubicBezTo>
                    <a:pt x="70" y="0"/>
                    <a:pt x="29" y="27"/>
                    <a:pt x="27" y="80"/>
                  </a:cubicBezTo>
                  <a:cubicBezTo>
                    <a:pt x="1" y="749"/>
                    <a:pt x="3" y="1414"/>
                    <a:pt x="24" y="2082"/>
                  </a:cubicBezTo>
                  <a:cubicBezTo>
                    <a:pt x="26" y="2137"/>
                    <a:pt x="68" y="2166"/>
                    <a:pt x="111" y="2166"/>
                  </a:cubicBezTo>
                  <a:cubicBezTo>
                    <a:pt x="153" y="2166"/>
                    <a:pt x="195" y="2138"/>
                    <a:pt x="198" y="2082"/>
                  </a:cubicBezTo>
                  <a:cubicBezTo>
                    <a:pt x="216" y="1414"/>
                    <a:pt x="218" y="749"/>
                    <a:pt x="193" y="80"/>
                  </a:cubicBezTo>
                  <a:cubicBezTo>
                    <a:pt x="192" y="27"/>
                    <a:pt x="152"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01"/>
            <p:cNvSpPr/>
            <p:nvPr/>
          </p:nvSpPr>
          <p:spPr>
            <a:xfrm>
              <a:off x="7815050" y="1033207"/>
              <a:ext cx="5900" cy="42725"/>
            </a:xfrm>
            <a:custGeom>
              <a:rect b="b" l="l" r="r" t="t"/>
              <a:pathLst>
                <a:path extrusionOk="0" h="1709" w="236">
                  <a:moveTo>
                    <a:pt x="118" y="0"/>
                  </a:moveTo>
                  <a:cubicBezTo>
                    <a:pt x="83" y="0"/>
                    <a:pt x="50" y="23"/>
                    <a:pt x="46" y="69"/>
                  </a:cubicBezTo>
                  <a:cubicBezTo>
                    <a:pt x="0" y="592"/>
                    <a:pt x="16" y="1122"/>
                    <a:pt x="48" y="1642"/>
                  </a:cubicBezTo>
                  <a:cubicBezTo>
                    <a:pt x="52" y="1687"/>
                    <a:pt x="85" y="1709"/>
                    <a:pt x="118" y="1709"/>
                  </a:cubicBezTo>
                  <a:cubicBezTo>
                    <a:pt x="152" y="1709"/>
                    <a:pt x="185" y="1687"/>
                    <a:pt x="187" y="1642"/>
                  </a:cubicBezTo>
                  <a:cubicBezTo>
                    <a:pt x="219" y="1122"/>
                    <a:pt x="235" y="592"/>
                    <a:pt x="192" y="69"/>
                  </a:cubicBezTo>
                  <a:cubicBezTo>
                    <a:pt x="187" y="23"/>
                    <a:pt x="152"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01"/>
            <p:cNvSpPr/>
            <p:nvPr/>
          </p:nvSpPr>
          <p:spPr>
            <a:xfrm>
              <a:off x="7815100" y="515032"/>
              <a:ext cx="5850" cy="57150"/>
            </a:xfrm>
            <a:custGeom>
              <a:rect b="b" l="l" r="r" t="t"/>
              <a:pathLst>
                <a:path extrusionOk="0" h="2286" w="234">
                  <a:moveTo>
                    <a:pt x="116" y="1"/>
                  </a:moveTo>
                  <a:cubicBezTo>
                    <a:pt x="84" y="1"/>
                    <a:pt x="51" y="23"/>
                    <a:pt x="49" y="67"/>
                  </a:cubicBezTo>
                  <a:cubicBezTo>
                    <a:pt x="1" y="783"/>
                    <a:pt x="21" y="1495"/>
                    <a:pt x="40" y="2211"/>
                  </a:cubicBezTo>
                  <a:cubicBezTo>
                    <a:pt x="41" y="2261"/>
                    <a:pt x="79" y="2286"/>
                    <a:pt x="116" y="2286"/>
                  </a:cubicBezTo>
                  <a:cubicBezTo>
                    <a:pt x="154" y="2286"/>
                    <a:pt x="192" y="2261"/>
                    <a:pt x="194" y="2211"/>
                  </a:cubicBezTo>
                  <a:cubicBezTo>
                    <a:pt x="213" y="1495"/>
                    <a:pt x="233" y="783"/>
                    <a:pt x="185" y="67"/>
                  </a:cubicBezTo>
                  <a:cubicBezTo>
                    <a:pt x="182" y="23"/>
                    <a:pt x="149" y="1"/>
                    <a:pt x="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01"/>
            <p:cNvSpPr/>
            <p:nvPr/>
          </p:nvSpPr>
          <p:spPr>
            <a:xfrm>
              <a:off x="7815550" y="743507"/>
              <a:ext cx="4950" cy="46450"/>
            </a:xfrm>
            <a:custGeom>
              <a:rect b="b" l="l" r="r" t="t"/>
              <a:pathLst>
                <a:path extrusionOk="0" h="1858" w="198">
                  <a:moveTo>
                    <a:pt x="99" y="0"/>
                  </a:moveTo>
                  <a:cubicBezTo>
                    <a:pt x="60" y="0"/>
                    <a:pt x="20" y="26"/>
                    <a:pt x="19" y="78"/>
                  </a:cubicBezTo>
                  <a:cubicBezTo>
                    <a:pt x="1" y="651"/>
                    <a:pt x="8" y="1221"/>
                    <a:pt x="33" y="1794"/>
                  </a:cubicBezTo>
                  <a:cubicBezTo>
                    <a:pt x="34" y="1836"/>
                    <a:pt x="66" y="1858"/>
                    <a:pt x="98" y="1858"/>
                  </a:cubicBezTo>
                  <a:cubicBezTo>
                    <a:pt x="130" y="1858"/>
                    <a:pt x="163" y="1836"/>
                    <a:pt x="165" y="1794"/>
                  </a:cubicBezTo>
                  <a:cubicBezTo>
                    <a:pt x="190" y="1221"/>
                    <a:pt x="197" y="651"/>
                    <a:pt x="179" y="78"/>
                  </a:cubicBezTo>
                  <a:cubicBezTo>
                    <a:pt x="178" y="26"/>
                    <a:pt x="138"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01"/>
            <p:cNvSpPr/>
            <p:nvPr/>
          </p:nvSpPr>
          <p:spPr>
            <a:xfrm>
              <a:off x="7815700" y="947457"/>
              <a:ext cx="4675" cy="42675"/>
            </a:xfrm>
            <a:custGeom>
              <a:rect b="b" l="l" r="r" t="t"/>
              <a:pathLst>
                <a:path extrusionOk="0" h="1707" w="187">
                  <a:moveTo>
                    <a:pt x="92" y="1"/>
                  </a:moveTo>
                  <a:cubicBezTo>
                    <a:pt x="58" y="1"/>
                    <a:pt x="24" y="23"/>
                    <a:pt x="22" y="68"/>
                  </a:cubicBezTo>
                  <a:cubicBezTo>
                    <a:pt x="0" y="594"/>
                    <a:pt x="11" y="1117"/>
                    <a:pt x="25" y="1640"/>
                  </a:cubicBezTo>
                  <a:cubicBezTo>
                    <a:pt x="26" y="1684"/>
                    <a:pt x="59" y="1706"/>
                    <a:pt x="93" y="1706"/>
                  </a:cubicBezTo>
                  <a:cubicBezTo>
                    <a:pt x="127" y="1706"/>
                    <a:pt x="160" y="1684"/>
                    <a:pt x="161" y="1640"/>
                  </a:cubicBezTo>
                  <a:cubicBezTo>
                    <a:pt x="173" y="1117"/>
                    <a:pt x="187" y="594"/>
                    <a:pt x="163" y="68"/>
                  </a:cubicBezTo>
                  <a:cubicBezTo>
                    <a:pt x="161" y="23"/>
                    <a:pt x="127"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01"/>
            <p:cNvSpPr/>
            <p:nvPr/>
          </p:nvSpPr>
          <p:spPr>
            <a:xfrm>
              <a:off x="7811725" y="850532"/>
              <a:ext cx="5400" cy="47050"/>
            </a:xfrm>
            <a:custGeom>
              <a:rect b="b" l="l" r="r" t="t"/>
              <a:pathLst>
                <a:path extrusionOk="0" h="1882" w="216">
                  <a:moveTo>
                    <a:pt x="108" y="0"/>
                  </a:moveTo>
                  <a:cubicBezTo>
                    <a:pt x="65" y="0"/>
                    <a:pt x="21" y="28"/>
                    <a:pt x="20" y="85"/>
                  </a:cubicBezTo>
                  <a:cubicBezTo>
                    <a:pt x="1" y="658"/>
                    <a:pt x="15" y="1230"/>
                    <a:pt x="24" y="1800"/>
                  </a:cubicBezTo>
                  <a:cubicBezTo>
                    <a:pt x="26" y="1854"/>
                    <a:pt x="67" y="1881"/>
                    <a:pt x="109" y="1881"/>
                  </a:cubicBezTo>
                  <a:cubicBezTo>
                    <a:pt x="150" y="1881"/>
                    <a:pt x="191" y="1854"/>
                    <a:pt x="191" y="1800"/>
                  </a:cubicBezTo>
                  <a:cubicBezTo>
                    <a:pt x="203" y="1230"/>
                    <a:pt x="216" y="658"/>
                    <a:pt x="198" y="85"/>
                  </a:cubicBezTo>
                  <a:cubicBezTo>
                    <a:pt x="195" y="28"/>
                    <a:pt x="152"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01"/>
            <p:cNvSpPr/>
            <p:nvPr/>
          </p:nvSpPr>
          <p:spPr>
            <a:xfrm>
              <a:off x="7811925" y="1215307"/>
              <a:ext cx="5000" cy="36000"/>
            </a:xfrm>
            <a:custGeom>
              <a:rect b="b" l="l" r="r" t="t"/>
              <a:pathLst>
                <a:path extrusionOk="0" h="1440" w="200">
                  <a:moveTo>
                    <a:pt x="100" y="0"/>
                  </a:moveTo>
                  <a:cubicBezTo>
                    <a:pt x="61" y="0"/>
                    <a:pt x="23" y="26"/>
                    <a:pt x="22" y="77"/>
                  </a:cubicBezTo>
                  <a:cubicBezTo>
                    <a:pt x="5" y="507"/>
                    <a:pt x="0" y="936"/>
                    <a:pt x="24" y="1362"/>
                  </a:cubicBezTo>
                  <a:cubicBezTo>
                    <a:pt x="26" y="1414"/>
                    <a:pt x="63" y="1439"/>
                    <a:pt x="101" y="1439"/>
                  </a:cubicBezTo>
                  <a:cubicBezTo>
                    <a:pt x="138" y="1439"/>
                    <a:pt x="176" y="1414"/>
                    <a:pt x="178" y="1362"/>
                  </a:cubicBezTo>
                  <a:cubicBezTo>
                    <a:pt x="199" y="936"/>
                    <a:pt x="197" y="507"/>
                    <a:pt x="181" y="77"/>
                  </a:cubicBezTo>
                  <a:cubicBezTo>
                    <a:pt x="178" y="26"/>
                    <a:pt x="139"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01"/>
            <p:cNvSpPr/>
            <p:nvPr/>
          </p:nvSpPr>
          <p:spPr>
            <a:xfrm>
              <a:off x="7811000" y="1122432"/>
              <a:ext cx="6125" cy="50150"/>
            </a:xfrm>
            <a:custGeom>
              <a:rect b="b" l="l" r="r" t="t"/>
              <a:pathLst>
                <a:path extrusionOk="0" h="2006" w="245">
                  <a:moveTo>
                    <a:pt x="137" y="1"/>
                  </a:moveTo>
                  <a:cubicBezTo>
                    <a:pt x="100" y="1"/>
                    <a:pt x="63" y="26"/>
                    <a:pt x="58" y="75"/>
                  </a:cubicBezTo>
                  <a:cubicBezTo>
                    <a:pt x="0" y="689"/>
                    <a:pt x="28" y="1316"/>
                    <a:pt x="24" y="1933"/>
                  </a:cubicBezTo>
                  <a:cubicBezTo>
                    <a:pt x="24" y="1982"/>
                    <a:pt x="60" y="2006"/>
                    <a:pt x="98" y="2006"/>
                  </a:cubicBezTo>
                  <a:cubicBezTo>
                    <a:pt x="135" y="2006"/>
                    <a:pt x="174" y="1982"/>
                    <a:pt x="176" y="1933"/>
                  </a:cubicBezTo>
                  <a:cubicBezTo>
                    <a:pt x="194" y="1317"/>
                    <a:pt x="245" y="691"/>
                    <a:pt x="210" y="75"/>
                  </a:cubicBezTo>
                  <a:cubicBezTo>
                    <a:pt x="208" y="25"/>
                    <a:pt x="173"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01"/>
            <p:cNvSpPr/>
            <p:nvPr/>
          </p:nvSpPr>
          <p:spPr>
            <a:xfrm>
              <a:off x="7717450" y="1232707"/>
              <a:ext cx="53725" cy="27075"/>
            </a:xfrm>
            <a:custGeom>
              <a:rect b="b" l="l" r="r" t="t"/>
              <a:pathLst>
                <a:path extrusionOk="0" h="1083" w="2149">
                  <a:moveTo>
                    <a:pt x="164" y="0"/>
                  </a:moveTo>
                  <a:cubicBezTo>
                    <a:pt x="65" y="0"/>
                    <a:pt x="0" y="141"/>
                    <a:pt x="106" y="193"/>
                  </a:cubicBezTo>
                  <a:cubicBezTo>
                    <a:pt x="727" y="491"/>
                    <a:pt x="1344" y="817"/>
                    <a:pt x="1983" y="1076"/>
                  </a:cubicBezTo>
                  <a:cubicBezTo>
                    <a:pt x="1994" y="1080"/>
                    <a:pt x="2005" y="1082"/>
                    <a:pt x="2015" y="1082"/>
                  </a:cubicBezTo>
                  <a:cubicBezTo>
                    <a:pt x="2102" y="1082"/>
                    <a:pt x="2148" y="940"/>
                    <a:pt x="2059" y="891"/>
                  </a:cubicBezTo>
                  <a:cubicBezTo>
                    <a:pt x="1463" y="563"/>
                    <a:pt x="829" y="297"/>
                    <a:pt x="212" y="12"/>
                  </a:cubicBezTo>
                  <a:cubicBezTo>
                    <a:pt x="196" y="4"/>
                    <a:pt x="179" y="0"/>
                    <a:pt x="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01"/>
            <p:cNvSpPr/>
            <p:nvPr/>
          </p:nvSpPr>
          <p:spPr>
            <a:xfrm>
              <a:off x="7618700" y="1185732"/>
              <a:ext cx="48225" cy="23350"/>
            </a:xfrm>
            <a:custGeom>
              <a:rect b="b" l="l" r="r" t="t"/>
              <a:pathLst>
                <a:path extrusionOk="0" h="934" w="1929">
                  <a:moveTo>
                    <a:pt x="115" y="0"/>
                  </a:moveTo>
                  <a:cubicBezTo>
                    <a:pt x="29" y="0"/>
                    <a:pt x="1" y="136"/>
                    <a:pt x="97" y="167"/>
                  </a:cubicBezTo>
                  <a:cubicBezTo>
                    <a:pt x="689" y="357"/>
                    <a:pt x="1218" y="643"/>
                    <a:pt x="1771" y="923"/>
                  </a:cubicBezTo>
                  <a:cubicBezTo>
                    <a:pt x="1786" y="930"/>
                    <a:pt x="1801" y="934"/>
                    <a:pt x="1814" y="934"/>
                  </a:cubicBezTo>
                  <a:cubicBezTo>
                    <a:pt x="1888" y="934"/>
                    <a:pt x="1928" y="832"/>
                    <a:pt x="1856" y="777"/>
                  </a:cubicBezTo>
                  <a:cubicBezTo>
                    <a:pt x="1352" y="404"/>
                    <a:pt x="743" y="172"/>
                    <a:pt x="140" y="4"/>
                  </a:cubicBezTo>
                  <a:cubicBezTo>
                    <a:pt x="131" y="1"/>
                    <a:pt x="123"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01"/>
            <p:cNvSpPr/>
            <p:nvPr/>
          </p:nvSpPr>
          <p:spPr>
            <a:xfrm>
              <a:off x="7521125" y="1128532"/>
              <a:ext cx="36250" cy="26950"/>
            </a:xfrm>
            <a:custGeom>
              <a:rect b="b" l="l" r="r" t="t"/>
              <a:pathLst>
                <a:path extrusionOk="0" h="1078" w="1450">
                  <a:moveTo>
                    <a:pt x="163" y="0"/>
                  </a:moveTo>
                  <a:cubicBezTo>
                    <a:pt x="84" y="0"/>
                    <a:pt x="1" y="94"/>
                    <a:pt x="58" y="172"/>
                  </a:cubicBezTo>
                  <a:cubicBezTo>
                    <a:pt x="372" y="588"/>
                    <a:pt x="771" y="909"/>
                    <a:pt x="1270" y="1073"/>
                  </a:cubicBezTo>
                  <a:cubicBezTo>
                    <a:pt x="1280" y="1076"/>
                    <a:pt x="1290" y="1078"/>
                    <a:pt x="1300" y="1078"/>
                  </a:cubicBezTo>
                  <a:cubicBezTo>
                    <a:pt x="1394" y="1078"/>
                    <a:pt x="1449" y="927"/>
                    <a:pt x="1351" y="881"/>
                  </a:cubicBezTo>
                  <a:cubicBezTo>
                    <a:pt x="916" y="680"/>
                    <a:pt x="533" y="410"/>
                    <a:pt x="236" y="36"/>
                  </a:cubicBezTo>
                  <a:cubicBezTo>
                    <a:pt x="216" y="11"/>
                    <a:pt x="190"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01"/>
            <p:cNvSpPr/>
            <p:nvPr/>
          </p:nvSpPr>
          <p:spPr>
            <a:xfrm>
              <a:off x="7422250" y="1085307"/>
              <a:ext cx="44350" cy="24125"/>
            </a:xfrm>
            <a:custGeom>
              <a:rect b="b" l="l" r="r" t="t"/>
              <a:pathLst>
                <a:path extrusionOk="0" h="965" w="1774">
                  <a:moveTo>
                    <a:pt x="119" y="1"/>
                  </a:moveTo>
                  <a:cubicBezTo>
                    <a:pt x="45" y="1"/>
                    <a:pt x="1" y="124"/>
                    <a:pt x="78" y="158"/>
                  </a:cubicBezTo>
                  <a:cubicBezTo>
                    <a:pt x="609" y="385"/>
                    <a:pt x="1113" y="668"/>
                    <a:pt x="1611" y="952"/>
                  </a:cubicBezTo>
                  <a:cubicBezTo>
                    <a:pt x="1627" y="961"/>
                    <a:pt x="1642" y="964"/>
                    <a:pt x="1656" y="964"/>
                  </a:cubicBezTo>
                  <a:cubicBezTo>
                    <a:pt x="1731" y="964"/>
                    <a:pt x="1773" y="856"/>
                    <a:pt x="1700" y="804"/>
                  </a:cubicBezTo>
                  <a:cubicBezTo>
                    <a:pt x="1221" y="456"/>
                    <a:pt x="694" y="210"/>
                    <a:pt x="143" y="5"/>
                  </a:cubicBezTo>
                  <a:cubicBezTo>
                    <a:pt x="135" y="2"/>
                    <a:pt x="127"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01"/>
            <p:cNvSpPr/>
            <p:nvPr/>
          </p:nvSpPr>
          <p:spPr>
            <a:xfrm>
              <a:off x="6944050" y="1127857"/>
              <a:ext cx="451525" cy="196250"/>
            </a:xfrm>
            <a:custGeom>
              <a:rect b="b" l="l" r="r" t="t"/>
              <a:pathLst>
                <a:path extrusionOk="0" h="7850" w="18061">
                  <a:moveTo>
                    <a:pt x="17801" y="1"/>
                  </a:moveTo>
                  <a:cubicBezTo>
                    <a:pt x="17772" y="1"/>
                    <a:pt x="17748" y="16"/>
                    <a:pt x="17733" y="35"/>
                  </a:cubicBezTo>
                  <a:cubicBezTo>
                    <a:pt x="17711" y="28"/>
                    <a:pt x="17688" y="24"/>
                    <a:pt x="17664" y="24"/>
                  </a:cubicBezTo>
                  <a:cubicBezTo>
                    <a:pt x="17630" y="24"/>
                    <a:pt x="17595" y="32"/>
                    <a:pt x="17560" y="51"/>
                  </a:cubicBezTo>
                  <a:cubicBezTo>
                    <a:pt x="11896" y="2892"/>
                    <a:pt x="6038" y="5129"/>
                    <a:pt x="193" y="7542"/>
                  </a:cubicBezTo>
                  <a:lnTo>
                    <a:pt x="190" y="7542"/>
                  </a:lnTo>
                  <a:lnTo>
                    <a:pt x="0" y="7550"/>
                  </a:lnTo>
                  <a:cubicBezTo>
                    <a:pt x="3" y="7602"/>
                    <a:pt x="6" y="7655"/>
                    <a:pt x="8" y="7705"/>
                  </a:cubicBezTo>
                  <a:cubicBezTo>
                    <a:pt x="10" y="7763"/>
                    <a:pt x="53" y="7790"/>
                    <a:pt x="96" y="7790"/>
                  </a:cubicBezTo>
                  <a:cubicBezTo>
                    <a:pt x="102" y="7790"/>
                    <a:pt x="108" y="7790"/>
                    <a:pt x="114" y="7789"/>
                  </a:cubicBezTo>
                  <a:cubicBezTo>
                    <a:pt x="137" y="7824"/>
                    <a:pt x="175" y="7850"/>
                    <a:pt x="225" y="7850"/>
                  </a:cubicBezTo>
                  <a:cubicBezTo>
                    <a:pt x="241" y="7850"/>
                    <a:pt x="257" y="7847"/>
                    <a:pt x="275" y="7842"/>
                  </a:cubicBezTo>
                  <a:cubicBezTo>
                    <a:pt x="6307" y="6029"/>
                    <a:pt x="12178" y="3268"/>
                    <a:pt x="17798" y="460"/>
                  </a:cubicBezTo>
                  <a:cubicBezTo>
                    <a:pt x="17884" y="418"/>
                    <a:pt x="17916" y="347"/>
                    <a:pt x="17916" y="277"/>
                  </a:cubicBezTo>
                  <a:cubicBezTo>
                    <a:pt x="17920" y="280"/>
                    <a:pt x="17925" y="283"/>
                    <a:pt x="17929" y="285"/>
                  </a:cubicBezTo>
                  <a:lnTo>
                    <a:pt x="18061" y="23"/>
                  </a:lnTo>
                  <a:cubicBezTo>
                    <a:pt x="17975" y="13"/>
                    <a:pt x="17893" y="5"/>
                    <a:pt x="17807" y="1"/>
                  </a:cubicBezTo>
                  <a:cubicBezTo>
                    <a:pt x="17805" y="1"/>
                    <a:pt x="17803" y="1"/>
                    <a:pt x="17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01"/>
            <p:cNvSpPr/>
            <p:nvPr/>
          </p:nvSpPr>
          <p:spPr>
            <a:xfrm>
              <a:off x="7320475" y="1083082"/>
              <a:ext cx="46875" cy="27325"/>
            </a:xfrm>
            <a:custGeom>
              <a:rect b="b" l="l" r="r" t="t"/>
              <a:pathLst>
                <a:path extrusionOk="0" h="1093" w="1875">
                  <a:moveTo>
                    <a:pt x="1754" y="1"/>
                  </a:moveTo>
                  <a:cubicBezTo>
                    <a:pt x="1745" y="1"/>
                    <a:pt x="1737" y="2"/>
                    <a:pt x="1727" y="5"/>
                  </a:cubicBezTo>
                  <a:cubicBezTo>
                    <a:pt x="1131" y="166"/>
                    <a:pt x="572" y="568"/>
                    <a:pt x="77" y="925"/>
                  </a:cubicBezTo>
                  <a:cubicBezTo>
                    <a:pt x="1" y="980"/>
                    <a:pt x="45" y="1092"/>
                    <a:pt x="119" y="1092"/>
                  </a:cubicBezTo>
                  <a:cubicBezTo>
                    <a:pt x="133" y="1092"/>
                    <a:pt x="149" y="1088"/>
                    <a:pt x="164" y="1078"/>
                  </a:cubicBezTo>
                  <a:cubicBezTo>
                    <a:pt x="693" y="752"/>
                    <a:pt x="1284" y="514"/>
                    <a:pt x="1799" y="173"/>
                  </a:cubicBezTo>
                  <a:cubicBezTo>
                    <a:pt x="1875" y="121"/>
                    <a:pt x="1839" y="1"/>
                    <a:pt x="1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01"/>
            <p:cNvSpPr/>
            <p:nvPr/>
          </p:nvSpPr>
          <p:spPr>
            <a:xfrm>
              <a:off x="7217450" y="1133882"/>
              <a:ext cx="39700" cy="14750"/>
            </a:xfrm>
            <a:custGeom>
              <a:rect b="b" l="l" r="r" t="t"/>
              <a:pathLst>
                <a:path extrusionOk="0" h="590" w="1588">
                  <a:moveTo>
                    <a:pt x="1442" y="1"/>
                  </a:moveTo>
                  <a:cubicBezTo>
                    <a:pt x="1436" y="1"/>
                    <a:pt x="1430" y="1"/>
                    <a:pt x="1425" y="2"/>
                  </a:cubicBezTo>
                  <a:cubicBezTo>
                    <a:pt x="972" y="96"/>
                    <a:pt x="526" y="277"/>
                    <a:pt x="90" y="430"/>
                  </a:cubicBezTo>
                  <a:cubicBezTo>
                    <a:pt x="1" y="461"/>
                    <a:pt x="27" y="590"/>
                    <a:pt x="111" y="590"/>
                  </a:cubicBezTo>
                  <a:cubicBezTo>
                    <a:pt x="118" y="590"/>
                    <a:pt x="126" y="589"/>
                    <a:pt x="134" y="587"/>
                  </a:cubicBezTo>
                  <a:cubicBezTo>
                    <a:pt x="586" y="462"/>
                    <a:pt x="1062" y="353"/>
                    <a:pt x="1494" y="168"/>
                  </a:cubicBezTo>
                  <a:cubicBezTo>
                    <a:pt x="1587" y="129"/>
                    <a:pt x="1528" y="1"/>
                    <a:pt x="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01"/>
            <p:cNvSpPr/>
            <p:nvPr/>
          </p:nvSpPr>
          <p:spPr>
            <a:xfrm>
              <a:off x="7135475" y="1172557"/>
              <a:ext cx="43075" cy="19075"/>
            </a:xfrm>
            <a:custGeom>
              <a:rect b="b" l="l" r="r" t="t"/>
              <a:pathLst>
                <a:path extrusionOk="0" h="763" w="1723">
                  <a:moveTo>
                    <a:pt x="1579" y="0"/>
                  </a:moveTo>
                  <a:cubicBezTo>
                    <a:pt x="1571" y="0"/>
                    <a:pt x="1561" y="2"/>
                    <a:pt x="1552" y="4"/>
                  </a:cubicBezTo>
                  <a:cubicBezTo>
                    <a:pt x="1057" y="150"/>
                    <a:pt x="568" y="372"/>
                    <a:pt x="95" y="575"/>
                  </a:cubicBezTo>
                  <a:cubicBezTo>
                    <a:pt x="1" y="615"/>
                    <a:pt x="53" y="762"/>
                    <a:pt x="142" y="762"/>
                  </a:cubicBezTo>
                  <a:cubicBezTo>
                    <a:pt x="151" y="762"/>
                    <a:pt x="161" y="761"/>
                    <a:pt x="171" y="757"/>
                  </a:cubicBezTo>
                  <a:cubicBezTo>
                    <a:pt x="658" y="587"/>
                    <a:pt x="1166" y="418"/>
                    <a:pt x="1630" y="189"/>
                  </a:cubicBezTo>
                  <a:cubicBezTo>
                    <a:pt x="1723" y="142"/>
                    <a:pt x="1671"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01"/>
            <p:cNvSpPr/>
            <p:nvPr/>
          </p:nvSpPr>
          <p:spPr>
            <a:xfrm>
              <a:off x="7045950" y="1215132"/>
              <a:ext cx="38700" cy="21250"/>
            </a:xfrm>
            <a:custGeom>
              <a:rect b="b" l="l" r="r" t="t"/>
              <a:pathLst>
                <a:path extrusionOk="0" h="850" w="1548">
                  <a:moveTo>
                    <a:pt x="1426" y="0"/>
                  </a:moveTo>
                  <a:cubicBezTo>
                    <a:pt x="1414" y="0"/>
                    <a:pt x="1401" y="3"/>
                    <a:pt x="1388" y="10"/>
                  </a:cubicBezTo>
                  <a:cubicBezTo>
                    <a:pt x="944" y="220"/>
                    <a:pt x="515" y="460"/>
                    <a:pt x="83" y="691"/>
                  </a:cubicBezTo>
                  <a:cubicBezTo>
                    <a:pt x="0" y="737"/>
                    <a:pt x="50" y="849"/>
                    <a:pt x="127" y="849"/>
                  </a:cubicBezTo>
                  <a:cubicBezTo>
                    <a:pt x="141" y="849"/>
                    <a:pt x="155" y="846"/>
                    <a:pt x="169" y="838"/>
                  </a:cubicBezTo>
                  <a:cubicBezTo>
                    <a:pt x="605" y="612"/>
                    <a:pt x="1044" y="395"/>
                    <a:pt x="1469" y="148"/>
                  </a:cubicBezTo>
                  <a:cubicBezTo>
                    <a:pt x="1548" y="104"/>
                    <a:pt x="1500" y="0"/>
                    <a:pt x="1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01"/>
            <p:cNvSpPr/>
            <p:nvPr/>
          </p:nvSpPr>
          <p:spPr>
            <a:xfrm>
              <a:off x="6992700" y="918882"/>
              <a:ext cx="6500" cy="46725"/>
            </a:xfrm>
            <a:custGeom>
              <a:rect b="b" l="l" r="r" t="t"/>
              <a:pathLst>
                <a:path extrusionOk="0" h="1869" w="260">
                  <a:moveTo>
                    <a:pt x="129" y="0"/>
                  </a:moveTo>
                  <a:cubicBezTo>
                    <a:pt x="95" y="0"/>
                    <a:pt x="61" y="23"/>
                    <a:pt x="59" y="68"/>
                  </a:cubicBezTo>
                  <a:cubicBezTo>
                    <a:pt x="31" y="634"/>
                    <a:pt x="1" y="1218"/>
                    <a:pt x="40" y="1783"/>
                  </a:cubicBezTo>
                  <a:cubicBezTo>
                    <a:pt x="45" y="1840"/>
                    <a:pt x="88" y="1868"/>
                    <a:pt x="130" y="1868"/>
                  </a:cubicBezTo>
                  <a:cubicBezTo>
                    <a:pt x="173" y="1868"/>
                    <a:pt x="215" y="1840"/>
                    <a:pt x="218" y="1783"/>
                  </a:cubicBezTo>
                  <a:cubicBezTo>
                    <a:pt x="259" y="1218"/>
                    <a:pt x="227" y="634"/>
                    <a:pt x="200" y="68"/>
                  </a:cubicBezTo>
                  <a:cubicBezTo>
                    <a:pt x="197" y="23"/>
                    <a:pt x="164" y="0"/>
                    <a:pt x="1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01"/>
            <p:cNvSpPr/>
            <p:nvPr/>
          </p:nvSpPr>
          <p:spPr>
            <a:xfrm>
              <a:off x="6992375" y="568457"/>
              <a:ext cx="7175" cy="39575"/>
            </a:xfrm>
            <a:custGeom>
              <a:rect b="b" l="l" r="r" t="t"/>
              <a:pathLst>
                <a:path extrusionOk="0" h="1583" w="287">
                  <a:moveTo>
                    <a:pt x="143" y="0"/>
                  </a:moveTo>
                  <a:cubicBezTo>
                    <a:pt x="106" y="0"/>
                    <a:pt x="67" y="25"/>
                    <a:pt x="65" y="74"/>
                  </a:cubicBezTo>
                  <a:cubicBezTo>
                    <a:pt x="53" y="543"/>
                    <a:pt x="0" y="1038"/>
                    <a:pt x="63" y="1504"/>
                  </a:cubicBezTo>
                  <a:cubicBezTo>
                    <a:pt x="70" y="1556"/>
                    <a:pt x="107" y="1582"/>
                    <a:pt x="144" y="1582"/>
                  </a:cubicBezTo>
                  <a:cubicBezTo>
                    <a:pt x="181" y="1582"/>
                    <a:pt x="217" y="1556"/>
                    <a:pt x="224" y="1504"/>
                  </a:cubicBezTo>
                  <a:cubicBezTo>
                    <a:pt x="286" y="1036"/>
                    <a:pt x="234" y="543"/>
                    <a:pt x="220" y="74"/>
                  </a:cubicBezTo>
                  <a:cubicBezTo>
                    <a:pt x="219" y="25"/>
                    <a:pt x="181"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01"/>
            <p:cNvSpPr/>
            <p:nvPr/>
          </p:nvSpPr>
          <p:spPr>
            <a:xfrm>
              <a:off x="6990625" y="1015507"/>
              <a:ext cx="9225" cy="35675"/>
            </a:xfrm>
            <a:custGeom>
              <a:rect b="b" l="l" r="r" t="t"/>
              <a:pathLst>
                <a:path extrusionOk="0" h="1427" w="369">
                  <a:moveTo>
                    <a:pt x="75" y="0"/>
                  </a:moveTo>
                  <a:cubicBezTo>
                    <a:pt x="37" y="0"/>
                    <a:pt x="0" y="30"/>
                    <a:pt x="16" y="77"/>
                  </a:cubicBezTo>
                  <a:cubicBezTo>
                    <a:pt x="144" y="493"/>
                    <a:pt x="163" y="916"/>
                    <a:pt x="128" y="1350"/>
                  </a:cubicBezTo>
                  <a:cubicBezTo>
                    <a:pt x="124" y="1399"/>
                    <a:pt x="168" y="1427"/>
                    <a:pt x="210" y="1427"/>
                  </a:cubicBezTo>
                  <a:cubicBezTo>
                    <a:pt x="243" y="1427"/>
                    <a:pt x="276" y="1409"/>
                    <a:pt x="283" y="1370"/>
                  </a:cubicBezTo>
                  <a:cubicBezTo>
                    <a:pt x="368" y="916"/>
                    <a:pt x="302" y="475"/>
                    <a:pt x="137" y="43"/>
                  </a:cubicBezTo>
                  <a:cubicBezTo>
                    <a:pt x="126" y="14"/>
                    <a:pt x="100"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01"/>
            <p:cNvSpPr/>
            <p:nvPr/>
          </p:nvSpPr>
          <p:spPr>
            <a:xfrm>
              <a:off x="6993400" y="407882"/>
              <a:ext cx="5125" cy="24875"/>
            </a:xfrm>
            <a:custGeom>
              <a:rect b="b" l="l" r="r" t="t"/>
              <a:pathLst>
                <a:path extrusionOk="0" h="995" w="205">
                  <a:moveTo>
                    <a:pt x="103" y="0"/>
                  </a:moveTo>
                  <a:cubicBezTo>
                    <a:pt x="71" y="0"/>
                    <a:pt x="39" y="21"/>
                    <a:pt x="38" y="63"/>
                  </a:cubicBezTo>
                  <a:cubicBezTo>
                    <a:pt x="31" y="347"/>
                    <a:pt x="1" y="640"/>
                    <a:pt x="26" y="922"/>
                  </a:cubicBezTo>
                  <a:cubicBezTo>
                    <a:pt x="31" y="970"/>
                    <a:pt x="67" y="995"/>
                    <a:pt x="103" y="995"/>
                  </a:cubicBezTo>
                  <a:cubicBezTo>
                    <a:pt x="138" y="995"/>
                    <a:pt x="174" y="970"/>
                    <a:pt x="179" y="922"/>
                  </a:cubicBezTo>
                  <a:cubicBezTo>
                    <a:pt x="205" y="640"/>
                    <a:pt x="174" y="347"/>
                    <a:pt x="167" y="63"/>
                  </a:cubicBezTo>
                  <a:cubicBezTo>
                    <a:pt x="166" y="21"/>
                    <a:pt x="134"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01"/>
            <p:cNvSpPr/>
            <p:nvPr/>
          </p:nvSpPr>
          <p:spPr>
            <a:xfrm>
              <a:off x="6992700" y="833407"/>
              <a:ext cx="5300" cy="46200"/>
            </a:xfrm>
            <a:custGeom>
              <a:rect b="b" l="l" r="r" t="t"/>
              <a:pathLst>
                <a:path extrusionOk="0" h="1848" w="212">
                  <a:moveTo>
                    <a:pt x="62" y="1"/>
                  </a:moveTo>
                  <a:cubicBezTo>
                    <a:pt x="33" y="1"/>
                    <a:pt x="4" y="19"/>
                    <a:pt x="4" y="59"/>
                  </a:cubicBezTo>
                  <a:cubicBezTo>
                    <a:pt x="6" y="631"/>
                    <a:pt x="1" y="1202"/>
                    <a:pt x="50" y="1772"/>
                  </a:cubicBezTo>
                  <a:cubicBezTo>
                    <a:pt x="53" y="1822"/>
                    <a:pt x="92" y="1847"/>
                    <a:pt x="131" y="1847"/>
                  </a:cubicBezTo>
                  <a:cubicBezTo>
                    <a:pt x="168" y="1847"/>
                    <a:pt x="205" y="1823"/>
                    <a:pt x="205" y="1772"/>
                  </a:cubicBezTo>
                  <a:cubicBezTo>
                    <a:pt x="211" y="1200"/>
                    <a:pt x="165" y="629"/>
                    <a:pt x="126" y="59"/>
                  </a:cubicBezTo>
                  <a:cubicBezTo>
                    <a:pt x="124" y="20"/>
                    <a:pt x="93"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01"/>
            <p:cNvSpPr/>
            <p:nvPr/>
          </p:nvSpPr>
          <p:spPr>
            <a:xfrm>
              <a:off x="6987225" y="303607"/>
              <a:ext cx="10175" cy="39975"/>
            </a:xfrm>
            <a:custGeom>
              <a:rect b="b" l="l" r="r" t="t"/>
              <a:pathLst>
                <a:path extrusionOk="0" h="1599" w="407">
                  <a:moveTo>
                    <a:pt x="313" y="1"/>
                  </a:moveTo>
                  <a:cubicBezTo>
                    <a:pt x="281" y="1"/>
                    <a:pt x="250" y="18"/>
                    <a:pt x="237" y="57"/>
                  </a:cubicBezTo>
                  <a:cubicBezTo>
                    <a:pt x="84" y="528"/>
                    <a:pt x="1" y="1055"/>
                    <a:pt x="134" y="1540"/>
                  </a:cubicBezTo>
                  <a:cubicBezTo>
                    <a:pt x="146" y="1580"/>
                    <a:pt x="181" y="1599"/>
                    <a:pt x="216" y="1599"/>
                  </a:cubicBezTo>
                  <a:cubicBezTo>
                    <a:pt x="259" y="1599"/>
                    <a:pt x="302" y="1570"/>
                    <a:pt x="301" y="1516"/>
                  </a:cubicBezTo>
                  <a:cubicBezTo>
                    <a:pt x="295" y="1031"/>
                    <a:pt x="273" y="576"/>
                    <a:pt x="391" y="99"/>
                  </a:cubicBezTo>
                  <a:cubicBezTo>
                    <a:pt x="406" y="39"/>
                    <a:pt x="359" y="1"/>
                    <a:pt x="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01"/>
            <p:cNvSpPr/>
            <p:nvPr/>
          </p:nvSpPr>
          <p:spPr>
            <a:xfrm>
              <a:off x="6987350" y="654357"/>
              <a:ext cx="11225" cy="46950"/>
            </a:xfrm>
            <a:custGeom>
              <a:rect b="b" l="l" r="r" t="t"/>
              <a:pathLst>
                <a:path extrusionOk="0" h="1878" w="449">
                  <a:moveTo>
                    <a:pt x="78" y="1"/>
                  </a:moveTo>
                  <a:cubicBezTo>
                    <a:pt x="40" y="1"/>
                    <a:pt x="0" y="33"/>
                    <a:pt x="10" y="83"/>
                  </a:cubicBezTo>
                  <a:cubicBezTo>
                    <a:pt x="75" y="379"/>
                    <a:pt x="113" y="677"/>
                    <a:pt x="121" y="980"/>
                  </a:cubicBezTo>
                  <a:cubicBezTo>
                    <a:pt x="127" y="1250"/>
                    <a:pt x="77" y="1517"/>
                    <a:pt x="93" y="1783"/>
                  </a:cubicBezTo>
                  <a:cubicBezTo>
                    <a:pt x="97" y="1843"/>
                    <a:pt x="146" y="1878"/>
                    <a:pt x="194" y="1878"/>
                  </a:cubicBezTo>
                  <a:cubicBezTo>
                    <a:pt x="233" y="1878"/>
                    <a:pt x="270" y="1856"/>
                    <a:pt x="284" y="1809"/>
                  </a:cubicBezTo>
                  <a:cubicBezTo>
                    <a:pt x="449" y="1266"/>
                    <a:pt x="296" y="578"/>
                    <a:pt x="139" y="47"/>
                  </a:cubicBezTo>
                  <a:cubicBezTo>
                    <a:pt x="129" y="15"/>
                    <a:pt x="104"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01"/>
            <p:cNvSpPr/>
            <p:nvPr/>
          </p:nvSpPr>
          <p:spPr>
            <a:xfrm>
              <a:off x="6988875" y="739957"/>
              <a:ext cx="7050" cy="40125"/>
            </a:xfrm>
            <a:custGeom>
              <a:rect b="b" l="l" r="r" t="t"/>
              <a:pathLst>
                <a:path extrusionOk="0" h="1605" w="282">
                  <a:moveTo>
                    <a:pt x="141" y="1"/>
                  </a:moveTo>
                  <a:cubicBezTo>
                    <a:pt x="102" y="1"/>
                    <a:pt x="64" y="26"/>
                    <a:pt x="62" y="77"/>
                  </a:cubicBezTo>
                  <a:cubicBezTo>
                    <a:pt x="36" y="552"/>
                    <a:pt x="0" y="1031"/>
                    <a:pt x="39" y="1506"/>
                  </a:cubicBezTo>
                  <a:cubicBezTo>
                    <a:pt x="43" y="1572"/>
                    <a:pt x="91" y="1605"/>
                    <a:pt x="140" y="1605"/>
                  </a:cubicBezTo>
                  <a:cubicBezTo>
                    <a:pt x="188" y="1605"/>
                    <a:pt x="237" y="1572"/>
                    <a:pt x="243" y="1506"/>
                  </a:cubicBezTo>
                  <a:cubicBezTo>
                    <a:pt x="281" y="1030"/>
                    <a:pt x="245" y="552"/>
                    <a:pt x="219" y="77"/>
                  </a:cubicBezTo>
                  <a:cubicBezTo>
                    <a:pt x="217" y="26"/>
                    <a:pt x="179"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01"/>
            <p:cNvSpPr/>
            <p:nvPr/>
          </p:nvSpPr>
          <p:spPr>
            <a:xfrm>
              <a:off x="6988500" y="482907"/>
              <a:ext cx="7700" cy="39550"/>
            </a:xfrm>
            <a:custGeom>
              <a:rect b="b" l="l" r="r" t="t"/>
              <a:pathLst>
                <a:path extrusionOk="0" h="1582" w="308">
                  <a:moveTo>
                    <a:pt x="155" y="0"/>
                  </a:moveTo>
                  <a:cubicBezTo>
                    <a:pt x="122" y="0"/>
                    <a:pt x="90" y="22"/>
                    <a:pt x="89" y="66"/>
                  </a:cubicBezTo>
                  <a:cubicBezTo>
                    <a:pt x="67" y="539"/>
                    <a:pt x="0" y="1050"/>
                    <a:pt x="67" y="1518"/>
                  </a:cubicBezTo>
                  <a:cubicBezTo>
                    <a:pt x="74" y="1560"/>
                    <a:pt x="115" y="1582"/>
                    <a:pt x="155" y="1582"/>
                  </a:cubicBezTo>
                  <a:cubicBezTo>
                    <a:pt x="195" y="1582"/>
                    <a:pt x="235" y="1560"/>
                    <a:pt x="240" y="1518"/>
                  </a:cubicBezTo>
                  <a:cubicBezTo>
                    <a:pt x="308" y="1049"/>
                    <a:pt x="243" y="539"/>
                    <a:pt x="222" y="66"/>
                  </a:cubicBezTo>
                  <a:cubicBezTo>
                    <a:pt x="220" y="22"/>
                    <a:pt x="187"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01"/>
            <p:cNvSpPr/>
            <p:nvPr/>
          </p:nvSpPr>
          <p:spPr>
            <a:xfrm>
              <a:off x="6988875" y="1201407"/>
              <a:ext cx="6975" cy="35850"/>
            </a:xfrm>
            <a:custGeom>
              <a:rect b="b" l="l" r="r" t="t"/>
              <a:pathLst>
                <a:path extrusionOk="0" h="1434" w="279">
                  <a:moveTo>
                    <a:pt x="140" y="0"/>
                  </a:moveTo>
                  <a:cubicBezTo>
                    <a:pt x="109" y="0"/>
                    <a:pt x="78" y="21"/>
                    <a:pt x="76" y="63"/>
                  </a:cubicBezTo>
                  <a:cubicBezTo>
                    <a:pt x="56" y="483"/>
                    <a:pt x="0" y="928"/>
                    <a:pt x="50" y="1349"/>
                  </a:cubicBezTo>
                  <a:cubicBezTo>
                    <a:pt x="57" y="1405"/>
                    <a:pt x="98" y="1433"/>
                    <a:pt x="139" y="1433"/>
                  </a:cubicBezTo>
                  <a:cubicBezTo>
                    <a:pt x="181" y="1433"/>
                    <a:pt x="222" y="1405"/>
                    <a:pt x="229" y="1349"/>
                  </a:cubicBezTo>
                  <a:cubicBezTo>
                    <a:pt x="279" y="928"/>
                    <a:pt x="223" y="483"/>
                    <a:pt x="203" y="63"/>
                  </a:cubicBezTo>
                  <a:cubicBezTo>
                    <a:pt x="202" y="21"/>
                    <a:pt x="171" y="0"/>
                    <a:pt x="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01"/>
            <p:cNvSpPr/>
            <p:nvPr/>
          </p:nvSpPr>
          <p:spPr>
            <a:xfrm>
              <a:off x="6985275" y="1104707"/>
              <a:ext cx="7050" cy="46675"/>
            </a:xfrm>
            <a:custGeom>
              <a:rect b="b" l="l" r="r" t="t"/>
              <a:pathLst>
                <a:path extrusionOk="0" h="1867" w="282">
                  <a:moveTo>
                    <a:pt x="141" y="0"/>
                  </a:moveTo>
                  <a:cubicBezTo>
                    <a:pt x="106" y="0"/>
                    <a:pt x="71" y="24"/>
                    <a:pt x="70" y="70"/>
                  </a:cubicBezTo>
                  <a:cubicBezTo>
                    <a:pt x="53" y="635"/>
                    <a:pt x="1" y="1220"/>
                    <a:pt x="56" y="1786"/>
                  </a:cubicBezTo>
                  <a:cubicBezTo>
                    <a:pt x="62" y="1840"/>
                    <a:pt x="102" y="1867"/>
                    <a:pt x="141" y="1867"/>
                  </a:cubicBezTo>
                  <a:cubicBezTo>
                    <a:pt x="181" y="1867"/>
                    <a:pt x="221" y="1840"/>
                    <a:pt x="226" y="1786"/>
                  </a:cubicBezTo>
                  <a:cubicBezTo>
                    <a:pt x="282" y="1220"/>
                    <a:pt x="226" y="635"/>
                    <a:pt x="212" y="70"/>
                  </a:cubicBezTo>
                  <a:cubicBezTo>
                    <a:pt x="211" y="24"/>
                    <a:pt x="176"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3" name="Google Shape;3683;p101"/>
          <p:cNvSpPr txBox="1"/>
          <p:nvPr>
            <p:ph type="title"/>
          </p:nvPr>
        </p:nvSpPr>
        <p:spPr>
          <a:xfrm>
            <a:off x="1080884" y="2182263"/>
            <a:ext cx="2984100" cy="66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Omnivores</a:t>
            </a:r>
            <a:endParaRPr/>
          </a:p>
        </p:txBody>
      </p:sp>
      <p:sp>
        <p:nvSpPr>
          <p:cNvPr id="3684" name="Google Shape;3684;p101"/>
          <p:cNvSpPr txBox="1"/>
          <p:nvPr>
            <p:ph idx="1" type="body"/>
          </p:nvPr>
        </p:nvSpPr>
        <p:spPr>
          <a:xfrm>
            <a:off x="4739711" y="1770750"/>
            <a:ext cx="3540300" cy="16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Pigs are omnivores, they eat food of both animal and vegetable origin.</a:t>
            </a:r>
            <a:endParaRPr/>
          </a:p>
        </p:txBody>
      </p:sp>
      <p:sp>
        <p:nvSpPr>
          <p:cNvPr id="3685" name="Google Shape;3685;p101"/>
          <p:cNvSpPr txBox="1"/>
          <p:nvPr>
            <p:ph idx="2"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Question 1</a:t>
            </a:r>
            <a:endParaRPr/>
          </a:p>
        </p:txBody>
      </p:sp>
      <p:sp>
        <p:nvSpPr>
          <p:cNvPr id="3686" name="Google Shape;3686;p101"/>
          <p:cNvSpPr/>
          <p:nvPr/>
        </p:nvSpPr>
        <p:spPr>
          <a:xfrm rot="173206">
            <a:off x="3875332" y="3568749"/>
            <a:ext cx="1393337" cy="735422"/>
          </a:xfrm>
          <a:custGeom>
            <a:rect b="b" l="l" r="r" t="t"/>
            <a:pathLst>
              <a:path extrusionOk="0" h="24747" w="98833">
                <a:moveTo>
                  <a:pt x="0" y="1867"/>
                </a:moveTo>
                <a:lnTo>
                  <a:pt x="2335" y="24747"/>
                </a:lnTo>
                <a:lnTo>
                  <a:pt x="98833" y="22879"/>
                </a:lnTo>
                <a:lnTo>
                  <a:pt x="97121" y="0"/>
                </a:lnTo>
                <a:close/>
              </a:path>
            </a:pathLst>
          </a:custGeom>
          <a:solidFill>
            <a:srgbClr val="FFE652"/>
          </a:solidFill>
          <a:ln cap="flat" cmpd="sng" w="19050">
            <a:solidFill>
              <a:srgbClr val="000000"/>
            </a:solidFill>
            <a:prstDash val="solid"/>
            <a:round/>
            <a:headEnd len="med" w="med" type="none"/>
            <a:tailEnd len="med" w="med" type="none"/>
          </a:ln>
        </p:spPr>
      </p:sp>
      <p:sp>
        <p:nvSpPr>
          <p:cNvPr id="3687" name="Google Shape;3687;p101">
            <a:hlinkClick action="ppaction://hlinksldjump" r:id="rId3"/>
          </p:cNvPr>
          <p:cNvSpPr txBox="1"/>
          <p:nvPr/>
        </p:nvSpPr>
        <p:spPr>
          <a:xfrm>
            <a:off x="3923165" y="3640500"/>
            <a:ext cx="12978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Gloria Hallelujah"/>
                <a:ea typeface="Gloria Hallelujah"/>
                <a:cs typeface="Gloria Hallelujah"/>
                <a:sym typeface="Gloria Hallelujah"/>
              </a:rPr>
              <a:t>Next question</a:t>
            </a:r>
            <a:endParaRPr sz="2000">
              <a:solidFill>
                <a:schemeClr val="dk1"/>
              </a:solidFill>
              <a:latin typeface="Gloria Hallelujah"/>
              <a:ea typeface="Gloria Hallelujah"/>
              <a:cs typeface="Gloria Hallelujah"/>
              <a:sym typeface="Gloria Hallelujah"/>
            </a:endParaRPr>
          </a:p>
        </p:txBody>
      </p:sp>
      <p:grpSp>
        <p:nvGrpSpPr>
          <p:cNvPr id="3688" name="Google Shape;3688;p101"/>
          <p:cNvGrpSpPr/>
          <p:nvPr/>
        </p:nvGrpSpPr>
        <p:grpSpPr>
          <a:xfrm>
            <a:off x="713184" y="4691184"/>
            <a:ext cx="7726459" cy="369843"/>
            <a:chOff x="713184" y="4691184"/>
            <a:chExt cx="7726459" cy="369843"/>
          </a:xfrm>
        </p:grpSpPr>
        <p:sp>
          <p:nvSpPr>
            <p:cNvPr id="3689" name="Google Shape;3689;p101"/>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690" name="Google Shape;3690;p101"/>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01"/>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01">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6" name="Shape 3696"/>
        <p:cNvGrpSpPr/>
        <p:nvPr/>
      </p:nvGrpSpPr>
      <p:grpSpPr>
        <a:xfrm>
          <a:off x="0" y="0"/>
          <a:ext cx="0" cy="0"/>
          <a:chOff x="0" y="0"/>
          <a:chExt cx="0" cy="0"/>
        </a:xfrm>
      </p:grpSpPr>
      <p:grpSp>
        <p:nvGrpSpPr>
          <p:cNvPr id="3697" name="Google Shape;3697;p102"/>
          <p:cNvGrpSpPr/>
          <p:nvPr/>
        </p:nvGrpSpPr>
        <p:grpSpPr>
          <a:xfrm>
            <a:off x="2857286" y="732167"/>
            <a:ext cx="3429984" cy="606063"/>
            <a:chOff x="5316325" y="1612757"/>
            <a:chExt cx="1404350" cy="302125"/>
          </a:xfrm>
        </p:grpSpPr>
        <p:sp>
          <p:nvSpPr>
            <p:cNvPr id="3698" name="Google Shape;3698;p102"/>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02"/>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02"/>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02"/>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02"/>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02"/>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02"/>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02"/>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02"/>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02"/>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02"/>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9" name="Google Shape;3709;p102"/>
          <p:cNvSpPr/>
          <p:nvPr/>
        </p:nvSpPr>
        <p:spPr>
          <a:xfrm>
            <a:off x="6495029" y="2878272"/>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710" name="Google Shape;3710;p102"/>
          <p:cNvSpPr/>
          <p:nvPr/>
        </p:nvSpPr>
        <p:spPr>
          <a:xfrm>
            <a:off x="1255679" y="2878272"/>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711" name="Google Shape;3711;p102"/>
          <p:cNvSpPr/>
          <p:nvPr/>
        </p:nvSpPr>
        <p:spPr>
          <a:xfrm rot="173206">
            <a:off x="3875367" y="2878311"/>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712" name="Google Shape;3712;p102"/>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2</a:t>
            </a:r>
            <a:endParaRPr/>
          </a:p>
        </p:txBody>
      </p:sp>
      <p:sp>
        <p:nvSpPr>
          <p:cNvPr id="3713" name="Google Shape;3713;p102"/>
          <p:cNvSpPr txBox="1"/>
          <p:nvPr/>
        </p:nvSpPr>
        <p:spPr>
          <a:xfrm>
            <a:off x="3200400" y="1714700"/>
            <a:ext cx="2743200" cy="44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What kind of animals are bats?</a:t>
            </a:r>
            <a:endParaRPr sz="1800">
              <a:solidFill>
                <a:schemeClr val="dk1"/>
              </a:solidFill>
              <a:latin typeface="Gloria Hallelujah"/>
              <a:ea typeface="Gloria Hallelujah"/>
              <a:cs typeface="Gloria Hallelujah"/>
              <a:sym typeface="Gloria Hallelujah"/>
            </a:endParaRPr>
          </a:p>
        </p:txBody>
      </p:sp>
      <p:grpSp>
        <p:nvGrpSpPr>
          <p:cNvPr id="3714" name="Google Shape;3714;p102"/>
          <p:cNvGrpSpPr/>
          <p:nvPr/>
        </p:nvGrpSpPr>
        <p:grpSpPr>
          <a:xfrm>
            <a:off x="6059000" y="1814582"/>
            <a:ext cx="856125" cy="255250"/>
            <a:chOff x="1654725" y="1638707"/>
            <a:chExt cx="856125" cy="255250"/>
          </a:xfrm>
        </p:grpSpPr>
        <p:sp>
          <p:nvSpPr>
            <p:cNvPr id="3715" name="Google Shape;3715;p102"/>
            <p:cNvSpPr/>
            <p:nvPr/>
          </p:nvSpPr>
          <p:spPr>
            <a:xfrm>
              <a:off x="1671100" y="1822932"/>
              <a:ext cx="815400" cy="62700"/>
            </a:xfrm>
            <a:custGeom>
              <a:rect b="b" l="l" r="r" t="t"/>
              <a:pathLst>
                <a:path extrusionOk="0" h="2508" w="32616">
                  <a:moveTo>
                    <a:pt x="21935" y="1"/>
                  </a:moveTo>
                  <a:cubicBezTo>
                    <a:pt x="19777" y="1"/>
                    <a:pt x="17617" y="42"/>
                    <a:pt x="15447" y="112"/>
                  </a:cubicBezTo>
                  <a:cubicBezTo>
                    <a:pt x="12462" y="209"/>
                    <a:pt x="9466" y="335"/>
                    <a:pt x="6472" y="335"/>
                  </a:cubicBezTo>
                  <a:cubicBezTo>
                    <a:pt x="4315" y="335"/>
                    <a:pt x="2159" y="270"/>
                    <a:pt x="10" y="80"/>
                  </a:cubicBezTo>
                  <a:lnTo>
                    <a:pt x="10" y="80"/>
                  </a:lnTo>
                  <a:cubicBezTo>
                    <a:pt x="16" y="889"/>
                    <a:pt x="14" y="1699"/>
                    <a:pt x="0" y="2507"/>
                  </a:cubicBezTo>
                  <a:cubicBezTo>
                    <a:pt x="1805" y="2254"/>
                    <a:pt x="3675" y="2240"/>
                    <a:pt x="5526" y="2240"/>
                  </a:cubicBezTo>
                  <a:cubicBezTo>
                    <a:pt x="5752" y="2240"/>
                    <a:pt x="5977" y="2240"/>
                    <a:pt x="6202" y="2240"/>
                  </a:cubicBezTo>
                  <a:cubicBezTo>
                    <a:pt x="6778" y="2240"/>
                    <a:pt x="7351" y="2239"/>
                    <a:pt x="7918" y="2230"/>
                  </a:cubicBezTo>
                  <a:cubicBezTo>
                    <a:pt x="10656" y="2184"/>
                    <a:pt x="13394" y="2156"/>
                    <a:pt x="16133" y="2149"/>
                  </a:cubicBezTo>
                  <a:cubicBezTo>
                    <a:pt x="16699" y="2148"/>
                    <a:pt x="17266" y="2147"/>
                    <a:pt x="17832" y="2147"/>
                  </a:cubicBezTo>
                  <a:cubicBezTo>
                    <a:pt x="22761" y="2147"/>
                    <a:pt x="27692" y="2204"/>
                    <a:pt x="32616" y="2364"/>
                  </a:cubicBezTo>
                  <a:cubicBezTo>
                    <a:pt x="32063" y="1703"/>
                    <a:pt x="31540" y="1001"/>
                    <a:pt x="31039" y="285"/>
                  </a:cubicBezTo>
                  <a:cubicBezTo>
                    <a:pt x="27996" y="83"/>
                    <a:pt x="24968" y="1"/>
                    <a:pt x="219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02"/>
            <p:cNvSpPr/>
            <p:nvPr/>
          </p:nvSpPr>
          <p:spPr>
            <a:xfrm>
              <a:off x="1670225" y="1696532"/>
              <a:ext cx="787250" cy="69875"/>
            </a:xfrm>
            <a:custGeom>
              <a:rect b="b" l="l" r="r" t="t"/>
              <a:pathLst>
                <a:path extrusionOk="0" h="2795" w="31490">
                  <a:moveTo>
                    <a:pt x="31490" y="1"/>
                  </a:moveTo>
                  <a:lnTo>
                    <a:pt x="31490" y="1"/>
                  </a:lnTo>
                  <a:cubicBezTo>
                    <a:pt x="26255" y="160"/>
                    <a:pt x="21016" y="211"/>
                    <a:pt x="15779" y="273"/>
                  </a:cubicBezTo>
                  <a:cubicBezTo>
                    <a:pt x="12118" y="319"/>
                    <a:pt x="8443" y="422"/>
                    <a:pt x="4774" y="422"/>
                  </a:cubicBezTo>
                  <a:cubicBezTo>
                    <a:pt x="3198" y="422"/>
                    <a:pt x="1623" y="403"/>
                    <a:pt x="51" y="352"/>
                  </a:cubicBezTo>
                  <a:cubicBezTo>
                    <a:pt x="29" y="352"/>
                    <a:pt x="13" y="343"/>
                    <a:pt x="1" y="331"/>
                  </a:cubicBezTo>
                  <a:lnTo>
                    <a:pt x="1" y="331"/>
                  </a:lnTo>
                  <a:cubicBezTo>
                    <a:pt x="1" y="1093"/>
                    <a:pt x="7" y="1858"/>
                    <a:pt x="17" y="2619"/>
                  </a:cubicBezTo>
                  <a:cubicBezTo>
                    <a:pt x="77" y="2600"/>
                    <a:pt x="143" y="2590"/>
                    <a:pt x="208" y="2590"/>
                  </a:cubicBezTo>
                  <a:cubicBezTo>
                    <a:pt x="220" y="2590"/>
                    <a:pt x="232" y="2591"/>
                    <a:pt x="243" y="2591"/>
                  </a:cubicBezTo>
                  <a:cubicBezTo>
                    <a:pt x="400" y="2603"/>
                    <a:pt x="516" y="2684"/>
                    <a:pt x="617" y="2794"/>
                  </a:cubicBezTo>
                  <a:cubicBezTo>
                    <a:pt x="2329" y="2751"/>
                    <a:pt x="4042" y="2737"/>
                    <a:pt x="5755" y="2737"/>
                  </a:cubicBezTo>
                  <a:cubicBezTo>
                    <a:pt x="8795" y="2737"/>
                    <a:pt x="11836" y="2781"/>
                    <a:pt x="14873" y="2781"/>
                  </a:cubicBezTo>
                  <a:cubicBezTo>
                    <a:pt x="14984" y="2781"/>
                    <a:pt x="15096" y="2781"/>
                    <a:pt x="15207" y="2781"/>
                  </a:cubicBezTo>
                  <a:cubicBezTo>
                    <a:pt x="18271" y="2779"/>
                    <a:pt x="21335" y="2774"/>
                    <a:pt x="24399" y="2774"/>
                  </a:cubicBezTo>
                  <a:cubicBezTo>
                    <a:pt x="26122" y="2774"/>
                    <a:pt x="27844" y="2776"/>
                    <a:pt x="29567" y="2781"/>
                  </a:cubicBezTo>
                  <a:cubicBezTo>
                    <a:pt x="29595" y="2760"/>
                    <a:pt x="29624" y="2744"/>
                    <a:pt x="29659" y="2735"/>
                  </a:cubicBezTo>
                  <a:cubicBezTo>
                    <a:pt x="30174" y="1782"/>
                    <a:pt x="30813" y="878"/>
                    <a:pt x="31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02"/>
            <p:cNvSpPr/>
            <p:nvPr/>
          </p:nvSpPr>
          <p:spPr>
            <a:xfrm>
              <a:off x="1654725" y="1638707"/>
              <a:ext cx="856125" cy="255250"/>
            </a:xfrm>
            <a:custGeom>
              <a:rect b="b" l="l" r="r" t="t"/>
              <a:pathLst>
                <a:path extrusionOk="0" h="10210" w="34245">
                  <a:moveTo>
                    <a:pt x="33659" y="377"/>
                  </a:moveTo>
                  <a:lnTo>
                    <a:pt x="33659" y="377"/>
                  </a:lnTo>
                  <a:cubicBezTo>
                    <a:pt x="33191" y="956"/>
                    <a:pt x="32708" y="1545"/>
                    <a:pt x="32239" y="2145"/>
                  </a:cubicBezTo>
                  <a:cubicBezTo>
                    <a:pt x="32225" y="2101"/>
                    <a:pt x="32189" y="2065"/>
                    <a:pt x="32126" y="2065"/>
                  </a:cubicBezTo>
                  <a:cubicBezTo>
                    <a:pt x="26883" y="2119"/>
                    <a:pt x="21642" y="2244"/>
                    <a:pt x="16399" y="2314"/>
                  </a:cubicBezTo>
                  <a:cubicBezTo>
                    <a:pt x="11164" y="2383"/>
                    <a:pt x="5904" y="2288"/>
                    <a:pt x="671" y="2513"/>
                  </a:cubicBezTo>
                  <a:cubicBezTo>
                    <a:pt x="649" y="2513"/>
                    <a:pt x="633" y="2521"/>
                    <a:pt x="619" y="2535"/>
                  </a:cubicBezTo>
                  <a:cubicBezTo>
                    <a:pt x="621" y="1894"/>
                    <a:pt x="625" y="1254"/>
                    <a:pt x="641" y="612"/>
                  </a:cubicBezTo>
                  <a:cubicBezTo>
                    <a:pt x="643" y="592"/>
                    <a:pt x="637" y="573"/>
                    <a:pt x="633" y="554"/>
                  </a:cubicBezTo>
                  <a:lnTo>
                    <a:pt x="633" y="554"/>
                  </a:lnTo>
                  <a:cubicBezTo>
                    <a:pt x="1464" y="624"/>
                    <a:pt x="2307" y="648"/>
                    <a:pt x="3155" y="648"/>
                  </a:cubicBezTo>
                  <a:cubicBezTo>
                    <a:pt x="4999" y="648"/>
                    <a:pt x="6864" y="535"/>
                    <a:pt x="8677" y="532"/>
                  </a:cubicBezTo>
                  <a:cubicBezTo>
                    <a:pt x="11516" y="524"/>
                    <a:pt x="14359" y="513"/>
                    <a:pt x="17199" y="497"/>
                  </a:cubicBezTo>
                  <a:cubicBezTo>
                    <a:pt x="22685" y="463"/>
                    <a:pt x="28173" y="425"/>
                    <a:pt x="33659" y="377"/>
                  </a:cubicBezTo>
                  <a:close/>
                  <a:moveTo>
                    <a:pt x="32110" y="2314"/>
                  </a:moveTo>
                  <a:lnTo>
                    <a:pt x="32110" y="2314"/>
                  </a:lnTo>
                  <a:cubicBezTo>
                    <a:pt x="31433" y="3192"/>
                    <a:pt x="30794" y="4095"/>
                    <a:pt x="30279" y="5048"/>
                  </a:cubicBezTo>
                  <a:cubicBezTo>
                    <a:pt x="30244" y="5057"/>
                    <a:pt x="30215" y="5073"/>
                    <a:pt x="30187" y="5095"/>
                  </a:cubicBezTo>
                  <a:cubicBezTo>
                    <a:pt x="28398" y="5089"/>
                    <a:pt x="26609" y="5088"/>
                    <a:pt x="24821" y="5088"/>
                  </a:cubicBezTo>
                  <a:cubicBezTo>
                    <a:pt x="21823" y="5088"/>
                    <a:pt x="18825" y="5093"/>
                    <a:pt x="15827" y="5095"/>
                  </a:cubicBezTo>
                  <a:cubicBezTo>
                    <a:pt x="15738" y="5095"/>
                    <a:pt x="15648" y="5095"/>
                    <a:pt x="15559" y="5095"/>
                  </a:cubicBezTo>
                  <a:cubicBezTo>
                    <a:pt x="12507" y="5095"/>
                    <a:pt x="9450" y="5050"/>
                    <a:pt x="6396" y="5050"/>
                  </a:cubicBezTo>
                  <a:cubicBezTo>
                    <a:pt x="4675" y="5050"/>
                    <a:pt x="2955" y="5064"/>
                    <a:pt x="1237" y="5108"/>
                  </a:cubicBezTo>
                  <a:cubicBezTo>
                    <a:pt x="1136" y="4997"/>
                    <a:pt x="1020" y="4916"/>
                    <a:pt x="863" y="4904"/>
                  </a:cubicBezTo>
                  <a:cubicBezTo>
                    <a:pt x="852" y="4904"/>
                    <a:pt x="840" y="4903"/>
                    <a:pt x="828" y="4903"/>
                  </a:cubicBezTo>
                  <a:cubicBezTo>
                    <a:pt x="763" y="4903"/>
                    <a:pt x="697" y="4913"/>
                    <a:pt x="637" y="4932"/>
                  </a:cubicBezTo>
                  <a:cubicBezTo>
                    <a:pt x="627" y="4171"/>
                    <a:pt x="621" y="3407"/>
                    <a:pt x="621" y="2644"/>
                  </a:cubicBezTo>
                  <a:lnTo>
                    <a:pt x="621" y="2644"/>
                  </a:lnTo>
                  <a:cubicBezTo>
                    <a:pt x="633" y="2656"/>
                    <a:pt x="649" y="2665"/>
                    <a:pt x="671" y="2665"/>
                  </a:cubicBezTo>
                  <a:cubicBezTo>
                    <a:pt x="2244" y="2717"/>
                    <a:pt x="3820" y="2736"/>
                    <a:pt x="5397" y="2736"/>
                  </a:cubicBezTo>
                  <a:cubicBezTo>
                    <a:pt x="9065" y="2736"/>
                    <a:pt x="12739" y="2632"/>
                    <a:pt x="16399" y="2586"/>
                  </a:cubicBezTo>
                  <a:cubicBezTo>
                    <a:pt x="21636" y="2524"/>
                    <a:pt x="26875" y="2473"/>
                    <a:pt x="32110" y="2314"/>
                  </a:cubicBezTo>
                  <a:close/>
                  <a:moveTo>
                    <a:pt x="942" y="5093"/>
                  </a:moveTo>
                  <a:cubicBezTo>
                    <a:pt x="988" y="5093"/>
                    <a:pt x="1032" y="5099"/>
                    <a:pt x="1076" y="5113"/>
                  </a:cubicBezTo>
                  <a:cubicBezTo>
                    <a:pt x="987" y="5115"/>
                    <a:pt x="902" y="5115"/>
                    <a:pt x="814" y="5117"/>
                  </a:cubicBezTo>
                  <a:cubicBezTo>
                    <a:pt x="704" y="5121"/>
                    <a:pt x="704" y="5288"/>
                    <a:pt x="814" y="5290"/>
                  </a:cubicBezTo>
                  <a:cubicBezTo>
                    <a:pt x="2676" y="5343"/>
                    <a:pt x="4540" y="5360"/>
                    <a:pt x="6406" y="5360"/>
                  </a:cubicBezTo>
                  <a:cubicBezTo>
                    <a:pt x="9459" y="5360"/>
                    <a:pt x="12515" y="5316"/>
                    <a:pt x="15566" y="5316"/>
                  </a:cubicBezTo>
                  <a:cubicBezTo>
                    <a:pt x="15653" y="5316"/>
                    <a:pt x="15740" y="5316"/>
                    <a:pt x="15827" y="5316"/>
                  </a:cubicBezTo>
                  <a:cubicBezTo>
                    <a:pt x="18911" y="5319"/>
                    <a:pt x="21997" y="5324"/>
                    <a:pt x="25082" y="5324"/>
                  </a:cubicBezTo>
                  <a:cubicBezTo>
                    <a:pt x="26764" y="5324"/>
                    <a:pt x="28447" y="5322"/>
                    <a:pt x="30129" y="5318"/>
                  </a:cubicBezTo>
                  <a:cubicBezTo>
                    <a:pt x="30133" y="5332"/>
                    <a:pt x="30141" y="5346"/>
                    <a:pt x="30149" y="5360"/>
                  </a:cubicBezTo>
                  <a:cubicBezTo>
                    <a:pt x="30604" y="6050"/>
                    <a:pt x="31066" y="6749"/>
                    <a:pt x="31545" y="7437"/>
                  </a:cubicBezTo>
                  <a:cubicBezTo>
                    <a:pt x="29091" y="7150"/>
                    <a:pt x="26612" y="7057"/>
                    <a:pt x="24130" y="7057"/>
                  </a:cubicBezTo>
                  <a:cubicBezTo>
                    <a:pt x="21448" y="7057"/>
                    <a:pt x="18762" y="7165"/>
                    <a:pt x="16102" y="7253"/>
                  </a:cubicBezTo>
                  <a:cubicBezTo>
                    <a:pt x="13333" y="7344"/>
                    <a:pt x="10568" y="7415"/>
                    <a:pt x="7802" y="7415"/>
                  </a:cubicBezTo>
                  <a:cubicBezTo>
                    <a:pt x="5423" y="7415"/>
                    <a:pt x="3043" y="7363"/>
                    <a:pt x="663" y="7227"/>
                  </a:cubicBezTo>
                  <a:cubicBezTo>
                    <a:pt x="657" y="6549"/>
                    <a:pt x="649" y="5870"/>
                    <a:pt x="639" y="5191"/>
                  </a:cubicBezTo>
                  <a:cubicBezTo>
                    <a:pt x="715" y="5149"/>
                    <a:pt x="792" y="5103"/>
                    <a:pt x="882" y="5097"/>
                  </a:cubicBezTo>
                  <a:cubicBezTo>
                    <a:pt x="902" y="5094"/>
                    <a:pt x="922" y="5093"/>
                    <a:pt x="942" y="5093"/>
                  </a:cubicBezTo>
                  <a:close/>
                  <a:moveTo>
                    <a:pt x="22585" y="7369"/>
                  </a:moveTo>
                  <a:cubicBezTo>
                    <a:pt x="25619" y="7369"/>
                    <a:pt x="28649" y="7452"/>
                    <a:pt x="31694" y="7654"/>
                  </a:cubicBezTo>
                  <a:cubicBezTo>
                    <a:pt x="32195" y="8370"/>
                    <a:pt x="32716" y="9072"/>
                    <a:pt x="33271" y="9733"/>
                  </a:cubicBezTo>
                  <a:cubicBezTo>
                    <a:pt x="28313" y="9572"/>
                    <a:pt x="23348" y="9515"/>
                    <a:pt x="18384" y="9515"/>
                  </a:cubicBezTo>
                  <a:cubicBezTo>
                    <a:pt x="17852" y="9515"/>
                    <a:pt x="17320" y="9516"/>
                    <a:pt x="16787" y="9517"/>
                  </a:cubicBezTo>
                  <a:cubicBezTo>
                    <a:pt x="14049" y="9525"/>
                    <a:pt x="11311" y="9553"/>
                    <a:pt x="8572" y="9599"/>
                  </a:cubicBezTo>
                  <a:cubicBezTo>
                    <a:pt x="8007" y="9608"/>
                    <a:pt x="7437" y="9609"/>
                    <a:pt x="6863" y="9609"/>
                  </a:cubicBezTo>
                  <a:cubicBezTo>
                    <a:pt x="6632" y="9609"/>
                    <a:pt x="6400" y="9609"/>
                    <a:pt x="6167" y="9609"/>
                  </a:cubicBezTo>
                  <a:cubicBezTo>
                    <a:pt x="4321" y="9609"/>
                    <a:pt x="2456" y="9623"/>
                    <a:pt x="655" y="9875"/>
                  </a:cubicBezTo>
                  <a:cubicBezTo>
                    <a:pt x="669" y="9068"/>
                    <a:pt x="671" y="8257"/>
                    <a:pt x="665" y="7449"/>
                  </a:cubicBezTo>
                  <a:lnTo>
                    <a:pt x="665" y="7449"/>
                  </a:lnTo>
                  <a:cubicBezTo>
                    <a:pt x="2814" y="7639"/>
                    <a:pt x="4970" y="7704"/>
                    <a:pt x="7126" y="7704"/>
                  </a:cubicBezTo>
                  <a:cubicBezTo>
                    <a:pt x="10120" y="7704"/>
                    <a:pt x="13116" y="7578"/>
                    <a:pt x="16101" y="7481"/>
                  </a:cubicBezTo>
                  <a:cubicBezTo>
                    <a:pt x="18270" y="7411"/>
                    <a:pt x="20429" y="7369"/>
                    <a:pt x="22585" y="7369"/>
                  </a:cubicBezTo>
                  <a:close/>
                  <a:moveTo>
                    <a:pt x="34016" y="1"/>
                  </a:moveTo>
                  <a:cubicBezTo>
                    <a:pt x="34015" y="1"/>
                    <a:pt x="34014" y="1"/>
                    <a:pt x="34012" y="1"/>
                  </a:cubicBezTo>
                  <a:cubicBezTo>
                    <a:pt x="28409" y="51"/>
                    <a:pt x="22805" y="116"/>
                    <a:pt x="17199" y="169"/>
                  </a:cubicBezTo>
                  <a:cubicBezTo>
                    <a:pt x="14435" y="197"/>
                    <a:pt x="11671" y="226"/>
                    <a:pt x="8908" y="256"/>
                  </a:cubicBezTo>
                  <a:cubicBezTo>
                    <a:pt x="8724" y="258"/>
                    <a:pt x="8541" y="259"/>
                    <a:pt x="8356" y="259"/>
                  </a:cubicBezTo>
                  <a:cubicBezTo>
                    <a:pt x="6834" y="259"/>
                    <a:pt x="5281" y="198"/>
                    <a:pt x="3738" y="198"/>
                  </a:cubicBezTo>
                  <a:cubicBezTo>
                    <a:pt x="2609" y="198"/>
                    <a:pt x="1486" y="231"/>
                    <a:pt x="386" y="345"/>
                  </a:cubicBezTo>
                  <a:cubicBezTo>
                    <a:pt x="333" y="351"/>
                    <a:pt x="303" y="383"/>
                    <a:pt x="295" y="423"/>
                  </a:cubicBezTo>
                  <a:cubicBezTo>
                    <a:pt x="231" y="458"/>
                    <a:pt x="180" y="518"/>
                    <a:pt x="178" y="612"/>
                  </a:cubicBezTo>
                  <a:cubicBezTo>
                    <a:pt x="96" y="3690"/>
                    <a:pt x="0" y="6863"/>
                    <a:pt x="323" y="9924"/>
                  </a:cubicBezTo>
                  <a:cubicBezTo>
                    <a:pt x="334" y="10031"/>
                    <a:pt x="419" y="10084"/>
                    <a:pt x="501" y="10084"/>
                  </a:cubicBezTo>
                  <a:cubicBezTo>
                    <a:pt x="502" y="10084"/>
                    <a:pt x="504" y="10084"/>
                    <a:pt x="506" y="10084"/>
                  </a:cubicBezTo>
                  <a:cubicBezTo>
                    <a:pt x="526" y="10107"/>
                    <a:pt x="554" y="10123"/>
                    <a:pt x="587" y="10127"/>
                  </a:cubicBezTo>
                  <a:cubicBezTo>
                    <a:pt x="1321" y="10187"/>
                    <a:pt x="2062" y="10209"/>
                    <a:pt x="2807" y="10209"/>
                  </a:cubicBezTo>
                  <a:cubicBezTo>
                    <a:pt x="4804" y="10209"/>
                    <a:pt x="6825" y="10048"/>
                    <a:pt x="8802" y="10014"/>
                  </a:cubicBezTo>
                  <a:cubicBezTo>
                    <a:pt x="11540" y="9968"/>
                    <a:pt x="14278" y="9942"/>
                    <a:pt x="17017" y="9938"/>
                  </a:cubicBezTo>
                  <a:cubicBezTo>
                    <a:pt x="17263" y="9938"/>
                    <a:pt x="17509" y="9938"/>
                    <a:pt x="17755" y="9938"/>
                  </a:cubicBezTo>
                  <a:cubicBezTo>
                    <a:pt x="22987" y="9938"/>
                    <a:pt x="28216" y="10034"/>
                    <a:pt x="33447" y="10153"/>
                  </a:cubicBezTo>
                  <a:cubicBezTo>
                    <a:pt x="33449" y="10153"/>
                    <a:pt x="33450" y="10153"/>
                    <a:pt x="33451" y="10153"/>
                  </a:cubicBezTo>
                  <a:cubicBezTo>
                    <a:pt x="33584" y="10153"/>
                    <a:pt x="33648" y="10050"/>
                    <a:pt x="33648" y="9948"/>
                  </a:cubicBezTo>
                  <a:cubicBezTo>
                    <a:pt x="33702" y="9901"/>
                    <a:pt x="33730" y="9791"/>
                    <a:pt x="33689" y="9714"/>
                  </a:cubicBezTo>
                  <a:cubicBezTo>
                    <a:pt x="32828" y="8177"/>
                    <a:pt x="31731" y="6638"/>
                    <a:pt x="30676" y="5254"/>
                  </a:cubicBezTo>
                  <a:lnTo>
                    <a:pt x="30883" y="5254"/>
                  </a:lnTo>
                  <a:lnTo>
                    <a:pt x="30883" y="5022"/>
                  </a:lnTo>
                  <a:lnTo>
                    <a:pt x="30625" y="5022"/>
                  </a:lnTo>
                  <a:cubicBezTo>
                    <a:pt x="31837" y="3637"/>
                    <a:pt x="32877" y="1982"/>
                    <a:pt x="34070" y="504"/>
                  </a:cubicBezTo>
                  <a:cubicBezTo>
                    <a:pt x="34120" y="441"/>
                    <a:pt x="34128" y="389"/>
                    <a:pt x="34109" y="326"/>
                  </a:cubicBezTo>
                  <a:cubicBezTo>
                    <a:pt x="34244" y="239"/>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02"/>
            <p:cNvSpPr/>
            <p:nvPr/>
          </p:nvSpPr>
          <p:spPr>
            <a:xfrm>
              <a:off x="1670175" y="1648132"/>
              <a:ext cx="826025" cy="54000"/>
            </a:xfrm>
            <a:custGeom>
              <a:rect b="b" l="l" r="r" t="t"/>
              <a:pathLst>
                <a:path extrusionOk="0" h="2160" w="33041">
                  <a:moveTo>
                    <a:pt x="33041" y="0"/>
                  </a:moveTo>
                  <a:cubicBezTo>
                    <a:pt x="27555" y="48"/>
                    <a:pt x="22067" y="86"/>
                    <a:pt x="16581" y="120"/>
                  </a:cubicBezTo>
                  <a:cubicBezTo>
                    <a:pt x="13741" y="136"/>
                    <a:pt x="10898" y="147"/>
                    <a:pt x="8059" y="155"/>
                  </a:cubicBezTo>
                  <a:cubicBezTo>
                    <a:pt x="6246" y="158"/>
                    <a:pt x="4381" y="271"/>
                    <a:pt x="2537" y="271"/>
                  </a:cubicBezTo>
                  <a:cubicBezTo>
                    <a:pt x="1689" y="271"/>
                    <a:pt x="846" y="247"/>
                    <a:pt x="15" y="177"/>
                  </a:cubicBezTo>
                  <a:lnTo>
                    <a:pt x="15" y="177"/>
                  </a:lnTo>
                  <a:cubicBezTo>
                    <a:pt x="19" y="197"/>
                    <a:pt x="25" y="215"/>
                    <a:pt x="23" y="235"/>
                  </a:cubicBezTo>
                  <a:cubicBezTo>
                    <a:pt x="7" y="877"/>
                    <a:pt x="3" y="1517"/>
                    <a:pt x="1" y="2159"/>
                  </a:cubicBezTo>
                  <a:cubicBezTo>
                    <a:pt x="15" y="2145"/>
                    <a:pt x="31" y="2136"/>
                    <a:pt x="53" y="2136"/>
                  </a:cubicBezTo>
                  <a:cubicBezTo>
                    <a:pt x="5286" y="1911"/>
                    <a:pt x="10545" y="2006"/>
                    <a:pt x="15781" y="1937"/>
                  </a:cubicBezTo>
                  <a:cubicBezTo>
                    <a:pt x="21024" y="1867"/>
                    <a:pt x="26265" y="1743"/>
                    <a:pt x="31508" y="1688"/>
                  </a:cubicBezTo>
                  <a:cubicBezTo>
                    <a:pt x="31571" y="1688"/>
                    <a:pt x="31607" y="1724"/>
                    <a:pt x="31621" y="1768"/>
                  </a:cubicBezTo>
                  <a:cubicBezTo>
                    <a:pt x="32090" y="1168"/>
                    <a:pt x="32573" y="579"/>
                    <a:pt x="33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02"/>
            <p:cNvSpPr/>
            <p:nvPr/>
          </p:nvSpPr>
          <p:spPr>
            <a:xfrm>
              <a:off x="1670700" y="1766032"/>
              <a:ext cx="772650" cy="58625"/>
            </a:xfrm>
            <a:custGeom>
              <a:rect b="b" l="l" r="r" t="t"/>
              <a:pathLst>
                <a:path extrusionOk="0" h="2345" w="30906">
                  <a:moveTo>
                    <a:pt x="301" y="0"/>
                  </a:moveTo>
                  <a:cubicBezTo>
                    <a:pt x="282" y="0"/>
                    <a:pt x="262" y="2"/>
                    <a:pt x="243" y="4"/>
                  </a:cubicBezTo>
                  <a:cubicBezTo>
                    <a:pt x="153" y="10"/>
                    <a:pt x="76" y="57"/>
                    <a:pt x="0" y="98"/>
                  </a:cubicBezTo>
                  <a:cubicBezTo>
                    <a:pt x="10" y="777"/>
                    <a:pt x="18" y="1456"/>
                    <a:pt x="24" y="2135"/>
                  </a:cubicBezTo>
                  <a:cubicBezTo>
                    <a:pt x="2402" y="2270"/>
                    <a:pt x="4778" y="2322"/>
                    <a:pt x="7154" y="2322"/>
                  </a:cubicBezTo>
                  <a:cubicBezTo>
                    <a:pt x="9922" y="2322"/>
                    <a:pt x="12691" y="2252"/>
                    <a:pt x="15463" y="2160"/>
                  </a:cubicBezTo>
                  <a:cubicBezTo>
                    <a:pt x="18122" y="2072"/>
                    <a:pt x="20805" y="1965"/>
                    <a:pt x="23486" y="1965"/>
                  </a:cubicBezTo>
                  <a:cubicBezTo>
                    <a:pt x="25970" y="1965"/>
                    <a:pt x="28450" y="2057"/>
                    <a:pt x="30906" y="2344"/>
                  </a:cubicBezTo>
                  <a:cubicBezTo>
                    <a:pt x="30427" y="1656"/>
                    <a:pt x="29965" y="957"/>
                    <a:pt x="29510" y="267"/>
                  </a:cubicBezTo>
                  <a:cubicBezTo>
                    <a:pt x="29501" y="253"/>
                    <a:pt x="29494" y="239"/>
                    <a:pt x="29490" y="225"/>
                  </a:cubicBezTo>
                  <a:cubicBezTo>
                    <a:pt x="27736" y="229"/>
                    <a:pt x="25982" y="231"/>
                    <a:pt x="24229" y="231"/>
                  </a:cubicBezTo>
                  <a:cubicBezTo>
                    <a:pt x="21215" y="231"/>
                    <a:pt x="18201" y="226"/>
                    <a:pt x="15188" y="223"/>
                  </a:cubicBezTo>
                  <a:cubicBezTo>
                    <a:pt x="15101" y="223"/>
                    <a:pt x="15014" y="223"/>
                    <a:pt x="14927" y="223"/>
                  </a:cubicBezTo>
                  <a:cubicBezTo>
                    <a:pt x="11876" y="223"/>
                    <a:pt x="8820" y="267"/>
                    <a:pt x="5767" y="267"/>
                  </a:cubicBezTo>
                  <a:cubicBezTo>
                    <a:pt x="3901" y="267"/>
                    <a:pt x="2037" y="250"/>
                    <a:pt x="175" y="197"/>
                  </a:cubicBezTo>
                  <a:cubicBezTo>
                    <a:pt x="65" y="195"/>
                    <a:pt x="65" y="29"/>
                    <a:pt x="175" y="24"/>
                  </a:cubicBezTo>
                  <a:cubicBezTo>
                    <a:pt x="263" y="22"/>
                    <a:pt x="348" y="22"/>
                    <a:pt x="437" y="20"/>
                  </a:cubicBezTo>
                  <a:cubicBezTo>
                    <a:pt x="392" y="7"/>
                    <a:pt x="347"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102"/>
          <p:cNvGrpSpPr/>
          <p:nvPr/>
        </p:nvGrpSpPr>
        <p:grpSpPr>
          <a:xfrm flipH="1">
            <a:off x="2255925" y="1814582"/>
            <a:ext cx="856125" cy="255250"/>
            <a:chOff x="1654725" y="1638707"/>
            <a:chExt cx="856125" cy="255250"/>
          </a:xfrm>
        </p:grpSpPr>
        <p:sp>
          <p:nvSpPr>
            <p:cNvPr id="3721" name="Google Shape;3721;p102"/>
            <p:cNvSpPr/>
            <p:nvPr/>
          </p:nvSpPr>
          <p:spPr>
            <a:xfrm>
              <a:off x="1671100" y="1822932"/>
              <a:ext cx="815400" cy="62700"/>
            </a:xfrm>
            <a:custGeom>
              <a:rect b="b" l="l" r="r" t="t"/>
              <a:pathLst>
                <a:path extrusionOk="0" h="2508" w="32616">
                  <a:moveTo>
                    <a:pt x="21935" y="1"/>
                  </a:moveTo>
                  <a:cubicBezTo>
                    <a:pt x="19777" y="1"/>
                    <a:pt x="17617" y="42"/>
                    <a:pt x="15447" y="112"/>
                  </a:cubicBezTo>
                  <a:cubicBezTo>
                    <a:pt x="12462" y="209"/>
                    <a:pt x="9466" y="335"/>
                    <a:pt x="6472" y="335"/>
                  </a:cubicBezTo>
                  <a:cubicBezTo>
                    <a:pt x="4315" y="335"/>
                    <a:pt x="2159" y="270"/>
                    <a:pt x="10" y="80"/>
                  </a:cubicBezTo>
                  <a:lnTo>
                    <a:pt x="10" y="80"/>
                  </a:lnTo>
                  <a:cubicBezTo>
                    <a:pt x="16" y="889"/>
                    <a:pt x="14" y="1699"/>
                    <a:pt x="0" y="2507"/>
                  </a:cubicBezTo>
                  <a:cubicBezTo>
                    <a:pt x="1805" y="2254"/>
                    <a:pt x="3675" y="2240"/>
                    <a:pt x="5526" y="2240"/>
                  </a:cubicBezTo>
                  <a:cubicBezTo>
                    <a:pt x="5752" y="2240"/>
                    <a:pt x="5977" y="2240"/>
                    <a:pt x="6202" y="2240"/>
                  </a:cubicBezTo>
                  <a:cubicBezTo>
                    <a:pt x="6778" y="2240"/>
                    <a:pt x="7351" y="2239"/>
                    <a:pt x="7918" y="2230"/>
                  </a:cubicBezTo>
                  <a:cubicBezTo>
                    <a:pt x="10656" y="2184"/>
                    <a:pt x="13394" y="2156"/>
                    <a:pt x="16133" y="2149"/>
                  </a:cubicBezTo>
                  <a:cubicBezTo>
                    <a:pt x="16699" y="2148"/>
                    <a:pt x="17266" y="2147"/>
                    <a:pt x="17832" y="2147"/>
                  </a:cubicBezTo>
                  <a:cubicBezTo>
                    <a:pt x="22761" y="2147"/>
                    <a:pt x="27692" y="2204"/>
                    <a:pt x="32616" y="2364"/>
                  </a:cubicBezTo>
                  <a:cubicBezTo>
                    <a:pt x="32063" y="1703"/>
                    <a:pt x="31540" y="1001"/>
                    <a:pt x="31039" y="285"/>
                  </a:cubicBezTo>
                  <a:cubicBezTo>
                    <a:pt x="27996" y="83"/>
                    <a:pt x="24968" y="1"/>
                    <a:pt x="219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02"/>
            <p:cNvSpPr/>
            <p:nvPr/>
          </p:nvSpPr>
          <p:spPr>
            <a:xfrm>
              <a:off x="1670225" y="1696532"/>
              <a:ext cx="787250" cy="69875"/>
            </a:xfrm>
            <a:custGeom>
              <a:rect b="b" l="l" r="r" t="t"/>
              <a:pathLst>
                <a:path extrusionOk="0" h="2795" w="31490">
                  <a:moveTo>
                    <a:pt x="31490" y="1"/>
                  </a:moveTo>
                  <a:lnTo>
                    <a:pt x="31490" y="1"/>
                  </a:lnTo>
                  <a:cubicBezTo>
                    <a:pt x="26255" y="160"/>
                    <a:pt x="21016" y="211"/>
                    <a:pt x="15779" y="273"/>
                  </a:cubicBezTo>
                  <a:cubicBezTo>
                    <a:pt x="12118" y="319"/>
                    <a:pt x="8443" y="422"/>
                    <a:pt x="4774" y="422"/>
                  </a:cubicBezTo>
                  <a:cubicBezTo>
                    <a:pt x="3198" y="422"/>
                    <a:pt x="1623" y="403"/>
                    <a:pt x="51" y="352"/>
                  </a:cubicBezTo>
                  <a:cubicBezTo>
                    <a:pt x="29" y="352"/>
                    <a:pt x="13" y="343"/>
                    <a:pt x="1" y="331"/>
                  </a:cubicBezTo>
                  <a:lnTo>
                    <a:pt x="1" y="331"/>
                  </a:lnTo>
                  <a:cubicBezTo>
                    <a:pt x="1" y="1093"/>
                    <a:pt x="7" y="1858"/>
                    <a:pt x="17" y="2619"/>
                  </a:cubicBezTo>
                  <a:cubicBezTo>
                    <a:pt x="77" y="2600"/>
                    <a:pt x="143" y="2590"/>
                    <a:pt x="208" y="2590"/>
                  </a:cubicBezTo>
                  <a:cubicBezTo>
                    <a:pt x="220" y="2590"/>
                    <a:pt x="232" y="2591"/>
                    <a:pt x="243" y="2591"/>
                  </a:cubicBezTo>
                  <a:cubicBezTo>
                    <a:pt x="400" y="2603"/>
                    <a:pt x="516" y="2684"/>
                    <a:pt x="617" y="2794"/>
                  </a:cubicBezTo>
                  <a:cubicBezTo>
                    <a:pt x="2329" y="2751"/>
                    <a:pt x="4042" y="2737"/>
                    <a:pt x="5755" y="2737"/>
                  </a:cubicBezTo>
                  <a:cubicBezTo>
                    <a:pt x="8795" y="2737"/>
                    <a:pt x="11836" y="2781"/>
                    <a:pt x="14873" y="2781"/>
                  </a:cubicBezTo>
                  <a:cubicBezTo>
                    <a:pt x="14984" y="2781"/>
                    <a:pt x="15096" y="2781"/>
                    <a:pt x="15207" y="2781"/>
                  </a:cubicBezTo>
                  <a:cubicBezTo>
                    <a:pt x="18271" y="2779"/>
                    <a:pt x="21335" y="2774"/>
                    <a:pt x="24399" y="2774"/>
                  </a:cubicBezTo>
                  <a:cubicBezTo>
                    <a:pt x="26122" y="2774"/>
                    <a:pt x="27844" y="2776"/>
                    <a:pt x="29567" y="2781"/>
                  </a:cubicBezTo>
                  <a:cubicBezTo>
                    <a:pt x="29595" y="2760"/>
                    <a:pt x="29624" y="2744"/>
                    <a:pt x="29659" y="2735"/>
                  </a:cubicBezTo>
                  <a:cubicBezTo>
                    <a:pt x="30174" y="1782"/>
                    <a:pt x="30813" y="878"/>
                    <a:pt x="31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02"/>
            <p:cNvSpPr/>
            <p:nvPr/>
          </p:nvSpPr>
          <p:spPr>
            <a:xfrm>
              <a:off x="1654725" y="1638707"/>
              <a:ext cx="856125" cy="255250"/>
            </a:xfrm>
            <a:custGeom>
              <a:rect b="b" l="l" r="r" t="t"/>
              <a:pathLst>
                <a:path extrusionOk="0" h="10210" w="34245">
                  <a:moveTo>
                    <a:pt x="33659" y="377"/>
                  </a:moveTo>
                  <a:lnTo>
                    <a:pt x="33659" y="377"/>
                  </a:lnTo>
                  <a:cubicBezTo>
                    <a:pt x="33191" y="956"/>
                    <a:pt x="32708" y="1545"/>
                    <a:pt x="32239" y="2145"/>
                  </a:cubicBezTo>
                  <a:cubicBezTo>
                    <a:pt x="32225" y="2101"/>
                    <a:pt x="32189" y="2065"/>
                    <a:pt x="32126" y="2065"/>
                  </a:cubicBezTo>
                  <a:cubicBezTo>
                    <a:pt x="26883" y="2119"/>
                    <a:pt x="21642" y="2244"/>
                    <a:pt x="16399" y="2314"/>
                  </a:cubicBezTo>
                  <a:cubicBezTo>
                    <a:pt x="11164" y="2383"/>
                    <a:pt x="5904" y="2288"/>
                    <a:pt x="671" y="2513"/>
                  </a:cubicBezTo>
                  <a:cubicBezTo>
                    <a:pt x="649" y="2513"/>
                    <a:pt x="633" y="2521"/>
                    <a:pt x="619" y="2535"/>
                  </a:cubicBezTo>
                  <a:cubicBezTo>
                    <a:pt x="621" y="1894"/>
                    <a:pt x="625" y="1254"/>
                    <a:pt x="641" y="612"/>
                  </a:cubicBezTo>
                  <a:cubicBezTo>
                    <a:pt x="643" y="592"/>
                    <a:pt x="637" y="573"/>
                    <a:pt x="633" y="554"/>
                  </a:cubicBezTo>
                  <a:lnTo>
                    <a:pt x="633" y="554"/>
                  </a:lnTo>
                  <a:cubicBezTo>
                    <a:pt x="1464" y="624"/>
                    <a:pt x="2307" y="648"/>
                    <a:pt x="3155" y="648"/>
                  </a:cubicBezTo>
                  <a:cubicBezTo>
                    <a:pt x="4999" y="648"/>
                    <a:pt x="6864" y="535"/>
                    <a:pt x="8677" y="532"/>
                  </a:cubicBezTo>
                  <a:cubicBezTo>
                    <a:pt x="11516" y="524"/>
                    <a:pt x="14359" y="513"/>
                    <a:pt x="17199" y="497"/>
                  </a:cubicBezTo>
                  <a:cubicBezTo>
                    <a:pt x="22685" y="463"/>
                    <a:pt x="28173" y="425"/>
                    <a:pt x="33659" y="377"/>
                  </a:cubicBezTo>
                  <a:close/>
                  <a:moveTo>
                    <a:pt x="32110" y="2314"/>
                  </a:moveTo>
                  <a:lnTo>
                    <a:pt x="32110" y="2314"/>
                  </a:lnTo>
                  <a:cubicBezTo>
                    <a:pt x="31433" y="3192"/>
                    <a:pt x="30794" y="4095"/>
                    <a:pt x="30279" y="5048"/>
                  </a:cubicBezTo>
                  <a:cubicBezTo>
                    <a:pt x="30244" y="5057"/>
                    <a:pt x="30215" y="5073"/>
                    <a:pt x="30187" y="5095"/>
                  </a:cubicBezTo>
                  <a:cubicBezTo>
                    <a:pt x="28398" y="5089"/>
                    <a:pt x="26609" y="5088"/>
                    <a:pt x="24821" y="5088"/>
                  </a:cubicBezTo>
                  <a:cubicBezTo>
                    <a:pt x="21823" y="5088"/>
                    <a:pt x="18825" y="5093"/>
                    <a:pt x="15827" y="5095"/>
                  </a:cubicBezTo>
                  <a:cubicBezTo>
                    <a:pt x="15738" y="5095"/>
                    <a:pt x="15648" y="5095"/>
                    <a:pt x="15559" y="5095"/>
                  </a:cubicBezTo>
                  <a:cubicBezTo>
                    <a:pt x="12507" y="5095"/>
                    <a:pt x="9450" y="5050"/>
                    <a:pt x="6396" y="5050"/>
                  </a:cubicBezTo>
                  <a:cubicBezTo>
                    <a:pt x="4675" y="5050"/>
                    <a:pt x="2955" y="5064"/>
                    <a:pt x="1237" y="5108"/>
                  </a:cubicBezTo>
                  <a:cubicBezTo>
                    <a:pt x="1136" y="4997"/>
                    <a:pt x="1020" y="4916"/>
                    <a:pt x="863" y="4904"/>
                  </a:cubicBezTo>
                  <a:cubicBezTo>
                    <a:pt x="852" y="4904"/>
                    <a:pt x="840" y="4903"/>
                    <a:pt x="828" y="4903"/>
                  </a:cubicBezTo>
                  <a:cubicBezTo>
                    <a:pt x="763" y="4903"/>
                    <a:pt x="697" y="4913"/>
                    <a:pt x="637" y="4932"/>
                  </a:cubicBezTo>
                  <a:cubicBezTo>
                    <a:pt x="627" y="4171"/>
                    <a:pt x="621" y="3407"/>
                    <a:pt x="621" y="2644"/>
                  </a:cubicBezTo>
                  <a:lnTo>
                    <a:pt x="621" y="2644"/>
                  </a:lnTo>
                  <a:cubicBezTo>
                    <a:pt x="633" y="2656"/>
                    <a:pt x="649" y="2665"/>
                    <a:pt x="671" y="2665"/>
                  </a:cubicBezTo>
                  <a:cubicBezTo>
                    <a:pt x="2244" y="2717"/>
                    <a:pt x="3820" y="2736"/>
                    <a:pt x="5397" y="2736"/>
                  </a:cubicBezTo>
                  <a:cubicBezTo>
                    <a:pt x="9065" y="2736"/>
                    <a:pt x="12739" y="2632"/>
                    <a:pt x="16399" y="2586"/>
                  </a:cubicBezTo>
                  <a:cubicBezTo>
                    <a:pt x="21636" y="2524"/>
                    <a:pt x="26875" y="2473"/>
                    <a:pt x="32110" y="2314"/>
                  </a:cubicBezTo>
                  <a:close/>
                  <a:moveTo>
                    <a:pt x="942" y="5093"/>
                  </a:moveTo>
                  <a:cubicBezTo>
                    <a:pt x="988" y="5093"/>
                    <a:pt x="1032" y="5099"/>
                    <a:pt x="1076" y="5113"/>
                  </a:cubicBezTo>
                  <a:cubicBezTo>
                    <a:pt x="987" y="5115"/>
                    <a:pt x="902" y="5115"/>
                    <a:pt x="814" y="5117"/>
                  </a:cubicBezTo>
                  <a:cubicBezTo>
                    <a:pt x="704" y="5121"/>
                    <a:pt x="704" y="5288"/>
                    <a:pt x="814" y="5290"/>
                  </a:cubicBezTo>
                  <a:cubicBezTo>
                    <a:pt x="2676" y="5343"/>
                    <a:pt x="4540" y="5360"/>
                    <a:pt x="6406" y="5360"/>
                  </a:cubicBezTo>
                  <a:cubicBezTo>
                    <a:pt x="9459" y="5360"/>
                    <a:pt x="12515" y="5316"/>
                    <a:pt x="15566" y="5316"/>
                  </a:cubicBezTo>
                  <a:cubicBezTo>
                    <a:pt x="15653" y="5316"/>
                    <a:pt x="15740" y="5316"/>
                    <a:pt x="15827" y="5316"/>
                  </a:cubicBezTo>
                  <a:cubicBezTo>
                    <a:pt x="18911" y="5319"/>
                    <a:pt x="21997" y="5324"/>
                    <a:pt x="25082" y="5324"/>
                  </a:cubicBezTo>
                  <a:cubicBezTo>
                    <a:pt x="26764" y="5324"/>
                    <a:pt x="28447" y="5322"/>
                    <a:pt x="30129" y="5318"/>
                  </a:cubicBezTo>
                  <a:cubicBezTo>
                    <a:pt x="30133" y="5332"/>
                    <a:pt x="30141" y="5346"/>
                    <a:pt x="30149" y="5360"/>
                  </a:cubicBezTo>
                  <a:cubicBezTo>
                    <a:pt x="30604" y="6050"/>
                    <a:pt x="31066" y="6749"/>
                    <a:pt x="31545" y="7437"/>
                  </a:cubicBezTo>
                  <a:cubicBezTo>
                    <a:pt x="29091" y="7150"/>
                    <a:pt x="26612" y="7057"/>
                    <a:pt x="24130" y="7057"/>
                  </a:cubicBezTo>
                  <a:cubicBezTo>
                    <a:pt x="21448" y="7057"/>
                    <a:pt x="18762" y="7165"/>
                    <a:pt x="16102" y="7253"/>
                  </a:cubicBezTo>
                  <a:cubicBezTo>
                    <a:pt x="13333" y="7344"/>
                    <a:pt x="10568" y="7415"/>
                    <a:pt x="7802" y="7415"/>
                  </a:cubicBezTo>
                  <a:cubicBezTo>
                    <a:pt x="5423" y="7415"/>
                    <a:pt x="3043" y="7363"/>
                    <a:pt x="663" y="7227"/>
                  </a:cubicBezTo>
                  <a:cubicBezTo>
                    <a:pt x="657" y="6549"/>
                    <a:pt x="649" y="5870"/>
                    <a:pt x="639" y="5191"/>
                  </a:cubicBezTo>
                  <a:cubicBezTo>
                    <a:pt x="715" y="5149"/>
                    <a:pt x="792" y="5103"/>
                    <a:pt x="882" y="5097"/>
                  </a:cubicBezTo>
                  <a:cubicBezTo>
                    <a:pt x="902" y="5094"/>
                    <a:pt x="922" y="5093"/>
                    <a:pt x="942" y="5093"/>
                  </a:cubicBezTo>
                  <a:close/>
                  <a:moveTo>
                    <a:pt x="22585" y="7369"/>
                  </a:moveTo>
                  <a:cubicBezTo>
                    <a:pt x="25619" y="7369"/>
                    <a:pt x="28649" y="7452"/>
                    <a:pt x="31694" y="7654"/>
                  </a:cubicBezTo>
                  <a:cubicBezTo>
                    <a:pt x="32195" y="8370"/>
                    <a:pt x="32716" y="9072"/>
                    <a:pt x="33271" y="9733"/>
                  </a:cubicBezTo>
                  <a:cubicBezTo>
                    <a:pt x="28313" y="9572"/>
                    <a:pt x="23348" y="9515"/>
                    <a:pt x="18384" y="9515"/>
                  </a:cubicBezTo>
                  <a:cubicBezTo>
                    <a:pt x="17852" y="9515"/>
                    <a:pt x="17320" y="9516"/>
                    <a:pt x="16787" y="9517"/>
                  </a:cubicBezTo>
                  <a:cubicBezTo>
                    <a:pt x="14049" y="9525"/>
                    <a:pt x="11311" y="9553"/>
                    <a:pt x="8572" y="9599"/>
                  </a:cubicBezTo>
                  <a:cubicBezTo>
                    <a:pt x="8007" y="9608"/>
                    <a:pt x="7437" y="9609"/>
                    <a:pt x="6863" y="9609"/>
                  </a:cubicBezTo>
                  <a:cubicBezTo>
                    <a:pt x="6632" y="9609"/>
                    <a:pt x="6400" y="9609"/>
                    <a:pt x="6167" y="9609"/>
                  </a:cubicBezTo>
                  <a:cubicBezTo>
                    <a:pt x="4321" y="9609"/>
                    <a:pt x="2456" y="9623"/>
                    <a:pt x="655" y="9875"/>
                  </a:cubicBezTo>
                  <a:cubicBezTo>
                    <a:pt x="669" y="9068"/>
                    <a:pt x="671" y="8257"/>
                    <a:pt x="665" y="7449"/>
                  </a:cubicBezTo>
                  <a:lnTo>
                    <a:pt x="665" y="7449"/>
                  </a:lnTo>
                  <a:cubicBezTo>
                    <a:pt x="2814" y="7639"/>
                    <a:pt x="4970" y="7704"/>
                    <a:pt x="7126" y="7704"/>
                  </a:cubicBezTo>
                  <a:cubicBezTo>
                    <a:pt x="10120" y="7704"/>
                    <a:pt x="13116" y="7578"/>
                    <a:pt x="16101" y="7481"/>
                  </a:cubicBezTo>
                  <a:cubicBezTo>
                    <a:pt x="18270" y="7411"/>
                    <a:pt x="20429" y="7369"/>
                    <a:pt x="22585" y="7369"/>
                  </a:cubicBezTo>
                  <a:close/>
                  <a:moveTo>
                    <a:pt x="34016" y="1"/>
                  </a:moveTo>
                  <a:cubicBezTo>
                    <a:pt x="34015" y="1"/>
                    <a:pt x="34014" y="1"/>
                    <a:pt x="34012" y="1"/>
                  </a:cubicBezTo>
                  <a:cubicBezTo>
                    <a:pt x="28409" y="51"/>
                    <a:pt x="22805" y="116"/>
                    <a:pt x="17199" y="169"/>
                  </a:cubicBezTo>
                  <a:cubicBezTo>
                    <a:pt x="14435" y="197"/>
                    <a:pt x="11671" y="226"/>
                    <a:pt x="8908" y="256"/>
                  </a:cubicBezTo>
                  <a:cubicBezTo>
                    <a:pt x="8724" y="258"/>
                    <a:pt x="8541" y="259"/>
                    <a:pt x="8356" y="259"/>
                  </a:cubicBezTo>
                  <a:cubicBezTo>
                    <a:pt x="6834" y="259"/>
                    <a:pt x="5281" y="198"/>
                    <a:pt x="3738" y="198"/>
                  </a:cubicBezTo>
                  <a:cubicBezTo>
                    <a:pt x="2609" y="198"/>
                    <a:pt x="1486" y="231"/>
                    <a:pt x="386" y="345"/>
                  </a:cubicBezTo>
                  <a:cubicBezTo>
                    <a:pt x="333" y="351"/>
                    <a:pt x="303" y="383"/>
                    <a:pt x="295" y="423"/>
                  </a:cubicBezTo>
                  <a:cubicBezTo>
                    <a:pt x="231" y="458"/>
                    <a:pt x="180" y="518"/>
                    <a:pt x="178" y="612"/>
                  </a:cubicBezTo>
                  <a:cubicBezTo>
                    <a:pt x="96" y="3690"/>
                    <a:pt x="0" y="6863"/>
                    <a:pt x="323" y="9924"/>
                  </a:cubicBezTo>
                  <a:cubicBezTo>
                    <a:pt x="334" y="10031"/>
                    <a:pt x="419" y="10084"/>
                    <a:pt x="501" y="10084"/>
                  </a:cubicBezTo>
                  <a:cubicBezTo>
                    <a:pt x="502" y="10084"/>
                    <a:pt x="504" y="10084"/>
                    <a:pt x="506" y="10084"/>
                  </a:cubicBezTo>
                  <a:cubicBezTo>
                    <a:pt x="526" y="10107"/>
                    <a:pt x="554" y="10123"/>
                    <a:pt x="587" y="10127"/>
                  </a:cubicBezTo>
                  <a:cubicBezTo>
                    <a:pt x="1321" y="10187"/>
                    <a:pt x="2062" y="10209"/>
                    <a:pt x="2807" y="10209"/>
                  </a:cubicBezTo>
                  <a:cubicBezTo>
                    <a:pt x="4804" y="10209"/>
                    <a:pt x="6825" y="10048"/>
                    <a:pt x="8802" y="10014"/>
                  </a:cubicBezTo>
                  <a:cubicBezTo>
                    <a:pt x="11540" y="9968"/>
                    <a:pt x="14278" y="9942"/>
                    <a:pt x="17017" y="9938"/>
                  </a:cubicBezTo>
                  <a:cubicBezTo>
                    <a:pt x="17263" y="9938"/>
                    <a:pt x="17509" y="9938"/>
                    <a:pt x="17755" y="9938"/>
                  </a:cubicBezTo>
                  <a:cubicBezTo>
                    <a:pt x="22987" y="9938"/>
                    <a:pt x="28216" y="10034"/>
                    <a:pt x="33447" y="10153"/>
                  </a:cubicBezTo>
                  <a:cubicBezTo>
                    <a:pt x="33449" y="10153"/>
                    <a:pt x="33450" y="10153"/>
                    <a:pt x="33451" y="10153"/>
                  </a:cubicBezTo>
                  <a:cubicBezTo>
                    <a:pt x="33584" y="10153"/>
                    <a:pt x="33648" y="10050"/>
                    <a:pt x="33648" y="9948"/>
                  </a:cubicBezTo>
                  <a:cubicBezTo>
                    <a:pt x="33702" y="9901"/>
                    <a:pt x="33730" y="9791"/>
                    <a:pt x="33689" y="9714"/>
                  </a:cubicBezTo>
                  <a:cubicBezTo>
                    <a:pt x="32828" y="8177"/>
                    <a:pt x="31731" y="6638"/>
                    <a:pt x="30676" y="5254"/>
                  </a:cubicBezTo>
                  <a:lnTo>
                    <a:pt x="30883" y="5254"/>
                  </a:lnTo>
                  <a:lnTo>
                    <a:pt x="30883" y="5022"/>
                  </a:lnTo>
                  <a:lnTo>
                    <a:pt x="30625" y="5022"/>
                  </a:lnTo>
                  <a:cubicBezTo>
                    <a:pt x="31837" y="3637"/>
                    <a:pt x="32877" y="1982"/>
                    <a:pt x="34070" y="504"/>
                  </a:cubicBezTo>
                  <a:cubicBezTo>
                    <a:pt x="34120" y="441"/>
                    <a:pt x="34128" y="389"/>
                    <a:pt x="34109" y="326"/>
                  </a:cubicBezTo>
                  <a:cubicBezTo>
                    <a:pt x="34244" y="239"/>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02"/>
            <p:cNvSpPr/>
            <p:nvPr/>
          </p:nvSpPr>
          <p:spPr>
            <a:xfrm>
              <a:off x="1670175" y="1648132"/>
              <a:ext cx="826025" cy="54000"/>
            </a:xfrm>
            <a:custGeom>
              <a:rect b="b" l="l" r="r" t="t"/>
              <a:pathLst>
                <a:path extrusionOk="0" h="2160" w="33041">
                  <a:moveTo>
                    <a:pt x="33041" y="0"/>
                  </a:moveTo>
                  <a:cubicBezTo>
                    <a:pt x="27555" y="48"/>
                    <a:pt x="22067" y="86"/>
                    <a:pt x="16581" y="120"/>
                  </a:cubicBezTo>
                  <a:cubicBezTo>
                    <a:pt x="13741" y="136"/>
                    <a:pt x="10898" y="147"/>
                    <a:pt x="8059" y="155"/>
                  </a:cubicBezTo>
                  <a:cubicBezTo>
                    <a:pt x="6246" y="158"/>
                    <a:pt x="4381" y="271"/>
                    <a:pt x="2537" y="271"/>
                  </a:cubicBezTo>
                  <a:cubicBezTo>
                    <a:pt x="1689" y="271"/>
                    <a:pt x="846" y="247"/>
                    <a:pt x="15" y="177"/>
                  </a:cubicBezTo>
                  <a:lnTo>
                    <a:pt x="15" y="177"/>
                  </a:lnTo>
                  <a:cubicBezTo>
                    <a:pt x="19" y="197"/>
                    <a:pt x="25" y="215"/>
                    <a:pt x="23" y="235"/>
                  </a:cubicBezTo>
                  <a:cubicBezTo>
                    <a:pt x="7" y="877"/>
                    <a:pt x="3" y="1517"/>
                    <a:pt x="1" y="2159"/>
                  </a:cubicBezTo>
                  <a:cubicBezTo>
                    <a:pt x="15" y="2145"/>
                    <a:pt x="31" y="2136"/>
                    <a:pt x="53" y="2136"/>
                  </a:cubicBezTo>
                  <a:cubicBezTo>
                    <a:pt x="5286" y="1911"/>
                    <a:pt x="10545" y="2006"/>
                    <a:pt x="15781" y="1937"/>
                  </a:cubicBezTo>
                  <a:cubicBezTo>
                    <a:pt x="21024" y="1867"/>
                    <a:pt x="26265" y="1743"/>
                    <a:pt x="31508" y="1688"/>
                  </a:cubicBezTo>
                  <a:cubicBezTo>
                    <a:pt x="31571" y="1688"/>
                    <a:pt x="31607" y="1724"/>
                    <a:pt x="31621" y="1768"/>
                  </a:cubicBezTo>
                  <a:cubicBezTo>
                    <a:pt x="32090" y="1168"/>
                    <a:pt x="32573" y="579"/>
                    <a:pt x="33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02"/>
            <p:cNvSpPr/>
            <p:nvPr/>
          </p:nvSpPr>
          <p:spPr>
            <a:xfrm>
              <a:off x="1670700" y="1766032"/>
              <a:ext cx="772650" cy="58625"/>
            </a:xfrm>
            <a:custGeom>
              <a:rect b="b" l="l" r="r" t="t"/>
              <a:pathLst>
                <a:path extrusionOk="0" h="2345" w="30906">
                  <a:moveTo>
                    <a:pt x="301" y="0"/>
                  </a:moveTo>
                  <a:cubicBezTo>
                    <a:pt x="282" y="0"/>
                    <a:pt x="262" y="2"/>
                    <a:pt x="243" y="4"/>
                  </a:cubicBezTo>
                  <a:cubicBezTo>
                    <a:pt x="153" y="10"/>
                    <a:pt x="76" y="57"/>
                    <a:pt x="0" y="98"/>
                  </a:cubicBezTo>
                  <a:cubicBezTo>
                    <a:pt x="10" y="777"/>
                    <a:pt x="18" y="1456"/>
                    <a:pt x="24" y="2135"/>
                  </a:cubicBezTo>
                  <a:cubicBezTo>
                    <a:pt x="2402" y="2270"/>
                    <a:pt x="4778" y="2322"/>
                    <a:pt x="7154" y="2322"/>
                  </a:cubicBezTo>
                  <a:cubicBezTo>
                    <a:pt x="9922" y="2322"/>
                    <a:pt x="12691" y="2252"/>
                    <a:pt x="15463" y="2160"/>
                  </a:cubicBezTo>
                  <a:cubicBezTo>
                    <a:pt x="18122" y="2072"/>
                    <a:pt x="20805" y="1965"/>
                    <a:pt x="23486" y="1965"/>
                  </a:cubicBezTo>
                  <a:cubicBezTo>
                    <a:pt x="25970" y="1965"/>
                    <a:pt x="28450" y="2057"/>
                    <a:pt x="30906" y="2344"/>
                  </a:cubicBezTo>
                  <a:cubicBezTo>
                    <a:pt x="30427" y="1656"/>
                    <a:pt x="29965" y="957"/>
                    <a:pt x="29510" y="267"/>
                  </a:cubicBezTo>
                  <a:cubicBezTo>
                    <a:pt x="29501" y="253"/>
                    <a:pt x="29494" y="239"/>
                    <a:pt x="29490" y="225"/>
                  </a:cubicBezTo>
                  <a:cubicBezTo>
                    <a:pt x="27736" y="229"/>
                    <a:pt x="25982" y="231"/>
                    <a:pt x="24229" y="231"/>
                  </a:cubicBezTo>
                  <a:cubicBezTo>
                    <a:pt x="21215" y="231"/>
                    <a:pt x="18201" y="226"/>
                    <a:pt x="15188" y="223"/>
                  </a:cubicBezTo>
                  <a:cubicBezTo>
                    <a:pt x="15101" y="223"/>
                    <a:pt x="15014" y="223"/>
                    <a:pt x="14927" y="223"/>
                  </a:cubicBezTo>
                  <a:cubicBezTo>
                    <a:pt x="11876" y="223"/>
                    <a:pt x="8820" y="267"/>
                    <a:pt x="5767" y="267"/>
                  </a:cubicBezTo>
                  <a:cubicBezTo>
                    <a:pt x="3901" y="267"/>
                    <a:pt x="2037" y="250"/>
                    <a:pt x="175" y="197"/>
                  </a:cubicBezTo>
                  <a:cubicBezTo>
                    <a:pt x="65" y="195"/>
                    <a:pt x="65" y="29"/>
                    <a:pt x="175" y="24"/>
                  </a:cubicBezTo>
                  <a:cubicBezTo>
                    <a:pt x="263" y="22"/>
                    <a:pt x="348" y="22"/>
                    <a:pt x="437" y="20"/>
                  </a:cubicBezTo>
                  <a:cubicBezTo>
                    <a:pt x="392" y="7"/>
                    <a:pt x="347"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6" name="Google Shape;3726;p102">
            <a:hlinkClick action="ppaction://hlinksldjump" r:id="rId3"/>
          </p:cNvPr>
          <p:cNvSpPr txBox="1"/>
          <p:nvPr>
            <p:ph idx="4294967295" type="title"/>
          </p:nvPr>
        </p:nvSpPr>
        <p:spPr>
          <a:xfrm>
            <a:off x="704200"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Mammals</a:t>
            </a:r>
            <a:endParaRPr sz="1800"/>
          </a:p>
        </p:txBody>
      </p:sp>
      <p:sp>
        <p:nvSpPr>
          <p:cNvPr id="3727" name="Google Shape;3727;p102">
            <a:hlinkClick action="ppaction://hlinksldjump" r:id="rId4"/>
          </p:cNvPr>
          <p:cNvSpPr txBox="1"/>
          <p:nvPr>
            <p:ph idx="4294967295" type="title"/>
          </p:nvPr>
        </p:nvSpPr>
        <p:spPr>
          <a:xfrm>
            <a:off x="3323851"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Birds</a:t>
            </a:r>
            <a:endParaRPr sz="1800"/>
          </a:p>
        </p:txBody>
      </p:sp>
      <p:sp>
        <p:nvSpPr>
          <p:cNvPr id="3728" name="Google Shape;3728;p102">
            <a:hlinkClick action="ppaction://hlinksldjump" r:id="rId5"/>
          </p:cNvPr>
          <p:cNvSpPr txBox="1"/>
          <p:nvPr>
            <p:ph idx="4294967295" type="title"/>
          </p:nvPr>
        </p:nvSpPr>
        <p:spPr>
          <a:xfrm>
            <a:off x="5943502"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Reptiles</a:t>
            </a:r>
            <a:endParaRPr sz="1800"/>
          </a:p>
        </p:txBody>
      </p:sp>
      <p:grpSp>
        <p:nvGrpSpPr>
          <p:cNvPr id="3729" name="Google Shape;3729;p102"/>
          <p:cNvGrpSpPr/>
          <p:nvPr/>
        </p:nvGrpSpPr>
        <p:grpSpPr>
          <a:xfrm>
            <a:off x="713184" y="4691184"/>
            <a:ext cx="7726459" cy="369843"/>
            <a:chOff x="713184" y="4691184"/>
            <a:chExt cx="7726459" cy="369843"/>
          </a:xfrm>
        </p:grpSpPr>
        <p:sp>
          <p:nvSpPr>
            <p:cNvPr id="3730" name="Google Shape;3730;p102"/>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731" name="Google Shape;3731;p102"/>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02"/>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02">
              <a:hlinkClick action="ppaction://hlinksldjump" r:id="rId6"/>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7" name="Shape 3737"/>
        <p:cNvGrpSpPr/>
        <p:nvPr/>
      </p:nvGrpSpPr>
      <p:grpSpPr>
        <a:xfrm>
          <a:off x="0" y="0"/>
          <a:ext cx="0" cy="0"/>
          <a:chOff x="0" y="0"/>
          <a:chExt cx="0" cy="0"/>
        </a:xfrm>
      </p:grpSpPr>
      <p:grpSp>
        <p:nvGrpSpPr>
          <p:cNvPr id="3738" name="Google Shape;3738;p103"/>
          <p:cNvGrpSpPr/>
          <p:nvPr/>
        </p:nvGrpSpPr>
        <p:grpSpPr>
          <a:xfrm>
            <a:off x="2857286" y="732167"/>
            <a:ext cx="3429984" cy="606063"/>
            <a:chOff x="5316325" y="1612757"/>
            <a:chExt cx="1404350" cy="302125"/>
          </a:xfrm>
        </p:grpSpPr>
        <p:sp>
          <p:nvSpPr>
            <p:cNvPr id="3739" name="Google Shape;3739;p103"/>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03"/>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03"/>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03"/>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03"/>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03"/>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03"/>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03"/>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03"/>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03"/>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03"/>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0" name="Google Shape;3750;p103"/>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2</a:t>
            </a:r>
            <a:endParaRPr/>
          </a:p>
        </p:txBody>
      </p:sp>
      <p:grpSp>
        <p:nvGrpSpPr>
          <p:cNvPr id="3751" name="Google Shape;3751;p103"/>
          <p:cNvGrpSpPr/>
          <p:nvPr/>
        </p:nvGrpSpPr>
        <p:grpSpPr>
          <a:xfrm>
            <a:off x="2677990" y="1878375"/>
            <a:ext cx="3788019" cy="1830661"/>
            <a:chOff x="2646769" y="3458220"/>
            <a:chExt cx="1419425" cy="685975"/>
          </a:xfrm>
        </p:grpSpPr>
        <p:sp>
          <p:nvSpPr>
            <p:cNvPr id="3752" name="Google Shape;3752;p103"/>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03"/>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4" name="Google Shape;3754;p103">
            <a:hlinkClick action="ppaction://hlinksldjump" r:id="rId3"/>
          </p:cNvPr>
          <p:cNvSpPr txBox="1"/>
          <p:nvPr/>
        </p:nvSpPr>
        <p:spPr>
          <a:xfrm>
            <a:off x="3037441" y="2449688"/>
            <a:ext cx="3069600" cy="69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dk1"/>
                </a:solidFill>
                <a:latin typeface="Gloria Hallelujah"/>
                <a:ea typeface="Gloria Hallelujah"/>
                <a:cs typeface="Gloria Hallelujah"/>
                <a:sym typeface="Gloria Hallelujah"/>
              </a:rPr>
              <a:t>Try again!</a:t>
            </a:r>
            <a:endParaRPr sz="4100">
              <a:solidFill>
                <a:schemeClr val="dk1"/>
              </a:solidFill>
              <a:latin typeface="Gloria Hallelujah"/>
              <a:ea typeface="Gloria Hallelujah"/>
              <a:cs typeface="Gloria Hallelujah"/>
              <a:sym typeface="Gloria Hallelujah"/>
            </a:endParaRPr>
          </a:p>
        </p:txBody>
      </p:sp>
      <p:sp>
        <p:nvSpPr>
          <p:cNvPr id="3755" name="Google Shape;3755;p103"/>
          <p:cNvSpPr/>
          <p:nvPr/>
        </p:nvSpPr>
        <p:spPr>
          <a:xfrm>
            <a:off x="967651" y="953490"/>
            <a:ext cx="407899" cy="391804"/>
          </a:xfrm>
          <a:custGeom>
            <a:rect b="b" l="l" r="r" t="t"/>
            <a:pathLst>
              <a:path extrusionOk="0" h="5404" w="5626">
                <a:moveTo>
                  <a:pt x="3698" y="586"/>
                </a:moveTo>
                <a:cubicBezTo>
                  <a:pt x="3711" y="586"/>
                  <a:pt x="3717" y="597"/>
                  <a:pt x="3721" y="617"/>
                </a:cubicBezTo>
                <a:cubicBezTo>
                  <a:pt x="3729" y="667"/>
                  <a:pt x="3726" y="728"/>
                  <a:pt x="3713" y="754"/>
                </a:cubicBezTo>
                <a:cubicBezTo>
                  <a:pt x="3700" y="781"/>
                  <a:pt x="3697" y="876"/>
                  <a:pt x="3705" y="967"/>
                </a:cubicBezTo>
                <a:cubicBezTo>
                  <a:pt x="3712" y="1057"/>
                  <a:pt x="3699" y="1222"/>
                  <a:pt x="3676" y="1333"/>
                </a:cubicBezTo>
                <a:cubicBezTo>
                  <a:pt x="3652" y="1446"/>
                  <a:pt x="3648" y="1585"/>
                  <a:pt x="3666" y="1646"/>
                </a:cubicBezTo>
                <a:cubicBezTo>
                  <a:pt x="3698" y="1750"/>
                  <a:pt x="3712" y="1759"/>
                  <a:pt x="3934" y="1800"/>
                </a:cubicBezTo>
                <a:cubicBezTo>
                  <a:pt x="4064" y="1825"/>
                  <a:pt x="4222" y="1862"/>
                  <a:pt x="4288" y="1885"/>
                </a:cubicBezTo>
                <a:cubicBezTo>
                  <a:pt x="4353" y="1906"/>
                  <a:pt x="4531" y="1942"/>
                  <a:pt x="4681" y="1964"/>
                </a:cubicBezTo>
                <a:cubicBezTo>
                  <a:pt x="5044" y="2015"/>
                  <a:pt x="5154" y="2042"/>
                  <a:pt x="5138" y="2076"/>
                </a:cubicBezTo>
                <a:cubicBezTo>
                  <a:pt x="5130" y="2092"/>
                  <a:pt x="4822" y="2210"/>
                  <a:pt x="4455" y="2339"/>
                </a:cubicBezTo>
                <a:cubicBezTo>
                  <a:pt x="3713" y="2597"/>
                  <a:pt x="3626" y="2673"/>
                  <a:pt x="3848" y="2858"/>
                </a:cubicBezTo>
                <a:cubicBezTo>
                  <a:pt x="3915" y="2913"/>
                  <a:pt x="4153" y="3146"/>
                  <a:pt x="4383" y="3381"/>
                </a:cubicBezTo>
                <a:lnTo>
                  <a:pt x="4796" y="3804"/>
                </a:lnTo>
                <a:lnTo>
                  <a:pt x="4796" y="3804"/>
                </a:lnTo>
                <a:lnTo>
                  <a:pt x="4622" y="3778"/>
                </a:lnTo>
                <a:cubicBezTo>
                  <a:pt x="4526" y="3763"/>
                  <a:pt x="4218" y="3702"/>
                  <a:pt x="3938" y="3641"/>
                </a:cubicBezTo>
                <a:cubicBezTo>
                  <a:pt x="3701" y="3590"/>
                  <a:pt x="3546" y="3566"/>
                  <a:pt x="3459" y="3566"/>
                </a:cubicBezTo>
                <a:cubicBezTo>
                  <a:pt x="3415" y="3566"/>
                  <a:pt x="3388" y="3572"/>
                  <a:pt x="3377" y="3584"/>
                </a:cubicBezTo>
                <a:cubicBezTo>
                  <a:pt x="3349" y="3613"/>
                  <a:pt x="3328" y="3743"/>
                  <a:pt x="3329" y="3872"/>
                </a:cubicBezTo>
                <a:cubicBezTo>
                  <a:pt x="3331" y="4001"/>
                  <a:pt x="3317" y="4217"/>
                  <a:pt x="3298" y="4353"/>
                </a:cubicBezTo>
                <a:cubicBezTo>
                  <a:pt x="3277" y="4490"/>
                  <a:pt x="3269" y="4631"/>
                  <a:pt x="3276" y="4667"/>
                </a:cubicBezTo>
                <a:cubicBezTo>
                  <a:pt x="3284" y="4706"/>
                  <a:pt x="3281" y="4723"/>
                  <a:pt x="3270" y="4723"/>
                </a:cubicBezTo>
                <a:cubicBezTo>
                  <a:pt x="3250" y="4723"/>
                  <a:pt x="3204" y="4661"/>
                  <a:pt x="3165" y="4566"/>
                </a:cubicBezTo>
                <a:cubicBezTo>
                  <a:pt x="3135" y="4493"/>
                  <a:pt x="3048" y="4294"/>
                  <a:pt x="2973" y="4127"/>
                </a:cubicBezTo>
                <a:cubicBezTo>
                  <a:pt x="2898" y="3960"/>
                  <a:pt x="2820" y="3774"/>
                  <a:pt x="2801" y="3719"/>
                </a:cubicBezTo>
                <a:cubicBezTo>
                  <a:pt x="2772" y="3638"/>
                  <a:pt x="2742" y="3617"/>
                  <a:pt x="2648" y="3615"/>
                </a:cubicBezTo>
                <a:cubicBezTo>
                  <a:pt x="2648" y="3615"/>
                  <a:pt x="2647" y="3615"/>
                  <a:pt x="2646" y="3615"/>
                </a:cubicBezTo>
                <a:cubicBezTo>
                  <a:pt x="2535" y="3615"/>
                  <a:pt x="2096" y="3803"/>
                  <a:pt x="1817" y="3972"/>
                </a:cubicBezTo>
                <a:cubicBezTo>
                  <a:pt x="1755" y="4009"/>
                  <a:pt x="1638" y="4070"/>
                  <a:pt x="1560" y="4107"/>
                </a:cubicBezTo>
                <a:lnTo>
                  <a:pt x="1416" y="4172"/>
                </a:lnTo>
                <a:lnTo>
                  <a:pt x="1705" y="3612"/>
                </a:lnTo>
                <a:cubicBezTo>
                  <a:pt x="1925" y="3185"/>
                  <a:pt x="1988" y="3033"/>
                  <a:pt x="1971" y="2966"/>
                </a:cubicBezTo>
                <a:cubicBezTo>
                  <a:pt x="1953" y="2891"/>
                  <a:pt x="1881" y="2849"/>
                  <a:pt x="1491" y="2684"/>
                </a:cubicBezTo>
                <a:cubicBezTo>
                  <a:pt x="1237" y="2577"/>
                  <a:pt x="943" y="2466"/>
                  <a:pt x="831" y="2436"/>
                </a:cubicBezTo>
                <a:cubicBezTo>
                  <a:pt x="718" y="2406"/>
                  <a:pt x="631" y="2376"/>
                  <a:pt x="635" y="2369"/>
                </a:cubicBezTo>
                <a:cubicBezTo>
                  <a:pt x="639" y="2361"/>
                  <a:pt x="744" y="2349"/>
                  <a:pt x="876" y="2342"/>
                </a:cubicBezTo>
                <a:cubicBezTo>
                  <a:pt x="1008" y="2333"/>
                  <a:pt x="1186" y="2313"/>
                  <a:pt x="1280" y="2295"/>
                </a:cubicBezTo>
                <a:cubicBezTo>
                  <a:pt x="1372" y="2277"/>
                  <a:pt x="1611" y="2255"/>
                  <a:pt x="1806" y="2248"/>
                </a:cubicBezTo>
                <a:cubicBezTo>
                  <a:pt x="2215" y="2233"/>
                  <a:pt x="2288" y="2173"/>
                  <a:pt x="2199" y="1924"/>
                </a:cubicBezTo>
                <a:cubicBezTo>
                  <a:pt x="2167" y="1834"/>
                  <a:pt x="2116" y="1642"/>
                  <a:pt x="2084" y="1494"/>
                </a:cubicBezTo>
                <a:cubicBezTo>
                  <a:pt x="2052" y="1346"/>
                  <a:pt x="2007" y="1165"/>
                  <a:pt x="1985" y="1088"/>
                </a:cubicBezTo>
                <a:cubicBezTo>
                  <a:pt x="1951" y="974"/>
                  <a:pt x="1946" y="917"/>
                  <a:pt x="1968" y="917"/>
                </a:cubicBezTo>
                <a:cubicBezTo>
                  <a:pt x="1988" y="917"/>
                  <a:pt x="2031" y="964"/>
                  <a:pt x="2094" y="1058"/>
                </a:cubicBezTo>
                <a:cubicBezTo>
                  <a:pt x="2221" y="1247"/>
                  <a:pt x="2597" y="1547"/>
                  <a:pt x="2720" y="1557"/>
                </a:cubicBezTo>
                <a:cubicBezTo>
                  <a:pt x="2721" y="1557"/>
                  <a:pt x="2723" y="1557"/>
                  <a:pt x="2724" y="1557"/>
                </a:cubicBezTo>
                <a:cubicBezTo>
                  <a:pt x="2762" y="1557"/>
                  <a:pt x="2826" y="1518"/>
                  <a:pt x="2864" y="1471"/>
                </a:cubicBezTo>
                <a:cubicBezTo>
                  <a:pt x="2905" y="1420"/>
                  <a:pt x="3110" y="1188"/>
                  <a:pt x="3321" y="953"/>
                </a:cubicBezTo>
                <a:cubicBezTo>
                  <a:pt x="3565" y="682"/>
                  <a:pt x="3659" y="586"/>
                  <a:pt x="3698" y="586"/>
                </a:cubicBezTo>
                <a:close/>
                <a:moveTo>
                  <a:pt x="3869" y="1"/>
                </a:moveTo>
                <a:cubicBezTo>
                  <a:pt x="3830" y="1"/>
                  <a:pt x="3788" y="13"/>
                  <a:pt x="3744" y="40"/>
                </a:cubicBezTo>
                <a:cubicBezTo>
                  <a:pt x="3685" y="75"/>
                  <a:pt x="3637" y="127"/>
                  <a:pt x="3641" y="153"/>
                </a:cubicBezTo>
                <a:cubicBezTo>
                  <a:pt x="3644" y="180"/>
                  <a:pt x="3525" y="344"/>
                  <a:pt x="3378" y="514"/>
                </a:cubicBezTo>
                <a:cubicBezTo>
                  <a:pt x="3230" y="685"/>
                  <a:pt x="3104" y="839"/>
                  <a:pt x="3100" y="853"/>
                </a:cubicBezTo>
                <a:cubicBezTo>
                  <a:pt x="3096" y="868"/>
                  <a:pt x="3065" y="902"/>
                  <a:pt x="3031" y="931"/>
                </a:cubicBezTo>
                <a:cubicBezTo>
                  <a:pt x="2996" y="961"/>
                  <a:pt x="2912" y="1047"/>
                  <a:pt x="2840" y="1126"/>
                </a:cubicBezTo>
                <a:cubicBezTo>
                  <a:pt x="2768" y="1207"/>
                  <a:pt x="2733" y="1240"/>
                  <a:pt x="2693" y="1240"/>
                </a:cubicBezTo>
                <a:cubicBezTo>
                  <a:pt x="2669" y="1240"/>
                  <a:pt x="2642" y="1227"/>
                  <a:pt x="2604" y="1204"/>
                </a:cubicBezTo>
                <a:cubicBezTo>
                  <a:pt x="2544" y="1168"/>
                  <a:pt x="2420" y="1035"/>
                  <a:pt x="2322" y="906"/>
                </a:cubicBezTo>
                <a:cubicBezTo>
                  <a:pt x="2060" y="557"/>
                  <a:pt x="1779" y="319"/>
                  <a:pt x="1642" y="319"/>
                </a:cubicBezTo>
                <a:cubicBezTo>
                  <a:pt x="1619" y="319"/>
                  <a:pt x="1600" y="325"/>
                  <a:pt x="1586" y="339"/>
                </a:cubicBezTo>
                <a:cubicBezTo>
                  <a:pt x="1520" y="402"/>
                  <a:pt x="1532" y="541"/>
                  <a:pt x="1629" y="834"/>
                </a:cubicBezTo>
                <a:cubicBezTo>
                  <a:pt x="1674" y="969"/>
                  <a:pt x="1734" y="1185"/>
                  <a:pt x="1759" y="1306"/>
                </a:cubicBezTo>
                <a:cubicBezTo>
                  <a:pt x="1786" y="1427"/>
                  <a:pt x="1829" y="1626"/>
                  <a:pt x="1855" y="1749"/>
                </a:cubicBezTo>
                <a:cubicBezTo>
                  <a:pt x="1885" y="1884"/>
                  <a:pt x="1884" y="1965"/>
                  <a:pt x="1854" y="1965"/>
                </a:cubicBezTo>
                <a:cubicBezTo>
                  <a:pt x="1853" y="1965"/>
                  <a:pt x="1853" y="1965"/>
                  <a:pt x="1852" y="1965"/>
                </a:cubicBezTo>
                <a:cubicBezTo>
                  <a:pt x="1845" y="1964"/>
                  <a:pt x="1834" y="1963"/>
                  <a:pt x="1821" y="1963"/>
                </a:cubicBezTo>
                <a:cubicBezTo>
                  <a:pt x="1610" y="1963"/>
                  <a:pt x="681" y="2071"/>
                  <a:pt x="409" y="2129"/>
                </a:cubicBezTo>
                <a:cubicBezTo>
                  <a:pt x="155" y="2183"/>
                  <a:pt x="89" y="2215"/>
                  <a:pt x="44" y="2308"/>
                </a:cubicBezTo>
                <a:cubicBezTo>
                  <a:pt x="1" y="2396"/>
                  <a:pt x="7" y="2435"/>
                  <a:pt x="75" y="2490"/>
                </a:cubicBezTo>
                <a:cubicBezTo>
                  <a:pt x="121" y="2530"/>
                  <a:pt x="217" y="2565"/>
                  <a:pt x="287" y="2570"/>
                </a:cubicBezTo>
                <a:cubicBezTo>
                  <a:pt x="416" y="2579"/>
                  <a:pt x="1360" y="2890"/>
                  <a:pt x="1579" y="2995"/>
                </a:cubicBezTo>
                <a:lnTo>
                  <a:pt x="1696" y="3052"/>
                </a:lnTo>
                <a:lnTo>
                  <a:pt x="1485" y="3490"/>
                </a:lnTo>
                <a:cubicBezTo>
                  <a:pt x="1367" y="3735"/>
                  <a:pt x="1206" y="4008"/>
                  <a:pt x="1123" y="4107"/>
                </a:cubicBezTo>
                <a:cubicBezTo>
                  <a:pt x="885" y="4385"/>
                  <a:pt x="822" y="4640"/>
                  <a:pt x="972" y="4714"/>
                </a:cubicBezTo>
                <a:cubicBezTo>
                  <a:pt x="975" y="4716"/>
                  <a:pt x="980" y="4717"/>
                  <a:pt x="986" y="4717"/>
                </a:cubicBezTo>
                <a:cubicBezTo>
                  <a:pt x="1068" y="4717"/>
                  <a:pt x="1360" y="4544"/>
                  <a:pt x="1397" y="4468"/>
                </a:cubicBezTo>
                <a:cubicBezTo>
                  <a:pt x="1410" y="4441"/>
                  <a:pt x="1432" y="4423"/>
                  <a:pt x="1451" y="4423"/>
                </a:cubicBezTo>
                <a:cubicBezTo>
                  <a:pt x="1455" y="4423"/>
                  <a:pt x="1459" y="4424"/>
                  <a:pt x="1462" y="4426"/>
                </a:cubicBezTo>
                <a:cubicBezTo>
                  <a:pt x="1463" y="4427"/>
                  <a:pt x="1465" y="4427"/>
                  <a:pt x="1467" y="4427"/>
                </a:cubicBezTo>
                <a:cubicBezTo>
                  <a:pt x="1527" y="4427"/>
                  <a:pt x="1979" y="4209"/>
                  <a:pt x="2391" y="3981"/>
                </a:cubicBezTo>
                <a:cubicBezTo>
                  <a:pt x="2465" y="3939"/>
                  <a:pt x="2520" y="3918"/>
                  <a:pt x="2561" y="3918"/>
                </a:cubicBezTo>
                <a:cubicBezTo>
                  <a:pt x="2615" y="3918"/>
                  <a:pt x="2645" y="3955"/>
                  <a:pt x="2663" y="4030"/>
                </a:cubicBezTo>
                <a:cubicBezTo>
                  <a:pt x="2694" y="4155"/>
                  <a:pt x="3130" y="5150"/>
                  <a:pt x="3213" y="5289"/>
                </a:cubicBezTo>
                <a:cubicBezTo>
                  <a:pt x="3268" y="5378"/>
                  <a:pt x="3303" y="5404"/>
                  <a:pt x="3377" y="5404"/>
                </a:cubicBezTo>
                <a:cubicBezTo>
                  <a:pt x="3380" y="5404"/>
                  <a:pt x="3383" y="5404"/>
                  <a:pt x="3386" y="5404"/>
                </a:cubicBezTo>
                <a:cubicBezTo>
                  <a:pt x="3516" y="5400"/>
                  <a:pt x="3542" y="5334"/>
                  <a:pt x="3535" y="5030"/>
                </a:cubicBezTo>
                <a:cubicBezTo>
                  <a:pt x="3532" y="4891"/>
                  <a:pt x="3545" y="4601"/>
                  <a:pt x="3565" y="4387"/>
                </a:cubicBezTo>
                <a:cubicBezTo>
                  <a:pt x="3584" y="4173"/>
                  <a:pt x="3600" y="3963"/>
                  <a:pt x="3602" y="3922"/>
                </a:cubicBezTo>
                <a:cubicBezTo>
                  <a:pt x="3603" y="3891"/>
                  <a:pt x="3622" y="3875"/>
                  <a:pt x="3684" y="3875"/>
                </a:cubicBezTo>
                <a:cubicBezTo>
                  <a:pt x="3747" y="3875"/>
                  <a:pt x="3856" y="3891"/>
                  <a:pt x="4036" y="3925"/>
                </a:cubicBezTo>
                <a:cubicBezTo>
                  <a:pt x="4274" y="3970"/>
                  <a:pt x="4599" y="4039"/>
                  <a:pt x="4763" y="4082"/>
                </a:cubicBezTo>
                <a:cubicBezTo>
                  <a:pt x="4875" y="4110"/>
                  <a:pt x="4970" y="4124"/>
                  <a:pt x="5047" y="4124"/>
                </a:cubicBezTo>
                <a:cubicBezTo>
                  <a:pt x="5321" y="4124"/>
                  <a:pt x="5367" y="3957"/>
                  <a:pt x="5100" y="3716"/>
                </a:cubicBezTo>
                <a:cubicBezTo>
                  <a:pt x="4789" y="3434"/>
                  <a:pt x="4192" y="2794"/>
                  <a:pt x="4213" y="2766"/>
                </a:cubicBezTo>
                <a:cubicBezTo>
                  <a:pt x="4225" y="2751"/>
                  <a:pt x="4541" y="2621"/>
                  <a:pt x="4915" y="2476"/>
                </a:cubicBezTo>
                <a:cubicBezTo>
                  <a:pt x="5288" y="2333"/>
                  <a:pt x="5604" y="2197"/>
                  <a:pt x="5616" y="2174"/>
                </a:cubicBezTo>
                <a:cubicBezTo>
                  <a:pt x="5625" y="2152"/>
                  <a:pt x="5619" y="2090"/>
                  <a:pt x="5602" y="2041"/>
                </a:cubicBezTo>
                <a:cubicBezTo>
                  <a:pt x="5560" y="1924"/>
                  <a:pt x="5215" y="1793"/>
                  <a:pt x="4700" y="1698"/>
                </a:cubicBezTo>
                <a:cubicBezTo>
                  <a:pt x="4491" y="1658"/>
                  <a:pt x="4235" y="1606"/>
                  <a:pt x="4123" y="1579"/>
                </a:cubicBezTo>
                <a:lnTo>
                  <a:pt x="3923" y="1530"/>
                </a:lnTo>
                <a:lnTo>
                  <a:pt x="3951" y="1250"/>
                </a:lnTo>
                <a:cubicBezTo>
                  <a:pt x="3966" y="1097"/>
                  <a:pt x="3980" y="862"/>
                  <a:pt x="3980" y="735"/>
                </a:cubicBezTo>
                <a:cubicBezTo>
                  <a:pt x="3981" y="607"/>
                  <a:pt x="3992" y="497"/>
                  <a:pt x="4004" y="493"/>
                </a:cubicBezTo>
                <a:cubicBezTo>
                  <a:pt x="4039" y="480"/>
                  <a:pt x="4050" y="143"/>
                  <a:pt x="4017" y="89"/>
                </a:cubicBezTo>
                <a:cubicBezTo>
                  <a:pt x="3981" y="31"/>
                  <a:pt x="3929" y="1"/>
                  <a:pt x="38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6" name="Google Shape;3756;p103"/>
          <p:cNvGrpSpPr/>
          <p:nvPr/>
        </p:nvGrpSpPr>
        <p:grpSpPr>
          <a:xfrm rot="1548699">
            <a:off x="7442336" y="3401131"/>
            <a:ext cx="343599" cy="801147"/>
            <a:chOff x="2281125" y="2925999"/>
            <a:chExt cx="175390" cy="408965"/>
          </a:xfrm>
        </p:grpSpPr>
        <p:sp>
          <p:nvSpPr>
            <p:cNvPr id="3757" name="Google Shape;3757;p103"/>
            <p:cNvSpPr/>
            <p:nvPr/>
          </p:nvSpPr>
          <p:spPr>
            <a:xfrm>
              <a:off x="2281125" y="2925999"/>
              <a:ext cx="175390" cy="408965"/>
            </a:xfrm>
            <a:custGeom>
              <a:rect b="b" l="l" r="r" t="t"/>
              <a:pathLst>
                <a:path extrusionOk="0" h="22014" w="9441">
                  <a:moveTo>
                    <a:pt x="468" y="548"/>
                  </a:moveTo>
                  <a:lnTo>
                    <a:pt x="468" y="548"/>
                  </a:lnTo>
                  <a:cubicBezTo>
                    <a:pt x="1980" y="637"/>
                    <a:pt x="3507" y="652"/>
                    <a:pt x="5039" y="652"/>
                  </a:cubicBezTo>
                  <a:cubicBezTo>
                    <a:pt x="5805" y="652"/>
                    <a:pt x="6572" y="648"/>
                    <a:pt x="7339" y="648"/>
                  </a:cubicBezTo>
                  <a:cubicBezTo>
                    <a:pt x="6005" y="3417"/>
                    <a:pt x="4671" y="6185"/>
                    <a:pt x="3370" y="8987"/>
                  </a:cubicBezTo>
                  <a:cubicBezTo>
                    <a:pt x="3237" y="9187"/>
                    <a:pt x="3370" y="9421"/>
                    <a:pt x="3637" y="9454"/>
                  </a:cubicBezTo>
                  <a:cubicBezTo>
                    <a:pt x="4793" y="9478"/>
                    <a:pt x="5965" y="9501"/>
                    <a:pt x="7142" y="9501"/>
                  </a:cubicBezTo>
                  <a:cubicBezTo>
                    <a:pt x="7630" y="9501"/>
                    <a:pt x="8119" y="9497"/>
                    <a:pt x="8607" y="9488"/>
                  </a:cubicBezTo>
                  <a:lnTo>
                    <a:pt x="8607" y="9488"/>
                  </a:lnTo>
                  <a:lnTo>
                    <a:pt x="3770" y="20329"/>
                  </a:lnTo>
                  <a:cubicBezTo>
                    <a:pt x="4070" y="17560"/>
                    <a:pt x="4137" y="14758"/>
                    <a:pt x="4070" y="11989"/>
                  </a:cubicBezTo>
                  <a:cubicBezTo>
                    <a:pt x="4070" y="11823"/>
                    <a:pt x="3937" y="11689"/>
                    <a:pt x="3737" y="11689"/>
                  </a:cubicBezTo>
                  <a:lnTo>
                    <a:pt x="768" y="11622"/>
                  </a:lnTo>
                  <a:cubicBezTo>
                    <a:pt x="801" y="7920"/>
                    <a:pt x="801" y="4217"/>
                    <a:pt x="468" y="548"/>
                  </a:cubicBezTo>
                  <a:close/>
                  <a:moveTo>
                    <a:pt x="4549" y="1"/>
                  </a:moveTo>
                  <a:cubicBezTo>
                    <a:pt x="3177" y="1"/>
                    <a:pt x="1806" y="22"/>
                    <a:pt x="435" y="114"/>
                  </a:cubicBezTo>
                  <a:cubicBezTo>
                    <a:pt x="368" y="114"/>
                    <a:pt x="334" y="148"/>
                    <a:pt x="301" y="181"/>
                  </a:cubicBezTo>
                  <a:cubicBezTo>
                    <a:pt x="279" y="175"/>
                    <a:pt x="256" y="173"/>
                    <a:pt x="233" y="173"/>
                  </a:cubicBezTo>
                  <a:cubicBezTo>
                    <a:pt x="117" y="173"/>
                    <a:pt x="1" y="242"/>
                    <a:pt x="1" y="381"/>
                  </a:cubicBezTo>
                  <a:cubicBezTo>
                    <a:pt x="34" y="4217"/>
                    <a:pt x="201" y="8087"/>
                    <a:pt x="134" y="11923"/>
                  </a:cubicBezTo>
                  <a:cubicBezTo>
                    <a:pt x="134" y="12089"/>
                    <a:pt x="268" y="12223"/>
                    <a:pt x="435" y="12223"/>
                  </a:cubicBezTo>
                  <a:cubicBezTo>
                    <a:pt x="1435" y="12256"/>
                    <a:pt x="2436" y="12256"/>
                    <a:pt x="3437" y="12290"/>
                  </a:cubicBezTo>
                  <a:cubicBezTo>
                    <a:pt x="3537" y="15459"/>
                    <a:pt x="3337" y="18561"/>
                    <a:pt x="3003" y="21696"/>
                  </a:cubicBezTo>
                  <a:cubicBezTo>
                    <a:pt x="2975" y="21889"/>
                    <a:pt x="3153" y="22014"/>
                    <a:pt x="3309" y="22014"/>
                  </a:cubicBezTo>
                  <a:cubicBezTo>
                    <a:pt x="3342" y="22014"/>
                    <a:pt x="3374" y="22008"/>
                    <a:pt x="3403" y="21997"/>
                  </a:cubicBezTo>
                  <a:cubicBezTo>
                    <a:pt x="3433" y="22004"/>
                    <a:pt x="3465" y="22008"/>
                    <a:pt x="3497" y="22008"/>
                  </a:cubicBezTo>
                  <a:cubicBezTo>
                    <a:pt x="3607" y="22008"/>
                    <a:pt x="3719" y="21959"/>
                    <a:pt x="3770" y="21830"/>
                  </a:cubicBezTo>
                  <a:cubicBezTo>
                    <a:pt x="5638" y="17660"/>
                    <a:pt x="7506" y="13490"/>
                    <a:pt x="9341" y="9321"/>
                  </a:cubicBezTo>
                  <a:cubicBezTo>
                    <a:pt x="9441" y="9121"/>
                    <a:pt x="9341" y="8854"/>
                    <a:pt x="9074" y="8854"/>
                  </a:cubicBezTo>
                  <a:cubicBezTo>
                    <a:pt x="8397" y="8868"/>
                    <a:pt x="7714" y="8876"/>
                    <a:pt x="7028" y="8876"/>
                  </a:cubicBezTo>
                  <a:cubicBezTo>
                    <a:pt x="6058" y="8876"/>
                    <a:pt x="5081" y="8860"/>
                    <a:pt x="4104" y="8820"/>
                  </a:cubicBezTo>
                  <a:lnTo>
                    <a:pt x="8107" y="481"/>
                  </a:lnTo>
                  <a:cubicBezTo>
                    <a:pt x="8207" y="281"/>
                    <a:pt x="8073" y="14"/>
                    <a:pt x="7840" y="14"/>
                  </a:cubicBezTo>
                  <a:cubicBezTo>
                    <a:pt x="6743" y="14"/>
                    <a:pt x="5646"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03"/>
            <p:cNvSpPr/>
            <p:nvPr/>
          </p:nvSpPr>
          <p:spPr>
            <a:xfrm>
              <a:off x="2289801" y="2936161"/>
              <a:ext cx="151239" cy="367500"/>
            </a:xfrm>
            <a:custGeom>
              <a:rect b="b" l="l" r="r" t="t"/>
              <a:pathLst>
                <a:path extrusionOk="0" h="19782" w="8141">
                  <a:moveTo>
                    <a:pt x="1" y="1"/>
                  </a:moveTo>
                  <a:lnTo>
                    <a:pt x="1" y="1"/>
                  </a:lnTo>
                  <a:cubicBezTo>
                    <a:pt x="334" y="3670"/>
                    <a:pt x="334" y="7373"/>
                    <a:pt x="301" y="11075"/>
                  </a:cubicBezTo>
                  <a:lnTo>
                    <a:pt x="3270" y="11142"/>
                  </a:lnTo>
                  <a:cubicBezTo>
                    <a:pt x="3437" y="11142"/>
                    <a:pt x="3570" y="11276"/>
                    <a:pt x="3603" y="11442"/>
                  </a:cubicBezTo>
                  <a:cubicBezTo>
                    <a:pt x="3670" y="14211"/>
                    <a:pt x="3603" y="17013"/>
                    <a:pt x="3303" y="19782"/>
                  </a:cubicBezTo>
                  <a:lnTo>
                    <a:pt x="8140" y="8941"/>
                  </a:lnTo>
                  <a:lnTo>
                    <a:pt x="8140" y="8941"/>
                  </a:lnTo>
                  <a:cubicBezTo>
                    <a:pt x="7652" y="8950"/>
                    <a:pt x="7163" y="8954"/>
                    <a:pt x="6674" y="8954"/>
                  </a:cubicBezTo>
                  <a:cubicBezTo>
                    <a:pt x="5495" y="8954"/>
                    <a:pt x="4316" y="8931"/>
                    <a:pt x="3136" y="8907"/>
                  </a:cubicBezTo>
                  <a:cubicBezTo>
                    <a:pt x="2903" y="8874"/>
                    <a:pt x="2770" y="8640"/>
                    <a:pt x="2870" y="8440"/>
                  </a:cubicBezTo>
                  <a:cubicBezTo>
                    <a:pt x="4204" y="5638"/>
                    <a:pt x="5538" y="2870"/>
                    <a:pt x="6872" y="101"/>
                  </a:cubicBezTo>
                  <a:cubicBezTo>
                    <a:pt x="6105" y="101"/>
                    <a:pt x="5338" y="105"/>
                    <a:pt x="4572" y="105"/>
                  </a:cubicBezTo>
                  <a:cubicBezTo>
                    <a:pt x="3040" y="105"/>
                    <a:pt x="1513" y="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103"/>
          <p:cNvGrpSpPr/>
          <p:nvPr/>
        </p:nvGrpSpPr>
        <p:grpSpPr>
          <a:xfrm>
            <a:off x="713184" y="4691184"/>
            <a:ext cx="7726459" cy="369843"/>
            <a:chOff x="713184" y="4691184"/>
            <a:chExt cx="7726459" cy="369843"/>
          </a:xfrm>
        </p:grpSpPr>
        <p:sp>
          <p:nvSpPr>
            <p:cNvPr id="3760" name="Google Shape;3760;p103"/>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761" name="Google Shape;3761;p103"/>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03"/>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03">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7" name="Shape 3767"/>
        <p:cNvGrpSpPr/>
        <p:nvPr/>
      </p:nvGrpSpPr>
      <p:grpSpPr>
        <a:xfrm>
          <a:off x="0" y="0"/>
          <a:ext cx="0" cy="0"/>
          <a:chOff x="0" y="0"/>
          <a:chExt cx="0" cy="0"/>
        </a:xfrm>
      </p:grpSpPr>
      <p:grpSp>
        <p:nvGrpSpPr>
          <p:cNvPr id="3768" name="Google Shape;3768;p104"/>
          <p:cNvGrpSpPr/>
          <p:nvPr/>
        </p:nvGrpSpPr>
        <p:grpSpPr>
          <a:xfrm>
            <a:off x="2857286" y="732167"/>
            <a:ext cx="3429984" cy="606063"/>
            <a:chOff x="5316325" y="1612757"/>
            <a:chExt cx="1404350" cy="302125"/>
          </a:xfrm>
        </p:grpSpPr>
        <p:sp>
          <p:nvSpPr>
            <p:cNvPr id="3769" name="Google Shape;3769;p104"/>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04"/>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04"/>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04"/>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04"/>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04"/>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04"/>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04"/>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04"/>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04"/>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04"/>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104"/>
          <p:cNvGrpSpPr/>
          <p:nvPr/>
        </p:nvGrpSpPr>
        <p:grpSpPr>
          <a:xfrm>
            <a:off x="948449" y="1954177"/>
            <a:ext cx="3248969" cy="1235146"/>
            <a:chOff x="6939375" y="228732"/>
            <a:chExt cx="917425" cy="1122350"/>
          </a:xfrm>
        </p:grpSpPr>
        <p:sp>
          <p:nvSpPr>
            <p:cNvPr id="3781" name="Google Shape;3781;p104"/>
            <p:cNvSpPr/>
            <p:nvPr/>
          </p:nvSpPr>
          <p:spPr>
            <a:xfrm>
              <a:off x="6939375" y="228732"/>
              <a:ext cx="917425" cy="1092925"/>
            </a:xfrm>
            <a:custGeom>
              <a:rect b="b" l="l" r="r" t="t"/>
              <a:pathLst>
                <a:path extrusionOk="0" h="43717" w="36697">
                  <a:moveTo>
                    <a:pt x="13408" y="1"/>
                  </a:moveTo>
                  <a:cubicBezTo>
                    <a:pt x="9075" y="1"/>
                    <a:pt x="4745" y="72"/>
                    <a:pt x="426" y="271"/>
                  </a:cubicBezTo>
                  <a:cubicBezTo>
                    <a:pt x="312" y="279"/>
                    <a:pt x="259" y="370"/>
                    <a:pt x="269" y="458"/>
                  </a:cubicBezTo>
                  <a:cubicBezTo>
                    <a:pt x="193" y="482"/>
                    <a:pt x="132" y="544"/>
                    <a:pt x="132" y="648"/>
                  </a:cubicBezTo>
                  <a:cubicBezTo>
                    <a:pt x="123" y="7817"/>
                    <a:pt x="100" y="14989"/>
                    <a:pt x="116" y="22160"/>
                  </a:cubicBezTo>
                  <a:cubicBezTo>
                    <a:pt x="126" y="25668"/>
                    <a:pt x="112" y="29177"/>
                    <a:pt x="110" y="32686"/>
                  </a:cubicBezTo>
                  <a:cubicBezTo>
                    <a:pt x="110" y="36288"/>
                    <a:pt x="1" y="39921"/>
                    <a:pt x="187" y="43515"/>
                  </a:cubicBezTo>
                  <a:lnTo>
                    <a:pt x="378" y="43506"/>
                  </a:lnTo>
                  <a:cubicBezTo>
                    <a:pt x="567" y="39990"/>
                    <a:pt x="474" y="36436"/>
                    <a:pt x="483" y="32915"/>
                  </a:cubicBezTo>
                  <a:cubicBezTo>
                    <a:pt x="493" y="29330"/>
                    <a:pt x="488" y="25743"/>
                    <a:pt x="507" y="22160"/>
                  </a:cubicBezTo>
                  <a:cubicBezTo>
                    <a:pt x="543" y="14989"/>
                    <a:pt x="541" y="7817"/>
                    <a:pt x="551" y="648"/>
                  </a:cubicBezTo>
                  <a:cubicBezTo>
                    <a:pt x="551" y="632"/>
                    <a:pt x="545" y="620"/>
                    <a:pt x="543" y="604"/>
                  </a:cubicBezTo>
                  <a:lnTo>
                    <a:pt x="543" y="604"/>
                  </a:lnTo>
                  <a:cubicBezTo>
                    <a:pt x="982" y="613"/>
                    <a:pt x="1421" y="615"/>
                    <a:pt x="1859" y="620"/>
                  </a:cubicBezTo>
                  <a:cubicBezTo>
                    <a:pt x="1825" y="974"/>
                    <a:pt x="1786" y="1364"/>
                    <a:pt x="1875" y="1682"/>
                  </a:cubicBezTo>
                  <a:cubicBezTo>
                    <a:pt x="1889" y="1732"/>
                    <a:pt x="1934" y="1758"/>
                    <a:pt x="1978" y="1758"/>
                  </a:cubicBezTo>
                  <a:cubicBezTo>
                    <a:pt x="2022" y="1758"/>
                    <a:pt x="2066" y="1733"/>
                    <a:pt x="2079" y="1682"/>
                  </a:cubicBezTo>
                  <a:cubicBezTo>
                    <a:pt x="2167" y="1364"/>
                    <a:pt x="2130" y="976"/>
                    <a:pt x="2095" y="623"/>
                  </a:cubicBezTo>
                  <a:lnTo>
                    <a:pt x="2095" y="623"/>
                  </a:lnTo>
                  <a:cubicBezTo>
                    <a:pt x="3069" y="633"/>
                    <a:pt x="4042" y="637"/>
                    <a:pt x="5016" y="637"/>
                  </a:cubicBezTo>
                  <a:cubicBezTo>
                    <a:pt x="9239" y="637"/>
                    <a:pt x="13466" y="560"/>
                    <a:pt x="17687" y="560"/>
                  </a:cubicBezTo>
                  <a:cubicBezTo>
                    <a:pt x="17885" y="560"/>
                    <a:pt x="18083" y="560"/>
                    <a:pt x="18281" y="561"/>
                  </a:cubicBezTo>
                  <a:cubicBezTo>
                    <a:pt x="24157" y="569"/>
                    <a:pt x="30042" y="569"/>
                    <a:pt x="35916" y="685"/>
                  </a:cubicBezTo>
                  <a:cubicBezTo>
                    <a:pt x="36096" y="7863"/>
                    <a:pt x="36221" y="15047"/>
                    <a:pt x="36149" y="22228"/>
                  </a:cubicBezTo>
                  <a:cubicBezTo>
                    <a:pt x="36115" y="25763"/>
                    <a:pt x="36113" y="29298"/>
                    <a:pt x="36103" y="32835"/>
                  </a:cubicBezTo>
                  <a:cubicBezTo>
                    <a:pt x="36091" y="36436"/>
                    <a:pt x="35865" y="40121"/>
                    <a:pt x="36145" y="43716"/>
                  </a:cubicBezTo>
                  <a:lnTo>
                    <a:pt x="36405" y="43698"/>
                  </a:lnTo>
                  <a:cubicBezTo>
                    <a:pt x="36696" y="40187"/>
                    <a:pt x="36501" y="36586"/>
                    <a:pt x="36511" y="33065"/>
                  </a:cubicBezTo>
                  <a:cubicBezTo>
                    <a:pt x="36523" y="29452"/>
                    <a:pt x="36553" y="25838"/>
                    <a:pt x="36533" y="22228"/>
                  </a:cubicBezTo>
                  <a:cubicBezTo>
                    <a:pt x="36491" y="15033"/>
                    <a:pt x="36674" y="7841"/>
                    <a:pt x="36412" y="647"/>
                  </a:cubicBezTo>
                  <a:cubicBezTo>
                    <a:pt x="36408" y="541"/>
                    <a:pt x="36348" y="474"/>
                    <a:pt x="36274" y="438"/>
                  </a:cubicBezTo>
                  <a:cubicBezTo>
                    <a:pt x="36248" y="392"/>
                    <a:pt x="36205" y="354"/>
                    <a:pt x="36135" y="354"/>
                  </a:cubicBezTo>
                  <a:cubicBezTo>
                    <a:pt x="28576" y="219"/>
                    <a:pt x="20988" y="1"/>
                    <a:pt x="13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04"/>
            <p:cNvSpPr/>
            <p:nvPr/>
          </p:nvSpPr>
          <p:spPr>
            <a:xfrm>
              <a:off x="7392275" y="1128432"/>
              <a:ext cx="460375" cy="222650"/>
            </a:xfrm>
            <a:custGeom>
              <a:rect b="b" l="l" r="r" t="t"/>
              <a:pathLst>
                <a:path extrusionOk="0" h="8906" w="18415">
                  <a:moveTo>
                    <a:pt x="132" y="0"/>
                  </a:moveTo>
                  <a:lnTo>
                    <a:pt x="0" y="261"/>
                  </a:lnTo>
                  <a:cubicBezTo>
                    <a:pt x="1277" y="931"/>
                    <a:pt x="2642" y="1479"/>
                    <a:pt x="3931" y="2141"/>
                  </a:cubicBezTo>
                  <a:cubicBezTo>
                    <a:pt x="5472" y="2933"/>
                    <a:pt x="7022" y="3714"/>
                    <a:pt x="8573" y="4485"/>
                  </a:cubicBezTo>
                  <a:cubicBezTo>
                    <a:pt x="11615" y="5992"/>
                    <a:pt x="14669" y="7470"/>
                    <a:pt x="17754" y="8883"/>
                  </a:cubicBezTo>
                  <a:cubicBezTo>
                    <a:pt x="17790" y="8899"/>
                    <a:pt x="17824" y="8906"/>
                    <a:pt x="17857" y="8906"/>
                  </a:cubicBezTo>
                  <a:cubicBezTo>
                    <a:pt x="17959" y="8906"/>
                    <a:pt x="18044" y="8837"/>
                    <a:pt x="18084" y="8752"/>
                  </a:cubicBezTo>
                  <a:cubicBezTo>
                    <a:pt x="18096" y="8755"/>
                    <a:pt x="18108" y="8756"/>
                    <a:pt x="18120" y="8756"/>
                  </a:cubicBezTo>
                  <a:cubicBezTo>
                    <a:pt x="18160" y="8756"/>
                    <a:pt x="18200" y="8736"/>
                    <a:pt x="18225" y="8680"/>
                  </a:cubicBezTo>
                  <a:cubicBezTo>
                    <a:pt x="18297" y="8535"/>
                    <a:pt x="18335" y="8382"/>
                    <a:pt x="18361" y="8221"/>
                  </a:cubicBezTo>
                  <a:cubicBezTo>
                    <a:pt x="18385" y="8064"/>
                    <a:pt x="18414" y="7887"/>
                    <a:pt x="18324" y="7750"/>
                  </a:cubicBezTo>
                  <a:cubicBezTo>
                    <a:pt x="18313" y="7734"/>
                    <a:pt x="18301" y="7720"/>
                    <a:pt x="18289" y="7710"/>
                  </a:cubicBezTo>
                  <a:lnTo>
                    <a:pt x="18029" y="7728"/>
                  </a:lnTo>
                  <a:cubicBezTo>
                    <a:pt x="18031" y="7736"/>
                    <a:pt x="18031" y="7742"/>
                    <a:pt x="18031" y="7750"/>
                  </a:cubicBezTo>
                  <a:cubicBezTo>
                    <a:pt x="18021" y="7763"/>
                    <a:pt x="18013" y="7774"/>
                    <a:pt x="18005" y="7791"/>
                  </a:cubicBezTo>
                  <a:cubicBezTo>
                    <a:pt x="17957" y="7909"/>
                    <a:pt x="17994" y="8044"/>
                    <a:pt x="17994" y="8169"/>
                  </a:cubicBezTo>
                  <a:cubicBezTo>
                    <a:pt x="17994" y="8271"/>
                    <a:pt x="17983" y="8370"/>
                    <a:pt x="17969" y="8467"/>
                  </a:cubicBezTo>
                  <a:cubicBezTo>
                    <a:pt x="14771" y="6960"/>
                    <a:pt x="11575" y="5445"/>
                    <a:pt x="8405" y="3879"/>
                  </a:cubicBezTo>
                  <a:cubicBezTo>
                    <a:pt x="6851" y="3113"/>
                    <a:pt x="5299" y="2334"/>
                    <a:pt x="3752" y="1550"/>
                  </a:cubicBezTo>
                  <a:cubicBezTo>
                    <a:pt x="2644" y="986"/>
                    <a:pt x="1402" y="159"/>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04"/>
            <p:cNvSpPr/>
            <p:nvPr/>
          </p:nvSpPr>
          <p:spPr>
            <a:xfrm>
              <a:off x="6948800" y="242732"/>
              <a:ext cx="896100" cy="1097400"/>
            </a:xfrm>
            <a:custGeom>
              <a:rect b="b" l="l" r="r" t="t"/>
              <a:pathLst>
                <a:path extrusionOk="0" h="43896" w="35844">
                  <a:moveTo>
                    <a:pt x="34902" y="134"/>
                  </a:moveTo>
                  <a:cubicBezTo>
                    <a:pt x="34953" y="134"/>
                    <a:pt x="35001" y="167"/>
                    <a:pt x="35001" y="233"/>
                  </a:cubicBezTo>
                  <a:cubicBezTo>
                    <a:pt x="35003" y="529"/>
                    <a:pt x="34915" y="832"/>
                    <a:pt x="34858" y="1120"/>
                  </a:cubicBezTo>
                  <a:cubicBezTo>
                    <a:pt x="34847" y="1179"/>
                    <a:pt x="34806" y="1204"/>
                    <a:pt x="34762" y="1204"/>
                  </a:cubicBezTo>
                  <a:cubicBezTo>
                    <a:pt x="34695" y="1204"/>
                    <a:pt x="34621" y="1147"/>
                    <a:pt x="34633" y="1060"/>
                  </a:cubicBezTo>
                  <a:cubicBezTo>
                    <a:pt x="34680" y="776"/>
                    <a:pt x="34698" y="476"/>
                    <a:pt x="34798" y="206"/>
                  </a:cubicBezTo>
                  <a:cubicBezTo>
                    <a:pt x="34816" y="157"/>
                    <a:pt x="34860" y="134"/>
                    <a:pt x="34902" y="134"/>
                  </a:cubicBezTo>
                  <a:close/>
                  <a:moveTo>
                    <a:pt x="1850" y="2436"/>
                  </a:moveTo>
                  <a:cubicBezTo>
                    <a:pt x="1896" y="2436"/>
                    <a:pt x="1943" y="2474"/>
                    <a:pt x="1928" y="2534"/>
                  </a:cubicBezTo>
                  <a:cubicBezTo>
                    <a:pt x="1810" y="3011"/>
                    <a:pt x="1832" y="3466"/>
                    <a:pt x="1838" y="3951"/>
                  </a:cubicBezTo>
                  <a:cubicBezTo>
                    <a:pt x="1839" y="4005"/>
                    <a:pt x="1796" y="4034"/>
                    <a:pt x="1753" y="4034"/>
                  </a:cubicBezTo>
                  <a:cubicBezTo>
                    <a:pt x="1718" y="4034"/>
                    <a:pt x="1683" y="4015"/>
                    <a:pt x="1671" y="3975"/>
                  </a:cubicBezTo>
                  <a:cubicBezTo>
                    <a:pt x="1538" y="3490"/>
                    <a:pt x="1621" y="2963"/>
                    <a:pt x="1774" y="2492"/>
                  </a:cubicBezTo>
                  <a:cubicBezTo>
                    <a:pt x="1787" y="2453"/>
                    <a:pt x="1818" y="2436"/>
                    <a:pt x="1850" y="2436"/>
                  </a:cubicBezTo>
                  <a:close/>
                  <a:moveTo>
                    <a:pt x="34782" y="2583"/>
                  </a:moveTo>
                  <a:cubicBezTo>
                    <a:pt x="34814" y="2583"/>
                    <a:pt x="34846" y="2601"/>
                    <a:pt x="34860" y="2641"/>
                  </a:cubicBezTo>
                  <a:cubicBezTo>
                    <a:pt x="35107" y="3363"/>
                    <a:pt x="35068" y="4108"/>
                    <a:pt x="34842" y="4830"/>
                  </a:cubicBezTo>
                  <a:cubicBezTo>
                    <a:pt x="34828" y="4874"/>
                    <a:pt x="34793" y="4892"/>
                    <a:pt x="34758" y="4892"/>
                  </a:cubicBezTo>
                  <a:cubicBezTo>
                    <a:pt x="34705" y="4892"/>
                    <a:pt x="34651" y="4849"/>
                    <a:pt x="34671" y="4782"/>
                  </a:cubicBezTo>
                  <a:cubicBezTo>
                    <a:pt x="34865" y="4083"/>
                    <a:pt x="34842" y="3395"/>
                    <a:pt x="34698" y="2685"/>
                  </a:cubicBezTo>
                  <a:cubicBezTo>
                    <a:pt x="34686" y="2622"/>
                    <a:pt x="34734" y="2583"/>
                    <a:pt x="34782" y="2583"/>
                  </a:cubicBezTo>
                  <a:close/>
                  <a:moveTo>
                    <a:pt x="1887" y="6606"/>
                  </a:moveTo>
                  <a:cubicBezTo>
                    <a:pt x="1918" y="6606"/>
                    <a:pt x="1950" y="6627"/>
                    <a:pt x="1951" y="6669"/>
                  </a:cubicBezTo>
                  <a:cubicBezTo>
                    <a:pt x="1958" y="6953"/>
                    <a:pt x="1988" y="7246"/>
                    <a:pt x="1963" y="7528"/>
                  </a:cubicBezTo>
                  <a:cubicBezTo>
                    <a:pt x="1958" y="7576"/>
                    <a:pt x="1922" y="7601"/>
                    <a:pt x="1887" y="7601"/>
                  </a:cubicBezTo>
                  <a:cubicBezTo>
                    <a:pt x="1851" y="7601"/>
                    <a:pt x="1815" y="7576"/>
                    <a:pt x="1810" y="7528"/>
                  </a:cubicBezTo>
                  <a:cubicBezTo>
                    <a:pt x="1785" y="7246"/>
                    <a:pt x="1815" y="6953"/>
                    <a:pt x="1822" y="6669"/>
                  </a:cubicBezTo>
                  <a:cubicBezTo>
                    <a:pt x="1823" y="6627"/>
                    <a:pt x="1855" y="6606"/>
                    <a:pt x="1887" y="6606"/>
                  </a:cubicBezTo>
                  <a:close/>
                  <a:moveTo>
                    <a:pt x="34768" y="6733"/>
                  </a:moveTo>
                  <a:cubicBezTo>
                    <a:pt x="34808" y="6733"/>
                    <a:pt x="34849" y="6760"/>
                    <a:pt x="34851" y="6812"/>
                  </a:cubicBezTo>
                  <a:cubicBezTo>
                    <a:pt x="34879" y="7431"/>
                    <a:pt x="34890" y="8051"/>
                    <a:pt x="34851" y="8671"/>
                  </a:cubicBezTo>
                  <a:cubicBezTo>
                    <a:pt x="34848" y="8724"/>
                    <a:pt x="34808" y="8750"/>
                    <a:pt x="34769" y="8750"/>
                  </a:cubicBezTo>
                  <a:cubicBezTo>
                    <a:pt x="34730" y="8750"/>
                    <a:pt x="34690" y="8724"/>
                    <a:pt x="34687" y="8671"/>
                  </a:cubicBezTo>
                  <a:cubicBezTo>
                    <a:pt x="34645" y="8051"/>
                    <a:pt x="34657" y="7431"/>
                    <a:pt x="34687" y="6812"/>
                  </a:cubicBezTo>
                  <a:cubicBezTo>
                    <a:pt x="34689" y="6759"/>
                    <a:pt x="34729" y="6733"/>
                    <a:pt x="34768" y="6733"/>
                  </a:cubicBezTo>
                  <a:close/>
                  <a:moveTo>
                    <a:pt x="1743" y="9606"/>
                  </a:moveTo>
                  <a:cubicBezTo>
                    <a:pt x="1775" y="9606"/>
                    <a:pt x="1808" y="9629"/>
                    <a:pt x="1810" y="9673"/>
                  </a:cubicBezTo>
                  <a:cubicBezTo>
                    <a:pt x="1831" y="10146"/>
                    <a:pt x="1896" y="10656"/>
                    <a:pt x="1828" y="11125"/>
                  </a:cubicBezTo>
                  <a:cubicBezTo>
                    <a:pt x="1823" y="11167"/>
                    <a:pt x="1783" y="11189"/>
                    <a:pt x="1743" y="11189"/>
                  </a:cubicBezTo>
                  <a:cubicBezTo>
                    <a:pt x="1703" y="11189"/>
                    <a:pt x="1662" y="11167"/>
                    <a:pt x="1655" y="11125"/>
                  </a:cubicBezTo>
                  <a:cubicBezTo>
                    <a:pt x="1589" y="10656"/>
                    <a:pt x="1655" y="10146"/>
                    <a:pt x="1677" y="9673"/>
                  </a:cubicBezTo>
                  <a:cubicBezTo>
                    <a:pt x="1678" y="9629"/>
                    <a:pt x="1710" y="9606"/>
                    <a:pt x="1743" y="9606"/>
                  </a:cubicBezTo>
                  <a:close/>
                  <a:moveTo>
                    <a:pt x="34768" y="10893"/>
                  </a:moveTo>
                  <a:cubicBezTo>
                    <a:pt x="34800" y="10893"/>
                    <a:pt x="34834" y="10915"/>
                    <a:pt x="34837" y="10959"/>
                  </a:cubicBezTo>
                  <a:cubicBezTo>
                    <a:pt x="34885" y="11675"/>
                    <a:pt x="34865" y="12387"/>
                    <a:pt x="34846" y="13103"/>
                  </a:cubicBezTo>
                  <a:cubicBezTo>
                    <a:pt x="34844" y="13153"/>
                    <a:pt x="34806" y="13178"/>
                    <a:pt x="34768" y="13178"/>
                  </a:cubicBezTo>
                  <a:cubicBezTo>
                    <a:pt x="34731" y="13178"/>
                    <a:pt x="34693" y="13153"/>
                    <a:pt x="34692" y="13103"/>
                  </a:cubicBezTo>
                  <a:cubicBezTo>
                    <a:pt x="34673" y="12387"/>
                    <a:pt x="34653" y="11675"/>
                    <a:pt x="34701" y="10959"/>
                  </a:cubicBezTo>
                  <a:cubicBezTo>
                    <a:pt x="34703" y="10915"/>
                    <a:pt x="34735" y="10893"/>
                    <a:pt x="34768" y="10893"/>
                  </a:cubicBezTo>
                  <a:close/>
                  <a:moveTo>
                    <a:pt x="1886" y="13029"/>
                  </a:moveTo>
                  <a:cubicBezTo>
                    <a:pt x="1924" y="13029"/>
                    <a:pt x="1962" y="13053"/>
                    <a:pt x="1963" y="13103"/>
                  </a:cubicBezTo>
                  <a:cubicBezTo>
                    <a:pt x="1977" y="13572"/>
                    <a:pt x="2029" y="14065"/>
                    <a:pt x="1967" y="14533"/>
                  </a:cubicBezTo>
                  <a:cubicBezTo>
                    <a:pt x="1960" y="14585"/>
                    <a:pt x="1924" y="14611"/>
                    <a:pt x="1887" y="14611"/>
                  </a:cubicBezTo>
                  <a:cubicBezTo>
                    <a:pt x="1850" y="14611"/>
                    <a:pt x="1813" y="14585"/>
                    <a:pt x="1806" y="14533"/>
                  </a:cubicBezTo>
                  <a:cubicBezTo>
                    <a:pt x="1743" y="14067"/>
                    <a:pt x="1796" y="13572"/>
                    <a:pt x="1808" y="13103"/>
                  </a:cubicBezTo>
                  <a:cubicBezTo>
                    <a:pt x="1810" y="13053"/>
                    <a:pt x="1849" y="13029"/>
                    <a:pt x="1886" y="13029"/>
                  </a:cubicBezTo>
                  <a:close/>
                  <a:moveTo>
                    <a:pt x="34769" y="15596"/>
                  </a:moveTo>
                  <a:cubicBezTo>
                    <a:pt x="34810" y="15596"/>
                    <a:pt x="34850" y="15623"/>
                    <a:pt x="34851" y="15676"/>
                  </a:cubicBezTo>
                  <a:cubicBezTo>
                    <a:pt x="34877" y="16345"/>
                    <a:pt x="34874" y="17010"/>
                    <a:pt x="34856" y="17678"/>
                  </a:cubicBezTo>
                  <a:cubicBezTo>
                    <a:pt x="34853" y="17734"/>
                    <a:pt x="34811" y="17762"/>
                    <a:pt x="34769" y="17762"/>
                  </a:cubicBezTo>
                  <a:cubicBezTo>
                    <a:pt x="34726" y="17762"/>
                    <a:pt x="34684" y="17733"/>
                    <a:pt x="34682" y="17678"/>
                  </a:cubicBezTo>
                  <a:cubicBezTo>
                    <a:pt x="34661" y="17010"/>
                    <a:pt x="34659" y="16345"/>
                    <a:pt x="34685" y="15676"/>
                  </a:cubicBezTo>
                  <a:cubicBezTo>
                    <a:pt x="34687" y="15623"/>
                    <a:pt x="34728" y="15596"/>
                    <a:pt x="34769" y="15596"/>
                  </a:cubicBezTo>
                  <a:close/>
                  <a:moveTo>
                    <a:pt x="1620" y="16466"/>
                  </a:moveTo>
                  <a:cubicBezTo>
                    <a:pt x="1646" y="16466"/>
                    <a:pt x="1671" y="16480"/>
                    <a:pt x="1681" y="16512"/>
                  </a:cubicBezTo>
                  <a:cubicBezTo>
                    <a:pt x="1838" y="17043"/>
                    <a:pt x="1991" y="17731"/>
                    <a:pt x="1826" y="18274"/>
                  </a:cubicBezTo>
                  <a:cubicBezTo>
                    <a:pt x="1812" y="18321"/>
                    <a:pt x="1774" y="18343"/>
                    <a:pt x="1736" y="18343"/>
                  </a:cubicBezTo>
                  <a:cubicBezTo>
                    <a:pt x="1688" y="18343"/>
                    <a:pt x="1639" y="18309"/>
                    <a:pt x="1635" y="18248"/>
                  </a:cubicBezTo>
                  <a:cubicBezTo>
                    <a:pt x="1619" y="17982"/>
                    <a:pt x="1669" y="17715"/>
                    <a:pt x="1663" y="17445"/>
                  </a:cubicBezTo>
                  <a:cubicBezTo>
                    <a:pt x="1655" y="17142"/>
                    <a:pt x="1617" y="16844"/>
                    <a:pt x="1552" y="16548"/>
                  </a:cubicBezTo>
                  <a:cubicBezTo>
                    <a:pt x="1542" y="16498"/>
                    <a:pt x="1582" y="16466"/>
                    <a:pt x="1620" y="16466"/>
                  </a:cubicBezTo>
                  <a:close/>
                  <a:moveTo>
                    <a:pt x="1743" y="19890"/>
                  </a:moveTo>
                  <a:cubicBezTo>
                    <a:pt x="1781" y="19890"/>
                    <a:pt x="1819" y="19915"/>
                    <a:pt x="1822" y="19966"/>
                  </a:cubicBezTo>
                  <a:cubicBezTo>
                    <a:pt x="1848" y="20441"/>
                    <a:pt x="1884" y="20920"/>
                    <a:pt x="1845" y="21395"/>
                  </a:cubicBezTo>
                  <a:cubicBezTo>
                    <a:pt x="1839" y="21461"/>
                    <a:pt x="1791" y="21494"/>
                    <a:pt x="1743" y="21494"/>
                  </a:cubicBezTo>
                  <a:cubicBezTo>
                    <a:pt x="1694" y="21494"/>
                    <a:pt x="1646" y="21461"/>
                    <a:pt x="1642" y="21395"/>
                  </a:cubicBezTo>
                  <a:cubicBezTo>
                    <a:pt x="1602" y="20919"/>
                    <a:pt x="1639" y="20441"/>
                    <a:pt x="1665" y="19966"/>
                  </a:cubicBezTo>
                  <a:cubicBezTo>
                    <a:pt x="1667" y="19915"/>
                    <a:pt x="1705" y="19890"/>
                    <a:pt x="1743" y="19890"/>
                  </a:cubicBezTo>
                  <a:close/>
                  <a:moveTo>
                    <a:pt x="34769" y="20031"/>
                  </a:moveTo>
                  <a:cubicBezTo>
                    <a:pt x="34808" y="20031"/>
                    <a:pt x="34848" y="20057"/>
                    <a:pt x="34849" y="20109"/>
                  </a:cubicBezTo>
                  <a:cubicBezTo>
                    <a:pt x="34867" y="20682"/>
                    <a:pt x="34860" y="21252"/>
                    <a:pt x="34835" y="21825"/>
                  </a:cubicBezTo>
                  <a:cubicBezTo>
                    <a:pt x="34833" y="21867"/>
                    <a:pt x="34800" y="21889"/>
                    <a:pt x="34768" y="21889"/>
                  </a:cubicBezTo>
                  <a:cubicBezTo>
                    <a:pt x="34736" y="21889"/>
                    <a:pt x="34704" y="21867"/>
                    <a:pt x="34703" y="21825"/>
                  </a:cubicBezTo>
                  <a:cubicBezTo>
                    <a:pt x="34678" y="21252"/>
                    <a:pt x="34671" y="20682"/>
                    <a:pt x="34689" y="20109"/>
                  </a:cubicBezTo>
                  <a:cubicBezTo>
                    <a:pt x="34690" y="20057"/>
                    <a:pt x="34730" y="20031"/>
                    <a:pt x="34769" y="20031"/>
                  </a:cubicBezTo>
                  <a:close/>
                  <a:moveTo>
                    <a:pt x="1819" y="23627"/>
                  </a:moveTo>
                  <a:cubicBezTo>
                    <a:pt x="1849" y="23627"/>
                    <a:pt x="1880" y="23647"/>
                    <a:pt x="1882" y="23686"/>
                  </a:cubicBezTo>
                  <a:cubicBezTo>
                    <a:pt x="1921" y="24256"/>
                    <a:pt x="1967" y="24827"/>
                    <a:pt x="1961" y="25399"/>
                  </a:cubicBezTo>
                  <a:cubicBezTo>
                    <a:pt x="1961" y="25450"/>
                    <a:pt x="1924" y="25474"/>
                    <a:pt x="1887" y="25474"/>
                  </a:cubicBezTo>
                  <a:cubicBezTo>
                    <a:pt x="1848" y="25474"/>
                    <a:pt x="1809" y="25449"/>
                    <a:pt x="1806" y="25399"/>
                  </a:cubicBezTo>
                  <a:cubicBezTo>
                    <a:pt x="1757" y="24829"/>
                    <a:pt x="1762" y="24258"/>
                    <a:pt x="1760" y="23686"/>
                  </a:cubicBezTo>
                  <a:cubicBezTo>
                    <a:pt x="1760" y="23646"/>
                    <a:pt x="1789" y="23627"/>
                    <a:pt x="1819" y="23627"/>
                  </a:cubicBezTo>
                  <a:close/>
                  <a:moveTo>
                    <a:pt x="34625" y="24312"/>
                  </a:moveTo>
                  <a:cubicBezTo>
                    <a:pt x="34669" y="24312"/>
                    <a:pt x="34712" y="24340"/>
                    <a:pt x="34715" y="24397"/>
                  </a:cubicBezTo>
                  <a:cubicBezTo>
                    <a:pt x="34733" y="24970"/>
                    <a:pt x="34719" y="25542"/>
                    <a:pt x="34708" y="26112"/>
                  </a:cubicBezTo>
                  <a:cubicBezTo>
                    <a:pt x="34708" y="26166"/>
                    <a:pt x="34667" y="26193"/>
                    <a:pt x="34626" y="26193"/>
                  </a:cubicBezTo>
                  <a:cubicBezTo>
                    <a:pt x="34584" y="26193"/>
                    <a:pt x="34543" y="26166"/>
                    <a:pt x="34541" y="26112"/>
                  </a:cubicBezTo>
                  <a:cubicBezTo>
                    <a:pt x="34532" y="25542"/>
                    <a:pt x="34519" y="24970"/>
                    <a:pt x="34537" y="24397"/>
                  </a:cubicBezTo>
                  <a:cubicBezTo>
                    <a:pt x="34538" y="24340"/>
                    <a:pt x="34582" y="24312"/>
                    <a:pt x="34625" y="24312"/>
                  </a:cubicBezTo>
                  <a:close/>
                  <a:moveTo>
                    <a:pt x="1885" y="27046"/>
                  </a:moveTo>
                  <a:cubicBezTo>
                    <a:pt x="1920" y="27046"/>
                    <a:pt x="1953" y="27069"/>
                    <a:pt x="1956" y="27114"/>
                  </a:cubicBezTo>
                  <a:cubicBezTo>
                    <a:pt x="1983" y="27680"/>
                    <a:pt x="2015" y="28264"/>
                    <a:pt x="1975" y="28829"/>
                  </a:cubicBezTo>
                  <a:cubicBezTo>
                    <a:pt x="1971" y="28886"/>
                    <a:pt x="1929" y="28914"/>
                    <a:pt x="1886" y="28914"/>
                  </a:cubicBezTo>
                  <a:cubicBezTo>
                    <a:pt x="1844" y="28914"/>
                    <a:pt x="1801" y="28886"/>
                    <a:pt x="1796" y="28829"/>
                  </a:cubicBezTo>
                  <a:cubicBezTo>
                    <a:pt x="1757" y="28264"/>
                    <a:pt x="1787" y="27680"/>
                    <a:pt x="1815" y="27114"/>
                  </a:cubicBezTo>
                  <a:cubicBezTo>
                    <a:pt x="1817" y="27069"/>
                    <a:pt x="1851" y="27046"/>
                    <a:pt x="1885" y="27046"/>
                  </a:cubicBezTo>
                  <a:close/>
                  <a:moveTo>
                    <a:pt x="34768" y="28190"/>
                  </a:moveTo>
                  <a:cubicBezTo>
                    <a:pt x="34803" y="28190"/>
                    <a:pt x="34837" y="28212"/>
                    <a:pt x="34839" y="28257"/>
                  </a:cubicBezTo>
                  <a:cubicBezTo>
                    <a:pt x="34863" y="28783"/>
                    <a:pt x="34849" y="29306"/>
                    <a:pt x="34837" y="29829"/>
                  </a:cubicBezTo>
                  <a:cubicBezTo>
                    <a:pt x="34836" y="29873"/>
                    <a:pt x="34803" y="29895"/>
                    <a:pt x="34769" y="29895"/>
                  </a:cubicBezTo>
                  <a:cubicBezTo>
                    <a:pt x="34735" y="29895"/>
                    <a:pt x="34702" y="29873"/>
                    <a:pt x="34701" y="29829"/>
                  </a:cubicBezTo>
                  <a:cubicBezTo>
                    <a:pt x="34687" y="29306"/>
                    <a:pt x="34675" y="28783"/>
                    <a:pt x="34698" y="28257"/>
                  </a:cubicBezTo>
                  <a:cubicBezTo>
                    <a:pt x="34700" y="28212"/>
                    <a:pt x="34734" y="28190"/>
                    <a:pt x="34768" y="28190"/>
                  </a:cubicBezTo>
                  <a:close/>
                  <a:moveTo>
                    <a:pt x="1747" y="30911"/>
                  </a:moveTo>
                  <a:cubicBezTo>
                    <a:pt x="1773" y="30911"/>
                    <a:pt x="1799" y="30924"/>
                    <a:pt x="1810" y="30954"/>
                  </a:cubicBezTo>
                  <a:cubicBezTo>
                    <a:pt x="1974" y="31386"/>
                    <a:pt x="2041" y="31827"/>
                    <a:pt x="1956" y="32282"/>
                  </a:cubicBezTo>
                  <a:cubicBezTo>
                    <a:pt x="1949" y="32321"/>
                    <a:pt x="1916" y="32338"/>
                    <a:pt x="1883" y="32338"/>
                  </a:cubicBezTo>
                  <a:cubicBezTo>
                    <a:pt x="1841" y="32338"/>
                    <a:pt x="1797" y="32310"/>
                    <a:pt x="1801" y="32261"/>
                  </a:cubicBezTo>
                  <a:cubicBezTo>
                    <a:pt x="1836" y="31827"/>
                    <a:pt x="1818" y="31404"/>
                    <a:pt x="1689" y="30988"/>
                  </a:cubicBezTo>
                  <a:cubicBezTo>
                    <a:pt x="1673" y="30940"/>
                    <a:pt x="1710" y="30911"/>
                    <a:pt x="1747" y="30911"/>
                  </a:cubicBezTo>
                  <a:close/>
                  <a:moveTo>
                    <a:pt x="34769" y="31619"/>
                  </a:moveTo>
                  <a:cubicBezTo>
                    <a:pt x="34803" y="31619"/>
                    <a:pt x="34837" y="31642"/>
                    <a:pt x="34842" y="31688"/>
                  </a:cubicBezTo>
                  <a:cubicBezTo>
                    <a:pt x="34885" y="32211"/>
                    <a:pt x="34869" y="32741"/>
                    <a:pt x="34837" y="33261"/>
                  </a:cubicBezTo>
                  <a:cubicBezTo>
                    <a:pt x="34835" y="33306"/>
                    <a:pt x="34802" y="33328"/>
                    <a:pt x="34769" y="33328"/>
                  </a:cubicBezTo>
                  <a:cubicBezTo>
                    <a:pt x="34736" y="33328"/>
                    <a:pt x="34702" y="33306"/>
                    <a:pt x="34698" y="33261"/>
                  </a:cubicBezTo>
                  <a:cubicBezTo>
                    <a:pt x="34666" y="32741"/>
                    <a:pt x="34650" y="32211"/>
                    <a:pt x="34696" y="31688"/>
                  </a:cubicBezTo>
                  <a:cubicBezTo>
                    <a:pt x="34700" y="31642"/>
                    <a:pt x="34734" y="31619"/>
                    <a:pt x="34769" y="31619"/>
                  </a:cubicBezTo>
                  <a:close/>
                  <a:moveTo>
                    <a:pt x="19057" y="33704"/>
                  </a:moveTo>
                  <a:cubicBezTo>
                    <a:pt x="19065" y="33704"/>
                    <a:pt x="19073" y="33705"/>
                    <a:pt x="19081" y="33708"/>
                  </a:cubicBezTo>
                  <a:cubicBezTo>
                    <a:pt x="19632" y="33913"/>
                    <a:pt x="20159" y="34159"/>
                    <a:pt x="20638" y="34507"/>
                  </a:cubicBezTo>
                  <a:cubicBezTo>
                    <a:pt x="20711" y="34559"/>
                    <a:pt x="20669" y="34667"/>
                    <a:pt x="20594" y="34667"/>
                  </a:cubicBezTo>
                  <a:cubicBezTo>
                    <a:pt x="20580" y="34667"/>
                    <a:pt x="20565" y="34664"/>
                    <a:pt x="20549" y="34655"/>
                  </a:cubicBezTo>
                  <a:cubicBezTo>
                    <a:pt x="20051" y="34372"/>
                    <a:pt x="19547" y="34088"/>
                    <a:pt x="19016" y="33861"/>
                  </a:cubicBezTo>
                  <a:cubicBezTo>
                    <a:pt x="18939" y="33827"/>
                    <a:pt x="18983" y="33704"/>
                    <a:pt x="19057" y="33704"/>
                  </a:cubicBezTo>
                  <a:close/>
                  <a:moveTo>
                    <a:pt x="16621" y="33615"/>
                  </a:moveTo>
                  <a:cubicBezTo>
                    <a:pt x="16706" y="33615"/>
                    <a:pt x="16742" y="33735"/>
                    <a:pt x="16666" y="33787"/>
                  </a:cubicBezTo>
                  <a:cubicBezTo>
                    <a:pt x="16151" y="34129"/>
                    <a:pt x="15560" y="34366"/>
                    <a:pt x="15031" y="34692"/>
                  </a:cubicBezTo>
                  <a:cubicBezTo>
                    <a:pt x="15016" y="34702"/>
                    <a:pt x="15000" y="34706"/>
                    <a:pt x="14986" y="34706"/>
                  </a:cubicBezTo>
                  <a:cubicBezTo>
                    <a:pt x="14912" y="34706"/>
                    <a:pt x="14868" y="34594"/>
                    <a:pt x="14944" y="34539"/>
                  </a:cubicBezTo>
                  <a:cubicBezTo>
                    <a:pt x="15439" y="34182"/>
                    <a:pt x="15998" y="33780"/>
                    <a:pt x="16594" y="33619"/>
                  </a:cubicBezTo>
                  <a:cubicBezTo>
                    <a:pt x="16604" y="33616"/>
                    <a:pt x="16612" y="33615"/>
                    <a:pt x="16621" y="33615"/>
                  </a:cubicBezTo>
                  <a:close/>
                  <a:moveTo>
                    <a:pt x="12188" y="35647"/>
                  </a:moveTo>
                  <a:cubicBezTo>
                    <a:pt x="12274" y="35647"/>
                    <a:pt x="12333" y="35775"/>
                    <a:pt x="12240" y="35814"/>
                  </a:cubicBezTo>
                  <a:cubicBezTo>
                    <a:pt x="11808" y="35999"/>
                    <a:pt x="11332" y="36108"/>
                    <a:pt x="10880" y="36233"/>
                  </a:cubicBezTo>
                  <a:cubicBezTo>
                    <a:pt x="10872" y="36235"/>
                    <a:pt x="10864" y="36236"/>
                    <a:pt x="10857" y="36236"/>
                  </a:cubicBezTo>
                  <a:cubicBezTo>
                    <a:pt x="10773" y="36236"/>
                    <a:pt x="10747" y="36107"/>
                    <a:pt x="10836" y="36076"/>
                  </a:cubicBezTo>
                  <a:cubicBezTo>
                    <a:pt x="11272" y="35923"/>
                    <a:pt x="11718" y="35742"/>
                    <a:pt x="12171" y="35648"/>
                  </a:cubicBezTo>
                  <a:cubicBezTo>
                    <a:pt x="12176" y="35647"/>
                    <a:pt x="12182" y="35647"/>
                    <a:pt x="12188" y="35647"/>
                  </a:cubicBezTo>
                  <a:close/>
                  <a:moveTo>
                    <a:pt x="1600" y="34479"/>
                  </a:moveTo>
                  <a:cubicBezTo>
                    <a:pt x="1635" y="34479"/>
                    <a:pt x="1670" y="34503"/>
                    <a:pt x="1671" y="34549"/>
                  </a:cubicBezTo>
                  <a:cubicBezTo>
                    <a:pt x="1685" y="35114"/>
                    <a:pt x="1741" y="35699"/>
                    <a:pt x="1685" y="36265"/>
                  </a:cubicBezTo>
                  <a:cubicBezTo>
                    <a:pt x="1680" y="36319"/>
                    <a:pt x="1640" y="36346"/>
                    <a:pt x="1600" y="36346"/>
                  </a:cubicBezTo>
                  <a:cubicBezTo>
                    <a:pt x="1560" y="36346"/>
                    <a:pt x="1520" y="36319"/>
                    <a:pt x="1514" y="36265"/>
                  </a:cubicBezTo>
                  <a:cubicBezTo>
                    <a:pt x="1459" y="35699"/>
                    <a:pt x="1512" y="35114"/>
                    <a:pt x="1528" y="34549"/>
                  </a:cubicBezTo>
                  <a:cubicBezTo>
                    <a:pt x="1529" y="34503"/>
                    <a:pt x="1565" y="34479"/>
                    <a:pt x="1600" y="34479"/>
                  </a:cubicBezTo>
                  <a:close/>
                  <a:moveTo>
                    <a:pt x="23056" y="35432"/>
                  </a:moveTo>
                  <a:cubicBezTo>
                    <a:pt x="23083" y="35432"/>
                    <a:pt x="23109" y="35443"/>
                    <a:pt x="23129" y="35468"/>
                  </a:cubicBezTo>
                  <a:cubicBezTo>
                    <a:pt x="23426" y="35842"/>
                    <a:pt x="23809" y="36112"/>
                    <a:pt x="24244" y="36313"/>
                  </a:cubicBezTo>
                  <a:cubicBezTo>
                    <a:pt x="24342" y="36359"/>
                    <a:pt x="24287" y="36509"/>
                    <a:pt x="24193" y="36509"/>
                  </a:cubicBezTo>
                  <a:cubicBezTo>
                    <a:pt x="24184" y="36509"/>
                    <a:pt x="24174" y="36508"/>
                    <a:pt x="24163" y="36504"/>
                  </a:cubicBezTo>
                  <a:cubicBezTo>
                    <a:pt x="23664" y="36341"/>
                    <a:pt x="23265" y="36020"/>
                    <a:pt x="22951" y="35604"/>
                  </a:cubicBezTo>
                  <a:cubicBezTo>
                    <a:pt x="22894" y="35526"/>
                    <a:pt x="22977" y="35432"/>
                    <a:pt x="23056" y="35432"/>
                  </a:cubicBezTo>
                  <a:close/>
                  <a:moveTo>
                    <a:pt x="34625" y="35189"/>
                  </a:moveTo>
                  <a:cubicBezTo>
                    <a:pt x="34661" y="35189"/>
                    <a:pt x="34696" y="35213"/>
                    <a:pt x="34698" y="35263"/>
                  </a:cubicBezTo>
                  <a:cubicBezTo>
                    <a:pt x="34734" y="35879"/>
                    <a:pt x="34682" y="36504"/>
                    <a:pt x="34664" y="37121"/>
                  </a:cubicBezTo>
                  <a:cubicBezTo>
                    <a:pt x="34662" y="37170"/>
                    <a:pt x="34623" y="37194"/>
                    <a:pt x="34586" y="37194"/>
                  </a:cubicBezTo>
                  <a:cubicBezTo>
                    <a:pt x="34548" y="37194"/>
                    <a:pt x="34512" y="37170"/>
                    <a:pt x="34512" y="37121"/>
                  </a:cubicBezTo>
                  <a:cubicBezTo>
                    <a:pt x="34516" y="36505"/>
                    <a:pt x="34488" y="35877"/>
                    <a:pt x="34546" y="35263"/>
                  </a:cubicBezTo>
                  <a:cubicBezTo>
                    <a:pt x="34551" y="35214"/>
                    <a:pt x="34588" y="35189"/>
                    <a:pt x="34625" y="35189"/>
                  </a:cubicBezTo>
                  <a:close/>
                  <a:moveTo>
                    <a:pt x="9046" y="37193"/>
                  </a:moveTo>
                  <a:cubicBezTo>
                    <a:pt x="9138" y="37193"/>
                    <a:pt x="9190" y="37335"/>
                    <a:pt x="9097" y="37382"/>
                  </a:cubicBezTo>
                  <a:cubicBezTo>
                    <a:pt x="8633" y="37611"/>
                    <a:pt x="8125" y="37780"/>
                    <a:pt x="7638" y="37950"/>
                  </a:cubicBezTo>
                  <a:cubicBezTo>
                    <a:pt x="7628" y="37954"/>
                    <a:pt x="7618" y="37955"/>
                    <a:pt x="7609" y="37955"/>
                  </a:cubicBezTo>
                  <a:cubicBezTo>
                    <a:pt x="7520" y="37955"/>
                    <a:pt x="7468" y="37808"/>
                    <a:pt x="7562" y="37768"/>
                  </a:cubicBezTo>
                  <a:cubicBezTo>
                    <a:pt x="8035" y="37565"/>
                    <a:pt x="8524" y="37343"/>
                    <a:pt x="9019" y="37197"/>
                  </a:cubicBezTo>
                  <a:cubicBezTo>
                    <a:pt x="9028" y="37195"/>
                    <a:pt x="9038" y="37193"/>
                    <a:pt x="9046" y="37193"/>
                  </a:cubicBezTo>
                  <a:close/>
                  <a:moveTo>
                    <a:pt x="26911" y="37720"/>
                  </a:moveTo>
                  <a:cubicBezTo>
                    <a:pt x="26919" y="37720"/>
                    <a:pt x="26927" y="37721"/>
                    <a:pt x="26936" y="37724"/>
                  </a:cubicBezTo>
                  <a:cubicBezTo>
                    <a:pt x="27539" y="37892"/>
                    <a:pt x="28148" y="38124"/>
                    <a:pt x="28652" y="38497"/>
                  </a:cubicBezTo>
                  <a:cubicBezTo>
                    <a:pt x="28723" y="38552"/>
                    <a:pt x="28683" y="38654"/>
                    <a:pt x="28610" y="38654"/>
                  </a:cubicBezTo>
                  <a:cubicBezTo>
                    <a:pt x="28596" y="38654"/>
                    <a:pt x="28582" y="38650"/>
                    <a:pt x="28567" y="38643"/>
                  </a:cubicBezTo>
                  <a:cubicBezTo>
                    <a:pt x="28014" y="38363"/>
                    <a:pt x="27485" y="38077"/>
                    <a:pt x="26893" y="37887"/>
                  </a:cubicBezTo>
                  <a:cubicBezTo>
                    <a:pt x="26797" y="37856"/>
                    <a:pt x="26825" y="37720"/>
                    <a:pt x="26911" y="37720"/>
                  </a:cubicBezTo>
                  <a:close/>
                  <a:moveTo>
                    <a:pt x="5312" y="38896"/>
                  </a:moveTo>
                  <a:cubicBezTo>
                    <a:pt x="5385" y="38896"/>
                    <a:pt x="5434" y="39001"/>
                    <a:pt x="5355" y="39044"/>
                  </a:cubicBezTo>
                  <a:cubicBezTo>
                    <a:pt x="4930" y="39291"/>
                    <a:pt x="4491" y="39508"/>
                    <a:pt x="4055" y="39734"/>
                  </a:cubicBezTo>
                  <a:cubicBezTo>
                    <a:pt x="4041" y="39742"/>
                    <a:pt x="4027" y="39745"/>
                    <a:pt x="4013" y="39745"/>
                  </a:cubicBezTo>
                  <a:cubicBezTo>
                    <a:pt x="3936" y="39745"/>
                    <a:pt x="3886" y="39633"/>
                    <a:pt x="3969" y="39587"/>
                  </a:cubicBezTo>
                  <a:cubicBezTo>
                    <a:pt x="4401" y="39356"/>
                    <a:pt x="4830" y="39116"/>
                    <a:pt x="5274" y="38906"/>
                  </a:cubicBezTo>
                  <a:cubicBezTo>
                    <a:pt x="5287" y="38899"/>
                    <a:pt x="5300" y="38896"/>
                    <a:pt x="5312" y="38896"/>
                  </a:cubicBezTo>
                  <a:close/>
                  <a:moveTo>
                    <a:pt x="1743" y="38347"/>
                  </a:moveTo>
                  <a:cubicBezTo>
                    <a:pt x="1774" y="38347"/>
                    <a:pt x="1805" y="38368"/>
                    <a:pt x="1806" y="38410"/>
                  </a:cubicBezTo>
                  <a:cubicBezTo>
                    <a:pt x="1826" y="38830"/>
                    <a:pt x="1882" y="39275"/>
                    <a:pt x="1832" y="39695"/>
                  </a:cubicBezTo>
                  <a:cubicBezTo>
                    <a:pt x="1825" y="39752"/>
                    <a:pt x="1784" y="39780"/>
                    <a:pt x="1742" y="39780"/>
                  </a:cubicBezTo>
                  <a:cubicBezTo>
                    <a:pt x="1701" y="39780"/>
                    <a:pt x="1660" y="39752"/>
                    <a:pt x="1653" y="39695"/>
                  </a:cubicBezTo>
                  <a:cubicBezTo>
                    <a:pt x="1603" y="39275"/>
                    <a:pt x="1658" y="38830"/>
                    <a:pt x="1679" y="38410"/>
                  </a:cubicBezTo>
                  <a:cubicBezTo>
                    <a:pt x="1681" y="38368"/>
                    <a:pt x="1712" y="38347"/>
                    <a:pt x="1743" y="38347"/>
                  </a:cubicBezTo>
                  <a:close/>
                  <a:moveTo>
                    <a:pt x="34625" y="38903"/>
                  </a:moveTo>
                  <a:cubicBezTo>
                    <a:pt x="34664" y="38903"/>
                    <a:pt x="34703" y="38928"/>
                    <a:pt x="34706" y="38979"/>
                  </a:cubicBezTo>
                  <a:cubicBezTo>
                    <a:pt x="34722" y="39410"/>
                    <a:pt x="34724" y="39839"/>
                    <a:pt x="34703" y="40265"/>
                  </a:cubicBezTo>
                  <a:cubicBezTo>
                    <a:pt x="34701" y="40316"/>
                    <a:pt x="34663" y="40342"/>
                    <a:pt x="34626" y="40342"/>
                  </a:cubicBezTo>
                  <a:cubicBezTo>
                    <a:pt x="34588" y="40342"/>
                    <a:pt x="34551" y="40316"/>
                    <a:pt x="34549" y="40265"/>
                  </a:cubicBezTo>
                  <a:cubicBezTo>
                    <a:pt x="34525" y="39838"/>
                    <a:pt x="34530" y="39409"/>
                    <a:pt x="34546" y="38979"/>
                  </a:cubicBezTo>
                  <a:cubicBezTo>
                    <a:pt x="34547" y="38928"/>
                    <a:pt x="34586" y="38903"/>
                    <a:pt x="34625" y="38903"/>
                  </a:cubicBezTo>
                  <a:close/>
                  <a:moveTo>
                    <a:pt x="30910" y="39599"/>
                  </a:moveTo>
                  <a:cubicBezTo>
                    <a:pt x="30925" y="39599"/>
                    <a:pt x="30942" y="39603"/>
                    <a:pt x="30958" y="39611"/>
                  </a:cubicBezTo>
                  <a:cubicBezTo>
                    <a:pt x="31575" y="39897"/>
                    <a:pt x="32209" y="40162"/>
                    <a:pt x="32805" y="40490"/>
                  </a:cubicBezTo>
                  <a:cubicBezTo>
                    <a:pt x="32894" y="40539"/>
                    <a:pt x="32848" y="40681"/>
                    <a:pt x="32761" y="40681"/>
                  </a:cubicBezTo>
                  <a:cubicBezTo>
                    <a:pt x="32751" y="40681"/>
                    <a:pt x="32740" y="40679"/>
                    <a:pt x="32729" y="40675"/>
                  </a:cubicBezTo>
                  <a:cubicBezTo>
                    <a:pt x="32090" y="40416"/>
                    <a:pt x="31473" y="40090"/>
                    <a:pt x="30852" y="39792"/>
                  </a:cubicBezTo>
                  <a:cubicBezTo>
                    <a:pt x="30746" y="39740"/>
                    <a:pt x="30811" y="39599"/>
                    <a:pt x="30910" y="39599"/>
                  </a:cubicBezTo>
                  <a:close/>
                  <a:moveTo>
                    <a:pt x="17310" y="0"/>
                  </a:moveTo>
                  <a:cubicBezTo>
                    <a:pt x="13089" y="0"/>
                    <a:pt x="8862" y="77"/>
                    <a:pt x="4639" y="77"/>
                  </a:cubicBezTo>
                  <a:cubicBezTo>
                    <a:pt x="3665" y="77"/>
                    <a:pt x="2692" y="73"/>
                    <a:pt x="1718" y="63"/>
                  </a:cubicBezTo>
                  <a:lnTo>
                    <a:pt x="1718" y="63"/>
                  </a:lnTo>
                  <a:cubicBezTo>
                    <a:pt x="1753" y="416"/>
                    <a:pt x="1790" y="804"/>
                    <a:pt x="1701" y="1122"/>
                  </a:cubicBezTo>
                  <a:cubicBezTo>
                    <a:pt x="1688" y="1173"/>
                    <a:pt x="1644" y="1198"/>
                    <a:pt x="1601" y="1198"/>
                  </a:cubicBezTo>
                  <a:cubicBezTo>
                    <a:pt x="1557" y="1198"/>
                    <a:pt x="1512" y="1172"/>
                    <a:pt x="1498" y="1122"/>
                  </a:cubicBezTo>
                  <a:cubicBezTo>
                    <a:pt x="1409" y="804"/>
                    <a:pt x="1448" y="414"/>
                    <a:pt x="1482" y="60"/>
                  </a:cubicBezTo>
                  <a:cubicBezTo>
                    <a:pt x="1044" y="56"/>
                    <a:pt x="605" y="54"/>
                    <a:pt x="166" y="44"/>
                  </a:cubicBezTo>
                  <a:lnTo>
                    <a:pt x="166" y="44"/>
                  </a:lnTo>
                  <a:cubicBezTo>
                    <a:pt x="168" y="60"/>
                    <a:pt x="174" y="72"/>
                    <a:pt x="174" y="88"/>
                  </a:cubicBezTo>
                  <a:cubicBezTo>
                    <a:pt x="164" y="7257"/>
                    <a:pt x="166" y="14429"/>
                    <a:pt x="130" y="21600"/>
                  </a:cubicBezTo>
                  <a:cubicBezTo>
                    <a:pt x="111" y="25184"/>
                    <a:pt x="116" y="28770"/>
                    <a:pt x="106" y="32356"/>
                  </a:cubicBezTo>
                  <a:cubicBezTo>
                    <a:pt x="97" y="35877"/>
                    <a:pt x="190" y="39430"/>
                    <a:pt x="1" y="42947"/>
                  </a:cubicBezTo>
                  <a:lnTo>
                    <a:pt x="3" y="42947"/>
                  </a:lnTo>
                  <a:cubicBezTo>
                    <a:pt x="5848" y="40534"/>
                    <a:pt x="11706" y="38297"/>
                    <a:pt x="17370" y="35456"/>
                  </a:cubicBezTo>
                  <a:cubicBezTo>
                    <a:pt x="17405" y="35437"/>
                    <a:pt x="17440" y="35429"/>
                    <a:pt x="17474" y="35429"/>
                  </a:cubicBezTo>
                  <a:cubicBezTo>
                    <a:pt x="17498" y="35429"/>
                    <a:pt x="17521" y="35433"/>
                    <a:pt x="17543" y="35440"/>
                  </a:cubicBezTo>
                  <a:cubicBezTo>
                    <a:pt x="17558" y="35421"/>
                    <a:pt x="17582" y="35406"/>
                    <a:pt x="17611" y="35406"/>
                  </a:cubicBezTo>
                  <a:cubicBezTo>
                    <a:pt x="17613" y="35406"/>
                    <a:pt x="17615" y="35406"/>
                    <a:pt x="17617" y="35406"/>
                  </a:cubicBezTo>
                  <a:cubicBezTo>
                    <a:pt x="17702" y="35410"/>
                    <a:pt x="17785" y="35418"/>
                    <a:pt x="17871" y="35429"/>
                  </a:cubicBezTo>
                  <a:cubicBezTo>
                    <a:pt x="19141" y="35588"/>
                    <a:pt x="20383" y="36414"/>
                    <a:pt x="21491" y="36978"/>
                  </a:cubicBezTo>
                  <a:cubicBezTo>
                    <a:pt x="23038" y="37764"/>
                    <a:pt x="24590" y="38541"/>
                    <a:pt x="26144" y="39308"/>
                  </a:cubicBezTo>
                  <a:cubicBezTo>
                    <a:pt x="29314" y="40873"/>
                    <a:pt x="32510" y="42388"/>
                    <a:pt x="35708" y="43895"/>
                  </a:cubicBezTo>
                  <a:cubicBezTo>
                    <a:pt x="35722" y="43798"/>
                    <a:pt x="35733" y="43699"/>
                    <a:pt x="35733" y="43597"/>
                  </a:cubicBezTo>
                  <a:cubicBezTo>
                    <a:pt x="35733" y="43474"/>
                    <a:pt x="35696" y="43337"/>
                    <a:pt x="35744" y="43219"/>
                  </a:cubicBezTo>
                  <a:cubicBezTo>
                    <a:pt x="35752" y="43203"/>
                    <a:pt x="35760" y="43191"/>
                    <a:pt x="35770" y="43178"/>
                  </a:cubicBezTo>
                  <a:cubicBezTo>
                    <a:pt x="35770" y="43170"/>
                    <a:pt x="35770" y="43164"/>
                    <a:pt x="35768" y="43156"/>
                  </a:cubicBezTo>
                  <a:cubicBezTo>
                    <a:pt x="35488" y="39561"/>
                    <a:pt x="35714" y="35877"/>
                    <a:pt x="35726" y="32275"/>
                  </a:cubicBezTo>
                  <a:cubicBezTo>
                    <a:pt x="35735" y="28738"/>
                    <a:pt x="35738" y="25203"/>
                    <a:pt x="35772" y="21668"/>
                  </a:cubicBezTo>
                  <a:cubicBezTo>
                    <a:pt x="35844" y="14487"/>
                    <a:pt x="35719" y="7303"/>
                    <a:pt x="35539" y="126"/>
                  </a:cubicBezTo>
                  <a:cubicBezTo>
                    <a:pt x="29665" y="10"/>
                    <a:pt x="23780" y="10"/>
                    <a:pt x="17904" y="1"/>
                  </a:cubicBezTo>
                  <a:cubicBezTo>
                    <a:pt x="17706" y="0"/>
                    <a:pt x="17508" y="0"/>
                    <a:pt x="17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04"/>
            <p:cNvSpPr/>
            <p:nvPr/>
          </p:nvSpPr>
          <p:spPr>
            <a:xfrm>
              <a:off x="7814325" y="246057"/>
              <a:ext cx="9550" cy="26800"/>
            </a:xfrm>
            <a:custGeom>
              <a:rect b="b" l="l" r="r" t="t"/>
              <a:pathLst>
                <a:path extrusionOk="0" h="1072" w="382">
                  <a:moveTo>
                    <a:pt x="281" y="1"/>
                  </a:moveTo>
                  <a:cubicBezTo>
                    <a:pt x="239" y="1"/>
                    <a:pt x="195" y="24"/>
                    <a:pt x="177" y="73"/>
                  </a:cubicBezTo>
                  <a:cubicBezTo>
                    <a:pt x="77" y="343"/>
                    <a:pt x="59" y="643"/>
                    <a:pt x="13" y="927"/>
                  </a:cubicBezTo>
                  <a:cubicBezTo>
                    <a:pt x="1" y="1014"/>
                    <a:pt x="74" y="1071"/>
                    <a:pt x="141" y="1071"/>
                  </a:cubicBezTo>
                  <a:cubicBezTo>
                    <a:pt x="185" y="1071"/>
                    <a:pt x="226" y="1046"/>
                    <a:pt x="237" y="987"/>
                  </a:cubicBezTo>
                  <a:cubicBezTo>
                    <a:pt x="294" y="699"/>
                    <a:pt x="382" y="396"/>
                    <a:pt x="380" y="100"/>
                  </a:cubicBezTo>
                  <a:cubicBezTo>
                    <a:pt x="380" y="34"/>
                    <a:pt x="332"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04"/>
            <p:cNvSpPr/>
            <p:nvPr/>
          </p:nvSpPr>
          <p:spPr>
            <a:xfrm>
              <a:off x="7815075" y="307282"/>
              <a:ext cx="11425" cy="57775"/>
            </a:xfrm>
            <a:custGeom>
              <a:rect b="b" l="l" r="r" t="t"/>
              <a:pathLst>
                <a:path extrusionOk="0" h="2311" w="457">
                  <a:moveTo>
                    <a:pt x="130" y="1"/>
                  </a:moveTo>
                  <a:cubicBezTo>
                    <a:pt x="83" y="1"/>
                    <a:pt x="35" y="41"/>
                    <a:pt x="47" y="104"/>
                  </a:cubicBezTo>
                  <a:cubicBezTo>
                    <a:pt x="191" y="813"/>
                    <a:pt x="214" y="1501"/>
                    <a:pt x="20" y="2200"/>
                  </a:cubicBezTo>
                  <a:cubicBezTo>
                    <a:pt x="0" y="2267"/>
                    <a:pt x="54" y="2311"/>
                    <a:pt x="108" y="2311"/>
                  </a:cubicBezTo>
                  <a:cubicBezTo>
                    <a:pt x="142" y="2311"/>
                    <a:pt x="177" y="2292"/>
                    <a:pt x="191" y="2249"/>
                  </a:cubicBezTo>
                  <a:cubicBezTo>
                    <a:pt x="417" y="1526"/>
                    <a:pt x="457" y="781"/>
                    <a:pt x="209" y="60"/>
                  </a:cubicBezTo>
                  <a:cubicBezTo>
                    <a:pt x="195" y="19"/>
                    <a:pt x="163"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04"/>
            <p:cNvSpPr/>
            <p:nvPr/>
          </p:nvSpPr>
          <p:spPr>
            <a:xfrm>
              <a:off x="7814925" y="411057"/>
              <a:ext cx="6125" cy="50450"/>
            </a:xfrm>
            <a:custGeom>
              <a:rect b="b" l="l" r="r" t="t"/>
              <a:pathLst>
                <a:path extrusionOk="0" h="2018" w="245">
                  <a:moveTo>
                    <a:pt x="123" y="0"/>
                  </a:moveTo>
                  <a:cubicBezTo>
                    <a:pt x="84" y="0"/>
                    <a:pt x="44" y="26"/>
                    <a:pt x="42" y="79"/>
                  </a:cubicBezTo>
                  <a:cubicBezTo>
                    <a:pt x="12" y="698"/>
                    <a:pt x="0" y="1318"/>
                    <a:pt x="42" y="1938"/>
                  </a:cubicBezTo>
                  <a:cubicBezTo>
                    <a:pt x="45" y="1991"/>
                    <a:pt x="85" y="2017"/>
                    <a:pt x="124" y="2017"/>
                  </a:cubicBezTo>
                  <a:cubicBezTo>
                    <a:pt x="163" y="2017"/>
                    <a:pt x="203" y="1991"/>
                    <a:pt x="206" y="1938"/>
                  </a:cubicBezTo>
                  <a:cubicBezTo>
                    <a:pt x="245" y="1318"/>
                    <a:pt x="234" y="698"/>
                    <a:pt x="206" y="79"/>
                  </a:cubicBezTo>
                  <a:cubicBezTo>
                    <a:pt x="204" y="27"/>
                    <a:pt x="163"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04"/>
            <p:cNvSpPr/>
            <p:nvPr/>
          </p:nvSpPr>
          <p:spPr>
            <a:xfrm>
              <a:off x="7815250" y="632632"/>
              <a:ext cx="5450" cy="54150"/>
            </a:xfrm>
            <a:custGeom>
              <a:rect b="b" l="l" r="r" t="t"/>
              <a:pathLst>
                <a:path extrusionOk="0" h="2166" w="218">
                  <a:moveTo>
                    <a:pt x="111" y="0"/>
                  </a:moveTo>
                  <a:cubicBezTo>
                    <a:pt x="70" y="0"/>
                    <a:pt x="29" y="27"/>
                    <a:pt x="27" y="80"/>
                  </a:cubicBezTo>
                  <a:cubicBezTo>
                    <a:pt x="1" y="749"/>
                    <a:pt x="3" y="1414"/>
                    <a:pt x="24" y="2082"/>
                  </a:cubicBezTo>
                  <a:cubicBezTo>
                    <a:pt x="26" y="2137"/>
                    <a:pt x="68" y="2166"/>
                    <a:pt x="111" y="2166"/>
                  </a:cubicBezTo>
                  <a:cubicBezTo>
                    <a:pt x="153" y="2166"/>
                    <a:pt x="195" y="2138"/>
                    <a:pt x="198" y="2082"/>
                  </a:cubicBezTo>
                  <a:cubicBezTo>
                    <a:pt x="216" y="1414"/>
                    <a:pt x="218" y="749"/>
                    <a:pt x="193" y="80"/>
                  </a:cubicBezTo>
                  <a:cubicBezTo>
                    <a:pt x="192" y="27"/>
                    <a:pt x="152"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04"/>
            <p:cNvSpPr/>
            <p:nvPr/>
          </p:nvSpPr>
          <p:spPr>
            <a:xfrm>
              <a:off x="7815050" y="1033207"/>
              <a:ext cx="5900" cy="42725"/>
            </a:xfrm>
            <a:custGeom>
              <a:rect b="b" l="l" r="r" t="t"/>
              <a:pathLst>
                <a:path extrusionOk="0" h="1709" w="236">
                  <a:moveTo>
                    <a:pt x="118" y="0"/>
                  </a:moveTo>
                  <a:cubicBezTo>
                    <a:pt x="83" y="0"/>
                    <a:pt x="50" y="23"/>
                    <a:pt x="46" y="69"/>
                  </a:cubicBezTo>
                  <a:cubicBezTo>
                    <a:pt x="0" y="592"/>
                    <a:pt x="16" y="1122"/>
                    <a:pt x="48" y="1642"/>
                  </a:cubicBezTo>
                  <a:cubicBezTo>
                    <a:pt x="52" y="1687"/>
                    <a:pt x="85" y="1709"/>
                    <a:pt x="118" y="1709"/>
                  </a:cubicBezTo>
                  <a:cubicBezTo>
                    <a:pt x="152" y="1709"/>
                    <a:pt x="185" y="1687"/>
                    <a:pt x="187" y="1642"/>
                  </a:cubicBezTo>
                  <a:cubicBezTo>
                    <a:pt x="219" y="1122"/>
                    <a:pt x="235" y="592"/>
                    <a:pt x="192" y="69"/>
                  </a:cubicBezTo>
                  <a:cubicBezTo>
                    <a:pt x="187" y="23"/>
                    <a:pt x="152"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04"/>
            <p:cNvSpPr/>
            <p:nvPr/>
          </p:nvSpPr>
          <p:spPr>
            <a:xfrm>
              <a:off x="7815100" y="515032"/>
              <a:ext cx="5850" cy="57150"/>
            </a:xfrm>
            <a:custGeom>
              <a:rect b="b" l="l" r="r" t="t"/>
              <a:pathLst>
                <a:path extrusionOk="0" h="2286" w="234">
                  <a:moveTo>
                    <a:pt x="116" y="1"/>
                  </a:moveTo>
                  <a:cubicBezTo>
                    <a:pt x="84" y="1"/>
                    <a:pt x="51" y="23"/>
                    <a:pt x="49" y="67"/>
                  </a:cubicBezTo>
                  <a:cubicBezTo>
                    <a:pt x="1" y="783"/>
                    <a:pt x="21" y="1495"/>
                    <a:pt x="40" y="2211"/>
                  </a:cubicBezTo>
                  <a:cubicBezTo>
                    <a:pt x="41" y="2261"/>
                    <a:pt x="79" y="2286"/>
                    <a:pt x="116" y="2286"/>
                  </a:cubicBezTo>
                  <a:cubicBezTo>
                    <a:pt x="154" y="2286"/>
                    <a:pt x="192" y="2261"/>
                    <a:pt x="194" y="2211"/>
                  </a:cubicBezTo>
                  <a:cubicBezTo>
                    <a:pt x="213" y="1495"/>
                    <a:pt x="233" y="783"/>
                    <a:pt x="185" y="67"/>
                  </a:cubicBezTo>
                  <a:cubicBezTo>
                    <a:pt x="182" y="23"/>
                    <a:pt x="149" y="1"/>
                    <a:pt x="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04"/>
            <p:cNvSpPr/>
            <p:nvPr/>
          </p:nvSpPr>
          <p:spPr>
            <a:xfrm>
              <a:off x="7815550" y="743507"/>
              <a:ext cx="4950" cy="46450"/>
            </a:xfrm>
            <a:custGeom>
              <a:rect b="b" l="l" r="r" t="t"/>
              <a:pathLst>
                <a:path extrusionOk="0" h="1858" w="198">
                  <a:moveTo>
                    <a:pt x="99" y="0"/>
                  </a:moveTo>
                  <a:cubicBezTo>
                    <a:pt x="60" y="0"/>
                    <a:pt x="20" y="26"/>
                    <a:pt x="19" y="78"/>
                  </a:cubicBezTo>
                  <a:cubicBezTo>
                    <a:pt x="1" y="651"/>
                    <a:pt x="8" y="1221"/>
                    <a:pt x="33" y="1794"/>
                  </a:cubicBezTo>
                  <a:cubicBezTo>
                    <a:pt x="34" y="1836"/>
                    <a:pt x="66" y="1858"/>
                    <a:pt x="98" y="1858"/>
                  </a:cubicBezTo>
                  <a:cubicBezTo>
                    <a:pt x="130" y="1858"/>
                    <a:pt x="163" y="1836"/>
                    <a:pt x="165" y="1794"/>
                  </a:cubicBezTo>
                  <a:cubicBezTo>
                    <a:pt x="190" y="1221"/>
                    <a:pt x="197" y="651"/>
                    <a:pt x="179" y="78"/>
                  </a:cubicBezTo>
                  <a:cubicBezTo>
                    <a:pt x="178" y="26"/>
                    <a:pt x="138"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04"/>
            <p:cNvSpPr/>
            <p:nvPr/>
          </p:nvSpPr>
          <p:spPr>
            <a:xfrm>
              <a:off x="7815700" y="947457"/>
              <a:ext cx="4675" cy="42675"/>
            </a:xfrm>
            <a:custGeom>
              <a:rect b="b" l="l" r="r" t="t"/>
              <a:pathLst>
                <a:path extrusionOk="0" h="1707" w="187">
                  <a:moveTo>
                    <a:pt x="92" y="1"/>
                  </a:moveTo>
                  <a:cubicBezTo>
                    <a:pt x="58" y="1"/>
                    <a:pt x="24" y="23"/>
                    <a:pt x="22" y="68"/>
                  </a:cubicBezTo>
                  <a:cubicBezTo>
                    <a:pt x="0" y="594"/>
                    <a:pt x="11" y="1117"/>
                    <a:pt x="25" y="1640"/>
                  </a:cubicBezTo>
                  <a:cubicBezTo>
                    <a:pt x="26" y="1684"/>
                    <a:pt x="59" y="1706"/>
                    <a:pt x="93" y="1706"/>
                  </a:cubicBezTo>
                  <a:cubicBezTo>
                    <a:pt x="127" y="1706"/>
                    <a:pt x="160" y="1684"/>
                    <a:pt x="161" y="1640"/>
                  </a:cubicBezTo>
                  <a:cubicBezTo>
                    <a:pt x="173" y="1117"/>
                    <a:pt x="187" y="594"/>
                    <a:pt x="163" y="68"/>
                  </a:cubicBezTo>
                  <a:cubicBezTo>
                    <a:pt x="161" y="23"/>
                    <a:pt x="127"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04"/>
            <p:cNvSpPr/>
            <p:nvPr/>
          </p:nvSpPr>
          <p:spPr>
            <a:xfrm>
              <a:off x="7811725" y="850532"/>
              <a:ext cx="5400" cy="47050"/>
            </a:xfrm>
            <a:custGeom>
              <a:rect b="b" l="l" r="r" t="t"/>
              <a:pathLst>
                <a:path extrusionOk="0" h="1882" w="216">
                  <a:moveTo>
                    <a:pt x="108" y="0"/>
                  </a:moveTo>
                  <a:cubicBezTo>
                    <a:pt x="65" y="0"/>
                    <a:pt x="21" y="28"/>
                    <a:pt x="20" y="85"/>
                  </a:cubicBezTo>
                  <a:cubicBezTo>
                    <a:pt x="1" y="658"/>
                    <a:pt x="15" y="1230"/>
                    <a:pt x="24" y="1800"/>
                  </a:cubicBezTo>
                  <a:cubicBezTo>
                    <a:pt x="26" y="1854"/>
                    <a:pt x="67" y="1881"/>
                    <a:pt x="109" y="1881"/>
                  </a:cubicBezTo>
                  <a:cubicBezTo>
                    <a:pt x="150" y="1881"/>
                    <a:pt x="191" y="1854"/>
                    <a:pt x="191" y="1800"/>
                  </a:cubicBezTo>
                  <a:cubicBezTo>
                    <a:pt x="203" y="1230"/>
                    <a:pt x="216" y="658"/>
                    <a:pt x="198" y="85"/>
                  </a:cubicBezTo>
                  <a:cubicBezTo>
                    <a:pt x="195" y="28"/>
                    <a:pt x="152"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04"/>
            <p:cNvSpPr/>
            <p:nvPr/>
          </p:nvSpPr>
          <p:spPr>
            <a:xfrm>
              <a:off x="7811925" y="1215307"/>
              <a:ext cx="5000" cy="36000"/>
            </a:xfrm>
            <a:custGeom>
              <a:rect b="b" l="l" r="r" t="t"/>
              <a:pathLst>
                <a:path extrusionOk="0" h="1440" w="200">
                  <a:moveTo>
                    <a:pt x="100" y="0"/>
                  </a:moveTo>
                  <a:cubicBezTo>
                    <a:pt x="61" y="0"/>
                    <a:pt x="23" y="26"/>
                    <a:pt x="22" y="77"/>
                  </a:cubicBezTo>
                  <a:cubicBezTo>
                    <a:pt x="5" y="507"/>
                    <a:pt x="0" y="936"/>
                    <a:pt x="24" y="1362"/>
                  </a:cubicBezTo>
                  <a:cubicBezTo>
                    <a:pt x="26" y="1414"/>
                    <a:pt x="63" y="1439"/>
                    <a:pt x="101" y="1439"/>
                  </a:cubicBezTo>
                  <a:cubicBezTo>
                    <a:pt x="138" y="1439"/>
                    <a:pt x="176" y="1414"/>
                    <a:pt x="178" y="1362"/>
                  </a:cubicBezTo>
                  <a:cubicBezTo>
                    <a:pt x="199" y="936"/>
                    <a:pt x="197" y="507"/>
                    <a:pt x="181" y="77"/>
                  </a:cubicBezTo>
                  <a:cubicBezTo>
                    <a:pt x="178" y="26"/>
                    <a:pt x="139"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04"/>
            <p:cNvSpPr/>
            <p:nvPr/>
          </p:nvSpPr>
          <p:spPr>
            <a:xfrm>
              <a:off x="7811000" y="1122432"/>
              <a:ext cx="6125" cy="50150"/>
            </a:xfrm>
            <a:custGeom>
              <a:rect b="b" l="l" r="r" t="t"/>
              <a:pathLst>
                <a:path extrusionOk="0" h="2006" w="245">
                  <a:moveTo>
                    <a:pt x="137" y="1"/>
                  </a:moveTo>
                  <a:cubicBezTo>
                    <a:pt x="100" y="1"/>
                    <a:pt x="63" y="26"/>
                    <a:pt x="58" y="75"/>
                  </a:cubicBezTo>
                  <a:cubicBezTo>
                    <a:pt x="0" y="689"/>
                    <a:pt x="28" y="1316"/>
                    <a:pt x="24" y="1933"/>
                  </a:cubicBezTo>
                  <a:cubicBezTo>
                    <a:pt x="24" y="1982"/>
                    <a:pt x="60" y="2006"/>
                    <a:pt x="98" y="2006"/>
                  </a:cubicBezTo>
                  <a:cubicBezTo>
                    <a:pt x="135" y="2006"/>
                    <a:pt x="174" y="1982"/>
                    <a:pt x="176" y="1933"/>
                  </a:cubicBezTo>
                  <a:cubicBezTo>
                    <a:pt x="194" y="1317"/>
                    <a:pt x="245" y="691"/>
                    <a:pt x="210" y="75"/>
                  </a:cubicBezTo>
                  <a:cubicBezTo>
                    <a:pt x="208" y="25"/>
                    <a:pt x="173"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04"/>
            <p:cNvSpPr/>
            <p:nvPr/>
          </p:nvSpPr>
          <p:spPr>
            <a:xfrm>
              <a:off x="7717450" y="1232707"/>
              <a:ext cx="53725" cy="27075"/>
            </a:xfrm>
            <a:custGeom>
              <a:rect b="b" l="l" r="r" t="t"/>
              <a:pathLst>
                <a:path extrusionOk="0" h="1083" w="2149">
                  <a:moveTo>
                    <a:pt x="164" y="0"/>
                  </a:moveTo>
                  <a:cubicBezTo>
                    <a:pt x="65" y="0"/>
                    <a:pt x="0" y="141"/>
                    <a:pt x="106" y="193"/>
                  </a:cubicBezTo>
                  <a:cubicBezTo>
                    <a:pt x="727" y="491"/>
                    <a:pt x="1344" y="817"/>
                    <a:pt x="1983" y="1076"/>
                  </a:cubicBezTo>
                  <a:cubicBezTo>
                    <a:pt x="1994" y="1080"/>
                    <a:pt x="2005" y="1082"/>
                    <a:pt x="2015" y="1082"/>
                  </a:cubicBezTo>
                  <a:cubicBezTo>
                    <a:pt x="2102" y="1082"/>
                    <a:pt x="2148" y="940"/>
                    <a:pt x="2059" y="891"/>
                  </a:cubicBezTo>
                  <a:cubicBezTo>
                    <a:pt x="1463" y="563"/>
                    <a:pt x="829" y="297"/>
                    <a:pt x="212" y="12"/>
                  </a:cubicBezTo>
                  <a:cubicBezTo>
                    <a:pt x="196" y="4"/>
                    <a:pt x="179" y="0"/>
                    <a:pt x="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04"/>
            <p:cNvSpPr/>
            <p:nvPr/>
          </p:nvSpPr>
          <p:spPr>
            <a:xfrm>
              <a:off x="7618700" y="1185732"/>
              <a:ext cx="48225" cy="23350"/>
            </a:xfrm>
            <a:custGeom>
              <a:rect b="b" l="l" r="r" t="t"/>
              <a:pathLst>
                <a:path extrusionOk="0" h="934" w="1929">
                  <a:moveTo>
                    <a:pt x="115" y="0"/>
                  </a:moveTo>
                  <a:cubicBezTo>
                    <a:pt x="29" y="0"/>
                    <a:pt x="1" y="136"/>
                    <a:pt x="97" y="167"/>
                  </a:cubicBezTo>
                  <a:cubicBezTo>
                    <a:pt x="689" y="357"/>
                    <a:pt x="1218" y="643"/>
                    <a:pt x="1771" y="923"/>
                  </a:cubicBezTo>
                  <a:cubicBezTo>
                    <a:pt x="1786" y="930"/>
                    <a:pt x="1801" y="934"/>
                    <a:pt x="1814" y="934"/>
                  </a:cubicBezTo>
                  <a:cubicBezTo>
                    <a:pt x="1888" y="934"/>
                    <a:pt x="1928" y="832"/>
                    <a:pt x="1856" y="777"/>
                  </a:cubicBezTo>
                  <a:cubicBezTo>
                    <a:pt x="1352" y="404"/>
                    <a:pt x="743" y="172"/>
                    <a:pt x="140" y="4"/>
                  </a:cubicBezTo>
                  <a:cubicBezTo>
                    <a:pt x="131" y="1"/>
                    <a:pt x="123"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04"/>
            <p:cNvSpPr/>
            <p:nvPr/>
          </p:nvSpPr>
          <p:spPr>
            <a:xfrm>
              <a:off x="7521125" y="1128532"/>
              <a:ext cx="36250" cy="26950"/>
            </a:xfrm>
            <a:custGeom>
              <a:rect b="b" l="l" r="r" t="t"/>
              <a:pathLst>
                <a:path extrusionOk="0" h="1078" w="1450">
                  <a:moveTo>
                    <a:pt x="163" y="0"/>
                  </a:moveTo>
                  <a:cubicBezTo>
                    <a:pt x="84" y="0"/>
                    <a:pt x="1" y="94"/>
                    <a:pt x="58" y="172"/>
                  </a:cubicBezTo>
                  <a:cubicBezTo>
                    <a:pt x="372" y="588"/>
                    <a:pt x="771" y="909"/>
                    <a:pt x="1270" y="1073"/>
                  </a:cubicBezTo>
                  <a:cubicBezTo>
                    <a:pt x="1280" y="1076"/>
                    <a:pt x="1290" y="1078"/>
                    <a:pt x="1300" y="1078"/>
                  </a:cubicBezTo>
                  <a:cubicBezTo>
                    <a:pt x="1394" y="1078"/>
                    <a:pt x="1449" y="927"/>
                    <a:pt x="1351" y="881"/>
                  </a:cubicBezTo>
                  <a:cubicBezTo>
                    <a:pt x="916" y="680"/>
                    <a:pt x="533" y="410"/>
                    <a:pt x="236" y="36"/>
                  </a:cubicBezTo>
                  <a:cubicBezTo>
                    <a:pt x="216" y="11"/>
                    <a:pt x="190"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04"/>
            <p:cNvSpPr/>
            <p:nvPr/>
          </p:nvSpPr>
          <p:spPr>
            <a:xfrm>
              <a:off x="7422250" y="1085307"/>
              <a:ext cx="44350" cy="24125"/>
            </a:xfrm>
            <a:custGeom>
              <a:rect b="b" l="l" r="r" t="t"/>
              <a:pathLst>
                <a:path extrusionOk="0" h="965" w="1774">
                  <a:moveTo>
                    <a:pt x="119" y="1"/>
                  </a:moveTo>
                  <a:cubicBezTo>
                    <a:pt x="45" y="1"/>
                    <a:pt x="1" y="124"/>
                    <a:pt x="78" y="158"/>
                  </a:cubicBezTo>
                  <a:cubicBezTo>
                    <a:pt x="609" y="385"/>
                    <a:pt x="1113" y="668"/>
                    <a:pt x="1611" y="952"/>
                  </a:cubicBezTo>
                  <a:cubicBezTo>
                    <a:pt x="1627" y="961"/>
                    <a:pt x="1642" y="964"/>
                    <a:pt x="1656" y="964"/>
                  </a:cubicBezTo>
                  <a:cubicBezTo>
                    <a:pt x="1731" y="964"/>
                    <a:pt x="1773" y="856"/>
                    <a:pt x="1700" y="804"/>
                  </a:cubicBezTo>
                  <a:cubicBezTo>
                    <a:pt x="1221" y="456"/>
                    <a:pt x="694" y="210"/>
                    <a:pt x="143" y="5"/>
                  </a:cubicBezTo>
                  <a:cubicBezTo>
                    <a:pt x="135" y="2"/>
                    <a:pt x="127"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04"/>
            <p:cNvSpPr/>
            <p:nvPr/>
          </p:nvSpPr>
          <p:spPr>
            <a:xfrm>
              <a:off x="6944050" y="1127857"/>
              <a:ext cx="451525" cy="196250"/>
            </a:xfrm>
            <a:custGeom>
              <a:rect b="b" l="l" r="r" t="t"/>
              <a:pathLst>
                <a:path extrusionOk="0" h="7850" w="18061">
                  <a:moveTo>
                    <a:pt x="17801" y="1"/>
                  </a:moveTo>
                  <a:cubicBezTo>
                    <a:pt x="17772" y="1"/>
                    <a:pt x="17748" y="16"/>
                    <a:pt x="17733" y="35"/>
                  </a:cubicBezTo>
                  <a:cubicBezTo>
                    <a:pt x="17711" y="28"/>
                    <a:pt x="17688" y="24"/>
                    <a:pt x="17664" y="24"/>
                  </a:cubicBezTo>
                  <a:cubicBezTo>
                    <a:pt x="17630" y="24"/>
                    <a:pt x="17595" y="32"/>
                    <a:pt x="17560" y="51"/>
                  </a:cubicBezTo>
                  <a:cubicBezTo>
                    <a:pt x="11896" y="2892"/>
                    <a:pt x="6038" y="5129"/>
                    <a:pt x="193" y="7542"/>
                  </a:cubicBezTo>
                  <a:lnTo>
                    <a:pt x="190" y="7542"/>
                  </a:lnTo>
                  <a:lnTo>
                    <a:pt x="0" y="7550"/>
                  </a:lnTo>
                  <a:cubicBezTo>
                    <a:pt x="3" y="7602"/>
                    <a:pt x="6" y="7655"/>
                    <a:pt x="8" y="7705"/>
                  </a:cubicBezTo>
                  <a:cubicBezTo>
                    <a:pt x="10" y="7763"/>
                    <a:pt x="53" y="7790"/>
                    <a:pt x="96" y="7790"/>
                  </a:cubicBezTo>
                  <a:cubicBezTo>
                    <a:pt x="102" y="7790"/>
                    <a:pt x="108" y="7790"/>
                    <a:pt x="114" y="7789"/>
                  </a:cubicBezTo>
                  <a:cubicBezTo>
                    <a:pt x="137" y="7824"/>
                    <a:pt x="175" y="7850"/>
                    <a:pt x="225" y="7850"/>
                  </a:cubicBezTo>
                  <a:cubicBezTo>
                    <a:pt x="241" y="7850"/>
                    <a:pt x="257" y="7847"/>
                    <a:pt x="275" y="7842"/>
                  </a:cubicBezTo>
                  <a:cubicBezTo>
                    <a:pt x="6307" y="6029"/>
                    <a:pt x="12178" y="3268"/>
                    <a:pt x="17798" y="460"/>
                  </a:cubicBezTo>
                  <a:cubicBezTo>
                    <a:pt x="17884" y="418"/>
                    <a:pt x="17916" y="347"/>
                    <a:pt x="17916" y="277"/>
                  </a:cubicBezTo>
                  <a:cubicBezTo>
                    <a:pt x="17920" y="280"/>
                    <a:pt x="17925" y="283"/>
                    <a:pt x="17929" y="285"/>
                  </a:cubicBezTo>
                  <a:lnTo>
                    <a:pt x="18061" y="23"/>
                  </a:lnTo>
                  <a:cubicBezTo>
                    <a:pt x="17975" y="13"/>
                    <a:pt x="17893" y="5"/>
                    <a:pt x="17807" y="1"/>
                  </a:cubicBezTo>
                  <a:cubicBezTo>
                    <a:pt x="17805" y="1"/>
                    <a:pt x="17803" y="1"/>
                    <a:pt x="17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04"/>
            <p:cNvSpPr/>
            <p:nvPr/>
          </p:nvSpPr>
          <p:spPr>
            <a:xfrm>
              <a:off x="7320475" y="1083082"/>
              <a:ext cx="46875" cy="27325"/>
            </a:xfrm>
            <a:custGeom>
              <a:rect b="b" l="l" r="r" t="t"/>
              <a:pathLst>
                <a:path extrusionOk="0" h="1093" w="1875">
                  <a:moveTo>
                    <a:pt x="1754" y="1"/>
                  </a:moveTo>
                  <a:cubicBezTo>
                    <a:pt x="1745" y="1"/>
                    <a:pt x="1737" y="2"/>
                    <a:pt x="1727" y="5"/>
                  </a:cubicBezTo>
                  <a:cubicBezTo>
                    <a:pt x="1131" y="166"/>
                    <a:pt x="572" y="568"/>
                    <a:pt x="77" y="925"/>
                  </a:cubicBezTo>
                  <a:cubicBezTo>
                    <a:pt x="1" y="980"/>
                    <a:pt x="45" y="1092"/>
                    <a:pt x="119" y="1092"/>
                  </a:cubicBezTo>
                  <a:cubicBezTo>
                    <a:pt x="133" y="1092"/>
                    <a:pt x="149" y="1088"/>
                    <a:pt x="164" y="1078"/>
                  </a:cubicBezTo>
                  <a:cubicBezTo>
                    <a:pt x="693" y="752"/>
                    <a:pt x="1284" y="514"/>
                    <a:pt x="1799" y="173"/>
                  </a:cubicBezTo>
                  <a:cubicBezTo>
                    <a:pt x="1875" y="121"/>
                    <a:pt x="1839" y="1"/>
                    <a:pt x="1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04"/>
            <p:cNvSpPr/>
            <p:nvPr/>
          </p:nvSpPr>
          <p:spPr>
            <a:xfrm>
              <a:off x="7217450" y="1133882"/>
              <a:ext cx="39700" cy="14750"/>
            </a:xfrm>
            <a:custGeom>
              <a:rect b="b" l="l" r="r" t="t"/>
              <a:pathLst>
                <a:path extrusionOk="0" h="590" w="1588">
                  <a:moveTo>
                    <a:pt x="1442" y="1"/>
                  </a:moveTo>
                  <a:cubicBezTo>
                    <a:pt x="1436" y="1"/>
                    <a:pt x="1430" y="1"/>
                    <a:pt x="1425" y="2"/>
                  </a:cubicBezTo>
                  <a:cubicBezTo>
                    <a:pt x="972" y="96"/>
                    <a:pt x="526" y="277"/>
                    <a:pt x="90" y="430"/>
                  </a:cubicBezTo>
                  <a:cubicBezTo>
                    <a:pt x="1" y="461"/>
                    <a:pt x="27" y="590"/>
                    <a:pt x="111" y="590"/>
                  </a:cubicBezTo>
                  <a:cubicBezTo>
                    <a:pt x="118" y="590"/>
                    <a:pt x="126" y="589"/>
                    <a:pt x="134" y="587"/>
                  </a:cubicBezTo>
                  <a:cubicBezTo>
                    <a:pt x="586" y="462"/>
                    <a:pt x="1062" y="353"/>
                    <a:pt x="1494" y="168"/>
                  </a:cubicBezTo>
                  <a:cubicBezTo>
                    <a:pt x="1587" y="129"/>
                    <a:pt x="1528" y="1"/>
                    <a:pt x="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04"/>
            <p:cNvSpPr/>
            <p:nvPr/>
          </p:nvSpPr>
          <p:spPr>
            <a:xfrm>
              <a:off x="7135475" y="1172557"/>
              <a:ext cx="43075" cy="19075"/>
            </a:xfrm>
            <a:custGeom>
              <a:rect b="b" l="l" r="r" t="t"/>
              <a:pathLst>
                <a:path extrusionOk="0" h="763" w="1723">
                  <a:moveTo>
                    <a:pt x="1579" y="0"/>
                  </a:moveTo>
                  <a:cubicBezTo>
                    <a:pt x="1571" y="0"/>
                    <a:pt x="1561" y="2"/>
                    <a:pt x="1552" y="4"/>
                  </a:cubicBezTo>
                  <a:cubicBezTo>
                    <a:pt x="1057" y="150"/>
                    <a:pt x="568" y="372"/>
                    <a:pt x="95" y="575"/>
                  </a:cubicBezTo>
                  <a:cubicBezTo>
                    <a:pt x="1" y="615"/>
                    <a:pt x="53" y="762"/>
                    <a:pt x="142" y="762"/>
                  </a:cubicBezTo>
                  <a:cubicBezTo>
                    <a:pt x="151" y="762"/>
                    <a:pt x="161" y="761"/>
                    <a:pt x="171" y="757"/>
                  </a:cubicBezTo>
                  <a:cubicBezTo>
                    <a:pt x="658" y="587"/>
                    <a:pt x="1166" y="418"/>
                    <a:pt x="1630" y="189"/>
                  </a:cubicBezTo>
                  <a:cubicBezTo>
                    <a:pt x="1723" y="142"/>
                    <a:pt x="1671"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04"/>
            <p:cNvSpPr/>
            <p:nvPr/>
          </p:nvSpPr>
          <p:spPr>
            <a:xfrm>
              <a:off x="7045950" y="1215132"/>
              <a:ext cx="38700" cy="21250"/>
            </a:xfrm>
            <a:custGeom>
              <a:rect b="b" l="l" r="r" t="t"/>
              <a:pathLst>
                <a:path extrusionOk="0" h="850" w="1548">
                  <a:moveTo>
                    <a:pt x="1426" y="0"/>
                  </a:moveTo>
                  <a:cubicBezTo>
                    <a:pt x="1414" y="0"/>
                    <a:pt x="1401" y="3"/>
                    <a:pt x="1388" y="10"/>
                  </a:cubicBezTo>
                  <a:cubicBezTo>
                    <a:pt x="944" y="220"/>
                    <a:pt x="515" y="460"/>
                    <a:pt x="83" y="691"/>
                  </a:cubicBezTo>
                  <a:cubicBezTo>
                    <a:pt x="0" y="737"/>
                    <a:pt x="50" y="849"/>
                    <a:pt x="127" y="849"/>
                  </a:cubicBezTo>
                  <a:cubicBezTo>
                    <a:pt x="141" y="849"/>
                    <a:pt x="155" y="846"/>
                    <a:pt x="169" y="838"/>
                  </a:cubicBezTo>
                  <a:cubicBezTo>
                    <a:pt x="605" y="612"/>
                    <a:pt x="1044" y="395"/>
                    <a:pt x="1469" y="148"/>
                  </a:cubicBezTo>
                  <a:cubicBezTo>
                    <a:pt x="1548" y="104"/>
                    <a:pt x="1500" y="0"/>
                    <a:pt x="1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04"/>
            <p:cNvSpPr/>
            <p:nvPr/>
          </p:nvSpPr>
          <p:spPr>
            <a:xfrm>
              <a:off x="6992700" y="918882"/>
              <a:ext cx="6500" cy="46725"/>
            </a:xfrm>
            <a:custGeom>
              <a:rect b="b" l="l" r="r" t="t"/>
              <a:pathLst>
                <a:path extrusionOk="0" h="1869" w="260">
                  <a:moveTo>
                    <a:pt x="129" y="0"/>
                  </a:moveTo>
                  <a:cubicBezTo>
                    <a:pt x="95" y="0"/>
                    <a:pt x="61" y="23"/>
                    <a:pt x="59" y="68"/>
                  </a:cubicBezTo>
                  <a:cubicBezTo>
                    <a:pt x="31" y="634"/>
                    <a:pt x="1" y="1218"/>
                    <a:pt x="40" y="1783"/>
                  </a:cubicBezTo>
                  <a:cubicBezTo>
                    <a:pt x="45" y="1840"/>
                    <a:pt x="88" y="1868"/>
                    <a:pt x="130" y="1868"/>
                  </a:cubicBezTo>
                  <a:cubicBezTo>
                    <a:pt x="173" y="1868"/>
                    <a:pt x="215" y="1840"/>
                    <a:pt x="218" y="1783"/>
                  </a:cubicBezTo>
                  <a:cubicBezTo>
                    <a:pt x="259" y="1218"/>
                    <a:pt x="227" y="634"/>
                    <a:pt x="200" y="68"/>
                  </a:cubicBezTo>
                  <a:cubicBezTo>
                    <a:pt x="197" y="23"/>
                    <a:pt x="164" y="0"/>
                    <a:pt x="1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04"/>
            <p:cNvSpPr/>
            <p:nvPr/>
          </p:nvSpPr>
          <p:spPr>
            <a:xfrm>
              <a:off x="6992375" y="568457"/>
              <a:ext cx="7175" cy="39575"/>
            </a:xfrm>
            <a:custGeom>
              <a:rect b="b" l="l" r="r" t="t"/>
              <a:pathLst>
                <a:path extrusionOk="0" h="1583" w="287">
                  <a:moveTo>
                    <a:pt x="143" y="0"/>
                  </a:moveTo>
                  <a:cubicBezTo>
                    <a:pt x="106" y="0"/>
                    <a:pt x="67" y="25"/>
                    <a:pt x="65" y="74"/>
                  </a:cubicBezTo>
                  <a:cubicBezTo>
                    <a:pt x="53" y="543"/>
                    <a:pt x="0" y="1038"/>
                    <a:pt x="63" y="1504"/>
                  </a:cubicBezTo>
                  <a:cubicBezTo>
                    <a:pt x="70" y="1556"/>
                    <a:pt x="107" y="1582"/>
                    <a:pt x="144" y="1582"/>
                  </a:cubicBezTo>
                  <a:cubicBezTo>
                    <a:pt x="181" y="1582"/>
                    <a:pt x="217" y="1556"/>
                    <a:pt x="224" y="1504"/>
                  </a:cubicBezTo>
                  <a:cubicBezTo>
                    <a:pt x="286" y="1036"/>
                    <a:pt x="234" y="543"/>
                    <a:pt x="220" y="74"/>
                  </a:cubicBezTo>
                  <a:cubicBezTo>
                    <a:pt x="219" y="25"/>
                    <a:pt x="181"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04"/>
            <p:cNvSpPr/>
            <p:nvPr/>
          </p:nvSpPr>
          <p:spPr>
            <a:xfrm>
              <a:off x="6990625" y="1015507"/>
              <a:ext cx="9225" cy="35675"/>
            </a:xfrm>
            <a:custGeom>
              <a:rect b="b" l="l" r="r" t="t"/>
              <a:pathLst>
                <a:path extrusionOk="0" h="1427" w="369">
                  <a:moveTo>
                    <a:pt x="75" y="0"/>
                  </a:moveTo>
                  <a:cubicBezTo>
                    <a:pt x="37" y="0"/>
                    <a:pt x="0" y="30"/>
                    <a:pt x="16" y="77"/>
                  </a:cubicBezTo>
                  <a:cubicBezTo>
                    <a:pt x="144" y="493"/>
                    <a:pt x="163" y="916"/>
                    <a:pt x="128" y="1350"/>
                  </a:cubicBezTo>
                  <a:cubicBezTo>
                    <a:pt x="124" y="1399"/>
                    <a:pt x="168" y="1427"/>
                    <a:pt x="210" y="1427"/>
                  </a:cubicBezTo>
                  <a:cubicBezTo>
                    <a:pt x="243" y="1427"/>
                    <a:pt x="276" y="1409"/>
                    <a:pt x="283" y="1370"/>
                  </a:cubicBezTo>
                  <a:cubicBezTo>
                    <a:pt x="368" y="916"/>
                    <a:pt x="302" y="475"/>
                    <a:pt x="137" y="43"/>
                  </a:cubicBezTo>
                  <a:cubicBezTo>
                    <a:pt x="126" y="14"/>
                    <a:pt x="100"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04"/>
            <p:cNvSpPr/>
            <p:nvPr/>
          </p:nvSpPr>
          <p:spPr>
            <a:xfrm>
              <a:off x="6993400" y="407882"/>
              <a:ext cx="5125" cy="24875"/>
            </a:xfrm>
            <a:custGeom>
              <a:rect b="b" l="l" r="r" t="t"/>
              <a:pathLst>
                <a:path extrusionOk="0" h="995" w="205">
                  <a:moveTo>
                    <a:pt x="103" y="0"/>
                  </a:moveTo>
                  <a:cubicBezTo>
                    <a:pt x="71" y="0"/>
                    <a:pt x="39" y="21"/>
                    <a:pt x="38" y="63"/>
                  </a:cubicBezTo>
                  <a:cubicBezTo>
                    <a:pt x="31" y="347"/>
                    <a:pt x="1" y="640"/>
                    <a:pt x="26" y="922"/>
                  </a:cubicBezTo>
                  <a:cubicBezTo>
                    <a:pt x="31" y="970"/>
                    <a:pt x="67" y="995"/>
                    <a:pt x="103" y="995"/>
                  </a:cubicBezTo>
                  <a:cubicBezTo>
                    <a:pt x="138" y="995"/>
                    <a:pt x="174" y="970"/>
                    <a:pt x="179" y="922"/>
                  </a:cubicBezTo>
                  <a:cubicBezTo>
                    <a:pt x="205" y="640"/>
                    <a:pt x="174" y="347"/>
                    <a:pt x="167" y="63"/>
                  </a:cubicBezTo>
                  <a:cubicBezTo>
                    <a:pt x="166" y="21"/>
                    <a:pt x="134"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04"/>
            <p:cNvSpPr/>
            <p:nvPr/>
          </p:nvSpPr>
          <p:spPr>
            <a:xfrm>
              <a:off x="6992700" y="833407"/>
              <a:ext cx="5300" cy="46200"/>
            </a:xfrm>
            <a:custGeom>
              <a:rect b="b" l="l" r="r" t="t"/>
              <a:pathLst>
                <a:path extrusionOk="0" h="1848" w="212">
                  <a:moveTo>
                    <a:pt x="62" y="1"/>
                  </a:moveTo>
                  <a:cubicBezTo>
                    <a:pt x="33" y="1"/>
                    <a:pt x="4" y="19"/>
                    <a:pt x="4" y="59"/>
                  </a:cubicBezTo>
                  <a:cubicBezTo>
                    <a:pt x="6" y="631"/>
                    <a:pt x="1" y="1202"/>
                    <a:pt x="50" y="1772"/>
                  </a:cubicBezTo>
                  <a:cubicBezTo>
                    <a:pt x="53" y="1822"/>
                    <a:pt x="92" y="1847"/>
                    <a:pt x="131" y="1847"/>
                  </a:cubicBezTo>
                  <a:cubicBezTo>
                    <a:pt x="168" y="1847"/>
                    <a:pt x="205" y="1823"/>
                    <a:pt x="205" y="1772"/>
                  </a:cubicBezTo>
                  <a:cubicBezTo>
                    <a:pt x="211" y="1200"/>
                    <a:pt x="165" y="629"/>
                    <a:pt x="126" y="59"/>
                  </a:cubicBezTo>
                  <a:cubicBezTo>
                    <a:pt x="124" y="20"/>
                    <a:pt x="93"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04"/>
            <p:cNvSpPr/>
            <p:nvPr/>
          </p:nvSpPr>
          <p:spPr>
            <a:xfrm>
              <a:off x="6987225" y="303607"/>
              <a:ext cx="10175" cy="39975"/>
            </a:xfrm>
            <a:custGeom>
              <a:rect b="b" l="l" r="r" t="t"/>
              <a:pathLst>
                <a:path extrusionOk="0" h="1599" w="407">
                  <a:moveTo>
                    <a:pt x="313" y="1"/>
                  </a:moveTo>
                  <a:cubicBezTo>
                    <a:pt x="281" y="1"/>
                    <a:pt x="250" y="18"/>
                    <a:pt x="237" y="57"/>
                  </a:cubicBezTo>
                  <a:cubicBezTo>
                    <a:pt x="84" y="528"/>
                    <a:pt x="1" y="1055"/>
                    <a:pt x="134" y="1540"/>
                  </a:cubicBezTo>
                  <a:cubicBezTo>
                    <a:pt x="146" y="1580"/>
                    <a:pt x="181" y="1599"/>
                    <a:pt x="216" y="1599"/>
                  </a:cubicBezTo>
                  <a:cubicBezTo>
                    <a:pt x="259" y="1599"/>
                    <a:pt x="302" y="1570"/>
                    <a:pt x="301" y="1516"/>
                  </a:cubicBezTo>
                  <a:cubicBezTo>
                    <a:pt x="295" y="1031"/>
                    <a:pt x="273" y="576"/>
                    <a:pt x="391" y="99"/>
                  </a:cubicBezTo>
                  <a:cubicBezTo>
                    <a:pt x="406" y="39"/>
                    <a:pt x="359" y="1"/>
                    <a:pt x="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04"/>
            <p:cNvSpPr/>
            <p:nvPr/>
          </p:nvSpPr>
          <p:spPr>
            <a:xfrm>
              <a:off x="6987350" y="654357"/>
              <a:ext cx="11225" cy="46950"/>
            </a:xfrm>
            <a:custGeom>
              <a:rect b="b" l="l" r="r" t="t"/>
              <a:pathLst>
                <a:path extrusionOk="0" h="1878" w="449">
                  <a:moveTo>
                    <a:pt x="78" y="1"/>
                  </a:moveTo>
                  <a:cubicBezTo>
                    <a:pt x="40" y="1"/>
                    <a:pt x="0" y="33"/>
                    <a:pt x="10" y="83"/>
                  </a:cubicBezTo>
                  <a:cubicBezTo>
                    <a:pt x="75" y="379"/>
                    <a:pt x="113" y="677"/>
                    <a:pt x="121" y="980"/>
                  </a:cubicBezTo>
                  <a:cubicBezTo>
                    <a:pt x="127" y="1250"/>
                    <a:pt x="77" y="1517"/>
                    <a:pt x="93" y="1783"/>
                  </a:cubicBezTo>
                  <a:cubicBezTo>
                    <a:pt x="97" y="1843"/>
                    <a:pt x="146" y="1878"/>
                    <a:pt x="194" y="1878"/>
                  </a:cubicBezTo>
                  <a:cubicBezTo>
                    <a:pt x="233" y="1878"/>
                    <a:pt x="270" y="1856"/>
                    <a:pt x="284" y="1809"/>
                  </a:cubicBezTo>
                  <a:cubicBezTo>
                    <a:pt x="449" y="1266"/>
                    <a:pt x="296" y="578"/>
                    <a:pt x="139" y="47"/>
                  </a:cubicBezTo>
                  <a:cubicBezTo>
                    <a:pt x="129" y="15"/>
                    <a:pt x="104"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04"/>
            <p:cNvSpPr/>
            <p:nvPr/>
          </p:nvSpPr>
          <p:spPr>
            <a:xfrm>
              <a:off x="6988875" y="739957"/>
              <a:ext cx="7050" cy="40125"/>
            </a:xfrm>
            <a:custGeom>
              <a:rect b="b" l="l" r="r" t="t"/>
              <a:pathLst>
                <a:path extrusionOk="0" h="1605" w="282">
                  <a:moveTo>
                    <a:pt x="141" y="1"/>
                  </a:moveTo>
                  <a:cubicBezTo>
                    <a:pt x="102" y="1"/>
                    <a:pt x="64" y="26"/>
                    <a:pt x="62" y="77"/>
                  </a:cubicBezTo>
                  <a:cubicBezTo>
                    <a:pt x="36" y="552"/>
                    <a:pt x="0" y="1031"/>
                    <a:pt x="39" y="1506"/>
                  </a:cubicBezTo>
                  <a:cubicBezTo>
                    <a:pt x="43" y="1572"/>
                    <a:pt x="91" y="1605"/>
                    <a:pt x="140" y="1605"/>
                  </a:cubicBezTo>
                  <a:cubicBezTo>
                    <a:pt x="188" y="1605"/>
                    <a:pt x="237" y="1572"/>
                    <a:pt x="243" y="1506"/>
                  </a:cubicBezTo>
                  <a:cubicBezTo>
                    <a:pt x="281" y="1030"/>
                    <a:pt x="245" y="552"/>
                    <a:pt x="219" y="77"/>
                  </a:cubicBezTo>
                  <a:cubicBezTo>
                    <a:pt x="217" y="26"/>
                    <a:pt x="179"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04"/>
            <p:cNvSpPr/>
            <p:nvPr/>
          </p:nvSpPr>
          <p:spPr>
            <a:xfrm>
              <a:off x="6988500" y="482907"/>
              <a:ext cx="7700" cy="39550"/>
            </a:xfrm>
            <a:custGeom>
              <a:rect b="b" l="l" r="r" t="t"/>
              <a:pathLst>
                <a:path extrusionOk="0" h="1582" w="308">
                  <a:moveTo>
                    <a:pt x="155" y="0"/>
                  </a:moveTo>
                  <a:cubicBezTo>
                    <a:pt x="122" y="0"/>
                    <a:pt x="90" y="22"/>
                    <a:pt x="89" y="66"/>
                  </a:cubicBezTo>
                  <a:cubicBezTo>
                    <a:pt x="67" y="539"/>
                    <a:pt x="0" y="1050"/>
                    <a:pt x="67" y="1518"/>
                  </a:cubicBezTo>
                  <a:cubicBezTo>
                    <a:pt x="74" y="1560"/>
                    <a:pt x="115" y="1582"/>
                    <a:pt x="155" y="1582"/>
                  </a:cubicBezTo>
                  <a:cubicBezTo>
                    <a:pt x="195" y="1582"/>
                    <a:pt x="235" y="1560"/>
                    <a:pt x="240" y="1518"/>
                  </a:cubicBezTo>
                  <a:cubicBezTo>
                    <a:pt x="308" y="1049"/>
                    <a:pt x="243" y="539"/>
                    <a:pt x="222" y="66"/>
                  </a:cubicBezTo>
                  <a:cubicBezTo>
                    <a:pt x="220" y="22"/>
                    <a:pt x="187"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04"/>
            <p:cNvSpPr/>
            <p:nvPr/>
          </p:nvSpPr>
          <p:spPr>
            <a:xfrm>
              <a:off x="6988875" y="1201407"/>
              <a:ext cx="6975" cy="35850"/>
            </a:xfrm>
            <a:custGeom>
              <a:rect b="b" l="l" r="r" t="t"/>
              <a:pathLst>
                <a:path extrusionOk="0" h="1434" w="279">
                  <a:moveTo>
                    <a:pt x="140" y="0"/>
                  </a:moveTo>
                  <a:cubicBezTo>
                    <a:pt x="109" y="0"/>
                    <a:pt x="78" y="21"/>
                    <a:pt x="76" y="63"/>
                  </a:cubicBezTo>
                  <a:cubicBezTo>
                    <a:pt x="56" y="483"/>
                    <a:pt x="0" y="928"/>
                    <a:pt x="50" y="1349"/>
                  </a:cubicBezTo>
                  <a:cubicBezTo>
                    <a:pt x="57" y="1405"/>
                    <a:pt x="98" y="1433"/>
                    <a:pt x="139" y="1433"/>
                  </a:cubicBezTo>
                  <a:cubicBezTo>
                    <a:pt x="181" y="1433"/>
                    <a:pt x="222" y="1405"/>
                    <a:pt x="229" y="1349"/>
                  </a:cubicBezTo>
                  <a:cubicBezTo>
                    <a:pt x="279" y="928"/>
                    <a:pt x="223" y="483"/>
                    <a:pt x="203" y="63"/>
                  </a:cubicBezTo>
                  <a:cubicBezTo>
                    <a:pt x="202" y="21"/>
                    <a:pt x="171" y="0"/>
                    <a:pt x="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04"/>
            <p:cNvSpPr/>
            <p:nvPr/>
          </p:nvSpPr>
          <p:spPr>
            <a:xfrm>
              <a:off x="6985275" y="1104707"/>
              <a:ext cx="7050" cy="46675"/>
            </a:xfrm>
            <a:custGeom>
              <a:rect b="b" l="l" r="r" t="t"/>
              <a:pathLst>
                <a:path extrusionOk="0" h="1867" w="282">
                  <a:moveTo>
                    <a:pt x="141" y="0"/>
                  </a:moveTo>
                  <a:cubicBezTo>
                    <a:pt x="106" y="0"/>
                    <a:pt x="71" y="24"/>
                    <a:pt x="70" y="70"/>
                  </a:cubicBezTo>
                  <a:cubicBezTo>
                    <a:pt x="53" y="635"/>
                    <a:pt x="1" y="1220"/>
                    <a:pt x="56" y="1786"/>
                  </a:cubicBezTo>
                  <a:cubicBezTo>
                    <a:pt x="62" y="1840"/>
                    <a:pt x="102" y="1867"/>
                    <a:pt x="141" y="1867"/>
                  </a:cubicBezTo>
                  <a:cubicBezTo>
                    <a:pt x="181" y="1867"/>
                    <a:pt x="221" y="1840"/>
                    <a:pt x="226" y="1786"/>
                  </a:cubicBezTo>
                  <a:cubicBezTo>
                    <a:pt x="282" y="1220"/>
                    <a:pt x="226" y="635"/>
                    <a:pt x="212" y="70"/>
                  </a:cubicBezTo>
                  <a:cubicBezTo>
                    <a:pt x="211" y="24"/>
                    <a:pt x="176"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5" name="Google Shape;3815;p104"/>
          <p:cNvSpPr txBox="1"/>
          <p:nvPr>
            <p:ph type="title"/>
          </p:nvPr>
        </p:nvSpPr>
        <p:spPr>
          <a:xfrm>
            <a:off x="1080884" y="2182263"/>
            <a:ext cx="2984100" cy="66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Mammals</a:t>
            </a:r>
            <a:endParaRPr/>
          </a:p>
        </p:txBody>
      </p:sp>
      <p:sp>
        <p:nvSpPr>
          <p:cNvPr id="3816" name="Google Shape;3816;p104"/>
          <p:cNvSpPr txBox="1"/>
          <p:nvPr>
            <p:ph idx="1" type="body"/>
          </p:nvPr>
        </p:nvSpPr>
        <p:spPr>
          <a:xfrm>
            <a:off x="4739711" y="1770750"/>
            <a:ext cx="3540300" cy="16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Bats, although they fly like birds, are mammalian animals. In fact, th</a:t>
            </a:r>
            <a:r>
              <a:rPr lang="en"/>
              <a:t>ey</a:t>
            </a:r>
            <a:r>
              <a:rPr lang="en"/>
              <a:t> are the only mammals that can fly!</a:t>
            </a:r>
            <a:endParaRPr/>
          </a:p>
        </p:txBody>
      </p:sp>
      <p:sp>
        <p:nvSpPr>
          <p:cNvPr id="3817" name="Google Shape;3817;p104"/>
          <p:cNvSpPr txBox="1"/>
          <p:nvPr>
            <p:ph idx="2"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2</a:t>
            </a:r>
            <a:endParaRPr/>
          </a:p>
        </p:txBody>
      </p:sp>
      <p:sp>
        <p:nvSpPr>
          <p:cNvPr id="3818" name="Google Shape;3818;p104"/>
          <p:cNvSpPr/>
          <p:nvPr/>
        </p:nvSpPr>
        <p:spPr>
          <a:xfrm rot="173206">
            <a:off x="3875332" y="3568749"/>
            <a:ext cx="1393337" cy="735422"/>
          </a:xfrm>
          <a:custGeom>
            <a:rect b="b" l="l" r="r" t="t"/>
            <a:pathLst>
              <a:path extrusionOk="0" h="24747" w="98833">
                <a:moveTo>
                  <a:pt x="0" y="1867"/>
                </a:moveTo>
                <a:lnTo>
                  <a:pt x="2335" y="24747"/>
                </a:lnTo>
                <a:lnTo>
                  <a:pt x="98833" y="22879"/>
                </a:lnTo>
                <a:lnTo>
                  <a:pt x="97121" y="0"/>
                </a:lnTo>
                <a:close/>
              </a:path>
            </a:pathLst>
          </a:custGeom>
          <a:solidFill>
            <a:srgbClr val="FFE652"/>
          </a:solidFill>
          <a:ln cap="flat" cmpd="sng" w="19050">
            <a:solidFill>
              <a:srgbClr val="000000"/>
            </a:solidFill>
            <a:prstDash val="solid"/>
            <a:round/>
            <a:headEnd len="med" w="med" type="none"/>
            <a:tailEnd len="med" w="med" type="none"/>
          </a:ln>
        </p:spPr>
      </p:sp>
      <p:sp>
        <p:nvSpPr>
          <p:cNvPr id="3819" name="Google Shape;3819;p104">
            <a:hlinkClick action="ppaction://hlinksldjump" r:id="rId3"/>
          </p:cNvPr>
          <p:cNvSpPr txBox="1"/>
          <p:nvPr/>
        </p:nvSpPr>
        <p:spPr>
          <a:xfrm>
            <a:off x="3923165" y="3640500"/>
            <a:ext cx="12978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Gloria Hallelujah"/>
                <a:ea typeface="Gloria Hallelujah"/>
                <a:cs typeface="Gloria Hallelujah"/>
                <a:sym typeface="Gloria Hallelujah"/>
              </a:rPr>
              <a:t>Next question</a:t>
            </a:r>
            <a:endParaRPr sz="2000">
              <a:solidFill>
                <a:schemeClr val="dk1"/>
              </a:solidFill>
              <a:latin typeface="Gloria Hallelujah"/>
              <a:ea typeface="Gloria Hallelujah"/>
              <a:cs typeface="Gloria Hallelujah"/>
              <a:sym typeface="Gloria Hallelujah"/>
            </a:endParaRPr>
          </a:p>
        </p:txBody>
      </p:sp>
      <p:grpSp>
        <p:nvGrpSpPr>
          <p:cNvPr id="3820" name="Google Shape;3820;p104"/>
          <p:cNvGrpSpPr/>
          <p:nvPr/>
        </p:nvGrpSpPr>
        <p:grpSpPr>
          <a:xfrm>
            <a:off x="713184" y="4691184"/>
            <a:ext cx="7726459" cy="369843"/>
            <a:chOff x="713184" y="4691184"/>
            <a:chExt cx="7726459" cy="369843"/>
          </a:xfrm>
        </p:grpSpPr>
        <p:sp>
          <p:nvSpPr>
            <p:cNvPr id="3821" name="Google Shape;3821;p104"/>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822" name="Google Shape;3822;p104"/>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04"/>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04">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8" name="Shape 3828"/>
        <p:cNvGrpSpPr/>
        <p:nvPr/>
      </p:nvGrpSpPr>
      <p:grpSpPr>
        <a:xfrm>
          <a:off x="0" y="0"/>
          <a:ext cx="0" cy="0"/>
          <a:chOff x="0" y="0"/>
          <a:chExt cx="0" cy="0"/>
        </a:xfrm>
      </p:grpSpPr>
      <p:grpSp>
        <p:nvGrpSpPr>
          <p:cNvPr id="3829" name="Google Shape;3829;p105"/>
          <p:cNvGrpSpPr/>
          <p:nvPr/>
        </p:nvGrpSpPr>
        <p:grpSpPr>
          <a:xfrm>
            <a:off x="2857286" y="732167"/>
            <a:ext cx="3429984" cy="606063"/>
            <a:chOff x="5316325" y="1612757"/>
            <a:chExt cx="1404350" cy="302125"/>
          </a:xfrm>
        </p:grpSpPr>
        <p:sp>
          <p:nvSpPr>
            <p:cNvPr id="3830" name="Google Shape;3830;p105"/>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05"/>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05"/>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05"/>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05"/>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05"/>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05"/>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05"/>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05"/>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05"/>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05"/>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1" name="Google Shape;3841;p105"/>
          <p:cNvSpPr/>
          <p:nvPr/>
        </p:nvSpPr>
        <p:spPr>
          <a:xfrm>
            <a:off x="6495029" y="2878272"/>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842" name="Google Shape;3842;p105"/>
          <p:cNvSpPr/>
          <p:nvPr/>
        </p:nvSpPr>
        <p:spPr>
          <a:xfrm>
            <a:off x="1255679" y="2878272"/>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843" name="Google Shape;3843;p105"/>
          <p:cNvSpPr/>
          <p:nvPr/>
        </p:nvSpPr>
        <p:spPr>
          <a:xfrm rot="173206">
            <a:off x="3875367" y="2878311"/>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844" name="Google Shape;3844;p105"/>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3</a:t>
            </a:r>
            <a:endParaRPr/>
          </a:p>
        </p:txBody>
      </p:sp>
      <p:sp>
        <p:nvSpPr>
          <p:cNvPr id="3845" name="Google Shape;3845;p105"/>
          <p:cNvSpPr txBox="1"/>
          <p:nvPr/>
        </p:nvSpPr>
        <p:spPr>
          <a:xfrm>
            <a:off x="3200650" y="1714700"/>
            <a:ext cx="2742900" cy="44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How many legs do all arachnids have?</a:t>
            </a:r>
            <a:endParaRPr sz="1800">
              <a:solidFill>
                <a:schemeClr val="dk1"/>
              </a:solidFill>
              <a:latin typeface="Gloria Hallelujah"/>
              <a:ea typeface="Gloria Hallelujah"/>
              <a:cs typeface="Gloria Hallelujah"/>
              <a:sym typeface="Gloria Hallelujah"/>
            </a:endParaRPr>
          </a:p>
        </p:txBody>
      </p:sp>
      <p:grpSp>
        <p:nvGrpSpPr>
          <p:cNvPr id="3846" name="Google Shape;3846;p105"/>
          <p:cNvGrpSpPr/>
          <p:nvPr/>
        </p:nvGrpSpPr>
        <p:grpSpPr>
          <a:xfrm>
            <a:off x="6059000" y="1814582"/>
            <a:ext cx="856125" cy="255250"/>
            <a:chOff x="1654725" y="1638707"/>
            <a:chExt cx="856125" cy="255250"/>
          </a:xfrm>
        </p:grpSpPr>
        <p:sp>
          <p:nvSpPr>
            <p:cNvPr id="3847" name="Google Shape;3847;p105"/>
            <p:cNvSpPr/>
            <p:nvPr/>
          </p:nvSpPr>
          <p:spPr>
            <a:xfrm>
              <a:off x="1671100" y="1822932"/>
              <a:ext cx="815400" cy="62700"/>
            </a:xfrm>
            <a:custGeom>
              <a:rect b="b" l="l" r="r" t="t"/>
              <a:pathLst>
                <a:path extrusionOk="0" h="2508" w="32616">
                  <a:moveTo>
                    <a:pt x="21935" y="1"/>
                  </a:moveTo>
                  <a:cubicBezTo>
                    <a:pt x="19777" y="1"/>
                    <a:pt x="17617" y="42"/>
                    <a:pt x="15447" y="112"/>
                  </a:cubicBezTo>
                  <a:cubicBezTo>
                    <a:pt x="12462" y="209"/>
                    <a:pt x="9466" y="335"/>
                    <a:pt x="6472" y="335"/>
                  </a:cubicBezTo>
                  <a:cubicBezTo>
                    <a:pt x="4315" y="335"/>
                    <a:pt x="2159" y="270"/>
                    <a:pt x="10" y="80"/>
                  </a:cubicBezTo>
                  <a:lnTo>
                    <a:pt x="10" y="80"/>
                  </a:lnTo>
                  <a:cubicBezTo>
                    <a:pt x="16" y="889"/>
                    <a:pt x="14" y="1699"/>
                    <a:pt x="0" y="2507"/>
                  </a:cubicBezTo>
                  <a:cubicBezTo>
                    <a:pt x="1805" y="2254"/>
                    <a:pt x="3675" y="2240"/>
                    <a:pt x="5526" y="2240"/>
                  </a:cubicBezTo>
                  <a:cubicBezTo>
                    <a:pt x="5752" y="2240"/>
                    <a:pt x="5977" y="2240"/>
                    <a:pt x="6202" y="2240"/>
                  </a:cubicBezTo>
                  <a:cubicBezTo>
                    <a:pt x="6778" y="2240"/>
                    <a:pt x="7351" y="2239"/>
                    <a:pt x="7918" y="2230"/>
                  </a:cubicBezTo>
                  <a:cubicBezTo>
                    <a:pt x="10656" y="2184"/>
                    <a:pt x="13394" y="2156"/>
                    <a:pt x="16133" y="2149"/>
                  </a:cubicBezTo>
                  <a:cubicBezTo>
                    <a:pt x="16699" y="2148"/>
                    <a:pt x="17266" y="2147"/>
                    <a:pt x="17832" y="2147"/>
                  </a:cubicBezTo>
                  <a:cubicBezTo>
                    <a:pt x="22761" y="2147"/>
                    <a:pt x="27692" y="2204"/>
                    <a:pt x="32616" y="2364"/>
                  </a:cubicBezTo>
                  <a:cubicBezTo>
                    <a:pt x="32063" y="1703"/>
                    <a:pt x="31540" y="1001"/>
                    <a:pt x="31039" y="285"/>
                  </a:cubicBezTo>
                  <a:cubicBezTo>
                    <a:pt x="27996" y="83"/>
                    <a:pt x="24968" y="1"/>
                    <a:pt x="219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05"/>
            <p:cNvSpPr/>
            <p:nvPr/>
          </p:nvSpPr>
          <p:spPr>
            <a:xfrm>
              <a:off x="1670225" y="1696532"/>
              <a:ext cx="787250" cy="69875"/>
            </a:xfrm>
            <a:custGeom>
              <a:rect b="b" l="l" r="r" t="t"/>
              <a:pathLst>
                <a:path extrusionOk="0" h="2795" w="31490">
                  <a:moveTo>
                    <a:pt x="31490" y="1"/>
                  </a:moveTo>
                  <a:lnTo>
                    <a:pt x="31490" y="1"/>
                  </a:lnTo>
                  <a:cubicBezTo>
                    <a:pt x="26255" y="160"/>
                    <a:pt x="21016" y="211"/>
                    <a:pt x="15779" y="273"/>
                  </a:cubicBezTo>
                  <a:cubicBezTo>
                    <a:pt x="12118" y="319"/>
                    <a:pt x="8443" y="422"/>
                    <a:pt x="4774" y="422"/>
                  </a:cubicBezTo>
                  <a:cubicBezTo>
                    <a:pt x="3198" y="422"/>
                    <a:pt x="1623" y="403"/>
                    <a:pt x="51" y="352"/>
                  </a:cubicBezTo>
                  <a:cubicBezTo>
                    <a:pt x="29" y="352"/>
                    <a:pt x="13" y="343"/>
                    <a:pt x="1" y="331"/>
                  </a:cubicBezTo>
                  <a:lnTo>
                    <a:pt x="1" y="331"/>
                  </a:lnTo>
                  <a:cubicBezTo>
                    <a:pt x="1" y="1093"/>
                    <a:pt x="7" y="1858"/>
                    <a:pt x="17" y="2619"/>
                  </a:cubicBezTo>
                  <a:cubicBezTo>
                    <a:pt x="77" y="2600"/>
                    <a:pt x="143" y="2590"/>
                    <a:pt x="208" y="2590"/>
                  </a:cubicBezTo>
                  <a:cubicBezTo>
                    <a:pt x="220" y="2590"/>
                    <a:pt x="232" y="2591"/>
                    <a:pt x="243" y="2591"/>
                  </a:cubicBezTo>
                  <a:cubicBezTo>
                    <a:pt x="400" y="2603"/>
                    <a:pt x="516" y="2684"/>
                    <a:pt x="617" y="2794"/>
                  </a:cubicBezTo>
                  <a:cubicBezTo>
                    <a:pt x="2329" y="2751"/>
                    <a:pt x="4042" y="2737"/>
                    <a:pt x="5755" y="2737"/>
                  </a:cubicBezTo>
                  <a:cubicBezTo>
                    <a:pt x="8795" y="2737"/>
                    <a:pt x="11836" y="2781"/>
                    <a:pt x="14873" y="2781"/>
                  </a:cubicBezTo>
                  <a:cubicBezTo>
                    <a:pt x="14984" y="2781"/>
                    <a:pt x="15096" y="2781"/>
                    <a:pt x="15207" y="2781"/>
                  </a:cubicBezTo>
                  <a:cubicBezTo>
                    <a:pt x="18271" y="2779"/>
                    <a:pt x="21335" y="2774"/>
                    <a:pt x="24399" y="2774"/>
                  </a:cubicBezTo>
                  <a:cubicBezTo>
                    <a:pt x="26122" y="2774"/>
                    <a:pt x="27844" y="2776"/>
                    <a:pt x="29567" y="2781"/>
                  </a:cubicBezTo>
                  <a:cubicBezTo>
                    <a:pt x="29595" y="2760"/>
                    <a:pt x="29624" y="2744"/>
                    <a:pt x="29659" y="2735"/>
                  </a:cubicBezTo>
                  <a:cubicBezTo>
                    <a:pt x="30174" y="1782"/>
                    <a:pt x="30813" y="878"/>
                    <a:pt x="31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05"/>
            <p:cNvSpPr/>
            <p:nvPr/>
          </p:nvSpPr>
          <p:spPr>
            <a:xfrm>
              <a:off x="1654725" y="1638707"/>
              <a:ext cx="856125" cy="255250"/>
            </a:xfrm>
            <a:custGeom>
              <a:rect b="b" l="l" r="r" t="t"/>
              <a:pathLst>
                <a:path extrusionOk="0" h="10210" w="34245">
                  <a:moveTo>
                    <a:pt x="33659" y="377"/>
                  </a:moveTo>
                  <a:lnTo>
                    <a:pt x="33659" y="377"/>
                  </a:lnTo>
                  <a:cubicBezTo>
                    <a:pt x="33191" y="956"/>
                    <a:pt x="32708" y="1545"/>
                    <a:pt x="32239" y="2145"/>
                  </a:cubicBezTo>
                  <a:cubicBezTo>
                    <a:pt x="32225" y="2101"/>
                    <a:pt x="32189" y="2065"/>
                    <a:pt x="32126" y="2065"/>
                  </a:cubicBezTo>
                  <a:cubicBezTo>
                    <a:pt x="26883" y="2119"/>
                    <a:pt x="21642" y="2244"/>
                    <a:pt x="16399" y="2314"/>
                  </a:cubicBezTo>
                  <a:cubicBezTo>
                    <a:pt x="11164" y="2383"/>
                    <a:pt x="5904" y="2288"/>
                    <a:pt x="671" y="2513"/>
                  </a:cubicBezTo>
                  <a:cubicBezTo>
                    <a:pt x="649" y="2513"/>
                    <a:pt x="633" y="2521"/>
                    <a:pt x="619" y="2535"/>
                  </a:cubicBezTo>
                  <a:cubicBezTo>
                    <a:pt x="621" y="1894"/>
                    <a:pt x="625" y="1254"/>
                    <a:pt x="641" y="612"/>
                  </a:cubicBezTo>
                  <a:cubicBezTo>
                    <a:pt x="643" y="592"/>
                    <a:pt x="637" y="573"/>
                    <a:pt x="633" y="554"/>
                  </a:cubicBezTo>
                  <a:lnTo>
                    <a:pt x="633" y="554"/>
                  </a:lnTo>
                  <a:cubicBezTo>
                    <a:pt x="1464" y="624"/>
                    <a:pt x="2307" y="648"/>
                    <a:pt x="3155" y="648"/>
                  </a:cubicBezTo>
                  <a:cubicBezTo>
                    <a:pt x="4999" y="648"/>
                    <a:pt x="6864" y="535"/>
                    <a:pt x="8677" y="532"/>
                  </a:cubicBezTo>
                  <a:cubicBezTo>
                    <a:pt x="11516" y="524"/>
                    <a:pt x="14359" y="513"/>
                    <a:pt x="17199" y="497"/>
                  </a:cubicBezTo>
                  <a:cubicBezTo>
                    <a:pt x="22685" y="463"/>
                    <a:pt x="28173" y="425"/>
                    <a:pt x="33659" y="377"/>
                  </a:cubicBezTo>
                  <a:close/>
                  <a:moveTo>
                    <a:pt x="32110" y="2314"/>
                  </a:moveTo>
                  <a:lnTo>
                    <a:pt x="32110" y="2314"/>
                  </a:lnTo>
                  <a:cubicBezTo>
                    <a:pt x="31433" y="3192"/>
                    <a:pt x="30794" y="4095"/>
                    <a:pt x="30279" y="5048"/>
                  </a:cubicBezTo>
                  <a:cubicBezTo>
                    <a:pt x="30244" y="5057"/>
                    <a:pt x="30215" y="5073"/>
                    <a:pt x="30187" y="5095"/>
                  </a:cubicBezTo>
                  <a:cubicBezTo>
                    <a:pt x="28398" y="5089"/>
                    <a:pt x="26609" y="5088"/>
                    <a:pt x="24821" y="5088"/>
                  </a:cubicBezTo>
                  <a:cubicBezTo>
                    <a:pt x="21823" y="5088"/>
                    <a:pt x="18825" y="5093"/>
                    <a:pt x="15827" y="5095"/>
                  </a:cubicBezTo>
                  <a:cubicBezTo>
                    <a:pt x="15738" y="5095"/>
                    <a:pt x="15648" y="5095"/>
                    <a:pt x="15559" y="5095"/>
                  </a:cubicBezTo>
                  <a:cubicBezTo>
                    <a:pt x="12507" y="5095"/>
                    <a:pt x="9450" y="5050"/>
                    <a:pt x="6396" y="5050"/>
                  </a:cubicBezTo>
                  <a:cubicBezTo>
                    <a:pt x="4675" y="5050"/>
                    <a:pt x="2955" y="5064"/>
                    <a:pt x="1237" y="5108"/>
                  </a:cubicBezTo>
                  <a:cubicBezTo>
                    <a:pt x="1136" y="4997"/>
                    <a:pt x="1020" y="4916"/>
                    <a:pt x="863" y="4904"/>
                  </a:cubicBezTo>
                  <a:cubicBezTo>
                    <a:pt x="852" y="4904"/>
                    <a:pt x="840" y="4903"/>
                    <a:pt x="828" y="4903"/>
                  </a:cubicBezTo>
                  <a:cubicBezTo>
                    <a:pt x="763" y="4903"/>
                    <a:pt x="697" y="4913"/>
                    <a:pt x="637" y="4932"/>
                  </a:cubicBezTo>
                  <a:cubicBezTo>
                    <a:pt x="627" y="4171"/>
                    <a:pt x="621" y="3407"/>
                    <a:pt x="621" y="2644"/>
                  </a:cubicBezTo>
                  <a:lnTo>
                    <a:pt x="621" y="2644"/>
                  </a:lnTo>
                  <a:cubicBezTo>
                    <a:pt x="633" y="2656"/>
                    <a:pt x="649" y="2665"/>
                    <a:pt x="671" y="2665"/>
                  </a:cubicBezTo>
                  <a:cubicBezTo>
                    <a:pt x="2244" y="2717"/>
                    <a:pt x="3820" y="2736"/>
                    <a:pt x="5397" y="2736"/>
                  </a:cubicBezTo>
                  <a:cubicBezTo>
                    <a:pt x="9065" y="2736"/>
                    <a:pt x="12739" y="2632"/>
                    <a:pt x="16399" y="2586"/>
                  </a:cubicBezTo>
                  <a:cubicBezTo>
                    <a:pt x="21636" y="2524"/>
                    <a:pt x="26875" y="2473"/>
                    <a:pt x="32110" y="2314"/>
                  </a:cubicBezTo>
                  <a:close/>
                  <a:moveTo>
                    <a:pt x="942" y="5093"/>
                  </a:moveTo>
                  <a:cubicBezTo>
                    <a:pt x="988" y="5093"/>
                    <a:pt x="1032" y="5099"/>
                    <a:pt x="1076" y="5113"/>
                  </a:cubicBezTo>
                  <a:cubicBezTo>
                    <a:pt x="987" y="5115"/>
                    <a:pt x="902" y="5115"/>
                    <a:pt x="814" y="5117"/>
                  </a:cubicBezTo>
                  <a:cubicBezTo>
                    <a:pt x="704" y="5121"/>
                    <a:pt x="704" y="5288"/>
                    <a:pt x="814" y="5290"/>
                  </a:cubicBezTo>
                  <a:cubicBezTo>
                    <a:pt x="2676" y="5343"/>
                    <a:pt x="4540" y="5360"/>
                    <a:pt x="6406" y="5360"/>
                  </a:cubicBezTo>
                  <a:cubicBezTo>
                    <a:pt x="9459" y="5360"/>
                    <a:pt x="12515" y="5316"/>
                    <a:pt x="15566" y="5316"/>
                  </a:cubicBezTo>
                  <a:cubicBezTo>
                    <a:pt x="15653" y="5316"/>
                    <a:pt x="15740" y="5316"/>
                    <a:pt x="15827" y="5316"/>
                  </a:cubicBezTo>
                  <a:cubicBezTo>
                    <a:pt x="18911" y="5319"/>
                    <a:pt x="21997" y="5324"/>
                    <a:pt x="25082" y="5324"/>
                  </a:cubicBezTo>
                  <a:cubicBezTo>
                    <a:pt x="26764" y="5324"/>
                    <a:pt x="28447" y="5322"/>
                    <a:pt x="30129" y="5318"/>
                  </a:cubicBezTo>
                  <a:cubicBezTo>
                    <a:pt x="30133" y="5332"/>
                    <a:pt x="30141" y="5346"/>
                    <a:pt x="30149" y="5360"/>
                  </a:cubicBezTo>
                  <a:cubicBezTo>
                    <a:pt x="30604" y="6050"/>
                    <a:pt x="31066" y="6749"/>
                    <a:pt x="31545" y="7437"/>
                  </a:cubicBezTo>
                  <a:cubicBezTo>
                    <a:pt x="29091" y="7150"/>
                    <a:pt x="26612" y="7057"/>
                    <a:pt x="24130" y="7057"/>
                  </a:cubicBezTo>
                  <a:cubicBezTo>
                    <a:pt x="21448" y="7057"/>
                    <a:pt x="18762" y="7165"/>
                    <a:pt x="16102" y="7253"/>
                  </a:cubicBezTo>
                  <a:cubicBezTo>
                    <a:pt x="13333" y="7344"/>
                    <a:pt x="10568" y="7415"/>
                    <a:pt x="7802" y="7415"/>
                  </a:cubicBezTo>
                  <a:cubicBezTo>
                    <a:pt x="5423" y="7415"/>
                    <a:pt x="3043" y="7363"/>
                    <a:pt x="663" y="7227"/>
                  </a:cubicBezTo>
                  <a:cubicBezTo>
                    <a:pt x="657" y="6549"/>
                    <a:pt x="649" y="5870"/>
                    <a:pt x="639" y="5191"/>
                  </a:cubicBezTo>
                  <a:cubicBezTo>
                    <a:pt x="715" y="5149"/>
                    <a:pt x="792" y="5103"/>
                    <a:pt x="882" y="5097"/>
                  </a:cubicBezTo>
                  <a:cubicBezTo>
                    <a:pt x="902" y="5094"/>
                    <a:pt x="922" y="5093"/>
                    <a:pt x="942" y="5093"/>
                  </a:cubicBezTo>
                  <a:close/>
                  <a:moveTo>
                    <a:pt x="22585" y="7369"/>
                  </a:moveTo>
                  <a:cubicBezTo>
                    <a:pt x="25619" y="7369"/>
                    <a:pt x="28649" y="7452"/>
                    <a:pt x="31694" y="7654"/>
                  </a:cubicBezTo>
                  <a:cubicBezTo>
                    <a:pt x="32195" y="8370"/>
                    <a:pt x="32716" y="9072"/>
                    <a:pt x="33271" y="9733"/>
                  </a:cubicBezTo>
                  <a:cubicBezTo>
                    <a:pt x="28313" y="9572"/>
                    <a:pt x="23348" y="9515"/>
                    <a:pt x="18384" y="9515"/>
                  </a:cubicBezTo>
                  <a:cubicBezTo>
                    <a:pt x="17852" y="9515"/>
                    <a:pt x="17320" y="9516"/>
                    <a:pt x="16787" y="9517"/>
                  </a:cubicBezTo>
                  <a:cubicBezTo>
                    <a:pt x="14049" y="9525"/>
                    <a:pt x="11311" y="9553"/>
                    <a:pt x="8572" y="9599"/>
                  </a:cubicBezTo>
                  <a:cubicBezTo>
                    <a:pt x="8007" y="9608"/>
                    <a:pt x="7437" y="9609"/>
                    <a:pt x="6863" y="9609"/>
                  </a:cubicBezTo>
                  <a:cubicBezTo>
                    <a:pt x="6632" y="9609"/>
                    <a:pt x="6400" y="9609"/>
                    <a:pt x="6167" y="9609"/>
                  </a:cubicBezTo>
                  <a:cubicBezTo>
                    <a:pt x="4321" y="9609"/>
                    <a:pt x="2456" y="9623"/>
                    <a:pt x="655" y="9875"/>
                  </a:cubicBezTo>
                  <a:cubicBezTo>
                    <a:pt x="669" y="9068"/>
                    <a:pt x="671" y="8257"/>
                    <a:pt x="665" y="7449"/>
                  </a:cubicBezTo>
                  <a:lnTo>
                    <a:pt x="665" y="7449"/>
                  </a:lnTo>
                  <a:cubicBezTo>
                    <a:pt x="2814" y="7639"/>
                    <a:pt x="4970" y="7704"/>
                    <a:pt x="7126" y="7704"/>
                  </a:cubicBezTo>
                  <a:cubicBezTo>
                    <a:pt x="10120" y="7704"/>
                    <a:pt x="13116" y="7578"/>
                    <a:pt x="16101" y="7481"/>
                  </a:cubicBezTo>
                  <a:cubicBezTo>
                    <a:pt x="18270" y="7411"/>
                    <a:pt x="20429" y="7369"/>
                    <a:pt x="22585" y="7369"/>
                  </a:cubicBezTo>
                  <a:close/>
                  <a:moveTo>
                    <a:pt x="34016" y="1"/>
                  </a:moveTo>
                  <a:cubicBezTo>
                    <a:pt x="34015" y="1"/>
                    <a:pt x="34014" y="1"/>
                    <a:pt x="34012" y="1"/>
                  </a:cubicBezTo>
                  <a:cubicBezTo>
                    <a:pt x="28409" y="51"/>
                    <a:pt x="22805" y="116"/>
                    <a:pt x="17199" y="169"/>
                  </a:cubicBezTo>
                  <a:cubicBezTo>
                    <a:pt x="14435" y="197"/>
                    <a:pt x="11671" y="226"/>
                    <a:pt x="8908" y="256"/>
                  </a:cubicBezTo>
                  <a:cubicBezTo>
                    <a:pt x="8724" y="258"/>
                    <a:pt x="8541" y="259"/>
                    <a:pt x="8356" y="259"/>
                  </a:cubicBezTo>
                  <a:cubicBezTo>
                    <a:pt x="6834" y="259"/>
                    <a:pt x="5281" y="198"/>
                    <a:pt x="3738" y="198"/>
                  </a:cubicBezTo>
                  <a:cubicBezTo>
                    <a:pt x="2609" y="198"/>
                    <a:pt x="1486" y="231"/>
                    <a:pt x="386" y="345"/>
                  </a:cubicBezTo>
                  <a:cubicBezTo>
                    <a:pt x="333" y="351"/>
                    <a:pt x="303" y="383"/>
                    <a:pt x="295" y="423"/>
                  </a:cubicBezTo>
                  <a:cubicBezTo>
                    <a:pt x="231" y="458"/>
                    <a:pt x="180" y="518"/>
                    <a:pt x="178" y="612"/>
                  </a:cubicBezTo>
                  <a:cubicBezTo>
                    <a:pt x="96" y="3690"/>
                    <a:pt x="0" y="6863"/>
                    <a:pt x="323" y="9924"/>
                  </a:cubicBezTo>
                  <a:cubicBezTo>
                    <a:pt x="334" y="10031"/>
                    <a:pt x="419" y="10084"/>
                    <a:pt x="501" y="10084"/>
                  </a:cubicBezTo>
                  <a:cubicBezTo>
                    <a:pt x="502" y="10084"/>
                    <a:pt x="504" y="10084"/>
                    <a:pt x="506" y="10084"/>
                  </a:cubicBezTo>
                  <a:cubicBezTo>
                    <a:pt x="526" y="10107"/>
                    <a:pt x="554" y="10123"/>
                    <a:pt x="587" y="10127"/>
                  </a:cubicBezTo>
                  <a:cubicBezTo>
                    <a:pt x="1321" y="10187"/>
                    <a:pt x="2062" y="10209"/>
                    <a:pt x="2807" y="10209"/>
                  </a:cubicBezTo>
                  <a:cubicBezTo>
                    <a:pt x="4804" y="10209"/>
                    <a:pt x="6825" y="10048"/>
                    <a:pt x="8802" y="10014"/>
                  </a:cubicBezTo>
                  <a:cubicBezTo>
                    <a:pt x="11540" y="9968"/>
                    <a:pt x="14278" y="9942"/>
                    <a:pt x="17017" y="9938"/>
                  </a:cubicBezTo>
                  <a:cubicBezTo>
                    <a:pt x="17263" y="9938"/>
                    <a:pt x="17509" y="9938"/>
                    <a:pt x="17755" y="9938"/>
                  </a:cubicBezTo>
                  <a:cubicBezTo>
                    <a:pt x="22987" y="9938"/>
                    <a:pt x="28216" y="10034"/>
                    <a:pt x="33447" y="10153"/>
                  </a:cubicBezTo>
                  <a:cubicBezTo>
                    <a:pt x="33449" y="10153"/>
                    <a:pt x="33450" y="10153"/>
                    <a:pt x="33451" y="10153"/>
                  </a:cubicBezTo>
                  <a:cubicBezTo>
                    <a:pt x="33584" y="10153"/>
                    <a:pt x="33648" y="10050"/>
                    <a:pt x="33648" y="9948"/>
                  </a:cubicBezTo>
                  <a:cubicBezTo>
                    <a:pt x="33702" y="9901"/>
                    <a:pt x="33730" y="9791"/>
                    <a:pt x="33689" y="9714"/>
                  </a:cubicBezTo>
                  <a:cubicBezTo>
                    <a:pt x="32828" y="8177"/>
                    <a:pt x="31731" y="6638"/>
                    <a:pt x="30676" y="5254"/>
                  </a:cubicBezTo>
                  <a:lnTo>
                    <a:pt x="30883" y="5254"/>
                  </a:lnTo>
                  <a:lnTo>
                    <a:pt x="30883" y="5022"/>
                  </a:lnTo>
                  <a:lnTo>
                    <a:pt x="30625" y="5022"/>
                  </a:lnTo>
                  <a:cubicBezTo>
                    <a:pt x="31837" y="3637"/>
                    <a:pt x="32877" y="1982"/>
                    <a:pt x="34070" y="504"/>
                  </a:cubicBezTo>
                  <a:cubicBezTo>
                    <a:pt x="34120" y="441"/>
                    <a:pt x="34128" y="389"/>
                    <a:pt x="34109" y="326"/>
                  </a:cubicBezTo>
                  <a:cubicBezTo>
                    <a:pt x="34244" y="239"/>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05"/>
            <p:cNvSpPr/>
            <p:nvPr/>
          </p:nvSpPr>
          <p:spPr>
            <a:xfrm>
              <a:off x="1670175" y="1648132"/>
              <a:ext cx="826025" cy="54000"/>
            </a:xfrm>
            <a:custGeom>
              <a:rect b="b" l="l" r="r" t="t"/>
              <a:pathLst>
                <a:path extrusionOk="0" h="2160" w="33041">
                  <a:moveTo>
                    <a:pt x="33041" y="0"/>
                  </a:moveTo>
                  <a:cubicBezTo>
                    <a:pt x="27555" y="48"/>
                    <a:pt x="22067" y="86"/>
                    <a:pt x="16581" y="120"/>
                  </a:cubicBezTo>
                  <a:cubicBezTo>
                    <a:pt x="13741" y="136"/>
                    <a:pt x="10898" y="147"/>
                    <a:pt x="8059" y="155"/>
                  </a:cubicBezTo>
                  <a:cubicBezTo>
                    <a:pt x="6246" y="158"/>
                    <a:pt x="4381" y="271"/>
                    <a:pt x="2537" y="271"/>
                  </a:cubicBezTo>
                  <a:cubicBezTo>
                    <a:pt x="1689" y="271"/>
                    <a:pt x="846" y="247"/>
                    <a:pt x="15" y="177"/>
                  </a:cubicBezTo>
                  <a:lnTo>
                    <a:pt x="15" y="177"/>
                  </a:lnTo>
                  <a:cubicBezTo>
                    <a:pt x="19" y="197"/>
                    <a:pt x="25" y="215"/>
                    <a:pt x="23" y="235"/>
                  </a:cubicBezTo>
                  <a:cubicBezTo>
                    <a:pt x="7" y="877"/>
                    <a:pt x="3" y="1517"/>
                    <a:pt x="1" y="2159"/>
                  </a:cubicBezTo>
                  <a:cubicBezTo>
                    <a:pt x="15" y="2145"/>
                    <a:pt x="31" y="2136"/>
                    <a:pt x="53" y="2136"/>
                  </a:cubicBezTo>
                  <a:cubicBezTo>
                    <a:pt x="5286" y="1911"/>
                    <a:pt x="10545" y="2006"/>
                    <a:pt x="15781" y="1937"/>
                  </a:cubicBezTo>
                  <a:cubicBezTo>
                    <a:pt x="21024" y="1867"/>
                    <a:pt x="26265" y="1743"/>
                    <a:pt x="31508" y="1688"/>
                  </a:cubicBezTo>
                  <a:cubicBezTo>
                    <a:pt x="31571" y="1688"/>
                    <a:pt x="31607" y="1724"/>
                    <a:pt x="31621" y="1768"/>
                  </a:cubicBezTo>
                  <a:cubicBezTo>
                    <a:pt x="32090" y="1168"/>
                    <a:pt x="32573" y="579"/>
                    <a:pt x="33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05"/>
            <p:cNvSpPr/>
            <p:nvPr/>
          </p:nvSpPr>
          <p:spPr>
            <a:xfrm>
              <a:off x="1670700" y="1766032"/>
              <a:ext cx="772650" cy="58625"/>
            </a:xfrm>
            <a:custGeom>
              <a:rect b="b" l="l" r="r" t="t"/>
              <a:pathLst>
                <a:path extrusionOk="0" h="2345" w="30906">
                  <a:moveTo>
                    <a:pt x="301" y="0"/>
                  </a:moveTo>
                  <a:cubicBezTo>
                    <a:pt x="282" y="0"/>
                    <a:pt x="262" y="2"/>
                    <a:pt x="243" y="4"/>
                  </a:cubicBezTo>
                  <a:cubicBezTo>
                    <a:pt x="153" y="10"/>
                    <a:pt x="76" y="57"/>
                    <a:pt x="0" y="98"/>
                  </a:cubicBezTo>
                  <a:cubicBezTo>
                    <a:pt x="10" y="777"/>
                    <a:pt x="18" y="1456"/>
                    <a:pt x="24" y="2135"/>
                  </a:cubicBezTo>
                  <a:cubicBezTo>
                    <a:pt x="2402" y="2270"/>
                    <a:pt x="4778" y="2322"/>
                    <a:pt x="7154" y="2322"/>
                  </a:cubicBezTo>
                  <a:cubicBezTo>
                    <a:pt x="9922" y="2322"/>
                    <a:pt x="12691" y="2252"/>
                    <a:pt x="15463" y="2160"/>
                  </a:cubicBezTo>
                  <a:cubicBezTo>
                    <a:pt x="18122" y="2072"/>
                    <a:pt x="20805" y="1965"/>
                    <a:pt x="23486" y="1965"/>
                  </a:cubicBezTo>
                  <a:cubicBezTo>
                    <a:pt x="25970" y="1965"/>
                    <a:pt x="28450" y="2057"/>
                    <a:pt x="30906" y="2344"/>
                  </a:cubicBezTo>
                  <a:cubicBezTo>
                    <a:pt x="30427" y="1656"/>
                    <a:pt x="29965" y="957"/>
                    <a:pt x="29510" y="267"/>
                  </a:cubicBezTo>
                  <a:cubicBezTo>
                    <a:pt x="29501" y="253"/>
                    <a:pt x="29494" y="239"/>
                    <a:pt x="29490" y="225"/>
                  </a:cubicBezTo>
                  <a:cubicBezTo>
                    <a:pt x="27736" y="229"/>
                    <a:pt x="25982" y="231"/>
                    <a:pt x="24229" y="231"/>
                  </a:cubicBezTo>
                  <a:cubicBezTo>
                    <a:pt x="21215" y="231"/>
                    <a:pt x="18201" y="226"/>
                    <a:pt x="15188" y="223"/>
                  </a:cubicBezTo>
                  <a:cubicBezTo>
                    <a:pt x="15101" y="223"/>
                    <a:pt x="15014" y="223"/>
                    <a:pt x="14927" y="223"/>
                  </a:cubicBezTo>
                  <a:cubicBezTo>
                    <a:pt x="11876" y="223"/>
                    <a:pt x="8820" y="267"/>
                    <a:pt x="5767" y="267"/>
                  </a:cubicBezTo>
                  <a:cubicBezTo>
                    <a:pt x="3901" y="267"/>
                    <a:pt x="2037" y="250"/>
                    <a:pt x="175" y="197"/>
                  </a:cubicBezTo>
                  <a:cubicBezTo>
                    <a:pt x="65" y="195"/>
                    <a:pt x="65" y="29"/>
                    <a:pt x="175" y="24"/>
                  </a:cubicBezTo>
                  <a:cubicBezTo>
                    <a:pt x="263" y="22"/>
                    <a:pt x="348" y="22"/>
                    <a:pt x="437" y="20"/>
                  </a:cubicBezTo>
                  <a:cubicBezTo>
                    <a:pt x="392" y="7"/>
                    <a:pt x="347"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105"/>
          <p:cNvGrpSpPr/>
          <p:nvPr/>
        </p:nvGrpSpPr>
        <p:grpSpPr>
          <a:xfrm flipH="1">
            <a:off x="2255925" y="1814582"/>
            <a:ext cx="856125" cy="255250"/>
            <a:chOff x="1654725" y="1638707"/>
            <a:chExt cx="856125" cy="255250"/>
          </a:xfrm>
        </p:grpSpPr>
        <p:sp>
          <p:nvSpPr>
            <p:cNvPr id="3853" name="Google Shape;3853;p105"/>
            <p:cNvSpPr/>
            <p:nvPr/>
          </p:nvSpPr>
          <p:spPr>
            <a:xfrm>
              <a:off x="1671100" y="1822932"/>
              <a:ext cx="815400" cy="62700"/>
            </a:xfrm>
            <a:custGeom>
              <a:rect b="b" l="l" r="r" t="t"/>
              <a:pathLst>
                <a:path extrusionOk="0" h="2508" w="32616">
                  <a:moveTo>
                    <a:pt x="21935" y="1"/>
                  </a:moveTo>
                  <a:cubicBezTo>
                    <a:pt x="19777" y="1"/>
                    <a:pt x="17617" y="42"/>
                    <a:pt x="15447" y="112"/>
                  </a:cubicBezTo>
                  <a:cubicBezTo>
                    <a:pt x="12462" y="209"/>
                    <a:pt x="9466" y="335"/>
                    <a:pt x="6472" y="335"/>
                  </a:cubicBezTo>
                  <a:cubicBezTo>
                    <a:pt x="4315" y="335"/>
                    <a:pt x="2159" y="270"/>
                    <a:pt x="10" y="80"/>
                  </a:cubicBezTo>
                  <a:lnTo>
                    <a:pt x="10" y="80"/>
                  </a:lnTo>
                  <a:cubicBezTo>
                    <a:pt x="16" y="889"/>
                    <a:pt x="14" y="1699"/>
                    <a:pt x="0" y="2507"/>
                  </a:cubicBezTo>
                  <a:cubicBezTo>
                    <a:pt x="1805" y="2254"/>
                    <a:pt x="3675" y="2240"/>
                    <a:pt x="5526" y="2240"/>
                  </a:cubicBezTo>
                  <a:cubicBezTo>
                    <a:pt x="5752" y="2240"/>
                    <a:pt x="5977" y="2240"/>
                    <a:pt x="6202" y="2240"/>
                  </a:cubicBezTo>
                  <a:cubicBezTo>
                    <a:pt x="6778" y="2240"/>
                    <a:pt x="7351" y="2239"/>
                    <a:pt x="7918" y="2230"/>
                  </a:cubicBezTo>
                  <a:cubicBezTo>
                    <a:pt x="10656" y="2184"/>
                    <a:pt x="13394" y="2156"/>
                    <a:pt x="16133" y="2149"/>
                  </a:cubicBezTo>
                  <a:cubicBezTo>
                    <a:pt x="16699" y="2148"/>
                    <a:pt x="17266" y="2147"/>
                    <a:pt x="17832" y="2147"/>
                  </a:cubicBezTo>
                  <a:cubicBezTo>
                    <a:pt x="22761" y="2147"/>
                    <a:pt x="27692" y="2204"/>
                    <a:pt x="32616" y="2364"/>
                  </a:cubicBezTo>
                  <a:cubicBezTo>
                    <a:pt x="32063" y="1703"/>
                    <a:pt x="31540" y="1001"/>
                    <a:pt x="31039" y="285"/>
                  </a:cubicBezTo>
                  <a:cubicBezTo>
                    <a:pt x="27996" y="83"/>
                    <a:pt x="24968" y="1"/>
                    <a:pt x="219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05"/>
            <p:cNvSpPr/>
            <p:nvPr/>
          </p:nvSpPr>
          <p:spPr>
            <a:xfrm>
              <a:off x="1670225" y="1696532"/>
              <a:ext cx="787250" cy="69875"/>
            </a:xfrm>
            <a:custGeom>
              <a:rect b="b" l="l" r="r" t="t"/>
              <a:pathLst>
                <a:path extrusionOk="0" h="2795" w="31490">
                  <a:moveTo>
                    <a:pt x="31490" y="1"/>
                  </a:moveTo>
                  <a:lnTo>
                    <a:pt x="31490" y="1"/>
                  </a:lnTo>
                  <a:cubicBezTo>
                    <a:pt x="26255" y="160"/>
                    <a:pt x="21016" y="211"/>
                    <a:pt x="15779" y="273"/>
                  </a:cubicBezTo>
                  <a:cubicBezTo>
                    <a:pt x="12118" y="319"/>
                    <a:pt x="8443" y="422"/>
                    <a:pt x="4774" y="422"/>
                  </a:cubicBezTo>
                  <a:cubicBezTo>
                    <a:pt x="3198" y="422"/>
                    <a:pt x="1623" y="403"/>
                    <a:pt x="51" y="352"/>
                  </a:cubicBezTo>
                  <a:cubicBezTo>
                    <a:pt x="29" y="352"/>
                    <a:pt x="13" y="343"/>
                    <a:pt x="1" y="331"/>
                  </a:cubicBezTo>
                  <a:lnTo>
                    <a:pt x="1" y="331"/>
                  </a:lnTo>
                  <a:cubicBezTo>
                    <a:pt x="1" y="1093"/>
                    <a:pt x="7" y="1858"/>
                    <a:pt x="17" y="2619"/>
                  </a:cubicBezTo>
                  <a:cubicBezTo>
                    <a:pt x="77" y="2600"/>
                    <a:pt x="143" y="2590"/>
                    <a:pt x="208" y="2590"/>
                  </a:cubicBezTo>
                  <a:cubicBezTo>
                    <a:pt x="220" y="2590"/>
                    <a:pt x="232" y="2591"/>
                    <a:pt x="243" y="2591"/>
                  </a:cubicBezTo>
                  <a:cubicBezTo>
                    <a:pt x="400" y="2603"/>
                    <a:pt x="516" y="2684"/>
                    <a:pt x="617" y="2794"/>
                  </a:cubicBezTo>
                  <a:cubicBezTo>
                    <a:pt x="2329" y="2751"/>
                    <a:pt x="4042" y="2737"/>
                    <a:pt x="5755" y="2737"/>
                  </a:cubicBezTo>
                  <a:cubicBezTo>
                    <a:pt x="8795" y="2737"/>
                    <a:pt x="11836" y="2781"/>
                    <a:pt x="14873" y="2781"/>
                  </a:cubicBezTo>
                  <a:cubicBezTo>
                    <a:pt x="14984" y="2781"/>
                    <a:pt x="15096" y="2781"/>
                    <a:pt x="15207" y="2781"/>
                  </a:cubicBezTo>
                  <a:cubicBezTo>
                    <a:pt x="18271" y="2779"/>
                    <a:pt x="21335" y="2774"/>
                    <a:pt x="24399" y="2774"/>
                  </a:cubicBezTo>
                  <a:cubicBezTo>
                    <a:pt x="26122" y="2774"/>
                    <a:pt x="27844" y="2776"/>
                    <a:pt x="29567" y="2781"/>
                  </a:cubicBezTo>
                  <a:cubicBezTo>
                    <a:pt x="29595" y="2760"/>
                    <a:pt x="29624" y="2744"/>
                    <a:pt x="29659" y="2735"/>
                  </a:cubicBezTo>
                  <a:cubicBezTo>
                    <a:pt x="30174" y="1782"/>
                    <a:pt x="30813" y="878"/>
                    <a:pt x="31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05"/>
            <p:cNvSpPr/>
            <p:nvPr/>
          </p:nvSpPr>
          <p:spPr>
            <a:xfrm>
              <a:off x="1654725" y="1638707"/>
              <a:ext cx="856125" cy="255250"/>
            </a:xfrm>
            <a:custGeom>
              <a:rect b="b" l="l" r="r" t="t"/>
              <a:pathLst>
                <a:path extrusionOk="0" h="10210" w="34245">
                  <a:moveTo>
                    <a:pt x="33659" y="377"/>
                  </a:moveTo>
                  <a:lnTo>
                    <a:pt x="33659" y="377"/>
                  </a:lnTo>
                  <a:cubicBezTo>
                    <a:pt x="33191" y="956"/>
                    <a:pt x="32708" y="1545"/>
                    <a:pt x="32239" y="2145"/>
                  </a:cubicBezTo>
                  <a:cubicBezTo>
                    <a:pt x="32225" y="2101"/>
                    <a:pt x="32189" y="2065"/>
                    <a:pt x="32126" y="2065"/>
                  </a:cubicBezTo>
                  <a:cubicBezTo>
                    <a:pt x="26883" y="2119"/>
                    <a:pt x="21642" y="2244"/>
                    <a:pt x="16399" y="2314"/>
                  </a:cubicBezTo>
                  <a:cubicBezTo>
                    <a:pt x="11164" y="2383"/>
                    <a:pt x="5904" y="2288"/>
                    <a:pt x="671" y="2513"/>
                  </a:cubicBezTo>
                  <a:cubicBezTo>
                    <a:pt x="649" y="2513"/>
                    <a:pt x="633" y="2521"/>
                    <a:pt x="619" y="2535"/>
                  </a:cubicBezTo>
                  <a:cubicBezTo>
                    <a:pt x="621" y="1894"/>
                    <a:pt x="625" y="1254"/>
                    <a:pt x="641" y="612"/>
                  </a:cubicBezTo>
                  <a:cubicBezTo>
                    <a:pt x="643" y="592"/>
                    <a:pt x="637" y="573"/>
                    <a:pt x="633" y="554"/>
                  </a:cubicBezTo>
                  <a:lnTo>
                    <a:pt x="633" y="554"/>
                  </a:lnTo>
                  <a:cubicBezTo>
                    <a:pt x="1464" y="624"/>
                    <a:pt x="2307" y="648"/>
                    <a:pt x="3155" y="648"/>
                  </a:cubicBezTo>
                  <a:cubicBezTo>
                    <a:pt x="4999" y="648"/>
                    <a:pt x="6864" y="535"/>
                    <a:pt x="8677" y="532"/>
                  </a:cubicBezTo>
                  <a:cubicBezTo>
                    <a:pt x="11516" y="524"/>
                    <a:pt x="14359" y="513"/>
                    <a:pt x="17199" y="497"/>
                  </a:cubicBezTo>
                  <a:cubicBezTo>
                    <a:pt x="22685" y="463"/>
                    <a:pt x="28173" y="425"/>
                    <a:pt x="33659" y="377"/>
                  </a:cubicBezTo>
                  <a:close/>
                  <a:moveTo>
                    <a:pt x="32110" y="2314"/>
                  </a:moveTo>
                  <a:lnTo>
                    <a:pt x="32110" y="2314"/>
                  </a:lnTo>
                  <a:cubicBezTo>
                    <a:pt x="31433" y="3192"/>
                    <a:pt x="30794" y="4095"/>
                    <a:pt x="30279" y="5048"/>
                  </a:cubicBezTo>
                  <a:cubicBezTo>
                    <a:pt x="30244" y="5057"/>
                    <a:pt x="30215" y="5073"/>
                    <a:pt x="30187" y="5095"/>
                  </a:cubicBezTo>
                  <a:cubicBezTo>
                    <a:pt x="28398" y="5089"/>
                    <a:pt x="26609" y="5088"/>
                    <a:pt x="24821" y="5088"/>
                  </a:cubicBezTo>
                  <a:cubicBezTo>
                    <a:pt x="21823" y="5088"/>
                    <a:pt x="18825" y="5093"/>
                    <a:pt x="15827" y="5095"/>
                  </a:cubicBezTo>
                  <a:cubicBezTo>
                    <a:pt x="15738" y="5095"/>
                    <a:pt x="15648" y="5095"/>
                    <a:pt x="15559" y="5095"/>
                  </a:cubicBezTo>
                  <a:cubicBezTo>
                    <a:pt x="12507" y="5095"/>
                    <a:pt x="9450" y="5050"/>
                    <a:pt x="6396" y="5050"/>
                  </a:cubicBezTo>
                  <a:cubicBezTo>
                    <a:pt x="4675" y="5050"/>
                    <a:pt x="2955" y="5064"/>
                    <a:pt x="1237" y="5108"/>
                  </a:cubicBezTo>
                  <a:cubicBezTo>
                    <a:pt x="1136" y="4997"/>
                    <a:pt x="1020" y="4916"/>
                    <a:pt x="863" y="4904"/>
                  </a:cubicBezTo>
                  <a:cubicBezTo>
                    <a:pt x="852" y="4904"/>
                    <a:pt x="840" y="4903"/>
                    <a:pt x="828" y="4903"/>
                  </a:cubicBezTo>
                  <a:cubicBezTo>
                    <a:pt x="763" y="4903"/>
                    <a:pt x="697" y="4913"/>
                    <a:pt x="637" y="4932"/>
                  </a:cubicBezTo>
                  <a:cubicBezTo>
                    <a:pt x="627" y="4171"/>
                    <a:pt x="621" y="3407"/>
                    <a:pt x="621" y="2644"/>
                  </a:cubicBezTo>
                  <a:lnTo>
                    <a:pt x="621" y="2644"/>
                  </a:lnTo>
                  <a:cubicBezTo>
                    <a:pt x="633" y="2656"/>
                    <a:pt x="649" y="2665"/>
                    <a:pt x="671" y="2665"/>
                  </a:cubicBezTo>
                  <a:cubicBezTo>
                    <a:pt x="2244" y="2717"/>
                    <a:pt x="3820" y="2736"/>
                    <a:pt x="5397" y="2736"/>
                  </a:cubicBezTo>
                  <a:cubicBezTo>
                    <a:pt x="9065" y="2736"/>
                    <a:pt x="12739" y="2632"/>
                    <a:pt x="16399" y="2586"/>
                  </a:cubicBezTo>
                  <a:cubicBezTo>
                    <a:pt x="21636" y="2524"/>
                    <a:pt x="26875" y="2473"/>
                    <a:pt x="32110" y="2314"/>
                  </a:cubicBezTo>
                  <a:close/>
                  <a:moveTo>
                    <a:pt x="942" y="5093"/>
                  </a:moveTo>
                  <a:cubicBezTo>
                    <a:pt x="988" y="5093"/>
                    <a:pt x="1032" y="5099"/>
                    <a:pt x="1076" y="5113"/>
                  </a:cubicBezTo>
                  <a:cubicBezTo>
                    <a:pt x="987" y="5115"/>
                    <a:pt x="902" y="5115"/>
                    <a:pt x="814" y="5117"/>
                  </a:cubicBezTo>
                  <a:cubicBezTo>
                    <a:pt x="704" y="5121"/>
                    <a:pt x="704" y="5288"/>
                    <a:pt x="814" y="5290"/>
                  </a:cubicBezTo>
                  <a:cubicBezTo>
                    <a:pt x="2676" y="5343"/>
                    <a:pt x="4540" y="5360"/>
                    <a:pt x="6406" y="5360"/>
                  </a:cubicBezTo>
                  <a:cubicBezTo>
                    <a:pt x="9459" y="5360"/>
                    <a:pt x="12515" y="5316"/>
                    <a:pt x="15566" y="5316"/>
                  </a:cubicBezTo>
                  <a:cubicBezTo>
                    <a:pt x="15653" y="5316"/>
                    <a:pt x="15740" y="5316"/>
                    <a:pt x="15827" y="5316"/>
                  </a:cubicBezTo>
                  <a:cubicBezTo>
                    <a:pt x="18911" y="5319"/>
                    <a:pt x="21997" y="5324"/>
                    <a:pt x="25082" y="5324"/>
                  </a:cubicBezTo>
                  <a:cubicBezTo>
                    <a:pt x="26764" y="5324"/>
                    <a:pt x="28447" y="5322"/>
                    <a:pt x="30129" y="5318"/>
                  </a:cubicBezTo>
                  <a:cubicBezTo>
                    <a:pt x="30133" y="5332"/>
                    <a:pt x="30141" y="5346"/>
                    <a:pt x="30149" y="5360"/>
                  </a:cubicBezTo>
                  <a:cubicBezTo>
                    <a:pt x="30604" y="6050"/>
                    <a:pt x="31066" y="6749"/>
                    <a:pt x="31545" y="7437"/>
                  </a:cubicBezTo>
                  <a:cubicBezTo>
                    <a:pt x="29091" y="7150"/>
                    <a:pt x="26612" y="7057"/>
                    <a:pt x="24130" y="7057"/>
                  </a:cubicBezTo>
                  <a:cubicBezTo>
                    <a:pt x="21448" y="7057"/>
                    <a:pt x="18762" y="7165"/>
                    <a:pt x="16102" y="7253"/>
                  </a:cubicBezTo>
                  <a:cubicBezTo>
                    <a:pt x="13333" y="7344"/>
                    <a:pt x="10568" y="7415"/>
                    <a:pt x="7802" y="7415"/>
                  </a:cubicBezTo>
                  <a:cubicBezTo>
                    <a:pt x="5423" y="7415"/>
                    <a:pt x="3043" y="7363"/>
                    <a:pt x="663" y="7227"/>
                  </a:cubicBezTo>
                  <a:cubicBezTo>
                    <a:pt x="657" y="6549"/>
                    <a:pt x="649" y="5870"/>
                    <a:pt x="639" y="5191"/>
                  </a:cubicBezTo>
                  <a:cubicBezTo>
                    <a:pt x="715" y="5149"/>
                    <a:pt x="792" y="5103"/>
                    <a:pt x="882" y="5097"/>
                  </a:cubicBezTo>
                  <a:cubicBezTo>
                    <a:pt x="902" y="5094"/>
                    <a:pt x="922" y="5093"/>
                    <a:pt x="942" y="5093"/>
                  </a:cubicBezTo>
                  <a:close/>
                  <a:moveTo>
                    <a:pt x="22585" y="7369"/>
                  </a:moveTo>
                  <a:cubicBezTo>
                    <a:pt x="25619" y="7369"/>
                    <a:pt x="28649" y="7452"/>
                    <a:pt x="31694" y="7654"/>
                  </a:cubicBezTo>
                  <a:cubicBezTo>
                    <a:pt x="32195" y="8370"/>
                    <a:pt x="32716" y="9072"/>
                    <a:pt x="33271" y="9733"/>
                  </a:cubicBezTo>
                  <a:cubicBezTo>
                    <a:pt x="28313" y="9572"/>
                    <a:pt x="23348" y="9515"/>
                    <a:pt x="18384" y="9515"/>
                  </a:cubicBezTo>
                  <a:cubicBezTo>
                    <a:pt x="17852" y="9515"/>
                    <a:pt x="17320" y="9516"/>
                    <a:pt x="16787" y="9517"/>
                  </a:cubicBezTo>
                  <a:cubicBezTo>
                    <a:pt x="14049" y="9525"/>
                    <a:pt x="11311" y="9553"/>
                    <a:pt x="8572" y="9599"/>
                  </a:cubicBezTo>
                  <a:cubicBezTo>
                    <a:pt x="8007" y="9608"/>
                    <a:pt x="7437" y="9609"/>
                    <a:pt x="6863" y="9609"/>
                  </a:cubicBezTo>
                  <a:cubicBezTo>
                    <a:pt x="6632" y="9609"/>
                    <a:pt x="6400" y="9609"/>
                    <a:pt x="6167" y="9609"/>
                  </a:cubicBezTo>
                  <a:cubicBezTo>
                    <a:pt x="4321" y="9609"/>
                    <a:pt x="2456" y="9623"/>
                    <a:pt x="655" y="9875"/>
                  </a:cubicBezTo>
                  <a:cubicBezTo>
                    <a:pt x="669" y="9068"/>
                    <a:pt x="671" y="8257"/>
                    <a:pt x="665" y="7449"/>
                  </a:cubicBezTo>
                  <a:lnTo>
                    <a:pt x="665" y="7449"/>
                  </a:lnTo>
                  <a:cubicBezTo>
                    <a:pt x="2814" y="7639"/>
                    <a:pt x="4970" y="7704"/>
                    <a:pt x="7126" y="7704"/>
                  </a:cubicBezTo>
                  <a:cubicBezTo>
                    <a:pt x="10120" y="7704"/>
                    <a:pt x="13116" y="7578"/>
                    <a:pt x="16101" y="7481"/>
                  </a:cubicBezTo>
                  <a:cubicBezTo>
                    <a:pt x="18270" y="7411"/>
                    <a:pt x="20429" y="7369"/>
                    <a:pt x="22585" y="7369"/>
                  </a:cubicBezTo>
                  <a:close/>
                  <a:moveTo>
                    <a:pt x="34016" y="1"/>
                  </a:moveTo>
                  <a:cubicBezTo>
                    <a:pt x="34015" y="1"/>
                    <a:pt x="34014" y="1"/>
                    <a:pt x="34012" y="1"/>
                  </a:cubicBezTo>
                  <a:cubicBezTo>
                    <a:pt x="28409" y="51"/>
                    <a:pt x="22805" y="116"/>
                    <a:pt x="17199" y="169"/>
                  </a:cubicBezTo>
                  <a:cubicBezTo>
                    <a:pt x="14435" y="197"/>
                    <a:pt x="11671" y="226"/>
                    <a:pt x="8908" y="256"/>
                  </a:cubicBezTo>
                  <a:cubicBezTo>
                    <a:pt x="8724" y="258"/>
                    <a:pt x="8541" y="259"/>
                    <a:pt x="8356" y="259"/>
                  </a:cubicBezTo>
                  <a:cubicBezTo>
                    <a:pt x="6834" y="259"/>
                    <a:pt x="5281" y="198"/>
                    <a:pt x="3738" y="198"/>
                  </a:cubicBezTo>
                  <a:cubicBezTo>
                    <a:pt x="2609" y="198"/>
                    <a:pt x="1486" y="231"/>
                    <a:pt x="386" y="345"/>
                  </a:cubicBezTo>
                  <a:cubicBezTo>
                    <a:pt x="333" y="351"/>
                    <a:pt x="303" y="383"/>
                    <a:pt x="295" y="423"/>
                  </a:cubicBezTo>
                  <a:cubicBezTo>
                    <a:pt x="231" y="458"/>
                    <a:pt x="180" y="518"/>
                    <a:pt x="178" y="612"/>
                  </a:cubicBezTo>
                  <a:cubicBezTo>
                    <a:pt x="96" y="3690"/>
                    <a:pt x="0" y="6863"/>
                    <a:pt x="323" y="9924"/>
                  </a:cubicBezTo>
                  <a:cubicBezTo>
                    <a:pt x="334" y="10031"/>
                    <a:pt x="419" y="10084"/>
                    <a:pt x="501" y="10084"/>
                  </a:cubicBezTo>
                  <a:cubicBezTo>
                    <a:pt x="502" y="10084"/>
                    <a:pt x="504" y="10084"/>
                    <a:pt x="506" y="10084"/>
                  </a:cubicBezTo>
                  <a:cubicBezTo>
                    <a:pt x="526" y="10107"/>
                    <a:pt x="554" y="10123"/>
                    <a:pt x="587" y="10127"/>
                  </a:cubicBezTo>
                  <a:cubicBezTo>
                    <a:pt x="1321" y="10187"/>
                    <a:pt x="2062" y="10209"/>
                    <a:pt x="2807" y="10209"/>
                  </a:cubicBezTo>
                  <a:cubicBezTo>
                    <a:pt x="4804" y="10209"/>
                    <a:pt x="6825" y="10048"/>
                    <a:pt x="8802" y="10014"/>
                  </a:cubicBezTo>
                  <a:cubicBezTo>
                    <a:pt x="11540" y="9968"/>
                    <a:pt x="14278" y="9942"/>
                    <a:pt x="17017" y="9938"/>
                  </a:cubicBezTo>
                  <a:cubicBezTo>
                    <a:pt x="17263" y="9938"/>
                    <a:pt x="17509" y="9938"/>
                    <a:pt x="17755" y="9938"/>
                  </a:cubicBezTo>
                  <a:cubicBezTo>
                    <a:pt x="22987" y="9938"/>
                    <a:pt x="28216" y="10034"/>
                    <a:pt x="33447" y="10153"/>
                  </a:cubicBezTo>
                  <a:cubicBezTo>
                    <a:pt x="33449" y="10153"/>
                    <a:pt x="33450" y="10153"/>
                    <a:pt x="33451" y="10153"/>
                  </a:cubicBezTo>
                  <a:cubicBezTo>
                    <a:pt x="33584" y="10153"/>
                    <a:pt x="33648" y="10050"/>
                    <a:pt x="33648" y="9948"/>
                  </a:cubicBezTo>
                  <a:cubicBezTo>
                    <a:pt x="33702" y="9901"/>
                    <a:pt x="33730" y="9791"/>
                    <a:pt x="33689" y="9714"/>
                  </a:cubicBezTo>
                  <a:cubicBezTo>
                    <a:pt x="32828" y="8177"/>
                    <a:pt x="31731" y="6638"/>
                    <a:pt x="30676" y="5254"/>
                  </a:cubicBezTo>
                  <a:lnTo>
                    <a:pt x="30883" y="5254"/>
                  </a:lnTo>
                  <a:lnTo>
                    <a:pt x="30883" y="5022"/>
                  </a:lnTo>
                  <a:lnTo>
                    <a:pt x="30625" y="5022"/>
                  </a:lnTo>
                  <a:cubicBezTo>
                    <a:pt x="31837" y="3637"/>
                    <a:pt x="32877" y="1982"/>
                    <a:pt x="34070" y="504"/>
                  </a:cubicBezTo>
                  <a:cubicBezTo>
                    <a:pt x="34120" y="441"/>
                    <a:pt x="34128" y="389"/>
                    <a:pt x="34109" y="326"/>
                  </a:cubicBezTo>
                  <a:cubicBezTo>
                    <a:pt x="34244" y="239"/>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05"/>
            <p:cNvSpPr/>
            <p:nvPr/>
          </p:nvSpPr>
          <p:spPr>
            <a:xfrm>
              <a:off x="1670175" y="1648132"/>
              <a:ext cx="826025" cy="54000"/>
            </a:xfrm>
            <a:custGeom>
              <a:rect b="b" l="l" r="r" t="t"/>
              <a:pathLst>
                <a:path extrusionOk="0" h="2160" w="33041">
                  <a:moveTo>
                    <a:pt x="33041" y="0"/>
                  </a:moveTo>
                  <a:cubicBezTo>
                    <a:pt x="27555" y="48"/>
                    <a:pt x="22067" y="86"/>
                    <a:pt x="16581" y="120"/>
                  </a:cubicBezTo>
                  <a:cubicBezTo>
                    <a:pt x="13741" y="136"/>
                    <a:pt x="10898" y="147"/>
                    <a:pt x="8059" y="155"/>
                  </a:cubicBezTo>
                  <a:cubicBezTo>
                    <a:pt x="6246" y="158"/>
                    <a:pt x="4381" y="271"/>
                    <a:pt x="2537" y="271"/>
                  </a:cubicBezTo>
                  <a:cubicBezTo>
                    <a:pt x="1689" y="271"/>
                    <a:pt x="846" y="247"/>
                    <a:pt x="15" y="177"/>
                  </a:cubicBezTo>
                  <a:lnTo>
                    <a:pt x="15" y="177"/>
                  </a:lnTo>
                  <a:cubicBezTo>
                    <a:pt x="19" y="197"/>
                    <a:pt x="25" y="215"/>
                    <a:pt x="23" y="235"/>
                  </a:cubicBezTo>
                  <a:cubicBezTo>
                    <a:pt x="7" y="877"/>
                    <a:pt x="3" y="1517"/>
                    <a:pt x="1" y="2159"/>
                  </a:cubicBezTo>
                  <a:cubicBezTo>
                    <a:pt x="15" y="2145"/>
                    <a:pt x="31" y="2136"/>
                    <a:pt x="53" y="2136"/>
                  </a:cubicBezTo>
                  <a:cubicBezTo>
                    <a:pt x="5286" y="1911"/>
                    <a:pt x="10545" y="2006"/>
                    <a:pt x="15781" y="1937"/>
                  </a:cubicBezTo>
                  <a:cubicBezTo>
                    <a:pt x="21024" y="1867"/>
                    <a:pt x="26265" y="1743"/>
                    <a:pt x="31508" y="1688"/>
                  </a:cubicBezTo>
                  <a:cubicBezTo>
                    <a:pt x="31571" y="1688"/>
                    <a:pt x="31607" y="1724"/>
                    <a:pt x="31621" y="1768"/>
                  </a:cubicBezTo>
                  <a:cubicBezTo>
                    <a:pt x="32090" y="1168"/>
                    <a:pt x="32573" y="579"/>
                    <a:pt x="33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05"/>
            <p:cNvSpPr/>
            <p:nvPr/>
          </p:nvSpPr>
          <p:spPr>
            <a:xfrm>
              <a:off x="1670700" y="1766032"/>
              <a:ext cx="772650" cy="58625"/>
            </a:xfrm>
            <a:custGeom>
              <a:rect b="b" l="l" r="r" t="t"/>
              <a:pathLst>
                <a:path extrusionOk="0" h="2345" w="30906">
                  <a:moveTo>
                    <a:pt x="301" y="0"/>
                  </a:moveTo>
                  <a:cubicBezTo>
                    <a:pt x="282" y="0"/>
                    <a:pt x="262" y="2"/>
                    <a:pt x="243" y="4"/>
                  </a:cubicBezTo>
                  <a:cubicBezTo>
                    <a:pt x="153" y="10"/>
                    <a:pt x="76" y="57"/>
                    <a:pt x="0" y="98"/>
                  </a:cubicBezTo>
                  <a:cubicBezTo>
                    <a:pt x="10" y="777"/>
                    <a:pt x="18" y="1456"/>
                    <a:pt x="24" y="2135"/>
                  </a:cubicBezTo>
                  <a:cubicBezTo>
                    <a:pt x="2402" y="2270"/>
                    <a:pt x="4778" y="2322"/>
                    <a:pt x="7154" y="2322"/>
                  </a:cubicBezTo>
                  <a:cubicBezTo>
                    <a:pt x="9922" y="2322"/>
                    <a:pt x="12691" y="2252"/>
                    <a:pt x="15463" y="2160"/>
                  </a:cubicBezTo>
                  <a:cubicBezTo>
                    <a:pt x="18122" y="2072"/>
                    <a:pt x="20805" y="1965"/>
                    <a:pt x="23486" y="1965"/>
                  </a:cubicBezTo>
                  <a:cubicBezTo>
                    <a:pt x="25970" y="1965"/>
                    <a:pt x="28450" y="2057"/>
                    <a:pt x="30906" y="2344"/>
                  </a:cubicBezTo>
                  <a:cubicBezTo>
                    <a:pt x="30427" y="1656"/>
                    <a:pt x="29965" y="957"/>
                    <a:pt x="29510" y="267"/>
                  </a:cubicBezTo>
                  <a:cubicBezTo>
                    <a:pt x="29501" y="253"/>
                    <a:pt x="29494" y="239"/>
                    <a:pt x="29490" y="225"/>
                  </a:cubicBezTo>
                  <a:cubicBezTo>
                    <a:pt x="27736" y="229"/>
                    <a:pt x="25982" y="231"/>
                    <a:pt x="24229" y="231"/>
                  </a:cubicBezTo>
                  <a:cubicBezTo>
                    <a:pt x="21215" y="231"/>
                    <a:pt x="18201" y="226"/>
                    <a:pt x="15188" y="223"/>
                  </a:cubicBezTo>
                  <a:cubicBezTo>
                    <a:pt x="15101" y="223"/>
                    <a:pt x="15014" y="223"/>
                    <a:pt x="14927" y="223"/>
                  </a:cubicBezTo>
                  <a:cubicBezTo>
                    <a:pt x="11876" y="223"/>
                    <a:pt x="8820" y="267"/>
                    <a:pt x="5767" y="267"/>
                  </a:cubicBezTo>
                  <a:cubicBezTo>
                    <a:pt x="3901" y="267"/>
                    <a:pt x="2037" y="250"/>
                    <a:pt x="175" y="197"/>
                  </a:cubicBezTo>
                  <a:cubicBezTo>
                    <a:pt x="65" y="195"/>
                    <a:pt x="65" y="29"/>
                    <a:pt x="175" y="24"/>
                  </a:cubicBezTo>
                  <a:cubicBezTo>
                    <a:pt x="263" y="22"/>
                    <a:pt x="348" y="22"/>
                    <a:pt x="437" y="20"/>
                  </a:cubicBezTo>
                  <a:cubicBezTo>
                    <a:pt x="392" y="7"/>
                    <a:pt x="347"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8" name="Google Shape;3858;p105">
            <a:hlinkClick action="ppaction://hlinksldjump" r:id="rId3"/>
          </p:cNvPr>
          <p:cNvSpPr txBox="1"/>
          <p:nvPr>
            <p:ph idx="4294967295" type="title"/>
          </p:nvPr>
        </p:nvSpPr>
        <p:spPr>
          <a:xfrm>
            <a:off x="704200"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6 legs</a:t>
            </a:r>
            <a:endParaRPr sz="1800"/>
          </a:p>
        </p:txBody>
      </p:sp>
      <p:sp>
        <p:nvSpPr>
          <p:cNvPr id="3859" name="Google Shape;3859;p105">
            <a:hlinkClick action="ppaction://hlinksldjump" r:id="rId4"/>
          </p:cNvPr>
          <p:cNvSpPr txBox="1"/>
          <p:nvPr>
            <p:ph idx="4294967295" type="title"/>
          </p:nvPr>
        </p:nvSpPr>
        <p:spPr>
          <a:xfrm>
            <a:off x="3323851"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8</a:t>
            </a:r>
            <a:r>
              <a:rPr lang="en" sz="1800"/>
              <a:t> legs</a:t>
            </a:r>
            <a:endParaRPr sz="1800"/>
          </a:p>
        </p:txBody>
      </p:sp>
      <p:sp>
        <p:nvSpPr>
          <p:cNvPr id="3860" name="Google Shape;3860;p105">
            <a:hlinkClick action="ppaction://hlinksldjump" r:id="rId5"/>
          </p:cNvPr>
          <p:cNvSpPr txBox="1"/>
          <p:nvPr>
            <p:ph idx="4294967295" type="title"/>
          </p:nvPr>
        </p:nvSpPr>
        <p:spPr>
          <a:xfrm>
            <a:off x="5943502" y="3095125"/>
            <a:ext cx="24963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10</a:t>
            </a:r>
            <a:r>
              <a:rPr lang="en" sz="1800"/>
              <a:t> legs</a:t>
            </a:r>
            <a:endParaRPr sz="1800"/>
          </a:p>
        </p:txBody>
      </p:sp>
      <p:grpSp>
        <p:nvGrpSpPr>
          <p:cNvPr id="3861" name="Google Shape;3861;p105"/>
          <p:cNvGrpSpPr/>
          <p:nvPr/>
        </p:nvGrpSpPr>
        <p:grpSpPr>
          <a:xfrm>
            <a:off x="713184" y="4691184"/>
            <a:ext cx="7726459" cy="369843"/>
            <a:chOff x="713184" y="4691184"/>
            <a:chExt cx="7726459" cy="369843"/>
          </a:xfrm>
        </p:grpSpPr>
        <p:sp>
          <p:nvSpPr>
            <p:cNvPr id="3862" name="Google Shape;3862;p105"/>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863" name="Google Shape;3863;p105"/>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05"/>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05">
              <a:hlinkClick action="ppaction://hlinksldjump" r:id="rId6"/>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9" name="Shape 3869"/>
        <p:cNvGrpSpPr/>
        <p:nvPr/>
      </p:nvGrpSpPr>
      <p:grpSpPr>
        <a:xfrm>
          <a:off x="0" y="0"/>
          <a:ext cx="0" cy="0"/>
          <a:chOff x="0" y="0"/>
          <a:chExt cx="0" cy="0"/>
        </a:xfrm>
      </p:grpSpPr>
      <p:grpSp>
        <p:nvGrpSpPr>
          <p:cNvPr id="3870" name="Google Shape;3870;p106"/>
          <p:cNvGrpSpPr/>
          <p:nvPr/>
        </p:nvGrpSpPr>
        <p:grpSpPr>
          <a:xfrm>
            <a:off x="2857286" y="732167"/>
            <a:ext cx="3429984" cy="606063"/>
            <a:chOff x="5316325" y="1612757"/>
            <a:chExt cx="1404350" cy="302125"/>
          </a:xfrm>
        </p:grpSpPr>
        <p:sp>
          <p:nvSpPr>
            <p:cNvPr id="3871" name="Google Shape;3871;p106"/>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06"/>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06"/>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06"/>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06"/>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06"/>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06"/>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06"/>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06"/>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06"/>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06"/>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2" name="Google Shape;3882;p106"/>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3</a:t>
            </a:r>
            <a:endParaRPr/>
          </a:p>
        </p:txBody>
      </p:sp>
      <p:grpSp>
        <p:nvGrpSpPr>
          <p:cNvPr id="3883" name="Google Shape;3883;p106"/>
          <p:cNvGrpSpPr/>
          <p:nvPr/>
        </p:nvGrpSpPr>
        <p:grpSpPr>
          <a:xfrm>
            <a:off x="2677990" y="1878375"/>
            <a:ext cx="3788019" cy="1830661"/>
            <a:chOff x="2646769" y="3458220"/>
            <a:chExt cx="1419425" cy="685975"/>
          </a:xfrm>
        </p:grpSpPr>
        <p:sp>
          <p:nvSpPr>
            <p:cNvPr id="3884" name="Google Shape;3884;p106"/>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06"/>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6" name="Google Shape;3886;p106">
            <a:hlinkClick action="ppaction://hlinksldjump" r:id="rId3"/>
          </p:cNvPr>
          <p:cNvSpPr txBox="1"/>
          <p:nvPr/>
        </p:nvSpPr>
        <p:spPr>
          <a:xfrm>
            <a:off x="3037441" y="2447056"/>
            <a:ext cx="3069600" cy="69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dk1"/>
                </a:solidFill>
                <a:latin typeface="Gloria Hallelujah"/>
                <a:ea typeface="Gloria Hallelujah"/>
                <a:cs typeface="Gloria Hallelujah"/>
                <a:sym typeface="Gloria Hallelujah"/>
              </a:rPr>
              <a:t>Try again!</a:t>
            </a:r>
            <a:endParaRPr sz="4100">
              <a:solidFill>
                <a:schemeClr val="dk1"/>
              </a:solidFill>
              <a:latin typeface="Gloria Hallelujah"/>
              <a:ea typeface="Gloria Hallelujah"/>
              <a:cs typeface="Gloria Hallelujah"/>
              <a:sym typeface="Gloria Hallelujah"/>
            </a:endParaRPr>
          </a:p>
        </p:txBody>
      </p:sp>
      <p:sp>
        <p:nvSpPr>
          <p:cNvPr id="3887" name="Google Shape;3887;p106"/>
          <p:cNvSpPr/>
          <p:nvPr/>
        </p:nvSpPr>
        <p:spPr>
          <a:xfrm>
            <a:off x="967651" y="953490"/>
            <a:ext cx="407899" cy="391804"/>
          </a:xfrm>
          <a:custGeom>
            <a:rect b="b" l="l" r="r" t="t"/>
            <a:pathLst>
              <a:path extrusionOk="0" h="5404" w="5626">
                <a:moveTo>
                  <a:pt x="3698" y="586"/>
                </a:moveTo>
                <a:cubicBezTo>
                  <a:pt x="3711" y="586"/>
                  <a:pt x="3717" y="597"/>
                  <a:pt x="3721" y="617"/>
                </a:cubicBezTo>
                <a:cubicBezTo>
                  <a:pt x="3729" y="667"/>
                  <a:pt x="3726" y="728"/>
                  <a:pt x="3713" y="754"/>
                </a:cubicBezTo>
                <a:cubicBezTo>
                  <a:pt x="3700" y="781"/>
                  <a:pt x="3697" y="876"/>
                  <a:pt x="3705" y="967"/>
                </a:cubicBezTo>
                <a:cubicBezTo>
                  <a:pt x="3712" y="1057"/>
                  <a:pt x="3699" y="1222"/>
                  <a:pt x="3676" y="1333"/>
                </a:cubicBezTo>
                <a:cubicBezTo>
                  <a:pt x="3652" y="1446"/>
                  <a:pt x="3648" y="1585"/>
                  <a:pt x="3666" y="1646"/>
                </a:cubicBezTo>
                <a:cubicBezTo>
                  <a:pt x="3698" y="1750"/>
                  <a:pt x="3712" y="1759"/>
                  <a:pt x="3934" y="1800"/>
                </a:cubicBezTo>
                <a:cubicBezTo>
                  <a:pt x="4064" y="1825"/>
                  <a:pt x="4222" y="1862"/>
                  <a:pt x="4288" y="1885"/>
                </a:cubicBezTo>
                <a:cubicBezTo>
                  <a:pt x="4353" y="1906"/>
                  <a:pt x="4531" y="1942"/>
                  <a:pt x="4681" y="1964"/>
                </a:cubicBezTo>
                <a:cubicBezTo>
                  <a:pt x="5044" y="2015"/>
                  <a:pt x="5154" y="2042"/>
                  <a:pt x="5138" y="2076"/>
                </a:cubicBezTo>
                <a:cubicBezTo>
                  <a:pt x="5130" y="2092"/>
                  <a:pt x="4822" y="2210"/>
                  <a:pt x="4455" y="2339"/>
                </a:cubicBezTo>
                <a:cubicBezTo>
                  <a:pt x="3713" y="2597"/>
                  <a:pt x="3626" y="2673"/>
                  <a:pt x="3848" y="2858"/>
                </a:cubicBezTo>
                <a:cubicBezTo>
                  <a:pt x="3915" y="2913"/>
                  <a:pt x="4153" y="3146"/>
                  <a:pt x="4383" y="3381"/>
                </a:cubicBezTo>
                <a:lnTo>
                  <a:pt x="4796" y="3804"/>
                </a:lnTo>
                <a:lnTo>
                  <a:pt x="4796" y="3804"/>
                </a:lnTo>
                <a:lnTo>
                  <a:pt x="4622" y="3778"/>
                </a:lnTo>
                <a:cubicBezTo>
                  <a:pt x="4526" y="3763"/>
                  <a:pt x="4218" y="3702"/>
                  <a:pt x="3938" y="3641"/>
                </a:cubicBezTo>
                <a:cubicBezTo>
                  <a:pt x="3701" y="3590"/>
                  <a:pt x="3546" y="3566"/>
                  <a:pt x="3459" y="3566"/>
                </a:cubicBezTo>
                <a:cubicBezTo>
                  <a:pt x="3415" y="3566"/>
                  <a:pt x="3388" y="3572"/>
                  <a:pt x="3377" y="3584"/>
                </a:cubicBezTo>
                <a:cubicBezTo>
                  <a:pt x="3349" y="3613"/>
                  <a:pt x="3328" y="3743"/>
                  <a:pt x="3329" y="3872"/>
                </a:cubicBezTo>
                <a:cubicBezTo>
                  <a:pt x="3331" y="4001"/>
                  <a:pt x="3317" y="4217"/>
                  <a:pt x="3298" y="4353"/>
                </a:cubicBezTo>
                <a:cubicBezTo>
                  <a:pt x="3277" y="4490"/>
                  <a:pt x="3269" y="4631"/>
                  <a:pt x="3276" y="4667"/>
                </a:cubicBezTo>
                <a:cubicBezTo>
                  <a:pt x="3284" y="4706"/>
                  <a:pt x="3281" y="4723"/>
                  <a:pt x="3270" y="4723"/>
                </a:cubicBezTo>
                <a:cubicBezTo>
                  <a:pt x="3250" y="4723"/>
                  <a:pt x="3204" y="4661"/>
                  <a:pt x="3165" y="4566"/>
                </a:cubicBezTo>
                <a:cubicBezTo>
                  <a:pt x="3135" y="4493"/>
                  <a:pt x="3048" y="4294"/>
                  <a:pt x="2973" y="4127"/>
                </a:cubicBezTo>
                <a:cubicBezTo>
                  <a:pt x="2898" y="3960"/>
                  <a:pt x="2820" y="3774"/>
                  <a:pt x="2801" y="3719"/>
                </a:cubicBezTo>
                <a:cubicBezTo>
                  <a:pt x="2772" y="3638"/>
                  <a:pt x="2742" y="3617"/>
                  <a:pt x="2648" y="3615"/>
                </a:cubicBezTo>
                <a:cubicBezTo>
                  <a:pt x="2648" y="3615"/>
                  <a:pt x="2647" y="3615"/>
                  <a:pt x="2646" y="3615"/>
                </a:cubicBezTo>
                <a:cubicBezTo>
                  <a:pt x="2535" y="3615"/>
                  <a:pt x="2096" y="3803"/>
                  <a:pt x="1817" y="3972"/>
                </a:cubicBezTo>
                <a:cubicBezTo>
                  <a:pt x="1755" y="4009"/>
                  <a:pt x="1638" y="4070"/>
                  <a:pt x="1560" y="4107"/>
                </a:cubicBezTo>
                <a:lnTo>
                  <a:pt x="1416" y="4172"/>
                </a:lnTo>
                <a:lnTo>
                  <a:pt x="1705" y="3612"/>
                </a:lnTo>
                <a:cubicBezTo>
                  <a:pt x="1925" y="3185"/>
                  <a:pt x="1988" y="3033"/>
                  <a:pt x="1971" y="2966"/>
                </a:cubicBezTo>
                <a:cubicBezTo>
                  <a:pt x="1953" y="2891"/>
                  <a:pt x="1881" y="2849"/>
                  <a:pt x="1491" y="2684"/>
                </a:cubicBezTo>
                <a:cubicBezTo>
                  <a:pt x="1237" y="2577"/>
                  <a:pt x="943" y="2466"/>
                  <a:pt x="831" y="2436"/>
                </a:cubicBezTo>
                <a:cubicBezTo>
                  <a:pt x="718" y="2406"/>
                  <a:pt x="631" y="2376"/>
                  <a:pt x="635" y="2369"/>
                </a:cubicBezTo>
                <a:cubicBezTo>
                  <a:pt x="639" y="2361"/>
                  <a:pt x="744" y="2349"/>
                  <a:pt x="876" y="2342"/>
                </a:cubicBezTo>
                <a:cubicBezTo>
                  <a:pt x="1008" y="2333"/>
                  <a:pt x="1186" y="2313"/>
                  <a:pt x="1280" y="2295"/>
                </a:cubicBezTo>
                <a:cubicBezTo>
                  <a:pt x="1372" y="2277"/>
                  <a:pt x="1611" y="2255"/>
                  <a:pt x="1806" y="2248"/>
                </a:cubicBezTo>
                <a:cubicBezTo>
                  <a:pt x="2215" y="2233"/>
                  <a:pt x="2288" y="2173"/>
                  <a:pt x="2199" y="1924"/>
                </a:cubicBezTo>
                <a:cubicBezTo>
                  <a:pt x="2167" y="1834"/>
                  <a:pt x="2116" y="1642"/>
                  <a:pt x="2084" y="1494"/>
                </a:cubicBezTo>
                <a:cubicBezTo>
                  <a:pt x="2052" y="1346"/>
                  <a:pt x="2007" y="1165"/>
                  <a:pt x="1985" y="1088"/>
                </a:cubicBezTo>
                <a:cubicBezTo>
                  <a:pt x="1951" y="974"/>
                  <a:pt x="1946" y="917"/>
                  <a:pt x="1968" y="917"/>
                </a:cubicBezTo>
                <a:cubicBezTo>
                  <a:pt x="1988" y="917"/>
                  <a:pt x="2031" y="964"/>
                  <a:pt x="2094" y="1058"/>
                </a:cubicBezTo>
                <a:cubicBezTo>
                  <a:pt x="2221" y="1247"/>
                  <a:pt x="2597" y="1547"/>
                  <a:pt x="2720" y="1557"/>
                </a:cubicBezTo>
                <a:cubicBezTo>
                  <a:pt x="2721" y="1557"/>
                  <a:pt x="2723" y="1557"/>
                  <a:pt x="2724" y="1557"/>
                </a:cubicBezTo>
                <a:cubicBezTo>
                  <a:pt x="2762" y="1557"/>
                  <a:pt x="2826" y="1518"/>
                  <a:pt x="2864" y="1471"/>
                </a:cubicBezTo>
                <a:cubicBezTo>
                  <a:pt x="2905" y="1420"/>
                  <a:pt x="3110" y="1188"/>
                  <a:pt x="3321" y="953"/>
                </a:cubicBezTo>
                <a:cubicBezTo>
                  <a:pt x="3565" y="682"/>
                  <a:pt x="3659" y="586"/>
                  <a:pt x="3698" y="586"/>
                </a:cubicBezTo>
                <a:close/>
                <a:moveTo>
                  <a:pt x="3869" y="1"/>
                </a:moveTo>
                <a:cubicBezTo>
                  <a:pt x="3830" y="1"/>
                  <a:pt x="3788" y="13"/>
                  <a:pt x="3744" y="40"/>
                </a:cubicBezTo>
                <a:cubicBezTo>
                  <a:pt x="3685" y="75"/>
                  <a:pt x="3637" y="127"/>
                  <a:pt x="3641" y="153"/>
                </a:cubicBezTo>
                <a:cubicBezTo>
                  <a:pt x="3644" y="180"/>
                  <a:pt x="3525" y="344"/>
                  <a:pt x="3378" y="514"/>
                </a:cubicBezTo>
                <a:cubicBezTo>
                  <a:pt x="3230" y="685"/>
                  <a:pt x="3104" y="839"/>
                  <a:pt x="3100" y="853"/>
                </a:cubicBezTo>
                <a:cubicBezTo>
                  <a:pt x="3096" y="868"/>
                  <a:pt x="3065" y="902"/>
                  <a:pt x="3031" y="931"/>
                </a:cubicBezTo>
                <a:cubicBezTo>
                  <a:pt x="2996" y="961"/>
                  <a:pt x="2912" y="1047"/>
                  <a:pt x="2840" y="1126"/>
                </a:cubicBezTo>
                <a:cubicBezTo>
                  <a:pt x="2768" y="1207"/>
                  <a:pt x="2733" y="1240"/>
                  <a:pt x="2693" y="1240"/>
                </a:cubicBezTo>
                <a:cubicBezTo>
                  <a:pt x="2669" y="1240"/>
                  <a:pt x="2642" y="1227"/>
                  <a:pt x="2604" y="1204"/>
                </a:cubicBezTo>
                <a:cubicBezTo>
                  <a:pt x="2544" y="1168"/>
                  <a:pt x="2420" y="1035"/>
                  <a:pt x="2322" y="906"/>
                </a:cubicBezTo>
                <a:cubicBezTo>
                  <a:pt x="2060" y="557"/>
                  <a:pt x="1779" y="319"/>
                  <a:pt x="1642" y="319"/>
                </a:cubicBezTo>
                <a:cubicBezTo>
                  <a:pt x="1619" y="319"/>
                  <a:pt x="1600" y="325"/>
                  <a:pt x="1586" y="339"/>
                </a:cubicBezTo>
                <a:cubicBezTo>
                  <a:pt x="1520" y="402"/>
                  <a:pt x="1532" y="541"/>
                  <a:pt x="1629" y="834"/>
                </a:cubicBezTo>
                <a:cubicBezTo>
                  <a:pt x="1674" y="969"/>
                  <a:pt x="1734" y="1185"/>
                  <a:pt x="1759" y="1306"/>
                </a:cubicBezTo>
                <a:cubicBezTo>
                  <a:pt x="1786" y="1427"/>
                  <a:pt x="1829" y="1626"/>
                  <a:pt x="1855" y="1749"/>
                </a:cubicBezTo>
                <a:cubicBezTo>
                  <a:pt x="1885" y="1884"/>
                  <a:pt x="1884" y="1965"/>
                  <a:pt x="1854" y="1965"/>
                </a:cubicBezTo>
                <a:cubicBezTo>
                  <a:pt x="1853" y="1965"/>
                  <a:pt x="1853" y="1965"/>
                  <a:pt x="1852" y="1965"/>
                </a:cubicBezTo>
                <a:cubicBezTo>
                  <a:pt x="1845" y="1964"/>
                  <a:pt x="1834" y="1963"/>
                  <a:pt x="1821" y="1963"/>
                </a:cubicBezTo>
                <a:cubicBezTo>
                  <a:pt x="1610" y="1963"/>
                  <a:pt x="681" y="2071"/>
                  <a:pt x="409" y="2129"/>
                </a:cubicBezTo>
                <a:cubicBezTo>
                  <a:pt x="155" y="2183"/>
                  <a:pt x="89" y="2215"/>
                  <a:pt x="44" y="2308"/>
                </a:cubicBezTo>
                <a:cubicBezTo>
                  <a:pt x="1" y="2396"/>
                  <a:pt x="7" y="2435"/>
                  <a:pt x="75" y="2490"/>
                </a:cubicBezTo>
                <a:cubicBezTo>
                  <a:pt x="121" y="2530"/>
                  <a:pt x="217" y="2565"/>
                  <a:pt x="287" y="2570"/>
                </a:cubicBezTo>
                <a:cubicBezTo>
                  <a:pt x="416" y="2579"/>
                  <a:pt x="1360" y="2890"/>
                  <a:pt x="1579" y="2995"/>
                </a:cubicBezTo>
                <a:lnTo>
                  <a:pt x="1696" y="3052"/>
                </a:lnTo>
                <a:lnTo>
                  <a:pt x="1485" y="3490"/>
                </a:lnTo>
                <a:cubicBezTo>
                  <a:pt x="1367" y="3735"/>
                  <a:pt x="1206" y="4008"/>
                  <a:pt x="1123" y="4107"/>
                </a:cubicBezTo>
                <a:cubicBezTo>
                  <a:pt x="885" y="4385"/>
                  <a:pt x="822" y="4640"/>
                  <a:pt x="972" y="4714"/>
                </a:cubicBezTo>
                <a:cubicBezTo>
                  <a:pt x="975" y="4716"/>
                  <a:pt x="980" y="4717"/>
                  <a:pt x="986" y="4717"/>
                </a:cubicBezTo>
                <a:cubicBezTo>
                  <a:pt x="1068" y="4717"/>
                  <a:pt x="1360" y="4544"/>
                  <a:pt x="1397" y="4468"/>
                </a:cubicBezTo>
                <a:cubicBezTo>
                  <a:pt x="1410" y="4441"/>
                  <a:pt x="1432" y="4423"/>
                  <a:pt x="1451" y="4423"/>
                </a:cubicBezTo>
                <a:cubicBezTo>
                  <a:pt x="1455" y="4423"/>
                  <a:pt x="1459" y="4424"/>
                  <a:pt x="1462" y="4426"/>
                </a:cubicBezTo>
                <a:cubicBezTo>
                  <a:pt x="1463" y="4427"/>
                  <a:pt x="1465" y="4427"/>
                  <a:pt x="1467" y="4427"/>
                </a:cubicBezTo>
                <a:cubicBezTo>
                  <a:pt x="1527" y="4427"/>
                  <a:pt x="1979" y="4209"/>
                  <a:pt x="2391" y="3981"/>
                </a:cubicBezTo>
                <a:cubicBezTo>
                  <a:pt x="2465" y="3939"/>
                  <a:pt x="2520" y="3918"/>
                  <a:pt x="2561" y="3918"/>
                </a:cubicBezTo>
                <a:cubicBezTo>
                  <a:pt x="2615" y="3918"/>
                  <a:pt x="2645" y="3955"/>
                  <a:pt x="2663" y="4030"/>
                </a:cubicBezTo>
                <a:cubicBezTo>
                  <a:pt x="2694" y="4155"/>
                  <a:pt x="3130" y="5150"/>
                  <a:pt x="3213" y="5289"/>
                </a:cubicBezTo>
                <a:cubicBezTo>
                  <a:pt x="3268" y="5378"/>
                  <a:pt x="3303" y="5404"/>
                  <a:pt x="3377" y="5404"/>
                </a:cubicBezTo>
                <a:cubicBezTo>
                  <a:pt x="3380" y="5404"/>
                  <a:pt x="3383" y="5404"/>
                  <a:pt x="3386" y="5404"/>
                </a:cubicBezTo>
                <a:cubicBezTo>
                  <a:pt x="3516" y="5400"/>
                  <a:pt x="3542" y="5334"/>
                  <a:pt x="3535" y="5030"/>
                </a:cubicBezTo>
                <a:cubicBezTo>
                  <a:pt x="3532" y="4891"/>
                  <a:pt x="3545" y="4601"/>
                  <a:pt x="3565" y="4387"/>
                </a:cubicBezTo>
                <a:cubicBezTo>
                  <a:pt x="3584" y="4173"/>
                  <a:pt x="3600" y="3963"/>
                  <a:pt x="3602" y="3922"/>
                </a:cubicBezTo>
                <a:cubicBezTo>
                  <a:pt x="3603" y="3891"/>
                  <a:pt x="3622" y="3875"/>
                  <a:pt x="3684" y="3875"/>
                </a:cubicBezTo>
                <a:cubicBezTo>
                  <a:pt x="3747" y="3875"/>
                  <a:pt x="3856" y="3891"/>
                  <a:pt x="4036" y="3925"/>
                </a:cubicBezTo>
                <a:cubicBezTo>
                  <a:pt x="4274" y="3970"/>
                  <a:pt x="4599" y="4039"/>
                  <a:pt x="4763" y="4082"/>
                </a:cubicBezTo>
                <a:cubicBezTo>
                  <a:pt x="4875" y="4110"/>
                  <a:pt x="4970" y="4124"/>
                  <a:pt x="5047" y="4124"/>
                </a:cubicBezTo>
                <a:cubicBezTo>
                  <a:pt x="5321" y="4124"/>
                  <a:pt x="5367" y="3957"/>
                  <a:pt x="5100" y="3716"/>
                </a:cubicBezTo>
                <a:cubicBezTo>
                  <a:pt x="4789" y="3434"/>
                  <a:pt x="4192" y="2794"/>
                  <a:pt x="4213" y="2766"/>
                </a:cubicBezTo>
                <a:cubicBezTo>
                  <a:pt x="4225" y="2751"/>
                  <a:pt x="4541" y="2621"/>
                  <a:pt x="4915" y="2476"/>
                </a:cubicBezTo>
                <a:cubicBezTo>
                  <a:pt x="5288" y="2333"/>
                  <a:pt x="5604" y="2197"/>
                  <a:pt x="5616" y="2174"/>
                </a:cubicBezTo>
                <a:cubicBezTo>
                  <a:pt x="5625" y="2152"/>
                  <a:pt x="5619" y="2090"/>
                  <a:pt x="5602" y="2041"/>
                </a:cubicBezTo>
                <a:cubicBezTo>
                  <a:pt x="5560" y="1924"/>
                  <a:pt x="5215" y="1793"/>
                  <a:pt x="4700" y="1698"/>
                </a:cubicBezTo>
                <a:cubicBezTo>
                  <a:pt x="4491" y="1658"/>
                  <a:pt x="4235" y="1606"/>
                  <a:pt x="4123" y="1579"/>
                </a:cubicBezTo>
                <a:lnTo>
                  <a:pt x="3923" y="1530"/>
                </a:lnTo>
                <a:lnTo>
                  <a:pt x="3951" y="1250"/>
                </a:lnTo>
                <a:cubicBezTo>
                  <a:pt x="3966" y="1097"/>
                  <a:pt x="3980" y="862"/>
                  <a:pt x="3980" y="735"/>
                </a:cubicBezTo>
                <a:cubicBezTo>
                  <a:pt x="3981" y="607"/>
                  <a:pt x="3992" y="497"/>
                  <a:pt x="4004" y="493"/>
                </a:cubicBezTo>
                <a:cubicBezTo>
                  <a:pt x="4039" y="480"/>
                  <a:pt x="4050" y="143"/>
                  <a:pt x="4017" y="89"/>
                </a:cubicBezTo>
                <a:cubicBezTo>
                  <a:pt x="3981" y="31"/>
                  <a:pt x="3929" y="1"/>
                  <a:pt x="38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106"/>
          <p:cNvGrpSpPr/>
          <p:nvPr/>
        </p:nvGrpSpPr>
        <p:grpSpPr>
          <a:xfrm rot="1548699">
            <a:off x="7442336" y="3401131"/>
            <a:ext cx="343599" cy="801147"/>
            <a:chOff x="2281125" y="2925999"/>
            <a:chExt cx="175390" cy="408965"/>
          </a:xfrm>
        </p:grpSpPr>
        <p:sp>
          <p:nvSpPr>
            <p:cNvPr id="3889" name="Google Shape;3889;p106"/>
            <p:cNvSpPr/>
            <p:nvPr/>
          </p:nvSpPr>
          <p:spPr>
            <a:xfrm>
              <a:off x="2281125" y="2925999"/>
              <a:ext cx="175390" cy="408965"/>
            </a:xfrm>
            <a:custGeom>
              <a:rect b="b" l="l" r="r" t="t"/>
              <a:pathLst>
                <a:path extrusionOk="0" h="22014" w="9441">
                  <a:moveTo>
                    <a:pt x="468" y="548"/>
                  </a:moveTo>
                  <a:lnTo>
                    <a:pt x="468" y="548"/>
                  </a:lnTo>
                  <a:cubicBezTo>
                    <a:pt x="1980" y="637"/>
                    <a:pt x="3507" y="652"/>
                    <a:pt x="5039" y="652"/>
                  </a:cubicBezTo>
                  <a:cubicBezTo>
                    <a:pt x="5805" y="652"/>
                    <a:pt x="6572" y="648"/>
                    <a:pt x="7339" y="648"/>
                  </a:cubicBezTo>
                  <a:cubicBezTo>
                    <a:pt x="6005" y="3417"/>
                    <a:pt x="4671" y="6185"/>
                    <a:pt x="3370" y="8987"/>
                  </a:cubicBezTo>
                  <a:cubicBezTo>
                    <a:pt x="3237" y="9187"/>
                    <a:pt x="3370" y="9421"/>
                    <a:pt x="3637" y="9454"/>
                  </a:cubicBezTo>
                  <a:cubicBezTo>
                    <a:pt x="4793" y="9478"/>
                    <a:pt x="5965" y="9501"/>
                    <a:pt x="7142" y="9501"/>
                  </a:cubicBezTo>
                  <a:cubicBezTo>
                    <a:pt x="7630" y="9501"/>
                    <a:pt x="8119" y="9497"/>
                    <a:pt x="8607" y="9488"/>
                  </a:cubicBezTo>
                  <a:lnTo>
                    <a:pt x="8607" y="9488"/>
                  </a:lnTo>
                  <a:lnTo>
                    <a:pt x="3770" y="20329"/>
                  </a:lnTo>
                  <a:cubicBezTo>
                    <a:pt x="4070" y="17560"/>
                    <a:pt x="4137" y="14758"/>
                    <a:pt x="4070" y="11989"/>
                  </a:cubicBezTo>
                  <a:cubicBezTo>
                    <a:pt x="4070" y="11823"/>
                    <a:pt x="3937" y="11689"/>
                    <a:pt x="3737" y="11689"/>
                  </a:cubicBezTo>
                  <a:lnTo>
                    <a:pt x="768" y="11622"/>
                  </a:lnTo>
                  <a:cubicBezTo>
                    <a:pt x="801" y="7920"/>
                    <a:pt x="801" y="4217"/>
                    <a:pt x="468" y="548"/>
                  </a:cubicBezTo>
                  <a:close/>
                  <a:moveTo>
                    <a:pt x="4549" y="1"/>
                  </a:moveTo>
                  <a:cubicBezTo>
                    <a:pt x="3177" y="1"/>
                    <a:pt x="1806" y="22"/>
                    <a:pt x="435" y="114"/>
                  </a:cubicBezTo>
                  <a:cubicBezTo>
                    <a:pt x="368" y="114"/>
                    <a:pt x="334" y="148"/>
                    <a:pt x="301" y="181"/>
                  </a:cubicBezTo>
                  <a:cubicBezTo>
                    <a:pt x="279" y="175"/>
                    <a:pt x="256" y="173"/>
                    <a:pt x="233" y="173"/>
                  </a:cubicBezTo>
                  <a:cubicBezTo>
                    <a:pt x="117" y="173"/>
                    <a:pt x="1" y="242"/>
                    <a:pt x="1" y="381"/>
                  </a:cubicBezTo>
                  <a:cubicBezTo>
                    <a:pt x="34" y="4217"/>
                    <a:pt x="201" y="8087"/>
                    <a:pt x="134" y="11923"/>
                  </a:cubicBezTo>
                  <a:cubicBezTo>
                    <a:pt x="134" y="12089"/>
                    <a:pt x="268" y="12223"/>
                    <a:pt x="435" y="12223"/>
                  </a:cubicBezTo>
                  <a:cubicBezTo>
                    <a:pt x="1435" y="12256"/>
                    <a:pt x="2436" y="12256"/>
                    <a:pt x="3437" y="12290"/>
                  </a:cubicBezTo>
                  <a:cubicBezTo>
                    <a:pt x="3537" y="15459"/>
                    <a:pt x="3337" y="18561"/>
                    <a:pt x="3003" y="21696"/>
                  </a:cubicBezTo>
                  <a:cubicBezTo>
                    <a:pt x="2975" y="21889"/>
                    <a:pt x="3153" y="22014"/>
                    <a:pt x="3309" y="22014"/>
                  </a:cubicBezTo>
                  <a:cubicBezTo>
                    <a:pt x="3342" y="22014"/>
                    <a:pt x="3374" y="22008"/>
                    <a:pt x="3403" y="21997"/>
                  </a:cubicBezTo>
                  <a:cubicBezTo>
                    <a:pt x="3433" y="22004"/>
                    <a:pt x="3465" y="22008"/>
                    <a:pt x="3497" y="22008"/>
                  </a:cubicBezTo>
                  <a:cubicBezTo>
                    <a:pt x="3607" y="22008"/>
                    <a:pt x="3719" y="21959"/>
                    <a:pt x="3770" y="21830"/>
                  </a:cubicBezTo>
                  <a:cubicBezTo>
                    <a:pt x="5638" y="17660"/>
                    <a:pt x="7506" y="13490"/>
                    <a:pt x="9341" y="9321"/>
                  </a:cubicBezTo>
                  <a:cubicBezTo>
                    <a:pt x="9441" y="9121"/>
                    <a:pt x="9341" y="8854"/>
                    <a:pt x="9074" y="8854"/>
                  </a:cubicBezTo>
                  <a:cubicBezTo>
                    <a:pt x="8397" y="8868"/>
                    <a:pt x="7714" y="8876"/>
                    <a:pt x="7028" y="8876"/>
                  </a:cubicBezTo>
                  <a:cubicBezTo>
                    <a:pt x="6058" y="8876"/>
                    <a:pt x="5081" y="8860"/>
                    <a:pt x="4104" y="8820"/>
                  </a:cubicBezTo>
                  <a:lnTo>
                    <a:pt x="8107" y="481"/>
                  </a:lnTo>
                  <a:cubicBezTo>
                    <a:pt x="8207" y="281"/>
                    <a:pt x="8073" y="14"/>
                    <a:pt x="7840" y="14"/>
                  </a:cubicBezTo>
                  <a:cubicBezTo>
                    <a:pt x="6743" y="14"/>
                    <a:pt x="5646"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06"/>
            <p:cNvSpPr/>
            <p:nvPr/>
          </p:nvSpPr>
          <p:spPr>
            <a:xfrm>
              <a:off x="2289801" y="2936161"/>
              <a:ext cx="151239" cy="367500"/>
            </a:xfrm>
            <a:custGeom>
              <a:rect b="b" l="l" r="r" t="t"/>
              <a:pathLst>
                <a:path extrusionOk="0" h="19782" w="8141">
                  <a:moveTo>
                    <a:pt x="1" y="1"/>
                  </a:moveTo>
                  <a:lnTo>
                    <a:pt x="1" y="1"/>
                  </a:lnTo>
                  <a:cubicBezTo>
                    <a:pt x="334" y="3670"/>
                    <a:pt x="334" y="7373"/>
                    <a:pt x="301" y="11075"/>
                  </a:cubicBezTo>
                  <a:lnTo>
                    <a:pt x="3270" y="11142"/>
                  </a:lnTo>
                  <a:cubicBezTo>
                    <a:pt x="3437" y="11142"/>
                    <a:pt x="3570" y="11276"/>
                    <a:pt x="3603" y="11442"/>
                  </a:cubicBezTo>
                  <a:cubicBezTo>
                    <a:pt x="3670" y="14211"/>
                    <a:pt x="3603" y="17013"/>
                    <a:pt x="3303" y="19782"/>
                  </a:cubicBezTo>
                  <a:lnTo>
                    <a:pt x="8140" y="8941"/>
                  </a:lnTo>
                  <a:lnTo>
                    <a:pt x="8140" y="8941"/>
                  </a:lnTo>
                  <a:cubicBezTo>
                    <a:pt x="7652" y="8950"/>
                    <a:pt x="7163" y="8954"/>
                    <a:pt x="6674" y="8954"/>
                  </a:cubicBezTo>
                  <a:cubicBezTo>
                    <a:pt x="5495" y="8954"/>
                    <a:pt x="4316" y="8931"/>
                    <a:pt x="3136" y="8907"/>
                  </a:cubicBezTo>
                  <a:cubicBezTo>
                    <a:pt x="2903" y="8874"/>
                    <a:pt x="2770" y="8640"/>
                    <a:pt x="2870" y="8440"/>
                  </a:cubicBezTo>
                  <a:cubicBezTo>
                    <a:pt x="4204" y="5638"/>
                    <a:pt x="5538" y="2870"/>
                    <a:pt x="6872" y="101"/>
                  </a:cubicBezTo>
                  <a:cubicBezTo>
                    <a:pt x="6105" y="101"/>
                    <a:pt x="5338" y="105"/>
                    <a:pt x="4572" y="105"/>
                  </a:cubicBezTo>
                  <a:cubicBezTo>
                    <a:pt x="3040" y="105"/>
                    <a:pt x="1513" y="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106"/>
          <p:cNvGrpSpPr/>
          <p:nvPr/>
        </p:nvGrpSpPr>
        <p:grpSpPr>
          <a:xfrm>
            <a:off x="713184" y="4691184"/>
            <a:ext cx="7726459" cy="369843"/>
            <a:chOff x="713184" y="4691184"/>
            <a:chExt cx="7726459" cy="369843"/>
          </a:xfrm>
        </p:grpSpPr>
        <p:sp>
          <p:nvSpPr>
            <p:cNvPr id="3892" name="Google Shape;3892;p106"/>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893" name="Google Shape;3893;p106"/>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06"/>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06">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9" name="Shape 3899"/>
        <p:cNvGrpSpPr/>
        <p:nvPr/>
      </p:nvGrpSpPr>
      <p:grpSpPr>
        <a:xfrm>
          <a:off x="0" y="0"/>
          <a:ext cx="0" cy="0"/>
          <a:chOff x="0" y="0"/>
          <a:chExt cx="0" cy="0"/>
        </a:xfrm>
      </p:grpSpPr>
      <p:grpSp>
        <p:nvGrpSpPr>
          <p:cNvPr id="3900" name="Google Shape;3900;p107"/>
          <p:cNvGrpSpPr/>
          <p:nvPr/>
        </p:nvGrpSpPr>
        <p:grpSpPr>
          <a:xfrm>
            <a:off x="2857286" y="732167"/>
            <a:ext cx="3429984" cy="606063"/>
            <a:chOff x="5316325" y="1612757"/>
            <a:chExt cx="1404350" cy="302125"/>
          </a:xfrm>
        </p:grpSpPr>
        <p:sp>
          <p:nvSpPr>
            <p:cNvPr id="3901" name="Google Shape;3901;p107"/>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07"/>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07"/>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07"/>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07"/>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07"/>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07"/>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07"/>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07"/>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07"/>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07"/>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107"/>
          <p:cNvGrpSpPr/>
          <p:nvPr/>
        </p:nvGrpSpPr>
        <p:grpSpPr>
          <a:xfrm>
            <a:off x="948449" y="1954177"/>
            <a:ext cx="3248969" cy="1235146"/>
            <a:chOff x="6939375" y="228732"/>
            <a:chExt cx="917425" cy="1122350"/>
          </a:xfrm>
        </p:grpSpPr>
        <p:sp>
          <p:nvSpPr>
            <p:cNvPr id="3913" name="Google Shape;3913;p107"/>
            <p:cNvSpPr/>
            <p:nvPr/>
          </p:nvSpPr>
          <p:spPr>
            <a:xfrm>
              <a:off x="6939375" y="228732"/>
              <a:ext cx="917425" cy="1092925"/>
            </a:xfrm>
            <a:custGeom>
              <a:rect b="b" l="l" r="r" t="t"/>
              <a:pathLst>
                <a:path extrusionOk="0" h="43717" w="36697">
                  <a:moveTo>
                    <a:pt x="13408" y="1"/>
                  </a:moveTo>
                  <a:cubicBezTo>
                    <a:pt x="9075" y="1"/>
                    <a:pt x="4745" y="72"/>
                    <a:pt x="426" y="271"/>
                  </a:cubicBezTo>
                  <a:cubicBezTo>
                    <a:pt x="312" y="279"/>
                    <a:pt x="259" y="370"/>
                    <a:pt x="269" y="458"/>
                  </a:cubicBezTo>
                  <a:cubicBezTo>
                    <a:pt x="193" y="482"/>
                    <a:pt x="132" y="544"/>
                    <a:pt x="132" y="648"/>
                  </a:cubicBezTo>
                  <a:cubicBezTo>
                    <a:pt x="123" y="7817"/>
                    <a:pt x="100" y="14989"/>
                    <a:pt x="116" y="22160"/>
                  </a:cubicBezTo>
                  <a:cubicBezTo>
                    <a:pt x="126" y="25668"/>
                    <a:pt x="112" y="29177"/>
                    <a:pt x="110" y="32686"/>
                  </a:cubicBezTo>
                  <a:cubicBezTo>
                    <a:pt x="110" y="36288"/>
                    <a:pt x="1" y="39921"/>
                    <a:pt x="187" y="43515"/>
                  </a:cubicBezTo>
                  <a:lnTo>
                    <a:pt x="378" y="43506"/>
                  </a:lnTo>
                  <a:cubicBezTo>
                    <a:pt x="567" y="39990"/>
                    <a:pt x="474" y="36436"/>
                    <a:pt x="483" y="32915"/>
                  </a:cubicBezTo>
                  <a:cubicBezTo>
                    <a:pt x="493" y="29330"/>
                    <a:pt x="488" y="25743"/>
                    <a:pt x="507" y="22160"/>
                  </a:cubicBezTo>
                  <a:cubicBezTo>
                    <a:pt x="543" y="14989"/>
                    <a:pt x="541" y="7817"/>
                    <a:pt x="551" y="648"/>
                  </a:cubicBezTo>
                  <a:cubicBezTo>
                    <a:pt x="551" y="632"/>
                    <a:pt x="545" y="620"/>
                    <a:pt x="543" y="604"/>
                  </a:cubicBezTo>
                  <a:lnTo>
                    <a:pt x="543" y="604"/>
                  </a:lnTo>
                  <a:cubicBezTo>
                    <a:pt x="982" y="613"/>
                    <a:pt x="1421" y="615"/>
                    <a:pt x="1859" y="620"/>
                  </a:cubicBezTo>
                  <a:cubicBezTo>
                    <a:pt x="1825" y="974"/>
                    <a:pt x="1786" y="1364"/>
                    <a:pt x="1875" y="1682"/>
                  </a:cubicBezTo>
                  <a:cubicBezTo>
                    <a:pt x="1889" y="1732"/>
                    <a:pt x="1934" y="1758"/>
                    <a:pt x="1978" y="1758"/>
                  </a:cubicBezTo>
                  <a:cubicBezTo>
                    <a:pt x="2022" y="1758"/>
                    <a:pt x="2066" y="1733"/>
                    <a:pt x="2079" y="1682"/>
                  </a:cubicBezTo>
                  <a:cubicBezTo>
                    <a:pt x="2167" y="1364"/>
                    <a:pt x="2130" y="976"/>
                    <a:pt x="2095" y="623"/>
                  </a:cubicBezTo>
                  <a:lnTo>
                    <a:pt x="2095" y="623"/>
                  </a:lnTo>
                  <a:cubicBezTo>
                    <a:pt x="3069" y="633"/>
                    <a:pt x="4042" y="637"/>
                    <a:pt x="5016" y="637"/>
                  </a:cubicBezTo>
                  <a:cubicBezTo>
                    <a:pt x="9239" y="637"/>
                    <a:pt x="13466" y="560"/>
                    <a:pt x="17687" y="560"/>
                  </a:cubicBezTo>
                  <a:cubicBezTo>
                    <a:pt x="17885" y="560"/>
                    <a:pt x="18083" y="560"/>
                    <a:pt x="18281" y="561"/>
                  </a:cubicBezTo>
                  <a:cubicBezTo>
                    <a:pt x="24157" y="569"/>
                    <a:pt x="30042" y="569"/>
                    <a:pt x="35916" y="685"/>
                  </a:cubicBezTo>
                  <a:cubicBezTo>
                    <a:pt x="36096" y="7863"/>
                    <a:pt x="36221" y="15047"/>
                    <a:pt x="36149" y="22228"/>
                  </a:cubicBezTo>
                  <a:cubicBezTo>
                    <a:pt x="36115" y="25763"/>
                    <a:pt x="36113" y="29298"/>
                    <a:pt x="36103" y="32835"/>
                  </a:cubicBezTo>
                  <a:cubicBezTo>
                    <a:pt x="36091" y="36436"/>
                    <a:pt x="35865" y="40121"/>
                    <a:pt x="36145" y="43716"/>
                  </a:cubicBezTo>
                  <a:lnTo>
                    <a:pt x="36405" y="43698"/>
                  </a:lnTo>
                  <a:cubicBezTo>
                    <a:pt x="36696" y="40187"/>
                    <a:pt x="36501" y="36586"/>
                    <a:pt x="36511" y="33065"/>
                  </a:cubicBezTo>
                  <a:cubicBezTo>
                    <a:pt x="36523" y="29452"/>
                    <a:pt x="36553" y="25838"/>
                    <a:pt x="36533" y="22228"/>
                  </a:cubicBezTo>
                  <a:cubicBezTo>
                    <a:pt x="36491" y="15033"/>
                    <a:pt x="36674" y="7841"/>
                    <a:pt x="36412" y="647"/>
                  </a:cubicBezTo>
                  <a:cubicBezTo>
                    <a:pt x="36408" y="541"/>
                    <a:pt x="36348" y="474"/>
                    <a:pt x="36274" y="438"/>
                  </a:cubicBezTo>
                  <a:cubicBezTo>
                    <a:pt x="36248" y="392"/>
                    <a:pt x="36205" y="354"/>
                    <a:pt x="36135" y="354"/>
                  </a:cubicBezTo>
                  <a:cubicBezTo>
                    <a:pt x="28576" y="219"/>
                    <a:pt x="20988" y="1"/>
                    <a:pt x="13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07"/>
            <p:cNvSpPr/>
            <p:nvPr/>
          </p:nvSpPr>
          <p:spPr>
            <a:xfrm>
              <a:off x="7392275" y="1128432"/>
              <a:ext cx="460375" cy="222650"/>
            </a:xfrm>
            <a:custGeom>
              <a:rect b="b" l="l" r="r" t="t"/>
              <a:pathLst>
                <a:path extrusionOk="0" h="8906" w="18415">
                  <a:moveTo>
                    <a:pt x="132" y="0"/>
                  </a:moveTo>
                  <a:lnTo>
                    <a:pt x="0" y="261"/>
                  </a:lnTo>
                  <a:cubicBezTo>
                    <a:pt x="1277" y="931"/>
                    <a:pt x="2642" y="1479"/>
                    <a:pt x="3931" y="2141"/>
                  </a:cubicBezTo>
                  <a:cubicBezTo>
                    <a:pt x="5472" y="2933"/>
                    <a:pt x="7022" y="3714"/>
                    <a:pt x="8573" y="4485"/>
                  </a:cubicBezTo>
                  <a:cubicBezTo>
                    <a:pt x="11615" y="5992"/>
                    <a:pt x="14669" y="7470"/>
                    <a:pt x="17754" y="8883"/>
                  </a:cubicBezTo>
                  <a:cubicBezTo>
                    <a:pt x="17790" y="8899"/>
                    <a:pt x="17824" y="8906"/>
                    <a:pt x="17857" y="8906"/>
                  </a:cubicBezTo>
                  <a:cubicBezTo>
                    <a:pt x="17959" y="8906"/>
                    <a:pt x="18044" y="8837"/>
                    <a:pt x="18084" y="8752"/>
                  </a:cubicBezTo>
                  <a:cubicBezTo>
                    <a:pt x="18096" y="8755"/>
                    <a:pt x="18108" y="8756"/>
                    <a:pt x="18120" y="8756"/>
                  </a:cubicBezTo>
                  <a:cubicBezTo>
                    <a:pt x="18160" y="8756"/>
                    <a:pt x="18200" y="8736"/>
                    <a:pt x="18225" y="8680"/>
                  </a:cubicBezTo>
                  <a:cubicBezTo>
                    <a:pt x="18297" y="8535"/>
                    <a:pt x="18335" y="8382"/>
                    <a:pt x="18361" y="8221"/>
                  </a:cubicBezTo>
                  <a:cubicBezTo>
                    <a:pt x="18385" y="8064"/>
                    <a:pt x="18414" y="7887"/>
                    <a:pt x="18324" y="7750"/>
                  </a:cubicBezTo>
                  <a:cubicBezTo>
                    <a:pt x="18313" y="7734"/>
                    <a:pt x="18301" y="7720"/>
                    <a:pt x="18289" y="7710"/>
                  </a:cubicBezTo>
                  <a:lnTo>
                    <a:pt x="18029" y="7728"/>
                  </a:lnTo>
                  <a:cubicBezTo>
                    <a:pt x="18031" y="7736"/>
                    <a:pt x="18031" y="7742"/>
                    <a:pt x="18031" y="7750"/>
                  </a:cubicBezTo>
                  <a:cubicBezTo>
                    <a:pt x="18021" y="7763"/>
                    <a:pt x="18013" y="7774"/>
                    <a:pt x="18005" y="7791"/>
                  </a:cubicBezTo>
                  <a:cubicBezTo>
                    <a:pt x="17957" y="7909"/>
                    <a:pt x="17994" y="8044"/>
                    <a:pt x="17994" y="8169"/>
                  </a:cubicBezTo>
                  <a:cubicBezTo>
                    <a:pt x="17994" y="8271"/>
                    <a:pt x="17983" y="8370"/>
                    <a:pt x="17969" y="8467"/>
                  </a:cubicBezTo>
                  <a:cubicBezTo>
                    <a:pt x="14771" y="6960"/>
                    <a:pt x="11575" y="5445"/>
                    <a:pt x="8405" y="3879"/>
                  </a:cubicBezTo>
                  <a:cubicBezTo>
                    <a:pt x="6851" y="3113"/>
                    <a:pt x="5299" y="2334"/>
                    <a:pt x="3752" y="1550"/>
                  </a:cubicBezTo>
                  <a:cubicBezTo>
                    <a:pt x="2644" y="986"/>
                    <a:pt x="1402" y="159"/>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07"/>
            <p:cNvSpPr/>
            <p:nvPr/>
          </p:nvSpPr>
          <p:spPr>
            <a:xfrm>
              <a:off x="6948800" y="242732"/>
              <a:ext cx="896100" cy="1097400"/>
            </a:xfrm>
            <a:custGeom>
              <a:rect b="b" l="l" r="r" t="t"/>
              <a:pathLst>
                <a:path extrusionOk="0" h="43896" w="35844">
                  <a:moveTo>
                    <a:pt x="34902" y="134"/>
                  </a:moveTo>
                  <a:cubicBezTo>
                    <a:pt x="34953" y="134"/>
                    <a:pt x="35001" y="167"/>
                    <a:pt x="35001" y="233"/>
                  </a:cubicBezTo>
                  <a:cubicBezTo>
                    <a:pt x="35003" y="529"/>
                    <a:pt x="34915" y="832"/>
                    <a:pt x="34858" y="1120"/>
                  </a:cubicBezTo>
                  <a:cubicBezTo>
                    <a:pt x="34847" y="1179"/>
                    <a:pt x="34806" y="1204"/>
                    <a:pt x="34762" y="1204"/>
                  </a:cubicBezTo>
                  <a:cubicBezTo>
                    <a:pt x="34695" y="1204"/>
                    <a:pt x="34621" y="1147"/>
                    <a:pt x="34633" y="1060"/>
                  </a:cubicBezTo>
                  <a:cubicBezTo>
                    <a:pt x="34680" y="776"/>
                    <a:pt x="34698" y="476"/>
                    <a:pt x="34798" y="206"/>
                  </a:cubicBezTo>
                  <a:cubicBezTo>
                    <a:pt x="34816" y="157"/>
                    <a:pt x="34860" y="134"/>
                    <a:pt x="34902" y="134"/>
                  </a:cubicBezTo>
                  <a:close/>
                  <a:moveTo>
                    <a:pt x="1850" y="2436"/>
                  </a:moveTo>
                  <a:cubicBezTo>
                    <a:pt x="1896" y="2436"/>
                    <a:pt x="1943" y="2474"/>
                    <a:pt x="1928" y="2534"/>
                  </a:cubicBezTo>
                  <a:cubicBezTo>
                    <a:pt x="1810" y="3011"/>
                    <a:pt x="1832" y="3466"/>
                    <a:pt x="1838" y="3951"/>
                  </a:cubicBezTo>
                  <a:cubicBezTo>
                    <a:pt x="1839" y="4005"/>
                    <a:pt x="1796" y="4034"/>
                    <a:pt x="1753" y="4034"/>
                  </a:cubicBezTo>
                  <a:cubicBezTo>
                    <a:pt x="1718" y="4034"/>
                    <a:pt x="1683" y="4015"/>
                    <a:pt x="1671" y="3975"/>
                  </a:cubicBezTo>
                  <a:cubicBezTo>
                    <a:pt x="1538" y="3490"/>
                    <a:pt x="1621" y="2963"/>
                    <a:pt x="1774" y="2492"/>
                  </a:cubicBezTo>
                  <a:cubicBezTo>
                    <a:pt x="1787" y="2453"/>
                    <a:pt x="1818" y="2436"/>
                    <a:pt x="1850" y="2436"/>
                  </a:cubicBezTo>
                  <a:close/>
                  <a:moveTo>
                    <a:pt x="34782" y="2583"/>
                  </a:moveTo>
                  <a:cubicBezTo>
                    <a:pt x="34814" y="2583"/>
                    <a:pt x="34846" y="2601"/>
                    <a:pt x="34860" y="2641"/>
                  </a:cubicBezTo>
                  <a:cubicBezTo>
                    <a:pt x="35107" y="3363"/>
                    <a:pt x="35068" y="4108"/>
                    <a:pt x="34842" y="4830"/>
                  </a:cubicBezTo>
                  <a:cubicBezTo>
                    <a:pt x="34828" y="4874"/>
                    <a:pt x="34793" y="4892"/>
                    <a:pt x="34758" y="4892"/>
                  </a:cubicBezTo>
                  <a:cubicBezTo>
                    <a:pt x="34705" y="4892"/>
                    <a:pt x="34651" y="4849"/>
                    <a:pt x="34671" y="4782"/>
                  </a:cubicBezTo>
                  <a:cubicBezTo>
                    <a:pt x="34865" y="4083"/>
                    <a:pt x="34842" y="3395"/>
                    <a:pt x="34698" y="2685"/>
                  </a:cubicBezTo>
                  <a:cubicBezTo>
                    <a:pt x="34686" y="2622"/>
                    <a:pt x="34734" y="2583"/>
                    <a:pt x="34782" y="2583"/>
                  </a:cubicBezTo>
                  <a:close/>
                  <a:moveTo>
                    <a:pt x="1887" y="6606"/>
                  </a:moveTo>
                  <a:cubicBezTo>
                    <a:pt x="1918" y="6606"/>
                    <a:pt x="1950" y="6627"/>
                    <a:pt x="1951" y="6669"/>
                  </a:cubicBezTo>
                  <a:cubicBezTo>
                    <a:pt x="1958" y="6953"/>
                    <a:pt x="1988" y="7246"/>
                    <a:pt x="1963" y="7528"/>
                  </a:cubicBezTo>
                  <a:cubicBezTo>
                    <a:pt x="1958" y="7576"/>
                    <a:pt x="1922" y="7601"/>
                    <a:pt x="1887" y="7601"/>
                  </a:cubicBezTo>
                  <a:cubicBezTo>
                    <a:pt x="1851" y="7601"/>
                    <a:pt x="1815" y="7576"/>
                    <a:pt x="1810" y="7528"/>
                  </a:cubicBezTo>
                  <a:cubicBezTo>
                    <a:pt x="1785" y="7246"/>
                    <a:pt x="1815" y="6953"/>
                    <a:pt x="1822" y="6669"/>
                  </a:cubicBezTo>
                  <a:cubicBezTo>
                    <a:pt x="1823" y="6627"/>
                    <a:pt x="1855" y="6606"/>
                    <a:pt x="1887" y="6606"/>
                  </a:cubicBezTo>
                  <a:close/>
                  <a:moveTo>
                    <a:pt x="34768" y="6733"/>
                  </a:moveTo>
                  <a:cubicBezTo>
                    <a:pt x="34808" y="6733"/>
                    <a:pt x="34849" y="6760"/>
                    <a:pt x="34851" y="6812"/>
                  </a:cubicBezTo>
                  <a:cubicBezTo>
                    <a:pt x="34879" y="7431"/>
                    <a:pt x="34890" y="8051"/>
                    <a:pt x="34851" y="8671"/>
                  </a:cubicBezTo>
                  <a:cubicBezTo>
                    <a:pt x="34848" y="8724"/>
                    <a:pt x="34808" y="8750"/>
                    <a:pt x="34769" y="8750"/>
                  </a:cubicBezTo>
                  <a:cubicBezTo>
                    <a:pt x="34730" y="8750"/>
                    <a:pt x="34690" y="8724"/>
                    <a:pt x="34687" y="8671"/>
                  </a:cubicBezTo>
                  <a:cubicBezTo>
                    <a:pt x="34645" y="8051"/>
                    <a:pt x="34657" y="7431"/>
                    <a:pt x="34687" y="6812"/>
                  </a:cubicBezTo>
                  <a:cubicBezTo>
                    <a:pt x="34689" y="6759"/>
                    <a:pt x="34729" y="6733"/>
                    <a:pt x="34768" y="6733"/>
                  </a:cubicBezTo>
                  <a:close/>
                  <a:moveTo>
                    <a:pt x="1743" y="9606"/>
                  </a:moveTo>
                  <a:cubicBezTo>
                    <a:pt x="1775" y="9606"/>
                    <a:pt x="1808" y="9629"/>
                    <a:pt x="1810" y="9673"/>
                  </a:cubicBezTo>
                  <a:cubicBezTo>
                    <a:pt x="1831" y="10146"/>
                    <a:pt x="1896" y="10656"/>
                    <a:pt x="1828" y="11125"/>
                  </a:cubicBezTo>
                  <a:cubicBezTo>
                    <a:pt x="1823" y="11167"/>
                    <a:pt x="1783" y="11189"/>
                    <a:pt x="1743" y="11189"/>
                  </a:cubicBezTo>
                  <a:cubicBezTo>
                    <a:pt x="1703" y="11189"/>
                    <a:pt x="1662" y="11167"/>
                    <a:pt x="1655" y="11125"/>
                  </a:cubicBezTo>
                  <a:cubicBezTo>
                    <a:pt x="1589" y="10656"/>
                    <a:pt x="1655" y="10146"/>
                    <a:pt x="1677" y="9673"/>
                  </a:cubicBezTo>
                  <a:cubicBezTo>
                    <a:pt x="1678" y="9629"/>
                    <a:pt x="1710" y="9606"/>
                    <a:pt x="1743" y="9606"/>
                  </a:cubicBezTo>
                  <a:close/>
                  <a:moveTo>
                    <a:pt x="34768" y="10893"/>
                  </a:moveTo>
                  <a:cubicBezTo>
                    <a:pt x="34800" y="10893"/>
                    <a:pt x="34834" y="10915"/>
                    <a:pt x="34837" y="10959"/>
                  </a:cubicBezTo>
                  <a:cubicBezTo>
                    <a:pt x="34885" y="11675"/>
                    <a:pt x="34865" y="12387"/>
                    <a:pt x="34846" y="13103"/>
                  </a:cubicBezTo>
                  <a:cubicBezTo>
                    <a:pt x="34844" y="13153"/>
                    <a:pt x="34806" y="13178"/>
                    <a:pt x="34768" y="13178"/>
                  </a:cubicBezTo>
                  <a:cubicBezTo>
                    <a:pt x="34731" y="13178"/>
                    <a:pt x="34693" y="13153"/>
                    <a:pt x="34692" y="13103"/>
                  </a:cubicBezTo>
                  <a:cubicBezTo>
                    <a:pt x="34673" y="12387"/>
                    <a:pt x="34653" y="11675"/>
                    <a:pt x="34701" y="10959"/>
                  </a:cubicBezTo>
                  <a:cubicBezTo>
                    <a:pt x="34703" y="10915"/>
                    <a:pt x="34735" y="10893"/>
                    <a:pt x="34768" y="10893"/>
                  </a:cubicBezTo>
                  <a:close/>
                  <a:moveTo>
                    <a:pt x="1886" y="13029"/>
                  </a:moveTo>
                  <a:cubicBezTo>
                    <a:pt x="1924" y="13029"/>
                    <a:pt x="1962" y="13053"/>
                    <a:pt x="1963" y="13103"/>
                  </a:cubicBezTo>
                  <a:cubicBezTo>
                    <a:pt x="1977" y="13572"/>
                    <a:pt x="2029" y="14065"/>
                    <a:pt x="1967" y="14533"/>
                  </a:cubicBezTo>
                  <a:cubicBezTo>
                    <a:pt x="1960" y="14585"/>
                    <a:pt x="1924" y="14611"/>
                    <a:pt x="1887" y="14611"/>
                  </a:cubicBezTo>
                  <a:cubicBezTo>
                    <a:pt x="1850" y="14611"/>
                    <a:pt x="1813" y="14585"/>
                    <a:pt x="1806" y="14533"/>
                  </a:cubicBezTo>
                  <a:cubicBezTo>
                    <a:pt x="1743" y="14067"/>
                    <a:pt x="1796" y="13572"/>
                    <a:pt x="1808" y="13103"/>
                  </a:cubicBezTo>
                  <a:cubicBezTo>
                    <a:pt x="1810" y="13053"/>
                    <a:pt x="1849" y="13029"/>
                    <a:pt x="1886" y="13029"/>
                  </a:cubicBezTo>
                  <a:close/>
                  <a:moveTo>
                    <a:pt x="34769" y="15596"/>
                  </a:moveTo>
                  <a:cubicBezTo>
                    <a:pt x="34810" y="15596"/>
                    <a:pt x="34850" y="15623"/>
                    <a:pt x="34851" y="15676"/>
                  </a:cubicBezTo>
                  <a:cubicBezTo>
                    <a:pt x="34877" y="16345"/>
                    <a:pt x="34874" y="17010"/>
                    <a:pt x="34856" y="17678"/>
                  </a:cubicBezTo>
                  <a:cubicBezTo>
                    <a:pt x="34853" y="17734"/>
                    <a:pt x="34811" y="17762"/>
                    <a:pt x="34769" y="17762"/>
                  </a:cubicBezTo>
                  <a:cubicBezTo>
                    <a:pt x="34726" y="17762"/>
                    <a:pt x="34684" y="17733"/>
                    <a:pt x="34682" y="17678"/>
                  </a:cubicBezTo>
                  <a:cubicBezTo>
                    <a:pt x="34661" y="17010"/>
                    <a:pt x="34659" y="16345"/>
                    <a:pt x="34685" y="15676"/>
                  </a:cubicBezTo>
                  <a:cubicBezTo>
                    <a:pt x="34687" y="15623"/>
                    <a:pt x="34728" y="15596"/>
                    <a:pt x="34769" y="15596"/>
                  </a:cubicBezTo>
                  <a:close/>
                  <a:moveTo>
                    <a:pt x="1620" y="16466"/>
                  </a:moveTo>
                  <a:cubicBezTo>
                    <a:pt x="1646" y="16466"/>
                    <a:pt x="1671" y="16480"/>
                    <a:pt x="1681" y="16512"/>
                  </a:cubicBezTo>
                  <a:cubicBezTo>
                    <a:pt x="1838" y="17043"/>
                    <a:pt x="1991" y="17731"/>
                    <a:pt x="1826" y="18274"/>
                  </a:cubicBezTo>
                  <a:cubicBezTo>
                    <a:pt x="1812" y="18321"/>
                    <a:pt x="1774" y="18343"/>
                    <a:pt x="1736" y="18343"/>
                  </a:cubicBezTo>
                  <a:cubicBezTo>
                    <a:pt x="1688" y="18343"/>
                    <a:pt x="1639" y="18309"/>
                    <a:pt x="1635" y="18248"/>
                  </a:cubicBezTo>
                  <a:cubicBezTo>
                    <a:pt x="1619" y="17982"/>
                    <a:pt x="1669" y="17715"/>
                    <a:pt x="1663" y="17445"/>
                  </a:cubicBezTo>
                  <a:cubicBezTo>
                    <a:pt x="1655" y="17142"/>
                    <a:pt x="1617" y="16844"/>
                    <a:pt x="1552" y="16548"/>
                  </a:cubicBezTo>
                  <a:cubicBezTo>
                    <a:pt x="1542" y="16498"/>
                    <a:pt x="1582" y="16466"/>
                    <a:pt x="1620" y="16466"/>
                  </a:cubicBezTo>
                  <a:close/>
                  <a:moveTo>
                    <a:pt x="1743" y="19890"/>
                  </a:moveTo>
                  <a:cubicBezTo>
                    <a:pt x="1781" y="19890"/>
                    <a:pt x="1819" y="19915"/>
                    <a:pt x="1822" y="19966"/>
                  </a:cubicBezTo>
                  <a:cubicBezTo>
                    <a:pt x="1848" y="20441"/>
                    <a:pt x="1884" y="20920"/>
                    <a:pt x="1845" y="21395"/>
                  </a:cubicBezTo>
                  <a:cubicBezTo>
                    <a:pt x="1839" y="21461"/>
                    <a:pt x="1791" y="21494"/>
                    <a:pt x="1743" y="21494"/>
                  </a:cubicBezTo>
                  <a:cubicBezTo>
                    <a:pt x="1694" y="21494"/>
                    <a:pt x="1646" y="21461"/>
                    <a:pt x="1642" y="21395"/>
                  </a:cubicBezTo>
                  <a:cubicBezTo>
                    <a:pt x="1602" y="20919"/>
                    <a:pt x="1639" y="20441"/>
                    <a:pt x="1665" y="19966"/>
                  </a:cubicBezTo>
                  <a:cubicBezTo>
                    <a:pt x="1667" y="19915"/>
                    <a:pt x="1705" y="19890"/>
                    <a:pt x="1743" y="19890"/>
                  </a:cubicBezTo>
                  <a:close/>
                  <a:moveTo>
                    <a:pt x="34769" y="20031"/>
                  </a:moveTo>
                  <a:cubicBezTo>
                    <a:pt x="34808" y="20031"/>
                    <a:pt x="34848" y="20057"/>
                    <a:pt x="34849" y="20109"/>
                  </a:cubicBezTo>
                  <a:cubicBezTo>
                    <a:pt x="34867" y="20682"/>
                    <a:pt x="34860" y="21252"/>
                    <a:pt x="34835" y="21825"/>
                  </a:cubicBezTo>
                  <a:cubicBezTo>
                    <a:pt x="34833" y="21867"/>
                    <a:pt x="34800" y="21889"/>
                    <a:pt x="34768" y="21889"/>
                  </a:cubicBezTo>
                  <a:cubicBezTo>
                    <a:pt x="34736" y="21889"/>
                    <a:pt x="34704" y="21867"/>
                    <a:pt x="34703" y="21825"/>
                  </a:cubicBezTo>
                  <a:cubicBezTo>
                    <a:pt x="34678" y="21252"/>
                    <a:pt x="34671" y="20682"/>
                    <a:pt x="34689" y="20109"/>
                  </a:cubicBezTo>
                  <a:cubicBezTo>
                    <a:pt x="34690" y="20057"/>
                    <a:pt x="34730" y="20031"/>
                    <a:pt x="34769" y="20031"/>
                  </a:cubicBezTo>
                  <a:close/>
                  <a:moveTo>
                    <a:pt x="1819" y="23627"/>
                  </a:moveTo>
                  <a:cubicBezTo>
                    <a:pt x="1849" y="23627"/>
                    <a:pt x="1880" y="23647"/>
                    <a:pt x="1882" y="23686"/>
                  </a:cubicBezTo>
                  <a:cubicBezTo>
                    <a:pt x="1921" y="24256"/>
                    <a:pt x="1967" y="24827"/>
                    <a:pt x="1961" y="25399"/>
                  </a:cubicBezTo>
                  <a:cubicBezTo>
                    <a:pt x="1961" y="25450"/>
                    <a:pt x="1924" y="25474"/>
                    <a:pt x="1887" y="25474"/>
                  </a:cubicBezTo>
                  <a:cubicBezTo>
                    <a:pt x="1848" y="25474"/>
                    <a:pt x="1809" y="25449"/>
                    <a:pt x="1806" y="25399"/>
                  </a:cubicBezTo>
                  <a:cubicBezTo>
                    <a:pt x="1757" y="24829"/>
                    <a:pt x="1762" y="24258"/>
                    <a:pt x="1760" y="23686"/>
                  </a:cubicBezTo>
                  <a:cubicBezTo>
                    <a:pt x="1760" y="23646"/>
                    <a:pt x="1789" y="23627"/>
                    <a:pt x="1819" y="23627"/>
                  </a:cubicBezTo>
                  <a:close/>
                  <a:moveTo>
                    <a:pt x="34625" y="24312"/>
                  </a:moveTo>
                  <a:cubicBezTo>
                    <a:pt x="34669" y="24312"/>
                    <a:pt x="34712" y="24340"/>
                    <a:pt x="34715" y="24397"/>
                  </a:cubicBezTo>
                  <a:cubicBezTo>
                    <a:pt x="34733" y="24970"/>
                    <a:pt x="34719" y="25542"/>
                    <a:pt x="34708" y="26112"/>
                  </a:cubicBezTo>
                  <a:cubicBezTo>
                    <a:pt x="34708" y="26166"/>
                    <a:pt x="34667" y="26193"/>
                    <a:pt x="34626" y="26193"/>
                  </a:cubicBezTo>
                  <a:cubicBezTo>
                    <a:pt x="34584" y="26193"/>
                    <a:pt x="34543" y="26166"/>
                    <a:pt x="34541" y="26112"/>
                  </a:cubicBezTo>
                  <a:cubicBezTo>
                    <a:pt x="34532" y="25542"/>
                    <a:pt x="34519" y="24970"/>
                    <a:pt x="34537" y="24397"/>
                  </a:cubicBezTo>
                  <a:cubicBezTo>
                    <a:pt x="34538" y="24340"/>
                    <a:pt x="34582" y="24312"/>
                    <a:pt x="34625" y="24312"/>
                  </a:cubicBezTo>
                  <a:close/>
                  <a:moveTo>
                    <a:pt x="1885" y="27046"/>
                  </a:moveTo>
                  <a:cubicBezTo>
                    <a:pt x="1920" y="27046"/>
                    <a:pt x="1953" y="27069"/>
                    <a:pt x="1956" y="27114"/>
                  </a:cubicBezTo>
                  <a:cubicBezTo>
                    <a:pt x="1983" y="27680"/>
                    <a:pt x="2015" y="28264"/>
                    <a:pt x="1975" y="28829"/>
                  </a:cubicBezTo>
                  <a:cubicBezTo>
                    <a:pt x="1971" y="28886"/>
                    <a:pt x="1929" y="28914"/>
                    <a:pt x="1886" y="28914"/>
                  </a:cubicBezTo>
                  <a:cubicBezTo>
                    <a:pt x="1844" y="28914"/>
                    <a:pt x="1801" y="28886"/>
                    <a:pt x="1796" y="28829"/>
                  </a:cubicBezTo>
                  <a:cubicBezTo>
                    <a:pt x="1757" y="28264"/>
                    <a:pt x="1787" y="27680"/>
                    <a:pt x="1815" y="27114"/>
                  </a:cubicBezTo>
                  <a:cubicBezTo>
                    <a:pt x="1817" y="27069"/>
                    <a:pt x="1851" y="27046"/>
                    <a:pt x="1885" y="27046"/>
                  </a:cubicBezTo>
                  <a:close/>
                  <a:moveTo>
                    <a:pt x="34768" y="28190"/>
                  </a:moveTo>
                  <a:cubicBezTo>
                    <a:pt x="34803" y="28190"/>
                    <a:pt x="34837" y="28212"/>
                    <a:pt x="34839" y="28257"/>
                  </a:cubicBezTo>
                  <a:cubicBezTo>
                    <a:pt x="34863" y="28783"/>
                    <a:pt x="34849" y="29306"/>
                    <a:pt x="34837" y="29829"/>
                  </a:cubicBezTo>
                  <a:cubicBezTo>
                    <a:pt x="34836" y="29873"/>
                    <a:pt x="34803" y="29895"/>
                    <a:pt x="34769" y="29895"/>
                  </a:cubicBezTo>
                  <a:cubicBezTo>
                    <a:pt x="34735" y="29895"/>
                    <a:pt x="34702" y="29873"/>
                    <a:pt x="34701" y="29829"/>
                  </a:cubicBezTo>
                  <a:cubicBezTo>
                    <a:pt x="34687" y="29306"/>
                    <a:pt x="34675" y="28783"/>
                    <a:pt x="34698" y="28257"/>
                  </a:cubicBezTo>
                  <a:cubicBezTo>
                    <a:pt x="34700" y="28212"/>
                    <a:pt x="34734" y="28190"/>
                    <a:pt x="34768" y="28190"/>
                  </a:cubicBezTo>
                  <a:close/>
                  <a:moveTo>
                    <a:pt x="1747" y="30911"/>
                  </a:moveTo>
                  <a:cubicBezTo>
                    <a:pt x="1773" y="30911"/>
                    <a:pt x="1799" y="30924"/>
                    <a:pt x="1810" y="30954"/>
                  </a:cubicBezTo>
                  <a:cubicBezTo>
                    <a:pt x="1974" y="31386"/>
                    <a:pt x="2041" y="31827"/>
                    <a:pt x="1956" y="32282"/>
                  </a:cubicBezTo>
                  <a:cubicBezTo>
                    <a:pt x="1949" y="32321"/>
                    <a:pt x="1916" y="32338"/>
                    <a:pt x="1883" y="32338"/>
                  </a:cubicBezTo>
                  <a:cubicBezTo>
                    <a:pt x="1841" y="32338"/>
                    <a:pt x="1797" y="32310"/>
                    <a:pt x="1801" y="32261"/>
                  </a:cubicBezTo>
                  <a:cubicBezTo>
                    <a:pt x="1836" y="31827"/>
                    <a:pt x="1818" y="31404"/>
                    <a:pt x="1689" y="30988"/>
                  </a:cubicBezTo>
                  <a:cubicBezTo>
                    <a:pt x="1673" y="30940"/>
                    <a:pt x="1710" y="30911"/>
                    <a:pt x="1747" y="30911"/>
                  </a:cubicBezTo>
                  <a:close/>
                  <a:moveTo>
                    <a:pt x="34769" y="31619"/>
                  </a:moveTo>
                  <a:cubicBezTo>
                    <a:pt x="34803" y="31619"/>
                    <a:pt x="34837" y="31642"/>
                    <a:pt x="34842" y="31688"/>
                  </a:cubicBezTo>
                  <a:cubicBezTo>
                    <a:pt x="34885" y="32211"/>
                    <a:pt x="34869" y="32741"/>
                    <a:pt x="34837" y="33261"/>
                  </a:cubicBezTo>
                  <a:cubicBezTo>
                    <a:pt x="34835" y="33306"/>
                    <a:pt x="34802" y="33328"/>
                    <a:pt x="34769" y="33328"/>
                  </a:cubicBezTo>
                  <a:cubicBezTo>
                    <a:pt x="34736" y="33328"/>
                    <a:pt x="34702" y="33306"/>
                    <a:pt x="34698" y="33261"/>
                  </a:cubicBezTo>
                  <a:cubicBezTo>
                    <a:pt x="34666" y="32741"/>
                    <a:pt x="34650" y="32211"/>
                    <a:pt x="34696" y="31688"/>
                  </a:cubicBezTo>
                  <a:cubicBezTo>
                    <a:pt x="34700" y="31642"/>
                    <a:pt x="34734" y="31619"/>
                    <a:pt x="34769" y="31619"/>
                  </a:cubicBezTo>
                  <a:close/>
                  <a:moveTo>
                    <a:pt x="19057" y="33704"/>
                  </a:moveTo>
                  <a:cubicBezTo>
                    <a:pt x="19065" y="33704"/>
                    <a:pt x="19073" y="33705"/>
                    <a:pt x="19081" y="33708"/>
                  </a:cubicBezTo>
                  <a:cubicBezTo>
                    <a:pt x="19632" y="33913"/>
                    <a:pt x="20159" y="34159"/>
                    <a:pt x="20638" y="34507"/>
                  </a:cubicBezTo>
                  <a:cubicBezTo>
                    <a:pt x="20711" y="34559"/>
                    <a:pt x="20669" y="34667"/>
                    <a:pt x="20594" y="34667"/>
                  </a:cubicBezTo>
                  <a:cubicBezTo>
                    <a:pt x="20580" y="34667"/>
                    <a:pt x="20565" y="34664"/>
                    <a:pt x="20549" y="34655"/>
                  </a:cubicBezTo>
                  <a:cubicBezTo>
                    <a:pt x="20051" y="34372"/>
                    <a:pt x="19547" y="34088"/>
                    <a:pt x="19016" y="33861"/>
                  </a:cubicBezTo>
                  <a:cubicBezTo>
                    <a:pt x="18939" y="33827"/>
                    <a:pt x="18983" y="33704"/>
                    <a:pt x="19057" y="33704"/>
                  </a:cubicBezTo>
                  <a:close/>
                  <a:moveTo>
                    <a:pt x="16621" y="33615"/>
                  </a:moveTo>
                  <a:cubicBezTo>
                    <a:pt x="16706" y="33615"/>
                    <a:pt x="16742" y="33735"/>
                    <a:pt x="16666" y="33787"/>
                  </a:cubicBezTo>
                  <a:cubicBezTo>
                    <a:pt x="16151" y="34129"/>
                    <a:pt x="15560" y="34366"/>
                    <a:pt x="15031" y="34692"/>
                  </a:cubicBezTo>
                  <a:cubicBezTo>
                    <a:pt x="15016" y="34702"/>
                    <a:pt x="15000" y="34706"/>
                    <a:pt x="14986" y="34706"/>
                  </a:cubicBezTo>
                  <a:cubicBezTo>
                    <a:pt x="14912" y="34706"/>
                    <a:pt x="14868" y="34594"/>
                    <a:pt x="14944" y="34539"/>
                  </a:cubicBezTo>
                  <a:cubicBezTo>
                    <a:pt x="15439" y="34182"/>
                    <a:pt x="15998" y="33780"/>
                    <a:pt x="16594" y="33619"/>
                  </a:cubicBezTo>
                  <a:cubicBezTo>
                    <a:pt x="16604" y="33616"/>
                    <a:pt x="16612" y="33615"/>
                    <a:pt x="16621" y="33615"/>
                  </a:cubicBezTo>
                  <a:close/>
                  <a:moveTo>
                    <a:pt x="12188" y="35647"/>
                  </a:moveTo>
                  <a:cubicBezTo>
                    <a:pt x="12274" y="35647"/>
                    <a:pt x="12333" y="35775"/>
                    <a:pt x="12240" y="35814"/>
                  </a:cubicBezTo>
                  <a:cubicBezTo>
                    <a:pt x="11808" y="35999"/>
                    <a:pt x="11332" y="36108"/>
                    <a:pt x="10880" y="36233"/>
                  </a:cubicBezTo>
                  <a:cubicBezTo>
                    <a:pt x="10872" y="36235"/>
                    <a:pt x="10864" y="36236"/>
                    <a:pt x="10857" y="36236"/>
                  </a:cubicBezTo>
                  <a:cubicBezTo>
                    <a:pt x="10773" y="36236"/>
                    <a:pt x="10747" y="36107"/>
                    <a:pt x="10836" y="36076"/>
                  </a:cubicBezTo>
                  <a:cubicBezTo>
                    <a:pt x="11272" y="35923"/>
                    <a:pt x="11718" y="35742"/>
                    <a:pt x="12171" y="35648"/>
                  </a:cubicBezTo>
                  <a:cubicBezTo>
                    <a:pt x="12176" y="35647"/>
                    <a:pt x="12182" y="35647"/>
                    <a:pt x="12188" y="35647"/>
                  </a:cubicBezTo>
                  <a:close/>
                  <a:moveTo>
                    <a:pt x="1600" y="34479"/>
                  </a:moveTo>
                  <a:cubicBezTo>
                    <a:pt x="1635" y="34479"/>
                    <a:pt x="1670" y="34503"/>
                    <a:pt x="1671" y="34549"/>
                  </a:cubicBezTo>
                  <a:cubicBezTo>
                    <a:pt x="1685" y="35114"/>
                    <a:pt x="1741" y="35699"/>
                    <a:pt x="1685" y="36265"/>
                  </a:cubicBezTo>
                  <a:cubicBezTo>
                    <a:pt x="1680" y="36319"/>
                    <a:pt x="1640" y="36346"/>
                    <a:pt x="1600" y="36346"/>
                  </a:cubicBezTo>
                  <a:cubicBezTo>
                    <a:pt x="1560" y="36346"/>
                    <a:pt x="1520" y="36319"/>
                    <a:pt x="1514" y="36265"/>
                  </a:cubicBezTo>
                  <a:cubicBezTo>
                    <a:pt x="1459" y="35699"/>
                    <a:pt x="1512" y="35114"/>
                    <a:pt x="1528" y="34549"/>
                  </a:cubicBezTo>
                  <a:cubicBezTo>
                    <a:pt x="1529" y="34503"/>
                    <a:pt x="1565" y="34479"/>
                    <a:pt x="1600" y="34479"/>
                  </a:cubicBezTo>
                  <a:close/>
                  <a:moveTo>
                    <a:pt x="23056" y="35432"/>
                  </a:moveTo>
                  <a:cubicBezTo>
                    <a:pt x="23083" y="35432"/>
                    <a:pt x="23109" y="35443"/>
                    <a:pt x="23129" y="35468"/>
                  </a:cubicBezTo>
                  <a:cubicBezTo>
                    <a:pt x="23426" y="35842"/>
                    <a:pt x="23809" y="36112"/>
                    <a:pt x="24244" y="36313"/>
                  </a:cubicBezTo>
                  <a:cubicBezTo>
                    <a:pt x="24342" y="36359"/>
                    <a:pt x="24287" y="36509"/>
                    <a:pt x="24193" y="36509"/>
                  </a:cubicBezTo>
                  <a:cubicBezTo>
                    <a:pt x="24184" y="36509"/>
                    <a:pt x="24174" y="36508"/>
                    <a:pt x="24163" y="36504"/>
                  </a:cubicBezTo>
                  <a:cubicBezTo>
                    <a:pt x="23664" y="36341"/>
                    <a:pt x="23265" y="36020"/>
                    <a:pt x="22951" y="35604"/>
                  </a:cubicBezTo>
                  <a:cubicBezTo>
                    <a:pt x="22894" y="35526"/>
                    <a:pt x="22977" y="35432"/>
                    <a:pt x="23056" y="35432"/>
                  </a:cubicBezTo>
                  <a:close/>
                  <a:moveTo>
                    <a:pt x="34625" y="35189"/>
                  </a:moveTo>
                  <a:cubicBezTo>
                    <a:pt x="34661" y="35189"/>
                    <a:pt x="34696" y="35213"/>
                    <a:pt x="34698" y="35263"/>
                  </a:cubicBezTo>
                  <a:cubicBezTo>
                    <a:pt x="34734" y="35879"/>
                    <a:pt x="34682" y="36504"/>
                    <a:pt x="34664" y="37121"/>
                  </a:cubicBezTo>
                  <a:cubicBezTo>
                    <a:pt x="34662" y="37170"/>
                    <a:pt x="34623" y="37194"/>
                    <a:pt x="34586" y="37194"/>
                  </a:cubicBezTo>
                  <a:cubicBezTo>
                    <a:pt x="34548" y="37194"/>
                    <a:pt x="34512" y="37170"/>
                    <a:pt x="34512" y="37121"/>
                  </a:cubicBezTo>
                  <a:cubicBezTo>
                    <a:pt x="34516" y="36505"/>
                    <a:pt x="34488" y="35877"/>
                    <a:pt x="34546" y="35263"/>
                  </a:cubicBezTo>
                  <a:cubicBezTo>
                    <a:pt x="34551" y="35214"/>
                    <a:pt x="34588" y="35189"/>
                    <a:pt x="34625" y="35189"/>
                  </a:cubicBezTo>
                  <a:close/>
                  <a:moveTo>
                    <a:pt x="9046" y="37193"/>
                  </a:moveTo>
                  <a:cubicBezTo>
                    <a:pt x="9138" y="37193"/>
                    <a:pt x="9190" y="37335"/>
                    <a:pt x="9097" y="37382"/>
                  </a:cubicBezTo>
                  <a:cubicBezTo>
                    <a:pt x="8633" y="37611"/>
                    <a:pt x="8125" y="37780"/>
                    <a:pt x="7638" y="37950"/>
                  </a:cubicBezTo>
                  <a:cubicBezTo>
                    <a:pt x="7628" y="37954"/>
                    <a:pt x="7618" y="37955"/>
                    <a:pt x="7609" y="37955"/>
                  </a:cubicBezTo>
                  <a:cubicBezTo>
                    <a:pt x="7520" y="37955"/>
                    <a:pt x="7468" y="37808"/>
                    <a:pt x="7562" y="37768"/>
                  </a:cubicBezTo>
                  <a:cubicBezTo>
                    <a:pt x="8035" y="37565"/>
                    <a:pt x="8524" y="37343"/>
                    <a:pt x="9019" y="37197"/>
                  </a:cubicBezTo>
                  <a:cubicBezTo>
                    <a:pt x="9028" y="37195"/>
                    <a:pt x="9038" y="37193"/>
                    <a:pt x="9046" y="37193"/>
                  </a:cubicBezTo>
                  <a:close/>
                  <a:moveTo>
                    <a:pt x="26911" y="37720"/>
                  </a:moveTo>
                  <a:cubicBezTo>
                    <a:pt x="26919" y="37720"/>
                    <a:pt x="26927" y="37721"/>
                    <a:pt x="26936" y="37724"/>
                  </a:cubicBezTo>
                  <a:cubicBezTo>
                    <a:pt x="27539" y="37892"/>
                    <a:pt x="28148" y="38124"/>
                    <a:pt x="28652" y="38497"/>
                  </a:cubicBezTo>
                  <a:cubicBezTo>
                    <a:pt x="28723" y="38552"/>
                    <a:pt x="28683" y="38654"/>
                    <a:pt x="28610" y="38654"/>
                  </a:cubicBezTo>
                  <a:cubicBezTo>
                    <a:pt x="28596" y="38654"/>
                    <a:pt x="28582" y="38650"/>
                    <a:pt x="28567" y="38643"/>
                  </a:cubicBezTo>
                  <a:cubicBezTo>
                    <a:pt x="28014" y="38363"/>
                    <a:pt x="27485" y="38077"/>
                    <a:pt x="26893" y="37887"/>
                  </a:cubicBezTo>
                  <a:cubicBezTo>
                    <a:pt x="26797" y="37856"/>
                    <a:pt x="26825" y="37720"/>
                    <a:pt x="26911" y="37720"/>
                  </a:cubicBezTo>
                  <a:close/>
                  <a:moveTo>
                    <a:pt x="5312" y="38896"/>
                  </a:moveTo>
                  <a:cubicBezTo>
                    <a:pt x="5385" y="38896"/>
                    <a:pt x="5434" y="39001"/>
                    <a:pt x="5355" y="39044"/>
                  </a:cubicBezTo>
                  <a:cubicBezTo>
                    <a:pt x="4930" y="39291"/>
                    <a:pt x="4491" y="39508"/>
                    <a:pt x="4055" y="39734"/>
                  </a:cubicBezTo>
                  <a:cubicBezTo>
                    <a:pt x="4041" y="39742"/>
                    <a:pt x="4027" y="39745"/>
                    <a:pt x="4013" y="39745"/>
                  </a:cubicBezTo>
                  <a:cubicBezTo>
                    <a:pt x="3936" y="39745"/>
                    <a:pt x="3886" y="39633"/>
                    <a:pt x="3969" y="39587"/>
                  </a:cubicBezTo>
                  <a:cubicBezTo>
                    <a:pt x="4401" y="39356"/>
                    <a:pt x="4830" y="39116"/>
                    <a:pt x="5274" y="38906"/>
                  </a:cubicBezTo>
                  <a:cubicBezTo>
                    <a:pt x="5287" y="38899"/>
                    <a:pt x="5300" y="38896"/>
                    <a:pt x="5312" y="38896"/>
                  </a:cubicBezTo>
                  <a:close/>
                  <a:moveTo>
                    <a:pt x="1743" y="38347"/>
                  </a:moveTo>
                  <a:cubicBezTo>
                    <a:pt x="1774" y="38347"/>
                    <a:pt x="1805" y="38368"/>
                    <a:pt x="1806" y="38410"/>
                  </a:cubicBezTo>
                  <a:cubicBezTo>
                    <a:pt x="1826" y="38830"/>
                    <a:pt x="1882" y="39275"/>
                    <a:pt x="1832" y="39695"/>
                  </a:cubicBezTo>
                  <a:cubicBezTo>
                    <a:pt x="1825" y="39752"/>
                    <a:pt x="1784" y="39780"/>
                    <a:pt x="1742" y="39780"/>
                  </a:cubicBezTo>
                  <a:cubicBezTo>
                    <a:pt x="1701" y="39780"/>
                    <a:pt x="1660" y="39752"/>
                    <a:pt x="1653" y="39695"/>
                  </a:cubicBezTo>
                  <a:cubicBezTo>
                    <a:pt x="1603" y="39275"/>
                    <a:pt x="1658" y="38830"/>
                    <a:pt x="1679" y="38410"/>
                  </a:cubicBezTo>
                  <a:cubicBezTo>
                    <a:pt x="1681" y="38368"/>
                    <a:pt x="1712" y="38347"/>
                    <a:pt x="1743" y="38347"/>
                  </a:cubicBezTo>
                  <a:close/>
                  <a:moveTo>
                    <a:pt x="34625" y="38903"/>
                  </a:moveTo>
                  <a:cubicBezTo>
                    <a:pt x="34664" y="38903"/>
                    <a:pt x="34703" y="38928"/>
                    <a:pt x="34706" y="38979"/>
                  </a:cubicBezTo>
                  <a:cubicBezTo>
                    <a:pt x="34722" y="39410"/>
                    <a:pt x="34724" y="39839"/>
                    <a:pt x="34703" y="40265"/>
                  </a:cubicBezTo>
                  <a:cubicBezTo>
                    <a:pt x="34701" y="40316"/>
                    <a:pt x="34663" y="40342"/>
                    <a:pt x="34626" y="40342"/>
                  </a:cubicBezTo>
                  <a:cubicBezTo>
                    <a:pt x="34588" y="40342"/>
                    <a:pt x="34551" y="40316"/>
                    <a:pt x="34549" y="40265"/>
                  </a:cubicBezTo>
                  <a:cubicBezTo>
                    <a:pt x="34525" y="39838"/>
                    <a:pt x="34530" y="39409"/>
                    <a:pt x="34546" y="38979"/>
                  </a:cubicBezTo>
                  <a:cubicBezTo>
                    <a:pt x="34547" y="38928"/>
                    <a:pt x="34586" y="38903"/>
                    <a:pt x="34625" y="38903"/>
                  </a:cubicBezTo>
                  <a:close/>
                  <a:moveTo>
                    <a:pt x="30910" y="39599"/>
                  </a:moveTo>
                  <a:cubicBezTo>
                    <a:pt x="30925" y="39599"/>
                    <a:pt x="30942" y="39603"/>
                    <a:pt x="30958" y="39611"/>
                  </a:cubicBezTo>
                  <a:cubicBezTo>
                    <a:pt x="31575" y="39897"/>
                    <a:pt x="32209" y="40162"/>
                    <a:pt x="32805" y="40490"/>
                  </a:cubicBezTo>
                  <a:cubicBezTo>
                    <a:pt x="32894" y="40539"/>
                    <a:pt x="32848" y="40681"/>
                    <a:pt x="32761" y="40681"/>
                  </a:cubicBezTo>
                  <a:cubicBezTo>
                    <a:pt x="32751" y="40681"/>
                    <a:pt x="32740" y="40679"/>
                    <a:pt x="32729" y="40675"/>
                  </a:cubicBezTo>
                  <a:cubicBezTo>
                    <a:pt x="32090" y="40416"/>
                    <a:pt x="31473" y="40090"/>
                    <a:pt x="30852" y="39792"/>
                  </a:cubicBezTo>
                  <a:cubicBezTo>
                    <a:pt x="30746" y="39740"/>
                    <a:pt x="30811" y="39599"/>
                    <a:pt x="30910" y="39599"/>
                  </a:cubicBezTo>
                  <a:close/>
                  <a:moveTo>
                    <a:pt x="17310" y="0"/>
                  </a:moveTo>
                  <a:cubicBezTo>
                    <a:pt x="13089" y="0"/>
                    <a:pt x="8862" y="77"/>
                    <a:pt x="4639" y="77"/>
                  </a:cubicBezTo>
                  <a:cubicBezTo>
                    <a:pt x="3665" y="77"/>
                    <a:pt x="2692" y="73"/>
                    <a:pt x="1718" y="63"/>
                  </a:cubicBezTo>
                  <a:lnTo>
                    <a:pt x="1718" y="63"/>
                  </a:lnTo>
                  <a:cubicBezTo>
                    <a:pt x="1753" y="416"/>
                    <a:pt x="1790" y="804"/>
                    <a:pt x="1701" y="1122"/>
                  </a:cubicBezTo>
                  <a:cubicBezTo>
                    <a:pt x="1688" y="1173"/>
                    <a:pt x="1644" y="1198"/>
                    <a:pt x="1601" y="1198"/>
                  </a:cubicBezTo>
                  <a:cubicBezTo>
                    <a:pt x="1557" y="1198"/>
                    <a:pt x="1512" y="1172"/>
                    <a:pt x="1498" y="1122"/>
                  </a:cubicBezTo>
                  <a:cubicBezTo>
                    <a:pt x="1409" y="804"/>
                    <a:pt x="1448" y="414"/>
                    <a:pt x="1482" y="60"/>
                  </a:cubicBezTo>
                  <a:cubicBezTo>
                    <a:pt x="1044" y="56"/>
                    <a:pt x="605" y="54"/>
                    <a:pt x="166" y="44"/>
                  </a:cubicBezTo>
                  <a:lnTo>
                    <a:pt x="166" y="44"/>
                  </a:lnTo>
                  <a:cubicBezTo>
                    <a:pt x="168" y="60"/>
                    <a:pt x="174" y="72"/>
                    <a:pt x="174" y="88"/>
                  </a:cubicBezTo>
                  <a:cubicBezTo>
                    <a:pt x="164" y="7257"/>
                    <a:pt x="166" y="14429"/>
                    <a:pt x="130" y="21600"/>
                  </a:cubicBezTo>
                  <a:cubicBezTo>
                    <a:pt x="111" y="25184"/>
                    <a:pt x="116" y="28770"/>
                    <a:pt x="106" y="32356"/>
                  </a:cubicBezTo>
                  <a:cubicBezTo>
                    <a:pt x="97" y="35877"/>
                    <a:pt x="190" y="39430"/>
                    <a:pt x="1" y="42947"/>
                  </a:cubicBezTo>
                  <a:lnTo>
                    <a:pt x="3" y="42947"/>
                  </a:lnTo>
                  <a:cubicBezTo>
                    <a:pt x="5848" y="40534"/>
                    <a:pt x="11706" y="38297"/>
                    <a:pt x="17370" y="35456"/>
                  </a:cubicBezTo>
                  <a:cubicBezTo>
                    <a:pt x="17405" y="35437"/>
                    <a:pt x="17440" y="35429"/>
                    <a:pt x="17474" y="35429"/>
                  </a:cubicBezTo>
                  <a:cubicBezTo>
                    <a:pt x="17498" y="35429"/>
                    <a:pt x="17521" y="35433"/>
                    <a:pt x="17543" y="35440"/>
                  </a:cubicBezTo>
                  <a:cubicBezTo>
                    <a:pt x="17558" y="35421"/>
                    <a:pt x="17582" y="35406"/>
                    <a:pt x="17611" y="35406"/>
                  </a:cubicBezTo>
                  <a:cubicBezTo>
                    <a:pt x="17613" y="35406"/>
                    <a:pt x="17615" y="35406"/>
                    <a:pt x="17617" y="35406"/>
                  </a:cubicBezTo>
                  <a:cubicBezTo>
                    <a:pt x="17702" y="35410"/>
                    <a:pt x="17785" y="35418"/>
                    <a:pt x="17871" y="35429"/>
                  </a:cubicBezTo>
                  <a:cubicBezTo>
                    <a:pt x="19141" y="35588"/>
                    <a:pt x="20383" y="36414"/>
                    <a:pt x="21491" y="36978"/>
                  </a:cubicBezTo>
                  <a:cubicBezTo>
                    <a:pt x="23038" y="37764"/>
                    <a:pt x="24590" y="38541"/>
                    <a:pt x="26144" y="39308"/>
                  </a:cubicBezTo>
                  <a:cubicBezTo>
                    <a:pt x="29314" y="40873"/>
                    <a:pt x="32510" y="42388"/>
                    <a:pt x="35708" y="43895"/>
                  </a:cubicBezTo>
                  <a:cubicBezTo>
                    <a:pt x="35722" y="43798"/>
                    <a:pt x="35733" y="43699"/>
                    <a:pt x="35733" y="43597"/>
                  </a:cubicBezTo>
                  <a:cubicBezTo>
                    <a:pt x="35733" y="43474"/>
                    <a:pt x="35696" y="43337"/>
                    <a:pt x="35744" y="43219"/>
                  </a:cubicBezTo>
                  <a:cubicBezTo>
                    <a:pt x="35752" y="43203"/>
                    <a:pt x="35760" y="43191"/>
                    <a:pt x="35770" y="43178"/>
                  </a:cubicBezTo>
                  <a:cubicBezTo>
                    <a:pt x="35770" y="43170"/>
                    <a:pt x="35770" y="43164"/>
                    <a:pt x="35768" y="43156"/>
                  </a:cubicBezTo>
                  <a:cubicBezTo>
                    <a:pt x="35488" y="39561"/>
                    <a:pt x="35714" y="35877"/>
                    <a:pt x="35726" y="32275"/>
                  </a:cubicBezTo>
                  <a:cubicBezTo>
                    <a:pt x="35735" y="28738"/>
                    <a:pt x="35738" y="25203"/>
                    <a:pt x="35772" y="21668"/>
                  </a:cubicBezTo>
                  <a:cubicBezTo>
                    <a:pt x="35844" y="14487"/>
                    <a:pt x="35719" y="7303"/>
                    <a:pt x="35539" y="126"/>
                  </a:cubicBezTo>
                  <a:cubicBezTo>
                    <a:pt x="29665" y="10"/>
                    <a:pt x="23780" y="10"/>
                    <a:pt x="17904" y="1"/>
                  </a:cubicBezTo>
                  <a:cubicBezTo>
                    <a:pt x="17706" y="0"/>
                    <a:pt x="17508" y="0"/>
                    <a:pt x="17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07"/>
            <p:cNvSpPr/>
            <p:nvPr/>
          </p:nvSpPr>
          <p:spPr>
            <a:xfrm>
              <a:off x="7814325" y="246057"/>
              <a:ext cx="9550" cy="26800"/>
            </a:xfrm>
            <a:custGeom>
              <a:rect b="b" l="l" r="r" t="t"/>
              <a:pathLst>
                <a:path extrusionOk="0" h="1072" w="382">
                  <a:moveTo>
                    <a:pt x="281" y="1"/>
                  </a:moveTo>
                  <a:cubicBezTo>
                    <a:pt x="239" y="1"/>
                    <a:pt x="195" y="24"/>
                    <a:pt x="177" y="73"/>
                  </a:cubicBezTo>
                  <a:cubicBezTo>
                    <a:pt x="77" y="343"/>
                    <a:pt x="59" y="643"/>
                    <a:pt x="13" y="927"/>
                  </a:cubicBezTo>
                  <a:cubicBezTo>
                    <a:pt x="1" y="1014"/>
                    <a:pt x="74" y="1071"/>
                    <a:pt x="141" y="1071"/>
                  </a:cubicBezTo>
                  <a:cubicBezTo>
                    <a:pt x="185" y="1071"/>
                    <a:pt x="226" y="1046"/>
                    <a:pt x="237" y="987"/>
                  </a:cubicBezTo>
                  <a:cubicBezTo>
                    <a:pt x="294" y="699"/>
                    <a:pt x="382" y="396"/>
                    <a:pt x="380" y="100"/>
                  </a:cubicBezTo>
                  <a:cubicBezTo>
                    <a:pt x="380" y="34"/>
                    <a:pt x="332"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07"/>
            <p:cNvSpPr/>
            <p:nvPr/>
          </p:nvSpPr>
          <p:spPr>
            <a:xfrm>
              <a:off x="7815075" y="307282"/>
              <a:ext cx="11425" cy="57775"/>
            </a:xfrm>
            <a:custGeom>
              <a:rect b="b" l="l" r="r" t="t"/>
              <a:pathLst>
                <a:path extrusionOk="0" h="2311" w="457">
                  <a:moveTo>
                    <a:pt x="130" y="1"/>
                  </a:moveTo>
                  <a:cubicBezTo>
                    <a:pt x="83" y="1"/>
                    <a:pt x="35" y="41"/>
                    <a:pt x="47" y="104"/>
                  </a:cubicBezTo>
                  <a:cubicBezTo>
                    <a:pt x="191" y="813"/>
                    <a:pt x="214" y="1501"/>
                    <a:pt x="20" y="2200"/>
                  </a:cubicBezTo>
                  <a:cubicBezTo>
                    <a:pt x="0" y="2267"/>
                    <a:pt x="54" y="2311"/>
                    <a:pt x="108" y="2311"/>
                  </a:cubicBezTo>
                  <a:cubicBezTo>
                    <a:pt x="142" y="2311"/>
                    <a:pt x="177" y="2292"/>
                    <a:pt x="191" y="2249"/>
                  </a:cubicBezTo>
                  <a:cubicBezTo>
                    <a:pt x="417" y="1526"/>
                    <a:pt x="457" y="781"/>
                    <a:pt x="209" y="60"/>
                  </a:cubicBezTo>
                  <a:cubicBezTo>
                    <a:pt x="195" y="19"/>
                    <a:pt x="163"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07"/>
            <p:cNvSpPr/>
            <p:nvPr/>
          </p:nvSpPr>
          <p:spPr>
            <a:xfrm>
              <a:off x="7814925" y="411057"/>
              <a:ext cx="6125" cy="50450"/>
            </a:xfrm>
            <a:custGeom>
              <a:rect b="b" l="l" r="r" t="t"/>
              <a:pathLst>
                <a:path extrusionOk="0" h="2018" w="245">
                  <a:moveTo>
                    <a:pt x="123" y="0"/>
                  </a:moveTo>
                  <a:cubicBezTo>
                    <a:pt x="84" y="0"/>
                    <a:pt x="44" y="26"/>
                    <a:pt x="42" y="79"/>
                  </a:cubicBezTo>
                  <a:cubicBezTo>
                    <a:pt x="12" y="698"/>
                    <a:pt x="0" y="1318"/>
                    <a:pt x="42" y="1938"/>
                  </a:cubicBezTo>
                  <a:cubicBezTo>
                    <a:pt x="45" y="1991"/>
                    <a:pt x="85" y="2017"/>
                    <a:pt x="124" y="2017"/>
                  </a:cubicBezTo>
                  <a:cubicBezTo>
                    <a:pt x="163" y="2017"/>
                    <a:pt x="203" y="1991"/>
                    <a:pt x="206" y="1938"/>
                  </a:cubicBezTo>
                  <a:cubicBezTo>
                    <a:pt x="245" y="1318"/>
                    <a:pt x="234" y="698"/>
                    <a:pt x="206" y="79"/>
                  </a:cubicBezTo>
                  <a:cubicBezTo>
                    <a:pt x="204" y="27"/>
                    <a:pt x="163"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07"/>
            <p:cNvSpPr/>
            <p:nvPr/>
          </p:nvSpPr>
          <p:spPr>
            <a:xfrm>
              <a:off x="7815250" y="632632"/>
              <a:ext cx="5450" cy="54150"/>
            </a:xfrm>
            <a:custGeom>
              <a:rect b="b" l="l" r="r" t="t"/>
              <a:pathLst>
                <a:path extrusionOk="0" h="2166" w="218">
                  <a:moveTo>
                    <a:pt x="111" y="0"/>
                  </a:moveTo>
                  <a:cubicBezTo>
                    <a:pt x="70" y="0"/>
                    <a:pt x="29" y="27"/>
                    <a:pt x="27" y="80"/>
                  </a:cubicBezTo>
                  <a:cubicBezTo>
                    <a:pt x="1" y="749"/>
                    <a:pt x="3" y="1414"/>
                    <a:pt x="24" y="2082"/>
                  </a:cubicBezTo>
                  <a:cubicBezTo>
                    <a:pt x="26" y="2137"/>
                    <a:pt x="68" y="2166"/>
                    <a:pt x="111" y="2166"/>
                  </a:cubicBezTo>
                  <a:cubicBezTo>
                    <a:pt x="153" y="2166"/>
                    <a:pt x="195" y="2138"/>
                    <a:pt x="198" y="2082"/>
                  </a:cubicBezTo>
                  <a:cubicBezTo>
                    <a:pt x="216" y="1414"/>
                    <a:pt x="218" y="749"/>
                    <a:pt x="193" y="80"/>
                  </a:cubicBezTo>
                  <a:cubicBezTo>
                    <a:pt x="192" y="27"/>
                    <a:pt x="152"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07"/>
            <p:cNvSpPr/>
            <p:nvPr/>
          </p:nvSpPr>
          <p:spPr>
            <a:xfrm>
              <a:off x="7815050" y="1033207"/>
              <a:ext cx="5900" cy="42725"/>
            </a:xfrm>
            <a:custGeom>
              <a:rect b="b" l="l" r="r" t="t"/>
              <a:pathLst>
                <a:path extrusionOk="0" h="1709" w="236">
                  <a:moveTo>
                    <a:pt x="118" y="0"/>
                  </a:moveTo>
                  <a:cubicBezTo>
                    <a:pt x="83" y="0"/>
                    <a:pt x="50" y="23"/>
                    <a:pt x="46" y="69"/>
                  </a:cubicBezTo>
                  <a:cubicBezTo>
                    <a:pt x="0" y="592"/>
                    <a:pt x="16" y="1122"/>
                    <a:pt x="48" y="1642"/>
                  </a:cubicBezTo>
                  <a:cubicBezTo>
                    <a:pt x="52" y="1687"/>
                    <a:pt x="85" y="1709"/>
                    <a:pt x="118" y="1709"/>
                  </a:cubicBezTo>
                  <a:cubicBezTo>
                    <a:pt x="152" y="1709"/>
                    <a:pt x="185" y="1687"/>
                    <a:pt x="187" y="1642"/>
                  </a:cubicBezTo>
                  <a:cubicBezTo>
                    <a:pt x="219" y="1122"/>
                    <a:pt x="235" y="592"/>
                    <a:pt x="192" y="69"/>
                  </a:cubicBezTo>
                  <a:cubicBezTo>
                    <a:pt x="187" y="23"/>
                    <a:pt x="152"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07"/>
            <p:cNvSpPr/>
            <p:nvPr/>
          </p:nvSpPr>
          <p:spPr>
            <a:xfrm>
              <a:off x="7815100" y="515032"/>
              <a:ext cx="5850" cy="57150"/>
            </a:xfrm>
            <a:custGeom>
              <a:rect b="b" l="l" r="r" t="t"/>
              <a:pathLst>
                <a:path extrusionOk="0" h="2286" w="234">
                  <a:moveTo>
                    <a:pt x="116" y="1"/>
                  </a:moveTo>
                  <a:cubicBezTo>
                    <a:pt x="84" y="1"/>
                    <a:pt x="51" y="23"/>
                    <a:pt x="49" y="67"/>
                  </a:cubicBezTo>
                  <a:cubicBezTo>
                    <a:pt x="1" y="783"/>
                    <a:pt x="21" y="1495"/>
                    <a:pt x="40" y="2211"/>
                  </a:cubicBezTo>
                  <a:cubicBezTo>
                    <a:pt x="41" y="2261"/>
                    <a:pt x="79" y="2286"/>
                    <a:pt x="116" y="2286"/>
                  </a:cubicBezTo>
                  <a:cubicBezTo>
                    <a:pt x="154" y="2286"/>
                    <a:pt x="192" y="2261"/>
                    <a:pt x="194" y="2211"/>
                  </a:cubicBezTo>
                  <a:cubicBezTo>
                    <a:pt x="213" y="1495"/>
                    <a:pt x="233" y="783"/>
                    <a:pt x="185" y="67"/>
                  </a:cubicBezTo>
                  <a:cubicBezTo>
                    <a:pt x="182" y="23"/>
                    <a:pt x="149" y="1"/>
                    <a:pt x="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07"/>
            <p:cNvSpPr/>
            <p:nvPr/>
          </p:nvSpPr>
          <p:spPr>
            <a:xfrm>
              <a:off x="7815550" y="743507"/>
              <a:ext cx="4950" cy="46450"/>
            </a:xfrm>
            <a:custGeom>
              <a:rect b="b" l="l" r="r" t="t"/>
              <a:pathLst>
                <a:path extrusionOk="0" h="1858" w="198">
                  <a:moveTo>
                    <a:pt x="99" y="0"/>
                  </a:moveTo>
                  <a:cubicBezTo>
                    <a:pt x="60" y="0"/>
                    <a:pt x="20" y="26"/>
                    <a:pt x="19" y="78"/>
                  </a:cubicBezTo>
                  <a:cubicBezTo>
                    <a:pt x="1" y="651"/>
                    <a:pt x="8" y="1221"/>
                    <a:pt x="33" y="1794"/>
                  </a:cubicBezTo>
                  <a:cubicBezTo>
                    <a:pt x="34" y="1836"/>
                    <a:pt x="66" y="1858"/>
                    <a:pt x="98" y="1858"/>
                  </a:cubicBezTo>
                  <a:cubicBezTo>
                    <a:pt x="130" y="1858"/>
                    <a:pt x="163" y="1836"/>
                    <a:pt x="165" y="1794"/>
                  </a:cubicBezTo>
                  <a:cubicBezTo>
                    <a:pt x="190" y="1221"/>
                    <a:pt x="197" y="651"/>
                    <a:pt x="179" y="78"/>
                  </a:cubicBezTo>
                  <a:cubicBezTo>
                    <a:pt x="178" y="26"/>
                    <a:pt x="138"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07"/>
            <p:cNvSpPr/>
            <p:nvPr/>
          </p:nvSpPr>
          <p:spPr>
            <a:xfrm>
              <a:off x="7815700" y="947457"/>
              <a:ext cx="4675" cy="42675"/>
            </a:xfrm>
            <a:custGeom>
              <a:rect b="b" l="l" r="r" t="t"/>
              <a:pathLst>
                <a:path extrusionOk="0" h="1707" w="187">
                  <a:moveTo>
                    <a:pt x="92" y="1"/>
                  </a:moveTo>
                  <a:cubicBezTo>
                    <a:pt x="58" y="1"/>
                    <a:pt x="24" y="23"/>
                    <a:pt x="22" y="68"/>
                  </a:cubicBezTo>
                  <a:cubicBezTo>
                    <a:pt x="0" y="594"/>
                    <a:pt x="11" y="1117"/>
                    <a:pt x="25" y="1640"/>
                  </a:cubicBezTo>
                  <a:cubicBezTo>
                    <a:pt x="26" y="1684"/>
                    <a:pt x="59" y="1706"/>
                    <a:pt x="93" y="1706"/>
                  </a:cubicBezTo>
                  <a:cubicBezTo>
                    <a:pt x="127" y="1706"/>
                    <a:pt x="160" y="1684"/>
                    <a:pt x="161" y="1640"/>
                  </a:cubicBezTo>
                  <a:cubicBezTo>
                    <a:pt x="173" y="1117"/>
                    <a:pt x="187" y="594"/>
                    <a:pt x="163" y="68"/>
                  </a:cubicBezTo>
                  <a:cubicBezTo>
                    <a:pt x="161" y="23"/>
                    <a:pt x="127"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07"/>
            <p:cNvSpPr/>
            <p:nvPr/>
          </p:nvSpPr>
          <p:spPr>
            <a:xfrm>
              <a:off x="7811725" y="850532"/>
              <a:ext cx="5400" cy="47050"/>
            </a:xfrm>
            <a:custGeom>
              <a:rect b="b" l="l" r="r" t="t"/>
              <a:pathLst>
                <a:path extrusionOk="0" h="1882" w="216">
                  <a:moveTo>
                    <a:pt x="108" y="0"/>
                  </a:moveTo>
                  <a:cubicBezTo>
                    <a:pt x="65" y="0"/>
                    <a:pt x="21" y="28"/>
                    <a:pt x="20" y="85"/>
                  </a:cubicBezTo>
                  <a:cubicBezTo>
                    <a:pt x="1" y="658"/>
                    <a:pt x="15" y="1230"/>
                    <a:pt x="24" y="1800"/>
                  </a:cubicBezTo>
                  <a:cubicBezTo>
                    <a:pt x="26" y="1854"/>
                    <a:pt x="67" y="1881"/>
                    <a:pt x="109" y="1881"/>
                  </a:cubicBezTo>
                  <a:cubicBezTo>
                    <a:pt x="150" y="1881"/>
                    <a:pt x="191" y="1854"/>
                    <a:pt x="191" y="1800"/>
                  </a:cubicBezTo>
                  <a:cubicBezTo>
                    <a:pt x="203" y="1230"/>
                    <a:pt x="216" y="658"/>
                    <a:pt x="198" y="85"/>
                  </a:cubicBezTo>
                  <a:cubicBezTo>
                    <a:pt x="195" y="28"/>
                    <a:pt x="152"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07"/>
            <p:cNvSpPr/>
            <p:nvPr/>
          </p:nvSpPr>
          <p:spPr>
            <a:xfrm>
              <a:off x="7811925" y="1215307"/>
              <a:ext cx="5000" cy="36000"/>
            </a:xfrm>
            <a:custGeom>
              <a:rect b="b" l="l" r="r" t="t"/>
              <a:pathLst>
                <a:path extrusionOk="0" h="1440" w="200">
                  <a:moveTo>
                    <a:pt x="100" y="0"/>
                  </a:moveTo>
                  <a:cubicBezTo>
                    <a:pt x="61" y="0"/>
                    <a:pt x="23" y="26"/>
                    <a:pt x="22" y="77"/>
                  </a:cubicBezTo>
                  <a:cubicBezTo>
                    <a:pt x="5" y="507"/>
                    <a:pt x="0" y="936"/>
                    <a:pt x="24" y="1362"/>
                  </a:cubicBezTo>
                  <a:cubicBezTo>
                    <a:pt x="26" y="1414"/>
                    <a:pt x="63" y="1439"/>
                    <a:pt x="101" y="1439"/>
                  </a:cubicBezTo>
                  <a:cubicBezTo>
                    <a:pt x="138" y="1439"/>
                    <a:pt x="176" y="1414"/>
                    <a:pt x="178" y="1362"/>
                  </a:cubicBezTo>
                  <a:cubicBezTo>
                    <a:pt x="199" y="936"/>
                    <a:pt x="197" y="507"/>
                    <a:pt x="181" y="77"/>
                  </a:cubicBezTo>
                  <a:cubicBezTo>
                    <a:pt x="178" y="26"/>
                    <a:pt x="139"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07"/>
            <p:cNvSpPr/>
            <p:nvPr/>
          </p:nvSpPr>
          <p:spPr>
            <a:xfrm>
              <a:off x="7811000" y="1122432"/>
              <a:ext cx="6125" cy="50150"/>
            </a:xfrm>
            <a:custGeom>
              <a:rect b="b" l="l" r="r" t="t"/>
              <a:pathLst>
                <a:path extrusionOk="0" h="2006" w="245">
                  <a:moveTo>
                    <a:pt x="137" y="1"/>
                  </a:moveTo>
                  <a:cubicBezTo>
                    <a:pt x="100" y="1"/>
                    <a:pt x="63" y="26"/>
                    <a:pt x="58" y="75"/>
                  </a:cubicBezTo>
                  <a:cubicBezTo>
                    <a:pt x="0" y="689"/>
                    <a:pt x="28" y="1316"/>
                    <a:pt x="24" y="1933"/>
                  </a:cubicBezTo>
                  <a:cubicBezTo>
                    <a:pt x="24" y="1982"/>
                    <a:pt x="60" y="2006"/>
                    <a:pt x="98" y="2006"/>
                  </a:cubicBezTo>
                  <a:cubicBezTo>
                    <a:pt x="135" y="2006"/>
                    <a:pt x="174" y="1982"/>
                    <a:pt x="176" y="1933"/>
                  </a:cubicBezTo>
                  <a:cubicBezTo>
                    <a:pt x="194" y="1317"/>
                    <a:pt x="245" y="691"/>
                    <a:pt x="210" y="75"/>
                  </a:cubicBezTo>
                  <a:cubicBezTo>
                    <a:pt x="208" y="25"/>
                    <a:pt x="173"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07"/>
            <p:cNvSpPr/>
            <p:nvPr/>
          </p:nvSpPr>
          <p:spPr>
            <a:xfrm>
              <a:off x="7717450" y="1232707"/>
              <a:ext cx="53725" cy="27075"/>
            </a:xfrm>
            <a:custGeom>
              <a:rect b="b" l="l" r="r" t="t"/>
              <a:pathLst>
                <a:path extrusionOk="0" h="1083" w="2149">
                  <a:moveTo>
                    <a:pt x="164" y="0"/>
                  </a:moveTo>
                  <a:cubicBezTo>
                    <a:pt x="65" y="0"/>
                    <a:pt x="0" y="141"/>
                    <a:pt x="106" y="193"/>
                  </a:cubicBezTo>
                  <a:cubicBezTo>
                    <a:pt x="727" y="491"/>
                    <a:pt x="1344" y="817"/>
                    <a:pt x="1983" y="1076"/>
                  </a:cubicBezTo>
                  <a:cubicBezTo>
                    <a:pt x="1994" y="1080"/>
                    <a:pt x="2005" y="1082"/>
                    <a:pt x="2015" y="1082"/>
                  </a:cubicBezTo>
                  <a:cubicBezTo>
                    <a:pt x="2102" y="1082"/>
                    <a:pt x="2148" y="940"/>
                    <a:pt x="2059" y="891"/>
                  </a:cubicBezTo>
                  <a:cubicBezTo>
                    <a:pt x="1463" y="563"/>
                    <a:pt x="829" y="297"/>
                    <a:pt x="212" y="12"/>
                  </a:cubicBezTo>
                  <a:cubicBezTo>
                    <a:pt x="196" y="4"/>
                    <a:pt x="179" y="0"/>
                    <a:pt x="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07"/>
            <p:cNvSpPr/>
            <p:nvPr/>
          </p:nvSpPr>
          <p:spPr>
            <a:xfrm>
              <a:off x="7618700" y="1185732"/>
              <a:ext cx="48225" cy="23350"/>
            </a:xfrm>
            <a:custGeom>
              <a:rect b="b" l="l" r="r" t="t"/>
              <a:pathLst>
                <a:path extrusionOk="0" h="934" w="1929">
                  <a:moveTo>
                    <a:pt x="115" y="0"/>
                  </a:moveTo>
                  <a:cubicBezTo>
                    <a:pt x="29" y="0"/>
                    <a:pt x="1" y="136"/>
                    <a:pt x="97" y="167"/>
                  </a:cubicBezTo>
                  <a:cubicBezTo>
                    <a:pt x="689" y="357"/>
                    <a:pt x="1218" y="643"/>
                    <a:pt x="1771" y="923"/>
                  </a:cubicBezTo>
                  <a:cubicBezTo>
                    <a:pt x="1786" y="930"/>
                    <a:pt x="1801" y="934"/>
                    <a:pt x="1814" y="934"/>
                  </a:cubicBezTo>
                  <a:cubicBezTo>
                    <a:pt x="1888" y="934"/>
                    <a:pt x="1928" y="832"/>
                    <a:pt x="1856" y="777"/>
                  </a:cubicBezTo>
                  <a:cubicBezTo>
                    <a:pt x="1352" y="404"/>
                    <a:pt x="743" y="172"/>
                    <a:pt x="140" y="4"/>
                  </a:cubicBezTo>
                  <a:cubicBezTo>
                    <a:pt x="131" y="1"/>
                    <a:pt x="123"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07"/>
            <p:cNvSpPr/>
            <p:nvPr/>
          </p:nvSpPr>
          <p:spPr>
            <a:xfrm>
              <a:off x="7521125" y="1128532"/>
              <a:ext cx="36250" cy="26950"/>
            </a:xfrm>
            <a:custGeom>
              <a:rect b="b" l="l" r="r" t="t"/>
              <a:pathLst>
                <a:path extrusionOk="0" h="1078" w="1450">
                  <a:moveTo>
                    <a:pt x="163" y="0"/>
                  </a:moveTo>
                  <a:cubicBezTo>
                    <a:pt x="84" y="0"/>
                    <a:pt x="1" y="94"/>
                    <a:pt x="58" y="172"/>
                  </a:cubicBezTo>
                  <a:cubicBezTo>
                    <a:pt x="372" y="588"/>
                    <a:pt x="771" y="909"/>
                    <a:pt x="1270" y="1073"/>
                  </a:cubicBezTo>
                  <a:cubicBezTo>
                    <a:pt x="1280" y="1076"/>
                    <a:pt x="1290" y="1078"/>
                    <a:pt x="1300" y="1078"/>
                  </a:cubicBezTo>
                  <a:cubicBezTo>
                    <a:pt x="1394" y="1078"/>
                    <a:pt x="1449" y="927"/>
                    <a:pt x="1351" y="881"/>
                  </a:cubicBezTo>
                  <a:cubicBezTo>
                    <a:pt x="916" y="680"/>
                    <a:pt x="533" y="410"/>
                    <a:pt x="236" y="36"/>
                  </a:cubicBezTo>
                  <a:cubicBezTo>
                    <a:pt x="216" y="11"/>
                    <a:pt x="190"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07"/>
            <p:cNvSpPr/>
            <p:nvPr/>
          </p:nvSpPr>
          <p:spPr>
            <a:xfrm>
              <a:off x="7422250" y="1085307"/>
              <a:ext cx="44350" cy="24125"/>
            </a:xfrm>
            <a:custGeom>
              <a:rect b="b" l="l" r="r" t="t"/>
              <a:pathLst>
                <a:path extrusionOk="0" h="965" w="1774">
                  <a:moveTo>
                    <a:pt x="119" y="1"/>
                  </a:moveTo>
                  <a:cubicBezTo>
                    <a:pt x="45" y="1"/>
                    <a:pt x="1" y="124"/>
                    <a:pt x="78" y="158"/>
                  </a:cubicBezTo>
                  <a:cubicBezTo>
                    <a:pt x="609" y="385"/>
                    <a:pt x="1113" y="668"/>
                    <a:pt x="1611" y="952"/>
                  </a:cubicBezTo>
                  <a:cubicBezTo>
                    <a:pt x="1627" y="961"/>
                    <a:pt x="1642" y="964"/>
                    <a:pt x="1656" y="964"/>
                  </a:cubicBezTo>
                  <a:cubicBezTo>
                    <a:pt x="1731" y="964"/>
                    <a:pt x="1773" y="856"/>
                    <a:pt x="1700" y="804"/>
                  </a:cubicBezTo>
                  <a:cubicBezTo>
                    <a:pt x="1221" y="456"/>
                    <a:pt x="694" y="210"/>
                    <a:pt x="143" y="5"/>
                  </a:cubicBezTo>
                  <a:cubicBezTo>
                    <a:pt x="135" y="2"/>
                    <a:pt x="127"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07"/>
            <p:cNvSpPr/>
            <p:nvPr/>
          </p:nvSpPr>
          <p:spPr>
            <a:xfrm>
              <a:off x="6944050" y="1127857"/>
              <a:ext cx="451525" cy="196250"/>
            </a:xfrm>
            <a:custGeom>
              <a:rect b="b" l="l" r="r" t="t"/>
              <a:pathLst>
                <a:path extrusionOk="0" h="7850" w="18061">
                  <a:moveTo>
                    <a:pt x="17801" y="1"/>
                  </a:moveTo>
                  <a:cubicBezTo>
                    <a:pt x="17772" y="1"/>
                    <a:pt x="17748" y="16"/>
                    <a:pt x="17733" y="35"/>
                  </a:cubicBezTo>
                  <a:cubicBezTo>
                    <a:pt x="17711" y="28"/>
                    <a:pt x="17688" y="24"/>
                    <a:pt x="17664" y="24"/>
                  </a:cubicBezTo>
                  <a:cubicBezTo>
                    <a:pt x="17630" y="24"/>
                    <a:pt x="17595" y="32"/>
                    <a:pt x="17560" y="51"/>
                  </a:cubicBezTo>
                  <a:cubicBezTo>
                    <a:pt x="11896" y="2892"/>
                    <a:pt x="6038" y="5129"/>
                    <a:pt x="193" y="7542"/>
                  </a:cubicBezTo>
                  <a:lnTo>
                    <a:pt x="190" y="7542"/>
                  </a:lnTo>
                  <a:lnTo>
                    <a:pt x="0" y="7550"/>
                  </a:lnTo>
                  <a:cubicBezTo>
                    <a:pt x="3" y="7602"/>
                    <a:pt x="6" y="7655"/>
                    <a:pt x="8" y="7705"/>
                  </a:cubicBezTo>
                  <a:cubicBezTo>
                    <a:pt x="10" y="7763"/>
                    <a:pt x="53" y="7790"/>
                    <a:pt x="96" y="7790"/>
                  </a:cubicBezTo>
                  <a:cubicBezTo>
                    <a:pt x="102" y="7790"/>
                    <a:pt x="108" y="7790"/>
                    <a:pt x="114" y="7789"/>
                  </a:cubicBezTo>
                  <a:cubicBezTo>
                    <a:pt x="137" y="7824"/>
                    <a:pt x="175" y="7850"/>
                    <a:pt x="225" y="7850"/>
                  </a:cubicBezTo>
                  <a:cubicBezTo>
                    <a:pt x="241" y="7850"/>
                    <a:pt x="257" y="7847"/>
                    <a:pt x="275" y="7842"/>
                  </a:cubicBezTo>
                  <a:cubicBezTo>
                    <a:pt x="6307" y="6029"/>
                    <a:pt x="12178" y="3268"/>
                    <a:pt x="17798" y="460"/>
                  </a:cubicBezTo>
                  <a:cubicBezTo>
                    <a:pt x="17884" y="418"/>
                    <a:pt x="17916" y="347"/>
                    <a:pt x="17916" y="277"/>
                  </a:cubicBezTo>
                  <a:cubicBezTo>
                    <a:pt x="17920" y="280"/>
                    <a:pt x="17925" y="283"/>
                    <a:pt x="17929" y="285"/>
                  </a:cubicBezTo>
                  <a:lnTo>
                    <a:pt x="18061" y="23"/>
                  </a:lnTo>
                  <a:cubicBezTo>
                    <a:pt x="17975" y="13"/>
                    <a:pt x="17893" y="5"/>
                    <a:pt x="17807" y="1"/>
                  </a:cubicBezTo>
                  <a:cubicBezTo>
                    <a:pt x="17805" y="1"/>
                    <a:pt x="17803" y="1"/>
                    <a:pt x="17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07"/>
            <p:cNvSpPr/>
            <p:nvPr/>
          </p:nvSpPr>
          <p:spPr>
            <a:xfrm>
              <a:off x="7320475" y="1083082"/>
              <a:ext cx="46875" cy="27325"/>
            </a:xfrm>
            <a:custGeom>
              <a:rect b="b" l="l" r="r" t="t"/>
              <a:pathLst>
                <a:path extrusionOk="0" h="1093" w="1875">
                  <a:moveTo>
                    <a:pt x="1754" y="1"/>
                  </a:moveTo>
                  <a:cubicBezTo>
                    <a:pt x="1745" y="1"/>
                    <a:pt x="1737" y="2"/>
                    <a:pt x="1727" y="5"/>
                  </a:cubicBezTo>
                  <a:cubicBezTo>
                    <a:pt x="1131" y="166"/>
                    <a:pt x="572" y="568"/>
                    <a:pt x="77" y="925"/>
                  </a:cubicBezTo>
                  <a:cubicBezTo>
                    <a:pt x="1" y="980"/>
                    <a:pt x="45" y="1092"/>
                    <a:pt x="119" y="1092"/>
                  </a:cubicBezTo>
                  <a:cubicBezTo>
                    <a:pt x="133" y="1092"/>
                    <a:pt x="149" y="1088"/>
                    <a:pt x="164" y="1078"/>
                  </a:cubicBezTo>
                  <a:cubicBezTo>
                    <a:pt x="693" y="752"/>
                    <a:pt x="1284" y="514"/>
                    <a:pt x="1799" y="173"/>
                  </a:cubicBezTo>
                  <a:cubicBezTo>
                    <a:pt x="1875" y="121"/>
                    <a:pt x="1839" y="1"/>
                    <a:pt x="1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07"/>
            <p:cNvSpPr/>
            <p:nvPr/>
          </p:nvSpPr>
          <p:spPr>
            <a:xfrm>
              <a:off x="7217450" y="1133882"/>
              <a:ext cx="39700" cy="14750"/>
            </a:xfrm>
            <a:custGeom>
              <a:rect b="b" l="l" r="r" t="t"/>
              <a:pathLst>
                <a:path extrusionOk="0" h="590" w="1588">
                  <a:moveTo>
                    <a:pt x="1442" y="1"/>
                  </a:moveTo>
                  <a:cubicBezTo>
                    <a:pt x="1436" y="1"/>
                    <a:pt x="1430" y="1"/>
                    <a:pt x="1425" y="2"/>
                  </a:cubicBezTo>
                  <a:cubicBezTo>
                    <a:pt x="972" y="96"/>
                    <a:pt x="526" y="277"/>
                    <a:pt x="90" y="430"/>
                  </a:cubicBezTo>
                  <a:cubicBezTo>
                    <a:pt x="1" y="461"/>
                    <a:pt x="27" y="590"/>
                    <a:pt x="111" y="590"/>
                  </a:cubicBezTo>
                  <a:cubicBezTo>
                    <a:pt x="118" y="590"/>
                    <a:pt x="126" y="589"/>
                    <a:pt x="134" y="587"/>
                  </a:cubicBezTo>
                  <a:cubicBezTo>
                    <a:pt x="586" y="462"/>
                    <a:pt x="1062" y="353"/>
                    <a:pt x="1494" y="168"/>
                  </a:cubicBezTo>
                  <a:cubicBezTo>
                    <a:pt x="1587" y="129"/>
                    <a:pt x="1528" y="1"/>
                    <a:pt x="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07"/>
            <p:cNvSpPr/>
            <p:nvPr/>
          </p:nvSpPr>
          <p:spPr>
            <a:xfrm>
              <a:off x="7135475" y="1172557"/>
              <a:ext cx="43075" cy="19075"/>
            </a:xfrm>
            <a:custGeom>
              <a:rect b="b" l="l" r="r" t="t"/>
              <a:pathLst>
                <a:path extrusionOk="0" h="763" w="1723">
                  <a:moveTo>
                    <a:pt x="1579" y="0"/>
                  </a:moveTo>
                  <a:cubicBezTo>
                    <a:pt x="1571" y="0"/>
                    <a:pt x="1561" y="2"/>
                    <a:pt x="1552" y="4"/>
                  </a:cubicBezTo>
                  <a:cubicBezTo>
                    <a:pt x="1057" y="150"/>
                    <a:pt x="568" y="372"/>
                    <a:pt x="95" y="575"/>
                  </a:cubicBezTo>
                  <a:cubicBezTo>
                    <a:pt x="1" y="615"/>
                    <a:pt x="53" y="762"/>
                    <a:pt x="142" y="762"/>
                  </a:cubicBezTo>
                  <a:cubicBezTo>
                    <a:pt x="151" y="762"/>
                    <a:pt x="161" y="761"/>
                    <a:pt x="171" y="757"/>
                  </a:cubicBezTo>
                  <a:cubicBezTo>
                    <a:pt x="658" y="587"/>
                    <a:pt x="1166" y="418"/>
                    <a:pt x="1630" y="189"/>
                  </a:cubicBezTo>
                  <a:cubicBezTo>
                    <a:pt x="1723" y="142"/>
                    <a:pt x="1671"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07"/>
            <p:cNvSpPr/>
            <p:nvPr/>
          </p:nvSpPr>
          <p:spPr>
            <a:xfrm>
              <a:off x="7045950" y="1215132"/>
              <a:ext cx="38700" cy="21250"/>
            </a:xfrm>
            <a:custGeom>
              <a:rect b="b" l="l" r="r" t="t"/>
              <a:pathLst>
                <a:path extrusionOk="0" h="850" w="1548">
                  <a:moveTo>
                    <a:pt x="1426" y="0"/>
                  </a:moveTo>
                  <a:cubicBezTo>
                    <a:pt x="1414" y="0"/>
                    <a:pt x="1401" y="3"/>
                    <a:pt x="1388" y="10"/>
                  </a:cubicBezTo>
                  <a:cubicBezTo>
                    <a:pt x="944" y="220"/>
                    <a:pt x="515" y="460"/>
                    <a:pt x="83" y="691"/>
                  </a:cubicBezTo>
                  <a:cubicBezTo>
                    <a:pt x="0" y="737"/>
                    <a:pt x="50" y="849"/>
                    <a:pt x="127" y="849"/>
                  </a:cubicBezTo>
                  <a:cubicBezTo>
                    <a:pt x="141" y="849"/>
                    <a:pt x="155" y="846"/>
                    <a:pt x="169" y="838"/>
                  </a:cubicBezTo>
                  <a:cubicBezTo>
                    <a:pt x="605" y="612"/>
                    <a:pt x="1044" y="395"/>
                    <a:pt x="1469" y="148"/>
                  </a:cubicBezTo>
                  <a:cubicBezTo>
                    <a:pt x="1548" y="104"/>
                    <a:pt x="1500" y="0"/>
                    <a:pt x="1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07"/>
            <p:cNvSpPr/>
            <p:nvPr/>
          </p:nvSpPr>
          <p:spPr>
            <a:xfrm>
              <a:off x="6992700" y="918882"/>
              <a:ext cx="6500" cy="46725"/>
            </a:xfrm>
            <a:custGeom>
              <a:rect b="b" l="l" r="r" t="t"/>
              <a:pathLst>
                <a:path extrusionOk="0" h="1869" w="260">
                  <a:moveTo>
                    <a:pt x="129" y="0"/>
                  </a:moveTo>
                  <a:cubicBezTo>
                    <a:pt x="95" y="0"/>
                    <a:pt x="61" y="23"/>
                    <a:pt x="59" y="68"/>
                  </a:cubicBezTo>
                  <a:cubicBezTo>
                    <a:pt x="31" y="634"/>
                    <a:pt x="1" y="1218"/>
                    <a:pt x="40" y="1783"/>
                  </a:cubicBezTo>
                  <a:cubicBezTo>
                    <a:pt x="45" y="1840"/>
                    <a:pt x="88" y="1868"/>
                    <a:pt x="130" y="1868"/>
                  </a:cubicBezTo>
                  <a:cubicBezTo>
                    <a:pt x="173" y="1868"/>
                    <a:pt x="215" y="1840"/>
                    <a:pt x="218" y="1783"/>
                  </a:cubicBezTo>
                  <a:cubicBezTo>
                    <a:pt x="259" y="1218"/>
                    <a:pt x="227" y="634"/>
                    <a:pt x="200" y="68"/>
                  </a:cubicBezTo>
                  <a:cubicBezTo>
                    <a:pt x="197" y="23"/>
                    <a:pt x="164" y="0"/>
                    <a:pt x="1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07"/>
            <p:cNvSpPr/>
            <p:nvPr/>
          </p:nvSpPr>
          <p:spPr>
            <a:xfrm>
              <a:off x="6992375" y="568457"/>
              <a:ext cx="7175" cy="39575"/>
            </a:xfrm>
            <a:custGeom>
              <a:rect b="b" l="l" r="r" t="t"/>
              <a:pathLst>
                <a:path extrusionOk="0" h="1583" w="287">
                  <a:moveTo>
                    <a:pt x="143" y="0"/>
                  </a:moveTo>
                  <a:cubicBezTo>
                    <a:pt x="106" y="0"/>
                    <a:pt x="67" y="25"/>
                    <a:pt x="65" y="74"/>
                  </a:cubicBezTo>
                  <a:cubicBezTo>
                    <a:pt x="53" y="543"/>
                    <a:pt x="0" y="1038"/>
                    <a:pt x="63" y="1504"/>
                  </a:cubicBezTo>
                  <a:cubicBezTo>
                    <a:pt x="70" y="1556"/>
                    <a:pt x="107" y="1582"/>
                    <a:pt x="144" y="1582"/>
                  </a:cubicBezTo>
                  <a:cubicBezTo>
                    <a:pt x="181" y="1582"/>
                    <a:pt x="217" y="1556"/>
                    <a:pt x="224" y="1504"/>
                  </a:cubicBezTo>
                  <a:cubicBezTo>
                    <a:pt x="286" y="1036"/>
                    <a:pt x="234" y="543"/>
                    <a:pt x="220" y="74"/>
                  </a:cubicBezTo>
                  <a:cubicBezTo>
                    <a:pt x="219" y="25"/>
                    <a:pt x="181"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07"/>
            <p:cNvSpPr/>
            <p:nvPr/>
          </p:nvSpPr>
          <p:spPr>
            <a:xfrm>
              <a:off x="6990625" y="1015507"/>
              <a:ext cx="9225" cy="35675"/>
            </a:xfrm>
            <a:custGeom>
              <a:rect b="b" l="l" r="r" t="t"/>
              <a:pathLst>
                <a:path extrusionOk="0" h="1427" w="369">
                  <a:moveTo>
                    <a:pt x="75" y="0"/>
                  </a:moveTo>
                  <a:cubicBezTo>
                    <a:pt x="37" y="0"/>
                    <a:pt x="0" y="30"/>
                    <a:pt x="16" y="77"/>
                  </a:cubicBezTo>
                  <a:cubicBezTo>
                    <a:pt x="144" y="493"/>
                    <a:pt x="163" y="916"/>
                    <a:pt x="128" y="1350"/>
                  </a:cubicBezTo>
                  <a:cubicBezTo>
                    <a:pt x="124" y="1399"/>
                    <a:pt x="168" y="1427"/>
                    <a:pt x="210" y="1427"/>
                  </a:cubicBezTo>
                  <a:cubicBezTo>
                    <a:pt x="243" y="1427"/>
                    <a:pt x="276" y="1409"/>
                    <a:pt x="283" y="1370"/>
                  </a:cubicBezTo>
                  <a:cubicBezTo>
                    <a:pt x="368" y="916"/>
                    <a:pt x="302" y="475"/>
                    <a:pt x="137" y="43"/>
                  </a:cubicBezTo>
                  <a:cubicBezTo>
                    <a:pt x="126" y="14"/>
                    <a:pt x="100"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07"/>
            <p:cNvSpPr/>
            <p:nvPr/>
          </p:nvSpPr>
          <p:spPr>
            <a:xfrm>
              <a:off x="6993400" y="407882"/>
              <a:ext cx="5125" cy="24875"/>
            </a:xfrm>
            <a:custGeom>
              <a:rect b="b" l="l" r="r" t="t"/>
              <a:pathLst>
                <a:path extrusionOk="0" h="995" w="205">
                  <a:moveTo>
                    <a:pt x="103" y="0"/>
                  </a:moveTo>
                  <a:cubicBezTo>
                    <a:pt x="71" y="0"/>
                    <a:pt x="39" y="21"/>
                    <a:pt x="38" y="63"/>
                  </a:cubicBezTo>
                  <a:cubicBezTo>
                    <a:pt x="31" y="347"/>
                    <a:pt x="1" y="640"/>
                    <a:pt x="26" y="922"/>
                  </a:cubicBezTo>
                  <a:cubicBezTo>
                    <a:pt x="31" y="970"/>
                    <a:pt x="67" y="995"/>
                    <a:pt x="103" y="995"/>
                  </a:cubicBezTo>
                  <a:cubicBezTo>
                    <a:pt x="138" y="995"/>
                    <a:pt x="174" y="970"/>
                    <a:pt x="179" y="922"/>
                  </a:cubicBezTo>
                  <a:cubicBezTo>
                    <a:pt x="205" y="640"/>
                    <a:pt x="174" y="347"/>
                    <a:pt x="167" y="63"/>
                  </a:cubicBezTo>
                  <a:cubicBezTo>
                    <a:pt x="166" y="21"/>
                    <a:pt x="134"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07"/>
            <p:cNvSpPr/>
            <p:nvPr/>
          </p:nvSpPr>
          <p:spPr>
            <a:xfrm>
              <a:off x="6992700" y="833407"/>
              <a:ext cx="5300" cy="46200"/>
            </a:xfrm>
            <a:custGeom>
              <a:rect b="b" l="l" r="r" t="t"/>
              <a:pathLst>
                <a:path extrusionOk="0" h="1848" w="212">
                  <a:moveTo>
                    <a:pt x="62" y="1"/>
                  </a:moveTo>
                  <a:cubicBezTo>
                    <a:pt x="33" y="1"/>
                    <a:pt x="4" y="19"/>
                    <a:pt x="4" y="59"/>
                  </a:cubicBezTo>
                  <a:cubicBezTo>
                    <a:pt x="6" y="631"/>
                    <a:pt x="1" y="1202"/>
                    <a:pt x="50" y="1772"/>
                  </a:cubicBezTo>
                  <a:cubicBezTo>
                    <a:pt x="53" y="1822"/>
                    <a:pt x="92" y="1847"/>
                    <a:pt x="131" y="1847"/>
                  </a:cubicBezTo>
                  <a:cubicBezTo>
                    <a:pt x="168" y="1847"/>
                    <a:pt x="205" y="1823"/>
                    <a:pt x="205" y="1772"/>
                  </a:cubicBezTo>
                  <a:cubicBezTo>
                    <a:pt x="211" y="1200"/>
                    <a:pt x="165" y="629"/>
                    <a:pt x="126" y="59"/>
                  </a:cubicBezTo>
                  <a:cubicBezTo>
                    <a:pt x="124" y="20"/>
                    <a:pt x="93"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07"/>
            <p:cNvSpPr/>
            <p:nvPr/>
          </p:nvSpPr>
          <p:spPr>
            <a:xfrm>
              <a:off x="6987225" y="303607"/>
              <a:ext cx="10175" cy="39975"/>
            </a:xfrm>
            <a:custGeom>
              <a:rect b="b" l="l" r="r" t="t"/>
              <a:pathLst>
                <a:path extrusionOk="0" h="1599" w="407">
                  <a:moveTo>
                    <a:pt x="313" y="1"/>
                  </a:moveTo>
                  <a:cubicBezTo>
                    <a:pt x="281" y="1"/>
                    <a:pt x="250" y="18"/>
                    <a:pt x="237" y="57"/>
                  </a:cubicBezTo>
                  <a:cubicBezTo>
                    <a:pt x="84" y="528"/>
                    <a:pt x="1" y="1055"/>
                    <a:pt x="134" y="1540"/>
                  </a:cubicBezTo>
                  <a:cubicBezTo>
                    <a:pt x="146" y="1580"/>
                    <a:pt x="181" y="1599"/>
                    <a:pt x="216" y="1599"/>
                  </a:cubicBezTo>
                  <a:cubicBezTo>
                    <a:pt x="259" y="1599"/>
                    <a:pt x="302" y="1570"/>
                    <a:pt x="301" y="1516"/>
                  </a:cubicBezTo>
                  <a:cubicBezTo>
                    <a:pt x="295" y="1031"/>
                    <a:pt x="273" y="576"/>
                    <a:pt x="391" y="99"/>
                  </a:cubicBezTo>
                  <a:cubicBezTo>
                    <a:pt x="406" y="39"/>
                    <a:pt x="359" y="1"/>
                    <a:pt x="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07"/>
            <p:cNvSpPr/>
            <p:nvPr/>
          </p:nvSpPr>
          <p:spPr>
            <a:xfrm>
              <a:off x="6987350" y="654357"/>
              <a:ext cx="11225" cy="46950"/>
            </a:xfrm>
            <a:custGeom>
              <a:rect b="b" l="l" r="r" t="t"/>
              <a:pathLst>
                <a:path extrusionOk="0" h="1878" w="449">
                  <a:moveTo>
                    <a:pt x="78" y="1"/>
                  </a:moveTo>
                  <a:cubicBezTo>
                    <a:pt x="40" y="1"/>
                    <a:pt x="0" y="33"/>
                    <a:pt x="10" y="83"/>
                  </a:cubicBezTo>
                  <a:cubicBezTo>
                    <a:pt x="75" y="379"/>
                    <a:pt x="113" y="677"/>
                    <a:pt x="121" y="980"/>
                  </a:cubicBezTo>
                  <a:cubicBezTo>
                    <a:pt x="127" y="1250"/>
                    <a:pt x="77" y="1517"/>
                    <a:pt x="93" y="1783"/>
                  </a:cubicBezTo>
                  <a:cubicBezTo>
                    <a:pt x="97" y="1843"/>
                    <a:pt x="146" y="1878"/>
                    <a:pt x="194" y="1878"/>
                  </a:cubicBezTo>
                  <a:cubicBezTo>
                    <a:pt x="233" y="1878"/>
                    <a:pt x="270" y="1856"/>
                    <a:pt x="284" y="1809"/>
                  </a:cubicBezTo>
                  <a:cubicBezTo>
                    <a:pt x="449" y="1266"/>
                    <a:pt x="296" y="578"/>
                    <a:pt x="139" y="47"/>
                  </a:cubicBezTo>
                  <a:cubicBezTo>
                    <a:pt x="129" y="15"/>
                    <a:pt x="104"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07"/>
            <p:cNvSpPr/>
            <p:nvPr/>
          </p:nvSpPr>
          <p:spPr>
            <a:xfrm>
              <a:off x="6988875" y="739957"/>
              <a:ext cx="7050" cy="40125"/>
            </a:xfrm>
            <a:custGeom>
              <a:rect b="b" l="l" r="r" t="t"/>
              <a:pathLst>
                <a:path extrusionOk="0" h="1605" w="282">
                  <a:moveTo>
                    <a:pt x="141" y="1"/>
                  </a:moveTo>
                  <a:cubicBezTo>
                    <a:pt x="102" y="1"/>
                    <a:pt x="64" y="26"/>
                    <a:pt x="62" y="77"/>
                  </a:cubicBezTo>
                  <a:cubicBezTo>
                    <a:pt x="36" y="552"/>
                    <a:pt x="0" y="1031"/>
                    <a:pt x="39" y="1506"/>
                  </a:cubicBezTo>
                  <a:cubicBezTo>
                    <a:pt x="43" y="1572"/>
                    <a:pt x="91" y="1605"/>
                    <a:pt x="140" y="1605"/>
                  </a:cubicBezTo>
                  <a:cubicBezTo>
                    <a:pt x="188" y="1605"/>
                    <a:pt x="237" y="1572"/>
                    <a:pt x="243" y="1506"/>
                  </a:cubicBezTo>
                  <a:cubicBezTo>
                    <a:pt x="281" y="1030"/>
                    <a:pt x="245" y="552"/>
                    <a:pt x="219" y="77"/>
                  </a:cubicBezTo>
                  <a:cubicBezTo>
                    <a:pt x="217" y="26"/>
                    <a:pt x="179"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07"/>
            <p:cNvSpPr/>
            <p:nvPr/>
          </p:nvSpPr>
          <p:spPr>
            <a:xfrm>
              <a:off x="6988500" y="482907"/>
              <a:ext cx="7700" cy="39550"/>
            </a:xfrm>
            <a:custGeom>
              <a:rect b="b" l="l" r="r" t="t"/>
              <a:pathLst>
                <a:path extrusionOk="0" h="1582" w="308">
                  <a:moveTo>
                    <a:pt x="155" y="0"/>
                  </a:moveTo>
                  <a:cubicBezTo>
                    <a:pt x="122" y="0"/>
                    <a:pt x="90" y="22"/>
                    <a:pt x="89" y="66"/>
                  </a:cubicBezTo>
                  <a:cubicBezTo>
                    <a:pt x="67" y="539"/>
                    <a:pt x="0" y="1050"/>
                    <a:pt x="67" y="1518"/>
                  </a:cubicBezTo>
                  <a:cubicBezTo>
                    <a:pt x="74" y="1560"/>
                    <a:pt x="115" y="1582"/>
                    <a:pt x="155" y="1582"/>
                  </a:cubicBezTo>
                  <a:cubicBezTo>
                    <a:pt x="195" y="1582"/>
                    <a:pt x="235" y="1560"/>
                    <a:pt x="240" y="1518"/>
                  </a:cubicBezTo>
                  <a:cubicBezTo>
                    <a:pt x="308" y="1049"/>
                    <a:pt x="243" y="539"/>
                    <a:pt x="222" y="66"/>
                  </a:cubicBezTo>
                  <a:cubicBezTo>
                    <a:pt x="220" y="22"/>
                    <a:pt x="187"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07"/>
            <p:cNvSpPr/>
            <p:nvPr/>
          </p:nvSpPr>
          <p:spPr>
            <a:xfrm>
              <a:off x="6988875" y="1201407"/>
              <a:ext cx="6975" cy="35850"/>
            </a:xfrm>
            <a:custGeom>
              <a:rect b="b" l="l" r="r" t="t"/>
              <a:pathLst>
                <a:path extrusionOk="0" h="1434" w="279">
                  <a:moveTo>
                    <a:pt x="140" y="0"/>
                  </a:moveTo>
                  <a:cubicBezTo>
                    <a:pt x="109" y="0"/>
                    <a:pt x="78" y="21"/>
                    <a:pt x="76" y="63"/>
                  </a:cubicBezTo>
                  <a:cubicBezTo>
                    <a:pt x="56" y="483"/>
                    <a:pt x="0" y="928"/>
                    <a:pt x="50" y="1349"/>
                  </a:cubicBezTo>
                  <a:cubicBezTo>
                    <a:pt x="57" y="1405"/>
                    <a:pt x="98" y="1433"/>
                    <a:pt x="139" y="1433"/>
                  </a:cubicBezTo>
                  <a:cubicBezTo>
                    <a:pt x="181" y="1433"/>
                    <a:pt x="222" y="1405"/>
                    <a:pt x="229" y="1349"/>
                  </a:cubicBezTo>
                  <a:cubicBezTo>
                    <a:pt x="279" y="928"/>
                    <a:pt x="223" y="483"/>
                    <a:pt x="203" y="63"/>
                  </a:cubicBezTo>
                  <a:cubicBezTo>
                    <a:pt x="202" y="21"/>
                    <a:pt x="171" y="0"/>
                    <a:pt x="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07"/>
            <p:cNvSpPr/>
            <p:nvPr/>
          </p:nvSpPr>
          <p:spPr>
            <a:xfrm>
              <a:off x="6985275" y="1104707"/>
              <a:ext cx="7050" cy="46675"/>
            </a:xfrm>
            <a:custGeom>
              <a:rect b="b" l="l" r="r" t="t"/>
              <a:pathLst>
                <a:path extrusionOk="0" h="1867" w="282">
                  <a:moveTo>
                    <a:pt x="141" y="0"/>
                  </a:moveTo>
                  <a:cubicBezTo>
                    <a:pt x="106" y="0"/>
                    <a:pt x="71" y="24"/>
                    <a:pt x="70" y="70"/>
                  </a:cubicBezTo>
                  <a:cubicBezTo>
                    <a:pt x="53" y="635"/>
                    <a:pt x="1" y="1220"/>
                    <a:pt x="56" y="1786"/>
                  </a:cubicBezTo>
                  <a:cubicBezTo>
                    <a:pt x="62" y="1840"/>
                    <a:pt x="102" y="1867"/>
                    <a:pt x="141" y="1867"/>
                  </a:cubicBezTo>
                  <a:cubicBezTo>
                    <a:pt x="181" y="1867"/>
                    <a:pt x="221" y="1840"/>
                    <a:pt x="226" y="1786"/>
                  </a:cubicBezTo>
                  <a:cubicBezTo>
                    <a:pt x="282" y="1220"/>
                    <a:pt x="226" y="635"/>
                    <a:pt x="212" y="70"/>
                  </a:cubicBezTo>
                  <a:cubicBezTo>
                    <a:pt x="211" y="24"/>
                    <a:pt x="176"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7" name="Google Shape;3947;p107"/>
          <p:cNvSpPr txBox="1"/>
          <p:nvPr>
            <p:ph type="title"/>
          </p:nvPr>
        </p:nvSpPr>
        <p:spPr>
          <a:xfrm>
            <a:off x="1080884" y="2182263"/>
            <a:ext cx="2984100" cy="66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 legs</a:t>
            </a:r>
            <a:endParaRPr/>
          </a:p>
        </p:txBody>
      </p:sp>
      <p:sp>
        <p:nvSpPr>
          <p:cNvPr id="3948" name="Google Shape;3948;p107"/>
          <p:cNvSpPr txBox="1"/>
          <p:nvPr>
            <p:ph idx="1" type="body"/>
          </p:nvPr>
        </p:nvSpPr>
        <p:spPr>
          <a:xfrm>
            <a:off x="4739711" y="1770750"/>
            <a:ext cx="3540300" cy="16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All arachnids have eight legs and lack antennae.</a:t>
            </a:r>
            <a:endParaRPr/>
          </a:p>
        </p:txBody>
      </p:sp>
      <p:sp>
        <p:nvSpPr>
          <p:cNvPr id="3949" name="Google Shape;3949;p107"/>
          <p:cNvSpPr txBox="1"/>
          <p:nvPr>
            <p:ph idx="2"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3</a:t>
            </a:r>
            <a:endParaRPr/>
          </a:p>
        </p:txBody>
      </p:sp>
      <p:grpSp>
        <p:nvGrpSpPr>
          <p:cNvPr id="3950" name="Google Shape;3950;p107"/>
          <p:cNvGrpSpPr/>
          <p:nvPr/>
        </p:nvGrpSpPr>
        <p:grpSpPr>
          <a:xfrm>
            <a:off x="713184" y="4691184"/>
            <a:ext cx="7726459" cy="369843"/>
            <a:chOff x="713184" y="4691184"/>
            <a:chExt cx="7726459" cy="369843"/>
          </a:xfrm>
        </p:grpSpPr>
        <p:sp>
          <p:nvSpPr>
            <p:cNvPr id="3951" name="Google Shape;3951;p107"/>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3952" name="Google Shape;3952;p107"/>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07"/>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07">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8" name="Shape 3958"/>
        <p:cNvGrpSpPr/>
        <p:nvPr/>
      </p:nvGrpSpPr>
      <p:grpSpPr>
        <a:xfrm>
          <a:off x="0" y="0"/>
          <a:ext cx="0" cy="0"/>
          <a:chOff x="0" y="0"/>
          <a:chExt cx="0" cy="0"/>
        </a:xfrm>
      </p:grpSpPr>
      <p:sp>
        <p:nvSpPr>
          <p:cNvPr id="3959" name="Google Shape;3959;p108"/>
          <p:cNvSpPr/>
          <p:nvPr/>
        </p:nvSpPr>
        <p:spPr>
          <a:xfrm>
            <a:off x="4846015" y="2521150"/>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960" name="Google Shape;3960;p108"/>
          <p:cNvSpPr/>
          <p:nvPr/>
        </p:nvSpPr>
        <p:spPr>
          <a:xfrm>
            <a:off x="4846015" y="3488150"/>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grpSp>
        <p:nvGrpSpPr>
          <p:cNvPr id="3961" name="Google Shape;3961;p108"/>
          <p:cNvGrpSpPr/>
          <p:nvPr/>
        </p:nvGrpSpPr>
        <p:grpSpPr>
          <a:xfrm>
            <a:off x="2857286" y="732167"/>
            <a:ext cx="3429984" cy="606063"/>
            <a:chOff x="5316325" y="1612757"/>
            <a:chExt cx="1404350" cy="302125"/>
          </a:xfrm>
        </p:grpSpPr>
        <p:sp>
          <p:nvSpPr>
            <p:cNvPr id="3962" name="Google Shape;3962;p108"/>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08"/>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08"/>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08"/>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08"/>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08"/>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08"/>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08"/>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08"/>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08"/>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08"/>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3" name="Google Shape;3973;p108"/>
          <p:cNvSpPr/>
          <p:nvPr/>
        </p:nvSpPr>
        <p:spPr>
          <a:xfrm>
            <a:off x="963154" y="2521150"/>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974" name="Google Shape;3974;p108"/>
          <p:cNvSpPr/>
          <p:nvPr/>
        </p:nvSpPr>
        <p:spPr>
          <a:xfrm rot="173206">
            <a:off x="2904567" y="2521149"/>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975" name="Google Shape;3975;p108"/>
          <p:cNvSpPr txBox="1"/>
          <p:nvPr>
            <p:ph type="title"/>
          </p:nvPr>
        </p:nvSpPr>
        <p:spPr>
          <a:xfrm>
            <a:off x="3466850" y="758950"/>
            <a:ext cx="22104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4</a:t>
            </a:r>
            <a:endParaRPr/>
          </a:p>
        </p:txBody>
      </p:sp>
      <p:sp>
        <p:nvSpPr>
          <p:cNvPr id="3976" name="Google Shape;3976;p108"/>
          <p:cNvSpPr txBox="1"/>
          <p:nvPr/>
        </p:nvSpPr>
        <p:spPr>
          <a:xfrm>
            <a:off x="3517350" y="1520775"/>
            <a:ext cx="2109300" cy="84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Gloria Hallelujah"/>
                <a:ea typeface="Gloria Hallelujah"/>
                <a:cs typeface="Gloria Hallelujah"/>
                <a:sym typeface="Gloria Hallelujah"/>
              </a:rPr>
              <a:t>What do cows feed on?</a:t>
            </a:r>
            <a:endParaRPr sz="1800">
              <a:solidFill>
                <a:schemeClr val="dk1"/>
              </a:solidFill>
              <a:latin typeface="Gloria Hallelujah"/>
              <a:ea typeface="Gloria Hallelujah"/>
              <a:cs typeface="Gloria Hallelujah"/>
              <a:sym typeface="Gloria Hallelujah"/>
            </a:endParaRPr>
          </a:p>
        </p:txBody>
      </p:sp>
      <p:sp>
        <p:nvSpPr>
          <p:cNvPr id="3977" name="Google Shape;3977;p108">
            <a:hlinkClick action="ppaction://hlinksldjump" r:id="rId3"/>
          </p:cNvPr>
          <p:cNvSpPr txBox="1"/>
          <p:nvPr>
            <p:ph idx="4294967295" type="title"/>
          </p:nvPr>
        </p:nvSpPr>
        <p:spPr>
          <a:xfrm>
            <a:off x="963203" y="2737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Fishes</a:t>
            </a:r>
            <a:endParaRPr sz="1800"/>
          </a:p>
        </p:txBody>
      </p:sp>
      <p:sp>
        <p:nvSpPr>
          <p:cNvPr id="3978" name="Google Shape;3978;p108">
            <a:hlinkClick action="ppaction://hlinksldjump" r:id="rId4"/>
          </p:cNvPr>
          <p:cNvSpPr txBox="1"/>
          <p:nvPr>
            <p:ph idx="4294967295" type="title"/>
          </p:nvPr>
        </p:nvSpPr>
        <p:spPr>
          <a:xfrm>
            <a:off x="2904635" y="2737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Lyons</a:t>
            </a:r>
            <a:endParaRPr sz="1800"/>
          </a:p>
        </p:txBody>
      </p:sp>
      <p:sp>
        <p:nvSpPr>
          <p:cNvPr id="3979" name="Google Shape;3979;p108">
            <a:hlinkClick action="ppaction://hlinksldjump" r:id="rId5"/>
          </p:cNvPr>
          <p:cNvSpPr txBox="1"/>
          <p:nvPr>
            <p:ph idx="4294967295" type="title"/>
          </p:nvPr>
        </p:nvSpPr>
        <p:spPr>
          <a:xfrm>
            <a:off x="4846064" y="2737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Grass</a:t>
            </a:r>
            <a:endParaRPr sz="1800"/>
          </a:p>
        </p:txBody>
      </p:sp>
      <p:grpSp>
        <p:nvGrpSpPr>
          <p:cNvPr id="3980" name="Google Shape;3980;p108"/>
          <p:cNvGrpSpPr/>
          <p:nvPr/>
        </p:nvGrpSpPr>
        <p:grpSpPr>
          <a:xfrm flipH="1">
            <a:off x="5772097" y="1832789"/>
            <a:ext cx="860185" cy="220759"/>
            <a:chOff x="2599417" y="1854853"/>
            <a:chExt cx="689527" cy="176947"/>
          </a:xfrm>
        </p:grpSpPr>
        <p:sp>
          <p:nvSpPr>
            <p:cNvPr id="3981" name="Google Shape;3981;p108"/>
            <p:cNvSpPr/>
            <p:nvPr/>
          </p:nvSpPr>
          <p:spPr>
            <a:xfrm flipH="1" rot="5400000">
              <a:off x="2855860" y="1598410"/>
              <a:ext cx="176641" cy="689527"/>
            </a:xfrm>
            <a:custGeom>
              <a:rect b="b" l="l" r="r" t="t"/>
              <a:pathLst>
                <a:path extrusionOk="0" h="12183" w="3121">
                  <a:moveTo>
                    <a:pt x="0" y="1"/>
                  </a:moveTo>
                  <a:lnTo>
                    <a:pt x="0" y="82"/>
                  </a:lnTo>
                  <a:cubicBezTo>
                    <a:pt x="6" y="533"/>
                    <a:pt x="11" y="985"/>
                    <a:pt x="17" y="1436"/>
                  </a:cubicBezTo>
                  <a:cubicBezTo>
                    <a:pt x="33" y="3170"/>
                    <a:pt x="49" y="4904"/>
                    <a:pt x="60" y="6638"/>
                  </a:cubicBezTo>
                  <a:cubicBezTo>
                    <a:pt x="71" y="7926"/>
                    <a:pt x="82" y="9214"/>
                    <a:pt x="87" y="10503"/>
                  </a:cubicBezTo>
                  <a:cubicBezTo>
                    <a:pt x="82" y="10552"/>
                    <a:pt x="104" y="10606"/>
                    <a:pt x="136" y="10644"/>
                  </a:cubicBezTo>
                  <a:cubicBezTo>
                    <a:pt x="294" y="10818"/>
                    <a:pt x="457" y="10992"/>
                    <a:pt x="615" y="11166"/>
                  </a:cubicBezTo>
                  <a:lnTo>
                    <a:pt x="1544" y="12182"/>
                  </a:lnTo>
                  <a:cubicBezTo>
                    <a:pt x="1680" y="11992"/>
                    <a:pt x="1827" y="11818"/>
                    <a:pt x="1984" y="11650"/>
                  </a:cubicBezTo>
                  <a:cubicBezTo>
                    <a:pt x="2321" y="11280"/>
                    <a:pt x="2626" y="10889"/>
                    <a:pt x="2985" y="10541"/>
                  </a:cubicBezTo>
                  <a:cubicBezTo>
                    <a:pt x="3023" y="10508"/>
                    <a:pt x="3039" y="10459"/>
                    <a:pt x="3034" y="10405"/>
                  </a:cubicBezTo>
                  <a:cubicBezTo>
                    <a:pt x="3044" y="9013"/>
                    <a:pt x="3055" y="7622"/>
                    <a:pt x="3072" y="6225"/>
                  </a:cubicBezTo>
                  <a:lnTo>
                    <a:pt x="3088" y="3893"/>
                  </a:lnTo>
                  <a:cubicBezTo>
                    <a:pt x="3099" y="2659"/>
                    <a:pt x="3110" y="1425"/>
                    <a:pt x="3121" y="191"/>
                  </a:cubicBezTo>
                  <a:lnTo>
                    <a:pt x="31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08"/>
            <p:cNvSpPr/>
            <p:nvPr/>
          </p:nvSpPr>
          <p:spPr>
            <a:xfrm>
              <a:off x="2934300" y="1865125"/>
              <a:ext cx="328600" cy="164900"/>
            </a:xfrm>
            <a:custGeom>
              <a:rect b="b" l="l" r="r" t="t"/>
              <a:pathLst>
                <a:path extrusionOk="0" h="6596" w="13144">
                  <a:moveTo>
                    <a:pt x="7191" y="0"/>
                  </a:moveTo>
                  <a:lnTo>
                    <a:pt x="13144" y="0"/>
                  </a:lnTo>
                  <a:lnTo>
                    <a:pt x="5405" y="6596"/>
                  </a:lnTo>
                  <a:lnTo>
                    <a:pt x="0" y="6429"/>
                  </a:lnTo>
                  <a:close/>
                </a:path>
              </a:pathLst>
            </a:custGeom>
            <a:solidFill>
              <a:schemeClr val="dk2"/>
            </a:solidFill>
            <a:ln>
              <a:noFill/>
            </a:ln>
          </p:spPr>
        </p:sp>
        <p:sp>
          <p:nvSpPr>
            <p:cNvPr id="3983" name="Google Shape;3983;p108"/>
            <p:cNvSpPr/>
            <p:nvPr/>
          </p:nvSpPr>
          <p:spPr>
            <a:xfrm>
              <a:off x="2667600" y="1863925"/>
              <a:ext cx="309550" cy="162525"/>
            </a:xfrm>
            <a:custGeom>
              <a:rect b="b" l="l" r="r" t="t"/>
              <a:pathLst>
                <a:path extrusionOk="0" h="6501" w="12382">
                  <a:moveTo>
                    <a:pt x="6001" y="0"/>
                  </a:moveTo>
                  <a:lnTo>
                    <a:pt x="12382" y="0"/>
                  </a:lnTo>
                  <a:lnTo>
                    <a:pt x="5024" y="6501"/>
                  </a:lnTo>
                  <a:lnTo>
                    <a:pt x="1167" y="6406"/>
                  </a:lnTo>
                  <a:lnTo>
                    <a:pt x="0" y="5358"/>
                  </a:lnTo>
                  <a:close/>
                </a:path>
              </a:pathLst>
            </a:custGeom>
            <a:solidFill>
              <a:schemeClr val="dk2"/>
            </a:solidFill>
            <a:ln>
              <a:noFill/>
            </a:ln>
          </p:spPr>
        </p:sp>
        <p:sp>
          <p:nvSpPr>
            <p:cNvPr id="3984" name="Google Shape;3984;p108"/>
            <p:cNvSpPr/>
            <p:nvPr/>
          </p:nvSpPr>
          <p:spPr>
            <a:xfrm>
              <a:off x="3225400" y="1982975"/>
              <a:ext cx="62500" cy="48825"/>
            </a:xfrm>
            <a:custGeom>
              <a:rect b="b" l="l" r="r" t="t"/>
              <a:pathLst>
                <a:path extrusionOk="0" h="1953" w="2500">
                  <a:moveTo>
                    <a:pt x="2453" y="0"/>
                  </a:moveTo>
                  <a:lnTo>
                    <a:pt x="2500" y="1024"/>
                  </a:lnTo>
                  <a:lnTo>
                    <a:pt x="2500" y="1953"/>
                  </a:lnTo>
                  <a:lnTo>
                    <a:pt x="0" y="1953"/>
                  </a:lnTo>
                  <a:lnTo>
                    <a:pt x="1238" y="524"/>
                  </a:lnTo>
                  <a:close/>
                </a:path>
              </a:pathLst>
            </a:custGeom>
            <a:solidFill>
              <a:schemeClr val="dk2"/>
            </a:solidFill>
            <a:ln>
              <a:noFill/>
            </a:ln>
          </p:spPr>
        </p:sp>
        <p:sp>
          <p:nvSpPr>
            <p:cNvPr id="3985" name="Google Shape;3985;p108"/>
            <p:cNvSpPr/>
            <p:nvPr/>
          </p:nvSpPr>
          <p:spPr>
            <a:xfrm flipH="1" rot="5400000">
              <a:off x="2856012" y="1598442"/>
              <a:ext cx="176358" cy="689471"/>
            </a:xfrm>
            <a:custGeom>
              <a:rect b="b" l="l" r="r" t="t"/>
              <a:pathLst>
                <a:path extrusionOk="0" h="12182" w="3116">
                  <a:moveTo>
                    <a:pt x="985" y="103"/>
                  </a:moveTo>
                  <a:lnTo>
                    <a:pt x="153" y="1076"/>
                  </a:lnTo>
                  <a:lnTo>
                    <a:pt x="126" y="1076"/>
                  </a:lnTo>
                  <a:lnTo>
                    <a:pt x="126" y="103"/>
                  </a:lnTo>
                  <a:close/>
                  <a:moveTo>
                    <a:pt x="2964" y="98"/>
                  </a:moveTo>
                  <a:cubicBezTo>
                    <a:pt x="2974" y="98"/>
                    <a:pt x="2985" y="103"/>
                    <a:pt x="3002" y="103"/>
                  </a:cubicBezTo>
                  <a:cubicBezTo>
                    <a:pt x="3040" y="267"/>
                    <a:pt x="2991" y="440"/>
                    <a:pt x="2871" y="560"/>
                  </a:cubicBezTo>
                  <a:cubicBezTo>
                    <a:pt x="2306" y="1201"/>
                    <a:pt x="1751" y="1854"/>
                    <a:pt x="1191" y="2501"/>
                  </a:cubicBezTo>
                  <a:cubicBezTo>
                    <a:pt x="854" y="2897"/>
                    <a:pt x="512" y="3289"/>
                    <a:pt x="170" y="3686"/>
                  </a:cubicBezTo>
                  <a:lnTo>
                    <a:pt x="131" y="3680"/>
                  </a:lnTo>
                  <a:lnTo>
                    <a:pt x="131" y="1604"/>
                  </a:lnTo>
                  <a:cubicBezTo>
                    <a:pt x="131" y="1240"/>
                    <a:pt x="131" y="1245"/>
                    <a:pt x="376" y="973"/>
                  </a:cubicBezTo>
                  <a:cubicBezTo>
                    <a:pt x="615" y="707"/>
                    <a:pt x="849" y="430"/>
                    <a:pt x="1083" y="152"/>
                  </a:cubicBezTo>
                  <a:cubicBezTo>
                    <a:pt x="1110" y="120"/>
                    <a:pt x="1148" y="98"/>
                    <a:pt x="1191" y="98"/>
                  </a:cubicBezTo>
                  <a:close/>
                  <a:moveTo>
                    <a:pt x="2974" y="587"/>
                  </a:moveTo>
                  <a:cubicBezTo>
                    <a:pt x="3007" y="604"/>
                    <a:pt x="2996" y="625"/>
                    <a:pt x="2996" y="647"/>
                  </a:cubicBezTo>
                  <a:cubicBezTo>
                    <a:pt x="2985" y="1365"/>
                    <a:pt x="3002" y="2082"/>
                    <a:pt x="2980" y="2800"/>
                  </a:cubicBezTo>
                  <a:cubicBezTo>
                    <a:pt x="2980" y="2876"/>
                    <a:pt x="2953" y="2952"/>
                    <a:pt x="2904" y="3012"/>
                  </a:cubicBezTo>
                  <a:cubicBezTo>
                    <a:pt x="2534" y="3436"/>
                    <a:pt x="2164" y="3865"/>
                    <a:pt x="1795" y="4294"/>
                  </a:cubicBezTo>
                  <a:cubicBezTo>
                    <a:pt x="1333" y="4838"/>
                    <a:pt x="865" y="5376"/>
                    <a:pt x="403" y="5920"/>
                  </a:cubicBezTo>
                  <a:cubicBezTo>
                    <a:pt x="327" y="5996"/>
                    <a:pt x="262" y="6077"/>
                    <a:pt x="191" y="6153"/>
                  </a:cubicBezTo>
                  <a:lnTo>
                    <a:pt x="153" y="6143"/>
                  </a:lnTo>
                  <a:cubicBezTo>
                    <a:pt x="153" y="5405"/>
                    <a:pt x="153" y="4668"/>
                    <a:pt x="153" y="3925"/>
                  </a:cubicBezTo>
                  <a:cubicBezTo>
                    <a:pt x="153" y="3887"/>
                    <a:pt x="170" y="3843"/>
                    <a:pt x="197" y="3816"/>
                  </a:cubicBezTo>
                  <a:cubicBezTo>
                    <a:pt x="577" y="3370"/>
                    <a:pt x="963" y="2925"/>
                    <a:pt x="1344" y="2484"/>
                  </a:cubicBezTo>
                  <a:cubicBezTo>
                    <a:pt x="1806" y="1946"/>
                    <a:pt x="2262" y="1408"/>
                    <a:pt x="2724" y="875"/>
                  </a:cubicBezTo>
                  <a:cubicBezTo>
                    <a:pt x="2806" y="777"/>
                    <a:pt x="2893" y="685"/>
                    <a:pt x="2974" y="587"/>
                  </a:cubicBezTo>
                  <a:close/>
                  <a:moveTo>
                    <a:pt x="2964" y="3120"/>
                  </a:moveTo>
                  <a:cubicBezTo>
                    <a:pt x="2985" y="3147"/>
                    <a:pt x="2974" y="3180"/>
                    <a:pt x="2969" y="3207"/>
                  </a:cubicBezTo>
                  <a:cubicBezTo>
                    <a:pt x="2969" y="3925"/>
                    <a:pt x="2974" y="4637"/>
                    <a:pt x="2958" y="5354"/>
                  </a:cubicBezTo>
                  <a:cubicBezTo>
                    <a:pt x="2953" y="5425"/>
                    <a:pt x="2925" y="5490"/>
                    <a:pt x="2871" y="5539"/>
                  </a:cubicBezTo>
                  <a:cubicBezTo>
                    <a:pt x="2458" y="6023"/>
                    <a:pt x="2039" y="6501"/>
                    <a:pt x="1626" y="6985"/>
                  </a:cubicBezTo>
                  <a:cubicBezTo>
                    <a:pt x="1164" y="7523"/>
                    <a:pt x="708" y="8056"/>
                    <a:pt x="246" y="8594"/>
                  </a:cubicBezTo>
                  <a:cubicBezTo>
                    <a:pt x="235" y="8610"/>
                    <a:pt x="229" y="8627"/>
                    <a:pt x="224" y="8643"/>
                  </a:cubicBezTo>
                  <a:lnTo>
                    <a:pt x="186" y="8627"/>
                  </a:lnTo>
                  <a:lnTo>
                    <a:pt x="186" y="7860"/>
                  </a:lnTo>
                  <a:cubicBezTo>
                    <a:pt x="186" y="7387"/>
                    <a:pt x="180" y="6920"/>
                    <a:pt x="170" y="6447"/>
                  </a:cubicBezTo>
                  <a:cubicBezTo>
                    <a:pt x="170" y="6371"/>
                    <a:pt x="197" y="6300"/>
                    <a:pt x="251" y="6246"/>
                  </a:cubicBezTo>
                  <a:cubicBezTo>
                    <a:pt x="675" y="5751"/>
                    <a:pt x="1099" y="5257"/>
                    <a:pt x="1528" y="4756"/>
                  </a:cubicBezTo>
                  <a:cubicBezTo>
                    <a:pt x="1985" y="4229"/>
                    <a:pt x="2442" y="3702"/>
                    <a:pt x="2898" y="3169"/>
                  </a:cubicBezTo>
                  <a:cubicBezTo>
                    <a:pt x="2915" y="3153"/>
                    <a:pt x="2931" y="3120"/>
                    <a:pt x="2964" y="3120"/>
                  </a:cubicBezTo>
                  <a:close/>
                  <a:moveTo>
                    <a:pt x="2931" y="5632"/>
                  </a:moveTo>
                  <a:cubicBezTo>
                    <a:pt x="2964" y="5659"/>
                    <a:pt x="2953" y="5691"/>
                    <a:pt x="2953" y="5713"/>
                  </a:cubicBezTo>
                  <a:cubicBezTo>
                    <a:pt x="2953" y="6512"/>
                    <a:pt x="2947" y="7306"/>
                    <a:pt x="2931" y="8105"/>
                  </a:cubicBezTo>
                  <a:cubicBezTo>
                    <a:pt x="2931" y="8159"/>
                    <a:pt x="2909" y="8214"/>
                    <a:pt x="2871" y="8257"/>
                  </a:cubicBezTo>
                  <a:lnTo>
                    <a:pt x="664" y="10823"/>
                  </a:lnTo>
                  <a:cubicBezTo>
                    <a:pt x="637" y="10861"/>
                    <a:pt x="604" y="10888"/>
                    <a:pt x="566" y="10926"/>
                  </a:cubicBezTo>
                  <a:cubicBezTo>
                    <a:pt x="458" y="10807"/>
                    <a:pt x="354" y="10692"/>
                    <a:pt x="251" y="10578"/>
                  </a:cubicBezTo>
                  <a:cubicBezTo>
                    <a:pt x="224" y="10556"/>
                    <a:pt x="213" y="10524"/>
                    <a:pt x="213" y="10486"/>
                  </a:cubicBezTo>
                  <a:cubicBezTo>
                    <a:pt x="208" y="9948"/>
                    <a:pt x="202" y="9404"/>
                    <a:pt x="197" y="8866"/>
                  </a:cubicBezTo>
                  <a:cubicBezTo>
                    <a:pt x="197" y="8817"/>
                    <a:pt x="213" y="8774"/>
                    <a:pt x="246" y="8741"/>
                  </a:cubicBezTo>
                  <a:lnTo>
                    <a:pt x="1936" y="6784"/>
                  </a:lnTo>
                  <a:lnTo>
                    <a:pt x="2882" y="5686"/>
                  </a:lnTo>
                  <a:lnTo>
                    <a:pt x="2931" y="5632"/>
                  </a:lnTo>
                  <a:close/>
                  <a:moveTo>
                    <a:pt x="2925" y="8344"/>
                  </a:moveTo>
                  <a:cubicBezTo>
                    <a:pt x="2925" y="8670"/>
                    <a:pt x="2931" y="8964"/>
                    <a:pt x="2925" y="9257"/>
                  </a:cubicBezTo>
                  <a:cubicBezTo>
                    <a:pt x="2920" y="9616"/>
                    <a:pt x="2915" y="9975"/>
                    <a:pt x="2909" y="10334"/>
                  </a:cubicBezTo>
                  <a:cubicBezTo>
                    <a:pt x="2915" y="10377"/>
                    <a:pt x="2904" y="10421"/>
                    <a:pt x="2877" y="10453"/>
                  </a:cubicBezTo>
                  <a:cubicBezTo>
                    <a:pt x="2436" y="10953"/>
                    <a:pt x="1996" y="11459"/>
                    <a:pt x="1556" y="11959"/>
                  </a:cubicBezTo>
                  <a:cubicBezTo>
                    <a:pt x="1545" y="11970"/>
                    <a:pt x="1539" y="11975"/>
                    <a:pt x="1528" y="11981"/>
                  </a:cubicBezTo>
                  <a:lnTo>
                    <a:pt x="637" y="11008"/>
                  </a:lnTo>
                  <a:lnTo>
                    <a:pt x="2925" y="8344"/>
                  </a:lnTo>
                  <a:close/>
                  <a:moveTo>
                    <a:pt x="1" y="0"/>
                  </a:moveTo>
                  <a:lnTo>
                    <a:pt x="1" y="76"/>
                  </a:lnTo>
                  <a:cubicBezTo>
                    <a:pt x="6" y="527"/>
                    <a:pt x="12" y="979"/>
                    <a:pt x="17" y="1435"/>
                  </a:cubicBezTo>
                  <a:cubicBezTo>
                    <a:pt x="34" y="3169"/>
                    <a:pt x="50" y="4903"/>
                    <a:pt x="61" y="6637"/>
                  </a:cubicBezTo>
                  <a:cubicBezTo>
                    <a:pt x="72" y="7926"/>
                    <a:pt x="83" y="9214"/>
                    <a:pt x="88" y="10497"/>
                  </a:cubicBezTo>
                  <a:cubicBezTo>
                    <a:pt x="83" y="10551"/>
                    <a:pt x="104" y="10605"/>
                    <a:pt x="137" y="10643"/>
                  </a:cubicBezTo>
                  <a:cubicBezTo>
                    <a:pt x="300" y="10817"/>
                    <a:pt x="458" y="10991"/>
                    <a:pt x="615" y="11160"/>
                  </a:cubicBezTo>
                  <a:lnTo>
                    <a:pt x="1545" y="12182"/>
                  </a:lnTo>
                  <a:cubicBezTo>
                    <a:pt x="1675" y="11997"/>
                    <a:pt x="1827" y="11818"/>
                    <a:pt x="1985" y="11649"/>
                  </a:cubicBezTo>
                  <a:cubicBezTo>
                    <a:pt x="2317" y="11285"/>
                    <a:pt x="2621" y="10888"/>
                    <a:pt x="2985" y="10546"/>
                  </a:cubicBezTo>
                  <a:cubicBezTo>
                    <a:pt x="3018" y="10508"/>
                    <a:pt x="3040" y="10459"/>
                    <a:pt x="3034" y="10410"/>
                  </a:cubicBezTo>
                  <a:cubicBezTo>
                    <a:pt x="3045" y="9013"/>
                    <a:pt x="3056" y="7621"/>
                    <a:pt x="3067" y="6230"/>
                  </a:cubicBezTo>
                  <a:cubicBezTo>
                    <a:pt x="3072" y="5447"/>
                    <a:pt x="3078" y="4670"/>
                    <a:pt x="3089" y="3892"/>
                  </a:cubicBezTo>
                  <a:cubicBezTo>
                    <a:pt x="3094" y="2658"/>
                    <a:pt x="3105" y="1424"/>
                    <a:pt x="3116" y="190"/>
                  </a:cubicBezTo>
                  <a:lnTo>
                    <a:pt x="311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108"/>
          <p:cNvGrpSpPr/>
          <p:nvPr/>
        </p:nvGrpSpPr>
        <p:grpSpPr>
          <a:xfrm>
            <a:off x="2520547" y="1832789"/>
            <a:ext cx="860185" cy="220759"/>
            <a:chOff x="2599417" y="1854853"/>
            <a:chExt cx="689527" cy="176947"/>
          </a:xfrm>
        </p:grpSpPr>
        <p:sp>
          <p:nvSpPr>
            <p:cNvPr id="3987" name="Google Shape;3987;p108"/>
            <p:cNvSpPr/>
            <p:nvPr/>
          </p:nvSpPr>
          <p:spPr>
            <a:xfrm flipH="1" rot="5400000">
              <a:off x="2855860" y="1598410"/>
              <a:ext cx="176641" cy="689527"/>
            </a:xfrm>
            <a:custGeom>
              <a:rect b="b" l="l" r="r" t="t"/>
              <a:pathLst>
                <a:path extrusionOk="0" h="12183" w="3121">
                  <a:moveTo>
                    <a:pt x="0" y="1"/>
                  </a:moveTo>
                  <a:lnTo>
                    <a:pt x="0" y="82"/>
                  </a:lnTo>
                  <a:cubicBezTo>
                    <a:pt x="6" y="533"/>
                    <a:pt x="11" y="985"/>
                    <a:pt x="17" y="1436"/>
                  </a:cubicBezTo>
                  <a:cubicBezTo>
                    <a:pt x="33" y="3170"/>
                    <a:pt x="49" y="4904"/>
                    <a:pt x="60" y="6638"/>
                  </a:cubicBezTo>
                  <a:cubicBezTo>
                    <a:pt x="71" y="7926"/>
                    <a:pt x="82" y="9214"/>
                    <a:pt x="87" y="10503"/>
                  </a:cubicBezTo>
                  <a:cubicBezTo>
                    <a:pt x="82" y="10552"/>
                    <a:pt x="104" y="10606"/>
                    <a:pt x="136" y="10644"/>
                  </a:cubicBezTo>
                  <a:cubicBezTo>
                    <a:pt x="294" y="10818"/>
                    <a:pt x="457" y="10992"/>
                    <a:pt x="615" y="11166"/>
                  </a:cubicBezTo>
                  <a:lnTo>
                    <a:pt x="1544" y="12182"/>
                  </a:lnTo>
                  <a:cubicBezTo>
                    <a:pt x="1680" y="11992"/>
                    <a:pt x="1827" y="11818"/>
                    <a:pt x="1984" y="11650"/>
                  </a:cubicBezTo>
                  <a:cubicBezTo>
                    <a:pt x="2321" y="11280"/>
                    <a:pt x="2626" y="10889"/>
                    <a:pt x="2985" y="10541"/>
                  </a:cubicBezTo>
                  <a:cubicBezTo>
                    <a:pt x="3023" y="10508"/>
                    <a:pt x="3039" y="10459"/>
                    <a:pt x="3034" y="10405"/>
                  </a:cubicBezTo>
                  <a:cubicBezTo>
                    <a:pt x="3044" y="9013"/>
                    <a:pt x="3055" y="7622"/>
                    <a:pt x="3072" y="6225"/>
                  </a:cubicBezTo>
                  <a:lnTo>
                    <a:pt x="3088" y="3893"/>
                  </a:lnTo>
                  <a:cubicBezTo>
                    <a:pt x="3099" y="2659"/>
                    <a:pt x="3110" y="1425"/>
                    <a:pt x="3121" y="191"/>
                  </a:cubicBezTo>
                  <a:lnTo>
                    <a:pt x="31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08"/>
            <p:cNvSpPr/>
            <p:nvPr/>
          </p:nvSpPr>
          <p:spPr>
            <a:xfrm>
              <a:off x="2934300" y="1865125"/>
              <a:ext cx="328600" cy="164900"/>
            </a:xfrm>
            <a:custGeom>
              <a:rect b="b" l="l" r="r" t="t"/>
              <a:pathLst>
                <a:path extrusionOk="0" h="6596" w="13144">
                  <a:moveTo>
                    <a:pt x="7191" y="0"/>
                  </a:moveTo>
                  <a:lnTo>
                    <a:pt x="13144" y="0"/>
                  </a:lnTo>
                  <a:lnTo>
                    <a:pt x="5405" y="6596"/>
                  </a:lnTo>
                  <a:lnTo>
                    <a:pt x="0" y="6429"/>
                  </a:lnTo>
                  <a:close/>
                </a:path>
              </a:pathLst>
            </a:custGeom>
            <a:solidFill>
              <a:schemeClr val="dk2"/>
            </a:solidFill>
            <a:ln>
              <a:noFill/>
            </a:ln>
          </p:spPr>
        </p:sp>
        <p:sp>
          <p:nvSpPr>
            <p:cNvPr id="3989" name="Google Shape;3989;p108"/>
            <p:cNvSpPr/>
            <p:nvPr/>
          </p:nvSpPr>
          <p:spPr>
            <a:xfrm>
              <a:off x="2667600" y="1863925"/>
              <a:ext cx="309550" cy="162525"/>
            </a:xfrm>
            <a:custGeom>
              <a:rect b="b" l="l" r="r" t="t"/>
              <a:pathLst>
                <a:path extrusionOk="0" h="6501" w="12382">
                  <a:moveTo>
                    <a:pt x="6001" y="0"/>
                  </a:moveTo>
                  <a:lnTo>
                    <a:pt x="12382" y="0"/>
                  </a:lnTo>
                  <a:lnTo>
                    <a:pt x="5024" y="6501"/>
                  </a:lnTo>
                  <a:lnTo>
                    <a:pt x="1167" y="6406"/>
                  </a:lnTo>
                  <a:lnTo>
                    <a:pt x="0" y="5358"/>
                  </a:lnTo>
                  <a:close/>
                </a:path>
              </a:pathLst>
            </a:custGeom>
            <a:solidFill>
              <a:schemeClr val="dk2"/>
            </a:solidFill>
            <a:ln>
              <a:noFill/>
            </a:ln>
          </p:spPr>
        </p:sp>
        <p:sp>
          <p:nvSpPr>
            <p:cNvPr id="3990" name="Google Shape;3990;p108"/>
            <p:cNvSpPr/>
            <p:nvPr/>
          </p:nvSpPr>
          <p:spPr>
            <a:xfrm>
              <a:off x="3225400" y="1982975"/>
              <a:ext cx="62500" cy="48825"/>
            </a:xfrm>
            <a:custGeom>
              <a:rect b="b" l="l" r="r" t="t"/>
              <a:pathLst>
                <a:path extrusionOk="0" h="1953" w="2500">
                  <a:moveTo>
                    <a:pt x="2453" y="0"/>
                  </a:moveTo>
                  <a:lnTo>
                    <a:pt x="2500" y="1024"/>
                  </a:lnTo>
                  <a:lnTo>
                    <a:pt x="2500" y="1953"/>
                  </a:lnTo>
                  <a:lnTo>
                    <a:pt x="0" y="1953"/>
                  </a:lnTo>
                  <a:lnTo>
                    <a:pt x="1238" y="524"/>
                  </a:lnTo>
                  <a:close/>
                </a:path>
              </a:pathLst>
            </a:custGeom>
            <a:solidFill>
              <a:schemeClr val="dk2"/>
            </a:solidFill>
            <a:ln>
              <a:noFill/>
            </a:ln>
          </p:spPr>
        </p:sp>
        <p:sp>
          <p:nvSpPr>
            <p:cNvPr id="3991" name="Google Shape;3991;p108"/>
            <p:cNvSpPr/>
            <p:nvPr/>
          </p:nvSpPr>
          <p:spPr>
            <a:xfrm flipH="1" rot="5400000">
              <a:off x="2856012" y="1598442"/>
              <a:ext cx="176358" cy="689471"/>
            </a:xfrm>
            <a:custGeom>
              <a:rect b="b" l="l" r="r" t="t"/>
              <a:pathLst>
                <a:path extrusionOk="0" h="12182" w="3116">
                  <a:moveTo>
                    <a:pt x="985" y="103"/>
                  </a:moveTo>
                  <a:lnTo>
                    <a:pt x="153" y="1076"/>
                  </a:lnTo>
                  <a:lnTo>
                    <a:pt x="126" y="1076"/>
                  </a:lnTo>
                  <a:lnTo>
                    <a:pt x="126" y="103"/>
                  </a:lnTo>
                  <a:close/>
                  <a:moveTo>
                    <a:pt x="2964" y="98"/>
                  </a:moveTo>
                  <a:cubicBezTo>
                    <a:pt x="2974" y="98"/>
                    <a:pt x="2985" y="103"/>
                    <a:pt x="3002" y="103"/>
                  </a:cubicBezTo>
                  <a:cubicBezTo>
                    <a:pt x="3040" y="267"/>
                    <a:pt x="2991" y="440"/>
                    <a:pt x="2871" y="560"/>
                  </a:cubicBezTo>
                  <a:cubicBezTo>
                    <a:pt x="2306" y="1201"/>
                    <a:pt x="1751" y="1854"/>
                    <a:pt x="1191" y="2501"/>
                  </a:cubicBezTo>
                  <a:cubicBezTo>
                    <a:pt x="854" y="2897"/>
                    <a:pt x="512" y="3289"/>
                    <a:pt x="170" y="3686"/>
                  </a:cubicBezTo>
                  <a:lnTo>
                    <a:pt x="131" y="3680"/>
                  </a:lnTo>
                  <a:lnTo>
                    <a:pt x="131" y="1604"/>
                  </a:lnTo>
                  <a:cubicBezTo>
                    <a:pt x="131" y="1240"/>
                    <a:pt x="131" y="1245"/>
                    <a:pt x="376" y="973"/>
                  </a:cubicBezTo>
                  <a:cubicBezTo>
                    <a:pt x="615" y="707"/>
                    <a:pt x="849" y="430"/>
                    <a:pt x="1083" y="152"/>
                  </a:cubicBezTo>
                  <a:cubicBezTo>
                    <a:pt x="1110" y="120"/>
                    <a:pt x="1148" y="98"/>
                    <a:pt x="1191" y="98"/>
                  </a:cubicBezTo>
                  <a:close/>
                  <a:moveTo>
                    <a:pt x="2974" y="587"/>
                  </a:moveTo>
                  <a:cubicBezTo>
                    <a:pt x="3007" y="604"/>
                    <a:pt x="2996" y="625"/>
                    <a:pt x="2996" y="647"/>
                  </a:cubicBezTo>
                  <a:cubicBezTo>
                    <a:pt x="2985" y="1365"/>
                    <a:pt x="3002" y="2082"/>
                    <a:pt x="2980" y="2800"/>
                  </a:cubicBezTo>
                  <a:cubicBezTo>
                    <a:pt x="2980" y="2876"/>
                    <a:pt x="2953" y="2952"/>
                    <a:pt x="2904" y="3012"/>
                  </a:cubicBezTo>
                  <a:cubicBezTo>
                    <a:pt x="2534" y="3436"/>
                    <a:pt x="2164" y="3865"/>
                    <a:pt x="1795" y="4294"/>
                  </a:cubicBezTo>
                  <a:cubicBezTo>
                    <a:pt x="1333" y="4838"/>
                    <a:pt x="865" y="5376"/>
                    <a:pt x="403" y="5920"/>
                  </a:cubicBezTo>
                  <a:cubicBezTo>
                    <a:pt x="327" y="5996"/>
                    <a:pt x="262" y="6077"/>
                    <a:pt x="191" y="6153"/>
                  </a:cubicBezTo>
                  <a:lnTo>
                    <a:pt x="153" y="6143"/>
                  </a:lnTo>
                  <a:cubicBezTo>
                    <a:pt x="153" y="5405"/>
                    <a:pt x="153" y="4668"/>
                    <a:pt x="153" y="3925"/>
                  </a:cubicBezTo>
                  <a:cubicBezTo>
                    <a:pt x="153" y="3887"/>
                    <a:pt x="170" y="3843"/>
                    <a:pt x="197" y="3816"/>
                  </a:cubicBezTo>
                  <a:cubicBezTo>
                    <a:pt x="577" y="3370"/>
                    <a:pt x="963" y="2925"/>
                    <a:pt x="1344" y="2484"/>
                  </a:cubicBezTo>
                  <a:cubicBezTo>
                    <a:pt x="1806" y="1946"/>
                    <a:pt x="2262" y="1408"/>
                    <a:pt x="2724" y="875"/>
                  </a:cubicBezTo>
                  <a:cubicBezTo>
                    <a:pt x="2806" y="777"/>
                    <a:pt x="2893" y="685"/>
                    <a:pt x="2974" y="587"/>
                  </a:cubicBezTo>
                  <a:close/>
                  <a:moveTo>
                    <a:pt x="2964" y="3120"/>
                  </a:moveTo>
                  <a:cubicBezTo>
                    <a:pt x="2985" y="3147"/>
                    <a:pt x="2974" y="3180"/>
                    <a:pt x="2969" y="3207"/>
                  </a:cubicBezTo>
                  <a:cubicBezTo>
                    <a:pt x="2969" y="3925"/>
                    <a:pt x="2974" y="4637"/>
                    <a:pt x="2958" y="5354"/>
                  </a:cubicBezTo>
                  <a:cubicBezTo>
                    <a:pt x="2953" y="5425"/>
                    <a:pt x="2925" y="5490"/>
                    <a:pt x="2871" y="5539"/>
                  </a:cubicBezTo>
                  <a:cubicBezTo>
                    <a:pt x="2458" y="6023"/>
                    <a:pt x="2039" y="6501"/>
                    <a:pt x="1626" y="6985"/>
                  </a:cubicBezTo>
                  <a:cubicBezTo>
                    <a:pt x="1164" y="7523"/>
                    <a:pt x="708" y="8056"/>
                    <a:pt x="246" y="8594"/>
                  </a:cubicBezTo>
                  <a:cubicBezTo>
                    <a:pt x="235" y="8610"/>
                    <a:pt x="229" y="8627"/>
                    <a:pt x="224" y="8643"/>
                  </a:cubicBezTo>
                  <a:lnTo>
                    <a:pt x="186" y="8627"/>
                  </a:lnTo>
                  <a:lnTo>
                    <a:pt x="186" y="7860"/>
                  </a:lnTo>
                  <a:cubicBezTo>
                    <a:pt x="186" y="7387"/>
                    <a:pt x="180" y="6920"/>
                    <a:pt x="170" y="6447"/>
                  </a:cubicBezTo>
                  <a:cubicBezTo>
                    <a:pt x="170" y="6371"/>
                    <a:pt x="197" y="6300"/>
                    <a:pt x="251" y="6246"/>
                  </a:cubicBezTo>
                  <a:cubicBezTo>
                    <a:pt x="675" y="5751"/>
                    <a:pt x="1099" y="5257"/>
                    <a:pt x="1528" y="4756"/>
                  </a:cubicBezTo>
                  <a:cubicBezTo>
                    <a:pt x="1985" y="4229"/>
                    <a:pt x="2442" y="3702"/>
                    <a:pt x="2898" y="3169"/>
                  </a:cubicBezTo>
                  <a:cubicBezTo>
                    <a:pt x="2915" y="3153"/>
                    <a:pt x="2931" y="3120"/>
                    <a:pt x="2964" y="3120"/>
                  </a:cubicBezTo>
                  <a:close/>
                  <a:moveTo>
                    <a:pt x="2931" y="5632"/>
                  </a:moveTo>
                  <a:cubicBezTo>
                    <a:pt x="2964" y="5659"/>
                    <a:pt x="2953" y="5691"/>
                    <a:pt x="2953" y="5713"/>
                  </a:cubicBezTo>
                  <a:cubicBezTo>
                    <a:pt x="2953" y="6512"/>
                    <a:pt x="2947" y="7306"/>
                    <a:pt x="2931" y="8105"/>
                  </a:cubicBezTo>
                  <a:cubicBezTo>
                    <a:pt x="2931" y="8159"/>
                    <a:pt x="2909" y="8214"/>
                    <a:pt x="2871" y="8257"/>
                  </a:cubicBezTo>
                  <a:lnTo>
                    <a:pt x="664" y="10823"/>
                  </a:lnTo>
                  <a:cubicBezTo>
                    <a:pt x="637" y="10861"/>
                    <a:pt x="604" y="10888"/>
                    <a:pt x="566" y="10926"/>
                  </a:cubicBezTo>
                  <a:cubicBezTo>
                    <a:pt x="458" y="10807"/>
                    <a:pt x="354" y="10692"/>
                    <a:pt x="251" y="10578"/>
                  </a:cubicBezTo>
                  <a:cubicBezTo>
                    <a:pt x="224" y="10556"/>
                    <a:pt x="213" y="10524"/>
                    <a:pt x="213" y="10486"/>
                  </a:cubicBezTo>
                  <a:cubicBezTo>
                    <a:pt x="208" y="9948"/>
                    <a:pt x="202" y="9404"/>
                    <a:pt x="197" y="8866"/>
                  </a:cubicBezTo>
                  <a:cubicBezTo>
                    <a:pt x="197" y="8817"/>
                    <a:pt x="213" y="8774"/>
                    <a:pt x="246" y="8741"/>
                  </a:cubicBezTo>
                  <a:lnTo>
                    <a:pt x="1936" y="6784"/>
                  </a:lnTo>
                  <a:lnTo>
                    <a:pt x="2882" y="5686"/>
                  </a:lnTo>
                  <a:lnTo>
                    <a:pt x="2931" y="5632"/>
                  </a:lnTo>
                  <a:close/>
                  <a:moveTo>
                    <a:pt x="2925" y="8344"/>
                  </a:moveTo>
                  <a:cubicBezTo>
                    <a:pt x="2925" y="8670"/>
                    <a:pt x="2931" y="8964"/>
                    <a:pt x="2925" y="9257"/>
                  </a:cubicBezTo>
                  <a:cubicBezTo>
                    <a:pt x="2920" y="9616"/>
                    <a:pt x="2915" y="9975"/>
                    <a:pt x="2909" y="10334"/>
                  </a:cubicBezTo>
                  <a:cubicBezTo>
                    <a:pt x="2915" y="10377"/>
                    <a:pt x="2904" y="10421"/>
                    <a:pt x="2877" y="10453"/>
                  </a:cubicBezTo>
                  <a:cubicBezTo>
                    <a:pt x="2436" y="10953"/>
                    <a:pt x="1996" y="11459"/>
                    <a:pt x="1556" y="11959"/>
                  </a:cubicBezTo>
                  <a:cubicBezTo>
                    <a:pt x="1545" y="11970"/>
                    <a:pt x="1539" y="11975"/>
                    <a:pt x="1528" y="11981"/>
                  </a:cubicBezTo>
                  <a:lnTo>
                    <a:pt x="637" y="11008"/>
                  </a:lnTo>
                  <a:lnTo>
                    <a:pt x="2925" y="8344"/>
                  </a:lnTo>
                  <a:close/>
                  <a:moveTo>
                    <a:pt x="1" y="0"/>
                  </a:moveTo>
                  <a:lnTo>
                    <a:pt x="1" y="76"/>
                  </a:lnTo>
                  <a:cubicBezTo>
                    <a:pt x="6" y="527"/>
                    <a:pt x="12" y="979"/>
                    <a:pt x="17" y="1435"/>
                  </a:cubicBezTo>
                  <a:cubicBezTo>
                    <a:pt x="34" y="3169"/>
                    <a:pt x="50" y="4903"/>
                    <a:pt x="61" y="6637"/>
                  </a:cubicBezTo>
                  <a:cubicBezTo>
                    <a:pt x="72" y="7926"/>
                    <a:pt x="83" y="9214"/>
                    <a:pt x="88" y="10497"/>
                  </a:cubicBezTo>
                  <a:cubicBezTo>
                    <a:pt x="83" y="10551"/>
                    <a:pt x="104" y="10605"/>
                    <a:pt x="137" y="10643"/>
                  </a:cubicBezTo>
                  <a:cubicBezTo>
                    <a:pt x="300" y="10817"/>
                    <a:pt x="458" y="10991"/>
                    <a:pt x="615" y="11160"/>
                  </a:cubicBezTo>
                  <a:lnTo>
                    <a:pt x="1545" y="12182"/>
                  </a:lnTo>
                  <a:cubicBezTo>
                    <a:pt x="1675" y="11997"/>
                    <a:pt x="1827" y="11818"/>
                    <a:pt x="1985" y="11649"/>
                  </a:cubicBezTo>
                  <a:cubicBezTo>
                    <a:pt x="2317" y="11285"/>
                    <a:pt x="2621" y="10888"/>
                    <a:pt x="2985" y="10546"/>
                  </a:cubicBezTo>
                  <a:cubicBezTo>
                    <a:pt x="3018" y="10508"/>
                    <a:pt x="3040" y="10459"/>
                    <a:pt x="3034" y="10410"/>
                  </a:cubicBezTo>
                  <a:cubicBezTo>
                    <a:pt x="3045" y="9013"/>
                    <a:pt x="3056" y="7621"/>
                    <a:pt x="3067" y="6230"/>
                  </a:cubicBezTo>
                  <a:cubicBezTo>
                    <a:pt x="3072" y="5447"/>
                    <a:pt x="3078" y="4670"/>
                    <a:pt x="3089" y="3892"/>
                  </a:cubicBezTo>
                  <a:cubicBezTo>
                    <a:pt x="3094" y="2658"/>
                    <a:pt x="3105" y="1424"/>
                    <a:pt x="3116" y="190"/>
                  </a:cubicBezTo>
                  <a:lnTo>
                    <a:pt x="311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2" name="Google Shape;3992;p108"/>
          <p:cNvSpPr/>
          <p:nvPr/>
        </p:nvSpPr>
        <p:spPr>
          <a:xfrm>
            <a:off x="6787552" y="2521150"/>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993" name="Google Shape;3993;p108">
            <a:hlinkClick action="ppaction://hlinksldjump" r:id="rId6"/>
          </p:cNvPr>
          <p:cNvSpPr txBox="1"/>
          <p:nvPr>
            <p:ph idx="4294967295" type="title"/>
          </p:nvPr>
        </p:nvSpPr>
        <p:spPr>
          <a:xfrm>
            <a:off x="6787601" y="2737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Pigs</a:t>
            </a:r>
            <a:endParaRPr sz="1800"/>
          </a:p>
        </p:txBody>
      </p:sp>
      <p:sp>
        <p:nvSpPr>
          <p:cNvPr id="3994" name="Google Shape;3994;p108"/>
          <p:cNvSpPr/>
          <p:nvPr/>
        </p:nvSpPr>
        <p:spPr>
          <a:xfrm>
            <a:off x="963154" y="3488150"/>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995" name="Google Shape;3995;p108"/>
          <p:cNvSpPr/>
          <p:nvPr/>
        </p:nvSpPr>
        <p:spPr>
          <a:xfrm rot="173206">
            <a:off x="2904567" y="3488149"/>
            <a:ext cx="1393337" cy="735422"/>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3996" name="Google Shape;3996;p108">
            <a:hlinkClick action="ppaction://hlinksldjump" r:id="rId7"/>
          </p:cNvPr>
          <p:cNvSpPr txBox="1"/>
          <p:nvPr>
            <p:ph idx="4294967295" type="title"/>
          </p:nvPr>
        </p:nvSpPr>
        <p:spPr>
          <a:xfrm>
            <a:off x="963203" y="3704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Birds</a:t>
            </a:r>
            <a:endParaRPr sz="1800"/>
          </a:p>
        </p:txBody>
      </p:sp>
      <p:sp>
        <p:nvSpPr>
          <p:cNvPr id="3997" name="Google Shape;3997;p108">
            <a:hlinkClick action="ppaction://hlinksldjump" r:id="rId8"/>
          </p:cNvPr>
          <p:cNvSpPr txBox="1"/>
          <p:nvPr>
            <p:ph idx="4294967295" type="title"/>
          </p:nvPr>
        </p:nvSpPr>
        <p:spPr>
          <a:xfrm>
            <a:off x="2904635" y="3704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Flowers</a:t>
            </a:r>
            <a:endParaRPr sz="1800"/>
          </a:p>
        </p:txBody>
      </p:sp>
      <p:sp>
        <p:nvSpPr>
          <p:cNvPr id="3998" name="Google Shape;3998;p108">
            <a:hlinkClick action="ppaction://hlinksldjump" r:id="rId9"/>
          </p:cNvPr>
          <p:cNvSpPr txBox="1"/>
          <p:nvPr>
            <p:ph idx="4294967295" type="title"/>
          </p:nvPr>
        </p:nvSpPr>
        <p:spPr>
          <a:xfrm>
            <a:off x="4846064" y="3704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Tomatoes</a:t>
            </a:r>
            <a:endParaRPr sz="1800"/>
          </a:p>
        </p:txBody>
      </p:sp>
      <p:sp>
        <p:nvSpPr>
          <p:cNvPr id="3999" name="Google Shape;3999;p108"/>
          <p:cNvSpPr/>
          <p:nvPr/>
        </p:nvSpPr>
        <p:spPr>
          <a:xfrm>
            <a:off x="6787552" y="3488150"/>
            <a:ext cx="1393298" cy="735419"/>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sp>
        <p:nvSpPr>
          <p:cNvPr id="4000" name="Google Shape;4000;p108">
            <a:hlinkClick action="ppaction://hlinksldjump" r:id="rId10"/>
          </p:cNvPr>
          <p:cNvSpPr txBox="1"/>
          <p:nvPr>
            <p:ph idx="4294967295" type="title"/>
          </p:nvPr>
        </p:nvSpPr>
        <p:spPr>
          <a:xfrm>
            <a:off x="6787601" y="3704960"/>
            <a:ext cx="13932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Grapes</a:t>
            </a:r>
            <a:endParaRPr sz="1800"/>
          </a:p>
        </p:txBody>
      </p:sp>
      <p:grpSp>
        <p:nvGrpSpPr>
          <p:cNvPr id="4001" name="Google Shape;4001;p108"/>
          <p:cNvGrpSpPr/>
          <p:nvPr/>
        </p:nvGrpSpPr>
        <p:grpSpPr>
          <a:xfrm>
            <a:off x="713184" y="4691184"/>
            <a:ext cx="7726459" cy="369843"/>
            <a:chOff x="713184" y="4691184"/>
            <a:chExt cx="7726459" cy="369843"/>
          </a:xfrm>
        </p:grpSpPr>
        <p:sp>
          <p:nvSpPr>
            <p:cNvPr id="4002" name="Google Shape;4002;p108"/>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4003" name="Google Shape;4003;p108"/>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08"/>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08">
              <a:hlinkClick action="ppaction://hlinksldjump" r:id="rId11"/>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9" name="Shape 4009"/>
        <p:cNvGrpSpPr/>
        <p:nvPr/>
      </p:nvGrpSpPr>
      <p:grpSpPr>
        <a:xfrm>
          <a:off x="0" y="0"/>
          <a:ext cx="0" cy="0"/>
          <a:chOff x="0" y="0"/>
          <a:chExt cx="0" cy="0"/>
        </a:xfrm>
      </p:grpSpPr>
      <p:sp>
        <p:nvSpPr>
          <p:cNvPr id="4010" name="Google Shape;4010;p109"/>
          <p:cNvSpPr/>
          <p:nvPr/>
        </p:nvSpPr>
        <p:spPr>
          <a:xfrm rot="173430">
            <a:off x="3733666" y="3568808"/>
            <a:ext cx="1685518" cy="735422"/>
          </a:xfrm>
          <a:custGeom>
            <a:rect b="b" l="l" r="r" t="t"/>
            <a:pathLst>
              <a:path extrusionOk="0" h="24747" w="98833">
                <a:moveTo>
                  <a:pt x="0" y="1867"/>
                </a:moveTo>
                <a:lnTo>
                  <a:pt x="2335" y="24747"/>
                </a:lnTo>
                <a:lnTo>
                  <a:pt x="98833" y="22879"/>
                </a:lnTo>
                <a:lnTo>
                  <a:pt x="97121" y="0"/>
                </a:lnTo>
                <a:close/>
              </a:path>
            </a:pathLst>
          </a:custGeom>
          <a:solidFill>
            <a:srgbClr val="FFE652"/>
          </a:solidFill>
          <a:ln cap="flat" cmpd="sng" w="19050">
            <a:solidFill>
              <a:srgbClr val="000000"/>
            </a:solidFill>
            <a:prstDash val="solid"/>
            <a:round/>
            <a:headEnd len="med" w="med" type="none"/>
            <a:tailEnd len="med" w="med" type="none"/>
          </a:ln>
        </p:spPr>
      </p:sp>
      <p:grpSp>
        <p:nvGrpSpPr>
          <p:cNvPr id="4011" name="Google Shape;4011;p109"/>
          <p:cNvGrpSpPr/>
          <p:nvPr/>
        </p:nvGrpSpPr>
        <p:grpSpPr>
          <a:xfrm>
            <a:off x="2857286" y="732167"/>
            <a:ext cx="3429984" cy="606063"/>
            <a:chOff x="5316325" y="1612757"/>
            <a:chExt cx="1404350" cy="302125"/>
          </a:xfrm>
        </p:grpSpPr>
        <p:sp>
          <p:nvSpPr>
            <p:cNvPr id="4012" name="Google Shape;4012;p109"/>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09"/>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09"/>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09"/>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09"/>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09"/>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09"/>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09"/>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09"/>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09"/>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09"/>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3" name="Google Shape;4023;p109"/>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1</a:t>
            </a:r>
            <a:endParaRPr/>
          </a:p>
        </p:txBody>
      </p:sp>
      <p:grpSp>
        <p:nvGrpSpPr>
          <p:cNvPr id="4024" name="Google Shape;4024;p109"/>
          <p:cNvGrpSpPr/>
          <p:nvPr/>
        </p:nvGrpSpPr>
        <p:grpSpPr>
          <a:xfrm>
            <a:off x="713184" y="4691184"/>
            <a:ext cx="7726459" cy="369843"/>
            <a:chOff x="713184" y="4691184"/>
            <a:chExt cx="7726459" cy="369843"/>
          </a:xfrm>
        </p:grpSpPr>
        <p:sp>
          <p:nvSpPr>
            <p:cNvPr id="4025" name="Google Shape;4025;p109"/>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4026" name="Google Shape;4026;p109"/>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09"/>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09">
              <a:hlinkClick action="ppaction://hlinksldjump" r:id="rId3"/>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
        <p:nvSpPr>
          <p:cNvPr id="4029" name="Google Shape;4029;p109"/>
          <p:cNvSpPr txBox="1"/>
          <p:nvPr>
            <p:ph idx="1" type="subTitle"/>
          </p:nvPr>
        </p:nvSpPr>
        <p:spPr>
          <a:xfrm>
            <a:off x="1783125" y="1791144"/>
            <a:ext cx="5586600" cy="134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Ops! This answer is not correct</a:t>
            </a:r>
            <a:endParaRPr b="1"/>
          </a:p>
        </p:txBody>
      </p:sp>
      <p:sp>
        <p:nvSpPr>
          <p:cNvPr id="4030" name="Google Shape;4030;p109">
            <a:hlinkClick action="ppaction://hlinksldjump" r:id="rId4"/>
          </p:cNvPr>
          <p:cNvSpPr txBox="1"/>
          <p:nvPr>
            <p:ph idx="1" type="subTitle"/>
          </p:nvPr>
        </p:nvSpPr>
        <p:spPr>
          <a:xfrm>
            <a:off x="3758750" y="3642088"/>
            <a:ext cx="1635300" cy="57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Gloria Hallelujah"/>
                <a:ea typeface="Gloria Hallelujah"/>
                <a:cs typeface="Gloria Hallelujah"/>
                <a:sym typeface="Gloria Hallelujah"/>
              </a:rPr>
              <a:t>Try again!</a:t>
            </a:r>
            <a:endParaRPr sz="2000">
              <a:solidFill>
                <a:schemeClr val="dk1"/>
              </a:solidFill>
              <a:latin typeface="Gloria Hallelujah"/>
              <a:ea typeface="Gloria Hallelujah"/>
              <a:cs typeface="Gloria Hallelujah"/>
              <a:sym typeface="Gloria Hallelujah"/>
            </a:endParaRPr>
          </a:p>
        </p:txBody>
      </p:sp>
      <p:grpSp>
        <p:nvGrpSpPr>
          <p:cNvPr id="4031" name="Google Shape;4031;p109"/>
          <p:cNvGrpSpPr/>
          <p:nvPr/>
        </p:nvGrpSpPr>
        <p:grpSpPr>
          <a:xfrm>
            <a:off x="7777950" y="3666575"/>
            <a:ext cx="648193" cy="539899"/>
            <a:chOff x="7142325" y="3369372"/>
            <a:chExt cx="942004" cy="784623"/>
          </a:xfrm>
        </p:grpSpPr>
        <p:sp>
          <p:nvSpPr>
            <p:cNvPr id="4032" name="Google Shape;4032;p109"/>
            <p:cNvSpPr/>
            <p:nvPr/>
          </p:nvSpPr>
          <p:spPr>
            <a:xfrm>
              <a:off x="7142325" y="3369372"/>
              <a:ext cx="942004" cy="784623"/>
            </a:xfrm>
            <a:custGeom>
              <a:rect b="b" l="l" r="r" t="t"/>
              <a:pathLst>
                <a:path extrusionOk="0" h="4528" w="5436">
                  <a:moveTo>
                    <a:pt x="243" y="159"/>
                  </a:moveTo>
                  <a:cubicBezTo>
                    <a:pt x="1449" y="159"/>
                    <a:pt x="2630" y="490"/>
                    <a:pt x="3651" y="1126"/>
                  </a:cubicBezTo>
                  <a:cubicBezTo>
                    <a:pt x="4733" y="1780"/>
                    <a:pt x="5397" y="2892"/>
                    <a:pt x="4382" y="3936"/>
                  </a:cubicBezTo>
                  <a:cubicBezTo>
                    <a:pt x="4058" y="4267"/>
                    <a:pt x="3732" y="4408"/>
                    <a:pt x="3412" y="4408"/>
                  </a:cubicBezTo>
                  <a:cubicBezTo>
                    <a:pt x="1911" y="4408"/>
                    <a:pt x="555" y="1300"/>
                    <a:pt x="197" y="159"/>
                  </a:cubicBezTo>
                  <a:lnTo>
                    <a:pt x="197" y="159"/>
                  </a:lnTo>
                  <a:cubicBezTo>
                    <a:pt x="212" y="159"/>
                    <a:pt x="228" y="159"/>
                    <a:pt x="243" y="159"/>
                  </a:cubicBezTo>
                  <a:close/>
                  <a:moveTo>
                    <a:pt x="299" y="1"/>
                  </a:moveTo>
                  <a:cubicBezTo>
                    <a:pt x="229" y="1"/>
                    <a:pt x="159" y="2"/>
                    <a:pt x="90" y="4"/>
                  </a:cubicBezTo>
                  <a:cubicBezTo>
                    <a:pt x="21" y="4"/>
                    <a:pt x="1" y="82"/>
                    <a:pt x="29" y="128"/>
                  </a:cubicBezTo>
                  <a:lnTo>
                    <a:pt x="29" y="128"/>
                  </a:lnTo>
                  <a:cubicBezTo>
                    <a:pt x="394" y="1384"/>
                    <a:pt x="1748" y="4527"/>
                    <a:pt x="3395" y="4527"/>
                  </a:cubicBezTo>
                  <a:cubicBezTo>
                    <a:pt x="3749" y="4527"/>
                    <a:pt x="4116" y="4383"/>
                    <a:pt x="4490" y="4043"/>
                  </a:cubicBezTo>
                  <a:cubicBezTo>
                    <a:pt x="5436" y="3185"/>
                    <a:pt x="5094" y="2082"/>
                    <a:pt x="4216" y="1341"/>
                  </a:cubicBezTo>
                  <a:cubicBezTo>
                    <a:pt x="3177" y="450"/>
                    <a:pt x="1662" y="1"/>
                    <a:pt x="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09"/>
            <p:cNvSpPr/>
            <p:nvPr/>
          </p:nvSpPr>
          <p:spPr>
            <a:xfrm>
              <a:off x="7276972" y="3470743"/>
              <a:ext cx="801120" cy="682386"/>
            </a:xfrm>
            <a:custGeom>
              <a:rect b="b" l="l" r="r" t="t"/>
              <a:pathLst>
                <a:path extrusionOk="0" h="3938" w="4623">
                  <a:moveTo>
                    <a:pt x="108" y="0"/>
                  </a:moveTo>
                  <a:cubicBezTo>
                    <a:pt x="42" y="0"/>
                    <a:pt x="1" y="101"/>
                    <a:pt x="74" y="141"/>
                  </a:cubicBezTo>
                  <a:cubicBezTo>
                    <a:pt x="1703" y="1214"/>
                    <a:pt x="3039" y="2580"/>
                    <a:pt x="4454" y="3917"/>
                  </a:cubicBezTo>
                  <a:cubicBezTo>
                    <a:pt x="4469" y="3931"/>
                    <a:pt x="4485" y="3937"/>
                    <a:pt x="4502" y="3937"/>
                  </a:cubicBezTo>
                  <a:cubicBezTo>
                    <a:pt x="4563" y="3937"/>
                    <a:pt x="4623" y="3853"/>
                    <a:pt x="4561" y="3800"/>
                  </a:cubicBezTo>
                  <a:cubicBezTo>
                    <a:pt x="3147" y="2463"/>
                    <a:pt x="1791" y="1088"/>
                    <a:pt x="152" y="15"/>
                  </a:cubicBezTo>
                  <a:cubicBezTo>
                    <a:pt x="137" y="5"/>
                    <a:pt x="122"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09"/>
            <p:cNvSpPr/>
            <p:nvPr/>
          </p:nvSpPr>
          <p:spPr>
            <a:xfrm>
              <a:off x="7291355" y="3562410"/>
              <a:ext cx="146257" cy="49559"/>
            </a:xfrm>
            <a:custGeom>
              <a:rect b="b" l="l" r="r" t="t"/>
              <a:pathLst>
                <a:path extrusionOk="0" h="286" w="844">
                  <a:moveTo>
                    <a:pt x="730" y="1"/>
                  </a:moveTo>
                  <a:cubicBezTo>
                    <a:pt x="725" y="1"/>
                    <a:pt x="719" y="1"/>
                    <a:pt x="713" y="3"/>
                  </a:cubicBezTo>
                  <a:cubicBezTo>
                    <a:pt x="508" y="51"/>
                    <a:pt x="303" y="90"/>
                    <a:pt x="98" y="120"/>
                  </a:cubicBezTo>
                  <a:cubicBezTo>
                    <a:pt x="3" y="120"/>
                    <a:pt x="1" y="276"/>
                    <a:pt x="90" y="276"/>
                  </a:cubicBezTo>
                  <a:cubicBezTo>
                    <a:pt x="93" y="276"/>
                    <a:pt x="95" y="276"/>
                    <a:pt x="98" y="276"/>
                  </a:cubicBezTo>
                  <a:lnTo>
                    <a:pt x="98" y="285"/>
                  </a:lnTo>
                  <a:cubicBezTo>
                    <a:pt x="313" y="246"/>
                    <a:pt x="537" y="207"/>
                    <a:pt x="752" y="149"/>
                  </a:cubicBezTo>
                  <a:cubicBezTo>
                    <a:pt x="843" y="131"/>
                    <a:pt x="815" y="1"/>
                    <a:pt x="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09"/>
            <p:cNvSpPr/>
            <p:nvPr/>
          </p:nvSpPr>
          <p:spPr>
            <a:xfrm>
              <a:off x="7357032" y="3661356"/>
              <a:ext cx="201363" cy="72952"/>
            </a:xfrm>
            <a:custGeom>
              <a:rect b="b" l="l" r="r" t="t"/>
              <a:pathLst>
                <a:path extrusionOk="0" h="421" w="1162">
                  <a:moveTo>
                    <a:pt x="1066" y="1"/>
                  </a:moveTo>
                  <a:cubicBezTo>
                    <a:pt x="1057" y="1"/>
                    <a:pt x="1047" y="3"/>
                    <a:pt x="1036" y="7"/>
                  </a:cubicBezTo>
                  <a:cubicBezTo>
                    <a:pt x="724" y="105"/>
                    <a:pt x="402" y="163"/>
                    <a:pt x="90" y="261"/>
                  </a:cubicBezTo>
                  <a:cubicBezTo>
                    <a:pt x="1" y="288"/>
                    <a:pt x="34" y="421"/>
                    <a:pt x="107" y="421"/>
                  </a:cubicBezTo>
                  <a:cubicBezTo>
                    <a:pt x="114" y="421"/>
                    <a:pt x="121" y="419"/>
                    <a:pt x="129" y="417"/>
                  </a:cubicBezTo>
                  <a:cubicBezTo>
                    <a:pt x="441" y="319"/>
                    <a:pt x="763" y="261"/>
                    <a:pt x="1075" y="153"/>
                  </a:cubicBezTo>
                  <a:cubicBezTo>
                    <a:pt x="1162" y="127"/>
                    <a:pt x="1141" y="1"/>
                    <a:pt x="10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09"/>
            <p:cNvSpPr/>
            <p:nvPr/>
          </p:nvSpPr>
          <p:spPr>
            <a:xfrm>
              <a:off x="7450089" y="3764980"/>
              <a:ext cx="240527" cy="94439"/>
            </a:xfrm>
            <a:custGeom>
              <a:rect b="b" l="l" r="r" t="t"/>
              <a:pathLst>
                <a:path extrusionOk="0" h="545" w="1388">
                  <a:moveTo>
                    <a:pt x="1285" y="0"/>
                  </a:moveTo>
                  <a:cubicBezTo>
                    <a:pt x="1277" y="0"/>
                    <a:pt x="1269" y="2"/>
                    <a:pt x="1260" y="4"/>
                  </a:cubicBezTo>
                  <a:cubicBezTo>
                    <a:pt x="880" y="160"/>
                    <a:pt x="470" y="248"/>
                    <a:pt x="89" y="385"/>
                  </a:cubicBezTo>
                  <a:cubicBezTo>
                    <a:pt x="0" y="411"/>
                    <a:pt x="25" y="544"/>
                    <a:pt x="105" y="544"/>
                  </a:cubicBezTo>
                  <a:cubicBezTo>
                    <a:pt x="112" y="544"/>
                    <a:pt x="120" y="543"/>
                    <a:pt x="128" y="541"/>
                  </a:cubicBezTo>
                  <a:cubicBezTo>
                    <a:pt x="519" y="404"/>
                    <a:pt x="919" y="307"/>
                    <a:pt x="1299" y="160"/>
                  </a:cubicBezTo>
                  <a:cubicBezTo>
                    <a:pt x="1388" y="125"/>
                    <a:pt x="1363" y="0"/>
                    <a:pt x="1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09"/>
            <p:cNvSpPr/>
            <p:nvPr/>
          </p:nvSpPr>
          <p:spPr>
            <a:xfrm>
              <a:off x="7551464" y="3864272"/>
              <a:ext cx="248844" cy="118525"/>
            </a:xfrm>
            <a:custGeom>
              <a:rect b="b" l="l" r="r" t="t"/>
              <a:pathLst>
                <a:path extrusionOk="0" h="684" w="1436">
                  <a:moveTo>
                    <a:pt x="1347" y="0"/>
                  </a:moveTo>
                  <a:cubicBezTo>
                    <a:pt x="1339" y="0"/>
                    <a:pt x="1329" y="2"/>
                    <a:pt x="1319" y="7"/>
                  </a:cubicBezTo>
                  <a:cubicBezTo>
                    <a:pt x="909" y="173"/>
                    <a:pt x="499" y="368"/>
                    <a:pt x="90" y="524"/>
                  </a:cubicBezTo>
                  <a:cubicBezTo>
                    <a:pt x="1" y="559"/>
                    <a:pt x="25" y="684"/>
                    <a:pt x="104" y="684"/>
                  </a:cubicBezTo>
                  <a:cubicBezTo>
                    <a:pt x="112" y="684"/>
                    <a:pt x="120" y="683"/>
                    <a:pt x="129" y="680"/>
                  </a:cubicBezTo>
                  <a:cubicBezTo>
                    <a:pt x="548" y="514"/>
                    <a:pt x="948" y="329"/>
                    <a:pt x="1358" y="153"/>
                  </a:cubicBezTo>
                  <a:cubicBezTo>
                    <a:pt x="1436" y="119"/>
                    <a:pt x="1414"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09"/>
            <p:cNvSpPr/>
            <p:nvPr/>
          </p:nvSpPr>
          <p:spPr>
            <a:xfrm>
              <a:off x="7683338" y="3970668"/>
              <a:ext cx="228396" cy="110208"/>
            </a:xfrm>
            <a:custGeom>
              <a:rect b="b" l="l" r="r" t="t"/>
              <a:pathLst>
                <a:path extrusionOk="0" h="636" w="1318">
                  <a:moveTo>
                    <a:pt x="1194" y="0"/>
                  </a:moveTo>
                  <a:cubicBezTo>
                    <a:pt x="1184" y="0"/>
                    <a:pt x="1173" y="3"/>
                    <a:pt x="1163" y="7"/>
                  </a:cubicBezTo>
                  <a:cubicBezTo>
                    <a:pt x="802" y="164"/>
                    <a:pt x="460" y="349"/>
                    <a:pt x="90" y="476"/>
                  </a:cubicBezTo>
                  <a:cubicBezTo>
                    <a:pt x="0" y="502"/>
                    <a:pt x="25" y="635"/>
                    <a:pt x="105" y="635"/>
                  </a:cubicBezTo>
                  <a:cubicBezTo>
                    <a:pt x="112" y="635"/>
                    <a:pt x="120" y="634"/>
                    <a:pt x="129" y="632"/>
                  </a:cubicBezTo>
                  <a:cubicBezTo>
                    <a:pt x="509" y="495"/>
                    <a:pt x="870" y="300"/>
                    <a:pt x="1241" y="144"/>
                  </a:cubicBezTo>
                  <a:cubicBezTo>
                    <a:pt x="1318" y="110"/>
                    <a:pt x="1267" y="0"/>
                    <a:pt x="1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09"/>
            <p:cNvSpPr/>
            <p:nvPr/>
          </p:nvSpPr>
          <p:spPr>
            <a:xfrm>
              <a:off x="7454941" y="3479234"/>
              <a:ext cx="46615" cy="153008"/>
            </a:xfrm>
            <a:custGeom>
              <a:rect b="b" l="l" r="r" t="t"/>
              <a:pathLst>
                <a:path extrusionOk="0" h="883" w="269">
                  <a:moveTo>
                    <a:pt x="97" y="0"/>
                  </a:moveTo>
                  <a:cubicBezTo>
                    <a:pt x="52" y="0"/>
                    <a:pt x="0" y="42"/>
                    <a:pt x="13" y="102"/>
                  </a:cubicBezTo>
                  <a:cubicBezTo>
                    <a:pt x="52" y="346"/>
                    <a:pt x="42" y="590"/>
                    <a:pt x="110" y="834"/>
                  </a:cubicBezTo>
                  <a:cubicBezTo>
                    <a:pt x="121" y="868"/>
                    <a:pt x="149" y="883"/>
                    <a:pt x="177" y="883"/>
                  </a:cubicBezTo>
                  <a:cubicBezTo>
                    <a:pt x="222" y="883"/>
                    <a:pt x="268" y="845"/>
                    <a:pt x="256" y="785"/>
                  </a:cubicBezTo>
                  <a:cubicBezTo>
                    <a:pt x="198" y="541"/>
                    <a:pt x="208" y="297"/>
                    <a:pt x="159" y="53"/>
                  </a:cubicBezTo>
                  <a:cubicBezTo>
                    <a:pt x="151" y="16"/>
                    <a:pt x="125"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09"/>
            <p:cNvSpPr/>
            <p:nvPr/>
          </p:nvSpPr>
          <p:spPr>
            <a:xfrm>
              <a:off x="7596519" y="3547161"/>
              <a:ext cx="36564" cy="184026"/>
            </a:xfrm>
            <a:custGeom>
              <a:rect b="b" l="l" r="r" t="t"/>
              <a:pathLst>
                <a:path extrusionOk="0" h="1062" w="211">
                  <a:moveTo>
                    <a:pt x="132" y="0"/>
                  </a:moveTo>
                  <a:cubicBezTo>
                    <a:pt x="93" y="0"/>
                    <a:pt x="54" y="27"/>
                    <a:pt x="54" y="81"/>
                  </a:cubicBezTo>
                  <a:cubicBezTo>
                    <a:pt x="54" y="383"/>
                    <a:pt x="35" y="686"/>
                    <a:pt x="5" y="988"/>
                  </a:cubicBezTo>
                  <a:cubicBezTo>
                    <a:pt x="0" y="1037"/>
                    <a:pt x="37" y="1061"/>
                    <a:pt x="76" y="1061"/>
                  </a:cubicBezTo>
                  <a:cubicBezTo>
                    <a:pt x="115" y="1061"/>
                    <a:pt x="156" y="1037"/>
                    <a:pt x="161" y="988"/>
                  </a:cubicBezTo>
                  <a:cubicBezTo>
                    <a:pt x="191" y="686"/>
                    <a:pt x="210" y="383"/>
                    <a:pt x="210" y="81"/>
                  </a:cubicBezTo>
                  <a:cubicBezTo>
                    <a:pt x="210" y="27"/>
                    <a:pt x="171" y="0"/>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09"/>
            <p:cNvSpPr/>
            <p:nvPr/>
          </p:nvSpPr>
          <p:spPr>
            <a:xfrm>
              <a:off x="7719902" y="3640042"/>
              <a:ext cx="43323" cy="201008"/>
            </a:xfrm>
            <a:custGeom>
              <a:rect b="b" l="l" r="r" t="t"/>
              <a:pathLst>
                <a:path extrusionOk="0" h="1160" w="250">
                  <a:moveTo>
                    <a:pt x="164" y="1"/>
                  </a:moveTo>
                  <a:cubicBezTo>
                    <a:pt x="125" y="1"/>
                    <a:pt x="88" y="28"/>
                    <a:pt x="93" y="81"/>
                  </a:cubicBezTo>
                  <a:cubicBezTo>
                    <a:pt x="83" y="413"/>
                    <a:pt x="54" y="755"/>
                    <a:pt x="5" y="1086"/>
                  </a:cubicBezTo>
                  <a:cubicBezTo>
                    <a:pt x="1" y="1135"/>
                    <a:pt x="37" y="1159"/>
                    <a:pt x="76" y="1159"/>
                  </a:cubicBezTo>
                  <a:cubicBezTo>
                    <a:pt x="115" y="1159"/>
                    <a:pt x="157" y="1135"/>
                    <a:pt x="162" y="1086"/>
                  </a:cubicBezTo>
                  <a:cubicBezTo>
                    <a:pt x="210" y="755"/>
                    <a:pt x="240" y="413"/>
                    <a:pt x="249" y="81"/>
                  </a:cubicBezTo>
                  <a:cubicBezTo>
                    <a:pt x="244" y="28"/>
                    <a:pt x="203"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09"/>
            <p:cNvSpPr/>
            <p:nvPr/>
          </p:nvSpPr>
          <p:spPr>
            <a:xfrm>
              <a:off x="7831328" y="3731016"/>
              <a:ext cx="56146" cy="215390"/>
            </a:xfrm>
            <a:custGeom>
              <a:rect b="b" l="l" r="r" t="t"/>
              <a:pathLst>
                <a:path extrusionOk="0" h="1243" w="324">
                  <a:moveTo>
                    <a:pt x="248" y="0"/>
                  </a:moveTo>
                  <a:cubicBezTo>
                    <a:pt x="209" y="0"/>
                    <a:pt x="167" y="25"/>
                    <a:pt x="162" y="73"/>
                  </a:cubicBezTo>
                  <a:cubicBezTo>
                    <a:pt x="123" y="434"/>
                    <a:pt x="75" y="795"/>
                    <a:pt x="6" y="1147"/>
                  </a:cubicBezTo>
                  <a:cubicBezTo>
                    <a:pt x="0" y="1205"/>
                    <a:pt x="50" y="1242"/>
                    <a:pt x="95" y="1242"/>
                  </a:cubicBezTo>
                  <a:cubicBezTo>
                    <a:pt x="126" y="1242"/>
                    <a:pt x="155" y="1225"/>
                    <a:pt x="162" y="1186"/>
                  </a:cubicBezTo>
                  <a:cubicBezTo>
                    <a:pt x="221" y="825"/>
                    <a:pt x="270" y="444"/>
                    <a:pt x="318" y="73"/>
                  </a:cubicBezTo>
                  <a:cubicBezTo>
                    <a:pt x="323" y="25"/>
                    <a:pt x="287" y="0"/>
                    <a:pt x="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109"/>
          <p:cNvGrpSpPr/>
          <p:nvPr/>
        </p:nvGrpSpPr>
        <p:grpSpPr>
          <a:xfrm>
            <a:off x="918674" y="3040744"/>
            <a:ext cx="729291" cy="724081"/>
            <a:chOff x="1239325" y="2947331"/>
            <a:chExt cx="543800" cy="539915"/>
          </a:xfrm>
        </p:grpSpPr>
        <p:sp>
          <p:nvSpPr>
            <p:cNvPr id="4044" name="Google Shape;4044;p109"/>
            <p:cNvSpPr/>
            <p:nvPr/>
          </p:nvSpPr>
          <p:spPr>
            <a:xfrm>
              <a:off x="1403355" y="2947331"/>
              <a:ext cx="214947" cy="539915"/>
            </a:xfrm>
            <a:custGeom>
              <a:rect b="b" l="l" r="r" t="t"/>
              <a:pathLst>
                <a:path extrusionOk="0" h="6840" w="2723">
                  <a:moveTo>
                    <a:pt x="1962" y="162"/>
                  </a:moveTo>
                  <a:cubicBezTo>
                    <a:pt x="1987" y="162"/>
                    <a:pt x="2013" y="164"/>
                    <a:pt x="2040" y="168"/>
                  </a:cubicBezTo>
                  <a:cubicBezTo>
                    <a:pt x="2046" y="170"/>
                    <a:pt x="2053" y="170"/>
                    <a:pt x="2059" y="170"/>
                  </a:cubicBezTo>
                  <a:cubicBezTo>
                    <a:pt x="2061" y="170"/>
                    <a:pt x="2063" y="170"/>
                    <a:pt x="2065" y="170"/>
                  </a:cubicBezTo>
                  <a:lnTo>
                    <a:pt x="2065" y="170"/>
                  </a:lnTo>
                  <a:cubicBezTo>
                    <a:pt x="2547" y="311"/>
                    <a:pt x="2547" y="1106"/>
                    <a:pt x="2547" y="1505"/>
                  </a:cubicBezTo>
                  <a:cubicBezTo>
                    <a:pt x="2537" y="2227"/>
                    <a:pt x="2449" y="2939"/>
                    <a:pt x="2274" y="3641"/>
                  </a:cubicBezTo>
                  <a:cubicBezTo>
                    <a:pt x="2127" y="4344"/>
                    <a:pt x="1893" y="5027"/>
                    <a:pt x="1601" y="5680"/>
                  </a:cubicBezTo>
                  <a:cubicBezTo>
                    <a:pt x="1452" y="5987"/>
                    <a:pt x="1127" y="6691"/>
                    <a:pt x="692" y="6691"/>
                  </a:cubicBezTo>
                  <a:cubicBezTo>
                    <a:pt x="670" y="6691"/>
                    <a:pt x="648" y="6689"/>
                    <a:pt x="625" y="6685"/>
                  </a:cubicBezTo>
                  <a:cubicBezTo>
                    <a:pt x="176" y="6607"/>
                    <a:pt x="176" y="5690"/>
                    <a:pt x="167" y="5378"/>
                  </a:cubicBezTo>
                  <a:cubicBezTo>
                    <a:pt x="186" y="3954"/>
                    <a:pt x="469" y="2549"/>
                    <a:pt x="1015" y="1232"/>
                  </a:cubicBezTo>
                  <a:cubicBezTo>
                    <a:pt x="1163" y="890"/>
                    <a:pt x="1495" y="162"/>
                    <a:pt x="1962" y="162"/>
                  </a:cubicBezTo>
                  <a:close/>
                  <a:moveTo>
                    <a:pt x="1969" y="1"/>
                  </a:moveTo>
                  <a:cubicBezTo>
                    <a:pt x="900" y="1"/>
                    <a:pt x="434" y="2420"/>
                    <a:pt x="284" y="3105"/>
                  </a:cubicBezTo>
                  <a:cubicBezTo>
                    <a:pt x="89" y="3944"/>
                    <a:pt x="1" y="4802"/>
                    <a:pt x="40" y="5661"/>
                  </a:cubicBezTo>
                  <a:cubicBezTo>
                    <a:pt x="59" y="6012"/>
                    <a:pt x="128" y="6685"/>
                    <a:pt x="547" y="6812"/>
                  </a:cubicBezTo>
                  <a:cubicBezTo>
                    <a:pt x="610" y="6831"/>
                    <a:pt x="671" y="6840"/>
                    <a:pt x="731" y="6840"/>
                  </a:cubicBezTo>
                  <a:cubicBezTo>
                    <a:pt x="1717" y="6840"/>
                    <a:pt x="2263" y="4386"/>
                    <a:pt x="2401" y="3797"/>
                  </a:cubicBezTo>
                  <a:cubicBezTo>
                    <a:pt x="2625" y="2959"/>
                    <a:pt x="2723" y="2081"/>
                    <a:pt x="2693" y="1212"/>
                  </a:cubicBezTo>
                  <a:cubicBezTo>
                    <a:pt x="2674" y="793"/>
                    <a:pt x="2586" y="159"/>
                    <a:pt x="2098" y="12"/>
                  </a:cubicBezTo>
                  <a:cubicBezTo>
                    <a:pt x="2091" y="10"/>
                    <a:pt x="2083" y="9"/>
                    <a:pt x="2076" y="9"/>
                  </a:cubicBezTo>
                  <a:lnTo>
                    <a:pt x="2076" y="9"/>
                  </a:lnTo>
                  <a:cubicBezTo>
                    <a:pt x="2040" y="3"/>
                    <a:pt x="2004" y="1"/>
                    <a:pt x="1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09"/>
            <p:cNvSpPr/>
            <p:nvPr/>
          </p:nvSpPr>
          <p:spPr>
            <a:xfrm>
              <a:off x="1247692" y="3017345"/>
              <a:ext cx="528487" cy="398937"/>
            </a:xfrm>
            <a:custGeom>
              <a:rect b="b" l="l" r="r" t="t"/>
              <a:pathLst>
                <a:path extrusionOk="0" h="5054" w="6695">
                  <a:moveTo>
                    <a:pt x="1236" y="147"/>
                  </a:moveTo>
                  <a:cubicBezTo>
                    <a:pt x="1590" y="147"/>
                    <a:pt x="2015" y="391"/>
                    <a:pt x="2265" y="530"/>
                  </a:cubicBezTo>
                  <a:cubicBezTo>
                    <a:pt x="2880" y="901"/>
                    <a:pt x="3456" y="1340"/>
                    <a:pt x="3973" y="1837"/>
                  </a:cubicBezTo>
                  <a:cubicBezTo>
                    <a:pt x="4499" y="2315"/>
                    <a:pt x="4977" y="2852"/>
                    <a:pt x="5397" y="3437"/>
                  </a:cubicBezTo>
                  <a:cubicBezTo>
                    <a:pt x="5602" y="3740"/>
                    <a:pt x="6080" y="4413"/>
                    <a:pt x="5777" y="4784"/>
                  </a:cubicBezTo>
                  <a:cubicBezTo>
                    <a:pt x="5698" y="4879"/>
                    <a:pt x="5585" y="4916"/>
                    <a:pt x="5457" y="4916"/>
                  </a:cubicBezTo>
                  <a:cubicBezTo>
                    <a:pt x="5099" y="4916"/>
                    <a:pt x="4625" y="4628"/>
                    <a:pt x="4431" y="4520"/>
                  </a:cubicBezTo>
                  <a:cubicBezTo>
                    <a:pt x="3807" y="4169"/>
                    <a:pt x="3231" y="3749"/>
                    <a:pt x="2714" y="3271"/>
                  </a:cubicBezTo>
                  <a:cubicBezTo>
                    <a:pt x="2168" y="2803"/>
                    <a:pt x="1690" y="2286"/>
                    <a:pt x="1261" y="1711"/>
                  </a:cubicBezTo>
                  <a:cubicBezTo>
                    <a:pt x="1017" y="1389"/>
                    <a:pt x="519" y="686"/>
                    <a:pt x="861" y="286"/>
                  </a:cubicBezTo>
                  <a:cubicBezTo>
                    <a:pt x="964" y="186"/>
                    <a:pt x="1094" y="147"/>
                    <a:pt x="1236" y="147"/>
                  </a:cubicBezTo>
                  <a:close/>
                  <a:moveTo>
                    <a:pt x="1223" y="1"/>
                  </a:moveTo>
                  <a:cubicBezTo>
                    <a:pt x="1054" y="1"/>
                    <a:pt x="893" y="46"/>
                    <a:pt x="759" y="165"/>
                  </a:cubicBezTo>
                  <a:lnTo>
                    <a:pt x="759" y="165"/>
                  </a:lnTo>
                  <a:cubicBezTo>
                    <a:pt x="754" y="169"/>
                    <a:pt x="749" y="173"/>
                    <a:pt x="744" y="179"/>
                  </a:cubicBezTo>
                  <a:cubicBezTo>
                    <a:pt x="744" y="179"/>
                    <a:pt x="744" y="179"/>
                    <a:pt x="744" y="179"/>
                  </a:cubicBezTo>
                  <a:lnTo>
                    <a:pt x="744" y="179"/>
                  </a:lnTo>
                  <a:cubicBezTo>
                    <a:pt x="740" y="183"/>
                    <a:pt x="736" y="187"/>
                    <a:pt x="733" y="191"/>
                  </a:cubicBezTo>
                  <a:lnTo>
                    <a:pt x="733" y="191"/>
                  </a:lnTo>
                  <a:cubicBezTo>
                    <a:pt x="1" y="1102"/>
                    <a:pt x="1966" y="2815"/>
                    <a:pt x="2519" y="3301"/>
                  </a:cubicBezTo>
                  <a:cubicBezTo>
                    <a:pt x="3143" y="3886"/>
                    <a:pt x="3846" y="4384"/>
                    <a:pt x="4607" y="4784"/>
                  </a:cubicBezTo>
                  <a:cubicBezTo>
                    <a:pt x="4819" y="4890"/>
                    <a:pt x="5175" y="5054"/>
                    <a:pt x="5482" y="5054"/>
                  </a:cubicBezTo>
                  <a:cubicBezTo>
                    <a:pt x="5627" y="5054"/>
                    <a:pt x="5762" y="5017"/>
                    <a:pt x="5865" y="4920"/>
                  </a:cubicBezTo>
                  <a:cubicBezTo>
                    <a:pt x="6694" y="4140"/>
                    <a:pt x="4646" y="2247"/>
                    <a:pt x="4178" y="1808"/>
                  </a:cubicBezTo>
                  <a:cubicBezTo>
                    <a:pt x="3553" y="1194"/>
                    <a:pt x="2851" y="676"/>
                    <a:pt x="2090" y="267"/>
                  </a:cubicBezTo>
                  <a:cubicBezTo>
                    <a:pt x="1850" y="144"/>
                    <a:pt x="1524" y="1"/>
                    <a:pt x="12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09"/>
            <p:cNvSpPr/>
            <p:nvPr/>
          </p:nvSpPr>
          <p:spPr>
            <a:xfrm>
              <a:off x="1239325" y="3092253"/>
              <a:ext cx="543800" cy="251724"/>
            </a:xfrm>
            <a:custGeom>
              <a:rect b="b" l="l" r="r" t="t"/>
              <a:pathLst>
                <a:path extrusionOk="0" h="3189" w="6889">
                  <a:moveTo>
                    <a:pt x="5726" y="201"/>
                  </a:moveTo>
                  <a:cubicBezTo>
                    <a:pt x="6094" y="201"/>
                    <a:pt x="6503" y="264"/>
                    <a:pt x="6615" y="566"/>
                  </a:cubicBezTo>
                  <a:cubicBezTo>
                    <a:pt x="6781" y="986"/>
                    <a:pt x="5981" y="1444"/>
                    <a:pt x="5718" y="1601"/>
                  </a:cubicBezTo>
                  <a:cubicBezTo>
                    <a:pt x="4479" y="2303"/>
                    <a:pt x="3113" y="2761"/>
                    <a:pt x="1698" y="2947"/>
                  </a:cubicBezTo>
                  <a:cubicBezTo>
                    <a:pt x="1564" y="2960"/>
                    <a:pt x="1378" y="2979"/>
                    <a:pt x="1184" y="2979"/>
                  </a:cubicBezTo>
                  <a:cubicBezTo>
                    <a:pt x="802" y="2979"/>
                    <a:pt x="387" y="2906"/>
                    <a:pt x="264" y="2576"/>
                  </a:cubicBezTo>
                  <a:cubicBezTo>
                    <a:pt x="263" y="2572"/>
                    <a:pt x="262" y="2569"/>
                    <a:pt x="260" y="2566"/>
                  </a:cubicBezTo>
                  <a:lnTo>
                    <a:pt x="260" y="2566"/>
                  </a:lnTo>
                  <a:cubicBezTo>
                    <a:pt x="166" y="2078"/>
                    <a:pt x="844" y="1695"/>
                    <a:pt x="1181" y="1493"/>
                  </a:cubicBezTo>
                  <a:cubicBezTo>
                    <a:pt x="1806" y="1132"/>
                    <a:pt x="2469" y="859"/>
                    <a:pt x="3162" y="654"/>
                  </a:cubicBezTo>
                  <a:cubicBezTo>
                    <a:pt x="3845" y="440"/>
                    <a:pt x="4547" y="293"/>
                    <a:pt x="5259" y="225"/>
                  </a:cubicBezTo>
                  <a:cubicBezTo>
                    <a:pt x="5380" y="215"/>
                    <a:pt x="5548" y="201"/>
                    <a:pt x="5726" y="201"/>
                  </a:cubicBezTo>
                  <a:close/>
                  <a:moveTo>
                    <a:pt x="5673" y="1"/>
                  </a:moveTo>
                  <a:cubicBezTo>
                    <a:pt x="4779" y="1"/>
                    <a:pt x="3619" y="364"/>
                    <a:pt x="3240" y="479"/>
                  </a:cubicBezTo>
                  <a:cubicBezTo>
                    <a:pt x="2401" y="703"/>
                    <a:pt x="1601" y="1054"/>
                    <a:pt x="859" y="1513"/>
                  </a:cubicBezTo>
                  <a:cubicBezTo>
                    <a:pt x="498" y="1747"/>
                    <a:pt x="1" y="2137"/>
                    <a:pt x="118" y="2635"/>
                  </a:cubicBezTo>
                  <a:cubicBezTo>
                    <a:pt x="118" y="2635"/>
                    <a:pt x="118" y="2635"/>
                    <a:pt x="118" y="2635"/>
                  </a:cubicBezTo>
                  <a:lnTo>
                    <a:pt x="118" y="2635"/>
                  </a:lnTo>
                  <a:cubicBezTo>
                    <a:pt x="120" y="2644"/>
                    <a:pt x="123" y="2652"/>
                    <a:pt x="127" y="2659"/>
                  </a:cubicBezTo>
                  <a:lnTo>
                    <a:pt x="127" y="2659"/>
                  </a:lnTo>
                  <a:cubicBezTo>
                    <a:pt x="284" y="3055"/>
                    <a:pt x="717" y="3189"/>
                    <a:pt x="1236" y="3189"/>
                  </a:cubicBezTo>
                  <a:cubicBezTo>
                    <a:pt x="2125" y="3189"/>
                    <a:pt x="3267" y="2795"/>
                    <a:pt x="3708" y="2654"/>
                  </a:cubicBezTo>
                  <a:cubicBezTo>
                    <a:pt x="4527" y="2410"/>
                    <a:pt x="5308" y="2049"/>
                    <a:pt x="6030" y="1591"/>
                  </a:cubicBezTo>
                  <a:cubicBezTo>
                    <a:pt x="6322" y="1396"/>
                    <a:pt x="6888" y="996"/>
                    <a:pt x="6781" y="566"/>
                  </a:cubicBezTo>
                  <a:cubicBezTo>
                    <a:pt x="6680" y="141"/>
                    <a:pt x="6228" y="1"/>
                    <a:pt x="5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09"/>
            <p:cNvSpPr/>
            <p:nvPr/>
          </p:nvSpPr>
          <p:spPr>
            <a:xfrm>
              <a:off x="1432088" y="3160373"/>
              <a:ext cx="157717" cy="113430"/>
            </a:xfrm>
            <a:custGeom>
              <a:rect b="b" l="l" r="r" t="t"/>
              <a:pathLst>
                <a:path extrusionOk="0" h="1437" w="1998">
                  <a:moveTo>
                    <a:pt x="946" y="157"/>
                  </a:moveTo>
                  <a:cubicBezTo>
                    <a:pt x="969" y="157"/>
                    <a:pt x="994" y="159"/>
                    <a:pt x="1018" y="162"/>
                  </a:cubicBezTo>
                  <a:lnTo>
                    <a:pt x="1018" y="162"/>
                  </a:lnTo>
                  <a:cubicBezTo>
                    <a:pt x="1020" y="162"/>
                    <a:pt x="1021" y="162"/>
                    <a:pt x="1022" y="162"/>
                  </a:cubicBezTo>
                  <a:cubicBezTo>
                    <a:pt x="1022" y="162"/>
                    <a:pt x="1022" y="162"/>
                    <a:pt x="1022" y="162"/>
                  </a:cubicBezTo>
                  <a:lnTo>
                    <a:pt x="1022" y="162"/>
                  </a:lnTo>
                  <a:cubicBezTo>
                    <a:pt x="1023" y="162"/>
                    <a:pt x="1023" y="162"/>
                    <a:pt x="1024" y="162"/>
                  </a:cubicBezTo>
                  <a:lnTo>
                    <a:pt x="1024" y="162"/>
                  </a:lnTo>
                  <a:cubicBezTo>
                    <a:pt x="1782" y="230"/>
                    <a:pt x="1662" y="1276"/>
                    <a:pt x="962" y="1276"/>
                  </a:cubicBezTo>
                  <a:cubicBezTo>
                    <a:pt x="943" y="1276"/>
                    <a:pt x="924" y="1276"/>
                    <a:pt x="905" y="1274"/>
                  </a:cubicBezTo>
                  <a:cubicBezTo>
                    <a:pt x="210" y="1227"/>
                    <a:pt x="302" y="157"/>
                    <a:pt x="946" y="157"/>
                  </a:cubicBezTo>
                  <a:close/>
                  <a:moveTo>
                    <a:pt x="929" y="0"/>
                  </a:moveTo>
                  <a:cubicBezTo>
                    <a:pt x="133" y="0"/>
                    <a:pt x="0" y="1317"/>
                    <a:pt x="846" y="1430"/>
                  </a:cubicBezTo>
                  <a:cubicBezTo>
                    <a:pt x="884" y="1435"/>
                    <a:pt x="921" y="1437"/>
                    <a:pt x="956" y="1437"/>
                  </a:cubicBezTo>
                  <a:cubicBezTo>
                    <a:pt x="1837" y="1437"/>
                    <a:pt x="1997" y="90"/>
                    <a:pt x="1022" y="6"/>
                  </a:cubicBezTo>
                  <a:cubicBezTo>
                    <a:pt x="990" y="2"/>
                    <a:pt x="959" y="0"/>
                    <a:pt x="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51" name="Shape 4051"/>
        <p:cNvGrpSpPr/>
        <p:nvPr/>
      </p:nvGrpSpPr>
      <p:grpSpPr>
        <a:xfrm>
          <a:off x="0" y="0"/>
          <a:ext cx="0" cy="0"/>
          <a:chOff x="0" y="0"/>
          <a:chExt cx="0" cy="0"/>
        </a:xfrm>
      </p:grpSpPr>
      <p:grpSp>
        <p:nvGrpSpPr>
          <p:cNvPr id="4052" name="Google Shape;4052;p110"/>
          <p:cNvGrpSpPr/>
          <p:nvPr/>
        </p:nvGrpSpPr>
        <p:grpSpPr>
          <a:xfrm rot="-5400000">
            <a:off x="4338705" y="1617984"/>
            <a:ext cx="244822" cy="221773"/>
            <a:chOff x="1640475" y="1197075"/>
            <a:chExt cx="55475" cy="50250"/>
          </a:xfrm>
        </p:grpSpPr>
        <p:sp>
          <p:nvSpPr>
            <p:cNvPr id="4053" name="Google Shape;4053;p110"/>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0"/>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10"/>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6" name="Google Shape;4056;p110"/>
          <p:cNvSpPr/>
          <p:nvPr/>
        </p:nvSpPr>
        <p:spPr>
          <a:xfrm rot="-5400000">
            <a:off x="2237553" y="797825"/>
            <a:ext cx="905204" cy="2977284"/>
          </a:xfrm>
          <a:custGeom>
            <a:rect b="b" l="l" r="r" t="t"/>
            <a:pathLst>
              <a:path extrusionOk="0" h="10908" w="3796">
                <a:moveTo>
                  <a:pt x="3698" y="4576"/>
                </a:moveTo>
                <a:cubicBezTo>
                  <a:pt x="3669" y="5532"/>
                  <a:pt x="3708" y="6830"/>
                  <a:pt x="3776" y="8127"/>
                </a:cubicBezTo>
                <a:cubicBezTo>
                  <a:pt x="3795" y="8303"/>
                  <a:pt x="3747" y="8478"/>
                  <a:pt x="3639" y="8615"/>
                </a:cubicBezTo>
                <a:cubicBezTo>
                  <a:pt x="3395" y="8927"/>
                  <a:pt x="3171" y="9249"/>
                  <a:pt x="2908" y="9542"/>
                </a:cubicBezTo>
                <a:cubicBezTo>
                  <a:pt x="2566" y="9932"/>
                  <a:pt x="2244" y="10332"/>
                  <a:pt x="1903" y="10712"/>
                </a:cubicBezTo>
                <a:cubicBezTo>
                  <a:pt x="1864" y="10761"/>
                  <a:pt x="1815" y="10800"/>
                  <a:pt x="1776" y="10849"/>
                </a:cubicBezTo>
                <a:cubicBezTo>
                  <a:pt x="1737" y="10898"/>
                  <a:pt x="1688" y="10908"/>
                  <a:pt x="1630" y="10859"/>
                </a:cubicBezTo>
                <a:cubicBezTo>
                  <a:pt x="1493" y="10761"/>
                  <a:pt x="1376" y="10644"/>
                  <a:pt x="1259" y="10517"/>
                </a:cubicBezTo>
                <a:cubicBezTo>
                  <a:pt x="995" y="10205"/>
                  <a:pt x="722" y="9893"/>
                  <a:pt x="449" y="9581"/>
                </a:cubicBezTo>
                <a:cubicBezTo>
                  <a:pt x="313" y="9415"/>
                  <a:pt x="196" y="9249"/>
                  <a:pt x="88" y="9073"/>
                </a:cubicBezTo>
                <a:cubicBezTo>
                  <a:pt x="49" y="9005"/>
                  <a:pt x="30" y="8917"/>
                  <a:pt x="30" y="8839"/>
                </a:cubicBezTo>
                <a:cubicBezTo>
                  <a:pt x="69" y="8108"/>
                  <a:pt x="30" y="7366"/>
                  <a:pt x="30" y="6635"/>
                </a:cubicBezTo>
                <a:cubicBezTo>
                  <a:pt x="0" y="5259"/>
                  <a:pt x="0" y="3874"/>
                  <a:pt x="39" y="2498"/>
                </a:cubicBezTo>
                <a:cubicBezTo>
                  <a:pt x="59" y="1776"/>
                  <a:pt x="108" y="1054"/>
                  <a:pt x="157" y="333"/>
                </a:cubicBezTo>
                <a:cubicBezTo>
                  <a:pt x="166" y="137"/>
                  <a:pt x="166" y="137"/>
                  <a:pt x="371" y="98"/>
                </a:cubicBezTo>
                <a:cubicBezTo>
                  <a:pt x="703" y="30"/>
                  <a:pt x="1044" y="1"/>
                  <a:pt x="1386" y="1"/>
                </a:cubicBezTo>
                <a:cubicBezTo>
                  <a:pt x="1903" y="11"/>
                  <a:pt x="2420" y="11"/>
                  <a:pt x="2927" y="1"/>
                </a:cubicBezTo>
                <a:cubicBezTo>
                  <a:pt x="3171" y="1"/>
                  <a:pt x="3415" y="20"/>
                  <a:pt x="3659" y="69"/>
                </a:cubicBezTo>
                <a:cubicBezTo>
                  <a:pt x="3756" y="79"/>
                  <a:pt x="3766" y="128"/>
                  <a:pt x="3766" y="206"/>
                </a:cubicBezTo>
                <a:cubicBezTo>
                  <a:pt x="3756" y="284"/>
                  <a:pt x="3766" y="391"/>
                  <a:pt x="3756" y="479"/>
                </a:cubicBezTo>
                <a:cubicBezTo>
                  <a:pt x="3708" y="1737"/>
                  <a:pt x="3708" y="2986"/>
                  <a:pt x="3698" y="4576"/>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7" name="Google Shape;4057;p110"/>
          <p:cNvGrpSpPr/>
          <p:nvPr/>
        </p:nvGrpSpPr>
        <p:grpSpPr>
          <a:xfrm>
            <a:off x="2857286" y="732167"/>
            <a:ext cx="3429984" cy="606063"/>
            <a:chOff x="5316325" y="1612757"/>
            <a:chExt cx="1404350" cy="302125"/>
          </a:xfrm>
        </p:grpSpPr>
        <p:sp>
          <p:nvSpPr>
            <p:cNvPr id="4058" name="Google Shape;4058;p110"/>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0"/>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0"/>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10"/>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10"/>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0"/>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0"/>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0"/>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10"/>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10"/>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10"/>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9" name="Google Shape;4069;p110"/>
          <p:cNvSpPr txBox="1"/>
          <p:nvPr>
            <p:ph type="title"/>
          </p:nvPr>
        </p:nvSpPr>
        <p:spPr>
          <a:xfrm>
            <a:off x="3387900" y="758952"/>
            <a:ext cx="23682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1</a:t>
            </a:r>
            <a:endParaRPr/>
          </a:p>
        </p:txBody>
      </p:sp>
      <p:sp>
        <p:nvSpPr>
          <p:cNvPr id="4070" name="Google Shape;4070;p110"/>
          <p:cNvSpPr txBox="1"/>
          <p:nvPr>
            <p:ph idx="1" type="body"/>
          </p:nvPr>
        </p:nvSpPr>
        <p:spPr>
          <a:xfrm>
            <a:off x="1201513" y="2904919"/>
            <a:ext cx="2453400" cy="36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Cows feed on grass</a:t>
            </a:r>
            <a:endParaRPr/>
          </a:p>
        </p:txBody>
      </p:sp>
      <p:sp>
        <p:nvSpPr>
          <p:cNvPr id="4071" name="Google Shape;4071;p110"/>
          <p:cNvSpPr/>
          <p:nvPr/>
        </p:nvSpPr>
        <p:spPr>
          <a:xfrm rot="173206">
            <a:off x="3875332" y="3568749"/>
            <a:ext cx="1393337" cy="735422"/>
          </a:xfrm>
          <a:custGeom>
            <a:rect b="b" l="l" r="r" t="t"/>
            <a:pathLst>
              <a:path extrusionOk="0" h="24747" w="98833">
                <a:moveTo>
                  <a:pt x="0" y="1867"/>
                </a:moveTo>
                <a:lnTo>
                  <a:pt x="2335" y="24747"/>
                </a:lnTo>
                <a:lnTo>
                  <a:pt x="98833" y="22879"/>
                </a:lnTo>
                <a:lnTo>
                  <a:pt x="97121" y="0"/>
                </a:lnTo>
                <a:close/>
              </a:path>
            </a:pathLst>
          </a:custGeom>
          <a:solidFill>
            <a:srgbClr val="FFE652"/>
          </a:solidFill>
          <a:ln cap="flat" cmpd="sng" w="19050">
            <a:solidFill>
              <a:srgbClr val="000000"/>
            </a:solidFill>
            <a:prstDash val="solid"/>
            <a:round/>
            <a:headEnd len="med" w="med" type="none"/>
            <a:tailEnd len="med" w="med" type="none"/>
          </a:ln>
        </p:spPr>
      </p:sp>
      <p:sp>
        <p:nvSpPr>
          <p:cNvPr id="4072" name="Google Shape;4072;p110">
            <a:hlinkClick action="ppaction://hlinksldjump" r:id="rId3"/>
          </p:cNvPr>
          <p:cNvSpPr txBox="1"/>
          <p:nvPr/>
        </p:nvSpPr>
        <p:spPr>
          <a:xfrm>
            <a:off x="3923165" y="3640500"/>
            <a:ext cx="12978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Gloria Hallelujah"/>
                <a:ea typeface="Gloria Hallelujah"/>
                <a:cs typeface="Gloria Hallelujah"/>
                <a:sym typeface="Gloria Hallelujah"/>
              </a:rPr>
              <a:t>Score!</a:t>
            </a:r>
            <a:endParaRPr sz="2000">
              <a:solidFill>
                <a:schemeClr val="dk1"/>
              </a:solidFill>
              <a:latin typeface="Gloria Hallelujah"/>
              <a:ea typeface="Gloria Hallelujah"/>
              <a:cs typeface="Gloria Hallelujah"/>
              <a:sym typeface="Gloria Hallelujah"/>
            </a:endParaRPr>
          </a:p>
        </p:txBody>
      </p:sp>
      <p:grpSp>
        <p:nvGrpSpPr>
          <p:cNvPr id="4073" name="Google Shape;4073;p110"/>
          <p:cNvGrpSpPr/>
          <p:nvPr/>
        </p:nvGrpSpPr>
        <p:grpSpPr>
          <a:xfrm>
            <a:off x="713184" y="4691184"/>
            <a:ext cx="7726459" cy="369843"/>
            <a:chOff x="713184" y="4691184"/>
            <a:chExt cx="7726459" cy="369843"/>
          </a:xfrm>
        </p:grpSpPr>
        <p:sp>
          <p:nvSpPr>
            <p:cNvPr id="4074" name="Google Shape;4074;p110"/>
            <p:cNvSpPr/>
            <p:nvPr/>
          </p:nvSpPr>
          <p:spPr>
            <a:xfrm>
              <a:off x="713184" y="4691184"/>
              <a:ext cx="7726459" cy="369843"/>
            </a:xfrm>
            <a:custGeom>
              <a:rect b="b" l="l" r="r" t="t"/>
              <a:pathLst>
                <a:path extrusionOk="0" h="15668" w="327323">
                  <a:moveTo>
                    <a:pt x="0" y="0"/>
                  </a:moveTo>
                  <a:lnTo>
                    <a:pt x="135" y="14315"/>
                  </a:lnTo>
                  <a:lnTo>
                    <a:pt x="327323" y="15668"/>
                  </a:lnTo>
                  <a:lnTo>
                    <a:pt x="323601" y="780"/>
                  </a:lnTo>
                  <a:close/>
                </a:path>
              </a:pathLst>
            </a:custGeom>
            <a:solidFill>
              <a:schemeClr val="accent2"/>
            </a:solidFill>
            <a:ln cap="flat" cmpd="sng" w="19050">
              <a:solidFill>
                <a:schemeClr val="dk1"/>
              </a:solidFill>
              <a:prstDash val="solid"/>
              <a:round/>
              <a:headEnd len="med" w="med" type="none"/>
              <a:tailEnd len="med" w="med" type="none"/>
            </a:ln>
          </p:spPr>
        </p:sp>
        <p:sp>
          <p:nvSpPr>
            <p:cNvPr id="4075" name="Google Shape;4075;p110"/>
            <p:cNvSpPr/>
            <p:nvPr/>
          </p:nvSpPr>
          <p:spPr>
            <a:xfrm>
              <a:off x="7976332"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10"/>
            <p:cNvSpPr/>
            <p:nvPr/>
          </p:nvSpPr>
          <p:spPr>
            <a:xfrm flipH="1">
              <a:off x="833551" y="4790561"/>
              <a:ext cx="236100" cy="180600"/>
            </a:xfrm>
            <a:prstGeom prst="stripedRightArrow">
              <a:avLst>
                <a:gd fmla="val 5000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0">
              <a:hlinkClick action="ppaction://hlinksldjump" r:id="rId4"/>
            </p:cNvPr>
            <p:cNvSpPr/>
            <p:nvPr/>
          </p:nvSpPr>
          <p:spPr>
            <a:xfrm>
              <a:off x="4405006" y="4772876"/>
              <a:ext cx="235934" cy="204890"/>
            </a:xfrm>
            <a:custGeom>
              <a:rect b="b" l="l" r="r" t="t"/>
              <a:pathLst>
                <a:path extrusionOk="0" h="10989" w="12654">
                  <a:moveTo>
                    <a:pt x="1965" y="10656"/>
                  </a:moveTo>
                  <a:lnTo>
                    <a:pt x="2298" y="5428"/>
                  </a:lnTo>
                  <a:lnTo>
                    <a:pt x="0" y="5395"/>
                  </a:lnTo>
                  <a:lnTo>
                    <a:pt x="6593" y="0"/>
                  </a:lnTo>
                  <a:lnTo>
                    <a:pt x="12654" y="5595"/>
                  </a:lnTo>
                  <a:lnTo>
                    <a:pt x="10622" y="5528"/>
                  </a:lnTo>
                  <a:lnTo>
                    <a:pt x="10789" y="10889"/>
                  </a:lnTo>
                  <a:lnTo>
                    <a:pt x="7859" y="10889"/>
                  </a:lnTo>
                  <a:lnTo>
                    <a:pt x="7859" y="8026"/>
                  </a:lnTo>
                  <a:lnTo>
                    <a:pt x="5927" y="7959"/>
                  </a:lnTo>
                  <a:lnTo>
                    <a:pt x="5894" y="10989"/>
                  </a:lnTo>
                  <a:close/>
                </a:path>
              </a:pathLst>
            </a:custGeom>
            <a:noFill/>
            <a:ln cap="flat" cmpd="sng" w="19050">
              <a:solidFill>
                <a:schemeClr val="dk1"/>
              </a:solidFill>
              <a:prstDash val="solid"/>
              <a:round/>
              <a:headEnd len="med" w="med" type="none"/>
              <a:tailEnd len="med" w="med" type="none"/>
            </a:ln>
          </p:spPr>
        </p:sp>
      </p:grpSp>
      <p:sp>
        <p:nvSpPr>
          <p:cNvPr id="4078" name="Google Shape;4078;p110"/>
          <p:cNvSpPr txBox="1"/>
          <p:nvPr>
            <p:ph idx="2" type="subTitle"/>
          </p:nvPr>
        </p:nvSpPr>
        <p:spPr>
          <a:xfrm>
            <a:off x="1201513" y="1901717"/>
            <a:ext cx="2453400" cy="76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Correct!</a:t>
            </a:r>
            <a:endParaRPr/>
          </a:p>
        </p:txBody>
      </p:sp>
      <p:pic>
        <p:nvPicPr>
          <p:cNvPr id="4079" name="Google Shape;4079;p110"/>
          <p:cNvPicPr preferRelativeResize="0"/>
          <p:nvPr/>
        </p:nvPicPr>
        <p:blipFill rotWithShape="1">
          <a:blip r:embed="rId5">
            <a:alphaModFix/>
          </a:blip>
          <a:srcRect b="0" l="-70" r="12205" t="0"/>
          <a:stretch/>
        </p:blipFill>
        <p:spPr>
          <a:xfrm>
            <a:off x="4965250" y="1431360"/>
            <a:ext cx="2977236" cy="2258928"/>
          </a:xfrm>
          <a:prstGeom prst="cloud">
            <a:avLst/>
          </a:prstGeom>
          <a:noFill/>
          <a:ln>
            <a:noFill/>
          </a:ln>
        </p:spPr>
      </p:pic>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3" name="Shape 4083"/>
        <p:cNvGrpSpPr/>
        <p:nvPr/>
      </p:nvGrpSpPr>
      <p:grpSpPr>
        <a:xfrm>
          <a:off x="0" y="0"/>
          <a:ext cx="0" cy="0"/>
          <a:chOff x="0" y="0"/>
          <a:chExt cx="0" cy="0"/>
        </a:xfrm>
      </p:grpSpPr>
      <p:grpSp>
        <p:nvGrpSpPr>
          <p:cNvPr id="4084" name="Google Shape;4084;p111"/>
          <p:cNvGrpSpPr/>
          <p:nvPr/>
        </p:nvGrpSpPr>
        <p:grpSpPr>
          <a:xfrm>
            <a:off x="2190921" y="1421225"/>
            <a:ext cx="4761887" cy="2301378"/>
            <a:chOff x="2646769" y="3458220"/>
            <a:chExt cx="1419425" cy="685975"/>
          </a:xfrm>
        </p:grpSpPr>
        <p:sp>
          <p:nvSpPr>
            <p:cNvPr id="4085" name="Google Shape;4085;p111"/>
            <p:cNvSpPr/>
            <p:nvPr/>
          </p:nvSpPr>
          <p:spPr>
            <a:xfrm>
              <a:off x="2659244" y="3470745"/>
              <a:ext cx="1394475" cy="661925"/>
            </a:xfrm>
            <a:custGeom>
              <a:rect b="b" l="l" r="r" t="t"/>
              <a:pathLst>
                <a:path extrusionOk="0" h="26477" w="55779">
                  <a:moveTo>
                    <a:pt x="27890" y="1"/>
                  </a:moveTo>
                  <a:cubicBezTo>
                    <a:pt x="26782" y="1634"/>
                    <a:pt x="24913" y="2647"/>
                    <a:pt x="22984" y="2647"/>
                  </a:cubicBezTo>
                  <a:cubicBezTo>
                    <a:pt x="22362" y="2647"/>
                    <a:pt x="21735" y="2542"/>
                    <a:pt x="21125" y="2319"/>
                  </a:cubicBezTo>
                  <a:cubicBezTo>
                    <a:pt x="19111" y="1579"/>
                    <a:pt x="17574" y="319"/>
                    <a:pt x="15339" y="187"/>
                  </a:cubicBezTo>
                  <a:cubicBezTo>
                    <a:pt x="15197" y="179"/>
                    <a:pt x="15050" y="175"/>
                    <a:pt x="14899" y="175"/>
                  </a:cubicBezTo>
                  <a:cubicBezTo>
                    <a:pt x="12711" y="175"/>
                    <a:pt x="9746" y="1067"/>
                    <a:pt x="10079" y="3754"/>
                  </a:cubicBezTo>
                  <a:cubicBezTo>
                    <a:pt x="10099" y="3918"/>
                    <a:pt x="9967" y="3995"/>
                    <a:pt x="9833" y="3995"/>
                  </a:cubicBezTo>
                  <a:cubicBezTo>
                    <a:pt x="9764" y="3995"/>
                    <a:pt x="9695" y="3975"/>
                    <a:pt x="9645" y="3935"/>
                  </a:cubicBezTo>
                  <a:cubicBezTo>
                    <a:pt x="8242" y="2816"/>
                    <a:pt x="5821" y="1673"/>
                    <a:pt x="3847" y="1673"/>
                  </a:cubicBezTo>
                  <a:cubicBezTo>
                    <a:pt x="2137" y="1673"/>
                    <a:pt x="763" y="2531"/>
                    <a:pt x="677" y="5007"/>
                  </a:cubicBezTo>
                  <a:cubicBezTo>
                    <a:pt x="613" y="6892"/>
                    <a:pt x="2550" y="11196"/>
                    <a:pt x="1" y="12252"/>
                  </a:cubicBezTo>
                  <a:cubicBezTo>
                    <a:pt x="3011" y="13639"/>
                    <a:pt x="595" y="17469"/>
                    <a:pt x="539" y="19672"/>
                  </a:cubicBezTo>
                  <a:cubicBezTo>
                    <a:pt x="478" y="21962"/>
                    <a:pt x="2067" y="23632"/>
                    <a:pt x="4339" y="23734"/>
                  </a:cubicBezTo>
                  <a:cubicBezTo>
                    <a:pt x="4416" y="23737"/>
                    <a:pt x="4492" y="23739"/>
                    <a:pt x="4568" y="23739"/>
                  </a:cubicBezTo>
                  <a:cubicBezTo>
                    <a:pt x="6475" y="23739"/>
                    <a:pt x="8130" y="22684"/>
                    <a:pt x="9856" y="22000"/>
                  </a:cubicBezTo>
                  <a:cubicBezTo>
                    <a:pt x="9871" y="21993"/>
                    <a:pt x="9885" y="21991"/>
                    <a:pt x="9898" y="21991"/>
                  </a:cubicBezTo>
                  <a:cubicBezTo>
                    <a:pt x="9969" y="21991"/>
                    <a:pt x="9999" y="22079"/>
                    <a:pt x="9975" y="22145"/>
                  </a:cubicBezTo>
                  <a:cubicBezTo>
                    <a:pt x="10009" y="22179"/>
                    <a:pt x="10035" y="22223"/>
                    <a:pt x="10039" y="22284"/>
                  </a:cubicBezTo>
                  <a:cubicBezTo>
                    <a:pt x="10252" y="24616"/>
                    <a:pt x="12007" y="26342"/>
                    <a:pt x="14359" y="26467"/>
                  </a:cubicBezTo>
                  <a:cubicBezTo>
                    <a:pt x="14476" y="26474"/>
                    <a:pt x="14593" y="26477"/>
                    <a:pt x="14709" y="26477"/>
                  </a:cubicBezTo>
                  <a:cubicBezTo>
                    <a:pt x="16580" y="26477"/>
                    <a:pt x="18355" y="25694"/>
                    <a:pt x="20081" y="25059"/>
                  </a:cubicBezTo>
                  <a:cubicBezTo>
                    <a:pt x="21337" y="24596"/>
                    <a:pt x="22689" y="24168"/>
                    <a:pt x="24044" y="24168"/>
                  </a:cubicBezTo>
                  <a:cubicBezTo>
                    <a:pt x="24451" y="24168"/>
                    <a:pt x="24858" y="24207"/>
                    <a:pt x="25262" y="24294"/>
                  </a:cubicBezTo>
                  <a:cubicBezTo>
                    <a:pt x="26320" y="24526"/>
                    <a:pt x="27557" y="25151"/>
                    <a:pt x="27890" y="26253"/>
                  </a:cubicBezTo>
                  <a:cubicBezTo>
                    <a:pt x="28223" y="25151"/>
                    <a:pt x="29460" y="24526"/>
                    <a:pt x="30517" y="24294"/>
                  </a:cubicBezTo>
                  <a:cubicBezTo>
                    <a:pt x="30922" y="24207"/>
                    <a:pt x="31329" y="24168"/>
                    <a:pt x="31736" y="24168"/>
                  </a:cubicBezTo>
                  <a:cubicBezTo>
                    <a:pt x="33091" y="24168"/>
                    <a:pt x="34443" y="24596"/>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4"/>
                    <a:pt x="45772" y="22179"/>
                    <a:pt x="45804" y="22145"/>
                  </a:cubicBezTo>
                  <a:cubicBezTo>
                    <a:pt x="45781" y="22079"/>
                    <a:pt x="45811" y="21991"/>
                    <a:pt x="45883" y="21991"/>
                  </a:cubicBezTo>
                  <a:cubicBezTo>
                    <a:pt x="45895" y="21991"/>
                    <a:pt x="45910" y="21993"/>
                    <a:pt x="45925" y="22000"/>
                  </a:cubicBezTo>
                  <a:cubicBezTo>
                    <a:pt x="47650" y="22684"/>
                    <a:pt x="49305" y="23739"/>
                    <a:pt x="51212" y="23739"/>
                  </a:cubicBezTo>
                  <a:cubicBezTo>
                    <a:pt x="51288" y="23739"/>
                    <a:pt x="51364" y="23737"/>
                    <a:pt x="51441" y="23734"/>
                  </a:cubicBezTo>
                  <a:cubicBezTo>
                    <a:pt x="53713" y="23632"/>
                    <a:pt x="55301" y="21962"/>
                    <a:pt x="55242" y="19672"/>
                  </a:cubicBezTo>
                  <a:cubicBezTo>
                    <a:pt x="55186" y="17469"/>
                    <a:pt x="52769" y="13639"/>
                    <a:pt x="55779" y="12252"/>
                  </a:cubicBezTo>
                  <a:cubicBezTo>
                    <a:pt x="53233" y="11196"/>
                    <a:pt x="55168" y="6892"/>
                    <a:pt x="55103" y="5007"/>
                  </a:cubicBezTo>
                  <a:cubicBezTo>
                    <a:pt x="55018" y="2531"/>
                    <a:pt x="53644" y="1673"/>
                    <a:pt x="51934" y="1673"/>
                  </a:cubicBezTo>
                  <a:cubicBezTo>
                    <a:pt x="49960" y="1673"/>
                    <a:pt x="47539" y="2816"/>
                    <a:pt x="46136" y="3935"/>
                  </a:cubicBezTo>
                  <a:cubicBezTo>
                    <a:pt x="46085" y="3975"/>
                    <a:pt x="46016" y="3995"/>
                    <a:pt x="45947" y="3995"/>
                  </a:cubicBezTo>
                  <a:cubicBezTo>
                    <a:pt x="45812" y="3995"/>
                    <a:pt x="45681" y="3918"/>
                    <a:pt x="45701" y="3754"/>
                  </a:cubicBezTo>
                  <a:cubicBezTo>
                    <a:pt x="46034" y="1067"/>
                    <a:pt x="43069" y="175"/>
                    <a:pt x="40882" y="175"/>
                  </a:cubicBezTo>
                  <a:cubicBezTo>
                    <a:pt x="40731" y="175"/>
                    <a:pt x="40584" y="179"/>
                    <a:pt x="40442" y="187"/>
                  </a:cubicBezTo>
                  <a:cubicBezTo>
                    <a:pt x="38207" y="319"/>
                    <a:pt x="36668" y="1579"/>
                    <a:pt x="34656" y="2319"/>
                  </a:cubicBezTo>
                  <a:cubicBezTo>
                    <a:pt x="34046" y="2542"/>
                    <a:pt x="33419" y="2647"/>
                    <a:pt x="32798" y="2647"/>
                  </a:cubicBezTo>
                  <a:cubicBezTo>
                    <a:pt x="30869" y="2647"/>
                    <a:pt x="28997" y="1634"/>
                    <a:pt x="27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1"/>
            <p:cNvSpPr/>
            <p:nvPr/>
          </p:nvSpPr>
          <p:spPr>
            <a:xfrm>
              <a:off x="2646769" y="3458220"/>
              <a:ext cx="1419425" cy="685975"/>
            </a:xfrm>
            <a:custGeom>
              <a:rect b="b" l="l" r="r" t="t"/>
              <a:pathLst>
                <a:path extrusionOk="0" h="27439" w="56777">
                  <a:moveTo>
                    <a:pt x="28389" y="502"/>
                  </a:moveTo>
                  <a:cubicBezTo>
                    <a:pt x="29496" y="2135"/>
                    <a:pt x="31367" y="3148"/>
                    <a:pt x="33296" y="3148"/>
                  </a:cubicBezTo>
                  <a:cubicBezTo>
                    <a:pt x="33917" y="3148"/>
                    <a:pt x="34544" y="3043"/>
                    <a:pt x="35154" y="2820"/>
                  </a:cubicBezTo>
                  <a:cubicBezTo>
                    <a:pt x="37167" y="2080"/>
                    <a:pt x="38705" y="820"/>
                    <a:pt x="40941" y="688"/>
                  </a:cubicBezTo>
                  <a:cubicBezTo>
                    <a:pt x="41083" y="680"/>
                    <a:pt x="41230" y="676"/>
                    <a:pt x="41381" y="676"/>
                  </a:cubicBezTo>
                  <a:cubicBezTo>
                    <a:pt x="43567" y="676"/>
                    <a:pt x="46533" y="1568"/>
                    <a:pt x="46200" y="4255"/>
                  </a:cubicBezTo>
                  <a:cubicBezTo>
                    <a:pt x="46180" y="4419"/>
                    <a:pt x="46311" y="4496"/>
                    <a:pt x="46445" y="4496"/>
                  </a:cubicBezTo>
                  <a:cubicBezTo>
                    <a:pt x="46514" y="4496"/>
                    <a:pt x="46584" y="4476"/>
                    <a:pt x="46633" y="4436"/>
                  </a:cubicBezTo>
                  <a:cubicBezTo>
                    <a:pt x="48037" y="3317"/>
                    <a:pt x="50459" y="2174"/>
                    <a:pt x="52433" y="2174"/>
                  </a:cubicBezTo>
                  <a:cubicBezTo>
                    <a:pt x="54143" y="2174"/>
                    <a:pt x="55517" y="3032"/>
                    <a:pt x="55602" y="5508"/>
                  </a:cubicBezTo>
                  <a:cubicBezTo>
                    <a:pt x="55667" y="7393"/>
                    <a:pt x="53731" y="11697"/>
                    <a:pt x="56278" y="12753"/>
                  </a:cubicBezTo>
                  <a:cubicBezTo>
                    <a:pt x="53268" y="14140"/>
                    <a:pt x="55685" y="17971"/>
                    <a:pt x="55741" y="20173"/>
                  </a:cubicBezTo>
                  <a:cubicBezTo>
                    <a:pt x="55800" y="22463"/>
                    <a:pt x="54212" y="24133"/>
                    <a:pt x="51940" y="24235"/>
                  </a:cubicBezTo>
                  <a:cubicBezTo>
                    <a:pt x="51863" y="24238"/>
                    <a:pt x="51787" y="24240"/>
                    <a:pt x="51711" y="24240"/>
                  </a:cubicBezTo>
                  <a:cubicBezTo>
                    <a:pt x="49804" y="24240"/>
                    <a:pt x="48149" y="23185"/>
                    <a:pt x="46424" y="22501"/>
                  </a:cubicBezTo>
                  <a:cubicBezTo>
                    <a:pt x="46408" y="22494"/>
                    <a:pt x="46394" y="22492"/>
                    <a:pt x="46381" y="22492"/>
                  </a:cubicBezTo>
                  <a:cubicBezTo>
                    <a:pt x="46309" y="22492"/>
                    <a:pt x="46280" y="22580"/>
                    <a:pt x="46303" y="22646"/>
                  </a:cubicBezTo>
                  <a:cubicBezTo>
                    <a:pt x="46271" y="22681"/>
                    <a:pt x="46244" y="22725"/>
                    <a:pt x="46239" y="22785"/>
                  </a:cubicBezTo>
                  <a:cubicBezTo>
                    <a:pt x="46027" y="25117"/>
                    <a:pt x="44272" y="26843"/>
                    <a:pt x="41919" y="26968"/>
                  </a:cubicBezTo>
                  <a:cubicBezTo>
                    <a:pt x="41802" y="26975"/>
                    <a:pt x="41686" y="26978"/>
                    <a:pt x="41570" y="26978"/>
                  </a:cubicBezTo>
                  <a:cubicBezTo>
                    <a:pt x="39699" y="26978"/>
                    <a:pt x="37924" y="26195"/>
                    <a:pt x="36197" y="25560"/>
                  </a:cubicBezTo>
                  <a:cubicBezTo>
                    <a:pt x="34942" y="25097"/>
                    <a:pt x="33590" y="24669"/>
                    <a:pt x="32235" y="24669"/>
                  </a:cubicBezTo>
                  <a:cubicBezTo>
                    <a:pt x="31828" y="24669"/>
                    <a:pt x="31421" y="24708"/>
                    <a:pt x="31016" y="24795"/>
                  </a:cubicBezTo>
                  <a:cubicBezTo>
                    <a:pt x="29959" y="25027"/>
                    <a:pt x="28722" y="25652"/>
                    <a:pt x="28388" y="26754"/>
                  </a:cubicBezTo>
                  <a:cubicBezTo>
                    <a:pt x="28056" y="25652"/>
                    <a:pt x="26819" y="25027"/>
                    <a:pt x="25761" y="24795"/>
                  </a:cubicBezTo>
                  <a:cubicBezTo>
                    <a:pt x="25356" y="24708"/>
                    <a:pt x="24949" y="24669"/>
                    <a:pt x="24542" y="24669"/>
                  </a:cubicBezTo>
                  <a:cubicBezTo>
                    <a:pt x="23188" y="24669"/>
                    <a:pt x="21836" y="25097"/>
                    <a:pt x="20580" y="25560"/>
                  </a:cubicBezTo>
                  <a:cubicBezTo>
                    <a:pt x="18854" y="26195"/>
                    <a:pt x="17079" y="26978"/>
                    <a:pt x="15208" y="26978"/>
                  </a:cubicBezTo>
                  <a:cubicBezTo>
                    <a:pt x="15092" y="26978"/>
                    <a:pt x="14975" y="26975"/>
                    <a:pt x="14858" y="26968"/>
                  </a:cubicBezTo>
                  <a:cubicBezTo>
                    <a:pt x="12506" y="26843"/>
                    <a:pt x="10751" y="25117"/>
                    <a:pt x="10538" y="22785"/>
                  </a:cubicBezTo>
                  <a:cubicBezTo>
                    <a:pt x="10534" y="22725"/>
                    <a:pt x="10508" y="22681"/>
                    <a:pt x="10474" y="22646"/>
                  </a:cubicBezTo>
                  <a:cubicBezTo>
                    <a:pt x="10498" y="22580"/>
                    <a:pt x="10468" y="22492"/>
                    <a:pt x="10396" y="22492"/>
                  </a:cubicBezTo>
                  <a:cubicBezTo>
                    <a:pt x="10383" y="22492"/>
                    <a:pt x="10369" y="22494"/>
                    <a:pt x="10354" y="22501"/>
                  </a:cubicBezTo>
                  <a:cubicBezTo>
                    <a:pt x="8629" y="23185"/>
                    <a:pt x="6974" y="24240"/>
                    <a:pt x="5067" y="24240"/>
                  </a:cubicBezTo>
                  <a:cubicBezTo>
                    <a:pt x="4991" y="24240"/>
                    <a:pt x="4915" y="24238"/>
                    <a:pt x="4838" y="24235"/>
                  </a:cubicBezTo>
                  <a:cubicBezTo>
                    <a:pt x="2566" y="24133"/>
                    <a:pt x="977" y="22463"/>
                    <a:pt x="1037" y="20173"/>
                  </a:cubicBezTo>
                  <a:cubicBezTo>
                    <a:pt x="1093" y="17971"/>
                    <a:pt x="3510" y="14140"/>
                    <a:pt x="500" y="12753"/>
                  </a:cubicBezTo>
                  <a:cubicBezTo>
                    <a:pt x="3049" y="11697"/>
                    <a:pt x="1112" y="7393"/>
                    <a:pt x="1176" y="5508"/>
                  </a:cubicBezTo>
                  <a:cubicBezTo>
                    <a:pt x="1262" y="3032"/>
                    <a:pt x="2636" y="2174"/>
                    <a:pt x="4346" y="2174"/>
                  </a:cubicBezTo>
                  <a:cubicBezTo>
                    <a:pt x="6320" y="2174"/>
                    <a:pt x="8741" y="3317"/>
                    <a:pt x="10144" y="4436"/>
                  </a:cubicBezTo>
                  <a:cubicBezTo>
                    <a:pt x="10194" y="4476"/>
                    <a:pt x="10263" y="4496"/>
                    <a:pt x="10332" y="4496"/>
                  </a:cubicBezTo>
                  <a:cubicBezTo>
                    <a:pt x="10466" y="4496"/>
                    <a:pt x="10598" y="4419"/>
                    <a:pt x="10578" y="4255"/>
                  </a:cubicBezTo>
                  <a:cubicBezTo>
                    <a:pt x="10245" y="1568"/>
                    <a:pt x="13210" y="676"/>
                    <a:pt x="15398" y="676"/>
                  </a:cubicBezTo>
                  <a:cubicBezTo>
                    <a:pt x="15549" y="676"/>
                    <a:pt x="15696" y="680"/>
                    <a:pt x="15838" y="688"/>
                  </a:cubicBezTo>
                  <a:cubicBezTo>
                    <a:pt x="18073" y="820"/>
                    <a:pt x="19610" y="2080"/>
                    <a:pt x="21624" y="2820"/>
                  </a:cubicBezTo>
                  <a:cubicBezTo>
                    <a:pt x="22234" y="3043"/>
                    <a:pt x="22861" y="3148"/>
                    <a:pt x="23483" y="3148"/>
                  </a:cubicBezTo>
                  <a:cubicBezTo>
                    <a:pt x="25412" y="3148"/>
                    <a:pt x="27281" y="2135"/>
                    <a:pt x="28389" y="502"/>
                  </a:cubicBezTo>
                  <a:close/>
                  <a:moveTo>
                    <a:pt x="28292" y="1"/>
                  </a:moveTo>
                  <a:cubicBezTo>
                    <a:pt x="28225" y="1"/>
                    <a:pt x="28159" y="30"/>
                    <a:pt x="28114" y="104"/>
                  </a:cubicBezTo>
                  <a:cubicBezTo>
                    <a:pt x="27160" y="1702"/>
                    <a:pt x="25398" y="2697"/>
                    <a:pt x="23542" y="2697"/>
                  </a:cubicBezTo>
                  <a:cubicBezTo>
                    <a:pt x="23389" y="2697"/>
                    <a:pt x="23236" y="2690"/>
                    <a:pt x="23083" y="2677"/>
                  </a:cubicBezTo>
                  <a:cubicBezTo>
                    <a:pt x="20994" y="2490"/>
                    <a:pt x="19361" y="843"/>
                    <a:pt x="17327" y="377"/>
                  </a:cubicBezTo>
                  <a:cubicBezTo>
                    <a:pt x="16785" y="253"/>
                    <a:pt x="16145" y="184"/>
                    <a:pt x="15473" y="184"/>
                  </a:cubicBezTo>
                  <a:cubicBezTo>
                    <a:pt x="12997" y="184"/>
                    <a:pt x="10087" y="1122"/>
                    <a:pt x="10045" y="3729"/>
                  </a:cubicBezTo>
                  <a:cubicBezTo>
                    <a:pt x="8581" y="2670"/>
                    <a:pt x="6379" y="1520"/>
                    <a:pt x="4421" y="1520"/>
                  </a:cubicBezTo>
                  <a:cubicBezTo>
                    <a:pt x="3580" y="1520"/>
                    <a:pt x="2784" y="1731"/>
                    <a:pt x="2111" y="2254"/>
                  </a:cubicBezTo>
                  <a:cubicBezTo>
                    <a:pt x="1081" y="3053"/>
                    <a:pt x="698" y="4422"/>
                    <a:pt x="691" y="5673"/>
                  </a:cubicBezTo>
                  <a:cubicBezTo>
                    <a:pt x="681" y="7580"/>
                    <a:pt x="2594" y="11589"/>
                    <a:pt x="146" y="12536"/>
                  </a:cubicBezTo>
                  <a:cubicBezTo>
                    <a:pt x="1" y="12593"/>
                    <a:pt x="13" y="12783"/>
                    <a:pt x="118" y="12838"/>
                  </a:cubicBezTo>
                  <a:cubicBezTo>
                    <a:pt x="54" y="12942"/>
                    <a:pt x="63" y="13077"/>
                    <a:pt x="206" y="13140"/>
                  </a:cubicBezTo>
                  <a:cubicBezTo>
                    <a:pt x="2693" y="14226"/>
                    <a:pt x="1063" y="17375"/>
                    <a:pt x="679" y="19194"/>
                  </a:cubicBezTo>
                  <a:cubicBezTo>
                    <a:pt x="379" y="20612"/>
                    <a:pt x="569" y="22159"/>
                    <a:pt x="1520" y="23304"/>
                  </a:cubicBezTo>
                  <a:cubicBezTo>
                    <a:pt x="2424" y="24396"/>
                    <a:pt x="3624" y="24818"/>
                    <a:pt x="4892" y="24818"/>
                  </a:cubicBezTo>
                  <a:cubicBezTo>
                    <a:pt x="6719" y="24818"/>
                    <a:pt x="8685" y="23943"/>
                    <a:pt x="10107" y="22940"/>
                  </a:cubicBezTo>
                  <a:cubicBezTo>
                    <a:pt x="10352" y="25748"/>
                    <a:pt x="12668" y="27439"/>
                    <a:pt x="15304" y="27439"/>
                  </a:cubicBezTo>
                  <a:cubicBezTo>
                    <a:pt x="15613" y="27439"/>
                    <a:pt x="15927" y="27415"/>
                    <a:pt x="16242" y="27368"/>
                  </a:cubicBezTo>
                  <a:cubicBezTo>
                    <a:pt x="18214" y="27070"/>
                    <a:pt x="19998" y="26093"/>
                    <a:pt x="21889" y="25515"/>
                  </a:cubicBezTo>
                  <a:cubicBezTo>
                    <a:pt x="22750" y="25251"/>
                    <a:pt x="23655" y="25047"/>
                    <a:pt x="24559" y="25047"/>
                  </a:cubicBezTo>
                  <a:cubicBezTo>
                    <a:pt x="24928" y="25047"/>
                    <a:pt x="25296" y="25081"/>
                    <a:pt x="25662" y="25159"/>
                  </a:cubicBezTo>
                  <a:cubicBezTo>
                    <a:pt x="26859" y="25414"/>
                    <a:pt x="27541" y="26072"/>
                    <a:pt x="28301" y="26964"/>
                  </a:cubicBezTo>
                  <a:cubicBezTo>
                    <a:pt x="28315" y="26981"/>
                    <a:pt x="28332" y="26988"/>
                    <a:pt x="28349" y="26988"/>
                  </a:cubicBezTo>
                  <a:cubicBezTo>
                    <a:pt x="28363" y="26988"/>
                    <a:pt x="28377" y="26983"/>
                    <a:pt x="28389" y="26975"/>
                  </a:cubicBezTo>
                  <a:cubicBezTo>
                    <a:pt x="28401" y="26983"/>
                    <a:pt x="28415" y="26988"/>
                    <a:pt x="28428" y="26988"/>
                  </a:cubicBezTo>
                  <a:cubicBezTo>
                    <a:pt x="28446" y="26988"/>
                    <a:pt x="28463" y="26981"/>
                    <a:pt x="28477" y="26964"/>
                  </a:cubicBezTo>
                  <a:cubicBezTo>
                    <a:pt x="29239" y="26072"/>
                    <a:pt x="29922" y="25414"/>
                    <a:pt x="31116" y="25159"/>
                  </a:cubicBezTo>
                  <a:cubicBezTo>
                    <a:pt x="31481" y="25081"/>
                    <a:pt x="31850" y="25047"/>
                    <a:pt x="32218" y="25047"/>
                  </a:cubicBezTo>
                  <a:cubicBezTo>
                    <a:pt x="33123" y="25047"/>
                    <a:pt x="34027" y="25251"/>
                    <a:pt x="34889" y="25515"/>
                  </a:cubicBezTo>
                  <a:cubicBezTo>
                    <a:pt x="36780" y="26093"/>
                    <a:pt x="38565" y="27070"/>
                    <a:pt x="40536" y="27368"/>
                  </a:cubicBezTo>
                  <a:cubicBezTo>
                    <a:pt x="40852" y="27416"/>
                    <a:pt x="41166" y="27439"/>
                    <a:pt x="41475" y="27439"/>
                  </a:cubicBezTo>
                  <a:cubicBezTo>
                    <a:pt x="44112" y="27439"/>
                    <a:pt x="46425" y="25748"/>
                    <a:pt x="46671" y="22940"/>
                  </a:cubicBezTo>
                  <a:cubicBezTo>
                    <a:pt x="48092" y="23943"/>
                    <a:pt x="50059" y="24818"/>
                    <a:pt x="51886" y="24818"/>
                  </a:cubicBezTo>
                  <a:cubicBezTo>
                    <a:pt x="53153" y="24818"/>
                    <a:pt x="54354" y="24396"/>
                    <a:pt x="55258" y="23304"/>
                  </a:cubicBezTo>
                  <a:cubicBezTo>
                    <a:pt x="56209" y="22159"/>
                    <a:pt x="56399" y="20612"/>
                    <a:pt x="56098" y="19194"/>
                  </a:cubicBezTo>
                  <a:cubicBezTo>
                    <a:pt x="55715" y="17375"/>
                    <a:pt x="54085" y="14226"/>
                    <a:pt x="56574" y="13140"/>
                  </a:cubicBezTo>
                  <a:cubicBezTo>
                    <a:pt x="56717" y="13077"/>
                    <a:pt x="56723" y="12942"/>
                    <a:pt x="56659" y="12838"/>
                  </a:cubicBezTo>
                  <a:cubicBezTo>
                    <a:pt x="56765" y="12783"/>
                    <a:pt x="56777" y="12593"/>
                    <a:pt x="56632" y="12536"/>
                  </a:cubicBezTo>
                  <a:cubicBezTo>
                    <a:pt x="54184" y="11589"/>
                    <a:pt x="56098" y="7580"/>
                    <a:pt x="56087" y="5673"/>
                  </a:cubicBezTo>
                  <a:cubicBezTo>
                    <a:pt x="56082" y="4422"/>
                    <a:pt x="55697" y="3053"/>
                    <a:pt x="54667" y="2254"/>
                  </a:cubicBezTo>
                  <a:cubicBezTo>
                    <a:pt x="53994" y="1731"/>
                    <a:pt x="53198" y="1520"/>
                    <a:pt x="52358" y="1520"/>
                  </a:cubicBezTo>
                  <a:cubicBezTo>
                    <a:pt x="50400" y="1520"/>
                    <a:pt x="48200" y="2670"/>
                    <a:pt x="46736" y="3729"/>
                  </a:cubicBezTo>
                  <a:cubicBezTo>
                    <a:pt x="46692" y="1122"/>
                    <a:pt x="43781" y="184"/>
                    <a:pt x="41306" y="184"/>
                  </a:cubicBezTo>
                  <a:cubicBezTo>
                    <a:pt x="40634" y="184"/>
                    <a:pt x="39995" y="253"/>
                    <a:pt x="39454" y="377"/>
                  </a:cubicBezTo>
                  <a:cubicBezTo>
                    <a:pt x="37417" y="843"/>
                    <a:pt x="35784" y="2490"/>
                    <a:pt x="33694" y="2677"/>
                  </a:cubicBezTo>
                  <a:cubicBezTo>
                    <a:pt x="33541" y="2690"/>
                    <a:pt x="33389" y="2697"/>
                    <a:pt x="33236" y="2697"/>
                  </a:cubicBezTo>
                  <a:cubicBezTo>
                    <a:pt x="31381" y="2697"/>
                    <a:pt x="29618" y="1702"/>
                    <a:pt x="28664" y="104"/>
                  </a:cubicBezTo>
                  <a:cubicBezTo>
                    <a:pt x="28619" y="30"/>
                    <a:pt x="28554" y="1"/>
                    <a:pt x="28487" y="1"/>
                  </a:cubicBezTo>
                  <a:cubicBezTo>
                    <a:pt x="28454" y="1"/>
                    <a:pt x="28421" y="8"/>
                    <a:pt x="28389" y="21"/>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7" name="Google Shape;4087;p111"/>
          <p:cNvSpPr txBox="1"/>
          <p:nvPr>
            <p:ph type="title"/>
          </p:nvPr>
        </p:nvSpPr>
        <p:spPr>
          <a:xfrm>
            <a:off x="2756200" y="1967475"/>
            <a:ext cx="3631500" cy="10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Great job!</a:t>
            </a:r>
            <a:endParaRPr/>
          </a:p>
        </p:txBody>
      </p:sp>
      <p:sp>
        <p:nvSpPr>
          <p:cNvPr id="4088" name="Google Shape;4088;p111"/>
          <p:cNvSpPr/>
          <p:nvPr/>
        </p:nvSpPr>
        <p:spPr>
          <a:xfrm>
            <a:off x="1108421" y="921667"/>
            <a:ext cx="468899" cy="450396"/>
          </a:xfrm>
          <a:custGeom>
            <a:rect b="b" l="l" r="r" t="t"/>
            <a:pathLst>
              <a:path extrusionOk="0" h="5404" w="5626">
                <a:moveTo>
                  <a:pt x="3698" y="586"/>
                </a:moveTo>
                <a:cubicBezTo>
                  <a:pt x="3711" y="586"/>
                  <a:pt x="3717" y="597"/>
                  <a:pt x="3721" y="617"/>
                </a:cubicBezTo>
                <a:cubicBezTo>
                  <a:pt x="3729" y="667"/>
                  <a:pt x="3726" y="728"/>
                  <a:pt x="3713" y="754"/>
                </a:cubicBezTo>
                <a:cubicBezTo>
                  <a:pt x="3700" y="781"/>
                  <a:pt x="3697" y="876"/>
                  <a:pt x="3705" y="967"/>
                </a:cubicBezTo>
                <a:cubicBezTo>
                  <a:pt x="3712" y="1057"/>
                  <a:pt x="3699" y="1222"/>
                  <a:pt x="3676" y="1333"/>
                </a:cubicBezTo>
                <a:cubicBezTo>
                  <a:pt x="3652" y="1446"/>
                  <a:pt x="3648" y="1585"/>
                  <a:pt x="3666" y="1646"/>
                </a:cubicBezTo>
                <a:cubicBezTo>
                  <a:pt x="3698" y="1750"/>
                  <a:pt x="3712" y="1759"/>
                  <a:pt x="3934" y="1800"/>
                </a:cubicBezTo>
                <a:cubicBezTo>
                  <a:pt x="4064" y="1825"/>
                  <a:pt x="4222" y="1862"/>
                  <a:pt x="4288" y="1885"/>
                </a:cubicBezTo>
                <a:cubicBezTo>
                  <a:pt x="4353" y="1906"/>
                  <a:pt x="4531" y="1942"/>
                  <a:pt x="4681" y="1964"/>
                </a:cubicBezTo>
                <a:cubicBezTo>
                  <a:pt x="5044" y="2015"/>
                  <a:pt x="5154" y="2042"/>
                  <a:pt x="5138" y="2076"/>
                </a:cubicBezTo>
                <a:cubicBezTo>
                  <a:pt x="5130" y="2092"/>
                  <a:pt x="4822" y="2210"/>
                  <a:pt x="4455" y="2339"/>
                </a:cubicBezTo>
                <a:cubicBezTo>
                  <a:pt x="3713" y="2597"/>
                  <a:pt x="3626" y="2673"/>
                  <a:pt x="3848" y="2858"/>
                </a:cubicBezTo>
                <a:cubicBezTo>
                  <a:pt x="3915" y="2913"/>
                  <a:pt x="4153" y="3146"/>
                  <a:pt x="4383" y="3381"/>
                </a:cubicBezTo>
                <a:lnTo>
                  <a:pt x="4796" y="3804"/>
                </a:lnTo>
                <a:lnTo>
                  <a:pt x="4796" y="3804"/>
                </a:lnTo>
                <a:lnTo>
                  <a:pt x="4622" y="3778"/>
                </a:lnTo>
                <a:cubicBezTo>
                  <a:pt x="4526" y="3763"/>
                  <a:pt x="4218" y="3702"/>
                  <a:pt x="3938" y="3641"/>
                </a:cubicBezTo>
                <a:cubicBezTo>
                  <a:pt x="3701" y="3590"/>
                  <a:pt x="3546" y="3566"/>
                  <a:pt x="3459" y="3566"/>
                </a:cubicBezTo>
                <a:cubicBezTo>
                  <a:pt x="3415" y="3566"/>
                  <a:pt x="3388" y="3572"/>
                  <a:pt x="3377" y="3584"/>
                </a:cubicBezTo>
                <a:cubicBezTo>
                  <a:pt x="3349" y="3613"/>
                  <a:pt x="3328" y="3743"/>
                  <a:pt x="3329" y="3872"/>
                </a:cubicBezTo>
                <a:cubicBezTo>
                  <a:pt x="3331" y="4001"/>
                  <a:pt x="3317" y="4217"/>
                  <a:pt x="3298" y="4353"/>
                </a:cubicBezTo>
                <a:cubicBezTo>
                  <a:pt x="3277" y="4490"/>
                  <a:pt x="3269" y="4631"/>
                  <a:pt x="3276" y="4667"/>
                </a:cubicBezTo>
                <a:cubicBezTo>
                  <a:pt x="3284" y="4706"/>
                  <a:pt x="3281" y="4723"/>
                  <a:pt x="3270" y="4723"/>
                </a:cubicBezTo>
                <a:cubicBezTo>
                  <a:pt x="3250" y="4723"/>
                  <a:pt x="3204" y="4661"/>
                  <a:pt x="3165" y="4566"/>
                </a:cubicBezTo>
                <a:cubicBezTo>
                  <a:pt x="3135" y="4493"/>
                  <a:pt x="3048" y="4294"/>
                  <a:pt x="2973" y="4127"/>
                </a:cubicBezTo>
                <a:cubicBezTo>
                  <a:pt x="2898" y="3960"/>
                  <a:pt x="2820" y="3774"/>
                  <a:pt x="2801" y="3719"/>
                </a:cubicBezTo>
                <a:cubicBezTo>
                  <a:pt x="2772" y="3638"/>
                  <a:pt x="2742" y="3617"/>
                  <a:pt x="2648" y="3615"/>
                </a:cubicBezTo>
                <a:cubicBezTo>
                  <a:pt x="2648" y="3615"/>
                  <a:pt x="2647" y="3615"/>
                  <a:pt x="2646" y="3615"/>
                </a:cubicBezTo>
                <a:cubicBezTo>
                  <a:pt x="2535" y="3615"/>
                  <a:pt x="2096" y="3803"/>
                  <a:pt x="1817" y="3972"/>
                </a:cubicBezTo>
                <a:cubicBezTo>
                  <a:pt x="1755" y="4009"/>
                  <a:pt x="1638" y="4070"/>
                  <a:pt x="1560" y="4107"/>
                </a:cubicBezTo>
                <a:lnTo>
                  <a:pt x="1416" y="4172"/>
                </a:lnTo>
                <a:lnTo>
                  <a:pt x="1705" y="3612"/>
                </a:lnTo>
                <a:cubicBezTo>
                  <a:pt x="1925" y="3185"/>
                  <a:pt x="1988" y="3033"/>
                  <a:pt x="1971" y="2966"/>
                </a:cubicBezTo>
                <a:cubicBezTo>
                  <a:pt x="1953" y="2891"/>
                  <a:pt x="1881" y="2849"/>
                  <a:pt x="1491" y="2684"/>
                </a:cubicBezTo>
                <a:cubicBezTo>
                  <a:pt x="1237" y="2577"/>
                  <a:pt x="943" y="2466"/>
                  <a:pt x="831" y="2436"/>
                </a:cubicBezTo>
                <a:cubicBezTo>
                  <a:pt x="718" y="2406"/>
                  <a:pt x="631" y="2376"/>
                  <a:pt x="635" y="2369"/>
                </a:cubicBezTo>
                <a:cubicBezTo>
                  <a:pt x="639" y="2361"/>
                  <a:pt x="744" y="2349"/>
                  <a:pt x="876" y="2342"/>
                </a:cubicBezTo>
                <a:cubicBezTo>
                  <a:pt x="1008" y="2333"/>
                  <a:pt x="1186" y="2313"/>
                  <a:pt x="1280" y="2295"/>
                </a:cubicBezTo>
                <a:cubicBezTo>
                  <a:pt x="1372" y="2277"/>
                  <a:pt x="1611" y="2255"/>
                  <a:pt x="1806" y="2248"/>
                </a:cubicBezTo>
                <a:cubicBezTo>
                  <a:pt x="2215" y="2233"/>
                  <a:pt x="2288" y="2173"/>
                  <a:pt x="2199" y="1924"/>
                </a:cubicBezTo>
                <a:cubicBezTo>
                  <a:pt x="2167" y="1834"/>
                  <a:pt x="2116" y="1642"/>
                  <a:pt x="2084" y="1494"/>
                </a:cubicBezTo>
                <a:cubicBezTo>
                  <a:pt x="2052" y="1346"/>
                  <a:pt x="2007" y="1165"/>
                  <a:pt x="1985" y="1088"/>
                </a:cubicBezTo>
                <a:cubicBezTo>
                  <a:pt x="1951" y="974"/>
                  <a:pt x="1946" y="917"/>
                  <a:pt x="1968" y="917"/>
                </a:cubicBezTo>
                <a:cubicBezTo>
                  <a:pt x="1988" y="917"/>
                  <a:pt x="2031" y="964"/>
                  <a:pt x="2094" y="1058"/>
                </a:cubicBezTo>
                <a:cubicBezTo>
                  <a:pt x="2221" y="1247"/>
                  <a:pt x="2597" y="1547"/>
                  <a:pt x="2720" y="1557"/>
                </a:cubicBezTo>
                <a:cubicBezTo>
                  <a:pt x="2721" y="1557"/>
                  <a:pt x="2723" y="1557"/>
                  <a:pt x="2724" y="1557"/>
                </a:cubicBezTo>
                <a:cubicBezTo>
                  <a:pt x="2762" y="1557"/>
                  <a:pt x="2826" y="1518"/>
                  <a:pt x="2864" y="1471"/>
                </a:cubicBezTo>
                <a:cubicBezTo>
                  <a:pt x="2905" y="1420"/>
                  <a:pt x="3110" y="1188"/>
                  <a:pt x="3321" y="953"/>
                </a:cubicBezTo>
                <a:cubicBezTo>
                  <a:pt x="3565" y="682"/>
                  <a:pt x="3659" y="586"/>
                  <a:pt x="3698" y="586"/>
                </a:cubicBezTo>
                <a:close/>
                <a:moveTo>
                  <a:pt x="3869" y="1"/>
                </a:moveTo>
                <a:cubicBezTo>
                  <a:pt x="3830" y="1"/>
                  <a:pt x="3788" y="13"/>
                  <a:pt x="3744" y="40"/>
                </a:cubicBezTo>
                <a:cubicBezTo>
                  <a:pt x="3685" y="75"/>
                  <a:pt x="3637" y="127"/>
                  <a:pt x="3641" y="153"/>
                </a:cubicBezTo>
                <a:cubicBezTo>
                  <a:pt x="3644" y="180"/>
                  <a:pt x="3525" y="344"/>
                  <a:pt x="3378" y="514"/>
                </a:cubicBezTo>
                <a:cubicBezTo>
                  <a:pt x="3230" y="685"/>
                  <a:pt x="3104" y="839"/>
                  <a:pt x="3100" y="853"/>
                </a:cubicBezTo>
                <a:cubicBezTo>
                  <a:pt x="3096" y="868"/>
                  <a:pt x="3065" y="902"/>
                  <a:pt x="3031" y="931"/>
                </a:cubicBezTo>
                <a:cubicBezTo>
                  <a:pt x="2996" y="961"/>
                  <a:pt x="2912" y="1047"/>
                  <a:pt x="2840" y="1126"/>
                </a:cubicBezTo>
                <a:cubicBezTo>
                  <a:pt x="2768" y="1207"/>
                  <a:pt x="2733" y="1240"/>
                  <a:pt x="2693" y="1240"/>
                </a:cubicBezTo>
                <a:cubicBezTo>
                  <a:pt x="2669" y="1240"/>
                  <a:pt x="2642" y="1227"/>
                  <a:pt x="2604" y="1204"/>
                </a:cubicBezTo>
                <a:cubicBezTo>
                  <a:pt x="2544" y="1168"/>
                  <a:pt x="2420" y="1035"/>
                  <a:pt x="2322" y="906"/>
                </a:cubicBezTo>
                <a:cubicBezTo>
                  <a:pt x="2060" y="557"/>
                  <a:pt x="1779" y="319"/>
                  <a:pt x="1642" y="319"/>
                </a:cubicBezTo>
                <a:cubicBezTo>
                  <a:pt x="1619" y="319"/>
                  <a:pt x="1600" y="325"/>
                  <a:pt x="1586" y="339"/>
                </a:cubicBezTo>
                <a:cubicBezTo>
                  <a:pt x="1520" y="402"/>
                  <a:pt x="1532" y="541"/>
                  <a:pt x="1629" y="834"/>
                </a:cubicBezTo>
                <a:cubicBezTo>
                  <a:pt x="1674" y="969"/>
                  <a:pt x="1734" y="1185"/>
                  <a:pt x="1759" y="1306"/>
                </a:cubicBezTo>
                <a:cubicBezTo>
                  <a:pt x="1786" y="1427"/>
                  <a:pt x="1829" y="1626"/>
                  <a:pt x="1855" y="1749"/>
                </a:cubicBezTo>
                <a:cubicBezTo>
                  <a:pt x="1885" y="1884"/>
                  <a:pt x="1884" y="1965"/>
                  <a:pt x="1854" y="1965"/>
                </a:cubicBezTo>
                <a:cubicBezTo>
                  <a:pt x="1853" y="1965"/>
                  <a:pt x="1853" y="1965"/>
                  <a:pt x="1852" y="1965"/>
                </a:cubicBezTo>
                <a:cubicBezTo>
                  <a:pt x="1845" y="1964"/>
                  <a:pt x="1834" y="1963"/>
                  <a:pt x="1821" y="1963"/>
                </a:cubicBezTo>
                <a:cubicBezTo>
                  <a:pt x="1610" y="1963"/>
                  <a:pt x="681" y="2071"/>
                  <a:pt x="409" y="2129"/>
                </a:cubicBezTo>
                <a:cubicBezTo>
                  <a:pt x="155" y="2183"/>
                  <a:pt x="89" y="2215"/>
                  <a:pt x="44" y="2308"/>
                </a:cubicBezTo>
                <a:cubicBezTo>
                  <a:pt x="1" y="2396"/>
                  <a:pt x="7" y="2435"/>
                  <a:pt x="75" y="2490"/>
                </a:cubicBezTo>
                <a:cubicBezTo>
                  <a:pt x="121" y="2530"/>
                  <a:pt x="217" y="2565"/>
                  <a:pt x="287" y="2570"/>
                </a:cubicBezTo>
                <a:cubicBezTo>
                  <a:pt x="416" y="2579"/>
                  <a:pt x="1360" y="2890"/>
                  <a:pt x="1579" y="2995"/>
                </a:cubicBezTo>
                <a:lnTo>
                  <a:pt x="1696" y="3052"/>
                </a:lnTo>
                <a:lnTo>
                  <a:pt x="1485" y="3490"/>
                </a:lnTo>
                <a:cubicBezTo>
                  <a:pt x="1367" y="3735"/>
                  <a:pt x="1206" y="4008"/>
                  <a:pt x="1123" y="4107"/>
                </a:cubicBezTo>
                <a:cubicBezTo>
                  <a:pt x="885" y="4385"/>
                  <a:pt x="822" y="4640"/>
                  <a:pt x="972" y="4714"/>
                </a:cubicBezTo>
                <a:cubicBezTo>
                  <a:pt x="975" y="4716"/>
                  <a:pt x="980" y="4717"/>
                  <a:pt x="986" y="4717"/>
                </a:cubicBezTo>
                <a:cubicBezTo>
                  <a:pt x="1068" y="4717"/>
                  <a:pt x="1360" y="4544"/>
                  <a:pt x="1397" y="4468"/>
                </a:cubicBezTo>
                <a:cubicBezTo>
                  <a:pt x="1410" y="4441"/>
                  <a:pt x="1432" y="4423"/>
                  <a:pt x="1451" y="4423"/>
                </a:cubicBezTo>
                <a:cubicBezTo>
                  <a:pt x="1455" y="4423"/>
                  <a:pt x="1459" y="4424"/>
                  <a:pt x="1462" y="4426"/>
                </a:cubicBezTo>
                <a:cubicBezTo>
                  <a:pt x="1463" y="4427"/>
                  <a:pt x="1465" y="4427"/>
                  <a:pt x="1467" y="4427"/>
                </a:cubicBezTo>
                <a:cubicBezTo>
                  <a:pt x="1527" y="4427"/>
                  <a:pt x="1979" y="4209"/>
                  <a:pt x="2391" y="3981"/>
                </a:cubicBezTo>
                <a:cubicBezTo>
                  <a:pt x="2465" y="3939"/>
                  <a:pt x="2520" y="3918"/>
                  <a:pt x="2561" y="3918"/>
                </a:cubicBezTo>
                <a:cubicBezTo>
                  <a:pt x="2615" y="3918"/>
                  <a:pt x="2645" y="3955"/>
                  <a:pt x="2663" y="4030"/>
                </a:cubicBezTo>
                <a:cubicBezTo>
                  <a:pt x="2694" y="4155"/>
                  <a:pt x="3130" y="5150"/>
                  <a:pt x="3213" y="5289"/>
                </a:cubicBezTo>
                <a:cubicBezTo>
                  <a:pt x="3268" y="5378"/>
                  <a:pt x="3303" y="5404"/>
                  <a:pt x="3377" y="5404"/>
                </a:cubicBezTo>
                <a:cubicBezTo>
                  <a:pt x="3380" y="5404"/>
                  <a:pt x="3383" y="5404"/>
                  <a:pt x="3386" y="5404"/>
                </a:cubicBezTo>
                <a:cubicBezTo>
                  <a:pt x="3516" y="5400"/>
                  <a:pt x="3542" y="5334"/>
                  <a:pt x="3535" y="5030"/>
                </a:cubicBezTo>
                <a:cubicBezTo>
                  <a:pt x="3532" y="4891"/>
                  <a:pt x="3545" y="4601"/>
                  <a:pt x="3565" y="4387"/>
                </a:cubicBezTo>
                <a:cubicBezTo>
                  <a:pt x="3584" y="4173"/>
                  <a:pt x="3600" y="3963"/>
                  <a:pt x="3602" y="3922"/>
                </a:cubicBezTo>
                <a:cubicBezTo>
                  <a:pt x="3603" y="3891"/>
                  <a:pt x="3622" y="3875"/>
                  <a:pt x="3684" y="3875"/>
                </a:cubicBezTo>
                <a:cubicBezTo>
                  <a:pt x="3747" y="3875"/>
                  <a:pt x="3856" y="3891"/>
                  <a:pt x="4036" y="3925"/>
                </a:cubicBezTo>
                <a:cubicBezTo>
                  <a:pt x="4274" y="3970"/>
                  <a:pt x="4599" y="4039"/>
                  <a:pt x="4763" y="4082"/>
                </a:cubicBezTo>
                <a:cubicBezTo>
                  <a:pt x="4875" y="4110"/>
                  <a:pt x="4970" y="4124"/>
                  <a:pt x="5047" y="4124"/>
                </a:cubicBezTo>
                <a:cubicBezTo>
                  <a:pt x="5321" y="4124"/>
                  <a:pt x="5367" y="3957"/>
                  <a:pt x="5100" y="3716"/>
                </a:cubicBezTo>
                <a:cubicBezTo>
                  <a:pt x="4789" y="3434"/>
                  <a:pt x="4192" y="2794"/>
                  <a:pt x="4213" y="2766"/>
                </a:cubicBezTo>
                <a:cubicBezTo>
                  <a:pt x="4225" y="2751"/>
                  <a:pt x="4541" y="2621"/>
                  <a:pt x="4915" y="2476"/>
                </a:cubicBezTo>
                <a:cubicBezTo>
                  <a:pt x="5288" y="2333"/>
                  <a:pt x="5604" y="2197"/>
                  <a:pt x="5616" y="2174"/>
                </a:cubicBezTo>
                <a:cubicBezTo>
                  <a:pt x="5625" y="2152"/>
                  <a:pt x="5619" y="2090"/>
                  <a:pt x="5602" y="2041"/>
                </a:cubicBezTo>
                <a:cubicBezTo>
                  <a:pt x="5560" y="1924"/>
                  <a:pt x="5215" y="1793"/>
                  <a:pt x="4700" y="1698"/>
                </a:cubicBezTo>
                <a:cubicBezTo>
                  <a:pt x="4491" y="1658"/>
                  <a:pt x="4235" y="1606"/>
                  <a:pt x="4123" y="1579"/>
                </a:cubicBezTo>
                <a:lnTo>
                  <a:pt x="3923" y="1530"/>
                </a:lnTo>
                <a:lnTo>
                  <a:pt x="3951" y="1250"/>
                </a:lnTo>
                <a:cubicBezTo>
                  <a:pt x="3966" y="1097"/>
                  <a:pt x="3980" y="862"/>
                  <a:pt x="3980" y="735"/>
                </a:cubicBezTo>
                <a:cubicBezTo>
                  <a:pt x="3981" y="607"/>
                  <a:pt x="3992" y="497"/>
                  <a:pt x="4004" y="493"/>
                </a:cubicBezTo>
                <a:cubicBezTo>
                  <a:pt x="4039" y="480"/>
                  <a:pt x="4050" y="143"/>
                  <a:pt x="4017" y="89"/>
                </a:cubicBezTo>
                <a:cubicBezTo>
                  <a:pt x="3981" y="31"/>
                  <a:pt x="3929" y="1"/>
                  <a:pt x="38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11"/>
          <p:cNvSpPr/>
          <p:nvPr/>
        </p:nvSpPr>
        <p:spPr>
          <a:xfrm>
            <a:off x="7286007" y="4130690"/>
            <a:ext cx="315628" cy="319378"/>
          </a:xfrm>
          <a:custGeom>
            <a:rect b="b" l="l" r="r" t="t"/>
            <a:pathLst>
              <a:path extrusionOk="0" h="3832" w="3787">
                <a:moveTo>
                  <a:pt x="1502" y="1"/>
                </a:moveTo>
                <a:cubicBezTo>
                  <a:pt x="1476" y="1"/>
                  <a:pt x="1453" y="18"/>
                  <a:pt x="1419" y="50"/>
                </a:cubicBezTo>
                <a:cubicBezTo>
                  <a:pt x="1318" y="145"/>
                  <a:pt x="1320" y="118"/>
                  <a:pt x="1340" y="780"/>
                </a:cubicBezTo>
                <a:lnTo>
                  <a:pt x="1355" y="1316"/>
                </a:lnTo>
                <a:lnTo>
                  <a:pt x="1115" y="1433"/>
                </a:lnTo>
                <a:cubicBezTo>
                  <a:pt x="981" y="1498"/>
                  <a:pt x="732" y="1622"/>
                  <a:pt x="555" y="1711"/>
                </a:cubicBezTo>
                <a:cubicBezTo>
                  <a:pt x="379" y="1800"/>
                  <a:pt x="209" y="1876"/>
                  <a:pt x="173" y="1883"/>
                </a:cubicBezTo>
                <a:cubicBezTo>
                  <a:pt x="68" y="1901"/>
                  <a:pt x="1" y="2060"/>
                  <a:pt x="57" y="2155"/>
                </a:cubicBezTo>
                <a:cubicBezTo>
                  <a:pt x="97" y="2223"/>
                  <a:pt x="227" y="2260"/>
                  <a:pt x="586" y="2309"/>
                </a:cubicBezTo>
                <a:cubicBezTo>
                  <a:pt x="847" y="2345"/>
                  <a:pt x="1175" y="2397"/>
                  <a:pt x="1309" y="2424"/>
                </a:cubicBezTo>
                <a:lnTo>
                  <a:pt x="1556" y="2474"/>
                </a:lnTo>
                <a:lnTo>
                  <a:pt x="1597" y="2882"/>
                </a:lnTo>
                <a:cubicBezTo>
                  <a:pt x="1619" y="3108"/>
                  <a:pt x="1648" y="3310"/>
                  <a:pt x="1662" y="3334"/>
                </a:cubicBezTo>
                <a:cubicBezTo>
                  <a:pt x="1676" y="3357"/>
                  <a:pt x="1693" y="3459"/>
                  <a:pt x="1699" y="3564"/>
                </a:cubicBezTo>
                <a:cubicBezTo>
                  <a:pt x="1710" y="3742"/>
                  <a:pt x="1763" y="3832"/>
                  <a:pt x="1840" y="3832"/>
                </a:cubicBezTo>
                <a:cubicBezTo>
                  <a:pt x="1910" y="3832"/>
                  <a:pt x="2001" y="3757"/>
                  <a:pt x="2101" y="3605"/>
                </a:cubicBezTo>
                <a:cubicBezTo>
                  <a:pt x="2176" y="3490"/>
                  <a:pt x="2247" y="3391"/>
                  <a:pt x="2261" y="3384"/>
                </a:cubicBezTo>
                <a:cubicBezTo>
                  <a:pt x="2274" y="3375"/>
                  <a:pt x="2348" y="3273"/>
                  <a:pt x="2422" y="3157"/>
                </a:cubicBezTo>
                <a:cubicBezTo>
                  <a:pt x="2675" y="2768"/>
                  <a:pt x="2687" y="2761"/>
                  <a:pt x="3103" y="2742"/>
                </a:cubicBezTo>
                <a:cubicBezTo>
                  <a:pt x="3391" y="2729"/>
                  <a:pt x="3500" y="2705"/>
                  <a:pt x="3564" y="2641"/>
                </a:cubicBezTo>
                <a:cubicBezTo>
                  <a:pt x="3671" y="2536"/>
                  <a:pt x="3663" y="2511"/>
                  <a:pt x="3341" y="2023"/>
                </a:cubicBezTo>
                <a:lnTo>
                  <a:pt x="3078" y="1624"/>
                </a:lnTo>
                <a:lnTo>
                  <a:pt x="3396" y="1145"/>
                </a:lnTo>
                <a:cubicBezTo>
                  <a:pt x="3569" y="882"/>
                  <a:pt x="3726" y="628"/>
                  <a:pt x="3742" y="585"/>
                </a:cubicBezTo>
                <a:cubicBezTo>
                  <a:pt x="3787" y="460"/>
                  <a:pt x="3750" y="347"/>
                  <a:pt x="3657" y="323"/>
                </a:cubicBezTo>
                <a:cubicBezTo>
                  <a:pt x="3640" y="319"/>
                  <a:pt x="3617" y="317"/>
                  <a:pt x="3590" y="317"/>
                </a:cubicBezTo>
                <a:cubicBezTo>
                  <a:pt x="3469" y="317"/>
                  <a:pt x="3278" y="359"/>
                  <a:pt x="3223" y="404"/>
                </a:cubicBezTo>
                <a:cubicBezTo>
                  <a:pt x="3198" y="425"/>
                  <a:pt x="3148" y="447"/>
                  <a:pt x="3108" y="453"/>
                </a:cubicBezTo>
                <a:cubicBezTo>
                  <a:pt x="3071" y="461"/>
                  <a:pt x="2911" y="519"/>
                  <a:pt x="2757" y="582"/>
                </a:cubicBezTo>
                <a:cubicBezTo>
                  <a:pt x="2507" y="684"/>
                  <a:pt x="2474" y="708"/>
                  <a:pt x="2465" y="789"/>
                </a:cubicBezTo>
                <a:cubicBezTo>
                  <a:pt x="2457" y="867"/>
                  <a:pt x="2458" y="910"/>
                  <a:pt x="2526" y="910"/>
                </a:cubicBezTo>
                <a:cubicBezTo>
                  <a:pt x="2611" y="910"/>
                  <a:pt x="2800" y="844"/>
                  <a:pt x="3206" y="697"/>
                </a:cubicBezTo>
                <a:lnTo>
                  <a:pt x="3390" y="631"/>
                </a:lnTo>
                <a:lnTo>
                  <a:pt x="3138" y="1010"/>
                </a:lnTo>
                <a:cubicBezTo>
                  <a:pt x="2999" y="1219"/>
                  <a:pt x="2855" y="1425"/>
                  <a:pt x="2818" y="1466"/>
                </a:cubicBezTo>
                <a:cubicBezTo>
                  <a:pt x="2728" y="1566"/>
                  <a:pt x="2765" y="1663"/>
                  <a:pt x="3055" y="2069"/>
                </a:cubicBezTo>
                <a:cubicBezTo>
                  <a:pt x="3191" y="2261"/>
                  <a:pt x="3291" y="2419"/>
                  <a:pt x="3280" y="2424"/>
                </a:cubicBezTo>
                <a:cubicBezTo>
                  <a:pt x="3269" y="2431"/>
                  <a:pt x="3132" y="2445"/>
                  <a:pt x="2972" y="2458"/>
                </a:cubicBezTo>
                <a:cubicBezTo>
                  <a:pt x="2812" y="2470"/>
                  <a:pt x="2640" y="2507"/>
                  <a:pt x="2586" y="2540"/>
                </a:cubicBezTo>
                <a:cubicBezTo>
                  <a:pt x="2531" y="2572"/>
                  <a:pt x="2397" y="2729"/>
                  <a:pt x="2289" y="2885"/>
                </a:cubicBezTo>
                <a:cubicBezTo>
                  <a:pt x="2081" y="3186"/>
                  <a:pt x="2002" y="3288"/>
                  <a:pt x="1956" y="3288"/>
                </a:cubicBezTo>
                <a:cubicBezTo>
                  <a:pt x="1940" y="3288"/>
                  <a:pt x="1929" y="3277"/>
                  <a:pt x="1917" y="3258"/>
                </a:cubicBezTo>
                <a:cubicBezTo>
                  <a:pt x="1897" y="3222"/>
                  <a:pt x="1867" y="2977"/>
                  <a:pt x="1852" y="2709"/>
                </a:cubicBezTo>
                <a:lnTo>
                  <a:pt x="1823" y="2224"/>
                </a:lnTo>
                <a:lnTo>
                  <a:pt x="1540" y="2165"/>
                </a:lnTo>
                <a:cubicBezTo>
                  <a:pt x="1385" y="2133"/>
                  <a:pt x="1101" y="2086"/>
                  <a:pt x="914" y="2061"/>
                </a:cubicBezTo>
                <a:cubicBezTo>
                  <a:pt x="728" y="2037"/>
                  <a:pt x="574" y="2010"/>
                  <a:pt x="578" y="2002"/>
                </a:cubicBezTo>
                <a:cubicBezTo>
                  <a:pt x="594" y="1963"/>
                  <a:pt x="1411" y="1586"/>
                  <a:pt x="1504" y="1574"/>
                </a:cubicBezTo>
                <a:cubicBezTo>
                  <a:pt x="1648" y="1556"/>
                  <a:pt x="1667" y="1508"/>
                  <a:pt x="1636" y="1249"/>
                </a:cubicBezTo>
                <a:cubicBezTo>
                  <a:pt x="1621" y="1134"/>
                  <a:pt x="1616" y="940"/>
                  <a:pt x="1623" y="826"/>
                </a:cubicBezTo>
                <a:cubicBezTo>
                  <a:pt x="1631" y="712"/>
                  <a:pt x="1627" y="567"/>
                  <a:pt x="1612" y="506"/>
                </a:cubicBezTo>
                <a:cubicBezTo>
                  <a:pt x="1600" y="456"/>
                  <a:pt x="1596" y="431"/>
                  <a:pt x="1606" y="431"/>
                </a:cubicBezTo>
                <a:cubicBezTo>
                  <a:pt x="1618" y="431"/>
                  <a:pt x="1646" y="462"/>
                  <a:pt x="1704" y="526"/>
                </a:cubicBezTo>
                <a:cubicBezTo>
                  <a:pt x="1768" y="599"/>
                  <a:pt x="1872" y="745"/>
                  <a:pt x="1939" y="854"/>
                </a:cubicBezTo>
                <a:cubicBezTo>
                  <a:pt x="2016" y="982"/>
                  <a:pt x="2045" y="1030"/>
                  <a:pt x="2129" y="1030"/>
                </a:cubicBezTo>
                <a:cubicBezTo>
                  <a:pt x="2179" y="1030"/>
                  <a:pt x="2248" y="1013"/>
                  <a:pt x="2359" y="985"/>
                </a:cubicBezTo>
                <a:cubicBezTo>
                  <a:pt x="2439" y="966"/>
                  <a:pt x="2449" y="943"/>
                  <a:pt x="2421" y="849"/>
                </a:cubicBezTo>
                <a:cubicBezTo>
                  <a:pt x="2398" y="768"/>
                  <a:pt x="2357" y="733"/>
                  <a:pt x="2282" y="733"/>
                </a:cubicBezTo>
                <a:cubicBezTo>
                  <a:pt x="2260" y="733"/>
                  <a:pt x="2236" y="735"/>
                  <a:pt x="2209" y="741"/>
                </a:cubicBezTo>
                <a:cubicBezTo>
                  <a:pt x="2209" y="741"/>
                  <a:pt x="2208" y="741"/>
                  <a:pt x="2208" y="741"/>
                </a:cubicBezTo>
                <a:cubicBezTo>
                  <a:pt x="2187" y="741"/>
                  <a:pt x="2094" y="632"/>
                  <a:pt x="2003" y="498"/>
                </a:cubicBezTo>
                <a:cubicBezTo>
                  <a:pt x="1909" y="363"/>
                  <a:pt x="1756" y="185"/>
                  <a:pt x="1668" y="109"/>
                </a:cubicBezTo>
                <a:cubicBezTo>
                  <a:pt x="1581" y="34"/>
                  <a:pt x="1538" y="1"/>
                  <a:pt x="15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1"/>
          <p:cNvSpPr/>
          <p:nvPr/>
        </p:nvSpPr>
        <p:spPr>
          <a:xfrm rot="2885595">
            <a:off x="7428077" y="850993"/>
            <a:ext cx="718914" cy="591756"/>
          </a:xfrm>
          <a:custGeom>
            <a:rect b="b" l="l" r="r" t="t"/>
            <a:pathLst>
              <a:path extrusionOk="0" h="9258" w="11248">
                <a:moveTo>
                  <a:pt x="5937" y="3388"/>
                </a:moveTo>
                <a:cubicBezTo>
                  <a:pt x="6793" y="3388"/>
                  <a:pt x="7627" y="3826"/>
                  <a:pt x="8094" y="4613"/>
                </a:cubicBezTo>
                <a:cubicBezTo>
                  <a:pt x="8122" y="4659"/>
                  <a:pt x="8149" y="4707"/>
                  <a:pt x="8173" y="4756"/>
                </a:cubicBezTo>
                <a:lnTo>
                  <a:pt x="7540" y="5109"/>
                </a:lnTo>
                <a:cubicBezTo>
                  <a:pt x="7519" y="5066"/>
                  <a:pt x="7496" y="5023"/>
                  <a:pt x="7472" y="4983"/>
                </a:cubicBezTo>
                <a:cubicBezTo>
                  <a:pt x="7159" y="4455"/>
                  <a:pt x="6768" y="4186"/>
                  <a:pt x="6242" y="4138"/>
                </a:cubicBezTo>
                <a:cubicBezTo>
                  <a:pt x="6180" y="4132"/>
                  <a:pt x="6113" y="4129"/>
                  <a:pt x="6043" y="4129"/>
                </a:cubicBezTo>
                <a:cubicBezTo>
                  <a:pt x="5710" y="4129"/>
                  <a:pt x="5311" y="4196"/>
                  <a:pt x="5033" y="4361"/>
                </a:cubicBezTo>
                <a:cubicBezTo>
                  <a:pt x="4625" y="4603"/>
                  <a:pt x="4335" y="4990"/>
                  <a:pt x="4218" y="5452"/>
                </a:cubicBezTo>
                <a:cubicBezTo>
                  <a:pt x="4100" y="5913"/>
                  <a:pt x="4170" y="6392"/>
                  <a:pt x="4412" y="6800"/>
                </a:cubicBezTo>
                <a:cubicBezTo>
                  <a:pt x="4454" y="6871"/>
                  <a:pt x="4502" y="6940"/>
                  <a:pt x="4555" y="7005"/>
                </a:cubicBezTo>
                <a:lnTo>
                  <a:pt x="3914" y="7361"/>
                </a:lnTo>
                <a:cubicBezTo>
                  <a:pt x="3869" y="7299"/>
                  <a:pt x="3828" y="7235"/>
                  <a:pt x="3788" y="7169"/>
                </a:cubicBezTo>
                <a:cubicBezTo>
                  <a:pt x="3524" y="6725"/>
                  <a:pt x="3517" y="6183"/>
                  <a:pt x="3545" y="5711"/>
                </a:cubicBezTo>
                <a:cubicBezTo>
                  <a:pt x="3582" y="5093"/>
                  <a:pt x="3805" y="4249"/>
                  <a:pt x="4663" y="3738"/>
                </a:cubicBezTo>
                <a:cubicBezTo>
                  <a:pt x="5063" y="3501"/>
                  <a:pt x="5503" y="3388"/>
                  <a:pt x="5937" y="3388"/>
                </a:cubicBezTo>
                <a:close/>
                <a:moveTo>
                  <a:pt x="6046" y="2426"/>
                </a:moveTo>
                <a:cubicBezTo>
                  <a:pt x="6333" y="2426"/>
                  <a:pt x="6616" y="2450"/>
                  <a:pt x="6875" y="2498"/>
                </a:cubicBezTo>
                <a:cubicBezTo>
                  <a:pt x="7789" y="2666"/>
                  <a:pt x="8396" y="3128"/>
                  <a:pt x="8969" y="4093"/>
                </a:cubicBezTo>
                <a:cubicBezTo>
                  <a:pt x="9004" y="4150"/>
                  <a:pt x="9034" y="4206"/>
                  <a:pt x="9063" y="4260"/>
                </a:cubicBezTo>
                <a:lnTo>
                  <a:pt x="8392" y="4634"/>
                </a:lnTo>
                <a:cubicBezTo>
                  <a:pt x="8367" y="4584"/>
                  <a:pt x="8339" y="4534"/>
                  <a:pt x="8310" y="4485"/>
                </a:cubicBezTo>
                <a:cubicBezTo>
                  <a:pt x="7854" y="3716"/>
                  <a:pt x="6836" y="3250"/>
                  <a:pt x="6084" y="3142"/>
                </a:cubicBezTo>
                <a:cubicBezTo>
                  <a:pt x="5965" y="3125"/>
                  <a:pt x="5854" y="3117"/>
                  <a:pt x="5750" y="3117"/>
                </a:cubicBezTo>
                <a:cubicBezTo>
                  <a:pt x="5311" y="3117"/>
                  <a:pt x="4974" y="3263"/>
                  <a:pt x="4535" y="3522"/>
                </a:cubicBezTo>
                <a:cubicBezTo>
                  <a:pt x="3904" y="3898"/>
                  <a:pt x="3455" y="4498"/>
                  <a:pt x="3273" y="5211"/>
                </a:cubicBezTo>
                <a:cubicBezTo>
                  <a:pt x="3092" y="5925"/>
                  <a:pt x="3198" y="6666"/>
                  <a:pt x="3573" y="7298"/>
                </a:cubicBezTo>
                <a:cubicBezTo>
                  <a:pt x="3612" y="7363"/>
                  <a:pt x="3652" y="7425"/>
                  <a:pt x="3694" y="7483"/>
                </a:cubicBezTo>
                <a:lnTo>
                  <a:pt x="3020" y="7856"/>
                </a:lnTo>
                <a:cubicBezTo>
                  <a:pt x="2985" y="7804"/>
                  <a:pt x="2950" y="7748"/>
                  <a:pt x="2914" y="7689"/>
                </a:cubicBezTo>
                <a:cubicBezTo>
                  <a:pt x="2435" y="6881"/>
                  <a:pt x="2298" y="5934"/>
                  <a:pt x="2531" y="5022"/>
                </a:cubicBezTo>
                <a:cubicBezTo>
                  <a:pt x="2764" y="4110"/>
                  <a:pt x="3336" y="3343"/>
                  <a:pt x="4144" y="2863"/>
                </a:cubicBezTo>
                <a:cubicBezTo>
                  <a:pt x="4493" y="2656"/>
                  <a:pt x="4959" y="2515"/>
                  <a:pt x="5489" y="2456"/>
                </a:cubicBezTo>
                <a:cubicBezTo>
                  <a:pt x="5673" y="2436"/>
                  <a:pt x="5860" y="2426"/>
                  <a:pt x="6046" y="2426"/>
                </a:cubicBezTo>
                <a:close/>
                <a:moveTo>
                  <a:pt x="6085" y="1484"/>
                </a:moveTo>
                <a:cubicBezTo>
                  <a:pt x="6298" y="1484"/>
                  <a:pt x="6540" y="1490"/>
                  <a:pt x="6804" y="1507"/>
                </a:cubicBezTo>
                <a:lnTo>
                  <a:pt x="6819" y="1509"/>
                </a:lnTo>
                <a:cubicBezTo>
                  <a:pt x="7235" y="1535"/>
                  <a:pt x="7871" y="1773"/>
                  <a:pt x="8436" y="2116"/>
                </a:cubicBezTo>
                <a:cubicBezTo>
                  <a:pt x="9116" y="2526"/>
                  <a:pt x="9627" y="3034"/>
                  <a:pt x="9879" y="3548"/>
                </a:cubicBezTo>
                <a:cubicBezTo>
                  <a:pt x="9905" y="3599"/>
                  <a:pt x="9933" y="3648"/>
                  <a:pt x="9961" y="3696"/>
                </a:cubicBezTo>
                <a:cubicBezTo>
                  <a:pt x="9970" y="3712"/>
                  <a:pt x="9980" y="3728"/>
                  <a:pt x="9988" y="3746"/>
                </a:cubicBezTo>
                <a:lnTo>
                  <a:pt x="9282" y="4139"/>
                </a:lnTo>
                <a:cubicBezTo>
                  <a:pt x="9252" y="4081"/>
                  <a:pt x="9220" y="4023"/>
                  <a:pt x="9186" y="3965"/>
                </a:cubicBezTo>
                <a:cubicBezTo>
                  <a:pt x="8481" y="2779"/>
                  <a:pt x="7224" y="2119"/>
                  <a:pt x="5936" y="2119"/>
                </a:cubicBezTo>
                <a:cubicBezTo>
                  <a:pt x="5281" y="2119"/>
                  <a:pt x="4618" y="2290"/>
                  <a:pt x="4016" y="2647"/>
                </a:cubicBezTo>
                <a:cubicBezTo>
                  <a:pt x="3471" y="2970"/>
                  <a:pt x="3158" y="3216"/>
                  <a:pt x="2844" y="3737"/>
                </a:cubicBezTo>
                <a:cubicBezTo>
                  <a:pt x="2494" y="4320"/>
                  <a:pt x="2279" y="5033"/>
                  <a:pt x="2237" y="5743"/>
                </a:cubicBezTo>
                <a:cubicBezTo>
                  <a:pt x="2192" y="6517"/>
                  <a:pt x="2351" y="7234"/>
                  <a:pt x="2699" y="7817"/>
                </a:cubicBezTo>
                <a:cubicBezTo>
                  <a:pt x="2732" y="7873"/>
                  <a:pt x="2766" y="7927"/>
                  <a:pt x="2800" y="7978"/>
                </a:cubicBezTo>
                <a:lnTo>
                  <a:pt x="2090" y="8372"/>
                </a:lnTo>
                <a:cubicBezTo>
                  <a:pt x="2060" y="8325"/>
                  <a:pt x="2031" y="8278"/>
                  <a:pt x="2002" y="8230"/>
                </a:cubicBezTo>
                <a:cubicBezTo>
                  <a:pt x="1687" y="7699"/>
                  <a:pt x="1485" y="7122"/>
                  <a:pt x="1403" y="6515"/>
                </a:cubicBezTo>
                <a:cubicBezTo>
                  <a:pt x="1323" y="5927"/>
                  <a:pt x="1357" y="5337"/>
                  <a:pt x="1504" y="4760"/>
                </a:cubicBezTo>
                <a:cubicBezTo>
                  <a:pt x="1651" y="4184"/>
                  <a:pt x="1904" y="3649"/>
                  <a:pt x="2254" y="3172"/>
                </a:cubicBezTo>
                <a:cubicBezTo>
                  <a:pt x="2618" y="2678"/>
                  <a:pt x="3071" y="2267"/>
                  <a:pt x="3602" y="1952"/>
                </a:cubicBezTo>
                <a:cubicBezTo>
                  <a:pt x="4019" y="1705"/>
                  <a:pt x="4648" y="1553"/>
                  <a:pt x="5471" y="1502"/>
                </a:cubicBezTo>
                <a:cubicBezTo>
                  <a:pt x="5629" y="1492"/>
                  <a:pt x="5837" y="1484"/>
                  <a:pt x="6085" y="1484"/>
                </a:cubicBezTo>
                <a:close/>
                <a:moveTo>
                  <a:pt x="5917" y="242"/>
                </a:moveTo>
                <a:cubicBezTo>
                  <a:pt x="6363" y="242"/>
                  <a:pt x="6810" y="298"/>
                  <a:pt x="7249" y="410"/>
                </a:cubicBezTo>
                <a:cubicBezTo>
                  <a:pt x="8655" y="771"/>
                  <a:pt x="9854" y="1683"/>
                  <a:pt x="10623" y="2977"/>
                </a:cubicBezTo>
                <a:cubicBezTo>
                  <a:pt x="10653" y="3029"/>
                  <a:pt x="10720" y="3082"/>
                  <a:pt x="10792" y="3139"/>
                </a:cubicBezTo>
                <a:cubicBezTo>
                  <a:pt x="10832" y="3170"/>
                  <a:pt x="10875" y="3204"/>
                  <a:pt x="10906" y="3235"/>
                </a:cubicBezTo>
                <a:lnTo>
                  <a:pt x="10209" y="3623"/>
                </a:lnTo>
                <a:cubicBezTo>
                  <a:pt x="10173" y="3556"/>
                  <a:pt x="10136" y="3489"/>
                  <a:pt x="10096" y="3424"/>
                </a:cubicBezTo>
                <a:cubicBezTo>
                  <a:pt x="9765" y="2866"/>
                  <a:pt x="9337" y="2395"/>
                  <a:pt x="8822" y="2025"/>
                </a:cubicBezTo>
                <a:cubicBezTo>
                  <a:pt x="8329" y="1670"/>
                  <a:pt x="7772" y="1417"/>
                  <a:pt x="7166" y="1271"/>
                </a:cubicBezTo>
                <a:cubicBezTo>
                  <a:pt x="6776" y="1178"/>
                  <a:pt x="6375" y="1131"/>
                  <a:pt x="5971" y="1131"/>
                </a:cubicBezTo>
                <a:cubicBezTo>
                  <a:pt x="5125" y="1131"/>
                  <a:pt x="4269" y="1335"/>
                  <a:pt x="3477" y="1734"/>
                </a:cubicBezTo>
                <a:cubicBezTo>
                  <a:pt x="2915" y="2018"/>
                  <a:pt x="2337" y="2672"/>
                  <a:pt x="2044" y="3037"/>
                </a:cubicBezTo>
                <a:cubicBezTo>
                  <a:pt x="1441" y="3785"/>
                  <a:pt x="1099" y="4673"/>
                  <a:pt x="1057" y="5603"/>
                </a:cubicBezTo>
                <a:cubicBezTo>
                  <a:pt x="1013" y="6530"/>
                  <a:pt x="1266" y="7482"/>
                  <a:pt x="1786" y="8358"/>
                </a:cubicBezTo>
                <a:cubicBezTo>
                  <a:pt x="1813" y="8404"/>
                  <a:pt x="1841" y="8449"/>
                  <a:pt x="1870" y="8494"/>
                </a:cubicBezTo>
                <a:lnTo>
                  <a:pt x="1389" y="8761"/>
                </a:lnTo>
                <a:lnTo>
                  <a:pt x="1382" y="8764"/>
                </a:lnTo>
                <a:lnTo>
                  <a:pt x="1200" y="8946"/>
                </a:lnTo>
                <a:cubicBezTo>
                  <a:pt x="1163" y="8890"/>
                  <a:pt x="1127" y="8832"/>
                  <a:pt x="1091" y="8771"/>
                </a:cubicBezTo>
                <a:cubicBezTo>
                  <a:pt x="630" y="7996"/>
                  <a:pt x="373" y="7183"/>
                  <a:pt x="325" y="6354"/>
                </a:cubicBezTo>
                <a:cubicBezTo>
                  <a:pt x="279" y="5560"/>
                  <a:pt x="425" y="4745"/>
                  <a:pt x="761" y="3938"/>
                </a:cubicBezTo>
                <a:cubicBezTo>
                  <a:pt x="1075" y="3179"/>
                  <a:pt x="1792" y="1794"/>
                  <a:pt x="3061" y="1041"/>
                </a:cubicBezTo>
                <a:cubicBezTo>
                  <a:pt x="3950" y="513"/>
                  <a:pt x="4932" y="242"/>
                  <a:pt x="5917" y="242"/>
                </a:cubicBezTo>
                <a:close/>
                <a:moveTo>
                  <a:pt x="5928" y="0"/>
                </a:moveTo>
                <a:cubicBezTo>
                  <a:pt x="4873" y="0"/>
                  <a:pt x="3844" y="283"/>
                  <a:pt x="2932" y="825"/>
                </a:cubicBezTo>
                <a:cubicBezTo>
                  <a:pt x="2250" y="1230"/>
                  <a:pt x="1667" y="1759"/>
                  <a:pt x="1199" y="2394"/>
                </a:cubicBezTo>
                <a:cubicBezTo>
                  <a:pt x="747" y="3007"/>
                  <a:pt x="422" y="3695"/>
                  <a:pt x="233" y="4437"/>
                </a:cubicBezTo>
                <a:cubicBezTo>
                  <a:pt x="44" y="5179"/>
                  <a:pt x="0" y="5938"/>
                  <a:pt x="104" y="6693"/>
                </a:cubicBezTo>
                <a:cubicBezTo>
                  <a:pt x="209" y="7474"/>
                  <a:pt x="469" y="8217"/>
                  <a:pt x="875" y="8900"/>
                </a:cubicBezTo>
                <a:cubicBezTo>
                  <a:pt x="922" y="8980"/>
                  <a:pt x="970" y="9056"/>
                  <a:pt x="1017" y="9128"/>
                </a:cubicBezTo>
                <a:lnTo>
                  <a:pt x="1042" y="9164"/>
                </a:lnTo>
                <a:cubicBezTo>
                  <a:pt x="1069" y="9206"/>
                  <a:pt x="1125" y="9211"/>
                  <a:pt x="1179" y="9214"/>
                </a:cubicBezTo>
                <a:cubicBezTo>
                  <a:pt x="1198" y="9216"/>
                  <a:pt x="1227" y="9218"/>
                  <a:pt x="1239" y="9223"/>
                </a:cubicBezTo>
                <a:lnTo>
                  <a:pt x="1264" y="9258"/>
                </a:lnTo>
                <a:lnTo>
                  <a:pt x="1513" y="9109"/>
                </a:lnTo>
                <a:lnTo>
                  <a:pt x="2067" y="8780"/>
                </a:lnTo>
                <a:lnTo>
                  <a:pt x="2244" y="8676"/>
                </a:lnTo>
                <a:lnTo>
                  <a:pt x="3149" y="8138"/>
                </a:lnTo>
                <a:lnTo>
                  <a:pt x="3205" y="8105"/>
                </a:lnTo>
                <a:lnTo>
                  <a:pt x="4735" y="7197"/>
                </a:lnTo>
                <a:lnTo>
                  <a:pt x="4898" y="7100"/>
                </a:lnTo>
                <a:lnTo>
                  <a:pt x="4959" y="7064"/>
                </a:lnTo>
                <a:lnTo>
                  <a:pt x="4907" y="7015"/>
                </a:lnTo>
                <a:cubicBezTo>
                  <a:pt x="4900" y="7009"/>
                  <a:pt x="4894" y="7003"/>
                  <a:pt x="4887" y="6997"/>
                </a:cubicBezTo>
                <a:cubicBezTo>
                  <a:pt x="4856" y="6968"/>
                  <a:pt x="4830" y="6941"/>
                  <a:pt x="4806" y="6913"/>
                </a:cubicBezTo>
                <a:cubicBezTo>
                  <a:pt x="4777" y="6881"/>
                  <a:pt x="4758" y="6802"/>
                  <a:pt x="4741" y="6732"/>
                </a:cubicBezTo>
                <a:cubicBezTo>
                  <a:pt x="4725" y="6663"/>
                  <a:pt x="4709" y="6597"/>
                  <a:pt x="4680" y="6549"/>
                </a:cubicBezTo>
                <a:cubicBezTo>
                  <a:pt x="4471" y="6196"/>
                  <a:pt x="4402" y="5807"/>
                  <a:pt x="4488" y="5452"/>
                </a:cubicBezTo>
                <a:cubicBezTo>
                  <a:pt x="4574" y="5089"/>
                  <a:pt x="4807" y="4786"/>
                  <a:pt x="5161" y="4577"/>
                </a:cubicBezTo>
                <a:cubicBezTo>
                  <a:pt x="5405" y="4432"/>
                  <a:pt x="5674" y="4363"/>
                  <a:pt x="5939" y="4363"/>
                </a:cubicBezTo>
                <a:cubicBezTo>
                  <a:pt x="6461" y="4363"/>
                  <a:pt x="6970" y="4630"/>
                  <a:pt x="7256" y="5111"/>
                </a:cubicBezTo>
                <a:cubicBezTo>
                  <a:pt x="7307" y="5196"/>
                  <a:pt x="7350" y="5288"/>
                  <a:pt x="7383" y="5383"/>
                </a:cubicBezTo>
                <a:cubicBezTo>
                  <a:pt x="7388" y="5397"/>
                  <a:pt x="7394" y="5412"/>
                  <a:pt x="7398" y="5427"/>
                </a:cubicBezTo>
                <a:cubicBezTo>
                  <a:pt x="7410" y="5467"/>
                  <a:pt x="7420" y="5502"/>
                  <a:pt x="7425" y="5520"/>
                </a:cubicBezTo>
                <a:lnTo>
                  <a:pt x="7442" y="5589"/>
                </a:lnTo>
                <a:lnTo>
                  <a:pt x="7499" y="5555"/>
                </a:lnTo>
                <a:lnTo>
                  <a:pt x="8310" y="5073"/>
                </a:lnTo>
                <a:lnTo>
                  <a:pt x="8481" y="4972"/>
                </a:lnTo>
                <a:lnTo>
                  <a:pt x="9229" y="4529"/>
                </a:lnTo>
                <a:lnTo>
                  <a:pt x="9416" y="4418"/>
                </a:lnTo>
                <a:lnTo>
                  <a:pt x="10116" y="4002"/>
                </a:lnTo>
                <a:lnTo>
                  <a:pt x="10243" y="3926"/>
                </a:lnTo>
                <a:lnTo>
                  <a:pt x="11248" y="3330"/>
                </a:lnTo>
                <a:lnTo>
                  <a:pt x="11227" y="3285"/>
                </a:lnTo>
                <a:cubicBezTo>
                  <a:pt x="11206" y="3242"/>
                  <a:pt x="11184" y="3199"/>
                  <a:pt x="11161" y="3156"/>
                </a:cubicBezTo>
                <a:cubicBezTo>
                  <a:pt x="11161" y="3156"/>
                  <a:pt x="11161" y="3155"/>
                  <a:pt x="11161" y="3155"/>
                </a:cubicBezTo>
                <a:lnTo>
                  <a:pt x="11136" y="3107"/>
                </a:lnTo>
                <a:cubicBezTo>
                  <a:pt x="11096" y="3035"/>
                  <a:pt x="11055" y="2959"/>
                  <a:pt x="11009" y="2882"/>
                </a:cubicBezTo>
                <a:cubicBezTo>
                  <a:pt x="10001" y="1187"/>
                  <a:pt x="8219" y="112"/>
                  <a:pt x="6242" y="9"/>
                </a:cubicBezTo>
                <a:cubicBezTo>
                  <a:pt x="6137" y="3"/>
                  <a:pt x="6032" y="0"/>
                  <a:pt x="5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11"/>
          <p:cNvSpPr/>
          <p:nvPr/>
        </p:nvSpPr>
        <p:spPr>
          <a:xfrm>
            <a:off x="1242749" y="3537563"/>
            <a:ext cx="608906" cy="257327"/>
          </a:xfrm>
          <a:custGeom>
            <a:rect b="b" l="l" r="r" t="t"/>
            <a:pathLst>
              <a:path extrusionOk="0" h="3171" w="7503">
                <a:moveTo>
                  <a:pt x="320" y="2560"/>
                </a:moveTo>
                <a:cubicBezTo>
                  <a:pt x="327" y="2630"/>
                  <a:pt x="337" y="2702"/>
                  <a:pt x="348" y="2773"/>
                </a:cubicBezTo>
                <a:lnTo>
                  <a:pt x="348" y="2773"/>
                </a:lnTo>
                <a:cubicBezTo>
                  <a:pt x="341" y="2721"/>
                  <a:pt x="325" y="2595"/>
                  <a:pt x="320" y="2560"/>
                </a:cubicBezTo>
                <a:close/>
                <a:moveTo>
                  <a:pt x="348" y="2773"/>
                </a:moveTo>
                <a:cubicBezTo>
                  <a:pt x="350" y="2787"/>
                  <a:pt x="351" y="2796"/>
                  <a:pt x="351" y="2796"/>
                </a:cubicBezTo>
                <a:cubicBezTo>
                  <a:pt x="351" y="2796"/>
                  <a:pt x="351" y="2796"/>
                  <a:pt x="351" y="2796"/>
                </a:cubicBezTo>
                <a:lnTo>
                  <a:pt x="351" y="2792"/>
                </a:lnTo>
                <a:cubicBezTo>
                  <a:pt x="350" y="2786"/>
                  <a:pt x="349" y="2779"/>
                  <a:pt x="348" y="2773"/>
                </a:cubicBezTo>
                <a:close/>
                <a:moveTo>
                  <a:pt x="3055" y="307"/>
                </a:moveTo>
                <a:cubicBezTo>
                  <a:pt x="3305" y="307"/>
                  <a:pt x="3388" y="390"/>
                  <a:pt x="3604" y="624"/>
                </a:cubicBezTo>
                <a:cubicBezTo>
                  <a:pt x="3826" y="864"/>
                  <a:pt x="4182" y="1235"/>
                  <a:pt x="4145" y="1518"/>
                </a:cubicBezTo>
                <a:cubicBezTo>
                  <a:pt x="4136" y="1583"/>
                  <a:pt x="4169" y="1646"/>
                  <a:pt x="4228" y="1676"/>
                </a:cubicBezTo>
                <a:cubicBezTo>
                  <a:pt x="4234" y="1679"/>
                  <a:pt x="4241" y="1681"/>
                  <a:pt x="4249" y="1681"/>
                </a:cubicBezTo>
                <a:cubicBezTo>
                  <a:pt x="4308" y="1681"/>
                  <a:pt x="4393" y="1583"/>
                  <a:pt x="4435" y="1542"/>
                </a:cubicBezTo>
                <a:cubicBezTo>
                  <a:pt x="4550" y="1431"/>
                  <a:pt x="4694" y="1388"/>
                  <a:pt x="4846" y="1388"/>
                </a:cubicBezTo>
                <a:cubicBezTo>
                  <a:pt x="4982" y="1388"/>
                  <a:pt x="5124" y="1423"/>
                  <a:pt x="5258" y="1473"/>
                </a:cubicBezTo>
                <a:cubicBezTo>
                  <a:pt x="5542" y="1581"/>
                  <a:pt x="5665" y="1859"/>
                  <a:pt x="5689" y="2161"/>
                </a:cubicBezTo>
                <a:cubicBezTo>
                  <a:pt x="5695" y="2222"/>
                  <a:pt x="5828" y="2283"/>
                  <a:pt x="5886" y="2302"/>
                </a:cubicBezTo>
                <a:cubicBezTo>
                  <a:pt x="5891" y="2304"/>
                  <a:pt x="5895" y="2304"/>
                  <a:pt x="5899" y="2304"/>
                </a:cubicBezTo>
                <a:cubicBezTo>
                  <a:pt x="5947" y="2304"/>
                  <a:pt x="5969" y="2202"/>
                  <a:pt x="6008" y="2161"/>
                </a:cubicBezTo>
                <a:cubicBezTo>
                  <a:pt x="6096" y="2066"/>
                  <a:pt x="6225" y="2026"/>
                  <a:pt x="6363" y="2026"/>
                </a:cubicBezTo>
                <a:cubicBezTo>
                  <a:pt x="6533" y="2026"/>
                  <a:pt x="6716" y="2087"/>
                  <a:pt x="6846" y="2180"/>
                </a:cubicBezTo>
                <a:cubicBezTo>
                  <a:pt x="7028" y="2311"/>
                  <a:pt x="7277" y="2694"/>
                  <a:pt x="7064" y="2791"/>
                </a:cubicBezTo>
                <a:cubicBezTo>
                  <a:pt x="6666" y="2974"/>
                  <a:pt x="5468" y="3007"/>
                  <a:pt x="4636" y="3007"/>
                </a:cubicBezTo>
                <a:cubicBezTo>
                  <a:pt x="4159" y="3007"/>
                  <a:pt x="3803" y="2996"/>
                  <a:pt x="3787" y="2996"/>
                </a:cubicBezTo>
                <a:lnTo>
                  <a:pt x="540" y="2950"/>
                </a:lnTo>
                <a:cubicBezTo>
                  <a:pt x="510" y="2956"/>
                  <a:pt x="482" y="2958"/>
                  <a:pt x="458" y="2958"/>
                </a:cubicBezTo>
                <a:cubicBezTo>
                  <a:pt x="167" y="2958"/>
                  <a:pt x="326" y="2594"/>
                  <a:pt x="319" y="2551"/>
                </a:cubicBezTo>
                <a:cubicBezTo>
                  <a:pt x="319" y="2551"/>
                  <a:pt x="319" y="2551"/>
                  <a:pt x="319" y="2551"/>
                </a:cubicBezTo>
                <a:cubicBezTo>
                  <a:pt x="319" y="2551"/>
                  <a:pt x="320" y="2554"/>
                  <a:pt x="320" y="2560"/>
                </a:cubicBezTo>
                <a:lnTo>
                  <a:pt x="320" y="2560"/>
                </a:lnTo>
                <a:cubicBezTo>
                  <a:pt x="315" y="2501"/>
                  <a:pt x="312" y="2442"/>
                  <a:pt x="314" y="2387"/>
                </a:cubicBezTo>
                <a:cubicBezTo>
                  <a:pt x="321" y="2207"/>
                  <a:pt x="374" y="1770"/>
                  <a:pt x="698" y="1604"/>
                </a:cubicBezTo>
                <a:cubicBezTo>
                  <a:pt x="796" y="1555"/>
                  <a:pt x="905" y="1531"/>
                  <a:pt x="1016" y="1531"/>
                </a:cubicBezTo>
                <a:cubicBezTo>
                  <a:pt x="1207" y="1531"/>
                  <a:pt x="1400" y="1602"/>
                  <a:pt x="1534" y="1735"/>
                </a:cubicBezTo>
                <a:cubicBezTo>
                  <a:pt x="1564" y="1765"/>
                  <a:pt x="1603" y="1780"/>
                  <a:pt x="1643" y="1780"/>
                </a:cubicBezTo>
                <a:cubicBezTo>
                  <a:pt x="1663" y="1780"/>
                  <a:pt x="1683" y="1776"/>
                  <a:pt x="1703" y="1768"/>
                </a:cubicBezTo>
                <a:cubicBezTo>
                  <a:pt x="1760" y="1743"/>
                  <a:pt x="1701" y="1657"/>
                  <a:pt x="1701" y="1595"/>
                </a:cubicBezTo>
                <a:cubicBezTo>
                  <a:pt x="1694" y="927"/>
                  <a:pt x="2341" y="343"/>
                  <a:pt x="2977" y="310"/>
                </a:cubicBezTo>
                <a:cubicBezTo>
                  <a:pt x="3005" y="308"/>
                  <a:pt x="3031" y="307"/>
                  <a:pt x="3055" y="307"/>
                </a:cubicBezTo>
                <a:close/>
                <a:moveTo>
                  <a:pt x="3009" y="1"/>
                </a:moveTo>
                <a:cubicBezTo>
                  <a:pt x="2993" y="1"/>
                  <a:pt x="2978" y="1"/>
                  <a:pt x="2962" y="2"/>
                </a:cubicBezTo>
                <a:cubicBezTo>
                  <a:pt x="2611" y="21"/>
                  <a:pt x="2266" y="180"/>
                  <a:pt x="1991" y="451"/>
                </a:cubicBezTo>
                <a:cubicBezTo>
                  <a:pt x="1816" y="624"/>
                  <a:pt x="1644" y="1040"/>
                  <a:pt x="1566" y="1294"/>
                </a:cubicBezTo>
                <a:cubicBezTo>
                  <a:pt x="1543" y="1366"/>
                  <a:pt x="1506" y="1390"/>
                  <a:pt x="1457" y="1390"/>
                </a:cubicBezTo>
                <a:cubicBezTo>
                  <a:pt x="1399" y="1390"/>
                  <a:pt x="1324" y="1356"/>
                  <a:pt x="1239" y="1328"/>
                </a:cubicBezTo>
                <a:cubicBezTo>
                  <a:pt x="1104" y="1284"/>
                  <a:pt x="946" y="1235"/>
                  <a:pt x="809" y="1235"/>
                </a:cubicBezTo>
                <a:cubicBezTo>
                  <a:pt x="710" y="1235"/>
                  <a:pt x="621" y="1260"/>
                  <a:pt x="558" y="1330"/>
                </a:cubicBezTo>
                <a:cubicBezTo>
                  <a:pt x="411" y="1495"/>
                  <a:pt x="138" y="1472"/>
                  <a:pt x="117" y="1968"/>
                </a:cubicBezTo>
                <a:lnTo>
                  <a:pt x="7" y="2376"/>
                </a:lnTo>
                <a:cubicBezTo>
                  <a:pt x="1" y="2530"/>
                  <a:pt x="24" y="2687"/>
                  <a:pt x="47" y="2838"/>
                </a:cubicBezTo>
                <a:cubicBezTo>
                  <a:pt x="57" y="2912"/>
                  <a:pt x="68" y="2982"/>
                  <a:pt x="74" y="3048"/>
                </a:cubicBezTo>
                <a:cubicBezTo>
                  <a:pt x="82" y="3128"/>
                  <a:pt x="367" y="3140"/>
                  <a:pt x="447" y="3140"/>
                </a:cubicBezTo>
                <a:lnTo>
                  <a:pt x="750" y="3074"/>
                </a:lnTo>
                <a:cubicBezTo>
                  <a:pt x="814" y="3078"/>
                  <a:pt x="878" y="3080"/>
                  <a:pt x="942" y="3081"/>
                </a:cubicBezTo>
                <a:lnTo>
                  <a:pt x="6680" y="3171"/>
                </a:lnTo>
                <a:cubicBezTo>
                  <a:pt x="6736" y="3169"/>
                  <a:pt x="7260" y="3005"/>
                  <a:pt x="7286" y="2955"/>
                </a:cubicBezTo>
                <a:cubicBezTo>
                  <a:pt x="7502" y="2556"/>
                  <a:pt x="7245" y="2339"/>
                  <a:pt x="6980" y="1989"/>
                </a:cubicBezTo>
                <a:cubicBezTo>
                  <a:pt x="6859" y="1829"/>
                  <a:pt x="6680" y="1763"/>
                  <a:pt x="6493" y="1763"/>
                </a:cubicBezTo>
                <a:cubicBezTo>
                  <a:pt x="6369" y="1763"/>
                  <a:pt x="6242" y="1792"/>
                  <a:pt x="6125" y="1842"/>
                </a:cubicBezTo>
                <a:cubicBezTo>
                  <a:pt x="6113" y="1847"/>
                  <a:pt x="6100" y="1849"/>
                  <a:pt x="6087" y="1849"/>
                </a:cubicBezTo>
                <a:cubicBezTo>
                  <a:pt x="6051" y="1849"/>
                  <a:pt x="6015" y="1828"/>
                  <a:pt x="5999" y="1792"/>
                </a:cubicBezTo>
                <a:cubicBezTo>
                  <a:pt x="5877" y="1516"/>
                  <a:pt x="5616" y="1372"/>
                  <a:pt x="5337" y="1266"/>
                </a:cubicBezTo>
                <a:cubicBezTo>
                  <a:pt x="5165" y="1201"/>
                  <a:pt x="4992" y="1147"/>
                  <a:pt x="4819" y="1147"/>
                </a:cubicBezTo>
                <a:cubicBezTo>
                  <a:pt x="4729" y="1147"/>
                  <a:pt x="4639" y="1162"/>
                  <a:pt x="4550" y="1197"/>
                </a:cubicBezTo>
                <a:cubicBezTo>
                  <a:pt x="4538" y="1202"/>
                  <a:pt x="4526" y="1205"/>
                  <a:pt x="4514" y="1205"/>
                </a:cubicBezTo>
                <a:cubicBezTo>
                  <a:pt x="4475" y="1205"/>
                  <a:pt x="4438" y="1181"/>
                  <a:pt x="4425" y="1143"/>
                </a:cubicBezTo>
                <a:cubicBezTo>
                  <a:pt x="4342" y="922"/>
                  <a:pt x="4105" y="751"/>
                  <a:pt x="3929" y="560"/>
                </a:cubicBezTo>
                <a:cubicBezTo>
                  <a:pt x="3641" y="249"/>
                  <a:pt x="3386" y="1"/>
                  <a:pt x="30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2" name="Google Shape;4092;p111"/>
          <p:cNvGrpSpPr/>
          <p:nvPr/>
        </p:nvGrpSpPr>
        <p:grpSpPr>
          <a:xfrm rot="-1178588">
            <a:off x="1783375" y="3918174"/>
            <a:ext cx="271725" cy="633593"/>
            <a:chOff x="2281125" y="2925999"/>
            <a:chExt cx="175390" cy="408965"/>
          </a:xfrm>
        </p:grpSpPr>
        <p:sp>
          <p:nvSpPr>
            <p:cNvPr id="4093" name="Google Shape;4093;p111"/>
            <p:cNvSpPr/>
            <p:nvPr/>
          </p:nvSpPr>
          <p:spPr>
            <a:xfrm>
              <a:off x="2281125" y="2925999"/>
              <a:ext cx="175390" cy="408965"/>
            </a:xfrm>
            <a:custGeom>
              <a:rect b="b" l="l" r="r" t="t"/>
              <a:pathLst>
                <a:path extrusionOk="0" h="22014" w="9441">
                  <a:moveTo>
                    <a:pt x="468" y="548"/>
                  </a:moveTo>
                  <a:lnTo>
                    <a:pt x="468" y="548"/>
                  </a:lnTo>
                  <a:cubicBezTo>
                    <a:pt x="1980" y="637"/>
                    <a:pt x="3507" y="652"/>
                    <a:pt x="5039" y="652"/>
                  </a:cubicBezTo>
                  <a:cubicBezTo>
                    <a:pt x="5805" y="652"/>
                    <a:pt x="6572" y="648"/>
                    <a:pt x="7339" y="648"/>
                  </a:cubicBezTo>
                  <a:cubicBezTo>
                    <a:pt x="6005" y="3417"/>
                    <a:pt x="4671" y="6185"/>
                    <a:pt x="3370" y="8987"/>
                  </a:cubicBezTo>
                  <a:cubicBezTo>
                    <a:pt x="3237" y="9187"/>
                    <a:pt x="3370" y="9421"/>
                    <a:pt x="3637" y="9454"/>
                  </a:cubicBezTo>
                  <a:cubicBezTo>
                    <a:pt x="4793" y="9478"/>
                    <a:pt x="5965" y="9501"/>
                    <a:pt x="7142" y="9501"/>
                  </a:cubicBezTo>
                  <a:cubicBezTo>
                    <a:pt x="7630" y="9501"/>
                    <a:pt x="8119" y="9497"/>
                    <a:pt x="8607" y="9488"/>
                  </a:cubicBezTo>
                  <a:lnTo>
                    <a:pt x="8607" y="9488"/>
                  </a:lnTo>
                  <a:lnTo>
                    <a:pt x="3770" y="20329"/>
                  </a:lnTo>
                  <a:cubicBezTo>
                    <a:pt x="4070" y="17560"/>
                    <a:pt x="4137" y="14758"/>
                    <a:pt x="4070" y="11989"/>
                  </a:cubicBezTo>
                  <a:cubicBezTo>
                    <a:pt x="4070" y="11823"/>
                    <a:pt x="3937" y="11689"/>
                    <a:pt x="3737" y="11689"/>
                  </a:cubicBezTo>
                  <a:lnTo>
                    <a:pt x="768" y="11622"/>
                  </a:lnTo>
                  <a:cubicBezTo>
                    <a:pt x="801" y="7920"/>
                    <a:pt x="801" y="4217"/>
                    <a:pt x="468" y="548"/>
                  </a:cubicBezTo>
                  <a:close/>
                  <a:moveTo>
                    <a:pt x="4549" y="1"/>
                  </a:moveTo>
                  <a:cubicBezTo>
                    <a:pt x="3177" y="1"/>
                    <a:pt x="1806" y="22"/>
                    <a:pt x="435" y="114"/>
                  </a:cubicBezTo>
                  <a:cubicBezTo>
                    <a:pt x="368" y="114"/>
                    <a:pt x="334" y="148"/>
                    <a:pt x="301" y="181"/>
                  </a:cubicBezTo>
                  <a:cubicBezTo>
                    <a:pt x="279" y="175"/>
                    <a:pt x="256" y="173"/>
                    <a:pt x="233" y="173"/>
                  </a:cubicBezTo>
                  <a:cubicBezTo>
                    <a:pt x="117" y="173"/>
                    <a:pt x="1" y="242"/>
                    <a:pt x="1" y="381"/>
                  </a:cubicBezTo>
                  <a:cubicBezTo>
                    <a:pt x="34" y="4217"/>
                    <a:pt x="201" y="8087"/>
                    <a:pt x="134" y="11923"/>
                  </a:cubicBezTo>
                  <a:cubicBezTo>
                    <a:pt x="134" y="12089"/>
                    <a:pt x="268" y="12223"/>
                    <a:pt x="435" y="12223"/>
                  </a:cubicBezTo>
                  <a:cubicBezTo>
                    <a:pt x="1435" y="12256"/>
                    <a:pt x="2436" y="12256"/>
                    <a:pt x="3437" y="12290"/>
                  </a:cubicBezTo>
                  <a:cubicBezTo>
                    <a:pt x="3537" y="15459"/>
                    <a:pt x="3337" y="18561"/>
                    <a:pt x="3003" y="21696"/>
                  </a:cubicBezTo>
                  <a:cubicBezTo>
                    <a:pt x="2975" y="21889"/>
                    <a:pt x="3153" y="22014"/>
                    <a:pt x="3309" y="22014"/>
                  </a:cubicBezTo>
                  <a:cubicBezTo>
                    <a:pt x="3342" y="22014"/>
                    <a:pt x="3374" y="22008"/>
                    <a:pt x="3403" y="21997"/>
                  </a:cubicBezTo>
                  <a:cubicBezTo>
                    <a:pt x="3433" y="22004"/>
                    <a:pt x="3465" y="22008"/>
                    <a:pt x="3497" y="22008"/>
                  </a:cubicBezTo>
                  <a:cubicBezTo>
                    <a:pt x="3607" y="22008"/>
                    <a:pt x="3719" y="21959"/>
                    <a:pt x="3770" y="21830"/>
                  </a:cubicBezTo>
                  <a:cubicBezTo>
                    <a:pt x="5638" y="17660"/>
                    <a:pt x="7506" y="13490"/>
                    <a:pt x="9341" y="9321"/>
                  </a:cubicBezTo>
                  <a:cubicBezTo>
                    <a:pt x="9441" y="9121"/>
                    <a:pt x="9341" y="8854"/>
                    <a:pt x="9074" y="8854"/>
                  </a:cubicBezTo>
                  <a:cubicBezTo>
                    <a:pt x="8397" y="8868"/>
                    <a:pt x="7714" y="8876"/>
                    <a:pt x="7028" y="8876"/>
                  </a:cubicBezTo>
                  <a:cubicBezTo>
                    <a:pt x="6058" y="8876"/>
                    <a:pt x="5081" y="8860"/>
                    <a:pt x="4104" y="8820"/>
                  </a:cubicBezTo>
                  <a:lnTo>
                    <a:pt x="8107" y="481"/>
                  </a:lnTo>
                  <a:cubicBezTo>
                    <a:pt x="8207" y="281"/>
                    <a:pt x="8073" y="14"/>
                    <a:pt x="7840" y="14"/>
                  </a:cubicBezTo>
                  <a:cubicBezTo>
                    <a:pt x="6743" y="14"/>
                    <a:pt x="5646"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1"/>
            <p:cNvSpPr/>
            <p:nvPr/>
          </p:nvSpPr>
          <p:spPr>
            <a:xfrm>
              <a:off x="2289801" y="2936161"/>
              <a:ext cx="151239" cy="367500"/>
            </a:xfrm>
            <a:custGeom>
              <a:rect b="b" l="l" r="r" t="t"/>
              <a:pathLst>
                <a:path extrusionOk="0" h="19782" w="8141">
                  <a:moveTo>
                    <a:pt x="1" y="1"/>
                  </a:moveTo>
                  <a:lnTo>
                    <a:pt x="1" y="1"/>
                  </a:lnTo>
                  <a:cubicBezTo>
                    <a:pt x="334" y="3670"/>
                    <a:pt x="334" y="7373"/>
                    <a:pt x="301" y="11075"/>
                  </a:cubicBezTo>
                  <a:lnTo>
                    <a:pt x="3270" y="11142"/>
                  </a:lnTo>
                  <a:cubicBezTo>
                    <a:pt x="3437" y="11142"/>
                    <a:pt x="3570" y="11276"/>
                    <a:pt x="3603" y="11442"/>
                  </a:cubicBezTo>
                  <a:cubicBezTo>
                    <a:pt x="3670" y="14211"/>
                    <a:pt x="3603" y="17013"/>
                    <a:pt x="3303" y="19782"/>
                  </a:cubicBezTo>
                  <a:lnTo>
                    <a:pt x="8140" y="8941"/>
                  </a:lnTo>
                  <a:lnTo>
                    <a:pt x="8140" y="8941"/>
                  </a:lnTo>
                  <a:cubicBezTo>
                    <a:pt x="7652" y="8950"/>
                    <a:pt x="7163" y="8954"/>
                    <a:pt x="6674" y="8954"/>
                  </a:cubicBezTo>
                  <a:cubicBezTo>
                    <a:pt x="5495" y="8954"/>
                    <a:pt x="4316" y="8931"/>
                    <a:pt x="3136" y="8907"/>
                  </a:cubicBezTo>
                  <a:cubicBezTo>
                    <a:pt x="2903" y="8874"/>
                    <a:pt x="2770" y="8640"/>
                    <a:pt x="2870" y="8440"/>
                  </a:cubicBezTo>
                  <a:cubicBezTo>
                    <a:pt x="4204" y="5638"/>
                    <a:pt x="5538" y="2870"/>
                    <a:pt x="6872" y="101"/>
                  </a:cubicBezTo>
                  <a:cubicBezTo>
                    <a:pt x="6105" y="101"/>
                    <a:pt x="5338" y="105"/>
                    <a:pt x="4572" y="105"/>
                  </a:cubicBezTo>
                  <a:cubicBezTo>
                    <a:pt x="3040" y="105"/>
                    <a:pt x="1513" y="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084"/>
                                        </p:tgtEl>
                                        <p:attrNameLst>
                                          <p:attrName>style.visibility</p:attrName>
                                        </p:attrNameLst>
                                      </p:cBhvr>
                                      <p:to>
                                        <p:strVal val="visible"/>
                                      </p:to>
                                    </p:set>
                                    <p:animEffect filter="fade" transition="in">
                                      <p:cBhvr>
                                        <p:cTn dur="1000"/>
                                        <p:tgtEl>
                                          <p:spTgt spid="4084"/>
                                        </p:tgtEl>
                                      </p:cBhvr>
                                    </p:animEffect>
                                  </p:childTnLst>
                                </p:cTn>
                              </p:par>
                              <p:par>
                                <p:cTn fill="hold" nodeType="withEffect" presetClass="entr" presetID="10" presetSubtype="0">
                                  <p:stCondLst>
                                    <p:cond delay="0"/>
                                  </p:stCondLst>
                                  <p:childTnLst>
                                    <p:set>
                                      <p:cBhvr>
                                        <p:cTn dur="1" fill="hold">
                                          <p:stCondLst>
                                            <p:cond delay="0"/>
                                          </p:stCondLst>
                                        </p:cTn>
                                        <p:tgtEl>
                                          <p:spTgt spid="4087"/>
                                        </p:tgtEl>
                                        <p:attrNameLst>
                                          <p:attrName>style.visibility</p:attrName>
                                        </p:attrNameLst>
                                      </p:cBhvr>
                                      <p:to>
                                        <p:strVal val="visible"/>
                                      </p:to>
                                    </p:set>
                                    <p:animEffect filter="fade" transition="in">
                                      <p:cBhvr>
                                        <p:cTn dur="1000"/>
                                        <p:tgtEl>
                                          <p:spTgt spid="40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8" name="Shape 4098"/>
        <p:cNvGrpSpPr/>
        <p:nvPr/>
      </p:nvGrpSpPr>
      <p:grpSpPr>
        <a:xfrm>
          <a:off x="0" y="0"/>
          <a:ext cx="0" cy="0"/>
          <a:chOff x="0" y="0"/>
          <a:chExt cx="0" cy="0"/>
        </a:xfrm>
      </p:grpSpPr>
      <p:sp>
        <p:nvSpPr>
          <p:cNvPr id="4099" name="Google Shape;4099;p112"/>
          <p:cNvSpPr/>
          <p:nvPr/>
        </p:nvSpPr>
        <p:spPr>
          <a:xfrm>
            <a:off x="1441675" y="4014311"/>
            <a:ext cx="1393298" cy="310575"/>
          </a:xfrm>
          <a:custGeom>
            <a:rect b="b" l="l" r="r" t="t"/>
            <a:pathLst>
              <a:path extrusionOk="0" h="24747" w="98833">
                <a:moveTo>
                  <a:pt x="0" y="1867"/>
                </a:moveTo>
                <a:lnTo>
                  <a:pt x="2335" y="24747"/>
                </a:lnTo>
                <a:lnTo>
                  <a:pt x="98833" y="22879"/>
                </a:lnTo>
                <a:lnTo>
                  <a:pt x="97121" y="0"/>
                </a:lnTo>
                <a:close/>
              </a:path>
            </a:pathLst>
          </a:custGeom>
          <a:solidFill>
            <a:schemeClr val="lt2"/>
          </a:solidFill>
          <a:ln cap="flat" cmpd="sng" w="19050">
            <a:solidFill>
              <a:schemeClr val="dk1"/>
            </a:solidFill>
            <a:prstDash val="solid"/>
            <a:round/>
            <a:headEnd len="med" w="med" type="none"/>
            <a:tailEnd len="med" w="med" type="none"/>
          </a:ln>
        </p:spPr>
      </p:sp>
      <p:sp>
        <p:nvSpPr>
          <p:cNvPr id="4100" name="Google Shape;4100;p112"/>
          <p:cNvSpPr/>
          <p:nvPr/>
        </p:nvSpPr>
        <p:spPr>
          <a:xfrm>
            <a:off x="6308825" y="1525597"/>
            <a:ext cx="1393298" cy="395457"/>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4101" name="Google Shape;4101;p112"/>
          <p:cNvSpPr/>
          <p:nvPr/>
        </p:nvSpPr>
        <p:spPr>
          <a:xfrm rot="119526">
            <a:off x="3875325" y="1525597"/>
            <a:ext cx="1393152" cy="395452"/>
          </a:xfrm>
          <a:custGeom>
            <a:rect b="b" l="l" r="r" t="t"/>
            <a:pathLst>
              <a:path extrusionOk="0" h="24747" w="98833">
                <a:moveTo>
                  <a:pt x="0" y="1867"/>
                </a:moveTo>
                <a:lnTo>
                  <a:pt x="2335" y="24747"/>
                </a:lnTo>
                <a:lnTo>
                  <a:pt x="98833" y="22879"/>
                </a:lnTo>
                <a:lnTo>
                  <a:pt x="97121" y="0"/>
                </a:lnTo>
                <a:close/>
              </a:path>
            </a:pathLst>
          </a:custGeom>
          <a:solidFill>
            <a:schemeClr val="dk2"/>
          </a:solidFill>
          <a:ln cap="flat" cmpd="sng" w="19050">
            <a:solidFill>
              <a:schemeClr val="dk1"/>
            </a:solidFill>
            <a:prstDash val="solid"/>
            <a:round/>
            <a:headEnd len="med" w="med" type="none"/>
            <a:tailEnd len="med" w="med" type="none"/>
          </a:ln>
        </p:spPr>
      </p:sp>
      <p:sp>
        <p:nvSpPr>
          <p:cNvPr id="4102" name="Google Shape;4102;p112"/>
          <p:cNvSpPr/>
          <p:nvPr/>
        </p:nvSpPr>
        <p:spPr>
          <a:xfrm>
            <a:off x="1441675" y="1525697"/>
            <a:ext cx="1393298" cy="395457"/>
          </a:xfrm>
          <a:custGeom>
            <a:rect b="b" l="l" r="r" t="t"/>
            <a:pathLst>
              <a:path extrusionOk="0" h="24747" w="98833">
                <a:moveTo>
                  <a:pt x="0" y="1867"/>
                </a:moveTo>
                <a:lnTo>
                  <a:pt x="2335" y="24747"/>
                </a:lnTo>
                <a:lnTo>
                  <a:pt x="98833" y="22879"/>
                </a:lnTo>
                <a:lnTo>
                  <a:pt x="97121" y="0"/>
                </a:lnTo>
                <a:close/>
              </a:path>
            </a:pathLst>
          </a:custGeom>
          <a:solidFill>
            <a:schemeClr val="accent2"/>
          </a:solidFill>
          <a:ln cap="flat" cmpd="sng" w="19050">
            <a:solidFill>
              <a:schemeClr val="dk1"/>
            </a:solidFill>
            <a:prstDash val="solid"/>
            <a:round/>
            <a:headEnd len="med" w="med" type="none"/>
            <a:tailEnd len="med" w="med" type="none"/>
          </a:ln>
        </p:spPr>
      </p:sp>
      <p:graphicFrame>
        <p:nvGraphicFramePr>
          <p:cNvPr id="4103" name="Google Shape;4103;p112"/>
          <p:cNvGraphicFramePr/>
          <p:nvPr/>
        </p:nvGraphicFramePr>
        <p:xfrm>
          <a:off x="923325" y="1464380"/>
          <a:ext cx="3000000" cy="3000000"/>
        </p:xfrm>
        <a:graphic>
          <a:graphicData uri="http://schemas.openxmlformats.org/drawingml/2006/table">
            <a:tbl>
              <a:tblPr>
                <a:noFill/>
                <a:tableStyleId>{8F163E8D-8FA3-412A-B799-8354B796EDC3}</a:tableStyleId>
              </a:tblPr>
              <a:tblGrid>
                <a:gridCol w="2432450"/>
                <a:gridCol w="2432450"/>
                <a:gridCol w="2432450"/>
              </a:tblGrid>
              <a:tr h="497450">
                <a:tc>
                  <a:txBody>
                    <a:bodyPr/>
                    <a:lstStyle/>
                    <a:p>
                      <a:pPr indent="0" lvl="0" marL="0" rtl="0" algn="ctr">
                        <a:spcBef>
                          <a:spcPts val="0"/>
                        </a:spcBef>
                        <a:spcAft>
                          <a:spcPts val="0"/>
                        </a:spcAft>
                        <a:buNone/>
                      </a:pPr>
                      <a:r>
                        <a:rPr b="1" lang="en" sz="1800">
                          <a:solidFill>
                            <a:schemeClr val="dk1"/>
                          </a:solidFill>
                          <a:latin typeface="Gloria Hallelujah"/>
                          <a:ea typeface="Gloria Hallelujah"/>
                          <a:cs typeface="Gloria Hallelujah"/>
                          <a:sym typeface="Gloria Hallelujah"/>
                        </a:rPr>
                        <a:t>Games</a:t>
                      </a:r>
                      <a:endParaRPr b="1" sz="1800">
                        <a:solidFill>
                          <a:schemeClr val="dk1"/>
                        </a:solidFill>
                        <a:latin typeface="Gloria Hallelujah"/>
                        <a:ea typeface="Gloria Hallelujah"/>
                        <a:cs typeface="Gloria Hallelujah"/>
                        <a:sym typeface="Gloria Hallelujah"/>
                      </a:endParaRPr>
                    </a:p>
                  </a:txBody>
                  <a:tcPr marT="0" marB="0" marR="91425" marL="91425" anchor="ctr">
                    <a:lnL cap="flat" cmpd="sng" w="19050">
                      <a:solidFill>
                        <a:schemeClr val="accent2">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Gloria Hallelujah"/>
                          <a:ea typeface="Gloria Hallelujah"/>
                          <a:cs typeface="Gloria Hallelujah"/>
                          <a:sym typeface="Gloria Hallelujah"/>
                        </a:rPr>
                        <a:t>Team 1</a:t>
                      </a:r>
                      <a:endParaRPr b="1" sz="1800">
                        <a:solidFill>
                          <a:schemeClr val="dk1"/>
                        </a:solidFill>
                        <a:latin typeface="Gloria Hallelujah"/>
                        <a:ea typeface="Gloria Hallelujah"/>
                        <a:cs typeface="Gloria Hallelujah"/>
                        <a:sym typeface="Gloria Hallelujah"/>
                      </a:endParaRPr>
                    </a:p>
                  </a:txBody>
                  <a:tcPr marT="0" marB="0" marR="91425" marL="91425" anchor="ctr">
                    <a:lnL cap="flat" cmpd="sng" w="19050">
                      <a:solidFill>
                        <a:schemeClr val="accen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Gloria Hallelujah"/>
                          <a:ea typeface="Gloria Hallelujah"/>
                          <a:cs typeface="Gloria Hallelujah"/>
                          <a:sym typeface="Gloria Hallelujah"/>
                        </a:rPr>
                        <a:t>Team 2</a:t>
                      </a:r>
                      <a:endParaRPr b="1" sz="1800">
                        <a:solidFill>
                          <a:schemeClr val="dk1"/>
                        </a:solidFill>
                        <a:latin typeface="Gloria Hallelujah"/>
                        <a:ea typeface="Gloria Hallelujah"/>
                        <a:cs typeface="Gloria Hallelujah"/>
                        <a:sym typeface="Gloria Hallelujah"/>
                      </a:endParaRPr>
                    </a:p>
                  </a:txBody>
                  <a:tcPr marT="0" marB="0" marR="91425" marL="91425"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47775">
                <a:tc>
                  <a:txBody>
                    <a:bodyPr/>
                    <a:lstStyle/>
                    <a:p>
                      <a:pPr indent="0" lvl="0" marL="0" rtl="0" algn="ctr">
                        <a:spcBef>
                          <a:spcPts val="0"/>
                        </a:spcBef>
                        <a:spcAft>
                          <a:spcPts val="0"/>
                        </a:spcAft>
                        <a:buNone/>
                      </a:pPr>
                      <a:r>
                        <a:rPr b="1" lang="en">
                          <a:solidFill>
                            <a:schemeClr val="dk1"/>
                          </a:solidFill>
                          <a:latin typeface="Gloria Hallelujah"/>
                          <a:ea typeface="Gloria Hallelujah"/>
                          <a:cs typeface="Gloria Hallelujah"/>
                          <a:sym typeface="Gloria Hallelujah"/>
                        </a:rPr>
                        <a:t>Look into my eyes</a:t>
                      </a:r>
                      <a:endParaRPr b="1">
                        <a:solidFill>
                          <a:schemeClr val="dk1"/>
                        </a:solidFill>
                        <a:latin typeface="Gloria Hallelujah"/>
                        <a:ea typeface="Gloria Hallelujah"/>
                        <a:cs typeface="Gloria Hallelujah"/>
                        <a:sym typeface="Gloria Hallelujah"/>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1</a:t>
                      </a:r>
                      <a:r>
                        <a:rPr lang="en">
                          <a:solidFill>
                            <a:schemeClr val="dk1"/>
                          </a:solidFill>
                          <a:latin typeface="Raleway"/>
                          <a:ea typeface="Raleway"/>
                          <a:cs typeface="Raleway"/>
                          <a:sym typeface="Raleway"/>
                        </a:rPr>
                        <a:t>0pt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5pt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40325">
                <a:tc>
                  <a:txBody>
                    <a:bodyPr/>
                    <a:lstStyle/>
                    <a:p>
                      <a:pPr indent="0" lvl="0" marL="0" rtl="0" algn="ctr">
                        <a:spcBef>
                          <a:spcPts val="0"/>
                        </a:spcBef>
                        <a:spcAft>
                          <a:spcPts val="0"/>
                        </a:spcAft>
                        <a:buNone/>
                      </a:pPr>
                      <a:r>
                        <a:rPr b="1" lang="en">
                          <a:solidFill>
                            <a:schemeClr val="dk1"/>
                          </a:solidFill>
                          <a:latin typeface="Gloria Hallelujah"/>
                          <a:ea typeface="Gloria Hallelujah"/>
                          <a:cs typeface="Gloria Hallelujah"/>
                          <a:sym typeface="Gloria Hallelujah"/>
                        </a:rPr>
                        <a:t>Greetings, Your Majesty</a:t>
                      </a:r>
                      <a:endParaRPr b="1">
                        <a:solidFill>
                          <a:schemeClr val="dk1"/>
                        </a:solidFill>
                        <a:latin typeface="Gloria Hallelujah"/>
                        <a:ea typeface="Gloria Hallelujah"/>
                        <a:cs typeface="Gloria Hallelujah"/>
                        <a:sym typeface="Gloria Hallelujah"/>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20pt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3pt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40325">
                <a:tc>
                  <a:txBody>
                    <a:bodyPr/>
                    <a:lstStyle/>
                    <a:p>
                      <a:pPr indent="0" lvl="0" marL="0" rtl="0" algn="ctr">
                        <a:spcBef>
                          <a:spcPts val="0"/>
                        </a:spcBef>
                        <a:spcAft>
                          <a:spcPts val="0"/>
                        </a:spcAft>
                        <a:buNone/>
                      </a:pPr>
                      <a:r>
                        <a:rPr b="1" lang="en">
                          <a:solidFill>
                            <a:schemeClr val="dk1"/>
                          </a:solidFill>
                          <a:latin typeface="Gloria Hallelujah"/>
                          <a:ea typeface="Gloria Hallelujah"/>
                          <a:cs typeface="Gloria Hallelujah"/>
                          <a:sym typeface="Gloria Hallelujah"/>
                        </a:rPr>
                        <a:t>Rock, Paper, Scissors Tag</a:t>
                      </a:r>
                      <a:endParaRPr b="1">
                        <a:solidFill>
                          <a:schemeClr val="dk1"/>
                        </a:solidFill>
                        <a:latin typeface="Gloria Hallelujah"/>
                        <a:ea typeface="Gloria Hallelujah"/>
                        <a:cs typeface="Gloria Hallelujah"/>
                        <a:sym typeface="Gloria Hallelujah"/>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3pt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2pt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30575">
                <a:tc>
                  <a:txBody>
                    <a:bodyPr/>
                    <a:lstStyle/>
                    <a:p>
                      <a:pPr indent="0" lvl="0" marL="0" rtl="0" algn="ctr">
                        <a:spcBef>
                          <a:spcPts val="0"/>
                        </a:spcBef>
                        <a:spcAft>
                          <a:spcPts val="0"/>
                        </a:spcAft>
                        <a:buNone/>
                      </a:pPr>
                      <a:r>
                        <a:rPr b="1" lang="en">
                          <a:solidFill>
                            <a:schemeClr val="dk1"/>
                          </a:solidFill>
                          <a:latin typeface="Gloria Hallelujah"/>
                          <a:ea typeface="Gloria Hallelujah"/>
                          <a:cs typeface="Gloria Hallelujah"/>
                          <a:sym typeface="Gloria Hallelujah"/>
                        </a:rPr>
                        <a:t>Birthday Line Up</a:t>
                      </a:r>
                      <a:endParaRPr b="1">
                        <a:solidFill>
                          <a:schemeClr val="dk1"/>
                        </a:solidFill>
                        <a:latin typeface="Gloria Hallelujah"/>
                        <a:ea typeface="Gloria Hallelujah"/>
                        <a:cs typeface="Gloria Hallelujah"/>
                        <a:sym typeface="Gloria Hallelujah"/>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5pt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20pt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30575">
                <a:tc>
                  <a:txBody>
                    <a:bodyPr/>
                    <a:lstStyle/>
                    <a:p>
                      <a:pPr indent="0" lvl="0" marL="0" rtl="0" algn="ctr">
                        <a:spcBef>
                          <a:spcPts val="0"/>
                        </a:spcBef>
                        <a:spcAft>
                          <a:spcPts val="0"/>
                        </a:spcAft>
                        <a:buNone/>
                      </a:pPr>
                      <a:r>
                        <a:rPr b="1" lang="en">
                          <a:solidFill>
                            <a:schemeClr val="dk1"/>
                          </a:solidFill>
                          <a:latin typeface="Gloria Hallelujah"/>
                          <a:ea typeface="Gloria Hallelujah"/>
                          <a:cs typeface="Gloria Hallelujah"/>
                          <a:sym typeface="Gloria Hallelujah"/>
                        </a:rPr>
                        <a:t>Let’s travel!</a:t>
                      </a:r>
                      <a:endParaRPr b="1">
                        <a:solidFill>
                          <a:schemeClr val="dk1"/>
                        </a:solidFill>
                        <a:latin typeface="Gloria Hallelujah"/>
                        <a:ea typeface="Gloria Hallelujah"/>
                        <a:cs typeface="Gloria Hallelujah"/>
                        <a:sym typeface="Gloria Hallelujah"/>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3pt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2pt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10550">
                <a:tc>
                  <a:txBody>
                    <a:bodyPr/>
                    <a:lstStyle/>
                    <a:p>
                      <a:pPr indent="0" lvl="0" marL="0" rtl="0" algn="ctr">
                        <a:spcBef>
                          <a:spcPts val="0"/>
                        </a:spcBef>
                        <a:spcAft>
                          <a:spcPts val="0"/>
                        </a:spcAft>
                        <a:buNone/>
                      </a:pPr>
                      <a:r>
                        <a:rPr b="1" lang="en">
                          <a:solidFill>
                            <a:schemeClr val="dk1"/>
                          </a:solidFill>
                          <a:latin typeface="Gloria Hallelujah"/>
                          <a:ea typeface="Gloria Hallelujah"/>
                          <a:cs typeface="Gloria Hallelujah"/>
                          <a:sym typeface="Gloria Hallelujah"/>
                        </a:rPr>
                        <a:t>Quick quiz</a:t>
                      </a:r>
                      <a:endParaRPr b="1">
                        <a:solidFill>
                          <a:schemeClr val="dk1"/>
                        </a:solidFill>
                        <a:latin typeface="Gloria Hallelujah"/>
                        <a:ea typeface="Gloria Hallelujah"/>
                        <a:cs typeface="Gloria Hallelujah"/>
                        <a:sym typeface="Gloria Hallelujah"/>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Raleway"/>
                          <a:ea typeface="Raleway"/>
                          <a:cs typeface="Raleway"/>
                          <a:sym typeface="Raleway"/>
                        </a:rPr>
                        <a:t>20pt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a:ea typeface="Raleway"/>
                          <a:cs typeface="Raleway"/>
                          <a:sym typeface="Raleway"/>
                        </a:rPr>
                        <a:t>10pt</a:t>
                      </a:r>
                      <a:endParaRPr>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95050">
                <a:tc>
                  <a:txBody>
                    <a:bodyPr/>
                    <a:lstStyle/>
                    <a:p>
                      <a:pPr indent="0" lvl="0" marL="0" rtl="0" algn="ctr">
                        <a:spcBef>
                          <a:spcPts val="0"/>
                        </a:spcBef>
                        <a:spcAft>
                          <a:spcPts val="0"/>
                        </a:spcAft>
                        <a:buNone/>
                      </a:pPr>
                      <a:r>
                        <a:rPr b="1" lang="en">
                          <a:solidFill>
                            <a:schemeClr val="dk1"/>
                          </a:solidFill>
                          <a:latin typeface="Lato"/>
                          <a:ea typeface="Lato"/>
                          <a:cs typeface="Lato"/>
                          <a:sym typeface="Lato"/>
                        </a:rPr>
                        <a:t>TOTAL</a:t>
                      </a:r>
                      <a:endParaRPr b="1">
                        <a:solidFill>
                          <a:schemeClr val="dk1"/>
                        </a:solidFill>
                        <a:latin typeface="Lato"/>
                        <a:ea typeface="Lato"/>
                        <a:cs typeface="Lato"/>
                        <a:sym typeface="Lat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2"/>
                          </a:solidFill>
                          <a:latin typeface="Raleway Black"/>
                          <a:ea typeface="Raleway Black"/>
                          <a:cs typeface="Raleway Black"/>
                          <a:sym typeface="Raleway Black"/>
                        </a:rPr>
                        <a:t>61pt</a:t>
                      </a:r>
                      <a:endParaRPr>
                        <a:solidFill>
                          <a:schemeClr val="dk2"/>
                        </a:solidFill>
                        <a:latin typeface="Raleway Black"/>
                        <a:ea typeface="Raleway Black"/>
                        <a:cs typeface="Raleway Black"/>
                        <a:sym typeface="Raleway Black"/>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Raleway"/>
                          <a:ea typeface="Raleway"/>
                          <a:cs typeface="Raleway"/>
                          <a:sym typeface="Raleway"/>
                        </a:rPr>
                        <a:t>42pt</a:t>
                      </a:r>
                      <a:endParaRPr b="1">
                        <a:solidFill>
                          <a:schemeClr val="dk1"/>
                        </a:solidFill>
                        <a:latin typeface="Raleway"/>
                        <a:ea typeface="Raleway"/>
                        <a:cs typeface="Raleway"/>
                        <a:sym typeface="Raleway"/>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4104" name="Google Shape;4104;p112"/>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Scoreboard</a:t>
            </a:r>
            <a:endParaRPr/>
          </a:p>
        </p:txBody>
      </p:sp>
      <p:grpSp>
        <p:nvGrpSpPr>
          <p:cNvPr id="4105" name="Google Shape;4105;p112"/>
          <p:cNvGrpSpPr/>
          <p:nvPr/>
        </p:nvGrpSpPr>
        <p:grpSpPr>
          <a:xfrm>
            <a:off x="5572025" y="877801"/>
            <a:ext cx="856150" cy="255250"/>
            <a:chOff x="1654700" y="2368332"/>
            <a:chExt cx="856150" cy="255250"/>
          </a:xfrm>
        </p:grpSpPr>
        <p:sp>
          <p:nvSpPr>
            <p:cNvPr id="4106" name="Google Shape;4106;p112"/>
            <p:cNvSpPr/>
            <p:nvPr/>
          </p:nvSpPr>
          <p:spPr>
            <a:xfrm>
              <a:off x="1668750" y="2377732"/>
              <a:ext cx="827450" cy="237500"/>
            </a:xfrm>
            <a:custGeom>
              <a:rect b="b" l="l" r="r" t="t"/>
              <a:pathLst>
                <a:path extrusionOk="0" h="9500" w="33098">
                  <a:moveTo>
                    <a:pt x="23903" y="278"/>
                  </a:moveTo>
                  <a:cubicBezTo>
                    <a:pt x="24012" y="278"/>
                    <a:pt x="24121" y="344"/>
                    <a:pt x="24169" y="470"/>
                  </a:cubicBezTo>
                  <a:cubicBezTo>
                    <a:pt x="24195" y="537"/>
                    <a:pt x="24216" y="603"/>
                    <a:pt x="24238" y="668"/>
                  </a:cubicBezTo>
                  <a:cubicBezTo>
                    <a:pt x="24375" y="684"/>
                    <a:pt x="24514" y="700"/>
                    <a:pt x="24650" y="716"/>
                  </a:cubicBezTo>
                  <a:cubicBezTo>
                    <a:pt x="24872" y="740"/>
                    <a:pt x="25017" y="994"/>
                    <a:pt x="24839" y="1171"/>
                  </a:cubicBezTo>
                  <a:cubicBezTo>
                    <a:pt x="24717" y="1296"/>
                    <a:pt x="24590" y="1418"/>
                    <a:pt x="24463" y="1536"/>
                  </a:cubicBezTo>
                  <a:cubicBezTo>
                    <a:pt x="24479" y="1668"/>
                    <a:pt x="24499" y="1839"/>
                    <a:pt x="24523" y="1961"/>
                  </a:cubicBezTo>
                  <a:cubicBezTo>
                    <a:pt x="24548" y="1965"/>
                    <a:pt x="24574" y="1973"/>
                    <a:pt x="24594" y="1987"/>
                  </a:cubicBezTo>
                  <a:cubicBezTo>
                    <a:pt x="24910" y="2180"/>
                    <a:pt x="24727" y="2619"/>
                    <a:pt x="24434" y="2619"/>
                  </a:cubicBezTo>
                  <a:cubicBezTo>
                    <a:pt x="24371" y="2619"/>
                    <a:pt x="24303" y="2599"/>
                    <a:pt x="24234" y="2552"/>
                  </a:cubicBezTo>
                  <a:cubicBezTo>
                    <a:pt x="24119" y="2474"/>
                    <a:pt x="24063" y="2351"/>
                    <a:pt x="24033" y="2217"/>
                  </a:cubicBezTo>
                  <a:cubicBezTo>
                    <a:pt x="23971" y="2173"/>
                    <a:pt x="23914" y="2128"/>
                    <a:pt x="23853" y="2081"/>
                  </a:cubicBezTo>
                  <a:cubicBezTo>
                    <a:pt x="23643" y="2261"/>
                    <a:pt x="23431" y="2436"/>
                    <a:pt x="23214" y="2605"/>
                  </a:cubicBezTo>
                  <a:cubicBezTo>
                    <a:pt x="23158" y="2648"/>
                    <a:pt x="23093" y="2667"/>
                    <a:pt x="23030" y="2667"/>
                  </a:cubicBezTo>
                  <a:cubicBezTo>
                    <a:pt x="22837" y="2667"/>
                    <a:pt x="22657" y="2490"/>
                    <a:pt x="22789" y="2277"/>
                  </a:cubicBezTo>
                  <a:cubicBezTo>
                    <a:pt x="22938" y="2032"/>
                    <a:pt x="23075" y="1784"/>
                    <a:pt x="23202" y="1529"/>
                  </a:cubicBezTo>
                  <a:cubicBezTo>
                    <a:pt x="23006" y="1347"/>
                    <a:pt x="22817" y="1158"/>
                    <a:pt x="22636" y="957"/>
                  </a:cubicBezTo>
                  <a:cubicBezTo>
                    <a:pt x="22507" y="811"/>
                    <a:pt x="22575" y="516"/>
                    <a:pt x="22795" y="516"/>
                  </a:cubicBezTo>
                  <a:cubicBezTo>
                    <a:pt x="22802" y="516"/>
                    <a:pt x="22810" y="517"/>
                    <a:pt x="22819" y="518"/>
                  </a:cubicBezTo>
                  <a:cubicBezTo>
                    <a:pt x="23079" y="541"/>
                    <a:pt x="23338" y="569"/>
                    <a:pt x="23600" y="599"/>
                  </a:cubicBezTo>
                  <a:cubicBezTo>
                    <a:pt x="23616" y="555"/>
                    <a:pt x="23632" y="513"/>
                    <a:pt x="23648" y="470"/>
                  </a:cubicBezTo>
                  <a:cubicBezTo>
                    <a:pt x="23692" y="341"/>
                    <a:pt x="23797" y="278"/>
                    <a:pt x="23903" y="278"/>
                  </a:cubicBezTo>
                  <a:close/>
                  <a:moveTo>
                    <a:pt x="14224" y="998"/>
                  </a:moveTo>
                  <a:cubicBezTo>
                    <a:pt x="14383" y="998"/>
                    <a:pt x="14549" y="1149"/>
                    <a:pt x="14502" y="1335"/>
                  </a:cubicBezTo>
                  <a:cubicBezTo>
                    <a:pt x="14496" y="1361"/>
                    <a:pt x="14490" y="1386"/>
                    <a:pt x="14486" y="1412"/>
                  </a:cubicBezTo>
                  <a:cubicBezTo>
                    <a:pt x="14617" y="1442"/>
                    <a:pt x="14747" y="1472"/>
                    <a:pt x="14878" y="1502"/>
                  </a:cubicBezTo>
                  <a:cubicBezTo>
                    <a:pt x="15126" y="1564"/>
                    <a:pt x="15132" y="1951"/>
                    <a:pt x="14878" y="2007"/>
                  </a:cubicBezTo>
                  <a:cubicBezTo>
                    <a:pt x="14693" y="2049"/>
                    <a:pt x="14518" y="2104"/>
                    <a:pt x="14343" y="2166"/>
                  </a:cubicBezTo>
                  <a:cubicBezTo>
                    <a:pt x="14329" y="2255"/>
                    <a:pt x="14313" y="2342"/>
                    <a:pt x="14297" y="2428"/>
                  </a:cubicBezTo>
                  <a:cubicBezTo>
                    <a:pt x="14309" y="2446"/>
                    <a:pt x="14322" y="2460"/>
                    <a:pt x="14335" y="2478"/>
                  </a:cubicBezTo>
                  <a:cubicBezTo>
                    <a:pt x="14421" y="2589"/>
                    <a:pt x="14339" y="2707"/>
                    <a:pt x="14228" y="2744"/>
                  </a:cubicBezTo>
                  <a:cubicBezTo>
                    <a:pt x="14211" y="2818"/>
                    <a:pt x="14195" y="2891"/>
                    <a:pt x="14174" y="2963"/>
                  </a:cubicBezTo>
                  <a:cubicBezTo>
                    <a:pt x="14140" y="3075"/>
                    <a:pt x="14054" y="3125"/>
                    <a:pt x="13966" y="3125"/>
                  </a:cubicBezTo>
                  <a:cubicBezTo>
                    <a:pt x="13853" y="3125"/>
                    <a:pt x="13738" y="3042"/>
                    <a:pt x="13726" y="2901"/>
                  </a:cubicBezTo>
                  <a:cubicBezTo>
                    <a:pt x="13713" y="2748"/>
                    <a:pt x="13717" y="2591"/>
                    <a:pt x="13733" y="2434"/>
                  </a:cubicBezTo>
                  <a:lnTo>
                    <a:pt x="13733" y="2434"/>
                  </a:lnTo>
                  <a:cubicBezTo>
                    <a:pt x="13606" y="2501"/>
                    <a:pt x="13484" y="2575"/>
                    <a:pt x="13361" y="2658"/>
                  </a:cubicBezTo>
                  <a:cubicBezTo>
                    <a:pt x="13314" y="2690"/>
                    <a:pt x="13268" y="2703"/>
                    <a:pt x="13224" y="2703"/>
                  </a:cubicBezTo>
                  <a:cubicBezTo>
                    <a:pt x="13006" y="2703"/>
                    <a:pt x="12861" y="2359"/>
                    <a:pt x="13096" y="2201"/>
                  </a:cubicBezTo>
                  <a:cubicBezTo>
                    <a:pt x="13184" y="2141"/>
                    <a:pt x="13265" y="2076"/>
                    <a:pt x="13343" y="2009"/>
                  </a:cubicBezTo>
                  <a:cubicBezTo>
                    <a:pt x="13223" y="1887"/>
                    <a:pt x="13106" y="1764"/>
                    <a:pt x="12989" y="1643"/>
                  </a:cubicBezTo>
                  <a:cubicBezTo>
                    <a:pt x="12851" y="1499"/>
                    <a:pt x="12933" y="1202"/>
                    <a:pt x="13146" y="1202"/>
                  </a:cubicBezTo>
                  <a:cubicBezTo>
                    <a:pt x="13154" y="1202"/>
                    <a:pt x="13162" y="1203"/>
                    <a:pt x="13170" y="1203"/>
                  </a:cubicBezTo>
                  <a:cubicBezTo>
                    <a:pt x="13422" y="1229"/>
                    <a:pt x="13671" y="1263"/>
                    <a:pt x="13918" y="1305"/>
                  </a:cubicBezTo>
                  <a:cubicBezTo>
                    <a:pt x="13953" y="1247"/>
                    <a:pt x="13987" y="1192"/>
                    <a:pt x="14017" y="1132"/>
                  </a:cubicBezTo>
                  <a:cubicBezTo>
                    <a:pt x="14064" y="1038"/>
                    <a:pt x="14143" y="998"/>
                    <a:pt x="14224" y="998"/>
                  </a:cubicBezTo>
                  <a:close/>
                  <a:moveTo>
                    <a:pt x="4992" y="992"/>
                  </a:moveTo>
                  <a:cubicBezTo>
                    <a:pt x="5129" y="992"/>
                    <a:pt x="5259" y="1077"/>
                    <a:pt x="5245" y="1253"/>
                  </a:cubicBezTo>
                  <a:cubicBezTo>
                    <a:pt x="5237" y="1379"/>
                    <a:pt x="5229" y="1509"/>
                    <a:pt x="5223" y="1638"/>
                  </a:cubicBezTo>
                  <a:cubicBezTo>
                    <a:pt x="5486" y="1721"/>
                    <a:pt x="5749" y="1806"/>
                    <a:pt x="6012" y="1901"/>
                  </a:cubicBezTo>
                  <a:cubicBezTo>
                    <a:pt x="6257" y="1991"/>
                    <a:pt x="6275" y="2337"/>
                    <a:pt x="6012" y="2418"/>
                  </a:cubicBezTo>
                  <a:cubicBezTo>
                    <a:pt x="5716" y="2510"/>
                    <a:pt x="5432" y="2621"/>
                    <a:pt x="5154" y="2739"/>
                  </a:cubicBezTo>
                  <a:cubicBezTo>
                    <a:pt x="5130" y="2972"/>
                    <a:pt x="5096" y="3200"/>
                    <a:pt x="5045" y="3422"/>
                  </a:cubicBezTo>
                  <a:cubicBezTo>
                    <a:pt x="5134" y="3538"/>
                    <a:pt x="5021" y="3712"/>
                    <a:pt x="4890" y="3712"/>
                  </a:cubicBezTo>
                  <a:cubicBezTo>
                    <a:pt x="4861" y="3712"/>
                    <a:pt x="4831" y="3703"/>
                    <a:pt x="4802" y="3683"/>
                  </a:cubicBezTo>
                  <a:cubicBezTo>
                    <a:pt x="4800" y="3683"/>
                    <a:pt x="4800" y="3681"/>
                    <a:pt x="4798" y="3681"/>
                  </a:cubicBezTo>
                  <a:cubicBezTo>
                    <a:pt x="4710" y="3677"/>
                    <a:pt x="4627" y="3623"/>
                    <a:pt x="4593" y="3529"/>
                  </a:cubicBezTo>
                  <a:cubicBezTo>
                    <a:pt x="4460" y="3424"/>
                    <a:pt x="4338" y="3314"/>
                    <a:pt x="4223" y="3196"/>
                  </a:cubicBezTo>
                  <a:cubicBezTo>
                    <a:pt x="4006" y="3319"/>
                    <a:pt x="3794" y="3450"/>
                    <a:pt x="3585" y="3591"/>
                  </a:cubicBezTo>
                  <a:cubicBezTo>
                    <a:pt x="3544" y="3619"/>
                    <a:pt x="3500" y="3631"/>
                    <a:pt x="3456" y="3631"/>
                  </a:cubicBezTo>
                  <a:cubicBezTo>
                    <a:pt x="3264" y="3631"/>
                    <a:pt x="3080" y="3397"/>
                    <a:pt x="3209" y="3217"/>
                  </a:cubicBezTo>
                  <a:cubicBezTo>
                    <a:pt x="3376" y="2989"/>
                    <a:pt x="3541" y="2760"/>
                    <a:pt x="3708" y="2531"/>
                  </a:cubicBezTo>
                  <a:cubicBezTo>
                    <a:pt x="3521" y="2222"/>
                    <a:pt x="3376" y="1889"/>
                    <a:pt x="3279" y="1539"/>
                  </a:cubicBezTo>
                  <a:cubicBezTo>
                    <a:pt x="3229" y="1359"/>
                    <a:pt x="3373" y="1214"/>
                    <a:pt x="3539" y="1214"/>
                  </a:cubicBezTo>
                  <a:cubicBezTo>
                    <a:pt x="3558" y="1214"/>
                    <a:pt x="3578" y="1216"/>
                    <a:pt x="3597" y="1220"/>
                  </a:cubicBezTo>
                  <a:cubicBezTo>
                    <a:pt x="3901" y="1283"/>
                    <a:pt x="4205" y="1354"/>
                    <a:pt x="4505" y="1434"/>
                  </a:cubicBezTo>
                  <a:cubicBezTo>
                    <a:pt x="4583" y="1326"/>
                    <a:pt x="4659" y="1220"/>
                    <a:pt x="4738" y="1114"/>
                  </a:cubicBezTo>
                  <a:cubicBezTo>
                    <a:pt x="4796" y="1033"/>
                    <a:pt x="4896" y="992"/>
                    <a:pt x="4992" y="992"/>
                  </a:cubicBezTo>
                  <a:close/>
                  <a:moveTo>
                    <a:pt x="27612" y="1314"/>
                  </a:moveTo>
                  <a:cubicBezTo>
                    <a:pt x="27754" y="1314"/>
                    <a:pt x="27903" y="1416"/>
                    <a:pt x="27910" y="1585"/>
                  </a:cubicBezTo>
                  <a:cubicBezTo>
                    <a:pt x="27924" y="1899"/>
                    <a:pt x="27936" y="2212"/>
                    <a:pt x="27950" y="2527"/>
                  </a:cubicBezTo>
                  <a:cubicBezTo>
                    <a:pt x="28316" y="2504"/>
                    <a:pt x="28681" y="2468"/>
                    <a:pt x="29048" y="2414"/>
                  </a:cubicBezTo>
                  <a:cubicBezTo>
                    <a:pt x="29061" y="2412"/>
                    <a:pt x="29074" y="2411"/>
                    <a:pt x="29087" y="2411"/>
                  </a:cubicBezTo>
                  <a:cubicBezTo>
                    <a:pt x="29284" y="2411"/>
                    <a:pt x="29509" y="2614"/>
                    <a:pt x="29358" y="2816"/>
                  </a:cubicBezTo>
                  <a:cubicBezTo>
                    <a:pt x="29030" y="3245"/>
                    <a:pt x="28670" y="3633"/>
                    <a:pt x="28281" y="3985"/>
                  </a:cubicBezTo>
                  <a:cubicBezTo>
                    <a:pt x="28332" y="4242"/>
                    <a:pt x="28380" y="4502"/>
                    <a:pt x="28374" y="4757"/>
                  </a:cubicBezTo>
                  <a:cubicBezTo>
                    <a:pt x="28372" y="4787"/>
                    <a:pt x="28366" y="4810"/>
                    <a:pt x="28358" y="4834"/>
                  </a:cubicBezTo>
                  <a:cubicBezTo>
                    <a:pt x="28360" y="4939"/>
                    <a:pt x="28362" y="5045"/>
                    <a:pt x="28360" y="5152"/>
                  </a:cubicBezTo>
                  <a:lnTo>
                    <a:pt x="28364" y="5156"/>
                  </a:lnTo>
                  <a:cubicBezTo>
                    <a:pt x="28420" y="5233"/>
                    <a:pt x="28399" y="5313"/>
                    <a:pt x="28346" y="5371"/>
                  </a:cubicBezTo>
                  <a:cubicBezTo>
                    <a:pt x="28342" y="5438"/>
                    <a:pt x="28342" y="5505"/>
                    <a:pt x="28334" y="5572"/>
                  </a:cubicBezTo>
                  <a:cubicBezTo>
                    <a:pt x="28320" y="5707"/>
                    <a:pt x="28224" y="5788"/>
                    <a:pt x="28115" y="5788"/>
                  </a:cubicBezTo>
                  <a:cubicBezTo>
                    <a:pt x="28062" y="5788"/>
                    <a:pt x="28006" y="5769"/>
                    <a:pt x="27956" y="5729"/>
                  </a:cubicBezTo>
                  <a:cubicBezTo>
                    <a:pt x="27636" y="5472"/>
                    <a:pt x="27383" y="5158"/>
                    <a:pt x="27206" y="4806"/>
                  </a:cubicBezTo>
                  <a:cubicBezTo>
                    <a:pt x="26980" y="4949"/>
                    <a:pt x="26749" y="5087"/>
                    <a:pt x="26504" y="5212"/>
                  </a:cubicBezTo>
                  <a:cubicBezTo>
                    <a:pt x="26460" y="5234"/>
                    <a:pt x="26416" y="5244"/>
                    <a:pt x="26373" y="5244"/>
                  </a:cubicBezTo>
                  <a:cubicBezTo>
                    <a:pt x="26178" y="5244"/>
                    <a:pt x="26018" y="5038"/>
                    <a:pt x="26129" y="4836"/>
                  </a:cubicBezTo>
                  <a:cubicBezTo>
                    <a:pt x="26322" y="4482"/>
                    <a:pt x="26495" y="4122"/>
                    <a:pt x="26652" y="3758"/>
                  </a:cubicBezTo>
                  <a:cubicBezTo>
                    <a:pt x="26433" y="3494"/>
                    <a:pt x="26213" y="3233"/>
                    <a:pt x="25991" y="2973"/>
                  </a:cubicBezTo>
                  <a:cubicBezTo>
                    <a:pt x="25857" y="2819"/>
                    <a:pt x="25924" y="2516"/>
                    <a:pt x="26157" y="2516"/>
                  </a:cubicBezTo>
                  <a:cubicBezTo>
                    <a:pt x="26164" y="2516"/>
                    <a:pt x="26172" y="2517"/>
                    <a:pt x="26181" y="2517"/>
                  </a:cubicBezTo>
                  <a:cubicBezTo>
                    <a:pt x="26485" y="2538"/>
                    <a:pt x="26791" y="2547"/>
                    <a:pt x="27095" y="2550"/>
                  </a:cubicBezTo>
                  <a:cubicBezTo>
                    <a:pt x="27201" y="2210"/>
                    <a:pt x="27294" y="1864"/>
                    <a:pt x="27372" y="1511"/>
                  </a:cubicBezTo>
                  <a:cubicBezTo>
                    <a:pt x="27401" y="1374"/>
                    <a:pt x="27504" y="1314"/>
                    <a:pt x="27612" y="1314"/>
                  </a:cubicBezTo>
                  <a:close/>
                  <a:moveTo>
                    <a:pt x="19874" y="1821"/>
                  </a:moveTo>
                  <a:cubicBezTo>
                    <a:pt x="19987" y="1821"/>
                    <a:pt x="20094" y="1881"/>
                    <a:pt x="20117" y="2016"/>
                  </a:cubicBezTo>
                  <a:cubicBezTo>
                    <a:pt x="20173" y="2328"/>
                    <a:pt x="20228" y="2639"/>
                    <a:pt x="20284" y="2953"/>
                  </a:cubicBezTo>
                  <a:cubicBezTo>
                    <a:pt x="20628" y="3058"/>
                    <a:pt x="20972" y="3162"/>
                    <a:pt x="21316" y="3265"/>
                  </a:cubicBezTo>
                  <a:cubicBezTo>
                    <a:pt x="21524" y="3330"/>
                    <a:pt x="21602" y="3658"/>
                    <a:pt x="21381" y="3764"/>
                  </a:cubicBezTo>
                  <a:cubicBezTo>
                    <a:pt x="21087" y="3905"/>
                    <a:pt x="20794" y="4043"/>
                    <a:pt x="20503" y="4184"/>
                  </a:cubicBezTo>
                  <a:cubicBezTo>
                    <a:pt x="20576" y="4611"/>
                    <a:pt x="20653" y="5039"/>
                    <a:pt x="20729" y="5466"/>
                  </a:cubicBezTo>
                  <a:cubicBezTo>
                    <a:pt x="20763" y="5656"/>
                    <a:pt x="20594" y="5820"/>
                    <a:pt x="20434" y="5820"/>
                  </a:cubicBezTo>
                  <a:cubicBezTo>
                    <a:pt x="20354" y="5820"/>
                    <a:pt x="20275" y="5778"/>
                    <a:pt x="20226" y="5679"/>
                  </a:cubicBezTo>
                  <a:cubicBezTo>
                    <a:pt x="20134" y="5492"/>
                    <a:pt x="20045" y="5305"/>
                    <a:pt x="19960" y="5118"/>
                  </a:cubicBezTo>
                  <a:cubicBezTo>
                    <a:pt x="19810" y="4965"/>
                    <a:pt x="19663" y="4810"/>
                    <a:pt x="19517" y="4655"/>
                  </a:cubicBezTo>
                  <a:cubicBezTo>
                    <a:pt x="19184" y="4812"/>
                    <a:pt x="18852" y="4971"/>
                    <a:pt x="18520" y="5132"/>
                  </a:cubicBezTo>
                  <a:cubicBezTo>
                    <a:pt x="18482" y="5150"/>
                    <a:pt x="18439" y="5158"/>
                    <a:pt x="18396" y="5158"/>
                  </a:cubicBezTo>
                  <a:cubicBezTo>
                    <a:pt x="18221" y="5158"/>
                    <a:pt x="18039" y="5018"/>
                    <a:pt x="18115" y="4820"/>
                  </a:cubicBezTo>
                  <a:cubicBezTo>
                    <a:pt x="18270" y="4420"/>
                    <a:pt x="18443" y="4032"/>
                    <a:pt x="18630" y="3651"/>
                  </a:cubicBezTo>
                  <a:cubicBezTo>
                    <a:pt x="18385" y="3360"/>
                    <a:pt x="18146" y="3064"/>
                    <a:pt x="17912" y="2762"/>
                  </a:cubicBezTo>
                  <a:cubicBezTo>
                    <a:pt x="17779" y="2589"/>
                    <a:pt x="17867" y="2306"/>
                    <a:pt x="18086" y="2306"/>
                  </a:cubicBezTo>
                  <a:cubicBezTo>
                    <a:pt x="18112" y="2306"/>
                    <a:pt x="18140" y="2310"/>
                    <a:pt x="18171" y="2319"/>
                  </a:cubicBezTo>
                  <a:cubicBezTo>
                    <a:pt x="18510" y="2418"/>
                    <a:pt x="18848" y="2520"/>
                    <a:pt x="19184" y="2621"/>
                  </a:cubicBezTo>
                  <a:cubicBezTo>
                    <a:pt x="19321" y="2395"/>
                    <a:pt x="19464" y="2171"/>
                    <a:pt x="19614" y="1949"/>
                  </a:cubicBezTo>
                  <a:cubicBezTo>
                    <a:pt x="19670" y="1867"/>
                    <a:pt x="19774" y="1821"/>
                    <a:pt x="19874" y="1821"/>
                  </a:cubicBezTo>
                  <a:close/>
                  <a:moveTo>
                    <a:pt x="9380" y="2081"/>
                  </a:moveTo>
                  <a:cubicBezTo>
                    <a:pt x="9495" y="2081"/>
                    <a:pt x="9616" y="2152"/>
                    <a:pt x="9645" y="2268"/>
                  </a:cubicBezTo>
                  <a:cubicBezTo>
                    <a:pt x="9802" y="2913"/>
                    <a:pt x="9973" y="3552"/>
                    <a:pt x="10156" y="4187"/>
                  </a:cubicBezTo>
                  <a:cubicBezTo>
                    <a:pt x="10519" y="4217"/>
                    <a:pt x="10882" y="4247"/>
                    <a:pt x="11244" y="4279"/>
                  </a:cubicBezTo>
                  <a:cubicBezTo>
                    <a:pt x="11486" y="4297"/>
                    <a:pt x="11655" y="4667"/>
                    <a:pt x="11383" y="4792"/>
                  </a:cubicBezTo>
                  <a:cubicBezTo>
                    <a:pt x="11078" y="4935"/>
                    <a:pt x="10773" y="5076"/>
                    <a:pt x="10466" y="5217"/>
                  </a:cubicBezTo>
                  <a:cubicBezTo>
                    <a:pt x="10593" y="5616"/>
                    <a:pt x="10722" y="6013"/>
                    <a:pt x="10861" y="6410"/>
                  </a:cubicBezTo>
                  <a:cubicBezTo>
                    <a:pt x="10932" y="6612"/>
                    <a:pt x="10770" y="6734"/>
                    <a:pt x="10602" y="6734"/>
                  </a:cubicBezTo>
                  <a:cubicBezTo>
                    <a:pt x="10534" y="6734"/>
                    <a:pt x="10465" y="6714"/>
                    <a:pt x="10411" y="6671"/>
                  </a:cubicBezTo>
                  <a:cubicBezTo>
                    <a:pt x="10018" y="6364"/>
                    <a:pt x="9611" y="6076"/>
                    <a:pt x="9198" y="5804"/>
                  </a:cubicBezTo>
                  <a:cubicBezTo>
                    <a:pt x="9005" y="5893"/>
                    <a:pt x="8808" y="5983"/>
                    <a:pt x="8615" y="6073"/>
                  </a:cubicBezTo>
                  <a:cubicBezTo>
                    <a:pt x="8462" y="6144"/>
                    <a:pt x="8307" y="6216"/>
                    <a:pt x="8152" y="6287"/>
                  </a:cubicBezTo>
                  <a:cubicBezTo>
                    <a:pt x="8111" y="6325"/>
                    <a:pt x="8076" y="6345"/>
                    <a:pt x="8049" y="6355"/>
                  </a:cubicBezTo>
                  <a:cubicBezTo>
                    <a:pt x="8042" y="6403"/>
                    <a:pt x="8023" y="6452"/>
                    <a:pt x="7987" y="6492"/>
                  </a:cubicBezTo>
                  <a:cubicBezTo>
                    <a:pt x="7967" y="6510"/>
                    <a:pt x="7949" y="6530"/>
                    <a:pt x="7931" y="6549"/>
                  </a:cubicBezTo>
                  <a:cubicBezTo>
                    <a:pt x="7884" y="6598"/>
                    <a:pt x="7819" y="6620"/>
                    <a:pt x="7753" y="6620"/>
                  </a:cubicBezTo>
                  <a:cubicBezTo>
                    <a:pt x="7741" y="6620"/>
                    <a:pt x="7729" y="6619"/>
                    <a:pt x="7716" y="6618"/>
                  </a:cubicBezTo>
                  <a:cubicBezTo>
                    <a:pt x="7686" y="6656"/>
                    <a:pt x="7643" y="6672"/>
                    <a:pt x="7599" y="6672"/>
                  </a:cubicBezTo>
                  <a:cubicBezTo>
                    <a:pt x="7489" y="6672"/>
                    <a:pt x="7368" y="6570"/>
                    <a:pt x="7412" y="6445"/>
                  </a:cubicBezTo>
                  <a:cubicBezTo>
                    <a:pt x="7416" y="6426"/>
                    <a:pt x="7423" y="6410"/>
                    <a:pt x="7430" y="6392"/>
                  </a:cubicBezTo>
                  <a:cubicBezTo>
                    <a:pt x="7420" y="6351"/>
                    <a:pt x="7418" y="6309"/>
                    <a:pt x="7430" y="6265"/>
                  </a:cubicBezTo>
                  <a:cubicBezTo>
                    <a:pt x="7452" y="6172"/>
                    <a:pt x="7502" y="6098"/>
                    <a:pt x="7557" y="6029"/>
                  </a:cubicBezTo>
                  <a:cubicBezTo>
                    <a:pt x="7677" y="5697"/>
                    <a:pt x="7804" y="5367"/>
                    <a:pt x="7937" y="5039"/>
                  </a:cubicBezTo>
                  <a:cubicBezTo>
                    <a:pt x="7550" y="4822"/>
                    <a:pt x="7155" y="4619"/>
                    <a:pt x="6751" y="4427"/>
                  </a:cubicBezTo>
                  <a:cubicBezTo>
                    <a:pt x="6512" y="4314"/>
                    <a:pt x="6616" y="3911"/>
                    <a:pt x="6869" y="3911"/>
                  </a:cubicBezTo>
                  <a:cubicBezTo>
                    <a:pt x="6876" y="3911"/>
                    <a:pt x="6883" y="3911"/>
                    <a:pt x="6889" y="3912"/>
                  </a:cubicBezTo>
                  <a:cubicBezTo>
                    <a:pt x="7379" y="3953"/>
                    <a:pt x="7868" y="3995"/>
                    <a:pt x="8358" y="4034"/>
                  </a:cubicBezTo>
                  <a:cubicBezTo>
                    <a:pt x="8625" y="3422"/>
                    <a:pt x="8901" y="2816"/>
                    <a:pt x="9173" y="2208"/>
                  </a:cubicBezTo>
                  <a:cubicBezTo>
                    <a:pt x="9212" y="2120"/>
                    <a:pt x="9294" y="2081"/>
                    <a:pt x="9380" y="2081"/>
                  </a:cubicBezTo>
                  <a:close/>
                  <a:moveTo>
                    <a:pt x="22863" y="5714"/>
                  </a:moveTo>
                  <a:cubicBezTo>
                    <a:pt x="22966" y="5714"/>
                    <a:pt x="23062" y="5771"/>
                    <a:pt x="23093" y="5904"/>
                  </a:cubicBezTo>
                  <a:lnTo>
                    <a:pt x="23230" y="6472"/>
                  </a:lnTo>
                  <a:cubicBezTo>
                    <a:pt x="23470" y="6436"/>
                    <a:pt x="23710" y="6396"/>
                    <a:pt x="23948" y="6359"/>
                  </a:cubicBezTo>
                  <a:cubicBezTo>
                    <a:pt x="23965" y="6356"/>
                    <a:pt x="23981" y="6355"/>
                    <a:pt x="23997" y="6355"/>
                  </a:cubicBezTo>
                  <a:cubicBezTo>
                    <a:pt x="24254" y="6355"/>
                    <a:pt x="24381" y="6669"/>
                    <a:pt x="24147" y="6830"/>
                  </a:cubicBezTo>
                  <a:cubicBezTo>
                    <a:pt x="23908" y="6995"/>
                    <a:pt x="23673" y="7158"/>
                    <a:pt x="23435" y="7325"/>
                  </a:cubicBezTo>
                  <a:cubicBezTo>
                    <a:pt x="23451" y="7389"/>
                    <a:pt x="23465" y="7454"/>
                    <a:pt x="23481" y="7518"/>
                  </a:cubicBezTo>
                  <a:cubicBezTo>
                    <a:pt x="23560" y="7526"/>
                    <a:pt x="23624" y="7572"/>
                    <a:pt x="23675" y="7638"/>
                  </a:cubicBezTo>
                  <a:cubicBezTo>
                    <a:pt x="23717" y="7691"/>
                    <a:pt x="23737" y="7745"/>
                    <a:pt x="23747" y="7795"/>
                  </a:cubicBezTo>
                  <a:cubicBezTo>
                    <a:pt x="23753" y="7800"/>
                    <a:pt x="23761" y="7804"/>
                    <a:pt x="23770" y="7809"/>
                  </a:cubicBezTo>
                  <a:cubicBezTo>
                    <a:pt x="23930" y="7889"/>
                    <a:pt x="23841" y="8130"/>
                    <a:pt x="23685" y="8130"/>
                  </a:cubicBezTo>
                  <a:cubicBezTo>
                    <a:pt x="23669" y="8130"/>
                    <a:pt x="23653" y="8128"/>
                    <a:pt x="23636" y="8123"/>
                  </a:cubicBezTo>
                  <a:cubicBezTo>
                    <a:pt x="23622" y="8119"/>
                    <a:pt x="23608" y="8114"/>
                    <a:pt x="23594" y="8109"/>
                  </a:cubicBezTo>
                  <a:cubicBezTo>
                    <a:pt x="23537" y="8146"/>
                    <a:pt x="23468" y="8168"/>
                    <a:pt x="23396" y="8168"/>
                  </a:cubicBezTo>
                  <a:cubicBezTo>
                    <a:pt x="23318" y="8168"/>
                    <a:pt x="23238" y="8142"/>
                    <a:pt x="23165" y="8084"/>
                  </a:cubicBezTo>
                  <a:cubicBezTo>
                    <a:pt x="23099" y="8031"/>
                    <a:pt x="23052" y="7957"/>
                    <a:pt x="23015" y="7874"/>
                  </a:cubicBezTo>
                  <a:cubicBezTo>
                    <a:pt x="22941" y="7840"/>
                    <a:pt x="22870" y="7802"/>
                    <a:pt x="22798" y="7763"/>
                  </a:cubicBezTo>
                  <a:lnTo>
                    <a:pt x="22156" y="8206"/>
                  </a:lnTo>
                  <a:cubicBezTo>
                    <a:pt x="22119" y="8232"/>
                    <a:pt x="22076" y="8244"/>
                    <a:pt x="22034" y="8244"/>
                  </a:cubicBezTo>
                  <a:cubicBezTo>
                    <a:pt x="21871" y="8244"/>
                    <a:pt x="21703" y="8077"/>
                    <a:pt x="21769" y="7911"/>
                  </a:cubicBezTo>
                  <a:cubicBezTo>
                    <a:pt x="21858" y="7689"/>
                    <a:pt x="21946" y="7470"/>
                    <a:pt x="22036" y="7248"/>
                  </a:cubicBezTo>
                  <a:cubicBezTo>
                    <a:pt x="21974" y="7198"/>
                    <a:pt x="21912" y="7144"/>
                    <a:pt x="21852" y="7091"/>
                  </a:cubicBezTo>
                  <a:cubicBezTo>
                    <a:pt x="21719" y="6971"/>
                    <a:pt x="21778" y="6701"/>
                    <a:pt x="21962" y="6671"/>
                  </a:cubicBezTo>
                  <a:cubicBezTo>
                    <a:pt x="22071" y="6655"/>
                    <a:pt x="22182" y="6637"/>
                    <a:pt x="22290" y="6620"/>
                  </a:cubicBezTo>
                  <a:cubicBezTo>
                    <a:pt x="22385" y="6383"/>
                    <a:pt x="22482" y="6142"/>
                    <a:pt x="22578" y="5904"/>
                  </a:cubicBezTo>
                  <a:cubicBezTo>
                    <a:pt x="22626" y="5786"/>
                    <a:pt x="22749" y="5714"/>
                    <a:pt x="22863" y="5714"/>
                  </a:cubicBezTo>
                  <a:close/>
                  <a:moveTo>
                    <a:pt x="2578" y="6014"/>
                  </a:moveTo>
                  <a:cubicBezTo>
                    <a:pt x="2733" y="6014"/>
                    <a:pt x="2878" y="6137"/>
                    <a:pt x="2826" y="6337"/>
                  </a:cubicBezTo>
                  <a:cubicBezTo>
                    <a:pt x="2782" y="6508"/>
                    <a:pt x="2748" y="6675"/>
                    <a:pt x="2720" y="6846"/>
                  </a:cubicBezTo>
                  <a:cubicBezTo>
                    <a:pt x="2925" y="6891"/>
                    <a:pt x="3130" y="6934"/>
                    <a:pt x="3338" y="6979"/>
                  </a:cubicBezTo>
                  <a:cubicBezTo>
                    <a:pt x="3563" y="7027"/>
                    <a:pt x="3583" y="7345"/>
                    <a:pt x="3400" y="7454"/>
                  </a:cubicBezTo>
                  <a:cubicBezTo>
                    <a:pt x="3156" y="7599"/>
                    <a:pt x="2903" y="7722"/>
                    <a:pt x="2645" y="7832"/>
                  </a:cubicBezTo>
                  <a:cubicBezTo>
                    <a:pt x="2647" y="7999"/>
                    <a:pt x="2657" y="8167"/>
                    <a:pt x="2673" y="8335"/>
                  </a:cubicBezTo>
                  <a:cubicBezTo>
                    <a:pt x="2689" y="8506"/>
                    <a:pt x="2565" y="8590"/>
                    <a:pt x="2432" y="8590"/>
                  </a:cubicBezTo>
                  <a:cubicBezTo>
                    <a:pt x="2298" y="8590"/>
                    <a:pt x="2156" y="8505"/>
                    <a:pt x="2140" y="8335"/>
                  </a:cubicBezTo>
                  <a:cubicBezTo>
                    <a:pt x="2132" y="8269"/>
                    <a:pt x="2136" y="8202"/>
                    <a:pt x="2130" y="8135"/>
                  </a:cubicBezTo>
                  <a:cubicBezTo>
                    <a:pt x="2102" y="8107"/>
                    <a:pt x="2075" y="8079"/>
                    <a:pt x="2050" y="8049"/>
                  </a:cubicBezTo>
                  <a:cubicBezTo>
                    <a:pt x="1824" y="8119"/>
                    <a:pt x="1593" y="8180"/>
                    <a:pt x="1357" y="8222"/>
                  </a:cubicBezTo>
                  <a:cubicBezTo>
                    <a:pt x="1343" y="8225"/>
                    <a:pt x="1328" y="8226"/>
                    <a:pt x="1313" y="8226"/>
                  </a:cubicBezTo>
                  <a:cubicBezTo>
                    <a:pt x="1124" y="8226"/>
                    <a:pt x="918" y="8023"/>
                    <a:pt x="1059" y="7834"/>
                  </a:cubicBezTo>
                  <a:cubicBezTo>
                    <a:pt x="1177" y="7677"/>
                    <a:pt x="1297" y="7520"/>
                    <a:pt x="1415" y="7363"/>
                  </a:cubicBezTo>
                  <a:cubicBezTo>
                    <a:pt x="1297" y="7234"/>
                    <a:pt x="1179" y="7103"/>
                    <a:pt x="1062" y="6971"/>
                  </a:cubicBezTo>
                  <a:cubicBezTo>
                    <a:pt x="906" y="6793"/>
                    <a:pt x="1031" y="6535"/>
                    <a:pt x="1248" y="6535"/>
                  </a:cubicBezTo>
                  <a:cubicBezTo>
                    <a:pt x="1268" y="6535"/>
                    <a:pt x="1289" y="6537"/>
                    <a:pt x="1311" y="6542"/>
                  </a:cubicBezTo>
                  <a:cubicBezTo>
                    <a:pt x="1519" y="6586"/>
                    <a:pt x="1726" y="6631"/>
                    <a:pt x="1932" y="6675"/>
                  </a:cubicBezTo>
                  <a:cubicBezTo>
                    <a:pt x="2068" y="6496"/>
                    <a:pt x="2205" y="6313"/>
                    <a:pt x="2343" y="6134"/>
                  </a:cubicBezTo>
                  <a:cubicBezTo>
                    <a:pt x="2404" y="6051"/>
                    <a:pt x="2492" y="6014"/>
                    <a:pt x="2578" y="6014"/>
                  </a:cubicBezTo>
                  <a:close/>
                  <a:moveTo>
                    <a:pt x="15152" y="5720"/>
                  </a:moveTo>
                  <a:cubicBezTo>
                    <a:pt x="15297" y="5720"/>
                    <a:pt x="15441" y="5817"/>
                    <a:pt x="15425" y="5987"/>
                  </a:cubicBezTo>
                  <a:cubicBezTo>
                    <a:pt x="15412" y="6164"/>
                    <a:pt x="15400" y="6345"/>
                    <a:pt x="15391" y="6528"/>
                  </a:cubicBezTo>
                  <a:cubicBezTo>
                    <a:pt x="15544" y="6563"/>
                    <a:pt x="15695" y="6602"/>
                    <a:pt x="15848" y="6649"/>
                  </a:cubicBezTo>
                  <a:cubicBezTo>
                    <a:pt x="16063" y="6713"/>
                    <a:pt x="16128" y="7031"/>
                    <a:pt x="15913" y="7144"/>
                  </a:cubicBezTo>
                  <a:cubicBezTo>
                    <a:pt x="15715" y="7248"/>
                    <a:pt x="15520" y="7364"/>
                    <a:pt x="15331" y="7482"/>
                  </a:cubicBezTo>
                  <a:cubicBezTo>
                    <a:pt x="15300" y="7844"/>
                    <a:pt x="15252" y="8202"/>
                    <a:pt x="15162" y="8539"/>
                  </a:cubicBezTo>
                  <a:cubicBezTo>
                    <a:pt x="15131" y="8656"/>
                    <a:pt x="15046" y="8706"/>
                    <a:pt x="14958" y="8706"/>
                  </a:cubicBezTo>
                  <a:cubicBezTo>
                    <a:pt x="14856" y="8706"/>
                    <a:pt x="14749" y="8638"/>
                    <a:pt x="14715" y="8526"/>
                  </a:cubicBezTo>
                  <a:cubicBezTo>
                    <a:pt x="14604" y="8417"/>
                    <a:pt x="14492" y="8303"/>
                    <a:pt x="14381" y="8193"/>
                  </a:cubicBezTo>
                  <a:cubicBezTo>
                    <a:pt x="14224" y="8329"/>
                    <a:pt x="14075" y="8472"/>
                    <a:pt x="13929" y="8623"/>
                  </a:cubicBezTo>
                  <a:cubicBezTo>
                    <a:pt x="13874" y="8679"/>
                    <a:pt x="13809" y="8703"/>
                    <a:pt x="13745" y="8703"/>
                  </a:cubicBezTo>
                  <a:cubicBezTo>
                    <a:pt x="13556" y="8703"/>
                    <a:pt x="13380" y="8490"/>
                    <a:pt x="13495" y="8289"/>
                  </a:cubicBezTo>
                  <a:cubicBezTo>
                    <a:pt x="13618" y="8082"/>
                    <a:pt x="13737" y="7874"/>
                    <a:pt x="13858" y="7667"/>
                  </a:cubicBezTo>
                  <a:cubicBezTo>
                    <a:pt x="13844" y="7655"/>
                    <a:pt x="13830" y="7641"/>
                    <a:pt x="13818" y="7627"/>
                  </a:cubicBezTo>
                  <a:cubicBezTo>
                    <a:pt x="13749" y="7619"/>
                    <a:pt x="13691" y="7560"/>
                    <a:pt x="13682" y="7494"/>
                  </a:cubicBezTo>
                  <a:cubicBezTo>
                    <a:pt x="13470" y="7279"/>
                    <a:pt x="13260" y="7066"/>
                    <a:pt x="13045" y="6854"/>
                  </a:cubicBezTo>
                  <a:cubicBezTo>
                    <a:pt x="12868" y="6681"/>
                    <a:pt x="13015" y="6426"/>
                    <a:pt x="13232" y="6404"/>
                  </a:cubicBezTo>
                  <a:cubicBezTo>
                    <a:pt x="13470" y="6376"/>
                    <a:pt x="13707" y="6363"/>
                    <a:pt x="13942" y="6363"/>
                  </a:cubicBezTo>
                  <a:cubicBezTo>
                    <a:pt x="14160" y="6363"/>
                    <a:pt x="14378" y="6374"/>
                    <a:pt x="14594" y="6396"/>
                  </a:cubicBezTo>
                  <a:cubicBezTo>
                    <a:pt x="14701" y="6214"/>
                    <a:pt x="14807" y="6032"/>
                    <a:pt x="14913" y="5849"/>
                  </a:cubicBezTo>
                  <a:cubicBezTo>
                    <a:pt x="14964" y="5761"/>
                    <a:pt x="15058" y="5720"/>
                    <a:pt x="15152" y="5720"/>
                  </a:cubicBezTo>
                  <a:close/>
                  <a:moveTo>
                    <a:pt x="33098" y="1"/>
                  </a:moveTo>
                  <a:cubicBezTo>
                    <a:pt x="27612" y="49"/>
                    <a:pt x="22124" y="86"/>
                    <a:pt x="16638" y="120"/>
                  </a:cubicBezTo>
                  <a:cubicBezTo>
                    <a:pt x="13798" y="137"/>
                    <a:pt x="10955" y="148"/>
                    <a:pt x="8116" y="156"/>
                  </a:cubicBezTo>
                  <a:cubicBezTo>
                    <a:pt x="6303" y="158"/>
                    <a:pt x="4438" y="271"/>
                    <a:pt x="2594" y="271"/>
                  </a:cubicBezTo>
                  <a:cubicBezTo>
                    <a:pt x="1746" y="271"/>
                    <a:pt x="903" y="247"/>
                    <a:pt x="72" y="178"/>
                  </a:cubicBezTo>
                  <a:lnTo>
                    <a:pt x="72" y="178"/>
                  </a:lnTo>
                  <a:cubicBezTo>
                    <a:pt x="76" y="197"/>
                    <a:pt x="82" y="215"/>
                    <a:pt x="80" y="236"/>
                  </a:cubicBezTo>
                  <a:cubicBezTo>
                    <a:pt x="0" y="3325"/>
                    <a:pt x="152" y="6412"/>
                    <a:pt x="94" y="9500"/>
                  </a:cubicBezTo>
                  <a:cubicBezTo>
                    <a:pt x="1899" y="9246"/>
                    <a:pt x="3769" y="9233"/>
                    <a:pt x="5620" y="9233"/>
                  </a:cubicBezTo>
                  <a:cubicBezTo>
                    <a:pt x="5846" y="9233"/>
                    <a:pt x="6071" y="9233"/>
                    <a:pt x="6296" y="9233"/>
                  </a:cubicBezTo>
                  <a:cubicBezTo>
                    <a:pt x="6872" y="9233"/>
                    <a:pt x="7445" y="9232"/>
                    <a:pt x="8012" y="9222"/>
                  </a:cubicBezTo>
                  <a:cubicBezTo>
                    <a:pt x="10750" y="9176"/>
                    <a:pt x="13488" y="9146"/>
                    <a:pt x="16227" y="9142"/>
                  </a:cubicBezTo>
                  <a:cubicBezTo>
                    <a:pt x="16774" y="9140"/>
                    <a:pt x="17320" y="9140"/>
                    <a:pt x="17867" y="9140"/>
                  </a:cubicBezTo>
                  <a:cubicBezTo>
                    <a:pt x="21747" y="9140"/>
                    <a:pt x="25627" y="9178"/>
                    <a:pt x="29505" y="9271"/>
                  </a:cubicBezTo>
                  <a:cubicBezTo>
                    <a:pt x="29385" y="9238"/>
                    <a:pt x="29286" y="9132"/>
                    <a:pt x="29342" y="8989"/>
                  </a:cubicBezTo>
                  <a:cubicBezTo>
                    <a:pt x="29362" y="8934"/>
                    <a:pt x="29390" y="8876"/>
                    <a:pt x="29415" y="8820"/>
                  </a:cubicBezTo>
                  <a:cubicBezTo>
                    <a:pt x="29415" y="8816"/>
                    <a:pt x="29411" y="8814"/>
                    <a:pt x="29411" y="8810"/>
                  </a:cubicBezTo>
                  <a:cubicBezTo>
                    <a:pt x="29406" y="8786"/>
                    <a:pt x="29401" y="8763"/>
                    <a:pt x="29394" y="8738"/>
                  </a:cubicBezTo>
                  <a:cubicBezTo>
                    <a:pt x="29155" y="8710"/>
                    <a:pt x="28914" y="8663"/>
                    <a:pt x="28674" y="8595"/>
                  </a:cubicBezTo>
                  <a:cubicBezTo>
                    <a:pt x="28390" y="8514"/>
                    <a:pt x="28439" y="8162"/>
                    <a:pt x="28674" y="8066"/>
                  </a:cubicBezTo>
                  <a:cubicBezTo>
                    <a:pt x="28847" y="7991"/>
                    <a:pt x="29020" y="7920"/>
                    <a:pt x="29191" y="7848"/>
                  </a:cubicBezTo>
                  <a:cubicBezTo>
                    <a:pt x="29131" y="7565"/>
                    <a:pt x="29071" y="7283"/>
                    <a:pt x="29008" y="7001"/>
                  </a:cubicBezTo>
                  <a:cubicBezTo>
                    <a:pt x="28970" y="6830"/>
                    <a:pt x="29125" y="6657"/>
                    <a:pt x="29282" y="6657"/>
                  </a:cubicBezTo>
                  <a:cubicBezTo>
                    <a:pt x="29342" y="6657"/>
                    <a:pt x="29402" y="6683"/>
                    <a:pt x="29452" y="6743"/>
                  </a:cubicBezTo>
                  <a:cubicBezTo>
                    <a:pt x="29664" y="6997"/>
                    <a:pt x="29893" y="7232"/>
                    <a:pt x="30135" y="7452"/>
                  </a:cubicBezTo>
                  <a:cubicBezTo>
                    <a:pt x="30262" y="7398"/>
                    <a:pt x="30390" y="7345"/>
                    <a:pt x="30517" y="7292"/>
                  </a:cubicBezTo>
                  <a:cubicBezTo>
                    <a:pt x="30545" y="7280"/>
                    <a:pt x="30573" y="7274"/>
                    <a:pt x="30600" y="7274"/>
                  </a:cubicBezTo>
                  <a:cubicBezTo>
                    <a:pt x="30789" y="7274"/>
                    <a:pt x="30939" y="7535"/>
                    <a:pt x="30829" y="7697"/>
                  </a:cubicBezTo>
                  <a:cubicBezTo>
                    <a:pt x="30782" y="7765"/>
                    <a:pt x="30736" y="7834"/>
                    <a:pt x="30690" y="7906"/>
                  </a:cubicBezTo>
                  <a:cubicBezTo>
                    <a:pt x="30809" y="7994"/>
                    <a:pt x="30928" y="8079"/>
                    <a:pt x="31052" y="8160"/>
                  </a:cubicBezTo>
                  <a:cubicBezTo>
                    <a:pt x="31239" y="8280"/>
                    <a:pt x="31225" y="8601"/>
                    <a:pt x="30988" y="8655"/>
                  </a:cubicBezTo>
                  <a:cubicBezTo>
                    <a:pt x="30701" y="8719"/>
                    <a:pt x="30415" y="8758"/>
                    <a:pt x="30131" y="8770"/>
                  </a:cubicBezTo>
                  <a:cubicBezTo>
                    <a:pt x="30008" y="8934"/>
                    <a:pt x="29879" y="9091"/>
                    <a:pt x="29736" y="9220"/>
                  </a:cubicBezTo>
                  <a:cubicBezTo>
                    <a:pt x="29704" y="9250"/>
                    <a:pt x="29664" y="9266"/>
                    <a:pt x="29623" y="9273"/>
                  </a:cubicBezTo>
                  <a:cubicBezTo>
                    <a:pt x="30652" y="9299"/>
                    <a:pt x="31683" y="9321"/>
                    <a:pt x="32710" y="9357"/>
                  </a:cubicBezTo>
                  <a:cubicBezTo>
                    <a:pt x="31567" y="7994"/>
                    <a:pt x="30565" y="6461"/>
                    <a:pt x="29588" y="4983"/>
                  </a:cubicBezTo>
                  <a:cubicBezTo>
                    <a:pt x="29491" y="4838"/>
                    <a:pt x="29588" y="4709"/>
                    <a:pt x="29718" y="4671"/>
                  </a:cubicBezTo>
                  <a:cubicBezTo>
                    <a:pt x="30620" y="3000"/>
                    <a:pt x="31907" y="1474"/>
                    <a:pt x="330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2"/>
            <p:cNvSpPr/>
            <p:nvPr/>
          </p:nvSpPr>
          <p:spPr>
            <a:xfrm>
              <a:off x="1654700" y="2368332"/>
              <a:ext cx="856150" cy="255250"/>
            </a:xfrm>
            <a:custGeom>
              <a:rect b="b" l="l" r="r" t="t"/>
              <a:pathLst>
                <a:path extrusionOk="0" h="10210" w="34246">
                  <a:moveTo>
                    <a:pt x="33660" y="377"/>
                  </a:moveTo>
                  <a:lnTo>
                    <a:pt x="33660" y="377"/>
                  </a:lnTo>
                  <a:cubicBezTo>
                    <a:pt x="32469" y="1850"/>
                    <a:pt x="31182" y="3376"/>
                    <a:pt x="30280" y="5047"/>
                  </a:cubicBezTo>
                  <a:cubicBezTo>
                    <a:pt x="30150" y="5085"/>
                    <a:pt x="30053" y="5214"/>
                    <a:pt x="30150" y="5359"/>
                  </a:cubicBezTo>
                  <a:cubicBezTo>
                    <a:pt x="31128" y="6837"/>
                    <a:pt x="32130" y="8370"/>
                    <a:pt x="33272" y="9732"/>
                  </a:cubicBezTo>
                  <a:cubicBezTo>
                    <a:pt x="32245" y="9697"/>
                    <a:pt x="31215" y="9675"/>
                    <a:pt x="30186" y="9649"/>
                  </a:cubicBezTo>
                  <a:lnTo>
                    <a:pt x="30067" y="9647"/>
                  </a:lnTo>
                  <a:cubicBezTo>
                    <a:pt x="26189" y="9554"/>
                    <a:pt x="22309" y="9516"/>
                    <a:pt x="18429" y="9516"/>
                  </a:cubicBezTo>
                  <a:cubicBezTo>
                    <a:pt x="17882" y="9516"/>
                    <a:pt x="17336" y="9516"/>
                    <a:pt x="16789" y="9518"/>
                  </a:cubicBezTo>
                  <a:cubicBezTo>
                    <a:pt x="14050" y="9522"/>
                    <a:pt x="11312" y="9552"/>
                    <a:pt x="8574" y="9598"/>
                  </a:cubicBezTo>
                  <a:cubicBezTo>
                    <a:pt x="8007" y="9608"/>
                    <a:pt x="7434" y="9609"/>
                    <a:pt x="6858" y="9609"/>
                  </a:cubicBezTo>
                  <a:cubicBezTo>
                    <a:pt x="6633" y="9609"/>
                    <a:pt x="6408" y="9609"/>
                    <a:pt x="6182" y="9609"/>
                  </a:cubicBezTo>
                  <a:cubicBezTo>
                    <a:pt x="4331" y="9609"/>
                    <a:pt x="2461" y="9622"/>
                    <a:pt x="656" y="9876"/>
                  </a:cubicBezTo>
                  <a:cubicBezTo>
                    <a:pt x="714" y="6788"/>
                    <a:pt x="562" y="3701"/>
                    <a:pt x="642" y="612"/>
                  </a:cubicBezTo>
                  <a:cubicBezTo>
                    <a:pt x="644" y="591"/>
                    <a:pt x="638" y="573"/>
                    <a:pt x="634" y="554"/>
                  </a:cubicBezTo>
                  <a:lnTo>
                    <a:pt x="634" y="554"/>
                  </a:lnTo>
                  <a:cubicBezTo>
                    <a:pt x="1465" y="623"/>
                    <a:pt x="2308" y="647"/>
                    <a:pt x="3156" y="647"/>
                  </a:cubicBezTo>
                  <a:cubicBezTo>
                    <a:pt x="5000" y="647"/>
                    <a:pt x="6865" y="534"/>
                    <a:pt x="8678" y="532"/>
                  </a:cubicBezTo>
                  <a:cubicBezTo>
                    <a:pt x="11517" y="524"/>
                    <a:pt x="14360" y="513"/>
                    <a:pt x="17200" y="496"/>
                  </a:cubicBezTo>
                  <a:cubicBezTo>
                    <a:pt x="22686" y="462"/>
                    <a:pt x="28174" y="425"/>
                    <a:pt x="33660" y="377"/>
                  </a:cubicBezTo>
                  <a:close/>
                  <a:moveTo>
                    <a:pt x="34016" y="1"/>
                  </a:moveTo>
                  <a:cubicBezTo>
                    <a:pt x="34015" y="1"/>
                    <a:pt x="34014" y="1"/>
                    <a:pt x="34013" y="1"/>
                  </a:cubicBezTo>
                  <a:cubicBezTo>
                    <a:pt x="28410" y="51"/>
                    <a:pt x="22806" y="114"/>
                    <a:pt x="17200" y="168"/>
                  </a:cubicBezTo>
                  <a:cubicBezTo>
                    <a:pt x="14436" y="196"/>
                    <a:pt x="11672" y="226"/>
                    <a:pt x="8909" y="256"/>
                  </a:cubicBezTo>
                  <a:cubicBezTo>
                    <a:pt x="8725" y="258"/>
                    <a:pt x="8542" y="259"/>
                    <a:pt x="8357" y="259"/>
                  </a:cubicBezTo>
                  <a:cubicBezTo>
                    <a:pt x="6835" y="259"/>
                    <a:pt x="5282" y="197"/>
                    <a:pt x="3739" y="197"/>
                  </a:cubicBezTo>
                  <a:cubicBezTo>
                    <a:pt x="2610" y="197"/>
                    <a:pt x="1487" y="230"/>
                    <a:pt x="387" y="345"/>
                  </a:cubicBezTo>
                  <a:cubicBezTo>
                    <a:pt x="334" y="351"/>
                    <a:pt x="304" y="383"/>
                    <a:pt x="296" y="423"/>
                  </a:cubicBezTo>
                  <a:cubicBezTo>
                    <a:pt x="232" y="458"/>
                    <a:pt x="181" y="518"/>
                    <a:pt x="179" y="612"/>
                  </a:cubicBezTo>
                  <a:cubicBezTo>
                    <a:pt x="97" y="3689"/>
                    <a:pt x="0" y="6862"/>
                    <a:pt x="324" y="9924"/>
                  </a:cubicBezTo>
                  <a:cubicBezTo>
                    <a:pt x="335" y="10031"/>
                    <a:pt x="420" y="10083"/>
                    <a:pt x="502" y="10083"/>
                  </a:cubicBezTo>
                  <a:cubicBezTo>
                    <a:pt x="503" y="10083"/>
                    <a:pt x="505" y="10083"/>
                    <a:pt x="507" y="10083"/>
                  </a:cubicBezTo>
                  <a:cubicBezTo>
                    <a:pt x="527" y="10107"/>
                    <a:pt x="555" y="10123"/>
                    <a:pt x="587" y="10127"/>
                  </a:cubicBezTo>
                  <a:cubicBezTo>
                    <a:pt x="1321" y="10187"/>
                    <a:pt x="2063" y="10209"/>
                    <a:pt x="2807" y="10209"/>
                  </a:cubicBezTo>
                  <a:cubicBezTo>
                    <a:pt x="4805" y="10209"/>
                    <a:pt x="6826" y="10048"/>
                    <a:pt x="8802" y="10014"/>
                  </a:cubicBezTo>
                  <a:cubicBezTo>
                    <a:pt x="11541" y="9968"/>
                    <a:pt x="14279" y="9942"/>
                    <a:pt x="17018" y="9938"/>
                  </a:cubicBezTo>
                  <a:cubicBezTo>
                    <a:pt x="17264" y="9937"/>
                    <a:pt x="17510" y="9937"/>
                    <a:pt x="17756" y="9937"/>
                  </a:cubicBezTo>
                  <a:cubicBezTo>
                    <a:pt x="22988" y="9937"/>
                    <a:pt x="28217" y="10033"/>
                    <a:pt x="33448" y="10153"/>
                  </a:cubicBezTo>
                  <a:cubicBezTo>
                    <a:pt x="33450" y="10153"/>
                    <a:pt x="33451" y="10153"/>
                    <a:pt x="33452" y="10153"/>
                  </a:cubicBezTo>
                  <a:cubicBezTo>
                    <a:pt x="33585" y="10153"/>
                    <a:pt x="33649" y="10050"/>
                    <a:pt x="33649" y="9947"/>
                  </a:cubicBezTo>
                  <a:cubicBezTo>
                    <a:pt x="33703" y="9900"/>
                    <a:pt x="33731" y="9820"/>
                    <a:pt x="33690" y="9747"/>
                  </a:cubicBezTo>
                  <a:cubicBezTo>
                    <a:pt x="32796" y="8153"/>
                    <a:pt x="31656" y="6634"/>
                    <a:pt x="30566" y="5168"/>
                  </a:cubicBezTo>
                  <a:cubicBezTo>
                    <a:pt x="31804" y="3687"/>
                    <a:pt x="32858" y="2041"/>
                    <a:pt x="34071" y="541"/>
                  </a:cubicBezTo>
                  <a:cubicBezTo>
                    <a:pt x="34121" y="476"/>
                    <a:pt x="34129" y="407"/>
                    <a:pt x="34110" y="342"/>
                  </a:cubicBezTo>
                  <a:cubicBezTo>
                    <a:pt x="34246" y="257"/>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2"/>
            <p:cNvSpPr/>
            <p:nvPr/>
          </p:nvSpPr>
          <p:spPr>
            <a:xfrm>
              <a:off x="2378475" y="2544157"/>
              <a:ext cx="71275" cy="65425"/>
            </a:xfrm>
            <a:custGeom>
              <a:rect b="b" l="l" r="r" t="t"/>
              <a:pathLst>
                <a:path extrusionOk="0" h="2617" w="2851">
                  <a:moveTo>
                    <a:pt x="893" y="0"/>
                  </a:moveTo>
                  <a:cubicBezTo>
                    <a:pt x="736" y="0"/>
                    <a:pt x="581" y="173"/>
                    <a:pt x="619" y="344"/>
                  </a:cubicBezTo>
                  <a:cubicBezTo>
                    <a:pt x="682" y="626"/>
                    <a:pt x="742" y="908"/>
                    <a:pt x="802" y="1192"/>
                  </a:cubicBezTo>
                  <a:cubicBezTo>
                    <a:pt x="631" y="1264"/>
                    <a:pt x="458" y="1335"/>
                    <a:pt x="285" y="1409"/>
                  </a:cubicBezTo>
                  <a:cubicBezTo>
                    <a:pt x="50" y="1506"/>
                    <a:pt x="1" y="1857"/>
                    <a:pt x="285" y="1938"/>
                  </a:cubicBezTo>
                  <a:cubicBezTo>
                    <a:pt x="525" y="2007"/>
                    <a:pt x="766" y="2053"/>
                    <a:pt x="1005" y="2081"/>
                  </a:cubicBezTo>
                  <a:cubicBezTo>
                    <a:pt x="1012" y="2106"/>
                    <a:pt x="1017" y="2129"/>
                    <a:pt x="1022" y="2153"/>
                  </a:cubicBezTo>
                  <a:cubicBezTo>
                    <a:pt x="1022" y="2157"/>
                    <a:pt x="1026" y="2159"/>
                    <a:pt x="1026" y="2163"/>
                  </a:cubicBezTo>
                  <a:cubicBezTo>
                    <a:pt x="1001" y="2219"/>
                    <a:pt x="973" y="2277"/>
                    <a:pt x="953" y="2332"/>
                  </a:cubicBezTo>
                  <a:cubicBezTo>
                    <a:pt x="897" y="2475"/>
                    <a:pt x="996" y="2582"/>
                    <a:pt x="1116" y="2614"/>
                  </a:cubicBezTo>
                  <a:lnTo>
                    <a:pt x="1235" y="2616"/>
                  </a:lnTo>
                  <a:cubicBezTo>
                    <a:pt x="1275" y="2609"/>
                    <a:pt x="1315" y="2593"/>
                    <a:pt x="1347" y="2563"/>
                  </a:cubicBezTo>
                  <a:cubicBezTo>
                    <a:pt x="1490" y="2434"/>
                    <a:pt x="1620" y="2277"/>
                    <a:pt x="1742" y="2113"/>
                  </a:cubicBezTo>
                  <a:cubicBezTo>
                    <a:pt x="2026" y="2101"/>
                    <a:pt x="2312" y="2062"/>
                    <a:pt x="2599" y="1998"/>
                  </a:cubicBezTo>
                  <a:cubicBezTo>
                    <a:pt x="2837" y="1944"/>
                    <a:pt x="2851" y="1624"/>
                    <a:pt x="2663" y="1503"/>
                  </a:cubicBezTo>
                  <a:cubicBezTo>
                    <a:pt x="2539" y="1423"/>
                    <a:pt x="2421" y="1338"/>
                    <a:pt x="2301" y="1249"/>
                  </a:cubicBezTo>
                  <a:cubicBezTo>
                    <a:pt x="2347" y="1177"/>
                    <a:pt x="2393" y="1109"/>
                    <a:pt x="2440" y="1040"/>
                  </a:cubicBezTo>
                  <a:cubicBezTo>
                    <a:pt x="2550" y="878"/>
                    <a:pt x="2400" y="618"/>
                    <a:pt x="2212" y="618"/>
                  </a:cubicBezTo>
                  <a:cubicBezTo>
                    <a:pt x="2184" y="618"/>
                    <a:pt x="2156" y="624"/>
                    <a:pt x="2128" y="636"/>
                  </a:cubicBezTo>
                  <a:cubicBezTo>
                    <a:pt x="2001" y="688"/>
                    <a:pt x="1873" y="741"/>
                    <a:pt x="1746" y="795"/>
                  </a:cubicBezTo>
                  <a:cubicBezTo>
                    <a:pt x="1504" y="575"/>
                    <a:pt x="1275" y="340"/>
                    <a:pt x="1063" y="86"/>
                  </a:cubicBezTo>
                  <a:cubicBezTo>
                    <a:pt x="1013" y="26"/>
                    <a:pt x="953" y="0"/>
                    <a:pt x="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2"/>
            <p:cNvSpPr/>
            <p:nvPr/>
          </p:nvSpPr>
          <p:spPr>
            <a:xfrm>
              <a:off x="2315175" y="2410582"/>
              <a:ext cx="91300" cy="111875"/>
            </a:xfrm>
            <a:custGeom>
              <a:rect b="b" l="l" r="r" t="t"/>
              <a:pathLst>
                <a:path extrusionOk="0" h="4475" w="3652">
                  <a:moveTo>
                    <a:pt x="1756" y="0"/>
                  </a:moveTo>
                  <a:cubicBezTo>
                    <a:pt x="1648" y="0"/>
                    <a:pt x="1545" y="61"/>
                    <a:pt x="1516" y="197"/>
                  </a:cubicBezTo>
                  <a:cubicBezTo>
                    <a:pt x="1437" y="550"/>
                    <a:pt x="1345" y="897"/>
                    <a:pt x="1238" y="1236"/>
                  </a:cubicBezTo>
                  <a:cubicBezTo>
                    <a:pt x="934" y="1233"/>
                    <a:pt x="629" y="1225"/>
                    <a:pt x="324" y="1203"/>
                  </a:cubicBezTo>
                  <a:cubicBezTo>
                    <a:pt x="316" y="1203"/>
                    <a:pt x="308" y="1203"/>
                    <a:pt x="301" y="1203"/>
                  </a:cubicBezTo>
                  <a:cubicBezTo>
                    <a:pt x="68" y="1203"/>
                    <a:pt x="1" y="1504"/>
                    <a:pt x="134" y="1659"/>
                  </a:cubicBezTo>
                  <a:cubicBezTo>
                    <a:pt x="357" y="1919"/>
                    <a:pt x="576" y="2180"/>
                    <a:pt x="795" y="2444"/>
                  </a:cubicBezTo>
                  <a:cubicBezTo>
                    <a:pt x="638" y="2808"/>
                    <a:pt x="465" y="3168"/>
                    <a:pt x="273" y="3522"/>
                  </a:cubicBezTo>
                  <a:cubicBezTo>
                    <a:pt x="161" y="3724"/>
                    <a:pt x="321" y="3930"/>
                    <a:pt x="516" y="3930"/>
                  </a:cubicBezTo>
                  <a:cubicBezTo>
                    <a:pt x="559" y="3930"/>
                    <a:pt x="603" y="3920"/>
                    <a:pt x="647" y="3898"/>
                  </a:cubicBezTo>
                  <a:cubicBezTo>
                    <a:pt x="892" y="3774"/>
                    <a:pt x="1123" y="3635"/>
                    <a:pt x="1349" y="3492"/>
                  </a:cubicBezTo>
                  <a:cubicBezTo>
                    <a:pt x="1526" y="3845"/>
                    <a:pt x="1779" y="4159"/>
                    <a:pt x="2099" y="4415"/>
                  </a:cubicBezTo>
                  <a:cubicBezTo>
                    <a:pt x="2149" y="4455"/>
                    <a:pt x="2205" y="4474"/>
                    <a:pt x="2258" y="4474"/>
                  </a:cubicBezTo>
                  <a:cubicBezTo>
                    <a:pt x="2367" y="4474"/>
                    <a:pt x="2464" y="4393"/>
                    <a:pt x="2478" y="4258"/>
                  </a:cubicBezTo>
                  <a:cubicBezTo>
                    <a:pt x="2485" y="4191"/>
                    <a:pt x="2485" y="4124"/>
                    <a:pt x="2490" y="4057"/>
                  </a:cubicBezTo>
                  <a:cubicBezTo>
                    <a:pt x="2542" y="3999"/>
                    <a:pt x="2564" y="3919"/>
                    <a:pt x="2508" y="3842"/>
                  </a:cubicBezTo>
                  <a:lnTo>
                    <a:pt x="2503" y="3838"/>
                  </a:lnTo>
                  <a:cubicBezTo>
                    <a:pt x="2506" y="3732"/>
                    <a:pt x="2503" y="3625"/>
                    <a:pt x="2501" y="3520"/>
                  </a:cubicBezTo>
                  <a:cubicBezTo>
                    <a:pt x="2510" y="3496"/>
                    <a:pt x="2515" y="3474"/>
                    <a:pt x="2517" y="3443"/>
                  </a:cubicBezTo>
                  <a:cubicBezTo>
                    <a:pt x="2524" y="3189"/>
                    <a:pt x="2475" y="2928"/>
                    <a:pt x="2425" y="2672"/>
                  </a:cubicBezTo>
                  <a:cubicBezTo>
                    <a:pt x="2813" y="2319"/>
                    <a:pt x="3173" y="1931"/>
                    <a:pt x="3501" y="1502"/>
                  </a:cubicBezTo>
                  <a:cubicBezTo>
                    <a:pt x="3652" y="1300"/>
                    <a:pt x="3427" y="1097"/>
                    <a:pt x="3230" y="1097"/>
                  </a:cubicBezTo>
                  <a:cubicBezTo>
                    <a:pt x="3217" y="1097"/>
                    <a:pt x="3204" y="1098"/>
                    <a:pt x="3191" y="1100"/>
                  </a:cubicBezTo>
                  <a:cubicBezTo>
                    <a:pt x="2824" y="1155"/>
                    <a:pt x="2459" y="1190"/>
                    <a:pt x="2093" y="1213"/>
                  </a:cubicBezTo>
                  <a:cubicBezTo>
                    <a:pt x="2079" y="899"/>
                    <a:pt x="2067" y="585"/>
                    <a:pt x="2053" y="271"/>
                  </a:cubicBezTo>
                  <a:cubicBezTo>
                    <a:pt x="2046" y="102"/>
                    <a:pt x="1897" y="0"/>
                    <a:pt x="17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2"/>
            <p:cNvSpPr/>
            <p:nvPr/>
          </p:nvSpPr>
          <p:spPr>
            <a:xfrm>
              <a:off x="2231425" y="2384657"/>
              <a:ext cx="62775" cy="59750"/>
            </a:xfrm>
            <a:custGeom>
              <a:rect b="b" l="l" r="r" t="t"/>
              <a:pathLst>
                <a:path extrusionOk="0" h="2390" w="2511">
                  <a:moveTo>
                    <a:pt x="1396" y="1"/>
                  </a:moveTo>
                  <a:cubicBezTo>
                    <a:pt x="1290" y="1"/>
                    <a:pt x="1185" y="63"/>
                    <a:pt x="1141" y="193"/>
                  </a:cubicBezTo>
                  <a:cubicBezTo>
                    <a:pt x="1125" y="236"/>
                    <a:pt x="1109" y="278"/>
                    <a:pt x="1093" y="322"/>
                  </a:cubicBezTo>
                  <a:cubicBezTo>
                    <a:pt x="831" y="292"/>
                    <a:pt x="572" y="264"/>
                    <a:pt x="312" y="241"/>
                  </a:cubicBezTo>
                  <a:cubicBezTo>
                    <a:pt x="303" y="240"/>
                    <a:pt x="295" y="239"/>
                    <a:pt x="288" y="239"/>
                  </a:cubicBezTo>
                  <a:cubicBezTo>
                    <a:pt x="69" y="239"/>
                    <a:pt x="0" y="534"/>
                    <a:pt x="129" y="680"/>
                  </a:cubicBezTo>
                  <a:cubicBezTo>
                    <a:pt x="310" y="881"/>
                    <a:pt x="499" y="1070"/>
                    <a:pt x="695" y="1252"/>
                  </a:cubicBezTo>
                  <a:cubicBezTo>
                    <a:pt x="568" y="1507"/>
                    <a:pt x="432" y="1755"/>
                    <a:pt x="282" y="2000"/>
                  </a:cubicBezTo>
                  <a:cubicBezTo>
                    <a:pt x="150" y="2213"/>
                    <a:pt x="330" y="2390"/>
                    <a:pt x="523" y="2390"/>
                  </a:cubicBezTo>
                  <a:cubicBezTo>
                    <a:pt x="586" y="2390"/>
                    <a:pt x="651" y="2371"/>
                    <a:pt x="707" y="2328"/>
                  </a:cubicBezTo>
                  <a:cubicBezTo>
                    <a:pt x="924" y="2159"/>
                    <a:pt x="1136" y="1984"/>
                    <a:pt x="1346" y="1804"/>
                  </a:cubicBezTo>
                  <a:cubicBezTo>
                    <a:pt x="1407" y="1851"/>
                    <a:pt x="1464" y="1896"/>
                    <a:pt x="1526" y="1940"/>
                  </a:cubicBezTo>
                  <a:cubicBezTo>
                    <a:pt x="1556" y="2074"/>
                    <a:pt x="1612" y="2197"/>
                    <a:pt x="1727" y="2275"/>
                  </a:cubicBezTo>
                  <a:cubicBezTo>
                    <a:pt x="1796" y="2322"/>
                    <a:pt x="1864" y="2342"/>
                    <a:pt x="1927" y="2342"/>
                  </a:cubicBezTo>
                  <a:cubicBezTo>
                    <a:pt x="2220" y="2342"/>
                    <a:pt x="2403" y="1903"/>
                    <a:pt x="2087" y="1710"/>
                  </a:cubicBezTo>
                  <a:cubicBezTo>
                    <a:pt x="2067" y="1696"/>
                    <a:pt x="2041" y="1688"/>
                    <a:pt x="2016" y="1684"/>
                  </a:cubicBezTo>
                  <a:cubicBezTo>
                    <a:pt x="1993" y="1561"/>
                    <a:pt x="1972" y="1391"/>
                    <a:pt x="1956" y="1259"/>
                  </a:cubicBezTo>
                  <a:cubicBezTo>
                    <a:pt x="2083" y="1141"/>
                    <a:pt x="2210" y="1019"/>
                    <a:pt x="2332" y="894"/>
                  </a:cubicBezTo>
                  <a:cubicBezTo>
                    <a:pt x="2510" y="716"/>
                    <a:pt x="2365" y="463"/>
                    <a:pt x="2143" y="439"/>
                  </a:cubicBezTo>
                  <a:cubicBezTo>
                    <a:pt x="2007" y="423"/>
                    <a:pt x="1868" y="407"/>
                    <a:pt x="1731" y="391"/>
                  </a:cubicBezTo>
                  <a:cubicBezTo>
                    <a:pt x="1709" y="326"/>
                    <a:pt x="1688" y="259"/>
                    <a:pt x="1663" y="193"/>
                  </a:cubicBezTo>
                  <a:cubicBezTo>
                    <a:pt x="1615" y="66"/>
                    <a:pt x="1505" y="1"/>
                    <a:pt x="1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12"/>
            <p:cNvSpPr/>
            <p:nvPr/>
          </p:nvSpPr>
          <p:spPr>
            <a:xfrm>
              <a:off x="2211300" y="2520582"/>
              <a:ext cx="66975" cy="63250"/>
            </a:xfrm>
            <a:custGeom>
              <a:rect b="b" l="l" r="r" t="t"/>
              <a:pathLst>
                <a:path extrusionOk="0" h="2530" w="2679">
                  <a:moveTo>
                    <a:pt x="1112" y="1333"/>
                  </a:moveTo>
                  <a:cubicBezTo>
                    <a:pt x="1117" y="1354"/>
                    <a:pt x="1121" y="1375"/>
                    <a:pt x="1126" y="1396"/>
                  </a:cubicBezTo>
                  <a:cubicBezTo>
                    <a:pt x="1093" y="1418"/>
                    <a:pt x="1063" y="1440"/>
                    <a:pt x="1031" y="1462"/>
                  </a:cubicBezTo>
                  <a:cubicBezTo>
                    <a:pt x="1006" y="1442"/>
                    <a:pt x="980" y="1424"/>
                    <a:pt x="955" y="1405"/>
                  </a:cubicBezTo>
                  <a:cubicBezTo>
                    <a:pt x="962" y="1389"/>
                    <a:pt x="969" y="1370"/>
                    <a:pt x="976" y="1354"/>
                  </a:cubicBezTo>
                  <a:cubicBezTo>
                    <a:pt x="1019" y="1347"/>
                    <a:pt x="1066" y="1341"/>
                    <a:pt x="1112" y="1333"/>
                  </a:cubicBezTo>
                  <a:close/>
                  <a:moveTo>
                    <a:pt x="1161" y="1"/>
                  </a:moveTo>
                  <a:cubicBezTo>
                    <a:pt x="1047" y="1"/>
                    <a:pt x="924" y="73"/>
                    <a:pt x="876" y="191"/>
                  </a:cubicBezTo>
                  <a:cubicBezTo>
                    <a:pt x="780" y="428"/>
                    <a:pt x="683" y="669"/>
                    <a:pt x="588" y="907"/>
                  </a:cubicBezTo>
                  <a:cubicBezTo>
                    <a:pt x="480" y="923"/>
                    <a:pt x="369" y="941"/>
                    <a:pt x="260" y="957"/>
                  </a:cubicBezTo>
                  <a:cubicBezTo>
                    <a:pt x="76" y="987"/>
                    <a:pt x="17" y="1257"/>
                    <a:pt x="150" y="1378"/>
                  </a:cubicBezTo>
                  <a:cubicBezTo>
                    <a:pt x="210" y="1430"/>
                    <a:pt x="272" y="1484"/>
                    <a:pt x="335" y="1535"/>
                  </a:cubicBezTo>
                  <a:cubicBezTo>
                    <a:pt x="244" y="1756"/>
                    <a:pt x="156" y="1975"/>
                    <a:pt x="67" y="2197"/>
                  </a:cubicBezTo>
                  <a:cubicBezTo>
                    <a:pt x="1" y="2363"/>
                    <a:pt x="169" y="2530"/>
                    <a:pt x="332" y="2530"/>
                  </a:cubicBezTo>
                  <a:cubicBezTo>
                    <a:pt x="374" y="2530"/>
                    <a:pt x="417" y="2518"/>
                    <a:pt x="454" y="2492"/>
                  </a:cubicBezTo>
                  <a:lnTo>
                    <a:pt x="1096" y="2049"/>
                  </a:lnTo>
                  <a:cubicBezTo>
                    <a:pt x="1168" y="2088"/>
                    <a:pt x="1239" y="2126"/>
                    <a:pt x="1313" y="2160"/>
                  </a:cubicBezTo>
                  <a:cubicBezTo>
                    <a:pt x="1351" y="2243"/>
                    <a:pt x="1397" y="2317"/>
                    <a:pt x="1463" y="2370"/>
                  </a:cubicBezTo>
                  <a:cubicBezTo>
                    <a:pt x="1536" y="2429"/>
                    <a:pt x="1616" y="2454"/>
                    <a:pt x="1694" y="2454"/>
                  </a:cubicBezTo>
                  <a:cubicBezTo>
                    <a:pt x="1766" y="2454"/>
                    <a:pt x="1835" y="2432"/>
                    <a:pt x="1892" y="2396"/>
                  </a:cubicBezTo>
                  <a:cubicBezTo>
                    <a:pt x="1906" y="2400"/>
                    <a:pt x="1920" y="2405"/>
                    <a:pt x="1934" y="2410"/>
                  </a:cubicBezTo>
                  <a:cubicBezTo>
                    <a:pt x="1951" y="2415"/>
                    <a:pt x="1967" y="2418"/>
                    <a:pt x="1983" y="2418"/>
                  </a:cubicBezTo>
                  <a:cubicBezTo>
                    <a:pt x="2139" y="2418"/>
                    <a:pt x="2228" y="2175"/>
                    <a:pt x="2068" y="2096"/>
                  </a:cubicBezTo>
                  <a:cubicBezTo>
                    <a:pt x="2059" y="2090"/>
                    <a:pt x="2052" y="2086"/>
                    <a:pt x="2045" y="2082"/>
                  </a:cubicBezTo>
                  <a:cubicBezTo>
                    <a:pt x="2035" y="2031"/>
                    <a:pt x="2015" y="1977"/>
                    <a:pt x="1973" y="1925"/>
                  </a:cubicBezTo>
                  <a:cubicBezTo>
                    <a:pt x="1923" y="1858"/>
                    <a:pt x="1858" y="1812"/>
                    <a:pt x="1780" y="1804"/>
                  </a:cubicBezTo>
                  <a:cubicBezTo>
                    <a:pt x="1763" y="1740"/>
                    <a:pt x="1749" y="1675"/>
                    <a:pt x="1733" y="1611"/>
                  </a:cubicBezTo>
                  <a:cubicBezTo>
                    <a:pt x="1971" y="1444"/>
                    <a:pt x="2206" y="1281"/>
                    <a:pt x="2445" y="1116"/>
                  </a:cubicBezTo>
                  <a:cubicBezTo>
                    <a:pt x="2679" y="955"/>
                    <a:pt x="2552" y="641"/>
                    <a:pt x="2295" y="641"/>
                  </a:cubicBezTo>
                  <a:cubicBezTo>
                    <a:pt x="2279" y="641"/>
                    <a:pt x="2263" y="642"/>
                    <a:pt x="2246" y="645"/>
                  </a:cubicBezTo>
                  <a:cubicBezTo>
                    <a:pt x="2008" y="682"/>
                    <a:pt x="1768" y="722"/>
                    <a:pt x="1528" y="758"/>
                  </a:cubicBezTo>
                  <a:lnTo>
                    <a:pt x="1391" y="191"/>
                  </a:lnTo>
                  <a:cubicBezTo>
                    <a:pt x="1360" y="58"/>
                    <a:pt x="1264" y="1"/>
                    <a:pt x="1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12"/>
            <p:cNvSpPr/>
            <p:nvPr/>
          </p:nvSpPr>
          <p:spPr>
            <a:xfrm>
              <a:off x="2113200" y="2423257"/>
              <a:ext cx="95600" cy="99975"/>
            </a:xfrm>
            <a:custGeom>
              <a:rect b="b" l="l" r="r" t="t"/>
              <a:pathLst>
                <a:path extrusionOk="0" h="3999" w="3824">
                  <a:moveTo>
                    <a:pt x="2096" y="0"/>
                  </a:moveTo>
                  <a:cubicBezTo>
                    <a:pt x="1996" y="0"/>
                    <a:pt x="1892" y="46"/>
                    <a:pt x="1836" y="128"/>
                  </a:cubicBezTo>
                  <a:cubicBezTo>
                    <a:pt x="1686" y="350"/>
                    <a:pt x="1543" y="574"/>
                    <a:pt x="1406" y="800"/>
                  </a:cubicBezTo>
                  <a:cubicBezTo>
                    <a:pt x="1070" y="699"/>
                    <a:pt x="732" y="597"/>
                    <a:pt x="394" y="498"/>
                  </a:cubicBezTo>
                  <a:cubicBezTo>
                    <a:pt x="363" y="489"/>
                    <a:pt x="335" y="485"/>
                    <a:pt x="309" y="485"/>
                  </a:cubicBezTo>
                  <a:cubicBezTo>
                    <a:pt x="89" y="485"/>
                    <a:pt x="1" y="769"/>
                    <a:pt x="134" y="941"/>
                  </a:cubicBezTo>
                  <a:cubicBezTo>
                    <a:pt x="368" y="1243"/>
                    <a:pt x="607" y="1539"/>
                    <a:pt x="853" y="1830"/>
                  </a:cubicBezTo>
                  <a:cubicBezTo>
                    <a:pt x="665" y="2211"/>
                    <a:pt x="492" y="2599"/>
                    <a:pt x="338" y="2999"/>
                  </a:cubicBezTo>
                  <a:cubicBezTo>
                    <a:pt x="262" y="3197"/>
                    <a:pt x="443" y="3337"/>
                    <a:pt x="618" y="3337"/>
                  </a:cubicBezTo>
                  <a:cubicBezTo>
                    <a:pt x="661" y="3337"/>
                    <a:pt x="704" y="3329"/>
                    <a:pt x="742" y="3311"/>
                  </a:cubicBezTo>
                  <a:cubicBezTo>
                    <a:pt x="1074" y="3150"/>
                    <a:pt x="1406" y="2991"/>
                    <a:pt x="1740" y="2834"/>
                  </a:cubicBezTo>
                  <a:cubicBezTo>
                    <a:pt x="1885" y="2989"/>
                    <a:pt x="2032" y="3144"/>
                    <a:pt x="2183" y="3296"/>
                  </a:cubicBezTo>
                  <a:cubicBezTo>
                    <a:pt x="2267" y="3484"/>
                    <a:pt x="2356" y="3671"/>
                    <a:pt x="2448" y="3858"/>
                  </a:cubicBezTo>
                  <a:cubicBezTo>
                    <a:pt x="2497" y="3957"/>
                    <a:pt x="2576" y="3998"/>
                    <a:pt x="2656" y="3998"/>
                  </a:cubicBezTo>
                  <a:cubicBezTo>
                    <a:pt x="2816" y="3998"/>
                    <a:pt x="2985" y="3835"/>
                    <a:pt x="2951" y="3645"/>
                  </a:cubicBezTo>
                  <a:cubicBezTo>
                    <a:pt x="2875" y="3218"/>
                    <a:pt x="2799" y="2790"/>
                    <a:pt x="2725" y="2363"/>
                  </a:cubicBezTo>
                  <a:cubicBezTo>
                    <a:pt x="3016" y="2223"/>
                    <a:pt x="3309" y="2084"/>
                    <a:pt x="3603" y="1943"/>
                  </a:cubicBezTo>
                  <a:cubicBezTo>
                    <a:pt x="3824" y="1837"/>
                    <a:pt x="3746" y="1509"/>
                    <a:pt x="3538" y="1444"/>
                  </a:cubicBezTo>
                  <a:cubicBezTo>
                    <a:pt x="3194" y="1341"/>
                    <a:pt x="2850" y="1237"/>
                    <a:pt x="2506" y="1132"/>
                  </a:cubicBezTo>
                  <a:cubicBezTo>
                    <a:pt x="2450" y="818"/>
                    <a:pt x="2395" y="507"/>
                    <a:pt x="2339" y="195"/>
                  </a:cubicBezTo>
                  <a:cubicBezTo>
                    <a:pt x="2316" y="60"/>
                    <a:pt x="2209"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2"/>
            <p:cNvSpPr/>
            <p:nvPr/>
          </p:nvSpPr>
          <p:spPr>
            <a:xfrm>
              <a:off x="1990425" y="2520732"/>
              <a:ext cx="81525" cy="74675"/>
            </a:xfrm>
            <a:custGeom>
              <a:rect b="b" l="l" r="r" t="t"/>
              <a:pathLst>
                <a:path extrusionOk="0" h="2987" w="3261">
                  <a:moveTo>
                    <a:pt x="2285" y="0"/>
                  </a:moveTo>
                  <a:cubicBezTo>
                    <a:pt x="2191" y="0"/>
                    <a:pt x="2097" y="41"/>
                    <a:pt x="2046" y="129"/>
                  </a:cubicBezTo>
                  <a:cubicBezTo>
                    <a:pt x="1940" y="311"/>
                    <a:pt x="1834" y="494"/>
                    <a:pt x="1728" y="676"/>
                  </a:cubicBezTo>
                  <a:cubicBezTo>
                    <a:pt x="1510" y="654"/>
                    <a:pt x="1292" y="643"/>
                    <a:pt x="1072" y="643"/>
                  </a:cubicBezTo>
                  <a:cubicBezTo>
                    <a:pt x="838" y="643"/>
                    <a:pt x="603" y="656"/>
                    <a:pt x="365" y="683"/>
                  </a:cubicBezTo>
                  <a:cubicBezTo>
                    <a:pt x="148" y="706"/>
                    <a:pt x="1" y="961"/>
                    <a:pt x="178" y="1134"/>
                  </a:cubicBezTo>
                  <a:cubicBezTo>
                    <a:pt x="393" y="1346"/>
                    <a:pt x="603" y="1558"/>
                    <a:pt x="816" y="1773"/>
                  </a:cubicBezTo>
                  <a:cubicBezTo>
                    <a:pt x="824" y="1840"/>
                    <a:pt x="882" y="1897"/>
                    <a:pt x="951" y="1907"/>
                  </a:cubicBezTo>
                  <a:cubicBezTo>
                    <a:pt x="963" y="1921"/>
                    <a:pt x="977" y="1935"/>
                    <a:pt x="991" y="1947"/>
                  </a:cubicBezTo>
                  <a:cubicBezTo>
                    <a:pt x="871" y="2154"/>
                    <a:pt x="751" y="2362"/>
                    <a:pt x="629" y="2569"/>
                  </a:cubicBezTo>
                  <a:cubicBezTo>
                    <a:pt x="513" y="2770"/>
                    <a:pt x="689" y="2983"/>
                    <a:pt x="878" y="2983"/>
                  </a:cubicBezTo>
                  <a:cubicBezTo>
                    <a:pt x="942" y="2983"/>
                    <a:pt x="1007" y="2959"/>
                    <a:pt x="1062" y="2902"/>
                  </a:cubicBezTo>
                  <a:cubicBezTo>
                    <a:pt x="1208" y="2752"/>
                    <a:pt x="1358" y="2609"/>
                    <a:pt x="1515" y="2472"/>
                  </a:cubicBezTo>
                  <a:cubicBezTo>
                    <a:pt x="1625" y="2583"/>
                    <a:pt x="1737" y="2697"/>
                    <a:pt x="1848" y="2806"/>
                  </a:cubicBezTo>
                  <a:cubicBezTo>
                    <a:pt x="1882" y="2918"/>
                    <a:pt x="1990" y="2986"/>
                    <a:pt x="2092" y="2986"/>
                  </a:cubicBezTo>
                  <a:cubicBezTo>
                    <a:pt x="2180" y="2986"/>
                    <a:pt x="2265" y="2936"/>
                    <a:pt x="2295" y="2819"/>
                  </a:cubicBezTo>
                  <a:cubicBezTo>
                    <a:pt x="2385" y="2482"/>
                    <a:pt x="2434" y="2124"/>
                    <a:pt x="2464" y="1762"/>
                  </a:cubicBezTo>
                  <a:cubicBezTo>
                    <a:pt x="2653" y="1644"/>
                    <a:pt x="2848" y="1529"/>
                    <a:pt x="3046" y="1424"/>
                  </a:cubicBezTo>
                  <a:cubicBezTo>
                    <a:pt x="3261" y="1311"/>
                    <a:pt x="3196" y="993"/>
                    <a:pt x="2981" y="929"/>
                  </a:cubicBezTo>
                  <a:cubicBezTo>
                    <a:pt x="2828" y="882"/>
                    <a:pt x="2677" y="843"/>
                    <a:pt x="2524" y="808"/>
                  </a:cubicBezTo>
                  <a:cubicBezTo>
                    <a:pt x="2533" y="625"/>
                    <a:pt x="2545" y="442"/>
                    <a:pt x="2559" y="267"/>
                  </a:cubicBezTo>
                  <a:cubicBezTo>
                    <a:pt x="2574" y="97"/>
                    <a:pt x="2430" y="0"/>
                    <a:pt x="2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12"/>
            <p:cNvSpPr/>
            <p:nvPr/>
          </p:nvSpPr>
          <p:spPr>
            <a:xfrm>
              <a:off x="1990025" y="2402682"/>
              <a:ext cx="57050" cy="53200"/>
            </a:xfrm>
            <a:custGeom>
              <a:rect b="b" l="l" r="r" t="t"/>
              <a:pathLst>
                <a:path extrusionOk="0" h="2128" w="2282">
                  <a:moveTo>
                    <a:pt x="1373" y="0"/>
                  </a:moveTo>
                  <a:cubicBezTo>
                    <a:pt x="1292" y="0"/>
                    <a:pt x="1213" y="40"/>
                    <a:pt x="1166" y="134"/>
                  </a:cubicBezTo>
                  <a:cubicBezTo>
                    <a:pt x="1136" y="194"/>
                    <a:pt x="1102" y="249"/>
                    <a:pt x="1067" y="307"/>
                  </a:cubicBezTo>
                  <a:cubicBezTo>
                    <a:pt x="820" y="265"/>
                    <a:pt x="571" y="231"/>
                    <a:pt x="319" y="205"/>
                  </a:cubicBezTo>
                  <a:cubicBezTo>
                    <a:pt x="311" y="205"/>
                    <a:pt x="303" y="204"/>
                    <a:pt x="295" y="204"/>
                  </a:cubicBezTo>
                  <a:cubicBezTo>
                    <a:pt x="82" y="204"/>
                    <a:pt x="0" y="501"/>
                    <a:pt x="138" y="645"/>
                  </a:cubicBezTo>
                  <a:cubicBezTo>
                    <a:pt x="254" y="766"/>
                    <a:pt x="372" y="889"/>
                    <a:pt x="492" y="1011"/>
                  </a:cubicBezTo>
                  <a:cubicBezTo>
                    <a:pt x="413" y="1078"/>
                    <a:pt x="333" y="1142"/>
                    <a:pt x="245" y="1203"/>
                  </a:cubicBezTo>
                  <a:cubicBezTo>
                    <a:pt x="10" y="1361"/>
                    <a:pt x="154" y="1705"/>
                    <a:pt x="373" y="1705"/>
                  </a:cubicBezTo>
                  <a:cubicBezTo>
                    <a:pt x="417" y="1705"/>
                    <a:pt x="463" y="1692"/>
                    <a:pt x="510" y="1660"/>
                  </a:cubicBezTo>
                  <a:cubicBezTo>
                    <a:pt x="633" y="1577"/>
                    <a:pt x="755" y="1503"/>
                    <a:pt x="882" y="1436"/>
                  </a:cubicBezTo>
                  <a:lnTo>
                    <a:pt x="882" y="1436"/>
                  </a:lnTo>
                  <a:cubicBezTo>
                    <a:pt x="866" y="1593"/>
                    <a:pt x="862" y="1750"/>
                    <a:pt x="875" y="1903"/>
                  </a:cubicBezTo>
                  <a:cubicBezTo>
                    <a:pt x="887" y="2044"/>
                    <a:pt x="1002" y="2127"/>
                    <a:pt x="1115" y="2127"/>
                  </a:cubicBezTo>
                  <a:cubicBezTo>
                    <a:pt x="1202" y="2127"/>
                    <a:pt x="1289" y="2077"/>
                    <a:pt x="1323" y="1965"/>
                  </a:cubicBezTo>
                  <a:cubicBezTo>
                    <a:pt x="1344" y="1893"/>
                    <a:pt x="1360" y="1820"/>
                    <a:pt x="1377" y="1746"/>
                  </a:cubicBezTo>
                  <a:cubicBezTo>
                    <a:pt x="1488" y="1709"/>
                    <a:pt x="1570" y="1591"/>
                    <a:pt x="1484" y="1480"/>
                  </a:cubicBezTo>
                  <a:cubicBezTo>
                    <a:pt x="1471" y="1462"/>
                    <a:pt x="1457" y="1448"/>
                    <a:pt x="1446" y="1430"/>
                  </a:cubicBezTo>
                  <a:cubicBezTo>
                    <a:pt x="1462" y="1344"/>
                    <a:pt x="1478" y="1257"/>
                    <a:pt x="1492" y="1168"/>
                  </a:cubicBezTo>
                  <a:cubicBezTo>
                    <a:pt x="1667" y="1106"/>
                    <a:pt x="1842" y="1051"/>
                    <a:pt x="2027" y="1009"/>
                  </a:cubicBezTo>
                  <a:cubicBezTo>
                    <a:pt x="2281" y="953"/>
                    <a:pt x="2275" y="566"/>
                    <a:pt x="2027" y="504"/>
                  </a:cubicBezTo>
                  <a:cubicBezTo>
                    <a:pt x="1896" y="474"/>
                    <a:pt x="1766" y="444"/>
                    <a:pt x="1635" y="414"/>
                  </a:cubicBezTo>
                  <a:cubicBezTo>
                    <a:pt x="1639" y="388"/>
                    <a:pt x="1644" y="363"/>
                    <a:pt x="1651" y="337"/>
                  </a:cubicBezTo>
                  <a:cubicBezTo>
                    <a:pt x="1698" y="151"/>
                    <a:pt x="1532" y="0"/>
                    <a:pt x="1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12"/>
            <p:cNvSpPr/>
            <p:nvPr/>
          </p:nvSpPr>
          <p:spPr>
            <a:xfrm>
              <a:off x="1831550" y="2429732"/>
              <a:ext cx="128600" cy="116350"/>
            </a:xfrm>
            <a:custGeom>
              <a:rect b="b" l="l" r="r" t="t"/>
              <a:pathLst>
                <a:path extrusionOk="0" h="4654" w="5144">
                  <a:moveTo>
                    <a:pt x="2723" y="1139"/>
                  </a:moveTo>
                  <a:cubicBezTo>
                    <a:pt x="2735" y="1221"/>
                    <a:pt x="2749" y="1299"/>
                    <a:pt x="2765" y="1380"/>
                  </a:cubicBezTo>
                  <a:cubicBezTo>
                    <a:pt x="2751" y="1388"/>
                    <a:pt x="2737" y="1396"/>
                    <a:pt x="2726" y="1410"/>
                  </a:cubicBezTo>
                  <a:cubicBezTo>
                    <a:pt x="2594" y="1555"/>
                    <a:pt x="2479" y="1710"/>
                    <a:pt x="2375" y="1867"/>
                  </a:cubicBezTo>
                  <a:cubicBezTo>
                    <a:pt x="2488" y="1622"/>
                    <a:pt x="2604" y="1380"/>
                    <a:pt x="2723" y="1139"/>
                  </a:cubicBezTo>
                  <a:close/>
                  <a:moveTo>
                    <a:pt x="2868" y="1"/>
                  </a:moveTo>
                  <a:cubicBezTo>
                    <a:pt x="2782" y="1"/>
                    <a:pt x="2700" y="40"/>
                    <a:pt x="2661" y="128"/>
                  </a:cubicBezTo>
                  <a:cubicBezTo>
                    <a:pt x="2389" y="736"/>
                    <a:pt x="2113" y="1342"/>
                    <a:pt x="1846" y="1954"/>
                  </a:cubicBezTo>
                  <a:cubicBezTo>
                    <a:pt x="1356" y="1915"/>
                    <a:pt x="867" y="1873"/>
                    <a:pt x="377" y="1832"/>
                  </a:cubicBezTo>
                  <a:cubicBezTo>
                    <a:pt x="371" y="1831"/>
                    <a:pt x="364" y="1831"/>
                    <a:pt x="357" y="1831"/>
                  </a:cubicBezTo>
                  <a:cubicBezTo>
                    <a:pt x="104" y="1831"/>
                    <a:pt x="0" y="2234"/>
                    <a:pt x="239" y="2347"/>
                  </a:cubicBezTo>
                  <a:cubicBezTo>
                    <a:pt x="643" y="2539"/>
                    <a:pt x="1038" y="2742"/>
                    <a:pt x="1425" y="2959"/>
                  </a:cubicBezTo>
                  <a:cubicBezTo>
                    <a:pt x="1292" y="3287"/>
                    <a:pt x="1165" y="3617"/>
                    <a:pt x="1045" y="3949"/>
                  </a:cubicBezTo>
                  <a:cubicBezTo>
                    <a:pt x="990" y="4018"/>
                    <a:pt x="940" y="4092"/>
                    <a:pt x="918" y="4185"/>
                  </a:cubicBezTo>
                  <a:cubicBezTo>
                    <a:pt x="906" y="4229"/>
                    <a:pt x="908" y="4271"/>
                    <a:pt x="918" y="4312"/>
                  </a:cubicBezTo>
                  <a:cubicBezTo>
                    <a:pt x="911" y="4330"/>
                    <a:pt x="904" y="4346"/>
                    <a:pt x="900" y="4365"/>
                  </a:cubicBezTo>
                  <a:cubicBezTo>
                    <a:pt x="856" y="4490"/>
                    <a:pt x="977" y="4592"/>
                    <a:pt x="1087" y="4592"/>
                  </a:cubicBezTo>
                  <a:cubicBezTo>
                    <a:pt x="1131" y="4592"/>
                    <a:pt x="1174" y="4576"/>
                    <a:pt x="1204" y="4538"/>
                  </a:cubicBezTo>
                  <a:cubicBezTo>
                    <a:pt x="1216" y="4539"/>
                    <a:pt x="1228" y="4540"/>
                    <a:pt x="1240" y="4540"/>
                  </a:cubicBezTo>
                  <a:cubicBezTo>
                    <a:pt x="1307" y="4540"/>
                    <a:pt x="1372" y="4517"/>
                    <a:pt x="1419" y="4469"/>
                  </a:cubicBezTo>
                  <a:cubicBezTo>
                    <a:pt x="1437" y="4450"/>
                    <a:pt x="1455" y="4430"/>
                    <a:pt x="1475" y="4412"/>
                  </a:cubicBezTo>
                  <a:cubicBezTo>
                    <a:pt x="1511" y="4372"/>
                    <a:pt x="1530" y="4323"/>
                    <a:pt x="1537" y="4275"/>
                  </a:cubicBezTo>
                  <a:cubicBezTo>
                    <a:pt x="1564" y="4265"/>
                    <a:pt x="1599" y="4245"/>
                    <a:pt x="1640" y="4207"/>
                  </a:cubicBezTo>
                  <a:cubicBezTo>
                    <a:pt x="1795" y="4136"/>
                    <a:pt x="1950" y="4064"/>
                    <a:pt x="2103" y="3993"/>
                  </a:cubicBezTo>
                  <a:cubicBezTo>
                    <a:pt x="2296" y="3903"/>
                    <a:pt x="2493" y="3813"/>
                    <a:pt x="2686" y="3724"/>
                  </a:cubicBezTo>
                  <a:cubicBezTo>
                    <a:pt x="3099" y="3995"/>
                    <a:pt x="3506" y="4284"/>
                    <a:pt x="3899" y="4591"/>
                  </a:cubicBezTo>
                  <a:cubicBezTo>
                    <a:pt x="3953" y="4634"/>
                    <a:pt x="4022" y="4653"/>
                    <a:pt x="4090" y="4653"/>
                  </a:cubicBezTo>
                  <a:cubicBezTo>
                    <a:pt x="4258" y="4653"/>
                    <a:pt x="4420" y="4532"/>
                    <a:pt x="4349" y="4330"/>
                  </a:cubicBezTo>
                  <a:cubicBezTo>
                    <a:pt x="4210" y="3933"/>
                    <a:pt x="4081" y="3536"/>
                    <a:pt x="3954" y="3136"/>
                  </a:cubicBezTo>
                  <a:cubicBezTo>
                    <a:pt x="4261" y="2996"/>
                    <a:pt x="4566" y="2855"/>
                    <a:pt x="4871" y="2712"/>
                  </a:cubicBezTo>
                  <a:cubicBezTo>
                    <a:pt x="5143" y="2587"/>
                    <a:pt x="4974" y="2217"/>
                    <a:pt x="4732" y="2199"/>
                  </a:cubicBezTo>
                  <a:cubicBezTo>
                    <a:pt x="4370" y="2167"/>
                    <a:pt x="4007" y="2137"/>
                    <a:pt x="3644" y="2106"/>
                  </a:cubicBezTo>
                  <a:cubicBezTo>
                    <a:pt x="3459" y="1472"/>
                    <a:pt x="3290" y="832"/>
                    <a:pt x="3133" y="188"/>
                  </a:cubicBezTo>
                  <a:cubicBezTo>
                    <a:pt x="3104" y="72"/>
                    <a:pt x="2983" y="1"/>
                    <a:pt x="28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2"/>
            <p:cNvSpPr/>
            <p:nvPr/>
          </p:nvSpPr>
          <p:spPr>
            <a:xfrm>
              <a:off x="1745725" y="2402507"/>
              <a:ext cx="79925" cy="68025"/>
            </a:xfrm>
            <a:custGeom>
              <a:rect b="b" l="l" r="r" t="t"/>
              <a:pathLst>
                <a:path extrusionOk="0" h="2721" w="3197">
                  <a:moveTo>
                    <a:pt x="1912" y="1"/>
                  </a:moveTo>
                  <a:cubicBezTo>
                    <a:pt x="1816" y="1"/>
                    <a:pt x="1716" y="42"/>
                    <a:pt x="1659" y="123"/>
                  </a:cubicBezTo>
                  <a:cubicBezTo>
                    <a:pt x="1580" y="229"/>
                    <a:pt x="1504" y="335"/>
                    <a:pt x="1425" y="443"/>
                  </a:cubicBezTo>
                  <a:cubicBezTo>
                    <a:pt x="1125" y="363"/>
                    <a:pt x="822" y="292"/>
                    <a:pt x="518" y="229"/>
                  </a:cubicBezTo>
                  <a:cubicBezTo>
                    <a:pt x="499" y="225"/>
                    <a:pt x="479" y="223"/>
                    <a:pt x="460" y="223"/>
                  </a:cubicBezTo>
                  <a:cubicBezTo>
                    <a:pt x="294" y="223"/>
                    <a:pt x="150" y="368"/>
                    <a:pt x="200" y="548"/>
                  </a:cubicBezTo>
                  <a:cubicBezTo>
                    <a:pt x="296" y="898"/>
                    <a:pt x="442" y="1231"/>
                    <a:pt x="629" y="1540"/>
                  </a:cubicBezTo>
                  <a:cubicBezTo>
                    <a:pt x="462" y="1769"/>
                    <a:pt x="296" y="1998"/>
                    <a:pt x="130" y="2226"/>
                  </a:cubicBezTo>
                  <a:cubicBezTo>
                    <a:pt x="1" y="2406"/>
                    <a:pt x="184" y="2640"/>
                    <a:pt x="377" y="2640"/>
                  </a:cubicBezTo>
                  <a:cubicBezTo>
                    <a:pt x="421" y="2640"/>
                    <a:pt x="465" y="2628"/>
                    <a:pt x="506" y="2600"/>
                  </a:cubicBezTo>
                  <a:cubicBezTo>
                    <a:pt x="715" y="2459"/>
                    <a:pt x="926" y="2328"/>
                    <a:pt x="1144" y="2205"/>
                  </a:cubicBezTo>
                  <a:cubicBezTo>
                    <a:pt x="1259" y="2323"/>
                    <a:pt x="1381" y="2433"/>
                    <a:pt x="1513" y="2538"/>
                  </a:cubicBezTo>
                  <a:cubicBezTo>
                    <a:pt x="1548" y="2632"/>
                    <a:pt x="1631" y="2686"/>
                    <a:pt x="1719" y="2690"/>
                  </a:cubicBezTo>
                  <a:cubicBezTo>
                    <a:pt x="1721" y="2690"/>
                    <a:pt x="1721" y="2692"/>
                    <a:pt x="1723" y="2692"/>
                  </a:cubicBezTo>
                  <a:cubicBezTo>
                    <a:pt x="1752" y="2712"/>
                    <a:pt x="1782" y="2721"/>
                    <a:pt x="1811" y="2721"/>
                  </a:cubicBezTo>
                  <a:cubicBezTo>
                    <a:pt x="1942" y="2721"/>
                    <a:pt x="2055" y="2547"/>
                    <a:pt x="1966" y="2431"/>
                  </a:cubicBezTo>
                  <a:cubicBezTo>
                    <a:pt x="2017" y="2210"/>
                    <a:pt x="2051" y="1982"/>
                    <a:pt x="2075" y="1748"/>
                  </a:cubicBezTo>
                  <a:cubicBezTo>
                    <a:pt x="2353" y="1630"/>
                    <a:pt x="2637" y="1520"/>
                    <a:pt x="2933" y="1427"/>
                  </a:cubicBezTo>
                  <a:cubicBezTo>
                    <a:pt x="3196" y="1346"/>
                    <a:pt x="3178" y="1000"/>
                    <a:pt x="2933" y="910"/>
                  </a:cubicBezTo>
                  <a:cubicBezTo>
                    <a:pt x="2670" y="815"/>
                    <a:pt x="2407" y="730"/>
                    <a:pt x="2143" y="647"/>
                  </a:cubicBezTo>
                  <a:cubicBezTo>
                    <a:pt x="2150" y="517"/>
                    <a:pt x="2157" y="389"/>
                    <a:pt x="2166" y="262"/>
                  </a:cubicBezTo>
                  <a:cubicBezTo>
                    <a:pt x="2180" y="86"/>
                    <a:pt x="2050" y="1"/>
                    <a:pt x="1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12"/>
            <p:cNvSpPr/>
            <p:nvPr/>
          </p:nvSpPr>
          <p:spPr>
            <a:xfrm>
              <a:off x="1691375" y="2528082"/>
              <a:ext cx="66975" cy="64425"/>
            </a:xfrm>
            <a:custGeom>
              <a:rect b="b" l="l" r="r" t="t"/>
              <a:pathLst>
                <a:path extrusionOk="0" h="2577" w="2679">
                  <a:moveTo>
                    <a:pt x="1674" y="0"/>
                  </a:moveTo>
                  <a:cubicBezTo>
                    <a:pt x="1588" y="0"/>
                    <a:pt x="1500" y="38"/>
                    <a:pt x="1439" y="120"/>
                  </a:cubicBezTo>
                  <a:cubicBezTo>
                    <a:pt x="1300" y="299"/>
                    <a:pt x="1163" y="482"/>
                    <a:pt x="1028" y="662"/>
                  </a:cubicBezTo>
                  <a:cubicBezTo>
                    <a:pt x="823" y="619"/>
                    <a:pt x="614" y="572"/>
                    <a:pt x="407" y="528"/>
                  </a:cubicBezTo>
                  <a:cubicBezTo>
                    <a:pt x="385" y="523"/>
                    <a:pt x="365" y="521"/>
                    <a:pt x="344" y="521"/>
                  </a:cubicBezTo>
                  <a:cubicBezTo>
                    <a:pt x="127" y="521"/>
                    <a:pt x="1" y="780"/>
                    <a:pt x="157" y="957"/>
                  </a:cubicBezTo>
                  <a:cubicBezTo>
                    <a:pt x="274" y="1089"/>
                    <a:pt x="393" y="1221"/>
                    <a:pt x="511" y="1350"/>
                  </a:cubicBezTo>
                  <a:cubicBezTo>
                    <a:pt x="393" y="1507"/>
                    <a:pt x="272" y="1664"/>
                    <a:pt x="155" y="1821"/>
                  </a:cubicBezTo>
                  <a:cubicBezTo>
                    <a:pt x="13" y="2010"/>
                    <a:pt x="221" y="2213"/>
                    <a:pt x="410" y="2213"/>
                  </a:cubicBezTo>
                  <a:cubicBezTo>
                    <a:pt x="425" y="2213"/>
                    <a:pt x="439" y="2212"/>
                    <a:pt x="453" y="2209"/>
                  </a:cubicBezTo>
                  <a:cubicBezTo>
                    <a:pt x="688" y="2168"/>
                    <a:pt x="919" y="2105"/>
                    <a:pt x="1145" y="2036"/>
                  </a:cubicBezTo>
                  <a:cubicBezTo>
                    <a:pt x="1171" y="2066"/>
                    <a:pt x="1199" y="2094"/>
                    <a:pt x="1226" y="2122"/>
                  </a:cubicBezTo>
                  <a:cubicBezTo>
                    <a:pt x="1231" y="2188"/>
                    <a:pt x="1228" y="2255"/>
                    <a:pt x="1235" y="2322"/>
                  </a:cubicBezTo>
                  <a:cubicBezTo>
                    <a:pt x="1251" y="2491"/>
                    <a:pt x="1394" y="2576"/>
                    <a:pt x="1528" y="2576"/>
                  </a:cubicBezTo>
                  <a:cubicBezTo>
                    <a:pt x="1661" y="2576"/>
                    <a:pt x="1785" y="2492"/>
                    <a:pt x="1769" y="2322"/>
                  </a:cubicBezTo>
                  <a:cubicBezTo>
                    <a:pt x="1752" y="2154"/>
                    <a:pt x="1743" y="1985"/>
                    <a:pt x="1741" y="1818"/>
                  </a:cubicBezTo>
                  <a:cubicBezTo>
                    <a:pt x="1998" y="1708"/>
                    <a:pt x="2251" y="1585"/>
                    <a:pt x="2495" y="1440"/>
                  </a:cubicBezTo>
                  <a:cubicBezTo>
                    <a:pt x="2678" y="1331"/>
                    <a:pt x="2658" y="1013"/>
                    <a:pt x="2433" y="965"/>
                  </a:cubicBezTo>
                  <a:cubicBezTo>
                    <a:pt x="2225" y="921"/>
                    <a:pt x="2020" y="877"/>
                    <a:pt x="1815" y="833"/>
                  </a:cubicBezTo>
                  <a:cubicBezTo>
                    <a:pt x="1843" y="662"/>
                    <a:pt x="1877" y="494"/>
                    <a:pt x="1921" y="323"/>
                  </a:cubicBezTo>
                  <a:cubicBezTo>
                    <a:pt x="1973" y="123"/>
                    <a:pt x="1829" y="0"/>
                    <a:pt x="16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112"/>
          <p:cNvGrpSpPr/>
          <p:nvPr/>
        </p:nvGrpSpPr>
        <p:grpSpPr>
          <a:xfrm flipH="1">
            <a:off x="2715675" y="877801"/>
            <a:ext cx="856150" cy="255250"/>
            <a:chOff x="1654700" y="2368332"/>
            <a:chExt cx="856150" cy="255250"/>
          </a:xfrm>
        </p:grpSpPr>
        <p:sp>
          <p:nvSpPr>
            <p:cNvPr id="4119" name="Google Shape;4119;p112"/>
            <p:cNvSpPr/>
            <p:nvPr/>
          </p:nvSpPr>
          <p:spPr>
            <a:xfrm>
              <a:off x="1668750" y="2377732"/>
              <a:ext cx="827450" cy="237500"/>
            </a:xfrm>
            <a:custGeom>
              <a:rect b="b" l="l" r="r" t="t"/>
              <a:pathLst>
                <a:path extrusionOk="0" h="9500" w="33098">
                  <a:moveTo>
                    <a:pt x="23903" y="278"/>
                  </a:moveTo>
                  <a:cubicBezTo>
                    <a:pt x="24012" y="278"/>
                    <a:pt x="24121" y="344"/>
                    <a:pt x="24169" y="470"/>
                  </a:cubicBezTo>
                  <a:cubicBezTo>
                    <a:pt x="24195" y="537"/>
                    <a:pt x="24216" y="603"/>
                    <a:pt x="24238" y="668"/>
                  </a:cubicBezTo>
                  <a:cubicBezTo>
                    <a:pt x="24375" y="684"/>
                    <a:pt x="24514" y="700"/>
                    <a:pt x="24650" y="716"/>
                  </a:cubicBezTo>
                  <a:cubicBezTo>
                    <a:pt x="24872" y="740"/>
                    <a:pt x="25017" y="994"/>
                    <a:pt x="24839" y="1171"/>
                  </a:cubicBezTo>
                  <a:cubicBezTo>
                    <a:pt x="24717" y="1296"/>
                    <a:pt x="24590" y="1418"/>
                    <a:pt x="24463" y="1536"/>
                  </a:cubicBezTo>
                  <a:cubicBezTo>
                    <a:pt x="24479" y="1668"/>
                    <a:pt x="24499" y="1839"/>
                    <a:pt x="24523" y="1961"/>
                  </a:cubicBezTo>
                  <a:cubicBezTo>
                    <a:pt x="24548" y="1965"/>
                    <a:pt x="24574" y="1973"/>
                    <a:pt x="24594" y="1987"/>
                  </a:cubicBezTo>
                  <a:cubicBezTo>
                    <a:pt x="24910" y="2180"/>
                    <a:pt x="24727" y="2619"/>
                    <a:pt x="24434" y="2619"/>
                  </a:cubicBezTo>
                  <a:cubicBezTo>
                    <a:pt x="24371" y="2619"/>
                    <a:pt x="24303" y="2599"/>
                    <a:pt x="24234" y="2552"/>
                  </a:cubicBezTo>
                  <a:cubicBezTo>
                    <a:pt x="24119" y="2474"/>
                    <a:pt x="24063" y="2351"/>
                    <a:pt x="24033" y="2217"/>
                  </a:cubicBezTo>
                  <a:cubicBezTo>
                    <a:pt x="23971" y="2173"/>
                    <a:pt x="23914" y="2128"/>
                    <a:pt x="23853" y="2081"/>
                  </a:cubicBezTo>
                  <a:cubicBezTo>
                    <a:pt x="23643" y="2261"/>
                    <a:pt x="23431" y="2436"/>
                    <a:pt x="23214" y="2605"/>
                  </a:cubicBezTo>
                  <a:cubicBezTo>
                    <a:pt x="23158" y="2648"/>
                    <a:pt x="23093" y="2667"/>
                    <a:pt x="23030" y="2667"/>
                  </a:cubicBezTo>
                  <a:cubicBezTo>
                    <a:pt x="22837" y="2667"/>
                    <a:pt x="22657" y="2490"/>
                    <a:pt x="22789" y="2277"/>
                  </a:cubicBezTo>
                  <a:cubicBezTo>
                    <a:pt x="22938" y="2032"/>
                    <a:pt x="23075" y="1784"/>
                    <a:pt x="23202" y="1529"/>
                  </a:cubicBezTo>
                  <a:cubicBezTo>
                    <a:pt x="23006" y="1347"/>
                    <a:pt x="22817" y="1158"/>
                    <a:pt x="22636" y="957"/>
                  </a:cubicBezTo>
                  <a:cubicBezTo>
                    <a:pt x="22507" y="811"/>
                    <a:pt x="22575" y="516"/>
                    <a:pt x="22795" y="516"/>
                  </a:cubicBezTo>
                  <a:cubicBezTo>
                    <a:pt x="22802" y="516"/>
                    <a:pt x="22810" y="517"/>
                    <a:pt x="22819" y="518"/>
                  </a:cubicBezTo>
                  <a:cubicBezTo>
                    <a:pt x="23079" y="541"/>
                    <a:pt x="23338" y="569"/>
                    <a:pt x="23600" y="599"/>
                  </a:cubicBezTo>
                  <a:cubicBezTo>
                    <a:pt x="23616" y="555"/>
                    <a:pt x="23632" y="513"/>
                    <a:pt x="23648" y="470"/>
                  </a:cubicBezTo>
                  <a:cubicBezTo>
                    <a:pt x="23692" y="341"/>
                    <a:pt x="23797" y="278"/>
                    <a:pt x="23903" y="278"/>
                  </a:cubicBezTo>
                  <a:close/>
                  <a:moveTo>
                    <a:pt x="14224" y="998"/>
                  </a:moveTo>
                  <a:cubicBezTo>
                    <a:pt x="14383" y="998"/>
                    <a:pt x="14549" y="1149"/>
                    <a:pt x="14502" y="1335"/>
                  </a:cubicBezTo>
                  <a:cubicBezTo>
                    <a:pt x="14496" y="1361"/>
                    <a:pt x="14490" y="1386"/>
                    <a:pt x="14486" y="1412"/>
                  </a:cubicBezTo>
                  <a:cubicBezTo>
                    <a:pt x="14617" y="1442"/>
                    <a:pt x="14747" y="1472"/>
                    <a:pt x="14878" y="1502"/>
                  </a:cubicBezTo>
                  <a:cubicBezTo>
                    <a:pt x="15126" y="1564"/>
                    <a:pt x="15132" y="1951"/>
                    <a:pt x="14878" y="2007"/>
                  </a:cubicBezTo>
                  <a:cubicBezTo>
                    <a:pt x="14693" y="2049"/>
                    <a:pt x="14518" y="2104"/>
                    <a:pt x="14343" y="2166"/>
                  </a:cubicBezTo>
                  <a:cubicBezTo>
                    <a:pt x="14329" y="2255"/>
                    <a:pt x="14313" y="2342"/>
                    <a:pt x="14297" y="2428"/>
                  </a:cubicBezTo>
                  <a:cubicBezTo>
                    <a:pt x="14309" y="2446"/>
                    <a:pt x="14322" y="2460"/>
                    <a:pt x="14335" y="2478"/>
                  </a:cubicBezTo>
                  <a:cubicBezTo>
                    <a:pt x="14421" y="2589"/>
                    <a:pt x="14339" y="2707"/>
                    <a:pt x="14228" y="2744"/>
                  </a:cubicBezTo>
                  <a:cubicBezTo>
                    <a:pt x="14211" y="2818"/>
                    <a:pt x="14195" y="2891"/>
                    <a:pt x="14174" y="2963"/>
                  </a:cubicBezTo>
                  <a:cubicBezTo>
                    <a:pt x="14140" y="3075"/>
                    <a:pt x="14054" y="3125"/>
                    <a:pt x="13966" y="3125"/>
                  </a:cubicBezTo>
                  <a:cubicBezTo>
                    <a:pt x="13853" y="3125"/>
                    <a:pt x="13738" y="3042"/>
                    <a:pt x="13726" y="2901"/>
                  </a:cubicBezTo>
                  <a:cubicBezTo>
                    <a:pt x="13713" y="2748"/>
                    <a:pt x="13717" y="2591"/>
                    <a:pt x="13733" y="2434"/>
                  </a:cubicBezTo>
                  <a:lnTo>
                    <a:pt x="13733" y="2434"/>
                  </a:lnTo>
                  <a:cubicBezTo>
                    <a:pt x="13606" y="2501"/>
                    <a:pt x="13484" y="2575"/>
                    <a:pt x="13361" y="2658"/>
                  </a:cubicBezTo>
                  <a:cubicBezTo>
                    <a:pt x="13314" y="2690"/>
                    <a:pt x="13268" y="2703"/>
                    <a:pt x="13224" y="2703"/>
                  </a:cubicBezTo>
                  <a:cubicBezTo>
                    <a:pt x="13006" y="2703"/>
                    <a:pt x="12861" y="2359"/>
                    <a:pt x="13096" y="2201"/>
                  </a:cubicBezTo>
                  <a:cubicBezTo>
                    <a:pt x="13184" y="2141"/>
                    <a:pt x="13265" y="2076"/>
                    <a:pt x="13343" y="2009"/>
                  </a:cubicBezTo>
                  <a:cubicBezTo>
                    <a:pt x="13223" y="1887"/>
                    <a:pt x="13106" y="1764"/>
                    <a:pt x="12989" y="1643"/>
                  </a:cubicBezTo>
                  <a:cubicBezTo>
                    <a:pt x="12851" y="1499"/>
                    <a:pt x="12933" y="1202"/>
                    <a:pt x="13146" y="1202"/>
                  </a:cubicBezTo>
                  <a:cubicBezTo>
                    <a:pt x="13154" y="1202"/>
                    <a:pt x="13162" y="1203"/>
                    <a:pt x="13170" y="1203"/>
                  </a:cubicBezTo>
                  <a:cubicBezTo>
                    <a:pt x="13422" y="1229"/>
                    <a:pt x="13671" y="1263"/>
                    <a:pt x="13918" y="1305"/>
                  </a:cubicBezTo>
                  <a:cubicBezTo>
                    <a:pt x="13953" y="1247"/>
                    <a:pt x="13987" y="1192"/>
                    <a:pt x="14017" y="1132"/>
                  </a:cubicBezTo>
                  <a:cubicBezTo>
                    <a:pt x="14064" y="1038"/>
                    <a:pt x="14143" y="998"/>
                    <a:pt x="14224" y="998"/>
                  </a:cubicBezTo>
                  <a:close/>
                  <a:moveTo>
                    <a:pt x="4992" y="992"/>
                  </a:moveTo>
                  <a:cubicBezTo>
                    <a:pt x="5129" y="992"/>
                    <a:pt x="5259" y="1077"/>
                    <a:pt x="5245" y="1253"/>
                  </a:cubicBezTo>
                  <a:cubicBezTo>
                    <a:pt x="5237" y="1379"/>
                    <a:pt x="5229" y="1509"/>
                    <a:pt x="5223" y="1638"/>
                  </a:cubicBezTo>
                  <a:cubicBezTo>
                    <a:pt x="5486" y="1721"/>
                    <a:pt x="5749" y="1806"/>
                    <a:pt x="6012" y="1901"/>
                  </a:cubicBezTo>
                  <a:cubicBezTo>
                    <a:pt x="6257" y="1991"/>
                    <a:pt x="6275" y="2337"/>
                    <a:pt x="6012" y="2418"/>
                  </a:cubicBezTo>
                  <a:cubicBezTo>
                    <a:pt x="5716" y="2510"/>
                    <a:pt x="5432" y="2621"/>
                    <a:pt x="5154" y="2739"/>
                  </a:cubicBezTo>
                  <a:cubicBezTo>
                    <a:pt x="5130" y="2972"/>
                    <a:pt x="5096" y="3200"/>
                    <a:pt x="5045" y="3422"/>
                  </a:cubicBezTo>
                  <a:cubicBezTo>
                    <a:pt x="5134" y="3538"/>
                    <a:pt x="5021" y="3712"/>
                    <a:pt x="4890" y="3712"/>
                  </a:cubicBezTo>
                  <a:cubicBezTo>
                    <a:pt x="4861" y="3712"/>
                    <a:pt x="4831" y="3703"/>
                    <a:pt x="4802" y="3683"/>
                  </a:cubicBezTo>
                  <a:cubicBezTo>
                    <a:pt x="4800" y="3683"/>
                    <a:pt x="4800" y="3681"/>
                    <a:pt x="4798" y="3681"/>
                  </a:cubicBezTo>
                  <a:cubicBezTo>
                    <a:pt x="4710" y="3677"/>
                    <a:pt x="4627" y="3623"/>
                    <a:pt x="4593" y="3529"/>
                  </a:cubicBezTo>
                  <a:cubicBezTo>
                    <a:pt x="4460" y="3424"/>
                    <a:pt x="4338" y="3314"/>
                    <a:pt x="4223" y="3196"/>
                  </a:cubicBezTo>
                  <a:cubicBezTo>
                    <a:pt x="4006" y="3319"/>
                    <a:pt x="3794" y="3450"/>
                    <a:pt x="3585" y="3591"/>
                  </a:cubicBezTo>
                  <a:cubicBezTo>
                    <a:pt x="3544" y="3619"/>
                    <a:pt x="3500" y="3631"/>
                    <a:pt x="3456" y="3631"/>
                  </a:cubicBezTo>
                  <a:cubicBezTo>
                    <a:pt x="3264" y="3631"/>
                    <a:pt x="3080" y="3397"/>
                    <a:pt x="3209" y="3217"/>
                  </a:cubicBezTo>
                  <a:cubicBezTo>
                    <a:pt x="3376" y="2989"/>
                    <a:pt x="3541" y="2760"/>
                    <a:pt x="3708" y="2531"/>
                  </a:cubicBezTo>
                  <a:cubicBezTo>
                    <a:pt x="3521" y="2222"/>
                    <a:pt x="3376" y="1889"/>
                    <a:pt x="3279" y="1539"/>
                  </a:cubicBezTo>
                  <a:cubicBezTo>
                    <a:pt x="3229" y="1359"/>
                    <a:pt x="3373" y="1214"/>
                    <a:pt x="3539" y="1214"/>
                  </a:cubicBezTo>
                  <a:cubicBezTo>
                    <a:pt x="3558" y="1214"/>
                    <a:pt x="3578" y="1216"/>
                    <a:pt x="3597" y="1220"/>
                  </a:cubicBezTo>
                  <a:cubicBezTo>
                    <a:pt x="3901" y="1283"/>
                    <a:pt x="4205" y="1354"/>
                    <a:pt x="4505" y="1434"/>
                  </a:cubicBezTo>
                  <a:cubicBezTo>
                    <a:pt x="4583" y="1326"/>
                    <a:pt x="4659" y="1220"/>
                    <a:pt x="4738" y="1114"/>
                  </a:cubicBezTo>
                  <a:cubicBezTo>
                    <a:pt x="4796" y="1033"/>
                    <a:pt x="4896" y="992"/>
                    <a:pt x="4992" y="992"/>
                  </a:cubicBezTo>
                  <a:close/>
                  <a:moveTo>
                    <a:pt x="27612" y="1314"/>
                  </a:moveTo>
                  <a:cubicBezTo>
                    <a:pt x="27754" y="1314"/>
                    <a:pt x="27903" y="1416"/>
                    <a:pt x="27910" y="1585"/>
                  </a:cubicBezTo>
                  <a:cubicBezTo>
                    <a:pt x="27924" y="1899"/>
                    <a:pt x="27936" y="2212"/>
                    <a:pt x="27950" y="2527"/>
                  </a:cubicBezTo>
                  <a:cubicBezTo>
                    <a:pt x="28316" y="2504"/>
                    <a:pt x="28681" y="2468"/>
                    <a:pt x="29048" y="2414"/>
                  </a:cubicBezTo>
                  <a:cubicBezTo>
                    <a:pt x="29061" y="2412"/>
                    <a:pt x="29074" y="2411"/>
                    <a:pt x="29087" y="2411"/>
                  </a:cubicBezTo>
                  <a:cubicBezTo>
                    <a:pt x="29284" y="2411"/>
                    <a:pt x="29509" y="2614"/>
                    <a:pt x="29358" y="2816"/>
                  </a:cubicBezTo>
                  <a:cubicBezTo>
                    <a:pt x="29030" y="3245"/>
                    <a:pt x="28670" y="3633"/>
                    <a:pt x="28281" y="3985"/>
                  </a:cubicBezTo>
                  <a:cubicBezTo>
                    <a:pt x="28332" y="4242"/>
                    <a:pt x="28380" y="4502"/>
                    <a:pt x="28374" y="4757"/>
                  </a:cubicBezTo>
                  <a:cubicBezTo>
                    <a:pt x="28372" y="4787"/>
                    <a:pt x="28366" y="4810"/>
                    <a:pt x="28358" y="4834"/>
                  </a:cubicBezTo>
                  <a:cubicBezTo>
                    <a:pt x="28360" y="4939"/>
                    <a:pt x="28362" y="5045"/>
                    <a:pt x="28360" y="5152"/>
                  </a:cubicBezTo>
                  <a:lnTo>
                    <a:pt x="28364" y="5156"/>
                  </a:lnTo>
                  <a:cubicBezTo>
                    <a:pt x="28420" y="5233"/>
                    <a:pt x="28399" y="5313"/>
                    <a:pt x="28346" y="5371"/>
                  </a:cubicBezTo>
                  <a:cubicBezTo>
                    <a:pt x="28342" y="5438"/>
                    <a:pt x="28342" y="5505"/>
                    <a:pt x="28334" y="5572"/>
                  </a:cubicBezTo>
                  <a:cubicBezTo>
                    <a:pt x="28320" y="5707"/>
                    <a:pt x="28224" y="5788"/>
                    <a:pt x="28115" y="5788"/>
                  </a:cubicBezTo>
                  <a:cubicBezTo>
                    <a:pt x="28062" y="5788"/>
                    <a:pt x="28006" y="5769"/>
                    <a:pt x="27956" y="5729"/>
                  </a:cubicBezTo>
                  <a:cubicBezTo>
                    <a:pt x="27636" y="5472"/>
                    <a:pt x="27383" y="5158"/>
                    <a:pt x="27206" y="4806"/>
                  </a:cubicBezTo>
                  <a:cubicBezTo>
                    <a:pt x="26980" y="4949"/>
                    <a:pt x="26749" y="5087"/>
                    <a:pt x="26504" y="5212"/>
                  </a:cubicBezTo>
                  <a:cubicBezTo>
                    <a:pt x="26460" y="5234"/>
                    <a:pt x="26416" y="5244"/>
                    <a:pt x="26373" y="5244"/>
                  </a:cubicBezTo>
                  <a:cubicBezTo>
                    <a:pt x="26178" y="5244"/>
                    <a:pt x="26018" y="5038"/>
                    <a:pt x="26129" y="4836"/>
                  </a:cubicBezTo>
                  <a:cubicBezTo>
                    <a:pt x="26322" y="4482"/>
                    <a:pt x="26495" y="4122"/>
                    <a:pt x="26652" y="3758"/>
                  </a:cubicBezTo>
                  <a:cubicBezTo>
                    <a:pt x="26433" y="3494"/>
                    <a:pt x="26213" y="3233"/>
                    <a:pt x="25991" y="2973"/>
                  </a:cubicBezTo>
                  <a:cubicBezTo>
                    <a:pt x="25857" y="2819"/>
                    <a:pt x="25924" y="2516"/>
                    <a:pt x="26157" y="2516"/>
                  </a:cubicBezTo>
                  <a:cubicBezTo>
                    <a:pt x="26164" y="2516"/>
                    <a:pt x="26172" y="2517"/>
                    <a:pt x="26181" y="2517"/>
                  </a:cubicBezTo>
                  <a:cubicBezTo>
                    <a:pt x="26485" y="2538"/>
                    <a:pt x="26791" y="2547"/>
                    <a:pt x="27095" y="2550"/>
                  </a:cubicBezTo>
                  <a:cubicBezTo>
                    <a:pt x="27201" y="2210"/>
                    <a:pt x="27294" y="1864"/>
                    <a:pt x="27372" y="1511"/>
                  </a:cubicBezTo>
                  <a:cubicBezTo>
                    <a:pt x="27401" y="1374"/>
                    <a:pt x="27504" y="1314"/>
                    <a:pt x="27612" y="1314"/>
                  </a:cubicBezTo>
                  <a:close/>
                  <a:moveTo>
                    <a:pt x="19874" y="1821"/>
                  </a:moveTo>
                  <a:cubicBezTo>
                    <a:pt x="19987" y="1821"/>
                    <a:pt x="20094" y="1881"/>
                    <a:pt x="20117" y="2016"/>
                  </a:cubicBezTo>
                  <a:cubicBezTo>
                    <a:pt x="20173" y="2328"/>
                    <a:pt x="20228" y="2639"/>
                    <a:pt x="20284" y="2953"/>
                  </a:cubicBezTo>
                  <a:cubicBezTo>
                    <a:pt x="20628" y="3058"/>
                    <a:pt x="20972" y="3162"/>
                    <a:pt x="21316" y="3265"/>
                  </a:cubicBezTo>
                  <a:cubicBezTo>
                    <a:pt x="21524" y="3330"/>
                    <a:pt x="21602" y="3658"/>
                    <a:pt x="21381" y="3764"/>
                  </a:cubicBezTo>
                  <a:cubicBezTo>
                    <a:pt x="21087" y="3905"/>
                    <a:pt x="20794" y="4043"/>
                    <a:pt x="20503" y="4184"/>
                  </a:cubicBezTo>
                  <a:cubicBezTo>
                    <a:pt x="20576" y="4611"/>
                    <a:pt x="20653" y="5039"/>
                    <a:pt x="20729" y="5466"/>
                  </a:cubicBezTo>
                  <a:cubicBezTo>
                    <a:pt x="20763" y="5656"/>
                    <a:pt x="20594" y="5820"/>
                    <a:pt x="20434" y="5820"/>
                  </a:cubicBezTo>
                  <a:cubicBezTo>
                    <a:pt x="20354" y="5820"/>
                    <a:pt x="20275" y="5778"/>
                    <a:pt x="20226" y="5679"/>
                  </a:cubicBezTo>
                  <a:cubicBezTo>
                    <a:pt x="20134" y="5492"/>
                    <a:pt x="20045" y="5305"/>
                    <a:pt x="19960" y="5118"/>
                  </a:cubicBezTo>
                  <a:cubicBezTo>
                    <a:pt x="19810" y="4965"/>
                    <a:pt x="19663" y="4810"/>
                    <a:pt x="19517" y="4655"/>
                  </a:cubicBezTo>
                  <a:cubicBezTo>
                    <a:pt x="19184" y="4812"/>
                    <a:pt x="18852" y="4971"/>
                    <a:pt x="18520" y="5132"/>
                  </a:cubicBezTo>
                  <a:cubicBezTo>
                    <a:pt x="18482" y="5150"/>
                    <a:pt x="18439" y="5158"/>
                    <a:pt x="18396" y="5158"/>
                  </a:cubicBezTo>
                  <a:cubicBezTo>
                    <a:pt x="18221" y="5158"/>
                    <a:pt x="18039" y="5018"/>
                    <a:pt x="18115" y="4820"/>
                  </a:cubicBezTo>
                  <a:cubicBezTo>
                    <a:pt x="18270" y="4420"/>
                    <a:pt x="18443" y="4032"/>
                    <a:pt x="18630" y="3651"/>
                  </a:cubicBezTo>
                  <a:cubicBezTo>
                    <a:pt x="18385" y="3360"/>
                    <a:pt x="18146" y="3064"/>
                    <a:pt x="17912" y="2762"/>
                  </a:cubicBezTo>
                  <a:cubicBezTo>
                    <a:pt x="17779" y="2589"/>
                    <a:pt x="17867" y="2306"/>
                    <a:pt x="18086" y="2306"/>
                  </a:cubicBezTo>
                  <a:cubicBezTo>
                    <a:pt x="18112" y="2306"/>
                    <a:pt x="18140" y="2310"/>
                    <a:pt x="18171" y="2319"/>
                  </a:cubicBezTo>
                  <a:cubicBezTo>
                    <a:pt x="18510" y="2418"/>
                    <a:pt x="18848" y="2520"/>
                    <a:pt x="19184" y="2621"/>
                  </a:cubicBezTo>
                  <a:cubicBezTo>
                    <a:pt x="19321" y="2395"/>
                    <a:pt x="19464" y="2171"/>
                    <a:pt x="19614" y="1949"/>
                  </a:cubicBezTo>
                  <a:cubicBezTo>
                    <a:pt x="19670" y="1867"/>
                    <a:pt x="19774" y="1821"/>
                    <a:pt x="19874" y="1821"/>
                  </a:cubicBezTo>
                  <a:close/>
                  <a:moveTo>
                    <a:pt x="9380" y="2081"/>
                  </a:moveTo>
                  <a:cubicBezTo>
                    <a:pt x="9495" y="2081"/>
                    <a:pt x="9616" y="2152"/>
                    <a:pt x="9645" y="2268"/>
                  </a:cubicBezTo>
                  <a:cubicBezTo>
                    <a:pt x="9802" y="2913"/>
                    <a:pt x="9973" y="3552"/>
                    <a:pt x="10156" y="4187"/>
                  </a:cubicBezTo>
                  <a:cubicBezTo>
                    <a:pt x="10519" y="4217"/>
                    <a:pt x="10882" y="4247"/>
                    <a:pt x="11244" y="4279"/>
                  </a:cubicBezTo>
                  <a:cubicBezTo>
                    <a:pt x="11486" y="4297"/>
                    <a:pt x="11655" y="4667"/>
                    <a:pt x="11383" y="4792"/>
                  </a:cubicBezTo>
                  <a:cubicBezTo>
                    <a:pt x="11078" y="4935"/>
                    <a:pt x="10773" y="5076"/>
                    <a:pt x="10466" y="5217"/>
                  </a:cubicBezTo>
                  <a:cubicBezTo>
                    <a:pt x="10593" y="5616"/>
                    <a:pt x="10722" y="6013"/>
                    <a:pt x="10861" y="6410"/>
                  </a:cubicBezTo>
                  <a:cubicBezTo>
                    <a:pt x="10932" y="6612"/>
                    <a:pt x="10770" y="6734"/>
                    <a:pt x="10602" y="6734"/>
                  </a:cubicBezTo>
                  <a:cubicBezTo>
                    <a:pt x="10534" y="6734"/>
                    <a:pt x="10465" y="6714"/>
                    <a:pt x="10411" y="6671"/>
                  </a:cubicBezTo>
                  <a:cubicBezTo>
                    <a:pt x="10018" y="6364"/>
                    <a:pt x="9611" y="6076"/>
                    <a:pt x="9198" y="5804"/>
                  </a:cubicBezTo>
                  <a:cubicBezTo>
                    <a:pt x="9005" y="5893"/>
                    <a:pt x="8808" y="5983"/>
                    <a:pt x="8615" y="6073"/>
                  </a:cubicBezTo>
                  <a:cubicBezTo>
                    <a:pt x="8462" y="6144"/>
                    <a:pt x="8307" y="6216"/>
                    <a:pt x="8152" y="6287"/>
                  </a:cubicBezTo>
                  <a:cubicBezTo>
                    <a:pt x="8111" y="6325"/>
                    <a:pt x="8076" y="6345"/>
                    <a:pt x="8049" y="6355"/>
                  </a:cubicBezTo>
                  <a:cubicBezTo>
                    <a:pt x="8042" y="6403"/>
                    <a:pt x="8023" y="6452"/>
                    <a:pt x="7987" y="6492"/>
                  </a:cubicBezTo>
                  <a:cubicBezTo>
                    <a:pt x="7967" y="6510"/>
                    <a:pt x="7949" y="6530"/>
                    <a:pt x="7931" y="6549"/>
                  </a:cubicBezTo>
                  <a:cubicBezTo>
                    <a:pt x="7884" y="6598"/>
                    <a:pt x="7819" y="6620"/>
                    <a:pt x="7753" y="6620"/>
                  </a:cubicBezTo>
                  <a:cubicBezTo>
                    <a:pt x="7741" y="6620"/>
                    <a:pt x="7729" y="6619"/>
                    <a:pt x="7716" y="6618"/>
                  </a:cubicBezTo>
                  <a:cubicBezTo>
                    <a:pt x="7686" y="6656"/>
                    <a:pt x="7643" y="6672"/>
                    <a:pt x="7599" y="6672"/>
                  </a:cubicBezTo>
                  <a:cubicBezTo>
                    <a:pt x="7489" y="6672"/>
                    <a:pt x="7368" y="6570"/>
                    <a:pt x="7412" y="6445"/>
                  </a:cubicBezTo>
                  <a:cubicBezTo>
                    <a:pt x="7416" y="6426"/>
                    <a:pt x="7423" y="6410"/>
                    <a:pt x="7430" y="6392"/>
                  </a:cubicBezTo>
                  <a:cubicBezTo>
                    <a:pt x="7420" y="6351"/>
                    <a:pt x="7418" y="6309"/>
                    <a:pt x="7430" y="6265"/>
                  </a:cubicBezTo>
                  <a:cubicBezTo>
                    <a:pt x="7452" y="6172"/>
                    <a:pt x="7502" y="6098"/>
                    <a:pt x="7557" y="6029"/>
                  </a:cubicBezTo>
                  <a:cubicBezTo>
                    <a:pt x="7677" y="5697"/>
                    <a:pt x="7804" y="5367"/>
                    <a:pt x="7937" y="5039"/>
                  </a:cubicBezTo>
                  <a:cubicBezTo>
                    <a:pt x="7550" y="4822"/>
                    <a:pt x="7155" y="4619"/>
                    <a:pt x="6751" y="4427"/>
                  </a:cubicBezTo>
                  <a:cubicBezTo>
                    <a:pt x="6512" y="4314"/>
                    <a:pt x="6616" y="3911"/>
                    <a:pt x="6869" y="3911"/>
                  </a:cubicBezTo>
                  <a:cubicBezTo>
                    <a:pt x="6876" y="3911"/>
                    <a:pt x="6883" y="3911"/>
                    <a:pt x="6889" y="3912"/>
                  </a:cubicBezTo>
                  <a:cubicBezTo>
                    <a:pt x="7379" y="3953"/>
                    <a:pt x="7868" y="3995"/>
                    <a:pt x="8358" y="4034"/>
                  </a:cubicBezTo>
                  <a:cubicBezTo>
                    <a:pt x="8625" y="3422"/>
                    <a:pt x="8901" y="2816"/>
                    <a:pt x="9173" y="2208"/>
                  </a:cubicBezTo>
                  <a:cubicBezTo>
                    <a:pt x="9212" y="2120"/>
                    <a:pt x="9294" y="2081"/>
                    <a:pt x="9380" y="2081"/>
                  </a:cubicBezTo>
                  <a:close/>
                  <a:moveTo>
                    <a:pt x="22863" y="5714"/>
                  </a:moveTo>
                  <a:cubicBezTo>
                    <a:pt x="22966" y="5714"/>
                    <a:pt x="23062" y="5771"/>
                    <a:pt x="23093" y="5904"/>
                  </a:cubicBezTo>
                  <a:lnTo>
                    <a:pt x="23230" y="6472"/>
                  </a:lnTo>
                  <a:cubicBezTo>
                    <a:pt x="23470" y="6436"/>
                    <a:pt x="23710" y="6396"/>
                    <a:pt x="23948" y="6359"/>
                  </a:cubicBezTo>
                  <a:cubicBezTo>
                    <a:pt x="23965" y="6356"/>
                    <a:pt x="23981" y="6355"/>
                    <a:pt x="23997" y="6355"/>
                  </a:cubicBezTo>
                  <a:cubicBezTo>
                    <a:pt x="24254" y="6355"/>
                    <a:pt x="24381" y="6669"/>
                    <a:pt x="24147" y="6830"/>
                  </a:cubicBezTo>
                  <a:cubicBezTo>
                    <a:pt x="23908" y="6995"/>
                    <a:pt x="23673" y="7158"/>
                    <a:pt x="23435" y="7325"/>
                  </a:cubicBezTo>
                  <a:cubicBezTo>
                    <a:pt x="23451" y="7389"/>
                    <a:pt x="23465" y="7454"/>
                    <a:pt x="23481" y="7518"/>
                  </a:cubicBezTo>
                  <a:cubicBezTo>
                    <a:pt x="23560" y="7526"/>
                    <a:pt x="23624" y="7572"/>
                    <a:pt x="23675" y="7638"/>
                  </a:cubicBezTo>
                  <a:cubicBezTo>
                    <a:pt x="23717" y="7691"/>
                    <a:pt x="23737" y="7745"/>
                    <a:pt x="23747" y="7795"/>
                  </a:cubicBezTo>
                  <a:cubicBezTo>
                    <a:pt x="23753" y="7800"/>
                    <a:pt x="23761" y="7804"/>
                    <a:pt x="23770" y="7809"/>
                  </a:cubicBezTo>
                  <a:cubicBezTo>
                    <a:pt x="23930" y="7889"/>
                    <a:pt x="23841" y="8130"/>
                    <a:pt x="23685" y="8130"/>
                  </a:cubicBezTo>
                  <a:cubicBezTo>
                    <a:pt x="23669" y="8130"/>
                    <a:pt x="23653" y="8128"/>
                    <a:pt x="23636" y="8123"/>
                  </a:cubicBezTo>
                  <a:cubicBezTo>
                    <a:pt x="23622" y="8119"/>
                    <a:pt x="23608" y="8114"/>
                    <a:pt x="23594" y="8109"/>
                  </a:cubicBezTo>
                  <a:cubicBezTo>
                    <a:pt x="23537" y="8146"/>
                    <a:pt x="23468" y="8168"/>
                    <a:pt x="23396" y="8168"/>
                  </a:cubicBezTo>
                  <a:cubicBezTo>
                    <a:pt x="23318" y="8168"/>
                    <a:pt x="23238" y="8142"/>
                    <a:pt x="23165" y="8084"/>
                  </a:cubicBezTo>
                  <a:cubicBezTo>
                    <a:pt x="23099" y="8031"/>
                    <a:pt x="23052" y="7957"/>
                    <a:pt x="23015" y="7874"/>
                  </a:cubicBezTo>
                  <a:cubicBezTo>
                    <a:pt x="22941" y="7840"/>
                    <a:pt x="22870" y="7802"/>
                    <a:pt x="22798" y="7763"/>
                  </a:cubicBezTo>
                  <a:lnTo>
                    <a:pt x="22156" y="8206"/>
                  </a:lnTo>
                  <a:cubicBezTo>
                    <a:pt x="22119" y="8232"/>
                    <a:pt x="22076" y="8244"/>
                    <a:pt x="22034" y="8244"/>
                  </a:cubicBezTo>
                  <a:cubicBezTo>
                    <a:pt x="21871" y="8244"/>
                    <a:pt x="21703" y="8077"/>
                    <a:pt x="21769" y="7911"/>
                  </a:cubicBezTo>
                  <a:cubicBezTo>
                    <a:pt x="21858" y="7689"/>
                    <a:pt x="21946" y="7470"/>
                    <a:pt x="22036" y="7248"/>
                  </a:cubicBezTo>
                  <a:cubicBezTo>
                    <a:pt x="21974" y="7198"/>
                    <a:pt x="21912" y="7144"/>
                    <a:pt x="21852" y="7091"/>
                  </a:cubicBezTo>
                  <a:cubicBezTo>
                    <a:pt x="21719" y="6971"/>
                    <a:pt x="21778" y="6701"/>
                    <a:pt x="21962" y="6671"/>
                  </a:cubicBezTo>
                  <a:cubicBezTo>
                    <a:pt x="22071" y="6655"/>
                    <a:pt x="22182" y="6637"/>
                    <a:pt x="22290" y="6620"/>
                  </a:cubicBezTo>
                  <a:cubicBezTo>
                    <a:pt x="22385" y="6383"/>
                    <a:pt x="22482" y="6142"/>
                    <a:pt x="22578" y="5904"/>
                  </a:cubicBezTo>
                  <a:cubicBezTo>
                    <a:pt x="22626" y="5786"/>
                    <a:pt x="22749" y="5714"/>
                    <a:pt x="22863" y="5714"/>
                  </a:cubicBezTo>
                  <a:close/>
                  <a:moveTo>
                    <a:pt x="2578" y="6014"/>
                  </a:moveTo>
                  <a:cubicBezTo>
                    <a:pt x="2733" y="6014"/>
                    <a:pt x="2878" y="6137"/>
                    <a:pt x="2826" y="6337"/>
                  </a:cubicBezTo>
                  <a:cubicBezTo>
                    <a:pt x="2782" y="6508"/>
                    <a:pt x="2748" y="6675"/>
                    <a:pt x="2720" y="6846"/>
                  </a:cubicBezTo>
                  <a:cubicBezTo>
                    <a:pt x="2925" y="6891"/>
                    <a:pt x="3130" y="6934"/>
                    <a:pt x="3338" y="6979"/>
                  </a:cubicBezTo>
                  <a:cubicBezTo>
                    <a:pt x="3563" y="7027"/>
                    <a:pt x="3583" y="7345"/>
                    <a:pt x="3400" y="7454"/>
                  </a:cubicBezTo>
                  <a:cubicBezTo>
                    <a:pt x="3156" y="7599"/>
                    <a:pt x="2903" y="7722"/>
                    <a:pt x="2645" y="7832"/>
                  </a:cubicBezTo>
                  <a:cubicBezTo>
                    <a:pt x="2647" y="7999"/>
                    <a:pt x="2657" y="8167"/>
                    <a:pt x="2673" y="8335"/>
                  </a:cubicBezTo>
                  <a:cubicBezTo>
                    <a:pt x="2689" y="8506"/>
                    <a:pt x="2565" y="8590"/>
                    <a:pt x="2432" y="8590"/>
                  </a:cubicBezTo>
                  <a:cubicBezTo>
                    <a:pt x="2298" y="8590"/>
                    <a:pt x="2156" y="8505"/>
                    <a:pt x="2140" y="8335"/>
                  </a:cubicBezTo>
                  <a:cubicBezTo>
                    <a:pt x="2132" y="8269"/>
                    <a:pt x="2136" y="8202"/>
                    <a:pt x="2130" y="8135"/>
                  </a:cubicBezTo>
                  <a:cubicBezTo>
                    <a:pt x="2102" y="8107"/>
                    <a:pt x="2075" y="8079"/>
                    <a:pt x="2050" y="8049"/>
                  </a:cubicBezTo>
                  <a:cubicBezTo>
                    <a:pt x="1824" y="8119"/>
                    <a:pt x="1593" y="8180"/>
                    <a:pt x="1357" y="8222"/>
                  </a:cubicBezTo>
                  <a:cubicBezTo>
                    <a:pt x="1343" y="8225"/>
                    <a:pt x="1328" y="8226"/>
                    <a:pt x="1313" y="8226"/>
                  </a:cubicBezTo>
                  <a:cubicBezTo>
                    <a:pt x="1124" y="8226"/>
                    <a:pt x="918" y="8023"/>
                    <a:pt x="1059" y="7834"/>
                  </a:cubicBezTo>
                  <a:cubicBezTo>
                    <a:pt x="1177" y="7677"/>
                    <a:pt x="1297" y="7520"/>
                    <a:pt x="1415" y="7363"/>
                  </a:cubicBezTo>
                  <a:cubicBezTo>
                    <a:pt x="1297" y="7234"/>
                    <a:pt x="1179" y="7103"/>
                    <a:pt x="1062" y="6971"/>
                  </a:cubicBezTo>
                  <a:cubicBezTo>
                    <a:pt x="906" y="6793"/>
                    <a:pt x="1031" y="6535"/>
                    <a:pt x="1248" y="6535"/>
                  </a:cubicBezTo>
                  <a:cubicBezTo>
                    <a:pt x="1268" y="6535"/>
                    <a:pt x="1289" y="6537"/>
                    <a:pt x="1311" y="6542"/>
                  </a:cubicBezTo>
                  <a:cubicBezTo>
                    <a:pt x="1519" y="6586"/>
                    <a:pt x="1726" y="6631"/>
                    <a:pt x="1932" y="6675"/>
                  </a:cubicBezTo>
                  <a:cubicBezTo>
                    <a:pt x="2068" y="6496"/>
                    <a:pt x="2205" y="6313"/>
                    <a:pt x="2343" y="6134"/>
                  </a:cubicBezTo>
                  <a:cubicBezTo>
                    <a:pt x="2404" y="6051"/>
                    <a:pt x="2492" y="6014"/>
                    <a:pt x="2578" y="6014"/>
                  </a:cubicBezTo>
                  <a:close/>
                  <a:moveTo>
                    <a:pt x="15152" y="5720"/>
                  </a:moveTo>
                  <a:cubicBezTo>
                    <a:pt x="15297" y="5720"/>
                    <a:pt x="15441" y="5817"/>
                    <a:pt x="15425" y="5987"/>
                  </a:cubicBezTo>
                  <a:cubicBezTo>
                    <a:pt x="15412" y="6164"/>
                    <a:pt x="15400" y="6345"/>
                    <a:pt x="15391" y="6528"/>
                  </a:cubicBezTo>
                  <a:cubicBezTo>
                    <a:pt x="15544" y="6563"/>
                    <a:pt x="15695" y="6602"/>
                    <a:pt x="15848" y="6649"/>
                  </a:cubicBezTo>
                  <a:cubicBezTo>
                    <a:pt x="16063" y="6713"/>
                    <a:pt x="16128" y="7031"/>
                    <a:pt x="15913" y="7144"/>
                  </a:cubicBezTo>
                  <a:cubicBezTo>
                    <a:pt x="15715" y="7248"/>
                    <a:pt x="15520" y="7364"/>
                    <a:pt x="15331" y="7482"/>
                  </a:cubicBezTo>
                  <a:cubicBezTo>
                    <a:pt x="15300" y="7844"/>
                    <a:pt x="15252" y="8202"/>
                    <a:pt x="15162" y="8539"/>
                  </a:cubicBezTo>
                  <a:cubicBezTo>
                    <a:pt x="15131" y="8656"/>
                    <a:pt x="15046" y="8706"/>
                    <a:pt x="14958" y="8706"/>
                  </a:cubicBezTo>
                  <a:cubicBezTo>
                    <a:pt x="14856" y="8706"/>
                    <a:pt x="14749" y="8638"/>
                    <a:pt x="14715" y="8526"/>
                  </a:cubicBezTo>
                  <a:cubicBezTo>
                    <a:pt x="14604" y="8417"/>
                    <a:pt x="14492" y="8303"/>
                    <a:pt x="14381" y="8193"/>
                  </a:cubicBezTo>
                  <a:cubicBezTo>
                    <a:pt x="14224" y="8329"/>
                    <a:pt x="14075" y="8472"/>
                    <a:pt x="13929" y="8623"/>
                  </a:cubicBezTo>
                  <a:cubicBezTo>
                    <a:pt x="13874" y="8679"/>
                    <a:pt x="13809" y="8703"/>
                    <a:pt x="13745" y="8703"/>
                  </a:cubicBezTo>
                  <a:cubicBezTo>
                    <a:pt x="13556" y="8703"/>
                    <a:pt x="13380" y="8490"/>
                    <a:pt x="13495" y="8289"/>
                  </a:cubicBezTo>
                  <a:cubicBezTo>
                    <a:pt x="13618" y="8082"/>
                    <a:pt x="13737" y="7874"/>
                    <a:pt x="13858" y="7667"/>
                  </a:cubicBezTo>
                  <a:cubicBezTo>
                    <a:pt x="13844" y="7655"/>
                    <a:pt x="13830" y="7641"/>
                    <a:pt x="13818" y="7627"/>
                  </a:cubicBezTo>
                  <a:cubicBezTo>
                    <a:pt x="13749" y="7619"/>
                    <a:pt x="13691" y="7560"/>
                    <a:pt x="13682" y="7494"/>
                  </a:cubicBezTo>
                  <a:cubicBezTo>
                    <a:pt x="13470" y="7279"/>
                    <a:pt x="13260" y="7066"/>
                    <a:pt x="13045" y="6854"/>
                  </a:cubicBezTo>
                  <a:cubicBezTo>
                    <a:pt x="12868" y="6681"/>
                    <a:pt x="13015" y="6426"/>
                    <a:pt x="13232" y="6404"/>
                  </a:cubicBezTo>
                  <a:cubicBezTo>
                    <a:pt x="13470" y="6376"/>
                    <a:pt x="13707" y="6363"/>
                    <a:pt x="13942" y="6363"/>
                  </a:cubicBezTo>
                  <a:cubicBezTo>
                    <a:pt x="14160" y="6363"/>
                    <a:pt x="14378" y="6374"/>
                    <a:pt x="14594" y="6396"/>
                  </a:cubicBezTo>
                  <a:cubicBezTo>
                    <a:pt x="14701" y="6214"/>
                    <a:pt x="14807" y="6032"/>
                    <a:pt x="14913" y="5849"/>
                  </a:cubicBezTo>
                  <a:cubicBezTo>
                    <a:pt x="14964" y="5761"/>
                    <a:pt x="15058" y="5720"/>
                    <a:pt x="15152" y="5720"/>
                  </a:cubicBezTo>
                  <a:close/>
                  <a:moveTo>
                    <a:pt x="33098" y="1"/>
                  </a:moveTo>
                  <a:cubicBezTo>
                    <a:pt x="27612" y="49"/>
                    <a:pt x="22124" y="86"/>
                    <a:pt x="16638" y="120"/>
                  </a:cubicBezTo>
                  <a:cubicBezTo>
                    <a:pt x="13798" y="137"/>
                    <a:pt x="10955" y="148"/>
                    <a:pt x="8116" y="156"/>
                  </a:cubicBezTo>
                  <a:cubicBezTo>
                    <a:pt x="6303" y="158"/>
                    <a:pt x="4438" y="271"/>
                    <a:pt x="2594" y="271"/>
                  </a:cubicBezTo>
                  <a:cubicBezTo>
                    <a:pt x="1746" y="271"/>
                    <a:pt x="903" y="247"/>
                    <a:pt x="72" y="178"/>
                  </a:cubicBezTo>
                  <a:lnTo>
                    <a:pt x="72" y="178"/>
                  </a:lnTo>
                  <a:cubicBezTo>
                    <a:pt x="76" y="197"/>
                    <a:pt x="82" y="215"/>
                    <a:pt x="80" y="236"/>
                  </a:cubicBezTo>
                  <a:cubicBezTo>
                    <a:pt x="0" y="3325"/>
                    <a:pt x="152" y="6412"/>
                    <a:pt x="94" y="9500"/>
                  </a:cubicBezTo>
                  <a:cubicBezTo>
                    <a:pt x="1899" y="9246"/>
                    <a:pt x="3769" y="9233"/>
                    <a:pt x="5620" y="9233"/>
                  </a:cubicBezTo>
                  <a:cubicBezTo>
                    <a:pt x="5846" y="9233"/>
                    <a:pt x="6071" y="9233"/>
                    <a:pt x="6296" y="9233"/>
                  </a:cubicBezTo>
                  <a:cubicBezTo>
                    <a:pt x="6872" y="9233"/>
                    <a:pt x="7445" y="9232"/>
                    <a:pt x="8012" y="9222"/>
                  </a:cubicBezTo>
                  <a:cubicBezTo>
                    <a:pt x="10750" y="9176"/>
                    <a:pt x="13488" y="9146"/>
                    <a:pt x="16227" y="9142"/>
                  </a:cubicBezTo>
                  <a:cubicBezTo>
                    <a:pt x="16774" y="9140"/>
                    <a:pt x="17320" y="9140"/>
                    <a:pt x="17867" y="9140"/>
                  </a:cubicBezTo>
                  <a:cubicBezTo>
                    <a:pt x="21747" y="9140"/>
                    <a:pt x="25627" y="9178"/>
                    <a:pt x="29505" y="9271"/>
                  </a:cubicBezTo>
                  <a:cubicBezTo>
                    <a:pt x="29385" y="9238"/>
                    <a:pt x="29286" y="9132"/>
                    <a:pt x="29342" y="8989"/>
                  </a:cubicBezTo>
                  <a:cubicBezTo>
                    <a:pt x="29362" y="8934"/>
                    <a:pt x="29390" y="8876"/>
                    <a:pt x="29415" y="8820"/>
                  </a:cubicBezTo>
                  <a:cubicBezTo>
                    <a:pt x="29415" y="8816"/>
                    <a:pt x="29411" y="8814"/>
                    <a:pt x="29411" y="8810"/>
                  </a:cubicBezTo>
                  <a:cubicBezTo>
                    <a:pt x="29406" y="8786"/>
                    <a:pt x="29401" y="8763"/>
                    <a:pt x="29394" y="8738"/>
                  </a:cubicBezTo>
                  <a:cubicBezTo>
                    <a:pt x="29155" y="8710"/>
                    <a:pt x="28914" y="8663"/>
                    <a:pt x="28674" y="8595"/>
                  </a:cubicBezTo>
                  <a:cubicBezTo>
                    <a:pt x="28390" y="8514"/>
                    <a:pt x="28439" y="8162"/>
                    <a:pt x="28674" y="8066"/>
                  </a:cubicBezTo>
                  <a:cubicBezTo>
                    <a:pt x="28847" y="7991"/>
                    <a:pt x="29020" y="7920"/>
                    <a:pt x="29191" y="7848"/>
                  </a:cubicBezTo>
                  <a:cubicBezTo>
                    <a:pt x="29131" y="7565"/>
                    <a:pt x="29071" y="7283"/>
                    <a:pt x="29008" y="7001"/>
                  </a:cubicBezTo>
                  <a:cubicBezTo>
                    <a:pt x="28970" y="6830"/>
                    <a:pt x="29125" y="6657"/>
                    <a:pt x="29282" y="6657"/>
                  </a:cubicBezTo>
                  <a:cubicBezTo>
                    <a:pt x="29342" y="6657"/>
                    <a:pt x="29402" y="6683"/>
                    <a:pt x="29452" y="6743"/>
                  </a:cubicBezTo>
                  <a:cubicBezTo>
                    <a:pt x="29664" y="6997"/>
                    <a:pt x="29893" y="7232"/>
                    <a:pt x="30135" y="7452"/>
                  </a:cubicBezTo>
                  <a:cubicBezTo>
                    <a:pt x="30262" y="7398"/>
                    <a:pt x="30390" y="7345"/>
                    <a:pt x="30517" y="7292"/>
                  </a:cubicBezTo>
                  <a:cubicBezTo>
                    <a:pt x="30545" y="7280"/>
                    <a:pt x="30573" y="7274"/>
                    <a:pt x="30600" y="7274"/>
                  </a:cubicBezTo>
                  <a:cubicBezTo>
                    <a:pt x="30789" y="7274"/>
                    <a:pt x="30939" y="7535"/>
                    <a:pt x="30829" y="7697"/>
                  </a:cubicBezTo>
                  <a:cubicBezTo>
                    <a:pt x="30782" y="7765"/>
                    <a:pt x="30736" y="7834"/>
                    <a:pt x="30690" y="7906"/>
                  </a:cubicBezTo>
                  <a:cubicBezTo>
                    <a:pt x="30809" y="7994"/>
                    <a:pt x="30928" y="8079"/>
                    <a:pt x="31052" y="8160"/>
                  </a:cubicBezTo>
                  <a:cubicBezTo>
                    <a:pt x="31239" y="8280"/>
                    <a:pt x="31225" y="8601"/>
                    <a:pt x="30988" y="8655"/>
                  </a:cubicBezTo>
                  <a:cubicBezTo>
                    <a:pt x="30701" y="8719"/>
                    <a:pt x="30415" y="8758"/>
                    <a:pt x="30131" y="8770"/>
                  </a:cubicBezTo>
                  <a:cubicBezTo>
                    <a:pt x="30008" y="8934"/>
                    <a:pt x="29879" y="9091"/>
                    <a:pt x="29736" y="9220"/>
                  </a:cubicBezTo>
                  <a:cubicBezTo>
                    <a:pt x="29704" y="9250"/>
                    <a:pt x="29664" y="9266"/>
                    <a:pt x="29623" y="9273"/>
                  </a:cubicBezTo>
                  <a:cubicBezTo>
                    <a:pt x="30652" y="9299"/>
                    <a:pt x="31683" y="9321"/>
                    <a:pt x="32710" y="9357"/>
                  </a:cubicBezTo>
                  <a:cubicBezTo>
                    <a:pt x="31567" y="7994"/>
                    <a:pt x="30565" y="6461"/>
                    <a:pt x="29588" y="4983"/>
                  </a:cubicBezTo>
                  <a:cubicBezTo>
                    <a:pt x="29491" y="4838"/>
                    <a:pt x="29588" y="4709"/>
                    <a:pt x="29718" y="4671"/>
                  </a:cubicBezTo>
                  <a:cubicBezTo>
                    <a:pt x="30620" y="3000"/>
                    <a:pt x="31907" y="1474"/>
                    <a:pt x="330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12"/>
            <p:cNvSpPr/>
            <p:nvPr/>
          </p:nvSpPr>
          <p:spPr>
            <a:xfrm>
              <a:off x="1654700" y="2368332"/>
              <a:ext cx="856150" cy="255250"/>
            </a:xfrm>
            <a:custGeom>
              <a:rect b="b" l="l" r="r" t="t"/>
              <a:pathLst>
                <a:path extrusionOk="0" h="10210" w="34246">
                  <a:moveTo>
                    <a:pt x="33660" y="377"/>
                  </a:moveTo>
                  <a:lnTo>
                    <a:pt x="33660" y="377"/>
                  </a:lnTo>
                  <a:cubicBezTo>
                    <a:pt x="32469" y="1850"/>
                    <a:pt x="31182" y="3376"/>
                    <a:pt x="30280" y="5047"/>
                  </a:cubicBezTo>
                  <a:cubicBezTo>
                    <a:pt x="30150" y="5085"/>
                    <a:pt x="30053" y="5214"/>
                    <a:pt x="30150" y="5359"/>
                  </a:cubicBezTo>
                  <a:cubicBezTo>
                    <a:pt x="31128" y="6837"/>
                    <a:pt x="32130" y="8370"/>
                    <a:pt x="33272" y="9732"/>
                  </a:cubicBezTo>
                  <a:cubicBezTo>
                    <a:pt x="32245" y="9697"/>
                    <a:pt x="31215" y="9675"/>
                    <a:pt x="30186" y="9649"/>
                  </a:cubicBezTo>
                  <a:lnTo>
                    <a:pt x="30067" y="9647"/>
                  </a:lnTo>
                  <a:cubicBezTo>
                    <a:pt x="26189" y="9554"/>
                    <a:pt x="22309" y="9516"/>
                    <a:pt x="18429" y="9516"/>
                  </a:cubicBezTo>
                  <a:cubicBezTo>
                    <a:pt x="17882" y="9516"/>
                    <a:pt x="17336" y="9516"/>
                    <a:pt x="16789" y="9518"/>
                  </a:cubicBezTo>
                  <a:cubicBezTo>
                    <a:pt x="14050" y="9522"/>
                    <a:pt x="11312" y="9552"/>
                    <a:pt x="8574" y="9598"/>
                  </a:cubicBezTo>
                  <a:cubicBezTo>
                    <a:pt x="8007" y="9608"/>
                    <a:pt x="7434" y="9609"/>
                    <a:pt x="6858" y="9609"/>
                  </a:cubicBezTo>
                  <a:cubicBezTo>
                    <a:pt x="6633" y="9609"/>
                    <a:pt x="6408" y="9609"/>
                    <a:pt x="6182" y="9609"/>
                  </a:cubicBezTo>
                  <a:cubicBezTo>
                    <a:pt x="4331" y="9609"/>
                    <a:pt x="2461" y="9622"/>
                    <a:pt x="656" y="9876"/>
                  </a:cubicBezTo>
                  <a:cubicBezTo>
                    <a:pt x="714" y="6788"/>
                    <a:pt x="562" y="3701"/>
                    <a:pt x="642" y="612"/>
                  </a:cubicBezTo>
                  <a:cubicBezTo>
                    <a:pt x="644" y="591"/>
                    <a:pt x="638" y="573"/>
                    <a:pt x="634" y="554"/>
                  </a:cubicBezTo>
                  <a:lnTo>
                    <a:pt x="634" y="554"/>
                  </a:lnTo>
                  <a:cubicBezTo>
                    <a:pt x="1465" y="623"/>
                    <a:pt x="2308" y="647"/>
                    <a:pt x="3156" y="647"/>
                  </a:cubicBezTo>
                  <a:cubicBezTo>
                    <a:pt x="5000" y="647"/>
                    <a:pt x="6865" y="534"/>
                    <a:pt x="8678" y="532"/>
                  </a:cubicBezTo>
                  <a:cubicBezTo>
                    <a:pt x="11517" y="524"/>
                    <a:pt x="14360" y="513"/>
                    <a:pt x="17200" y="496"/>
                  </a:cubicBezTo>
                  <a:cubicBezTo>
                    <a:pt x="22686" y="462"/>
                    <a:pt x="28174" y="425"/>
                    <a:pt x="33660" y="377"/>
                  </a:cubicBezTo>
                  <a:close/>
                  <a:moveTo>
                    <a:pt x="34016" y="1"/>
                  </a:moveTo>
                  <a:cubicBezTo>
                    <a:pt x="34015" y="1"/>
                    <a:pt x="34014" y="1"/>
                    <a:pt x="34013" y="1"/>
                  </a:cubicBezTo>
                  <a:cubicBezTo>
                    <a:pt x="28410" y="51"/>
                    <a:pt x="22806" y="114"/>
                    <a:pt x="17200" y="168"/>
                  </a:cubicBezTo>
                  <a:cubicBezTo>
                    <a:pt x="14436" y="196"/>
                    <a:pt x="11672" y="226"/>
                    <a:pt x="8909" y="256"/>
                  </a:cubicBezTo>
                  <a:cubicBezTo>
                    <a:pt x="8725" y="258"/>
                    <a:pt x="8542" y="259"/>
                    <a:pt x="8357" y="259"/>
                  </a:cubicBezTo>
                  <a:cubicBezTo>
                    <a:pt x="6835" y="259"/>
                    <a:pt x="5282" y="197"/>
                    <a:pt x="3739" y="197"/>
                  </a:cubicBezTo>
                  <a:cubicBezTo>
                    <a:pt x="2610" y="197"/>
                    <a:pt x="1487" y="230"/>
                    <a:pt x="387" y="345"/>
                  </a:cubicBezTo>
                  <a:cubicBezTo>
                    <a:pt x="334" y="351"/>
                    <a:pt x="304" y="383"/>
                    <a:pt x="296" y="423"/>
                  </a:cubicBezTo>
                  <a:cubicBezTo>
                    <a:pt x="232" y="458"/>
                    <a:pt x="181" y="518"/>
                    <a:pt x="179" y="612"/>
                  </a:cubicBezTo>
                  <a:cubicBezTo>
                    <a:pt x="97" y="3689"/>
                    <a:pt x="0" y="6862"/>
                    <a:pt x="324" y="9924"/>
                  </a:cubicBezTo>
                  <a:cubicBezTo>
                    <a:pt x="335" y="10031"/>
                    <a:pt x="420" y="10083"/>
                    <a:pt x="502" y="10083"/>
                  </a:cubicBezTo>
                  <a:cubicBezTo>
                    <a:pt x="503" y="10083"/>
                    <a:pt x="505" y="10083"/>
                    <a:pt x="507" y="10083"/>
                  </a:cubicBezTo>
                  <a:cubicBezTo>
                    <a:pt x="527" y="10107"/>
                    <a:pt x="555" y="10123"/>
                    <a:pt x="587" y="10127"/>
                  </a:cubicBezTo>
                  <a:cubicBezTo>
                    <a:pt x="1321" y="10187"/>
                    <a:pt x="2063" y="10209"/>
                    <a:pt x="2807" y="10209"/>
                  </a:cubicBezTo>
                  <a:cubicBezTo>
                    <a:pt x="4805" y="10209"/>
                    <a:pt x="6826" y="10048"/>
                    <a:pt x="8802" y="10014"/>
                  </a:cubicBezTo>
                  <a:cubicBezTo>
                    <a:pt x="11541" y="9968"/>
                    <a:pt x="14279" y="9942"/>
                    <a:pt x="17018" y="9938"/>
                  </a:cubicBezTo>
                  <a:cubicBezTo>
                    <a:pt x="17264" y="9937"/>
                    <a:pt x="17510" y="9937"/>
                    <a:pt x="17756" y="9937"/>
                  </a:cubicBezTo>
                  <a:cubicBezTo>
                    <a:pt x="22988" y="9937"/>
                    <a:pt x="28217" y="10033"/>
                    <a:pt x="33448" y="10153"/>
                  </a:cubicBezTo>
                  <a:cubicBezTo>
                    <a:pt x="33450" y="10153"/>
                    <a:pt x="33451" y="10153"/>
                    <a:pt x="33452" y="10153"/>
                  </a:cubicBezTo>
                  <a:cubicBezTo>
                    <a:pt x="33585" y="10153"/>
                    <a:pt x="33649" y="10050"/>
                    <a:pt x="33649" y="9947"/>
                  </a:cubicBezTo>
                  <a:cubicBezTo>
                    <a:pt x="33703" y="9900"/>
                    <a:pt x="33731" y="9820"/>
                    <a:pt x="33690" y="9747"/>
                  </a:cubicBezTo>
                  <a:cubicBezTo>
                    <a:pt x="32796" y="8153"/>
                    <a:pt x="31656" y="6634"/>
                    <a:pt x="30566" y="5168"/>
                  </a:cubicBezTo>
                  <a:cubicBezTo>
                    <a:pt x="31804" y="3687"/>
                    <a:pt x="32858" y="2041"/>
                    <a:pt x="34071" y="541"/>
                  </a:cubicBezTo>
                  <a:cubicBezTo>
                    <a:pt x="34121" y="476"/>
                    <a:pt x="34129" y="407"/>
                    <a:pt x="34110" y="342"/>
                  </a:cubicBezTo>
                  <a:cubicBezTo>
                    <a:pt x="34246" y="257"/>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12"/>
            <p:cNvSpPr/>
            <p:nvPr/>
          </p:nvSpPr>
          <p:spPr>
            <a:xfrm>
              <a:off x="2378475" y="2544157"/>
              <a:ext cx="71275" cy="65425"/>
            </a:xfrm>
            <a:custGeom>
              <a:rect b="b" l="l" r="r" t="t"/>
              <a:pathLst>
                <a:path extrusionOk="0" h="2617" w="2851">
                  <a:moveTo>
                    <a:pt x="893" y="0"/>
                  </a:moveTo>
                  <a:cubicBezTo>
                    <a:pt x="736" y="0"/>
                    <a:pt x="581" y="173"/>
                    <a:pt x="619" y="344"/>
                  </a:cubicBezTo>
                  <a:cubicBezTo>
                    <a:pt x="682" y="626"/>
                    <a:pt x="742" y="908"/>
                    <a:pt x="802" y="1192"/>
                  </a:cubicBezTo>
                  <a:cubicBezTo>
                    <a:pt x="631" y="1264"/>
                    <a:pt x="458" y="1335"/>
                    <a:pt x="285" y="1409"/>
                  </a:cubicBezTo>
                  <a:cubicBezTo>
                    <a:pt x="50" y="1506"/>
                    <a:pt x="1" y="1857"/>
                    <a:pt x="285" y="1938"/>
                  </a:cubicBezTo>
                  <a:cubicBezTo>
                    <a:pt x="525" y="2007"/>
                    <a:pt x="766" y="2053"/>
                    <a:pt x="1005" y="2081"/>
                  </a:cubicBezTo>
                  <a:cubicBezTo>
                    <a:pt x="1012" y="2106"/>
                    <a:pt x="1017" y="2129"/>
                    <a:pt x="1022" y="2153"/>
                  </a:cubicBezTo>
                  <a:cubicBezTo>
                    <a:pt x="1022" y="2157"/>
                    <a:pt x="1026" y="2159"/>
                    <a:pt x="1026" y="2163"/>
                  </a:cubicBezTo>
                  <a:cubicBezTo>
                    <a:pt x="1001" y="2219"/>
                    <a:pt x="973" y="2277"/>
                    <a:pt x="953" y="2332"/>
                  </a:cubicBezTo>
                  <a:cubicBezTo>
                    <a:pt x="897" y="2475"/>
                    <a:pt x="996" y="2582"/>
                    <a:pt x="1116" y="2614"/>
                  </a:cubicBezTo>
                  <a:lnTo>
                    <a:pt x="1235" y="2616"/>
                  </a:lnTo>
                  <a:cubicBezTo>
                    <a:pt x="1275" y="2609"/>
                    <a:pt x="1315" y="2593"/>
                    <a:pt x="1347" y="2563"/>
                  </a:cubicBezTo>
                  <a:cubicBezTo>
                    <a:pt x="1490" y="2434"/>
                    <a:pt x="1620" y="2277"/>
                    <a:pt x="1742" y="2113"/>
                  </a:cubicBezTo>
                  <a:cubicBezTo>
                    <a:pt x="2026" y="2101"/>
                    <a:pt x="2312" y="2062"/>
                    <a:pt x="2599" y="1998"/>
                  </a:cubicBezTo>
                  <a:cubicBezTo>
                    <a:pt x="2837" y="1944"/>
                    <a:pt x="2851" y="1624"/>
                    <a:pt x="2663" y="1503"/>
                  </a:cubicBezTo>
                  <a:cubicBezTo>
                    <a:pt x="2539" y="1423"/>
                    <a:pt x="2421" y="1338"/>
                    <a:pt x="2301" y="1249"/>
                  </a:cubicBezTo>
                  <a:cubicBezTo>
                    <a:pt x="2347" y="1177"/>
                    <a:pt x="2393" y="1109"/>
                    <a:pt x="2440" y="1040"/>
                  </a:cubicBezTo>
                  <a:cubicBezTo>
                    <a:pt x="2550" y="878"/>
                    <a:pt x="2400" y="618"/>
                    <a:pt x="2212" y="618"/>
                  </a:cubicBezTo>
                  <a:cubicBezTo>
                    <a:pt x="2184" y="618"/>
                    <a:pt x="2156" y="624"/>
                    <a:pt x="2128" y="636"/>
                  </a:cubicBezTo>
                  <a:cubicBezTo>
                    <a:pt x="2001" y="688"/>
                    <a:pt x="1873" y="741"/>
                    <a:pt x="1746" y="795"/>
                  </a:cubicBezTo>
                  <a:cubicBezTo>
                    <a:pt x="1504" y="575"/>
                    <a:pt x="1275" y="340"/>
                    <a:pt x="1063" y="86"/>
                  </a:cubicBezTo>
                  <a:cubicBezTo>
                    <a:pt x="1013" y="26"/>
                    <a:pt x="953" y="0"/>
                    <a:pt x="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12"/>
            <p:cNvSpPr/>
            <p:nvPr/>
          </p:nvSpPr>
          <p:spPr>
            <a:xfrm>
              <a:off x="2315175" y="2410582"/>
              <a:ext cx="91300" cy="111875"/>
            </a:xfrm>
            <a:custGeom>
              <a:rect b="b" l="l" r="r" t="t"/>
              <a:pathLst>
                <a:path extrusionOk="0" h="4475" w="3652">
                  <a:moveTo>
                    <a:pt x="1756" y="0"/>
                  </a:moveTo>
                  <a:cubicBezTo>
                    <a:pt x="1648" y="0"/>
                    <a:pt x="1545" y="61"/>
                    <a:pt x="1516" y="197"/>
                  </a:cubicBezTo>
                  <a:cubicBezTo>
                    <a:pt x="1437" y="550"/>
                    <a:pt x="1345" y="897"/>
                    <a:pt x="1238" y="1236"/>
                  </a:cubicBezTo>
                  <a:cubicBezTo>
                    <a:pt x="934" y="1233"/>
                    <a:pt x="629" y="1225"/>
                    <a:pt x="324" y="1203"/>
                  </a:cubicBezTo>
                  <a:cubicBezTo>
                    <a:pt x="316" y="1203"/>
                    <a:pt x="308" y="1203"/>
                    <a:pt x="301" y="1203"/>
                  </a:cubicBezTo>
                  <a:cubicBezTo>
                    <a:pt x="68" y="1203"/>
                    <a:pt x="1" y="1504"/>
                    <a:pt x="134" y="1659"/>
                  </a:cubicBezTo>
                  <a:cubicBezTo>
                    <a:pt x="357" y="1919"/>
                    <a:pt x="576" y="2180"/>
                    <a:pt x="795" y="2444"/>
                  </a:cubicBezTo>
                  <a:cubicBezTo>
                    <a:pt x="638" y="2808"/>
                    <a:pt x="465" y="3168"/>
                    <a:pt x="273" y="3522"/>
                  </a:cubicBezTo>
                  <a:cubicBezTo>
                    <a:pt x="161" y="3724"/>
                    <a:pt x="321" y="3930"/>
                    <a:pt x="516" y="3930"/>
                  </a:cubicBezTo>
                  <a:cubicBezTo>
                    <a:pt x="559" y="3930"/>
                    <a:pt x="603" y="3920"/>
                    <a:pt x="647" y="3898"/>
                  </a:cubicBezTo>
                  <a:cubicBezTo>
                    <a:pt x="892" y="3774"/>
                    <a:pt x="1123" y="3635"/>
                    <a:pt x="1349" y="3492"/>
                  </a:cubicBezTo>
                  <a:cubicBezTo>
                    <a:pt x="1526" y="3845"/>
                    <a:pt x="1779" y="4159"/>
                    <a:pt x="2099" y="4415"/>
                  </a:cubicBezTo>
                  <a:cubicBezTo>
                    <a:pt x="2149" y="4455"/>
                    <a:pt x="2205" y="4474"/>
                    <a:pt x="2258" y="4474"/>
                  </a:cubicBezTo>
                  <a:cubicBezTo>
                    <a:pt x="2367" y="4474"/>
                    <a:pt x="2464" y="4393"/>
                    <a:pt x="2478" y="4258"/>
                  </a:cubicBezTo>
                  <a:cubicBezTo>
                    <a:pt x="2485" y="4191"/>
                    <a:pt x="2485" y="4124"/>
                    <a:pt x="2490" y="4057"/>
                  </a:cubicBezTo>
                  <a:cubicBezTo>
                    <a:pt x="2542" y="3999"/>
                    <a:pt x="2564" y="3919"/>
                    <a:pt x="2508" y="3842"/>
                  </a:cubicBezTo>
                  <a:lnTo>
                    <a:pt x="2503" y="3838"/>
                  </a:lnTo>
                  <a:cubicBezTo>
                    <a:pt x="2506" y="3732"/>
                    <a:pt x="2503" y="3625"/>
                    <a:pt x="2501" y="3520"/>
                  </a:cubicBezTo>
                  <a:cubicBezTo>
                    <a:pt x="2510" y="3496"/>
                    <a:pt x="2515" y="3474"/>
                    <a:pt x="2517" y="3443"/>
                  </a:cubicBezTo>
                  <a:cubicBezTo>
                    <a:pt x="2524" y="3189"/>
                    <a:pt x="2475" y="2928"/>
                    <a:pt x="2425" y="2672"/>
                  </a:cubicBezTo>
                  <a:cubicBezTo>
                    <a:pt x="2813" y="2319"/>
                    <a:pt x="3173" y="1931"/>
                    <a:pt x="3501" y="1502"/>
                  </a:cubicBezTo>
                  <a:cubicBezTo>
                    <a:pt x="3652" y="1300"/>
                    <a:pt x="3427" y="1097"/>
                    <a:pt x="3230" y="1097"/>
                  </a:cubicBezTo>
                  <a:cubicBezTo>
                    <a:pt x="3217" y="1097"/>
                    <a:pt x="3204" y="1098"/>
                    <a:pt x="3191" y="1100"/>
                  </a:cubicBezTo>
                  <a:cubicBezTo>
                    <a:pt x="2824" y="1155"/>
                    <a:pt x="2459" y="1190"/>
                    <a:pt x="2093" y="1213"/>
                  </a:cubicBezTo>
                  <a:cubicBezTo>
                    <a:pt x="2079" y="899"/>
                    <a:pt x="2067" y="585"/>
                    <a:pt x="2053" y="271"/>
                  </a:cubicBezTo>
                  <a:cubicBezTo>
                    <a:pt x="2046" y="102"/>
                    <a:pt x="1897" y="0"/>
                    <a:pt x="17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12"/>
            <p:cNvSpPr/>
            <p:nvPr/>
          </p:nvSpPr>
          <p:spPr>
            <a:xfrm>
              <a:off x="2231425" y="2384657"/>
              <a:ext cx="62775" cy="59750"/>
            </a:xfrm>
            <a:custGeom>
              <a:rect b="b" l="l" r="r" t="t"/>
              <a:pathLst>
                <a:path extrusionOk="0" h="2390" w="2511">
                  <a:moveTo>
                    <a:pt x="1396" y="1"/>
                  </a:moveTo>
                  <a:cubicBezTo>
                    <a:pt x="1290" y="1"/>
                    <a:pt x="1185" y="63"/>
                    <a:pt x="1141" y="193"/>
                  </a:cubicBezTo>
                  <a:cubicBezTo>
                    <a:pt x="1125" y="236"/>
                    <a:pt x="1109" y="278"/>
                    <a:pt x="1093" y="322"/>
                  </a:cubicBezTo>
                  <a:cubicBezTo>
                    <a:pt x="831" y="292"/>
                    <a:pt x="572" y="264"/>
                    <a:pt x="312" y="241"/>
                  </a:cubicBezTo>
                  <a:cubicBezTo>
                    <a:pt x="303" y="240"/>
                    <a:pt x="295" y="239"/>
                    <a:pt x="288" y="239"/>
                  </a:cubicBezTo>
                  <a:cubicBezTo>
                    <a:pt x="69" y="239"/>
                    <a:pt x="0" y="534"/>
                    <a:pt x="129" y="680"/>
                  </a:cubicBezTo>
                  <a:cubicBezTo>
                    <a:pt x="310" y="881"/>
                    <a:pt x="499" y="1070"/>
                    <a:pt x="695" y="1252"/>
                  </a:cubicBezTo>
                  <a:cubicBezTo>
                    <a:pt x="568" y="1507"/>
                    <a:pt x="432" y="1755"/>
                    <a:pt x="282" y="2000"/>
                  </a:cubicBezTo>
                  <a:cubicBezTo>
                    <a:pt x="150" y="2213"/>
                    <a:pt x="330" y="2390"/>
                    <a:pt x="523" y="2390"/>
                  </a:cubicBezTo>
                  <a:cubicBezTo>
                    <a:pt x="586" y="2390"/>
                    <a:pt x="651" y="2371"/>
                    <a:pt x="707" y="2328"/>
                  </a:cubicBezTo>
                  <a:cubicBezTo>
                    <a:pt x="924" y="2159"/>
                    <a:pt x="1136" y="1984"/>
                    <a:pt x="1346" y="1804"/>
                  </a:cubicBezTo>
                  <a:cubicBezTo>
                    <a:pt x="1407" y="1851"/>
                    <a:pt x="1464" y="1896"/>
                    <a:pt x="1526" y="1940"/>
                  </a:cubicBezTo>
                  <a:cubicBezTo>
                    <a:pt x="1556" y="2074"/>
                    <a:pt x="1612" y="2197"/>
                    <a:pt x="1727" y="2275"/>
                  </a:cubicBezTo>
                  <a:cubicBezTo>
                    <a:pt x="1796" y="2322"/>
                    <a:pt x="1864" y="2342"/>
                    <a:pt x="1927" y="2342"/>
                  </a:cubicBezTo>
                  <a:cubicBezTo>
                    <a:pt x="2220" y="2342"/>
                    <a:pt x="2403" y="1903"/>
                    <a:pt x="2087" y="1710"/>
                  </a:cubicBezTo>
                  <a:cubicBezTo>
                    <a:pt x="2067" y="1696"/>
                    <a:pt x="2041" y="1688"/>
                    <a:pt x="2016" y="1684"/>
                  </a:cubicBezTo>
                  <a:cubicBezTo>
                    <a:pt x="1993" y="1561"/>
                    <a:pt x="1972" y="1391"/>
                    <a:pt x="1956" y="1259"/>
                  </a:cubicBezTo>
                  <a:cubicBezTo>
                    <a:pt x="2083" y="1141"/>
                    <a:pt x="2210" y="1019"/>
                    <a:pt x="2332" y="894"/>
                  </a:cubicBezTo>
                  <a:cubicBezTo>
                    <a:pt x="2510" y="716"/>
                    <a:pt x="2365" y="463"/>
                    <a:pt x="2143" y="439"/>
                  </a:cubicBezTo>
                  <a:cubicBezTo>
                    <a:pt x="2007" y="423"/>
                    <a:pt x="1868" y="407"/>
                    <a:pt x="1731" y="391"/>
                  </a:cubicBezTo>
                  <a:cubicBezTo>
                    <a:pt x="1709" y="326"/>
                    <a:pt x="1688" y="259"/>
                    <a:pt x="1663" y="193"/>
                  </a:cubicBezTo>
                  <a:cubicBezTo>
                    <a:pt x="1615" y="66"/>
                    <a:pt x="1505" y="1"/>
                    <a:pt x="1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2"/>
            <p:cNvSpPr/>
            <p:nvPr/>
          </p:nvSpPr>
          <p:spPr>
            <a:xfrm>
              <a:off x="2211300" y="2520582"/>
              <a:ext cx="66975" cy="63250"/>
            </a:xfrm>
            <a:custGeom>
              <a:rect b="b" l="l" r="r" t="t"/>
              <a:pathLst>
                <a:path extrusionOk="0" h="2530" w="2679">
                  <a:moveTo>
                    <a:pt x="1112" y="1333"/>
                  </a:moveTo>
                  <a:cubicBezTo>
                    <a:pt x="1117" y="1354"/>
                    <a:pt x="1121" y="1375"/>
                    <a:pt x="1126" y="1396"/>
                  </a:cubicBezTo>
                  <a:cubicBezTo>
                    <a:pt x="1093" y="1418"/>
                    <a:pt x="1063" y="1440"/>
                    <a:pt x="1031" y="1462"/>
                  </a:cubicBezTo>
                  <a:cubicBezTo>
                    <a:pt x="1006" y="1442"/>
                    <a:pt x="980" y="1424"/>
                    <a:pt x="955" y="1405"/>
                  </a:cubicBezTo>
                  <a:cubicBezTo>
                    <a:pt x="962" y="1389"/>
                    <a:pt x="969" y="1370"/>
                    <a:pt x="976" y="1354"/>
                  </a:cubicBezTo>
                  <a:cubicBezTo>
                    <a:pt x="1019" y="1347"/>
                    <a:pt x="1066" y="1341"/>
                    <a:pt x="1112" y="1333"/>
                  </a:cubicBezTo>
                  <a:close/>
                  <a:moveTo>
                    <a:pt x="1161" y="1"/>
                  </a:moveTo>
                  <a:cubicBezTo>
                    <a:pt x="1047" y="1"/>
                    <a:pt x="924" y="73"/>
                    <a:pt x="876" y="191"/>
                  </a:cubicBezTo>
                  <a:cubicBezTo>
                    <a:pt x="780" y="428"/>
                    <a:pt x="683" y="669"/>
                    <a:pt x="588" y="907"/>
                  </a:cubicBezTo>
                  <a:cubicBezTo>
                    <a:pt x="480" y="923"/>
                    <a:pt x="369" y="941"/>
                    <a:pt x="260" y="957"/>
                  </a:cubicBezTo>
                  <a:cubicBezTo>
                    <a:pt x="76" y="987"/>
                    <a:pt x="17" y="1257"/>
                    <a:pt x="150" y="1378"/>
                  </a:cubicBezTo>
                  <a:cubicBezTo>
                    <a:pt x="210" y="1430"/>
                    <a:pt x="272" y="1484"/>
                    <a:pt x="335" y="1535"/>
                  </a:cubicBezTo>
                  <a:cubicBezTo>
                    <a:pt x="244" y="1756"/>
                    <a:pt x="156" y="1975"/>
                    <a:pt x="67" y="2197"/>
                  </a:cubicBezTo>
                  <a:cubicBezTo>
                    <a:pt x="1" y="2363"/>
                    <a:pt x="169" y="2530"/>
                    <a:pt x="332" y="2530"/>
                  </a:cubicBezTo>
                  <a:cubicBezTo>
                    <a:pt x="374" y="2530"/>
                    <a:pt x="417" y="2518"/>
                    <a:pt x="454" y="2492"/>
                  </a:cubicBezTo>
                  <a:lnTo>
                    <a:pt x="1096" y="2049"/>
                  </a:lnTo>
                  <a:cubicBezTo>
                    <a:pt x="1168" y="2088"/>
                    <a:pt x="1239" y="2126"/>
                    <a:pt x="1313" y="2160"/>
                  </a:cubicBezTo>
                  <a:cubicBezTo>
                    <a:pt x="1351" y="2243"/>
                    <a:pt x="1397" y="2317"/>
                    <a:pt x="1463" y="2370"/>
                  </a:cubicBezTo>
                  <a:cubicBezTo>
                    <a:pt x="1536" y="2429"/>
                    <a:pt x="1616" y="2454"/>
                    <a:pt x="1694" y="2454"/>
                  </a:cubicBezTo>
                  <a:cubicBezTo>
                    <a:pt x="1766" y="2454"/>
                    <a:pt x="1835" y="2432"/>
                    <a:pt x="1892" y="2396"/>
                  </a:cubicBezTo>
                  <a:cubicBezTo>
                    <a:pt x="1906" y="2400"/>
                    <a:pt x="1920" y="2405"/>
                    <a:pt x="1934" y="2410"/>
                  </a:cubicBezTo>
                  <a:cubicBezTo>
                    <a:pt x="1951" y="2415"/>
                    <a:pt x="1967" y="2418"/>
                    <a:pt x="1983" y="2418"/>
                  </a:cubicBezTo>
                  <a:cubicBezTo>
                    <a:pt x="2139" y="2418"/>
                    <a:pt x="2228" y="2175"/>
                    <a:pt x="2068" y="2096"/>
                  </a:cubicBezTo>
                  <a:cubicBezTo>
                    <a:pt x="2059" y="2090"/>
                    <a:pt x="2052" y="2086"/>
                    <a:pt x="2045" y="2082"/>
                  </a:cubicBezTo>
                  <a:cubicBezTo>
                    <a:pt x="2035" y="2031"/>
                    <a:pt x="2015" y="1977"/>
                    <a:pt x="1973" y="1925"/>
                  </a:cubicBezTo>
                  <a:cubicBezTo>
                    <a:pt x="1923" y="1858"/>
                    <a:pt x="1858" y="1812"/>
                    <a:pt x="1780" y="1804"/>
                  </a:cubicBezTo>
                  <a:cubicBezTo>
                    <a:pt x="1763" y="1740"/>
                    <a:pt x="1749" y="1675"/>
                    <a:pt x="1733" y="1611"/>
                  </a:cubicBezTo>
                  <a:cubicBezTo>
                    <a:pt x="1971" y="1444"/>
                    <a:pt x="2206" y="1281"/>
                    <a:pt x="2445" y="1116"/>
                  </a:cubicBezTo>
                  <a:cubicBezTo>
                    <a:pt x="2679" y="955"/>
                    <a:pt x="2552" y="641"/>
                    <a:pt x="2295" y="641"/>
                  </a:cubicBezTo>
                  <a:cubicBezTo>
                    <a:pt x="2279" y="641"/>
                    <a:pt x="2263" y="642"/>
                    <a:pt x="2246" y="645"/>
                  </a:cubicBezTo>
                  <a:cubicBezTo>
                    <a:pt x="2008" y="682"/>
                    <a:pt x="1768" y="722"/>
                    <a:pt x="1528" y="758"/>
                  </a:cubicBezTo>
                  <a:lnTo>
                    <a:pt x="1391" y="191"/>
                  </a:lnTo>
                  <a:cubicBezTo>
                    <a:pt x="1360" y="58"/>
                    <a:pt x="1264" y="1"/>
                    <a:pt x="1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2"/>
            <p:cNvSpPr/>
            <p:nvPr/>
          </p:nvSpPr>
          <p:spPr>
            <a:xfrm>
              <a:off x="2113200" y="2423257"/>
              <a:ext cx="95600" cy="99975"/>
            </a:xfrm>
            <a:custGeom>
              <a:rect b="b" l="l" r="r" t="t"/>
              <a:pathLst>
                <a:path extrusionOk="0" h="3999" w="3824">
                  <a:moveTo>
                    <a:pt x="2096" y="0"/>
                  </a:moveTo>
                  <a:cubicBezTo>
                    <a:pt x="1996" y="0"/>
                    <a:pt x="1892" y="46"/>
                    <a:pt x="1836" y="128"/>
                  </a:cubicBezTo>
                  <a:cubicBezTo>
                    <a:pt x="1686" y="350"/>
                    <a:pt x="1543" y="574"/>
                    <a:pt x="1406" y="800"/>
                  </a:cubicBezTo>
                  <a:cubicBezTo>
                    <a:pt x="1070" y="699"/>
                    <a:pt x="732" y="597"/>
                    <a:pt x="394" y="498"/>
                  </a:cubicBezTo>
                  <a:cubicBezTo>
                    <a:pt x="363" y="489"/>
                    <a:pt x="335" y="485"/>
                    <a:pt x="309" y="485"/>
                  </a:cubicBezTo>
                  <a:cubicBezTo>
                    <a:pt x="89" y="485"/>
                    <a:pt x="1" y="769"/>
                    <a:pt x="134" y="941"/>
                  </a:cubicBezTo>
                  <a:cubicBezTo>
                    <a:pt x="368" y="1243"/>
                    <a:pt x="607" y="1539"/>
                    <a:pt x="853" y="1830"/>
                  </a:cubicBezTo>
                  <a:cubicBezTo>
                    <a:pt x="665" y="2211"/>
                    <a:pt x="492" y="2599"/>
                    <a:pt x="338" y="2999"/>
                  </a:cubicBezTo>
                  <a:cubicBezTo>
                    <a:pt x="262" y="3197"/>
                    <a:pt x="443" y="3337"/>
                    <a:pt x="618" y="3337"/>
                  </a:cubicBezTo>
                  <a:cubicBezTo>
                    <a:pt x="661" y="3337"/>
                    <a:pt x="704" y="3329"/>
                    <a:pt x="742" y="3311"/>
                  </a:cubicBezTo>
                  <a:cubicBezTo>
                    <a:pt x="1074" y="3150"/>
                    <a:pt x="1406" y="2991"/>
                    <a:pt x="1740" y="2834"/>
                  </a:cubicBezTo>
                  <a:cubicBezTo>
                    <a:pt x="1885" y="2989"/>
                    <a:pt x="2032" y="3144"/>
                    <a:pt x="2183" y="3296"/>
                  </a:cubicBezTo>
                  <a:cubicBezTo>
                    <a:pt x="2267" y="3484"/>
                    <a:pt x="2356" y="3671"/>
                    <a:pt x="2448" y="3858"/>
                  </a:cubicBezTo>
                  <a:cubicBezTo>
                    <a:pt x="2497" y="3957"/>
                    <a:pt x="2576" y="3998"/>
                    <a:pt x="2656" y="3998"/>
                  </a:cubicBezTo>
                  <a:cubicBezTo>
                    <a:pt x="2816" y="3998"/>
                    <a:pt x="2985" y="3835"/>
                    <a:pt x="2951" y="3645"/>
                  </a:cubicBezTo>
                  <a:cubicBezTo>
                    <a:pt x="2875" y="3218"/>
                    <a:pt x="2799" y="2790"/>
                    <a:pt x="2725" y="2363"/>
                  </a:cubicBezTo>
                  <a:cubicBezTo>
                    <a:pt x="3016" y="2223"/>
                    <a:pt x="3309" y="2084"/>
                    <a:pt x="3603" y="1943"/>
                  </a:cubicBezTo>
                  <a:cubicBezTo>
                    <a:pt x="3824" y="1837"/>
                    <a:pt x="3746" y="1509"/>
                    <a:pt x="3538" y="1444"/>
                  </a:cubicBezTo>
                  <a:cubicBezTo>
                    <a:pt x="3194" y="1341"/>
                    <a:pt x="2850" y="1237"/>
                    <a:pt x="2506" y="1132"/>
                  </a:cubicBezTo>
                  <a:cubicBezTo>
                    <a:pt x="2450" y="818"/>
                    <a:pt x="2395" y="507"/>
                    <a:pt x="2339" y="195"/>
                  </a:cubicBezTo>
                  <a:cubicBezTo>
                    <a:pt x="2316" y="60"/>
                    <a:pt x="2209"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12"/>
            <p:cNvSpPr/>
            <p:nvPr/>
          </p:nvSpPr>
          <p:spPr>
            <a:xfrm>
              <a:off x="1990425" y="2520732"/>
              <a:ext cx="81525" cy="74675"/>
            </a:xfrm>
            <a:custGeom>
              <a:rect b="b" l="l" r="r" t="t"/>
              <a:pathLst>
                <a:path extrusionOk="0" h="2987" w="3261">
                  <a:moveTo>
                    <a:pt x="2285" y="0"/>
                  </a:moveTo>
                  <a:cubicBezTo>
                    <a:pt x="2191" y="0"/>
                    <a:pt x="2097" y="41"/>
                    <a:pt x="2046" y="129"/>
                  </a:cubicBezTo>
                  <a:cubicBezTo>
                    <a:pt x="1940" y="311"/>
                    <a:pt x="1834" y="494"/>
                    <a:pt x="1728" y="676"/>
                  </a:cubicBezTo>
                  <a:cubicBezTo>
                    <a:pt x="1510" y="654"/>
                    <a:pt x="1292" y="643"/>
                    <a:pt x="1072" y="643"/>
                  </a:cubicBezTo>
                  <a:cubicBezTo>
                    <a:pt x="838" y="643"/>
                    <a:pt x="603" y="656"/>
                    <a:pt x="365" y="683"/>
                  </a:cubicBezTo>
                  <a:cubicBezTo>
                    <a:pt x="148" y="706"/>
                    <a:pt x="1" y="961"/>
                    <a:pt x="178" y="1134"/>
                  </a:cubicBezTo>
                  <a:cubicBezTo>
                    <a:pt x="393" y="1346"/>
                    <a:pt x="603" y="1558"/>
                    <a:pt x="816" y="1773"/>
                  </a:cubicBezTo>
                  <a:cubicBezTo>
                    <a:pt x="824" y="1840"/>
                    <a:pt x="882" y="1897"/>
                    <a:pt x="951" y="1907"/>
                  </a:cubicBezTo>
                  <a:cubicBezTo>
                    <a:pt x="963" y="1921"/>
                    <a:pt x="977" y="1935"/>
                    <a:pt x="991" y="1947"/>
                  </a:cubicBezTo>
                  <a:cubicBezTo>
                    <a:pt x="871" y="2154"/>
                    <a:pt x="751" y="2362"/>
                    <a:pt x="629" y="2569"/>
                  </a:cubicBezTo>
                  <a:cubicBezTo>
                    <a:pt x="513" y="2770"/>
                    <a:pt x="689" y="2983"/>
                    <a:pt x="878" y="2983"/>
                  </a:cubicBezTo>
                  <a:cubicBezTo>
                    <a:pt x="942" y="2983"/>
                    <a:pt x="1007" y="2959"/>
                    <a:pt x="1062" y="2902"/>
                  </a:cubicBezTo>
                  <a:cubicBezTo>
                    <a:pt x="1208" y="2752"/>
                    <a:pt x="1358" y="2609"/>
                    <a:pt x="1515" y="2472"/>
                  </a:cubicBezTo>
                  <a:cubicBezTo>
                    <a:pt x="1625" y="2583"/>
                    <a:pt x="1737" y="2697"/>
                    <a:pt x="1848" y="2806"/>
                  </a:cubicBezTo>
                  <a:cubicBezTo>
                    <a:pt x="1882" y="2918"/>
                    <a:pt x="1990" y="2986"/>
                    <a:pt x="2092" y="2986"/>
                  </a:cubicBezTo>
                  <a:cubicBezTo>
                    <a:pt x="2180" y="2986"/>
                    <a:pt x="2265" y="2936"/>
                    <a:pt x="2295" y="2819"/>
                  </a:cubicBezTo>
                  <a:cubicBezTo>
                    <a:pt x="2385" y="2482"/>
                    <a:pt x="2434" y="2124"/>
                    <a:pt x="2464" y="1762"/>
                  </a:cubicBezTo>
                  <a:cubicBezTo>
                    <a:pt x="2653" y="1644"/>
                    <a:pt x="2848" y="1529"/>
                    <a:pt x="3046" y="1424"/>
                  </a:cubicBezTo>
                  <a:cubicBezTo>
                    <a:pt x="3261" y="1311"/>
                    <a:pt x="3196" y="993"/>
                    <a:pt x="2981" y="929"/>
                  </a:cubicBezTo>
                  <a:cubicBezTo>
                    <a:pt x="2828" y="882"/>
                    <a:pt x="2677" y="843"/>
                    <a:pt x="2524" y="808"/>
                  </a:cubicBezTo>
                  <a:cubicBezTo>
                    <a:pt x="2533" y="625"/>
                    <a:pt x="2545" y="442"/>
                    <a:pt x="2559" y="267"/>
                  </a:cubicBezTo>
                  <a:cubicBezTo>
                    <a:pt x="2574" y="97"/>
                    <a:pt x="2430" y="0"/>
                    <a:pt x="2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12"/>
            <p:cNvSpPr/>
            <p:nvPr/>
          </p:nvSpPr>
          <p:spPr>
            <a:xfrm>
              <a:off x="1990025" y="2402682"/>
              <a:ext cx="57050" cy="53200"/>
            </a:xfrm>
            <a:custGeom>
              <a:rect b="b" l="l" r="r" t="t"/>
              <a:pathLst>
                <a:path extrusionOk="0" h="2128" w="2282">
                  <a:moveTo>
                    <a:pt x="1373" y="0"/>
                  </a:moveTo>
                  <a:cubicBezTo>
                    <a:pt x="1292" y="0"/>
                    <a:pt x="1213" y="40"/>
                    <a:pt x="1166" y="134"/>
                  </a:cubicBezTo>
                  <a:cubicBezTo>
                    <a:pt x="1136" y="194"/>
                    <a:pt x="1102" y="249"/>
                    <a:pt x="1067" y="307"/>
                  </a:cubicBezTo>
                  <a:cubicBezTo>
                    <a:pt x="820" y="265"/>
                    <a:pt x="571" y="231"/>
                    <a:pt x="319" y="205"/>
                  </a:cubicBezTo>
                  <a:cubicBezTo>
                    <a:pt x="311" y="205"/>
                    <a:pt x="303" y="204"/>
                    <a:pt x="295" y="204"/>
                  </a:cubicBezTo>
                  <a:cubicBezTo>
                    <a:pt x="82" y="204"/>
                    <a:pt x="0" y="501"/>
                    <a:pt x="138" y="645"/>
                  </a:cubicBezTo>
                  <a:cubicBezTo>
                    <a:pt x="254" y="766"/>
                    <a:pt x="372" y="889"/>
                    <a:pt x="492" y="1011"/>
                  </a:cubicBezTo>
                  <a:cubicBezTo>
                    <a:pt x="413" y="1078"/>
                    <a:pt x="333" y="1142"/>
                    <a:pt x="245" y="1203"/>
                  </a:cubicBezTo>
                  <a:cubicBezTo>
                    <a:pt x="10" y="1361"/>
                    <a:pt x="154" y="1705"/>
                    <a:pt x="373" y="1705"/>
                  </a:cubicBezTo>
                  <a:cubicBezTo>
                    <a:pt x="417" y="1705"/>
                    <a:pt x="463" y="1692"/>
                    <a:pt x="510" y="1660"/>
                  </a:cubicBezTo>
                  <a:cubicBezTo>
                    <a:pt x="633" y="1577"/>
                    <a:pt x="755" y="1503"/>
                    <a:pt x="882" y="1436"/>
                  </a:cubicBezTo>
                  <a:lnTo>
                    <a:pt x="882" y="1436"/>
                  </a:lnTo>
                  <a:cubicBezTo>
                    <a:pt x="866" y="1593"/>
                    <a:pt x="862" y="1750"/>
                    <a:pt x="875" y="1903"/>
                  </a:cubicBezTo>
                  <a:cubicBezTo>
                    <a:pt x="887" y="2044"/>
                    <a:pt x="1002" y="2127"/>
                    <a:pt x="1115" y="2127"/>
                  </a:cubicBezTo>
                  <a:cubicBezTo>
                    <a:pt x="1202" y="2127"/>
                    <a:pt x="1289" y="2077"/>
                    <a:pt x="1323" y="1965"/>
                  </a:cubicBezTo>
                  <a:cubicBezTo>
                    <a:pt x="1344" y="1893"/>
                    <a:pt x="1360" y="1820"/>
                    <a:pt x="1377" y="1746"/>
                  </a:cubicBezTo>
                  <a:cubicBezTo>
                    <a:pt x="1488" y="1709"/>
                    <a:pt x="1570" y="1591"/>
                    <a:pt x="1484" y="1480"/>
                  </a:cubicBezTo>
                  <a:cubicBezTo>
                    <a:pt x="1471" y="1462"/>
                    <a:pt x="1457" y="1448"/>
                    <a:pt x="1446" y="1430"/>
                  </a:cubicBezTo>
                  <a:cubicBezTo>
                    <a:pt x="1462" y="1344"/>
                    <a:pt x="1478" y="1257"/>
                    <a:pt x="1492" y="1168"/>
                  </a:cubicBezTo>
                  <a:cubicBezTo>
                    <a:pt x="1667" y="1106"/>
                    <a:pt x="1842" y="1051"/>
                    <a:pt x="2027" y="1009"/>
                  </a:cubicBezTo>
                  <a:cubicBezTo>
                    <a:pt x="2281" y="953"/>
                    <a:pt x="2275" y="566"/>
                    <a:pt x="2027" y="504"/>
                  </a:cubicBezTo>
                  <a:cubicBezTo>
                    <a:pt x="1896" y="474"/>
                    <a:pt x="1766" y="444"/>
                    <a:pt x="1635" y="414"/>
                  </a:cubicBezTo>
                  <a:cubicBezTo>
                    <a:pt x="1639" y="388"/>
                    <a:pt x="1644" y="363"/>
                    <a:pt x="1651" y="337"/>
                  </a:cubicBezTo>
                  <a:cubicBezTo>
                    <a:pt x="1698" y="151"/>
                    <a:pt x="1532" y="0"/>
                    <a:pt x="1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12"/>
            <p:cNvSpPr/>
            <p:nvPr/>
          </p:nvSpPr>
          <p:spPr>
            <a:xfrm>
              <a:off x="1831550" y="2429732"/>
              <a:ext cx="128600" cy="116350"/>
            </a:xfrm>
            <a:custGeom>
              <a:rect b="b" l="l" r="r" t="t"/>
              <a:pathLst>
                <a:path extrusionOk="0" h="4654" w="5144">
                  <a:moveTo>
                    <a:pt x="2723" y="1139"/>
                  </a:moveTo>
                  <a:cubicBezTo>
                    <a:pt x="2735" y="1221"/>
                    <a:pt x="2749" y="1299"/>
                    <a:pt x="2765" y="1380"/>
                  </a:cubicBezTo>
                  <a:cubicBezTo>
                    <a:pt x="2751" y="1388"/>
                    <a:pt x="2737" y="1396"/>
                    <a:pt x="2726" y="1410"/>
                  </a:cubicBezTo>
                  <a:cubicBezTo>
                    <a:pt x="2594" y="1555"/>
                    <a:pt x="2479" y="1710"/>
                    <a:pt x="2375" y="1867"/>
                  </a:cubicBezTo>
                  <a:cubicBezTo>
                    <a:pt x="2488" y="1622"/>
                    <a:pt x="2604" y="1380"/>
                    <a:pt x="2723" y="1139"/>
                  </a:cubicBezTo>
                  <a:close/>
                  <a:moveTo>
                    <a:pt x="2868" y="1"/>
                  </a:moveTo>
                  <a:cubicBezTo>
                    <a:pt x="2782" y="1"/>
                    <a:pt x="2700" y="40"/>
                    <a:pt x="2661" y="128"/>
                  </a:cubicBezTo>
                  <a:cubicBezTo>
                    <a:pt x="2389" y="736"/>
                    <a:pt x="2113" y="1342"/>
                    <a:pt x="1846" y="1954"/>
                  </a:cubicBezTo>
                  <a:cubicBezTo>
                    <a:pt x="1356" y="1915"/>
                    <a:pt x="867" y="1873"/>
                    <a:pt x="377" y="1832"/>
                  </a:cubicBezTo>
                  <a:cubicBezTo>
                    <a:pt x="371" y="1831"/>
                    <a:pt x="364" y="1831"/>
                    <a:pt x="357" y="1831"/>
                  </a:cubicBezTo>
                  <a:cubicBezTo>
                    <a:pt x="104" y="1831"/>
                    <a:pt x="0" y="2234"/>
                    <a:pt x="239" y="2347"/>
                  </a:cubicBezTo>
                  <a:cubicBezTo>
                    <a:pt x="643" y="2539"/>
                    <a:pt x="1038" y="2742"/>
                    <a:pt x="1425" y="2959"/>
                  </a:cubicBezTo>
                  <a:cubicBezTo>
                    <a:pt x="1292" y="3287"/>
                    <a:pt x="1165" y="3617"/>
                    <a:pt x="1045" y="3949"/>
                  </a:cubicBezTo>
                  <a:cubicBezTo>
                    <a:pt x="990" y="4018"/>
                    <a:pt x="940" y="4092"/>
                    <a:pt x="918" y="4185"/>
                  </a:cubicBezTo>
                  <a:cubicBezTo>
                    <a:pt x="906" y="4229"/>
                    <a:pt x="908" y="4271"/>
                    <a:pt x="918" y="4312"/>
                  </a:cubicBezTo>
                  <a:cubicBezTo>
                    <a:pt x="911" y="4330"/>
                    <a:pt x="904" y="4346"/>
                    <a:pt x="900" y="4365"/>
                  </a:cubicBezTo>
                  <a:cubicBezTo>
                    <a:pt x="856" y="4490"/>
                    <a:pt x="977" y="4592"/>
                    <a:pt x="1087" y="4592"/>
                  </a:cubicBezTo>
                  <a:cubicBezTo>
                    <a:pt x="1131" y="4592"/>
                    <a:pt x="1174" y="4576"/>
                    <a:pt x="1204" y="4538"/>
                  </a:cubicBezTo>
                  <a:cubicBezTo>
                    <a:pt x="1216" y="4539"/>
                    <a:pt x="1228" y="4540"/>
                    <a:pt x="1240" y="4540"/>
                  </a:cubicBezTo>
                  <a:cubicBezTo>
                    <a:pt x="1307" y="4540"/>
                    <a:pt x="1372" y="4517"/>
                    <a:pt x="1419" y="4469"/>
                  </a:cubicBezTo>
                  <a:cubicBezTo>
                    <a:pt x="1437" y="4450"/>
                    <a:pt x="1455" y="4430"/>
                    <a:pt x="1475" y="4412"/>
                  </a:cubicBezTo>
                  <a:cubicBezTo>
                    <a:pt x="1511" y="4372"/>
                    <a:pt x="1530" y="4323"/>
                    <a:pt x="1537" y="4275"/>
                  </a:cubicBezTo>
                  <a:cubicBezTo>
                    <a:pt x="1564" y="4265"/>
                    <a:pt x="1599" y="4245"/>
                    <a:pt x="1640" y="4207"/>
                  </a:cubicBezTo>
                  <a:cubicBezTo>
                    <a:pt x="1795" y="4136"/>
                    <a:pt x="1950" y="4064"/>
                    <a:pt x="2103" y="3993"/>
                  </a:cubicBezTo>
                  <a:cubicBezTo>
                    <a:pt x="2296" y="3903"/>
                    <a:pt x="2493" y="3813"/>
                    <a:pt x="2686" y="3724"/>
                  </a:cubicBezTo>
                  <a:cubicBezTo>
                    <a:pt x="3099" y="3995"/>
                    <a:pt x="3506" y="4284"/>
                    <a:pt x="3899" y="4591"/>
                  </a:cubicBezTo>
                  <a:cubicBezTo>
                    <a:pt x="3953" y="4634"/>
                    <a:pt x="4022" y="4653"/>
                    <a:pt x="4090" y="4653"/>
                  </a:cubicBezTo>
                  <a:cubicBezTo>
                    <a:pt x="4258" y="4653"/>
                    <a:pt x="4420" y="4532"/>
                    <a:pt x="4349" y="4330"/>
                  </a:cubicBezTo>
                  <a:cubicBezTo>
                    <a:pt x="4210" y="3933"/>
                    <a:pt x="4081" y="3536"/>
                    <a:pt x="3954" y="3136"/>
                  </a:cubicBezTo>
                  <a:cubicBezTo>
                    <a:pt x="4261" y="2996"/>
                    <a:pt x="4566" y="2855"/>
                    <a:pt x="4871" y="2712"/>
                  </a:cubicBezTo>
                  <a:cubicBezTo>
                    <a:pt x="5143" y="2587"/>
                    <a:pt x="4974" y="2217"/>
                    <a:pt x="4732" y="2199"/>
                  </a:cubicBezTo>
                  <a:cubicBezTo>
                    <a:pt x="4370" y="2167"/>
                    <a:pt x="4007" y="2137"/>
                    <a:pt x="3644" y="2106"/>
                  </a:cubicBezTo>
                  <a:cubicBezTo>
                    <a:pt x="3459" y="1472"/>
                    <a:pt x="3290" y="832"/>
                    <a:pt x="3133" y="188"/>
                  </a:cubicBezTo>
                  <a:cubicBezTo>
                    <a:pt x="3104" y="72"/>
                    <a:pt x="2983" y="1"/>
                    <a:pt x="28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2"/>
            <p:cNvSpPr/>
            <p:nvPr/>
          </p:nvSpPr>
          <p:spPr>
            <a:xfrm>
              <a:off x="1745725" y="2402507"/>
              <a:ext cx="79925" cy="68025"/>
            </a:xfrm>
            <a:custGeom>
              <a:rect b="b" l="l" r="r" t="t"/>
              <a:pathLst>
                <a:path extrusionOk="0" h="2721" w="3197">
                  <a:moveTo>
                    <a:pt x="1912" y="1"/>
                  </a:moveTo>
                  <a:cubicBezTo>
                    <a:pt x="1816" y="1"/>
                    <a:pt x="1716" y="42"/>
                    <a:pt x="1659" y="123"/>
                  </a:cubicBezTo>
                  <a:cubicBezTo>
                    <a:pt x="1580" y="229"/>
                    <a:pt x="1504" y="335"/>
                    <a:pt x="1425" y="443"/>
                  </a:cubicBezTo>
                  <a:cubicBezTo>
                    <a:pt x="1125" y="363"/>
                    <a:pt x="822" y="292"/>
                    <a:pt x="518" y="229"/>
                  </a:cubicBezTo>
                  <a:cubicBezTo>
                    <a:pt x="499" y="225"/>
                    <a:pt x="479" y="223"/>
                    <a:pt x="460" y="223"/>
                  </a:cubicBezTo>
                  <a:cubicBezTo>
                    <a:pt x="294" y="223"/>
                    <a:pt x="150" y="368"/>
                    <a:pt x="200" y="548"/>
                  </a:cubicBezTo>
                  <a:cubicBezTo>
                    <a:pt x="296" y="898"/>
                    <a:pt x="442" y="1231"/>
                    <a:pt x="629" y="1540"/>
                  </a:cubicBezTo>
                  <a:cubicBezTo>
                    <a:pt x="462" y="1769"/>
                    <a:pt x="296" y="1998"/>
                    <a:pt x="130" y="2226"/>
                  </a:cubicBezTo>
                  <a:cubicBezTo>
                    <a:pt x="1" y="2406"/>
                    <a:pt x="184" y="2640"/>
                    <a:pt x="377" y="2640"/>
                  </a:cubicBezTo>
                  <a:cubicBezTo>
                    <a:pt x="421" y="2640"/>
                    <a:pt x="465" y="2628"/>
                    <a:pt x="506" y="2600"/>
                  </a:cubicBezTo>
                  <a:cubicBezTo>
                    <a:pt x="715" y="2459"/>
                    <a:pt x="926" y="2328"/>
                    <a:pt x="1144" y="2205"/>
                  </a:cubicBezTo>
                  <a:cubicBezTo>
                    <a:pt x="1259" y="2323"/>
                    <a:pt x="1381" y="2433"/>
                    <a:pt x="1513" y="2538"/>
                  </a:cubicBezTo>
                  <a:cubicBezTo>
                    <a:pt x="1548" y="2632"/>
                    <a:pt x="1631" y="2686"/>
                    <a:pt x="1719" y="2690"/>
                  </a:cubicBezTo>
                  <a:cubicBezTo>
                    <a:pt x="1721" y="2690"/>
                    <a:pt x="1721" y="2692"/>
                    <a:pt x="1723" y="2692"/>
                  </a:cubicBezTo>
                  <a:cubicBezTo>
                    <a:pt x="1752" y="2712"/>
                    <a:pt x="1782" y="2721"/>
                    <a:pt x="1811" y="2721"/>
                  </a:cubicBezTo>
                  <a:cubicBezTo>
                    <a:pt x="1942" y="2721"/>
                    <a:pt x="2055" y="2547"/>
                    <a:pt x="1966" y="2431"/>
                  </a:cubicBezTo>
                  <a:cubicBezTo>
                    <a:pt x="2017" y="2210"/>
                    <a:pt x="2051" y="1982"/>
                    <a:pt x="2075" y="1748"/>
                  </a:cubicBezTo>
                  <a:cubicBezTo>
                    <a:pt x="2353" y="1630"/>
                    <a:pt x="2637" y="1520"/>
                    <a:pt x="2933" y="1427"/>
                  </a:cubicBezTo>
                  <a:cubicBezTo>
                    <a:pt x="3196" y="1346"/>
                    <a:pt x="3178" y="1000"/>
                    <a:pt x="2933" y="910"/>
                  </a:cubicBezTo>
                  <a:cubicBezTo>
                    <a:pt x="2670" y="815"/>
                    <a:pt x="2407" y="730"/>
                    <a:pt x="2143" y="647"/>
                  </a:cubicBezTo>
                  <a:cubicBezTo>
                    <a:pt x="2150" y="517"/>
                    <a:pt x="2157" y="389"/>
                    <a:pt x="2166" y="262"/>
                  </a:cubicBezTo>
                  <a:cubicBezTo>
                    <a:pt x="2180" y="86"/>
                    <a:pt x="2050" y="1"/>
                    <a:pt x="1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2"/>
            <p:cNvSpPr/>
            <p:nvPr/>
          </p:nvSpPr>
          <p:spPr>
            <a:xfrm>
              <a:off x="1691375" y="2528082"/>
              <a:ext cx="66975" cy="64425"/>
            </a:xfrm>
            <a:custGeom>
              <a:rect b="b" l="l" r="r" t="t"/>
              <a:pathLst>
                <a:path extrusionOk="0" h="2577" w="2679">
                  <a:moveTo>
                    <a:pt x="1674" y="0"/>
                  </a:moveTo>
                  <a:cubicBezTo>
                    <a:pt x="1588" y="0"/>
                    <a:pt x="1500" y="38"/>
                    <a:pt x="1439" y="120"/>
                  </a:cubicBezTo>
                  <a:cubicBezTo>
                    <a:pt x="1300" y="299"/>
                    <a:pt x="1163" y="482"/>
                    <a:pt x="1028" y="662"/>
                  </a:cubicBezTo>
                  <a:cubicBezTo>
                    <a:pt x="823" y="619"/>
                    <a:pt x="614" y="572"/>
                    <a:pt x="407" y="528"/>
                  </a:cubicBezTo>
                  <a:cubicBezTo>
                    <a:pt x="385" y="523"/>
                    <a:pt x="365" y="521"/>
                    <a:pt x="344" y="521"/>
                  </a:cubicBezTo>
                  <a:cubicBezTo>
                    <a:pt x="127" y="521"/>
                    <a:pt x="1" y="780"/>
                    <a:pt x="157" y="957"/>
                  </a:cubicBezTo>
                  <a:cubicBezTo>
                    <a:pt x="274" y="1089"/>
                    <a:pt x="393" y="1221"/>
                    <a:pt x="511" y="1350"/>
                  </a:cubicBezTo>
                  <a:cubicBezTo>
                    <a:pt x="393" y="1507"/>
                    <a:pt x="272" y="1664"/>
                    <a:pt x="155" y="1821"/>
                  </a:cubicBezTo>
                  <a:cubicBezTo>
                    <a:pt x="13" y="2010"/>
                    <a:pt x="221" y="2213"/>
                    <a:pt x="410" y="2213"/>
                  </a:cubicBezTo>
                  <a:cubicBezTo>
                    <a:pt x="425" y="2213"/>
                    <a:pt x="439" y="2212"/>
                    <a:pt x="453" y="2209"/>
                  </a:cubicBezTo>
                  <a:cubicBezTo>
                    <a:pt x="688" y="2168"/>
                    <a:pt x="919" y="2105"/>
                    <a:pt x="1145" y="2036"/>
                  </a:cubicBezTo>
                  <a:cubicBezTo>
                    <a:pt x="1171" y="2066"/>
                    <a:pt x="1199" y="2094"/>
                    <a:pt x="1226" y="2122"/>
                  </a:cubicBezTo>
                  <a:cubicBezTo>
                    <a:pt x="1231" y="2188"/>
                    <a:pt x="1228" y="2255"/>
                    <a:pt x="1235" y="2322"/>
                  </a:cubicBezTo>
                  <a:cubicBezTo>
                    <a:pt x="1251" y="2491"/>
                    <a:pt x="1394" y="2576"/>
                    <a:pt x="1528" y="2576"/>
                  </a:cubicBezTo>
                  <a:cubicBezTo>
                    <a:pt x="1661" y="2576"/>
                    <a:pt x="1785" y="2492"/>
                    <a:pt x="1769" y="2322"/>
                  </a:cubicBezTo>
                  <a:cubicBezTo>
                    <a:pt x="1752" y="2154"/>
                    <a:pt x="1743" y="1985"/>
                    <a:pt x="1741" y="1818"/>
                  </a:cubicBezTo>
                  <a:cubicBezTo>
                    <a:pt x="1998" y="1708"/>
                    <a:pt x="2251" y="1585"/>
                    <a:pt x="2495" y="1440"/>
                  </a:cubicBezTo>
                  <a:cubicBezTo>
                    <a:pt x="2678" y="1331"/>
                    <a:pt x="2658" y="1013"/>
                    <a:pt x="2433" y="965"/>
                  </a:cubicBezTo>
                  <a:cubicBezTo>
                    <a:pt x="2225" y="921"/>
                    <a:pt x="2020" y="877"/>
                    <a:pt x="1815" y="833"/>
                  </a:cubicBezTo>
                  <a:cubicBezTo>
                    <a:pt x="1843" y="662"/>
                    <a:pt x="1877" y="494"/>
                    <a:pt x="1921" y="323"/>
                  </a:cubicBezTo>
                  <a:cubicBezTo>
                    <a:pt x="1973" y="123"/>
                    <a:pt x="1829" y="0"/>
                    <a:pt x="16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112"/>
          <p:cNvGrpSpPr/>
          <p:nvPr/>
        </p:nvGrpSpPr>
        <p:grpSpPr>
          <a:xfrm>
            <a:off x="4036013" y="3973677"/>
            <a:ext cx="240426" cy="391803"/>
            <a:chOff x="3769125" y="1707925"/>
            <a:chExt cx="145325" cy="236825"/>
          </a:xfrm>
        </p:grpSpPr>
        <p:sp>
          <p:nvSpPr>
            <p:cNvPr id="4132" name="Google Shape;4132;p112"/>
            <p:cNvSpPr/>
            <p:nvPr/>
          </p:nvSpPr>
          <p:spPr>
            <a:xfrm>
              <a:off x="3769125" y="1707925"/>
              <a:ext cx="145325" cy="236825"/>
            </a:xfrm>
            <a:custGeom>
              <a:rect b="b" l="l" r="r" t="t"/>
              <a:pathLst>
                <a:path extrusionOk="0" h="9473" w="5813">
                  <a:moveTo>
                    <a:pt x="2884" y="246"/>
                  </a:moveTo>
                  <a:cubicBezTo>
                    <a:pt x="2917" y="246"/>
                    <a:pt x="3079" y="264"/>
                    <a:pt x="3263" y="289"/>
                  </a:cubicBezTo>
                  <a:cubicBezTo>
                    <a:pt x="3459" y="316"/>
                    <a:pt x="3682" y="374"/>
                    <a:pt x="3755" y="419"/>
                  </a:cubicBezTo>
                  <a:cubicBezTo>
                    <a:pt x="3829" y="463"/>
                    <a:pt x="3931" y="499"/>
                    <a:pt x="3986" y="499"/>
                  </a:cubicBezTo>
                  <a:cubicBezTo>
                    <a:pt x="4039" y="499"/>
                    <a:pt x="4082" y="516"/>
                    <a:pt x="4082" y="538"/>
                  </a:cubicBezTo>
                  <a:cubicBezTo>
                    <a:pt x="4082" y="560"/>
                    <a:pt x="4156" y="625"/>
                    <a:pt x="4251" y="688"/>
                  </a:cubicBezTo>
                  <a:cubicBezTo>
                    <a:pt x="4461" y="827"/>
                    <a:pt x="4738" y="1123"/>
                    <a:pt x="4904" y="1386"/>
                  </a:cubicBezTo>
                  <a:cubicBezTo>
                    <a:pt x="5121" y="1729"/>
                    <a:pt x="5205" y="1998"/>
                    <a:pt x="5231" y="2442"/>
                  </a:cubicBezTo>
                  <a:cubicBezTo>
                    <a:pt x="5302" y="3605"/>
                    <a:pt x="4620" y="4546"/>
                    <a:pt x="3477" y="4863"/>
                  </a:cubicBezTo>
                  <a:cubicBezTo>
                    <a:pt x="3278" y="4918"/>
                    <a:pt x="3089" y="4946"/>
                    <a:pt x="2901" y="4946"/>
                  </a:cubicBezTo>
                  <a:cubicBezTo>
                    <a:pt x="2571" y="4946"/>
                    <a:pt x="2246" y="4860"/>
                    <a:pt x="1888" y="4684"/>
                  </a:cubicBezTo>
                  <a:cubicBezTo>
                    <a:pt x="1079" y="4286"/>
                    <a:pt x="562" y="3449"/>
                    <a:pt x="582" y="2574"/>
                  </a:cubicBezTo>
                  <a:cubicBezTo>
                    <a:pt x="597" y="1970"/>
                    <a:pt x="829" y="1393"/>
                    <a:pt x="1216" y="1000"/>
                  </a:cubicBezTo>
                  <a:cubicBezTo>
                    <a:pt x="1633" y="575"/>
                    <a:pt x="2064" y="369"/>
                    <a:pt x="2747" y="268"/>
                  </a:cubicBezTo>
                  <a:cubicBezTo>
                    <a:pt x="2804" y="260"/>
                    <a:pt x="2865" y="249"/>
                    <a:pt x="2878" y="246"/>
                  </a:cubicBezTo>
                  <a:cubicBezTo>
                    <a:pt x="2879" y="246"/>
                    <a:pt x="2881" y="246"/>
                    <a:pt x="2884" y="246"/>
                  </a:cubicBezTo>
                  <a:close/>
                  <a:moveTo>
                    <a:pt x="3583" y="7930"/>
                  </a:moveTo>
                  <a:cubicBezTo>
                    <a:pt x="3585" y="7930"/>
                    <a:pt x="3588" y="7931"/>
                    <a:pt x="3590" y="7934"/>
                  </a:cubicBezTo>
                  <a:cubicBezTo>
                    <a:pt x="3604" y="7948"/>
                    <a:pt x="3607" y="7988"/>
                    <a:pt x="3595" y="8017"/>
                  </a:cubicBezTo>
                  <a:cubicBezTo>
                    <a:pt x="3589" y="8029"/>
                    <a:pt x="3584" y="8036"/>
                    <a:pt x="3580" y="8036"/>
                  </a:cubicBezTo>
                  <a:cubicBezTo>
                    <a:pt x="3574" y="8036"/>
                    <a:pt x="3569" y="8020"/>
                    <a:pt x="3568" y="7990"/>
                  </a:cubicBezTo>
                  <a:cubicBezTo>
                    <a:pt x="3566" y="7953"/>
                    <a:pt x="3573" y="7930"/>
                    <a:pt x="3583" y="7930"/>
                  </a:cubicBezTo>
                  <a:close/>
                  <a:moveTo>
                    <a:pt x="1587" y="4866"/>
                  </a:moveTo>
                  <a:lnTo>
                    <a:pt x="1810" y="4969"/>
                  </a:lnTo>
                  <a:cubicBezTo>
                    <a:pt x="1930" y="5025"/>
                    <a:pt x="2148" y="5102"/>
                    <a:pt x="2288" y="5138"/>
                  </a:cubicBezTo>
                  <a:cubicBezTo>
                    <a:pt x="2426" y="5173"/>
                    <a:pt x="2587" y="5203"/>
                    <a:pt x="2646" y="5203"/>
                  </a:cubicBezTo>
                  <a:cubicBezTo>
                    <a:pt x="2647" y="5203"/>
                    <a:pt x="2648" y="5203"/>
                    <a:pt x="2649" y="5203"/>
                  </a:cubicBezTo>
                  <a:cubicBezTo>
                    <a:pt x="2736" y="5203"/>
                    <a:pt x="2751" y="5220"/>
                    <a:pt x="2729" y="5300"/>
                  </a:cubicBezTo>
                  <a:cubicBezTo>
                    <a:pt x="2717" y="5352"/>
                    <a:pt x="2685" y="5534"/>
                    <a:pt x="2660" y="5698"/>
                  </a:cubicBezTo>
                  <a:cubicBezTo>
                    <a:pt x="2635" y="5863"/>
                    <a:pt x="2586" y="6079"/>
                    <a:pt x="2552" y="6173"/>
                  </a:cubicBezTo>
                  <a:cubicBezTo>
                    <a:pt x="2484" y="6365"/>
                    <a:pt x="2331" y="7172"/>
                    <a:pt x="2298" y="7525"/>
                  </a:cubicBezTo>
                  <a:cubicBezTo>
                    <a:pt x="2269" y="7824"/>
                    <a:pt x="2055" y="8675"/>
                    <a:pt x="2008" y="8675"/>
                  </a:cubicBezTo>
                  <a:cubicBezTo>
                    <a:pt x="2008" y="8675"/>
                    <a:pt x="2007" y="8675"/>
                    <a:pt x="2006" y="8675"/>
                  </a:cubicBezTo>
                  <a:cubicBezTo>
                    <a:pt x="1988" y="8664"/>
                    <a:pt x="1933" y="8524"/>
                    <a:pt x="1881" y="8364"/>
                  </a:cubicBezTo>
                  <a:cubicBezTo>
                    <a:pt x="1831" y="8204"/>
                    <a:pt x="1763" y="8013"/>
                    <a:pt x="1732" y="7942"/>
                  </a:cubicBezTo>
                  <a:cubicBezTo>
                    <a:pt x="1701" y="7872"/>
                    <a:pt x="1650" y="7739"/>
                    <a:pt x="1623" y="7652"/>
                  </a:cubicBezTo>
                  <a:cubicBezTo>
                    <a:pt x="1577" y="7509"/>
                    <a:pt x="1490" y="7422"/>
                    <a:pt x="1399" y="7422"/>
                  </a:cubicBezTo>
                  <a:cubicBezTo>
                    <a:pt x="1381" y="7422"/>
                    <a:pt x="1363" y="7425"/>
                    <a:pt x="1345" y="7432"/>
                  </a:cubicBezTo>
                  <a:cubicBezTo>
                    <a:pt x="1307" y="7447"/>
                    <a:pt x="1099" y="7723"/>
                    <a:pt x="882" y="8047"/>
                  </a:cubicBezTo>
                  <a:cubicBezTo>
                    <a:pt x="666" y="8371"/>
                    <a:pt x="481" y="8644"/>
                    <a:pt x="470" y="8654"/>
                  </a:cubicBezTo>
                  <a:cubicBezTo>
                    <a:pt x="469" y="8655"/>
                    <a:pt x="468" y="8656"/>
                    <a:pt x="468" y="8656"/>
                  </a:cubicBezTo>
                  <a:cubicBezTo>
                    <a:pt x="438" y="8656"/>
                    <a:pt x="673" y="7762"/>
                    <a:pt x="724" y="7681"/>
                  </a:cubicBezTo>
                  <a:cubicBezTo>
                    <a:pt x="740" y="7657"/>
                    <a:pt x="813" y="7414"/>
                    <a:pt x="885" y="7143"/>
                  </a:cubicBezTo>
                  <a:cubicBezTo>
                    <a:pt x="1061" y="6481"/>
                    <a:pt x="1340" y="5552"/>
                    <a:pt x="1476" y="5175"/>
                  </a:cubicBezTo>
                  <a:lnTo>
                    <a:pt x="1587" y="4866"/>
                  </a:lnTo>
                  <a:close/>
                  <a:moveTo>
                    <a:pt x="4255" y="4862"/>
                  </a:moveTo>
                  <a:cubicBezTo>
                    <a:pt x="4266" y="4862"/>
                    <a:pt x="4345" y="5088"/>
                    <a:pt x="4431" y="5366"/>
                  </a:cubicBezTo>
                  <a:cubicBezTo>
                    <a:pt x="4517" y="5645"/>
                    <a:pt x="4616" y="5990"/>
                    <a:pt x="4651" y="6132"/>
                  </a:cubicBezTo>
                  <a:cubicBezTo>
                    <a:pt x="4765" y="6589"/>
                    <a:pt x="4943" y="7192"/>
                    <a:pt x="5161" y="7857"/>
                  </a:cubicBezTo>
                  <a:cubicBezTo>
                    <a:pt x="5276" y="8211"/>
                    <a:pt x="5367" y="8508"/>
                    <a:pt x="5360" y="8515"/>
                  </a:cubicBezTo>
                  <a:cubicBezTo>
                    <a:pt x="5359" y="8516"/>
                    <a:pt x="5358" y="8516"/>
                    <a:pt x="5357" y="8516"/>
                  </a:cubicBezTo>
                  <a:cubicBezTo>
                    <a:pt x="5312" y="8516"/>
                    <a:pt x="4841" y="8174"/>
                    <a:pt x="4661" y="8010"/>
                  </a:cubicBezTo>
                  <a:cubicBezTo>
                    <a:pt x="4455" y="7822"/>
                    <a:pt x="4325" y="7722"/>
                    <a:pt x="4237" y="7722"/>
                  </a:cubicBezTo>
                  <a:cubicBezTo>
                    <a:pt x="4128" y="7722"/>
                    <a:pt x="4084" y="7878"/>
                    <a:pt x="4039" y="8211"/>
                  </a:cubicBezTo>
                  <a:cubicBezTo>
                    <a:pt x="4008" y="8445"/>
                    <a:pt x="3970" y="8660"/>
                    <a:pt x="3953" y="8692"/>
                  </a:cubicBezTo>
                  <a:cubicBezTo>
                    <a:pt x="3950" y="8697"/>
                    <a:pt x="3946" y="8700"/>
                    <a:pt x="3942" y="8700"/>
                  </a:cubicBezTo>
                  <a:cubicBezTo>
                    <a:pt x="3901" y="8700"/>
                    <a:pt x="3811" y="8407"/>
                    <a:pt x="3736" y="8018"/>
                  </a:cubicBezTo>
                  <a:cubicBezTo>
                    <a:pt x="3707" y="7870"/>
                    <a:pt x="3671" y="7746"/>
                    <a:pt x="3657" y="7746"/>
                  </a:cubicBezTo>
                  <a:cubicBezTo>
                    <a:pt x="3642" y="7746"/>
                    <a:pt x="3625" y="7650"/>
                    <a:pt x="3619" y="7535"/>
                  </a:cubicBezTo>
                  <a:cubicBezTo>
                    <a:pt x="3614" y="7420"/>
                    <a:pt x="3580" y="7252"/>
                    <a:pt x="3543" y="7165"/>
                  </a:cubicBezTo>
                  <a:cubicBezTo>
                    <a:pt x="3507" y="7079"/>
                    <a:pt x="3489" y="6989"/>
                    <a:pt x="3503" y="6966"/>
                  </a:cubicBezTo>
                  <a:cubicBezTo>
                    <a:pt x="3516" y="6943"/>
                    <a:pt x="3499" y="6880"/>
                    <a:pt x="3461" y="6822"/>
                  </a:cubicBezTo>
                  <a:cubicBezTo>
                    <a:pt x="3425" y="6766"/>
                    <a:pt x="3375" y="6598"/>
                    <a:pt x="3348" y="6446"/>
                  </a:cubicBezTo>
                  <a:cubicBezTo>
                    <a:pt x="3322" y="6295"/>
                    <a:pt x="3257" y="5961"/>
                    <a:pt x="3203" y="5698"/>
                  </a:cubicBezTo>
                  <a:lnTo>
                    <a:pt x="3104" y="5224"/>
                  </a:lnTo>
                  <a:lnTo>
                    <a:pt x="3390" y="5175"/>
                  </a:lnTo>
                  <a:cubicBezTo>
                    <a:pt x="3546" y="5148"/>
                    <a:pt x="3802" y="5067"/>
                    <a:pt x="3955" y="4995"/>
                  </a:cubicBezTo>
                  <a:cubicBezTo>
                    <a:pt x="4106" y="4925"/>
                    <a:pt x="4243" y="4865"/>
                    <a:pt x="4255" y="4862"/>
                  </a:cubicBezTo>
                  <a:cubicBezTo>
                    <a:pt x="4255" y="4862"/>
                    <a:pt x="4255" y="4862"/>
                    <a:pt x="4255" y="4862"/>
                  </a:cubicBezTo>
                  <a:close/>
                  <a:moveTo>
                    <a:pt x="2839" y="0"/>
                  </a:moveTo>
                  <a:cubicBezTo>
                    <a:pt x="2717" y="0"/>
                    <a:pt x="2599" y="8"/>
                    <a:pt x="2491" y="26"/>
                  </a:cubicBezTo>
                  <a:cubicBezTo>
                    <a:pt x="2364" y="46"/>
                    <a:pt x="2217" y="81"/>
                    <a:pt x="2168" y="104"/>
                  </a:cubicBezTo>
                  <a:cubicBezTo>
                    <a:pt x="2116" y="127"/>
                    <a:pt x="1987" y="177"/>
                    <a:pt x="1872" y="218"/>
                  </a:cubicBezTo>
                  <a:cubicBezTo>
                    <a:pt x="1420" y="378"/>
                    <a:pt x="835" y="930"/>
                    <a:pt x="596" y="1419"/>
                  </a:cubicBezTo>
                  <a:cubicBezTo>
                    <a:pt x="384" y="1856"/>
                    <a:pt x="315" y="2155"/>
                    <a:pt x="317" y="2636"/>
                  </a:cubicBezTo>
                  <a:cubicBezTo>
                    <a:pt x="320" y="3355"/>
                    <a:pt x="562" y="3927"/>
                    <a:pt x="1094" y="4476"/>
                  </a:cubicBezTo>
                  <a:lnTo>
                    <a:pt x="1333" y="4722"/>
                  </a:lnTo>
                  <a:lnTo>
                    <a:pt x="1237" y="5015"/>
                  </a:lnTo>
                  <a:cubicBezTo>
                    <a:pt x="1146" y="5289"/>
                    <a:pt x="848" y="6259"/>
                    <a:pt x="690" y="6793"/>
                  </a:cubicBezTo>
                  <a:cubicBezTo>
                    <a:pt x="653" y="6921"/>
                    <a:pt x="616" y="7065"/>
                    <a:pt x="610" y="7116"/>
                  </a:cubicBezTo>
                  <a:cubicBezTo>
                    <a:pt x="604" y="7165"/>
                    <a:pt x="586" y="7239"/>
                    <a:pt x="575" y="7274"/>
                  </a:cubicBezTo>
                  <a:cubicBezTo>
                    <a:pt x="562" y="7310"/>
                    <a:pt x="492" y="7541"/>
                    <a:pt x="417" y="7792"/>
                  </a:cubicBezTo>
                  <a:cubicBezTo>
                    <a:pt x="25" y="9103"/>
                    <a:pt x="0" y="9266"/>
                    <a:pt x="190" y="9294"/>
                  </a:cubicBezTo>
                  <a:cubicBezTo>
                    <a:pt x="198" y="9295"/>
                    <a:pt x="206" y="9296"/>
                    <a:pt x="215" y="9296"/>
                  </a:cubicBezTo>
                  <a:cubicBezTo>
                    <a:pt x="265" y="9296"/>
                    <a:pt x="327" y="9278"/>
                    <a:pt x="359" y="9252"/>
                  </a:cubicBezTo>
                  <a:cubicBezTo>
                    <a:pt x="490" y="9145"/>
                    <a:pt x="935" y="8510"/>
                    <a:pt x="935" y="8429"/>
                  </a:cubicBezTo>
                  <a:cubicBezTo>
                    <a:pt x="935" y="8388"/>
                    <a:pt x="950" y="8351"/>
                    <a:pt x="967" y="8351"/>
                  </a:cubicBezTo>
                  <a:cubicBezTo>
                    <a:pt x="1029" y="8351"/>
                    <a:pt x="1325" y="7917"/>
                    <a:pt x="1295" y="7870"/>
                  </a:cubicBezTo>
                  <a:cubicBezTo>
                    <a:pt x="1282" y="7849"/>
                    <a:pt x="1293" y="7838"/>
                    <a:pt x="1319" y="7838"/>
                  </a:cubicBezTo>
                  <a:cubicBezTo>
                    <a:pt x="1327" y="7838"/>
                    <a:pt x="1335" y="7838"/>
                    <a:pt x="1345" y="7840"/>
                  </a:cubicBezTo>
                  <a:cubicBezTo>
                    <a:pt x="1430" y="7857"/>
                    <a:pt x="1700" y="8565"/>
                    <a:pt x="1794" y="9017"/>
                  </a:cubicBezTo>
                  <a:cubicBezTo>
                    <a:pt x="1843" y="9252"/>
                    <a:pt x="1901" y="9362"/>
                    <a:pt x="1984" y="9362"/>
                  </a:cubicBezTo>
                  <a:cubicBezTo>
                    <a:pt x="2009" y="9362"/>
                    <a:pt x="2037" y="9351"/>
                    <a:pt x="2068" y="9331"/>
                  </a:cubicBezTo>
                  <a:cubicBezTo>
                    <a:pt x="2217" y="9233"/>
                    <a:pt x="2365" y="8671"/>
                    <a:pt x="2576" y="7406"/>
                  </a:cubicBezTo>
                  <a:cubicBezTo>
                    <a:pt x="2645" y="6991"/>
                    <a:pt x="2740" y="6523"/>
                    <a:pt x="2788" y="6368"/>
                  </a:cubicBezTo>
                  <a:cubicBezTo>
                    <a:pt x="2835" y="6212"/>
                    <a:pt x="2887" y="6030"/>
                    <a:pt x="2903" y="5959"/>
                  </a:cubicBezTo>
                  <a:lnTo>
                    <a:pt x="2931" y="5832"/>
                  </a:lnTo>
                  <a:lnTo>
                    <a:pt x="2989" y="5996"/>
                  </a:lnTo>
                  <a:cubicBezTo>
                    <a:pt x="3020" y="6086"/>
                    <a:pt x="3057" y="6259"/>
                    <a:pt x="3071" y="6379"/>
                  </a:cubicBezTo>
                  <a:cubicBezTo>
                    <a:pt x="3085" y="6497"/>
                    <a:pt x="3124" y="6667"/>
                    <a:pt x="3157" y="6753"/>
                  </a:cubicBezTo>
                  <a:cubicBezTo>
                    <a:pt x="3214" y="6902"/>
                    <a:pt x="3323" y="7352"/>
                    <a:pt x="3432" y="7899"/>
                  </a:cubicBezTo>
                  <a:cubicBezTo>
                    <a:pt x="3539" y="8425"/>
                    <a:pt x="3577" y="8591"/>
                    <a:pt x="3608" y="8655"/>
                  </a:cubicBezTo>
                  <a:cubicBezTo>
                    <a:pt x="3624" y="8691"/>
                    <a:pt x="3683" y="8865"/>
                    <a:pt x="3739" y="9037"/>
                  </a:cubicBezTo>
                  <a:cubicBezTo>
                    <a:pt x="3842" y="9362"/>
                    <a:pt x="3912" y="9473"/>
                    <a:pt x="4017" y="9473"/>
                  </a:cubicBezTo>
                  <a:cubicBezTo>
                    <a:pt x="4121" y="9473"/>
                    <a:pt x="4171" y="9317"/>
                    <a:pt x="4234" y="8778"/>
                  </a:cubicBezTo>
                  <a:cubicBezTo>
                    <a:pt x="4286" y="8335"/>
                    <a:pt x="4296" y="8163"/>
                    <a:pt x="4379" y="8163"/>
                  </a:cubicBezTo>
                  <a:cubicBezTo>
                    <a:pt x="4437" y="8163"/>
                    <a:pt x="4530" y="8247"/>
                    <a:pt x="4698" y="8381"/>
                  </a:cubicBezTo>
                  <a:cubicBezTo>
                    <a:pt x="4892" y="8535"/>
                    <a:pt x="5082" y="8685"/>
                    <a:pt x="5117" y="8712"/>
                  </a:cubicBezTo>
                  <a:cubicBezTo>
                    <a:pt x="5153" y="8740"/>
                    <a:pt x="5270" y="8836"/>
                    <a:pt x="5372" y="8924"/>
                  </a:cubicBezTo>
                  <a:cubicBezTo>
                    <a:pt x="5497" y="9030"/>
                    <a:pt x="5569" y="9081"/>
                    <a:pt x="5624" y="9081"/>
                  </a:cubicBezTo>
                  <a:cubicBezTo>
                    <a:pt x="5669" y="9081"/>
                    <a:pt x="5703" y="9047"/>
                    <a:pt x="5745" y="8983"/>
                  </a:cubicBezTo>
                  <a:cubicBezTo>
                    <a:pt x="5813" y="8882"/>
                    <a:pt x="5805" y="8845"/>
                    <a:pt x="5554" y="8129"/>
                  </a:cubicBezTo>
                  <a:cubicBezTo>
                    <a:pt x="5307" y="7422"/>
                    <a:pt x="5166" y="6971"/>
                    <a:pt x="4918" y="6087"/>
                  </a:cubicBezTo>
                  <a:cubicBezTo>
                    <a:pt x="4859" y="5875"/>
                    <a:pt x="4753" y="5507"/>
                    <a:pt x="4684" y="5273"/>
                  </a:cubicBezTo>
                  <a:cubicBezTo>
                    <a:pt x="4615" y="5039"/>
                    <a:pt x="4558" y="4805"/>
                    <a:pt x="4558" y="4755"/>
                  </a:cubicBezTo>
                  <a:cubicBezTo>
                    <a:pt x="4558" y="4705"/>
                    <a:pt x="4671" y="4546"/>
                    <a:pt x="4808" y="4398"/>
                  </a:cubicBezTo>
                  <a:cubicBezTo>
                    <a:pt x="5067" y="4122"/>
                    <a:pt x="5372" y="3576"/>
                    <a:pt x="5469" y="3219"/>
                  </a:cubicBezTo>
                  <a:cubicBezTo>
                    <a:pt x="5497" y="3112"/>
                    <a:pt x="5520" y="2832"/>
                    <a:pt x="5520" y="2594"/>
                  </a:cubicBezTo>
                  <a:cubicBezTo>
                    <a:pt x="5520" y="1953"/>
                    <a:pt x="5328" y="1428"/>
                    <a:pt x="4899" y="901"/>
                  </a:cubicBezTo>
                  <a:cubicBezTo>
                    <a:pt x="4713" y="672"/>
                    <a:pt x="4275" y="346"/>
                    <a:pt x="3995" y="228"/>
                  </a:cubicBezTo>
                  <a:cubicBezTo>
                    <a:pt x="3650" y="82"/>
                    <a:pt x="3221" y="0"/>
                    <a:pt x="2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2"/>
            <p:cNvSpPr/>
            <p:nvPr/>
          </p:nvSpPr>
          <p:spPr>
            <a:xfrm>
              <a:off x="3795250" y="1728225"/>
              <a:ext cx="95600" cy="89950"/>
            </a:xfrm>
            <a:custGeom>
              <a:rect b="b" l="l" r="r" t="t"/>
              <a:pathLst>
                <a:path extrusionOk="0" h="3598" w="3824">
                  <a:moveTo>
                    <a:pt x="1805" y="267"/>
                  </a:moveTo>
                  <a:cubicBezTo>
                    <a:pt x="1986" y="267"/>
                    <a:pt x="2168" y="302"/>
                    <a:pt x="2301" y="372"/>
                  </a:cubicBezTo>
                  <a:cubicBezTo>
                    <a:pt x="2385" y="416"/>
                    <a:pt x="2523" y="474"/>
                    <a:pt x="2610" y="502"/>
                  </a:cubicBezTo>
                  <a:cubicBezTo>
                    <a:pt x="2814" y="571"/>
                    <a:pt x="3227" y="1001"/>
                    <a:pt x="3348" y="1272"/>
                  </a:cubicBezTo>
                  <a:cubicBezTo>
                    <a:pt x="3597" y="1835"/>
                    <a:pt x="3372" y="2544"/>
                    <a:pt x="2819" y="2942"/>
                  </a:cubicBezTo>
                  <a:cubicBezTo>
                    <a:pt x="2396" y="3246"/>
                    <a:pt x="2273" y="3290"/>
                    <a:pt x="1850" y="3290"/>
                  </a:cubicBezTo>
                  <a:cubicBezTo>
                    <a:pt x="1492" y="3290"/>
                    <a:pt x="1443" y="3280"/>
                    <a:pt x="1196" y="3147"/>
                  </a:cubicBezTo>
                  <a:cubicBezTo>
                    <a:pt x="892" y="2984"/>
                    <a:pt x="485" y="2595"/>
                    <a:pt x="375" y="2366"/>
                  </a:cubicBezTo>
                  <a:cubicBezTo>
                    <a:pt x="213" y="2026"/>
                    <a:pt x="258" y="1568"/>
                    <a:pt x="497" y="1125"/>
                  </a:cubicBezTo>
                  <a:cubicBezTo>
                    <a:pt x="711" y="726"/>
                    <a:pt x="983" y="490"/>
                    <a:pt x="1410" y="331"/>
                  </a:cubicBezTo>
                  <a:cubicBezTo>
                    <a:pt x="1526" y="288"/>
                    <a:pt x="1665" y="267"/>
                    <a:pt x="1805" y="267"/>
                  </a:cubicBezTo>
                  <a:close/>
                  <a:moveTo>
                    <a:pt x="1655" y="1"/>
                  </a:moveTo>
                  <a:cubicBezTo>
                    <a:pt x="1501" y="1"/>
                    <a:pt x="1415" y="24"/>
                    <a:pt x="1261" y="89"/>
                  </a:cubicBezTo>
                  <a:cubicBezTo>
                    <a:pt x="843" y="266"/>
                    <a:pt x="660" y="409"/>
                    <a:pt x="364" y="792"/>
                  </a:cubicBezTo>
                  <a:cubicBezTo>
                    <a:pt x="166" y="1048"/>
                    <a:pt x="6" y="1564"/>
                    <a:pt x="3" y="1955"/>
                  </a:cubicBezTo>
                  <a:cubicBezTo>
                    <a:pt x="1" y="2205"/>
                    <a:pt x="20" y="2292"/>
                    <a:pt x="120" y="2476"/>
                  </a:cubicBezTo>
                  <a:cubicBezTo>
                    <a:pt x="254" y="2723"/>
                    <a:pt x="656" y="3164"/>
                    <a:pt x="805" y="3228"/>
                  </a:cubicBezTo>
                  <a:cubicBezTo>
                    <a:pt x="858" y="3252"/>
                    <a:pt x="949" y="3309"/>
                    <a:pt x="1010" y="3358"/>
                  </a:cubicBezTo>
                  <a:cubicBezTo>
                    <a:pt x="1072" y="3407"/>
                    <a:pt x="1149" y="3451"/>
                    <a:pt x="1183" y="3457"/>
                  </a:cubicBezTo>
                  <a:cubicBezTo>
                    <a:pt x="1217" y="3462"/>
                    <a:pt x="1266" y="3479"/>
                    <a:pt x="1288" y="3493"/>
                  </a:cubicBezTo>
                  <a:cubicBezTo>
                    <a:pt x="1312" y="3508"/>
                    <a:pt x="1438" y="3542"/>
                    <a:pt x="1570" y="3569"/>
                  </a:cubicBezTo>
                  <a:cubicBezTo>
                    <a:pt x="1664" y="3588"/>
                    <a:pt x="1759" y="3598"/>
                    <a:pt x="1854" y="3598"/>
                  </a:cubicBezTo>
                  <a:cubicBezTo>
                    <a:pt x="2285" y="3598"/>
                    <a:pt x="2730" y="3406"/>
                    <a:pt x="3151" y="3034"/>
                  </a:cubicBezTo>
                  <a:cubicBezTo>
                    <a:pt x="3586" y="2652"/>
                    <a:pt x="3823" y="1930"/>
                    <a:pt x="3691" y="1401"/>
                  </a:cubicBezTo>
                  <a:cubicBezTo>
                    <a:pt x="3583" y="969"/>
                    <a:pt x="3144" y="416"/>
                    <a:pt x="2786" y="261"/>
                  </a:cubicBezTo>
                  <a:cubicBezTo>
                    <a:pt x="2387" y="88"/>
                    <a:pt x="2172" y="30"/>
                    <a:pt x="1849" y="9"/>
                  </a:cubicBezTo>
                  <a:cubicBezTo>
                    <a:pt x="1772" y="4"/>
                    <a:pt x="1709" y="1"/>
                    <a:pt x="1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12"/>
            <p:cNvSpPr/>
            <p:nvPr/>
          </p:nvSpPr>
          <p:spPr>
            <a:xfrm>
              <a:off x="3811825" y="1747625"/>
              <a:ext cx="60150" cy="47250"/>
            </a:xfrm>
            <a:custGeom>
              <a:rect b="b" l="l" r="r" t="t"/>
              <a:pathLst>
                <a:path extrusionOk="0" h="1890" w="2406">
                  <a:moveTo>
                    <a:pt x="1076" y="817"/>
                  </a:moveTo>
                  <a:cubicBezTo>
                    <a:pt x="1107" y="817"/>
                    <a:pt x="1143" y="819"/>
                    <a:pt x="1186" y="821"/>
                  </a:cubicBezTo>
                  <a:cubicBezTo>
                    <a:pt x="1371" y="832"/>
                    <a:pt x="1404" y="847"/>
                    <a:pt x="1404" y="919"/>
                  </a:cubicBezTo>
                  <a:cubicBezTo>
                    <a:pt x="1404" y="994"/>
                    <a:pt x="1370" y="1008"/>
                    <a:pt x="1155" y="1019"/>
                  </a:cubicBezTo>
                  <a:cubicBezTo>
                    <a:pt x="1107" y="1021"/>
                    <a:pt x="1068" y="1023"/>
                    <a:pt x="1037" y="1023"/>
                  </a:cubicBezTo>
                  <a:cubicBezTo>
                    <a:pt x="926" y="1023"/>
                    <a:pt x="907" y="1005"/>
                    <a:pt x="907" y="948"/>
                  </a:cubicBezTo>
                  <a:cubicBezTo>
                    <a:pt x="907" y="848"/>
                    <a:pt x="934" y="817"/>
                    <a:pt x="1076" y="817"/>
                  </a:cubicBezTo>
                  <a:close/>
                  <a:moveTo>
                    <a:pt x="1016" y="0"/>
                  </a:moveTo>
                  <a:cubicBezTo>
                    <a:pt x="977" y="0"/>
                    <a:pt x="934" y="30"/>
                    <a:pt x="911" y="73"/>
                  </a:cubicBezTo>
                  <a:cubicBezTo>
                    <a:pt x="885" y="122"/>
                    <a:pt x="865" y="190"/>
                    <a:pt x="865" y="229"/>
                  </a:cubicBezTo>
                  <a:cubicBezTo>
                    <a:pt x="865" y="268"/>
                    <a:pt x="836" y="354"/>
                    <a:pt x="798" y="425"/>
                  </a:cubicBezTo>
                  <a:cubicBezTo>
                    <a:pt x="734" y="543"/>
                    <a:pt x="716" y="550"/>
                    <a:pt x="457" y="550"/>
                  </a:cubicBezTo>
                  <a:cubicBezTo>
                    <a:pt x="256" y="550"/>
                    <a:pt x="178" y="566"/>
                    <a:pt x="160" y="612"/>
                  </a:cubicBezTo>
                  <a:cubicBezTo>
                    <a:pt x="118" y="725"/>
                    <a:pt x="253" y="808"/>
                    <a:pt x="480" y="808"/>
                  </a:cubicBezTo>
                  <a:cubicBezTo>
                    <a:pt x="681" y="808"/>
                    <a:pt x="688" y="813"/>
                    <a:pt x="652" y="908"/>
                  </a:cubicBezTo>
                  <a:cubicBezTo>
                    <a:pt x="621" y="991"/>
                    <a:pt x="582" y="1007"/>
                    <a:pt x="406" y="1009"/>
                  </a:cubicBezTo>
                  <a:cubicBezTo>
                    <a:pt x="135" y="1012"/>
                    <a:pt x="0" y="1081"/>
                    <a:pt x="31" y="1199"/>
                  </a:cubicBezTo>
                  <a:cubicBezTo>
                    <a:pt x="49" y="1269"/>
                    <a:pt x="72" y="1289"/>
                    <a:pt x="220" y="1289"/>
                  </a:cubicBezTo>
                  <a:cubicBezTo>
                    <a:pt x="262" y="1289"/>
                    <a:pt x="315" y="1287"/>
                    <a:pt x="382" y="1285"/>
                  </a:cubicBezTo>
                  <a:cubicBezTo>
                    <a:pt x="408" y="1284"/>
                    <a:pt x="432" y="1283"/>
                    <a:pt x="451" y="1283"/>
                  </a:cubicBezTo>
                  <a:cubicBezTo>
                    <a:pt x="551" y="1283"/>
                    <a:pt x="564" y="1299"/>
                    <a:pt x="546" y="1355"/>
                  </a:cubicBezTo>
                  <a:cubicBezTo>
                    <a:pt x="508" y="1482"/>
                    <a:pt x="499" y="1782"/>
                    <a:pt x="532" y="1836"/>
                  </a:cubicBezTo>
                  <a:cubicBezTo>
                    <a:pt x="551" y="1867"/>
                    <a:pt x="603" y="1889"/>
                    <a:pt x="652" y="1889"/>
                  </a:cubicBezTo>
                  <a:cubicBezTo>
                    <a:pt x="749" y="1889"/>
                    <a:pt x="821" y="1738"/>
                    <a:pt x="821" y="1532"/>
                  </a:cubicBezTo>
                  <a:cubicBezTo>
                    <a:pt x="821" y="1454"/>
                    <a:pt x="835" y="1370"/>
                    <a:pt x="853" y="1344"/>
                  </a:cubicBezTo>
                  <a:cubicBezTo>
                    <a:pt x="876" y="1308"/>
                    <a:pt x="1054" y="1276"/>
                    <a:pt x="1201" y="1276"/>
                  </a:cubicBezTo>
                  <a:cubicBezTo>
                    <a:pt x="1231" y="1276"/>
                    <a:pt x="1260" y="1278"/>
                    <a:pt x="1285" y="1281"/>
                  </a:cubicBezTo>
                  <a:cubicBezTo>
                    <a:pt x="1350" y="1288"/>
                    <a:pt x="1358" y="1483"/>
                    <a:pt x="1294" y="1523"/>
                  </a:cubicBezTo>
                  <a:cubicBezTo>
                    <a:pt x="1270" y="1537"/>
                    <a:pt x="1252" y="1614"/>
                    <a:pt x="1252" y="1696"/>
                  </a:cubicBezTo>
                  <a:cubicBezTo>
                    <a:pt x="1252" y="1827"/>
                    <a:pt x="1264" y="1845"/>
                    <a:pt x="1359" y="1845"/>
                  </a:cubicBezTo>
                  <a:cubicBezTo>
                    <a:pt x="1483" y="1845"/>
                    <a:pt x="1504" y="1807"/>
                    <a:pt x="1546" y="1516"/>
                  </a:cubicBezTo>
                  <a:cubicBezTo>
                    <a:pt x="1577" y="1306"/>
                    <a:pt x="1577" y="1306"/>
                    <a:pt x="1749" y="1301"/>
                  </a:cubicBezTo>
                  <a:cubicBezTo>
                    <a:pt x="2062" y="1290"/>
                    <a:pt x="2074" y="1286"/>
                    <a:pt x="2074" y="1199"/>
                  </a:cubicBezTo>
                  <a:cubicBezTo>
                    <a:pt x="2074" y="1127"/>
                    <a:pt x="1962" y="1031"/>
                    <a:pt x="1883" y="1031"/>
                  </a:cubicBezTo>
                  <a:cubicBezTo>
                    <a:pt x="1878" y="1031"/>
                    <a:pt x="1873" y="1032"/>
                    <a:pt x="1869" y="1033"/>
                  </a:cubicBezTo>
                  <a:cubicBezTo>
                    <a:pt x="1848" y="1036"/>
                    <a:pt x="1828" y="1038"/>
                    <a:pt x="1811" y="1038"/>
                  </a:cubicBezTo>
                  <a:cubicBezTo>
                    <a:pt x="1730" y="1038"/>
                    <a:pt x="1684" y="1003"/>
                    <a:pt x="1684" y="941"/>
                  </a:cubicBezTo>
                  <a:cubicBezTo>
                    <a:pt x="1684" y="862"/>
                    <a:pt x="1713" y="854"/>
                    <a:pt x="2004" y="854"/>
                  </a:cubicBezTo>
                  <a:cubicBezTo>
                    <a:pt x="2349" y="854"/>
                    <a:pt x="2406" y="823"/>
                    <a:pt x="2329" y="681"/>
                  </a:cubicBezTo>
                  <a:cubicBezTo>
                    <a:pt x="2294" y="620"/>
                    <a:pt x="2252" y="597"/>
                    <a:pt x="2157" y="597"/>
                  </a:cubicBezTo>
                  <a:cubicBezTo>
                    <a:pt x="2146" y="597"/>
                    <a:pt x="2135" y="597"/>
                    <a:pt x="2123" y="598"/>
                  </a:cubicBezTo>
                  <a:cubicBezTo>
                    <a:pt x="2036" y="602"/>
                    <a:pt x="1968" y="605"/>
                    <a:pt x="1916" y="605"/>
                  </a:cubicBezTo>
                  <a:cubicBezTo>
                    <a:pt x="1738" y="605"/>
                    <a:pt x="1743" y="568"/>
                    <a:pt x="1761" y="402"/>
                  </a:cubicBezTo>
                  <a:cubicBezTo>
                    <a:pt x="1778" y="250"/>
                    <a:pt x="1767" y="204"/>
                    <a:pt x="1713" y="182"/>
                  </a:cubicBezTo>
                  <a:cubicBezTo>
                    <a:pt x="1697" y="176"/>
                    <a:pt x="1681" y="174"/>
                    <a:pt x="1666" y="174"/>
                  </a:cubicBezTo>
                  <a:cubicBezTo>
                    <a:pt x="1579" y="174"/>
                    <a:pt x="1511" y="270"/>
                    <a:pt x="1511" y="407"/>
                  </a:cubicBezTo>
                  <a:lnTo>
                    <a:pt x="1511" y="550"/>
                  </a:lnTo>
                  <a:lnTo>
                    <a:pt x="1270" y="550"/>
                  </a:lnTo>
                  <a:cubicBezTo>
                    <a:pt x="1041" y="550"/>
                    <a:pt x="1032" y="546"/>
                    <a:pt x="1065" y="452"/>
                  </a:cubicBezTo>
                  <a:cubicBezTo>
                    <a:pt x="1128" y="271"/>
                    <a:pt x="1109" y="17"/>
                    <a:pt x="1030" y="2"/>
                  </a:cubicBezTo>
                  <a:cubicBezTo>
                    <a:pt x="1025" y="1"/>
                    <a:pt x="1021" y="0"/>
                    <a:pt x="1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8" name="Shape 4138"/>
        <p:cNvGrpSpPr/>
        <p:nvPr/>
      </p:nvGrpSpPr>
      <p:grpSpPr>
        <a:xfrm>
          <a:off x="0" y="0"/>
          <a:ext cx="0" cy="0"/>
          <a:chOff x="0" y="0"/>
          <a:chExt cx="0" cy="0"/>
        </a:xfrm>
      </p:grpSpPr>
      <p:pic>
        <p:nvPicPr>
          <p:cNvPr id="4139" name="Google Shape;4139;p113"/>
          <p:cNvPicPr preferRelativeResize="0"/>
          <p:nvPr>
            <p:ph idx="2" type="pic"/>
          </p:nvPr>
        </p:nvPicPr>
        <p:blipFill rotWithShape="1">
          <a:blip r:embed="rId3">
            <a:alphaModFix/>
          </a:blip>
          <a:srcRect b="7807" l="0" r="0" t="7798"/>
          <a:stretch/>
        </p:blipFill>
        <p:spPr>
          <a:xfrm>
            <a:off x="0" y="0"/>
            <a:ext cx="9144003" cy="5143501"/>
          </a:xfrm>
          <a:prstGeom prst="rect">
            <a:avLst/>
          </a:prstGeom>
        </p:spPr>
      </p:pic>
      <p:sp>
        <p:nvSpPr>
          <p:cNvPr id="4140" name="Google Shape;4140;p113"/>
          <p:cNvSpPr/>
          <p:nvPr/>
        </p:nvSpPr>
        <p:spPr>
          <a:xfrm>
            <a:off x="-628275" y="2857875"/>
            <a:ext cx="4694558" cy="2503131"/>
          </a:xfrm>
          <a:custGeom>
            <a:rect b="b" l="l" r="r" t="t"/>
            <a:pathLst>
              <a:path extrusionOk="0" h="55861" w="70021">
                <a:moveTo>
                  <a:pt x="21295" y="1"/>
                </a:moveTo>
                <a:cubicBezTo>
                  <a:pt x="16666" y="1"/>
                  <a:pt x="12338" y="1827"/>
                  <a:pt x="8855" y="4471"/>
                </a:cubicBezTo>
                <a:cubicBezTo>
                  <a:pt x="5211" y="7237"/>
                  <a:pt x="2249" y="10816"/>
                  <a:pt x="1125" y="14901"/>
                </a:cubicBezTo>
                <a:cubicBezTo>
                  <a:pt x="1" y="18984"/>
                  <a:pt x="903" y="23588"/>
                  <a:pt x="4091" y="26749"/>
                </a:cubicBezTo>
                <a:cubicBezTo>
                  <a:pt x="6577" y="29215"/>
                  <a:pt x="10292" y="30737"/>
                  <a:pt x="12141" y="33592"/>
                </a:cubicBezTo>
                <a:cubicBezTo>
                  <a:pt x="14538" y="37293"/>
                  <a:pt x="13047" y="41962"/>
                  <a:pt x="14175" y="46092"/>
                </a:cubicBezTo>
                <a:cubicBezTo>
                  <a:pt x="14861" y="48604"/>
                  <a:pt x="16528" y="50871"/>
                  <a:pt x="18665" y="52669"/>
                </a:cubicBezTo>
                <a:cubicBezTo>
                  <a:pt x="20621" y="54317"/>
                  <a:pt x="23091" y="55633"/>
                  <a:pt x="25809" y="55832"/>
                </a:cubicBezTo>
                <a:cubicBezTo>
                  <a:pt x="26066" y="55851"/>
                  <a:pt x="26321" y="55860"/>
                  <a:pt x="26574" y="55860"/>
                </a:cubicBezTo>
                <a:cubicBezTo>
                  <a:pt x="31588" y="55860"/>
                  <a:pt x="35964" y="52336"/>
                  <a:pt x="41020" y="51759"/>
                </a:cubicBezTo>
                <a:cubicBezTo>
                  <a:pt x="41562" y="51697"/>
                  <a:pt x="42104" y="51670"/>
                  <a:pt x="42645" y="51670"/>
                </a:cubicBezTo>
                <a:cubicBezTo>
                  <a:pt x="46593" y="51670"/>
                  <a:pt x="50517" y="53121"/>
                  <a:pt x="54489" y="53121"/>
                </a:cubicBezTo>
                <a:cubicBezTo>
                  <a:pt x="54796" y="53121"/>
                  <a:pt x="55103" y="53112"/>
                  <a:pt x="55411" y="53093"/>
                </a:cubicBezTo>
                <a:cubicBezTo>
                  <a:pt x="60902" y="52759"/>
                  <a:pt x="65644" y="49145"/>
                  <a:pt x="67832" y="44766"/>
                </a:cubicBezTo>
                <a:cubicBezTo>
                  <a:pt x="70020" y="40388"/>
                  <a:pt x="69984" y="35389"/>
                  <a:pt x="68969" y="30700"/>
                </a:cubicBezTo>
                <a:cubicBezTo>
                  <a:pt x="68378" y="27975"/>
                  <a:pt x="67438" y="25239"/>
                  <a:pt x="65538" y="23009"/>
                </a:cubicBezTo>
                <a:cubicBezTo>
                  <a:pt x="61796" y="18615"/>
                  <a:pt x="55195" y="17010"/>
                  <a:pt x="49117" y="15568"/>
                </a:cubicBezTo>
                <a:cubicBezTo>
                  <a:pt x="43040" y="14126"/>
                  <a:pt x="36453" y="12221"/>
                  <a:pt x="33163" y="7563"/>
                </a:cubicBezTo>
                <a:cubicBezTo>
                  <a:pt x="30152" y="3301"/>
                  <a:pt x="29141" y="612"/>
                  <a:pt x="22793" y="65"/>
                </a:cubicBezTo>
                <a:cubicBezTo>
                  <a:pt x="22291" y="22"/>
                  <a:pt x="21792" y="1"/>
                  <a:pt x="2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13"/>
          <p:cNvSpPr txBox="1"/>
          <p:nvPr>
            <p:ph type="title"/>
          </p:nvPr>
        </p:nvSpPr>
        <p:spPr>
          <a:xfrm>
            <a:off x="821675" y="3707975"/>
            <a:ext cx="28812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4142" name="Google Shape;4142;p113"/>
          <p:cNvGrpSpPr/>
          <p:nvPr/>
        </p:nvGrpSpPr>
        <p:grpSpPr>
          <a:xfrm rot="-269753">
            <a:off x="7650010" y="1542430"/>
            <a:ext cx="367817" cy="301080"/>
            <a:chOff x="7194125" y="2470757"/>
            <a:chExt cx="235750" cy="192975"/>
          </a:xfrm>
        </p:grpSpPr>
        <p:sp>
          <p:nvSpPr>
            <p:cNvPr id="4143" name="Google Shape;4143;p113"/>
            <p:cNvSpPr/>
            <p:nvPr/>
          </p:nvSpPr>
          <p:spPr>
            <a:xfrm>
              <a:off x="7211900" y="2494957"/>
              <a:ext cx="201950" cy="156725"/>
            </a:xfrm>
            <a:custGeom>
              <a:rect b="b" l="l" r="r" t="t"/>
              <a:pathLst>
                <a:path extrusionOk="0" h="6269" w="8078">
                  <a:moveTo>
                    <a:pt x="4337" y="0"/>
                  </a:moveTo>
                  <a:cubicBezTo>
                    <a:pt x="3651" y="1492"/>
                    <a:pt x="2908" y="2951"/>
                    <a:pt x="2100" y="4380"/>
                  </a:cubicBezTo>
                  <a:cubicBezTo>
                    <a:pt x="2053" y="4464"/>
                    <a:pt x="1953" y="4515"/>
                    <a:pt x="1857" y="4515"/>
                  </a:cubicBezTo>
                  <a:cubicBezTo>
                    <a:pt x="1790" y="4515"/>
                    <a:pt x="1724" y="4490"/>
                    <a:pt x="1679" y="4436"/>
                  </a:cubicBezTo>
                  <a:cubicBezTo>
                    <a:pt x="1137" y="3784"/>
                    <a:pt x="571" y="3156"/>
                    <a:pt x="1" y="2533"/>
                  </a:cubicBezTo>
                  <a:lnTo>
                    <a:pt x="1" y="2533"/>
                  </a:lnTo>
                  <a:cubicBezTo>
                    <a:pt x="211" y="3701"/>
                    <a:pt x="408" y="4872"/>
                    <a:pt x="511" y="6059"/>
                  </a:cubicBezTo>
                  <a:cubicBezTo>
                    <a:pt x="518" y="6120"/>
                    <a:pt x="490" y="6167"/>
                    <a:pt x="448" y="6202"/>
                  </a:cubicBezTo>
                  <a:cubicBezTo>
                    <a:pt x="1386" y="6050"/>
                    <a:pt x="2388" y="5987"/>
                    <a:pt x="3401" y="5987"/>
                  </a:cubicBezTo>
                  <a:cubicBezTo>
                    <a:pt x="4773" y="5987"/>
                    <a:pt x="6164" y="6102"/>
                    <a:pt x="7438" y="6269"/>
                  </a:cubicBezTo>
                  <a:cubicBezTo>
                    <a:pt x="7651" y="4923"/>
                    <a:pt x="7923" y="3604"/>
                    <a:pt x="8077" y="2253"/>
                  </a:cubicBezTo>
                  <a:lnTo>
                    <a:pt x="8077" y="2253"/>
                  </a:lnTo>
                  <a:cubicBezTo>
                    <a:pt x="7491" y="2923"/>
                    <a:pt x="6960" y="3629"/>
                    <a:pt x="6482" y="4387"/>
                  </a:cubicBezTo>
                  <a:cubicBezTo>
                    <a:pt x="6425" y="4477"/>
                    <a:pt x="6340" y="4518"/>
                    <a:pt x="6255" y="4518"/>
                  </a:cubicBezTo>
                  <a:cubicBezTo>
                    <a:pt x="6142" y="4518"/>
                    <a:pt x="6029" y="4445"/>
                    <a:pt x="5981" y="4320"/>
                  </a:cubicBezTo>
                  <a:cubicBezTo>
                    <a:pt x="5434" y="2881"/>
                    <a:pt x="4884" y="1440"/>
                    <a:pt x="4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3"/>
            <p:cNvSpPr/>
            <p:nvPr/>
          </p:nvSpPr>
          <p:spPr>
            <a:xfrm>
              <a:off x="7194125" y="2470757"/>
              <a:ext cx="235750" cy="192975"/>
            </a:xfrm>
            <a:custGeom>
              <a:rect b="b" l="l" r="r" t="t"/>
              <a:pathLst>
                <a:path extrusionOk="0" h="7719" w="9430">
                  <a:moveTo>
                    <a:pt x="5048" y="968"/>
                  </a:moveTo>
                  <a:cubicBezTo>
                    <a:pt x="5595" y="2409"/>
                    <a:pt x="6145" y="3849"/>
                    <a:pt x="6692" y="5288"/>
                  </a:cubicBezTo>
                  <a:cubicBezTo>
                    <a:pt x="6740" y="5413"/>
                    <a:pt x="6852" y="5486"/>
                    <a:pt x="6965" y="5486"/>
                  </a:cubicBezTo>
                  <a:cubicBezTo>
                    <a:pt x="7050" y="5486"/>
                    <a:pt x="7135" y="5445"/>
                    <a:pt x="7193" y="5355"/>
                  </a:cubicBezTo>
                  <a:cubicBezTo>
                    <a:pt x="7671" y="4597"/>
                    <a:pt x="8202" y="3891"/>
                    <a:pt x="8788" y="3221"/>
                  </a:cubicBezTo>
                  <a:lnTo>
                    <a:pt x="8788" y="3221"/>
                  </a:lnTo>
                  <a:cubicBezTo>
                    <a:pt x="8634" y="4573"/>
                    <a:pt x="8362" y="5891"/>
                    <a:pt x="8149" y="7237"/>
                  </a:cubicBezTo>
                  <a:cubicBezTo>
                    <a:pt x="6874" y="7071"/>
                    <a:pt x="5482" y="6955"/>
                    <a:pt x="4108" y="6955"/>
                  </a:cubicBezTo>
                  <a:cubicBezTo>
                    <a:pt x="3097" y="6955"/>
                    <a:pt x="2096" y="7018"/>
                    <a:pt x="1159" y="7170"/>
                  </a:cubicBezTo>
                  <a:cubicBezTo>
                    <a:pt x="1201" y="7135"/>
                    <a:pt x="1229" y="7088"/>
                    <a:pt x="1221" y="7027"/>
                  </a:cubicBezTo>
                  <a:cubicBezTo>
                    <a:pt x="1118" y="5840"/>
                    <a:pt x="921" y="4669"/>
                    <a:pt x="712" y="3501"/>
                  </a:cubicBezTo>
                  <a:lnTo>
                    <a:pt x="712" y="3501"/>
                  </a:lnTo>
                  <a:cubicBezTo>
                    <a:pt x="1282" y="4124"/>
                    <a:pt x="1847" y="4752"/>
                    <a:pt x="2390" y="5404"/>
                  </a:cubicBezTo>
                  <a:cubicBezTo>
                    <a:pt x="2435" y="5458"/>
                    <a:pt x="2501" y="5483"/>
                    <a:pt x="2568" y="5483"/>
                  </a:cubicBezTo>
                  <a:cubicBezTo>
                    <a:pt x="2664" y="5483"/>
                    <a:pt x="2764" y="5432"/>
                    <a:pt x="2811" y="5348"/>
                  </a:cubicBezTo>
                  <a:cubicBezTo>
                    <a:pt x="3619" y="3919"/>
                    <a:pt x="4362" y="2460"/>
                    <a:pt x="5048" y="968"/>
                  </a:cubicBezTo>
                  <a:close/>
                  <a:moveTo>
                    <a:pt x="5038" y="0"/>
                  </a:moveTo>
                  <a:cubicBezTo>
                    <a:pt x="4956" y="0"/>
                    <a:pt x="4878" y="39"/>
                    <a:pt x="4835" y="134"/>
                  </a:cubicBezTo>
                  <a:cubicBezTo>
                    <a:pt x="4134" y="1704"/>
                    <a:pt x="3364" y="3239"/>
                    <a:pt x="2531" y="4743"/>
                  </a:cubicBezTo>
                  <a:cubicBezTo>
                    <a:pt x="1871" y="3967"/>
                    <a:pt x="1189" y="3207"/>
                    <a:pt x="479" y="2478"/>
                  </a:cubicBezTo>
                  <a:cubicBezTo>
                    <a:pt x="426" y="2424"/>
                    <a:pt x="364" y="2400"/>
                    <a:pt x="303" y="2400"/>
                  </a:cubicBezTo>
                  <a:cubicBezTo>
                    <a:pt x="147" y="2400"/>
                    <a:pt x="0" y="2554"/>
                    <a:pt x="42" y="2732"/>
                  </a:cubicBezTo>
                  <a:cubicBezTo>
                    <a:pt x="377" y="4168"/>
                    <a:pt x="592" y="5625"/>
                    <a:pt x="839" y="7080"/>
                  </a:cubicBezTo>
                  <a:cubicBezTo>
                    <a:pt x="851" y="7146"/>
                    <a:pt x="897" y="7186"/>
                    <a:pt x="952" y="7204"/>
                  </a:cubicBezTo>
                  <a:cubicBezTo>
                    <a:pt x="781" y="7246"/>
                    <a:pt x="847" y="7486"/>
                    <a:pt x="1002" y="7502"/>
                  </a:cubicBezTo>
                  <a:cubicBezTo>
                    <a:pt x="1567" y="7565"/>
                    <a:pt x="2141" y="7579"/>
                    <a:pt x="2715" y="7579"/>
                  </a:cubicBezTo>
                  <a:cubicBezTo>
                    <a:pt x="3178" y="7579"/>
                    <a:pt x="3643" y="7570"/>
                    <a:pt x="4104" y="7570"/>
                  </a:cubicBezTo>
                  <a:cubicBezTo>
                    <a:pt x="4286" y="7570"/>
                    <a:pt x="4467" y="7572"/>
                    <a:pt x="4648" y="7576"/>
                  </a:cubicBezTo>
                  <a:cubicBezTo>
                    <a:pt x="5863" y="7601"/>
                    <a:pt x="7078" y="7714"/>
                    <a:pt x="8292" y="7719"/>
                  </a:cubicBezTo>
                  <a:cubicBezTo>
                    <a:pt x="8419" y="7719"/>
                    <a:pt x="8500" y="7613"/>
                    <a:pt x="8516" y="7504"/>
                  </a:cubicBezTo>
                  <a:cubicBezTo>
                    <a:pt x="8555" y="7476"/>
                    <a:pt x="8590" y="7438"/>
                    <a:pt x="8609" y="7378"/>
                  </a:cubicBezTo>
                  <a:cubicBezTo>
                    <a:pt x="9121" y="5802"/>
                    <a:pt x="9292" y="4078"/>
                    <a:pt x="9416" y="2432"/>
                  </a:cubicBezTo>
                  <a:cubicBezTo>
                    <a:pt x="9429" y="2268"/>
                    <a:pt x="9281" y="2162"/>
                    <a:pt x="9135" y="2162"/>
                  </a:cubicBezTo>
                  <a:cubicBezTo>
                    <a:pt x="9066" y="2162"/>
                    <a:pt x="8998" y="2185"/>
                    <a:pt x="8948" y="2237"/>
                  </a:cubicBezTo>
                  <a:cubicBezTo>
                    <a:pt x="8233" y="2981"/>
                    <a:pt x="7597" y="3776"/>
                    <a:pt x="7022" y="4625"/>
                  </a:cubicBezTo>
                  <a:cubicBezTo>
                    <a:pt x="6459" y="3150"/>
                    <a:pt x="5895" y="1674"/>
                    <a:pt x="5334" y="199"/>
                  </a:cubicBezTo>
                  <a:cubicBezTo>
                    <a:pt x="5290" y="85"/>
                    <a:pt x="5159" y="0"/>
                    <a:pt x="5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113"/>
          <p:cNvGrpSpPr/>
          <p:nvPr/>
        </p:nvGrpSpPr>
        <p:grpSpPr>
          <a:xfrm>
            <a:off x="764975" y="694816"/>
            <a:ext cx="395823" cy="325965"/>
            <a:chOff x="6441550" y="2480732"/>
            <a:chExt cx="253700" cy="208925"/>
          </a:xfrm>
        </p:grpSpPr>
        <p:sp>
          <p:nvSpPr>
            <p:cNvPr id="4146" name="Google Shape;4146;p113"/>
            <p:cNvSpPr/>
            <p:nvPr/>
          </p:nvSpPr>
          <p:spPr>
            <a:xfrm>
              <a:off x="6450150" y="2496032"/>
              <a:ext cx="234200" cy="178350"/>
            </a:xfrm>
            <a:custGeom>
              <a:rect b="b" l="l" r="r" t="t"/>
              <a:pathLst>
                <a:path extrusionOk="0" h="7134" w="9368">
                  <a:moveTo>
                    <a:pt x="4659" y="0"/>
                  </a:moveTo>
                  <a:cubicBezTo>
                    <a:pt x="4607" y="0"/>
                    <a:pt x="4541" y="13"/>
                    <a:pt x="4450" y="37"/>
                  </a:cubicBezTo>
                  <a:cubicBezTo>
                    <a:pt x="3877" y="190"/>
                    <a:pt x="3484" y="1286"/>
                    <a:pt x="3251" y="1912"/>
                  </a:cubicBezTo>
                  <a:cubicBezTo>
                    <a:pt x="3320" y="1989"/>
                    <a:pt x="3277" y="2134"/>
                    <a:pt x="3165" y="2176"/>
                  </a:cubicBezTo>
                  <a:lnTo>
                    <a:pt x="3168" y="2185"/>
                  </a:lnTo>
                  <a:cubicBezTo>
                    <a:pt x="3113" y="2194"/>
                    <a:pt x="3054" y="2199"/>
                    <a:pt x="2997" y="2208"/>
                  </a:cubicBezTo>
                  <a:cubicBezTo>
                    <a:pt x="2928" y="2224"/>
                    <a:pt x="2859" y="2242"/>
                    <a:pt x="2789" y="2262"/>
                  </a:cubicBezTo>
                  <a:cubicBezTo>
                    <a:pt x="2774" y="2272"/>
                    <a:pt x="2758" y="2277"/>
                    <a:pt x="2742" y="2277"/>
                  </a:cubicBezTo>
                  <a:cubicBezTo>
                    <a:pt x="2715" y="2277"/>
                    <a:pt x="2691" y="2262"/>
                    <a:pt x="2674" y="2240"/>
                  </a:cubicBezTo>
                  <a:cubicBezTo>
                    <a:pt x="2334" y="2266"/>
                    <a:pt x="1995" y="2268"/>
                    <a:pt x="1658" y="2272"/>
                  </a:cubicBezTo>
                  <a:cubicBezTo>
                    <a:pt x="1653" y="2272"/>
                    <a:pt x="1647" y="2272"/>
                    <a:pt x="1641" y="2272"/>
                  </a:cubicBezTo>
                  <a:cubicBezTo>
                    <a:pt x="1500" y="2272"/>
                    <a:pt x="1246" y="2244"/>
                    <a:pt x="999" y="2244"/>
                  </a:cubicBezTo>
                  <a:cubicBezTo>
                    <a:pt x="731" y="2244"/>
                    <a:pt x="469" y="2277"/>
                    <a:pt x="366" y="2418"/>
                  </a:cubicBezTo>
                  <a:cubicBezTo>
                    <a:pt x="0" y="2908"/>
                    <a:pt x="2213" y="3958"/>
                    <a:pt x="2559" y="4145"/>
                  </a:cubicBezTo>
                  <a:cubicBezTo>
                    <a:pt x="2583" y="4161"/>
                    <a:pt x="2605" y="4177"/>
                    <a:pt x="2621" y="4198"/>
                  </a:cubicBezTo>
                  <a:cubicBezTo>
                    <a:pt x="2684" y="4214"/>
                    <a:pt x="2732" y="4270"/>
                    <a:pt x="2706" y="4346"/>
                  </a:cubicBezTo>
                  <a:cubicBezTo>
                    <a:pt x="2554" y="4801"/>
                    <a:pt x="2408" y="5258"/>
                    <a:pt x="2295" y="5725"/>
                  </a:cubicBezTo>
                  <a:cubicBezTo>
                    <a:pt x="2237" y="5970"/>
                    <a:pt x="2191" y="6212"/>
                    <a:pt x="2161" y="6461"/>
                  </a:cubicBezTo>
                  <a:cubicBezTo>
                    <a:pt x="2127" y="6731"/>
                    <a:pt x="1993" y="7041"/>
                    <a:pt x="2272" y="7123"/>
                  </a:cubicBezTo>
                  <a:cubicBezTo>
                    <a:pt x="2295" y="7130"/>
                    <a:pt x="2320" y="7133"/>
                    <a:pt x="2345" y="7133"/>
                  </a:cubicBezTo>
                  <a:cubicBezTo>
                    <a:pt x="2715" y="7133"/>
                    <a:pt x="3335" y="6449"/>
                    <a:pt x="3602" y="6214"/>
                  </a:cubicBezTo>
                  <a:cubicBezTo>
                    <a:pt x="3939" y="5918"/>
                    <a:pt x="4255" y="5606"/>
                    <a:pt x="4577" y="5298"/>
                  </a:cubicBezTo>
                  <a:cubicBezTo>
                    <a:pt x="4624" y="5252"/>
                    <a:pt x="4676" y="5232"/>
                    <a:pt x="4726" y="5232"/>
                  </a:cubicBezTo>
                  <a:cubicBezTo>
                    <a:pt x="4823" y="5232"/>
                    <a:pt x="4912" y="5304"/>
                    <a:pt x="4943" y="5395"/>
                  </a:cubicBezTo>
                  <a:cubicBezTo>
                    <a:pt x="5748" y="6083"/>
                    <a:pt x="6641" y="6590"/>
                    <a:pt x="7652" y="6886"/>
                  </a:cubicBezTo>
                  <a:cubicBezTo>
                    <a:pt x="7611" y="6433"/>
                    <a:pt x="7534" y="5990"/>
                    <a:pt x="7408" y="5552"/>
                  </a:cubicBezTo>
                  <a:cubicBezTo>
                    <a:pt x="7269" y="5069"/>
                    <a:pt x="7001" y="4628"/>
                    <a:pt x="6887" y="4143"/>
                  </a:cubicBezTo>
                  <a:cubicBezTo>
                    <a:pt x="6863" y="4039"/>
                    <a:pt x="6937" y="3942"/>
                    <a:pt x="7024" y="3914"/>
                  </a:cubicBezTo>
                  <a:cubicBezTo>
                    <a:pt x="7026" y="3866"/>
                    <a:pt x="7050" y="3815"/>
                    <a:pt x="7107" y="3781"/>
                  </a:cubicBezTo>
                  <a:cubicBezTo>
                    <a:pt x="7386" y="3602"/>
                    <a:pt x="9368" y="2256"/>
                    <a:pt x="9139" y="1904"/>
                  </a:cubicBezTo>
                  <a:cubicBezTo>
                    <a:pt x="9087" y="1823"/>
                    <a:pt x="8893" y="1797"/>
                    <a:pt x="8659" y="1797"/>
                  </a:cubicBezTo>
                  <a:cubicBezTo>
                    <a:pt x="8282" y="1797"/>
                    <a:pt x="7801" y="1864"/>
                    <a:pt x="7633" y="1875"/>
                  </a:cubicBezTo>
                  <a:cubicBezTo>
                    <a:pt x="7146" y="1908"/>
                    <a:pt x="6661" y="1988"/>
                    <a:pt x="6177" y="2002"/>
                  </a:cubicBezTo>
                  <a:cubicBezTo>
                    <a:pt x="6173" y="2002"/>
                    <a:pt x="6170" y="2002"/>
                    <a:pt x="6166" y="2002"/>
                  </a:cubicBezTo>
                  <a:cubicBezTo>
                    <a:pt x="6063" y="2002"/>
                    <a:pt x="6000" y="1931"/>
                    <a:pt x="5976" y="1848"/>
                  </a:cubicBezTo>
                  <a:cubicBezTo>
                    <a:pt x="5937" y="1836"/>
                    <a:pt x="5899" y="1815"/>
                    <a:pt x="5874" y="1781"/>
                  </a:cubicBezTo>
                  <a:cubicBezTo>
                    <a:pt x="5664" y="1476"/>
                    <a:pt x="5549" y="1118"/>
                    <a:pt x="5354" y="802"/>
                  </a:cubicBezTo>
                  <a:cubicBezTo>
                    <a:pt x="5241" y="617"/>
                    <a:pt x="5117" y="437"/>
                    <a:pt x="4980" y="270"/>
                  </a:cubicBezTo>
                  <a:cubicBezTo>
                    <a:pt x="4832" y="88"/>
                    <a:pt x="4795" y="0"/>
                    <a:pt x="46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3"/>
            <p:cNvSpPr/>
            <p:nvPr/>
          </p:nvSpPr>
          <p:spPr>
            <a:xfrm>
              <a:off x="6441550" y="2480732"/>
              <a:ext cx="253700" cy="208925"/>
            </a:xfrm>
            <a:custGeom>
              <a:rect b="b" l="l" r="r" t="t"/>
              <a:pathLst>
                <a:path extrusionOk="0" h="8357" w="10148">
                  <a:moveTo>
                    <a:pt x="5002" y="612"/>
                  </a:moveTo>
                  <a:cubicBezTo>
                    <a:pt x="5139" y="612"/>
                    <a:pt x="5176" y="700"/>
                    <a:pt x="5324" y="883"/>
                  </a:cubicBezTo>
                  <a:cubicBezTo>
                    <a:pt x="5461" y="1049"/>
                    <a:pt x="5585" y="1229"/>
                    <a:pt x="5698" y="1414"/>
                  </a:cubicBezTo>
                  <a:cubicBezTo>
                    <a:pt x="5893" y="1730"/>
                    <a:pt x="6008" y="2088"/>
                    <a:pt x="6219" y="2393"/>
                  </a:cubicBezTo>
                  <a:cubicBezTo>
                    <a:pt x="6243" y="2428"/>
                    <a:pt x="6281" y="2448"/>
                    <a:pt x="6320" y="2460"/>
                  </a:cubicBezTo>
                  <a:cubicBezTo>
                    <a:pt x="6344" y="2543"/>
                    <a:pt x="6408" y="2615"/>
                    <a:pt x="6512" y="2615"/>
                  </a:cubicBezTo>
                  <a:cubicBezTo>
                    <a:pt x="6515" y="2615"/>
                    <a:pt x="6518" y="2615"/>
                    <a:pt x="6521" y="2615"/>
                  </a:cubicBezTo>
                  <a:cubicBezTo>
                    <a:pt x="7006" y="2601"/>
                    <a:pt x="7490" y="2520"/>
                    <a:pt x="7977" y="2488"/>
                  </a:cubicBezTo>
                  <a:cubicBezTo>
                    <a:pt x="8145" y="2476"/>
                    <a:pt x="8627" y="2409"/>
                    <a:pt x="9004" y="2409"/>
                  </a:cubicBezTo>
                  <a:cubicBezTo>
                    <a:pt x="9238" y="2409"/>
                    <a:pt x="9431" y="2435"/>
                    <a:pt x="9483" y="2516"/>
                  </a:cubicBezTo>
                  <a:cubicBezTo>
                    <a:pt x="9711" y="2868"/>
                    <a:pt x="7730" y="4214"/>
                    <a:pt x="7451" y="4393"/>
                  </a:cubicBezTo>
                  <a:cubicBezTo>
                    <a:pt x="7394" y="4427"/>
                    <a:pt x="7370" y="4478"/>
                    <a:pt x="7368" y="4526"/>
                  </a:cubicBezTo>
                  <a:cubicBezTo>
                    <a:pt x="7281" y="4554"/>
                    <a:pt x="7207" y="4651"/>
                    <a:pt x="7231" y="4755"/>
                  </a:cubicBezTo>
                  <a:cubicBezTo>
                    <a:pt x="7345" y="5240"/>
                    <a:pt x="7613" y="5681"/>
                    <a:pt x="7752" y="6164"/>
                  </a:cubicBezTo>
                  <a:cubicBezTo>
                    <a:pt x="7878" y="6602"/>
                    <a:pt x="7955" y="7045"/>
                    <a:pt x="7996" y="7498"/>
                  </a:cubicBezTo>
                  <a:cubicBezTo>
                    <a:pt x="6985" y="7202"/>
                    <a:pt x="6092" y="6695"/>
                    <a:pt x="5287" y="6007"/>
                  </a:cubicBezTo>
                  <a:cubicBezTo>
                    <a:pt x="5256" y="5916"/>
                    <a:pt x="5167" y="5845"/>
                    <a:pt x="5070" y="5845"/>
                  </a:cubicBezTo>
                  <a:cubicBezTo>
                    <a:pt x="5020" y="5845"/>
                    <a:pt x="4968" y="5864"/>
                    <a:pt x="4921" y="5910"/>
                  </a:cubicBezTo>
                  <a:cubicBezTo>
                    <a:pt x="4599" y="6219"/>
                    <a:pt x="4283" y="6530"/>
                    <a:pt x="3946" y="6826"/>
                  </a:cubicBezTo>
                  <a:cubicBezTo>
                    <a:pt x="3678" y="7061"/>
                    <a:pt x="3059" y="7746"/>
                    <a:pt x="2689" y="7746"/>
                  </a:cubicBezTo>
                  <a:cubicBezTo>
                    <a:pt x="2663" y="7746"/>
                    <a:pt x="2639" y="7743"/>
                    <a:pt x="2616" y="7736"/>
                  </a:cubicBezTo>
                  <a:cubicBezTo>
                    <a:pt x="2337" y="7653"/>
                    <a:pt x="2471" y="7343"/>
                    <a:pt x="2505" y="7073"/>
                  </a:cubicBezTo>
                  <a:cubicBezTo>
                    <a:pt x="2535" y="6824"/>
                    <a:pt x="2581" y="6582"/>
                    <a:pt x="2639" y="6337"/>
                  </a:cubicBezTo>
                  <a:cubicBezTo>
                    <a:pt x="2752" y="5870"/>
                    <a:pt x="2898" y="5413"/>
                    <a:pt x="3050" y="4958"/>
                  </a:cubicBezTo>
                  <a:cubicBezTo>
                    <a:pt x="3076" y="4882"/>
                    <a:pt x="3028" y="4826"/>
                    <a:pt x="2965" y="4810"/>
                  </a:cubicBezTo>
                  <a:cubicBezTo>
                    <a:pt x="2949" y="4790"/>
                    <a:pt x="2928" y="4773"/>
                    <a:pt x="2903" y="4757"/>
                  </a:cubicBezTo>
                  <a:cubicBezTo>
                    <a:pt x="2557" y="4570"/>
                    <a:pt x="344" y="3520"/>
                    <a:pt x="710" y="3031"/>
                  </a:cubicBezTo>
                  <a:cubicBezTo>
                    <a:pt x="813" y="2890"/>
                    <a:pt x="1076" y="2857"/>
                    <a:pt x="1345" y="2857"/>
                  </a:cubicBezTo>
                  <a:cubicBezTo>
                    <a:pt x="1593" y="2857"/>
                    <a:pt x="1848" y="2885"/>
                    <a:pt x="1988" y="2885"/>
                  </a:cubicBezTo>
                  <a:cubicBezTo>
                    <a:pt x="1993" y="2885"/>
                    <a:pt x="1998" y="2885"/>
                    <a:pt x="2002" y="2885"/>
                  </a:cubicBezTo>
                  <a:cubicBezTo>
                    <a:pt x="2340" y="2880"/>
                    <a:pt x="2678" y="2878"/>
                    <a:pt x="3018" y="2852"/>
                  </a:cubicBezTo>
                  <a:cubicBezTo>
                    <a:pt x="3034" y="2875"/>
                    <a:pt x="3059" y="2889"/>
                    <a:pt x="3086" y="2889"/>
                  </a:cubicBezTo>
                  <a:cubicBezTo>
                    <a:pt x="3101" y="2889"/>
                    <a:pt x="3118" y="2884"/>
                    <a:pt x="3133" y="2874"/>
                  </a:cubicBezTo>
                  <a:cubicBezTo>
                    <a:pt x="3203" y="2854"/>
                    <a:pt x="3272" y="2836"/>
                    <a:pt x="3342" y="2820"/>
                  </a:cubicBezTo>
                  <a:cubicBezTo>
                    <a:pt x="3399" y="2811"/>
                    <a:pt x="3457" y="2806"/>
                    <a:pt x="3512" y="2797"/>
                  </a:cubicBezTo>
                  <a:lnTo>
                    <a:pt x="3509" y="2788"/>
                  </a:lnTo>
                  <a:cubicBezTo>
                    <a:pt x="3621" y="2746"/>
                    <a:pt x="3664" y="2601"/>
                    <a:pt x="3595" y="2524"/>
                  </a:cubicBezTo>
                  <a:cubicBezTo>
                    <a:pt x="3829" y="1899"/>
                    <a:pt x="4221" y="802"/>
                    <a:pt x="4794" y="649"/>
                  </a:cubicBezTo>
                  <a:cubicBezTo>
                    <a:pt x="4885" y="625"/>
                    <a:pt x="4951" y="612"/>
                    <a:pt x="5002" y="612"/>
                  </a:cubicBezTo>
                  <a:close/>
                  <a:moveTo>
                    <a:pt x="4825" y="1"/>
                  </a:moveTo>
                  <a:cubicBezTo>
                    <a:pt x="4820" y="1"/>
                    <a:pt x="4815" y="1"/>
                    <a:pt x="4810" y="1"/>
                  </a:cubicBezTo>
                  <a:cubicBezTo>
                    <a:pt x="4376" y="15"/>
                    <a:pt x="4159" y="546"/>
                    <a:pt x="3978" y="872"/>
                  </a:cubicBezTo>
                  <a:cubicBezTo>
                    <a:pt x="3696" y="1377"/>
                    <a:pt x="3470" y="1908"/>
                    <a:pt x="3281" y="2455"/>
                  </a:cubicBezTo>
                  <a:cubicBezTo>
                    <a:pt x="2890" y="2406"/>
                    <a:pt x="2477" y="2382"/>
                    <a:pt x="2068" y="2382"/>
                  </a:cubicBezTo>
                  <a:cubicBezTo>
                    <a:pt x="1748" y="2382"/>
                    <a:pt x="1430" y="2397"/>
                    <a:pt x="1129" y="2425"/>
                  </a:cubicBezTo>
                  <a:cubicBezTo>
                    <a:pt x="760" y="2460"/>
                    <a:pt x="289" y="2585"/>
                    <a:pt x="157" y="2979"/>
                  </a:cubicBezTo>
                  <a:cubicBezTo>
                    <a:pt x="0" y="3455"/>
                    <a:pt x="455" y="3774"/>
                    <a:pt x="785" y="4025"/>
                  </a:cubicBezTo>
                  <a:cubicBezTo>
                    <a:pt x="1360" y="4464"/>
                    <a:pt x="1988" y="4852"/>
                    <a:pt x="2662" y="5120"/>
                  </a:cubicBezTo>
                  <a:cubicBezTo>
                    <a:pt x="2334" y="5695"/>
                    <a:pt x="2145" y="6316"/>
                    <a:pt x="2056" y="6981"/>
                  </a:cubicBezTo>
                  <a:cubicBezTo>
                    <a:pt x="2004" y="7339"/>
                    <a:pt x="1847" y="7993"/>
                    <a:pt x="2203" y="8258"/>
                  </a:cubicBezTo>
                  <a:cubicBezTo>
                    <a:pt x="2296" y="8328"/>
                    <a:pt x="2395" y="8357"/>
                    <a:pt x="2495" y="8357"/>
                  </a:cubicBezTo>
                  <a:cubicBezTo>
                    <a:pt x="2829" y="8357"/>
                    <a:pt x="3181" y="8034"/>
                    <a:pt x="3410" y="7856"/>
                  </a:cubicBezTo>
                  <a:cubicBezTo>
                    <a:pt x="4013" y="7389"/>
                    <a:pt x="4591" y="6886"/>
                    <a:pt x="5124" y="6341"/>
                  </a:cubicBezTo>
                  <a:cubicBezTo>
                    <a:pt x="5978" y="7172"/>
                    <a:pt x="7028" y="7731"/>
                    <a:pt x="8185" y="8019"/>
                  </a:cubicBezTo>
                  <a:cubicBezTo>
                    <a:pt x="8204" y="8024"/>
                    <a:pt x="8222" y="8027"/>
                    <a:pt x="8241" y="8027"/>
                  </a:cubicBezTo>
                  <a:cubicBezTo>
                    <a:pt x="8360" y="8027"/>
                    <a:pt x="8477" y="7933"/>
                    <a:pt x="8472" y="7803"/>
                  </a:cubicBezTo>
                  <a:cubicBezTo>
                    <a:pt x="8428" y="6819"/>
                    <a:pt x="8267" y="5508"/>
                    <a:pt x="7633" y="4693"/>
                  </a:cubicBezTo>
                  <a:cubicBezTo>
                    <a:pt x="8239" y="4381"/>
                    <a:pt x="8806" y="3997"/>
                    <a:pt x="9305" y="3534"/>
                  </a:cubicBezTo>
                  <a:cubicBezTo>
                    <a:pt x="9585" y="3273"/>
                    <a:pt x="10148" y="2813"/>
                    <a:pt x="10051" y="2359"/>
                  </a:cubicBezTo>
                  <a:cubicBezTo>
                    <a:pt x="9976" y="2005"/>
                    <a:pt x="9624" y="1951"/>
                    <a:pt x="9300" y="1951"/>
                  </a:cubicBezTo>
                  <a:cubicBezTo>
                    <a:pt x="9174" y="1951"/>
                    <a:pt x="9052" y="1959"/>
                    <a:pt x="8952" y="1961"/>
                  </a:cubicBezTo>
                  <a:cubicBezTo>
                    <a:pt x="8153" y="1973"/>
                    <a:pt x="7303" y="1989"/>
                    <a:pt x="6523" y="2174"/>
                  </a:cubicBezTo>
                  <a:cubicBezTo>
                    <a:pt x="6424" y="1661"/>
                    <a:pt x="6102" y="1186"/>
                    <a:pt x="5793" y="777"/>
                  </a:cubicBezTo>
                  <a:cubicBezTo>
                    <a:pt x="5568" y="480"/>
                    <a:pt x="5245" y="1"/>
                    <a:pt x="4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113"/>
          <p:cNvGrpSpPr/>
          <p:nvPr/>
        </p:nvGrpSpPr>
        <p:grpSpPr>
          <a:xfrm>
            <a:off x="5622580" y="4125378"/>
            <a:ext cx="432682" cy="306501"/>
            <a:chOff x="6072450" y="2896632"/>
            <a:chExt cx="277325" cy="196450"/>
          </a:xfrm>
        </p:grpSpPr>
        <p:sp>
          <p:nvSpPr>
            <p:cNvPr id="4149" name="Google Shape;4149;p113"/>
            <p:cNvSpPr/>
            <p:nvPr/>
          </p:nvSpPr>
          <p:spPr>
            <a:xfrm>
              <a:off x="6178600" y="2974507"/>
              <a:ext cx="68175" cy="52475"/>
            </a:xfrm>
            <a:custGeom>
              <a:rect b="b" l="l" r="r" t="t"/>
              <a:pathLst>
                <a:path extrusionOk="0" h="2099" w="2727">
                  <a:moveTo>
                    <a:pt x="896" y="0"/>
                  </a:moveTo>
                  <a:cubicBezTo>
                    <a:pt x="343" y="263"/>
                    <a:pt x="1" y="884"/>
                    <a:pt x="246" y="1480"/>
                  </a:cubicBezTo>
                  <a:cubicBezTo>
                    <a:pt x="407" y="1878"/>
                    <a:pt x="763" y="2099"/>
                    <a:pt x="1150" y="2099"/>
                  </a:cubicBezTo>
                  <a:cubicBezTo>
                    <a:pt x="1278" y="2099"/>
                    <a:pt x="1409" y="2075"/>
                    <a:pt x="1538" y="2025"/>
                  </a:cubicBezTo>
                  <a:cubicBezTo>
                    <a:pt x="2726" y="1565"/>
                    <a:pt x="2195" y="9"/>
                    <a:pt x="1059" y="9"/>
                  </a:cubicBezTo>
                  <a:cubicBezTo>
                    <a:pt x="1031" y="9"/>
                    <a:pt x="1004" y="10"/>
                    <a:pt x="975" y="12"/>
                  </a:cubicBezTo>
                  <a:cubicBezTo>
                    <a:pt x="971" y="13"/>
                    <a:pt x="966" y="13"/>
                    <a:pt x="962" y="13"/>
                  </a:cubicBezTo>
                  <a:cubicBezTo>
                    <a:pt x="938" y="13"/>
                    <a:pt x="916" y="8"/>
                    <a:pt x="896" y="0"/>
                  </a:cubicBezTo>
                  <a:close/>
                </a:path>
              </a:pathLst>
            </a:custGeom>
            <a:solidFill>
              <a:srgbClr val="FAF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3"/>
            <p:cNvSpPr/>
            <p:nvPr/>
          </p:nvSpPr>
          <p:spPr>
            <a:xfrm>
              <a:off x="6151025" y="2952457"/>
              <a:ext cx="120075" cy="100100"/>
            </a:xfrm>
            <a:custGeom>
              <a:rect b="b" l="l" r="r" t="t"/>
              <a:pathLst>
                <a:path extrusionOk="0" h="4004" w="4803">
                  <a:moveTo>
                    <a:pt x="2227" y="509"/>
                  </a:moveTo>
                  <a:cubicBezTo>
                    <a:pt x="2966" y="509"/>
                    <a:pt x="3650" y="1121"/>
                    <a:pt x="3717" y="1868"/>
                  </a:cubicBezTo>
                  <a:cubicBezTo>
                    <a:pt x="3780" y="2582"/>
                    <a:pt x="3219" y="3191"/>
                    <a:pt x="2542" y="3338"/>
                  </a:cubicBezTo>
                  <a:cubicBezTo>
                    <a:pt x="2443" y="3360"/>
                    <a:pt x="2345" y="3371"/>
                    <a:pt x="2248" y="3371"/>
                  </a:cubicBezTo>
                  <a:cubicBezTo>
                    <a:pt x="1597" y="3371"/>
                    <a:pt x="1027" y="2896"/>
                    <a:pt x="901" y="2228"/>
                  </a:cubicBezTo>
                  <a:cubicBezTo>
                    <a:pt x="762" y="1499"/>
                    <a:pt x="1224" y="875"/>
                    <a:pt x="1898" y="716"/>
                  </a:cubicBezTo>
                  <a:cubicBezTo>
                    <a:pt x="1903" y="624"/>
                    <a:pt x="1963" y="529"/>
                    <a:pt x="2078" y="517"/>
                  </a:cubicBezTo>
                  <a:cubicBezTo>
                    <a:pt x="2128" y="511"/>
                    <a:pt x="2178" y="509"/>
                    <a:pt x="2227" y="509"/>
                  </a:cubicBezTo>
                  <a:close/>
                  <a:moveTo>
                    <a:pt x="2687" y="1"/>
                  </a:moveTo>
                  <a:cubicBezTo>
                    <a:pt x="2374" y="1"/>
                    <a:pt x="2059" y="78"/>
                    <a:pt x="1780" y="240"/>
                  </a:cubicBezTo>
                  <a:cubicBezTo>
                    <a:pt x="1744" y="261"/>
                    <a:pt x="1708" y="270"/>
                    <a:pt x="1675" y="270"/>
                  </a:cubicBezTo>
                  <a:cubicBezTo>
                    <a:pt x="1628" y="270"/>
                    <a:pt x="1585" y="252"/>
                    <a:pt x="1552" y="224"/>
                  </a:cubicBezTo>
                  <a:cubicBezTo>
                    <a:pt x="598" y="718"/>
                    <a:pt x="0" y="1845"/>
                    <a:pt x="517" y="2881"/>
                  </a:cubicBezTo>
                  <a:cubicBezTo>
                    <a:pt x="882" y="3609"/>
                    <a:pt x="1580" y="4003"/>
                    <a:pt x="2313" y="4003"/>
                  </a:cubicBezTo>
                  <a:cubicBezTo>
                    <a:pt x="2701" y="4003"/>
                    <a:pt x="3098" y="3893"/>
                    <a:pt x="3461" y="3664"/>
                  </a:cubicBezTo>
                  <a:cubicBezTo>
                    <a:pt x="4319" y="3119"/>
                    <a:pt x="4802" y="1855"/>
                    <a:pt x="4295" y="924"/>
                  </a:cubicBezTo>
                  <a:cubicBezTo>
                    <a:pt x="3969" y="328"/>
                    <a:pt x="3330" y="1"/>
                    <a:pt x="2687" y="1"/>
                  </a:cubicBezTo>
                  <a:close/>
                </a:path>
              </a:pathLst>
            </a:custGeom>
            <a:solidFill>
              <a:srgbClr val="FAF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3"/>
            <p:cNvSpPr/>
            <p:nvPr/>
          </p:nvSpPr>
          <p:spPr>
            <a:xfrm>
              <a:off x="6123750" y="2903807"/>
              <a:ext cx="38075" cy="16550"/>
            </a:xfrm>
            <a:custGeom>
              <a:rect b="b" l="l" r="r" t="t"/>
              <a:pathLst>
                <a:path extrusionOk="0" h="662" w="1523">
                  <a:moveTo>
                    <a:pt x="935" y="1"/>
                  </a:moveTo>
                  <a:cubicBezTo>
                    <a:pt x="882" y="1"/>
                    <a:pt x="829" y="4"/>
                    <a:pt x="777" y="9"/>
                  </a:cubicBezTo>
                  <a:cubicBezTo>
                    <a:pt x="579" y="30"/>
                    <a:pt x="102" y="164"/>
                    <a:pt x="1" y="413"/>
                  </a:cubicBezTo>
                  <a:cubicBezTo>
                    <a:pt x="50" y="407"/>
                    <a:pt x="99" y="403"/>
                    <a:pt x="149" y="403"/>
                  </a:cubicBezTo>
                  <a:cubicBezTo>
                    <a:pt x="388" y="403"/>
                    <a:pt x="630" y="481"/>
                    <a:pt x="855" y="662"/>
                  </a:cubicBezTo>
                  <a:cubicBezTo>
                    <a:pt x="1068" y="651"/>
                    <a:pt x="1283" y="642"/>
                    <a:pt x="1497" y="632"/>
                  </a:cubicBezTo>
                  <a:cubicBezTo>
                    <a:pt x="1495" y="630"/>
                    <a:pt x="1495" y="630"/>
                    <a:pt x="1495" y="628"/>
                  </a:cubicBezTo>
                  <a:cubicBezTo>
                    <a:pt x="1477" y="427"/>
                    <a:pt x="1523" y="258"/>
                    <a:pt x="1340" y="115"/>
                  </a:cubicBezTo>
                  <a:cubicBezTo>
                    <a:pt x="1226" y="26"/>
                    <a:pt x="1080" y="1"/>
                    <a:pt x="935" y="1"/>
                  </a:cubicBezTo>
                  <a:close/>
                </a:path>
              </a:pathLst>
            </a:custGeom>
            <a:solidFill>
              <a:srgbClr val="FAF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13"/>
            <p:cNvSpPr/>
            <p:nvPr/>
          </p:nvSpPr>
          <p:spPr>
            <a:xfrm>
              <a:off x="6211850" y="2930582"/>
              <a:ext cx="114775" cy="147100"/>
            </a:xfrm>
            <a:custGeom>
              <a:rect b="b" l="l" r="r" t="t"/>
              <a:pathLst>
                <a:path extrusionOk="0" h="5884" w="4591">
                  <a:moveTo>
                    <a:pt x="264" y="0"/>
                  </a:moveTo>
                  <a:lnTo>
                    <a:pt x="252" y="441"/>
                  </a:lnTo>
                  <a:cubicBezTo>
                    <a:pt x="1116" y="441"/>
                    <a:pt x="1975" y="940"/>
                    <a:pt x="2333" y="1776"/>
                  </a:cubicBezTo>
                  <a:cubicBezTo>
                    <a:pt x="2866" y="3030"/>
                    <a:pt x="2123" y="4547"/>
                    <a:pt x="926" y="5092"/>
                  </a:cubicBezTo>
                  <a:cubicBezTo>
                    <a:pt x="626" y="5227"/>
                    <a:pt x="312" y="5301"/>
                    <a:pt x="1" y="5318"/>
                  </a:cubicBezTo>
                  <a:lnTo>
                    <a:pt x="29" y="5883"/>
                  </a:lnTo>
                  <a:cubicBezTo>
                    <a:pt x="1141" y="5825"/>
                    <a:pt x="2252" y="5730"/>
                    <a:pt x="3355" y="5597"/>
                  </a:cubicBezTo>
                  <a:cubicBezTo>
                    <a:pt x="3651" y="5565"/>
                    <a:pt x="3944" y="5523"/>
                    <a:pt x="4238" y="5472"/>
                  </a:cubicBezTo>
                  <a:cubicBezTo>
                    <a:pt x="4482" y="5076"/>
                    <a:pt x="4584" y="4652"/>
                    <a:pt x="4540" y="4203"/>
                  </a:cubicBezTo>
                  <a:cubicBezTo>
                    <a:pt x="4590" y="3627"/>
                    <a:pt x="4542" y="3020"/>
                    <a:pt x="4530" y="2443"/>
                  </a:cubicBezTo>
                  <a:cubicBezTo>
                    <a:pt x="4524" y="2034"/>
                    <a:pt x="4586" y="1523"/>
                    <a:pt x="4494" y="1122"/>
                  </a:cubicBezTo>
                  <a:cubicBezTo>
                    <a:pt x="4584" y="665"/>
                    <a:pt x="4385" y="339"/>
                    <a:pt x="3898" y="145"/>
                  </a:cubicBezTo>
                  <a:cubicBezTo>
                    <a:pt x="3607" y="127"/>
                    <a:pt x="3318" y="113"/>
                    <a:pt x="3030" y="97"/>
                  </a:cubicBezTo>
                  <a:cubicBezTo>
                    <a:pt x="2109" y="54"/>
                    <a:pt x="1185" y="20"/>
                    <a:pt x="264" y="0"/>
                  </a:cubicBezTo>
                  <a:close/>
                </a:path>
              </a:pathLst>
            </a:custGeom>
            <a:solidFill>
              <a:srgbClr val="FCF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13"/>
            <p:cNvSpPr/>
            <p:nvPr/>
          </p:nvSpPr>
          <p:spPr>
            <a:xfrm>
              <a:off x="6095250" y="2926982"/>
              <a:ext cx="123200" cy="152525"/>
            </a:xfrm>
            <a:custGeom>
              <a:rect b="b" l="l" r="r" t="t"/>
              <a:pathLst>
                <a:path extrusionOk="0" h="6101" w="4928">
                  <a:moveTo>
                    <a:pt x="1023" y="1"/>
                  </a:moveTo>
                  <a:cubicBezTo>
                    <a:pt x="206" y="202"/>
                    <a:pt x="93" y="1641"/>
                    <a:pt x="47" y="2238"/>
                  </a:cubicBezTo>
                  <a:cubicBezTo>
                    <a:pt x="3" y="2788"/>
                    <a:pt x="1" y="3339"/>
                    <a:pt x="23" y="3890"/>
                  </a:cubicBezTo>
                  <a:cubicBezTo>
                    <a:pt x="45" y="4377"/>
                    <a:pt x="29" y="4991"/>
                    <a:pt x="176" y="5460"/>
                  </a:cubicBezTo>
                  <a:cubicBezTo>
                    <a:pt x="360" y="6041"/>
                    <a:pt x="553" y="6100"/>
                    <a:pt x="991" y="6100"/>
                  </a:cubicBezTo>
                  <a:cubicBezTo>
                    <a:pt x="1104" y="6100"/>
                    <a:pt x="1233" y="6096"/>
                    <a:pt x="1383" y="6096"/>
                  </a:cubicBezTo>
                  <a:cubicBezTo>
                    <a:pt x="1398" y="6096"/>
                    <a:pt x="1413" y="6097"/>
                    <a:pt x="1428" y="6097"/>
                  </a:cubicBezTo>
                  <a:cubicBezTo>
                    <a:pt x="1595" y="6098"/>
                    <a:pt x="1761" y="6099"/>
                    <a:pt x="1928" y="6099"/>
                  </a:cubicBezTo>
                  <a:cubicBezTo>
                    <a:pt x="2849" y="6099"/>
                    <a:pt x="3772" y="6076"/>
                    <a:pt x="4693" y="6027"/>
                  </a:cubicBezTo>
                  <a:lnTo>
                    <a:pt x="4665" y="5462"/>
                  </a:lnTo>
                  <a:cubicBezTo>
                    <a:pt x="4619" y="5465"/>
                    <a:pt x="4574" y="5466"/>
                    <a:pt x="4528" y="5466"/>
                  </a:cubicBezTo>
                  <a:cubicBezTo>
                    <a:pt x="3522" y="5466"/>
                    <a:pt x="2571" y="4860"/>
                    <a:pt x="2222" y="3820"/>
                  </a:cubicBezTo>
                  <a:cubicBezTo>
                    <a:pt x="1797" y="2546"/>
                    <a:pt x="2564" y="1331"/>
                    <a:pt x="3743" y="953"/>
                  </a:cubicBezTo>
                  <a:cubicBezTo>
                    <a:pt x="3757" y="931"/>
                    <a:pt x="3776" y="913"/>
                    <a:pt x="3801" y="899"/>
                  </a:cubicBezTo>
                  <a:cubicBezTo>
                    <a:pt x="4143" y="685"/>
                    <a:pt x="4530" y="585"/>
                    <a:pt x="4916" y="585"/>
                  </a:cubicBezTo>
                  <a:lnTo>
                    <a:pt x="4928" y="144"/>
                  </a:lnTo>
                  <a:cubicBezTo>
                    <a:pt x="3991" y="126"/>
                    <a:pt x="3051" y="116"/>
                    <a:pt x="2113" y="112"/>
                  </a:cubicBezTo>
                  <a:cubicBezTo>
                    <a:pt x="2073" y="153"/>
                    <a:pt x="2018" y="180"/>
                    <a:pt x="1958" y="180"/>
                  </a:cubicBezTo>
                  <a:cubicBezTo>
                    <a:pt x="1928" y="180"/>
                    <a:pt x="1896" y="173"/>
                    <a:pt x="1864" y="158"/>
                  </a:cubicBezTo>
                  <a:cubicBezTo>
                    <a:pt x="1830" y="140"/>
                    <a:pt x="1797" y="126"/>
                    <a:pt x="1762" y="110"/>
                  </a:cubicBezTo>
                  <a:lnTo>
                    <a:pt x="1174" y="110"/>
                  </a:lnTo>
                  <a:cubicBezTo>
                    <a:pt x="1090" y="110"/>
                    <a:pt x="1042" y="61"/>
                    <a:pt x="1023" y="1"/>
                  </a:cubicBezTo>
                  <a:close/>
                </a:path>
              </a:pathLst>
            </a:custGeom>
            <a:solidFill>
              <a:srgbClr val="FCF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13"/>
            <p:cNvSpPr/>
            <p:nvPr/>
          </p:nvSpPr>
          <p:spPr>
            <a:xfrm>
              <a:off x="6072450" y="2896632"/>
              <a:ext cx="277325" cy="196450"/>
            </a:xfrm>
            <a:custGeom>
              <a:rect b="b" l="l" r="r" t="t"/>
              <a:pathLst>
                <a:path extrusionOk="0" h="7858" w="11093">
                  <a:moveTo>
                    <a:pt x="2988" y="287"/>
                  </a:moveTo>
                  <a:cubicBezTo>
                    <a:pt x="3133" y="287"/>
                    <a:pt x="3278" y="313"/>
                    <a:pt x="3392" y="402"/>
                  </a:cubicBezTo>
                  <a:cubicBezTo>
                    <a:pt x="3575" y="545"/>
                    <a:pt x="3529" y="714"/>
                    <a:pt x="3547" y="915"/>
                  </a:cubicBezTo>
                  <a:cubicBezTo>
                    <a:pt x="3547" y="917"/>
                    <a:pt x="3547" y="917"/>
                    <a:pt x="3549" y="919"/>
                  </a:cubicBezTo>
                  <a:cubicBezTo>
                    <a:pt x="3335" y="929"/>
                    <a:pt x="3120" y="938"/>
                    <a:pt x="2907" y="949"/>
                  </a:cubicBezTo>
                  <a:cubicBezTo>
                    <a:pt x="2682" y="768"/>
                    <a:pt x="2441" y="690"/>
                    <a:pt x="2202" y="690"/>
                  </a:cubicBezTo>
                  <a:cubicBezTo>
                    <a:pt x="2152" y="690"/>
                    <a:pt x="2103" y="694"/>
                    <a:pt x="2054" y="700"/>
                  </a:cubicBezTo>
                  <a:cubicBezTo>
                    <a:pt x="2155" y="451"/>
                    <a:pt x="2631" y="317"/>
                    <a:pt x="2829" y="296"/>
                  </a:cubicBezTo>
                  <a:cubicBezTo>
                    <a:pt x="2881" y="291"/>
                    <a:pt x="2935" y="287"/>
                    <a:pt x="2988" y="287"/>
                  </a:cubicBezTo>
                  <a:close/>
                  <a:moveTo>
                    <a:pt x="1935" y="1215"/>
                  </a:moveTo>
                  <a:cubicBezTo>
                    <a:pt x="1954" y="1275"/>
                    <a:pt x="2002" y="1324"/>
                    <a:pt x="2086" y="1324"/>
                  </a:cubicBezTo>
                  <a:lnTo>
                    <a:pt x="2674" y="1324"/>
                  </a:lnTo>
                  <a:cubicBezTo>
                    <a:pt x="2709" y="1340"/>
                    <a:pt x="2742" y="1354"/>
                    <a:pt x="2776" y="1372"/>
                  </a:cubicBezTo>
                  <a:cubicBezTo>
                    <a:pt x="2808" y="1387"/>
                    <a:pt x="2840" y="1394"/>
                    <a:pt x="2870" y="1394"/>
                  </a:cubicBezTo>
                  <a:cubicBezTo>
                    <a:pt x="2930" y="1394"/>
                    <a:pt x="2985" y="1367"/>
                    <a:pt x="3025" y="1326"/>
                  </a:cubicBezTo>
                  <a:cubicBezTo>
                    <a:pt x="3963" y="1330"/>
                    <a:pt x="4903" y="1340"/>
                    <a:pt x="5840" y="1358"/>
                  </a:cubicBezTo>
                  <a:cubicBezTo>
                    <a:pt x="6761" y="1378"/>
                    <a:pt x="7685" y="1412"/>
                    <a:pt x="8606" y="1455"/>
                  </a:cubicBezTo>
                  <a:cubicBezTo>
                    <a:pt x="8894" y="1471"/>
                    <a:pt x="9183" y="1485"/>
                    <a:pt x="9474" y="1503"/>
                  </a:cubicBezTo>
                  <a:cubicBezTo>
                    <a:pt x="9961" y="1698"/>
                    <a:pt x="10160" y="2023"/>
                    <a:pt x="10070" y="2480"/>
                  </a:cubicBezTo>
                  <a:cubicBezTo>
                    <a:pt x="10162" y="2881"/>
                    <a:pt x="10100" y="3392"/>
                    <a:pt x="10106" y="3801"/>
                  </a:cubicBezTo>
                  <a:cubicBezTo>
                    <a:pt x="10118" y="4378"/>
                    <a:pt x="10166" y="4985"/>
                    <a:pt x="10116" y="5561"/>
                  </a:cubicBezTo>
                  <a:cubicBezTo>
                    <a:pt x="10160" y="6010"/>
                    <a:pt x="10058" y="6434"/>
                    <a:pt x="9814" y="6830"/>
                  </a:cubicBezTo>
                  <a:cubicBezTo>
                    <a:pt x="9520" y="6881"/>
                    <a:pt x="9227" y="6923"/>
                    <a:pt x="8931" y="6955"/>
                  </a:cubicBezTo>
                  <a:cubicBezTo>
                    <a:pt x="7828" y="7089"/>
                    <a:pt x="6717" y="7183"/>
                    <a:pt x="5605" y="7241"/>
                  </a:cubicBezTo>
                  <a:cubicBezTo>
                    <a:pt x="4684" y="7290"/>
                    <a:pt x="3761" y="7313"/>
                    <a:pt x="2840" y="7313"/>
                  </a:cubicBezTo>
                  <a:cubicBezTo>
                    <a:pt x="2673" y="7313"/>
                    <a:pt x="2507" y="7312"/>
                    <a:pt x="2340" y="7311"/>
                  </a:cubicBezTo>
                  <a:cubicBezTo>
                    <a:pt x="2325" y="7311"/>
                    <a:pt x="2310" y="7310"/>
                    <a:pt x="2295" y="7310"/>
                  </a:cubicBezTo>
                  <a:cubicBezTo>
                    <a:pt x="2145" y="7310"/>
                    <a:pt x="2016" y="7314"/>
                    <a:pt x="1903" y="7314"/>
                  </a:cubicBezTo>
                  <a:cubicBezTo>
                    <a:pt x="1465" y="7314"/>
                    <a:pt x="1272" y="7255"/>
                    <a:pt x="1088" y="6674"/>
                  </a:cubicBezTo>
                  <a:cubicBezTo>
                    <a:pt x="941" y="6205"/>
                    <a:pt x="957" y="5591"/>
                    <a:pt x="935" y="5104"/>
                  </a:cubicBezTo>
                  <a:cubicBezTo>
                    <a:pt x="913" y="4553"/>
                    <a:pt x="915" y="4002"/>
                    <a:pt x="959" y="3452"/>
                  </a:cubicBezTo>
                  <a:cubicBezTo>
                    <a:pt x="1005" y="2855"/>
                    <a:pt x="1118" y="1416"/>
                    <a:pt x="1935" y="1215"/>
                  </a:cubicBezTo>
                  <a:close/>
                  <a:moveTo>
                    <a:pt x="2998" y="1"/>
                  </a:moveTo>
                  <a:cubicBezTo>
                    <a:pt x="2936" y="1"/>
                    <a:pt x="2873" y="5"/>
                    <a:pt x="2811" y="12"/>
                  </a:cubicBezTo>
                  <a:cubicBezTo>
                    <a:pt x="2434" y="54"/>
                    <a:pt x="1813" y="336"/>
                    <a:pt x="1806" y="758"/>
                  </a:cubicBezTo>
                  <a:cubicBezTo>
                    <a:pt x="1310" y="924"/>
                    <a:pt x="869" y="1384"/>
                    <a:pt x="666" y="1905"/>
                  </a:cubicBezTo>
                  <a:cubicBezTo>
                    <a:pt x="0" y="3603"/>
                    <a:pt x="364" y="5897"/>
                    <a:pt x="708" y="7631"/>
                  </a:cubicBezTo>
                  <a:cubicBezTo>
                    <a:pt x="730" y="7752"/>
                    <a:pt x="857" y="7830"/>
                    <a:pt x="973" y="7832"/>
                  </a:cubicBezTo>
                  <a:cubicBezTo>
                    <a:pt x="1552" y="7849"/>
                    <a:pt x="2132" y="7858"/>
                    <a:pt x="2711" y="7858"/>
                  </a:cubicBezTo>
                  <a:cubicBezTo>
                    <a:pt x="4638" y="7858"/>
                    <a:pt x="6562" y="7761"/>
                    <a:pt x="8479" y="7555"/>
                  </a:cubicBezTo>
                  <a:cubicBezTo>
                    <a:pt x="9063" y="7493"/>
                    <a:pt x="10122" y="7571"/>
                    <a:pt x="10508" y="6997"/>
                  </a:cubicBezTo>
                  <a:cubicBezTo>
                    <a:pt x="10906" y="6408"/>
                    <a:pt x="10669" y="5112"/>
                    <a:pt x="10661" y="4461"/>
                  </a:cubicBezTo>
                  <a:cubicBezTo>
                    <a:pt x="10645" y="3219"/>
                    <a:pt x="11092" y="1215"/>
                    <a:pt x="9474" y="1024"/>
                  </a:cubicBezTo>
                  <a:cubicBezTo>
                    <a:pt x="8405" y="897"/>
                    <a:pt x="7309" y="853"/>
                    <a:pt x="6209" y="853"/>
                  </a:cubicBezTo>
                  <a:cubicBezTo>
                    <a:pt x="5418" y="853"/>
                    <a:pt x="4624" y="876"/>
                    <a:pt x="3838" y="907"/>
                  </a:cubicBezTo>
                  <a:cubicBezTo>
                    <a:pt x="3945" y="726"/>
                    <a:pt x="3852" y="464"/>
                    <a:pt x="3722" y="305"/>
                  </a:cubicBezTo>
                  <a:cubicBezTo>
                    <a:pt x="3540" y="79"/>
                    <a:pt x="3272" y="1"/>
                    <a:pt x="29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13"/>
            <p:cNvSpPr/>
            <p:nvPr/>
          </p:nvSpPr>
          <p:spPr>
            <a:xfrm>
              <a:off x="6140150" y="2941607"/>
              <a:ext cx="143375" cy="122025"/>
            </a:xfrm>
            <a:custGeom>
              <a:rect b="b" l="l" r="r" t="t"/>
              <a:pathLst>
                <a:path extrusionOk="0" h="4881" w="5735">
                  <a:moveTo>
                    <a:pt x="3122" y="435"/>
                  </a:moveTo>
                  <a:cubicBezTo>
                    <a:pt x="3765" y="435"/>
                    <a:pt x="4404" y="762"/>
                    <a:pt x="4730" y="1358"/>
                  </a:cubicBezTo>
                  <a:cubicBezTo>
                    <a:pt x="5237" y="2289"/>
                    <a:pt x="4754" y="3553"/>
                    <a:pt x="3896" y="4098"/>
                  </a:cubicBezTo>
                  <a:cubicBezTo>
                    <a:pt x="3533" y="4327"/>
                    <a:pt x="3136" y="4437"/>
                    <a:pt x="2748" y="4437"/>
                  </a:cubicBezTo>
                  <a:cubicBezTo>
                    <a:pt x="2015" y="4437"/>
                    <a:pt x="1317" y="4044"/>
                    <a:pt x="952" y="3316"/>
                  </a:cubicBezTo>
                  <a:cubicBezTo>
                    <a:pt x="435" y="2279"/>
                    <a:pt x="1033" y="1152"/>
                    <a:pt x="1987" y="658"/>
                  </a:cubicBezTo>
                  <a:cubicBezTo>
                    <a:pt x="2020" y="686"/>
                    <a:pt x="2063" y="704"/>
                    <a:pt x="2110" y="704"/>
                  </a:cubicBezTo>
                  <a:cubicBezTo>
                    <a:pt x="2143" y="704"/>
                    <a:pt x="2179" y="695"/>
                    <a:pt x="2215" y="674"/>
                  </a:cubicBezTo>
                  <a:cubicBezTo>
                    <a:pt x="2494" y="512"/>
                    <a:pt x="2809" y="435"/>
                    <a:pt x="3122" y="435"/>
                  </a:cubicBezTo>
                  <a:close/>
                  <a:moveTo>
                    <a:pt x="3120" y="0"/>
                  </a:moveTo>
                  <a:cubicBezTo>
                    <a:pt x="2734" y="0"/>
                    <a:pt x="2347" y="100"/>
                    <a:pt x="2005" y="314"/>
                  </a:cubicBezTo>
                  <a:cubicBezTo>
                    <a:pt x="1979" y="328"/>
                    <a:pt x="1961" y="346"/>
                    <a:pt x="1947" y="367"/>
                  </a:cubicBezTo>
                  <a:cubicBezTo>
                    <a:pt x="768" y="746"/>
                    <a:pt x="1" y="1961"/>
                    <a:pt x="426" y="3235"/>
                  </a:cubicBezTo>
                  <a:cubicBezTo>
                    <a:pt x="774" y="4275"/>
                    <a:pt x="1726" y="4881"/>
                    <a:pt x="2732" y="4881"/>
                  </a:cubicBezTo>
                  <a:cubicBezTo>
                    <a:pt x="2778" y="4881"/>
                    <a:pt x="2823" y="4880"/>
                    <a:pt x="2869" y="4877"/>
                  </a:cubicBezTo>
                  <a:cubicBezTo>
                    <a:pt x="3180" y="4860"/>
                    <a:pt x="3494" y="4786"/>
                    <a:pt x="3794" y="4651"/>
                  </a:cubicBezTo>
                  <a:cubicBezTo>
                    <a:pt x="4991" y="4106"/>
                    <a:pt x="5734" y="2589"/>
                    <a:pt x="5201" y="1335"/>
                  </a:cubicBezTo>
                  <a:cubicBezTo>
                    <a:pt x="4843" y="499"/>
                    <a:pt x="3984" y="0"/>
                    <a:pt x="3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3"/>
            <p:cNvSpPr/>
            <p:nvPr/>
          </p:nvSpPr>
          <p:spPr>
            <a:xfrm>
              <a:off x="6170075" y="2965157"/>
              <a:ext cx="76700" cy="71575"/>
            </a:xfrm>
            <a:custGeom>
              <a:rect b="b" l="l" r="r" t="t"/>
              <a:pathLst>
                <a:path extrusionOk="0" h="2863" w="3068">
                  <a:moveTo>
                    <a:pt x="1237" y="374"/>
                  </a:moveTo>
                  <a:cubicBezTo>
                    <a:pt x="1256" y="381"/>
                    <a:pt x="1276" y="386"/>
                    <a:pt x="1299" y="386"/>
                  </a:cubicBezTo>
                  <a:cubicBezTo>
                    <a:pt x="1304" y="386"/>
                    <a:pt x="1310" y="386"/>
                    <a:pt x="1316" y="385"/>
                  </a:cubicBezTo>
                  <a:cubicBezTo>
                    <a:pt x="1344" y="383"/>
                    <a:pt x="1372" y="382"/>
                    <a:pt x="1399" y="382"/>
                  </a:cubicBezTo>
                  <a:cubicBezTo>
                    <a:pt x="2536" y="382"/>
                    <a:pt x="3067" y="1939"/>
                    <a:pt x="1879" y="2399"/>
                  </a:cubicBezTo>
                  <a:cubicBezTo>
                    <a:pt x="1750" y="2449"/>
                    <a:pt x="1619" y="2473"/>
                    <a:pt x="1491" y="2473"/>
                  </a:cubicBezTo>
                  <a:cubicBezTo>
                    <a:pt x="1104" y="2473"/>
                    <a:pt x="748" y="2252"/>
                    <a:pt x="587" y="1854"/>
                  </a:cubicBezTo>
                  <a:cubicBezTo>
                    <a:pt x="342" y="1258"/>
                    <a:pt x="684" y="637"/>
                    <a:pt x="1237" y="374"/>
                  </a:cubicBezTo>
                  <a:close/>
                  <a:moveTo>
                    <a:pt x="1465" y="1"/>
                  </a:moveTo>
                  <a:cubicBezTo>
                    <a:pt x="1416" y="1"/>
                    <a:pt x="1366" y="3"/>
                    <a:pt x="1316" y="9"/>
                  </a:cubicBezTo>
                  <a:cubicBezTo>
                    <a:pt x="1201" y="21"/>
                    <a:pt x="1141" y="116"/>
                    <a:pt x="1136" y="208"/>
                  </a:cubicBezTo>
                  <a:cubicBezTo>
                    <a:pt x="462" y="367"/>
                    <a:pt x="0" y="991"/>
                    <a:pt x="138" y="1720"/>
                  </a:cubicBezTo>
                  <a:cubicBezTo>
                    <a:pt x="265" y="2388"/>
                    <a:pt x="835" y="2863"/>
                    <a:pt x="1486" y="2863"/>
                  </a:cubicBezTo>
                  <a:cubicBezTo>
                    <a:pt x="1583" y="2863"/>
                    <a:pt x="1681" y="2852"/>
                    <a:pt x="1780" y="2830"/>
                  </a:cubicBezTo>
                  <a:cubicBezTo>
                    <a:pt x="2456" y="2683"/>
                    <a:pt x="3018" y="2073"/>
                    <a:pt x="2955" y="1360"/>
                  </a:cubicBezTo>
                  <a:cubicBezTo>
                    <a:pt x="2888" y="613"/>
                    <a:pt x="2204" y="1"/>
                    <a:pt x="1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7" name="Google Shape;4157;p113"/>
          <p:cNvSpPr/>
          <p:nvPr/>
        </p:nvSpPr>
        <p:spPr>
          <a:xfrm>
            <a:off x="964900" y="3317454"/>
            <a:ext cx="390281" cy="300590"/>
          </a:xfrm>
          <a:custGeom>
            <a:rect b="b" l="l" r="r" t="t"/>
            <a:pathLst>
              <a:path extrusionOk="0" h="7916" w="10278">
                <a:moveTo>
                  <a:pt x="7357" y="528"/>
                </a:moveTo>
                <a:cubicBezTo>
                  <a:pt x="8886" y="528"/>
                  <a:pt x="8922" y="2740"/>
                  <a:pt x="8396" y="3792"/>
                </a:cubicBezTo>
                <a:cubicBezTo>
                  <a:pt x="7578" y="5426"/>
                  <a:pt x="6108" y="6456"/>
                  <a:pt x="4602" y="7389"/>
                </a:cubicBezTo>
                <a:cubicBezTo>
                  <a:pt x="4522" y="7437"/>
                  <a:pt x="4492" y="7506"/>
                  <a:pt x="4490" y="7573"/>
                </a:cubicBezTo>
                <a:cubicBezTo>
                  <a:pt x="3361" y="6492"/>
                  <a:pt x="2315" y="5241"/>
                  <a:pt x="1806" y="3740"/>
                </a:cubicBezTo>
                <a:cubicBezTo>
                  <a:pt x="1504" y="2849"/>
                  <a:pt x="1365" y="1667"/>
                  <a:pt x="2125" y="949"/>
                </a:cubicBezTo>
                <a:cubicBezTo>
                  <a:pt x="2364" y="723"/>
                  <a:pt x="2666" y="625"/>
                  <a:pt x="2977" y="625"/>
                </a:cubicBezTo>
                <a:cubicBezTo>
                  <a:pt x="3565" y="625"/>
                  <a:pt x="4183" y="977"/>
                  <a:pt x="4464" y="1480"/>
                </a:cubicBezTo>
                <a:cubicBezTo>
                  <a:pt x="4681" y="1868"/>
                  <a:pt x="4759" y="2335"/>
                  <a:pt x="4836" y="2766"/>
                </a:cubicBezTo>
                <a:cubicBezTo>
                  <a:pt x="4857" y="2889"/>
                  <a:pt x="4963" y="2946"/>
                  <a:pt x="5072" y="2946"/>
                </a:cubicBezTo>
                <a:cubicBezTo>
                  <a:pt x="5208" y="2946"/>
                  <a:pt x="5348" y="2857"/>
                  <a:pt x="5332" y="2700"/>
                </a:cubicBezTo>
                <a:cubicBezTo>
                  <a:pt x="5332" y="2688"/>
                  <a:pt x="5330" y="2678"/>
                  <a:pt x="5330" y="2667"/>
                </a:cubicBezTo>
                <a:cubicBezTo>
                  <a:pt x="5526" y="1806"/>
                  <a:pt x="5948" y="818"/>
                  <a:pt x="6886" y="589"/>
                </a:cubicBezTo>
                <a:cubicBezTo>
                  <a:pt x="7057" y="547"/>
                  <a:pt x="7213" y="528"/>
                  <a:pt x="7357" y="528"/>
                </a:cubicBezTo>
                <a:close/>
                <a:moveTo>
                  <a:pt x="3085" y="0"/>
                </a:moveTo>
                <a:cubicBezTo>
                  <a:pt x="2364" y="0"/>
                  <a:pt x="1702" y="444"/>
                  <a:pt x="1326" y="1106"/>
                </a:cubicBezTo>
                <a:cubicBezTo>
                  <a:pt x="1" y="3440"/>
                  <a:pt x="2522" y="6659"/>
                  <a:pt x="4355" y="7890"/>
                </a:cubicBezTo>
                <a:cubicBezTo>
                  <a:pt x="4382" y="7907"/>
                  <a:pt x="4409" y="7915"/>
                  <a:pt x="4435" y="7915"/>
                </a:cubicBezTo>
                <a:cubicBezTo>
                  <a:pt x="4510" y="7915"/>
                  <a:pt x="4576" y="7850"/>
                  <a:pt x="4594" y="7774"/>
                </a:cubicBezTo>
                <a:cubicBezTo>
                  <a:pt x="4634" y="7805"/>
                  <a:pt x="4684" y="7824"/>
                  <a:pt x="4740" y="7824"/>
                </a:cubicBezTo>
                <a:cubicBezTo>
                  <a:pt x="4773" y="7824"/>
                  <a:pt x="4808" y="7817"/>
                  <a:pt x="4845" y="7802"/>
                </a:cubicBezTo>
                <a:cubicBezTo>
                  <a:pt x="6960" y="6909"/>
                  <a:pt x="10278" y="3867"/>
                  <a:pt x="9031" y="1275"/>
                </a:cubicBezTo>
                <a:cubicBezTo>
                  <a:pt x="8680" y="547"/>
                  <a:pt x="7983" y="6"/>
                  <a:pt x="7205" y="6"/>
                </a:cubicBezTo>
                <a:cubicBezTo>
                  <a:pt x="7000" y="6"/>
                  <a:pt x="6790" y="44"/>
                  <a:pt x="6578" y="125"/>
                </a:cubicBezTo>
                <a:cubicBezTo>
                  <a:pt x="5831" y="414"/>
                  <a:pt x="5399" y="1092"/>
                  <a:pt x="5163" y="1829"/>
                </a:cubicBezTo>
                <a:cubicBezTo>
                  <a:pt x="4944" y="1092"/>
                  <a:pt x="4514" y="430"/>
                  <a:pt x="3753" y="130"/>
                </a:cubicBezTo>
                <a:cubicBezTo>
                  <a:pt x="3529" y="41"/>
                  <a:pt x="3304" y="0"/>
                  <a:pt x="3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161" name="Shape 4161"/>
        <p:cNvGrpSpPr/>
        <p:nvPr/>
      </p:nvGrpSpPr>
      <p:grpSpPr>
        <a:xfrm>
          <a:off x="0" y="0"/>
          <a:ext cx="0" cy="0"/>
          <a:chOff x="0" y="0"/>
          <a:chExt cx="0" cy="0"/>
        </a:xfrm>
      </p:grpSpPr>
      <p:sp>
        <p:nvSpPr>
          <p:cNvPr id="4162" name="Google Shape;4162;p114"/>
          <p:cNvSpPr/>
          <p:nvPr/>
        </p:nvSpPr>
        <p:spPr>
          <a:xfrm flipH="1" rot="-5818009">
            <a:off x="1647430" y="-1598896"/>
            <a:ext cx="2784567" cy="4860508"/>
          </a:xfrm>
          <a:custGeom>
            <a:rect b="b" l="l" r="r" t="t"/>
            <a:pathLst>
              <a:path extrusionOk="0" h="24130" w="12329">
                <a:moveTo>
                  <a:pt x="5521" y="0"/>
                </a:moveTo>
                <a:cubicBezTo>
                  <a:pt x="5079" y="0"/>
                  <a:pt x="4651" y="107"/>
                  <a:pt x="4254" y="350"/>
                </a:cubicBezTo>
                <a:cubicBezTo>
                  <a:pt x="2044" y="1679"/>
                  <a:pt x="1612" y="7560"/>
                  <a:pt x="1230" y="9803"/>
                </a:cubicBezTo>
                <a:cubicBezTo>
                  <a:pt x="616" y="13458"/>
                  <a:pt x="1" y="17163"/>
                  <a:pt x="383" y="20851"/>
                </a:cubicBezTo>
                <a:cubicBezTo>
                  <a:pt x="466" y="21632"/>
                  <a:pt x="599" y="22430"/>
                  <a:pt x="1014" y="23094"/>
                </a:cubicBezTo>
                <a:cubicBezTo>
                  <a:pt x="1398" y="23684"/>
                  <a:pt x="2043" y="24130"/>
                  <a:pt x="2729" y="24130"/>
                </a:cubicBezTo>
                <a:cubicBezTo>
                  <a:pt x="2816" y="24130"/>
                  <a:pt x="2903" y="24123"/>
                  <a:pt x="2991" y="24108"/>
                </a:cubicBezTo>
                <a:cubicBezTo>
                  <a:pt x="3706" y="23975"/>
                  <a:pt x="4254" y="23343"/>
                  <a:pt x="4603" y="22696"/>
                </a:cubicBezTo>
                <a:cubicBezTo>
                  <a:pt x="5367" y="21267"/>
                  <a:pt x="5517" y="19572"/>
                  <a:pt x="6214" y="18127"/>
                </a:cubicBezTo>
                <a:cubicBezTo>
                  <a:pt x="7195" y="16083"/>
                  <a:pt x="9089" y="14654"/>
                  <a:pt x="10335" y="12777"/>
                </a:cubicBezTo>
                <a:cubicBezTo>
                  <a:pt x="11963" y="10318"/>
                  <a:pt x="12328" y="7029"/>
                  <a:pt x="11082" y="4354"/>
                </a:cubicBezTo>
                <a:cubicBezTo>
                  <a:pt x="10306" y="2691"/>
                  <a:pt x="7740" y="0"/>
                  <a:pt x="55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3" name="Google Shape;4163;p114"/>
          <p:cNvGrpSpPr/>
          <p:nvPr/>
        </p:nvGrpSpPr>
        <p:grpSpPr>
          <a:xfrm rot="5400000">
            <a:off x="1196997" y="633767"/>
            <a:ext cx="221772" cy="200884"/>
            <a:chOff x="1640475" y="1197075"/>
            <a:chExt cx="55475" cy="50250"/>
          </a:xfrm>
        </p:grpSpPr>
        <p:sp>
          <p:nvSpPr>
            <p:cNvPr id="4164" name="Google Shape;4164;p1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7" name="Google Shape;4167;p114"/>
          <p:cNvSpPr/>
          <p:nvPr/>
        </p:nvSpPr>
        <p:spPr>
          <a:xfrm rot="9299609">
            <a:off x="3063554" y="3337582"/>
            <a:ext cx="580163" cy="135916"/>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8" name="Google Shape;4168;p114"/>
          <p:cNvGrpSpPr/>
          <p:nvPr/>
        </p:nvGrpSpPr>
        <p:grpSpPr>
          <a:xfrm rot="5400000">
            <a:off x="1730586" y="2607285"/>
            <a:ext cx="221772" cy="200884"/>
            <a:chOff x="1640475" y="1197075"/>
            <a:chExt cx="55475" cy="50250"/>
          </a:xfrm>
        </p:grpSpPr>
        <p:sp>
          <p:nvSpPr>
            <p:cNvPr id="4169" name="Google Shape;4169;p1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2" name="Google Shape;4172;p114"/>
          <p:cNvSpPr/>
          <p:nvPr/>
        </p:nvSpPr>
        <p:spPr>
          <a:xfrm rot="6391521">
            <a:off x="90759" y="1137610"/>
            <a:ext cx="605799" cy="141934"/>
          </a:xfrm>
          <a:custGeom>
            <a:rect b="b" l="l" r="r" t="t"/>
            <a:pathLst>
              <a:path extrusionOk="0" h="1733" w="7397">
                <a:moveTo>
                  <a:pt x="5860" y="0"/>
                </a:moveTo>
                <a:cubicBezTo>
                  <a:pt x="5799" y="0"/>
                  <a:pt x="5741" y="11"/>
                  <a:pt x="5686" y="32"/>
                </a:cubicBezTo>
                <a:cubicBezTo>
                  <a:pt x="5466" y="121"/>
                  <a:pt x="5383" y="336"/>
                  <a:pt x="5302" y="543"/>
                </a:cubicBezTo>
                <a:cubicBezTo>
                  <a:pt x="5254" y="668"/>
                  <a:pt x="5205" y="796"/>
                  <a:pt x="5126" y="889"/>
                </a:cubicBezTo>
                <a:cubicBezTo>
                  <a:pt x="5014" y="1021"/>
                  <a:pt x="4860" y="1053"/>
                  <a:pt x="4751" y="1057"/>
                </a:cubicBezTo>
                <a:cubicBezTo>
                  <a:pt x="4742" y="1057"/>
                  <a:pt x="4734" y="1057"/>
                  <a:pt x="4725" y="1057"/>
                </a:cubicBezTo>
                <a:cubicBezTo>
                  <a:pt x="4511" y="1057"/>
                  <a:pt x="4276" y="958"/>
                  <a:pt x="4120" y="799"/>
                </a:cubicBezTo>
                <a:cubicBezTo>
                  <a:pt x="4087" y="765"/>
                  <a:pt x="4055" y="729"/>
                  <a:pt x="4022" y="693"/>
                </a:cubicBezTo>
                <a:cubicBezTo>
                  <a:pt x="3950" y="610"/>
                  <a:pt x="3874" y="524"/>
                  <a:pt x="3776" y="460"/>
                </a:cubicBezTo>
                <a:cubicBezTo>
                  <a:pt x="3674" y="394"/>
                  <a:pt x="3552" y="359"/>
                  <a:pt x="3425" y="359"/>
                </a:cubicBezTo>
                <a:cubicBezTo>
                  <a:pt x="3376" y="359"/>
                  <a:pt x="3325" y="365"/>
                  <a:pt x="3276" y="375"/>
                </a:cubicBezTo>
                <a:cubicBezTo>
                  <a:pt x="3098" y="414"/>
                  <a:pt x="2945" y="517"/>
                  <a:pt x="2855" y="658"/>
                </a:cubicBezTo>
                <a:cubicBezTo>
                  <a:pt x="2796" y="751"/>
                  <a:pt x="2759" y="858"/>
                  <a:pt x="2723" y="962"/>
                </a:cubicBezTo>
                <a:cubicBezTo>
                  <a:pt x="2665" y="1131"/>
                  <a:pt x="2614" y="1277"/>
                  <a:pt x="2485" y="1333"/>
                </a:cubicBezTo>
                <a:cubicBezTo>
                  <a:pt x="2453" y="1347"/>
                  <a:pt x="2420" y="1353"/>
                  <a:pt x="2387" y="1353"/>
                </a:cubicBezTo>
                <a:cubicBezTo>
                  <a:pt x="2220" y="1353"/>
                  <a:pt x="2046" y="1198"/>
                  <a:pt x="1947" y="1092"/>
                </a:cubicBezTo>
                <a:cubicBezTo>
                  <a:pt x="1784" y="919"/>
                  <a:pt x="1583" y="706"/>
                  <a:pt x="1324" y="706"/>
                </a:cubicBezTo>
                <a:cubicBezTo>
                  <a:pt x="1308" y="706"/>
                  <a:pt x="1292" y="707"/>
                  <a:pt x="1276" y="709"/>
                </a:cubicBezTo>
                <a:cubicBezTo>
                  <a:pt x="985" y="739"/>
                  <a:pt x="854" y="994"/>
                  <a:pt x="728" y="1242"/>
                </a:cubicBezTo>
                <a:cubicBezTo>
                  <a:pt x="669" y="1354"/>
                  <a:pt x="609" y="1471"/>
                  <a:pt x="536" y="1561"/>
                </a:cubicBezTo>
                <a:cubicBezTo>
                  <a:pt x="519" y="1564"/>
                  <a:pt x="502" y="1565"/>
                  <a:pt x="486" y="1565"/>
                </a:cubicBezTo>
                <a:cubicBezTo>
                  <a:pt x="360" y="1565"/>
                  <a:pt x="234" y="1499"/>
                  <a:pt x="167" y="1391"/>
                </a:cubicBezTo>
                <a:cubicBezTo>
                  <a:pt x="151" y="1366"/>
                  <a:pt x="124" y="1352"/>
                  <a:pt x="96" y="1352"/>
                </a:cubicBezTo>
                <a:cubicBezTo>
                  <a:pt x="81" y="1352"/>
                  <a:pt x="65" y="1356"/>
                  <a:pt x="52" y="1365"/>
                </a:cubicBezTo>
                <a:cubicBezTo>
                  <a:pt x="12" y="1389"/>
                  <a:pt x="0" y="1440"/>
                  <a:pt x="25" y="1480"/>
                </a:cubicBezTo>
                <a:cubicBezTo>
                  <a:pt x="122" y="1636"/>
                  <a:pt x="306" y="1732"/>
                  <a:pt x="489" y="1732"/>
                </a:cubicBezTo>
                <a:cubicBezTo>
                  <a:pt x="526" y="1732"/>
                  <a:pt x="562" y="1728"/>
                  <a:pt x="599" y="1720"/>
                </a:cubicBezTo>
                <a:cubicBezTo>
                  <a:pt x="616" y="1716"/>
                  <a:pt x="631" y="1707"/>
                  <a:pt x="642" y="1694"/>
                </a:cubicBezTo>
                <a:cubicBezTo>
                  <a:pt x="739" y="1586"/>
                  <a:pt x="809" y="1449"/>
                  <a:pt x="876" y="1318"/>
                </a:cubicBezTo>
                <a:cubicBezTo>
                  <a:pt x="993" y="1091"/>
                  <a:pt x="1092" y="896"/>
                  <a:pt x="1293" y="875"/>
                </a:cubicBezTo>
                <a:cubicBezTo>
                  <a:pt x="1303" y="874"/>
                  <a:pt x="1312" y="874"/>
                  <a:pt x="1322" y="874"/>
                </a:cubicBezTo>
                <a:cubicBezTo>
                  <a:pt x="1510" y="874"/>
                  <a:pt x="1677" y="1050"/>
                  <a:pt x="1826" y="1209"/>
                </a:cubicBezTo>
                <a:cubicBezTo>
                  <a:pt x="2019" y="1414"/>
                  <a:pt x="2213" y="1520"/>
                  <a:pt x="2388" y="1520"/>
                </a:cubicBezTo>
                <a:cubicBezTo>
                  <a:pt x="2445" y="1520"/>
                  <a:pt x="2500" y="1509"/>
                  <a:pt x="2551" y="1486"/>
                </a:cubicBezTo>
                <a:cubicBezTo>
                  <a:pt x="2749" y="1401"/>
                  <a:pt x="2816" y="1205"/>
                  <a:pt x="2882" y="1016"/>
                </a:cubicBezTo>
                <a:cubicBezTo>
                  <a:pt x="2914" y="922"/>
                  <a:pt x="2947" y="825"/>
                  <a:pt x="2996" y="749"/>
                </a:cubicBezTo>
                <a:cubicBezTo>
                  <a:pt x="3062" y="645"/>
                  <a:pt x="3176" y="569"/>
                  <a:pt x="3311" y="540"/>
                </a:cubicBezTo>
                <a:cubicBezTo>
                  <a:pt x="3350" y="531"/>
                  <a:pt x="3389" y="527"/>
                  <a:pt x="3427" y="527"/>
                </a:cubicBezTo>
                <a:cubicBezTo>
                  <a:pt x="3521" y="527"/>
                  <a:pt x="3610" y="552"/>
                  <a:pt x="3684" y="601"/>
                </a:cubicBezTo>
                <a:cubicBezTo>
                  <a:pt x="3763" y="652"/>
                  <a:pt x="3828" y="726"/>
                  <a:pt x="3896" y="804"/>
                </a:cubicBezTo>
                <a:cubicBezTo>
                  <a:pt x="3931" y="842"/>
                  <a:pt x="3965" y="881"/>
                  <a:pt x="4000" y="918"/>
                </a:cubicBezTo>
                <a:cubicBezTo>
                  <a:pt x="4188" y="1108"/>
                  <a:pt x="4461" y="1224"/>
                  <a:pt x="4720" y="1224"/>
                </a:cubicBezTo>
                <a:cubicBezTo>
                  <a:pt x="4733" y="1224"/>
                  <a:pt x="4745" y="1224"/>
                  <a:pt x="4757" y="1224"/>
                </a:cubicBezTo>
                <a:cubicBezTo>
                  <a:pt x="4961" y="1217"/>
                  <a:pt x="5132" y="1138"/>
                  <a:pt x="5253" y="997"/>
                </a:cubicBezTo>
                <a:cubicBezTo>
                  <a:pt x="5350" y="884"/>
                  <a:pt x="5405" y="741"/>
                  <a:pt x="5458" y="603"/>
                </a:cubicBezTo>
                <a:cubicBezTo>
                  <a:pt x="5532" y="414"/>
                  <a:pt x="5595" y="249"/>
                  <a:pt x="5748" y="188"/>
                </a:cubicBezTo>
                <a:cubicBezTo>
                  <a:pt x="5784" y="174"/>
                  <a:pt x="5823" y="167"/>
                  <a:pt x="5861" y="167"/>
                </a:cubicBezTo>
                <a:cubicBezTo>
                  <a:pt x="6006" y="167"/>
                  <a:pt x="6157" y="257"/>
                  <a:pt x="6270" y="342"/>
                </a:cubicBezTo>
                <a:cubicBezTo>
                  <a:pt x="6297" y="363"/>
                  <a:pt x="6324" y="384"/>
                  <a:pt x="6351" y="405"/>
                </a:cubicBezTo>
                <a:cubicBezTo>
                  <a:pt x="6505" y="528"/>
                  <a:pt x="6665" y="654"/>
                  <a:pt x="6869" y="683"/>
                </a:cubicBezTo>
                <a:cubicBezTo>
                  <a:pt x="6888" y="686"/>
                  <a:pt x="6907" y="687"/>
                  <a:pt x="6926" y="687"/>
                </a:cubicBezTo>
                <a:cubicBezTo>
                  <a:pt x="7064" y="687"/>
                  <a:pt x="7208" y="621"/>
                  <a:pt x="7297" y="512"/>
                </a:cubicBezTo>
                <a:cubicBezTo>
                  <a:pt x="7373" y="418"/>
                  <a:pt x="7396" y="304"/>
                  <a:pt x="7359" y="200"/>
                </a:cubicBezTo>
                <a:cubicBezTo>
                  <a:pt x="7347" y="166"/>
                  <a:pt x="7314" y="144"/>
                  <a:pt x="7280" y="144"/>
                </a:cubicBezTo>
                <a:cubicBezTo>
                  <a:pt x="7270" y="144"/>
                  <a:pt x="7261" y="146"/>
                  <a:pt x="7252" y="149"/>
                </a:cubicBezTo>
                <a:cubicBezTo>
                  <a:pt x="7208" y="165"/>
                  <a:pt x="7186" y="212"/>
                  <a:pt x="7201" y="256"/>
                </a:cubicBezTo>
                <a:cubicBezTo>
                  <a:pt x="7223" y="318"/>
                  <a:pt x="7194" y="372"/>
                  <a:pt x="7166" y="406"/>
                </a:cubicBezTo>
                <a:cubicBezTo>
                  <a:pt x="7111" y="474"/>
                  <a:pt x="7015" y="519"/>
                  <a:pt x="6927" y="519"/>
                </a:cubicBezTo>
                <a:cubicBezTo>
                  <a:pt x="6916" y="519"/>
                  <a:pt x="6904" y="518"/>
                  <a:pt x="6893" y="516"/>
                </a:cubicBezTo>
                <a:cubicBezTo>
                  <a:pt x="6734" y="494"/>
                  <a:pt x="6598" y="387"/>
                  <a:pt x="6455" y="274"/>
                </a:cubicBezTo>
                <a:cubicBezTo>
                  <a:pt x="6427" y="252"/>
                  <a:pt x="6399" y="230"/>
                  <a:pt x="6372" y="209"/>
                </a:cubicBezTo>
                <a:cubicBezTo>
                  <a:pt x="6189" y="70"/>
                  <a:pt x="6015" y="0"/>
                  <a:pt x="5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4"/>
          <p:cNvSpPr/>
          <p:nvPr/>
        </p:nvSpPr>
        <p:spPr>
          <a:xfrm rot="-5211900">
            <a:off x="-288345" y="2736749"/>
            <a:ext cx="988852" cy="900801"/>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14"/>
          <p:cNvSpPr txBox="1"/>
          <p:nvPr>
            <p:ph type="title"/>
          </p:nvPr>
        </p:nvSpPr>
        <p:spPr>
          <a:xfrm>
            <a:off x="821675" y="759553"/>
            <a:ext cx="28812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4175" name="Google Shape;4175;p114"/>
          <p:cNvSpPr/>
          <p:nvPr/>
        </p:nvSpPr>
        <p:spPr>
          <a:xfrm flipH="1" rot="-163594">
            <a:off x="-785250" y="3998592"/>
            <a:ext cx="2854452" cy="2298244"/>
          </a:xfrm>
          <a:custGeom>
            <a:rect b="b" l="l" r="r" t="t"/>
            <a:pathLst>
              <a:path extrusionOk="0" h="17913" w="21485">
                <a:moveTo>
                  <a:pt x="16498" y="0"/>
                </a:moveTo>
                <a:cubicBezTo>
                  <a:pt x="16431" y="0"/>
                  <a:pt x="16363" y="2"/>
                  <a:pt x="16295" y="5"/>
                </a:cubicBezTo>
                <a:cubicBezTo>
                  <a:pt x="14773" y="76"/>
                  <a:pt x="13358" y="913"/>
                  <a:pt x="11838" y="913"/>
                </a:cubicBezTo>
                <a:cubicBezTo>
                  <a:pt x="11828" y="913"/>
                  <a:pt x="11819" y="913"/>
                  <a:pt x="11809" y="913"/>
                </a:cubicBezTo>
                <a:cubicBezTo>
                  <a:pt x="10328" y="903"/>
                  <a:pt x="8942" y="90"/>
                  <a:pt x="7502" y="90"/>
                </a:cubicBezTo>
                <a:cubicBezTo>
                  <a:pt x="7296" y="90"/>
                  <a:pt x="7089" y="106"/>
                  <a:pt x="6880" y="144"/>
                </a:cubicBezTo>
                <a:cubicBezTo>
                  <a:pt x="6031" y="300"/>
                  <a:pt x="5298" y="798"/>
                  <a:pt x="4738" y="1383"/>
                </a:cubicBezTo>
                <a:cubicBezTo>
                  <a:pt x="4125" y="2021"/>
                  <a:pt x="3678" y="2792"/>
                  <a:pt x="3546" y="3606"/>
                </a:cubicBezTo>
                <a:cubicBezTo>
                  <a:pt x="3331" y="4945"/>
                  <a:pt x="3958" y="6365"/>
                  <a:pt x="3330" y="7612"/>
                </a:cubicBezTo>
                <a:cubicBezTo>
                  <a:pt x="2843" y="8573"/>
                  <a:pt x="1725" y="9179"/>
                  <a:pt x="1025" y="10039"/>
                </a:cubicBezTo>
                <a:cubicBezTo>
                  <a:pt x="129" y="11143"/>
                  <a:pt x="1" y="12623"/>
                  <a:pt x="493" y="13871"/>
                </a:cubicBezTo>
                <a:cubicBezTo>
                  <a:pt x="985" y="15119"/>
                  <a:pt x="2039" y="16147"/>
                  <a:pt x="3280" y="16894"/>
                </a:cubicBezTo>
                <a:cubicBezTo>
                  <a:pt x="4303" y="17509"/>
                  <a:pt x="5501" y="17913"/>
                  <a:pt x="6745" y="17913"/>
                </a:cubicBezTo>
                <a:cubicBezTo>
                  <a:pt x="7100" y="17913"/>
                  <a:pt x="7459" y="17880"/>
                  <a:pt x="7819" y="17810"/>
                </a:cubicBezTo>
                <a:cubicBezTo>
                  <a:pt x="9799" y="17422"/>
                  <a:pt x="10027" y="16541"/>
                  <a:pt x="10831" y="15097"/>
                </a:cubicBezTo>
                <a:cubicBezTo>
                  <a:pt x="11709" y="13519"/>
                  <a:pt x="13719" y="12697"/>
                  <a:pt x="15584" y="12036"/>
                </a:cubicBezTo>
                <a:cubicBezTo>
                  <a:pt x="17450" y="11376"/>
                  <a:pt x="19474" y="10648"/>
                  <a:pt x="20504" y="9137"/>
                </a:cubicBezTo>
                <a:cubicBezTo>
                  <a:pt x="21026" y="8370"/>
                  <a:pt x="21230" y="7476"/>
                  <a:pt x="21324" y="6598"/>
                </a:cubicBezTo>
                <a:cubicBezTo>
                  <a:pt x="21484" y="5087"/>
                  <a:pt x="21327" y="3511"/>
                  <a:pt x="20489" y="2207"/>
                </a:cubicBezTo>
                <a:cubicBezTo>
                  <a:pt x="19684" y="953"/>
                  <a:pt x="18161" y="0"/>
                  <a:pt x="16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4"/>
          <p:cNvSpPr/>
          <p:nvPr/>
        </p:nvSpPr>
        <p:spPr>
          <a:xfrm rot="4071114">
            <a:off x="8372565" y="-92719"/>
            <a:ext cx="1057338" cy="823813"/>
          </a:xfrm>
          <a:custGeom>
            <a:rect b="b" l="l" r="r" t="t"/>
            <a:pathLst>
              <a:path extrusionOk="0" h="16033" w="17601">
                <a:moveTo>
                  <a:pt x="16107" y="0"/>
                </a:moveTo>
                <a:cubicBezTo>
                  <a:pt x="16093" y="0"/>
                  <a:pt x="16078" y="6"/>
                  <a:pt x="16067" y="16"/>
                </a:cubicBezTo>
                <a:cubicBezTo>
                  <a:pt x="16046" y="38"/>
                  <a:pt x="16045" y="73"/>
                  <a:pt x="16066" y="94"/>
                </a:cubicBezTo>
                <a:lnTo>
                  <a:pt x="16107" y="137"/>
                </a:lnTo>
                <a:cubicBezTo>
                  <a:pt x="16118" y="149"/>
                  <a:pt x="16132" y="154"/>
                  <a:pt x="16147" y="154"/>
                </a:cubicBezTo>
                <a:cubicBezTo>
                  <a:pt x="16161" y="154"/>
                  <a:pt x="16175" y="150"/>
                  <a:pt x="16185" y="139"/>
                </a:cubicBezTo>
                <a:cubicBezTo>
                  <a:pt x="16207" y="119"/>
                  <a:pt x="16208" y="84"/>
                  <a:pt x="16188" y="61"/>
                </a:cubicBezTo>
                <a:lnTo>
                  <a:pt x="16146" y="17"/>
                </a:lnTo>
                <a:cubicBezTo>
                  <a:pt x="16136" y="6"/>
                  <a:pt x="16121" y="0"/>
                  <a:pt x="16107" y="0"/>
                </a:cubicBezTo>
                <a:close/>
                <a:moveTo>
                  <a:pt x="16632" y="649"/>
                </a:moveTo>
                <a:cubicBezTo>
                  <a:pt x="16621" y="649"/>
                  <a:pt x="16610" y="652"/>
                  <a:pt x="16600" y="658"/>
                </a:cubicBezTo>
                <a:cubicBezTo>
                  <a:pt x="16576" y="675"/>
                  <a:pt x="16568" y="710"/>
                  <a:pt x="16587" y="735"/>
                </a:cubicBezTo>
                <a:cubicBezTo>
                  <a:pt x="16729" y="945"/>
                  <a:pt x="16857" y="1168"/>
                  <a:pt x="16968" y="1401"/>
                </a:cubicBezTo>
                <a:cubicBezTo>
                  <a:pt x="16977" y="1420"/>
                  <a:pt x="16998" y="1432"/>
                  <a:pt x="17018" y="1432"/>
                </a:cubicBezTo>
                <a:cubicBezTo>
                  <a:pt x="17027" y="1432"/>
                  <a:pt x="17034" y="1431"/>
                  <a:pt x="17043" y="1426"/>
                </a:cubicBezTo>
                <a:cubicBezTo>
                  <a:pt x="17069" y="1414"/>
                  <a:pt x="17081" y="1380"/>
                  <a:pt x="17068" y="1353"/>
                </a:cubicBezTo>
                <a:cubicBezTo>
                  <a:pt x="16955" y="1116"/>
                  <a:pt x="16824" y="887"/>
                  <a:pt x="16678" y="673"/>
                </a:cubicBezTo>
                <a:cubicBezTo>
                  <a:pt x="16667" y="657"/>
                  <a:pt x="16650" y="649"/>
                  <a:pt x="16632" y="649"/>
                </a:cubicBezTo>
                <a:close/>
                <a:moveTo>
                  <a:pt x="17302" y="2043"/>
                </a:moveTo>
                <a:cubicBezTo>
                  <a:pt x="17296" y="2043"/>
                  <a:pt x="17291" y="2044"/>
                  <a:pt x="17285" y="2046"/>
                </a:cubicBezTo>
                <a:cubicBezTo>
                  <a:pt x="17255" y="2055"/>
                  <a:pt x="17239" y="2086"/>
                  <a:pt x="17248" y="2115"/>
                </a:cubicBezTo>
                <a:cubicBezTo>
                  <a:pt x="17324" y="2359"/>
                  <a:pt x="17382" y="2610"/>
                  <a:pt x="17423" y="2863"/>
                </a:cubicBezTo>
                <a:cubicBezTo>
                  <a:pt x="17427" y="2890"/>
                  <a:pt x="17451" y="2909"/>
                  <a:pt x="17477" y="2909"/>
                </a:cubicBezTo>
                <a:lnTo>
                  <a:pt x="17486" y="2909"/>
                </a:lnTo>
                <a:cubicBezTo>
                  <a:pt x="17517" y="2904"/>
                  <a:pt x="17537" y="2875"/>
                  <a:pt x="17532" y="2845"/>
                </a:cubicBezTo>
                <a:cubicBezTo>
                  <a:pt x="17491" y="2588"/>
                  <a:pt x="17432" y="2331"/>
                  <a:pt x="17355" y="2082"/>
                </a:cubicBezTo>
                <a:cubicBezTo>
                  <a:pt x="17347" y="2059"/>
                  <a:pt x="17325" y="2043"/>
                  <a:pt x="17302" y="2043"/>
                </a:cubicBezTo>
                <a:close/>
                <a:moveTo>
                  <a:pt x="17544" y="3572"/>
                </a:moveTo>
                <a:cubicBezTo>
                  <a:pt x="17513" y="3572"/>
                  <a:pt x="17488" y="3597"/>
                  <a:pt x="17489" y="3627"/>
                </a:cubicBezTo>
                <a:lnTo>
                  <a:pt x="17489" y="3701"/>
                </a:lnTo>
                <a:cubicBezTo>
                  <a:pt x="17489" y="3933"/>
                  <a:pt x="17474" y="4166"/>
                  <a:pt x="17443" y="4393"/>
                </a:cubicBezTo>
                <a:cubicBezTo>
                  <a:pt x="17439" y="4424"/>
                  <a:pt x="17460" y="4452"/>
                  <a:pt x="17490" y="4456"/>
                </a:cubicBezTo>
                <a:lnTo>
                  <a:pt x="17498" y="4456"/>
                </a:lnTo>
                <a:cubicBezTo>
                  <a:pt x="17526" y="4456"/>
                  <a:pt x="17549" y="4436"/>
                  <a:pt x="17553" y="4408"/>
                </a:cubicBezTo>
                <a:cubicBezTo>
                  <a:pt x="17584" y="4176"/>
                  <a:pt x="17600" y="3938"/>
                  <a:pt x="17600" y="3701"/>
                </a:cubicBezTo>
                <a:lnTo>
                  <a:pt x="17600" y="3626"/>
                </a:lnTo>
                <a:cubicBezTo>
                  <a:pt x="17599" y="3595"/>
                  <a:pt x="17575" y="3572"/>
                  <a:pt x="17545" y="3572"/>
                </a:cubicBezTo>
                <a:close/>
                <a:moveTo>
                  <a:pt x="17335" y="5103"/>
                </a:moveTo>
                <a:cubicBezTo>
                  <a:pt x="17311" y="5103"/>
                  <a:pt x="17289" y="5119"/>
                  <a:pt x="17282" y="5143"/>
                </a:cubicBezTo>
                <a:cubicBezTo>
                  <a:pt x="17247" y="5258"/>
                  <a:pt x="17208" y="5373"/>
                  <a:pt x="17166" y="5483"/>
                </a:cubicBezTo>
                <a:cubicBezTo>
                  <a:pt x="17117" y="5608"/>
                  <a:pt x="17063" y="5734"/>
                  <a:pt x="17003" y="5857"/>
                </a:cubicBezTo>
                <a:cubicBezTo>
                  <a:pt x="16989" y="5884"/>
                  <a:pt x="17001" y="5917"/>
                  <a:pt x="17029" y="5931"/>
                </a:cubicBezTo>
                <a:cubicBezTo>
                  <a:pt x="17036" y="5935"/>
                  <a:pt x="17045" y="5937"/>
                  <a:pt x="17052" y="5937"/>
                </a:cubicBezTo>
                <a:cubicBezTo>
                  <a:pt x="17073" y="5937"/>
                  <a:pt x="17093" y="5925"/>
                  <a:pt x="17102" y="5906"/>
                </a:cubicBezTo>
                <a:cubicBezTo>
                  <a:pt x="17163" y="5780"/>
                  <a:pt x="17220" y="5650"/>
                  <a:pt x="17269" y="5522"/>
                </a:cubicBezTo>
                <a:cubicBezTo>
                  <a:pt x="17313" y="5409"/>
                  <a:pt x="17352" y="5293"/>
                  <a:pt x="17388" y="5175"/>
                </a:cubicBezTo>
                <a:cubicBezTo>
                  <a:pt x="17396" y="5145"/>
                  <a:pt x="17380" y="5115"/>
                  <a:pt x="17350" y="5106"/>
                </a:cubicBezTo>
                <a:cubicBezTo>
                  <a:pt x="17345" y="5104"/>
                  <a:pt x="17340" y="5103"/>
                  <a:pt x="17335" y="5103"/>
                </a:cubicBezTo>
                <a:close/>
                <a:moveTo>
                  <a:pt x="16660" y="6494"/>
                </a:moveTo>
                <a:cubicBezTo>
                  <a:pt x="16643" y="6494"/>
                  <a:pt x="16626" y="6503"/>
                  <a:pt x="16614" y="6518"/>
                </a:cubicBezTo>
                <a:cubicBezTo>
                  <a:pt x="16470" y="6726"/>
                  <a:pt x="16307" y="6927"/>
                  <a:pt x="16130" y="7114"/>
                </a:cubicBezTo>
                <a:cubicBezTo>
                  <a:pt x="16110" y="7136"/>
                  <a:pt x="16111" y="7172"/>
                  <a:pt x="16134" y="7192"/>
                </a:cubicBezTo>
                <a:cubicBezTo>
                  <a:pt x="16144" y="7203"/>
                  <a:pt x="16157" y="7208"/>
                  <a:pt x="16171" y="7208"/>
                </a:cubicBezTo>
                <a:cubicBezTo>
                  <a:pt x="16186" y="7208"/>
                  <a:pt x="16201" y="7202"/>
                  <a:pt x="16212" y="7190"/>
                </a:cubicBezTo>
                <a:cubicBezTo>
                  <a:pt x="16391" y="6999"/>
                  <a:pt x="16558" y="6795"/>
                  <a:pt x="16705" y="6581"/>
                </a:cubicBezTo>
                <a:cubicBezTo>
                  <a:pt x="16723" y="6556"/>
                  <a:pt x="16717" y="6522"/>
                  <a:pt x="16691" y="6504"/>
                </a:cubicBezTo>
                <a:cubicBezTo>
                  <a:pt x="16682" y="6497"/>
                  <a:pt x="16671" y="6494"/>
                  <a:pt x="16660" y="6494"/>
                </a:cubicBezTo>
                <a:close/>
                <a:moveTo>
                  <a:pt x="15601" y="7622"/>
                </a:moveTo>
                <a:cubicBezTo>
                  <a:pt x="15588" y="7622"/>
                  <a:pt x="15576" y="7626"/>
                  <a:pt x="15566" y="7634"/>
                </a:cubicBezTo>
                <a:cubicBezTo>
                  <a:pt x="15367" y="7793"/>
                  <a:pt x="15154" y="7941"/>
                  <a:pt x="14934" y="8070"/>
                </a:cubicBezTo>
                <a:cubicBezTo>
                  <a:pt x="14907" y="8085"/>
                  <a:pt x="14899" y="8119"/>
                  <a:pt x="14915" y="8146"/>
                </a:cubicBezTo>
                <a:cubicBezTo>
                  <a:pt x="14924" y="8163"/>
                  <a:pt x="14943" y="8174"/>
                  <a:pt x="14962" y="8174"/>
                </a:cubicBezTo>
                <a:cubicBezTo>
                  <a:pt x="14971" y="8174"/>
                  <a:pt x="14981" y="8171"/>
                  <a:pt x="14990" y="8165"/>
                </a:cubicBezTo>
                <a:cubicBezTo>
                  <a:pt x="15215" y="8033"/>
                  <a:pt x="15432" y="7883"/>
                  <a:pt x="15636" y="7721"/>
                </a:cubicBezTo>
                <a:cubicBezTo>
                  <a:pt x="15659" y="7702"/>
                  <a:pt x="15664" y="7667"/>
                  <a:pt x="15644" y="7643"/>
                </a:cubicBezTo>
                <a:cubicBezTo>
                  <a:pt x="15633" y="7629"/>
                  <a:pt x="15617" y="7622"/>
                  <a:pt x="15601" y="7622"/>
                </a:cubicBezTo>
                <a:close/>
                <a:moveTo>
                  <a:pt x="14268" y="8408"/>
                </a:moveTo>
                <a:cubicBezTo>
                  <a:pt x="14261" y="8408"/>
                  <a:pt x="14254" y="8409"/>
                  <a:pt x="14247" y="8412"/>
                </a:cubicBezTo>
                <a:cubicBezTo>
                  <a:pt x="14009" y="8509"/>
                  <a:pt x="13763" y="8590"/>
                  <a:pt x="13517" y="8650"/>
                </a:cubicBezTo>
                <a:cubicBezTo>
                  <a:pt x="13487" y="8658"/>
                  <a:pt x="13469" y="8688"/>
                  <a:pt x="13477" y="8717"/>
                </a:cubicBezTo>
                <a:cubicBezTo>
                  <a:pt x="13483" y="8743"/>
                  <a:pt x="13506" y="8759"/>
                  <a:pt x="13530" y="8759"/>
                </a:cubicBezTo>
                <a:cubicBezTo>
                  <a:pt x="13534" y="8759"/>
                  <a:pt x="13540" y="8759"/>
                  <a:pt x="13544" y="8758"/>
                </a:cubicBezTo>
                <a:cubicBezTo>
                  <a:pt x="13795" y="8696"/>
                  <a:pt x="14046" y="8614"/>
                  <a:pt x="14289" y="8515"/>
                </a:cubicBezTo>
                <a:cubicBezTo>
                  <a:pt x="14317" y="8503"/>
                  <a:pt x="14330" y="8471"/>
                  <a:pt x="14319" y="8442"/>
                </a:cubicBezTo>
                <a:cubicBezTo>
                  <a:pt x="14310" y="8421"/>
                  <a:pt x="14289" y="8408"/>
                  <a:pt x="14268" y="8408"/>
                </a:cubicBezTo>
                <a:close/>
                <a:moveTo>
                  <a:pt x="12768" y="8775"/>
                </a:moveTo>
                <a:cubicBezTo>
                  <a:pt x="12765" y="8775"/>
                  <a:pt x="12763" y="8775"/>
                  <a:pt x="12761" y="8775"/>
                </a:cubicBezTo>
                <a:lnTo>
                  <a:pt x="12730" y="8777"/>
                </a:lnTo>
                <a:cubicBezTo>
                  <a:pt x="12495" y="8795"/>
                  <a:pt x="12256" y="8800"/>
                  <a:pt x="11989" y="8803"/>
                </a:cubicBezTo>
                <a:cubicBezTo>
                  <a:pt x="11959" y="8803"/>
                  <a:pt x="11934" y="8828"/>
                  <a:pt x="11934" y="8858"/>
                </a:cubicBezTo>
                <a:cubicBezTo>
                  <a:pt x="11934" y="8889"/>
                  <a:pt x="11960" y="8914"/>
                  <a:pt x="11990" y="8914"/>
                </a:cubicBezTo>
                <a:lnTo>
                  <a:pt x="11991" y="8913"/>
                </a:lnTo>
                <a:cubicBezTo>
                  <a:pt x="12259" y="8911"/>
                  <a:pt x="12500" y="8907"/>
                  <a:pt x="12739" y="8888"/>
                </a:cubicBezTo>
                <a:lnTo>
                  <a:pt x="12771" y="8885"/>
                </a:lnTo>
                <a:cubicBezTo>
                  <a:pt x="12801" y="8883"/>
                  <a:pt x="12823" y="8856"/>
                  <a:pt x="12821" y="8825"/>
                </a:cubicBezTo>
                <a:cubicBezTo>
                  <a:pt x="12818" y="8797"/>
                  <a:pt x="12793" y="8775"/>
                  <a:pt x="12768" y="8775"/>
                </a:cubicBezTo>
                <a:close/>
                <a:moveTo>
                  <a:pt x="11216" y="8825"/>
                </a:moveTo>
                <a:cubicBezTo>
                  <a:pt x="11214" y="8825"/>
                  <a:pt x="11212" y="8825"/>
                  <a:pt x="11210" y="8825"/>
                </a:cubicBezTo>
                <a:cubicBezTo>
                  <a:pt x="10905" y="8847"/>
                  <a:pt x="10659" y="8886"/>
                  <a:pt x="10434" y="8951"/>
                </a:cubicBezTo>
                <a:cubicBezTo>
                  <a:pt x="10404" y="8960"/>
                  <a:pt x="10387" y="8991"/>
                  <a:pt x="10396" y="9020"/>
                </a:cubicBezTo>
                <a:cubicBezTo>
                  <a:pt x="10403" y="9044"/>
                  <a:pt x="10426" y="9060"/>
                  <a:pt x="10449" y="9060"/>
                </a:cubicBezTo>
                <a:cubicBezTo>
                  <a:pt x="10455" y="9060"/>
                  <a:pt x="10460" y="9059"/>
                  <a:pt x="10464" y="9058"/>
                </a:cubicBezTo>
                <a:cubicBezTo>
                  <a:pt x="10682" y="8995"/>
                  <a:pt x="10921" y="8957"/>
                  <a:pt x="11217" y="8935"/>
                </a:cubicBezTo>
                <a:cubicBezTo>
                  <a:pt x="11248" y="8933"/>
                  <a:pt x="11271" y="8908"/>
                  <a:pt x="11269" y="8877"/>
                </a:cubicBezTo>
                <a:cubicBezTo>
                  <a:pt x="11267" y="8848"/>
                  <a:pt x="11246" y="8825"/>
                  <a:pt x="11216" y="8825"/>
                </a:cubicBezTo>
                <a:close/>
                <a:moveTo>
                  <a:pt x="9755" y="9286"/>
                </a:moveTo>
                <a:cubicBezTo>
                  <a:pt x="9743" y="9286"/>
                  <a:pt x="9732" y="9289"/>
                  <a:pt x="9722" y="9296"/>
                </a:cubicBezTo>
                <a:cubicBezTo>
                  <a:pt x="9512" y="9452"/>
                  <a:pt x="9336" y="9642"/>
                  <a:pt x="9184" y="9877"/>
                </a:cubicBezTo>
                <a:cubicBezTo>
                  <a:pt x="9167" y="9902"/>
                  <a:pt x="9175" y="9936"/>
                  <a:pt x="9200" y="9952"/>
                </a:cubicBezTo>
                <a:cubicBezTo>
                  <a:pt x="9210" y="9959"/>
                  <a:pt x="9221" y="9962"/>
                  <a:pt x="9230" y="9962"/>
                </a:cubicBezTo>
                <a:cubicBezTo>
                  <a:pt x="9248" y="9962"/>
                  <a:pt x="9267" y="9952"/>
                  <a:pt x="9277" y="9936"/>
                </a:cubicBezTo>
                <a:cubicBezTo>
                  <a:pt x="9423" y="9713"/>
                  <a:pt x="9589" y="9533"/>
                  <a:pt x="9788" y="9386"/>
                </a:cubicBezTo>
                <a:cubicBezTo>
                  <a:pt x="9813" y="9367"/>
                  <a:pt x="9818" y="9333"/>
                  <a:pt x="9800" y="9308"/>
                </a:cubicBezTo>
                <a:cubicBezTo>
                  <a:pt x="9789" y="9294"/>
                  <a:pt x="9772" y="9286"/>
                  <a:pt x="9755" y="9286"/>
                </a:cubicBezTo>
                <a:close/>
                <a:moveTo>
                  <a:pt x="8896" y="10549"/>
                </a:moveTo>
                <a:cubicBezTo>
                  <a:pt x="8873" y="10549"/>
                  <a:pt x="8851" y="10563"/>
                  <a:pt x="8844" y="10586"/>
                </a:cubicBezTo>
                <a:cubicBezTo>
                  <a:pt x="8769" y="10795"/>
                  <a:pt x="8699" y="11034"/>
                  <a:pt x="8626" y="11337"/>
                </a:cubicBezTo>
                <a:cubicBezTo>
                  <a:pt x="8619" y="11367"/>
                  <a:pt x="8637" y="11397"/>
                  <a:pt x="8667" y="11404"/>
                </a:cubicBezTo>
                <a:cubicBezTo>
                  <a:pt x="8672" y="11405"/>
                  <a:pt x="8676" y="11405"/>
                  <a:pt x="8680" y="11405"/>
                </a:cubicBezTo>
                <a:cubicBezTo>
                  <a:pt x="8705" y="11405"/>
                  <a:pt x="8728" y="11388"/>
                  <a:pt x="8734" y="11363"/>
                </a:cubicBezTo>
                <a:cubicBezTo>
                  <a:pt x="8806" y="11063"/>
                  <a:pt x="8875" y="10828"/>
                  <a:pt x="8948" y="10623"/>
                </a:cubicBezTo>
                <a:cubicBezTo>
                  <a:pt x="8958" y="10594"/>
                  <a:pt x="8943" y="10562"/>
                  <a:pt x="8914" y="10552"/>
                </a:cubicBezTo>
                <a:cubicBezTo>
                  <a:pt x="8908" y="10550"/>
                  <a:pt x="8902" y="10549"/>
                  <a:pt x="8896" y="10549"/>
                </a:cubicBezTo>
                <a:close/>
                <a:moveTo>
                  <a:pt x="8508" y="12051"/>
                </a:moveTo>
                <a:cubicBezTo>
                  <a:pt x="8483" y="12051"/>
                  <a:pt x="8459" y="12069"/>
                  <a:pt x="8454" y="12095"/>
                </a:cubicBezTo>
                <a:cubicBezTo>
                  <a:pt x="8402" y="12320"/>
                  <a:pt x="8339" y="12585"/>
                  <a:pt x="8260" y="12842"/>
                </a:cubicBezTo>
                <a:cubicBezTo>
                  <a:pt x="8252" y="12872"/>
                  <a:pt x="8268" y="12903"/>
                  <a:pt x="8298" y="12912"/>
                </a:cubicBezTo>
                <a:cubicBezTo>
                  <a:pt x="8303" y="12914"/>
                  <a:pt x="8308" y="12915"/>
                  <a:pt x="8314" y="12915"/>
                </a:cubicBezTo>
                <a:cubicBezTo>
                  <a:pt x="8337" y="12915"/>
                  <a:pt x="8360" y="12899"/>
                  <a:pt x="8367" y="12875"/>
                </a:cubicBezTo>
                <a:cubicBezTo>
                  <a:pt x="8446" y="12615"/>
                  <a:pt x="8510" y="12346"/>
                  <a:pt x="8562" y="12120"/>
                </a:cubicBezTo>
                <a:cubicBezTo>
                  <a:pt x="8569" y="12090"/>
                  <a:pt x="8550" y="12060"/>
                  <a:pt x="8520" y="12053"/>
                </a:cubicBezTo>
                <a:cubicBezTo>
                  <a:pt x="8516" y="12052"/>
                  <a:pt x="8512" y="12051"/>
                  <a:pt x="8508" y="12051"/>
                </a:cubicBezTo>
                <a:close/>
                <a:moveTo>
                  <a:pt x="62" y="13056"/>
                </a:moveTo>
                <a:cubicBezTo>
                  <a:pt x="56" y="13056"/>
                  <a:pt x="50" y="13057"/>
                  <a:pt x="44" y="13059"/>
                </a:cubicBezTo>
                <a:cubicBezTo>
                  <a:pt x="16" y="13070"/>
                  <a:pt x="0" y="13102"/>
                  <a:pt x="11" y="13131"/>
                </a:cubicBezTo>
                <a:cubicBezTo>
                  <a:pt x="98" y="13374"/>
                  <a:pt x="211" y="13613"/>
                  <a:pt x="346" y="13841"/>
                </a:cubicBezTo>
                <a:cubicBezTo>
                  <a:pt x="356" y="13858"/>
                  <a:pt x="375" y="13868"/>
                  <a:pt x="393" y="13868"/>
                </a:cubicBezTo>
                <a:cubicBezTo>
                  <a:pt x="403" y="13868"/>
                  <a:pt x="414" y="13866"/>
                  <a:pt x="422" y="13860"/>
                </a:cubicBezTo>
                <a:cubicBezTo>
                  <a:pt x="448" y="13844"/>
                  <a:pt x="458" y="13810"/>
                  <a:pt x="442" y="13784"/>
                </a:cubicBezTo>
                <a:cubicBezTo>
                  <a:pt x="310" y="13562"/>
                  <a:pt x="200" y="13330"/>
                  <a:pt x="116" y="13093"/>
                </a:cubicBezTo>
                <a:cubicBezTo>
                  <a:pt x="107" y="13070"/>
                  <a:pt x="86" y="13056"/>
                  <a:pt x="62" y="13056"/>
                </a:cubicBezTo>
                <a:close/>
                <a:moveTo>
                  <a:pt x="8029" y="13524"/>
                </a:moveTo>
                <a:cubicBezTo>
                  <a:pt x="8008" y="13524"/>
                  <a:pt x="7989" y="13535"/>
                  <a:pt x="7979" y="13555"/>
                </a:cubicBezTo>
                <a:cubicBezTo>
                  <a:pt x="7865" y="13779"/>
                  <a:pt x="7727" y="13996"/>
                  <a:pt x="7570" y="14201"/>
                </a:cubicBezTo>
                <a:cubicBezTo>
                  <a:pt x="7551" y="14225"/>
                  <a:pt x="7556" y="14260"/>
                  <a:pt x="7580" y="14278"/>
                </a:cubicBezTo>
                <a:cubicBezTo>
                  <a:pt x="7590" y="14286"/>
                  <a:pt x="7602" y="14290"/>
                  <a:pt x="7614" y="14290"/>
                </a:cubicBezTo>
                <a:cubicBezTo>
                  <a:pt x="7631" y="14290"/>
                  <a:pt x="7647" y="14282"/>
                  <a:pt x="7658" y="14268"/>
                </a:cubicBezTo>
                <a:cubicBezTo>
                  <a:pt x="7819" y="14058"/>
                  <a:pt x="7961" y="13836"/>
                  <a:pt x="8079" y="13605"/>
                </a:cubicBezTo>
                <a:cubicBezTo>
                  <a:pt x="8093" y="13577"/>
                  <a:pt x="8081" y="13544"/>
                  <a:pt x="8054" y="13530"/>
                </a:cubicBezTo>
                <a:cubicBezTo>
                  <a:pt x="8046" y="13526"/>
                  <a:pt x="8037" y="13524"/>
                  <a:pt x="8029" y="13524"/>
                </a:cubicBezTo>
                <a:close/>
                <a:moveTo>
                  <a:pt x="849" y="14384"/>
                </a:moveTo>
                <a:cubicBezTo>
                  <a:pt x="836" y="14384"/>
                  <a:pt x="823" y="14388"/>
                  <a:pt x="812" y="14398"/>
                </a:cubicBezTo>
                <a:cubicBezTo>
                  <a:pt x="790" y="14418"/>
                  <a:pt x="788" y="14453"/>
                  <a:pt x="807" y="14477"/>
                </a:cubicBezTo>
                <a:cubicBezTo>
                  <a:pt x="978" y="14672"/>
                  <a:pt x="1169" y="14855"/>
                  <a:pt x="1373" y="15020"/>
                </a:cubicBezTo>
                <a:cubicBezTo>
                  <a:pt x="1383" y="15029"/>
                  <a:pt x="1396" y="15033"/>
                  <a:pt x="1407" y="15033"/>
                </a:cubicBezTo>
                <a:cubicBezTo>
                  <a:pt x="1423" y="15033"/>
                  <a:pt x="1439" y="15026"/>
                  <a:pt x="1451" y="15012"/>
                </a:cubicBezTo>
                <a:cubicBezTo>
                  <a:pt x="1470" y="14988"/>
                  <a:pt x="1466" y="14953"/>
                  <a:pt x="1443" y="14934"/>
                </a:cubicBezTo>
                <a:cubicBezTo>
                  <a:pt x="1244" y="14773"/>
                  <a:pt x="1058" y="14594"/>
                  <a:pt x="891" y="14403"/>
                </a:cubicBezTo>
                <a:cubicBezTo>
                  <a:pt x="880" y="14391"/>
                  <a:pt x="864" y="14384"/>
                  <a:pt x="849" y="14384"/>
                </a:cubicBezTo>
                <a:close/>
                <a:moveTo>
                  <a:pt x="7088" y="14749"/>
                </a:moveTo>
                <a:cubicBezTo>
                  <a:pt x="7075" y="14749"/>
                  <a:pt x="7062" y="14753"/>
                  <a:pt x="7051" y="14763"/>
                </a:cubicBezTo>
                <a:cubicBezTo>
                  <a:pt x="6863" y="14934"/>
                  <a:pt x="6659" y="15091"/>
                  <a:pt x="6443" y="15229"/>
                </a:cubicBezTo>
                <a:cubicBezTo>
                  <a:pt x="6416" y="15245"/>
                  <a:pt x="6409" y="15280"/>
                  <a:pt x="6426" y="15306"/>
                </a:cubicBezTo>
                <a:cubicBezTo>
                  <a:pt x="6437" y="15322"/>
                  <a:pt x="6454" y="15331"/>
                  <a:pt x="6472" y="15331"/>
                </a:cubicBezTo>
                <a:cubicBezTo>
                  <a:pt x="6483" y="15331"/>
                  <a:pt x="6493" y="15328"/>
                  <a:pt x="6502" y="15323"/>
                </a:cubicBezTo>
                <a:cubicBezTo>
                  <a:pt x="6723" y="15181"/>
                  <a:pt x="6933" y="15020"/>
                  <a:pt x="7126" y="14845"/>
                </a:cubicBezTo>
                <a:cubicBezTo>
                  <a:pt x="7148" y="14825"/>
                  <a:pt x="7150" y="14790"/>
                  <a:pt x="7129" y="14767"/>
                </a:cubicBezTo>
                <a:cubicBezTo>
                  <a:pt x="7118" y="14755"/>
                  <a:pt x="7103" y="14749"/>
                  <a:pt x="7088" y="14749"/>
                </a:cubicBezTo>
                <a:close/>
                <a:moveTo>
                  <a:pt x="2049" y="15357"/>
                </a:moveTo>
                <a:cubicBezTo>
                  <a:pt x="2030" y="15357"/>
                  <a:pt x="2011" y="15368"/>
                  <a:pt x="2001" y="15386"/>
                </a:cubicBezTo>
                <a:cubicBezTo>
                  <a:pt x="1986" y="15412"/>
                  <a:pt x="1996" y="15447"/>
                  <a:pt x="2023" y="15462"/>
                </a:cubicBezTo>
                <a:cubicBezTo>
                  <a:pt x="2251" y="15590"/>
                  <a:pt x="2492" y="15699"/>
                  <a:pt x="2737" y="15785"/>
                </a:cubicBezTo>
                <a:cubicBezTo>
                  <a:pt x="2743" y="15787"/>
                  <a:pt x="2749" y="15788"/>
                  <a:pt x="2755" y="15788"/>
                </a:cubicBezTo>
                <a:cubicBezTo>
                  <a:pt x="2778" y="15788"/>
                  <a:pt x="2799" y="15775"/>
                  <a:pt x="2808" y="15752"/>
                </a:cubicBezTo>
                <a:cubicBezTo>
                  <a:pt x="2817" y="15723"/>
                  <a:pt x="2802" y="15691"/>
                  <a:pt x="2774" y="15682"/>
                </a:cubicBezTo>
                <a:cubicBezTo>
                  <a:pt x="2535" y="15597"/>
                  <a:pt x="2300" y="15490"/>
                  <a:pt x="2076" y="15364"/>
                </a:cubicBezTo>
                <a:cubicBezTo>
                  <a:pt x="2067" y="15360"/>
                  <a:pt x="2058" y="15357"/>
                  <a:pt x="2049" y="15357"/>
                </a:cubicBezTo>
                <a:close/>
                <a:moveTo>
                  <a:pt x="5786" y="15581"/>
                </a:moveTo>
                <a:cubicBezTo>
                  <a:pt x="5779" y="15581"/>
                  <a:pt x="5772" y="15583"/>
                  <a:pt x="5765" y="15586"/>
                </a:cubicBezTo>
                <a:cubicBezTo>
                  <a:pt x="5528" y="15685"/>
                  <a:pt x="5283" y="15764"/>
                  <a:pt x="5036" y="15819"/>
                </a:cubicBezTo>
                <a:cubicBezTo>
                  <a:pt x="5006" y="15827"/>
                  <a:pt x="4987" y="15857"/>
                  <a:pt x="4995" y="15886"/>
                </a:cubicBezTo>
                <a:cubicBezTo>
                  <a:pt x="5000" y="15912"/>
                  <a:pt x="5023" y="15929"/>
                  <a:pt x="5048" y="15929"/>
                </a:cubicBezTo>
                <a:cubicBezTo>
                  <a:pt x="5052" y="15929"/>
                  <a:pt x="5057" y="15929"/>
                  <a:pt x="5061" y="15928"/>
                </a:cubicBezTo>
                <a:cubicBezTo>
                  <a:pt x="5314" y="15871"/>
                  <a:pt x="5565" y="15790"/>
                  <a:pt x="5808" y="15688"/>
                </a:cubicBezTo>
                <a:cubicBezTo>
                  <a:pt x="5836" y="15675"/>
                  <a:pt x="5849" y="15643"/>
                  <a:pt x="5837" y="15615"/>
                </a:cubicBezTo>
                <a:cubicBezTo>
                  <a:pt x="5829" y="15594"/>
                  <a:pt x="5808" y="15581"/>
                  <a:pt x="5786" y="15581"/>
                </a:cubicBezTo>
                <a:close/>
                <a:moveTo>
                  <a:pt x="3506" y="15870"/>
                </a:moveTo>
                <a:cubicBezTo>
                  <a:pt x="3479" y="15870"/>
                  <a:pt x="3456" y="15890"/>
                  <a:pt x="3451" y="15917"/>
                </a:cubicBezTo>
                <a:cubicBezTo>
                  <a:pt x="3447" y="15947"/>
                  <a:pt x="3467" y="15975"/>
                  <a:pt x="3498" y="15980"/>
                </a:cubicBezTo>
                <a:cubicBezTo>
                  <a:pt x="3701" y="16013"/>
                  <a:pt x="3907" y="16030"/>
                  <a:pt x="4110" y="16032"/>
                </a:cubicBezTo>
                <a:lnTo>
                  <a:pt x="4143" y="16032"/>
                </a:lnTo>
                <a:cubicBezTo>
                  <a:pt x="4189" y="16032"/>
                  <a:pt x="4236" y="16031"/>
                  <a:pt x="4281" y="16030"/>
                </a:cubicBezTo>
                <a:cubicBezTo>
                  <a:pt x="4312" y="16029"/>
                  <a:pt x="4337" y="16003"/>
                  <a:pt x="4335" y="15972"/>
                </a:cubicBezTo>
                <a:cubicBezTo>
                  <a:pt x="4334" y="15943"/>
                  <a:pt x="4314" y="15919"/>
                  <a:pt x="4282" y="15919"/>
                </a:cubicBezTo>
                <a:cubicBezTo>
                  <a:pt x="4281" y="15919"/>
                  <a:pt x="4279" y="15919"/>
                  <a:pt x="4278" y="15919"/>
                </a:cubicBezTo>
                <a:cubicBezTo>
                  <a:pt x="4233" y="15920"/>
                  <a:pt x="4188" y="15921"/>
                  <a:pt x="4143" y="15921"/>
                </a:cubicBezTo>
                <a:lnTo>
                  <a:pt x="4110" y="15921"/>
                </a:lnTo>
                <a:cubicBezTo>
                  <a:pt x="3913" y="15919"/>
                  <a:pt x="3713" y="15903"/>
                  <a:pt x="3515" y="15871"/>
                </a:cubicBezTo>
                <a:cubicBezTo>
                  <a:pt x="3512" y="15870"/>
                  <a:pt x="3509" y="15870"/>
                  <a:pt x="3506" y="158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7" name="Google Shape;4177;p114"/>
          <p:cNvGrpSpPr/>
          <p:nvPr/>
        </p:nvGrpSpPr>
        <p:grpSpPr>
          <a:xfrm rot="5400000">
            <a:off x="1083942" y="1593609"/>
            <a:ext cx="340417" cy="308374"/>
            <a:chOff x="1640475" y="1197075"/>
            <a:chExt cx="55475" cy="50250"/>
          </a:xfrm>
        </p:grpSpPr>
        <p:sp>
          <p:nvSpPr>
            <p:cNvPr id="4178" name="Google Shape;4178;p114"/>
            <p:cNvSpPr/>
            <p:nvPr/>
          </p:nvSpPr>
          <p:spPr>
            <a:xfrm>
              <a:off x="1671500" y="1229475"/>
              <a:ext cx="24450" cy="17850"/>
            </a:xfrm>
            <a:custGeom>
              <a:rect b="b" l="l" r="r" t="t"/>
              <a:pathLst>
                <a:path extrusionOk="0" h="714" w="978">
                  <a:moveTo>
                    <a:pt x="717" y="0"/>
                  </a:moveTo>
                  <a:cubicBezTo>
                    <a:pt x="607" y="0"/>
                    <a:pt x="467" y="48"/>
                    <a:pt x="336" y="140"/>
                  </a:cubicBezTo>
                  <a:cubicBezTo>
                    <a:pt x="113" y="296"/>
                    <a:pt x="1" y="520"/>
                    <a:pt x="85" y="640"/>
                  </a:cubicBezTo>
                  <a:cubicBezTo>
                    <a:pt x="120" y="690"/>
                    <a:pt x="183" y="714"/>
                    <a:pt x="261" y="714"/>
                  </a:cubicBezTo>
                  <a:cubicBezTo>
                    <a:pt x="371" y="714"/>
                    <a:pt x="511" y="666"/>
                    <a:pt x="641" y="575"/>
                  </a:cubicBezTo>
                  <a:cubicBezTo>
                    <a:pt x="864" y="419"/>
                    <a:pt x="977" y="194"/>
                    <a:pt x="893" y="75"/>
                  </a:cubicBezTo>
                  <a:cubicBezTo>
                    <a:pt x="858" y="24"/>
                    <a:pt x="795" y="0"/>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4"/>
            <p:cNvSpPr/>
            <p:nvPr/>
          </p:nvSpPr>
          <p:spPr>
            <a:xfrm>
              <a:off x="1640475" y="1224000"/>
              <a:ext cx="24450" cy="17850"/>
            </a:xfrm>
            <a:custGeom>
              <a:rect b="b" l="l" r="r" t="t"/>
              <a:pathLst>
                <a:path extrusionOk="0" h="714" w="978">
                  <a:moveTo>
                    <a:pt x="716" y="0"/>
                  </a:moveTo>
                  <a:cubicBezTo>
                    <a:pt x="606" y="0"/>
                    <a:pt x="467" y="48"/>
                    <a:pt x="336" y="140"/>
                  </a:cubicBezTo>
                  <a:cubicBezTo>
                    <a:pt x="113" y="296"/>
                    <a:pt x="1" y="520"/>
                    <a:pt x="85" y="640"/>
                  </a:cubicBezTo>
                  <a:cubicBezTo>
                    <a:pt x="120" y="690"/>
                    <a:pt x="183" y="714"/>
                    <a:pt x="261" y="714"/>
                  </a:cubicBezTo>
                  <a:cubicBezTo>
                    <a:pt x="370" y="714"/>
                    <a:pt x="510" y="666"/>
                    <a:pt x="641" y="575"/>
                  </a:cubicBezTo>
                  <a:cubicBezTo>
                    <a:pt x="864" y="419"/>
                    <a:pt x="977" y="194"/>
                    <a:pt x="893" y="75"/>
                  </a:cubicBezTo>
                  <a:cubicBezTo>
                    <a:pt x="858" y="24"/>
                    <a:pt x="794" y="0"/>
                    <a:pt x="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4"/>
            <p:cNvSpPr/>
            <p:nvPr/>
          </p:nvSpPr>
          <p:spPr>
            <a:xfrm>
              <a:off x="1655775" y="1197075"/>
              <a:ext cx="24425" cy="17875"/>
            </a:xfrm>
            <a:custGeom>
              <a:rect b="b" l="l" r="r" t="t"/>
              <a:pathLst>
                <a:path extrusionOk="0" h="715" w="977">
                  <a:moveTo>
                    <a:pt x="716" y="1"/>
                  </a:moveTo>
                  <a:cubicBezTo>
                    <a:pt x="606" y="1"/>
                    <a:pt x="467" y="49"/>
                    <a:pt x="336" y="140"/>
                  </a:cubicBezTo>
                  <a:cubicBezTo>
                    <a:pt x="113" y="296"/>
                    <a:pt x="1" y="520"/>
                    <a:pt x="84" y="640"/>
                  </a:cubicBezTo>
                  <a:cubicBezTo>
                    <a:pt x="119" y="690"/>
                    <a:pt x="182" y="714"/>
                    <a:pt x="260" y="714"/>
                  </a:cubicBezTo>
                  <a:cubicBezTo>
                    <a:pt x="371" y="714"/>
                    <a:pt x="510" y="666"/>
                    <a:pt x="641" y="575"/>
                  </a:cubicBezTo>
                  <a:cubicBezTo>
                    <a:pt x="864" y="419"/>
                    <a:pt x="976" y="194"/>
                    <a:pt x="893" y="75"/>
                  </a:cubicBezTo>
                  <a:cubicBezTo>
                    <a:pt x="858" y="25"/>
                    <a:pt x="794" y="1"/>
                    <a:pt x="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1" name="Google Shape;4181;p114"/>
          <p:cNvSpPr/>
          <p:nvPr/>
        </p:nvSpPr>
        <p:spPr>
          <a:xfrm rot="1795183">
            <a:off x="1041518" y="3693260"/>
            <a:ext cx="200896" cy="935156"/>
          </a:xfrm>
          <a:custGeom>
            <a:rect b="b" l="l" r="r" t="t"/>
            <a:pathLst>
              <a:path extrusionOk="0" h="22891" w="4918">
                <a:moveTo>
                  <a:pt x="2313" y="706"/>
                </a:moveTo>
                <a:cubicBezTo>
                  <a:pt x="2566" y="1213"/>
                  <a:pt x="2820" y="1711"/>
                  <a:pt x="3064" y="2218"/>
                </a:cubicBezTo>
                <a:cubicBezTo>
                  <a:pt x="2857" y="2309"/>
                  <a:pt x="2643" y="2346"/>
                  <a:pt x="2426" y="2346"/>
                </a:cubicBezTo>
                <a:cubicBezTo>
                  <a:pt x="2132" y="2346"/>
                  <a:pt x="1834" y="2278"/>
                  <a:pt x="1542" y="2189"/>
                </a:cubicBezTo>
                <a:cubicBezTo>
                  <a:pt x="1786" y="1691"/>
                  <a:pt x="2039" y="1194"/>
                  <a:pt x="2313" y="706"/>
                </a:cubicBezTo>
                <a:close/>
                <a:moveTo>
                  <a:pt x="1347" y="2598"/>
                </a:moveTo>
                <a:cubicBezTo>
                  <a:pt x="1706" y="2713"/>
                  <a:pt x="2069" y="2794"/>
                  <a:pt x="2427" y="2794"/>
                </a:cubicBezTo>
                <a:cubicBezTo>
                  <a:pt x="2711" y="2794"/>
                  <a:pt x="2993" y="2743"/>
                  <a:pt x="3269" y="2618"/>
                </a:cubicBezTo>
                <a:cubicBezTo>
                  <a:pt x="3415" y="2920"/>
                  <a:pt x="3552" y="3223"/>
                  <a:pt x="3698" y="3515"/>
                </a:cubicBezTo>
                <a:cubicBezTo>
                  <a:pt x="3766" y="3671"/>
                  <a:pt x="3825" y="3828"/>
                  <a:pt x="3874" y="3984"/>
                </a:cubicBezTo>
                <a:cubicBezTo>
                  <a:pt x="3630" y="4374"/>
                  <a:pt x="3415" y="4774"/>
                  <a:pt x="3200" y="5174"/>
                </a:cubicBezTo>
                <a:lnTo>
                  <a:pt x="2400" y="4032"/>
                </a:lnTo>
                <a:cubicBezTo>
                  <a:pt x="2381" y="4003"/>
                  <a:pt x="2342" y="3974"/>
                  <a:pt x="2313" y="3964"/>
                </a:cubicBezTo>
                <a:cubicBezTo>
                  <a:pt x="2276" y="3938"/>
                  <a:pt x="2235" y="3926"/>
                  <a:pt x="2194" y="3926"/>
                </a:cubicBezTo>
                <a:cubicBezTo>
                  <a:pt x="2127" y="3926"/>
                  <a:pt x="2062" y="3958"/>
                  <a:pt x="2020" y="4013"/>
                </a:cubicBezTo>
                <a:cubicBezTo>
                  <a:pt x="2000" y="4032"/>
                  <a:pt x="1991" y="4062"/>
                  <a:pt x="1981" y="4081"/>
                </a:cubicBezTo>
                <a:cubicBezTo>
                  <a:pt x="1757" y="4442"/>
                  <a:pt x="1542" y="4813"/>
                  <a:pt x="1327" y="5174"/>
                </a:cubicBezTo>
                <a:cubicBezTo>
                  <a:pt x="1113" y="4863"/>
                  <a:pt x="900" y="4561"/>
                  <a:pt x="666" y="4270"/>
                </a:cubicBezTo>
                <a:lnTo>
                  <a:pt x="666" y="4270"/>
                </a:lnTo>
                <a:cubicBezTo>
                  <a:pt x="880" y="3706"/>
                  <a:pt x="1104" y="3152"/>
                  <a:pt x="1347" y="2598"/>
                </a:cubicBezTo>
                <a:close/>
                <a:moveTo>
                  <a:pt x="3932" y="4793"/>
                </a:moveTo>
                <a:cubicBezTo>
                  <a:pt x="3932" y="5662"/>
                  <a:pt x="3913" y="6540"/>
                  <a:pt x="3913" y="7408"/>
                </a:cubicBezTo>
                <a:lnTo>
                  <a:pt x="3922" y="7408"/>
                </a:lnTo>
                <a:cubicBezTo>
                  <a:pt x="3913" y="10569"/>
                  <a:pt x="3922" y="13739"/>
                  <a:pt x="4059" y="16890"/>
                </a:cubicBezTo>
                <a:cubicBezTo>
                  <a:pt x="4078" y="17134"/>
                  <a:pt x="4088" y="17368"/>
                  <a:pt x="4098" y="17612"/>
                </a:cubicBezTo>
                <a:lnTo>
                  <a:pt x="3366" y="17671"/>
                </a:lnTo>
                <a:cubicBezTo>
                  <a:pt x="3620" y="13700"/>
                  <a:pt x="3532" y="9720"/>
                  <a:pt x="3425" y="5749"/>
                </a:cubicBezTo>
                <a:lnTo>
                  <a:pt x="3425" y="5740"/>
                </a:lnTo>
                <a:cubicBezTo>
                  <a:pt x="3591" y="5418"/>
                  <a:pt x="3756" y="5105"/>
                  <a:pt x="3932" y="4793"/>
                </a:cubicBezTo>
                <a:close/>
                <a:moveTo>
                  <a:pt x="2225" y="4569"/>
                </a:moveTo>
                <a:lnTo>
                  <a:pt x="2966" y="5632"/>
                </a:lnTo>
                <a:cubicBezTo>
                  <a:pt x="3074" y="9661"/>
                  <a:pt x="3171" y="13681"/>
                  <a:pt x="2908" y="17710"/>
                </a:cubicBezTo>
                <a:lnTo>
                  <a:pt x="1600" y="17807"/>
                </a:lnTo>
                <a:lnTo>
                  <a:pt x="1591" y="17817"/>
                </a:lnTo>
                <a:cubicBezTo>
                  <a:pt x="1737" y="13807"/>
                  <a:pt x="1864" y="9798"/>
                  <a:pt x="1493" y="5788"/>
                </a:cubicBezTo>
                <a:lnTo>
                  <a:pt x="2225" y="4569"/>
                </a:lnTo>
                <a:close/>
                <a:moveTo>
                  <a:pt x="615" y="4949"/>
                </a:moveTo>
                <a:cubicBezTo>
                  <a:pt x="752" y="5135"/>
                  <a:pt x="879" y="5320"/>
                  <a:pt x="1005" y="5515"/>
                </a:cubicBezTo>
                <a:cubicBezTo>
                  <a:pt x="1405" y="9613"/>
                  <a:pt x="1279" y="13729"/>
                  <a:pt x="1132" y="17836"/>
                </a:cubicBezTo>
                <a:lnTo>
                  <a:pt x="576" y="17885"/>
                </a:lnTo>
                <a:lnTo>
                  <a:pt x="576" y="17885"/>
                </a:lnTo>
                <a:cubicBezTo>
                  <a:pt x="576" y="15430"/>
                  <a:pt x="576" y="12985"/>
                  <a:pt x="586" y="10530"/>
                </a:cubicBezTo>
                <a:cubicBezTo>
                  <a:pt x="596" y="8666"/>
                  <a:pt x="605" y="6813"/>
                  <a:pt x="615" y="4949"/>
                </a:cubicBezTo>
                <a:close/>
                <a:moveTo>
                  <a:pt x="4127" y="18071"/>
                </a:moveTo>
                <a:cubicBezTo>
                  <a:pt x="4137" y="18236"/>
                  <a:pt x="4147" y="18412"/>
                  <a:pt x="4166" y="18578"/>
                </a:cubicBezTo>
                <a:cubicBezTo>
                  <a:pt x="4014" y="18577"/>
                  <a:pt x="3862" y="18576"/>
                  <a:pt x="3709" y="18576"/>
                </a:cubicBezTo>
                <a:cubicBezTo>
                  <a:pt x="2664" y="18576"/>
                  <a:pt x="1625" y="18605"/>
                  <a:pt x="586" y="18656"/>
                </a:cubicBezTo>
                <a:lnTo>
                  <a:pt x="586" y="18344"/>
                </a:lnTo>
                <a:lnTo>
                  <a:pt x="4127" y="18071"/>
                </a:lnTo>
                <a:close/>
                <a:moveTo>
                  <a:pt x="3742" y="19025"/>
                </a:moveTo>
                <a:cubicBezTo>
                  <a:pt x="3893" y="19025"/>
                  <a:pt x="4044" y="19025"/>
                  <a:pt x="4195" y="19027"/>
                </a:cubicBezTo>
                <a:lnTo>
                  <a:pt x="4195" y="19036"/>
                </a:lnTo>
                <a:lnTo>
                  <a:pt x="4195" y="19046"/>
                </a:lnTo>
                <a:cubicBezTo>
                  <a:pt x="4264" y="19885"/>
                  <a:pt x="4537" y="20949"/>
                  <a:pt x="4117" y="21709"/>
                </a:cubicBezTo>
                <a:cubicBezTo>
                  <a:pt x="3817" y="22275"/>
                  <a:pt x="3200" y="22419"/>
                  <a:pt x="2605" y="22419"/>
                </a:cubicBezTo>
                <a:cubicBezTo>
                  <a:pt x="2523" y="22419"/>
                  <a:pt x="2442" y="22417"/>
                  <a:pt x="2361" y="22412"/>
                </a:cubicBezTo>
                <a:cubicBezTo>
                  <a:pt x="1620" y="22363"/>
                  <a:pt x="810" y="22275"/>
                  <a:pt x="586" y="21417"/>
                </a:cubicBezTo>
                <a:cubicBezTo>
                  <a:pt x="459" y="20900"/>
                  <a:pt x="576" y="20168"/>
                  <a:pt x="576" y="19622"/>
                </a:cubicBezTo>
                <a:lnTo>
                  <a:pt x="576" y="19114"/>
                </a:lnTo>
                <a:cubicBezTo>
                  <a:pt x="1635" y="19055"/>
                  <a:pt x="2686" y="19025"/>
                  <a:pt x="3742" y="19025"/>
                </a:cubicBezTo>
                <a:close/>
                <a:moveTo>
                  <a:pt x="2332" y="1"/>
                </a:moveTo>
                <a:cubicBezTo>
                  <a:pt x="2257" y="1"/>
                  <a:pt x="2181" y="37"/>
                  <a:pt x="2137" y="111"/>
                </a:cubicBezTo>
                <a:cubicBezTo>
                  <a:pt x="1357" y="1428"/>
                  <a:pt x="703" y="2813"/>
                  <a:pt x="186" y="4257"/>
                </a:cubicBezTo>
                <a:cubicBezTo>
                  <a:pt x="176" y="4267"/>
                  <a:pt x="176" y="4276"/>
                  <a:pt x="166" y="4286"/>
                </a:cubicBezTo>
                <a:cubicBezTo>
                  <a:pt x="166" y="4296"/>
                  <a:pt x="166" y="4296"/>
                  <a:pt x="166" y="4296"/>
                </a:cubicBezTo>
                <a:cubicBezTo>
                  <a:pt x="166" y="4296"/>
                  <a:pt x="166" y="4306"/>
                  <a:pt x="166" y="4306"/>
                </a:cubicBezTo>
                <a:cubicBezTo>
                  <a:pt x="157" y="4345"/>
                  <a:pt x="157" y="4374"/>
                  <a:pt x="166" y="4413"/>
                </a:cubicBezTo>
                <a:cubicBezTo>
                  <a:pt x="137" y="9710"/>
                  <a:pt x="98" y="14998"/>
                  <a:pt x="127" y="20285"/>
                </a:cubicBezTo>
                <a:cubicBezTo>
                  <a:pt x="127" y="20890"/>
                  <a:pt x="1" y="21690"/>
                  <a:pt x="401" y="22197"/>
                </a:cubicBezTo>
                <a:cubicBezTo>
                  <a:pt x="857" y="22784"/>
                  <a:pt x="1873" y="22891"/>
                  <a:pt x="2601" y="22891"/>
                </a:cubicBezTo>
                <a:cubicBezTo>
                  <a:pt x="2636" y="22891"/>
                  <a:pt x="2670" y="22890"/>
                  <a:pt x="2703" y="22890"/>
                </a:cubicBezTo>
                <a:cubicBezTo>
                  <a:pt x="3522" y="22870"/>
                  <a:pt x="4283" y="22558"/>
                  <a:pt x="4605" y="21758"/>
                </a:cubicBezTo>
                <a:cubicBezTo>
                  <a:pt x="4917" y="20978"/>
                  <a:pt x="4742" y="20100"/>
                  <a:pt x="4673" y="19290"/>
                </a:cubicBezTo>
                <a:cubicBezTo>
                  <a:pt x="4381" y="15807"/>
                  <a:pt x="4381" y="12305"/>
                  <a:pt x="4371" y="8832"/>
                </a:cubicBezTo>
                <a:cubicBezTo>
                  <a:pt x="4371" y="7457"/>
                  <a:pt x="4391" y="6081"/>
                  <a:pt x="4391" y="4715"/>
                </a:cubicBezTo>
                <a:cubicBezTo>
                  <a:pt x="4400" y="4481"/>
                  <a:pt x="4391" y="4257"/>
                  <a:pt x="4361" y="4032"/>
                </a:cubicBezTo>
                <a:cubicBezTo>
                  <a:pt x="4371" y="3984"/>
                  <a:pt x="4361" y="3935"/>
                  <a:pt x="4332" y="3896"/>
                </a:cubicBezTo>
                <a:lnTo>
                  <a:pt x="4322" y="3847"/>
                </a:lnTo>
                <a:cubicBezTo>
                  <a:pt x="4156" y="3310"/>
                  <a:pt x="3844" y="2803"/>
                  <a:pt x="3600" y="2306"/>
                </a:cubicBezTo>
                <a:lnTo>
                  <a:pt x="2527" y="111"/>
                </a:lnTo>
                <a:cubicBezTo>
                  <a:pt x="2483" y="37"/>
                  <a:pt x="2408" y="1"/>
                  <a:pt x="2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2" name="Google Shape;4182;p114"/>
          <p:cNvGrpSpPr/>
          <p:nvPr/>
        </p:nvGrpSpPr>
        <p:grpSpPr>
          <a:xfrm rot="-773968">
            <a:off x="8017025" y="1483558"/>
            <a:ext cx="640500" cy="741366"/>
            <a:chOff x="7515659" y="692392"/>
            <a:chExt cx="1067059" cy="1235099"/>
          </a:xfrm>
        </p:grpSpPr>
        <p:sp>
          <p:nvSpPr>
            <p:cNvPr id="4183" name="Google Shape;4183;p114"/>
            <p:cNvSpPr/>
            <p:nvPr/>
          </p:nvSpPr>
          <p:spPr>
            <a:xfrm rot="-1282608">
              <a:off x="7679128" y="791620"/>
              <a:ext cx="740121" cy="1036642"/>
            </a:xfrm>
            <a:custGeom>
              <a:rect b="b" l="l" r="r" t="t"/>
              <a:pathLst>
                <a:path extrusionOk="0" h="12285" w="8771">
                  <a:moveTo>
                    <a:pt x="6127" y="462"/>
                  </a:moveTo>
                  <a:cubicBezTo>
                    <a:pt x="6166" y="793"/>
                    <a:pt x="6176" y="1135"/>
                    <a:pt x="6166" y="1476"/>
                  </a:cubicBezTo>
                  <a:lnTo>
                    <a:pt x="6166" y="1496"/>
                  </a:lnTo>
                  <a:cubicBezTo>
                    <a:pt x="4576" y="1935"/>
                    <a:pt x="2995" y="2413"/>
                    <a:pt x="1425" y="2930"/>
                  </a:cubicBezTo>
                  <a:cubicBezTo>
                    <a:pt x="2946" y="2013"/>
                    <a:pt x="4507" y="1184"/>
                    <a:pt x="6127" y="462"/>
                  </a:cubicBezTo>
                  <a:close/>
                  <a:moveTo>
                    <a:pt x="7336" y="1574"/>
                  </a:moveTo>
                  <a:cubicBezTo>
                    <a:pt x="7336" y="1828"/>
                    <a:pt x="7317" y="2091"/>
                    <a:pt x="7317" y="2354"/>
                  </a:cubicBezTo>
                  <a:cubicBezTo>
                    <a:pt x="6439" y="2471"/>
                    <a:pt x="5561" y="2598"/>
                    <a:pt x="4673" y="2735"/>
                  </a:cubicBezTo>
                  <a:cubicBezTo>
                    <a:pt x="3746" y="2881"/>
                    <a:pt x="2790" y="3106"/>
                    <a:pt x="1834" y="3193"/>
                  </a:cubicBezTo>
                  <a:cubicBezTo>
                    <a:pt x="3649" y="2598"/>
                    <a:pt x="5483" y="2062"/>
                    <a:pt x="7336" y="1574"/>
                  </a:cubicBezTo>
                  <a:close/>
                  <a:moveTo>
                    <a:pt x="8205" y="2618"/>
                  </a:moveTo>
                  <a:cubicBezTo>
                    <a:pt x="8312" y="3993"/>
                    <a:pt x="8283" y="5379"/>
                    <a:pt x="8302" y="6764"/>
                  </a:cubicBezTo>
                  <a:cubicBezTo>
                    <a:pt x="8322" y="8217"/>
                    <a:pt x="8380" y="9671"/>
                    <a:pt x="8254" y="11115"/>
                  </a:cubicBezTo>
                  <a:lnTo>
                    <a:pt x="7580" y="11359"/>
                  </a:lnTo>
                  <a:cubicBezTo>
                    <a:pt x="7639" y="8832"/>
                    <a:pt x="7512" y="6296"/>
                    <a:pt x="7200" y="3788"/>
                  </a:cubicBezTo>
                  <a:cubicBezTo>
                    <a:pt x="7190" y="3710"/>
                    <a:pt x="7151" y="3623"/>
                    <a:pt x="7063" y="3613"/>
                  </a:cubicBezTo>
                  <a:cubicBezTo>
                    <a:pt x="6010" y="3437"/>
                    <a:pt x="4951" y="3432"/>
                    <a:pt x="3890" y="3432"/>
                  </a:cubicBezTo>
                  <a:cubicBezTo>
                    <a:pt x="3819" y="3432"/>
                    <a:pt x="3749" y="3432"/>
                    <a:pt x="3678" y="3432"/>
                  </a:cubicBezTo>
                  <a:cubicBezTo>
                    <a:pt x="3395" y="3432"/>
                    <a:pt x="3112" y="3431"/>
                    <a:pt x="2829" y="3427"/>
                  </a:cubicBezTo>
                  <a:cubicBezTo>
                    <a:pt x="3317" y="3340"/>
                    <a:pt x="3805" y="3242"/>
                    <a:pt x="4293" y="3174"/>
                  </a:cubicBezTo>
                  <a:cubicBezTo>
                    <a:pt x="5600" y="2959"/>
                    <a:pt x="6897" y="2774"/>
                    <a:pt x="8205" y="2618"/>
                  </a:cubicBezTo>
                  <a:close/>
                  <a:moveTo>
                    <a:pt x="527" y="3642"/>
                  </a:moveTo>
                  <a:lnTo>
                    <a:pt x="527" y="3642"/>
                  </a:lnTo>
                  <a:cubicBezTo>
                    <a:pt x="859" y="3691"/>
                    <a:pt x="1190" y="3720"/>
                    <a:pt x="1512" y="3749"/>
                  </a:cubicBezTo>
                  <a:cubicBezTo>
                    <a:pt x="1571" y="6393"/>
                    <a:pt x="1629" y="9047"/>
                    <a:pt x="1698" y="11690"/>
                  </a:cubicBezTo>
                  <a:lnTo>
                    <a:pt x="1688" y="11690"/>
                  </a:lnTo>
                  <a:cubicBezTo>
                    <a:pt x="1347" y="11661"/>
                    <a:pt x="995" y="11622"/>
                    <a:pt x="654" y="11573"/>
                  </a:cubicBezTo>
                  <a:cubicBezTo>
                    <a:pt x="654" y="8939"/>
                    <a:pt x="693" y="6286"/>
                    <a:pt x="527" y="3642"/>
                  </a:cubicBezTo>
                  <a:close/>
                  <a:moveTo>
                    <a:pt x="1893" y="3769"/>
                  </a:moveTo>
                  <a:lnTo>
                    <a:pt x="1893" y="3769"/>
                  </a:lnTo>
                  <a:cubicBezTo>
                    <a:pt x="3542" y="3847"/>
                    <a:pt x="5210" y="3710"/>
                    <a:pt x="6849" y="3954"/>
                  </a:cubicBezTo>
                  <a:cubicBezTo>
                    <a:pt x="7171" y="6588"/>
                    <a:pt x="7288" y="9242"/>
                    <a:pt x="7200" y="11895"/>
                  </a:cubicBezTo>
                  <a:cubicBezTo>
                    <a:pt x="6855" y="11903"/>
                    <a:pt x="6510" y="11907"/>
                    <a:pt x="6164" y="11907"/>
                  </a:cubicBezTo>
                  <a:cubicBezTo>
                    <a:pt x="4799" y="11907"/>
                    <a:pt x="3431" y="11846"/>
                    <a:pt x="2068" y="11729"/>
                  </a:cubicBezTo>
                  <a:lnTo>
                    <a:pt x="1893" y="3769"/>
                  </a:lnTo>
                  <a:close/>
                  <a:moveTo>
                    <a:pt x="6284" y="0"/>
                  </a:moveTo>
                  <a:cubicBezTo>
                    <a:pt x="6249" y="0"/>
                    <a:pt x="6215" y="8"/>
                    <a:pt x="6185" y="23"/>
                  </a:cubicBezTo>
                  <a:cubicBezTo>
                    <a:pt x="5044" y="520"/>
                    <a:pt x="3942" y="1076"/>
                    <a:pt x="2849" y="1671"/>
                  </a:cubicBezTo>
                  <a:cubicBezTo>
                    <a:pt x="2303" y="1974"/>
                    <a:pt x="1766" y="2276"/>
                    <a:pt x="1239" y="2598"/>
                  </a:cubicBezTo>
                  <a:cubicBezTo>
                    <a:pt x="976" y="2764"/>
                    <a:pt x="664" y="2813"/>
                    <a:pt x="400" y="2979"/>
                  </a:cubicBezTo>
                  <a:cubicBezTo>
                    <a:pt x="0" y="3223"/>
                    <a:pt x="117" y="3749"/>
                    <a:pt x="147" y="4149"/>
                  </a:cubicBezTo>
                  <a:cubicBezTo>
                    <a:pt x="352" y="6676"/>
                    <a:pt x="273" y="9213"/>
                    <a:pt x="273" y="11749"/>
                  </a:cubicBezTo>
                  <a:cubicBezTo>
                    <a:pt x="273" y="11847"/>
                    <a:pt x="361" y="11934"/>
                    <a:pt x="459" y="11934"/>
                  </a:cubicBezTo>
                  <a:cubicBezTo>
                    <a:pt x="2333" y="12165"/>
                    <a:pt x="4213" y="12285"/>
                    <a:pt x="6095" y="12285"/>
                  </a:cubicBezTo>
                  <a:cubicBezTo>
                    <a:pt x="6525" y="12285"/>
                    <a:pt x="6955" y="12279"/>
                    <a:pt x="7385" y="12266"/>
                  </a:cubicBezTo>
                  <a:cubicBezTo>
                    <a:pt x="7493" y="12266"/>
                    <a:pt x="7571" y="12178"/>
                    <a:pt x="7580" y="12081"/>
                  </a:cubicBezTo>
                  <a:cubicBezTo>
                    <a:pt x="7580" y="11973"/>
                    <a:pt x="7580" y="11866"/>
                    <a:pt x="7580" y="11768"/>
                  </a:cubicBezTo>
                  <a:lnTo>
                    <a:pt x="8488" y="11437"/>
                  </a:lnTo>
                  <a:cubicBezTo>
                    <a:pt x="8566" y="11417"/>
                    <a:pt x="8614" y="11339"/>
                    <a:pt x="8624" y="11261"/>
                  </a:cubicBezTo>
                  <a:cubicBezTo>
                    <a:pt x="8771" y="9769"/>
                    <a:pt x="8693" y="8256"/>
                    <a:pt x="8673" y="6764"/>
                  </a:cubicBezTo>
                  <a:cubicBezTo>
                    <a:pt x="8663" y="5320"/>
                    <a:pt x="8702" y="3857"/>
                    <a:pt x="8575" y="2423"/>
                  </a:cubicBezTo>
                  <a:cubicBezTo>
                    <a:pt x="8566" y="2345"/>
                    <a:pt x="8517" y="2276"/>
                    <a:pt x="8439" y="2257"/>
                  </a:cubicBezTo>
                  <a:cubicBezTo>
                    <a:pt x="8410" y="2228"/>
                    <a:pt x="8371" y="2228"/>
                    <a:pt x="8332" y="2228"/>
                  </a:cubicBezTo>
                  <a:cubicBezTo>
                    <a:pt x="8117" y="2257"/>
                    <a:pt x="7912" y="2286"/>
                    <a:pt x="7707" y="2306"/>
                  </a:cubicBezTo>
                  <a:lnTo>
                    <a:pt x="7727" y="1330"/>
                  </a:lnTo>
                  <a:cubicBezTo>
                    <a:pt x="7727" y="1220"/>
                    <a:pt x="7631" y="1139"/>
                    <a:pt x="7529" y="1139"/>
                  </a:cubicBezTo>
                  <a:cubicBezTo>
                    <a:pt x="7514" y="1139"/>
                    <a:pt x="7498" y="1141"/>
                    <a:pt x="7483" y="1145"/>
                  </a:cubicBezTo>
                  <a:cubicBezTo>
                    <a:pt x="7171" y="1223"/>
                    <a:pt x="6858" y="1311"/>
                    <a:pt x="6546" y="1389"/>
                  </a:cubicBezTo>
                  <a:cubicBezTo>
                    <a:pt x="6556" y="969"/>
                    <a:pt x="6527" y="550"/>
                    <a:pt x="6458" y="130"/>
                  </a:cubicBezTo>
                  <a:cubicBezTo>
                    <a:pt x="6445" y="41"/>
                    <a:pt x="6365" y="0"/>
                    <a:pt x="6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14"/>
            <p:cNvSpPr/>
            <p:nvPr/>
          </p:nvSpPr>
          <p:spPr>
            <a:xfrm rot="-1282608">
              <a:off x="7988890" y="1324111"/>
              <a:ext cx="289095" cy="207919"/>
            </a:xfrm>
            <a:custGeom>
              <a:rect b="b" l="l" r="r" t="t"/>
              <a:pathLst>
                <a:path extrusionOk="0" h="2464" w="3426">
                  <a:moveTo>
                    <a:pt x="2859" y="381"/>
                  </a:moveTo>
                  <a:cubicBezTo>
                    <a:pt x="2888" y="791"/>
                    <a:pt x="2908" y="1191"/>
                    <a:pt x="2937" y="1591"/>
                  </a:cubicBezTo>
                  <a:lnTo>
                    <a:pt x="2927" y="1591"/>
                  </a:lnTo>
                  <a:cubicBezTo>
                    <a:pt x="2947" y="1961"/>
                    <a:pt x="2986" y="1971"/>
                    <a:pt x="2635" y="2049"/>
                  </a:cubicBezTo>
                  <a:cubicBezTo>
                    <a:pt x="2523" y="2059"/>
                    <a:pt x="2410" y="2064"/>
                    <a:pt x="2298" y="2064"/>
                  </a:cubicBezTo>
                  <a:cubicBezTo>
                    <a:pt x="2186" y="2064"/>
                    <a:pt x="2074" y="2059"/>
                    <a:pt x="1962" y="2049"/>
                  </a:cubicBezTo>
                  <a:cubicBezTo>
                    <a:pt x="1737" y="2039"/>
                    <a:pt x="1513" y="2030"/>
                    <a:pt x="1289" y="2020"/>
                  </a:cubicBezTo>
                  <a:cubicBezTo>
                    <a:pt x="1268" y="2019"/>
                    <a:pt x="1244" y="2018"/>
                    <a:pt x="1217" y="2018"/>
                  </a:cubicBezTo>
                  <a:cubicBezTo>
                    <a:pt x="1157" y="2018"/>
                    <a:pt x="1083" y="2020"/>
                    <a:pt x="1007" y="2020"/>
                  </a:cubicBezTo>
                  <a:cubicBezTo>
                    <a:pt x="858" y="2020"/>
                    <a:pt x="700" y="2012"/>
                    <a:pt x="615" y="1961"/>
                  </a:cubicBezTo>
                  <a:cubicBezTo>
                    <a:pt x="303" y="1766"/>
                    <a:pt x="420" y="918"/>
                    <a:pt x="440" y="527"/>
                  </a:cubicBezTo>
                  <a:lnTo>
                    <a:pt x="2859" y="381"/>
                  </a:lnTo>
                  <a:close/>
                  <a:moveTo>
                    <a:pt x="3035" y="1"/>
                  </a:moveTo>
                  <a:lnTo>
                    <a:pt x="225" y="157"/>
                  </a:lnTo>
                  <a:cubicBezTo>
                    <a:pt x="89" y="166"/>
                    <a:pt x="1" y="313"/>
                    <a:pt x="59" y="430"/>
                  </a:cubicBezTo>
                  <a:lnTo>
                    <a:pt x="59" y="1639"/>
                  </a:lnTo>
                  <a:cubicBezTo>
                    <a:pt x="59" y="1796"/>
                    <a:pt x="11" y="2059"/>
                    <a:pt x="137" y="2205"/>
                  </a:cubicBezTo>
                  <a:cubicBezTo>
                    <a:pt x="264" y="2342"/>
                    <a:pt x="567" y="2332"/>
                    <a:pt x="723" y="2342"/>
                  </a:cubicBezTo>
                  <a:cubicBezTo>
                    <a:pt x="1132" y="2391"/>
                    <a:pt x="1542" y="2420"/>
                    <a:pt x="1962" y="2420"/>
                  </a:cubicBezTo>
                  <a:cubicBezTo>
                    <a:pt x="2118" y="2425"/>
                    <a:pt x="2396" y="2464"/>
                    <a:pt x="2664" y="2464"/>
                  </a:cubicBezTo>
                  <a:cubicBezTo>
                    <a:pt x="2947" y="2464"/>
                    <a:pt x="3217" y="2420"/>
                    <a:pt x="3318" y="2244"/>
                  </a:cubicBezTo>
                  <a:cubicBezTo>
                    <a:pt x="3425" y="2059"/>
                    <a:pt x="3308" y="1678"/>
                    <a:pt x="3298" y="1483"/>
                  </a:cubicBezTo>
                  <a:lnTo>
                    <a:pt x="3220" y="186"/>
                  </a:lnTo>
                  <a:cubicBezTo>
                    <a:pt x="3220" y="79"/>
                    <a:pt x="3132" y="1"/>
                    <a:pt x="3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114"/>
          <p:cNvGrpSpPr/>
          <p:nvPr/>
        </p:nvGrpSpPr>
        <p:grpSpPr>
          <a:xfrm>
            <a:off x="3866995" y="1534507"/>
            <a:ext cx="308358" cy="426559"/>
            <a:chOff x="3394525" y="2111024"/>
            <a:chExt cx="372908" cy="515791"/>
          </a:xfrm>
        </p:grpSpPr>
        <p:sp>
          <p:nvSpPr>
            <p:cNvPr id="4186" name="Google Shape;4186;p114"/>
            <p:cNvSpPr/>
            <p:nvPr/>
          </p:nvSpPr>
          <p:spPr>
            <a:xfrm>
              <a:off x="3394525" y="2111024"/>
              <a:ext cx="372908" cy="515791"/>
            </a:xfrm>
            <a:custGeom>
              <a:rect b="b" l="l" r="r" t="t"/>
              <a:pathLst>
                <a:path extrusionOk="0" h="7949" w="5747">
                  <a:moveTo>
                    <a:pt x="2859" y="1163"/>
                  </a:moveTo>
                  <a:cubicBezTo>
                    <a:pt x="3249" y="2227"/>
                    <a:pt x="3980" y="3192"/>
                    <a:pt x="5044" y="3553"/>
                  </a:cubicBezTo>
                  <a:cubicBezTo>
                    <a:pt x="3932" y="4334"/>
                    <a:pt x="3376" y="5573"/>
                    <a:pt x="3122" y="6880"/>
                  </a:cubicBezTo>
                  <a:cubicBezTo>
                    <a:pt x="2702" y="5563"/>
                    <a:pt x="2078" y="4236"/>
                    <a:pt x="781" y="3700"/>
                  </a:cubicBezTo>
                  <a:cubicBezTo>
                    <a:pt x="1815" y="3202"/>
                    <a:pt x="2576" y="2275"/>
                    <a:pt x="2859" y="1163"/>
                  </a:cubicBezTo>
                  <a:close/>
                  <a:moveTo>
                    <a:pt x="2810" y="1"/>
                  </a:moveTo>
                  <a:cubicBezTo>
                    <a:pt x="2706" y="1"/>
                    <a:pt x="2593" y="85"/>
                    <a:pt x="2605" y="217"/>
                  </a:cubicBezTo>
                  <a:lnTo>
                    <a:pt x="2605" y="227"/>
                  </a:lnTo>
                  <a:cubicBezTo>
                    <a:pt x="2605" y="1739"/>
                    <a:pt x="1629" y="3075"/>
                    <a:pt x="195" y="3534"/>
                  </a:cubicBezTo>
                  <a:cubicBezTo>
                    <a:pt x="20" y="3592"/>
                    <a:pt x="0" y="3866"/>
                    <a:pt x="195" y="3905"/>
                  </a:cubicBezTo>
                  <a:cubicBezTo>
                    <a:pt x="2010" y="4314"/>
                    <a:pt x="2576" y="6226"/>
                    <a:pt x="2995" y="7817"/>
                  </a:cubicBezTo>
                  <a:cubicBezTo>
                    <a:pt x="3020" y="7909"/>
                    <a:pt x="3087" y="7949"/>
                    <a:pt x="3157" y="7949"/>
                  </a:cubicBezTo>
                  <a:cubicBezTo>
                    <a:pt x="3250" y="7949"/>
                    <a:pt x="3349" y="7879"/>
                    <a:pt x="3366" y="7768"/>
                  </a:cubicBezTo>
                  <a:cubicBezTo>
                    <a:pt x="3541" y="6139"/>
                    <a:pt x="4088" y="4470"/>
                    <a:pt x="5619" y="3641"/>
                  </a:cubicBezTo>
                  <a:cubicBezTo>
                    <a:pt x="5746" y="3563"/>
                    <a:pt x="5736" y="3319"/>
                    <a:pt x="5580" y="3290"/>
                  </a:cubicBezTo>
                  <a:cubicBezTo>
                    <a:pt x="4078" y="3046"/>
                    <a:pt x="3229" y="1524"/>
                    <a:pt x="2966" y="139"/>
                  </a:cubicBezTo>
                  <a:cubicBezTo>
                    <a:pt x="2950" y="42"/>
                    <a:pt x="2882" y="1"/>
                    <a:pt x="2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4"/>
            <p:cNvSpPr/>
            <p:nvPr/>
          </p:nvSpPr>
          <p:spPr>
            <a:xfrm>
              <a:off x="3445786" y="2186488"/>
              <a:ext cx="276031" cy="371027"/>
            </a:xfrm>
            <a:custGeom>
              <a:rect b="b" l="l" r="r" t="t"/>
              <a:pathLst>
                <a:path extrusionOk="0" h="5718" w="4254">
                  <a:moveTo>
                    <a:pt x="2069" y="0"/>
                  </a:moveTo>
                  <a:cubicBezTo>
                    <a:pt x="1786" y="1112"/>
                    <a:pt x="1025" y="2039"/>
                    <a:pt x="0" y="2537"/>
                  </a:cubicBezTo>
                  <a:cubicBezTo>
                    <a:pt x="1298" y="3073"/>
                    <a:pt x="1922" y="4400"/>
                    <a:pt x="2332" y="5717"/>
                  </a:cubicBezTo>
                  <a:cubicBezTo>
                    <a:pt x="2595" y="4410"/>
                    <a:pt x="3142" y="3171"/>
                    <a:pt x="4254" y="2390"/>
                  </a:cubicBezTo>
                  <a:cubicBezTo>
                    <a:pt x="3200" y="2029"/>
                    <a:pt x="2469" y="1064"/>
                    <a:pt x="2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1" name="Shape 4191"/>
        <p:cNvGrpSpPr/>
        <p:nvPr/>
      </p:nvGrpSpPr>
      <p:grpSpPr>
        <a:xfrm>
          <a:off x="0" y="0"/>
          <a:ext cx="0" cy="0"/>
          <a:chOff x="0" y="0"/>
          <a:chExt cx="0" cy="0"/>
        </a:xfrm>
      </p:grpSpPr>
      <p:grpSp>
        <p:nvGrpSpPr>
          <p:cNvPr id="4192" name="Google Shape;4192;p115"/>
          <p:cNvGrpSpPr/>
          <p:nvPr/>
        </p:nvGrpSpPr>
        <p:grpSpPr>
          <a:xfrm>
            <a:off x="2043533" y="2296918"/>
            <a:ext cx="5058533" cy="1336977"/>
            <a:chOff x="7728915" y="1917859"/>
            <a:chExt cx="1034486" cy="222599"/>
          </a:xfrm>
        </p:grpSpPr>
        <p:sp>
          <p:nvSpPr>
            <p:cNvPr id="4193" name="Google Shape;4193;p115"/>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5"/>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5"/>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15"/>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15"/>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15"/>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15"/>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15"/>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15"/>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15"/>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5"/>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15"/>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15"/>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15"/>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5"/>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5"/>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15"/>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15"/>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5"/>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5"/>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15"/>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15"/>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5"/>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15"/>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15"/>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15"/>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15"/>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15"/>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15"/>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15"/>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5"/>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5"/>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15"/>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15"/>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5"/>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5"/>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15"/>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15"/>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15"/>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2" name="Google Shape;4232;p115"/>
          <p:cNvSpPr txBox="1"/>
          <p:nvPr>
            <p:ph type="title"/>
          </p:nvPr>
        </p:nvSpPr>
        <p:spPr>
          <a:xfrm>
            <a:off x="3045650" y="758950"/>
            <a:ext cx="3052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the winner is…</a:t>
            </a:r>
            <a:endParaRPr/>
          </a:p>
        </p:txBody>
      </p:sp>
      <p:sp>
        <p:nvSpPr>
          <p:cNvPr id="4233" name="Google Shape;4233;p115"/>
          <p:cNvSpPr/>
          <p:nvPr/>
        </p:nvSpPr>
        <p:spPr>
          <a:xfrm rot="5400000">
            <a:off x="2556376" y="786891"/>
            <a:ext cx="355123" cy="520123"/>
          </a:xfrm>
          <a:custGeom>
            <a:rect b="b" l="l" r="r" t="t"/>
            <a:pathLst>
              <a:path extrusionOk="0" h="3396" w="3161">
                <a:moveTo>
                  <a:pt x="2946" y="3395"/>
                </a:moveTo>
                <a:cubicBezTo>
                  <a:pt x="2858" y="3356"/>
                  <a:pt x="2771" y="3307"/>
                  <a:pt x="2693" y="3249"/>
                </a:cubicBezTo>
                <a:cubicBezTo>
                  <a:pt x="2449" y="3073"/>
                  <a:pt x="2205" y="2898"/>
                  <a:pt x="1961" y="2722"/>
                </a:cubicBezTo>
                <a:cubicBezTo>
                  <a:pt x="1854" y="2644"/>
                  <a:pt x="1737" y="2576"/>
                  <a:pt x="1619" y="2507"/>
                </a:cubicBezTo>
                <a:cubicBezTo>
                  <a:pt x="1434" y="2400"/>
                  <a:pt x="1356" y="2410"/>
                  <a:pt x="1190" y="2556"/>
                </a:cubicBezTo>
                <a:cubicBezTo>
                  <a:pt x="839" y="2849"/>
                  <a:pt x="459" y="3102"/>
                  <a:pt x="59" y="3337"/>
                </a:cubicBezTo>
                <a:cubicBezTo>
                  <a:pt x="0" y="3298"/>
                  <a:pt x="29" y="3249"/>
                  <a:pt x="29" y="3210"/>
                </a:cubicBezTo>
                <a:cubicBezTo>
                  <a:pt x="10" y="2293"/>
                  <a:pt x="39" y="1386"/>
                  <a:pt x="59" y="478"/>
                </a:cubicBezTo>
                <a:cubicBezTo>
                  <a:pt x="59" y="195"/>
                  <a:pt x="59" y="195"/>
                  <a:pt x="341" y="156"/>
                </a:cubicBezTo>
                <a:cubicBezTo>
                  <a:pt x="771" y="108"/>
                  <a:pt x="1210" y="78"/>
                  <a:pt x="1649" y="98"/>
                </a:cubicBezTo>
                <a:cubicBezTo>
                  <a:pt x="2010" y="108"/>
                  <a:pt x="2361" y="78"/>
                  <a:pt x="2722" y="59"/>
                </a:cubicBezTo>
                <a:cubicBezTo>
                  <a:pt x="2849" y="59"/>
                  <a:pt x="2995" y="0"/>
                  <a:pt x="3073" y="69"/>
                </a:cubicBezTo>
                <a:cubicBezTo>
                  <a:pt x="3161" y="147"/>
                  <a:pt x="3102" y="293"/>
                  <a:pt x="3102" y="410"/>
                </a:cubicBezTo>
                <a:cubicBezTo>
                  <a:pt x="3054" y="1395"/>
                  <a:pt x="3005" y="2381"/>
                  <a:pt x="2946" y="3395"/>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5"/>
          <p:cNvSpPr/>
          <p:nvPr/>
        </p:nvSpPr>
        <p:spPr>
          <a:xfrm flipH="1" rot="-5400000">
            <a:off x="6299176" y="786891"/>
            <a:ext cx="355123" cy="520123"/>
          </a:xfrm>
          <a:custGeom>
            <a:rect b="b" l="l" r="r" t="t"/>
            <a:pathLst>
              <a:path extrusionOk="0" h="3396" w="3161">
                <a:moveTo>
                  <a:pt x="2946" y="3395"/>
                </a:moveTo>
                <a:cubicBezTo>
                  <a:pt x="2858" y="3356"/>
                  <a:pt x="2771" y="3307"/>
                  <a:pt x="2693" y="3249"/>
                </a:cubicBezTo>
                <a:cubicBezTo>
                  <a:pt x="2449" y="3073"/>
                  <a:pt x="2205" y="2898"/>
                  <a:pt x="1961" y="2722"/>
                </a:cubicBezTo>
                <a:cubicBezTo>
                  <a:pt x="1854" y="2644"/>
                  <a:pt x="1737" y="2576"/>
                  <a:pt x="1619" y="2507"/>
                </a:cubicBezTo>
                <a:cubicBezTo>
                  <a:pt x="1434" y="2400"/>
                  <a:pt x="1356" y="2410"/>
                  <a:pt x="1190" y="2556"/>
                </a:cubicBezTo>
                <a:cubicBezTo>
                  <a:pt x="839" y="2849"/>
                  <a:pt x="459" y="3102"/>
                  <a:pt x="59" y="3337"/>
                </a:cubicBezTo>
                <a:cubicBezTo>
                  <a:pt x="0" y="3298"/>
                  <a:pt x="29" y="3249"/>
                  <a:pt x="29" y="3210"/>
                </a:cubicBezTo>
                <a:cubicBezTo>
                  <a:pt x="10" y="2293"/>
                  <a:pt x="39" y="1386"/>
                  <a:pt x="59" y="478"/>
                </a:cubicBezTo>
                <a:cubicBezTo>
                  <a:pt x="59" y="195"/>
                  <a:pt x="59" y="195"/>
                  <a:pt x="341" y="156"/>
                </a:cubicBezTo>
                <a:cubicBezTo>
                  <a:pt x="771" y="108"/>
                  <a:pt x="1210" y="78"/>
                  <a:pt x="1649" y="98"/>
                </a:cubicBezTo>
                <a:cubicBezTo>
                  <a:pt x="2010" y="108"/>
                  <a:pt x="2361" y="78"/>
                  <a:pt x="2722" y="59"/>
                </a:cubicBezTo>
                <a:cubicBezTo>
                  <a:pt x="2849" y="59"/>
                  <a:pt x="2995" y="0"/>
                  <a:pt x="3073" y="69"/>
                </a:cubicBezTo>
                <a:cubicBezTo>
                  <a:pt x="3161" y="147"/>
                  <a:pt x="3102" y="293"/>
                  <a:pt x="3102" y="410"/>
                </a:cubicBezTo>
                <a:cubicBezTo>
                  <a:pt x="3054" y="1395"/>
                  <a:pt x="3005" y="2381"/>
                  <a:pt x="2946" y="3395"/>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5"/>
          <p:cNvSpPr txBox="1"/>
          <p:nvPr>
            <p:ph idx="1" type="subTitle"/>
          </p:nvPr>
        </p:nvSpPr>
        <p:spPr>
          <a:xfrm>
            <a:off x="3045700" y="2375375"/>
            <a:ext cx="3052800" cy="9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Team 1</a:t>
            </a:r>
            <a:endParaRPr/>
          </a:p>
        </p:txBody>
      </p:sp>
      <p:grpSp>
        <p:nvGrpSpPr>
          <p:cNvPr id="4236" name="Google Shape;4236;p115"/>
          <p:cNvGrpSpPr/>
          <p:nvPr/>
        </p:nvGrpSpPr>
        <p:grpSpPr>
          <a:xfrm rot="-187888">
            <a:off x="2475494" y="1915827"/>
            <a:ext cx="702367" cy="695974"/>
            <a:chOff x="1954850" y="1897500"/>
            <a:chExt cx="600443" cy="594979"/>
          </a:xfrm>
        </p:grpSpPr>
        <p:sp>
          <p:nvSpPr>
            <p:cNvPr id="4237" name="Google Shape;4237;p115"/>
            <p:cNvSpPr/>
            <p:nvPr/>
          </p:nvSpPr>
          <p:spPr>
            <a:xfrm rot="-1353051">
              <a:off x="2023889" y="1968871"/>
              <a:ext cx="462366" cy="452237"/>
            </a:xfrm>
            <a:custGeom>
              <a:rect b="b" l="l" r="r" t="t"/>
              <a:pathLst>
                <a:path extrusionOk="0" h="4371" w="4469">
                  <a:moveTo>
                    <a:pt x="3015" y="1649"/>
                  </a:moveTo>
                  <a:cubicBezTo>
                    <a:pt x="3073" y="1610"/>
                    <a:pt x="3122" y="1551"/>
                    <a:pt x="3161" y="1483"/>
                  </a:cubicBezTo>
                  <a:cubicBezTo>
                    <a:pt x="3366" y="1181"/>
                    <a:pt x="3561" y="868"/>
                    <a:pt x="3747" y="547"/>
                  </a:cubicBezTo>
                  <a:cubicBezTo>
                    <a:pt x="3805" y="449"/>
                    <a:pt x="3873" y="361"/>
                    <a:pt x="3932" y="264"/>
                  </a:cubicBezTo>
                  <a:cubicBezTo>
                    <a:pt x="3990" y="166"/>
                    <a:pt x="4049" y="98"/>
                    <a:pt x="4176" y="117"/>
                  </a:cubicBezTo>
                  <a:cubicBezTo>
                    <a:pt x="4293" y="137"/>
                    <a:pt x="4322" y="234"/>
                    <a:pt x="4332" y="342"/>
                  </a:cubicBezTo>
                  <a:cubicBezTo>
                    <a:pt x="4390" y="781"/>
                    <a:pt x="4429" y="1220"/>
                    <a:pt x="4439" y="1659"/>
                  </a:cubicBezTo>
                  <a:cubicBezTo>
                    <a:pt x="4449" y="2127"/>
                    <a:pt x="4439" y="2595"/>
                    <a:pt x="4439" y="3063"/>
                  </a:cubicBezTo>
                  <a:cubicBezTo>
                    <a:pt x="4439" y="3200"/>
                    <a:pt x="4439" y="3337"/>
                    <a:pt x="4449" y="3463"/>
                  </a:cubicBezTo>
                  <a:cubicBezTo>
                    <a:pt x="4468" y="3610"/>
                    <a:pt x="4390" y="3746"/>
                    <a:pt x="4254" y="3805"/>
                  </a:cubicBezTo>
                  <a:cubicBezTo>
                    <a:pt x="4205" y="3834"/>
                    <a:pt x="4156" y="3854"/>
                    <a:pt x="4107" y="3863"/>
                  </a:cubicBezTo>
                  <a:cubicBezTo>
                    <a:pt x="3512" y="4078"/>
                    <a:pt x="2898" y="4224"/>
                    <a:pt x="2273" y="4302"/>
                  </a:cubicBezTo>
                  <a:cubicBezTo>
                    <a:pt x="1717" y="4371"/>
                    <a:pt x="1181" y="4263"/>
                    <a:pt x="644" y="4166"/>
                  </a:cubicBezTo>
                  <a:cubicBezTo>
                    <a:pt x="537" y="4146"/>
                    <a:pt x="420" y="4117"/>
                    <a:pt x="313" y="4088"/>
                  </a:cubicBezTo>
                  <a:cubicBezTo>
                    <a:pt x="147" y="4049"/>
                    <a:pt x="30" y="3912"/>
                    <a:pt x="20" y="3746"/>
                  </a:cubicBezTo>
                  <a:cubicBezTo>
                    <a:pt x="0" y="3659"/>
                    <a:pt x="0" y="3561"/>
                    <a:pt x="0" y="3463"/>
                  </a:cubicBezTo>
                  <a:cubicBezTo>
                    <a:pt x="10" y="2527"/>
                    <a:pt x="10" y="1590"/>
                    <a:pt x="69" y="664"/>
                  </a:cubicBezTo>
                  <a:cubicBezTo>
                    <a:pt x="69" y="654"/>
                    <a:pt x="69" y="654"/>
                    <a:pt x="69" y="644"/>
                  </a:cubicBezTo>
                  <a:cubicBezTo>
                    <a:pt x="78" y="537"/>
                    <a:pt x="78" y="420"/>
                    <a:pt x="215" y="390"/>
                  </a:cubicBezTo>
                  <a:cubicBezTo>
                    <a:pt x="342" y="351"/>
                    <a:pt x="391" y="439"/>
                    <a:pt x="459" y="517"/>
                  </a:cubicBezTo>
                  <a:cubicBezTo>
                    <a:pt x="664" y="790"/>
                    <a:pt x="869" y="1064"/>
                    <a:pt x="1054" y="1356"/>
                  </a:cubicBezTo>
                  <a:cubicBezTo>
                    <a:pt x="1142" y="1473"/>
                    <a:pt x="1230" y="1600"/>
                    <a:pt x="1317" y="1737"/>
                  </a:cubicBezTo>
                  <a:cubicBezTo>
                    <a:pt x="1376" y="1668"/>
                    <a:pt x="1405" y="1600"/>
                    <a:pt x="1425" y="1512"/>
                  </a:cubicBezTo>
                  <a:cubicBezTo>
                    <a:pt x="1542" y="1142"/>
                    <a:pt x="1639" y="771"/>
                    <a:pt x="1786" y="410"/>
                  </a:cubicBezTo>
                  <a:cubicBezTo>
                    <a:pt x="1815" y="322"/>
                    <a:pt x="1854" y="234"/>
                    <a:pt x="1893" y="147"/>
                  </a:cubicBezTo>
                  <a:cubicBezTo>
                    <a:pt x="1961" y="10"/>
                    <a:pt x="2147" y="0"/>
                    <a:pt x="2225" y="127"/>
                  </a:cubicBezTo>
                  <a:cubicBezTo>
                    <a:pt x="2273" y="186"/>
                    <a:pt x="2303" y="234"/>
                    <a:pt x="2342" y="293"/>
                  </a:cubicBezTo>
                  <a:cubicBezTo>
                    <a:pt x="2517" y="605"/>
                    <a:pt x="2664" y="927"/>
                    <a:pt x="2810" y="1249"/>
                  </a:cubicBezTo>
                  <a:cubicBezTo>
                    <a:pt x="2878" y="1376"/>
                    <a:pt x="2937" y="1512"/>
                    <a:pt x="3015" y="1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15"/>
            <p:cNvSpPr/>
            <p:nvPr/>
          </p:nvSpPr>
          <p:spPr>
            <a:xfrm rot="-1353075">
              <a:off x="2030663" y="2006486"/>
              <a:ext cx="414899" cy="309137"/>
            </a:xfrm>
            <a:custGeom>
              <a:rect b="b" l="l" r="r" t="t"/>
              <a:pathLst>
                <a:path extrusionOk="0" h="2693" w="3816">
                  <a:moveTo>
                    <a:pt x="3727" y="185"/>
                  </a:moveTo>
                  <a:cubicBezTo>
                    <a:pt x="3776" y="420"/>
                    <a:pt x="3796" y="654"/>
                    <a:pt x="3796" y="888"/>
                  </a:cubicBezTo>
                  <a:cubicBezTo>
                    <a:pt x="3815" y="1229"/>
                    <a:pt x="3805" y="1561"/>
                    <a:pt x="3815" y="1893"/>
                  </a:cubicBezTo>
                  <a:cubicBezTo>
                    <a:pt x="3815" y="1990"/>
                    <a:pt x="3766" y="2078"/>
                    <a:pt x="3679" y="2117"/>
                  </a:cubicBezTo>
                  <a:cubicBezTo>
                    <a:pt x="3259" y="2361"/>
                    <a:pt x="2791" y="2527"/>
                    <a:pt x="2313" y="2595"/>
                  </a:cubicBezTo>
                  <a:cubicBezTo>
                    <a:pt x="1640" y="2693"/>
                    <a:pt x="957" y="2654"/>
                    <a:pt x="303" y="2468"/>
                  </a:cubicBezTo>
                  <a:cubicBezTo>
                    <a:pt x="245" y="2449"/>
                    <a:pt x="186" y="2429"/>
                    <a:pt x="128" y="2410"/>
                  </a:cubicBezTo>
                  <a:cubicBezTo>
                    <a:pt x="50" y="2390"/>
                    <a:pt x="1" y="2322"/>
                    <a:pt x="20" y="2244"/>
                  </a:cubicBezTo>
                  <a:cubicBezTo>
                    <a:pt x="59" y="1649"/>
                    <a:pt x="30" y="1054"/>
                    <a:pt x="79" y="449"/>
                  </a:cubicBezTo>
                  <a:cubicBezTo>
                    <a:pt x="167" y="468"/>
                    <a:pt x="196" y="546"/>
                    <a:pt x="235" y="605"/>
                  </a:cubicBezTo>
                  <a:cubicBezTo>
                    <a:pt x="440" y="898"/>
                    <a:pt x="645" y="1200"/>
                    <a:pt x="840" y="1493"/>
                  </a:cubicBezTo>
                  <a:cubicBezTo>
                    <a:pt x="898" y="1580"/>
                    <a:pt x="947" y="1678"/>
                    <a:pt x="1064" y="1668"/>
                  </a:cubicBezTo>
                  <a:cubicBezTo>
                    <a:pt x="1191" y="1658"/>
                    <a:pt x="1240" y="1541"/>
                    <a:pt x="1279" y="1454"/>
                  </a:cubicBezTo>
                  <a:cubicBezTo>
                    <a:pt x="1406" y="1141"/>
                    <a:pt x="1513" y="820"/>
                    <a:pt x="1601" y="498"/>
                  </a:cubicBezTo>
                  <a:cubicBezTo>
                    <a:pt x="1650" y="332"/>
                    <a:pt x="1708" y="176"/>
                    <a:pt x="1767" y="0"/>
                  </a:cubicBezTo>
                  <a:cubicBezTo>
                    <a:pt x="1845" y="20"/>
                    <a:pt x="1854" y="88"/>
                    <a:pt x="1874" y="127"/>
                  </a:cubicBezTo>
                  <a:cubicBezTo>
                    <a:pt x="2040" y="468"/>
                    <a:pt x="2206" y="800"/>
                    <a:pt x="2362" y="1141"/>
                  </a:cubicBezTo>
                  <a:cubicBezTo>
                    <a:pt x="2401" y="1229"/>
                    <a:pt x="2449" y="1307"/>
                    <a:pt x="2498" y="1385"/>
                  </a:cubicBezTo>
                  <a:cubicBezTo>
                    <a:pt x="2596" y="1551"/>
                    <a:pt x="2732" y="1571"/>
                    <a:pt x="2869" y="1424"/>
                  </a:cubicBezTo>
                  <a:cubicBezTo>
                    <a:pt x="2918" y="1376"/>
                    <a:pt x="2967" y="1317"/>
                    <a:pt x="3006" y="1259"/>
                  </a:cubicBezTo>
                  <a:cubicBezTo>
                    <a:pt x="3220" y="956"/>
                    <a:pt x="3415" y="654"/>
                    <a:pt x="3601" y="351"/>
                  </a:cubicBezTo>
                  <a:cubicBezTo>
                    <a:pt x="3630" y="283"/>
                    <a:pt x="3679" y="234"/>
                    <a:pt x="3727" y="18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5"/>
            <p:cNvSpPr/>
            <p:nvPr/>
          </p:nvSpPr>
          <p:spPr>
            <a:xfrm rot="-1353166">
              <a:off x="2098573" y="2266473"/>
              <a:ext cx="413785" cy="116402"/>
            </a:xfrm>
            <a:custGeom>
              <a:rect b="b" l="l" r="r" t="t"/>
              <a:pathLst>
                <a:path extrusionOk="0" h="996" w="3806">
                  <a:moveTo>
                    <a:pt x="3805" y="1"/>
                  </a:moveTo>
                  <a:lnTo>
                    <a:pt x="3805" y="294"/>
                  </a:lnTo>
                  <a:cubicBezTo>
                    <a:pt x="3805" y="518"/>
                    <a:pt x="3805" y="518"/>
                    <a:pt x="3601" y="586"/>
                  </a:cubicBezTo>
                  <a:cubicBezTo>
                    <a:pt x="2976" y="811"/>
                    <a:pt x="2313" y="947"/>
                    <a:pt x="1650" y="996"/>
                  </a:cubicBezTo>
                  <a:cubicBezTo>
                    <a:pt x="1259" y="996"/>
                    <a:pt x="869" y="957"/>
                    <a:pt x="489" y="879"/>
                  </a:cubicBezTo>
                  <a:cubicBezTo>
                    <a:pt x="372" y="859"/>
                    <a:pt x="264" y="840"/>
                    <a:pt x="157" y="811"/>
                  </a:cubicBezTo>
                  <a:cubicBezTo>
                    <a:pt x="20" y="781"/>
                    <a:pt x="1" y="772"/>
                    <a:pt x="1" y="625"/>
                  </a:cubicBezTo>
                  <a:lnTo>
                    <a:pt x="1" y="264"/>
                  </a:lnTo>
                  <a:cubicBezTo>
                    <a:pt x="1298" y="674"/>
                    <a:pt x="2557" y="645"/>
                    <a:pt x="38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115"/>
          <p:cNvGrpSpPr/>
          <p:nvPr/>
        </p:nvGrpSpPr>
        <p:grpSpPr>
          <a:xfrm rot="-1277052">
            <a:off x="907263" y="3578919"/>
            <a:ext cx="369646" cy="346176"/>
            <a:chOff x="1353607" y="1094650"/>
            <a:chExt cx="255970" cy="239717"/>
          </a:xfrm>
        </p:grpSpPr>
        <p:sp>
          <p:nvSpPr>
            <p:cNvPr id="4241" name="Google Shape;4241;p115"/>
            <p:cNvSpPr/>
            <p:nvPr/>
          </p:nvSpPr>
          <p:spPr>
            <a:xfrm>
              <a:off x="1353607" y="1094650"/>
              <a:ext cx="255970" cy="239717"/>
            </a:xfrm>
            <a:custGeom>
              <a:rect b="b" l="l" r="r" t="t"/>
              <a:pathLst>
                <a:path extrusionOk="0" h="4469" w="4772">
                  <a:moveTo>
                    <a:pt x="2313" y="1308"/>
                  </a:moveTo>
                  <a:cubicBezTo>
                    <a:pt x="2410" y="1064"/>
                    <a:pt x="2527" y="839"/>
                    <a:pt x="2674" y="634"/>
                  </a:cubicBezTo>
                  <a:cubicBezTo>
                    <a:pt x="2840" y="400"/>
                    <a:pt x="3084" y="235"/>
                    <a:pt x="3357" y="166"/>
                  </a:cubicBezTo>
                  <a:cubicBezTo>
                    <a:pt x="3649" y="78"/>
                    <a:pt x="3971" y="147"/>
                    <a:pt x="4205" y="332"/>
                  </a:cubicBezTo>
                  <a:cubicBezTo>
                    <a:pt x="4596" y="605"/>
                    <a:pt x="4771" y="1083"/>
                    <a:pt x="4674" y="1542"/>
                  </a:cubicBezTo>
                  <a:cubicBezTo>
                    <a:pt x="4596" y="1961"/>
                    <a:pt x="4410" y="2342"/>
                    <a:pt x="4147" y="2673"/>
                  </a:cubicBezTo>
                  <a:cubicBezTo>
                    <a:pt x="3640" y="3347"/>
                    <a:pt x="3015" y="3922"/>
                    <a:pt x="2293" y="4351"/>
                  </a:cubicBezTo>
                  <a:cubicBezTo>
                    <a:pt x="2137" y="4468"/>
                    <a:pt x="1923" y="4468"/>
                    <a:pt x="1767" y="4351"/>
                  </a:cubicBezTo>
                  <a:cubicBezTo>
                    <a:pt x="1679" y="4303"/>
                    <a:pt x="1610" y="4254"/>
                    <a:pt x="1532" y="4186"/>
                  </a:cubicBezTo>
                  <a:cubicBezTo>
                    <a:pt x="801" y="3473"/>
                    <a:pt x="284" y="2566"/>
                    <a:pt x="59" y="1571"/>
                  </a:cubicBezTo>
                  <a:cubicBezTo>
                    <a:pt x="11" y="1366"/>
                    <a:pt x="1" y="1152"/>
                    <a:pt x="20" y="947"/>
                  </a:cubicBezTo>
                  <a:cubicBezTo>
                    <a:pt x="79" y="361"/>
                    <a:pt x="684" y="0"/>
                    <a:pt x="1230" y="215"/>
                  </a:cubicBezTo>
                  <a:cubicBezTo>
                    <a:pt x="1484" y="313"/>
                    <a:pt x="1718" y="478"/>
                    <a:pt x="1893" y="693"/>
                  </a:cubicBezTo>
                  <a:cubicBezTo>
                    <a:pt x="2049" y="878"/>
                    <a:pt x="2196" y="1083"/>
                    <a:pt x="2313" y="1308"/>
                  </a:cubicBezTo>
                  <a:close/>
                </a:path>
              </a:pathLst>
            </a:custGeom>
            <a:solidFill>
              <a:srgbClr val="31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15"/>
            <p:cNvSpPr/>
            <p:nvPr/>
          </p:nvSpPr>
          <p:spPr>
            <a:xfrm>
              <a:off x="1371416" y="1116643"/>
              <a:ext cx="219334" cy="200989"/>
            </a:xfrm>
            <a:custGeom>
              <a:rect b="b" l="l" r="r" t="t"/>
              <a:pathLst>
                <a:path extrusionOk="0" h="3747" w="4089">
                  <a:moveTo>
                    <a:pt x="0" y="761"/>
                  </a:moveTo>
                  <a:cubicBezTo>
                    <a:pt x="10" y="683"/>
                    <a:pt x="10" y="605"/>
                    <a:pt x="30" y="537"/>
                  </a:cubicBezTo>
                  <a:cubicBezTo>
                    <a:pt x="88" y="205"/>
                    <a:pt x="430" y="0"/>
                    <a:pt x="742" y="107"/>
                  </a:cubicBezTo>
                  <a:cubicBezTo>
                    <a:pt x="917" y="166"/>
                    <a:pt x="1074" y="264"/>
                    <a:pt x="1200" y="390"/>
                  </a:cubicBezTo>
                  <a:cubicBezTo>
                    <a:pt x="1395" y="576"/>
                    <a:pt x="1552" y="800"/>
                    <a:pt x="1669" y="1034"/>
                  </a:cubicBezTo>
                  <a:cubicBezTo>
                    <a:pt x="1717" y="1151"/>
                    <a:pt x="1786" y="1268"/>
                    <a:pt x="1844" y="1376"/>
                  </a:cubicBezTo>
                  <a:cubicBezTo>
                    <a:pt x="1922" y="1512"/>
                    <a:pt x="2117" y="1493"/>
                    <a:pt x="2166" y="1356"/>
                  </a:cubicBezTo>
                  <a:cubicBezTo>
                    <a:pt x="2195" y="1298"/>
                    <a:pt x="2215" y="1239"/>
                    <a:pt x="2225" y="1181"/>
                  </a:cubicBezTo>
                  <a:cubicBezTo>
                    <a:pt x="2303" y="907"/>
                    <a:pt x="2430" y="654"/>
                    <a:pt x="2595" y="429"/>
                  </a:cubicBezTo>
                  <a:cubicBezTo>
                    <a:pt x="2703" y="264"/>
                    <a:pt x="2878" y="137"/>
                    <a:pt x="3073" y="78"/>
                  </a:cubicBezTo>
                  <a:cubicBezTo>
                    <a:pt x="3317" y="0"/>
                    <a:pt x="3590" y="78"/>
                    <a:pt x="3766" y="273"/>
                  </a:cubicBezTo>
                  <a:cubicBezTo>
                    <a:pt x="3990" y="478"/>
                    <a:pt x="4088" y="800"/>
                    <a:pt x="4010" y="1102"/>
                  </a:cubicBezTo>
                  <a:cubicBezTo>
                    <a:pt x="3932" y="1444"/>
                    <a:pt x="3776" y="1766"/>
                    <a:pt x="3561" y="2049"/>
                  </a:cubicBezTo>
                  <a:cubicBezTo>
                    <a:pt x="3073" y="2663"/>
                    <a:pt x="2547" y="3219"/>
                    <a:pt x="1854" y="3619"/>
                  </a:cubicBezTo>
                  <a:cubicBezTo>
                    <a:pt x="1678" y="3727"/>
                    <a:pt x="1600" y="3746"/>
                    <a:pt x="1415" y="3571"/>
                  </a:cubicBezTo>
                  <a:cubicBezTo>
                    <a:pt x="1132" y="3278"/>
                    <a:pt x="878" y="2956"/>
                    <a:pt x="674" y="2605"/>
                  </a:cubicBezTo>
                  <a:cubicBezTo>
                    <a:pt x="400" y="2127"/>
                    <a:pt x="137" y="1639"/>
                    <a:pt x="39" y="1093"/>
                  </a:cubicBezTo>
                  <a:cubicBezTo>
                    <a:pt x="30" y="976"/>
                    <a:pt x="20" y="868"/>
                    <a:pt x="0" y="7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3" name="Google Shape;4243;p115"/>
          <p:cNvSpPr/>
          <p:nvPr/>
        </p:nvSpPr>
        <p:spPr>
          <a:xfrm rot="-1722854">
            <a:off x="7711488" y="1721072"/>
            <a:ext cx="281732" cy="601710"/>
          </a:xfrm>
          <a:custGeom>
            <a:rect b="b" l="l" r="r" t="t"/>
            <a:pathLst>
              <a:path extrusionOk="0" h="7503" w="3513">
                <a:moveTo>
                  <a:pt x="3444" y="3445"/>
                </a:moveTo>
                <a:cubicBezTo>
                  <a:pt x="3493" y="4049"/>
                  <a:pt x="3513" y="4664"/>
                  <a:pt x="3493" y="5269"/>
                </a:cubicBezTo>
                <a:cubicBezTo>
                  <a:pt x="3474" y="5640"/>
                  <a:pt x="3435" y="6010"/>
                  <a:pt x="3366" y="6371"/>
                </a:cubicBezTo>
                <a:cubicBezTo>
                  <a:pt x="3318" y="6674"/>
                  <a:pt x="3181" y="6957"/>
                  <a:pt x="2966" y="7181"/>
                </a:cubicBezTo>
                <a:cubicBezTo>
                  <a:pt x="2771" y="7396"/>
                  <a:pt x="2488" y="7503"/>
                  <a:pt x="2205" y="7503"/>
                </a:cubicBezTo>
                <a:cubicBezTo>
                  <a:pt x="1923" y="7493"/>
                  <a:pt x="1649" y="7464"/>
                  <a:pt x="1376" y="7415"/>
                </a:cubicBezTo>
                <a:cubicBezTo>
                  <a:pt x="674" y="7249"/>
                  <a:pt x="293" y="6801"/>
                  <a:pt x="157" y="6127"/>
                </a:cubicBezTo>
                <a:cubicBezTo>
                  <a:pt x="69" y="5610"/>
                  <a:pt x="30" y="5093"/>
                  <a:pt x="30" y="4567"/>
                </a:cubicBezTo>
                <a:cubicBezTo>
                  <a:pt x="10" y="4040"/>
                  <a:pt x="10" y="3513"/>
                  <a:pt x="30" y="2986"/>
                </a:cubicBezTo>
                <a:cubicBezTo>
                  <a:pt x="40" y="2811"/>
                  <a:pt x="40" y="2645"/>
                  <a:pt x="10" y="2479"/>
                </a:cubicBezTo>
                <a:cubicBezTo>
                  <a:pt x="1" y="2430"/>
                  <a:pt x="10" y="2381"/>
                  <a:pt x="30" y="2342"/>
                </a:cubicBezTo>
                <a:cubicBezTo>
                  <a:pt x="49" y="2284"/>
                  <a:pt x="108" y="2245"/>
                  <a:pt x="167" y="2254"/>
                </a:cubicBezTo>
                <a:cubicBezTo>
                  <a:pt x="225" y="2245"/>
                  <a:pt x="284" y="2293"/>
                  <a:pt x="293" y="2352"/>
                </a:cubicBezTo>
                <a:cubicBezTo>
                  <a:pt x="303" y="2401"/>
                  <a:pt x="313" y="2450"/>
                  <a:pt x="313" y="2498"/>
                </a:cubicBezTo>
                <a:cubicBezTo>
                  <a:pt x="323" y="2615"/>
                  <a:pt x="332" y="2752"/>
                  <a:pt x="332" y="2879"/>
                </a:cubicBezTo>
                <a:cubicBezTo>
                  <a:pt x="332" y="3728"/>
                  <a:pt x="342" y="4576"/>
                  <a:pt x="401" y="5425"/>
                </a:cubicBezTo>
                <a:cubicBezTo>
                  <a:pt x="410" y="5688"/>
                  <a:pt x="449" y="5952"/>
                  <a:pt x="518" y="6215"/>
                </a:cubicBezTo>
                <a:cubicBezTo>
                  <a:pt x="625" y="6654"/>
                  <a:pt x="986" y="6996"/>
                  <a:pt x="1425" y="7083"/>
                </a:cubicBezTo>
                <a:cubicBezTo>
                  <a:pt x="1698" y="7142"/>
                  <a:pt x="1981" y="7171"/>
                  <a:pt x="2264" y="7171"/>
                </a:cubicBezTo>
                <a:cubicBezTo>
                  <a:pt x="2430" y="7162"/>
                  <a:pt x="2596" y="7093"/>
                  <a:pt x="2713" y="6976"/>
                </a:cubicBezTo>
                <a:cubicBezTo>
                  <a:pt x="2898" y="6791"/>
                  <a:pt x="3015" y="6557"/>
                  <a:pt x="3054" y="6303"/>
                </a:cubicBezTo>
                <a:cubicBezTo>
                  <a:pt x="3162" y="5688"/>
                  <a:pt x="3210" y="5064"/>
                  <a:pt x="3171" y="4449"/>
                </a:cubicBezTo>
                <a:cubicBezTo>
                  <a:pt x="3132" y="3659"/>
                  <a:pt x="3132" y="2879"/>
                  <a:pt x="3122" y="2098"/>
                </a:cubicBezTo>
                <a:cubicBezTo>
                  <a:pt x="3122" y="1796"/>
                  <a:pt x="3103" y="1494"/>
                  <a:pt x="3064" y="1201"/>
                </a:cubicBezTo>
                <a:cubicBezTo>
                  <a:pt x="2996" y="713"/>
                  <a:pt x="2713" y="440"/>
                  <a:pt x="2225" y="381"/>
                </a:cubicBezTo>
                <a:cubicBezTo>
                  <a:pt x="2137" y="372"/>
                  <a:pt x="2049" y="372"/>
                  <a:pt x="1962" y="381"/>
                </a:cubicBezTo>
                <a:cubicBezTo>
                  <a:pt x="1562" y="411"/>
                  <a:pt x="1415" y="528"/>
                  <a:pt x="1288" y="918"/>
                </a:cubicBezTo>
                <a:cubicBezTo>
                  <a:pt x="1181" y="1269"/>
                  <a:pt x="1123" y="1630"/>
                  <a:pt x="1113" y="2001"/>
                </a:cubicBezTo>
                <a:cubicBezTo>
                  <a:pt x="1074" y="2859"/>
                  <a:pt x="1113" y="3728"/>
                  <a:pt x="1210" y="4586"/>
                </a:cubicBezTo>
                <a:cubicBezTo>
                  <a:pt x="1249" y="4888"/>
                  <a:pt x="1327" y="5181"/>
                  <a:pt x="1445" y="5454"/>
                </a:cubicBezTo>
                <a:cubicBezTo>
                  <a:pt x="1513" y="5610"/>
                  <a:pt x="1620" y="5747"/>
                  <a:pt x="1766" y="5835"/>
                </a:cubicBezTo>
                <a:cubicBezTo>
                  <a:pt x="1932" y="5942"/>
                  <a:pt x="2059" y="5913"/>
                  <a:pt x="2166" y="5737"/>
                </a:cubicBezTo>
                <a:cubicBezTo>
                  <a:pt x="2284" y="5513"/>
                  <a:pt x="2362" y="5279"/>
                  <a:pt x="2381" y="5035"/>
                </a:cubicBezTo>
                <a:cubicBezTo>
                  <a:pt x="2401" y="4645"/>
                  <a:pt x="2401" y="4254"/>
                  <a:pt x="2352" y="3864"/>
                </a:cubicBezTo>
                <a:cubicBezTo>
                  <a:pt x="2313" y="3415"/>
                  <a:pt x="2303" y="2957"/>
                  <a:pt x="2323" y="2508"/>
                </a:cubicBezTo>
                <a:cubicBezTo>
                  <a:pt x="2323" y="2420"/>
                  <a:pt x="2352" y="2342"/>
                  <a:pt x="2391" y="2274"/>
                </a:cubicBezTo>
                <a:cubicBezTo>
                  <a:pt x="2430" y="2225"/>
                  <a:pt x="2508" y="2196"/>
                  <a:pt x="2576" y="2215"/>
                </a:cubicBezTo>
                <a:cubicBezTo>
                  <a:pt x="2644" y="2235"/>
                  <a:pt x="2683" y="2303"/>
                  <a:pt x="2674" y="2372"/>
                </a:cubicBezTo>
                <a:cubicBezTo>
                  <a:pt x="2566" y="3142"/>
                  <a:pt x="2723" y="3913"/>
                  <a:pt x="2723" y="4693"/>
                </a:cubicBezTo>
                <a:cubicBezTo>
                  <a:pt x="2732" y="5045"/>
                  <a:pt x="2664" y="5386"/>
                  <a:pt x="2537" y="5708"/>
                </a:cubicBezTo>
                <a:cubicBezTo>
                  <a:pt x="2498" y="5835"/>
                  <a:pt x="2430" y="5942"/>
                  <a:pt x="2352" y="6040"/>
                </a:cubicBezTo>
                <a:cubicBezTo>
                  <a:pt x="2186" y="6235"/>
                  <a:pt x="1913" y="6284"/>
                  <a:pt x="1688" y="6166"/>
                </a:cubicBezTo>
                <a:cubicBezTo>
                  <a:pt x="1435" y="6040"/>
                  <a:pt x="1240" y="5825"/>
                  <a:pt x="1132" y="5562"/>
                </a:cubicBezTo>
                <a:cubicBezTo>
                  <a:pt x="986" y="5191"/>
                  <a:pt x="888" y="4801"/>
                  <a:pt x="859" y="4410"/>
                </a:cubicBezTo>
                <a:cubicBezTo>
                  <a:pt x="781" y="3640"/>
                  <a:pt x="752" y="2879"/>
                  <a:pt x="771" y="2108"/>
                </a:cubicBezTo>
                <a:cubicBezTo>
                  <a:pt x="791" y="1650"/>
                  <a:pt x="859" y="1201"/>
                  <a:pt x="986" y="762"/>
                </a:cubicBezTo>
                <a:cubicBezTo>
                  <a:pt x="1084" y="372"/>
                  <a:pt x="1425" y="89"/>
                  <a:pt x="1825" y="59"/>
                </a:cubicBezTo>
                <a:cubicBezTo>
                  <a:pt x="2186" y="1"/>
                  <a:pt x="2566" y="79"/>
                  <a:pt x="2879" y="274"/>
                </a:cubicBezTo>
                <a:cubicBezTo>
                  <a:pt x="3113" y="411"/>
                  <a:pt x="3279" y="645"/>
                  <a:pt x="3347" y="908"/>
                </a:cubicBezTo>
                <a:cubicBezTo>
                  <a:pt x="3425" y="1298"/>
                  <a:pt x="3464" y="1698"/>
                  <a:pt x="3454" y="2098"/>
                </a:cubicBezTo>
                <a:cubicBezTo>
                  <a:pt x="3464" y="2528"/>
                  <a:pt x="3444" y="2957"/>
                  <a:pt x="3444" y="34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115"/>
          <p:cNvGrpSpPr/>
          <p:nvPr/>
        </p:nvGrpSpPr>
        <p:grpSpPr>
          <a:xfrm rot="3182375">
            <a:off x="5235544" y="3539375"/>
            <a:ext cx="536186" cy="1407967"/>
            <a:chOff x="964575" y="1559888"/>
            <a:chExt cx="536154" cy="1407881"/>
          </a:xfrm>
        </p:grpSpPr>
        <p:sp>
          <p:nvSpPr>
            <p:cNvPr id="4245" name="Google Shape;4245;p115"/>
            <p:cNvSpPr/>
            <p:nvPr/>
          </p:nvSpPr>
          <p:spPr>
            <a:xfrm flipH="1">
              <a:off x="1184115" y="1978715"/>
              <a:ext cx="316131" cy="333007"/>
            </a:xfrm>
            <a:custGeom>
              <a:rect b="b" l="l" r="r" t="t"/>
              <a:pathLst>
                <a:path extrusionOk="0" h="2072" w="1967">
                  <a:moveTo>
                    <a:pt x="810" y="168"/>
                  </a:moveTo>
                  <a:cubicBezTo>
                    <a:pt x="836" y="168"/>
                    <a:pt x="831" y="199"/>
                    <a:pt x="893" y="274"/>
                  </a:cubicBezTo>
                  <a:lnTo>
                    <a:pt x="1186" y="625"/>
                  </a:lnTo>
                  <a:cubicBezTo>
                    <a:pt x="1385" y="878"/>
                    <a:pt x="1583" y="1122"/>
                    <a:pt x="1766" y="1382"/>
                  </a:cubicBezTo>
                  <a:lnTo>
                    <a:pt x="1766" y="1382"/>
                  </a:lnTo>
                  <a:cubicBezTo>
                    <a:pt x="1286" y="1664"/>
                    <a:pt x="723" y="1803"/>
                    <a:pt x="171" y="1903"/>
                  </a:cubicBezTo>
                  <a:lnTo>
                    <a:pt x="171" y="1903"/>
                  </a:lnTo>
                  <a:cubicBezTo>
                    <a:pt x="204" y="1537"/>
                    <a:pt x="222" y="1179"/>
                    <a:pt x="240" y="820"/>
                  </a:cubicBezTo>
                  <a:cubicBezTo>
                    <a:pt x="249" y="664"/>
                    <a:pt x="259" y="508"/>
                    <a:pt x="279" y="352"/>
                  </a:cubicBezTo>
                  <a:cubicBezTo>
                    <a:pt x="298" y="264"/>
                    <a:pt x="630" y="215"/>
                    <a:pt x="718" y="196"/>
                  </a:cubicBezTo>
                  <a:cubicBezTo>
                    <a:pt x="771" y="178"/>
                    <a:pt x="795" y="168"/>
                    <a:pt x="810" y="168"/>
                  </a:cubicBezTo>
                  <a:close/>
                  <a:moveTo>
                    <a:pt x="805" y="1"/>
                  </a:moveTo>
                  <a:cubicBezTo>
                    <a:pt x="552" y="69"/>
                    <a:pt x="171" y="59"/>
                    <a:pt x="123" y="362"/>
                  </a:cubicBezTo>
                  <a:cubicBezTo>
                    <a:pt x="35" y="898"/>
                    <a:pt x="54" y="1454"/>
                    <a:pt x="5" y="1991"/>
                  </a:cubicBezTo>
                  <a:cubicBezTo>
                    <a:pt x="1" y="2044"/>
                    <a:pt x="37" y="2071"/>
                    <a:pt x="76" y="2071"/>
                  </a:cubicBezTo>
                  <a:cubicBezTo>
                    <a:pt x="80" y="2071"/>
                    <a:pt x="83" y="2071"/>
                    <a:pt x="87" y="2071"/>
                  </a:cubicBezTo>
                  <a:lnTo>
                    <a:pt x="87" y="2071"/>
                  </a:lnTo>
                  <a:cubicBezTo>
                    <a:pt x="92" y="2070"/>
                    <a:pt x="97" y="2070"/>
                    <a:pt x="103" y="2069"/>
                  </a:cubicBezTo>
                  <a:cubicBezTo>
                    <a:pt x="727" y="1961"/>
                    <a:pt x="1381" y="1815"/>
                    <a:pt x="1918" y="1474"/>
                  </a:cubicBezTo>
                  <a:cubicBezTo>
                    <a:pt x="1957" y="1454"/>
                    <a:pt x="1966" y="1405"/>
                    <a:pt x="1947" y="1366"/>
                  </a:cubicBezTo>
                  <a:cubicBezTo>
                    <a:pt x="1615" y="898"/>
                    <a:pt x="1254" y="449"/>
                    <a:pt x="883" y="20"/>
                  </a:cubicBezTo>
                  <a:cubicBezTo>
                    <a:pt x="864" y="1"/>
                    <a:pt x="835"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5"/>
            <p:cNvSpPr/>
            <p:nvPr/>
          </p:nvSpPr>
          <p:spPr>
            <a:xfrm flipH="1">
              <a:off x="970843" y="2193432"/>
              <a:ext cx="529886" cy="774337"/>
            </a:xfrm>
            <a:custGeom>
              <a:rect b="b" l="l" r="r" t="t"/>
              <a:pathLst>
                <a:path extrusionOk="0" h="4818" w="3297">
                  <a:moveTo>
                    <a:pt x="1892" y="1"/>
                  </a:moveTo>
                  <a:cubicBezTo>
                    <a:pt x="1843" y="1"/>
                    <a:pt x="1795" y="39"/>
                    <a:pt x="1813" y="99"/>
                  </a:cubicBezTo>
                  <a:cubicBezTo>
                    <a:pt x="2086" y="938"/>
                    <a:pt x="2369" y="1777"/>
                    <a:pt x="2652" y="2625"/>
                  </a:cubicBezTo>
                  <a:cubicBezTo>
                    <a:pt x="2779" y="2996"/>
                    <a:pt x="2906" y="3367"/>
                    <a:pt x="3023" y="3737"/>
                  </a:cubicBezTo>
                  <a:cubicBezTo>
                    <a:pt x="3150" y="4079"/>
                    <a:pt x="3160" y="4098"/>
                    <a:pt x="2808" y="4294"/>
                  </a:cubicBezTo>
                  <a:cubicBezTo>
                    <a:pt x="2610" y="4396"/>
                    <a:pt x="2080" y="4643"/>
                    <a:pt x="1731" y="4643"/>
                  </a:cubicBezTo>
                  <a:cubicBezTo>
                    <a:pt x="1582" y="4643"/>
                    <a:pt x="1467" y="4598"/>
                    <a:pt x="1423" y="4479"/>
                  </a:cubicBezTo>
                  <a:cubicBezTo>
                    <a:pt x="1286" y="4137"/>
                    <a:pt x="1179" y="3786"/>
                    <a:pt x="1062" y="3435"/>
                  </a:cubicBezTo>
                  <a:cubicBezTo>
                    <a:pt x="760" y="2508"/>
                    <a:pt x="467" y="1572"/>
                    <a:pt x="174" y="645"/>
                  </a:cubicBezTo>
                  <a:cubicBezTo>
                    <a:pt x="162" y="606"/>
                    <a:pt x="130" y="588"/>
                    <a:pt x="97" y="588"/>
                  </a:cubicBezTo>
                  <a:cubicBezTo>
                    <a:pt x="49" y="588"/>
                    <a:pt x="1" y="626"/>
                    <a:pt x="18" y="684"/>
                  </a:cubicBezTo>
                  <a:cubicBezTo>
                    <a:pt x="379" y="1816"/>
                    <a:pt x="730" y="2957"/>
                    <a:pt x="1111" y="4079"/>
                  </a:cubicBezTo>
                  <a:cubicBezTo>
                    <a:pt x="1169" y="4264"/>
                    <a:pt x="1228" y="4606"/>
                    <a:pt x="1374" y="4752"/>
                  </a:cubicBezTo>
                  <a:cubicBezTo>
                    <a:pt x="1421" y="4799"/>
                    <a:pt x="1501" y="4818"/>
                    <a:pt x="1599" y="4818"/>
                  </a:cubicBezTo>
                  <a:cubicBezTo>
                    <a:pt x="1927" y="4818"/>
                    <a:pt x="2455" y="4607"/>
                    <a:pt x="2613" y="4547"/>
                  </a:cubicBezTo>
                  <a:cubicBezTo>
                    <a:pt x="2779" y="4469"/>
                    <a:pt x="3296" y="4303"/>
                    <a:pt x="3296" y="4059"/>
                  </a:cubicBezTo>
                  <a:cubicBezTo>
                    <a:pt x="3296" y="3825"/>
                    <a:pt x="3120" y="3523"/>
                    <a:pt x="3052" y="3318"/>
                  </a:cubicBezTo>
                  <a:cubicBezTo>
                    <a:pt x="2681" y="2225"/>
                    <a:pt x="2321" y="1142"/>
                    <a:pt x="1969" y="50"/>
                  </a:cubicBezTo>
                  <a:cubicBezTo>
                    <a:pt x="1954" y="16"/>
                    <a:pt x="1923" y="1"/>
                    <a:pt x="1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5"/>
            <p:cNvSpPr/>
            <p:nvPr/>
          </p:nvSpPr>
          <p:spPr>
            <a:xfrm flipH="1">
              <a:off x="1161615" y="2264468"/>
              <a:ext cx="317417" cy="105109"/>
            </a:xfrm>
            <a:custGeom>
              <a:rect b="b" l="l" r="r" t="t"/>
              <a:pathLst>
                <a:path extrusionOk="0" h="654" w="1975">
                  <a:moveTo>
                    <a:pt x="1846" y="1"/>
                  </a:moveTo>
                  <a:cubicBezTo>
                    <a:pt x="1829" y="1"/>
                    <a:pt x="1811" y="6"/>
                    <a:pt x="1795" y="18"/>
                  </a:cubicBezTo>
                  <a:cubicBezTo>
                    <a:pt x="1341" y="372"/>
                    <a:pt x="794" y="498"/>
                    <a:pt x="225" y="498"/>
                  </a:cubicBezTo>
                  <a:cubicBezTo>
                    <a:pt x="183" y="498"/>
                    <a:pt x="140" y="497"/>
                    <a:pt x="98" y="496"/>
                  </a:cubicBezTo>
                  <a:cubicBezTo>
                    <a:pt x="0" y="496"/>
                    <a:pt x="0" y="652"/>
                    <a:pt x="98" y="652"/>
                  </a:cubicBezTo>
                  <a:cubicBezTo>
                    <a:pt x="138" y="653"/>
                    <a:pt x="178" y="654"/>
                    <a:pt x="217" y="654"/>
                  </a:cubicBezTo>
                  <a:cubicBezTo>
                    <a:pt x="829" y="654"/>
                    <a:pt x="1418" y="510"/>
                    <a:pt x="1912" y="125"/>
                  </a:cubicBezTo>
                  <a:cubicBezTo>
                    <a:pt x="1975" y="78"/>
                    <a:pt x="1913" y="1"/>
                    <a:pt x="18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5"/>
            <p:cNvSpPr/>
            <p:nvPr/>
          </p:nvSpPr>
          <p:spPr>
            <a:xfrm flipH="1">
              <a:off x="1147311" y="2319112"/>
              <a:ext cx="312917" cy="108484"/>
            </a:xfrm>
            <a:custGeom>
              <a:rect b="b" l="l" r="r" t="t"/>
              <a:pathLst>
                <a:path extrusionOk="0" h="675" w="1947">
                  <a:moveTo>
                    <a:pt x="1849" y="0"/>
                  </a:moveTo>
                  <a:cubicBezTo>
                    <a:pt x="1835" y="0"/>
                    <a:pt x="1820" y="6"/>
                    <a:pt x="1805" y="19"/>
                  </a:cubicBezTo>
                  <a:cubicBezTo>
                    <a:pt x="1333" y="343"/>
                    <a:pt x="772" y="518"/>
                    <a:pt x="199" y="518"/>
                  </a:cubicBezTo>
                  <a:cubicBezTo>
                    <a:pt x="168" y="518"/>
                    <a:pt x="138" y="518"/>
                    <a:pt x="108" y="517"/>
                  </a:cubicBezTo>
                  <a:cubicBezTo>
                    <a:pt x="0" y="517"/>
                    <a:pt x="0" y="673"/>
                    <a:pt x="108" y="673"/>
                  </a:cubicBezTo>
                  <a:lnTo>
                    <a:pt x="98" y="673"/>
                  </a:lnTo>
                  <a:cubicBezTo>
                    <a:pt x="128" y="674"/>
                    <a:pt x="158" y="674"/>
                    <a:pt x="189" y="674"/>
                  </a:cubicBezTo>
                  <a:cubicBezTo>
                    <a:pt x="791" y="674"/>
                    <a:pt x="1382" y="490"/>
                    <a:pt x="1883" y="146"/>
                  </a:cubicBezTo>
                  <a:cubicBezTo>
                    <a:pt x="1946" y="99"/>
                    <a:pt x="1907" y="0"/>
                    <a:pt x="18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15"/>
            <p:cNvSpPr/>
            <p:nvPr/>
          </p:nvSpPr>
          <p:spPr>
            <a:xfrm flipH="1">
              <a:off x="1009256" y="2718653"/>
              <a:ext cx="320792" cy="126324"/>
            </a:xfrm>
            <a:custGeom>
              <a:rect b="b" l="l" r="r" t="t"/>
              <a:pathLst>
                <a:path extrusionOk="0" h="786" w="1996">
                  <a:moveTo>
                    <a:pt x="1876" y="0"/>
                  </a:moveTo>
                  <a:cubicBezTo>
                    <a:pt x="1859" y="0"/>
                    <a:pt x="1841" y="6"/>
                    <a:pt x="1824" y="21"/>
                  </a:cubicBezTo>
                  <a:cubicBezTo>
                    <a:pt x="1392" y="417"/>
                    <a:pt x="827" y="630"/>
                    <a:pt x="245" y="630"/>
                  </a:cubicBezTo>
                  <a:cubicBezTo>
                    <a:pt x="196" y="630"/>
                    <a:pt x="147" y="629"/>
                    <a:pt x="98" y="626"/>
                  </a:cubicBezTo>
                  <a:cubicBezTo>
                    <a:pt x="0" y="626"/>
                    <a:pt x="0" y="772"/>
                    <a:pt x="98" y="782"/>
                  </a:cubicBezTo>
                  <a:cubicBezTo>
                    <a:pt x="148" y="785"/>
                    <a:pt x="199" y="786"/>
                    <a:pt x="250" y="786"/>
                  </a:cubicBezTo>
                  <a:cubicBezTo>
                    <a:pt x="878" y="786"/>
                    <a:pt x="1481" y="562"/>
                    <a:pt x="1941" y="138"/>
                  </a:cubicBezTo>
                  <a:cubicBezTo>
                    <a:pt x="1995" y="84"/>
                    <a:pt x="194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15"/>
            <p:cNvSpPr/>
            <p:nvPr/>
          </p:nvSpPr>
          <p:spPr>
            <a:xfrm flipH="1">
              <a:off x="990773" y="2778118"/>
              <a:ext cx="320471" cy="126806"/>
            </a:xfrm>
            <a:custGeom>
              <a:rect b="b" l="l" r="r" t="t"/>
              <a:pathLst>
                <a:path extrusionOk="0" h="789" w="1994">
                  <a:moveTo>
                    <a:pt x="1876" y="1"/>
                  </a:moveTo>
                  <a:cubicBezTo>
                    <a:pt x="1859" y="1"/>
                    <a:pt x="1841" y="7"/>
                    <a:pt x="1824" y="21"/>
                  </a:cubicBezTo>
                  <a:cubicBezTo>
                    <a:pt x="1392" y="417"/>
                    <a:pt x="827" y="631"/>
                    <a:pt x="245" y="631"/>
                  </a:cubicBezTo>
                  <a:cubicBezTo>
                    <a:pt x="196" y="631"/>
                    <a:pt x="147" y="629"/>
                    <a:pt x="98" y="626"/>
                  </a:cubicBezTo>
                  <a:cubicBezTo>
                    <a:pt x="95" y="626"/>
                    <a:pt x="92" y="626"/>
                    <a:pt x="89" y="626"/>
                  </a:cubicBezTo>
                  <a:cubicBezTo>
                    <a:pt x="0" y="626"/>
                    <a:pt x="3" y="773"/>
                    <a:pt x="98" y="782"/>
                  </a:cubicBezTo>
                  <a:cubicBezTo>
                    <a:pt x="156" y="787"/>
                    <a:pt x="215" y="789"/>
                    <a:pt x="273" y="789"/>
                  </a:cubicBezTo>
                  <a:cubicBezTo>
                    <a:pt x="885" y="789"/>
                    <a:pt x="1477" y="557"/>
                    <a:pt x="1932" y="138"/>
                  </a:cubicBezTo>
                  <a:cubicBezTo>
                    <a:pt x="1993" y="85"/>
                    <a:pt x="1940" y="1"/>
                    <a:pt x="18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5"/>
            <p:cNvSpPr/>
            <p:nvPr/>
          </p:nvSpPr>
          <p:spPr>
            <a:xfrm flipH="1">
              <a:off x="1082221" y="2425988"/>
              <a:ext cx="272416" cy="348918"/>
            </a:xfrm>
            <a:custGeom>
              <a:rect b="b" l="l" r="r" t="t"/>
              <a:pathLst>
                <a:path extrusionOk="0" h="2171" w="1695">
                  <a:moveTo>
                    <a:pt x="492" y="160"/>
                  </a:moveTo>
                  <a:cubicBezTo>
                    <a:pt x="915" y="160"/>
                    <a:pt x="1431" y="1761"/>
                    <a:pt x="1099" y="2008"/>
                  </a:cubicBezTo>
                  <a:cubicBezTo>
                    <a:pt x="1080" y="2022"/>
                    <a:pt x="1061" y="2028"/>
                    <a:pt x="1040" y="2028"/>
                  </a:cubicBezTo>
                  <a:cubicBezTo>
                    <a:pt x="818" y="2028"/>
                    <a:pt x="520" y="1268"/>
                    <a:pt x="485" y="1178"/>
                  </a:cubicBezTo>
                  <a:cubicBezTo>
                    <a:pt x="409" y="969"/>
                    <a:pt x="176" y="317"/>
                    <a:pt x="442" y="165"/>
                  </a:cubicBezTo>
                  <a:lnTo>
                    <a:pt x="442" y="165"/>
                  </a:lnTo>
                  <a:cubicBezTo>
                    <a:pt x="446" y="165"/>
                    <a:pt x="451" y="165"/>
                    <a:pt x="455" y="164"/>
                  </a:cubicBezTo>
                  <a:cubicBezTo>
                    <a:pt x="468" y="161"/>
                    <a:pt x="480" y="160"/>
                    <a:pt x="492" y="160"/>
                  </a:cubicBezTo>
                  <a:close/>
                  <a:moveTo>
                    <a:pt x="474" y="1"/>
                  </a:moveTo>
                  <a:cubicBezTo>
                    <a:pt x="451" y="1"/>
                    <a:pt x="429" y="3"/>
                    <a:pt x="407" y="8"/>
                  </a:cubicBezTo>
                  <a:cubicBezTo>
                    <a:pt x="387" y="12"/>
                    <a:pt x="374" y="21"/>
                    <a:pt x="365" y="33"/>
                  </a:cubicBezTo>
                  <a:lnTo>
                    <a:pt x="365" y="33"/>
                  </a:lnTo>
                  <a:cubicBezTo>
                    <a:pt x="1" y="233"/>
                    <a:pt x="243" y="942"/>
                    <a:pt x="338" y="1217"/>
                  </a:cubicBezTo>
                  <a:cubicBezTo>
                    <a:pt x="431" y="1485"/>
                    <a:pt x="680" y="2171"/>
                    <a:pt x="1053" y="2171"/>
                  </a:cubicBezTo>
                  <a:cubicBezTo>
                    <a:pt x="1074" y="2171"/>
                    <a:pt x="1096" y="2168"/>
                    <a:pt x="1119" y="2164"/>
                  </a:cubicBezTo>
                  <a:cubicBezTo>
                    <a:pt x="1695" y="2050"/>
                    <a:pt x="1138" y="1"/>
                    <a:pt x="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5"/>
            <p:cNvSpPr/>
            <p:nvPr/>
          </p:nvSpPr>
          <p:spPr>
            <a:xfrm flipH="1">
              <a:off x="964575" y="1559888"/>
              <a:ext cx="525386" cy="347953"/>
            </a:xfrm>
            <a:custGeom>
              <a:rect b="b" l="l" r="r" t="t"/>
              <a:pathLst>
                <a:path extrusionOk="0" h="2165" w="3269">
                  <a:moveTo>
                    <a:pt x="962" y="1"/>
                  </a:moveTo>
                  <a:cubicBezTo>
                    <a:pt x="947" y="1"/>
                    <a:pt x="932" y="1"/>
                    <a:pt x="917" y="2"/>
                  </a:cubicBezTo>
                  <a:cubicBezTo>
                    <a:pt x="0" y="41"/>
                    <a:pt x="49" y="1270"/>
                    <a:pt x="98" y="1933"/>
                  </a:cubicBezTo>
                  <a:cubicBezTo>
                    <a:pt x="101" y="1957"/>
                    <a:pt x="136" y="1967"/>
                    <a:pt x="183" y="1967"/>
                  </a:cubicBezTo>
                  <a:cubicBezTo>
                    <a:pt x="291" y="1967"/>
                    <a:pt x="462" y="1914"/>
                    <a:pt x="449" y="1846"/>
                  </a:cubicBezTo>
                  <a:cubicBezTo>
                    <a:pt x="390" y="1358"/>
                    <a:pt x="439" y="870"/>
                    <a:pt x="576" y="412"/>
                  </a:cubicBezTo>
                  <a:cubicBezTo>
                    <a:pt x="632" y="264"/>
                    <a:pt x="723" y="206"/>
                    <a:pt x="822" y="206"/>
                  </a:cubicBezTo>
                  <a:cubicBezTo>
                    <a:pt x="999" y="206"/>
                    <a:pt x="1199" y="390"/>
                    <a:pt x="1268" y="577"/>
                  </a:cubicBezTo>
                  <a:cubicBezTo>
                    <a:pt x="1376" y="870"/>
                    <a:pt x="1337" y="1212"/>
                    <a:pt x="1395" y="1514"/>
                  </a:cubicBezTo>
                  <a:cubicBezTo>
                    <a:pt x="1437" y="1895"/>
                    <a:pt x="1760" y="2164"/>
                    <a:pt x="2126" y="2164"/>
                  </a:cubicBezTo>
                  <a:cubicBezTo>
                    <a:pt x="2190" y="2164"/>
                    <a:pt x="2256" y="2156"/>
                    <a:pt x="2322" y="2138"/>
                  </a:cubicBezTo>
                  <a:cubicBezTo>
                    <a:pt x="2839" y="2002"/>
                    <a:pt x="3073" y="1524"/>
                    <a:pt x="3258" y="1065"/>
                  </a:cubicBezTo>
                  <a:cubicBezTo>
                    <a:pt x="3269" y="1041"/>
                    <a:pt x="3233" y="1030"/>
                    <a:pt x="3181" y="1030"/>
                  </a:cubicBezTo>
                  <a:cubicBezTo>
                    <a:pt x="3085" y="1030"/>
                    <a:pt x="2932" y="1067"/>
                    <a:pt x="2907" y="1124"/>
                  </a:cubicBezTo>
                  <a:cubicBezTo>
                    <a:pt x="2795" y="1405"/>
                    <a:pt x="2603" y="1971"/>
                    <a:pt x="2244" y="1971"/>
                  </a:cubicBezTo>
                  <a:cubicBezTo>
                    <a:pt x="2167" y="1971"/>
                    <a:pt x="2083" y="1945"/>
                    <a:pt x="1990" y="1885"/>
                  </a:cubicBezTo>
                  <a:cubicBezTo>
                    <a:pt x="1707" y="1709"/>
                    <a:pt x="1717" y="1212"/>
                    <a:pt x="1688" y="929"/>
                  </a:cubicBezTo>
                  <a:cubicBezTo>
                    <a:pt x="1659" y="492"/>
                    <a:pt x="1474" y="1"/>
                    <a:pt x="9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192"/>
                                        </p:tgtEl>
                                        <p:attrNameLst>
                                          <p:attrName>style.visibility</p:attrName>
                                        </p:attrNameLst>
                                      </p:cBhvr>
                                      <p:to>
                                        <p:strVal val="visible"/>
                                      </p:to>
                                    </p:set>
                                    <p:animEffect filter="fade" transition="in">
                                      <p:cBhvr>
                                        <p:cTn dur="1000"/>
                                        <p:tgtEl>
                                          <p:spTgt spid="4192"/>
                                        </p:tgtEl>
                                      </p:cBhvr>
                                    </p:animEffect>
                                  </p:childTnLst>
                                </p:cTn>
                              </p:par>
                              <p:par>
                                <p:cTn fill="hold" nodeType="withEffect" presetClass="entr" presetID="10" presetSubtype="0">
                                  <p:stCondLst>
                                    <p:cond delay="0"/>
                                  </p:stCondLst>
                                  <p:childTnLst>
                                    <p:set>
                                      <p:cBhvr>
                                        <p:cTn dur="1" fill="hold">
                                          <p:stCondLst>
                                            <p:cond delay="0"/>
                                          </p:stCondLst>
                                        </p:cTn>
                                        <p:tgtEl>
                                          <p:spTgt spid="4235"/>
                                        </p:tgtEl>
                                        <p:attrNameLst>
                                          <p:attrName>style.visibility</p:attrName>
                                        </p:attrNameLst>
                                      </p:cBhvr>
                                      <p:to>
                                        <p:strVal val="visible"/>
                                      </p:to>
                                    </p:set>
                                    <p:animEffect filter="fade" transition="in">
                                      <p:cBhvr>
                                        <p:cTn dur="1000"/>
                                        <p:tgtEl>
                                          <p:spTgt spid="4235"/>
                                        </p:tgtEl>
                                      </p:cBhvr>
                                    </p:animEffect>
                                  </p:childTnLst>
                                </p:cTn>
                              </p:par>
                            </p:childTnLst>
                          </p:cTn>
                        </p:par>
                        <p:par>
                          <p:cTn fill="hold">
                            <p:stCondLst>
                              <p:cond delay="1000"/>
                            </p:stCondLst>
                            <p:childTnLst>
                              <p:par>
                                <p:cTn fill="hold" nodeType="afterEffect" presetClass="entr" presetID="1" presetSubtype="0">
                                  <p:stCondLst>
                                    <p:cond delay="0"/>
                                  </p:stCondLst>
                                  <p:childTnLst>
                                    <p:set>
                                      <p:cBhvr>
                                        <p:cTn dur="1" fill="hold">
                                          <p:stCondLst>
                                            <p:cond delay="0"/>
                                          </p:stCondLst>
                                        </p:cTn>
                                        <p:tgtEl>
                                          <p:spTgt spid="4236"/>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56" name="Shape 4256"/>
        <p:cNvGrpSpPr/>
        <p:nvPr/>
      </p:nvGrpSpPr>
      <p:grpSpPr>
        <a:xfrm>
          <a:off x="0" y="0"/>
          <a:ext cx="0" cy="0"/>
          <a:chOff x="0" y="0"/>
          <a:chExt cx="0" cy="0"/>
        </a:xfrm>
      </p:grpSpPr>
      <p:grpSp>
        <p:nvGrpSpPr>
          <p:cNvPr id="4257" name="Google Shape;4257;p116"/>
          <p:cNvGrpSpPr/>
          <p:nvPr/>
        </p:nvGrpSpPr>
        <p:grpSpPr>
          <a:xfrm>
            <a:off x="2222440" y="920502"/>
            <a:ext cx="4699670" cy="1011247"/>
            <a:chOff x="7728915" y="1917859"/>
            <a:chExt cx="1034486" cy="222599"/>
          </a:xfrm>
        </p:grpSpPr>
        <p:sp>
          <p:nvSpPr>
            <p:cNvPr id="4258" name="Google Shape;4258;p116"/>
            <p:cNvSpPr/>
            <p:nvPr/>
          </p:nvSpPr>
          <p:spPr>
            <a:xfrm>
              <a:off x="8619035" y="1957671"/>
              <a:ext cx="135129" cy="175206"/>
            </a:xfrm>
            <a:custGeom>
              <a:rect b="b" l="l" r="r" t="t"/>
              <a:pathLst>
                <a:path extrusionOk="0" h="3305" w="2549">
                  <a:moveTo>
                    <a:pt x="2549" y="0"/>
                  </a:moveTo>
                  <a:cubicBezTo>
                    <a:pt x="2549" y="0"/>
                    <a:pt x="2548" y="0"/>
                    <a:pt x="2548" y="1"/>
                  </a:cubicBezTo>
                  <a:lnTo>
                    <a:pt x="2548" y="1"/>
                  </a:lnTo>
                  <a:cubicBezTo>
                    <a:pt x="2548" y="0"/>
                    <a:pt x="2549" y="0"/>
                    <a:pt x="2549" y="0"/>
                  </a:cubicBezTo>
                  <a:close/>
                  <a:moveTo>
                    <a:pt x="999" y="255"/>
                  </a:moveTo>
                  <a:cubicBezTo>
                    <a:pt x="1054" y="255"/>
                    <a:pt x="1109" y="256"/>
                    <a:pt x="1163" y="259"/>
                  </a:cubicBezTo>
                  <a:cubicBezTo>
                    <a:pt x="1206" y="261"/>
                    <a:pt x="1206" y="322"/>
                    <a:pt x="1163" y="325"/>
                  </a:cubicBezTo>
                  <a:cubicBezTo>
                    <a:pt x="1109" y="327"/>
                    <a:pt x="1054" y="328"/>
                    <a:pt x="999" y="328"/>
                  </a:cubicBezTo>
                  <a:cubicBezTo>
                    <a:pt x="889" y="328"/>
                    <a:pt x="778" y="325"/>
                    <a:pt x="668" y="322"/>
                  </a:cubicBezTo>
                  <a:cubicBezTo>
                    <a:pt x="628" y="321"/>
                    <a:pt x="629" y="263"/>
                    <a:pt x="668" y="262"/>
                  </a:cubicBezTo>
                  <a:cubicBezTo>
                    <a:pt x="778" y="259"/>
                    <a:pt x="889" y="255"/>
                    <a:pt x="999" y="255"/>
                  </a:cubicBezTo>
                  <a:close/>
                  <a:moveTo>
                    <a:pt x="1958" y="347"/>
                  </a:moveTo>
                  <a:cubicBezTo>
                    <a:pt x="2042" y="347"/>
                    <a:pt x="2125" y="350"/>
                    <a:pt x="2207" y="360"/>
                  </a:cubicBezTo>
                  <a:cubicBezTo>
                    <a:pt x="2247" y="366"/>
                    <a:pt x="2247" y="417"/>
                    <a:pt x="2207" y="422"/>
                  </a:cubicBezTo>
                  <a:cubicBezTo>
                    <a:pt x="2127" y="432"/>
                    <a:pt x="2045" y="435"/>
                    <a:pt x="1963" y="435"/>
                  </a:cubicBezTo>
                  <a:cubicBezTo>
                    <a:pt x="1829" y="435"/>
                    <a:pt x="1694" y="427"/>
                    <a:pt x="1562" y="425"/>
                  </a:cubicBezTo>
                  <a:cubicBezTo>
                    <a:pt x="1517" y="425"/>
                    <a:pt x="1517" y="357"/>
                    <a:pt x="1562" y="357"/>
                  </a:cubicBezTo>
                  <a:cubicBezTo>
                    <a:pt x="1692" y="355"/>
                    <a:pt x="1825" y="347"/>
                    <a:pt x="1958" y="347"/>
                  </a:cubicBezTo>
                  <a:close/>
                  <a:moveTo>
                    <a:pt x="1261" y="2801"/>
                  </a:moveTo>
                  <a:cubicBezTo>
                    <a:pt x="1263" y="2801"/>
                    <a:pt x="1266" y="2802"/>
                    <a:pt x="1269" y="2802"/>
                  </a:cubicBezTo>
                  <a:cubicBezTo>
                    <a:pt x="1481" y="2855"/>
                    <a:pt x="1692" y="2877"/>
                    <a:pt x="1909" y="2894"/>
                  </a:cubicBezTo>
                  <a:cubicBezTo>
                    <a:pt x="1949" y="2897"/>
                    <a:pt x="1950" y="2955"/>
                    <a:pt x="1909" y="2957"/>
                  </a:cubicBezTo>
                  <a:cubicBezTo>
                    <a:pt x="1891" y="2958"/>
                    <a:pt x="1873" y="2958"/>
                    <a:pt x="1855" y="2958"/>
                  </a:cubicBezTo>
                  <a:cubicBezTo>
                    <a:pt x="1652" y="2958"/>
                    <a:pt x="1447" y="2920"/>
                    <a:pt x="1253" y="2864"/>
                  </a:cubicBezTo>
                  <a:cubicBezTo>
                    <a:pt x="1216" y="2853"/>
                    <a:pt x="1227" y="2801"/>
                    <a:pt x="1261" y="2801"/>
                  </a:cubicBezTo>
                  <a:close/>
                  <a:moveTo>
                    <a:pt x="2548" y="1"/>
                  </a:moveTo>
                  <a:cubicBezTo>
                    <a:pt x="2390" y="75"/>
                    <a:pt x="2206" y="93"/>
                    <a:pt x="2020" y="93"/>
                  </a:cubicBezTo>
                  <a:cubicBezTo>
                    <a:pt x="1861" y="93"/>
                    <a:pt x="1699" y="80"/>
                    <a:pt x="1549" y="77"/>
                  </a:cubicBezTo>
                  <a:cubicBezTo>
                    <a:pt x="1232" y="74"/>
                    <a:pt x="916" y="70"/>
                    <a:pt x="599" y="48"/>
                  </a:cubicBezTo>
                  <a:lnTo>
                    <a:pt x="599" y="48"/>
                  </a:lnTo>
                  <a:cubicBezTo>
                    <a:pt x="661" y="876"/>
                    <a:pt x="712" y="1715"/>
                    <a:pt x="658" y="2537"/>
                  </a:cubicBezTo>
                  <a:cubicBezTo>
                    <a:pt x="663" y="2549"/>
                    <a:pt x="663" y="2564"/>
                    <a:pt x="652" y="2579"/>
                  </a:cubicBezTo>
                  <a:cubicBezTo>
                    <a:pt x="574" y="2685"/>
                    <a:pt x="489" y="2787"/>
                    <a:pt x="401" y="2889"/>
                  </a:cubicBezTo>
                  <a:cubicBezTo>
                    <a:pt x="554" y="2867"/>
                    <a:pt x="709" y="2844"/>
                    <a:pt x="865" y="2841"/>
                  </a:cubicBezTo>
                  <a:cubicBezTo>
                    <a:pt x="895" y="2841"/>
                    <a:pt x="903" y="2889"/>
                    <a:pt x="873" y="2895"/>
                  </a:cubicBezTo>
                  <a:cubicBezTo>
                    <a:pt x="707" y="2928"/>
                    <a:pt x="537" y="2940"/>
                    <a:pt x="370" y="2955"/>
                  </a:cubicBezTo>
                  <a:cubicBezTo>
                    <a:pt x="368" y="2955"/>
                    <a:pt x="367" y="2955"/>
                    <a:pt x="366" y="2955"/>
                  </a:cubicBezTo>
                  <a:cubicBezTo>
                    <a:pt x="358" y="2955"/>
                    <a:pt x="353" y="2952"/>
                    <a:pt x="348" y="2949"/>
                  </a:cubicBezTo>
                  <a:cubicBezTo>
                    <a:pt x="236" y="3073"/>
                    <a:pt x="120" y="3192"/>
                    <a:pt x="0" y="3304"/>
                  </a:cubicBezTo>
                  <a:cubicBezTo>
                    <a:pt x="511" y="3250"/>
                    <a:pt x="1027" y="3229"/>
                    <a:pt x="1542" y="3229"/>
                  </a:cubicBezTo>
                  <a:cubicBezTo>
                    <a:pt x="1872" y="3229"/>
                    <a:pt x="2202" y="3238"/>
                    <a:pt x="2530" y="3252"/>
                  </a:cubicBezTo>
                  <a:cubicBezTo>
                    <a:pt x="2365" y="3054"/>
                    <a:pt x="2233" y="2833"/>
                    <a:pt x="2080" y="2626"/>
                  </a:cubicBezTo>
                  <a:cubicBezTo>
                    <a:pt x="1864" y="2331"/>
                    <a:pt x="1625" y="2061"/>
                    <a:pt x="1376" y="1793"/>
                  </a:cubicBezTo>
                  <a:cubicBezTo>
                    <a:pt x="1336" y="1751"/>
                    <a:pt x="1365" y="1698"/>
                    <a:pt x="1407" y="1685"/>
                  </a:cubicBezTo>
                  <a:cubicBezTo>
                    <a:pt x="1379" y="1670"/>
                    <a:pt x="1363" y="1630"/>
                    <a:pt x="1391" y="1598"/>
                  </a:cubicBezTo>
                  <a:cubicBezTo>
                    <a:pt x="1796" y="1111"/>
                    <a:pt x="2189" y="625"/>
                    <a:pt x="2534" y="93"/>
                  </a:cubicBezTo>
                  <a:cubicBezTo>
                    <a:pt x="2511" y="64"/>
                    <a:pt x="2507" y="20"/>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6"/>
            <p:cNvSpPr/>
            <p:nvPr/>
          </p:nvSpPr>
          <p:spPr>
            <a:xfrm>
              <a:off x="8615165" y="2098841"/>
              <a:ext cx="25234" cy="25128"/>
            </a:xfrm>
            <a:custGeom>
              <a:rect b="b" l="l" r="r" t="t"/>
              <a:pathLst>
                <a:path extrusionOk="0" h="474" w="476">
                  <a:moveTo>
                    <a:pt x="476" y="0"/>
                  </a:moveTo>
                  <a:cubicBezTo>
                    <a:pt x="470" y="4"/>
                    <a:pt x="464" y="7"/>
                    <a:pt x="458" y="7"/>
                  </a:cubicBezTo>
                  <a:cubicBezTo>
                    <a:pt x="305" y="5"/>
                    <a:pt x="152" y="4"/>
                    <a:pt x="0" y="3"/>
                  </a:cubicBezTo>
                  <a:lnTo>
                    <a:pt x="0" y="3"/>
                  </a:lnTo>
                  <a:cubicBezTo>
                    <a:pt x="24" y="157"/>
                    <a:pt x="29" y="317"/>
                    <a:pt x="15" y="474"/>
                  </a:cubicBezTo>
                  <a:cubicBezTo>
                    <a:pt x="159" y="309"/>
                    <a:pt x="313" y="149"/>
                    <a:pt x="4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16"/>
            <p:cNvSpPr/>
            <p:nvPr/>
          </p:nvSpPr>
          <p:spPr>
            <a:xfrm>
              <a:off x="7873160" y="2103135"/>
              <a:ext cx="41032" cy="27513"/>
            </a:xfrm>
            <a:custGeom>
              <a:rect b="b" l="l" r="r" t="t"/>
              <a:pathLst>
                <a:path extrusionOk="0" h="519" w="774">
                  <a:moveTo>
                    <a:pt x="1" y="1"/>
                  </a:moveTo>
                  <a:lnTo>
                    <a:pt x="1" y="1"/>
                  </a:lnTo>
                  <a:cubicBezTo>
                    <a:pt x="258" y="174"/>
                    <a:pt x="512" y="350"/>
                    <a:pt x="773" y="519"/>
                  </a:cubicBezTo>
                  <a:cubicBezTo>
                    <a:pt x="753" y="348"/>
                    <a:pt x="747" y="175"/>
                    <a:pt x="761" y="4"/>
                  </a:cubicBezTo>
                  <a:cubicBezTo>
                    <a:pt x="507" y="4"/>
                    <a:pt x="255" y="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16"/>
            <p:cNvSpPr/>
            <p:nvPr/>
          </p:nvSpPr>
          <p:spPr>
            <a:xfrm>
              <a:off x="7869820" y="1922736"/>
              <a:ext cx="779814" cy="175047"/>
            </a:xfrm>
            <a:custGeom>
              <a:rect b="b" l="l" r="r" t="t"/>
              <a:pathLst>
                <a:path extrusionOk="0" h="3302" w="14710">
                  <a:moveTo>
                    <a:pt x="1575" y="266"/>
                  </a:moveTo>
                  <a:cubicBezTo>
                    <a:pt x="1647" y="266"/>
                    <a:pt x="1718" y="267"/>
                    <a:pt x="1789" y="272"/>
                  </a:cubicBezTo>
                  <a:cubicBezTo>
                    <a:pt x="1832" y="276"/>
                    <a:pt x="1832" y="334"/>
                    <a:pt x="1789" y="338"/>
                  </a:cubicBezTo>
                  <a:cubicBezTo>
                    <a:pt x="1717" y="343"/>
                    <a:pt x="1644" y="344"/>
                    <a:pt x="1572" y="344"/>
                  </a:cubicBezTo>
                  <a:cubicBezTo>
                    <a:pt x="1462" y="344"/>
                    <a:pt x="1353" y="341"/>
                    <a:pt x="1243" y="339"/>
                  </a:cubicBezTo>
                  <a:cubicBezTo>
                    <a:pt x="1200" y="338"/>
                    <a:pt x="1200" y="272"/>
                    <a:pt x="1243" y="272"/>
                  </a:cubicBezTo>
                  <a:cubicBezTo>
                    <a:pt x="1353" y="270"/>
                    <a:pt x="1465" y="266"/>
                    <a:pt x="1575" y="266"/>
                  </a:cubicBezTo>
                  <a:close/>
                  <a:moveTo>
                    <a:pt x="4373" y="242"/>
                  </a:moveTo>
                  <a:cubicBezTo>
                    <a:pt x="4393" y="242"/>
                    <a:pt x="4409" y="273"/>
                    <a:pt x="4385" y="283"/>
                  </a:cubicBezTo>
                  <a:cubicBezTo>
                    <a:pt x="4284" y="328"/>
                    <a:pt x="4176" y="345"/>
                    <a:pt x="4067" y="345"/>
                  </a:cubicBezTo>
                  <a:cubicBezTo>
                    <a:pt x="4001" y="345"/>
                    <a:pt x="3934" y="338"/>
                    <a:pt x="3868" y="328"/>
                  </a:cubicBezTo>
                  <a:cubicBezTo>
                    <a:pt x="3834" y="323"/>
                    <a:pt x="3847" y="274"/>
                    <a:pt x="3878" y="274"/>
                  </a:cubicBezTo>
                  <a:cubicBezTo>
                    <a:pt x="3880" y="274"/>
                    <a:pt x="3881" y="274"/>
                    <a:pt x="3883" y="275"/>
                  </a:cubicBezTo>
                  <a:cubicBezTo>
                    <a:pt x="3928" y="281"/>
                    <a:pt x="3973" y="284"/>
                    <a:pt x="4017" y="284"/>
                  </a:cubicBezTo>
                  <a:cubicBezTo>
                    <a:pt x="4135" y="284"/>
                    <a:pt x="4250" y="264"/>
                    <a:pt x="4369" y="243"/>
                  </a:cubicBezTo>
                  <a:cubicBezTo>
                    <a:pt x="4370" y="242"/>
                    <a:pt x="4372" y="242"/>
                    <a:pt x="4373" y="242"/>
                  </a:cubicBezTo>
                  <a:close/>
                  <a:moveTo>
                    <a:pt x="2907" y="327"/>
                  </a:moveTo>
                  <a:cubicBezTo>
                    <a:pt x="2965" y="327"/>
                    <a:pt x="3023" y="328"/>
                    <a:pt x="3081" y="330"/>
                  </a:cubicBezTo>
                  <a:cubicBezTo>
                    <a:pt x="3113" y="331"/>
                    <a:pt x="3113" y="379"/>
                    <a:pt x="3081" y="379"/>
                  </a:cubicBezTo>
                  <a:cubicBezTo>
                    <a:pt x="3017" y="382"/>
                    <a:pt x="2955" y="383"/>
                    <a:pt x="2892" y="383"/>
                  </a:cubicBezTo>
                  <a:cubicBezTo>
                    <a:pt x="2806" y="383"/>
                    <a:pt x="2720" y="381"/>
                    <a:pt x="2634" y="379"/>
                  </a:cubicBezTo>
                  <a:cubicBezTo>
                    <a:pt x="2603" y="379"/>
                    <a:pt x="2603" y="331"/>
                    <a:pt x="2634" y="331"/>
                  </a:cubicBezTo>
                  <a:cubicBezTo>
                    <a:pt x="2726" y="329"/>
                    <a:pt x="2816" y="327"/>
                    <a:pt x="2907" y="327"/>
                  </a:cubicBezTo>
                  <a:close/>
                  <a:moveTo>
                    <a:pt x="5330" y="318"/>
                  </a:moveTo>
                  <a:cubicBezTo>
                    <a:pt x="5408" y="318"/>
                    <a:pt x="5486" y="320"/>
                    <a:pt x="5563" y="324"/>
                  </a:cubicBezTo>
                  <a:cubicBezTo>
                    <a:pt x="5605" y="325"/>
                    <a:pt x="5605" y="385"/>
                    <a:pt x="5563" y="387"/>
                  </a:cubicBezTo>
                  <a:cubicBezTo>
                    <a:pt x="5492" y="390"/>
                    <a:pt x="5421" y="392"/>
                    <a:pt x="5350" y="392"/>
                  </a:cubicBezTo>
                  <a:cubicBezTo>
                    <a:pt x="5273" y="392"/>
                    <a:pt x="5195" y="390"/>
                    <a:pt x="5117" y="388"/>
                  </a:cubicBezTo>
                  <a:cubicBezTo>
                    <a:pt x="5074" y="386"/>
                    <a:pt x="5074" y="324"/>
                    <a:pt x="5117" y="322"/>
                  </a:cubicBezTo>
                  <a:cubicBezTo>
                    <a:pt x="5188" y="320"/>
                    <a:pt x="5259" y="318"/>
                    <a:pt x="5330" y="318"/>
                  </a:cubicBezTo>
                  <a:close/>
                  <a:moveTo>
                    <a:pt x="9432" y="313"/>
                  </a:moveTo>
                  <a:cubicBezTo>
                    <a:pt x="9504" y="313"/>
                    <a:pt x="9577" y="318"/>
                    <a:pt x="9643" y="337"/>
                  </a:cubicBezTo>
                  <a:cubicBezTo>
                    <a:pt x="9668" y="343"/>
                    <a:pt x="9672" y="386"/>
                    <a:pt x="9643" y="389"/>
                  </a:cubicBezTo>
                  <a:cubicBezTo>
                    <a:pt x="9615" y="393"/>
                    <a:pt x="9586" y="395"/>
                    <a:pt x="9557" y="395"/>
                  </a:cubicBezTo>
                  <a:cubicBezTo>
                    <a:pt x="9449" y="395"/>
                    <a:pt x="9335" y="370"/>
                    <a:pt x="9231" y="356"/>
                  </a:cubicBezTo>
                  <a:cubicBezTo>
                    <a:pt x="9208" y="354"/>
                    <a:pt x="9215" y="317"/>
                    <a:pt x="9237" y="317"/>
                  </a:cubicBezTo>
                  <a:cubicBezTo>
                    <a:pt x="9299" y="317"/>
                    <a:pt x="9365" y="313"/>
                    <a:pt x="9432" y="313"/>
                  </a:cubicBezTo>
                  <a:close/>
                  <a:moveTo>
                    <a:pt x="8298" y="328"/>
                  </a:moveTo>
                  <a:cubicBezTo>
                    <a:pt x="8322" y="328"/>
                    <a:pt x="8327" y="371"/>
                    <a:pt x="8301" y="376"/>
                  </a:cubicBezTo>
                  <a:cubicBezTo>
                    <a:pt x="8135" y="402"/>
                    <a:pt x="7967" y="418"/>
                    <a:pt x="7799" y="435"/>
                  </a:cubicBezTo>
                  <a:cubicBezTo>
                    <a:pt x="7798" y="435"/>
                    <a:pt x="7797" y="435"/>
                    <a:pt x="7797" y="435"/>
                  </a:cubicBezTo>
                  <a:cubicBezTo>
                    <a:pt x="7772" y="435"/>
                    <a:pt x="7768" y="392"/>
                    <a:pt x="7793" y="388"/>
                  </a:cubicBezTo>
                  <a:cubicBezTo>
                    <a:pt x="7961" y="365"/>
                    <a:pt x="8127" y="341"/>
                    <a:pt x="8295" y="328"/>
                  </a:cubicBezTo>
                  <a:cubicBezTo>
                    <a:pt x="8296" y="328"/>
                    <a:pt x="8297" y="328"/>
                    <a:pt x="8298" y="328"/>
                  </a:cubicBezTo>
                  <a:close/>
                  <a:moveTo>
                    <a:pt x="10929" y="339"/>
                  </a:moveTo>
                  <a:cubicBezTo>
                    <a:pt x="10961" y="339"/>
                    <a:pt x="10968" y="392"/>
                    <a:pt x="10937" y="397"/>
                  </a:cubicBezTo>
                  <a:cubicBezTo>
                    <a:pt x="10770" y="424"/>
                    <a:pt x="10598" y="427"/>
                    <a:pt x="10431" y="440"/>
                  </a:cubicBezTo>
                  <a:cubicBezTo>
                    <a:pt x="10431" y="440"/>
                    <a:pt x="10430" y="440"/>
                    <a:pt x="10429" y="440"/>
                  </a:cubicBezTo>
                  <a:cubicBezTo>
                    <a:pt x="10399" y="440"/>
                    <a:pt x="10400" y="393"/>
                    <a:pt x="10431" y="389"/>
                  </a:cubicBezTo>
                  <a:cubicBezTo>
                    <a:pt x="10596" y="371"/>
                    <a:pt x="10763" y="343"/>
                    <a:pt x="10928" y="339"/>
                  </a:cubicBezTo>
                  <a:cubicBezTo>
                    <a:pt x="10929" y="339"/>
                    <a:pt x="10929" y="339"/>
                    <a:pt x="10929" y="339"/>
                  </a:cubicBezTo>
                  <a:close/>
                  <a:moveTo>
                    <a:pt x="11898" y="365"/>
                  </a:moveTo>
                  <a:cubicBezTo>
                    <a:pt x="11988" y="365"/>
                    <a:pt x="12078" y="367"/>
                    <a:pt x="12168" y="373"/>
                  </a:cubicBezTo>
                  <a:cubicBezTo>
                    <a:pt x="12209" y="376"/>
                    <a:pt x="12209" y="434"/>
                    <a:pt x="12168" y="436"/>
                  </a:cubicBezTo>
                  <a:cubicBezTo>
                    <a:pt x="12078" y="442"/>
                    <a:pt x="11988" y="444"/>
                    <a:pt x="11898" y="444"/>
                  </a:cubicBezTo>
                  <a:cubicBezTo>
                    <a:pt x="11790" y="444"/>
                    <a:pt x="11681" y="441"/>
                    <a:pt x="11572" y="440"/>
                  </a:cubicBezTo>
                  <a:cubicBezTo>
                    <a:pt x="11528" y="440"/>
                    <a:pt x="11528" y="370"/>
                    <a:pt x="11572" y="369"/>
                  </a:cubicBezTo>
                  <a:cubicBezTo>
                    <a:pt x="11681" y="367"/>
                    <a:pt x="11790" y="365"/>
                    <a:pt x="11898" y="365"/>
                  </a:cubicBezTo>
                  <a:close/>
                  <a:moveTo>
                    <a:pt x="6306" y="365"/>
                  </a:moveTo>
                  <a:cubicBezTo>
                    <a:pt x="6307" y="365"/>
                    <a:pt x="6308" y="365"/>
                    <a:pt x="6309" y="365"/>
                  </a:cubicBezTo>
                  <a:cubicBezTo>
                    <a:pt x="6510" y="378"/>
                    <a:pt x="6716" y="381"/>
                    <a:pt x="6915" y="409"/>
                  </a:cubicBezTo>
                  <a:cubicBezTo>
                    <a:pt x="6957" y="414"/>
                    <a:pt x="6947" y="482"/>
                    <a:pt x="6906" y="482"/>
                  </a:cubicBezTo>
                  <a:cubicBezTo>
                    <a:pt x="6906" y="482"/>
                    <a:pt x="6905" y="482"/>
                    <a:pt x="6905" y="482"/>
                  </a:cubicBezTo>
                  <a:cubicBezTo>
                    <a:pt x="6707" y="478"/>
                    <a:pt x="6507" y="447"/>
                    <a:pt x="6309" y="426"/>
                  </a:cubicBezTo>
                  <a:cubicBezTo>
                    <a:pt x="6271" y="422"/>
                    <a:pt x="6271" y="365"/>
                    <a:pt x="6306" y="365"/>
                  </a:cubicBezTo>
                  <a:close/>
                  <a:moveTo>
                    <a:pt x="14278" y="413"/>
                  </a:moveTo>
                  <a:cubicBezTo>
                    <a:pt x="14353" y="413"/>
                    <a:pt x="14428" y="415"/>
                    <a:pt x="14503" y="424"/>
                  </a:cubicBezTo>
                  <a:cubicBezTo>
                    <a:pt x="14541" y="428"/>
                    <a:pt x="14541" y="481"/>
                    <a:pt x="14503" y="485"/>
                  </a:cubicBezTo>
                  <a:cubicBezTo>
                    <a:pt x="14429" y="493"/>
                    <a:pt x="14355" y="496"/>
                    <a:pt x="14280" y="496"/>
                  </a:cubicBezTo>
                  <a:cubicBezTo>
                    <a:pt x="14188" y="496"/>
                    <a:pt x="14096" y="492"/>
                    <a:pt x="14006" y="491"/>
                  </a:cubicBezTo>
                  <a:cubicBezTo>
                    <a:pt x="13958" y="490"/>
                    <a:pt x="13958" y="418"/>
                    <a:pt x="14006" y="418"/>
                  </a:cubicBezTo>
                  <a:cubicBezTo>
                    <a:pt x="14096" y="417"/>
                    <a:pt x="14187" y="413"/>
                    <a:pt x="14278" y="413"/>
                  </a:cubicBezTo>
                  <a:close/>
                  <a:moveTo>
                    <a:pt x="12862" y="459"/>
                  </a:moveTo>
                  <a:cubicBezTo>
                    <a:pt x="12863" y="459"/>
                    <a:pt x="12863" y="459"/>
                    <a:pt x="12864" y="459"/>
                  </a:cubicBezTo>
                  <a:cubicBezTo>
                    <a:pt x="13066" y="474"/>
                    <a:pt x="13269" y="486"/>
                    <a:pt x="13469" y="515"/>
                  </a:cubicBezTo>
                  <a:cubicBezTo>
                    <a:pt x="13502" y="520"/>
                    <a:pt x="13494" y="575"/>
                    <a:pt x="13461" y="575"/>
                  </a:cubicBezTo>
                  <a:cubicBezTo>
                    <a:pt x="13461" y="575"/>
                    <a:pt x="13460" y="575"/>
                    <a:pt x="13460" y="575"/>
                  </a:cubicBezTo>
                  <a:cubicBezTo>
                    <a:pt x="13261" y="570"/>
                    <a:pt x="13063" y="549"/>
                    <a:pt x="12864" y="530"/>
                  </a:cubicBezTo>
                  <a:cubicBezTo>
                    <a:pt x="12822" y="525"/>
                    <a:pt x="12819" y="459"/>
                    <a:pt x="12862" y="459"/>
                  </a:cubicBezTo>
                  <a:close/>
                  <a:moveTo>
                    <a:pt x="12989" y="2701"/>
                  </a:moveTo>
                  <a:cubicBezTo>
                    <a:pt x="13063" y="2701"/>
                    <a:pt x="13137" y="2704"/>
                    <a:pt x="13211" y="2710"/>
                  </a:cubicBezTo>
                  <a:cubicBezTo>
                    <a:pt x="13247" y="2713"/>
                    <a:pt x="13247" y="2763"/>
                    <a:pt x="13211" y="2766"/>
                  </a:cubicBezTo>
                  <a:cubicBezTo>
                    <a:pt x="13139" y="2773"/>
                    <a:pt x="13066" y="2775"/>
                    <a:pt x="12993" y="2775"/>
                  </a:cubicBezTo>
                  <a:cubicBezTo>
                    <a:pt x="12901" y="2775"/>
                    <a:pt x="12808" y="2771"/>
                    <a:pt x="12715" y="2769"/>
                  </a:cubicBezTo>
                  <a:cubicBezTo>
                    <a:pt x="12674" y="2769"/>
                    <a:pt x="12675" y="2708"/>
                    <a:pt x="12715" y="2707"/>
                  </a:cubicBezTo>
                  <a:cubicBezTo>
                    <a:pt x="12806" y="2705"/>
                    <a:pt x="12898" y="2701"/>
                    <a:pt x="12989" y="2701"/>
                  </a:cubicBezTo>
                  <a:close/>
                  <a:moveTo>
                    <a:pt x="13704" y="2700"/>
                  </a:moveTo>
                  <a:cubicBezTo>
                    <a:pt x="13705" y="2700"/>
                    <a:pt x="13707" y="2701"/>
                    <a:pt x="13708" y="2701"/>
                  </a:cubicBezTo>
                  <a:cubicBezTo>
                    <a:pt x="13859" y="2716"/>
                    <a:pt x="14017" y="2724"/>
                    <a:pt x="14163" y="2764"/>
                  </a:cubicBezTo>
                  <a:cubicBezTo>
                    <a:pt x="14201" y="2773"/>
                    <a:pt x="14193" y="2831"/>
                    <a:pt x="14155" y="2831"/>
                  </a:cubicBezTo>
                  <a:cubicBezTo>
                    <a:pt x="14155" y="2831"/>
                    <a:pt x="14155" y="2831"/>
                    <a:pt x="14154" y="2831"/>
                  </a:cubicBezTo>
                  <a:cubicBezTo>
                    <a:pt x="14003" y="2830"/>
                    <a:pt x="13848" y="2796"/>
                    <a:pt x="13699" y="2770"/>
                  </a:cubicBezTo>
                  <a:cubicBezTo>
                    <a:pt x="13661" y="2764"/>
                    <a:pt x="13668" y="2700"/>
                    <a:pt x="13704" y="2700"/>
                  </a:cubicBezTo>
                  <a:close/>
                  <a:moveTo>
                    <a:pt x="7797" y="2812"/>
                  </a:moveTo>
                  <a:cubicBezTo>
                    <a:pt x="7831" y="2812"/>
                    <a:pt x="7864" y="2813"/>
                    <a:pt x="7897" y="2816"/>
                  </a:cubicBezTo>
                  <a:cubicBezTo>
                    <a:pt x="7925" y="2818"/>
                    <a:pt x="7925" y="2857"/>
                    <a:pt x="7897" y="2860"/>
                  </a:cubicBezTo>
                  <a:cubicBezTo>
                    <a:pt x="7863" y="2863"/>
                    <a:pt x="7828" y="2864"/>
                    <a:pt x="7792" y="2864"/>
                  </a:cubicBezTo>
                  <a:cubicBezTo>
                    <a:pt x="7695" y="2864"/>
                    <a:pt x="7596" y="2855"/>
                    <a:pt x="7500" y="2852"/>
                  </a:cubicBezTo>
                  <a:cubicBezTo>
                    <a:pt x="7483" y="2851"/>
                    <a:pt x="7483" y="2825"/>
                    <a:pt x="7500" y="2825"/>
                  </a:cubicBezTo>
                  <a:cubicBezTo>
                    <a:pt x="7598" y="2821"/>
                    <a:pt x="7698" y="2812"/>
                    <a:pt x="7797" y="2812"/>
                  </a:cubicBezTo>
                  <a:close/>
                  <a:moveTo>
                    <a:pt x="9936" y="2762"/>
                  </a:moveTo>
                  <a:cubicBezTo>
                    <a:pt x="9964" y="2762"/>
                    <a:pt x="9971" y="2804"/>
                    <a:pt x="9942" y="2816"/>
                  </a:cubicBezTo>
                  <a:cubicBezTo>
                    <a:pt x="9845" y="2857"/>
                    <a:pt x="9744" y="2873"/>
                    <a:pt x="9641" y="2873"/>
                  </a:cubicBezTo>
                  <a:cubicBezTo>
                    <a:pt x="9588" y="2873"/>
                    <a:pt x="9534" y="2869"/>
                    <a:pt x="9481" y="2861"/>
                  </a:cubicBezTo>
                  <a:cubicBezTo>
                    <a:pt x="9453" y="2857"/>
                    <a:pt x="9458" y="2809"/>
                    <a:pt x="9484" y="2809"/>
                  </a:cubicBezTo>
                  <a:cubicBezTo>
                    <a:pt x="9485" y="2809"/>
                    <a:pt x="9486" y="2810"/>
                    <a:pt x="9487" y="2810"/>
                  </a:cubicBezTo>
                  <a:cubicBezTo>
                    <a:pt x="9523" y="2814"/>
                    <a:pt x="9558" y="2816"/>
                    <a:pt x="9593" y="2816"/>
                  </a:cubicBezTo>
                  <a:cubicBezTo>
                    <a:pt x="9706" y="2816"/>
                    <a:pt x="9815" y="2795"/>
                    <a:pt x="9926" y="2764"/>
                  </a:cubicBezTo>
                  <a:cubicBezTo>
                    <a:pt x="9930" y="2763"/>
                    <a:pt x="9933" y="2762"/>
                    <a:pt x="9936" y="2762"/>
                  </a:cubicBezTo>
                  <a:close/>
                  <a:moveTo>
                    <a:pt x="11620" y="2766"/>
                  </a:moveTo>
                  <a:cubicBezTo>
                    <a:pt x="11622" y="2766"/>
                    <a:pt x="11625" y="2766"/>
                    <a:pt x="11628" y="2767"/>
                  </a:cubicBezTo>
                  <a:cubicBezTo>
                    <a:pt x="11742" y="2801"/>
                    <a:pt x="11857" y="2813"/>
                    <a:pt x="11974" y="2813"/>
                  </a:cubicBezTo>
                  <a:cubicBezTo>
                    <a:pt x="12021" y="2813"/>
                    <a:pt x="12070" y="2811"/>
                    <a:pt x="12118" y="2807"/>
                  </a:cubicBezTo>
                  <a:cubicBezTo>
                    <a:pt x="12119" y="2807"/>
                    <a:pt x="12120" y="2807"/>
                    <a:pt x="12120" y="2807"/>
                  </a:cubicBezTo>
                  <a:cubicBezTo>
                    <a:pt x="12148" y="2807"/>
                    <a:pt x="12154" y="2854"/>
                    <a:pt x="12126" y="2860"/>
                  </a:cubicBezTo>
                  <a:cubicBezTo>
                    <a:pt x="12063" y="2874"/>
                    <a:pt x="12000" y="2880"/>
                    <a:pt x="11937" y="2880"/>
                  </a:cubicBezTo>
                  <a:cubicBezTo>
                    <a:pt x="11827" y="2880"/>
                    <a:pt x="11718" y="2860"/>
                    <a:pt x="11611" y="2828"/>
                  </a:cubicBezTo>
                  <a:cubicBezTo>
                    <a:pt x="11575" y="2817"/>
                    <a:pt x="11587" y="2766"/>
                    <a:pt x="11620" y="2766"/>
                  </a:cubicBezTo>
                  <a:close/>
                  <a:moveTo>
                    <a:pt x="10709" y="2805"/>
                  </a:moveTo>
                  <a:cubicBezTo>
                    <a:pt x="10803" y="2805"/>
                    <a:pt x="10894" y="2823"/>
                    <a:pt x="10985" y="2860"/>
                  </a:cubicBezTo>
                  <a:cubicBezTo>
                    <a:pt x="11012" y="2870"/>
                    <a:pt x="11004" y="2910"/>
                    <a:pt x="10981" y="2910"/>
                  </a:cubicBezTo>
                  <a:cubicBezTo>
                    <a:pt x="10978" y="2910"/>
                    <a:pt x="10975" y="2909"/>
                    <a:pt x="10972" y="2908"/>
                  </a:cubicBezTo>
                  <a:cubicBezTo>
                    <a:pt x="10880" y="2873"/>
                    <a:pt x="10784" y="2856"/>
                    <a:pt x="10686" y="2856"/>
                  </a:cubicBezTo>
                  <a:cubicBezTo>
                    <a:pt x="10651" y="2856"/>
                    <a:pt x="10615" y="2858"/>
                    <a:pt x="10579" y="2863"/>
                  </a:cubicBezTo>
                  <a:cubicBezTo>
                    <a:pt x="10578" y="2863"/>
                    <a:pt x="10577" y="2863"/>
                    <a:pt x="10576" y="2863"/>
                  </a:cubicBezTo>
                  <a:cubicBezTo>
                    <a:pt x="10553" y="2863"/>
                    <a:pt x="10548" y="2820"/>
                    <a:pt x="10572" y="2817"/>
                  </a:cubicBezTo>
                  <a:cubicBezTo>
                    <a:pt x="10619" y="2809"/>
                    <a:pt x="10664" y="2805"/>
                    <a:pt x="10709" y="2805"/>
                  </a:cubicBezTo>
                  <a:close/>
                  <a:moveTo>
                    <a:pt x="2656" y="2863"/>
                  </a:moveTo>
                  <a:cubicBezTo>
                    <a:pt x="2682" y="2863"/>
                    <a:pt x="2708" y="2863"/>
                    <a:pt x="2733" y="2864"/>
                  </a:cubicBezTo>
                  <a:cubicBezTo>
                    <a:pt x="2763" y="2865"/>
                    <a:pt x="2763" y="2910"/>
                    <a:pt x="2733" y="2911"/>
                  </a:cubicBezTo>
                  <a:cubicBezTo>
                    <a:pt x="2707" y="2912"/>
                    <a:pt x="2681" y="2912"/>
                    <a:pt x="2655" y="2912"/>
                  </a:cubicBezTo>
                  <a:cubicBezTo>
                    <a:pt x="2548" y="2912"/>
                    <a:pt x="2442" y="2908"/>
                    <a:pt x="2336" y="2907"/>
                  </a:cubicBezTo>
                  <a:cubicBezTo>
                    <a:pt x="2311" y="2906"/>
                    <a:pt x="2311" y="2869"/>
                    <a:pt x="2336" y="2869"/>
                  </a:cubicBezTo>
                  <a:cubicBezTo>
                    <a:pt x="2442" y="2868"/>
                    <a:pt x="2549" y="2863"/>
                    <a:pt x="2656" y="2863"/>
                  </a:cubicBezTo>
                  <a:close/>
                  <a:moveTo>
                    <a:pt x="8732" y="2860"/>
                  </a:moveTo>
                  <a:cubicBezTo>
                    <a:pt x="8818" y="2860"/>
                    <a:pt x="8904" y="2862"/>
                    <a:pt x="8990" y="2868"/>
                  </a:cubicBezTo>
                  <a:cubicBezTo>
                    <a:pt x="9015" y="2869"/>
                    <a:pt x="9015" y="2905"/>
                    <a:pt x="8990" y="2907"/>
                  </a:cubicBezTo>
                  <a:cubicBezTo>
                    <a:pt x="8900" y="2913"/>
                    <a:pt x="8810" y="2914"/>
                    <a:pt x="8720" y="2914"/>
                  </a:cubicBezTo>
                  <a:cubicBezTo>
                    <a:pt x="8645" y="2914"/>
                    <a:pt x="8569" y="2913"/>
                    <a:pt x="8494" y="2912"/>
                  </a:cubicBezTo>
                  <a:cubicBezTo>
                    <a:pt x="8462" y="2912"/>
                    <a:pt x="8462" y="2863"/>
                    <a:pt x="8494" y="2863"/>
                  </a:cubicBezTo>
                  <a:cubicBezTo>
                    <a:pt x="8573" y="2862"/>
                    <a:pt x="8653" y="2860"/>
                    <a:pt x="8732" y="2860"/>
                  </a:cubicBezTo>
                  <a:close/>
                  <a:moveTo>
                    <a:pt x="3513" y="2854"/>
                  </a:moveTo>
                  <a:cubicBezTo>
                    <a:pt x="3584" y="2854"/>
                    <a:pt x="3655" y="2856"/>
                    <a:pt x="3726" y="2861"/>
                  </a:cubicBezTo>
                  <a:cubicBezTo>
                    <a:pt x="3761" y="2863"/>
                    <a:pt x="3761" y="2911"/>
                    <a:pt x="3726" y="2914"/>
                  </a:cubicBezTo>
                  <a:cubicBezTo>
                    <a:pt x="3657" y="2919"/>
                    <a:pt x="3589" y="2921"/>
                    <a:pt x="3521" y="2921"/>
                  </a:cubicBezTo>
                  <a:cubicBezTo>
                    <a:pt x="3440" y="2921"/>
                    <a:pt x="3360" y="2919"/>
                    <a:pt x="3279" y="2918"/>
                  </a:cubicBezTo>
                  <a:cubicBezTo>
                    <a:pt x="3241" y="2918"/>
                    <a:pt x="3241" y="2858"/>
                    <a:pt x="3279" y="2857"/>
                  </a:cubicBezTo>
                  <a:cubicBezTo>
                    <a:pt x="3357" y="2856"/>
                    <a:pt x="3435" y="2854"/>
                    <a:pt x="3513" y="2854"/>
                  </a:cubicBezTo>
                  <a:close/>
                  <a:moveTo>
                    <a:pt x="5734" y="2850"/>
                  </a:moveTo>
                  <a:cubicBezTo>
                    <a:pt x="5778" y="2850"/>
                    <a:pt x="5820" y="2851"/>
                    <a:pt x="5862" y="2857"/>
                  </a:cubicBezTo>
                  <a:cubicBezTo>
                    <a:pt x="5901" y="2862"/>
                    <a:pt x="5901" y="2913"/>
                    <a:pt x="5862" y="2918"/>
                  </a:cubicBezTo>
                  <a:cubicBezTo>
                    <a:pt x="5819" y="2923"/>
                    <a:pt x="5774" y="2925"/>
                    <a:pt x="5729" y="2925"/>
                  </a:cubicBezTo>
                  <a:cubicBezTo>
                    <a:pt x="5641" y="2925"/>
                    <a:pt x="5551" y="2918"/>
                    <a:pt x="5464" y="2915"/>
                  </a:cubicBezTo>
                  <a:cubicBezTo>
                    <a:pt x="5429" y="2914"/>
                    <a:pt x="5429" y="2860"/>
                    <a:pt x="5464" y="2860"/>
                  </a:cubicBezTo>
                  <a:cubicBezTo>
                    <a:pt x="5553" y="2858"/>
                    <a:pt x="5644" y="2850"/>
                    <a:pt x="5734" y="2850"/>
                  </a:cubicBezTo>
                  <a:close/>
                  <a:moveTo>
                    <a:pt x="4222" y="2815"/>
                  </a:moveTo>
                  <a:cubicBezTo>
                    <a:pt x="4224" y="2815"/>
                    <a:pt x="4226" y="2815"/>
                    <a:pt x="4229" y="2816"/>
                  </a:cubicBezTo>
                  <a:cubicBezTo>
                    <a:pt x="4351" y="2848"/>
                    <a:pt x="4472" y="2861"/>
                    <a:pt x="4596" y="2861"/>
                  </a:cubicBezTo>
                  <a:cubicBezTo>
                    <a:pt x="4653" y="2861"/>
                    <a:pt x="4710" y="2858"/>
                    <a:pt x="4768" y="2853"/>
                  </a:cubicBezTo>
                  <a:cubicBezTo>
                    <a:pt x="4769" y="2853"/>
                    <a:pt x="4770" y="2853"/>
                    <a:pt x="4771" y="2853"/>
                  </a:cubicBezTo>
                  <a:cubicBezTo>
                    <a:pt x="4804" y="2853"/>
                    <a:pt x="4811" y="2911"/>
                    <a:pt x="4777" y="2915"/>
                  </a:cubicBezTo>
                  <a:cubicBezTo>
                    <a:pt x="4719" y="2924"/>
                    <a:pt x="4661" y="2928"/>
                    <a:pt x="4603" y="2928"/>
                  </a:cubicBezTo>
                  <a:cubicBezTo>
                    <a:pt x="4472" y="2928"/>
                    <a:pt x="4342" y="2907"/>
                    <a:pt x="4214" y="2868"/>
                  </a:cubicBezTo>
                  <a:cubicBezTo>
                    <a:pt x="4183" y="2859"/>
                    <a:pt x="4193" y="2815"/>
                    <a:pt x="4222" y="2815"/>
                  </a:cubicBezTo>
                  <a:close/>
                  <a:moveTo>
                    <a:pt x="1378" y="2817"/>
                  </a:moveTo>
                  <a:cubicBezTo>
                    <a:pt x="1486" y="2817"/>
                    <a:pt x="1594" y="2834"/>
                    <a:pt x="1693" y="2874"/>
                  </a:cubicBezTo>
                  <a:cubicBezTo>
                    <a:pt x="1724" y="2885"/>
                    <a:pt x="1716" y="2928"/>
                    <a:pt x="1688" y="2928"/>
                  </a:cubicBezTo>
                  <a:cubicBezTo>
                    <a:pt x="1685" y="2928"/>
                    <a:pt x="1682" y="2928"/>
                    <a:pt x="1679" y="2927"/>
                  </a:cubicBezTo>
                  <a:cubicBezTo>
                    <a:pt x="1552" y="2898"/>
                    <a:pt x="1434" y="2880"/>
                    <a:pt x="1310" y="2880"/>
                  </a:cubicBezTo>
                  <a:cubicBezTo>
                    <a:pt x="1257" y="2880"/>
                    <a:pt x="1202" y="2883"/>
                    <a:pt x="1146" y="2891"/>
                  </a:cubicBezTo>
                  <a:cubicBezTo>
                    <a:pt x="1145" y="2891"/>
                    <a:pt x="1144" y="2891"/>
                    <a:pt x="1143" y="2891"/>
                  </a:cubicBezTo>
                  <a:cubicBezTo>
                    <a:pt x="1117" y="2891"/>
                    <a:pt x="1105" y="2853"/>
                    <a:pt x="1134" y="2846"/>
                  </a:cubicBezTo>
                  <a:cubicBezTo>
                    <a:pt x="1213" y="2827"/>
                    <a:pt x="1296" y="2817"/>
                    <a:pt x="1378" y="2817"/>
                  </a:cubicBezTo>
                  <a:close/>
                  <a:moveTo>
                    <a:pt x="6410" y="2856"/>
                  </a:moveTo>
                  <a:cubicBezTo>
                    <a:pt x="6412" y="2856"/>
                    <a:pt x="6414" y="2856"/>
                    <a:pt x="6416" y="2857"/>
                  </a:cubicBezTo>
                  <a:cubicBezTo>
                    <a:pt x="6595" y="2894"/>
                    <a:pt x="6773" y="2901"/>
                    <a:pt x="6954" y="2910"/>
                  </a:cubicBezTo>
                  <a:cubicBezTo>
                    <a:pt x="6992" y="2911"/>
                    <a:pt x="6991" y="2962"/>
                    <a:pt x="6954" y="2967"/>
                  </a:cubicBezTo>
                  <a:cubicBezTo>
                    <a:pt x="6911" y="2972"/>
                    <a:pt x="6869" y="2974"/>
                    <a:pt x="6826" y="2974"/>
                  </a:cubicBezTo>
                  <a:cubicBezTo>
                    <a:pt x="6683" y="2974"/>
                    <a:pt x="6540" y="2949"/>
                    <a:pt x="6401" y="2913"/>
                  </a:cubicBezTo>
                  <a:cubicBezTo>
                    <a:pt x="6367" y="2904"/>
                    <a:pt x="6379" y="2856"/>
                    <a:pt x="6410" y="2856"/>
                  </a:cubicBezTo>
                  <a:close/>
                  <a:moveTo>
                    <a:pt x="1" y="0"/>
                  </a:moveTo>
                  <a:lnTo>
                    <a:pt x="1" y="0"/>
                  </a:lnTo>
                  <a:cubicBezTo>
                    <a:pt x="4" y="6"/>
                    <a:pt x="7" y="12"/>
                    <a:pt x="7" y="20"/>
                  </a:cubicBezTo>
                  <a:cubicBezTo>
                    <a:pt x="16" y="90"/>
                    <a:pt x="23" y="160"/>
                    <a:pt x="31" y="231"/>
                  </a:cubicBezTo>
                  <a:cubicBezTo>
                    <a:pt x="35" y="220"/>
                    <a:pt x="43" y="214"/>
                    <a:pt x="55" y="214"/>
                  </a:cubicBezTo>
                  <a:cubicBezTo>
                    <a:pt x="58" y="214"/>
                    <a:pt x="61" y="214"/>
                    <a:pt x="64" y="215"/>
                  </a:cubicBezTo>
                  <a:cubicBezTo>
                    <a:pt x="186" y="248"/>
                    <a:pt x="309" y="265"/>
                    <a:pt x="432" y="265"/>
                  </a:cubicBezTo>
                  <a:cubicBezTo>
                    <a:pt x="518" y="265"/>
                    <a:pt x="605" y="257"/>
                    <a:pt x="692" y="240"/>
                  </a:cubicBezTo>
                  <a:cubicBezTo>
                    <a:pt x="695" y="240"/>
                    <a:pt x="697" y="240"/>
                    <a:pt x="700" y="240"/>
                  </a:cubicBezTo>
                  <a:cubicBezTo>
                    <a:pt x="735" y="240"/>
                    <a:pt x="747" y="291"/>
                    <a:pt x="709" y="301"/>
                  </a:cubicBezTo>
                  <a:cubicBezTo>
                    <a:pt x="615" y="326"/>
                    <a:pt x="520" y="339"/>
                    <a:pt x="426" y="339"/>
                  </a:cubicBezTo>
                  <a:cubicBezTo>
                    <a:pt x="299" y="339"/>
                    <a:pt x="173" y="316"/>
                    <a:pt x="49" y="271"/>
                  </a:cubicBezTo>
                  <a:cubicBezTo>
                    <a:pt x="42" y="269"/>
                    <a:pt x="37" y="266"/>
                    <a:pt x="34" y="261"/>
                  </a:cubicBezTo>
                  <a:lnTo>
                    <a:pt x="34" y="261"/>
                  </a:lnTo>
                  <a:cubicBezTo>
                    <a:pt x="126" y="1122"/>
                    <a:pt x="181" y="2046"/>
                    <a:pt x="66" y="2910"/>
                  </a:cubicBezTo>
                  <a:cubicBezTo>
                    <a:pt x="184" y="2907"/>
                    <a:pt x="301" y="2904"/>
                    <a:pt x="419" y="2904"/>
                  </a:cubicBezTo>
                  <a:cubicBezTo>
                    <a:pt x="495" y="2904"/>
                    <a:pt x="571" y="2905"/>
                    <a:pt x="647" y="2908"/>
                  </a:cubicBezTo>
                  <a:cubicBezTo>
                    <a:pt x="686" y="2908"/>
                    <a:pt x="686" y="2966"/>
                    <a:pt x="647" y="2968"/>
                  </a:cubicBezTo>
                  <a:cubicBezTo>
                    <a:pt x="575" y="2969"/>
                    <a:pt x="503" y="2970"/>
                    <a:pt x="431" y="2970"/>
                  </a:cubicBezTo>
                  <a:cubicBezTo>
                    <a:pt x="306" y="2970"/>
                    <a:pt x="182" y="2968"/>
                    <a:pt x="58" y="2965"/>
                  </a:cubicBezTo>
                  <a:cubicBezTo>
                    <a:pt x="42" y="3078"/>
                    <a:pt x="23" y="3191"/>
                    <a:pt x="1" y="3301"/>
                  </a:cubicBezTo>
                  <a:cubicBezTo>
                    <a:pt x="1465" y="3228"/>
                    <a:pt x="2933" y="3217"/>
                    <a:pt x="4402" y="3217"/>
                  </a:cubicBezTo>
                  <a:cubicBezTo>
                    <a:pt x="5078" y="3217"/>
                    <a:pt x="5753" y="3219"/>
                    <a:pt x="6429" y="3219"/>
                  </a:cubicBezTo>
                  <a:cubicBezTo>
                    <a:pt x="6697" y="3219"/>
                    <a:pt x="6964" y="3219"/>
                    <a:pt x="7232" y="3218"/>
                  </a:cubicBezTo>
                  <a:cubicBezTo>
                    <a:pt x="7778" y="3216"/>
                    <a:pt x="8323" y="3215"/>
                    <a:pt x="8869" y="3215"/>
                  </a:cubicBezTo>
                  <a:cubicBezTo>
                    <a:pt x="10559" y="3215"/>
                    <a:pt x="12249" y="3224"/>
                    <a:pt x="13939" y="3241"/>
                  </a:cubicBezTo>
                  <a:cubicBezTo>
                    <a:pt x="13952" y="3227"/>
                    <a:pt x="13972" y="3219"/>
                    <a:pt x="13992" y="3219"/>
                  </a:cubicBezTo>
                  <a:cubicBezTo>
                    <a:pt x="14012" y="3219"/>
                    <a:pt x="14031" y="3227"/>
                    <a:pt x="14042" y="3242"/>
                  </a:cubicBezTo>
                  <a:cubicBezTo>
                    <a:pt x="14185" y="3243"/>
                    <a:pt x="14330" y="3244"/>
                    <a:pt x="14474" y="3245"/>
                  </a:cubicBezTo>
                  <a:cubicBezTo>
                    <a:pt x="14477" y="3227"/>
                    <a:pt x="14492" y="3210"/>
                    <a:pt x="14518" y="3210"/>
                  </a:cubicBezTo>
                  <a:cubicBezTo>
                    <a:pt x="14559" y="3208"/>
                    <a:pt x="14601" y="3207"/>
                    <a:pt x="14642" y="3206"/>
                  </a:cubicBezTo>
                  <a:lnTo>
                    <a:pt x="14670" y="3206"/>
                  </a:lnTo>
                  <a:cubicBezTo>
                    <a:pt x="14682" y="3196"/>
                    <a:pt x="14693" y="3186"/>
                    <a:pt x="14705" y="3176"/>
                  </a:cubicBezTo>
                  <a:cubicBezTo>
                    <a:pt x="14707" y="3175"/>
                    <a:pt x="14708" y="3175"/>
                    <a:pt x="14710" y="3173"/>
                  </a:cubicBezTo>
                  <a:cubicBezTo>
                    <a:pt x="14632" y="2148"/>
                    <a:pt x="14635" y="1117"/>
                    <a:pt x="14546" y="92"/>
                  </a:cubicBezTo>
                  <a:lnTo>
                    <a:pt x="14543" y="92"/>
                  </a:lnTo>
                  <a:cubicBezTo>
                    <a:pt x="13978" y="99"/>
                    <a:pt x="13413" y="102"/>
                    <a:pt x="12848" y="102"/>
                  </a:cubicBezTo>
                  <a:cubicBezTo>
                    <a:pt x="10969" y="102"/>
                    <a:pt x="9088" y="71"/>
                    <a:pt x="7210" y="57"/>
                  </a:cubicBezTo>
                  <a:cubicBezTo>
                    <a:pt x="5992" y="47"/>
                    <a:pt x="4772" y="37"/>
                    <a:pt x="3553" y="30"/>
                  </a:cubicBezTo>
                  <a:cubicBezTo>
                    <a:pt x="3436" y="29"/>
                    <a:pt x="3319" y="29"/>
                    <a:pt x="3203" y="29"/>
                  </a:cubicBezTo>
                  <a:cubicBezTo>
                    <a:pt x="2689" y="29"/>
                    <a:pt x="2175" y="35"/>
                    <a:pt x="1660" y="35"/>
                  </a:cubicBezTo>
                  <a:cubicBezTo>
                    <a:pt x="1106" y="35"/>
                    <a:pt x="552" y="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16"/>
            <p:cNvSpPr/>
            <p:nvPr/>
          </p:nvSpPr>
          <p:spPr>
            <a:xfrm>
              <a:off x="7737238" y="1961276"/>
              <a:ext cx="167201" cy="172927"/>
            </a:xfrm>
            <a:custGeom>
              <a:rect b="b" l="l" r="r" t="t"/>
              <a:pathLst>
                <a:path extrusionOk="0" h="3262" w="3154">
                  <a:moveTo>
                    <a:pt x="366" y="143"/>
                  </a:moveTo>
                  <a:cubicBezTo>
                    <a:pt x="369" y="143"/>
                    <a:pt x="372" y="143"/>
                    <a:pt x="376" y="144"/>
                  </a:cubicBezTo>
                  <a:cubicBezTo>
                    <a:pt x="514" y="178"/>
                    <a:pt x="652" y="186"/>
                    <a:pt x="792" y="186"/>
                  </a:cubicBezTo>
                  <a:cubicBezTo>
                    <a:pt x="832" y="186"/>
                    <a:pt x="872" y="185"/>
                    <a:pt x="913" y="184"/>
                  </a:cubicBezTo>
                  <a:cubicBezTo>
                    <a:pt x="914" y="184"/>
                    <a:pt x="914" y="184"/>
                    <a:pt x="914" y="184"/>
                  </a:cubicBezTo>
                  <a:cubicBezTo>
                    <a:pt x="955" y="184"/>
                    <a:pt x="963" y="248"/>
                    <a:pt x="924" y="257"/>
                  </a:cubicBezTo>
                  <a:cubicBezTo>
                    <a:pt x="859" y="271"/>
                    <a:pt x="795" y="277"/>
                    <a:pt x="730" y="277"/>
                  </a:cubicBezTo>
                  <a:cubicBezTo>
                    <a:pt x="604" y="277"/>
                    <a:pt x="478" y="253"/>
                    <a:pt x="357" y="214"/>
                  </a:cubicBezTo>
                  <a:cubicBezTo>
                    <a:pt x="316" y="200"/>
                    <a:pt x="328" y="143"/>
                    <a:pt x="366" y="143"/>
                  </a:cubicBezTo>
                  <a:close/>
                  <a:moveTo>
                    <a:pt x="1611" y="244"/>
                  </a:moveTo>
                  <a:cubicBezTo>
                    <a:pt x="1660" y="244"/>
                    <a:pt x="1709" y="246"/>
                    <a:pt x="1758" y="249"/>
                  </a:cubicBezTo>
                  <a:cubicBezTo>
                    <a:pt x="1790" y="252"/>
                    <a:pt x="1790" y="295"/>
                    <a:pt x="1758" y="299"/>
                  </a:cubicBezTo>
                  <a:cubicBezTo>
                    <a:pt x="1712" y="302"/>
                    <a:pt x="1667" y="303"/>
                    <a:pt x="1621" y="303"/>
                  </a:cubicBezTo>
                  <a:cubicBezTo>
                    <a:pt x="1517" y="303"/>
                    <a:pt x="1413" y="297"/>
                    <a:pt x="1311" y="293"/>
                  </a:cubicBezTo>
                  <a:cubicBezTo>
                    <a:pt x="1286" y="292"/>
                    <a:pt x="1286" y="255"/>
                    <a:pt x="1311" y="254"/>
                  </a:cubicBezTo>
                  <a:cubicBezTo>
                    <a:pt x="1410" y="250"/>
                    <a:pt x="1511" y="244"/>
                    <a:pt x="1611" y="244"/>
                  </a:cubicBezTo>
                  <a:close/>
                  <a:moveTo>
                    <a:pt x="2205" y="293"/>
                  </a:moveTo>
                  <a:cubicBezTo>
                    <a:pt x="2255" y="293"/>
                    <a:pt x="2304" y="295"/>
                    <a:pt x="2353" y="301"/>
                  </a:cubicBezTo>
                  <a:cubicBezTo>
                    <a:pt x="2382" y="305"/>
                    <a:pt x="2382" y="341"/>
                    <a:pt x="2353" y="346"/>
                  </a:cubicBezTo>
                  <a:cubicBezTo>
                    <a:pt x="2304" y="351"/>
                    <a:pt x="2255" y="353"/>
                    <a:pt x="2205" y="353"/>
                  </a:cubicBezTo>
                  <a:cubicBezTo>
                    <a:pt x="2156" y="353"/>
                    <a:pt x="2106" y="351"/>
                    <a:pt x="2056" y="351"/>
                  </a:cubicBezTo>
                  <a:cubicBezTo>
                    <a:pt x="2020" y="350"/>
                    <a:pt x="2020" y="295"/>
                    <a:pt x="2056" y="295"/>
                  </a:cubicBezTo>
                  <a:cubicBezTo>
                    <a:pt x="2106" y="295"/>
                    <a:pt x="2156" y="293"/>
                    <a:pt x="2205" y="293"/>
                  </a:cubicBezTo>
                  <a:close/>
                  <a:moveTo>
                    <a:pt x="1887" y="2866"/>
                  </a:moveTo>
                  <a:cubicBezTo>
                    <a:pt x="1927" y="2866"/>
                    <a:pt x="1967" y="2868"/>
                    <a:pt x="2006" y="2873"/>
                  </a:cubicBezTo>
                  <a:cubicBezTo>
                    <a:pt x="2048" y="2878"/>
                    <a:pt x="2048" y="2933"/>
                    <a:pt x="2006" y="2937"/>
                  </a:cubicBezTo>
                  <a:cubicBezTo>
                    <a:pt x="1965" y="2942"/>
                    <a:pt x="1924" y="2944"/>
                    <a:pt x="1883" y="2944"/>
                  </a:cubicBezTo>
                  <a:cubicBezTo>
                    <a:pt x="1792" y="2944"/>
                    <a:pt x="1699" y="2935"/>
                    <a:pt x="1610" y="2930"/>
                  </a:cubicBezTo>
                  <a:cubicBezTo>
                    <a:pt x="1578" y="2928"/>
                    <a:pt x="1578" y="2883"/>
                    <a:pt x="1610" y="2881"/>
                  </a:cubicBezTo>
                  <a:cubicBezTo>
                    <a:pt x="1701" y="2876"/>
                    <a:pt x="1794" y="2866"/>
                    <a:pt x="1887" y="2866"/>
                  </a:cubicBezTo>
                  <a:close/>
                  <a:moveTo>
                    <a:pt x="934" y="2918"/>
                  </a:moveTo>
                  <a:cubicBezTo>
                    <a:pt x="977" y="2918"/>
                    <a:pt x="1020" y="2920"/>
                    <a:pt x="1063" y="2923"/>
                  </a:cubicBezTo>
                  <a:cubicBezTo>
                    <a:pt x="1103" y="2928"/>
                    <a:pt x="1103" y="2983"/>
                    <a:pt x="1063" y="2986"/>
                  </a:cubicBezTo>
                  <a:cubicBezTo>
                    <a:pt x="1020" y="2990"/>
                    <a:pt x="977" y="2992"/>
                    <a:pt x="934" y="2992"/>
                  </a:cubicBezTo>
                  <a:cubicBezTo>
                    <a:pt x="844" y="2992"/>
                    <a:pt x="755" y="2985"/>
                    <a:pt x="665" y="2981"/>
                  </a:cubicBezTo>
                  <a:cubicBezTo>
                    <a:pt x="631" y="2980"/>
                    <a:pt x="631" y="2930"/>
                    <a:pt x="665" y="2929"/>
                  </a:cubicBezTo>
                  <a:cubicBezTo>
                    <a:pt x="755" y="2924"/>
                    <a:pt x="844" y="2918"/>
                    <a:pt x="934" y="2918"/>
                  </a:cubicBezTo>
                  <a:close/>
                  <a:moveTo>
                    <a:pt x="2588" y="2921"/>
                  </a:moveTo>
                  <a:cubicBezTo>
                    <a:pt x="2612" y="2921"/>
                    <a:pt x="2636" y="2925"/>
                    <a:pt x="2659" y="2933"/>
                  </a:cubicBezTo>
                  <a:cubicBezTo>
                    <a:pt x="2683" y="2942"/>
                    <a:pt x="2681" y="2982"/>
                    <a:pt x="2652" y="2982"/>
                  </a:cubicBezTo>
                  <a:cubicBezTo>
                    <a:pt x="2652" y="2982"/>
                    <a:pt x="2652" y="2982"/>
                    <a:pt x="2651" y="2982"/>
                  </a:cubicBezTo>
                  <a:cubicBezTo>
                    <a:pt x="2623" y="2982"/>
                    <a:pt x="2595" y="2978"/>
                    <a:pt x="2567" y="2978"/>
                  </a:cubicBezTo>
                  <a:cubicBezTo>
                    <a:pt x="2555" y="2978"/>
                    <a:pt x="2542" y="2979"/>
                    <a:pt x="2530" y="2981"/>
                  </a:cubicBezTo>
                  <a:cubicBezTo>
                    <a:pt x="2488" y="2989"/>
                    <a:pt x="2450" y="3003"/>
                    <a:pt x="2416" y="3026"/>
                  </a:cubicBezTo>
                  <a:cubicBezTo>
                    <a:pt x="2412" y="3028"/>
                    <a:pt x="2408" y="3030"/>
                    <a:pt x="2404" y="3030"/>
                  </a:cubicBezTo>
                  <a:cubicBezTo>
                    <a:pt x="2383" y="3030"/>
                    <a:pt x="2370" y="2999"/>
                    <a:pt x="2392" y="2985"/>
                  </a:cubicBezTo>
                  <a:cubicBezTo>
                    <a:pt x="2445" y="2950"/>
                    <a:pt x="2518" y="2921"/>
                    <a:pt x="2588" y="2921"/>
                  </a:cubicBezTo>
                  <a:close/>
                  <a:moveTo>
                    <a:pt x="2414" y="1"/>
                  </a:moveTo>
                  <a:lnTo>
                    <a:pt x="2396" y="2"/>
                  </a:lnTo>
                  <a:cubicBezTo>
                    <a:pt x="2396" y="27"/>
                    <a:pt x="2379" y="54"/>
                    <a:pt x="2341" y="56"/>
                  </a:cubicBezTo>
                  <a:cubicBezTo>
                    <a:pt x="2156" y="66"/>
                    <a:pt x="1968" y="70"/>
                    <a:pt x="1778" y="70"/>
                  </a:cubicBezTo>
                  <a:cubicBezTo>
                    <a:pt x="1257" y="70"/>
                    <a:pt x="728" y="39"/>
                    <a:pt x="217" y="5"/>
                  </a:cubicBezTo>
                  <a:lnTo>
                    <a:pt x="217" y="5"/>
                  </a:lnTo>
                  <a:cubicBezTo>
                    <a:pt x="557" y="614"/>
                    <a:pt x="989" y="1161"/>
                    <a:pt x="1436" y="1697"/>
                  </a:cubicBezTo>
                  <a:cubicBezTo>
                    <a:pt x="1452" y="1717"/>
                    <a:pt x="1453" y="1741"/>
                    <a:pt x="1445" y="1759"/>
                  </a:cubicBezTo>
                  <a:cubicBezTo>
                    <a:pt x="1459" y="1782"/>
                    <a:pt x="1461" y="1812"/>
                    <a:pt x="1437" y="1839"/>
                  </a:cubicBezTo>
                  <a:cubicBezTo>
                    <a:pt x="978" y="2327"/>
                    <a:pt x="493" y="2808"/>
                    <a:pt x="1" y="3262"/>
                  </a:cubicBezTo>
                  <a:cubicBezTo>
                    <a:pt x="1049" y="3216"/>
                    <a:pt x="2102" y="3225"/>
                    <a:pt x="3153" y="3218"/>
                  </a:cubicBezTo>
                  <a:cubicBezTo>
                    <a:pt x="2894" y="3064"/>
                    <a:pt x="2646" y="2893"/>
                    <a:pt x="2419" y="2690"/>
                  </a:cubicBezTo>
                  <a:cubicBezTo>
                    <a:pt x="2407" y="2680"/>
                    <a:pt x="2405" y="2666"/>
                    <a:pt x="2407" y="2652"/>
                  </a:cubicBezTo>
                  <a:cubicBezTo>
                    <a:pt x="2397" y="2634"/>
                    <a:pt x="2398" y="2610"/>
                    <a:pt x="2412" y="2594"/>
                  </a:cubicBezTo>
                  <a:cubicBezTo>
                    <a:pt x="2411" y="2590"/>
                    <a:pt x="2409" y="2586"/>
                    <a:pt x="2409" y="2580"/>
                  </a:cubicBezTo>
                  <a:cubicBezTo>
                    <a:pt x="2396" y="2033"/>
                    <a:pt x="2454" y="1485"/>
                    <a:pt x="2449" y="936"/>
                  </a:cubicBezTo>
                  <a:cubicBezTo>
                    <a:pt x="2448" y="623"/>
                    <a:pt x="2435" y="311"/>
                    <a:pt x="2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16"/>
            <p:cNvSpPr/>
            <p:nvPr/>
          </p:nvSpPr>
          <p:spPr>
            <a:xfrm>
              <a:off x="7728915" y="1917859"/>
              <a:ext cx="1034486" cy="222599"/>
            </a:xfrm>
            <a:custGeom>
              <a:rect b="b" l="l" r="r" t="t"/>
              <a:pathLst>
                <a:path extrusionOk="0" h="4199" w="19514">
                  <a:moveTo>
                    <a:pt x="2659" y="92"/>
                  </a:moveTo>
                  <a:lnTo>
                    <a:pt x="2659" y="92"/>
                  </a:lnTo>
                  <a:cubicBezTo>
                    <a:pt x="3210" y="120"/>
                    <a:pt x="3764" y="127"/>
                    <a:pt x="4318" y="127"/>
                  </a:cubicBezTo>
                  <a:cubicBezTo>
                    <a:pt x="4833" y="127"/>
                    <a:pt x="5347" y="121"/>
                    <a:pt x="5861" y="121"/>
                  </a:cubicBezTo>
                  <a:cubicBezTo>
                    <a:pt x="5977" y="121"/>
                    <a:pt x="6094" y="121"/>
                    <a:pt x="6211" y="122"/>
                  </a:cubicBezTo>
                  <a:cubicBezTo>
                    <a:pt x="7430" y="129"/>
                    <a:pt x="8650" y="139"/>
                    <a:pt x="9868" y="149"/>
                  </a:cubicBezTo>
                  <a:cubicBezTo>
                    <a:pt x="11746" y="163"/>
                    <a:pt x="13627" y="194"/>
                    <a:pt x="15506" y="194"/>
                  </a:cubicBezTo>
                  <a:cubicBezTo>
                    <a:pt x="16071" y="194"/>
                    <a:pt x="16636" y="191"/>
                    <a:pt x="17201" y="184"/>
                  </a:cubicBezTo>
                  <a:lnTo>
                    <a:pt x="17204" y="184"/>
                  </a:lnTo>
                  <a:cubicBezTo>
                    <a:pt x="17293" y="1209"/>
                    <a:pt x="17290" y="2240"/>
                    <a:pt x="17368" y="3265"/>
                  </a:cubicBezTo>
                  <a:cubicBezTo>
                    <a:pt x="17366" y="3267"/>
                    <a:pt x="17365" y="3267"/>
                    <a:pt x="17363" y="3268"/>
                  </a:cubicBezTo>
                  <a:cubicBezTo>
                    <a:pt x="17351" y="3278"/>
                    <a:pt x="17339" y="3288"/>
                    <a:pt x="17328" y="3298"/>
                  </a:cubicBezTo>
                  <a:lnTo>
                    <a:pt x="17300" y="3298"/>
                  </a:lnTo>
                  <a:cubicBezTo>
                    <a:pt x="17259" y="3298"/>
                    <a:pt x="17217" y="3300"/>
                    <a:pt x="17176" y="3301"/>
                  </a:cubicBezTo>
                  <a:cubicBezTo>
                    <a:pt x="17150" y="3302"/>
                    <a:pt x="17135" y="3319"/>
                    <a:pt x="17132" y="3337"/>
                  </a:cubicBezTo>
                  <a:cubicBezTo>
                    <a:pt x="16988" y="3336"/>
                    <a:pt x="16843" y="3335"/>
                    <a:pt x="16699" y="3333"/>
                  </a:cubicBezTo>
                  <a:cubicBezTo>
                    <a:pt x="16688" y="3318"/>
                    <a:pt x="16670" y="3311"/>
                    <a:pt x="16651" y="3311"/>
                  </a:cubicBezTo>
                  <a:cubicBezTo>
                    <a:pt x="16631" y="3311"/>
                    <a:pt x="16610" y="3319"/>
                    <a:pt x="16597" y="3333"/>
                  </a:cubicBezTo>
                  <a:cubicBezTo>
                    <a:pt x="14907" y="3316"/>
                    <a:pt x="13217" y="3307"/>
                    <a:pt x="11527" y="3307"/>
                  </a:cubicBezTo>
                  <a:cubicBezTo>
                    <a:pt x="10981" y="3307"/>
                    <a:pt x="10436" y="3308"/>
                    <a:pt x="9890" y="3310"/>
                  </a:cubicBezTo>
                  <a:cubicBezTo>
                    <a:pt x="9622" y="3311"/>
                    <a:pt x="9355" y="3311"/>
                    <a:pt x="9087" y="3311"/>
                  </a:cubicBezTo>
                  <a:cubicBezTo>
                    <a:pt x="8412" y="3311"/>
                    <a:pt x="7736" y="3309"/>
                    <a:pt x="7060" y="3309"/>
                  </a:cubicBezTo>
                  <a:cubicBezTo>
                    <a:pt x="5592" y="3309"/>
                    <a:pt x="4124" y="3320"/>
                    <a:pt x="2659" y="3393"/>
                  </a:cubicBezTo>
                  <a:cubicBezTo>
                    <a:pt x="2681" y="3283"/>
                    <a:pt x="2700" y="3171"/>
                    <a:pt x="2716" y="3057"/>
                  </a:cubicBezTo>
                  <a:cubicBezTo>
                    <a:pt x="2840" y="3060"/>
                    <a:pt x="2964" y="3062"/>
                    <a:pt x="3089" y="3062"/>
                  </a:cubicBezTo>
                  <a:cubicBezTo>
                    <a:pt x="3161" y="3062"/>
                    <a:pt x="3233" y="3061"/>
                    <a:pt x="3305" y="3060"/>
                  </a:cubicBezTo>
                  <a:cubicBezTo>
                    <a:pt x="3344" y="3058"/>
                    <a:pt x="3344" y="3000"/>
                    <a:pt x="3305" y="3000"/>
                  </a:cubicBezTo>
                  <a:cubicBezTo>
                    <a:pt x="3229" y="2997"/>
                    <a:pt x="3153" y="2996"/>
                    <a:pt x="3077" y="2996"/>
                  </a:cubicBezTo>
                  <a:cubicBezTo>
                    <a:pt x="2959" y="2996"/>
                    <a:pt x="2842" y="2999"/>
                    <a:pt x="2724" y="3002"/>
                  </a:cubicBezTo>
                  <a:cubicBezTo>
                    <a:pt x="2839" y="2138"/>
                    <a:pt x="2784" y="1214"/>
                    <a:pt x="2692" y="353"/>
                  </a:cubicBezTo>
                  <a:lnTo>
                    <a:pt x="2692" y="353"/>
                  </a:lnTo>
                  <a:cubicBezTo>
                    <a:pt x="2695" y="358"/>
                    <a:pt x="2700" y="361"/>
                    <a:pt x="2707" y="363"/>
                  </a:cubicBezTo>
                  <a:cubicBezTo>
                    <a:pt x="2830" y="408"/>
                    <a:pt x="2957" y="430"/>
                    <a:pt x="3083" y="430"/>
                  </a:cubicBezTo>
                  <a:cubicBezTo>
                    <a:pt x="3178" y="430"/>
                    <a:pt x="3273" y="418"/>
                    <a:pt x="3367" y="393"/>
                  </a:cubicBezTo>
                  <a:cubicBezTo>
                    <a:pt x="3405" y="383"/>
                    <a:pt x="3393" y="332"/>
                    <a:pt x="3358" y="332"/>
                  </a:cubicBezTo>
                  <a:cubicBezTo>
                    <a:pt x="3355" y="332"/>
                    <a:pt x="3353" y="332"/>
                    <a:pt x="3350" y="332"/>
                  </a:cubicBezTo>
                  <a:cubicBezTo>
                    <a:pt x="3263" y="349"/>
                    <a:pt x="3176" y="357"/>
                    <a:pt x="3090" y="357"/>
                  </a:cubicBezTo>
                  <a:cubicBezTo>
                    <a:pt x="2967" y="357"/>
                    <a:pt x="2844" y="340"/>
                    <a:pt x="2722" y="307"/>
                  </a:cubicBezTo>
                  <a:cubicBezTo>
                    <a:pt x="2719" y="306"/>
                    <a:pt x="2716" y="306"/>
                    <a:pt x="2713" y="306"/>
                  </a:cubicBezTo>
                  <a:cubicBezTo>
                    <a:pt x="2701" y="306"/>
                    <a:pt x="2693" y="312"/>
                    <a:pt x="2689" y="323"/>
                  </a:cubicBezTo>
                  <a:cubicBezTo>
                    <a:pt x="2681" y="252"/>
                    <a:pt x="2674" y="182"/>
                    <a:pt x="2665" y="112"/>
                  </a:cubicBezTo>
                  <a:cubicBezTo>
                    <a:pt x="2665" y="104"/>
                    <a:pt x="2662" y="98"/>
                    <a:pt x="2659" y="92"/>
                  </a:cubicBezTo>
                  <a:close/>
                  <a:moveTo>
                    <a:pt x="17194" y="3414"/>
                  </a:moveTo>
                  <a:cubicBezTo>
                    <a:pt x="17031" y="3563"/>
                    <a:pt x="16877" y="3724"/>
                    <a:pt x="16733" y="3888"/>
                  </a:cubicBezTo>
                  <a:cubicBezTo>
                    <a:pt x="16747" y="3730"/>
                    <a:pt x="16742" y="3571"/>
                    <a:pt x="16718" y="3417"/>
                  </a:cubicBezTo>
                  <a:lnTo>
                    <a:pt x="16718" y="3417"/>
                  </a:lnTo>
                  <a:cubicBezTo>
                    <a:pt x="16870" y="3418"/>
                    <a:pt x="17023" y="3419"/>
                    <a:pt x="17176" y="3421"/>
                  </a:cubicBezTo>
                  <a:cubicBezTo>
                    <a:pt x="17182" y="3421"/>
                    <a:pt x="17188" y="3418"/>
                    <a:pt x="17194" y="3414"/>
                  </a:cubicBezTo>
                  <a:close/>
                  <a:moveTo>
                    <a:pt x="2722" y="3496"/>
                  </a:moveTo>
                  <a:cubicBezTo>
                    <a:pt x="2883" y="3498"/>
                    <a:pt x="3043" y="3498"/>
                    <a:pt x="3204" y="3498"/>
                  </a:cubicBezTo>
                  <a:cubicBezTo>
                    <a:pt x="3297" y="3498"/>
                    <a:pt x="3389" y="3498"/>
                    <a:pt x="3482" y="3498"/>
                  </a:cubicBezTo>
                  <a:lnTo>
                    <a:pt x="3482" y="3498"/>
                  </a:lnTo>
                  <a:cubicBezTo>
                    <a:pt x="3468" y="3670"/>
                    <a:pt x="3474" y="3843"/>
                    <a:pt x="3494" y="4014"/>
                  </a:cubicBezTo>
                  <a:cubicBezTo>
                    <a:pt x="3233" y="3845"/>
                    <a:pt x="2979" y="3669"/>
                    <a:pt x="2722" y="3496"/>
                  </a:cubicBezTo>
                  <a:close/>
                  <a:moveTo>
                    <a:pt x="19339" y="752"/>
                  </a:moveTo>
                  <a:cubicBezTo>
                    <a:pt x="19298" y="771"/>
                    <a:pt x="19302" y="815"/>
                    <a:pt x="19325" y="844"/>
                  </a:cubicBezTo>
                  <a:cubicBezTo>
                    <a:pt x="18980" y="1376"/>
                    <a:pt x="18587" y="1862"/>
                    <a:pt x="18182" y="2349"/>
                  </a:cubicBezTo>
                  <a:cubicBezTo>
                    <a:pt x="18154" y="2381"/>
                    <a:pt x="18169" y="2421"/>
                    <a:pt x="18198" y="2436"/>
                  </a:cubicBezTo>
                  <a:cubicBezTo>
                    <a:pt x="18156" y="2449"/>
                    <a:pt x="18127" y="2502"/>
                    <a:pt x="18166" y="2544"/>
                  </a:cubicBezTo>
                  <a:cubicBezTo>
                    <a:pt x="18416" y="2812"/>
                    <a:pt x="18655" y="3082"/>
                    <a:pt x="18871" y="3377"/>
                  </a:cubicBezTo>
                  <a:cubicBezTo>
                    <a:pt x="19024" y="3584"/>
                    <a:pt x="19156" y="3805"/>
                    <a:pt x="19321" y="4003"/>
                  </a:cubicBezTo>
                  <a:cubicBezTo>
                    <a:pt x="18993" y="3989"/>
                    <a:pt x="18663" y="3980"/>
                    <a:pt x="18333" y="3980"/>
                  </a:cubicBezTo>
                  <a:cubicBezTo>
                    <a:pt x="17818" y="3980"/>
                    <a:pt x="17302" y="4001"/>
                    <a:pt x="16791" y="4055"/>
                  </a:cubicBezTo>
                  <a:cubicBezTo>
                    <a:pt x="16911" y="3943"/>
                    <a:pt x="17027" y="3822"/>
                    <a:pt x="17139" y="3700"/>
                  </a:cubicBezTo>
                  <a:cubicBezTo>
                    <a:pt x="17144" y="3703"/>
                    <a:pt x="17149" y="3706"/>
                    <a:pt x="17157" y="3706"/>
                  </a:cubicBezTo>
                  <a:cubicBezTo>
                    <a:pt x="17158" y="3706"/>
                    <a:pt x="17159" y="3706"/>
                    <a:pt x="17161" y="3706"/>
                  </a:cubicBezTo>
                  <a:cubicBezTo>
                    <a:pt x="17328" y="3691"/>
                    <a:pt x="17498" y="3679"/>
                    <a:pt x="17664" y="3646"/>
                  </a:cubicBezTo>
                  <a:cubicBezTo>
                    <a:pt x="17694" y="3640"/>
                    <a:pt x="17686" y="3592"/>
                    <a:pt x="17656" y="3592"/>
                  </a:cubicBezTo>
                  <a:cubicBezTo>
                    <a:pt x="17500" y="3595"/>
                    <a:pt x="17345" y="3618"/>
                    <a:pt x="17192" y="3640"/>
                  </a:cubicBezTo>
                  <a:cubicBezTo>
                    <a:pt x="17280" y="3538"/>
                    <a:pt x="17365" y="3436"/>
                    <a:pt x="17443" y="3330"/>
                  </a:cubicBezTo>
                  <a:cubicBezTo>
                    <a:pt x="17454" y="3315"/>
                    <a:pt x="17454" y="3300"/>
                    <a:pt x="17449" y="3288"/>
                  </a:cubicBezTo>
                  <a:cubicBezTo>
                    <a:pt x="17503" y="2466"/>
                    <a:pt x="17452" y="1627"/>
                    <a:pt x="17390" y="799"/>
                  </a:cubicBezTo>
                  <a:lnTo>
                    <a:pt x="17390" y="799"/>
                  </a:lnTo>
                  <a:cubicBezTo>
                    <a:pt x="17707" y="821"/>
                    <a:pt x="18023" y="825"/>
                    <a:pt x="18340" y="828"/>
                  </a:cubicBezTo>
                  <a:cubicBezTo>
                    <a:pt x="18490" y="831"/>
                    <a:pt x="18652" y="844"/>
                    <a:pt x="18811" y="844"/>
                  </a:cubicBezTo>
                  <a:cubicBezTo>
                    <a:pt x="18997" y="844"/>
                    <a:pt x="19181" y="826"/>
                    <a:pt x="19339" y="752"/>
                  </a:cubicBezTo>
                  <a:close/>
                  <a:moveTo>
                    <a:pt x="3781" y="1"/>
                  </a:moveTo>
                  <a:cubicBezTo>
                    <a:pt x="3380" y="1"/>
                    <a:pt x="2979" y="7"/>
                    <a:pt x="2580" y="25"/>
                  </a:cubicBezTo>
                  <a:cubicBezTo>
                    <a:pt x="2563" y="26"/>
                    <a:pt x="2553" y="36"/>
                    <a:pt x="2550" y="49"/>
                  </a:cubicBezTo>
                  <a:cubicBezTo>
                    <a:pt x="2528" y="59"/>
                    <a:pt x="2513" y="79"/>
                    <a:pt x="2516" y="112"/>
                  </a:cubicBezTo>
                  <a:cubicBezTo>
                    <a:pt x="2537" y="347"/>
                    <a:pt x="2556" y="583"/>
                    <a:pt x="2572" y="820"/>
                  </a:cubicBezTo>
                  <a:cubicBezTo>
                    <a:pt x="2592" y="1130"/>
                    <a:pt x="2605" y="1442"/>
                    <a:pt x="2607" y="1755"/>
                  </a:cubicBezTo>
                  <a:cubicBezTo>
                    <a:pt x="2611" y="2304"/>
                    <a:pt x="2553" y="2852"/>
                    <a:pt x="2566" y="3399"/>
                  </a:cubicBezTo>
                  <a:cubicBezTo>
                    <a:pt x="2566" y="3405"/>
                    <a:pt x="2568" y="3409"/>
                    <a:pt x="2569" y="3413"/>
                  </a:cubicBezTo>
                  <a:cubicBezTo>
                    <a:pt x="2556" y="3429"/>
                    <a:pt x="2554" y="3453"/>
                    <a:pt x="2564" y="3471"/>
                  </a:cubicBezTo>
                  <a:cubicBezTo>
                    <a:pt x="2562" y="3485"/>
                    <a:pt x="2564" y="3499"/>
                    <a:pt x="2576" y="3509"/>
                  </a:cubicBezTo>
                  <a:cubicBezTo>
                    <a:pt x="2803" y="3712"/>
                    <a:pt x="3051" y="3883"/>
                    <a:pt x="3310" y="4037"/>
                  </a:cubicBezTo>
                  <a:cubicBezTo>
                    <a:pt x="2260" y="4044"/>
                    <a:pt x="1207" y="4035"/>
                    <a:pt x="158" y="4081"/>
                  </a:cubicBezTo>
                  <a:cubicBezTo>
                    <a:pt x="650" y="3626"/>
                    <a:pt x="1136" y="3146"/>
                    <a:pt x="1594" y="2657"/>
                  </a:cubicBezTo>
                  <a:cubicBezTo>
                    <a:pt x="1619" y="2631"/>
                    <a:pt x="1616" y="2601"/>
                    <a:pt x="1602" y="2578"/>
                  </a:cubicBezTo>
                  <a:cubicBezTo>
                    <a:pt x="1610" y="2560"/>
                    <a:pt x="1610" y="2536"/>
                    <a:pt x="1593" y="2516"/>
                  </a:cubicBezTo>
                  <a:cubicBezTo>
                    <a:pt x="1146" y="1980"/>
                    <a:pt x="716" y="1433"/>
                    <a:pt x="374" y="823"/>
                  </a:cubicBezTo>
                  <a:lnTo>
                    <a:pt x="374" y="823"/>
                  </a:lnTo>
                  <a:cubicBezTo>
                    <a:pt x="883" y="857"/>
                    <a:pt x="1409" y="888"/>
                    <a:pt x="1927" y="888"/>
                  </a:cubicBezTo>
                  <a:cubicBezTo>
                    <a:pt x="2119" y="888"/>
                    <a:pt x="2310" y="884"/>
                    <a:pt x="2498" y="874"/>
                  </a:cubicBezTo>
                  <a:cubicBezTo>
                    <a:pt x="2536" y="873"/>
                    <a:pt x="2553" y="846"/>
                    <a:pt x="2553" y="820"/>
                  </a:cubicBezTo>
                  <a:cubicBezTo>
                    <a:pt x="2553" y="793"/>
                    <a:pt x="2535" y="765"/>
                    <a:pt x="2498" y="762"/>
                  </a:cubicBezTo>
                  <a:cubicBezTo>
                    <a:pt x="2051" y="717"/>
                    <a:pt x="1588" y="704"/>
                    <a:pt x="1128" y="704"/>
                  </a:cubicBezTo>
                  <a:cubicBezTo>
                    <a:pt x="861" y="704"/>
                    <a:pt x="595" y="709"/>
                    <a:pt x="333" y="714"/>
                  </a:cubicBezTo>
                  <a:cubicBezTo>
                    <a:pt x="320" y="715"/>
                    <a:pt x="311" y="719"/>
                    <a:pt x="301" y="726"/>
                  </a:cubicBezTo>
                  <a:cubicBezTo>
                    <a:pt x="296" y="724"/>
                    <a:pt x="291" y="723"/>
                    <a:pt x="286" y="723"/>
                  </a:cubicBezTo>
                  <a:cubicBezTo>
                    <a:pt x="248" y="723"/>
                    <a:pt x="208" y="764"/>
                    <a:pt x="233" y="809"/>
                  </a:cubicBezTo>
                  <a:cubicBezTo>
                    <a:pt x="582" y="1448"/>
                    <a:pt x="973" y="2057"/>
                    <a:pt x="1487" y="2577"/>
                  </a:cubicBezTo>
                  <a:cubicBezTo>
                    <a:pt x="989" y="3022"/>
                    <a:pt x="505" y="3514"/>
                    <a:pt x="67" y="4018"/>
                  </a:cubicBezTo>
                  <a:cubicBezTo>
                    <a:pt x="47" y="4041"/>
                    <a:pt x="50" y="4067"/>
                    <a:pt x="63" y="4085"/>
                  </a:cubicBezTo>
                  <a:cubicBezTo>
                    <a:pt x="1" y="4092"/>
                    <a:pt x="1" y="4185"/>
                    <a:pt x="66" y="4187"/>
                  </a:cubicBezTo>
                  <a:cubicBezTo>
                    <a:pt x="379" y="4195"/>
                    <a:pt x="693" y="4199"/>
                    <a:pt x="1007" y="4199"/>
                  </a:cubicBezTo>
                  <a:cubicBezTo>
                    <a:pt x="1843" y="4199"/>
                    <a:pt x="2679" y="4175"/>
                    <a:pt x="3514" y="4164"/>
                  </a:cubicBezTo>
                  <a:cubicBezTo>
                    <a:pt x="3556" y="4164"/>
                    <a:pt x="3576" y="4131"/>
                    <a:pt x="3575" y="4098"/>
                  </a:cubicBezTo>
                  <a:cubicBezTo>
                    <a:pt x="3598" y="4094"/>
                    <a:pt x="3616" y="4077"/>
                    <a:pt x="3614" y="4045"/>
                  </a:cubicBezTo>
                  <a:cubicBezTo>
                    <a:pt x="3601" y="3862"/>
                    <a:pt x="3600" y="3681"/>
                    <a:pt x="3601" y="3499"/>
                  </a:cubicBezTo>
                  <a:cubicBezTo>
                    <a:pt x="5697" y="3493"/>
                    <a:pt x="7794" y="3412"/>
                    <a:pt x="9890" y="3402"/>
                  </a:cubicBezTo>
                  <a:cubicBezTo>
                    <a:pt x="10674" y="3397"/>
                    <a:pt x="11459" y="3395"/>
                    <a:pt x="12243" y="3395"/>
                  </a:cubicBezTo>
                  <a:cubicBezTo>
                    <a:pt x="13691" y="3395"/>
                    <a:pt x="15139" y="3402"/>
                    <a:pt x="16586" y="3415"/>
                  </a:cubicBezTo>
                  <a:cubicBezTo>
                    <a:pt x="16600" y="3637"/>
                    <a:pt x="16604" y="3856"/>
                    <a:pt x="16603" y="4078"/>
                  </a:cubicBezTo>
                  <a:cubicBezTo>
                    <a:pt x="16562" y="4094"/>
                    <a:pt x="16561" y="4159"/>
                    <a:pt x="16611" y="4159"/>
                  </a:cubicBezTo>
                  <a:cubicBezTo>
                    <a:pt x="16612" y="4159"/>
                    <a:pt x="16612" y="4159"/>
                    <a:pt x="16613" y="4159"/>
                  </a:cubicBezTo>
                  <a:cubicBezTo>
                    <a:pt x="17330" y="4140"/>
                    <a:pt x="18044" y="4114"/>
                    <a:pt x="18760" y="4114"/>
                  </a:cubicBezTo>
                  <a:cubicBezTo>
                    <a:pt x="18953" y="4114"/>
                    <a:pt x="19147" y="4116"/>
                    <a:pt x="19341" y="4121"/>
                  </a:cubicBezTo>
                  <a:cubicBezTo>
                    <a:pt x="19342" y="4121"/>
                    <a:pt x="19343" y="4121"/>
                    <a:pt x="19343" y="4121"/>
                  </a:cubicBezTo>
                  <a:cubicBezTo>
                    <a:pt x="19374" y="4121"/>
                    <a:pt x="19391" y="4101"/>
                    <a:pt x="19396" y="4077"/>
                  </a:cubicBezTo>
                  <a:cubicBezTo>
                    <a:pt x="19396" y="4077"/>
                    <a:pt x="19397" y="4077"/>
                    <a:pt x="19398" y="4077"/>
                  </a:cubicBezTo>
                  <a:cubicBezTo>
                    <a:pt x="19427" y="4077"/>
                    <a:pt x="19456" y="4044"/>
                    <a:pt x="19437" y="4014"/>
                  </a:cubicBezTo>
                  <a:cubicBezTo>
                    <a:pt x="19103" y="3446"/>
                    <a:pt x="18737" y="2909"/>
                    <a:pt x="18260" y="2451"/>
                  </a:cubicBezTo>
                  <a:cubicBezTo>
                    <a:pt x="18254" y="2444"/>
                    <a:pt x="18247" y="2440"/>
                    <a:pt x="18240" y="2437"/>
                  </a:cubicBezTo>
                  <a:cubicBezTo>
                    <a:pt x="18246" y="2435"/>
                    <a:pt x="18252" y="2432"/>
                    <a:pt x="18258" y="2426"/>
                  </a:cubicBezTo>
                  <a:cubicBezTo>
                    <a:pt x="18751" y="1988"/>
                    <a:pt x="19157" y="1443"/>
                    <a:pt x="19491" y="876"/>
                  </a:cubicBezTo>
                  <a:cubicBezTo>
                    <a:pt x="19513" y="838"/>
                    <a:pt x="19498" y="802"/>
                    <a:pt x="19472" y="780"/>
                  </a:cubicBezTo>
                  <a:cubicBezTo>
                    <a:pt x="19475" y="746"/>
                    <a:pt x="19450" y="715"/>
                    <a:pt x="19418" y="703"/>
                  </a:cubicBezTo>
                  <a:cubicBezTo>
                    <a:pt x="19313" y="666"/>
                    <a:pt x="19189" y="655"/>
                    <a:pt x="19059" y="655"/>
                  </a:cubicBezTo>
                  <a:cubicBezTo>
                    <a:pt x="18865" y="655"/>
                    <a:pt x="18661" y="680"/>
                    <a:pt x="18495" y="681"/>
                  </a:cubicBezTo>
                  <a:cubicBezTo>
                    <a:pt x="18123" y="682"/>
                    <a:pt x="17753" y="683"/>
                    <a:pt x="17383" y="705"/>
                  </a:cubicBezTo>
                  <a:cubicBezTo>
                    <a:pt x="17369" y="516"/>
                    <a:pt x="17353" y="327"/>
                    <a:pt x="17339" y="139"/>
                  </a:cubicBezTo>
                  <a:cubicBezTo>
                    <a:pt x="17335" y="95"/>
                    <a:pt x="17299" y="73"/>
                    <a:pt x="17265" y="73"/>
                  </a:cubicBezTo>
                  <a:cubicBezTo>
                    <a:pt x="17249" y="73"/>
                    <a:pt x="17233" y="78"/>
                    <a:pt x="17222" y="88"/>
                  </a:cubicBezTo>
                  <a:cubicBezTo>
                    <a:pt x="17215" y="86"/>
                    <a:pt x="17209" y="85"/>
                    <a:pt x="17202" y="85"/>
                  </a:cubicBezTo>
                  <a:cubicBezTo>
                    <a:pt x="15550" y="46"/>
                    <a:pt x="13897" y="44"/>
                    <a:pt x="12243" y="44"/>
                  </a:cubicBezTo>
                  <a:cubicBezTo>
                    <a:pt x="11980" y="44"/>
                    <a:pt x="11716" y="44"/>
                    <a:pt x="11453" y="44"/>
                  </a:cubicBezTo>
                  <a:cubicBezTo>
                    <a:pt x="10924" y="44"/>
                    <a:pt x="10396" y="43"/>
                    <a:pt x="9868" y="42"/>
                  </a:cubicBezTo>
                  <a:cubicBezTo>
                    <a:pt x="8650" y="38"/>
                    <a:pt x="7431" y="34"/>
                    <a:pt x="6211" y="30"/>
                  </a:cubicBezTo>
                  <a:cubicBezTo>
                    <a:pt x="5404" y="26"/>
                    <a:pt x="4591" y="1"/>
                    <a:pt x="3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16"/>
            <p:cNvSpPr/>
            <p:nvPr/>
          </p:nvSpPr>
          <p:spPr>
            <a:xfrm>
              <a:off x="8699454" y="1976013"/>
              <a:ext cx="38699" cy="4718"/>
            </a:xfrm>
            <a:custGeom>
              <a:rect b="b" l="l" r="r" t="t"/>
              <a:pathLst>
                <a:path extrusionOk="0" h="89" w="730">
                  <a:moveTo>
                    <a:pt x="438" y="1"/>
                  </a:moveTo>
                  <a:cubicBezTo>
                    <a:pt x="307" y="1"/>
                    <a:pt x="174" y="9"/>
                    <a:pt x="45" y="10"/>
                  </a:cubicBezTo>
                  <a:cubicBezTo>
                    <a:pt x="0" y="11"/>
                    <a:pt x="0" y="79"/>
                    <a:pt x="45" y="79"/>
                  </a:cubicBezTo>
                  <a:cubicBezTo>
                    <a:pt x="177" y="81"/>
                    <a:pt x="312" y="89"/>
                    <a:pt x="446" y="89"/>
                  </a:cubicBezTo>
                  <a:cubicBezTo>
                    <a:pt x="528" y="89"/>
                    <a:pt x="610" y="86"/>
                    <a:pt x="690" y="76"/>
                  </a:cubicBezTo>
                  <a:cubicBezTo>
                    <a:pt x="730" y="71"/>
                    <a:pt x="730" y="20"/>
                    <a:pt x="690" y="14"/>
                  </a:cubicBezTo>
                  <a:cubicBezTo>
                    <a:pt x="607" y="4"/>
                    <a:pt x="523"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16"/>
            <p:cNvSpPr/>
            <p:nvPr/>
          </p:nvSpPr>
          <p:spPr>
            <a:xfrm>
              <a:off x="8683444" y="2106157"/>
              <a:ext cx="38964" cy="8323"/>
            </a:xfrm>
            <a:custGeom>
              <a:rect b="b" l="l" r="r" t="t"/>
              <a:pathLst>
                <a:path extrusionOk="0" h="157" w="735">
                  <a:moveTo>
                    <a:pt x="45" y="0"/>
                  </a:moveTo>
                  <a:cubicBezTo>
                    <a:pt x="12" y="0"/>
                    <a:pt x="1" y="52"/>
                    <a:pt x="38" y="63"/>
                  </a:cubicBezTo>
                  <a:cubicBezTo>
                    <a:pt x="230" y="119"/>
                    <a:pt x="432" y="156"/>
                    <a:pt x="634" y="156"/>
                  </a:cubicBezTo>
                  <a:cubicBezTo>
                    <a:pt x="654" y="156"/>
                    <a:pt x="674" y="156"/>
                    <a:pt x="694" y="155"/>
                  </a:cubicBezTo>
                  <a:cubicBezTo>
                    <a:pt x="735" y="154"/>
                    <a:pt x="734" y="96"/>
                    <a:pt x="694" y="93"/>
                  </a:cubicBezTo>
                  <a:cubicBezTo>
                    <a:pt x="477" y="76"/>
                    <a:pt x="266" y="54"/>
                    <a:pt x="54" y="1"/>
                  </a:cubicBezTo>
                  <a:cubicBezTo>
                    <a:pt x="51" y="0"/>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16"/>
            <p:cNvSpPr/>
            <p:nvPr/>
          </p:nvSpPr>
          <p:spPr>
            <a:xfrm>
              <a:off x="8652326" y="1971136"/>
              <a:ext cx="30694" cy="3976"/>
            </a:xfrm>
            <a:custGeom>
              <a:rect b="b" l="l" r="r" t="t"/>
              <a:pathLst>
                <a:path extrusionOk="0" h="75" w="579">
                  <a:moveTo>
                    <a:pt x="371" y="1"/>
                  </a:moveTo>
                  <a:cubicBezTo>
                    <a:pt x="261" y="1"/>
                    <a:pt x="150" y="5"/>
                    <a:pt x="40" y="8"/>
                  </a:cubicBezTo>
                  <a:cubicBezTo>
                    <a:pt x="1" y="10"/>
                    <a:pt x="0" y="67"/>
                    <a:pt x="40" y="68"/>
                  </a:cubicBezTo>
                  <a:cubicBezTo>
                    <a:pt x="150" y="71"/>
                    <a:pt x="261" y="74"/>
                    <a:pt x="371" y="74"/>
                  </a:cubicBezTo>
                  <a:cubicBezTo>
                    <a:pt x="426" y="74"/>
                    <a:pt x="481" y="73"/>
                    <a:pt x="535" y="71"/>
                  </a:cubicBezTo>
                  <a:cubicBezTo>
                    <a:pt x="578" y="68"/>
                    <a:pt x="578" y="7"/>
                    <a:pt x="535" y="5"/>
                  </a:cubicBezTo>
                  <a:cubicBezTo>
                    <a:pt x="481" y="2"/>
                    <a:pt x="42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16"/>
            <p:cNvSpPr/>
            <p:nvPr/>
          </p:nvSpPr>
          <p:spPr>
            <a:xfrm>
              <a:off x="8609705" y="1944577"/>
              <a:ext cx="31012" cy="4453"/>
            </a:xfrm>
            <a:custGeom>
              <a:rect b="b" l="l" r="r" t="t"/>
              <a:pathLst>
                <a:path extrusionOk="0" h="84" w="585">
                  <a:moveTo>
                    <a:pt x="316" y="1"/>
                  </a:moveTo>
                  <a:cubicBezTo>
                    <a:pt x="227" y="1"/>
                    <a:pt x="137" y="4"/>
                    <a:pt x="49" y="5"/>
                  </a:cubicBezTo>
                  <a:cubicBezTo>
                    <a:pt x="1" y="6"/>
                    <a:pt x="1" y="78"/>
                    <a:pt x="49" y="78"/>
                  </a:cubicBezTo>
                  <a:cubicBezTo>
                    <a:pt x="141" y="80"/>
                    <a:pt x="234" y="83"/>
                    <a:pt x="327" y="83"/>
                  </a:cubicBezTo>
                  <a:cubicBezTo>
                    <a:pt x="401" y="83"/>
                    <a:pt x="474" y="81"/>
                    <a:pt x="546" y="73"/>
                  </a:cubicBezTo>
                  <a:cubicBezTo>
                    <a:pt x="584" y="69"/>
                    <a:pt x="584" y="16"/>
                    <a:pt x="546" y="12"/>
                  </a:cubicBezTo>
                  <a:cubicBezTo>
                    <a:pt x="470" y="3"/>
                    <a:pt x="393"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16"/>
            <p:cNvSpPr/>
            <p:nvPr/>
          </p:nvSpPr>
          <p:spPr>
            <a:xfrm>
              <a:off x="8594013" y="2065868"/>
              <a:ext cx="28680" cy="6945"/>
            </a:xfrm>
            <a:custGeom>
              <a:rect b="b" l="l" r="r" t="t"/>
              <a:pathLst>
                <a:path extrusionOk="0" h="131" w="541">
                  <a:moveTo>
                    <a:pt x="43" y="0"/>
                  </a:moveTo>
                  <a:cubicBezTo>
                    <a:pt x="7" y="0"/>
                    <a:pt x="0" y="63"/>
                    <a:pt x="38" y="70"/>
                  </a:cubicBezTo>
                  <a:cubicBezTo>
                    <a:pt x="187" y="95"/>
                    <a:pt x="342" y="130"/>
                    <a:pt x="493" y="131"/>
                  </a:cubicBezTo>
                  <a:cubicBezTo>
                    <a:pt x="494" y="131"/>
                    <a:pt x="494" y="131"/>
                    <a:pt x="494" y="131"/>
                  </a:cubicBezTo>
                  <a:cubicBezTo>
                    <a:pt x="532" y="131"/>
                    <a:pt x="540" y="72"/>
                    <a:pt x="502" y="63"/>
                  </a:cubicBezTo>
                  <a:cubicBezTo>
                    <a:pt x="356" y="24"/>
                    <a:pt x="198" y="16"/>
                    <a:pt x="47" y="1"/>
                  </a:cubicBez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16"/>
            <p:cNvSpPr/>
            <p:nvPr/>
          </p:nvSpPr>
          <p:spPr>
            <a:xfrm>
              <a:off x="8549378" y="1947069"/>
              <a:ext cx="36261" cy="6149"/>
            </a:xfrm>
            <a:custGeom>
              <a:rect b="b" l="l" r="r" t="t"/>
              <a:pathLst>
                <a:path extrusionOk="0" h="116" w="684">
                  <a:moveTo>
                    <a:pt x="43" y="0"/>
                  </a:moveTo>
                  <a:cubicBezTo>
                    <a:pt x="0" y="0"/>
                    <a:pt x="3" y="66"/>
                    <a:pt x="45" y="71"/>
                  </a:cubicBezTo>
                  <a:cubicBezTo>
                    <a:pt x="244" y="90"/>
                    <a:pt x="442" y="111"/>
                    <a:pt x="641" y="116"/>
                  </a:cubicBezTo>
                  <a:cubicBezTo>
                    <a:pt x="641" y="116"/>
                    <a:pt x="642" y="116"/>
                    <a:pt x="642" y="116"/>
                  </a:cubicBezTo>
                  <a:cubicBezTo>
                    <a:pt x="675" y="116"/>
                    <a:pt x="683" y="61"/>
                    <a:pt x="650" y="56"/>
                  </a:cubicBezTo>
                  <a:cubicBezTo>
                    <a:pt x="450" y="27"/>
                    <a:pt x="248" y="15"/>
                    <a:pt x="45" y="0"/>
                  </a:cubicBezTo>
                  <a:cubicBezTo>
                    <a:pt x="44" y="0"/>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16"/>
            <p:cNvSpPr/>
            <p:nvPr/>
          </p:nvSpPr>
          <p:spPr>
            <a:xfrm>
              <a:off x="8541638" y="2065921"/>
              <a:ext cx="30482" cy="3976"/>
            </a:xfrm>
            <a:custGeom>
              <a:rect b="b" l="l" r="r" t="t"/>
              <a:pathLst>
                <a:path extrusionOk="0" h="75" w="575">
                  <a:moveTo>
                    <a:pt x="316" y="0"/>
                  </a:moveTo>
                  <a:cubicBezTo>
                    <a:pt x="225" y="0"/>
                    <a:pt x="133" y="4"/>
                    <a:pt x="42" y="6"/>
                  </a:cubicBezTo>
                  <a:cubicBezTo>
                    <a:pt x="2" y="7"/>
                    <a:pt x="1" y="68"/>
                    <a:pt x="42" y="68"/>
                  </a:cubicBezTo>
                  <a:cubicBezTo>
                    <a:pt x="135" y="70"/>
                    <a:pt x="228" y="74"/>
                    <a:pt x="320" y="74"/>
                  </a:cubicBezTo>
                  <a:cubicBezTo>
                    <a:pt x="393" y="74"/>
                    <a:pt x="466" y="72"/>
                    <a:pt x="538" y="65"/>
                  </a:cubicBezTo>
                  <a:cubicBezTo>
                    <a:pt x="574" y="62"/>
                    <a:pt x="574" y="12"/>
                    <a:pt x="538" y="9"/>
                  </a:cubicBezTo>
                  <a:cubicBezTo>
                    <a:pt x="464" y="3"/>
                    <a:pt x="390"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16"/>
            <p:cNvSpPr/>
            <p:nvPr/>
          </p:nvSpPr>
          <p:spPr>
            <a:xfrm>
              <a:off x="8480886" y="1942032"/>
              <a:ext cx="36208" cy="4294"/>
            </a:xfrm>
            <a:custGeom>
              <a:rect b="b" l="l" r="r" t="t"/>
              <a:pathLst>
                <a:path extrusionOk="0" h="81" w="683">
                  <a:moveTo>
                    <a:pt x="378" y="1"/>
                  </a:moveTo>
                  <a:cubicBezTo>
                    <a:pt x="267" y="1"/>
                    <a:pt x="156" y="4"/>
                    <a:pt x="45" y="6"/>
                  </a:cubicBezTo>
                  <a:cubicBezTo>
                    <a:pt x="1" y="6"/>
                    <a:pt x="1" y="76"/>
                    <a:pt x="45" y="76"/>
                  </a:cubicBezTo>
                  <a:cubicBezTo>
                    <a:pt x="154" y="77"/>
                    <a:pt x="263" y="80"/>
                    <a:pt x="371" y="80"/>
                  </a:cubicBezTo>
                  <a:cubicBezTo>
                    <a:pt x="461" y="80"/>
                    <a:pt x="551" y="78"/>
                    <a:pt x="641" y="72"/>
                  </a:cubicBezTo>
                  <a:cubicBezTo>
                    <a:pt x="682" y="70"/>
                    <a:pt x="682" y="12"/>
                    <a:pt x="641" y="9"/>
                  </a:cubicBezTo>
                  <a:cubicBezTo>
                    <a:pt x="554" y="3"/>
                    <a:pt x="46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16"/>
            <p:cNvSpPr/>
            <p:nvPr/>
          </p:nvSpPr>
          <p:spPr>
            <a:xfrm>
              <a:off x="8483431" y="2069314"/>
              <a:ext cx="30694" cy="6096"/>
            </a:xfrm>
            <a:custGeom>
              <a:rect b="b" l="l" r="r" t="t"/>
              <a:pathLst>
                <a:path extrusionOk="0" h="115" w="579">
                  <a:moveTo>
                    <a:pt x="44" y="1"/>
                  </a:moveTo>
                  <a:cubicBezTo>
                    <a:pt x="12" y="1"/>
                    <a:pt x="1" y="52"/>
                    <a:pt x="36" y="63"/>
                  </a:cubicBezTo>
                  <a:cubicBezTo>
                    <a:pt x="143" y="95"/>
                    <a:pt x="254" y="114"/>
                    <a:pt x="365" y="114"/>
                  </a:cubicBezTo>
                  <a:cubicBezTo>
                    <a:pt x="427" y="114"/>
                    <a:pt x="489" y="108"/>
                    <a:pt x="551" y="95"/>
                  </a:cubicBezTo>
                  <a:cubicBezTo>
                    <a:pt x="579" y="89"/>
                    <a:pt x="573" y="42"/>
                    <a:pt x="545" y="42"/>
                  </a:cubicBezTo>
                  <a:cubicBezTo>
                    <a:pt x="545" y="42"/>
                    <a:pt x="544" y="42"/>
                    <a:pt x="543" y="42"/>
                  </a:cubicBezTo>
                  <a:cubicBezTo>
                    <a:pt x="495" y="46"/>
                    <a:pt x="446" y="48"/>
                    <a:pt x="399" y="48"/>
                  </a:cubicBezTo>
                  <a:cubicBezTo>
                    <a:pt x="282" y="48"/>
                    <a:pt x="167" y="36"/>
                    <a:pt x="53" y="2"/>
                  </a:cubicBezTo>
                  <a:cubicBezTo>
                    <a:pt x="50" y="1"/>
                    <a:pt x="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16"/>
            <p:cNvSpPr/>
            <p:nvPr/>
          </p:nvSpPr>
          <p:spPr>
            <a:xfrm>
              <a:off x="8428935" y="2071434"/>
              <a:ext cx="24651" cy="5566"/>
            </a:xfrm>
            <a:custGeom>
              <a:rect b="b" l="l" r="r" t="t"/>
              <a:pathLst>
                <a:path extrusionOk="0" h="105" w="465">
                  <a:moveTo>
                    <a:pt x="162" y="0"/>
                  </a:moveTo>
                  <a:cubicBezTo>
                    <a:pt x="117" y="0"/>
                    <a:pt x="72" y="4"/>
                    <a:pt x="25" y="12"/>
                  </a:cubicBezTo>
                  <a:cubicBezTo>
                    <a:pt x="1" y="16"/>
                    <a:pt x="6" y="58"/>
                    <a:pt x="29" y="58"/>
                  </a:cubicBezTo>
                  <a:cubicBezTo>
                    <a:pt x="30" y="58"/>
                    <a:pt x="31" y="58"/>
                    <a:pt x="32" y="58"/>
                  </a:cubicBezTo>
                  <a:cubicBezTo>
                    <a:pt x="68" y="53"/>
                    <a:pt x="104" y="51"/>
                    <a:pt x="139" y="51"/>
                  </a:cubicBezTo>
                  <a:cubicBezTo>
                    <a:pt x="237" y="51"/>
                    <a:pt x="332" y="68"/>
                    <a:pt x="424" y="103"/>
                  </a:cubicBezTo>
                  <a:cubicBezTo>
                    <a:pt x="427" y="104"/>
                    <a:pt x="430" y="105"/>
                    <a:pt x="433" y="105"/>
                  </a:cubicBezTo>
                  <a:cubicBezTo>
                    <a:pt x="457" y="105"/>
                    <a:pt x="465" y="65"/>
                    <a:pt x="438" y="55"/>
                  </a:cubicBezTo>
                  <a:cubicBezTo>
                    <a:pt x="347" y="18"/>
                    <a:pt x="256"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16"/>
            <p:cNvSpPr/>
            <p:nvPr/>
          </p:nvSpPr>
          <p:spPr>
            <a:xfrm>
              <a:off x="8421089" y="1940654"/>
              <a:ext cx="30217" cy="5407"/>
            </a:xfrm>
            <a:custGeom>
              <a:rect b="b" l="l" r="r" t="t"/>
              <a:pathLst>
                <a:path extrusionOk="0" h="102" w="570">
                  <a:moveTo>
                    <a:pt x="530" y="1"/>
                  </a:moveTo>
                  <a:cubicBezTo>
                    <a:pt x="530" y="1"/>
                    <a:pt x="530" y="1"/>
                    <a:pt x="529" y="1"/>
                  </a:cubicBezTo>
                  <a:cubicBezTo>
                    <a:pt x="364" y="5"/>
                    <a:pt x="197" y="33"/>
                    <a:pt x="32" y="51"/>
                  </a:cubicBezTo>
                  <a:cubicBezTo>
                    <a:pt x="1" y="55"/>
                    <a:pt x="0" y="101"/>
                    <a:pt x="30" y="101"/>
                  </a:cubicBezTo>
                  <a:cubicBezTo>
                    <a:pt x="30" y="101"/>
                    <a:pt x="31" y="101"/>
                    <a:pt x="32" y="101"/>
                  </a:cubicBezTo>
                  <a:cubicBezTo>
                    <a:pt x="200" y="89"/>
                    <a:pt x="371" y="85"/>
                    <a:pt x="538" y="59"/>
                  </a:cubicBezTo>
                  <a:cubicBezTo>
                    <a:pt x="569" y="53"/>
                    <a:pt x="562"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16"/>
            <p:cNvSpPr/>
            <p:nvPr/>
          </p:nvSpPr>
          <p:spPr>
            <a:xfrm>
              <a:off x="8370887" y="2069101"/>
              <a:ext cx="27566" cy="5990"/>
            </a:xfrm>
            <a:custGeom>
              <a:rect b="b" l="l" r="r" t="t"/>
              <a:pathLst>
                <a:path extrusionOk="0" h="113" w="520">
                  <a:moveTo>
                    <a:pt x="483" y="0"/>
                  </a:moveTo>
                  <a:cubicBezTo>
                    <a:pt x="480" y="0"/>
                    <a:pt x="477" y="1"/>
                    <a:pt x="474" y="2"/>
                  </a:cubicBezTo>
                  <a:cubicBezTo>
                    <a:pt x="363" y="34"/>
                    <a:pt x="254" y="55"/>
                    <a:pt x="140" y="55"/>
                  </a:cubicBezTo>
                  <a:cubicBezTo>
                    <a:pt x="106" y="55"/>
                    <a:pt x="71" y="53"/>
                    <a:pt x="35" y="49"/>
                  </a:cubicBezTo>
                  <a:cubicBezTo>
                    <a:pt x="34" y="49"/>
                    <a:pt x="33" y="48"/>
                    <a:pt x="32" y="48"/>
                  </a:cubicBezTo>
                  <a:cubicBezTo>
                    <a:pt x="6" y="48"/>
                    <a:pt x="1" y="96"/>
                    <a:pt x="29" y="100"/>
                  </a:cubicBezTo>
                  <a:cubicBezTo>
                    <a:pt x="82" y="108"/>
                    <a:pt x="136" y="112"/>
                    <a:pt x="189" y="112"/>
                  </a:cubicBezTo>
                  <a:cubicBezTo>
                    <a:pt x="292" y="112"/>
                    <a:pt x="393" y="96"/>
                    <a:pt x="490" y="55"/>
                  </a:cubicBezTo>
                  <a:cubicBezTo>
                    <a:pt x="519" y="43"/>
                    <a:pt x="512"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16"/>
            <p:cNvSpPr/>
            <p:nvPr/>
          </p:nvSpPr>
          <p:spPr>
            <a:xfrm>
              <a:off x="8357952" y="1939276"/>
              <a:ext cx="24598" cy="4400"/>
            </a:xfrm>
            <a:custGeom>
              <a:rect b="b" l="l" r="r" t="t"/>
              <a:pathLst>
                <a:path extrusionOk="0" h="83" w="464">
                  <a:moveTo>
                    <a:pt x="224" y="1"/>
                  </a:moveTo>
                  <a:cubicBezTo>
                    <a:pt x="157" y="1"/>
                    <a:pt x="91" y="5"/>
                    <a:pt x="29" y="5"/>
                  </a:cubicBezTo>
                  <a:cubicBezTo>
                    <a:pt x="7" y="5"/>
                    <a:pt x="0" y="41"/>
                    <a:pt x="23" y="44"/>
                  </a:cubicBezTo>
                  <a:cubicBezTo>
                    <a:pt x="127" y="58"/>
                    <a:pt x="241" y="83"/>
                    <a:pt x="349" y="83"/>
                  </a:cubicBezTo>
                  <a:cubicBezTo>
                    <a:pt x="378" y="83"/>
                    <a:pt x="407" y="81"/>
                    <a:pt x="435" y="77"/>
                  </a:cubicBezTo>
                  <a:cubicBezTo>
                    <a:pt x="464" y="73"/>
                    <a:pt x="460" y="31"/>
                    <a:pt x="435" y="25"/>
                  </a:cubicBezTo>
                  <a:cubicBezTo>
                    <a:pt x="369" y="6"/>
                    <a:pt x="296"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16"/>
            <p:cNvSpPr/>
            <p:nvPr/>
          </p:nvSpPr>
          <p:spPr>
            <a:xfrm>
              <a:off x="8318353" y="2074350"/>
              <a:ext cx="29369" cy="2916"/>
            </a:xfrm>
            <a:custGeom>
              <a:rect b="b" l="l" r="r" t="t"/>
              <a:pathLst>
                <a:path extrusionOk="0" h="55" w="554">
                  <a:moveTo>
                    <a:pt x="271" y="0"/>
                  </a:moveTo>
                  <a:cubicBezTo>
                    <a:pt x="192" y="0"/>
                    <a:pt x="112" y="2"/>
                    <a:pt x="33" y="3"/>
                  </a:cubicBezTo>
                  <a:cubicBezTo>
                    <a:pt x="1" y="3"/>
                    <a:pt x="1" y="52"/>
                    <a:pt x="33" y="52"/>
                  </a:cubicBezTo>
                  <a:cubicBezTo>
                    <a:pt x="108" y="53"/>
                    <a:pt x="184" y="54"/>
                    <a:pt x="259" y="54"/>
                  </a:cubicBezTo>
                  <a:cubicBezTo>
                    <a:pt x="349" y="54"/>
                    <a:pt x="439" y="53"/>
                    <a:pt x="529" y="47"/>
                  </a:cubicBezTo>
                  <a:cubicBezTo>
                    <a:pt x="554" y="45"/>
                    <a:pt x="554" y="9"/>
                    <a:pt x="529" y="8"/>
                  </a:cubicBezTo>
                  <a:cubicBezTo>
                    <a:pt x="443" y="2"/>
                    <a:pt x="357"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16"/>
            <p:cNvSpPr/>
            <p:nvPr/>
          </p:nvSpPr>
          <p:spPr>
            <a:xfrm>
              <a:off x="8281509" y="1940018"/>
              <a:ext cx="29793" cy="5778"/>
            </a:xfrm>
            <a:custGeom>
              <a:rect b="b" l="l" r="r" t="t"/>
              <a:pathLst>
                <a:path extrusionOk="0" h="109" w="562">
                  <a:moveTo>
                    <a:pt x="531" y="1"/>
                  </a:moveTo>
                  <a:cubicBezTo>
                    <a:pt x="530" y="1"/>
                    <a:pt x="529" y="1"/>
                    <a:pt x="529" y="1"/>
                  </a:cubicBezTo>
                  <a:cubicBezTo>
                    <a:pt x="361" y="15"/>
                    <a:pt x="195" y="39"/>
                    <a:pt x="27" y="62"/>
                  </a:cubicBezTo>
                  <a:cubicBezTo>
                    <a:pt x="1" y="66"/>
                    <a:pt x="6" y="109"/>
                    <a:pt x="31" y="109"/>
                  </a:cubicBezTo>
                  <a:cubicBezTo>
                    <a:pt x="31" y="109"/>
                    <a:pt x="32" y="109"/>
                    <a:pt x="33" y="109"/>
                  </a:cubicBezTo>
                  <a:cubicBezTo>
                    <a:pt x="201" y="92"/>
                    <a:pt x="369" y="75"/>
                    <a:pt x="534" y="49"/>
                  </a:cubicBezTo>
                  <a:cubicBezTo>
                    <a:pt x="561" y="45"/>
                    <a:pt x="556"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16"/>
            <p:cNvSpPr/>
            <p:nvPr/>
          </p:nvSpPr>
          <p:spPr>
            <a:xfrm>
              <a:off x="8266454" y="2071805"/>
              <a:ext cx="23538" cy="2757"/>
            </a:xfrm>
            <a:custGeom>
              <a:rect b="b" l="l" r="r" t="t"/>
              <a:pathLst>
                <a:path extrusionOk="0" h="52" w="444">
                  <a:moveTo>
                    <a:pt x="314" y="0"/>
                  </a:moveTo>
                  <a:cubicBezTo>
                    <a:pt x="216" y="0"/>
                    <a:pt x="116" y="9"/>
                    <a:pt x="18" y="12"/>
                  </a:cubicBezTo>
                  <a:cubicBezTo>
                    <a:pt x="1" y="13"/>
                    <a:pt x="1" y="39"/>
                    <a:pt x="18" y="40"/>
                  </a:cubicBezTo>
                  <a:cubicBezTo>
                    <a:pt x="114" y="43"/>
                    <a:pt x="213" y="52"/>
                    <a:pt x="310" y="52"/>
                  </a:cubicBezTo>
                  <a:cubicBezTo>
                    <a:pt x="346" y="52"/>
                    <a:pt x="381" y="51"/>
                    <a:pt x="415" y="48"/>
                  </a:cubicBezTo>
                  <a:cubicBezTo>
                    <a:pt x="443" y="45"/>
                    <a:pt x="443" y="6"/>
                    <a:pt x="415" y="4"/>
                  </a:cubicBezTo>
                  <a:cubicBezTo>
                    <a:pt x="382" y="1"/>
                    <a:pt x="3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16"/>
            <p:cNvSpPr/>
            <p:nvPr/>
          </p:nvSpPr>
          <p:spPr>
            <a:xfrm>
              <a:off x="8207293" y="2074138"/>
              <a:ext cx="33186" cy="6255"/>
            </a:xfrm>
            <a:custGeom>
              <a:rect b="b" l="l" r="r" t="t"/>
              <a:pathLst>
                <a:path extrusionOk="0" h="118" w="626">
                  <a:moveTo>
                    <a:pt x="44" y="0"/>
                  </a:moveTo>
                  <a:cubicBezTo>
                    <a:pt x="13" y="0"/>
                    <a:pt x="1" y="48"/>
                    <a:pt x="35" y="57"/>
                  </a:cubicBezTo>
                  <a:cubicBezTo>
                    <a:pt x="174" y="93"/>
                    <a:pt x="317" y="118"/>
                    <a:pt x="460" y="118"/>
                  </a:cubicBezTo>
                  <a:cubicBezTo>
                    <a:pt x="503" y="118"/>
                    <a:pt x="545" y="116"/>
                    <a:pt x="588" y="111"/>
                  </a:cubicBezTo>
                  <a:cubicBezTo>
                    <a:pt x="625" y="106"/>
                    <a:pt x="626" y="55"/>
                    <a:pt x="588" y="54"/>
                  </a:cubicBezTo>
                  <a:cubicBezTo>
                    <a:pt x="407" y="45"/>
                    <a:pt x="229" y="38"/>
                    <a:pt x="50" y="1"/>
                  </a:cubicBezTo>
                  <a:cubicBezTo>
                    <a:pt x="48" y="0"/>
                    <a:pt x="46"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16"/>
            <p:cNvSpPr/>
            <p:nvPr/>
          </p:nvSpPr>
          <p:spPr>
            <a:xfrm>
              <a:off x="8202204" y="1942085"/>
              <a:ext cx="36473" cy="6202"/>
            </a:xfrm>
            <a:custGeom>
              <a:rect b="b" l="l" r="r" t="t"/>
              <a:pathLst>
                <a:path extrusionOk="0" h="117" w="688">
                  <a:moveTo>
                    <a:pt x="37" y="0"/>
                  </a:moveTo>
                  <a:cubicBezTo>
                    <a:pt x="1" y="0"/>
                    <a:pt x="3" y="57"/>
                    <a:pt x="40" y="61"/>
                  </a:cubicBezTo>
                  <a:cubicBezTo>
                    <a:pt x="237" y="82"/>
                    <a:pt x="437" y="113"/>
                    <a:pt x="635" y="117"/>
                  </a:cubicBezTo>
                  <a:cubicBezTo>
                    <a:pt x="635" y="117"/>
                    <a:pt x="636" y="117"/>
                    <a:pt x="636" y="117"/>
                  </a:cubicBezTo>
                  <a:cubicBezTo>
                    <a:pt x="677" y="117"/>
                    <a:pt x="687" y="49"/>
                    <a:pt x="645" y="44"/>
                  </a:cubicBezTo>
                  <a:cubicBezTo>
                    <a:pt x="446" y="16"/>
                    <a:pt x="240" y="13"/>
                    <a:pt x="40" y="0"/>
                  </a:cubicBezTo>
                  <a:cubicBezTo>
                    <a:pt x="39" y="0"/>
                    <a:pt x="38"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16"/>
            <p:cNvSpPr/>
            <p:nvPr/>
          </p:nvSpPr>
          <p:spPr>
            <a:xfrm>
              <a:off x="8157568" y="2073767"/>
              <a:ext cx="25075" cy="4082"/>
            </a:xfrm>
            <a:custGeom>
              <a:rect b="b" l="l" r="r" t="t"/>
              <a:pathLst>
                <a:path extrusionOk="0" h="77" w="473">
                  <a:moveTo>
                    <a:pt x="306" y="1"/>
                  </a:moveTo>
                  <a:cubicBezTo>
                    <a:pt x="216" y="1"/>
                    <a:pt x="125" y="9"/>
                    <a:pt x="36" y="11"/>
                  </a:cubicBezTo>
                  <a:cubicBezTo>
                    <a:pt x="1" y="11"/>
                    <a:pt x="1" y="65"/>
                    <a:pt x="36" y="66"/>
                  </a:cubicBezTo>
                  <a:cubicBezTo>
                    <a:pt x="123" y="69"/>
                    <a:pt x="213" y="76"/>
                    <a:pt x="301" y="76"/>
                  </a:cubicBezTo>
                  <a:cubicBezTo>
                    <a:pt x="346" y="76"/>
                    <a:pt x="391" y="74"/>
                    <a:pt x="434" y="69"/>
                  </a:cubicBezTo>
                  <a:cubicBezTo>
                    <a:pt x="473" y="64"/>
                    <a:pt x="473" y="13"/>
                    <a:pt x="434" y="8"/>
                  </a:cubicBezTo>
                  <a:cubicBezTo>
                    <a:pt x="392" y="2"/>
                    <a:pt x="350"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16"/>
            <p:cNvSpPr/>
            <p:nvPr/>
          </p:nvSpPr>
          <p:spPr>
            <a:xfrm>
              <a:off x="8138802" y="1939594"/>
              <a:ext cx="28150" cy="3923"/>
            </a:xfrm>
            <a:custGeom>
              <a:rect b="b" l="l" r="r" t="t"/>
              <a:pathLst>
                <a:path extrusionOk="0" h="74" w="531">
                  <a:moveTo>
                    <a:pt x="256" y="0"/>
                  </a:moveTo>
                  <a:cubicBezTo>
                    <a:pt x="185" y="0"/>
                    <a:pt x="114" y="2"/>
                    <a:pt x="43" y="4"/>
                  </a:cubicBezTo>
                  <a:cubicBezTo>
                    <a:pt x="0" y="6"/>
                    <a:pt x="0" y="68"/>
                    <a:pt x="43" y="70"/>
                  </a:cubicBezTo>
                  <a:cubicBezTo>
                    <a:pt x="121" y="72"/>
                    <a:pt x="199" y="74"/>
                    <a:pt x="276" y="74"/>
                  </a:cubicBezTo>
                  <a:cubicBezTo>
                    <a:pt x="347" y="74"/>
                    <a:pt x="418" y="72"/>
                    <a:pt x="489" y="69"/>
                  </a:cubicBezTo>
                  <a:cubicBezTo>
                    <a:pt x="531" y="67"/>
                    <a:pt x="531" y="7"/>
                    <a:pt x="489" y="6"/>
                  </a:cubicBezTo>
                  <a:cubicBezTo>
                    <a:pt x="412" y="2"/>
                    <a:pt x="334"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16"/>
            <p:cNvSpPr/>
            <p:nvPr/>
          </p:nvSpPr>
          <p:spPr>
            <a:xfrm>
              <a:off x="8091568" y="2071964"/>
              <a:ext cx="33345" cy="5990"/>
            </a:xfrm>
            <a:custGeom>
              <a:rect b="b" l="l" r="r" t="t"/>
              <a:pathLst>
                <a:path extrusionOk="0" h="113" w="629">
                  <a:moveTo>
                    <a:pt x="39" y="0"/>
                  </a:moveTo>
                  <a:cubicBezTo>
                    <a:pt x="10" y="0"/>
                    <a:pt x="1" y="45"/>
                    <a:pt x="32" y="54"/>
                  </a:cubicBezTo>
                  <a:cubicBezTo>
                    <a:pt x="159" y="92"/>
                    <a:pt x="288" y="113"/>
                    <a:pt x="419" y="113"/>
                  </a:cubicBezTo>
                  <a:cubicBezTo>
                    <a:pt x="477" y="113"/>
                    <a:pt x="536" y="109"/>
                    <a:pt x="594" y="100"/>
                  </a:cubicBezTo>
                  <a:cubicBezTo>
                    <a:pt x="628" y="96"/>
                    <a:pt x="621" y="38"/>
                    <a:pt x="588" y="38"/>
                  </a:cubicBezTo>
                  <a:cubicBezTo>
                    <a:pt x="587" y="38"/>
                    <a:pt x="586" y="38"/>
                    <a:pt x="585" y="38"/>
                  </a:cubicBezTo>
                  <a:cubicBezTo>
                    <a:pt x="527" y="43"/>
                    <a:pt x="470" y="46"/>
                    <a:pt x="413" y="46"/>
                  </a:cubicBezTo>
                  <a:cubicBezTo>
                    <a:pt x="290" y="46"/>
                    <a:pt x="169" y="33"/>
                    <a:pt x="46" y="1"/>
                  </a:cubicBezTo>
                  <a:cubicBezTo>
                    <a:pt x="43" y="0"/>
                    <a:pt x="41"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16"/>
            <p:cNvSpPr/>
            <p:nvPr/>
          </p:nvSpPr>
          <p:spPr>
            <a:xfrm>
              <a:off x="8073067" y="1935565"/>
              <a:ext cx="30535" cy="5460"/>
            </a:xfrm>
            <a:custGeom>
              <a:rect b="b" l="l" r="r" t="t"/>
              <a:pathLst>
                <a:path extrusionOk="0" h="103" w="576">
                  <a:moveTo>
                    <a:pt x="539" y="0"/>
                  </a:moveTo>
                  <a:cubicBezTo>
                    <a:pt x="538" y="0"/>
                    <a:pt x="536" y="0"/>
                    <a:pt x="535" y="1"/>
                  </a:cubicBezTo>
                  <a:cubicBezTo>
                    <a:pt x="416" y="22"/>
                    <a:pt x="301" y="42"/>
                    <a:pt x="183" y="42"/>
                  </a:cubicBezTo>
                  <a:cubicBezTo>
                    <a:pt x="139" y="42"/>
                    <a:pt x="94" y="39"/>
                    <a:pt x="49" y="33"/>
                  </a:cubicBezTo>
                  <a:cubicBezTo>
                    <a:pt x="47" y="32"/>
                    <a:pt x="46" y="32"/>
                    <a:pt x="44" y="32"/>
                  </a:cubicBezTo>
                  <a:cubicBezTo>
                    <a:pt x="13" y="32"/>
                    <a:pt x="0" y="81"/>
                    <a:pt x="34" y="86"/>
                  </a:cubicBezTo>
                  <a:cubicBezTo>
                    <a:pt x="100" y="96"/>
                    <a:pt x="167" y="103"/>
                    <a:pt x="233" y="103"/>
                  </a:cubicBezTo>
                  <a:cubicBezTo>
                    <a:pt x="342" y="103"/>
                    <a:pt x="450" y="86"/>
                    <a:pt x="551" y="41"/>
                  </a:cubicBezTo>
                  <a:cubicBezTo>
                    <a:pt x="575" y="31"/>
                    <a:pt x="559"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16"/>
            <p:cNvSpPr/>
            <p:nvPr/>
          </p:nvSpPr>
          <p:spPr>
            <a:xfrm>
              <a:off x="8041578" y="2074032"/>
              <a:ext cx="27673" cy="3552"/>
            </a:xfrm>
            <a:custGeom>
              <a:rect b="b" l="l" r="r" t="t"/>
              <a:pathLst>
                <a:path extrusionOk="0" h="67" w="522">
                  <a:moveTo>
                    <a:pt x="273" y="0"/>
                  </a:moveTo>
                  <a:cubicBezTo>
                    <a:pt x="195" y="0"/>
                    <a:pt x="117" y="2"/>
                    <a:pt x="39" y="3"/>
                  </a:cubicBezTo>
                  <a:cubicBezTo>
                    <a:pt x="1" y="4"/>
                    <a:pt x="1" y="64"/>
                    <a:pt x="39" y="64"/>
                  </a:cubicBezTo>
                  <a:cubicBezTo>
                    <a:pt x="120" y="65"/>
                    <a:pt x="201" y="67"/>
                    <a:pt x="281" y="67"/>
                  </a:cubicBezTo>
                  <a:cubicBezTo>
                    <a:pt x="350" y="67"/>
                    <a:pt x="418" y="65"/>
                    <a:pt x="486" y="60"/>
                  </a:cubicBezTo>
                  <a:cubicBezTo>
                    <a:pt x="521" y="57"/>
                    <a:pt x="521" y="9"/>
                    <a:pt x="486" y="7"/>
                  </a:cubicBezTo>
                  <a:cubicBezTo>
                    <a:pt x="415" y="2"/>
                    <a:pt x="344"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16"/>
            <p:cNvSpPr/>
            <p:nvPr/>
          </p:nvSpPr>
          <p:spPr>
            <a:xfrm>
              <a:off x="8007810" y="1940018"/>
              <a:ext cx="27036" cy="3022"/>
            </a:xfrm>
            <a:custGeom>
              <a:rect b="b" l="l" r="r" t="t"/>
              <a:pathLst>
                <a:path extrusionOk="0" h="57" w="510">
                  <a:moveTo>
                    <a:pt x="289" y="0"/>
                  </a:moveTo>
                  <a:cubicBezTo>
                    <a:pt x="203" y="0"/>
                    <a:pt x="117" y="2"/>
                    <a:pt x="31" y="4"/>
                  </a:cubicBezTo>
                  <a:cubicBezTo>
                    <a:pt x="0" y="4"/>
                    <a:pt x="0" y="52"/>
                    <a:pt x="31" y="53"/>
                  </a:cubicBezTo>
                  <a:cubicBezTo>
                    <a:pt x="122" y="55"/>
                    <a:pt x="212" y="57"/>
                    <a:pt x="302" y="57"/>
                  </a:cubicBezTo>
                  <a:cubicBezTo>
                    <a:pt x="361" y="57"/>
                    <a:pt x="419" y="56"/>
                    <a:pt x="478" y="53"/>
                  </a:cubicBezTo>
                  <a:cubicBezTo>
                    <a:pt x="510" y="52"/>
                    <a:pt x="510" y="5"/>
                    <a:pt x="478" y="4"/>
                  </a:cubicBezTo>
                  <a:cubicBezTo>
                    <a:pt x="414" y="1"/>
                    <a:pt x="35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16"/>
            <p:cNvSpPr/>
            <p:nvPr/>
          </p:nvSpPr>
          <p:spPr>
            <a:xfrm>
              <a:off x="7992331" y="2074509"/>
              <a:ext cx="24015" cy="2598"/>
            </a:xfrm>
            <a:custGeom>
              <a:rect b="b" l="l" r="r" t="t"/>
              <a:pathLst>
                <a:path extrusionOk="0" h="49" w="453">
                  <a:moveTo>
                    <a:pt x="345" y="0"/>
                  </a:moveTo>
                  <a:cubicBezTo>
                    <a:pt x="238" y="0"/>
                    <a:pt x="131" y="5"/>
                    <a:pt x="25" y="6"/>
                  </a:cubicBezTo>
                  <a:cubicBezTo>
                    <a:pt x="0" y="6"/>
                    <a:pt x="0" y="43"/>
                    <a:pt x="25" y="44"/>
                  </a:cubicBezTo>
                  <a:cubicBezTo>
                    <a:pt x="131" y="45"/>
                    <a:pt x="237" y="49"/>
                    <a:pt x="344" y="49"/>
                  </a:cubicBezTo>
                  <a:cubicBezTo>
                    <a:pt x="370" y="49"/>
                    <a:pt x="396" y="49"/>
                    <a:pt x="422" y="48"/>
                  </a:cubicBezTo>
                  <a:cubicBezTo>
                    <a:pt x="452" y="47"/>
                    <a:pt x="452" y="2"/>
                    <a:pt x="422" y="1"/>
                  </a:cubicBezTo>
                  <a:cubicBezTo>
                    <a:pt x="397" y="0"/>
                    <a:pt x="371"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16"/>
            <p:cNvSpPr/>
            <p:nvPr/>
          </p:nvSpPr>
          <p:spPr>
            <a:xfrm>
              <a:off x="7933435" y="1936784"/>
              <a:ext cx="33504" cy="4241"/>
            </a:xfrm>
            <a:custGeom>
              <a:rect b="b" l="l" r="r" t="t"/>
              <a:pathLst>
                <a:path extrusionOk="0" h="80" w="632">
                  <a:moveTo>
                    <a:pt x="376" y="1"/>
                  </a:moveTo>
                  <a:cubicBezTo>
                    <a:pt x="265" y="1"/>
                    <a:pt x="154" y="5"/>
                    <a:pt x="43" y="7"/>
                  </a:cubicBezTo>
                  <a:cubicBezTo>
                    <a:pt x="0" y="7"/>
                    <a:pt x="0" y="73"/>
                    <a:pt x="43" y="74"/>
                  </a:cubicBezTo>
                  <a:cubicBezTo>
                    <a:pt x="152" y="76"/>
                    <a:pt x="262" y="79"/>
                    <a:pt x="371" y="79"/>
                  </a:cubicBezTo>
                  <a:cubicBezTo>
                    <a:pt x="444" y="79"/>
                    <a:pt x="517" y="78"/>
                    <a:pt x="589" y="73"/>
                  </a:cubicBezTo>
                  <a:cubicBezTo>
                    <a:pt x="632" y="69"/>
                    <a:pt x="632" y="11"/>
                    <a:pt x="589" y="7"/>
                  </a:cubicBezTo>
                  <a:cubicBezTo>
                    <a:pt x="518" y="2"/>
                    <a:pt x="447"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16"/>
            <p:cNvSpPr/>
            <p:nvPr/>
          </p:nvSpPr>
          <p:spPr>
            <a:xfrm>
              <a:off x="7928398" y="2072017"/>
              <a:ext cx="32868" cy="5990"/>
            </a:xfrm>
            <a:custGeom>
              <a:rect b="b" l="l" r="r" t="t"/>
              <a:pathLst>
                <a:path extrusionOk="0" h="113" w="620">
                  <a:moveTo>
                    <a:pt x="275" y="1"/>
                  </a:moveTo>
                  <a:cubicBezTo>
                    <a:pt x="192" y="1"/>
                    <a:pt x="108" y="11"/>
                    <a:pt x="29" y="31"/>
                  </a:cubicBezTo>
                  <a:cubicBezTo>
                    <a:pt x="0" y="37"/>
                    <a:pt x="12" y="75"/>
                    <a:pt x="38" y="75"/>
                  </a:cubicBezTo>
                  <a:cubicBezTo>
                    <a:pt x="39" y="75"/>
                    <a:pt x="40" y="75"/>
                    <a:pt x="41" y="75"/>
                  </a:cubicBezTo>
                  <a:cubicBezTo>
                    <a:pt x="97" y="67"/>
                    <a:pt x="152" y="64"/>
                    <a:pt x="205" y="64"/>
                  </a:cubicBezTo>
                  <a:cubicBezTo>
                    <a:pt x="329" y="64"/>
                    <a:pt x="447" y="82"/>
                    <a:pt x="574" y="111"/>
                  </a:cubicBezTo>
                  <a:cubicBezTo>
                    <a:pt x="577" y="112"/>
                    <a:pt x="580" y="112"/>
                    <a:pt x="583" y="112"/>
                  </a:cubicBezTo>
                  <a:cubicBezTo>
                    <a:pt x="612" y="112"/>
                    <a:pt x="619" y="69"/>
                    <a:pt x="588" y="58"/>
                  </a:cubicBezTo>
                  <a:cubicBezTo>
                    <a:pt x="490" y="19"/>
                    <a:pt x="382"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16"/>
            <p:cNvSpPr/>
            <p:nvPr/>
          </p:nvSpPr>
          <p:spPr>
            <a:xfrm>
              <a:off x="7862876" y="2116123"/>
              <a:ext cx="16646" cy="5778"/>
            </a:xfrm>
            <a:custGeom>
              <a:rect b="b" l="l" r="r" t="t"/>
              <a:pathLst>
                <a:path extrusionOk="0" h="109" w="314">
                  <a:moveTo>
                    <a:pt x="218" y="0"/>
                  </a:moveTo>
                  <a:cubicBezTo>
                    <a:pt x="148" y="0"/>
                    <a:pt x="75" y="29"/>
                    <a:pt x="22" y="64"/>
                  </a:cubicBezTo>
                  <a:cubicBezTo>
                    <a:pt x="0" y="78"/>
                    <a:pt x="13" y="109"/>
                    <a:pt x="34" y="109"/>
                  </a:cubicBezTo>
                  <a:cubicBezTo>
                    <a:pt x="38" y="109"/>
                    <a:pt x="42" y="107"/>
                    <a:pt x="46" y="105"/>
                  </a:cubicBezTo>
                  <a:cubicBezTo>
                    <a:pt x="80" y="82"/>
                    <a:pt x="118" y="68"/>
                    <a:pt x="160" y="60"/>
                  </a:cubicBezTo>
                  <a:cubicBezTo>
                    <a:pt x="172" y="58"/>
                    <a:pt x="185" y="57"/>
                    <a:pt x="197" y="57"/>
                  </a:cubicBezTo>
                  <a:cubicBezTo>
                    <a:pt x="225" y="57"/>
                    <a:pt x="253" y="61"/>
                    <a:pt x="281" y="61"/>
                  </a:cubicBezTo>
                  <a:cubicBezTo>
                    <a:pt x="282" y="61"/>
                    <a:pt x="282" y="61"/>
                    <a:pt x="282" y="61"/>
                  </a:cubicBezTo>
                  <a:cubicBezTo>
                    <a:pt x="311" y="61"/>
                    <a:pt x="313" y="21"/>
                    <a:pt x="289" y="12"/>
                  </a:cubicBezTo>
                  <a:cubicBezTo>
                    <a:pt x="266" y="4"/>
                    <a:pt x="24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16"/>
            <p:cNvSpPr/>
            <p:nvPr/>
          </p:nvSpPr>
          <p:spPr>
            <a:xfrm>
              <a:off x="7844269" y="1976808"/>
              <a:ext cx="19297" cy="3234"/>
            </a:xfrm>
            <a:custGeom>
              <a:rect b="b" l="l" r="r" t="t"/>
              <a:pathLst>
                <a:path extrusionOk="0" h="61" w="364">
                  <a:moveTo>
                    <a:pt x="186" y="0"/>
                  </a:moveTo>
                  <a:cubicBezTo>
                    <a:pt x="137" y="0"/>
                    <a:pt x="87" y="2"/>
                    <a:pt x="37" y="2"/>
                  </a:cubicBezTo>
                  <a:cubicBezTo>
                    <a:pt x="1" y="2"/>
                    <a:pt x="1" y="57"/>
                    <a:pt x="37" y="58"/>
                  </a:cubicBezTo>
                  <a:cubicBezTo>
                    <a:pt x="87" y="58"/>
                    <a:pt x="137" y="60"/>
                    <a:pt x="186" y="60"/>
                  </a:cubicBezTo>
                  <a:cubicBezTo>
                    <a:pt x="236" y="60"/>
                    <a:pt x="285" y="58"/>
                    <a:pt x="334" y="53"/>
                  </a:cubicBezTo>
                  <a:cubicBezTo>
                    <a:pt x="363" y="48"/>
                    <a:pt x="363" y="12"/>
                    <a:pt x="334" y="8"/>
                  </a:cubicBezTo>
                  <a:cubicBezTo>
                    <a:pt x="285" y="2"/>
                    <a:pt x="23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16"/>
            <p:cNvSpPr/>
            <p:nvPr/>
          </p:nvSpPr>
          <p:spPr>
            <a:xfrm>
              <a:off x="7820838" y="2113207"/>
              <a:ext cx="24969" cy="4135"/>
            </a:xfrm>
            <a:custGeom>
              <a:rect b="b" l="l" r="r" t="t"/>
              <a:pathLst>
                <a:path extrusionOk="0" h="78" w="471">
                  <a:moveTo>
                    <a:pt x="310" y="0"/>
                  </a:moveTo>
                  <a:cubicBezTo>
                    <a:pt x="217" y="0"/>
                    <a:pt x="124" y="10"/>
                    <a:pt x="33" y="15"/>
                  </a:cubicBezTo>
                  <a:cubicBezTo>
                    <a:pt x="1" y="16"/>
                    <a:pt x="1" y="62"/>
                    <a:pt x="33" y="64"/>
                  </a:cubicBezTo>
                  <a:cubicBezTo>
                    <a:pt x="124" y="68"/>
                    <a:pt x="217" y="78"/>
                    <a:pt x="310" y="78"/>
                  </a:cubicBezTo>
                  <a:cubicBezTo>
                    <a:pt x="350" y="78"/>
                    <a:pt x="390" y="76"/>
                    <a:pt x="429" y="71"/>
                  </a:cubicBezTo>
                  <a:cubicBezTo>
                    <a:pt x="471" y="67"/>
                    <a:pt x="471" y="12"/>
                    <a:pt x="429" y="7"/>
                  </a:cubicBezTo>
                  <a:cubicBezTo>
                    <a:pt x="390" y="2"/>
                    <a:pt x="35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16"/>
            <p:cNvSpPr/>
            <p:nvPr/>
          </p:nvSpPr>
          <p:spPr>
            <a:xfrm>
              <a:off x="7805411" y="1974211"/>
              <a:ext cx="26771" cy="3128"/>
            </a:xfrm>
            <a:custGeom>
              <a:rect b="b" l="l" r="r" t="t"/>
              <a:pathLst>
                <a:path extrusionOk="0" h="59" w="505">
                  <a:moveTo>
                    <a:pt x="325" y="0"/>
                  </a:moveTo>
                  <a:cubicBezTo>
                    <a:pt x="225" y="0"/>
                    <a:pt x="124" y="6"/>
                    <a:pt x="25" y="10"/>
                  </a:cubicBezTo>
                  <a:cubicBezTo>
                    <a:pt x="0" y="11"/>
                    <a:pt x="0" y="48"/>
                    <a:pt x="25" y="49"/>
                  </a:cubicBezTo>
                  <a:cubicBezTo>
                    <a:pt x="127" y="53"/>
                    <a:pt x="231" y="59"/>
                    <a:pt x="335" y="59"/>
                  </a:cubicBezTo>
                  <a:cubicBezTo>
                    <a:pt x="381" y="59"/>
                    <a:pt x="426" y="58"/>
                    <a:pt x="472" y="55"/>
                  </a:cubicBezTo>
                  <a:cubicBezTo>
                    <a:pt x="504" y="51"/>
                    <a:pt x="504" y="8"/>
                    <a:pt x="472" y="5"/>
                  </a:cubicBezTo>
                  <a:cubicBezTo>
                    <a:pt x="423" y="2"/>
                    <a:pt x="374"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16"/>
            <p:cNvSpPr/>
            <p:nvPr/>
          </p:nvSpPr>
          <p:spPr>
            <a:xfrm>
              <a:off x="7770689" y="2115964"/>
              <a:ext cx="25075" cy="3923"/>
            </a:xfrm>
            <a:custGeom>
              <a:rect b="b" l="l" r="r" t="t"/>
              <a:pathLst>
                <a:path extrusionOk="0" h="74" w="473">
                  <a:moveTo>
                    <a:pt x="303" y="0"/>
                  </a:moveTo>
                  <a:cubicBezTo>
                    <a:pt x="213" y="0"/>
                    <a:pt x="124" y="6"/>
                    <a:pt x="34" y="11"/>
                  </a:cubicBezTo>
                  <a:cubicBezTo>
                    <a:pt x="0" y="12"/>
                    <a:pt x="0" y="62"/>
                    <a:pt x="34" y="64"/>
                  </a:cubicBezTo>
                  <a:cubicBezTo>
                    <a:pt x="123" y="68"/>
                    <a:pt x="212" y="74"/>
                    <a:pt x="301" y="74"/>
                  </a:cubicBezTo>
                  <a:cubicBezTo>
                    <a:pt x="345" y="74"/>
                    <a:pt x="388" y="72"/>
                    <a:pt x="432" y="68"/>
                  </a:cubicBezTo>
                  <a:cubicBezTo>
                    <a:pt x="472" y="65"/>
                    <a:pt x="472" y="10"/>
                    <a:pt x="432" y="5"/>
                  </a:cubicBezTo>
                  <a:cubicBezTo>
                    <a:pt x="389" y="2"/>
                    <a:pt x="346"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16"/>
            <p:cNvSpPr/>
            <p:nvPr/>
          </p:nvSpPr>
          <p:spPr>
            <a:xfrm>
              <a:off x="7753990" y="1968856"/>
              <a:ext cx="34352" cy="7104"/>
            </a:xfrm>
            <a:custGeom>
              <a:rect b="b" l="l" r="r" t="t"/>
              <a:pathLst>
                <a:path extrusionOk="0" h="134" w="648">
                  <a:moveTo>
                    <a:pt x="49" y="0"/>
                  </a:moveTo>
                  <a:cubicBezTo>
                    <a:pt x="12" y="0"/>
                    <a:pt x="0" y="57"/>
                    <a:pt x="41" y="71"/>
                  </a:cubicBezTo>
                  <a:cubicBezTo>
                    <a:pt x="162" y="110"/>
                    <a:pt x="288" y="134"/>
                    <a:pt x="414" y="134"/>
                  </a:cubicBezTo>
                  <a:cubicBezTo>
                    <a:pt x="479" y="134"/>
                    <a:pt x="543" y="128"/>
                    <a:pt x="608" y="114"/>
                  </a:cubicBezTo>
                  <a:cubicBezTo>
                    <a:pt x="647" y="105"/>
                    <a:pt x="639" y="41"/>
                    <a:pt x="598" y="41"/>
                  </a:cubicBezTo>
                  <a:cubicBezTo>
                    <a:pt x="598" y="41"/>
                    <a:pt x="598" y="41"/>
                    <a:pt x="597" y="41"/>
                  </a:cubicBezTo>
                  <a:cubicBezTo>
                    <a:pt x="555" y="43"/>
                    <a:pt x="512" y="43"/>
                    <a:pt x="470" y="43"/>
                  </a:cubicBezTo>
                  <a:cubicBezTo>
                    <a:pt x="332" y="43"/>
                    <a:pt x="196" y="34"/>
                    <a:pt x="60" y="2"/>
                  </a:cubicBezTo>
                  <a:cubicBezTo>
                    <a:pt x="56" y="1"/>
                    <a:pt x="53"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7" name="Google Shape;4297;p116"/>
          <p:cNvSpPr txBox="1"/>
          <p:nvPr>
            <p:ph type="title"/>
          </p:nvPr>
        </p:nvSpPr>
        <p:spPr>
          <a:xfrm>
            <a:off x="2887025" y="896532"/>
            <a:ext cx="33705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Diploma</a:t>
            </a:r>
            <a:endParaRPr/>
          </a:p>
        </p:txBody>
      </p:sp>
      <p:sp>
        <p:nvSpPr>
          <p:cNvPr id="4298" name="Google Shape;4298;p116"/>
          <p:cNvSpPr/>
          <p:nvPr/>
        </p:nvSpPr>
        <p:spPr>
          <a:xfrm rot="60216">
            <a:off x="2223519" y="2762343"/>
            <a:ext cx="4697512" cy="735407"/>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4299" name="Google Shape;4299;p116"/>
          <p:cNvSpPr/>
          <p:nvPr/>
        </p:nvSpPr>
        <p:spPr>
          <a:xfrm>
            <a:off x="1214175" y="1950726"/>
            <a:ext cx="792702" cy="1242027"/>
          </a:xfrm>
          <a:custGeom>
            <a:rect b="b" l="l" r="r" t="t"/>
            <a:pathLst>
              <a:path extrusionOk="0" h="22473" w="14343">
                <a:moveTo>
                  <a:pt x="14283" y="0"/>
                </a:moveTo>
                <a:cubicBezTo>
                  <a:pt x="14278" y="0"/>
                  <a:pt x="14274" y="1"/>
                  <a:pt x="14269" y="2"/>
                </a:cubicBezTo>
                <a:cubicBezTo>
                  <a:pt x="14076" y="49"/>
                  <a:pt x="13869" y="90"/>
                  <a:pt x="13618" y="128"/>
                </a:cubicBezTo>
                <a:cubicBezTo>
                  <a:pt x="13588" y="133"/>
                  <a:pt x="13567" y="161"/>
                  <a:pt x="13572" y="192"/>
                </a:cubicBezTo>
                <a:cubicBezTo>
                  <a:pt x="13576" y="219"/>
                  <a:pt x="13599" y="239"/>
                  <a:pt x="13626" y="239"/>
                </a:cubicBezTo>
                <a:cubicBezTo>
                  <a:pt x="13629" y="239"/>
                  <a:pt x="13632" y="238"/>
                  <a:pt x="13635" y="238"/>
                </a:cubicBezTo>
                <a:cubicBezTo>
                  <a:pt x="13889" y="199"/>
                  <a:pt x="14098" y="158"/>
                  <a:pt x="14295" y="110"/>
                </a:cubicBezTo>
                <a:cubicBezTo>
                  <a:pt x="14325" y="102"/>
                  <a:pt x="14343" y="73"/>
                  <a:pt x="14336" y="43"/>
                </a:cubicBezTo>
                <a:cubicBezTo>
                  <a:pt x="14330" y="17"/>
                  <a:pt x="14308" y="0"/>
                  <a:pt x="14283" y="0"/>
                </a:cubicBezTo>
                <a:close/>
                <a:moveTo>
                  <a:pt x="12856" y="233"/>
                </a:moveTo>
                <a:cubicBezTo>
                  <a:pt x="12853" y="233"/>
                  <a:pt x="12851" y="233"/>
                  <a:pt x="12848" y="234"/>
                </a:cubicBezTo>
                <a:cubicBezTo>
                  <a:pt x="12559" y="272"/>
                  <a:pt x="12317" y="308"/>
                  <a:pt x="12076" y="353"/>
                </a:cubicBezTo>
                <a:cubicBezTo>
                  <a:pt x="12046" y="360"/>
                  <a:pt x="12026" y="389"/>
                  <a:pt x="12032" y="419"/>
                </a:cubicBezTo>
                <a:cubicBezTo>
                  <a:pt x="12036" y="445"/>
                  <a:pt x="12060" y="464"/>
                  <a:pt x="12087" y="464"/>
                </a:cubicBezTo>
                <a:cubicBezTo>
                  <a:pt x="12090" y="464"/>
                  <a:pt x="12093" y="464"/>
                  <a:pt x="12096" y="462"/>
                </a:cubicBezTo>
                <a:cubicBezTo>
                  <a:pt x="12336" y="418"/>
                  <a:pt x="12576" y="382"/>
                  <a:pt x="12862" y="345"/>
                </a:cubicBezTo>
                <a:cubicBezTo>
                  <a:pt x="12893" y="341"/>
                  <a:pt x="12915" y="313"/>
                  <a:pt x="12910" y="282"/>
                </a:cubicBezTo>
                <a:cubicBezTo>
                  <a:pt x="12906" y="254"/>
                  <a:pt x="12883" y="233"/>
                  <a:pt x="12856" y="233"/>
                </a:cubicBezTo>
                <a:close/>
                <a:moveTo>
                  <a:pt x="11334" y="548"/>
                </a:moveTo>
                <a:cubicBezTo>
                  <a:pt x="11328" y="548"/>
                  <a:pt x="11321" y="549"/>
                  <a:pt x="11315" y="551"/>
                </a:cubicBezTo>
                <a:cubicBezTo>
                  <a:pt x="11092" y="628"/>
                  <a:pt x="10892" y="718"/>
                  <a:pt x="10705" y="827"/>
                </a:cubicBezTo>
                <a:cubicBezTo>
                  <a:pt x="10670" y="846"/>
                  <a:pt x="10636" y="867"/>
                  <a:pt x="10603" y="888"/>
                </a:cubicBezTo>
                <a:cubicBezTo>
                  <a:pt x="10576" y="905"/>
                  <a:pt x="10569" y="939"/>
                  <a:pt x="10585" y="965"/>
                </a:cubicBezTo>
                <a:cubicBezTo>
                  <a:pt x="10595" y="982"/>
                  <a:pt x="10614" y="991"/>
                  <a:pt x="10632" y="991"/>
                </a:cubicBezTo>
                <a:cubicBezTo>
                  <a:pt x="10642" y="991"/>
                  <a:pt x="10653" y="988"/>
                  <a:pt x="10662" y="983"/>
                </a:cubicBezTo>
                <a:cubicBezTo>
                  <a:pt x="10695" y="962"/>
                  <a:pt x="10728" y="942"/>
                  <a:pt x="10761" y="923"/>
                </a:cubicBezTo>
                <a:cubicBezTo>
                  <a:pt x="10941" y="818"/>
                  <a:pt x="11136" y="731"/>
                  <a:pt x="11352" y="656"/>
                </a:cubicBezTo>
                <a:cubicBezTo>
                  <a:pt x="11382" y="646"/>
                  <a:pt x="11397" y="614"/>
                  <a:pt x="11386" y="585"/>
                </a:cubicBezTo>
                <a:cubicBezTo>
                  <a:pt x="11378" y="563"/>
                  <a:pt x="11357" y="548"/>
                  <a:pt x="11334" y="548"/>
                </a:cubicBezTo>
                <a:close/>
                <a:moveTo>
                  <a:pt x="10028" y="1368"/>
                </a:moveTo>
                <a:cubicBezTo>
                  <a:pt x="10013" y="1368"/>
                  <a:pt x="9999" y="1373"/>
                  <a:pt x="9989" y="1384"/>
                </a:cubicBezTo>
                <a:cubicBezTo>
                  <a:pt x="9813" y="1561"/>
                  <a:pt x="9645" y="1765"/>
                  <a:pt x="9486" y="1990"/>
                </a:cubicBezTo>
                <a:cubicBezTo>
                  <a:pt x="9469" y="2016"/>
                  <a:pt x="9476" y="2050"/>
                  <a:pt x="9500" y="2068"/>
                </a:cubicBezTo>
                <a:cubicBezTo>
                  <a:pt x="9510" y="2074"/>
                  <a:pt x="9522" y="2078"/>
                  <a:pt x="9532" y="2078"/>
                </a:cubicBezTo>
                <a:cubicBezTo>
                  <a:pt x="9550" y="2078"/>
                  <a:pt x="9567" y="2069"/>
                  <a:pt x="9578" y="2054"/>
                </a:cubicBezTo>
                <a:cubicBezTo>
                  <a:pt x="9732" y="1833"/>
                  <a:pt x="9897" y="1634"/>
                  <a:pt x="10068" y="1462"/>
                </a:cubicBezTo>
                <a:cubicBezTo>
                  <a:pt x="10089" y="1441"/>
                  <a:pt x="10089" y="1406"/>
                  <a:pt x="10068" y="1384"/>
                </a:cubicBezTo>
                <a:cubicBezTo>
                  <a:pt x="10056" y="1373"/>
                  <a:pt x="10042" y="1368"/>
                  <a:pt x="10028" y="1368"/>
                </a:cubicBezTo>
                <a:close/>
                <a:moveTo>
                  <a:pt x="9128" y="2632"/>
                </a:moveTo>
                <a:cubicBezTo>
                  <a:pt x="9109" y="2632"/>
                  <a:pt x="9090" y="2643"/>
                  <a:pt x="9079" y="2661"/>
                </a:cubicBezTo>
                <a:cubicBezTo>
                  <a:pt x="9048" y="2720"/>
                  <a:pt x="9019" y="2778"/>
                  <a:pt x="8989" y="2838"/>
                </a:cubicBezTo>
                <a:cubicBezTo>
                  <a:pt x="8905" y="3006"/>
                  <a:pt x="8823" y="3184"/>
                  <a:pt x="8745" y="3368"/>
                </a:cubicBezTo>
                <a:cubicBezTo>
                  <a:pt x="8733" y="3396"/>
                  <a:pt x="8746" y="3429"/>
                  <a:pt x="8774" y="3441"/>
                </a:cubicBezTo>
                <a:cubicBezTo>
                  <a:pt x="8781" y="3444"/>
                  <a:pt x="8789" y="3445"/>
                  <a:pt x="8796" y="3445"/>
                </a:cubicBezTo>
                <a:cubicBezTo>
                  <a:pt x="8818" y="3445"/>
                  <a:pt x="8838" y="3433"/>
                  <a:pt x="8847" y="3412"/>
                </a:cubicBezTo>
                <a:cubicBezTo>
                  <a:pt x="8925" y="3230"/>
                  <a:pt x="9006" y="3054"/>
                  <a:pt x="9088" y="2887"/>
                </a:cubicBezTo>
                <a:cubicBezTo>
                  <a:pt x="9117" y="2830"/>
                  <a:pt x="9147" y="2771"/>
                  <a:pt x="9178" y="2713"/>
                </a:cubicBezTo>
                <a:cubicBezTo>
                  <a:pt x="9193" y="2686"/>
                  <a:pt x="9182" y="2652"/>
                  <a:pt x="9154" y="2639"/>
                </a:cubicBezTo>
                <a:cubicBezTo>
                  <a:pt x="9146" y="2634"/>
                  <a:pt x="9137" y="2632"/>
                  <a:pt x="9128" y="2632"/>
                </a:cubicBezTo>
                <a:close/>
                <a:moveTo>
                  <a:pt x="8515" y="4060"/>
                </a:moveTo>
                <a:cubicBezTo>
                  <a:pt x="8491" y="4060"/>
                  <a:pt x="8470" y="4074"/>
                  <a:pt x="8462" y="4097"/>
                </a:cubicBezTo>
                <a:cubicBezTo>
                  <a:pt x="8381" y="4324"/>
                  <a:pt x="8301" y="4567"/>
                  <a:pt x="8216" y="4838"/>
                </a:cubicBezTo>
                <a:cubicBezTo>
                  <a:pt x="8208" y="4867"/>
                  <a:pt x="8224" y="4898"/>
                  <a:pt x="8254" y="4908"/>
                </a:cubicBezTo>
                <a:cubicBezTo>
                  <a:pt x="8259" y="4909"/>
                  <a:pt x="8264" y="4910"/>
                  <a:pt x="8270" y="4910"/>
                </a:cubicBezTo>
                <a:cubicBezTo>
                  <a:pt x="8293" y="4910"/>
                  <a:pt x="8316" y="4895"/>
                  <a:pt x="8322" y="4870"/>
                </a:cubicBezTo>
                <a:cubicBezTo>
                  <a:pt x="8406" y="4601"/>
                  <a:pt x="8486" y="4360"/>
                  <a:pt x="8567" y="4134"/>
                </a:cubicBezTo>
                <a:cubicBezTo>
                  <a:pt x="8576" y="4105"/>
                  <a:pt x="8561" y="4073"/>
                  <a:pt x="8533" y="4063"/>
                </a:cubicBezTo>
                <a:cubicBezTo>
                  <a:pt x="8527" y="4061"/>
                  <a:pt x="8521" y="4060"/>
                  <a:pt x="8515" y="4060"/>
                </a:cubicBezTo>
                <a:close/>
                <a:moveTo>
                  <a:pt x="8048" y="5545"/>
                </a:moveTo>
                <a:cubicBezTo>
                  <a:pt x="8023" y="5545"/>
                  <a:pt x="8001" y="5561"/>
                  <a:pt x="7994" y="5585"/>
                </a:cubicBezTo>
                <a:cubicBezTo>
                  <a:pt x="7956" y="5718"/>
                  <a:pt x="7918" y="5852"/>
                  <a:pt x="7880" y="5985"/>
                </a:cubicBezTo>
                <a:lnTo>
                  <a:pt x="7780" y="6333"/>
                </a:lnTo>
                <a:cubicBezTo>
                  <a:pt x="7772" y="6363"/>
                  <a:pt x="7789" y="6394"/>
                  <a:pt x="7819" y="6402"/>
                </a:cubicBezTo>
                <a:cubicBezTo>
                  <a:pt x="7823" y="6403"/>
                  <a:pt x="7829" y="6404"/>
                  <a:pt x="7834" y="6404"/>
                </a:cubicBezTo>
                <a:cubicBezTo>
                  <a:pt x="7858" y="6404"/>
                  <a:pt x="7880" y="6388"/>
                  <a:pt x="7887" y="6364"/>
                </a:cubicBezTo>
                <a:lnTo>
                  <a:pt x="7987" y="6016"/>
                </a:lnTo>
                <a:cubicBezTo>
                  <a:pt x="8025" y="5883"/>
                  <a:pt x="8062" y="5749"/>
                  <a:pt x="8101" y="5616"/>
                </a:cubicBezTo>
                <a:cubicBezTo>
                  <a:pt x="8109" y="5586"/>
                  <a:pt x="8092" y="5556"/>
                  <a:pt x="8064" y="5547"/>
                </a:cubicBezTo>
                <a:cubicBezTo>
                  <a:pt x="8058" y="5546"/>
                  <a:pt x="8053" y="5545"/>
                  <a:pt x="8048" y="5545"/>
                </a:cubicBezTo>
                <a:close/>
                <a:moveTo>
                  <a:pt x="7613" y="7039"/>
                </a:moveTo>
                <a:cubicBezTo>
                  <a:pt x="7589" y="7039"/>
                  <a:pt x="7567" y="7055"/>
                  <a:pt x="7559" y="7078"/>
                </a:cubicBezTo>
                <a:cubicBezTo>
                  <a:pt x="7522" y="7201"/>
                  <a:pt x="7482" y="7324"/>
                  <a:pt x="7443" y="7446"/>
                </a:cubicBezTo>
                <a:cubicBezTo>
                  <a:pt x="7402" y="7570"/>
                  <a:pt x="7361" y="7693"/>
                  <a:pt x="7317" y="7815"/>
                </a:cubicBezTo>
                <a:cubicBezTo>
                  <a:pt x="7306" y="7844"/>
                  <a:pt x="7321" y="7876"/>
                  <a:pt x="7350" y="7886"/>
                </a:cubicBezTo>
                <a:cubicBezTo>
                  <a:pt x="7356" y="7888"/>
                  <a:pt x="7363" y="7889"/>
                  <a:pt x="7369" y="7889"/>
                </a:cubicBezTo>
                <a:cubicBezTo>
                  <a:pt x="7392" y="7889"/>
                  <a:pt x="7413" y="7875"/>
                  <a:pt x="7421" y="7853"/>
                </a:cubicBezTo>
                <a:cubicBezTo>
                  <a:pt x="7465" y="7729"/>
                  <a:pt x="7508" y="7605"/>
                  <a:pt x="7549" y="7481"/>
                </a:cubicBezTo>
                <a:cubicBezTo>
                  <a:pt x="7589" y="7358"/>
                  <a:pt x="7628" y="7234"/>
                  <a:pt x="7666" y="7111"/>
                </a:cubicBezTo>
                <a:cubicBezTo>
                  <a:pt x="7675" y="7082"/>
                  <a:pt x="7659" y="7051"/>
                  <a:pt x="7630" y="7042"/>
                </a:cubicBezTo>
                <a:cubicBezTo>
                  <a:pt x="7624" y="7040"/>
                  <a:pt x="7618" y="7039"/>
                  <a:pt x="7613" y="7039"/>
                </a:cubicBezTo>
                <a:close/>
                <a:moveTo>
                  <a:pt x="7086" y="8503"/>
                </a:moveTo>
                <a:cubicBezTo>
                  <a:pt x="7065" y="8503"/>
                  <a:pt x="7045" y="8516"/>
                  <a:pt x="7036" y="8537"/>
                </a:cubicBezTo>
                <a:cubicBezTo>
                  <a:pt x="6931" y="8783"/>
                  <a:pt x="6820" y="9018"/>
                  <a:pt x="6706" y="9237"/>
                </a:cubicBezTo>
                <a:cubicBezTo>
                  <a:pt x="6692" y="9265"/>
                  <a:pt x="6703" y="9298"/>
                  <a:pt x="6729" y="9312"/>
                </a:cubicBezTo>
                <a:cubicBezTo>
                  <a:pt x="6738" y="9316"/>
                  <a:pt x="6746" y="9319"/>
                  <a:pt x="6755" y="9319"/>
                </a:cubicBezTo>
                <a:cubicBezTo>
                  <a:pt x="6775" y="9319"/>
                  <a:pt x="6794" y="9308"/>
                  <a:pt x="6804" y="9289"/>
                </a:cubicBezTo>
                <a:cubicBezTo>
                  <a:pt x="6919" y="9067"/>
                  <a:pt x="7032" y="8829"/>
                  <a:pt x="7138" y="8580"/>
                </a:cubicBezTo>
                <a:cubicBezTo>
                  <a:pt x="7150" y="8553"/>
                  <a:pt x="7136" y="8519"/>
                  <a:pt x="7108" y="8508"/>
                </a:cubicBezTo>
                <a:cubicBezTo>
                  <a:pt x="7101" y="8505"/>
                  <a:pt x="7094" y="8503"/>
                  <a:pt x="7086" y="8503"/>
                </a:cubicBezTo>
                <a:close/>
                <a:moveTo>
                  <a:pt x="1625" y="9185"/>
                </a:moveTo>
                <a:cubicBezTo>
                  <a:pt x="1347" y="9191"/>
                  <a:pt x="1086" y="9249"/>
                  <a:pt x="847" y="9356"/>
                </a:cubicBezTo>
                <a:cubicBezTo>
                  <a:pt x="820" y="9369"/>
                  <a:pt x="808" y="9401"/>
                  <a:pt x="820" y="9430"/>
                </a:cubicBezTo>
                <a:cubicBezTo>
                  <a:pt x="829" y="9450"/>
                  <a:pt x="849" y="9462"/>
                  <a:pt x="871" y="9462"/>
                </a:cubicBezTo>
                <a:cubicBezTo>
                  <a:pt x="878" y="9462"/>
                  <a:pt x="886" y="9461"/>
                  <a:pt x="893" y="9457"/>
                </a:cubicBezTo>
                <a:cubicBezTo>
                  <a:pt x="1118" y="9356"/>
                  <a:pt x="1364" y="9303"/>
                  <a:pt x="1627" y="9296"/>
                </a:cubicBezTo>
                <a:cubicBezTo>
                  <a:pt x="1658" y="9296"/>
                  <a:pt x="1682" y="9270"/>
                  <a:pt x="1682" y="9239"/>
                </a:cubicBezTo>
                <a:cubicBezTo>
                  <a:pt x="1681" y="9210"/>
                  <a:pt x="1656" y="9185"/>
                  <a:pt x="1626" y="9185"/>
                </a:cubicBezTo>
                <a:close/>
                <a:moveTo>
                  <a:pt x="2391" y="9302"/>
                </a:moveTo>
                <a:cubicBezTo>
                  <a:pt x="2368" y="9302"/>
                  <a:pt x="2346" y="9317"/>
                  <a:pt x="2339" y="9341"/>
                </a:cubicBezTo>
                <a:cubicBezTo>
                  <a:pt x="2329" y="9370"/>
                  <a:pt x="2345" y="9401"/>
                  <a:pt x="2374" y="9410"/>
                </a:cubicBezTo>
                <a:cubicBezTo>
                  <a:pt x="2620" y="9493"/>
                  <a:pt x="2844" y="9612"/>
                  <a:pt x="3042" y="9766"/>
                </a:cubicBezTo>
                <a:cubicBezTo>
                  <a:pt x="3051" y="9774"/>
                  <a:pt x="3063" y="9778"/>
                  <a:pt x="3076" y="9778"/>
                </a:cubicBezTo>
                <a:cubicBezTo>
                  <a:pt x="3092" y="9778"/>
                  <a:pt x="3108" y="9770"/>
                  <a:pt x="3120" y="9757"/>
                </a:cubicBezTo>
                <a:cubicBezTo>
                  <a:pt x="3138" y="9732"/>
                  <a:pt x="3133" y="9697"/>
                  <a:pt x="3109" y="9679"/>
                </a:cubicBezTo>
                <a:cubicBezTo>
                  <a:pt x="2902" y="9516"/>
                  <a:pt x="2667" y="9391"/>
                  <a:pt x="2409" y="9306"/>
                </a:cubicBezTo>
                <a:cubicBezTo>
                  <a:pt x="2403" y="9303"/>
                  <a:pt x="2397" y="9302"/>
                  <a:pt x="2391" y="9302"/>
                </a:cubicBezTo>
                <a:close/>
                <a:moveTo>
                  <a:pt x="6364" y="9879"/>
                </a:moveTo>
                <a:cubicBezTo>
                  <a:pt x="6346" y="9879"/>
                  <a:pt x="6328" y="9888"/>
                  <a:pt x="6317" y="9905"/>
                </a:cubicBezTo>
                <a:cubicBezTo>
                  <a:pt x="6173" y="10126"/>
                  <a:pt x="6019" y="10334"/>
                  <a:pt x="5859" y="10525"/>
                </a:cubicBezTo>
                <a:cubicBezTo>
                  <a:pt x="5838" y="10548"/>
                  <a:pt x="5841" y="10583"/>
                  <a:pt x="5865" y="10603"/>
                </a:cubicBezTo>
                <a:cubicBezTo>
                  <a:pt x="5876" y="10612"/>
                  <a:pt x="5889" y="10617"/>
                  <a:pt x="5901" y="10617"/>
                </a:cubicBezTo>
                <a:cubicBezTo>
                  <a:pt x="5917" y="10617"/>
                  <a:pt x="5932" y="10609"/>
                  <a:pt x="5944" y="10596"/>
                </a:cubicBezTo>
                <a:cubicBezTo>
                  <a:pt x="6106" y="10403"/>
                  <a:pt x="6263" y="10190"/>
                  <a:pt x="6410" y="9965"/>
                </a:cubicBezTo>
                <a:cubicBezTo>
                  <a:pt x="6427" y="9939"/>
                  <a:pt x="6419" y="9905"/>
                  <a:pt x="6394" y="9888"/>
                </a:cubicBezTo>
                <a:cubicBezTo>
                  <a:pt x="6384" y="9882"/>
                  <a:pt x="6374" y="9879"/>
                  <a:pt x="6364" y="9879"/>
                </a:cubicBezTo>
                <a:close/>
                <a:moveTo>
                  <a:pt x="263" y="9824"/>
                </a:moveTo>
                <a:cubicBezTo>
                  <a:pt x="246" y="9824"/>
                  <a:pt x="229" y="9832"/>
                  <a:pt x="218" y="9846"/>
                </a:cubicBezTo>
                <a:cubicBezTo>
                  <a:pt x="81" y="10030"/>
                  <a:pt x="5" y="10234"/>
                  <a:pt x="0" y="10435"/>
                </a:cubicBezTo>
                <a:lnTo>
                  <a:pt x="0" y="10458"/>
                </a:lnTo>
                <a:cubicBezTo>
                  <a:pt x="0" y="10512"/>
                  <a:pt x="4" y="10565"/>
                  <a:pt x="14" y="10620"/>
                </a:cubicBezTo>
                <a:cubicBezTo>
                  <a:pt x="18" y="10646"/>
                  <a:pt x="42" y="10666"/>
                  <a:pt x="68" y="10666"/>
                </a:cubicBezTo>
                <a:cubicBezTo>
                  <a:pt x="72" y="10666"/>
                  <a:pt x="75" y="10666"/>
                  <a:pt x="78" y="10665"/>
                </a:cubicBezTo>
                <a:cubicBezTo>
                  <a:pt x="108" y="10659"/>
                  <a:pt x="128" y="10630"/>
                  <a:pt x="123" y="10600"/>
                </a:cubicBezTo>
                <a:cubicBezTo>
                  <a:pt x="116" y="10553"/>
                  <a:pt x="111" y="10505"/>
                  <a:pt x="111" y="10458"/>
                </a:cubicBezTo>
                <a:lnTo>
                  <a:pt x="111" y="10438"/>
                </a:lnTo>
                <a:cubicBezTo>
                  <a:pt x="116" y="10260"/>
                  <a:pt x="184" y="10078"/>
                  <a:pt x="308" y="9913"/>
                </a:cubicBezTo>
                <a:cubicBezTo>
                  <a:pt x="326" y="9888"/>
                  <a:pt x="321" y="9853"/>
                  <a:pt x="296" y="9835"/>
                </a:cubicBezTo>
                <a:cubicBezTo>
                  <a:pt x="286" y="9827"/>
                  <a:pt x="275" y="9824"/>
                  <a:pt x="263" y="9824"/>
                </a:cubicBezTo>
                <a:close/>
                <a:moveTo>
                  <a:pt x="3603" y="10234"/>
                </a:moveTo>
                <a:cubicBezTo>
                  <a:pt x="3592" y="10234"/>
                  <a:pt x="3581" y="10237"/>
                  <a:pt x="3571" y="10244"/>
                </a:cubicBezTo>
                <a:cubicBezTo>
                  <a:pt x="3547" y="10261"/>
                  <a:pt x="3540" y="10295"/>
                  <a:pt x="3558" y="10321"/>
                </a:cubicBezTo>
                <a:cubicBezTo>
                  <a:pt x="3697" y="10525"/>
                  <a:pt x="3813" y="10753"/>
                  <a:pt x="3900" y="11001"/>
                </a:cubicBezTo>
                <a:cubicBezTo>
                  <a:pt x="3908" y="11024"/>
                  <a:pt x="3929" y="11037"/>
                  <a:pt x="3953" y="11037"/>
                </a:cubicBezTo>
                <a:cubicBezTo>
                  <a:pt x="3959" y="11037"/>
                  <a:pt x="3965" y="11037"/>
                  <a:pt x="3971" y="11034"/>
                </a:cubicBezTo>
                <a:cubicBezTo>
                  <a:pt x="4000" y="11025"/>
                  <a:pt x="4015" y="10993"/>
                  <a:pt x="4005" y="10964"/>
                </a:cubicBezTo>
                <a:cubicBezTo>
                  <a:pt x="3914" y="10707"/>
                  <a:pt x="3795" y="10470"/>
                  <a:pt x="3649" y="10258"/>
                </a:cubicBezTo>
                <a:cubicBezTo>
                  <a:pt x="3638" y="10242"/>
                  <a:pt x="3621" y="10234"/>
                  <a:pt x="3603" y="10234"/>
                </a:cubicBezTo>
                <a:close/>
                <a:moveTo>
                  <a:pt x="5361" y="11064"/>
                </a:moveTo>
                <a:cubicBezTo>
                  <a:pt x="5348" y="11064"/>
                  <a:pt x="5334" y="11069"/>
                  <a:pt x="5323" y="11078"/>
                </a:cubicBezTo>
                <a:cubicBezTo>
                  <a:pt x="5181" y="11205"/>
                  <a:pt x="5032" y="11325"/>
                  <a:pt x="4879" y="11432"/>
                </a:cubicBezTo>
                <a:cubicBezTo>
                  <a:pt x="4824" y="11470"/>
                  <a:pt x="4768" y="11506"/>
                  <a:pt x="4711" y="11542"/>
                </a:cubicBezTo>
                <a:cubicBezTo>
                  <a:pt x="4686" y="11558"/>
                  <a:pt x="4677" y="11592"/>
                  <a:pt x="4694" y="11618"/>
                </a:cubicBezTo>
                <a:cubicBezTo>
                  <a:pt x="4705" y="11635"/>
                  <a:pt x="4723" y="11644"/>
                  <a:pt x="4741" y="11644"/>
                </a:cubicBezTo>
                <a:cubicBezTo>
                  <a:pt x="4751" y="11644"/>
                  <a:pt x="4761" y="11641"/>
                  <a:pt x="4770" y="11636"/>
                </a:cubicBezTo>
                <a:cubicBezTo>
                  <a:pt x="4829" y="11599"/>
                  <a:pt x="4886" y="11562"/>
                  <a:pt x="4942" y="11522"/>
                </a:cubicBezTo>
                <a:cubicBezTo>
                  <a:pt x="5099" y="11413"/>
                  <a:pt x="5252" y="11292"/>
                  <a:pt x="5398" y="11161"/>
                </a:cubicBezTo>
                <a:cubicBezTo>
                  <a:pt x="5421" y="11141"/>
                  <a:pt x="5423" y="11106"/>
                  <a:pt x="5402" y="11082"/>
                </a:cubicBezTo>
                <a:cubicBezTo>
                  <a:pt x="5392" y="11070"/>
                  <a:pt x="5376" y="11064"/>
                  <a:pt x="5361" y="11064"/>
                </a:cubicBezTo>
                <a:close/>
                <a:moveTo>
                  <a:pt x="433" y="11231"/>
                </a:moveTo>
                <a:cubicBezTo>
                  <a:pt x="420" y="11231"/>
                  <a:pt x="406" y="11235"/>
                  <a:pt x="395" y="11245"/>
                </a:cubicBezTo>
                <a:cubicBezTo>
                  <a:pt x="373" y="11265"/>
                  <a:pt x="371" y="11300"/>
                  <a:pt x="391" y="11324"/>
                </a:cubicBezTo>
                <a:lnTo>
                  <a:pt x="419" y="11354"/>
                </a:lnTo>
                <a:cubicBezTo>
                  <a:pt x="590" y="11536"/>
                  <a:pt x="786" y="11694"/>
                  <a:pt x="1005" y="11824"/>
                </a:cubicBezTo>
                <a:cubicBezTo>
                  <a:pt x="1014" y="11829"/>
                  <a:pt x="1025" y="11831"/>
                  <a:pt x="1034" y="11831"/>
                </a:cubicBezTo>
                <a:cubicBezTo>
                  <a:pt x="1052" y="11831"/>
                  <a:pt x="1072" y="11822"/>
                  <a:pt x="1081" y="11804"/>
                </a:cubicBezTo>
                <a:cubicBezTo>
                  <a:pt x="1097" y="11778"/>
                  <a:pt x="1089" y="11744"/>
                  <a:pt x="1062" y="11728"/>
                </a:cubicBezTo>
                <a:cubicBezTo>
                  <a:pt x="853" y="11604"/>
                  <a:pt x="664" y="11453"/>
                  <a:pt x="500" y="11278"/>
                </a:cubicBezTo>
                <a:lnTo>
                  <a:pt x="474" y="11249"/>
                </a:lnTo>
                <a:cubicBezTo>
                  <a:pt x="464" y="11237"/>
                  <a:pt x="448" y="11231"/>
                  <a:pt x="433" y="11231"/>
                </a:cubicBezTo>
                <a:close/>
                <a:moveTo>
                  <a:pt x="1750" y="12018"/>
                </a:moveTo>
                <a:cubicBezTo>
                  <a:pt x="1725" y="12018"/>
                  <a:pt x="1703" y="12035"/>
                  <a:pt x="1695" y="12060"/>
                </a:cubicBezTo>
                <a:cubicBezTo>
                  <a:pt x="1688" y="12090"/>
                  <a:pt x="1706" y="12120"/>
                  <a:pt x="1735" y="12128"/>
                </a:cubicBezTo>
                <a:cubicBezTo>
                  <a:pt x="1983" y="12194"/>
                  <a:pt x="2246" y="12233"/>
                  <a:pt x="2516" y="12242"/>
                </a:cubicBezTo>
                <a:lnTo>
                  <a:pt x="2518" y="12242"/>
                </a:lnTo>
                <a:cubicBezTo>
                  <a:pt x="2548" y="12242"/>
                  <a:pt x="2573" y="12219"/>
                  <a:pt x="2574" y="12189"/>
                </a:cubicBezTo>
                <a:cubicBezTo>
                  <a:pt x="2575" y="12158"/>
                  <a:pt x="2550" y="12132"/>
                  <a:pt x="2520" y="12131"/>
                </a:cubicBezTo>
                <a:cubicBezTo>
                  <a:pt x="2258" y="12123"/>
                  <a:pt x="2004" y="12085"/>
                  <a:pt x="1764" y="12020"/>
                </a:cubicBezTo>
                <a:cubicBezTo>
                  <a:pt x="1759" y="12019"/>
                  <a:pt x="1754" y="12018"/>
                  <a:pt x="1750" y="12018"/>
                </a:cubicBezTo>
                <a:close/>
                <a:moveTo>
                  <a:pt x="4128" y="11684"/>
                </a:moveTo>
                <a:cubicBezTo>
                  <a:pt x="4125" y="11684"/>
                  <a:pt x="4122" y="11684"/>
                  <a:pt x="4119" y="11685"/>
                </a:cubicBezTo>
                <a:cubicBezTo>
                  <a:pt x="4090" y="11688"/>
                  <a:pt x="4067" y="11716"/>
                  <a:pt x="4071" y="11746"/>
                </a:cubicBezTo>
                <a:cubicBezTo>
                  <a:pt x="4077" y="11795"/>
                  <a:pt x="4081" y="11843"/>
                  <a:pt x="4084" y="11893"/>
                </a:cubicBezTo>
                <a:cubicBezTo>
                  <a:pt x="4074" y="11882"/>
                  <a:pt x="4059" y="11875"/>
                  <a:pt x="4044" y="11875"/>
                </a:cubicBezTo>
                <a:cubicBezTo>
                  <a:pt x="4037" y="11875"/>
                  <a:pt x="4031" y="11877"/>
                  <a:pt x="4024" y="11879"/>
                </a:cubicBezTo>
                <a:cubicBezTo>
                  <a:pt x="3785" y="11969"/>
                  <a:pt x="3535" y="12036"/>
                  <a:pt x="3284" y="12078"/>
                </a:cubicBezTo>
                <a:cubicBezTo>
                  <a:pt x="3254" y="12083"/>
                  <a:pt x="3234" y="12112"/>
                  <a:pt x="3238" y="12142"/>
                </a:cubicBezTo>
                <a:cubicBezTo>
                  <a:pt x="3243" y="12170"/>
                  <a:pt x="3268" y="12189"/>
                  <a:pt x="3294" y="12189"/>
                </a:cubicBezTo>
                <a:cubicBezTo>
                  <a:pt x="3297" y="12189"/>
                  <a:pt x="3300" y="12188"/>
                  <a:pt x="3302" y="12188"/>
                </a:cubicBezTo>
                <a:cubicBezTo>
                  <a:pt x="3561" y="12144"/>
                  <a:pt x="3817" y="12075"/>
                  <a:pt x="4063" y="11983"/>
                </a:cubicBezTo>
                <a:cubicBezTo>
                  <a:pt x="4073" y="11979"/>
                  <a:pt x="4083" y="11972"/>
                  <a:pt x="4088" y="11964"/>
                </a:cubicBezTo>
                <a:cubicBezTo>
                  <a:pt x="4092" y="12023"/>
                  <a:pt x="4093" y="12084"/>
                  <a:pt x="4093" y="12144"/>
                </a:cubicBezTo>
                <a:cubicBezTo>
                  <a:pt x="4093" y="12264"/>
                  <a:pt x="4087" y="12388"/>
                  <a:pt x="4076" y="12511"/>
                </a:cubicBezTo>
                <a:cubicBezTo>
                  <a:pt x="4073" y="12542"/>
                  <a:pt x="4096" y="12568"/>
                  <a:pt x="4126" y="12571"/>
                </a:cubicBezTo>
                <a:lnTo>
                  <a:pt x="4131" y="12571"/>
                </a:lnTo>
                <a:cubicBezTo>
                  <a:pt x="4160" y="12571"/>
                  <a:pt x="4184" y="12550"/>
                  <a:pt x="4187" y="12521"/>
                </a:cubicBezTo>
                <a:cubicBezTo>
                  <a:pt x="4198" y="12395"/>
                  <a:pt x="4205" y="12268"/>
                  <a:pt x="4205" y="12144"/>
                </a:cubicBezTo>
                <a:cubicBezTo>
                  <a:pt x="4205" y="12007"/>
                  <a:pt x="4196" y="11869"/>
                  <a:pt x="4181" y="11733"/>
                </a:cubicBezTo>
                <a:cubicBezTo>
                  <a:pt x="4178" y="11706"/>
                  <a:pt x="4156" y="11684"/>
                  <a:pt x="4128" y="11684"/>
                </a:cubicBezTo>
                <a:close/>
                <a:moveTo>
                  <a:pt x="3994" y="13226"/>
                </a:moveTo>
                <a:cubicBezTo>
                  <a:pt x="3969" y="13226"/>
                  <a:pt x="3946" y="13242"/>
                  <a:pt x="3939" y="13267"/>
                </a:cubicBezTo>
                <a:cubicBezTo>
                  <a:pt x="3876" y="13504"/>
                  <a:pt x="3793" y="13750"/>
                  <a:pt x="3691" y="13997"/>
                </a:cubicBezTo>
                <a:cubicBezTo>
                  <a:pt x="3679" y="14025"/>
                  <a:pt x="3693" y="14057"/>
                  <a:pt x="3722" y="14069"/>
                </a:cubicBezTo>
                <a:cubicBezTo>
                  <a:pt x="3728" y="14072"/>
                  <a:pt x="3736" y="14073"/>
                  <a:pt x="3742" y="14073"/>
                </a:cubicBezTo>
                <a:cubicBezTo>
                  <a:pt x="3765" y="14073"/>
                  <a:pt x="3785" y="14061"/>
                  <a:pt x="3794" y="14039"/>
                </a:cubicBezTo>
                <a:cubicBezTo>
                  <a:pt x="3897" y="13788"/>
                  <a:pt x="3983" y="13538"/>
                  <a:pt x="4047" y="13296"/>
                </a:cubicBezTo>
                <a:cubicBezTo>
                  <a:pt x="4054" y="13266"/>
                  <a:pt x="4037" y="13235"/>
                  <a:pt x="4007" y="13227"/>
                </a:cubicBezTo>
                <a:cubicBezTo>
                  <a:pt x="4003" y="13226"/>
                  <a:pt x="3998" y="13226"/>
                  <a:pt x="3994" y="13226"/>
                </a:cubicBezTo>
                <a:close/>
                <a:moveTo>
                  <a:pt x="3409" y="14665"/>
                </a:moveTo>
                <a:cubicBezTo>
                  <a:pt x="3389" y="14665"/>
                  <a:pt x="3370" y="14676"/>
                  <a:pt x="3360" y="14694"/>
                </a:cubicBezTo>
                <a:cubicBezTo>
                  <a:pt x="3242" y="14913"/>
                  <a:pt x="3115" y="15131"/>
                  <a:pt x="2969" y="15362"/>
                </a:cubicBezTo>
                <a:cubicBezTo>
                  <a:pt x="2952" y="15387"/>
                  <a:pt x="2959" y="15423"/>
                  <a:pt x="2986" y="15439"/>
                </a:cubicBezTo>
                <a:cubicBezTo>
                  <a:pt x="2996" y="15444"/>
                  <a:pt x="3005" y="15447"/>
                  <a:pt x="3016" y="15447"/>
                </a:cubicBezTo>
                <a:cubicBezTo>
                  <a:pt x="3034" y="15447"/>
                  <a:pt x="3052" y="15438"/>
                  <a:pt x="3063" y="15422"/>
                </a:cubicBezTo>
                <a:cubicBezTo>
                  <a:pt x="3210" y="15189"/>
                  <a:pt x="3340" y="14968"/>
                  <a:pt x="3458" y="14747"/>
                </a:cubicBezTo>
                <a:cubicBezTo>
                  <a:pt x="3472" y="14720"/>
                  <a:pt x="3462" y="14686"/>
                  <a:pt x="3435" y="14672"/>
                </a:cubicBezTo>
                <a:cubicBezTo>
                  <a:pt x="3426" y="14667"/>
                  <a:pt x="3418" y="14665"/>
                  <a:pt x="3409" y="14665"/>
                </a:cubicBezTo>
                <a:close/>
                <a:moveTo>
                  <a:pt x="2581" y="15982"/>
                </a:moveTo>
                <a:cubicBezTo>
                  <a:pt x="2564" y="15982"/>
                  <a:pt x="2547" y="15990"/>
                  <a:pt x="2536" y="16005"/>
                </a:cubicBezTo>
                <a:cubicBezTo>
                  <a:pt x="2401" y="16195"/>
                  <a:pt x="2255" y="16394"/>
                  <a:pt x="2077" y="16631"/>
                </a:cubicBezTo>
                <a:cubicBezTo>
                  <a:pt x="2058" y="16656"/>
                  <a:pt x="2063" y="16691"/>
                  <a:pt x="2088" y="16709"/>
                </a:cubicBezTo>
                <a:cubicBezTo>
                  <a:pt x="2097" y="16716"/>
                  <a:pt x="2109" y="16721"/>
                  <a:pt x="2121" y="16721"/>
                </a:cubicBezTo>
                <a:cubicBezTo>
                  <a:pt x="2138" y="16721"/>
                  <a:pt x="2155" y="16713"/>
                  <a:pt x="2166" y="16698"/>
                </a:cubicBezTo>
                <a:cubicBezTo>
                  <a:pt x="2345" y="16460"/>
                  <a:pt x="2491" y="16260"/>
                  <a:pt x="2626" y="16069"/>
                </a:cubicBezTo>
                <a:cubicBezTo>
                  <a:pt x="2644" y="16044"/>
                  <a:pt x="2639" y="16010"/>
                  <a:pt x="2613" y="15992"/>
                </a:cubicBezTo>
                <a:cubicBezTo>
                  <a:pt x="2604" y="15985"/>
                  <a:pt x="2592" y="15982"/>
                  <a:pt x="2581" y="15982"/>
                </a:cubicBezTo>
                <a:close/>
                <a:moveTo>
                  <a:pt x="1659" y="17236"/>
                </a:moveTo>
                <a:cubicBezTo>
                  <a:pt x="1642" y="17236"/>
                  <a:pt x="1625" y="17244"/>
                  <a:pt x="1614" y="17260"/>
                </a:cubicBezTo>
                <a:cubicBezTo>
                  <a:pt x="1441" y="17511"/>
                  <a:pt x="1315" y="17728"/>
                  <a:pt x="1218" y="17941"/>
                </a:cubicBezTo>
                <a:cubicBezTo>
                  <a:pt x="1205" y="17968"/>
                  <a:pt x="1218" y="18002"/>
                  <a:pt x="1246" y="18014"/>
                </a:cubicBezTo>
                <a:cubicBezTo>
                  <a:pt x="1253" y="18018"/>
                  <a:pt x="1261" y="18019"/>
                  <a:pt x="1268" y="18019"/>
                </a:cubicBezTo>
                <a:cubicBezTo>
                  <a:pt x="1290" y="18019"/>
                  <a:pt x="1310" y="18007"/>
                  <a:pt x="1319" y="17987"/>
                </a:cubicBezTo>
                <a:cubicBezTo>
                  <a:pt x="1413" y="17780"/>
                  <a:pt x="1536" y="17569"/>
                  <a:pt x="1705" y="17323"/>
                </a:cubicBezTo>
                <a:cubicBezTo>
                  <a:pt x="1723" y="17298"/>
                  <a:pt x="1717" y="17263"/>
                  <a:pt x="1691" y="17246"/>
                </a:cubicBezTo>
                <a:cubicBezTo>
                  <a:pt x="1681" y="17239"/>
                  <a:pt x="1670" y="17236"/>
                  <a:pt x="1659" y="17236"/>
                </a:cubicBezTo>
                <a:close/>
                <a:moveTo>
                  <a:pt x="1050" y="18652"/>
                </a:moveTo>
                <a:cubicBezTo>
                  <a:pt x="1023" y="18652"/>
                  <a:pt x="999" y="18673"/>
                  <a:pt x="996" y="18700"/>
                </a:cubicBezTo>
                <a:cubicBezTo>
                  <a:pt x="984" y="18795"/>
                  <a:pt x="978" y="18893"/>
                  <a:pt x="978" y="18989"/>
                </a:cubicBezTo>
                <a:cubicBezTo>
                  <a:pt x="978" y="19154"/>
                  <a:pt x="996" y="19324"/>
                  <a:pt x="1030" y="19493"/>
                </a:cubicBezTo>
                <a:cubicBezTo>
                  <a:pt x="1035" y="19519"/>
                  <a:pt x="1058" y="19537"/>
                  <a:pt x="1084" y="19537"/>
                </a:cubicBezTo>
                <a:cubicBezTo>
                  <a:pt x="1088" y="19537"/>
                  <a:pt x="1092" y="19537"/>
                  <a:pt x="1095" y="19536"/>
                </a:cubicBezTo>
                <a:cubicBezTo>
                  <a:pt x="1125" y="19529"/>
                  <a:pt x="1144" y="19500"/>
                  <a:pt x="1139" y="19470"/>
                </a:cubicBezTo>
                <a:cubicBezTo>
                  <a:pt x="1106" y="19309"/>
                  <a:pt x="1089" y="19147"/>
                  <a:pt x="1089" y="18989"/>
                </a:cubicBezTo>
                <a:cubicBezTo>
                  <a:pt x="1089" y="18897"/>
                  <a:pt x="1095" y="18804"/>
                  <a:pt x="1106" y="18714"/>
                </a:cubicBezTo>
                <a:cubicBezTo>
                  <a:pt x="1110" y="18683"/>
                  <a:pt x="1088" y="18655"/>
                  <a:pt x="1058" y="18652"/>
                </a:cubicBezTo>
                <a:cubicBezTo>
                  <a:pt x="1055" y="18652"/>
                  <a:pt x="1053" y="18652"/>
                  <a:pt x="1050" y="18652"/>
                </a:cubicBezTo>
                <a:close/>
                <a:moveTo>
                  <a:pt x="1342" y="20158"/>
                </a:moveTo>
                <a:cubicBezTo>
                  <a:pt x="1333" y="20158"/>
                  <a:pt x="1324" y="20160"/>
                  <a:pt x="1316" y="20164"/>
                </a:cubicBezTo>
                <a:cubicBezTo>
                  <a:pt x="1290" y="20178"/>
                  <a:pt x="1278" y="20211"/>
                  <a:pt x="1292" y="20239"/>
                </a:cubicBezTo>
                <a:cubicBezTo>
                  <a:pt x="1408" y="20468"/>
                  <a:pt x="1553" y="20690"/>
                  <a:pt x="1724" y="20899"/>
                </a:cubicBezTo>
                <a:cubicBezTo>
                  <a:pt x="1735" y="20912"/>
                  <a:pt x="1751" y="20919"/>
                  <a:pt x="1767" y="20919"/>
                </a:cubicBezTo>
                <a:cubicBezTo>
                  <a:pt x="1779" y="20919"/>
                  <a:pt x="1792" y="20915"/>
                  <a:pt x="1802" y="20906"/>
                </a:cubicBezTo>
                <a:cubicBezTo>
                  <a:pt x="1826" y="20887"/>
                  <a:pt x="1829" y="20852"/>
                  <a:pt x="1810" y="20828"/>
                </a:cubicBezTo>
                <a:cubicBezTo>
                  <a:pt x="1644" y="20626"/>
                  <a:pt x="1503" y="20411"/>
                  <a:pt x="1391" y="20188"/>
                </a:cubicBezTo>
                <a:cubicBezTo>
                  <a:pt x="1381" y="20169"/>
                  <a:pt x="1362" y="20158"/>
                  <a:pt x="1342" y="20158"/>
                </a:cubicBezTo>
                <a:close/>
                <a:moveTo>
                  <a:pt x="2317" y="21356"/>
                </a:moveTo>
                <a:cubicBezTo>
                  <a:pt x="2301" y="21356"/>
                  <a:pt x="2285" y="21363"/>
                  <a:pt x="2275" y="21376"/>
                </a:cubicBezTo>
                <a:cubicBezTo>
                  <a:pt x="2255" y="21401"/>
                  <a:pt x="2258" y="21435"/>
                  <a:pt x="2283" y="21455"/>
                </a:cubicBezTo>
                <a:cubicBezTo>
                  <a:pt x="2343" y="21505"/>
                  <a:pt x="2405" y="21552"/>
                  <a:pt x="2468" y="21596"/>
                </a:cubicBezTo>
                <a:cubicBezTo>
                  <a:pt x="2617" y="21703"/>
                  <a:pt x="2776" y="21803"/>
                  <a:pt x="2938" y="21891"/>
                </a:cubicBezTo>
                <a:cubicBezTo>
                  <a:pt x="2946" y="21895"/>
                  <a:pt x="2955" y="21898"/>
                  <a:pt x="2965" y="21898"/>
                </a:cubicBezTo>
                <a:cubicBezTo>
                  <a:pt x="2984" y="21898"/>
                  <a:pt x="3003" y="21888"/>
                  <a:pt x="3014" y="21869"/>
                </a:cubicBezTo>
                <a:cubicBezTo>
                  <a:pt x="3028" y="21842"/>
                  <a:pt x="3018" y="21809"/>
                  <a:pt x="2991" y="21794"/>
                </a:cubicBezTo>
                <a:cubicBezTo>
                  <a:pt x="2833" y="21707"/>
                  <a:pt x="2678" y="21610"/>
                  <a:pt x="2533" y="21506"/>
                </a:cubicBezTo>
                <a:cubicBezTo>
                  <a:pt x="2471" y="21462"/>
                  <a:pt x="2411" y="21416"/>
                  <a:pt x="2352" y="21369"/>
                </a:cubicBezTo>
                <a:cubicBezTo>
                  <a:pt x="2342" y="21360"/>
                  <a:pt x="2330" y="21356"/>
                  <a:pt x="2317" y="21356"/>
                </a:cubicBezTo>
                <a:close/>
                <a:moveTo>
                  <a:pt x="3675" y="22101"/>
                </a:moveTo>
                <a:cubicBezTo>
                  <a:pt x="3653" y="22101"/>
                  <a:pt x="3631" y="22115"/>
                  <a:pt x="3623" y="22138"/>
                </a:cubicBezTo>
                <a:cubicBezTo>
                  <a:pt x="3613" y="22167"/>
                  <a:pt x="3628" y="22199"/>
                  <a:pt x="3657" y="22209"/>
                </a:cubicBezTo>
                <a:cubicBezTo>
                  <a:pt x="3905" y="22295"/>
                  <a:pt x="4161" y="22360"/>
                  <a:pt x="4420" y="22404"/>
                </a:cubicBezTo>
                <a:cubicBezTo>
                  <a:pt x="4423" y="22405"/>
                  <a:pt x="4425" y="22405"/>
                  <a:pt x="4428" y="22405"/>
                </a:cubicBezTo>
                <a:cubicBezTo>
                  <a:pt x="4455" y="22405"/>
                  <a:pt x="4478" y="22386"/>
                  <a:pt x="4484" y="22359"/>
                </a:cubicBezTo>
                <a:cubicBezTo>
                  <a:pt x="4489" y="22328"/>
                  <a:pt x="4468" y="22299"/>
                  <a:pt x="4438" y="22295"/>
                </a:cubicBezTo>
                <a:cubicBezTo>
                  <a:pt x="4186" y="22251"/>
                  <a:pt x="3936" y="22187"/>
                  <a:pt x="3693" y="22104"/>
                </a:cubicBezTo>
                <a:cubicBezTo>
                  <a:pt x="3687" y="22102"/>
                  <a:pt x="3681" y="22101"/>
                  <a:pt x="3675" y="22101"/>
                </a:cubicBezTo>
                <a:close/>
                <a:moveTo>
                  <a:pt x="5978" y="22297"/>
                </a:moveTo>
                <a:cubicBezTo>
                  <a:pt x="5975" y="22297"/>
                  <a:pt x="5972" y="22298"/>
                  <a:pt x="5969" y="22298"/>
                </a:cubicBezTo>
                <a:cubicBezTo>
                  <a:pt x="5723" y="22340"/>
                  <a:pt x="5471" y="22361"/>
                  <a:pt x="5218" y="22361"/>
                </a:cubicBezTo>
                <a:lnTo>
                  <a:pt x="5203" y="22361"/>
                </a:lnTo>
                <a:cubicBezTo>
                  <a:pt x="5172" y="22361"/>
                  <a:pt x="5147" y="22386"/>
                  <a:pt x="5147" y="22417"/>
                </a:cubicBezTo>
                <a:cubicBezTo>
                  <a:pt x="5147" y="22447"/>
                  <a:pt x="5172" y="22472"/>
                  <a:pt x="5203" y="22472"/>
                </a:cubicBezTo>
                <a:lnTo>
                  <a:pt x="5218" y="22472"/>
                </a:lnTo>
                <a:cubicBezTo>
                  <a:pt x="5476" y="22472"/>
                  <a:pt x="5736" y="22451"/>
                  <a:pt x="5987" y="22407"/>
                </a:cubicBezTo>
                <a:cubicBezTo>
                  <a:pt x="6017" y="22402"/>
                  <a:pt x="6038" y="22373"/>
                  <a:pt x="6033" y="22343"/>
                </a:cubicBezTo>
                <a:cubicBezTo>
                  <a:pt x="6028" y="22316"/>
                  <a:pt x="6004" y="22297"/>
                  <a:pt x="5978" y="222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16"/>
          <p:cNvSpPr txBox="1"/>
          <p:nvPr>
            <p:ph idx="1" type="subTitle"/>
          </p:nvPr>
        </p:nvSpPr>
        <p:spPr>
          <a:xfrm>
            <a:off x="3041675" y="2367550"/>
            <a:ext cx="3061200" cy="35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leway"/>
                <a:ea typeface="Raleway"/>
                <a:cs typeface="Raleway"/>
                <a:sym typeface="Raleway"/>
              </a:rPr>
              <a:t>This certificate is presented to:</a:t>
            </a:r>
            <a:endParaRPr>
              <a:solidFill>
                <a:schemeClr val="dk1"/>
              </a:solidFill>
              <a:latin typeface="Raleway"/>
              <a:ea typeface="Raleway"/>
              <a:cs typeface="Raleway"/>
              <a:sym typeface="Raleway"/>
            </a:endParaRPr>
          </a:p>
        </p:txBody>
      </p:sp>
      <p:grpSp>
        <p:nvGrpSpPr>
          <p:cNvPr id="4301" name="Google Shape;4301;p116"/>
          <p:cNvGrpSpPr/>
          <p:nvPr/>
        </p:nvGrpSpPr>
        <p:grpSpPr>
          <a:xfrm>
            <a:off x="968218" y="772008"/>
            <a:ext cx="501691" cy="817567"/>
            <a:chOff x="3769125" y="1707925"/>
            <a:chExt cx="145325" cy="236825"/>
          </a:xfrm>
        </p:grpSpPr>
        <p:sp>
          <p:nvSpPr>
            <p:cNvPr id="4302" name="Google Shape;4302;p116"/>
            <p:cNvSpPr/>
            <p:nvPr/>
          </p:nvSpPr>
          <p:spPr>
            <a:xfrm>
              <a:off x="3769125" y="1707925"/>
              <a:ext cx="145325" cy="236825"/>
            </a:xfrm>
            <a:custGeom>
              <a:rect b="b" l="l" r="r" t="t"/>
              <a:pathLst>
                <a:path extrusionOk="0" h="9473" w="5813">
                  <a:moveTo>
                    <a:pt x="2884" y="246"/>
                  </a:moveTo>
                  <a:cubicBezTo>
                    <a:pt x="2917" y="246"/>
                    <a:pt x="3079" y="264"/>
                    <a:pt x="3263" y="289"/>
                  </a:cubicBezTo>
                  <a:cubicBezTo>
                    <a:pt x="3459" y="316"/>
                    <a:pt x="3682" y="374"/>
                    <a:pt x="3755" y="419"/>
                  </a:cubicBezTo>
                  <a:cubicBezTo>
                    <a:pt x="3829" y="463"/>
                    <a:pt x="3931" y="499"/>
                    <a:pt x="3986" y="499"/>
                  </a:cubicBezTo>
                  <a:cubicBezTo>
                    <a:pt x="4039" y="499"/>
                    <a:pt x="4082" y="516"/>
                    <a:pt x="4082" y="538"/>
                  </a:cubicBezTo>
                  <a:cubicBezTo>
                    <a:pt x="4082" y="560"/>
                    <a:pt x="4156" y="625"/>
                    <a:pt x="4251" y="688"/>
                  </a:cubicBezTo>
                  <a:cubicBezTo>
                    <a:pt x="4461" y="827"/>
                    <a:pt x="4738" y="1123"/>
                    <a:pt x="4904" y="1386"/>
                  </a:cubicBezTo>
                  <a:cubicBezTo>
                    <a:pt x="5121" y="1729"/>
                    <a:pt x="5205" y="1998"/>
                    <a:pt x="5231" y="2442"/>
                  </a:cubicBezTo>
                  <a:cubicBezTo>
                    <a:pt x="5302" y="3605"/>
                    <a:pt x="4620" y="4546"/>
                    <a:pt x="3477" y="4863"/>
                  </a:cubicBezTo>
                  <a:cubicBezTo>
                    <a:pt x="3278" y="4918"/>
                    <a:pt x="3089" y="4946"/>
                    <a:pt x="2901" y="4946"/>
                  </a:cubicBezTo>
                  <a:cubicBezTo>
                    <a:pt x="2571" y="4946"/>
                    <a:pt x="2246" y="4860"/>
                    <a:pt x="1888" y="4684"/>
                  </a:cubicBezTo>
                  <a:cubicBezTo>
                    <a:pt x="1079" y="4286"/>
                    <a:pt x="562" y="3449"/>
                    <a:pt x="582" y="2574"/>
                  </a:cubicBezTo>
                  <a:cubicBezTo>
                    <a:pt x="597" y="1970"/>
                    <a:pt x="829" y="1393"/>
                    <a:pt x="1216" y="1000"/>
                  </a:cubicBezTo>
                  <a:cubicBezTo>
                    <a:pt x="1633" y="575"/>
                    <a:pt x="2064" y="369"/>
                    <a:pt x="2747" y="268"/>
                  </a:cubicBezTo>
                  <a:cubicBezTo>
                    <a:pt x="2804" y="260"/>
                    <a:pt x="2865" y="249"/>
                    <a:pt x="2878" y="246"/>
                  </a:cubicBezTo>
                  <a:cubicBezTo>
                    <a:pt x="2879" y="246"/>
                    <a:pt x="2881" y="246"/>
                    <a:pt x="2884" y="246"/>
                  </a:cubicBezTo>
                  <a:close/>
                  <a:moveTo>
                    <a:pt x="3583" y="7930"/>
                  </a:moveTo>
                  <a:cubicBezTo>
                    <a:pt x="3585" y="7930"/>
                    <a:pt x="3588" y="7931"/>
                    <a:pt x="3590" y="7934"/>
                  </a:cubicBezTo>
                  <a:cubicBezTo>
                    <a:pt x="3604" y="7948"/>
                    <a:pt x="3607" y="7988"/>
                    <a:pt x="3595" y="8017"/>
                  </a:cubicBezTo>
                  <a:cubicBezTo>
                    <a:pt x="3589" y="8029"/>
                    <a:pt x="3584" y="8036"/>
                    <a:pt x="3580" y="8036"/>
                  </a:cubicBezTo>
                  <a:cubicBezTo>
                    <a:pt x="3574" y="8036"/>
                    <a:pt x="3569" y="8020"/>
                    <a:pt x="3568" y="7990"/>
                  </a:cubicBezTo>
                  <a:cubicBezTo>
                    <a:pt x="3566" y="7953"/>
                    <a:pt x="3573" y="7930"/>
                    <a:pt x="3583" y="7930"/>
                  </a:cubicBezTo>
                  <a:close/>
                  <a:moveTo>
                    <a:pt x="1587" y="4866"/>
                  </a:moveTo>
                  <a:lnTo>
                    <a:pt x="1810" y="4969"/>
                  </a:lnTo>
                  <a:cubicBezTo>
                    <a:pt x="1930" y="5025"/>
                    <a:pt x="2148" y="5102"/>
                    <a:pt x="2288" y="5138"/>
                  </a:cubicBezTo>
                  <a:cubicBezTo>
                    <a:pt x="2426" y="5173"/>
                    <a:pt x="2587" y="5203"/>
                    <a:pt x="2646" y="5203"/>
                  </a:cubicBezTo>
                  <a:cubicBezTo>
                    <a:pt x="2647" y="5203"/>
                    <a:pt x="2648" y="5203"/>
                    <a:pt x="2649" y="5203"/>
                  </a:cubicBezTo>
                  <a:cubicBezTo>
                    <a:pt x="2736" y="5203"/>
                    <a:pt x="2751" y="5220"/>
                    <a:pt x="2729" y="5300"/>
                  </a:cubicBezTo>
                  <a:cubicBezTo>
                    <a:pt x="2717" y="5352"/>
                    <a:pt x="2685" y="5534"/>
                    <a:pt x="2660" y="5698"/>
                  </a:cubicBezTo>
                  <a:cubicBezTo>
                    <a:pt x="2635" y="5863"/>
                    <a:pt x="2586" y="6079"/>
                    <a:pt x="2552" y="6173"/>
                  </a:cubicBezTo>
                  <a:cubicBezTo>
                    <a:pt x="2484" y="6365"/>
                    <a:pt x="2331" y="7172"/>
                    <a:pt x="2298" y="7525"/>
                  </a:cubicBezTo>
                  <a:cubicBezTo>
                    <a:pt x="2269" y="7824"/>
                    <a:pt x="2055" y="8675"/>
                    <a:pt x="2008" y="8675"/>
                  </a:cubicBezTo>
                  <a:cubicBezTo>
                    <a:pt x="2008" y="8675"/>
                    <a:pt x="2007" y="8675"/>
                    <a:pt x="2006" y="8675"/>
                  </a:cubicBezTo>
                  <a:cubicBezTo>
                    <a:pt x="1988" y="8664"/>
                    <a:pt x="1933" y="8524"/>
                    <a:pt x="1881" y="8364"/>
                  </a:cubicBezTo>
                  <a:cubicBezTo>
                    <a:pt x="1831" y="8204"/>
                    <a:pt x="1763" y="8013"/>
                    <a:pt x="1732" y="7942"/>
                  </a:cubicBezTo>
                  <a:cubicBezTo>
                    <a:pt x="1701" y="7872"/>
                    <a:pt x="1650" y="7739"/>
                    <a:pt x="1623" y="7652"/>
                  </a:cubicBezTo>
                  <a:cubicBezTo>
                    <a:pt x="1577" y="7509"/>
                    <a:pt x="1490" y="7422"/>
                    <a:pt x="1399" y="7422"/>
                  </a:cubicBezTo>
                  <a:cubicBezTo>
                    <a:pt x="1381" y="7422"/>
                    <a:pt x="1363" y="7425"/>
                    <a:pt x="1345" y="7432"/>
                  </a:cubicBezTo>
                  <a:cubicBezTo>
                    <a:pt x="1307" y="7447"/>
                    <a:pt x="1099" y="7723"/>
                    <a:pt x="882" y="8047"/>
                  </a:cubicBezTo>
                  <a:cubicBezTo>
                    <a:pt x="666" y="8371"/>
                    <a:pt x="481" y="8644"/>
                    <a:pt x="470" y="8654"/>
                  </a:cubicBezTo>
                  <a:cubicBezTo>
                    <a:pt x="469" y="8655"/>
                    <a:pt x="468" y="8656"/>
                    <a:pt x="468" y="8656"/>
                  </a:cubicBezTo>
                  <a:cubicBezTo>
                    <a:pt x="438" y="8656"/>
                    <a:pt x="673" y="7762"/>
                    <a:pt x="724" y="7681"/>
                  </a:cubicBezTo>
                  <a:cubicBezTo>
                    <a:pt x="740" y="7657"/>
                    <a:pt x="813" y="7414"/>
                    <a:pt x="885" y="7143"/>
                  </a:cubicBezTo>
                  <a:cubicBezTo>
                    <a:pt x="1061" y="6481"/>
                    <a:pt x="1340" y="5552"/>
                    <a:pt x="1476" y="5175"/>
                  </a:cubicBezTo>
                  <a:lnTo>
                    <a:pt x="1587" y="4866"/>
                  </a:lnTo>
                  <a:close/>
                  <a:moveTo>
                    <a:pt x="4255" y="4862"/>
                  </a:moveTo>
                  <a:cubicBezTo>
                    <a:pt x="4266" y="4862"/>
                    <a:pt x="4345" y="5088"/>
                    <a:pt x="4431" y="5366"/>
                  </a:cubicBezTo>
                  <a:cubicBezTo>
                    <a:pt x="4517" y="5645"/>
                    <a:pt x="4616" y="5990"/>
                    <a:pt x="4651" y="6132"/>
                  </a:cubicBezTo>
                  <a:cubicBezTo>
                    <a:pt x="4765" y="6589"/>
                    <a:pt x="4943" y="7192"/>
                    <a:pt x="5161" y="7857"/>
                  </a:cubicBezTo>
                  <a:cubicBezTo>
                    <a:pt x="5276" y="8211"/>
                    <a:pt x="5367" y="8508"/>
                    <a:pt x="5360" y="8515"/>
                  </a:cubicBezTo>
                  <a:cubicBezTo>
                    <a:pt x="5359" y="8516"/>
                    <a:pt x="5358" y="8516"/>
                    <a:pt x="5357" y="8516"/>
                  </a:cubicBezTo>
                  <a:cubicBezTo>
                    <a:pt x="5312" y="8516"/>
                    <a:pt x="4841" y="8174"/>
                    <a:pt x="4661" y="8010"/>
                  </a:cubicBezTo>
                  <a:cubicBezTo>
                    <a:pt x="4455" y="7822"/>
                    <a:pt x="4325" y="7722"/>
                    <a:pt x="4237" y="7722"/>
                  </a:cubicBezTo>
                  <a:cubicBezTo>
                    <a:pt x="4128" y="7722"/>
                    <a:pt x="4084" y="7878"/>
                    <a:pt x="4039" y="8211"/>
                  </a:cubicBezTo>
                  <a:cubicBezTo>
                    <a:pt x="4008" y="8445"/>
                    <a:pt x="3970" y="8660"/>
                    <a:pt x="3953" y="8692"/>
                  </a:cubicBezTo>
                  <a:cubicBezTo>
                    <a:pt x="3950" y="8697"/>
                    <a:pt x="3946" y="8700"/>
                    <a:pt x="3942" y="8700"/>
                  </a:cubicBezTo>
                  <a:cubicBezTo>
                    <a:pt x="3901" y="8700"/>
                    <a:pt x="3811" y="8407"/>
                    <a:pt x="3736" y="8018"/>
                  </a:cubicBezTo>
                  <a:cubicBezTo>
                    <a:pt x="3707" y="7870"/>
                    <a:pt x="3671" y="7746"/>
                    <a:pt x="3657" y="7746"/>
                  </a:cubicBezTo>
                  <a:cubicBezTo>
                    <a:pt x="3642" y="7746"/>
                    <a:pt x="3625" y="7650"/>
                    <a:pt x="3619" y="7535"/>
                  </a:cubicBezTo>
                  <a:cubicBezTo>
                    <a:pt x="3614" y="7420"/>
                    <a:pt x="3580" y="7252"/>
                    <a:pt x="3543" y="7165"/>
                  </a:cubicBezTo>
                  <a:cubicBezTo>
                    <a:pt x="3507" y="7079"/>
                    <a:pt x="3489" y="6989"/>
                    <a:pt x="3503" y="6966"/>
                  </a:cubicBezTo>
                  <a:cubicBezTo>
                    <a:pt x="3516" y="6943"/>
                    <a:pt x="3499" y="6880"/>
                    <a:pt x="3461" y="6822"/>
                  </a:cubicBezTo>
                  <a:cubicBezTo>
                    <a:pt x="3425" y="6766"/>
                    <a:pt x="3375" y="6598"/>
                    <a:pt x="3348" y="6446"/>
                  </a:cubicBezTo>
                  <a:cubicBezTo>
                    <a:pt x="3322" y="6295"/>
                    <a:pt x="3257" y="5961"/>
                    <a:pt x="3203" y="5698"/>
                  </a:cubicBezTo>
                  <a:lnTo>
                    <a:pt x="3104" y="5224"/>
                  </a:lnTo>
                  <a:lnTo>
                    <a:pt x="3390" y="5175"/>
                  </a:lnTo>
                  <a:cubicBezTo>
                    <a:pt x="3546" y="5148"/>
                    <a:pt x="3802" y="5067"/>
                    <a:pt x="3955" y="4995"/>
                  </a:cubicBezTo>
                  <a:cubicBezTo>
                    <a:pt x="4106" y="4925"/>
                    <a:pt x="4243" y="4865"/>
                    <a:pt x="4255" y="4862"/>
                  </a:cubicBezTo>
                  <a:cubicBezTo>
                    <a:pt x="4255" y="4862"/>
                    <a:pt x="4255" y="4862"/>
                    <a:pt x="4255" y="4862"/>
                  </a:cubicBezTo>
                  <a:close/>
                  <a:moveTo>
                    <a:pt x="2839" y="0"/>
                  </a:moveTo>
                  <a:cubicBezTo>
                    <a:pt x="2717" y="0"/>
                    <a:pt x="2599" y="8"/>
                    <a:pt x="2491" y="26"/>
                  </a:cubicBezTo>
                  <a:cubicBezTo>
                    <a:pt x="2364" y="46"/>
                    <a:pt x="2217" y="81"/>
                    <a:pt x="2168" y="104"/>
                  </a:cubicBezTo>
                  <a:cubicBezTo>
                    <a:pt x="2116" y="127"/>
                    <a:pt x="1987" y="177"/>
                    <a:pt x="1872" y="218"/>
                  </a:cubicBezTo>
                  <a:cubicBezTo>
                    <a:pt x="1420" y="378"/>
                    <a:pt x="835" y="930"/>
                    <a:pt x="596" y="1419"/>
                  </a:cubicBezTo>
                  <a:cubicBezTo>
                    <a:pt x="384" y="1856"/>
                    <a:pt x="315" y="2155"/>
                    <a:pt x="317" y="2636"/>
                  </a:cubicBezTo>
                  <a:cubicBezTo>
                    <a:pt x="320" y="3355"/>
                    <a:pt x="562" y="3927"/>
                    <a:pt x="1094" y="4476"/>
                  </a:cubicBezTo>
                  <a:lnTo>
                    <a:pt x="1333" y="4722"/>
                  </a:lnTo>
                  <a:lnTo>
                    <a:pt x="1237" y="5015"/>
                  </a:lnTo>
                  <a:cubicBezTo>
                    <a:pt x="1146" y="5289"/>
                    <a:pt x="848" y="6259"/>
                    <a:pt x="690" y="6793"/>
                  </a:cubicBezTo>
                  <a:cubicBezTo>
                    <a:pt x="653" y="6921"/>
                    <a:pt x="616" y="7065"/>
                    <a:pt x="610" y="7116"/>
                  </a:cubicBezTo>
                  <a:cubicBezTo>
                    <a:pt x="604" y="7165"/>
                    <a:pt x="586" y="7239"/>
                    <a:pt x="575" y="7274"/>
                  </a:cubicBezTo>
                  <a:cubicBezTo>
                    <a:pt x="562" y="7310"/>
                    <a:pt x="492" y="7541"/>
                    <a:pt x="417" y="7792"/>
                  </a:cubicBezTo>
                  <a:cubicBezTo>
                    <a:pt x="25" y="9103"/>
                    <a:pt x="0" y="9266"/>
                    <a:pt x="190" y="9294"/>
                  </a:cubicBezTo>
                  <a:cubicBezTo>
                    <a:pt x="198" y="9295"/>
                    <a:pt x="206" y="9296"/>
                    <a:pt x="215" y="9296"/>
                  </a:cubicBezTo>
                  <a:cubicBezTo>
                    <a:pt x="265" y="9296"/>
                    <a:pt x="327" y="9278"/>
                    <a:pt x="359" y="9252"/>
                  </a:cubicBezTo>
                  <a:cubicBezTo>
                    <a:pt x="490" y="9145"/>
                    <a:pt x="935" y="8510"/>
                    <a:pt x="935" y="8429"/>
                  </a:cubicBezTo>
                  <a:cubicBezTo>
                    <a:pt x="935" y="8388"/>
                    <a:pt x="950" y="8351"/>
                    <a:pt x="967" y="8351"/>
                  </a:cubicBezTo>
                  <a:cubicBezTo>
                    <a:pt x="1029" y="8351"/>
                    <a:pt x="1325" y="7917"/>
                    <a:pt x="1295" y="7870"/>
                  </a:cubicBezTo>
                  <a:cubicBezTo>
                    <a:pt x="1282" y="7849"/>
                    <a:pt x="1293" y="7838"/>
                    <a:pt x="1319" y="7838"/>
                  </a:cubicBezTo>
                  <a:cubicBezTo>
                    <a:pt x="1327" y="7838"/>
                    <a:pt x="1335" y="7838"/>
                    <a:pt x="1345" y="7840"/>
                  </a:cubicBezTo>
                  <a:cubicBezTo>
                    <a:pt x="1430" y="7857"/>
                    <a:pt x="1700" y="8565"/>
                    <a:pt x="1794" y="9017"/>
                  </a:cubicBezTo>
                  <a:cubicBezTo>
                    <a:pt x="1843" y="9252"/>
                    <a:pt x="1901" y="9362"/>
                    <a:pt x="1984" y="9362"/>
                  </a:cubicBezTo>
                  <a:cubicBezTo>
                    <a:pt x="2009" y="9362"/>
                    <a:pt x="2037" y="9351"/>
                    <a:pt x="2068" y="9331"/>
                  </a:cubicBezTo>
                  <a:cubicBezTo>
                    <a:pt x="2217" y="9233"/>
                    <a:pt x="2365" y="8671"/>
                    <a:pt x="2576" y="7406"/>
                  </a:cubicBezTo>
                  <a:cubicBezTo>
                    <a:pt x="2645" y="6991"/>
                    <a:pt x="2740" y="6523"/>
                    <a:pt x="2788" y="6368"/>
                  </a:cubicBezTo>
                  <a:cubicBezTo>
                    <a:pt x="2835" y="6212"/>
                    <a:pt x="2887" y="6030"/>
                    <a:pt x="2903" y="5959"/>
                  </a:cubicBezTo>
                  <a:lnTo>
                    <a:pt x="2931" y="5832"/>
                  </a:lnTo>
                  <a:lnTo>
                    <a:pt x="2989" y="5996"/>
                  </a:lnTo>
                  <a:cubicBezTo>
                    <a:pt x="3020" y="6086"/>
                    <a:pt x="3057" y="6259"/>
                    <a:pt x="3071" y="6379"/>
                  </a:cubicBezTo>
                  <a:cubicBezTo>
                    <a:pt x="3085" y="6497"/>
                    <a:pt x="3124" y="6667"/>
                    <a:pt x="3157" y="6753"/>
                  </a:cubicBezTo>
                  <a:cubicBezTo>
                    <a:pt x="3214" y="6902"/>
                    <a:pt x="3323" y="7352"/>
                    <a:pt x="3432" y="7899"/>
                  </a:cubicBezTo>
                  <a:cubicBezTo>
                    <a:pt x="3539" y="8425"/>
                    <a:pt x="3577" y="8591"/>
                    <a:pt x="3608" y="8655"/>
                  </a:cubicBezTo>
                  <a:cubicBezTo>
                    <a:pt x="3624" y="8691"/>
                    <a:pt x="3683" y="8865"/>
                    <a:pt x="3739" y="9037"/>
                  </a:cubicBezTo>
                  <a:cubicBezTo>
                    <a:pt x="3842" y="9362"/>
                    <a:pt x="3912" y="9473"/>
                    <a:pt x="4017" y="9473"/>
                  </a:cubicBezTo>
                  <a:cubicBezTo>
                    <a:pt x="4121" y="9473"/>
                    <a:pt x="4171" y="9317"/>
                    <a:pt x="4234" y="8778"/>
                  </a:cubicBezTo>
                  <a:cubicBezTo>
                    <a:pt x="4286" y="8335"/>
                    <a:pt x="4296" y="8163"/>
                    <a:pt x="4379" y="8163"/>
                  </a:cubicBezTo>
                  <a:cubicBezTo>
                    <a:pt x="4437" y="8163"/>
                    <a:pt x="4530" y="8247"/>
                    <a:pt x="4698" y="8381"/>
                  </a:cubicBezTo>
                  <a:cubicBezTo>
                    <a:pt x="4892" y="8535"/>
                    <a:pt x="5082" y="8685"/>
                    <a:pt x="5117" y="8712"/>
                  </a:cubicBezTo>
                  <a:cubicBezTo>
                    <a:pt x="5153" y="8740"/>
                    <a:pt x="5270" y="8836"/>
                    <a:pt x="5372" y="8924"/>
                  </a:cubicBezTo>
                  <a:cubicBezTo>
                    <a:pt x="5497" y="9030"/>
                    <a:pt x="5569" y="9081"/>
                    <a:pt x="5624" y="9081"/>
                  </a:cubicBezTo>
                  <a:cubicBezTo>
                    <a:pt x="5669" y="9081"/>
                    <a:pt x="5703" y="9047"/>
                    <a:pt x="5745" y="8983"/>
                  </a:cubicBezTo>
                  <a:cubicBezTo>
                    <a:pt x="5813" y="8882"/>
                    <a:pt x="5805" y="8845"/>
                    <a:pt x="5554" y="8129"/>
                  </a:cubicBezTo>
                  <a:cubicBezTo>
                    <a:pt x="5307" y="7422"/>
                    <a:pt x="5166" y="6971"/>
                    <a:pt x="4918" y="6087"/>
                  </a:cubicBezTo>
                  <a:cubicBezTo>
                    <a:pt x="4859" y="5875"/>
                    <a:pt x="4753" y="5507"/>
                    <a:pt x="4684" y="5273"/>
                  </a:cubicBezTo>
                  <a:cubicBezTo>
                    <a:pt x="4615" y="5039"/>
                    <a:pt x="4558" y="4805"/>
                    <a:pt x="4558" y="4755"/>
                  </a:cubicBezTo>
                  <a:cubicBezTo>
                    <a:pt x="4558" y="4705"/>
                    <a:pt x="4671" y="4546"/>
                    <a:pt x="4808" y="4398"/>
                  </a:cubicBezTo>
                  <a:cubicBezTo>
                    <a:pt x="5067" y="4122"/>
                    <a:pt x="5372" y="3576"/>
                    <a:pt x="5469" y="3219"/>
                  </a:cubicBezTo>
                  <a:cubicBezTo>
                    <a:pt x="5497" y="3112"/>
                    <a:pt x="5520" y="2832"/>
                    <a:pt x="5520" y="2594"/>
                  </a:cubicBezTo>
                  <a:cubicBezTo>
                    <a:pt x="5520" y="1953"/>
                    <a:pt x="5328" y="1428"/>
                    <a:pt x="4899" y="901"/>
                  </a:cubicBezTo>
                  <a:cubicBezTo>
                    <a:pt x="4713" y="672"/>
                    <a:pt x="4275" y="346"/>
                    <a:pt x="3995" y="228"/>
                  </a:cubicBezTo>
                  <a:cubicBezTo>
                    <a:pt x="3650" y="82"/>
                    <a:pt x="3221" y="0"/>
                    <a:pt x="2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16"/>
            <p:cNvSpPr/>
            <p:nvPr/>
          </p:nvSpPr>
          <p:spPr>
            <a:xfrm>
              <a:off x="3795250" y="1728225"/>
              <a:ext cx="95600" cy="89950"/>
            </a:xfrm>
            <a:custGeom>
              <a:rect b="b" l="l" r="r" t="t"/>
              <a:pathLst>
                <a:path extrusionOk="0" h="3598" w="3824">
                  <a:moveTo>
                    <a:pt x="1805" y="267"/>
                  </a:moveTo>
                  <a:cubicBezTo>
                    <a:pt x="1986" y="267"/>
                    <a:pt x="2168" y="302"/>
                    <a:pt x="2301" y="372"/>
                  </a:cubicBezTo>
                  <a:cubicBezTo>
                    <a:pt x="2385" y="416"/>
                    <a:pt x="2523" y="474"/>
                    <a:pt x="2610" y="502"/>
                  </a:cubicBezTo>
                  <a:cubicBezTo>
                    <a:pt x="2814" y="571"/>
                    <a:pt x="3227" y="1001"/>
                    <a:pt x="3348" y="1272"/>
                  </a:cubicBezTo>
                  <a:cubicBezTo>
                    <a:pt x="3597" y="1835"/>
                    <a:pt x="3372" y="2544"/>
                    <a:pt x="2819" y="2942"/>
                  </a:cubicBezTo>
                  <a:cubicBezTo>
                    <a:pt x="2396" y="3246"/>
                    <a:pt x="2273" y="3290"/>
                    <a:pt x="1850" y="3290"/>
                  </a:cubicBezTo>
                  <a:cubicBezTo>
                    <a:pt x="1492" y="3290"/>
                    <a:pt x="1443" y="3280"/>
                    <a:pt x="1196" y="3147"/>
                  </a:cubicBezTo>
                  <a:cubicBezTo>
                    <a:pt x="892" y="2984"/>
                    <a:pt x="485" y="2595"/>
                    <a:pt x="375" y="2366"/>
                  </a:cubicBezTo>
                  <a:cubicBezTo>
                    <a:pt x="213" y="2026"/>
                    <a:pt x="258" y="1568"/>
                    <a:pt x="497" y="1125"/>
                  </a:cubicBezTo>
                  <a:cubicBezTo>
                    <a:pt x="711" y="726"/>
                    <a:pt x="983" y="490"/>
                    <a:pt x="1410" y="331"/>
                  </a:cubicBezTo>
                  <a:cubicBezTo>
                    <a:pt x="1526" y="288"/>
                    <a:pt x="1665" y="267"/>
                    <a:pt x="1805" y="267"/>
                  </a:cubicBezTo>
                  <a:close/>
                  <a:moveTo>
                    <a:pt x="1655" y="1"/>
                  </a:moveTo>
                  <a:cubicBezTo>
                    <a:pt x="1501" y="1"/>
                    <a:pt x="1415" y="24"/>
                    <a:pt x="1261" y="89"/>
                  </a:cubicBezTo>
                  <a:cubicBezTo>
                    <a:pt x="843" y="266"/>
                    <a:pt x="660" y="409"/>
                    <a:pt x="364" y="792"/>
                  </a:cubicBezTo>
                  <a:cubicBezTo>
                    <a:pt x="166" y="1048"/>
                    <a:pt x="6" y="1564"/>
                    <a:pt x="3" y="1955"/>
                  </a:cubicBezTo>
                  <a:cubicBezTo>
                    <a:pt x="1" y="2205"/>
                    <a:pt x="20" y="2292"/>
                    <a:pt x="120" y="2476"/>
                  </a:cubicBezTo>
                  <a:cubicBezTo>
                    <a:pt x="254" y="2723"/>
                    <a:pt x="656" y="3164"/>
                    <a:pt x="805" y="3228"/>
                  </a:cubicBezTo>
                  <a:cubicBezTo>
                    <a:pt x="858" y="3252"/>
                    <a:pt x="949" y="3309"/>
                    <a:pt x="1010" y="3358"/>
                  </a:cubicBezTo>
                  <a:cubicBezTo>
                    <a:pt x="1072" y="3407"/>
                    <a:pt x="1149" y="3451"/>
                    <a:pt x="1183" y="3457"/>
                  </a:cubicBezTo>
                  <a:cubicBezTo>
                    <a:pt x="1217" y="3462"/>
                    <a:pt x="1266" y="3479"/>
                    <a:pt x="1288" y="3493"/>
                  </a:cubicBezTo>
                  <a:cubicBezTo>
                    <a:pt x="1312" y="3508"/>
                    <a:pt x="1438" y="3542"/>
                    <a:pt x="1570" y="3569"/>
                  </a:cubicBezTo>
                  <a:cubicBezTo>
                    <a:pt x="1664" y="3588"/>
                    <a:pt x="1759" y="3598"/>
                    <a:pt x="1854" y="3598"/>
                  </a:cubicBezTo>
                  <a:cubicBezTo>
                    <a:pt x="2285" y="3598"/>
                    <a:pt x="2730" y="3406"/>
                    <a:pt x="3151" y="3034"/>
                  </a:cubicBezTo>
                  <a:cubicBezTo>
                    <a:pt x="3586" y="2652"/>
                    <a:pt x="3823" y="1930"/>
                    <a:pt x="3691" y="1401"/>
                  </a:cubicBezTo>
                  <a:cubicBezTo>
                    <a:pt x="3583" y="969"/>
                    <a:pt x="3144" y="416"/>
                    <a:pt x="2786" y="261"/>
                  </a:cubicBezTo>
                  <a:cubicBezTo>
                    <a:pt x="2387" y="88"/>
                    <a:pt x="2172" y="30"/>
                    <a:pt x="1849" y="9"/>
                  </a:cubicBezTo>
                  <a:cubicBezTo>
                    <a:pt x="1772" y="4"/>
                    <a:pt x="1709" y="1"/>
                    <a:pt x="1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16"/>
            <p:cNvSpPr/>
            <p:nvPr/>
          </p:nvSpPr>
          <p:spPr>
            <a:xfrm>
              <a:off x="3811825" y="1747625"/>
              <a:ext cx="60150" cy="47250"/>
            </a:xfrm>
            <a:custGeom>
              <a:rect b="b" l="l" r="r" t="t"/>
              <a:pathLst>
                <a:path extrusionOk="0" h="1890" w="2406">
                  <a:moveTo>
                    <a:pt x="1076" y="817"/>
                  </a:moveTo>
                  <a:cubicBezTo>
                    <a:pt x="1107" y="817"/>
                    <a:pt x="1143" y="819"/>
                    <a:pt x="1186" y="821"/>
                  </a:cubicBezTo>
                  <a:cubicBezTo>
                    <a:pt x="1371" y="832"/>
                    <a:pt x="1404" y="847"/>
                    <a:pt x="1404" y="919"/>
                  </a:cubicBezTo>
                  <a:cubicBezTo>
                    <a:pt x="1404" y="994"/>
                    <a:pt x="1370" y="1008"/>
                    <a:pt x="1155" y="1019"/>
                  </a:cubicBezTo>
                  <a:cubicBezTo>
                    <a:pt x="1107" y="1021"/>
                    <a:pt x="1068" y="1023"/>
                    <a:pt x="1037" y="1023"/>
                  </a:cubicBezTo>
                  <a:cubicBezTo>
                    <a:pt x="926" y="1023"/>
                    <a:pt x="907" y="1005"/>
                    <a:pt x="907" y="948"/>
                  </a:cubicBezTo>
                  <a:cubicBezTo>
                    <a:pt x="907" y="848"/>
                    <a:pt x="934" y="817"/>
                    <a:pt x="1076" y="817"/>
                  </a:cubicBezTo>
                  <a:close/>
                  <a:moveTo>
                    <a:pt x="1016" y="0"/>
                  </a:moveTo>
                  <a:cubicBezTo>
                    <a:pt x="977" y="0"/>
                    <a:pt x="934" y="30"/>
                    <a:pt x="911" y="73"/>
                  </a:cubicBezTo>
                  <a:cubicBezTo>
                    <a:pt x="885" y="122"/>
                    <a:pt x="865" y="190"/>
                    <a:pt x="865" y="229"/>
                  </a:cubicBezTo>
                  <a:cubicBezTo>
                    <a:pt x="865" y="268"/>
                    <a:pt x="836" y="354"/>
                    <a:pt x="798" y="425"/>
                  </a:cubicBezTo>
                  <a:cubicBezTo>
                    <a:pt x="734" y="543"/>
                    <a:pt x="716" y="550"/>
                    <a:pt x="457" y="550"/>
                  </a:cubicBezTo>
                  <a:cubicBezTo>
                    <a:pt x="256" y="550"/>
                    <a:pt x="178" y="566"/>
                    <a:pt x="160" y="612"/>
                  </a:cubicBezTo>
                  <a:cubicBezTo>
                    <a:pt x="118" y="725"/>
                    <a:pt x="253" y="808"/>
                    <a:pt x="480" y="808"/>
                  </a:cubicBezTo>
                  <a:cubicBezTo>
                    <a:pt x="681" y="808"/>
                    <a:pt x="688" y="813"/>
                    <a:pt x="652" y="908"/>
                  </a:cubicBezTo>
                  <a:cubicBezTo>
                    <a:pt x="621" y="991"/>
                    <a:pt x="582" y="1007"/>
                    <a:pt x="406" y="1009"/>
                  </a:cubicBezTo>
                  <a:cubicBezTo>
                    <a:pt x="135" y="1012"/>
                    <a:pt x="0" y="1081"/>
                    <a:pt x="31" y="1199"/>
                  </a:cubicBezTo>
                  <a:cubicBezTo>
                    <a:pt x="49" y="1269"/>
                    <a:pt x="72" y="1289"/>
                    <a:pt x="220" y="1289"/>
                  </a:cubicBezTo>
                  <a:cubicBezTo>
                    <a:pt x="262" y="1289"/>
                    <a:pt x="315" y="1287"/>
                    <a:pt x="382" y="1285"/>
                  </a:cubicBezTo>
                  <a:cubicBezTo>
                    <a:pt x="408" y="1284"/>
                    <a:pt x="432" y="1283"/>
                    <a:pt x="451" y="1283"/>
                  </a:cubicBezTo>
                  <a:cubicBezTo>
                    <a:pt x="551" y="1283"/>
                    <a:pt x="564" y="1299"/>
                    <a:pt x="546" y="1355"/>
                  </a:cubicBezTo>
                  <a:cubicBezTo>
                    <a:pt x="508" y="1482"/>
                    <a:pt x="499" y="1782"/>
                    <a:pt x="532" y="1836"/>
                  </a:cubicBezTo>
                  <a:cubicBezTo>
                    <a:pt x="551" y="1867"/>
                    <a:pt x="603" y="1889"/>
                    <a:pt x="652" y="1889"/>
                  </a:cubicBezTo>
                  <a:cubicBezTo>
                    <a:pt x="749" y="1889"/>
                    <a:pt x="821" y="1738"/>
                    <a:pt x="821" y="1532"/>
                  </a:cubicBezTo>
                  <a:cubicBezTo>
                    <a:pt x="821" y="1454"/>
                    <a:pt x="835" y="1370"/>
                    <a:pt x="853" y="1344"/>
                  </a:cubicBezTo>
                  <a:cubicBezTo>
                    <a:pt x="876" y="1308"/>
                    <a:pt x="1054" y="1276"/>
                    <a:pt x="1201" y="1276"/>
                  </a:cubicBezTo>
                  <a:cubicBezTo>
                    <a:pt x="1231" y="1276"/>
                    <a:pt x="1260" y="1278"/>
                    <a:pt x="1285" y="1281"/>
                  </a:cubicBezTo>
                  <a:cubicBezTo>
                    <a:pt x="1350" y="1288"/>
                    <a:pt x="1358" y="1483"/>
                    <a:pt x="1294" y="1523"/>
                  </a:cubicBezTo>
                  <a:cubicBezTo>
                    <a:pt x="1270" y="1537"/>
                    <a:pt x="1252" y="1614"/>
                    <a:pt x="1252" y="1696"/>
                  </a:cubicBezTo>
                  <a:cubicBezTo>
                    <a:pt x="1252" y="1827"/>
                    <a:pt x="1264" y="1845"/>
                    <a:pt x="1359" y="1845"/>
                  </a:cubicBezTo>
                  <a:cubicBezTo>
                    <a:pt x="1483" y="1845"/>
                    <a:pt x="1504" y="1807"/>
                    <a:pt x="1546" y="1516"/>
                  </a:cubicBezTo>
                  <a:cubicBezTo>
                    <a:pt x="1577" y="1306"/>
                    <a:pt x="1577" y="1306"/>
                    <a:pt x="1749" y="1301"/>
                  </a:cubicBezTo>
                  <a:cubicBezTo>
                    <a:pt x="2062" y="1290"/>
                    <a:pt x="2074" y="1286"/>
                    <a:pt x="2074" y="1199"/>
                  </a:cubicBezTo>
                  <a:cubicBezTo>
                    <a:pt x="2074" y="1127"/>
                    <a:pt x="1962" y="1031"/>
                    <a:pt x="1883" y="1031"/>
                  </a:cubicBezTo>
                  <a:cubicBezTo>
                    <a:pt x="1878" y="1031"/>
                    <a:pt x="1873" y="1032"/>
                    <a:pt x="1869" y="1033"/>
                  </a:cubicBezTo>
                  <a:cubicBezTo>
                    <a:pt x="1848" y="1036"/>
                    <a:pt x="1828" y="1038"/>
                    <a:pt x="1811" y="1038"/>
                  </a:cubicBezTo>
                  <a:cubicBezTo>
                    <a:pt x="1730" y="1038"/>
                    <a:pt x="1684" y="1003"/>
                    <a:pt x="1684" y="941"/>
                  </a:cubicBezTo>
                  <a:cubicBezTo>
                    <a:pt x="1684" y="862"/>
                    <a:pt x="1713" y="854"/>
                    <a:pt x="2004" y="854"/>
                  </a:cubicBezTo>
                  <a:cubicBezTo>
                    <a:pt x="2349" y="854"/>
                    <a:pt x="2406" y="823"/>
                    <a:pt x="2329" y="681"/>
                  </a:cubicBezTo>
                  <a:cubicBezTo>
                    <a:pt x="2294" y="620"/>
                    <a:pt x="2252" y="597"/>
                    <a:pt x="2157" y="597"/>
                  </a:cubicBezTo>
                  <a:cubicBezTo>
                    <a:pt x="2146" y="597"/>
                    <a:pt x="2135" y="597"/>
                    <a:pt x="2123" y="598"/>
                  </a:cubicBezTo>
                  <a:cubicBezTo>
                    <a:pt x="2036" y="602"/>
                    <a:pt x="1968" y="605"/>
                    <a:pt x="1916" y="605"/>
                  </a:cubicBezTo>
                  <a:cubicBezTo>
                    <a:pt x="1738" y="605"/>
                    <a:pt x="1743" y="568"/>
                    <a:pt x="1761" y="402"/>
                  </a:cubicBezTo>
                  <a:cubicBezTo>
                    <a:pt x="1778" y="250"/>
                    <a:pt x="1767" y="204"/>
                    <a:pt x="1713" y="182"/>
                  </a:cubicBezTo>
                  <a:cubicBezTo>
                    <a:pt x="1697" y="176"/>
                    <a:pt x="1681" y="174"/>
                    <a:pt x="1666" y="174"/>
                  </a:cubicBezTo>
                  <a:cubicBezTo>
                    <a:pt x="1579" y="174"/>
                    <a:pt x="1511" y="270"/>
                    <a:pt x="1511" y="407"/>
                  </a:cubicBezTo>
                  <a:lnTo>
                    <a:pt x="1511" y="550"/>
                  </a:lnTo>
                  <a:lnTo>
                    <a:pt x="1270" y="550"/>
                  </a:lnTo>
                  <a:cubicBezTo>
                    <a:pt x="1041" y="550"/>
                    <a:pt x="1032" y="546"/>
                    <a:pt x="1065" y="452"/>
                  </a:cubicBezTo>
                  <a:cubicBezTo>
                    <a:pt x="1128" y="271"/>
                    <a:pt x="1109" y="17"/>
                    <a:pt x="1030" y="2"/>
                  </a:cubicBezTo>
                  <a:cubicBezTo>
                    <a:pt x="1025" y="1"/>
                    <a:pt x="1021" y="0"/>
                    <a:pt x="1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116"/>
          <p:cNvGrpSpPr/>
          <p:nvPr/>
        </p:nvGrpSpPr>
        <p:grpSpPr>
          <a:xfrm>
            <a:off x="8007950" y="825421"/>
            <a:ext cx="270000" cy="566100"/>
            <a:chOff x="5947650" y="791850"/>
            <a:chExt cx="270000" cy="566100"/>
          </a:xfrm>
        </p:grpSpPr>
        <p:sp>
          <p:nvSpPr>
            <p:cNvPr id="4306" name="Google Shape;4306;p116"/>
            <p:cNvSpPr/>
            <p:nvPr/>
          </p:nvSpPr>
          <p:spPr>
            <a:xfrm>
              <a:off x="5947650" y="791850"/>
              <a:ext cx="270000" cy="566100"/>
            </a:xfrm>
            <a:custGeom>
              <a:rect b="b" l="l" r="r" t="t"/>
              <a:pathLst>
                <a:path extrusionOk="0" h="22644" w="10800">
                  <a:moveTo>
                    <a:pt x="3206" y="2168"/>
                  </a:moveTo>
                  <a:lnTo>
                    <a:pt x="3328" y="2181"/>
                  </a:lnTo>
                  <a:cubicBezTo>
                    <a:pt x="3396" y="2188"/>
                    <a:pt x="3721" y="2298"/>
                    <a:pt x="4054" y="2427"/>
                  </a:cubicBezTo>
                  <a:cubicBezTo>
                    <a:pt x="4382" y="2554"/>
                    <a:pt x="4680" y="2656"/>
                    <a:pt x="4727" y="2656"/>
                  </a:cubicBezTo>
                  <a:cubicBezTo>
                    <a:pt x="4728" y="2656"/>
                    <a:pt x="4729" y="2656"/>
                    <a:pt x="4729" y="2656"/>
                  </a:cubicBezTo>
                  <a:cubicBezTo>
                    <a:pt x="4730" y="2656"/>
                    <a:pt x="4731" y="2655"/>
                    <a:pt x="4733" y="2655"/>
                  </a:cubicBezTo>
                  <a:cubicBezTo>
                    <a:pt x="4780" y="2655"/>
                    <a:pt x="5000" y="2694"/>
                    <a:pt x="5225" y="2742"/>
                  </a:cubicBezTo>
                  <a:cubicBezTo>
                    <a:pt x="5553" y="2813"/>
                    <a:pt x="6000" y="2966"/>
                    <a:pt x="7203" y="3424"/>
                  </a:cubicBezTo>
                  <a:cubicBezTo>
                    <a:pt x="8056" y="3747"/>
                    <a:pt x="8826" y="4051"/>
                    <a:pt x="8912" y="4095"/>
                  </a:cubicBezTo>
                  <a:cubicBezTo>
                    <a:pt x="9074" y="4180"/>
                    <a:pt x="10148" y="4709"/>
                    <a:pt x="10348" y="4803"/>
                  </a:cubicBezTo>
                  <a:cubicBezTo>
                    <a:pt x="10501" y="4874"/>
                    <a:pt x="10486" y="4949"/>
                    <a:pt x="10218" y="5464"/>
                  </a:cubicBezTo>
                  <a:cubicBezTo>
                    <a:pt x="10075" y="5738"/>
                    <a:pt x="10039" y="5839"/>
                    <a:pt x="9902" y="5839"/>
                  </a:cubicBezTo>
                  <a:cubicBezTo>
                    <a:pt x="9813" y="5839"/>
                    <a:pt x="9680" y="5796"/>
                    <a:pt x="9447" y="5729"/>
                  </a:cubicBezTo>
                  <a:lnTo>
                    <a:pt x="9062" y="5620"/>
                  </a:lnTo>
                  <a:lnTo>
                    <a:pt x="9175" y="5313"/>
                  </a:lnTo>
                  <a:cubicBezTo>
                    <a:pt x="9276" y="5040"/>
                    <a:pt x="9280" y="5002"/>
                    <a:pt x="9215" y="4957"/>
                  </a:cubicBezTo>
                  <a:cubicBezTo>
                    <a:pt x="9193" y="4942"/>
                    <a:pt x="9172" y="4934"/>
                    <a:pt x="9150" y="4934"/>
                  </a:cubicBezTo>
                  <a:cubicBezTo>
                    <a:pt x="9075" y="4934"/>
                    <a:pt x="9002" y="5029"/>
                    <a:pt x="8931" y="5222"/>
                  </a:cubicBezTo>
                  <a:cubicBezTo>
                    <a:pt x="8865" y="5396"/>
                    <a:pt x="8824" y="5466"/>
                    <a:pt x="8741" y="5466"/>
                  </a:cubicBezTo>
                  <a:cubicBezTo>
                    <a:pt x="8696" y="5466"/>
                    <a:pt x="8638" y="5446"/>
                    <a:pt x="8557" y="5410"/>
                  </a:cubicBezTo>
                  <a:lnTo>
                    <a:pt x="8366" y="5324"/>
                  </a:lnTo>
                  <a:lnTo>
                    <a:pt x="8447" y="5037"/>
                  </a:lnTo>
                  <a:cubicBezTo>
                    <a:pt x="8507" y="4826"/>
                    <a:pt x="8515" y="4731"/>
                    <a:pt x="8476" y="4681"/>
                  </a:cubicBezTo>
                  <a:cubicBezTo>
                    <a:pt x="8450" y="4648"/>
                    <a:pt x="8427" y="4630"/>
                    <a:pt x="8404" y="4630"/>
                  </a:cubicBezTo>
                  <a:cubicBezTo>
                    <a:pt x="8347" y="4630"/>
                    <a:pt x="8288" y="4744"/>
                    <a:pt x="8181" y="5024"/>
                  </a:cubicBezTo>
                  <a:lnTo>
                    <a:pt x="8090" y="5262"/>
                  </a:lnTo>
                  <a:lnTo>
                    <a:pt x="7666" y="5072"/>
                  </a:lnTo>
                  <a:cubicBezTo>
                    <a:pt x="7432" y="4968"/>
                    <a:pt x="7236" y="4861"/>
                    <a:pt x="7230" y="4833"/>
                  </a:cubicBezTo>
                  <a:cubicBezTo>
                    <a:pt x="7225" y="4805"/>
                    <a:pt x="7246" y="4727"/>
                    <a:pt x="7280" y="4656"/>
                  </a:cubicBezTo>
                  <a:cubicBezTo>
                    <a:pt x="7365" y="4477"/>
                    <a:pt x="7363" y="4381"/>
                    <a:pt x="7276" y="4348"/>
                  </a:cubicBezTo>
                  <a:cubicBezTo>
                    <a:pt x="7256" y="4340"/>
                    <a:pt x="7237" y="4336"/>
                    <a:pt x="7220" y="4336"/>
                  </a:cubicBezTo>
                  <a:cubicBezTo>
                    <a:pt x="7154" y="4336"/>
                    <a:pt x="7106" y="4395"/>
                    <a:pt x="7029" y="4551"/>
                  </a:cubicBezTo>
                  <a:cubicBezTo>
                    <a:pt x="6984" y="4639"/>
                    <a:pt x="6945" y="4712"/>
                    <a:pt x="6939" y="4714"/>
                  </a:cubicBezTo>
                  <a:cubicBezTo>
                    <a:pt x="6939" y="4714"/>
                    <a:pt x="6939" y="4714"/>
                    <a:pt x="6939" y="4714"/>
                  </a:cubicBezTo>
                  <a:cubicBezTo>
                    <a:pt x="6926" y="4714"/>
                    <a:pt x="6802" y="4659"/>
                    <a:pt x="6657" y="4589"/>
                  </a:cubicBezTo>
                  <a:lnTo>
                    <a:pt x="6385" y="4458"/>
                  </a:lnTo>
                  <a:lnTo>
                    <a:pt x="6466" y="4177"/>
                  </a:lnTo>
                  <a:cubicBezTo>
                    <a:pt x="6541" y="3918"/>
                    <a:pt x="6516" y="3784"/>
                    <a:pt x="6450" y="3784"/>
                  </a:cubicBezTo>
                  <a:cubicBezTo>
                    <a:pt x="6390" y="3784"/>
                    <a:pt x="6295" y="3895"/>
                    <a:pt x="6210" y="4127"/>
                  </a:cubicBezTo>
                  <a:lnTo>
                    <a:pt x="6115" y="4384"/>
                  </a:lnTo>
                  <a:lnTo>
                    <a:pt x="5912" y="4282"/>
                  </a:lnTo>
                  <a:cubicBezTo>
                    <a:pt x="5614" y="4130"/>
                    <a:pt x="5614" y="4130"/>
                    <a:pt x="5699" y="3902"/>
                  </a:cubicBezTo>
                  <a:cubicBezTo>
                    <a:pt x="5772" y="3707"/>
                    <a:pt x="5772" y="3603"/>
                    <a:pt x="5701" y="3603"/>
                  </a:cubicBezTo>
                  <a:cubicBezTo>
                    <a:pt x="5684" y="3603"/>
                    <a:pt x="5662" y="3609"/>
                    <a:pt x="5637" y="3621"/>
                  </a:cubicBezTo>
                  <a:cubicBezTo>
                    <a:pt x="5584" y="3647"/>
                    <a:pt x="5527" y="3735"/>
                    <a:pt x="5479" y="3865"/>
                  </a:cubicBezTo>
                  <a:lnTo>
                    <a:pt x="5403" y="4070"/>
                  </a:lnTo>
                  <a:lnTo>
                    <a:pt x="5170" y="3983"/>
                  </a:lnTo>
                  <a:lnTo>
                    <a:pt x="4936" y="3898"/>
                  </a:lnTo>
                  <a:lnTo>
                    <a:pt x="5004" y="3681"/>
                  </a:lnTo>
                  <a:cubicBezTo>
                    <a:pt x="5069" y="3469"/>
                    <a:pt x="5043" y="3333"/>
                    <a:pt x="4945" y="3333"/>
                  </a:cubicBezTo>
                  <a:cubicBezTo>
                    <a:pt x="4930" y="3333"/>
                    <a:pt x="4914" y="3336"/>
                    <a:pt x="4896" y="3342"/>
                  </a:cubicBezTo>
                  <a:cubicBezTo>
                    <a:pt x="4842" y="3361"/>
                    <a:pt x="4803" y="3432"/>
                    <a:pt x="4760" y="3587"/>
                  </a:cubicBezTo>
                  <a:lnTo>
                    <a:pt x="4699" y="3805"/>
                  </a:lnTo>
                  <a:lnTo>
                    <a:pt x="4408" y="3729"/>
                  </a:lnTo>
                  <a:cubicBezTo>
                    <a:pt x="4072" y="3642"/>
                    <a:pt x="4052" y="3612"/>
                    <a:pt x="4149" y="3349"/>
                  </a:cubicBezTo>
                  <a:cubicBezTo>
                    <a:pt x="4212" y="3181"/>
                    <a:pt x="4199" y="3108"/>
                    <a:pt x="4105" y="3108"/>
                  </a:cubicBezTo>
                  <a:cubicBezTo>
                    <a:pt x="4093" y="3108"/>
                    <a:pt x="4080" y="3109"/>
                    <a:pt x="4066" y="3112"/>
                  </a:cubicBezTo>
                  <a:cubicBezTo>
                    <a:pt x="4002" y="3121"/>
                    <a:pt x="3968" y="3175"/>
                    <a:pt x="3918" y="3335"/>
                  </a:cubicBezTo>
                  <a:lnTo>
                    <a:pt x="3853" y="3547"/>
                  </a:lnTo>
                  <a:lnTo>
                    <a:pt x="3666" y="3477"/>
                  </a:lnTo>
                  <a:lnTo>
                    <a:pt x="3479" y="3409"/>
                  </a:lnTo>
                  <a:lnTo>
                    <a:pt x="3593" y="3126"/>
                  </a:lnTo>
                  <a:cubicBezTo>
                    <a:pt x="3703" y="2850"/>
                    <a:pt x="3709" y="2745"/>
                    <a:pt x="3605" y="2745"/>
                  </a:cubicBezTo>
                  <a:cubicBezTo>
                    <a:pt x="3589" y="2745"/>
                    <a:pt x="3571" y="2747"/>
                    <a:pt x="3551" y="2752"/>
                  </a:cubicBezTo>
                  <a:cubicBezTo>
                    <a:pt x="3465" y="2770"/>
                    <a:pt x="3426" y="2821"/>
                    <a:pt x="3337" y="3034"/>
                  </a:cubicBezTo>
                  <a:lnTo>
                    <a:pt x="3228" y="3293"/>
                  </a:lnTo>
                  <a:lnTo>
                    <a:pt x="3047" y="3253"/>
                  </a:lnTo>
                  <a:cubicBezTo>
                    <a:pt x="2945" y="3230"/>
                    <a:pt x="2860" y="3199"/>
                    <a:pt x="2853" y="3183"/>
                  </a:cubicBezTo>
                  <a:cubicBezTo>
                    <a:pt x="2847" y="3168"/>
                    <a:pt x="2924" y="2932"/>
                    <a:pt x="3023" y="2662"/>
                  </a:cubicBezTo>
                  <a:lnTo>
                    <a:pt x="3206" y="2168"/>
                  </a:lnTo>
                  <a:close/>
                  <a:moveTo>
                    <a:pt x="2801" y="3480"/>
                  </a:moveTo>
                  <a:cubicBezTo>
                    <a:pt x="2812" y="3480"/>
                    <a:pt x="2823" y="3481"/>
                    <a:pt x="2834" y="3482"/>
                  </a:cubicBezTo>
                  <a:cubicBezTo>
                    <a:pt x="2964" y="3501"/>
                    <a:pt x="6795" y="4936"/>
                    <a:pt x="6855" y="4990"/>
                  </a:cubicBezTo>
                  <a:cubicBezTo>
                    <a:pt x="7015" y="5133"/>
                    <a:pt x="9289" y="6040"/>
                    <a:pt x="9581" y="6078"/>
                  </a:cubicBezTo>
                  <a:cubicBezTo>
                    <a:pt x="9699" y="6093"/>
                    <a:pt x="9788" y="6123"/>
                    <a:pt x="9801" y="6153"/>
                  </a:cubicBezTo>
                  <a:cubicBezTo>
                    <a:pt x="9814" y="6183"/>
                    <a:pt x="9726" y="6365"/>
                    <a:pt x="9587" y="6589"/>
                  </a:cubicBezTo>
                  <a:cubicBezTo>
                    <a:pt x="9366" y="6948"/>
                    <a:pt x="9189" y="7244"/>
                    <a:pt x="8827" y="7863"/>
                  </a:cubicBezTo>
                  <a:cubicBezTo>
                    <a:pt x="8749" y="7997"/>
                    <a:pt x="8662" y="8155"/>
                    <a:pt x="8635" y="8211"/>
                  </a:cubicBezTo>
                  <a:cubicBezTo>
                    <a:pt x="8608" y="8267"/>
                    <a:pt x="8571" y="8327"/>
                    <a:pt x="8552" y="8342"/>
                  </a:cubicBezTo>
                  <a:cubicBezTo>
                    <a:pt x="8532" y="8358"/>
                    <a:pt x="8407" y="8570"/>
                    <a:pt x="8274" y="8810"/>
                  </a:cubicBezTo>
                  <a:cubicBezTo>
                    <a:pt x="8141" y="9049"/>
                    <a:pt x="8003" y="9279"/>
                    <a:pt x="7969" y="9316"/>
                  </a:cubicBezTo>
                  <a:cubicBezTo>
                    <a:pt x="7911" y="9382"/>
                    <a:pt x="7399" y="10363"/>
                    <a:pt x="7113" y="10958"/>
                  </a:cubicBezTo>
                  <a:cubicBezTo>
                    <a:pt x="6958" y="11282"/>
                    <a:pt x="6567" y="12033"/>
                    <a:pt x="6402" y="12326"/>
                  </a:cubicBezTo>
                  <a:cubicBezTo>
                    <a:pt x="6331" y="12453"/>
                    <a:pt x="6242" y="12614"/>
                    <a:pt x="6201" y="12690"/>
                  </a:cubicBezTo>
                  <a:cubicBezTo>
                    <a:pt x="6163" y="12764"/>
                    <a:pt x="6056" y="12944"/>
                    <a:pt x="5967" y="13087"/>
                  </a:cubicBezTo>
                  <a:cubicBezTo>
                    <a:pt x="5879" y="13231"/>
                    <a:pt x="5727" y="13476"/>
                    <a:pt x="5632" y="13629"/>
                  </a:cubicBezTo>
                  <a:cubicBezTo>
                    <a:pt x="5537" y="13783"/>
                    <a:pt x="5386" y="14018"/>
                    <a:pt x="5300" y="14150"/>
                  </a:cubicBezTo>
                  <a:cubicBezTo>
                    <a:pt x="5211" y="14284"/>
                    <a:pt x="5034" y="14589"/>
                    <a:pt x="4902" y="14834"/>
                  </a:cubicBezTo>
                  <a:cubicBezTo>
                    <a:pt x="4539" y="15506"/>
                    <a:pt x="4185" y="16123"/>
                    <a:pt x="3861" y="16648"/>
                  </a:cubicBezTo>
                  <a:cubicBezTo>
                    <a:pt x="3700" y="16909"/>
                    <a:pt x="3552" y="17168"/>
                    <a:pt x="3532" y="17223"/>
                  </a:cubicBezTo>
                  <a:cubicBezTo>
                    <a:pt x="3511" y="17277"/>
                    <a:pt x="3464" y="17350"/>
                    <a:pt x="3430" y="17381"/>
                  </a:cubicBezTo>
                  <a:cubicBezTo>
                    <a:pt x="3395" y="17412"/>
                    <a:pt x="3331" y="17504"/>
                    <a:pt x="3291" y="17582"/>
                  </a:cubicBezTo>
                  <a:cubicBezTo>
                    <a:pt x="3207" y="17744"/>
                    <a:pt x="2732" y="18474"/>
                    <a:pt x="2366" y="19000"/>
                  </a:cubicBezTo>
                  <a:cubicBezTo>
                    <a:pt x="2089" y="19398"/>
                    <a:pt x="1849" y="19767"/>
                    <a:pt x="1653" y="20095"/>
                  </a:cubicBezTo>
                  <a:cubicBezTo>
                    <a:pt x="1578" y="20221"/>
                    <a:pt x="1458" y="20402"/>
                    <a:pt x="1384" y="20502"/>
                  </a:cubicBezTo>
                  <a:cubicBezTo>
                    <a:pt x="1312" y="20603"/>
                    <a:pt x="1217" y="20752"/>
                    <a:pt x="1173" y="20838"/>
                  </a:cubicBezTo>
                  <a:cubicBezTo>
                    <a:pt x="975" y="21226"/>
                    <a:pt x="819" y="21496"/>
                    <a:pt x="750" y="21576"/>
                  </a:cubicBezTo>
                  <a:cubicBezTo>
                    <a:pt x="706" y="21625"/>
                    <a:pt x="598" y="21795"/>
                    <a:pt x="505" y="21958"/>
                  </a:cubicBezTo>
                  <a:cubicBezTo>
                    <a:pt x="401" y="22143"/>
                    <a:pt x="334" y="22235"/>
                    <a:pt x="304" y="22235"/>
                  </a:cubicBezTo>
                  <a:cubicBezTo>
                    <a:pt x="286" y="22235"/>
                    <a:pt x="281" y="22201"/>
                    <a:pt x="289" y="22133"/>
                  </a:cubicBezTo>
                  <a:cubicBezTo>
                    <a:pt x="335" y="21782"/>
                    <a:pt x="346" y="21212"/>
                    <a:pt x="309" y="21140"/>
                  </a:cubicBezTo>
                  <a:cubicBezTo>
                    <a:pt x="281" y="21086"/>
                    <a:pt x="288" y="21007"/>
                    <a:pt x="329" y="20917"/>
                  </a:cubicBezTo>
                  <a:cubicBezTo>
                    <a:pt x="398" y="20767"/>
                    <a:pt x="404" y="20717"/>
                    <a:pt x="598" y="18782"/>
                  </a:cubicBezTo>
                  <a:cubicBezTo>
                    <a:pt x="670" y="18077"/>
                    <a:pt x="748" y="17331"/>
                    <a:pt x="772" y="17126"/>
                  </a:cubicBezTo>
                  <a:cubicBezTo>
                    <a:pt x="828" y="16668"/>
                    <a:pt x="889" y="15969"/>
                    <a:pt x="925" y="15364"/>
                  </a:cubicBezTo>
                  <a:cubicBezTo>
                    <a:pt x="975" y="14529"/>
                    <a:pt x="1051" y="13760"/>
                    <a:pt x="1131" y="13281"/>
                  </a:cubicBezTo>
                  <a:cubicBezTo>
                    <a:pt x="1175" y="13017"/>
                    <a:pt x="1210" y="12772"/>
                    <a:pt x="1210" y="12735"/>
                  </a:cubicBezTo>
                  <a:cubicBezTo>
                    <a:pt x="1209" y="12697"/>
                    <a:pt x="1218" y="12624"/>
                    <a:pt x="1230" y="12575"/>
                  </a:cubicBezTo>
                  <a:cubicBezTo>
                    <a:pt x="1240" y="12525"/>
                    <a:pt x="1241" y="12418"/>
                    <a:pt x="1231" y="12340"/>
                  </a:cubicBezTo>
                  <a:cubicBezTo>
                    <a:pt x="1220" y="12259"/>
                    <a:pt x="1236" y="12071"/>
                    <a:pt x="1266" y="11921"/>
                  </a:cubicBezTo>
                  <a:cubicBezTo>
                    <a:pt x="1334" y="11578"/>
                    <a:pt x="1400" y="11077"/>
                    <a:pt x="1485" y="10284"/>
                  </a:cubicBezTo>
                  <a:cubicBezTo>
                    <a:pt x="1615" y="9049"/>
                    <a:pt x="1676" y="8610"/>
                    <a:pt x="1826" y="7835"/>
                  </a:cubicBezTo>
                  <a:cubicBezTo>
                    <a:pt x="1963" y="7119"/>
                    <a:pt x="1985" y="7009"/>
                    <a:pt x="2038" y="6761"/>
                  </a:cubicBezTo>
                  <a:cubicBezTo>
                    <a:pt x="2057" y="6668"/>
                    <a:pt x="2091" y="6439"/>
                    <a:pt x="2110" y="6258"/>
                  </a:cubicBezTo>
                  <a:cubicBezTo>
                    <a:pt x="2143" y="5948"/>
                    <a:pt x="2198" y="5634"/>
                    <a:pt x="2299" y="5185"/>
                  </a:cubicBezTo>
                  <a:cubicBezTo>
                    <a:pt x="2322" y="5084"/>
                    <a:pt x="2336" y="4974"/>
                    <a:pt x="2331" y="4945"/>
                  </a:cubicBezTo>
                  <a:cubicBezTo>
                    <a:pt x="2325" y="4915"/>
                    <a:pt x="2337" y="4833"/>
                    <a:pt x="2357" y="4767"/>
                  </a:cubicBezTo>
                  <a:cubicBezTo>
                    <a:pt x="2377" y="4698"/>
                    <a:pt x="2425" y="4495"/>
                    <a:pt x="2462" y="4321"/>
                  </a:cubicBezTo>
                  <a:cubicBezTo>
                    <a:pt x="2563" y="3854"/>
                    <a:pt x="2655" y="3542"/>
                    <a:pt x="2705" y="3504"/>
                  </a:cubicBezTo>
                  <a:cubicBezTo>
                    <a:pt x="2723" y="3489"/>
                    <a:pt x="2761" y="3480"/>
                    <a:pt x="2801" y="3480"/>
                  </a:cubicBezTo>
                  <a:close/>
                  <a:moveTo>
                    <a:pt x="4654" y="1"/>
                  </a:moveTo>
                  <a:cubicBezTo>
                    <a:pt x="4517" y="1"/>
                    <a:pt x="4469" y="182"/>
                    <a:pt x="4482" y="625"/>
                  </a:cubicBezTo>
                  <a:cubicBezTo>
                    <a:pt x="4489" y="851"/>
                    <a:pt x="4489" y="1051"/>
                    <a:pt x="4482" y="1069"/>
                  </a:cubicBezTo>
                  <a:cubicBezTo>
                    <a:pt x="4476" y="1087"/>
                    <a:pt x="4480" y="1238"/>
                    <a:pt x="4493" y="1399"/>
                  </a:cubicBezTo>
                  <a:cubicBezTo>
                    <a:pt x="4511" y="1643"/>
                    <a:pt x="4500" y="2149"/>
                    <a:pt x="4474" y="2221"/>
                  </a:cubicBezTo>
                  <a:cubicBezTo>
                    <a:pt x="4474" y="2221"/>
                    <a:pt x="4472" y="2222"/>
                    <a:pt x="4470" y="2222"/>
                  </a:cubicBezTo>
                  <a:cubicBezTo>
                    <a:pt x="4436" y="2222"/>
                    <a:pt x="4164" y="2144"/>
                    <a:pt x="3839" y="2041"/>
                  </a:cubicBezTo>
                  <a:cubicBezTo>
                    <a:pt x="3462" y="1922"/>
                    <a:pt x="3232" y="1865"/>
                    <a:pt x="3136" y="1865"/>
                  </a:cubicBezTo>
                  <a:cubicBezTo>
                    <a:pt x="3124" y="1865"/>
                    <a:pt x="3114" y="1865"/>
                    <a:pt x="3106" y="1867"/>
                  </a:cubicBezTo>
                  <a:cubicBezTo>
                    <a:pt x="3003" y="1892"/>
                    <a:pt x="2994" y="1911"/>
                    <a:pt x="2627" y="2941"/>
                  </a:cubicBezTo>
                  <a:cubicBezTo>
                    <a:pt x="2419" y="3525"/>
                    <a:pt x="2249" y="4060"/>
                    <a:pt x="2243" y="4148"/>
                  </a:cubicBezTo>
                  <a:cubicBezTo>
                    <a:pt x="2238" y="4233"/>
                    <a:pt x="2210" y="4368"/>
                    <a:pt x="2183" y="4442"/>
                  </a:cubicBezTo>
                  <a:cubicBezTo>
                    <a:pt x="2131" y="4583"/>
                    <a:pt x="2033" y="5100"/>
                    <a:pt x="1833" y="6275"/>
                  </a:cubicBezTo>
                  <a:cubicBezTo>
                    <a:pt x="1769" y="6654"/>
                    <a:pt x="1708" y="7015"/>
                    <a:pt x="1698" y="7074"/>
                  </a:cubicBezTo>
                  <a:cubicBezTo>
                    <a:pt x="1689" y="7134"/>
                    <a:pt x="1631" y="7422"/>
                    <a:pt x="1570" y="7719"/>
                  </a:cubicBezTo>
                  <a:cubicBezTo>
                    <a:pt x="1423" y="8439"/>
                    <a:pt x="1414" y="8489"/>
                    <a:pt x="1352" y="9018"/>
                  </a:cubicBezTo>
                  <a:cubicBezTo>
                    <a:pt x="1322" y="9274"/>
                    <a:pt x="1251" y="9874"/>
                    <a:pt x="1194" y="10361"/>
                  </a:cubicBezTo>
                  <a:cubicBezTo>
                    <a:pt x="1137" y="10848"/>
                    <a:pt x="1032" y="11633"/>
                    <a:pt x="961" y="12115"/>
                  </a:cubicBezTo>
                  <a:cubicBezTo>
                    <a:pt x="883" y="12642"/>
                    <a:pt x="848" y="13013"/>
                    <a:pt x="874" y="13053"/>
                  </a:cubicBezTo>
                  <a:cubicBezTo>
                    <a:pt x="896" y="13087"/>
                    <a:pt x="892" y="13145"/>
                    <a:pt x="866" y="13175"/>
                  </a:cubicBezTo>
                  <a:cubicBezTo>
                    <a:pt x="819" y="13228"/>
                    <a:pt x="733" y="13857"/>
                    <a:pt x="736" y="14112"/>
                  </a:cubicBezTo>
                  <a:cubicBezTo>
                    <a:pt x="737" y="14182"/>
                    <a:pt x="734" y="14270"/>
                    <a:pt x="730" y="14307"/>
                  </a:cubicBezTo>
                  <a:cubicBezTo>
                    <a:pt x="701" y="14524"/>
                    <a:pt x="614" y="15714"/>
                    <a:pt x="625" y="15757"/>
                  </a:cubicBezTo>
                  <a:cubicBezTo>
                    <a:pt x="631" y="15786"/>
                    <a:pt x="623" y="15908"/>
                    <a:pt x="607" y="16028"/>
                  </a:cubicBezTo>
                  <a:cubicBezTo>
                    <a:pt x="590" y="16149"/>
                    <a:pt x="515" y="16847"/>
                    <a:pt x="440" y="17577"/>
                  </a:cubicBezTo>
                  <a:cubicBezTo>
                    <a:pt x="366" y="18307"/>
                    <a:pt x="298" y="18945"/>
                    <a:pt x="288" y="18993"/>
                  </a:cubicBezTo>
                  <a:cubicBezTo>
                    <a:pt x="280" y="19040"/>
                    <a:pt x="248" y="19350"/>
                    <a:pt x="219" y="19681"/>
                  </a:cubicBezTo>
                  <a:cubicBezTo>
                    <a:pt x="189" y="20011"/>
                    <a:pt x="153" y="20392"/>
                    <a:pt x="138" y="20527"/>
                  </a:cubicBezTo>
                  <a:cubicBezTo>
                    <a:pt x="80" y="21048"/>
                    <a:pt x="62" y="21270"/>
                    <a:pt x="38" y="21730"/>
                  </a:cubicBezTo>
                  <a:cubicBezTo>
                    <a:pt x="1" y="22447"/>
                    <a:pt x="36" y="22609"/>
                    <a:pt x="237" y="22641"/>
                  </a:cubicBezTo>
                  <a:cubicBezTo>
                    <a:pt x="247" y="22643"/>
                    <a:pt x="258" y="22644"/>
                    <a:pt x="268" y="22644"/>
                  </a:cubicBezTo>
                  <a:cubicBezTo>
                    <a:pt x="395" y="22644"/>
                    <a:pt x="518" y="22510"/>
                    <a:pt x="655" y="22229"/>
                  </a:cubicBezTo>
                  <a:cubicBezTo>
                    <a:pt x="710" y="22111"/>
                    <a:pt x="821" y="21926"/>
                    <a:pt x="900" y="21815"/>
                  </a:cubicBezTo>
                  <a:cubicBezTo>
                    <a:pt x="1056" y="21600"/>
                    <a:pt x="1095" y="21522"/>
                    <a:pt x="1045" y="21522"/>
                  </a:cubicBezTo>
                  <a:cubicBezTo>
                    <a:pt x="1041" y="21522"/>
                    <a:pt x="1036" y="21522"/>
                    <a:pt x="1030" y="21524"/>
                  </a:cubicBezTo>
                  <a:cubicBezTo>
                    <a:pt x="1027" y="21524"/>
                    <a:pt x="1024" y="21525"/>
                    <a:pt x="1022" y="21525"/>
                  </a:cubicBezTo>
                  <a:cubicBezTo>
                    <a:pt x="1002" y="21525"/>
                    <a:pt x="1022" y="21499"/>
                    <a:pt x="1072" y="21463"/>
                  </a:cubicBezTo>
                  <a:cubicBezTo>
                    <a:pt x="1127" y="21422"/>
                    <a:pt x="1234" y="21279"/>
                    <a:pt x="1311" y="21141"/>
                  </a:cubicBezTo>
                  <a:cubicBezTo>
                    <a:pt x="1389" y="21003"/>
                    <a:pt x="1516" y="20794"/>
                    <a:pt x="1596" y="20670"/>
                  </a:cubicBezTo>
                  <a:cubicBezTo>
                    <a:pt x="1676" y="20548"/>
                    <a:pt x="1917" y="20171"/>
                    <a:pt x="2132" y="19835"/>
                  </a:cubicBezTo>
                  <a:cubicBezTo>
                    <a:pt x="2347" y="19497"/>
                    <a:pt x="2626" y="19084"/>
                    <a:pt x="2752" y="18916"/>
                  </a:cubicBezTo>
                  <a:cubicBezTo>
                    <a:pt x="3126" y="18416"/>
                    <a:pt x="4331" y="16458"/>
                    <a:pt x="4887" y="15446"/>
                  </a:cubicBezTo>
                  <a:cubicBezTo>
                    <a:pt x="5346" y="14612"/>
                    <a:pt x="5640" y="14105"/>
                    <a:pt x="5878" y="13744"/>
                  </a:cubicBezTo>
                  <a:cubicBezTo>
                    <a:pt x="5998" y="13561"/>
                    <a:pt x="6122" y="13366"/>
                    <a:pt x="6151" y="13315"/>
                  </a:cubicBezTo>
                  <a:cubicBezTo>
                    <a:pt x="6253" y="13138"/>
                    <a:pt x="6475" y="12767"/>
                    <a:pt x="6581" y="12601"/>
                  </a:cubicBezTo>
                  <a:cubicBezTo>
                    <a:pt x="6675" y="12454"/>
                    <a:pt x="7020" y="11778"/>
                    <a:pt x="7570" y="10662"/>
                  </a:cubicBezTo>
                  <a:cubicBezTo>
                    <a:pt x="7924" y="9942"/>
                    <a:pt x="8174" y="9502"/>
                    <a:pt x="9140" y="7887"/>
                  </a:cubicBezTo>
                  <a:cubicBezTo>
                    <a:pt x="9406" y="7443"/>
                    <a:pt x="9658" y="7016"/>
                    <a:pt x="9698" y="6944"/>
                  </a:cubicBezTo>
                  <a:cubicBezTo>
                    <a:pt x="9737" y="6870"/>
                    <a:pt x="9820" y="6734"/>
                    <a:pt x="9879" y="6642"/>
                  </a:cubicBezTo>
                  <a:cubicBezTo>
                    <a:pt x="9938" y="6549"/>
                    <a:pt x="10118" y="6233"/>
                    <a:pt x="10277" y="5937"/>
                  </a:cubicBezTo>
                  <a:cubicBezTo>
                    <a:pt x="10437" y="5641"/>
                    <a:pt x="10596" y="5354"/>
                    <a:pt x="10633" y="5297"/>
                  </a:cubicBezTo>
                  <a:cubicBezTo>
                    <a:pt x="10723" y="5155"/>
                    <a:pt x="10799" y="4787"/>
                    <a:pt x="10756" y="4695"/>
                  </a:cubicBezTo>
                  <a:cubicBezTo>
                    <a:pt x="10735" y="4648"/>
                    <a:pt x="10561" y="4550"/>
                    <a:pt x="10275" y="4424"/>
                  </a:cubicBezTo>
                  <a:cubicBezTo>
                    <a:pt x="9796" y="4213"/>
                    <a:pt x="9346" y="3982"/>
                    <a:pt x="9325" y="3934"/>
                  </a:cubicBezTo>
                  <a:cubicBezTo>
                    <a:pt x="9317" y="3920"/>
                    <a:pt x="9368" y="3841"/>
                    <a:pt x="9437" y="3757"/>
                  </a:cubicBezTo>
                  <a:cubicBezTo>
                    <a:pt x="9888" y="3209"/>
                    <a:pt x="10427" y="2522"/>
                    <a:pt x="10484" y="2426"/>
                  </a:cubicBezTo>
                  <a:cubicBezTo>
                    <a:pt x="10520" y="2364"/>
                    <a:pt x="10595" y="2253"/>
                    <a:pt x="10654" y="2174"/>
                  </a:cubicBezTo>
                  <a:cubicBezTo>
                    <a:pt x="10772" y="2016"/>
                    <a:pt x="10786" y="1916"/>
                    <a:pt x="10694" y="1882"/>
                  </a:cubicBezTo>
                  <a:cubicBezTo>
                    <a:pt x="10685" y="1879"/>
                    <a:pt x="10676" y="1877"/>
                    <a:pt x="10665" y="1877"/>
                  </a:cubicBezTo>
                  <a:cubicBezTo>
                    <a:pt x="10579" y="1877"/>
                    <a:pt x="10454" y="1989"/>
                    <a:pt x="10361" y="2153"/>
                  </a:cubicBezTo>
                  <a:cubicBezTo>
                    <a:pt x="10269" y="2317"/>
                    <a:pt x="9813" y="2915"/>
                    <a:pt x="9641" y="3097"/>
                  </a:cubicBezTo>
                  <a:cubicBezTo>
                    <a:pt x="9582" y="3159"/>
                    <a:pt x="9525" y="3239"/>
                    <a:pt x="9510" y="3278"/>
                  </a:cubicBezTo>
                  <a:cubicBezTo>
                    <a:pt x="9495" y="3319"/>
                    <a:pt x="9448" y="3373"/>
                    <a:pt x="9402" y="3404"/>
                  </a:cubicBezTo>
                  <a:cubicBezTo>
                    <a:pt x="9392" y="3412"/>
                    <a:pt x="9383" y="3416"/>
                    <a:pt x="9377" y="3416"/>
                  </a:cubicBezTo>
                  <a:cubicBezTo>
                    <a:pt x="9340" y="3416"/>
                    <a:pt x="9372" y="3281"/>
                    <a:pt x="9510" y="2799"/>
                  </a:cubicBezTo>
                  <a:cubicBezTo>
                    <a:pt x="9613" y="2433"/>
                    <a:pt x="9767" y="1925"/>
                    <a:pt x="9851" y="1665"/>
                  </a:cubicBezTo>
                  <a:cubicBezTo>
                    <a:pt x="9973" y="1285"/>
                    <a:pt x="9993" y="1178"/>
                    <a:pt x="9952" y="1116"/>
                  </a:cubicBezTo>
                  <a:cubicBezTo>
                    <a:pt x="9913" y="1056"/>
                    <a:pt x="9891" y="1031"/>
                    <a:pt x="9858" y="1031"/>
                  </a:cubicBezTo>
                  <a:cubicBezTo>
                    <a:pt x="9839" y="1031"/>
                    <a:pt x="9818" y="1039"/>
                    <a:pt x="9788" y="1053"/>
                  </a:cubicBezTo>
                  <a:cubicBezTo>
                    <a:pt x="9708" y="1089"/>
                    <a:pt x="9653" y="1235"/>
                    <a:pt x="9525" y="1740"/>
                  </a:cubicBezTo>
                  <a:cubicBezTo>
                    <a:pt x="9471" y="1953"/>
                    <a:pt x="9323" y="2473"/>
                    <a:pt x="9198" y="2892"/>
                  </a:cubicBezTo>
                  <a:cubicBezTo>
                    <a:pt x="9072" y="3309"/>
                    <a:pt x="8961" y="3683"/>
                    <a:pt x="8951" y="3719"/>
                  </a:cubicBezTo>
                  <a:cubicBezTo>
                    <a:pt x="8947" y="3734"/>
                    <a:pt x="8937" y="3743"/>
                    <a:pt x="8912" y="3743"/>
                  </a:cubicBezTo>
                  <a:cubicBezTo>
                    <a:pt x="8851" y="3743"/>
                    <a:pt x="8696" y="3687"/>
                    <a:pt x="8312" y="3533"/>
                  </a:cubicBezTo>
                  <a:cubicBezTo>
                    <a:pt x="7320" y="3135"/>
                    <a:pt x="5605" y="2532"/>
                    <a:pt x="5286" y="2466"/>
                  </a:cubicBezTo>
                  <a:cubicBezTo>
                    <a:pt x="5122" y="2433"/>
                    <a:pt x="4986" y="2393"/>
                    <a:pt x="4977" y="2376"/>
                  </a:cubicBezTo>
                  <a:cubicBezTo>
                    <a:pt x="4959" y="2336"/>
                    <a:pt x="5320" y="1643"/>
                    <a:pt x="5596" y="1189"/>
                  </a:cubicBezTo>
                  <a:cubicBezTo>
                    <a:pt x="5803" y="849"/>
                    <a:pt x="5822" y="801"/>
                    <a:pt x="5788" y="723"/>
                  </a:cubicBezTo>
                  <a:cubicBezTo>
                    <a:pt x="5767" y="675"/>
                    <a:pt x="5754" y="655"/>
                    <a:pt x="5729" y="655"/>
                  </a:cubicBezTo>
                  <a:cubicBezTo>
                    <a:pt x="5713" y="655"/>
                    <a:pt x="5691" y="664"/>
                    <a:pt x="5658" y="679"/>
                  </a:cubicBezTo>
                  <a:cubicBezTo>
                    <a:pt x="5606" y="703"/>
                    <a:pt x="5519" y="803"/>
                    <a:pt x="5461" y="905"/>
                  </a:cubicBezTo>
                  <a:cubicBezTo>
                    <a:pt x="5403" y="1005"/>
                    <a:pt x="5271" y="1233"/>
                    <a:pt x="5167" y="1410"/>
                  </a:cubicBezTo>
                  <a:cubicBezTo>
                    <a:pt x="5064" y="1586"/>
                    <a:pt x="4947" y="1814"/>
                    <a:pt x="4910" y="1913"/>
                  </a:cubicBezTo>
                  <a:cubicBezTo>
                    <a:pt x="4855" y="2061"/>
                    <a:pt x="4792" y="2151"/>
                    <a:pt x="4759" y="2151"/>
                  </a:cubicBezTo>
                  <a:cubicBezTo>
                    <a:pt x="4741" y="2151"/>
                    <a:pt x="4731" y="2126"/>
                    <a:pt x="4735" y="2071"/>
                  </a:cubicBezTo>
                  <a:cubicBezTo>
                    <a:pt x="4744" y="1926"/>
                    <a:pt x="4754" y="786"/>
                    <a:pt x="4748" y="483"/>
                  </a:cubicBezTo>
                  <a:cubicBezTo>
                    <a:pt x="4746" y="350"/>
                    <a:pt x="4761" y="193"/>
                    <a:pt x="4782" y="138"/>
                  </a:cubicBezTo>
                  <a:cubicBezTo>
                    <a:pt x="4815" y="50"/>
                    <a:pt x="4804" y="32"/>
                    <a:pt x="4704" y="7"/>
                  </a:cubicBezTo>
                  <a:cubicBezTo>
                    <a:pt x="4686" y="3"/>
                    <a:pt x="4670" y="1"/>
                    <a:pt x="46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16"/>
            <p:cNvSpPr/>
            <p:nvPr/>
          </p:nvSpPr>
          <p:spPr>
            <a:xfrm>
              <a:off x="6046175" y="914175"/>
              <a:ext cx="96275" cy="69675"/>
            </a:xfrm>
            <a:custGeom>
              <a:rect b="b" l="l" r="r" t="t"/>
              <a:pathLst>
                <a:path extrusionOk="0" h="2787" w="3851">
                  <a:moveTo>
                    <a:pt x="1453" y="0"/>
                  </a:moveTo>
                  <a:cubicBezTo>
                    <a:pt x="1256" y="0"/>
                    <a:pt x="1073" y="37"/>
                    <a:pt x="970" y="103"/>
                  </a:cubicBezTo>
                  <a:cubicBezTo>
                    <a:pt x="742" y="252"/>
                    <a:pt x="607" y="696"/>
                    <a:pt x="751" y="823"/>
                  </a:cubicBezTo>
                  <a:cubicBezTo>
                    <a:pt x="780" y="849"/>
                    <a:pt x="1301" y="1065"/>
                    <a:pt x="1913" y="1305"/>
                  </a:cubicBezTo>
                  <a:cubicBezTo>
                    <a:pt x="2995" y="1730"/>
                    <a:pt x="3199" y="1832"/>
                    <a:pt x="3345" y="2019"/>
                  </a:cubicBezTo>
                  <a:cubicBezTo>
                    <a:pt x="3429" y="2128"/>
                    <a:pt x="3369" y="2337"/>
                    <a:pt x="3224" y="2436"/>
                  </a:cubicBezTo>
                  <a:cubicBezTo>
                    <a:pt x="3162" y="2479"/>
                    <a:pt x="2992" y="2501"/>
                    <a:pt x="2779" y="2501"/>
                  </a:cubicBezTo>
                  <a:cubicBezTo>
                    <a:pt x="2582" y="2501"/>
                    <a:pt x="2350" y="2482"/>
                    <a:pt x="2132" y="2445"/>
                  </a:cubicBezTo>
                  <a:cubicBezTo>
                    <a:pt x="1777" y="2384"/>
                    <a:pt x="727" y="2043"/>
                    <a:pt x="446" y="1898"/>
                  </a:cubicBezTo>
                  <a:cubicBezTo>
                    <a:pt x="286" y="1816"/>
                    <a:pt x="278" y="1771"/>
                    <a:pt x="361" y="1420"/>
                  </a:cubicBezTo>
                  <a:cubicBezTo>
                    <a:pt x="406" y="1231"/>
                    <a:pt x="400" y="1202"/>
                    <a:pt x="315" y="1171"/>
                  </a:cubicBezTo>
                  <a:cubicBezTo>
                    <a:pt x="285" y="1160"/>
                    <a:pt x="259" y="1155"/>
                    <a:pt x="235" y="1155"/>
                  </a:cubicBezTo>
                  <a:cubicBezTo>
                    <a:pt x="135" y="1155"/>
                    <a:pt x="83" y="1257"/>
                    <a:pt x="48" y="1506"/>
                  </a:cubicBezTo>
                  <a:cubicBezTo>
                    <a:pt x="1" y="1839"/>
                    <a:pt x="38" y="1959"/>
                    <a:pt x="228" y="2084"/>
                  </a:cubicBezTo>
                  <a:cubicBezTo>
                    <a:pt x="424" y="2212"/>
                    <a:pt x="1771" y="2675"/>
                    <a:pt x="2105" y="2729"/>
                  </a:cubicBezTo>
                  <a:cubicBezTo>
                    <a:pt x="2322" y="2764"/>
                    <a:pt x="2683" y="2787"/>
                    <a:pt x="2940" y="2787"/>
                  </a:cubicBezTo>
                  <a:cubicBezTo>
                    <a:pt x="3060" y="2787"/>
                    <a:pt x="3157" y="2782"/>
                    <a:pt x="3207" y="2771"/>
                  </a:cubicBezTo>
                  <a:cubicBezTo>
                    <a:pt x="3378" y="2734"/>
                    <a:pt x="3514" y="2588"/>
                    <a:pt x="3602" y="2348"/>
                  </a:cubicBezTo>
                  <a:cubicBezTo>
                    <a:pt x="3717" y="2027"/>
                    <a:pt x="3690" y="1925"/>
                    <a:pt x="3424" y="1709"/>
                  </a:cubicBezTo>
                  <a:cubicBezTo>
                    <a:pt x="3228" y="1551"/>
                    <a:pt x="3103" y="1490"/>
                    <a:pt x="2587" y="1298"/>
                  </a:cubicBezTo>
                  <a:cubicBezTo>
                    <a:pt x="2253" y="1173"/>
                    <a:pt x="1756" y="975"/>
                    <a:pt x="1478" y="855"/>
                  </a:cubicBezTo>
                  <a:cubicBezTo>
                    <a:pt x="1024" y="661"/>
                    <a:pt x="976" y="631"/>
                    <a:pt x="984" y="551"/>
                  </a:cubicBezTo>
                  <a:cubicBezTo>
                    <a:pt x="998" y="408"/>
                    <a:pt x="1138" y="306"/>
                    <a:pt x="1346" y="288"/>
                  </a:cubicBezTo>
                  <a:cubicBezTo>
                    <a:pt x="1369" y="286"/>
                    <a:pt x="1394" y="285"/>
                    <a:pt x="1421" y="285"/>
                  </a:cubicBezTo>
                  <a:cubicBezTo>
                    <a:pt x="1714" y="285"/>
                    <a:pt x="2187" y="401"/>
                    <a:pt x="2533" y="563"/>
                  </a:cubicBezTo>
                  <a:cubicBezTo>
                    <a:pt x="3003" y="783"/>
                    <a:pt x="3522" y="1071"/>
                    <a:pt x="3547" y="1128"/>
                  </a:cubicBezTo>
                  <a:cubicBezTo>
                    <a:pt x="3558" y="1153"/>
                    <a:pt x="3557" y="1223"/>
                    <a:pt x="3544" y="1280"/>
                  </a:cubicBezTo>
                  <a:cubicBezTo>
                    <a:pt x="3526" y="1361"/>
                    <a:pt x="3544" y="1394"/>
                    <a:pt x="3621" y="1423"/>
                  </a:cubicBezTo>
                  <a:cubicBezTo>
                    <a:pt x="3646" y="1432"/>
                    <a:pt x="3665" y="1437"/>
                    <a:pt x="3682" y="1437"/>
                  </a:cubicBezTo>
                  <a:cubicBezTo>
                    <a:pt x="3724" y="1437"/>
                    <a:pt x="3748" y="1402"/>
                    <a:pt x="3792" y="1302"/>
                  </a:cubicBezTo>
                  <a:cubicBezTo>
                    <a:pt x="3850" y="1174"/>
                    <a:pt x="3851" y="1119"/>
                    <a:pt x="3799" y="1013"/>
                  </a:cubicBezTo>
                  <a:cubicBezTo>
                    <a:pt x="3673" y="760"/>
                    <a:pt x="2479" y="183"/>
                    <a:pt x="1773" y="33"/>
                  </a:cubicBezTo>
                  <a:cubicBezTo>
                    <a:pt x="1669" y="11"/>
                    <a:pt x="1559" y="0"/>
                    <a:pt x="1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16"/>
            <p:cNvSpPr/>
            <p:nvPr/>
          </p:nvSpPr>
          <p:spPr>
            <a:xfrm>
              <a:off x="6025725" y="975450"/>
              <a:ext cx="96250" cy="75375"/>
            </a:xfrm>
            <a:custGeom>
              <a:rect b="b" l="l" r="r" t="t"/>
              <a:pathLst>
                <a:path extrusionOk="0" h="3015" w="3850">
                  <a:moveTo>
                    <a:pt x="983" y="0"/>
                  </a:moveTo>
                  <a:cubicBezTo>
                    <a:pt x="635" y="0"/>
                    <a:pt x="492" y="209"/>
                    <a:pt x="298" y="733"/>
                  </a:cubicBezTo>
                  <a:cubicBezTo>
                    <a:pt x="1" y="1534"/>
                    <a:pt x="23" y="2133"/>
                    <a:pt x="360" y="2351"/>
                  </a:cubicBezTo>
                  <a:cubicBezTo>
                    <a:pt x="695" y="2568"/>
                    <a:pt x="1035" y="2717"/>
                    <a:pt x="1333" y="2777"/>
                  </a:cubicBezTo>
                  <a:cubicBezTo>
                    <a:pt x="1508" y="2812"/>
                    <a:pt x="1732" y="2858"/>
                    <a:pt x="1824" y="2879"/>
                  </a:cubicBezTo>
                  <a:cubicBezTo>
                    <a:pt x="1918" y="2901"/>
                    <a:pt x="2104" y="2927"/>
                    <a:pt x="2241" y="2939"/>
                  </a:cubicBezTo>
                  <a:cubicBezTo>
                    <a:pt x="2376" y="2950"/>
                    <a:pt x="2580" y="2977"/>
                    <a:pt x="2696" y="2997"/>
                  </a:cubicBezTo>
                  <a:cubicBezTo>
                    <a:pt x="2759" y="3008"/>
                    <a:pt x="2813" y="3014"/>
                    <a:pt x="2861" y="3014"/>
                  </a:cubicBezTo>
                  <a:cubicBezTo>
                    <a:pt x="3024" y="3014"/>
                    <a:pt x="3114" y="2941"/>
                    <a:pt x="3234" y="2749"/>
                  </a:cubicBezTo>
                  <a:cubicBezTo>
                    <a:pt x="3339" y="2581"/>
                    <a:pt x="3356" y="2528"/>
                    <a:pt x="3326" y="2465"/>
                  </a:cubicBezTo>
                  <a:cubicBezTo>
                    <a:pt x="3307" y="2427"/>
                    <a:pt x="3293" y="2409"/>
                    <a:pt x="3264" y="2409"/>
                  </a:cubicBezTo>
                  <a:cubicBezTo>
                    <a:pt x="3243" y="2409"/>
                    <a:pt x="3214" y="2419"/>
                    <a:pt x="3169" y="2438"/>
                  </a:cubicBezTo>
                  <a:cubicBezTo>
                    <a:pt x="3102" y="2467"/>
                    <a:pt x="3031" y="2539"/>
                    <a:pt x="3008" y="2604"/>
                  </a:cubicBezTo>
                  <a:cubicBezTo>
                    <a:pt x="2970" y="2707"/>
                    <a:pt x="2914" y="2751"/>
                    <a:pt x="2808" y="2751"/>
                  </a:cubicBezTo>
                  <a:cubicBezTo>
                    <a:pt x="2783" y="2751"/>
                    <a:pt x="2755" y="2748"/>
                    <a:pt x="2724" y="2744"/>
                  </a:cubicBezTo>
                  <a:cubicBezTo>
                    <a:pt x="2665" y="2734"/>
                    <a:pt x="2429" y="2701"/>
                    <a:pt x="2200" y="2668"/>
                  </a:cubicBezTo>
                  <a:cubicBezTo>
                    <a:pt x="1488" y="2567"/>
                    <a:pt x="1037" y="2446"/>
                    <a:pt x="734" y="2273"/>
                  </a:cubicBezTo>
                  <a:cubicBezTo>
                    <a:pt x="290" y="2018"/>
                    <a:pt x="240" y="1767"/>
                    <a:pt x="482" y="1002"/>
                  </a:cubicBezTo>
                  <a:cubicBezTo>
                    <a:pt x="651" y="465"/>
                    <a:pt x="768" y="293"/>
                    <a:pt x="974" y="268"/>
                  </a:cubicBezTo>
                  <a:cubicBezTo>
                    <a:pt x="981" y="268"/>
                    <a:pt x="989" y="267"/>
                    <a:pt x="998" y="267"/>
                  </a:cubicBezTo>
                  <a:cubicBezTo>
                    <a:pt x="1217" y="267"/>
                    <a:pt x="2070" y="514"/>
                    <a:pt x="2896" y="816"/>
                  </a:cubicBezTo>
                  <a:lnTo>
                    <a:pt x="3532" y="1050"/>
                  </a:lnTo>
                  <a:lnTo>
                    <a:pt x="3540" y="1219"/>
                  </a:lnTo>
                  <a:cubicBezTo>
                    <a:pt x="3545" y="1340"/>
                    <a:pt x="3570" y="1392"/>
                    <a:pt x="3626" y="1402"/>
                  </a:cubicBezTo>
                  <a:cubicBezTo>
                    <a:pt x="3632" y="1403"/>
                    <a:pt x="3638" y="1403"/>
                    <a:pt x="3643" y="1403"/>
                  </a:cubicBezTo>
                  <a:cubicBezTo>
                    <a:pt x="3799" y="1403"/>
                    <a:pt x="3850" y="1036"/>
                    <a:pt x="3704" y="892"/>
                  </a:cubicBezTo>
                  <a:cubicBezTo>
                    <a:pt x="3615" y="803"/>
                    <a:pt x="2421" y="359"/>
                    <a:pt x="1686" y="142"/>
                  </a:cubicBezTo>
                  <a:cubicBezTo>
                    <a:pt x="1380" y="52"/>
                    <a:pt x="1156" y="0"/>
                    <a:pt x="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16"/>
            <p:cNvSpPr/>
            <p:nvPr/>
          </p:nvSpPr>
          <p:spPr>
            <a:xfrm>
              <a:off x="6013550" y="1043375"/>
              <a:ext cx="79875" cy="59625"/>
            </a:xfrm>
            <a:custGeom>
              <a:rect b="b" l="l" r="r" t="t"/>
              <a:pathLst>
                <a:path extrusionOk="0" h="2385" w="3195">
                  <a:moveTo>
                    <a:pt x="645" y="1"/>
                  </a:moveTo>
                  <a:cubicBezTo>
                    <a:pt x="510" y="1"/>
                    <a:pt x="342" y="346"/>
                    <a:pt x="243" y="851"/>
                  </a:cubicBezTo>
                  <a:cubicBezTo>
                    <a:pt x="217" y="981"/>
                    <a:pt x="156" y="1232"/>
                    <a:pt x="109" y="1403"/>
                  </a:cubicBezTo>
                  <a:cubicBezTo>
                    <a:pt x="3" y="1788"/>
                    <a:pt x="0" y="1958"/>
                    <a:pt x="103" y="1996"/>
                  </a:cubicBezTo>
                  <a:cubicBezTo>
                    <a:pt x="120" y="2002"/>
                    <a:pt x="136" y="2006"/>
                    <a:pt x="150" y="2006"/>
                  </a:cubicBezTo>
                  <a:cubicBezTo>
                    <a:pt x="232" y="2006"/>
                    <a:pt x="280" y="1891"/>
                    <a:pt x="370" y="1530"/>
                  </a:cubicBezTo>
                  <a:cubicBezTo>
                    <a:pt x="422" y="1316"/>
                    <a:pt x="469" y="1138"/>
                    <a:pt x="474" y="1136"/>
                  </a:cubicBezTo>
                  <a:cubicBezTo>
                    <a:pt x="474" y="1135"/>
                    <a:pt x="475" y="1135"/>
                    <a:pt x="476" y="1135"/>
                  </a:cubicBezTo>
                  <a:cubicBezTo>
                    <a:pt x="518" y="1135"/>
                    <a:pt x="1089" y="1305"/>
                    <a:pt x="1735" y="1512"/>
                  </a:cubicBezTo>
                  <a:cubicBezTo>
                    <a:pt x="2480" y="1749"/>
                    <a:pt x="2450" y="1718"/>
                    <a:pt x="2219" y="2019"/>
                  </a:cubicBezTo>
                  <a:cubicBezTo>
                    <a:pt x="2052" y="2237"/>
                    <a:pt x="2036" y="2353"/>
                    <a:pt x="2168" y="2381"/>
                  </a:cubicBezTo>
                  <a:cubicBezTo>
                    <a:pt x="2177" y="2383"/>
                    <a:pt x="2186" y="2384"/>
                    <a:pt x="2195" y="2384"/>
                  </a:cubicBezTo>
                  <a:cubicBezTo>
                    <a:pt x="2259" y="2384"/>
                    <a:pt x="2320" y="2324"/>
                    <a:pt x="2466" y="2131"/>
                  </a:cubicBezTo>
                  <a:cubicBezTo>
                    <a:pt x="2577" y="1984"/>
                    <a:pt x="2713" y="1783"/>
                    <a:pt x="2763" y="1689"/>
                  </a:cubicBezTo>
                  <a:cubicBezTo>
                    <a:pt x="2813" y="1595"/>
                    <a:pt x="2932" y="1394"/>
                    <a:pt x="3025" y="1245"/>
                  </a:cubicBezTo>
                  <a:cubicBezTo>
                    <a:pt x="3119" y="1095"/>
                    <a:pt x="3195" y="943"/>
                    <a:pt x="3195" y="907"/>
                  </a:cubicBezTo>
                  <a:cubicBezTo>
                    <a:pt x="3194" y="846"/>
                    <a:pt x="3161" y="816"/>
                    <a:pt x="3115" y="816"/>
                  </a:cubicBezTo>
                  <a:cubicBezTo>
                    <a:pt x="3071" y="816"/>
                    <a:pt x="3014" y="845"/>
                    <a:pt x="2961" y="903"/>
                  </a:cubicBezTo>
                  <a:cubicBezTo>
                    <a:pt x="2901" y="967"/>
                    <a:pt x="2789" y="1129"/>
                    <a:pt x="2705" y="1269"/>
                  </a:cubicBezTo>
                  <a:cubicBezTo>
                    <a:pt x="2625" y="1404"/>
                    <a:pt x="2541" y="1507"/>
                    <a:pt x="2513" y="1507"/>
                  </a:cubicBezTo>
                  <a:cubicBezTo>
                    <a:pt x="2512" y="1507"/>
                    <a:pt x="2511" y="1506"/>
                    <a:pt x="2510" y="1506"/>
                  </a:cubicBezTo>
                  <a:cubicBezTo>
                    <a:pt x="2485" y="1498"/>
                    <a:pt x="2294" y="1426"/>
                    <a:pt x="2083" y="1346"/>
                  </a:cubicBezTo>
                  <a:cubicBezTo>
                    <a:pt x="1872" y="1266"/>
                    <a:pt x="1530" y="1160"/>
                    <a:pt x="1319" y="1109"/>
                  </a:cubicBezTo>
                  <a:cubicBezTo>
                    <a:pt x="587" y="933"/>
                    <a:pt x="541" y="917"/>
                    <a:pt x="528" y="816"/>
                  </a:cubicBezTo>
                  <a:cubicBezTo>
                    <a:pt x="522" y="768"/>
                    <a:pt x="571" y="582"/>
                    <a:pt x="638" y="402"/>
                  </a:cubicBezTo>
                  <a:cubicBezTo>
                    <a:pt x="736" y="136"/>
                    <a:pt x="748" y="65"/>
                    <a:pt x="702" y="25"/>
                  </a:cubicBezTo>
                  <a:cubicBezTo>
                    <a:pt x="684" y="9"/>
                    <a:pt x="665" y="1"/>
                    <a:pt x="6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16"/>
            <p:cNvSpPr/>
            <p:nvPr/>
          </p:nvSpPr>
          <p:spPr>
            <a:xfrm>
              <a:off x="6000100" y="1103725"/>
              <a:ext cx="58625" cy="61700"/>
            </a:xfrm>
            <a:custGeom>
              <a:rect b="b" l="l" r="r" t="t"/>
              <a:pathLst>
                <a:path extrusionOk="0" h="2468" w="2345">
                  <a:moveTo>
                    <a:pt x="1241" y="277"/>
                  </a:moveTo>
                  <a:cubicBezTo>
                    <a:pt x="1358" y="277"/>
                    <a:pt x="1470" y="306"/>
                    <a:pt x="1592" y="362"/>
                  </a:cubicBezTo>
                  <a:cubicBezTo>
                    <a:pt x="1711" y="418"/>
                    <a:pt x="1859" y="515"/>
                    <a:pt x="1912" y="574"/>
                  </a:cubicBezTo>
                  <a:cubicBezTo>
                    <a:pt x="1981" y="648"/>
                    <a:pt x="2023" y="783"/>
                    <a:pt x="2047" y="994"/>
                  </a:cubicBezTo>
                  <a:cubicBezTo>
                    <a:pt x="2078" y="1272"/>
                    <a:pt x="2069" y="1327"/>
                    <a:pt x="1970" y="1530"/>
                  </a:cubicBezTo>
                  <a:cubicBezTo>
                    <a:pt x="1819" y="1838"/>
                    <a:pt x="1626" y="2062"/>
                    <a:pt x="1455" y="2125"/>
                  </a:cubicBezTo>
                  <a:cubicBezTo>
                    <a:pt x="1329" y="2171"/>
                    <a:pt x="1171" y="2196"/>
                    <a:pt x="1039" y="2196"/>
                  </a:cubicBezTo>
                  <a:cubicBezTo>
                    <a:pt x="943" y="2196"/>
                    <a:pt x="860" y="2183"/>
                    <a:pt x="813" y="2155"/>
                  </a:cubicBezTo>
                  <a:cubicBezTo>
                    <a:pt x="319" y="1866"/>
                    <a:pt x="184" y="1449"/>
                    <a:pt x="385" y="850"/>
                  </a:cubicBezTo>
                  <a:lnTo>
                    <a:pt x="488" y="541"/>
                  </a:lnTo>
                  <a:lnTo>
                    <a:pt x="739" y="419"/>
                  </a:lnTo>
                  <a:cubicBezTo>
                    <a:pt x="934" y="324"/>
                    <a:pt x="1092" y="277"/>
                    <a:pt x="1241" y="277"/>
                  </a:cubicBezTo>
                  <a:close/>
                  <a:moveTo>
                    <a:pt x="1257" y="0"/>
                  </a:moveTo>
                  <a:cubicBezTo>
                    <a:pt x="1245" y="0"/>
                    <a:pt x="1233" y="0"/>
                    <a:pt x="1222" y="1"/>
                  </a:cubicBezTo>
                  <a:cubicBezTo>
                    <a:pt x="1060" y="13"/>
                    <a:pt x="685" y="120"/>
                    <a:pt x="553" y="193"/>
                  </a:cubicBezTo>
                  <a:cubicBezTo>
                    <a:pt x="259" y="356"/>
                    <a:pt x="58" y="733"/>
                    <a:pt x="25" y="1185"/>
                  </a:cubicBezTo>
                  <a:cubicBezTo>
                    <a:pt x="0" y="1530"/>
                    <a:pt x="73" y="1801"/>
                    <a:pt x="250" y="2018"/>
                  </a:cubicBezTo>
                  <a:cubicBezTo>
                    <a:pt x="500" y="2323"/>
                    <a:pt x="760" y="2468"/>
                    <a:pt x="1068" y="2468"/>
                  </a:cubicBezTo>
                  <a:cubicBezTo>
                    <a:pt x="1128" y="2468"/>
                    <a:pt x="1191" y="2462"/>
                    <a:pt x="1255" y="2451"/>
                  </a:cubicBezTo>
                  <a:cubicBezTo>
                    <a:pt x="1698" y="2374"/>
                    <a:pt x="1971" y="2135"/>
                    <a:pt x="2218" y="1608"/>
                  </a:cubicBezTo>
                  <a:cubicBezTo>
                    <a:pt x="2333" y="1361"/>
                    <a:pt x="2345" y="1301"/>
                    <a:pt x="2322" y="1051"/>
                  </a:cubicBezTo>
                  <a:cubicBezTo>
                    <a:pt x="2270" y="477"/>
                    <a:pt x="2175" y="338"/>
                    <a:pt x="1677" y="120"/>
                  </a:cubicBezTo>
                  <a:cubicBezTo>
                    <a:pt x="1484" y="35"/>
                    <a:pt x="1362" y="0"/>
                    <a:pt x="12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16"/>
            <p:cNvSpPr/>
            <p:nvPr/>
          </p:nvSpPr>
          <p:spPr>
            <a:xfrm>
              <a:off x="5980275" y="1173325"/>
              <a:ext cx="49375" cy="49600"/>
            </a:xfrm>
            <a:custGeom>
              <a:rect b="b" l="l" r="r" t="t"/>
              <a:pathLst>
                <a:path extrusionOk="0" h="1984" w="1975">
                  <a:moveTo>
                    <a:pt x="1249" y="91"/>
                  </a:moveTo>
                  <a:cubicBezTo>
                    <a:pt x="1284" y="91"/>
                    <a:pt x="1304" y="129"/>
                    <a:pt x="1282" y="188"/>
                  </a:cubicBezTo>
                  <a:cubicBezTo>
                    <a:pt x="1265" y="234"/>
                    <a:pt x="1281" y="280"/>
                    <a:pt x="1319" y="294"/>
                  </a:cubicBezTo>
                  <a:cubicBezTo>
                    <a:pt x="1541" y="375"/>
                    <a:pt x="1679" y="856"/>
                    <a:pt x="1568" y="1156"/>
                  </a:cubicBezTo>
                  <a:cubicBezTo>
                    <a:pt x="1431" y="1523"/>
                    <a:pt x="1217" y="1687"/>
                    <a:pt x="848" y="1713"/>
                  </a:cubicBezTo>
                  <a:cubicBezTo>
                    <a:pt x="812" y="1715"/>
                    <a:pt x="782" y="1717"/>
                    <a:pt x="757" y="1717"/>
                  </a:cubicBezTo>
                  <a:cubicBezTo>
                    <a:pt x="664" y="1717"/>
                    <a:pt x="633" y="1694"/>
                    <a:pt x="549" y="1608"/>
                  </a:cubicBezTo>
                  <a:cubicBezTo>
                    <a:pt x="324" y="1377"/>
                    <a:pt x="301" y="882"/>
                    <a:pt x="501" y="592"/>
                  </a:cubicBezTo>
                  <a:cubicBezTo>
                    <a:pt x="549" y="523"/>
                    <a:pt x="608" y="422"/>
                    <a:pt x="630" y="374"/>
                  </a:cubicBezTo>
                  <a:cubicBezTo>
                    <a:pt x="648" y="332"/>
                    <a:pt x="680" y="301"/>
                    <a:pt x="704" y="301"/>
                  </a:cubicBezTo>
                  <a:cubicBezTo>
                    <a:pt x="707" y="301"/>
                    <a:pt x="710" y="301"/>
                    <a:pt x="713" y="303"/>
                  </a:cubicBezTo>
                  <a:cubicBezTo>
                    <a:pt x="717" y="304"/>
                    <a:pt x="723" y="305"/>
                    <a:pt x="730" y="305"/>
                  </a:cubicBezTo>
                  <a:cubicBezTo>
                    <a:pt x="763" y="305"/>
                    <a:pt x="826" y="289"/>
                    <a:pt x="882" y="266"/>
                  </a:cubicBezTo>
                  <a:cubicBezTo>
                    <a:pt x="969" y="229"/>
                    <a:pt x="995" y="200"/>
                    <a:pt x="968" y="167"/>
                  </a:cubicBezTo>
                  <a:cubicBezTo>
                    <a:pt x="943" y="135"/>
                    <a:pt x="955" y="120"/>
                    <a:pt x="1009" y="118"/>
                  </a:cubicBezTo>
                  <a:cubicBezTo>
                    <a:pt x="1010" y="118"/>
                    <a:pt x="1012" y="118"/>
                    <a:pt x="1014" y="118"/>
                  </a:cubicBezTo>
                  <a:cubicBezTo>
                    <a:pt x="1056" y="118"/>
                    <a:pt x="1097" y="131"/>
                    <a:pt x="1110" y="149"/>
                  </a:cubicBezTo>
                  <a:cubicBezTo>
                    <a:pt x="1116" y="156"/>
                    <a:pt x="1123" y="159"/>
                    <a:pt x="1132" y="159"/>
                  </a:cubicBezTo>
                  <a:cubicBezTo>
                    <a:pt x="1147" y="159"/>
                    <a:pt x="1166" y="149"/>
                    <a:pt x="1182" y="129"/>
                  </a:cubicBezTo>
                  <a:cubicBezTo>
                    <a:pt x="1206" y="103"/>
                    <a:pt x="1230" y="91"/>
                    <a:pt x="1249" y="91"/>
                  </a:cubicBezTo>
                  <a:close/>
                  <a:moveTo>
                    <a:pt x="1104" y="0"/>
                  </a:moveTo>
                  <a:cubicBezTo>
                    <a:pt x="1032" y="0"/>
                    <a:pt x="960" y="17"/>
                    <a:pt x="938" y="42"/>
                  </a:cubicBezTo>
                  <a:cubicBezTo>
                    <a:pt x="921" y="61"/>
                    <a:pt x="889" y="72"/>
                    <a:pt x="858" y="72"/>
                  </a:cubicBezTo>
                  <a:cubicBezTo>
                    <a:pt x="844" y="72"/>
                    <a:pt x="831" y="70"/>
                    <a:pt x="820" y="65"/>
                  </a:cubicBezTo>
                  <a:cubicBezTo>
                    <a:pt x="812" y="63"/>
                    <a:pt x="803" y="61"/>
                    <a:pt x="793" y="61"/>
                  </a:cubicBezTo>
                  <a:cubicBezTo>
                    <a:pt x="695" y="61"/>
                    <a:pt x="491" y="189"/>
                    <a:pt x="351" y="344"/>
                  </a:cubicBezTo>
                  <a:cubicBezTo>
                    <a:pt x="0" y="732"/>
                    <a:pt x="21" y="1471"/>
                    <a:pt x="392" y="1817"/>
                  </a:cubicBezTo>
                  <a:cubicBezTo>
                    <a:pt x="521" y="1936"/>
                    <a:pt x="617" y="1983"/>
                    <a:pt x="773" y="1983"/>
                  </a:cubicBezTo>
                  <a:cubicBezTo>
                    <a:pt x="822" y="1983"/>
                    <a:pt x="877" y="1979"/>
                    <a:pt x="940" y="1970"/>
                  </a:cubicBezTo>
                  <a:cubicBezTo>
                    <a:pt x="1231" y="1933"/>
                    <a:pt x="1421" y="1834"/>
                    <a:pt x="1592" y="1634"/>
                  </a:cubicBezTo>
                  <a:cubicBezTo>
                    <a:pt x="1936" y="1231"/>
                    <a:pt x="1975" y="577"/>
                    <a:pt x="1674" y="256"/>
                  </a:cubicBezTo>
                  <a:cubicBezTo>
                    <a:pt x="1518" y="89"/>
                    <a:pt x="1371" y="19"/>
                    <a:pt x="1133" y="1"/>
                  </a:cubicBezTo>
                  <a:cubicBezTo>
                    <a:pt x="1123" y="1"/>
                    <a:pt x="1114" y="0"/>
                    <a:pt x="11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16"/>
            <p:cNvSpPr/>
            <p:nvPr/>
          </p:nvSpPr>
          <p:spPr>
            <a:xfrm>
              <a:off x="5967075" y="1229925"/>
              <a:ext cx="21075" cy="53150"/>
            </a:xfrm>
            <a:custGeom>
              <a:rect b="b" l="l" r="r" t="t"/>
              <a:pathLst>
                <a:path extrusionOk="0" h="2126" w="843">
                  <a:moveTo>
                    <a:pt x="679" y="0"/>
                  </a:moveTo>
                  <a:cubicBezTo>
                    <a:pt x="638" y="0"/>
                    <a:pt x="607" y="21"/>
                    <a:pt x="576" y="66"/>
                  </a:cubicBezTo>
                  <a:cubicBezTo>
                    <a:pt x="494" y="187"/>
                    <a:pt x="56" y="1530"/>
                    <a:pt x="26" y="1751"/>
                  </a:cubicBezTo>
                  <a:cubicBezTo>
                    <a:pt x="1" y="1947"/>
                    <a:pt x="36" y="2009"/>
                    <a:pt x="214" y="2076"/>
                  </a:cubicBezTo>
                  <a:cubicBezTo>
                    <a:pt x="306" y="2110"/>
                    <a:pt x="394" y="2125"/>
                    <a:pt x="469" y="2125"/>
                  </a:cubicBezTo>
                  <a:cubicBezTo>
                    <a:pt x="632" y="2125"/>
                    <a:pt x="735" y="2053"/>
                    <a:pt x="681" y="1936"/>
                  </a:cubicBezTo>
                  <a:cubicBezTo>
                    <a:pt x="650" y="1868"/>
                    <a:pt x="621" y="1857"/>
                    <a:pt x="481" y="1856"/>
                  </a:cubicBezTo>
                  <a:cubicBezTo>
                    <a:pt x="389" y="1854"/>
                    <a:pt x="309" y="1838"/>
                    <a:pt x="301" y="1817"/>
                  </a:cubicBezTo>
                  <a:cubicBezTo>
                    <a:pt x="275" y="1764"/>
                    <a:pt x="489" y="1024"/>
                    <a:pt x="683" y="487"/>
                  </a:cubicBezTo>
                  <a:lnTo>
                    <a:pt x="842" y="51"/>
                  </a:lnTo>
                  <a:lnTo>
                    <a:pt x="740" y="13"/>
                  </a:lnTo>
                  <a:cubicBezTo>
                    <a:pt x="717" y="4"/>
                    <a:pt x="697"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116"/>
          <p:cNvGrpSpPr/>
          <p:nvPr/>
        </p:nvGrpSpPr>
        <p:grpSpPr>
          <a:xfrm>
            <a:off x="1929858" y="2456414"/>
            <a:ext cx="658812" cy="591885"/>
            <a:chOff x="2927050" y="2256825"/>
            <a:chExt cx="334100" cy="300175"/>
          </a:xfrm>
        </p:grpSpPr>
        <p:sp>
          <p:nvSpPr>
            <p:cNvPr id="4314" name="Google Shape;4314;p116"/>
            <p:cNvSpPr/>
            <p:nvPr/>
          </p:nvSpPr>
          <p:spPr>
            <a:xfrm>
              <a:off x="2927050" y="2256825"/>
              <a:ext cx="334100" cy="300175"/>
            </a:xfrm>
            <a:custGeom>
              <a:rect b="b" l="l" r="r" t="t"/>
              <a:pathLst>
                <a:path extrusionOk="0" h="12007" w="13364">
                  <a:moveTo>
                    <a:pt x="10138" y="193"/>
                  </a:moveTo>
                  <a:cubicBezTo>
                    <a:pt x="10168" y="193"/>
                    <a:pt x="10198" y="204"/>
                    <a:pt x="10232" y="227"/>
                  </a:cubicBezTo>
                  <a:cubicBezTo>
                    <a:pt x="10315" y="284"/>
                    <a:pt x="10368" y="385"/>
                    <a:pt x="10372" y="500"/>
                  </a:cubicBezTo>
                  <a:lnTo>
                    <a:pt x="10429" y="1855"/>
                  </a:lnTo>
                  <a:cubicBezTo>
                    <a:pt x="10431" y="1918"/>
                    <a:pt x="10435" y="2036"/>
                    <a:pt x="10515" y="2116"/>
                  </a:cubicBezTo>
                  <a:cubicBezTo>
                    <a:pt x="10575" y="2175"/>
                    <a:pt x="10651" y="2191"/>
                    <a:pt x="10720" y="2191"/>
                  </a:cubicBezTo>
                  <a:cubicBezTo>
                    <a:pt x="10782" y="2191"/>
                    <a:pt x="10838" y="2178"/>
                    <a:pt x="10872" y="2170"/>
                  </a:cubicBezTo>
                  <a:lnTo>
                    <a:pt x="11612" y="2003"/>
                  </a:lnTo>
                  <a:cubicBezTo>
                    <a:pt x="11644" y="1996"/>
                    <a:pt x="11676" y="1992"/>
                    <a:pt x="11708" y="1992"/>
                  </a:cubicBezTo>
                  <a:cubicBezTo>
                    <a:pt x="11808" y="1992"/>
                    <a:pt x="11906" y="2026"/>
                    <a:pt x="11985" y="2091"/>
                  </a:cubicBezTo>
                  <a:cubicBezTo>
                    <a:pt x="12087" y="2174"/>
                    <a:pt x="12143" y="2295"/>
                    <a:pt x="12140" y="2425"/>
                  </a:cubicBezTo>
                  <a:cubicBezTo>
                    <a:pt x="12136" y="2637"/>
                    <a:pt x="12091" y="2863"/>
                    <a:pt x="12047" y="3082"/>
                  </a:cubicBezTo>
                  <a:cubicBezTo>
                    <a:pt x="12030" y="3164"/>
                    <a:pt x="12014" y="3245"/>
                    <a:pt x="12000" y="3326"/>
                  </a:cubicBezTo>
                  <a:cubicBezTo>
                    <a:pt x="11992" y="3379"/>
                    <a:pt x="11977" y="3475"/>
                    <a:pt x="12037" y="3547"/>
                  </a:cubicBezTo>
                  <a:cubicBezTo>
                    <a:pt x="12087" y="3610"/>
                    <a:pt x="12159" y="3625"/>
                    <a:pt x="12220" y="3625"/>
                  </a:cubicBezTo>
                  <a:cubicBezTo>
                    <a:pt x="12260" y="3625"/>
                    <a:pt x="12296" y="3619"/>
                    <a:pt x="12317" y="3615"/>
                  </a:cubicBezTo>
                  <a:lnTo>
                    <a:pt x="12391" y="3600"/>
                  </a:lnTo>
                  <a:cubicBezTo>
                    <a:pt x="12595" y="3561"/>
                    <a:pt x="12800" y="3523"/>
                    <a:pt x="13003" y="3483"/>
                  </a:cubicBezTo>
                  <a:cubicBezTo>
                    <a:pt x="13019" y="3481"/>
                    <a:pt x="13056" y="3474"/>
                    <a:pt x="13089" y="3474"/>
                  </a:cubicBezTo>
                  <a:cubicBezTo>
                    <a:pt x="13114" y="3474"/>
                    <a:pt x="13138" y="3478"/>
                    <a:pt x="13150" y="3491"/>
                  </a:cubicBezTo>
                  <a:cubicBezTo>
                    <a:pt x="13161" y="3501"/>
                    <a:pt x="13166" y="3532"/>
                    <a:pt x="13162" y="3573"/>
                  </a:cubicBezTo>
                  <a:cubicBezTo>
                    <a:pt x="13143" y="3812"/>
                    <a:pt x="12939" y="4005"/>
                    <a:pt x="12732" y="4182"/>
                  </a:cubicBezTo>
                  <a:cubicBezTo>
                    <a:pt x="12005" y="4805"/>
                    <a:pt x="11273" y="5421"/>
                    <a:pt x="10555" y="6015"/>
                  </a:cubicBezTo>
                  <a:cubicBezTo>
                    <a:pt x="10210" y="6304"/>
                    <a:pt x="9834" y="6613"/>
                    <a:pt x="9374" y="6988"/>
                  </a:cubicBezTo>
                  <a:cubicBezTo>
                    <a:pt x="8583" y="7638"/>
                    <a:pt x="7719" y="8335"/>
                    <a:pt x="6659" y="9186"/>
                  </a:cubicBezTo>
                  <a:cubicBezTo>
                    <a:pt x="6261" y="9505"/>
                    <a:pt x="5863" y="9824"/>
                    <a:pt x="5465" y="10141"/>
                  </a:cubicBezTo>
                  <a:cubicBezTo>
                    <a:pt x="5255" y="10309"/>
                    <a:pt x="5046" y="10476"/>
                    <a:pt x="4836" y="10644"/>
                  </a:cubicBezTo>
                  <a:lnTo>
                    <a:pt x="4572" y="10853"/>
                  </a:lnTo>
                  <a:cubicBezTo>
                    <a:pt x="4137" y="11200"/>
                    <a:pt x="3688" y="11557"/>
                    <a:pt x="3175" y="11772"/>
                  </a:cubicBezTo>
                  <a:cubicBezTo>
                    <a:pt x="3128" y="11793"/>
                    <a:pt x="3072" y="11813"/>
                    <a:pt x="3024" y="11813"/>
                  </a:cubicBezTo>
                  <a:cubicBezTo>
                    <a:pt x="3005" y="11813"/>
                    <a:pt x="2987" y="11810"/>
                    <a:pt x="2972" y="11802"/>
                  </a:cubicBezTo>
                  <a:cubicBezTo>
                    <a:pt x="2897" y="11763"/>
                    <a:pt x="2900" y="11622"/>
                    <a:pt x="2918" y="11510"/>
                  </a:cubicBezTo>
                  <a:lnTo>
                    <a:pt x="3033" y="10718"/>
                  </a:lnTo>
                  <a:cubicBezTo>
                    <a:pt x="3055" y="10566"/>
                    <a:pt x="3006" y="10416"/>
                    <a:pt x="2900" y="10305"/>
                  </a:cubicBezTo>
                  <a:cubicBezTo>
                    <a:pt x="2805" y="10206"/>
                    <a:pt x="2676" y="10152"/>
                    <a:pt x="2540" y="10152"/>
                  </a:cubicBezTo>
                  <a:cubicBezTo>
                    <a:pt x="2523" y="10152"/>
                    <a:pt x="2507" y="10152"/>
                    <a:pt x="2490" y="10154"/>
                  </a:cubicBezTo>
                  <a:lnTo>
                    <a:pt x="1920" y="10208"/>
                  </a:lnTo>
                  <a:cubicBezTo>
                    <a:pt x="1873" y="10213"/>
                    <a:pt x="1830" y="10216"/>
                    <a:pt x="1791" y="10216"/>
                  </a:cubicBezTo>
                  <a:cubicBezTo>
                    <a:pt x="1682" y="10216"/>
                    <a:pt x="1602" y="10189"/>
                    <a:pt x="1538" y="10082"/>
                  </a:cubicBezTo>
                  <a:cubicBezTo>
                    <a:pt x="1491" y="10002"/>
                    <a:pt x="1473" y="9904"/>
                    <a:pt x="1488" y="9803"/>
                  </a:cubicBezTo>
                  <a:cubicBezTo>
                    <a:pt x="1511" y="9654"/>
                    <a:pt x="1582" y="9518"/>
                    <a:pt x="1659" y="9376"/>
                  </a:cubicBezTo>
                  <a:cubicBezTo>
                    <a:pt x="1751" y="9203"/>
                    <a:pt x="1847" y="9025"/>
                    <a:pt x="1860" y="8806"/>
                  </a:cubicBezTo>
                  <a:cubicBezTo>
                    <a:pt x="1865" y="8700"/>
                    <a:pt x="1845" y="8599"/>
                    <a:pt x="1802" y="8517"/>
                  </a:cubicBezTo>
                  <a:cubicBezTo>
                    <a:pt x="1731" y="8378"/>
                    <a:pt x="1591" y="8235"/>
                    <a:pt x="1313" y="8235"/>
                  </a:cubicBezTo>
                  <a:cubicBezTo>
                    <a:pt x="1226" y="8235"/>
                    <a:pt x="1125" y="8249"/>
                    <a:pt x="1008" y="8282"/>
                  </a:cubicBezTo>
                  <a:cubicBezTo>
                    <a:pt x="971" y="8292"/>
                    <a:pt x="934" y="8303"/>
                    <a:pt x="897" y="8315"/>
                  </a:cubicBezTo>
                  <a:cubicBezTo>
                    <a:pt x="772" y="8353"/>
                    <a:pt x="651" y="8389"/>
                    <a:pt x="535" y="8389"/>
                  </a:cubicBezTo>
                  <a:cubicBezTo>
                    <a:pt x="486" y="8389"/>
                    <a:pt x="438" y="8383"/>
                    <a:pt x="390" y="8368"/>
                  </a:cubicBezTo>
                  <a:cubicBezTo>
                    <a:pt x="293" y="8335"/>
                    <a:pt x="224" y="8261"/>
                    <a:pt x="216" y="8175"/>
                  </a:cubicBezTo>
                  <a:cubicBezTo>
                    <a:pt x="205" y="8083"/>
                    <a:pt x="265" y="8033"/>
                    <a:pt x="363" y="7960"/>
                  </a:cubicBezTo>
                  <a:cubicBezTo>
                    <a:pt x="661" y="7740"/>
                    <a:pt x="959" y="7520"/>
                    <a:pt x="1258" y="7302"/>
                  </a:cubicBezTo>
                  <a:cubicBezTo>
                    <a:pt x="1523" y="7108"/>
                    <a:pt x="1789" y="6914"/>
                    <a:pt x="2054" y="6720"/>
                  </a:cubicBezTo>
                  <a:lnTo>
                    <a:pt x="2593" y="6326"/>
                  </a:lnTo>
                  <a:cubicBezTo>
                    <a:pt x="3240" y="5852"/>
                    <a:pt x="4002" y="5290"/>
                    <a:pt x="4751" y="4717"/>
                  </a:cubicBezTo>
                  <a:cubicBezTo>
                    <a:pt x="5190" y="4382"/>
                    <a:pt x="5585" y="4074"/>
                    <a:pt x="5958" y="3775"/>
                  </a:cubicBezTo>
                  <a:cubicBezTo>
                    <a:pt x="6174" y="3605"/>
                    <a:pt x="6387" y="3432"/>
                    <a:pt x="6600" y="3257"/>
                  </a:cubicBezTo>
                  <a:cubicBezTo>
                    <a:pt x="6926" y="2989"/>
                    <a:pt x="7223" y="2738"/>
                    <a:pt x="7507" y="2491"/>
                  </a:cubicBezTo>
                  <a:cubicBezTo>
                    <a:pt x="7846" y="2199"/>
                    <a:pt x="8176" y="1905"/>
                    <a:pt x="8488" y="1616"/>
                  </a:cubicBezTo>
                  <a:lnTo>
                    <a:pt x="8532" y="1574"/>
                  </a:lnTo>
                  <a:cubicBezTo>
                    <a:pt x="8561" y="1546"/>
                    <a:pt x="8590" y="1520"/>
                    <a:pt x="8619" y="1492"/>
                  </a:cubicBezTo>
                  <a:cubicBezTo>
                    <a:pt x="8720" y="1394"/>
                    <a:pt x="8823" y="1291"/>
                    <a:pt x="8926" y="1189"/>
                  </a:cubicBezTo>
                  <a:cubicBezTo>
                    <a:pt x="9261" y="852"/>
                    <a:pt x="9608" y="505"/>
                    <a:pt x="9977" y="261"/>
                  </a:cubicBezTo>
                  <a:cubicBezTo>
                    <a:pt x="10042" y="219"/>
                    <a:pt x="10091" y="193"/>
                    <a:pt x="10138" y="193"/>
                  </a:cubicBezTo>
                  <a:close/>
                  <a:moveTo>
                    <a:pt x="10140" y="0"/>
                  </a:moveTo>
                  <a:cubicBezTo>
                    <a:pt x="10023" y="0"/>
                    <a:pt x="9927" y="64"/>
                    <a:pt x="9870" y="101"/>
                  </a:cubicBezTo>
                  <a:cubicBezTo>
                    <a:pt x="9485" y="354"/>
                    <a:pt x="9132" y="709"/>
                    <a:pt x="8789" y="1052"/>
                  </a:cubicBezTo>
                  <a:cubicBezTo>
                    <a:pt x="8687" y="1154"/>
                    <a:pt x="8586" y="1256"/>
                    <a:pt x="8485" y="1353"/>
                  </a:cubicBezTo>
                  <a:cubicBezTo>
                    <a:pt x="8458" y="1380"/>
                    <a:pt x="8429" y="1407"/>
                    <a:pt x="8400" y="1433"/>
                  </a:cubicBezTo>
                  <a:lnTo>
                    <a:pt x="8355" y="1475"/>
                  </a:lnTo>
                  <a:cubicBezTo>
                    <a:pt x="8045" y="1762"/>
                    <a:pt x="7717" y="2055"/>
                    <a:pt x="7381" y="2344"/>
                  </a:cubicBezTo>
                  <a:cubicBezTo>
                    <a:pt x="7097" y="2591"/>
                    <a:pt x="6802" y="2840"/>
                    <a:pt x="6477" y="3107"/>
                  </a:cubicBezTo>
                  <a:cubicBezTo>
                    <a:pt x="6266" y="3281"/>
                    <a:pt x="6053" y="3454"/>
                    <a:pt x="5837" y="3624"/>
                  </a:cubicBezTo>
                  <a:cubicBezTo>
                    <a:pt x="5465" y="3922"/>
                    <a:pt x="5071" y="4230"/>
                    <a:pt x="4633" y="4564"/>
                  </a:cubicBezTo>
                  <a:cubicBezTo>
                    <a:pt x="3885" y="5135"/>
                    <a:pt x="3125" y="5697"/>
                    <a:pt x="2478" y="6170"/>
                  </a:cubicBezTo>
                  <a:lnTo>
                    <a:pt x="1940" y="6564"/>
                  </a:lnTo>
                  <a:cubicBezTo>
                    <a:pt x="1675" y="6759"/>
                    <a:pt x="1409" y="6952"/>
                    <a:pt x="1144" y="7146"/>
                  </a:cubicBezTo>
                  <a:cubicBezTo>
                    <a:pt x="845" y="7364"/>
                    <a:pt x="546" y="7584"/>
                    <a:pt x="249" y="7805"/>
                  </a:cubicBezTo>
                  <a:cubicBezTo>
                    <a:pt x="150" y="7877"/>
                    <a:pt x="0" y="7987"/>
                    <a:pt x="24" y="8196"/>
                  </a:cubicBezTo>
                  <a:cubicBezTo>
                    <a:pt x="41" y="8356"/>
                    <a:pt x="160" y="8496"/>
                    <a:pt x="329" y="8550"/>
                  </a:cubicBezTo>
                  <a:cubicBezTo>
                    <a:pt x="399" y="8573"/>
                    <a:pt x="468" y="8582"/>
                    <a:pt x="536" y="8582"/>
                  </a:cubicBezTo>
                  <a:cubicBezTo>
                    <a:pt x="682" y="8582"/>
                    <a:pt x="824" y="8539"/>
                    <a:pt x="953" y="8500"/>
                  </a:cubicBezTo>
                  <a:cubicBezTo>
                    <a:pt x="989" y="8488"/>
                    <a:pt x="1025" y="8478"/>
                    <a:pt x="1060" y="8468"/>
                  </a:cubicBezTo>
                  <a:cubicBezTo>
                    <a:pt x="1153" y="8442"/>
                    <a:pt x="1236" y="8429"/>
                    <a:pt x="1308" y="8429"/>
                  </a:cubicBezTo>
                  <a:cubicBezTo>
                    <a:pt x="1463" y="8429"/>
                    <a:pt x="1571" y="8488"/>
                    <a:pt x="1630" y="8606"/>
                  </a:cubicBezTo>
                  <a:cubicBezTo>
                    <a:pt x="1658" y="8658"/>
                    <a:pt x="1671" y="8724"/>
                    <a:pt x="1667" y="8795"/>
                  </a:cubicBezTo>
                  <a:cubicBezTo>
                    <a:pt x="1657" y="8971"/>
                    <a:pt x="1575" y="9124"/>
                    <a:pt x="1488" y="9285"/>
                  </a:cubicBezTo>
                  <a:cubicBezTo>
                    <a:pt x="1408" y="9436"/>
                    <a:pt x="1324" y="9593"/>
                    <a:pt x="1297" y="9776"/>
                  </a:cubicBezTo>
                  <a:cubicBezTo>
                    <a:pt x="1276" y="9919"/>
                    <a:pt x="1302" y="10063"/>
                    <a:pt x="1373" y="10181"/>
                  </a:cubicBezTo>
                  <a:cubicBezTo>
                    <a:pt x="1488" y="10373"/>
                    <a:pt x="1653" y="10410"/>
                    <a:pt x="1797" y="10410"/>
                  </a:cubicBezTo>
                  <a:cubicBezTo>
                    <a:pt x="1847" y="10410"/>
                    <a:pt x="1896" y="10405"/>
                    <a:pt x="1938" y="10402"/>
                  </a:cubicBezTo>
                  <a:lnTo>
                    <a:pt x="2509" y="10346"/>
                  </a:lnTo>
                  <a:cubicBezTo>
                    <a:pt x="2520" y="10345"/>
                    <a:pt x="2531" y="10344"/>
                    <a:pt x="2541" y="10344"/>
                  </a:cubicBezTo>
                  <a:cubicBezTo>
                    <a:pt x="2624" y="10344"/>
                    <a:pt x="2703" y="10378"/>
                    <a:pt x="2762" y="10439"/>
                  </a:cubicBezTo>
                  <a:cubicBezTo>
                    <a:pt x="2826" y="10506"/>
                    <a:pt x="2856" y="10598"/>
                    <a:pt x="2843" y="10690"/>
                  </a:cubicBezTo>
                  <a:lnTo>
                    <a:pt x="2726" y="11482"/>
                  </a:lnTo>
                  <a:cubicBezTo>
                    <a:pt x="2689" y="11734"/>
                    <a:pt x="2741" y="11899"/>
                    <a:pt x="2882" y="11974"/>
                  </a:cubicBezTo>
                  <a:cubicBezTo>
                    <a:pt x="2928" y="11998"/>
                    <a:pt x="2975" y="12006"/>
                    <a:pt x="3022" y="12006"/>
                  </a:cubicBezTo>
                  <a:cubicBezTo>
                    <a:pt x="3103" y="12006"/>
                    <a:pt x="3184" y="11978"/>
                    <a:pt x="3251" y="11949"/>
                  </a:cubicBezTo>
                  <a:cubicBezTo>
                    <a:pt x="3787" y="11725"/>
                    <a:pt x="4248" y="11359"/>
                    <a:pt x="4695" y="11003"/>
                  </a:cubicBezTo>
                  <a:lnTo>
                    <a:pt x="4957" y="10795"/>
                  </a:lnTo>
                  <a:cubicBezTo>
                    <a:pt x="5166" y="10627"/>
                    <a:pt x="5377" y="10459"/>
                    <a:pt x="5586" y="10291"/>
                  </a:cubicBezTo>
                  <a:cubicBezTo>
                    <a:pt x="5983" y="9974"/>
                    <a:pt x="6382" y="9656"/>
                    <a:pt x="6780" y="9336"/>
                  </a:cubicBezTo>
                  <a:cubicBezTo>
                    <a:pt x="7841" y="8486"/>
                    <a:pt x="8704" y="7787"/>
                    <a:pt x="9496" y="7138"/>
                  </a:cubicBezTo>
                  <a:cubicBezTo>
                    <a:pt x="9957" y="6762"/>
                    <a:pt x="10332" y="6452"/>
                    <a:pt x="10679" y="6164"/>
                  </a:cubicBezTo>
                  <a:cubicBezTo>
                    <a:pt x="11396" y="5570"/>
                    <a:pt x="12130" y="4952"/>
                    <a:pt x="12858" y="4328"/>
                  </a:cubicBezTo>
                  <a:cubicBezTo>
                    <a:pt x="13085" y="4134"/>
                    <a:pt x="13330" y="3901"/>
                    <a:pt x="13356" y="3588"/>
                  </a:cubicBezTo>
                  <a:cubicBezTo>
                    <a:pt x="13363" y="3485"/>
                    <a:pt x="13340" y="3407"/>
                    <a:pt x="13287" y="3355"/>
                  </a:cubicBezTo>
                  <a:cubicBezTo>
                    <a:pt x="13231" y="3296"/>
                    <a:pt x="13157" y="3280"/>
                    <a:pt x="13090" y="3280"/>
                  </a:cubicBezTo>
                  <a:cubicBezTo>
                    <a:pt x="13042" y="3280"/>
                    <a:pt x="12998" y="3288"/>
                    <a:pt x="12968" y="3294"/>
                  </a:cubicBezTo>
                  <a:cubicBezTo>
                    <a:pt x="12764" y="3333"/>
                    <a:pt x="12560" y="3372"/>
                    <a:pt x="12356" y="3411"/>
                  </a:cubicBezTo>
                  <a:lnTo>
                    <a:pt x="12282" y="3425"/>
                  </a:lnTo>
                  <a:cubicBezTo>
                    <a:pt x="12253" y="3430"/>
                    <a:pt x="12233" y="3432"/>
                    <a:pt x="12219" y="3432"/>
                  </a:cubicBezTo>
                  <a:cubicBezTo>
                    <a:pt x="12196" y="3432"/>
                    <a:pt x="12189" y="3427"/>
                    <a:pt x="12188" y="3426"/>
                  </a:cubicBezTo>
                  <a:cubicBezTo>
                    <a:pt x="12184" y="3418"/>
                    <a:pt x="12185" y="3395"/>
                    <a:pt x="12190" y="3358"/>
                  </a:cubicBezTo>
                  <a:cubicBezTo>
                    <a:pt x="12204" y="3279"/>
                    <a:pt x="12220" y="3200"/>
                    <a:pt x="12236" y="3119"/>
                  </a:cubicBezTo>
                  <a:cubicBezTo>
                    <a:pt x="12281" y="2893"/>
                    <a:pt x="12328" y="2658"/>
                    <a:pt x="12333" y="2429"/>
                  </a:cubicBezTo>
                  <a:cubicBezTo>
                    <a:pt x="12338" y="2240"/>
                    <a:pt x="12255" y="2062"/>
                    <a:pt x="12108" y="1942"/>
                  </a:cubicBezTo>
                  <a:cubicBezTo>
                    <a:pt x="11993" y="1848"/>
                    <a:pt x="11854" y="1799"/>
                    <a:pt x="11710" y="1799"/>
                  </a:cubicBezTo>
                  <a:cubicBezTo>
                    <a:pt x="11663" y="1799"/>
                    <a:pt x="11616" y="1804"/>
                    <a:pt x="11570" y="1815"/>
                  </a:cubicBezTo>
                  <a:lnTo>
                    <a:pt x="10829" y="1981"/>
                  </a:lnTo>
                  <a:cubicBezTo>
                    <a:pt x="10793" y="1990"/>
                    <a:pt x="10752" y="1998"/>
                    <a:pt x="10717" y="1998"/>
                  </a:cubicBezTo>
                  <a:cubicBezTo>
                    <a:pt x="10689" y="1998"/>
                    <a:pt x="10666" y="1993"/>
                    <a:pt x="10652" y="1979"/>
                  </a:cubicBezTo>
                  <a:cubicBezTo>
                    <a:pt x="10628" y="1956"/>
                    <a:pt x="10623" y="1903"/>
                    <a:pt x="10622" y="1849"/>
                  </a:cubicBezTo>
                  <a:lnTo>
                    <a:pt x="10565" y="492"/>
                  </a:lnTo>
                  <a:cubicBezTo>
                    <a:pt x="10558" y="317"/>
                    <a:pt x="10475" y="158"/>
                    <a:pt x="10341" y="67"/>
                  </a:cubicBezTo>
                  <a:cubicBezTo>
                    <a:pt x="10270" y="18"/>
                    <a:pt x="10202" y="0"/>
                    <a:pt x="10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16"/>
            <p:cNvSpPr/>
            <p:nvPr/>
          </p:nvSpPr>
          <p:spPr>
            <a:xfrm>
              <a:off x="2957050" y="2416475"/>
              <a:ext cx="29275" cy="23800"/>
            </a:xfrm>
            <a:custGeom>
              <a:rect b="b" l="l" r="r" t="t"/>
              <a:pathLst>
                <a:path extrusionOk="0" h="952" w="1171">
                  <a:moveTo>
                    <a:pt x="1146" y="1"/>
                  </a:moveTo>
                  <a:cubicBezTo>
                    <a:pt x="765" y="280"/>
                    <a:pt x="382" y="559"/>
                    <a:pt x="1" y="838"/>
                  </a:cubicBezTo>
                  <a:cubicBezTo>
                    <a:pt x="118" y="911"/>
                    <a:pt x="255" y="952"/>
                    <a:pt x="402" y="952"/>
                  </a:cubicBezTo>
                  <a:cubicBezTo>
                    <a:pt x="825" y="952"/>
                    <a:pt x="1171" y="611"/>
                    <a:pt x="1171" y="189"/>
                  </a:cubicBezTo>
                  <a:cubicBezTo>
                    <a:pt x="1171" y="124"/>
                    <a:pt x="1163" y="61"/>
                    <a:pt x="1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16"/>
            <p:cNvSpPr/>
            <p:nvPr/>
          </p:nvSpPr>
          <p:spPr>
            <a:xfrm>
              <a:off x="3016175" y="2414850"/>
              <a:ext cx="38475" cy="38150"/>
            </a:xfrm>
            <a:custGeom>
              <a:rect b="b" l="l" r="r" t="t"/>
              <a:pathLst>
                <a:path extrusionOk="0" h="1526" w="1539">
                  <a:moveTo>
                    <a:pt x="769" y="1"/>
                  </a:moveTo>
                  <a:cubicBezTo>
                    <a:pt x="345" y="1"/>
                    <a:pt x="1" y="342"/>
                    <a:pt x="1" y="762"/>
                  </a:cubicBezTo>
                  <a:cubicBezTo>
                    <a:pt x="1" y="1184"/>
                    <a:pt x="345" y="1525"/>
                    <a:pt x="769" y="1525"/>
                  </a:cubicBezTo>
                  <a:cubicBezTo>
                    <a:pt x="1194" y="1525"/>
                    <a:pt x="1538" y="1183"/>
                    <a:pt x="1538" y="762"/>
                  </a:cubicBezTo>
                  <a:cubicBezTo>
                    <a:pt x="1538" y="342"/>
                    <a:pt x="119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16"/>
            <p:cNvSpPr/>
            <p:nvPr/>
          </p:nvSpPr>
          <p:spPr>
            <a:xfrm>
              <a:off x="2991275" y="2469200"/>
              <a:ext cx="38450" cy="38150"/>
            </a:xfrm>
            <a:custGeom>
              <a:rect b="b" l="l" r="r" t="t"/>
              <a:pathLst>
                <a:path extrusionOk="0" h="1526" w="1538">
                  <a:moveTo>
                    <a:pt x="769" y="1"/>
                  </a:moveTo>
                  <a:cubicBezTo>
                    <a:pt x="345" y="1"/>
                    <a:pt x="0" y="343"/>
                    <a:pt x="0" y="763"/>
                  </a:cubicBezTo>
                  <a:cubicBezTo>
                    <a:pt x="0" y="1184"/>
                    <a:pt x="345" y="1525"/>
                    <a:pt x="769" y="1525"/>
                  </a:cubicBezTo>
                  <a:cubicBezTo>
                    <a:pt x="1194" y="1525"/>
                    <a:pt x="1538" y="1184"/>
                    <a:pt x="1538" y="763"/>
                  </a:cubicBezTo>
                  <a:cubicBezTo>
                    <a:pt x="1538" y="343"/>
                    <a:pt x="119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16"/>
            <p:cNvSpPr/>
            <p:nvPr/>
          </p:nvSpPr>
          <p:spPr>
            <a:xfrm>
              <a:off x="3060300" y="2480500"/>
              <a:ext cx="34750" cy="31750"/>
            </a:xfrm>
            <a:custGeom>
              <a:rect b="b" l="l" r="r" t="t"/>
              <a:pathLst>
                <a:path extrusionOk="0" h="1270" w="1390">
                  <a:moveTo>
                    <a:pt x="770" y="1"/>
                  </a:moveTo>
                  <a:cubicBezTo>
                    <a:pt x="345" y="1"/>
                    <a:pt x="1" y="341"/>
                    <a:pt x="1" y="763"/>
                  </a:cubicBezTo>
                  <a:cubicBezTo>
                    <a:pt x="1" y="958"/>
                    <a:pt x="73" y="1135"/>
                    <a:pt x="195" y="1270"/>
                  </a:cubicBezTo>
                  <a:cubicBezTo>
                    <a:pt x="594" y="952"/>
                    <a:pt x="991" y="633"/>
                    <a:pt x="1390" y="314"/>
                  </a:cubicBezTo>
                  <a:cubicBezTo>
                    <a:pt x="1250" y="123"/>
                    <a:pt x="1024" y="1"/>
                    <a:pt x="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16"/>
            <p:cNvSpPr/>
            <p:nvPr/>
          </p:nvSpPr>
          <p:spPr>
            <a:xfrm>
              <a:off x="3090200" y="2416975"/>
              <a:ext cx="38450" cy="38125"/>
            </a:xfrm>
            <a:custGeom>
              <a:rect b="b" l="l" r="r" t="t"/>
              <a:pathLst>
                <a:path extrusionOk="0" h="1525" w="1538">
                  <a:moveTo>
                    <a:pt x="768" y="0"/>
                  </a:moveTo>
                  <a:cubicBezTo>
                    <a:pt x="344" y="0"/>
                    <a:pt x="0" y="341"/>
                    <a:pt x="0" y="763"/>
                  </a:cubicBezTo>
                  <a:cubicBezTo>
                    <a:pt x="0" y="1184"/>
                    <a:pt x="344" y="1525"/>
                    <a:pt x="768" y="1525"/>
                  </a:cubicBezTo>
                  <a:cubicBezTo>
                    <a:pt x="1193" y="1525"/>
                    <a:pt x="1537" y="1184"/>
                    <a:pt x="1537" y="763"/>
                  </a:cubicBezTo>
                  <a:cubicBezTo>
                    <a:pt x="1537" y="341"/>
                    <a:pt x="1193" y="0"/>
                    <a:pt x="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16"/>
            <p:cNvSpPr/>
            <p:nvPr/>
          </p:nvSpPr>
          <p:spPr>
            <a:xfrm>
              <a:off x="3044325" y="2349325"/>
              <a:ext cx="34150" cy="30600"/>
            </a:xfrm>
            <a:custGeom>
              <a:rect b="b" l="l" r="r" t="t"/>
              <a:pathLst>
                <a:path extrusionOk="0" h="1224" w="1366">
                  <a:moveTo>
                    <a:pt x="1207" y="0"/>
                  </a:moveTo>
                  <a:cubicBezTo>
                    <a:pt x="809" y="319"/>
                    <a:pt x="407" y="632"/>
                    <a:pt x="1" y="941"/>
                  </a:cubicBezTo>
                  <a:cubicBezTo>
                    <a:pt x="141" y="1113"/>
                    <a:pt x="357" y="1223"/>
                    <a:pt x="597" y="1223"/>
                  </a:cubicBezTo>
                  <a:cubicBezTo>
                    <a:pt x="1022" y="1223"/>
                    <a:pt x="1365" y="883"/>
                    <a:pt x="1365" y="461"/>
                  </a:cubicBezTo>
                  <a:cubicBezTo>
                    <a:pt x="1365" y="288"/>
                    <a:pt x="1307" y="127"/>
                    <a:pt x="1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16"/>
            <p:cNvSpPr/>
            <p:nvPr/>
          </p:nvSpPr>
          <p:spPr>
            <a:xfrm>
              <a:off x="3104775" y="2350250"/>
              <a:ext cx="38450" cy="38125"/>
            </a:xfrm>
            <a:custGeom>
              <a:rect b="b" l="l" r="r" t="t"/>
              <a:pathLst>
                <a:path extrusionOk="0" h="1525" w="1538">
                  <a:moveTo>
                    <a:pt x="769" y="1"/>
                  </a:moveTo>
                  <a:cubicBezTo>
                    <a:pt x="344" y="1"/>
                    <a:pt x="0" y="341"/>
                    <a:pt x="0" y="763"/>
                  </a:cubicBezTo>
                  <a:cubicBezTo>
                    <a:pt x="0" y="1184"/>
                    <a:pt x="344" y="1525"/>
                    <a:pt x="769" y="1525"/>
                  </a:cubicBezTo>
                  <a:cubicBezTo>
                    <a:pt x="1194" y="1525"/>
                    <a:pt x="1538" y="1184"/>
                    <a:pt x="1538" y="763"/>
                  </a:cubicBezTo>
                  <a:cubicBezTo>
                    <a:pt x="1538" y="341"/>
                    <a:pt x="119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16"/>
            <p:cNvSpPr/>
            <p:nvPr/>
          </p:nvSpPr>
          <p:spPr>
            <a:xfrm>
              <a:off x="3113125" y="2292375"/>
              <a:ext cx="30100" cy="28250"/>
            </a:xfrm>
            <a:custGeom>
              <a:rect b="b" l="l" r="r" t="t"/>
              <a:pathLst>
                <a:path extrusionOk="0" h="1130" w="1204">
                  <a:moveTo>
                    <a:pt x="1109" y="1"/>
                  </a:moveTo>
                  <a:cubicBezTo>
                    <a:pt x="1066" y="42"/>
                    <a:pt x="1021" y="83"/>
                    <a:pt x="977" y="124"/>
                  </a:cubicBezTo>
                  <a:cubicBezTo>
                    <a:pt x="658" y="420"/>
                    <a:pt x="331" y="711"/>
                    <a:pt x="1" y="996"/>
                  </a:cubicBezTo>
                  <a:cubicBezTo>
                    <a:pt x="125" y="1081"/>
                    <a:pt x="274" y="1130"/>
                    <a:pt x="435" y="1130"/>
                  </a:cubicBezTo>
                  <a:cubicBezTo>
                    <a:pt x="860" y="1130"/>
                    <a:pt x="1204" y="788"/>
                    <a:pt x="1204" y="367"/>
                  </a:cubicBezTo>
                  <a:cubicBezTo>
                    <a:pt x="1204" y="233"/>
                    <a:pt x="1170" y="108"/>
                    <a:pt x="1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16"/>
            <p:cNvSpPr/>
            <p:nvPr/>
          </p:nvSpPr>
          <p:spPr>
            <a:xfrm>
              <a:off x="3175925" y="2283350"/>
              <a:ext cx="38100" cy="37275"/>
            </a:xfrm>
            <a:custGeom>
              <a:rect b="b" l="l" r="r" t="t"/>
              <a:pathLst>
                <a:path extrusionOk="0" h="1491" w="1524">
                  <a:moveTo>
                    <a:pt x="537" y="0"/>
                  </a:moveTo>
                  <a:cubicBezTo>
                    <a:pt x="226" y="99"/>
                    <a:pt x="0" y="388"/>
                    <a:pt x="0" y="728"/>
                  </a:cubicBezTo>
                  <a:cubicBezTo>
                    <a:pt x="0" y="1149"/>
                    <a:pt x="345" y="1491"/>
                    <a:pt x="770" y="1491"/>
                  </a:cubicBezTo>
                  <a:cubicBezTo>
                    <a:pt x="1143" y="1491"/>
                    <a:pt x="1455" y="1225"/>
                    <a:pt x="1524" y="873"/>
                  </a:cubicBezTo>
                  <a:lnTo>
                    <a:pt x="1524" y="873"/>
                  </a:lnTo>
                  <a:lnTo>
                    <a:pt x="896" y="1015"/>
                  </a:lnTo>
                  <a:cubicBezTo>
                    <a:pt x="853" y="1025"/>
                    <a:pt x="807" y="1034"/>
                    <a:pt x="763" y="1034"/>
                  </a:cubicBezTo>
                  <a:cubicBezTo>
                    <a:pt x="712" y="1034"/>
                    <a:pt x="664" y="1022"/>
                    <a:pt x="629" y="987"/>
                  </a:cubicBezTo>
                  <a:cubicBezTo>
                    <a:pt x="579" y="937"/>
                    <a:pt x="573" y="862"/>
                    <a:pt x="571" y="792"/>
                  </a:cubicBezTo>
                  <a:lnTo>
                    <a:pt x="5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16"/>
            <p:cNvSpPr/>
            <p:nvPr/>
          </p:nvSpPr>
          <p:spPr>
            <a:xfrm>
              <a:off x="3168100" y="2336850"/>
              <a:ext cx="38450" cy="38125"/>
            </a:xfrm>
            <a:custGeom>
              <a:rect b="b" l="l" r="r" t="t"/>
              <a:pathLst>
                <a:path extrusionOk="0" h="1525" w="1538">
                  <a:moveTo>
                    <a:pt x="770" y="0"/>
                  </a:moveTo>
                  <a:cubicBezTo>
                    <a:pt x="345" y="0"/>
                    <a:pt x="0" y="341"/>
                    <a:pt x="0" y="762"/>
                  </a:cubicBezTo>
                  <a:cubicBezTo>
                    <a:pt x="0" y="1184"/>
                    <a:pt x="345" y="1525"/>
                    <a:pt x="770" y="1525"/>
                  </a:cubicBezTo>
                  <a:cubicBezTo>
                    <a:pt x="1194" y="1525"/>
                    <a:pt x="1538" y="1183"/>
                    <a:pt x="1538" y="762"/>
                  </a:cubicBezTo>
                  <a:cubicBezTo>
                    <a:pt x="1538" y="341"/>
                    <a:pt x="1194" y="0"/>
                    <a:pt x="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16"/>
            <p:cNvSpPr/>
            <p:nvPr/>
          </p:nvSpPr>
          <p:spPr>
            <a:xfrm>
              <a:off x="3158150" y="2401800"/>
              <a:ext cx="34325" cy="31625"/>
            </a:xfrm>
            <a:custGeom>
              <a:rect b="b" l="l" r="r" t="t"/>
              <a:pathLst>
                <a:path extrusionOk="0" h="1265" w="1373">
                  <a:moveTo>
                    <a:pt x="769" y="0"/>
                  </a:moveTo>
                  <a:cubicBezTo>
                    <a:pt x="345" y="0"/>
                    <a:pt x="1" y="342"/>
                    <a:pt x="1" y="762"/>
                  </a:cubicBezTo>
                  <a:cubicBezTo>
                    <a:pt x="1" y="954"/>
                    <a:pt x="71" y="1131"/>
                    <a:pt x="191" y="1264"/>
                  </a:cubicBezTo>
                  <a:cubicBezTo>
                    <a:pt x="585" y="943"/>
                    <a:pt x="981" y="618"/>
                    <a:pt x="1373" y="291"/>
                  </a:cubicBezTo>
                  <a:cubicBezTo>
                    <a:pt x="1232" y="114"/>
                    <a:pt x="1014" y="0"/>
                    <a:pt x="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116"/>
          <p:cNvGrpSpPr/>
          <p:nvPr/>
        </p:nvGrpSpPr>
        <p:grpSpPr>
          <a:xfrm>
            <a:off x="6527883" y="3155789"/>
            <a:ext cx="658812" cy="591885"/>
            <a:chOff x="2927050" y="2256825"/>
            <a:chExt cx="334100" cy="300175"/>
          </a:xfrm>
        </p:grpSpPr>
        <p:sp>
          <p:nvSpPr>
            <p:cNvPr id="4327" name="Google Shape;4327;p116"/>
            <p:cNvSpPr/>
            <p:nvPr/>
          </p:nvSpPr>
          <p:spPr>
            <a:xfrm>
              <a:off x="2927050" y="2256825"/>
              <a:ext cx="334100" cy="300175"/>
            </a:xfrm>
            <a:custGeom>
              <a:rect b="b" l="l" r="r" t="t"/>
              <a:pathLst>
                <a:path extrusionOk="0" h="12007" w="13364">
                  <a:moveTo>
                    <a:pt x="10138" y="193"/>
                  </a:moveTo>
                  <a:cubicBezTo>
                    <a:pt x="10168" y="193"/>
                    <a:pt x="10198" y="204"/>
                    <a:pt x="10232" y="227"/>
                  </a:cubicBezTo>
                  <a:cubicBezTo>
                    <a:pt x="10315" y="284"/>
                    <a:pt x="10368" y="385"/>
                    <a:pt x="10372" y="500"/>
                  </a:cubicBezTo>
                  <a:lnTo>
                    <a:pt x="10429" y="1855"/>
                  </a:lnTo>
                  <a:cubicBezTo>
                    <a:pt x="10431" y="1918"/>
                    <a:pt x="10435" y="2036"/>
                    <a:pt x="10515" y="2116"/>
                  </a:cubicBezTo>
                  <a:cubicBezTo>
                    <a:pt x="10575" y="2175"/>
                    <a:pt x="10651" y="2191"/>
                    <a:pt x="10720" y="2191"/>
                  </a:cubicBezTo>
                  <a:cubicBezTo>
                    <a:pt x="10782" y="2191"/>
                    <a:pt x="10838" y="2178"/>
                    <a:pt x="10872" y="2170"/>
                  </a:cubicBezTo>
                  <a:lnTo>
                    <a:pt x="11612" y="2003"/>
                  </a:lnTo>
                  <a:cubicBezTo>
                    <a:pt x="11644" y="1996"/>
                    <a:pt x="11676" y="1992"/>
                    <a:pt x="11708" y="1992"/>
                  </a:cubicBezTo>
                  <a:cubicBezTo>
                    <a:pt x="11808" y="1992"/>
                    <a:pt x="11906" y="2026"/>
                    <a:pt x="11985" y="2091"/>
                  </a:cubicBezTo>
                  <a:cubicBezTo>
                    <a:pt x="12087" y="2174"/>
                    <a:pt x="12143" y="2295"/>
                    <a:pt x="12140" y="2425"/>
                  </a:cubicBezTo>
                  <a:cubicBezTo>
                    <a:pt x="12136" y="2637"/>
                    <a:pt x="12091" y="2863"/>
                    <a:pt x="12047" y="3082"/>
                  </a:cubicBezTo>
                  <a:cubicBezTo>
                    <a:pt x="12030" y="3164"/>
                    <a:pt x="12014" y="3245"/>
                    <a:pt x="12000" y="3326"/>
                  </a:cubicBezTo>
                  <a:cubicBezTo>
                    <a:pt x="11992" y="3379"/>
                    <a:pt x="11977" y="3475"/>
                    <a:pt x="12037" y="3547"/>
                  </a:cubicBezTo>
                  <a:cubicBezTo>
                    <a:pt x="12087" y="3610"/>
                    <a:pt x="12159" y="3625"/>
                    <a:pt x="12220" y="3625"/>
                  </a:cubicBezTo>
                  <a:cubicBezTo>
                    <a:pt x="12260" y="3625"/>
                    <a:pt x="12296" y="3619"/>
                    <a:pt x="12317" y="3615"/>
                  </a:cubicBezTo>
                  <a:lnTo>
                    <a:pt x="12391" y="3600"/>
                  </a:lnTo>
                  <a:cubicBezTo>
                    <a:pt x="12595" y="3561"/>
                    <a:pt x="12800" y="3523"/>
                    <a:pt x="13003" y="3483"/>
                  </a:cubicBezTo>
                  <a:cubicBezTo>
                    <a:pt x="13019" y="3481"/>
                    <a:pt x="13056" y="3474"/>
                    <a:pt x="13089" y="3474"/>
                  </a:cubicBezTo>
                  <a:cubicBezTo>
                    <a:pt x="13114" y="3474"/>
                    <a:pt x="13138" y="3478"/>
                    <a:pt x="13150" y="3491"/>
                  </a:cubicBezTo>
                  <a:cubicBezTo>
                    <a:pt x="13161" y="3501"/>
                    <a:pt x="13166" y="3532"/>
                    <a:pt x="13162" y="3573"/>
                  </a:cubicBezTo>
                  <a:cubicBezTo>
                    <a:pt x="13143" y="3812"/>
                    <a:pt x="12939" y="4005"/>
                    <a:pt x="12732" y="4182"/>
                  </a:cubicBezTo>
                  <a:cubicBezTo>
                    <a:pt x="12005" y="4805"/>
                    <a:pt x="11273" y="5421"/>
                    <a:pt x="10555" y="6015"/>
                  </a:cubicBezTo>
                  <a:cubicBezTo>
                    <a:pt x="10210" y="6304"/>
                    <a:pt x="9834" y="6613"/>
                    <a:pt x="9374" y="6988"/>
                  </a:cubicBezTo>
                  <a:cubicBezTo>
                    <a:pt x="8583" y="7638"/>
                    <a:pt x="7719" y="8335"/>
                    <a:pt x="6659" y="9186"/>
                  </a:cubicBezTo>
                  <a:cubicBezTo>
                    <a:pt x="6261" y="9505"/>
                    <a:pt x="5863" y="9824"/>
                    <a:pt x="5465" y="10141"/>
                  </a:cubicBezTo>
                  <a:cubicBezTo>
                    <a:pt x="5255" y="10309"/>
                    <a:pt x="5046" y="10476"/>
                    <a:pt x="4836" y="10644"/>
                  </a:cubicBezTo>
                  <a:lnTo>
                    <a:pt x="4572" y="10853"/>
                  </a:lnTo>
                  <a:cubicBezTo>
                    <a:pt x="4137" y="11200"/>
                    <a:pt x="3688" y="11557"/>
                    <a:pt x="3175" y="11772"/>
                  </a:cubicBezTo>
                  <a:cubicBezTo>
                    <a:pt x="3128" y="11793"/>
                    <a:pt x="3072" y="11813"/>
                    <a:pt x="3024" y="11813"/>
                  </a:cubicBezTo>
                  <a:cubicBezTo>
                    <a:pt x="3005" y="11813"/>
                    <a:pt x="2987" y="11810"/>
                    <a:pt x="2972" y="11802"/>
                  </a:cubicBezTo>
                  <a:cubicBezTo>
                    <a:pt x="2897" y="11763"/>
                    <a:pt x="2900" y="11622"/>
                    <a:pt x="2918" y="11510"/>
                  </a:cubicBezTo>
                  <a:lnTo>
                    <a:pt x="3033" y="10718"/>
                  </a:lnTo>
                  <a:cubicBezTo>
                    <a:pt x="3055" y="10566"/>
                    <a:pt x="3006" y="10416"/>
                    <a:pt x="2900" y="10305"/>
                  </a:cubicBezTo>
                  <a:cubicBezTo>
                    <a:pt x="2805" y="10206"/>
                    <a:pt x="2676" y="10152"/>
                    <a:pt x="2540" y="10152"/>
                  </a:cubicBezTo>
                  <a:cubicBezTo>
                    <a:pt x="2523" y="10152"/>
                    <a:pt x="2507" y="10152"/>
                    <a:pt x="2490" y="10154"/>
                  </a:cubicBezTo>
                  <a:lnTo>
                    <a:pt x="1920" y="10208"/>
                  </a:lnTo>
                  <a:cubicBezTo>
                    <a:pt x="1873" y="10213"/>
                    <a:pt x="1830" y="10216"/>
                    <a:pt x="1791" y="10216"/>
                  </a:cubicBezTo>
                  <a:cubicBezTo>
                    <a:pt x="1682" y="10216"/>
                    <a:pt x="1602" y="10189"/>
                    <a:pt x="1538" y="10082"/>
                  </a:cubicBezTo>
                  <a:cubicBezTo>
                    <a:pt x="1491" y="10002"/>
                    <a:pt x="1473" y="9904"/>
                    <a:pt x="1488" y="9803"/>
                  </a:cubicBezTo>
                  <a:cubicBezTo>
                    <a:pt x="1511" y="9654"/>
                    <a:pt x="1582" y="9518"/>
                    <a:pt x="1659" y="9376"/>
                  </a:cubicBezTo>
                  <a:cubicBezTo>
                    <a:pt x="1751" y="9203"/>
                    <a:pt x="1847" y="9025"/>
                    <a:pt x="1860" y="8806"/>
                  </a:cubicBezTo>
                  <a:cubicBezTo>
                    <a:pt x="1865" y="8700"/>
                    <a:pt x="1845" y="8599"/>
                    <a:pt x="1802" y="8517"/>
                  </a:cubicBezTo>
                  <a:cubicBezTo>
                    <a:pt x="1731" y="8378"/>
                    <a:pt x="1591" y="8235"/>
                    <a:pt x="1313" y="8235"/>
                  </a:cubicBezTo>
                  <a:cubicBezTo>
                    <a:pt x="1226" y="8235"/>
                    <a:pt x="1125" y="8249"/>
                    <a:pt x="1008" y="8282"/>
                  </a:cubicBezTo>
                  <a:cubicBezTo>
                    <a:pt x="971" y="8292"/>
                    <a:pt x="934" y="8303"/>
                    <a:pt x="897" y="8315"/>
                  </a:cubicBezTo>
                  <a:cubicBezTo>
                    <a:pt x="772" y="8353"/>
                    <a:pt x="651" y="8389"/>
                    <a:pt x="535" y="8389"/>
                  </a:cubicBezTo>
                  <a:cubicBezTo>
                    <a:pt x="486" y="8389"/>
                    <a:pt x="438" y="8383"/>
                    <a:pt x="390" y="8368"/>
                  </a:cubicBezTo>
                  <a:cubicBezTo>
                    <a:pt x="293" y="8335"/>
                    <a:pt x="224" y="8261"/>
                    <a:pt x="216" y="8175"/>
                  </a:cubicBezTo>
                  <a:cubicBezTo>
                    <a:pt x="205" y="8083"/>
                    <a:pt x="265" y="8033"/>
                    <a:pt x="363" y="7960"/>
                  </a:cubicBezTo>
                  <a:cubicBezTo>
                    <a:pt x="661" y="7740"/>
                    <a:pt x="959" y="7520"/>
                    <a:pt x="1258" y="7302"/>
                  </a:cubicBezTo>
                  <a:cubicBezTo>
                    <a:pt x="1523" y="7108"/>
                    <a:pt x="1789" y="6914"/>
                    <a:pt x="2054" y="6720"/>
                  </a:cubicBezTo>
                  <a:lnTo>
                    <a:pt x="2593" y="6326"/>
                  </a:lnTo>
                  <a:cubicBezTo>
                    <a:pt x="3240" y="5852"/>
                    <a:pt x="4002" y="5290"/>
                    <a:pt x="4751" y="4717"/>
                  </a:cubicBezTo>
                  <a:cubicBezTo>
                    <a:pt x="5190" y="4382"/>
                    <a:pt x="5585" y="4074"/>
                    <a:pt x="5958" y="3775"/>
                  </a:cubicBezTo>
                  <a:cubicBezTo>
                    <a:pt x="6174" y="3605"/>
                    <a:pt x="6387" y="3432"/>
                    <a:pt x="6600" y="3257"/>
                  </a:cubicBezTo>
                  <a:cubicBezTo>
                    <a:pt x="6926" y="2989"/>
                    <a:pt x="7223" y="2738"/>
                    <a:pt x="7507" y="2491"/>
                  </a:cubicBezTo>
                  <a:cubicBezTo>
                    <a:pt x="7846" y="2199"/>
                    <a:pt x="8176" y="1905"/>
                    <a:pt x="8488" y="1616"/>
                  </a:cubicBezTo>
                  <a:lnTo>
                    <a:pt x="8532" y="1574"/>
                  </a:lnTo>
                  <a:cubicBezTo>
                    <a:pt x="8561" y="1546"/>
                    <a:pt x="8590" y="1520"/>
                    <a:pt x="8619" y="1492"/>
                  </a:cubicBezTo>
                  <a:cubicBezTo>
                    <a:pt x="8720" y="1394"/>
                    <a:pt x="8823" y="1291"/>
                    <a:pt x="8926" y="1189"/>
                  </a:cubicBezTo>
                  <a:cubicBezTo>
                    <a:pt x="9261" y="852"/>
                    <a:pt x="9608" y="505"/>
                    <a:pt x="9977" y="261"/>
                  </a:cubicBezTo>
                  <a:cubicBezTo>
                    <a:pt x="10042" y="219"/>
                    <a:pt x="10091" y="193"/>
                    <a:pt x="10138" y="193"/>
                  </a:cubicBezTo>
                  <a:close/>
                  <a:moveTo>
                    <a:pt x="10140" y="0"/>
                  </a:moveTo>
                  <a:cubicBezTo>
                    <a:pt x="10023" y="0"/>
                    <a:pt x="9927" y="64"/>
                    <a:pt x="9870" y="101"/>
                  </a:cubicBezTo>
                  <a:cubicBezTo>
                    <a:pt x="9485" y="354"/>
                    <a:pt x="9132" y="709"/>
                    <a:pt x="8789" y="1052"/>
                  </a:cubicBezTo>
                  <a:cubicBezTo>
                    <a:pt x="8687" y="1154"/>
                    <a:pt x="8586" y="1256"/>
                    <a:pt x="8485" y="1353"/>
                  </a:cubicBezTo>
                  <a:cubicBezTo>
                    <a:pt x="8458" y="1380"/>
                    <a:pt x="8429" y="1407"/>
                    <a:pt x="8400" y="1433"/>
                  </a:cubicBezTo>
                  <a:lnTo>
                    <a:pt x="8355" y="1475"/>
                  </a:lnTo>
                  <a:cubicBezTo>
                    <a:pt x="8045" y="1762"/>
                    <a:pt x="7717" y="2055"/>
                    <a:pt x="7381" y="2344"/>
                  </a:cubicBezTo>
                  <a:cubicBezTo>
                    <a:pt x="7097" y="2591"/>
                    <a:pt x="6802" y="2840"/>
                    <a:pt x="6477" y="3107"/>
                  </a:cubicBezTo>
                  <a:cubicBezTo>
                    <a:pt x="6266" y="3281"/>
                    <a:pt x="6053" y="3454"/>
                    <a:pt x="5837" y="3624"/>
                  </a:cubicBezTo>
                  <a:cubicBezTo>
                    <a:pt x="5465" y="3922"/>
                    <a:pt x="5071" y="4230"/>
                    <a:pt x="4633" y="4564"/>
                  </a:cubicBezTo>
                  <a:cubicBezTo>
                    <a:pt x="3885" y="5135"/>
                    <a:pt x="3125" y="5697"/>
                    <a:pt x="2478" y="6170"/>
                  </a:cubicBezTo>
                  <a:lnTo>
                    <a:pt x="1940" y="6564"/>
                  </a:lnTo>
                  <a:cubicBezTo>
                    <a:pt x="1675" y="6759"/>
                    <a:pt x="1409" y="6952"/>
                    <a:pt x="1144" y="7146"/>
                  </a:cubicBezTo>
                  <a:cubicBezTo>
                    <a:pt x="845" y="7364"/>
                    <a:pt x="546" y="7584"/>
                    <a:pt x="249" y="7805"/>
                  </a:cubicBezTo>
                  <a:cubicBezTo>
                    <a:pt x="150" y="7877"/>
                    <a:pt x="0" y="7987"/>
                    <a:pt x="24" y="8196"/>
                  </a:cubicBezTo>
                  <a:cubicBezTo>
                    <a:pt x="41" y="8356"/>
                    <a:pt x="160" y="8496"/>
                    <a:pt x="329" y="8550"/>
                  </a:cubicBezTo>
                  <a:cubicBezTo>
                    <a:pt x="399" y="8573"/>
                    <a:pt x="468" y="8582"/>
                    <a:pt x="536" y="8582"/>
                  </a:cubicBezTo>
                  <a:cubicBezTo>
                    <a:pt x="682" y="8582"/>
                    <a:pt x="824" y="8539"/>
                    <a:pt x="953" y="8500"/>
                  </a:cubicBezTo>
                  <a:cubicBezTo>
                    <a:pt x="989" y="8488"/>
                    <a:pt x="1025" y="8478"/>
                    <a:pt x="1060" y="8468"/>
                  </a:cubicBezTo>
                  <a:cubicBezTo>
                    <a:pt x="1153" y="8442"/>
                    <a:pt x="1236" y="8429"/>
                    <a:pt x="1308" y="8429"/>
                  </a:cubicBezTo>
                  <a:cubicBezTo>
                    <a:pt x="1463" y="8429"/>
                    <a:pt x="1571" y="8488"/>
                    <a:pt x="1630" y="8606"/>
                  </a:cubicBezTo>
                  <a:cubicBezTo>
                    <a:pt x="1658" y="8658"/>
                    <a:pt x="1671" y="8724"/>
                    <a:pt x="1667" y="8795"/>
                  </a:cubicBezTo>
                  <a:cubicBezTo>
                    <a:pt x="1657" y="8971"/>
                    <a:pt x="1575" y="9124"/>
                    <a:pt x="1488" y="9285"/>
                  </a:cubicBezTo>
                  <a:cubicBezTo>
                    <a:pt x="1408" y="9436"/>
                    <a:pt x="1324" y="9593"/>
                    <a:pt x="1297" y="9776"/>
                  </a:cubicBezTo>
                  <a:cubicBezTo>
                    <a:pt x="1276" y="9919"/>
                    <a:pt x="1302" y="10063"/>
                    <a:pt x="1373" y="10181"/>
                  </a:cubicBezTo>
                  <a:cubicBezTo>
                    <a:pt x="1488" y="10373"/>
                    <a:pt x="1653" y="10410"/>
                    <a:pt x="1797" y="10410"/>
                  </a:cubicBezTo>
                  <a:cubicBezTo>
                    <a:pt x="1847" y="10410"/>
                    <a:pt x="1896" y="10405"/>
                    <a:pt x="1938" y="10402"/>
                  </a:cubicBezTo>
                  <a:lnTo>
                    <a:pt x="2509" y="10346"/>
                  </a:lnTo>
                  <a:cubicBezTo>
                    <a:pt x="2520" y="10345"/>
                    <a:pt x="2531" y="10344"/>
                    <a:pt x="2541" y="10344"/>
                  </a:cubicBezTo>
                  <a:cubicBezTo>
                    <a:pt x="2624" y="10344"/>
                    <a:pt x="2703" y="10378"/>
                    <a:pt x="2762" y="10439"/>
                  </a:cubicBezTo>
                  <a:cubicBezTo>
                    <a:pt x="2826" y="10506"/>
                    <a:pt x="2856" y="10598"/>
                    <a:pt x="2843" y="10690"/>
                  </a:cubicBezTo>
                  <a:lnTo>
                    <a:pt x="2726" y="11482"/>
                  </a:lnTo>
                  <a:cubicBezTo>
                    <a:pt x="2689" y="11734"/>
                    <a:pt x="2741" y="11899"/>
                    <a:pt x="2882" y="11974"/>
                  </a:cubicBezTo>
                  <a:cubicBezTo>
                    <a:pt x="2928" y="11998"/>
                    <a:pt x="2975" y="12006"/>
                    <a:pt x="3022" y="12006"/>
                  </a:cubicBezTo>
                  <a:cubicBezTo>
                    <a:pt x="3103" y="12006"/>
                    <a:pt x="3184" y="11978"/>
                    <a:pt x="3251" y="11949"/>
                  </a:cubicBezTo>
                  <a:cubicBezTo>
                    <a:pt x="3787" y="11725"/>
                    <a:pt x="4248" y="11359"/>
                    <a:pt x="4695" y="11003"/>
                  </a:cubicBezTo>
                  <a:lnTo>
                    <a:pt x="4957" y="10795"/>
                  </a:lnTo>
                  <a:cubicBezTo>
                    <a:pt x="5166" y="10627"/>
                    <a:pt x="5377" y="10459"/>
                    <a:pt x="5586" y="10291"/>
                  </a:cubicBezTo>
                  <a:cubicBezTo>
                    <a:pt x="5983" y="9974"/>
                    <a:pt x="6382" y="9656"/>
                    <a:pt x="6780" y="9336"/>
                  </a:cubicBezTo>
                  <a:cubicBezTo>
                    <a:pt x="7841" y="8486"/>
                    <a:pt x="8704" y="7787"/>
                    <a:pt x="9496" y="7138"/>
                  </a:cubicBezTo>
                  <a:cubicBezTo>
                    <a:pt x="9957" y="6762"/>
                    <a:pt x="10332" y="6452"/>
                    <a:pt x="10679" y="6164"/>
                  </a:cubicBezTo>
                  <a:cubicBezTo>
                    <a:pt x="11396" y="5570"/>
                    <a:pt x="12130" y="4952"/>
                    <a:pt x="12858" y="4328"/>
                  </a:cubicBezTo>
                  <a:cubicBezTo>
                    <a:pt x="13085" y="4134"/>
                    <a:pt x="13330" y="3901"/>
                    <a:pt x="13356" y="3588"/>
                  </a:cubicBezTo>
                  <a:cubicBezTo>
                    <a:pt x="13363" y="3485"/>
                    <a:pt x="13340" y="3407"/>
                    <a:pt x="13287" y="3355"/>
                  </a:cubicBezTo>
                  <a:cubicBezTo>
                    <a:pt x="13231" y="3296"/>
                    <a:pt x="13157" y="3280"/>
                    <a:pt x="13090" y="3280"/>
                  </a:cubicBezTo>
                  <a:cubicBezTo>
                    <a:pt x="13042" y="3280"/>
                    <a:pt x="12998" y="3288"/>
                    <a:pt x="12968" y="3294"/>
                  </a:cubicBezTo>
                  <a:cubicBezTo>
                    <a:pt x="12764" y="3333"/>
                    <a:pt x="12560" y="3372"/>
                    <a:pt x="12356" y="3411"/>
                  </a:cubicBezTo>
                  <a:lnTo>
                    <a:pt x="12282" y="3425"/>
                  </a:lnTo>
                  <a:cubicBezTo>
                    <a:pt x="12253" y="3430"/>
                    <a:pt x="12233" y="3432"/>
                    <a:pt x="12219" y="3432"/>
                  </a:cubicBezTo>
                  <a:cubicBezTo>
                    <a:pt x="12196" y="3432"/>
                    <a:pt x="12189" y="3427"/>
                    <a:pt x="12188" y="3426"/>
                  </a:cubicBezTo>
                  <a:cubicBezTo>
                    <a:pt x="12184" y="3418"/>
                    <a:pt x="12185" y="3395"/>
                    <a:pt x="12190" y="3358"/>
                  </a:cubicBezTo>
                  <a:cubicBezTo>
                    <a:pt x="12204" y="3279"/>
                    <a:pt x="12220" y="3200"/>
                    <a:pt x="12236" y="3119"/>
                  </a:cubicBezTo>
                  <a:cubicBezTo>
                    <a:pt x="12281" y="2893"/>
                    <a:pt x="12328" y="2658"/>
                    <a:pt x="12333" y="2429"/>
                  </a:cubicBezTo>
                  <a:cubicBezTo>
                    <a:pt x="12338" y="2240"/>
                    <a:pt x="12255" y="2062"/>
                    <a:pt x="12108" y="1942"/>
                  </a:cubicBezTo>
                  <a:cubicBezTo>
                    <a:pt x="11993" y="1848"/>
                    <a:pt x="11854" y="1799"/>
                    <a:pt x="11710" y="1799"/>
                  </a:cubicBezTo>
                  <a:cubicBezTo>
                    <a:pt x="11663" y="1799"/>
                    <a:pt x="11616" y="1804"/>
                    <a:pt x="11570" y="1815"/>
                  </a:cubicBezTo>
                  <a:lnTo>
                    <a:pt x="10829" y="1981"/>
                  </a:lnTo>
                  <a:cubicBezTo>
                    <a:pt x="10793" y="1990"/>
                    <a:pt x="10752" y="1998"/>
                    <a:pt x="10717" y="1998"/>
                  </a:cubicBezTo>
                  <a:cubicBezTo>
                    <a:pt x="10689" y="1998"/>
                    <a:pt x="10666" y="1993"/>
                    <a:pt x="10652" y="1979"/>
                  </a:cubicBezTo>
                  <a:cubicBezTo>
                    <a:pt x="10628" y="1956"/>
                    <a:pt x="10623" y="1903"/>
                    <a:pt x="10622" y="1849"/>
                  </a:cubicBezTo>
                  <a:lnTo>
                    <a:pt x="10565" y="492"/>
                  </a:lnTo>
                  <a:cubicBezTo>
                    <a:pt x="10558" y="317"/>
                    <a:pt x="10475" y="158"/>
                    <a:pt x="10341" y="67"/>
                  </a:cubicBezTo>
                  <a:cubicBezTo>
                    <a:pt x="10270" y="18"/>
                    <a:pt x="10202" y="0"/>
                    <a:pt x="10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16"/>
            <p:cNvSpPr/>
            <p:nvPr/>
          </p:nvSpPr>
          <p:spPr>
            <a:xfrm>
              <a:off x="2957050" y="2416475"/>
              <a:ext cx="29275" cy="23800"/>
            </a:xfrm>
            <a:custGeom>
              <a:rect b="b" l="l" r="r" t="t"/>
              <a:pathLst>
                <a:path extrusionOk="0" h="952" w="1171">
                  <a:moveTo>
                    <a:pt x="1146" y="1"/>
                  </a:moveTo>
                  <a:cubicBezTo>
                    <a:pt x="765" y="280"/>
                    <a:pt x="382" y="559"/>
                    <a:pt x="1" y="838"/>
                  </a:cubicBezTo>
                  <a:cubicBezTo>
                    <a:pt x="118" y="911"/>
                    <a:pt x="255" y="952"/>
                    <a:pt x="402" y="952"/>
                  </a:cubicBezTo>
                  <a:cubicBezTo>
                    <a:pt x="825" y="952"/>
                    <a:pt x="1171" y="611"/>
                    <a:pt x="1171" y="189"/>
                  </a:cubicBezTo>
                  <a:cubicBezTo>
                    <a:pt x="1171" y="124"/>
                    <a:pt x="1163" y="61"/>
                    <a:pt x="1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16"/>
            <p:cNvSpPr/>
            <p:nvPr/>
          </p:nvSpPr>
          <p:spPr>
            <a:xfrm>
              <a:off x="3016175" y="2414850"/>
              <a:ext cx="38475" cy="38150"/>
            </a:xfrm>
            <a:custGeom>
              <a:rect b="b" l="l" r="r" t="t"/>
              <a:pathLst>
                <a:path extrusionOk="0" h="1526" w="1539">
                  <a:moveTo>
                    <a:pt x="769" y="1"/>
                  </a:moveTo>
                  <a:cubicBezTo>
                    <a:pt x="345" y="1"/>
                    <a:pt x="1" y="342"/>
                    <a:pt x="1" y="762"/>
                  </a:cubicBezTo>
                  <a:cubicBezTo>
                    <a:pt x="1" y="1184"/>
                    <a:pt x="345" y="1525"/>
                    <a:pt x="769" y="1525"/>
                  </a:cubicBezTo>
                  <a:cubicBezTo>
                    <a:pt x="1194" y="1525"/>
                    <a:pt x="1538" y="1183"/>
                    <a:pt x="1538" y="762"/>
                  </a:cubicBezTo>
                  <a:cubicBezTo>
                    <a:pt x="1538" y="342"/>
                    <a:pt x="119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16"/>
            <p:cNvSpPr/>
            <p:nvPr/>
          </p:nvSpPr>
          <p:spPr>
            <a:xfrm>
              <a:off x="2991275" y="2469200"/>
              <a:ext cx="38450" cy="38150"/>
            </a:xfrm>
            <a:custGeom>
              <a:rect b="b" l="l" r="r" t="t"/>
              <a:pathLst>
                <a:path extrusionOk="0" h="1526" w="1538">
                  <a:moveTo>
                    <a:pt x="769" y="1"/>
                  </a:moveTo>
                  <a:cubicBezTo>
                    <a:pt x="345" y="1"/>
                    <a:pt x="0" y="343"/>
                    <a:pt x="0" y="763"/>
                  </a:cubicBezTo>
                  <a:cubicBezTo>
                    <a:pt x="0" y="1184"/>
                    <a:pt x="345" y="1525"/>
                    <a:pt x="769" y="1525"/>
                  </a:cubicBezTo>
                  <a:cubicBezTo>
                    <a:pt x="1194" y="1525"/>
                    <a:pt x="1538" y="1184"/>
                    <a:pt x="1538" y="763"/>
                  </a:cubicBezTo>
                  <a:cubicBezTo>
                    <a:pt x="1538" y="343"/>
                    <a:pt x="119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16"/>
            <p:cNvSpPr/>
            <p:nvPr/>
          </p:nvSpPr>
          <p:spPr>
            <a:xfrm>
              <a:off x="3060300" y="2480500"/>
              <a:ext cx="34750" cy="31750"/>
            </a:xfrm>
            <a:custGeom>
              <a:rect b="b" l="l" r="r" t="t"/>
              <a:pathLst>
                <a:path extrusionOk="0" h="1270" w="1390">
                  <a:moveTo>
                    <a:pt x="770" y="1"/>
                  </a:moveTo>
                  <a:cubicBezTo>
                    <a:pt x="345" y="1"/>
                    <a:pt x="1" y="341"/>
                    <a:pt x="1" y="763"/>
                  </a:cubicBezTo>
                  <a:cubicBezTo>
                    <a:pt x="1" y="958"/>
                    <a:pt x="73" y="1135"/>
                    <a:pt x="195" y="1270"/>
                  </a:cubicBezTo>
                  <a:cubicBezTo>
                    <a:pt x="594" y="952"/>
                    <a:pt x="991" y="633"/>
                    <a:pt x="1390" y="314"/>
                  </a:cubicBezTo>
                  <a:cubicBezTo>
                    <a:pt x="1250" y="123"/>
                    <a:pt x="1024" y="1"/>
                    <a:pt x="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16"/>
            <p:cNvSpPr/>
            <p:nvPr/>
          </p:nvSpPr>
          <p:spPr>
            <a:xfrm>
              <a:off x="3090200" y="2416975"/>
              <a:ext cx="38450" cy="38125"/>
            </a:xfrm>
            <a:custGeom>
              <a:rect b="b" l="l" r="r" t="t"/>
              <a:pathLst>
                <a:path extrusionOk="0" h="1525" w="1538">
                  <a:moveTo>
                    <a:pt x="768" y="0"/>
                  </a:moveTo>
                  <a:cubicBezTo>
                    <a:pt x="344" y="0"/>
                    <a:pt x="0" y="341"/>
                    <a:pt x="0" y="763"/>
                  </a:cubicBezTo>
                  <a:cubicBezTo>
                    <a:pt x="0" y="1184"/>
                    <a:pt x="344" y="1525"/>
                    <a:pt x="768" y="1525"/>
                  </a:cubicBezTo>
                  <a:cubicBezTo>
                    <a:pt x="1193" y="1525"/>
                    <a:pt x="1537" y="1184"/>
                    <a:pt x="1537" y="763"/>
                  </a:cubicBezTo>
                  <a:cubicBezTo>
                    <a:pt x="1537" y="341"/>
                    <a:pt x="1193" y="0"/>
                    <a:pt x="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16"/>
            <p:cNvSpPr/>
            <p:nvPr/>
          </p:nvSpPr>
          <p:spPr>
            <a:xfrm>
              <a:off x="3044325" y="2349325"/>
              <a:ext cx="34150" cy="30600"/>
            </a:xfrm>
            <a:custGeom>
              <a:rect b="b" l="l" r="r" t="t"/>
              <a:pathLst>
                <a:path extrusionOk="0" h="1224" w="1366">
                  <a:moveTo>
                    <a:pt x="1207" y="0"/>
                  </a:moveTo>
                  <a:cubicBezTo>
                    <a:pt x="809" y="319"/>
                    <a:pt x="407" y="632"/>
                    <a:pt x="1" y="941"/>
                  </a:cubicBezTo>
                  <a:cubicBezTo>
                    <a:pt x="141" y="1113"/>
                    <a:pt x="357" y="1223"/>
                    <a:pt x="597" y="1223"/>
                  </a:cubicBezTo>
                  <a:cubicBezTo>
                    <a:pt x="1022" y="1223"/>
                    <a:pt x="1365" y="883"/>
                    <a:pt x="1365" y="461"/>
                  </a:cubicBezTo>
                  <a:cubicBezTo>
                    <a:pt x="1365" y="288"/>
                    <a:pt x="1307" y="127"/>
                    <a:pt x="1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16"/>
            <p:cNvSpPr/>
            <p:nvPr/>
          </p:nvSpPr>
          <p:spPr>
            <a:xfrm>
              <a:off x="3104775" y="2350250"/>
              <a:ext cx="38450" cy="38125"/>
            </a:xfrm>
            <a:custGeom>
              <a:rect b="b" l="l" r="r" t="t"/>
              <a:pathLst>
                <a:path extrusionOk="0" h="1525" w="1538">
                  <a:moveTo>
                    <a:pt x="769" y="1"/>
                  </a:moveTo>
                  <a:cubicBezTo>
                    <a:pt x="344" y="1"/>
                    <a:pt x="0" y="341"/>
                    <a:pt x="0" y="763"/>
                  </a:cubicBezTo>
                  <a:cubicBezTo>
                    <a:pt x="0" y="1184"/>
                    <a:pt x="344" y="1525"/>
                    <a:pt x="769" y="1525"/>
                  </a:cubicBezTo>
                  <a:cubicBezTo>
                    <a:pt x="1194" y="1525"/>
                    <a:pt x="1538" y="1184"/>
                    <a:pt x="1538" y="763"/>
                  </a:cubicBezTo>
                  <a:cubicBezTo>
                    <a:pt x="1538" y="341"/>
                    <a:pt x="119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16"/>
            <p:cNvSpPr/>
            <p:nvPr/>
          </p:nvSpPr>
          <p:spPr>
            <a:xfrm>
              <a:off x="3113125" y="2292375"/>
              <a:ext cx="30100" cy="28250"/>
            </a:xfrm>
            <a:custGeom>
              <a:rect b="b" l="l" r="r" t="t"/>
              <a:pathLst>
                <a:path extrusionOk="0" h="1130" w="1204">
                  <a:moveTo>
                    <a:pt x="1109" y="1"/>
                  </a:moveTo>
                  <a:cubicBezTo>
                    <a:pt x="1066" y="42"/>
                    <a:pt x="1021" y="83"/>
                    <a:pt x="977" y="124"/>
                  </a:cubicBezTo>
                  <a:cubicBezTo>
                    <a:pt x="658" y="420"/>
                    <a:pt x="331" y="711"/>
                    <a:pt x="1" y="996"/>
                  </a:cubicBezTo>
                  <a:cubicBezTo>
                    <a:pt x="125" y="1081"/>
                    <a:pt x="274" y="1130"/>
                    <a:pt x="435" y="1130"/>
                  </a:cubicBezTo>
                  <a:cubicBezTo>
                    <a:pt x="860" y="1130"/>
                    <a:pt x="1204" y="788"/>
                    <a:pt x="1204" y="367"/>
                  </a:cubicBezTo>
                  <a:cubicBezTo>
                    <a:pt x="1204" y="233"/>
                    <a:pt x="1170" y="108"/>
                    <a:pt x="1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16"/>
            <p:cNvSpPr/>
            <p:nvPr/>
          </p:nvSpPr>
          <p:spPr>
            <a:xfrm>
              <a:off x="3175925" y="2283350"/>
              <a:ext cx="38100" cy="37275"/>
            </a:xfrm>
            <a:custGeom>
              <a:rect b="b" l="l" r="r" t="t"/>
              <a:pathLst>
                <a:path extrusionOk="0" h="1491" w="1524">
                  <a:moveTo>
                    <a:pt x="537" y="0"/>
                  </a:moveTo>
                  <a:cubicBezTo>
                    <a:pt x="226" y="99"/>
                    <a:pt x="0" y="388"/>
                    <a:pt x="0" y="728"/>
                  </a:cubicBezTo>
                  <a:cubicBezTo>
                    <a:pt x="0" y="1149"/>
                    <a:pt x="345" y="1491"/>
                    <a:pt x="770" y="1491"/>
                  </a:cubicBezTo>
                  <a:cubicBezTo>
                    <a:pt x="1143" y="1491"/>
                    <a:pt x="1455" y="1225"/>
                    <a:pt x="1524" y="873"/>
                  </a:cubicBezTo>
                  <a:lnTo>
                    <a:pt x="1524" y="873"/>
                  </a:lnTo>
                  <a:lnTo>
                    <a:pt x="896" y="1015"/>
                  </a:lnTo>
                  <a:cubicBezTo>
                    <a:pt x="853" y="1025"/>
                    <a:pt x="807" y="1034"/>
                    <a:pt x="763" y="1034"/>
                  </a:cubicBezTo>
                  <a:cubicBezTo>
                    <a:pt x="712" y="1034"/>
                    <a:pt x="664" y="1022"/>
                    <a:pt x="629" y="987"/>
                  </a:cubicBezTo>
                  <a:cubicBezTo>
                    <a:pt x="579" y="937"/>
                    <a:pt x="573" y="862"/>
                    <a:pt x="571" y="792"/>
                  </a:cubicBezTo>
                  <a:lnTo>
                    <a:pt x="5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16"/>
            <p:cNvSpPr/>
            <p:nvPr/>
          </p:nvSpPr>
          <p:spPr>
            <a:xfrm>
              <a:off x="3168100" y="2336850"/>
              <a:ext cx="38450" cy="38125"/>
            </a:xfrm>
            <a:custGeom>
              <a:rect b="b" l="l" r="r" t="t"/>
              <a:pathLst>
                <a:path extrusionOk="0" h="1525" w="1538">
                  <a:moveTo>
                    <a:pt x="770" y="0"/>
                  </a:moveTo>
                  <a:cubicBezTo>
                    <a:pt x="345" y="0"/>
                    <a:pt x="0" y="341"/>
                    <a:pt x="0" y="762"/>
                  </a:cubicBezTo>
                  <a:cubicBezTo>
                    <a:pt x="0" y="1184"/>
                    <a:pt x="345" y="1525"/>
                    <a:pt x="770" y="1525"/>
                  </a:cubicBezTo>
                  <a:cubicBezTo>
                    <a:pt x="1194" y="1525"/>
                    <a:pt x="1538" y="1183"/>
                    <a:pt x="1538" y="762"/>
                  </a:cubicBezTo>
                  <a:cubicBezTo>
                    <a:pt x="1538" y="341"/>
                    <a:pt x="1194" y="0"/>
                    <a:pt x="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16"/>
            <p:cNvSpPr/>
            <p:nvPr/>
          </p:nvSpPr>
          <p:spPr>
            <a:xfrm>
              <a:off x="3158150" y="2401800"/>
              <a:ext cx="34325" cy="31625"/>
            </a:xfrm>
            <a:custGeom>
              <a:rect b="b" l="l" r="r" t="t"/>
              <a:pathLst>
                <a:path extrusionOk="0" h="1265" w="1373">
                  <a:moveTo>
                    <a:pt x="769" y="0"/>
                  </a:moveTo>
                  <a:cubicBezTo>
                    <a:pt x="345" y="0"/>
                    <a:pt x="1" y="342"/>
                    <a:pt x="1" y="762"/>
                  </a:cubicBezTo>
                  <a:cubicBezTo>
                    <a:pt x="1" y="954"/>
                    <a:pt x="71" y="1131"/>
                    <a:pt x="191" y="1264"/>
                  </a:cubicBezTo>
                  <a:cubicBezTo>
                    <a:pt x="585" y="943"/>
                    <a:pt x="981" y="618"/>
                    <a:pt x="1373" y="291"/>
                  </a:cubicBezTo>
                  <a:cubicBezTo>
                    <a:pt x="1232" y="114"/>
                    <a:pt x="1014" y="0"/>
                    <a:pt x="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9" name="Google Shape;4339;p116"/>
          <p:cNvSpPr txBox="1"/>
          <p:nvPr>
            <p:ph idx="2" type="subTitle"/>
          </p:nvPr>
        </p:nvSpPr>
        <p:spPr>
          <a:xfrm>
            <a:off x="2515175" y="2834100"/>
            <a:ext cx="41142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Gloria Hallelujah"/>
                <a:ea typeface="Gloria Hallelujah"/>
                <a:cs typeface="Gloria Hallelujah"/>
                <a:sym typeface="Gloria Hallelujah"/>
              </a:rPr>
              <a:t>Taylor Boom</a:t>
            </a:r>
            <a:endParaRPr sz="2500">
              <a:solidFill>
                <a:schemeClr val="dk1"/>
              </a:solidFill>
              <a:latin typeface="Gloria Hallelujah"/>
              <a:ea typeface="Gloria Hallelujah"/>
              <a:cs typeface="Gloria Hallelujah"/>
              <a:sym typeface="Gloria Hallelujah"/>
            </a:endParaRPr>
          </a:p>
        </p:txBody>
      </p:sp>
      <p:grpSp>
        <p:nvGrpSpPr>
          <p:cNvPr id="4340" name="Google Shape;4340;p116"/>
          <p:cNvGrpSpPr/>
          <p:nvPr/>
        </p:nvGrpSpPr>
        <p:grpSpPr>
          <a:xfrm rot="754412">
            <a:off x="996289" y="3716137"/>
            <a:ext cx="445479" cy="476286"/>
            <a:chOff x="3705600" y="3073275"/>
            <a:chExt cx="274025" cy="292975"/>
          </a:xfrm>
        </p:grpSpPr>
        <p:sp>
          <p:nvSpPr>
            <p:cNvPr id="4341" name="Google Shape;4341;p116"/>
            <p:cNvSpPr/>
            <p:nvPr/>
          </p:nvSpPr>
          <p:spPr>
            <a:xfrm>
              <a:off x="3705600" y="3073275"/>
              <a:ext cx="274025" cy="292975"/>
            </a:xfrm>
            <a:custGeom>
              <a:rect b="b" l="l" r="r" t="t"/>
              <a:pathLst>
                <a:path extrusionOk="0" h="11719" w="10961">
                  <a:moveTo>
                    <a:pt x="2325" y="251"/>
                  </a:moveTo>
                  <a:cubicBezTo>
                    <a:pt x="2327" y="251"/>
                    <a:pt x="2329" y="251"/>
                    <a:pt x="2331" y="251"/>
                  </a:cubicBezTo>
                  <a:cubicBezTo>
                    <a:pt x="2353" y="253"/>
                    <a:pt x="2356" y="355"/>
                    <a:pt x="2338" y="479"/>
                  </a:cubicBezTo>
                  <a:lnTo>
                    <a:pt x="2306" y="702"/>
                  </a:lnTo>
                  <a:lnTo>
                    <a:pt x="2982" y="1521"/>
                  </a:lnTo>
                  <a:cubicBezTo>
                    <a:pt x="3654" y="2337"/>
                    <a:pt x="3659" y="2342"/>
                    <a:pt x="3891" y="2444"/>
                  </a:cubicBezTo>
                  <a:cubicBezTo>
                    <a:pt x="4020" y="2501"/>
                    <a:pt x="4345" y="2690"/>
                    <a:pt x="4616" y="2865"/>
                  </a:cubicBezTo>
                  <a:cubicBezTo>
                    <a:pt x="4885" y="3041"/>
                    <a:pt x="5419" y="3361"/>
                    <a:pt x="5799" y="3576"/>
                  </a:cubicBezTo>
                  <a:cubicBezTo>
                    <a:pt x="6180" y="3791"/>
                    <a:pt x="6633" y="4055"/>
                    <a:pt x="6802" y="4162"/>
                  </a:cubicBezTo>
                  <a:cubicBezTo>
                    <a:pt x="7311" y="4482"/>
                    <a:pt x="7630" y="4667"/>
                    <a:pt x="7691" y="4675"/>
                  </a:cubicBezTo>
                  <a:cubicBezTo>
                    <a:pt x="7723" y="4679"/>
                    <a:pt x="7763" y="4703"/>
                    <a:pt x="7783" y="4728"/>
                  </a:cubicBezTo>
                  <a:cubicBezTo>
                    <a:pt x="7802" y="4754"/>
                    <a:pt x="7953" y="4844"/>
                    <a:pt x="8122" y="4931"/>
                  </a:cubicBezTo>
                  <a:cubicBezTo>
                    <a:pt x="8288" y="5018"/>
                    <a:pt x="8573" y="5173"/>
                    <a:pt x="8749" y="5274"/>
                  </a:cubicBezTo>
                  <a:cubicBezTo>
                    <a:pt x="8925" y="5377"/>
                    <a:pt x="9233" y="5545"/>
                    <a:pt x="9426" y="5645"/>
                  </a:cubicBezTo>
                  <a:cubicBezTo>
                    <a:pt x="9856" y="5868"/>
                    <a:pt x="10429" y="6249"/>
                    <a:pt x="10525" y="6374"/>
                  </a:cubicBezTo>
                  <a:cubicBezTo>
                    <a:pt x="10632" y="6514"/>
                    <a:pt x="10695" y="6845"/>
                    <a:pt x="10633" y="6946"/>
                  </a:cubicBezTo>
                  <a:cubicBezTo>
                    <a:pt x="10405" y="7322"/>
                    <a:pt x="9981" y="7768"/>
                    <a:pt x="9220" y="8430"/>
                  </a:cubicBezTo>
                  <a:cubicBezTo>
                    <a:pt x="8910" y="8701"/>
                    <a:pt x="8615" y="8965"/>
                    <a:pt x="8566" y="9019"/>
                  </a:cubicBezTo>
                  <a:cubicBezTo>
                    <a:pt x="8517" y="9071"/>
                    <a:pt x="8177" y="9358"/>
                    <a:pt x="7808" y="9660"/>
                  </a:cubicBezTo>
                  <a:cubicBezTo>
                    <a:pt x="7440" y="9961"/>
                    <a:pt x="6838" y="10467"/>
                    <a:pt x="6467" y="10787"/>
                  </a:cubicBezTo>
                  <a:cubicBezTo>
                    <a:pt x="5846" y="11324"/>
                    <a:pt x="5664" y="11461"/>
                    <a:pt x="5450" y="11461"/>
                  </a:cubicBezTo>
                  <a:cubicBezTo>
                    <a:pt x="5400" y="11461"/>
                    <a:pt x="5348" y="11453"/>
                    <a:pt x="5289" y="11442"/>
                  </a:cubicBezTo>
                  <a:cubicBezTo>
                    <a:pt x="5181" y="11421"/>
                    <a:pt x="5086" y="11395"/>
                    <a:pt x="5075" y="11382"/>
                  </a:cubicBezTo>
                  <a:cubicBezTo>
                    <a:pt x="5063" y="11369"/>
                    <a:pt x="4991" y="11304"/>
                    <a:pt x="4912" y="11234"/>
                  </a:cubicBezTo>
                  <a:cubicBezTo>
                    <a:pt x="4648" y="11005"/>
                    <a:pt x="4350" y="10313"/>
                    <a:pt x="4099" y="9345"/>
                  </a:cubicBezTo>
                  <a:cubicBezTo>
                    <a:pt x="4049" y="9159"/>
                    <a:pt x="3982" y="8925"/>
                    <a:pt x="3949" y="8831"/>
                  </a:cubicBezTo>
                  <a:cubicBezTo>
                    <a:pt x="3916" y="8737"/>
                    <a:pt x="3839" y="8501"/>
                    <a:pt x="3778" y="8308"/>
                  </a:cubicBezTo>
                  <a:cubicBezTo>
                    <a:pt x="3717" y="8116"/>
                    <a:pt x="3645" y="7888"/>
                    <a:pt x="3617" y="7805"/>
                  </a:cubicBezTo>
                  <a:cubicBezTo>
                    <a:pt x="3589" y="7722"/>
                    <a:pt x="3549" y="7589"/>
                    <a:pt x="3529" y="7517"/>
                  </a:cubicBezTo>
                  <a:cubicBezTo>
                    <a:pt x="3509" y="7441"/>
                    <a:pt x="3454" y="7278"/>
                    <a:pt x="3407" y="7148"/>
                  </a:cubicBezTo>
                  <a:cubicBezTo>
                    <a:pt x="3360" y="7018"/>
                    <a:pt x="3297" y="6827"/>
                    <a:pt x="3264" y="6715"/>
                  </a:cubicBezTo>
                  <a:cubicBezTo>
                    <a:pt x="3079" y="6089"/>
                    <a:pt x="2916" y="5609"/>
                    <a:pt x="2772" y="5273"/>
                  </a:cubicBezTo>
                  <a:cubicBezTo>
                    <a:pt x="2718" y="5148"/>
                    <a:pt x="2654" y="4939"/>
                    <a:pt x="2631" y="4816"/>
                  </a:cubicBezTo>
                  <a:cubicBezTo>
                    <a:pt x="2607" y="4690"/>
                    <a:pt x="2523" y="4406"/>
                    <a:pt x="2441" y="4178"/>
                  </a:cubicBezTo>
                  <a:lnTo>
                    <a:pt x="2294" y="3767"/>
                  </a:lnTo>
                  <a:lnTo>
                    <a:pt x="1632" y="2949"/>
                  </a:lnTo>
                  <a:cubicBezTo>
                    <a:pt x="777" y="1891"/>
                    <a:pt x="715" y="1822"/>
                    <a:pt x="600" y="1822"/>
                  </a:cubicBezTo>
                  <a:cubicBezTo>
                    <a:pt x="597" y="1822"/>
                    <a:pt x="594" y="1822"/>
                    <a:pt x="590" y="1822"/>
                  </a:cubicBezTo>
                  <a:cubicBezTo>
                    <a:pt x="534" y="1823"/>
                    <a:pt x="460" y="1845"/>
                    <a:pt x="426" y="1872"/>
                  </a:cubicBezTo>
                  <a:cubicBezTo>
                    <a:pt x="413" y="1882"/>
                    <a:pt x="400" y="1886"/>
                    <a:pt x="386" y="1886"/>
                  </a:cubicBezTo>
                  <a:cubicBezTo>
                    <a:pt x="324" y="1886"/>
                    <a:pt x="259" y="1802"/>
                    <a:pt x="286" y="1730"/>
                  </a:cubicBezTo>
                  <a:cubicBezTo>
                    <a:pt x="313" y="1658"/>
                    <a:pt x="673" y="1324"/>
                    <a:pt x="884" y="1174"/>
                  </a:cubicBezTo>
                  <a:cubicBezTo>
                    <a:pt x="971" y="1112"/>
                    <a:pt x="1239" y="921"/>
                    <a:pt x="1480" y="749"/>
                  </a:cubicBezTo>
                  <a:cubicBezTo>
                    <a:pt x="1892" y="455"/>
                    <a:pt x="2238" y="251"/>
                    <a:pt x="2325" y="251"/>
                  </a:cubicBezTo>
                  <a:close/>
                  <a:moveTo>
                    <a:pt x="2332" y="0"/>
                  </a:moveTo>
                  <a:cubicBezTo>
                    <a:pt x="2228" y="0"/>
                    <a:pt x="1708" y="282"/>
                    <a:pt x="1513" y="444"/>
                  </a:cubicBezTo>
                  <a:cubicBezTo>
                    <a:pt x="1468" y="481"/>
                    <a:pt x="1185" y="687"/>
                    <a:pt x="887" y="900"/>
                  </a:cubicBezTo>
                  <a:cubicBezTo>
                    <a:pt x="588" y="1111"/>
                    <a:pt x="286" y="1354"/>
                    <a:pt x="217" y="1434"/>
                  </a:cubicBezTo>
                  <a:cubicBezTo>
                    <a:pt x="38" y="1645"/>
                    <a:pt x="1" y="1786"/>
                    <a:pt x="82" y="1946"/>
                  </a:cubicBezTo>
                  <a:cubicBezTo>
                    <a:pt x="151" y="2080"/>
                    <a:pt x="205" y="2135"/>
                    <a:pt x="303" y="2135"/>
                  </a:cubicBezTo>
                  <a:cubicBezTo>
                    <a:pt x="340" y="2135"/>
                    <a:pt x="383" y="2127"/>
                    <a:pt x="435" y="2112"/>
                  </a:cubicBezTo>
                  <a:cubicBezTo>
                    <a:pt x="473" y="2102"/>
                    <a:pt x="511" y="2097"/>
                    <a:pt x="544" y="2097"/>
                  </a:cubicBezTo>
                  <a:cubicBezTo>
                    <a:pt x="590" y="2097"/>
                    <a:pt x="628" y="2107"/>
                    <a:pt x="645" y="2126"/>
                  </a:cubicBezTo>
                  <a:cubicBezTo>
                    <a:pt x="672" y="2157"/>
                    <a:pt x="729" y="2219"/>
                    <a:pt x="771" y="2260"/>
                  </a:cubicBezTo>
                  <a:cubicBezTo>
                    <a:pt x="814" y="2301"/>
                    <a:pt x="1129" y="2694"/>
                    <a:pt x="1473" y="3136"/>
                  </a:cubicBezTo>
                  <a:cubicBezTo>
                    <a:pt x="2160" y="4016"/>
                    <a:pt x="2124" y="3949"/>
                    <a:pt x="2403" y="4899"/>
                  </a:cubicBezTo>
                  <a:cubicBezTo>
                    <a:pt x="2474" y="5143"/>
                    <a:pt x="2616" y="5577"/>
                    <a:pt x="2715" y="5858"/>
                  </a:cubicBezTo>
                  <a:cubicBezTo>
                    <a:pt x="3013" y="6697"/>
                    <a:pt x="3387" y="7832"/>
                    <a:pt x="3469" y="8143"/>
                  </a:cubicBezTo>
                  <a:cubicBezTo>
                    <a:pt x="3583" y="8574"/>
                    <a:pt x="3634" y="8729"/>
                    <a:pt x="3710" y="8871"/>
                  </a:cubicBezTo>
                  <a:cubicBezTo>
                    <a:pt x="3747" y="8942"/>
                    <a:pt x="3807" y="9133"/>
                    <a:pt x="3842" y="9299"/>
                  </a:cubicBezTo>
                  <a:cubicBezTo>
                    <a:pt x="3908" y="9604"/>
                    <a:pt x="3994" y="9898"/>
                    <a:pt x="4193" y="10497"/>
                  </a:cubicBezTo>
                  <a:cubicBezTo>
                    <a:pt x="4291" y="10791"/>
                    <a:pt x="4351" y="10900"/>
                    <a:pt x="4584" y="11203"/>
                  </a:cubicBezTo>
                  <a:cubicBezTo>
                    <a:pt x="4836" y="11532"/>
                    <a:pt x="4876" y="11569"/>
                    <a:pt x="5072" y="11647"/>
                  </a:cubicBezTo>
                  <a:cubicBezTo>
                    <a:pt x="5176" y="11687"/>
                    <a:pt x="5350" y="11718"/>
                    <a:pt x="5472" y="11718"/>
                  </a:cubicBezTo>
                  <a:cubicBezTo>
                    <a:pt x="5485" y="11718"/>
                    <a:pt x="5497" y="11718"/>
                    <a:pt x="5509" y="11717"/>
                  </a:cubicBezTo>
                  <a:cubicBezTo>
                    <a:pt x="5763" y="11701"/>
                    <a:pt x="5851" y="11641"/>
                    <a:pt x="6822" y="10816"/>
                  </a:cubicBezTo>
                  <a:cubicBezTo>
                    <a:pt x="7084" y="10592"/>
                    <a:pt x="7575" y="10184"/>
                    <a:pt x="7914" y="9905"/>
                  </a:cubicBezTo>
                  <a:cubicBezTo>
                    <a:pt x="8255" y="9626"/>
                    <a:pt x="8587" y="9346"/>
                    <a:pt x="8656" y="9278"/>
                  </a:cubicBezTo>
                  <a:cubicBezTo>
                    <a:pt x="8725" y="9212"/>
                    <a:pt x="8943" y="9019"/>
                    <a:pt x="9143" y="8847"/>
                  </a:cubicBezTo>
                  <a:cubicBezTo>
                    <a:pt x="10002" y="8104"/>
                    <a:pt x="10683" y="7430"/>
                    <a:pt x="10835" y="7173"/>
                  </a:cubicBezTo>
                  <a:cubicBezTo>
                    <a:pt x="10960" y="6961"/>
                    <a:pt x="10885" y="6412"/>
                    <a:pt x="10699" y="6172"/>
                  </a:cubicBezTo>
                  <a:cubicBezTo>
                    <a:pt x="10614" y="6062"/>
                    <a:pt x="9919" y="5612"/>
                    <a:pt x="9524" y="5413"/>
                  </a:cubicBezTo>
                  <a:cubicBezTo>
                    <a:pt x="9352" y="5326"/>
                    <a:pt x="9070" y="5172"/>
                    <a:pt x="8907" y="5076"/>
                  </a:cubicBezTo>
                  <a:cubicBezTo>
                    <a:pt x="8743" y="4978"/>
                    <a:pt x="8517" y="4856"/>
                    <a:pt x="8411" y="4804"/>
                  </a:cubicBezTo>
                  <a:cubicBezTo>
                    <a:pt x="8202" y="4704"/>
                    <a:pt x="7417" y="4250"/>
                    <a:pt x="6897" y="3929"/>
                  </a:cubicBezTo>
                  <a:cubicBezTo>
                    <a:pt x="6725" y="3824"/>
                    <a:pt x="6279" y="3563"/>
                    <a:pt x="5911" y="3355"/>
                  </a:cubicBezTo>
                  <a:cubicBezTo>
                    <a:pt x="5544" y="3145"/>
                    <a:pt x="5081" y="2873"/>
                    <a:pt x="4891" y="2751"/>
                  </a:cubicBezTo>
                  <a:cubicBezTo>
                    <a:pt x="4700" y="2629"/>
                    <a:pt x="4401" y="2455"/>
                    <a:pt x="4228" y="2363"/>
                  </a:cubicBezTo>
                  <a:cubicBezTo>
                    <a:pt x="3886" y="2184"/>
                    <a:pt x="3612" y="1936"/>
                    <a:pt x="3252" y="1482"/>
                  </a:cubicBezTo>
                  <a:cubicBezTo>
                    <a:pt x="3127" y="1324"/>
                    <a:pt x="2922" y="1076"/>
                    <a:pt x="2795" y="931"/>
                  </a:cubicBezTo>
                  <a:lnTo>
                    <a:pt x="2566" y="668"/>
                  </a:lnTo>
                  <a:lnTo>
                    <a:pt x="2600" y="467"/>
                  </a:lnTo>
                  <a:cubicBezTo>
                    <a:pt x="2628" y="307"/>
                    <a:pt x="2614" y="241"/>
                    <a:pt x="2534" y="136"/>
                  </a:cubicBezTo>
                  <a:cubicBezTo>
                    <a:pt x="2470" y="55"/>
                    <a:pt x="2396" y="3"/>
                    <a:pt x="2335" y="0"/>
                  </a:cubicBezTo>
                  <a:cubicBezTo>
                    <a:pt x="2334" y="0"/>
                    <a:pt x="2333"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16"/>
            <p:cNvSpPr/>
            <p:nvPr/>
          </p:nvSpPr>
          <p:spPr>
            <a:xfrm>
              <a:off x="3734450" y="3114550"/>
              <a:ext cx="52850" cy="69075"/>
            </a:xfrm>
            <a:custGeom>
              <a:rect b="b" l="l" r="r" t="t"/>
              <a:pathLst>
                <a:path extrusionOk="0" h="2763" w="2114">
                  <a:moveTo>
                    <a:pt x="83" y="0"/>
                  </a:moveTo>
                  <a:cubicBezTo>
                    <a:pt x="80" y="0"/>
                    <a:pt x="77" y="1"/>
                    <a:pt x="74" y="2"/>
                  </a:cubicBezTo>
                  <a:cubicBezTo>
                    <a:pt x="52" y="10"/>
                    <a:pt x="22" y="44"/>
                    <a:pt x="12" y="71"/>
                  </a:cubicBezTo>
                  <a:cubicBezTo>
                    <a:pt x="0" y="106"/>
                    <a:pt x="165" y="351"/>
                    <a:pt x="462" y="744"/>
                  </a:cubicBezTo>
                  <a:cubicBezTo>
                    <a:pt x="720" y="1085"/>
                    <a:pt x="1021" y="1490"/>
                    <a:pt x="1131" y="1645"/>
                  </a:cubicBezTo>
                  <a:cubicBezTo>
                    <a:pt x="1609" y="2319"/>
                    <a:pt x="1925" y="2733"/>
                    <a:pt x="1976" y="2753"/>
                  </a:cubicBezTo>
                  <a:cubicBezTo>
                    <a:pt x="1993" y="2759"/>
                    <a:pt x="2009" y="2762"/>
                    <a:pt x="2023" y="2762"/>
                  </a:cubicBezTo>
                  <a:cubicBezTo>
                    <a:pt x="2092" y="2762"/>
                    <a:pt x="2113" y="2686"/>
                    <a:pt x="2059" y="2589"/>
                  </a:cubicBezTo>
                  <a:cubicBezTo>
                    <a:pt x="2026" y="2530"/>
                    <a:pt x="2001" y="2503"/>
                    <a:pt x="1975" y="2503"/>
                  </a:cubicBezTo>
                  <a:cubicBezTo>
                    <a:pt x="1964" y="2503"/>
                    <a:pt x="1953" y="2508"/>
                    <a:pt x="1941" y="2517"/>
                  </a:cubicBezTo>
                  <a:cubicBezTo>
                    <a:pt x="1924" y="2529"/>
                    <a:pt x="1913" y="2536"/>
                    <a:pt x="1907" y="2536"/>
                  </a:cubicBezTo>
                  <a:cubicBezTo>
                    <a:pt x="1897" y="2536"/>
                    <a:pt x="1902" y="2518"/>
                    <a:pt x="1919" y="2477"/>
                  </a:cubicBezTo>
                  <a:cubicBezTo>
                    <a:pt x="1945" y="2413"/>
                    <a:pt x="1914" y="2351"/>
                    <a:pt x="1756" y="2157"/>
                  </a:cubicBezTo>
                  <a:cubicBezTo>
                    <a:pt x="1649" y="2023"/>
                    <a:pt x="1405" y="1692"/>
                    <a:pt x="1214" y="1419"/>
                  </a:cubicBezTo>
                  <a:cubicBezTo>
                    <a:pt x="1023" y="1147"/>
                    <a:pt x="766" y="781"/>
                    <a:pt x="642" y="604"/>
                  </a:cubicBezTo>
                  <a:cubicBezTo>
                    <a:pt x="406" y="265"/>
                    <a:pt x="160" y="0"/>
                    <a:pt x="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16"/>
            <p:cNvSpPr/>
            <p:nvPr/>
          </p:nvSpPr>
          <p:spPr>
            <a:xfrm>
              <a:off x="3790875" y="3170900"/>
              <a:ext cx="160175" cy="170425"/>
            </a:xfrm>
            <a:custGeom>
              <a:rect b="b" l="l" r="r" t="t"/>
              <a:pathLst>
                <a:path extrusionOk="0" h="6817" w="6407">
                  <a:moveTo>
                    <a:pt x="2160" y="262"/>
                  </a:moveTo>
                  <a:lnTo>
                    <a:pt x="2447" y="434"/>
                  </a:lnTo>
                  <a:cubicBezTo>
                    <a:pt x="2930" y="725"/>
                    <a:pt x="3450" y="1066"/>
                    <a:pt x="3752" y="1289"/>
                  </a:cubicBezTo>
                  <a:cubicBezTo>
                    <a:pt x="4445" y="1802"/>
                    <a:pt x="5299" y="2338"/>
                    <a:pt x="5598" y="2448"/>
                  </a:cubicBezTo>
                  <a:cubicBezTo>
                    <a:pt x="5721" y="2493"/>
                    <a:pt x="5848" y="2577"/>
                    <a:pt x="5917" y="2656"/>
                  </a:cubicBezTo>
                  <a:lnTo>
                    <a:pt x="6030" y="2789"/>
                  </a:lnTo>
                  <a:lnTo>
                    <a:pt x="5893" y="2968"/>
                  </a:lnTo>
                  <a:cubicBezTo>
                    <a:pt x="5792" y="3100"/>
                    <a:pt x="5735" y="3170"/>
                    <a:pt x="5705" y="3170"/>
                  </a:cubicBezTo>
                  <a:cubicBezTo>
                    <a:pt x="5670" y="3170"/>
                    <a:pt x="5674" y="3068"/>
                    <a:pt x="5692" y="2848"/>
                  </a:cubicBezTo>
                  <a:cubicBezTo>
                    <a:pt x="5718" y="2532"/>
                    <a:pt x="5713" y="2516"/>
                    <a:pt x="5597" y="2511"/>
                  </a:cubicBezTo>
                  <a:cubicBezTo>
                    <a:pt x="5597" y="2511"/>
                    <a:pt x="5596" y="2511"/>
                    <a:pt x="5596" y="2511"/>
                  </a:cubicBezTo>
                  <a:cubicBezTo>
                    <a:pt x="5527" y="2511"/>
                    <a:pt x="5505" y="2577"/>
                    <a:pt x="5477" y="2883"/>
                  </a:cubicBezTo>
                  <a:cubicBezTo>
                    <a:pt x="5456" y="3090"/>
                    <a:pt x="5454" y="3275"/>
                    <a:pt x="5471" y="3300"/>
                  </a:cubicBezTo>
                  <a:cubicBezTo>
                    <a:pt x="5488" y="3323"/>
                    <a:pt x="5492" y="3354"/>
                    <a:pt x="5479" y="3366"/>
                  </a:cubicBezTo>
                  <a:cubicBezTo>
                    <a:pt x="5466" y="3380"/>
                    <a:pt x="5430" y="3416"/>
                    <a:pt x="5394" y="3451"/>
                  </a:cubicBezTo>
                  <a:cubicBezTo>
                    <a:pt x="5013" y="3839"/>
                    <a:pt x="4635" y="4192"/>
                    <a:pt x="4601" y="4192"/>
                  </a:cubicBezTo>
                  <a:cubicBezTo>
                    <a:pt x="4601" y="4192"/>
                    <a:pt x="4601" y="4192"/>
                    <a:pt x="4601" y="4192"/>
                  </a:cubicBezTo>
                  <a:cubicBezTo>
                    <a:pt x="4583" y="4190"/>
                    <a:pt x="4586" y="4032"/>
                    <a:pt x="4609" y="3848"/>
                  </a:cubicBezTo>
                  <a:cubicBezTo>
                    <a:pt x="4641" y="3598"/>
                    <a:pt x="4631" y="3478"/>
                    <a:pt x="4577" y="3478"/>
                  </a:cubicBezTo>
                  <a:cubicBezTo>
                    <a:pt x="4563" y="3478"/>
                    <a:pt x="4547" y="3486"/>
                    <a:pt x="4528" y="3501"/>
                  </a:cubicBezTo>
                  <a:cubicBezTo>
                    <a:pt x="4490" y="3531"/>
                    <a:pt x="4393" y="4306"/>
                    <a:pt x="4423" y="4346"/>
                  </a:cubicBezTo>
                  <a:cubicBezTo>
                    <a:pt x="4455" y="4386"/>
                    <a:pt x="3136" y="5756"/>
                    <a:pt x="2677" y="6157"/>
                  </a:cubicBezTo>
                  <a:cubicBezTo>
                    <a:pt x="2489" y="6323"/>
                    <a:pt x="2078" y="6554"/>
                    <a:pt x="1950" y="6568"/>
                  </a:cubicBezTo>
                  <a:cubicBezTo>
                    <a:pt x="1948" y="6568"/>
                    <a:pt x="1947" y="6568"/>
                    <a:pt x="1945" y="6568"/>
                  </a:cubicBezTo>
                  <a:cubicBezTo>
                    <a:pt x="1873" y="6568"/>
                    <a:pt x="1765" y="6431"/>
                    <a:pt x="1749" y="6317"/>
                  </a:cubicBezTo>
                  <a:cubicBezTo>
                    <a:pt x="1743" y="6271"/>
                    <a:pt x="1664" y="6060"/>
                    <a:pt x="1576" y="5853"/>
                  </a:cubicBezTo>
                  <a:cubicBezTo>
                    <a:pt x="1488" y="5646"/>
                    <a:pt x="1416" y="5417"/>
                    <a:pt x="1416" y="5348"/>
                  </a:cubicBezTo>
                  <a:cubicBezTo>
                    <a:pt x="1419" y="5047"/>
                    <a:pt x="1467" y="4457"/>
                    <a:pt x="1534" y="3880"/>
                  </a:cubicBezTo>
                  <a:cubicBezTo>
                    <a:pt x="1582" y="3469"/>
                    <a:pt x="1586" y="3239"/>
                    <a:pt x="1548" y="3215"/>
                  </a:cubicBezTo>
                  <a:cubicBezTo>
                    <a:pt x="1523" y="3200"/>
                    <a:pt x="1498" y="3192"/>
                    <a:pt x="1481" y="3192"/>
                  </a:cubicBezTo>
                  <a:cubicBezTo>
                    <a:pt x="1475" y="3192"/>
                    <a:pt x="1469" y="3193"/>
                    <a:pt x="1465" y="3196"/>
                  </a:cubicBezTo>
                  <a:cubicBezTo>
                    <a:pt x="1444" y="3214"/>
                    <a:pt x="1311" y="4317"/>
                    <a:pt x="1282" y="4725"/>
                  </a:cubicBezTo>
                  <a:cubicBezTo>
                    <a:pt x="1274" y="4839"/>
                    <a:pt x="1256" y="4936"/>
                    <a:pt x="1243" y="4936"/>
                  </a:cubicBezTo>
                  <a:cubicBezTo>
                    <a:pt x="1243" y="4936"/>
                    <a:pt x="1243" y="4936"/>
                    <a:pt x="1243" y="4936"/>
                  </a:cubicBezTo>
                  <a:cubicBezTo>
                    <a:pt x="1231" y="4935"/>
                    <a:pt x="1180" y="4811"/>
                    <a:pt x="1133" y="4666"/>
                  </a:cubicBezTo>
                  <a:cubicBezTo>
                    <a:pt x="1064" y="4457"/>
                    <a:pt x="1060" y="4400"/>
                    <a:pt x="1118" y="4400"/>
                  </a:cubicBezTo>
                  <a:cubicBezTo>
                    <a:pt x="1118" y="4400"/>
                    <a:pt x="1119" y="4400"/>
                    <a:pt x="1119" y="4400"/>
                  </a:cubicBezTo>
                  <a:cubicBezTo>
                    <a:pt x="1120" y="4400"/>
                    <a:pt x="1121" y="4400"/>
                    <a:pt x="1122" y="4400"/>
                  </a:cubicBezTo>
                  <a:cubicBezTo>
                    <a:pt x="1201" y="4400"/>
                    <a:pt x="1221" y="4299"/>
                    <a:pt x="1254" y="3717"/>
                  </a:cubicBezTo>
                  <a:cubicBezTo>
                    <a:pt x="1263" y="3558"/>
                    <a:pt x="1301" y="3167"/>
                    <a:pt x="1336" y="2848"/>
                  </a:cubicBezTo>
                  <a:cubicBezTo>
                    <a:pt x="1387" y="2397"/>
                    <a:pt x="1381" y="2175"/>
                    <a:pt x="1319" y="2175"/>
                  </a:cubicBezTo>
                  <a:cubicBezTo>
                    <a:pt x="1311" y="2175"/>
                    <a:pt x="1301" y="2179"/>
                    <a:pt x="1291" y="2187"/>
                  </a:cubicBezTo>
                  <a:cubicBezTo>
                    <a:pt x="1253" y="2217"/>
                    <a:pt x="1102" y="3487"/>
                    <a:pt x="1086" y="3915"/>
                  </a:cubicBezTo>
                  <a:cubicBezTo>
                    <a:pt x="1080" y="4106"/>
                    <a:pt x="1063" y="4264"/>
                    <a:pt x="1051" y="4264"/>
                  </a:cubicBezTo>
                  <a:cubicBezTo>
                    <a:pt x="1051" y="4264"/>
                    <a:pt x="1051" y="4264"/>
                    <a:pt x="1051" y="4264"/>
                  </a:cubicBezTo>
                  <a:cubicBezTo>
                    <a:pt x="1038" y="4263"/>
                    <a:pt x="971" y="4092"/>
                    <a:pt x="902" y="3885"/>
                  </a:cubicBezTo>
                  <a:cubicBezTo>
                    <a:pt x="798" y="3571"/>
                    <a:pt x="784" y="3457"/>
                    <a:pt x="817" y="3193"/>
                  </a:cubicBezTo>
                  <a:cubicBezTo>
                    <a:pt x="881" y="2680"/>
                    <a:pt x="901" y="1770"/>
                    <a:pt x="849" y="1703"/>
                  </a:cubicBezTo>
                  <a:cubicBezTo>
                    <a:pt x="829" y="1676"/>
                    <a:pt x="809" y="1664"/>
                    <a:pt x="790" y="1664"/>
                  </a:cubicBezTo>
                  <a:cubicBezTo>
                    <a:pt x="741" y="1664"/>
                    <a:pt x="705" y="1752"/>
                    <a:pt x="711" y="1887"/>
                  </a:cubicBezTo>
                  <a:cubicBezTo>
                    <a:pt x="715" y="1980"/>
                    <a:pt x="707" y="2296"/>
                    <a:pt x="693" y="2582"/>
                  </a:cubicBezTo>
                  <a:cubicBezTo>
                    <a:pt x="676" y="2928"/>
                    <a:pt x="653" y="3101"/>
                    <a:pt x="624" y="3101"/>
                  </a:cubicBezTo>
                  <a:cubicBezTo>
                    <a:pt x="611" y="3101"/>
                    <a:pt x="596" y="3066"/>
                    <a:pt x="581" y="2996"/>
                  </a:cubicBezTo>
                  <a:cubicBezTo>
                    <a:pt x="552" y="2866"/>
                    <a:pt x="426" y="2467"/>
                    <a:pt x="335" y="2214"/>
                  </a:cubicBezTo>
                  <a:lnTo>
                    <a:pt x="266" y="2024"/>
                  </a:lnTo>
                  <a:lnTo>
                    <a:pt x="600" y="1724"/>
                  </a:lnTo>
                  <a:cubicBezTo>
                    <a:pt x="784" y="1558"/>
                    <a:pt x="1127" y="1229"/>
                    <a:pt x="1363" y="990"/>
                  </a:cubicBezTo>
                  <a:cubicBezTo>
                    <a:pt x="1599" y="752"/>
                    <a:pt x="1874" y="490"/>
                    <a:pt x="1976" y="409"/>
                  </a:cubicBezTo>
                  <a:lnTo>
                    <a:pt x="2160" y="262"/>
                  </a:lnTo>
                  <a:close/>
                  <a:moveTo>
                    <a:pt x="2150" y="1"/>
                  </a:moveTo>
                  <a:cubicBezTo>
                    <a:pt x="2103" y="1"/>
                    <a:pt x="2040" y="26"/>
                    <a:pt x="2004" y="56"/>
                  </a:cubicBezTo>
                  <a:cubicBezTo>
                    <a:pt x="1967" y="90"/>
                    <a:pt x="1798" y="246"/>
                    <a:pt x="1624" y="406"/>
                  </a:cubicBezTo>
                  <a:cubicBezTo>
                    <a:pt x="1451" y="565"/>
                    <a:pt x="1244" y="772"/>
                    <a:pt x="1163" y="866"/>
                  </a:cubicBezTo>
                  <a:cubicBezTo>
                    <a:pt x="993" y="1063"/>
                    <a:pt x="178" y="1796"/>
                    <a:pt x="102" y="1820"/>
                  </a:cubicBezTo>
                  <a:cubicBezTo>
                    <a:pt x="1" y="1852"/>
                    <a:pt x="8" y="1969"/>
                    <a:pt x="141" y="2370"/>
                  </a:cubicBezTo>
                  <a:cubicBezTo>
                    <a:pt x="214" y="2596"/>
                    <a:pt x="334" y="2970"/>
                    <a:pt x="404" y="3200"/>
                  </a:cubicBezTo>
                  <a:cubicBezTo>
                    <a:pt x="476" y="3430"/>
                    <a:pt x="566" y="3680"/>
                    <a:pt x="603" y="3755"/>
                  </a:cubicBezTo>
                  <a:cubicBezTo>
                    <a:pt x="642" y="3830"/>
                    <a:pt x="673" y="3916"/>
                    <a:pt x="674" y="3946"/>
                  </a:cubicBezTo>
                  <a:cubicBezTo>
                    <a:pt x="674" y="3976"/>
                    <a:pt x="730" y="4190"/>
                    <a:pt x="800" y="4421"/>
                  </a:cubicBezTo>
                  <a:cubicBezTo>
                    <a:pt x="869" y="4653"/>
                    <a:pt x="946" y="4914"/>
                    <a:pt x="971" y="5002"/>
                  </a:cubicBezTo>
                  <a:cubicBezTo>
                    <a:pt x="1100" y="5462"/>
                    <a:pt x="1634" y="6688"/>
                    <a:pt x="1742" y="6774"/>
                  </a:cubicBezTo>
                  <a:cubicBezTo>
                    <a:pt x="1778" y="6803"/>
                    <a:pt x="1829" y="6816"/>
                    <a:pt x="1890" y="6816"/>
                  </a:cubicBezTo>
                  <a:cubicBezTo>
                    <a:pt x="2089" y="6816"/>
                    <a:pt x="2403" y="6671"/>
                    <a:pt x="2728" y="6418"/>
                  </a:cubicBezTo>
                  <a:cubicBezTo>
                    <a:pt x="2993" y="6212"/>
                    <a:pt x="3827" y="5408"/>
                    <a:pt x="4148" y="5050"/>
                  </a:cubicBezTo>
                  <a:cubicBezTo>
                    <a:pt x="4236" y="4951"/>
                    <a:pt x="4569" y="4618"/>
                    <a:pt x="4884" y="4313"/>
                  </a:cubicBezTo>
                  <a:cubicBezTo>
                    <a:pt x="5199" y="4008"/>
                    <a:pt x="5464" y="3741"/>
                    <a:pt x="5471" y="3723"/>
                  </a:cubicBezTo>
                  <a:cubicBezTo>
                    <a:pt x="5479" y="3705"/>
                    <a:pt x="5614" y="3575"/>
                    <a:pt x="5773" y="3438"/>
                  </a:cubicBezTo>
                  <a:cubicBezTo>
                    <a:pt x="5931" y="3299"/>
                    <a:pt x="6111" y="3124"/>
                    <a:pt x="6173" y="3048"/>
                  </a:cubicBezTo>
                  <a:cubicBezTo>
                    <a:pt x="6406" y="2760"/>
                    <a:pt x="6281" y="2511"/>
                    <a:pt x="5776" y="2258"/>
                  </a:cubicBezTo>
                  <a:cubicBezTo>
                    <a:pt x="5295" y="2017"/>
                    <a:pt x="5022" y="1854"/>
                    <a:pt x="4462" y="1477"/>
                  </a:cubicBezTo>
                  <a:cubicBezTo>
                    <a:pt x="4182" y="1288"/>
                    <a:pt x="3926" y="1118"/>
                    <a:pt x="3892" y="1099"/>
                  </a:cubicBezTo>
                  <a:cubicBezTo>
                    <a:pt x="3858" y="1080"/>
                    <a:pt x="3804" y="1040"/>
                    <a:pt x="3766" y="1007"/>
                  </a:cubicBezTo>
                  <a:cubicBezTo>
                    <a:pt x="3496" y="770"/>
                    <a:pt x="2272" y="5"/>
                    <a:pt x="2155" y="1"/>
                  </a:cubicBezTo>
                  <a:cubicBezTo>
                    <a:pt x="2154" y="1"/>
                    <a:pt x="2152" y="1"/>
                    <a:pt x="2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16"/>
            <p:cNvSpPr/>
            <p:nvPr/>
          </p:nvSpPr>
          <p:spPr>
            <a:xfrm>
              <a:off x="3839025" y="3191550"/>
              <a:ext cx="21425" cy="19325"/>
            </a:xfrm>
            <a:custGeom>
              <a:rect b="b" l="l" r="r" t="t"/>
              <a:pathLst>
                <a:path extrusionOk="0" h="773" w="857">
                  <a:moveTo>
                    <a:pt x="398" y="268"/>
                  </a:moveTo>
                  <a:cubicBezTo>
                    <a:pt x="429" y="268"/>
                    <a:pt x="457" y="287"/>
                    <a:pt x="488" y="328"/>
                  </a:cubicBezTo>
                  <a:cubicBezTo>
                    <a:pt x="541" y="397"/>
                    <a:pt x="538" y="429"/>
                    <a:pt x="470" y="494"/>
                  </a:cubicBezTo>
                  <a:cubicBezTo>
                    <a:pt x="434" y="529"/>
                    <a:pt x="410" y="546"/>
                    <a:pt x="388" y="546"/>
                  </a:cubicBezTo>
                  <a:cubicBezTo>
                    <a:pt x="367" y="546"/>
                    <a:pt x="348" y="529"/>
                    <a:pt x="321" y="495"/>
                  </a:cubicBezTo>
                  <a:cubicBezTo>
                    <a:pt x="243" y="394"/>
                    <a:pt x="250" y="339"/>
                    <a:pt x="346" y="285"/>
                  </a:cubicBezTo>
                  <a:cubicBezTo>
                    <a:pt x="365" y="274"/>
                    <a:pt x="382" y="268"/>
                    <a:pt x="398" y="268"/>
                  </a:cubicBezTo>
                  <a:close/>
                  <a:moveTo>
                    <a:pt x="448" y="0"/>
                  </a:moveTo>
                  <a:cubicBezTo>
                    <a:pt x="400" y="0"/>
                    <a:pt x="344" y="10"/>
                    <a:pt x="277" y="28"/>
                  </a:cubicBezTo>
                  <a:cubicBezTo>
                    <a:pt x="123" y="71"/>
                    <a:pt x="113" y="81"/>
                    <a:pt x="78" y="220"/>
                  </a:cubicBezTo>
                  <a:cubicBezTo>
                    <a:pt x="0" y="528"/>
                    <a:pt x="151" y="773"/>
                    <a:pt x="378" y="773"/>
                  </a:cubicBezTo>
                  <a:cubicBezTo>
                    <a:pt x="422" y="773"/>
                    <a:pt x="470" y="764"/>
                    <a:pt x="519" y="743"/>
                  </a:cubicBezTo>
                  <a:cubicBezTo>
                    <a:pt x="790" y="630"/>
                    <a:pt x="856" y="428"/>
                    <a:pt x="707" y="175"/>
                  </a:cubicBezTo>
                  <a:cubicBezTo>
                    <a:pt x="636" y="54"/>
                    <a:pt x="562" y="0"/>
                    <a:pt x="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16"/>
            <p:cNvSpPr/>
            <p:nvPr/>
          </p:nvSpPr>
          <p:spPr>
            <a:xfrm>
              <a:off x="3835550" y="3222875"/>
              <a:ext cx="31325" cy="30575"/>
            </a:xfrm>
            <a:custGeom>
              <a:rect b="b" l="l" r="r" t="t"/>
              <a:pathLst>
                <a:path extrusionOk="0" h="1223" w="1253">
                  <a:moveTo>
                    <a:pt x="508" y="261"/>
                  </a:moveTo>
                  <a:cubicBezTo>
                    <a:pt x="531" y="261"/>
                    <a:pt x="555" y="264"/>
                    <a:pt x="583" y="269"/>
                  </a:cubicBezTo>
                  <a:cubicBezTo>
                    <a:pt x="973" y="337"/>
                    <a:pt x="1107" y="619"/>
                    <a:pt x="873" y="881"/>
                  </a:cubicBezTo>
                  <a:cubicBezTo>
                    <a:pt x="809" y="951"/>
                    <a:pt x="722" y="986"/>
                    <a:pt x="632" y="986"/>
                  </a:cubicBezTo>
                  <a:cubicBezTo>
                    <a:pt x="519" y="986"/>
                    <a:pt x="402" y="932"/>
                    <a:pt x="322" y="830"/>
                  </a:cubicBezTo>
                  <a:cubicBezTo>
                    <a:pt x="237" y="719"/>
                    <a:pt x="232" y="672"/>
                    <a:pt x="283" y="516"/>
                  </a:cubicBezTo>
                  <a:cubicBezTo>
                    <a:pt x="344" y="327"/>
                    <a:pt x="397" y="261"/>
                    <a:pt x="508" y="261"/>
                  </a:cubicBezTo>
                  <a:close/>
                  <a:moveTo>
                    <a:pt x="484" y="1"/>
                  </a:moveTo>
                  <a:cubicBezTo>
                    <a:pt x="466" y="1"/>
                    <a:pt x="448" y="2"/>
                    <a:pt x="432" y="4"/>
                  </a:cubicBezTo>
                  <a:cubicBezTo>
                    <a:pt x="291" y="25"/>
                    <a:pt x="131" y="152"/>
                    <a:pt x="69" y="293"/>
                  </a:cubicBezTo>
                  <a:cubicBezTo>
                    <a:pt x="1" y="449"/>
                    <a:pt x="24" y="790"/>
                    <a:pt x="114" y="956"/>
                  </a:cubicBezTo>
                  <a:cubicBezTo>
                    <a:pt x="202" y="1117"/>
                    <a:pt x="383" y="1210"/>
                    <a:pt x="637" y="1222"/>
                  </a:cubicBezTo>
                  <a:cubicBezTo>
                    <a:pt x="654" y="1223"/>
                    <a:pt x="670" y="1223"/>
                    <a:pt x="685" y="1223"/>
                  </a:cubicBezTo>
                  <a:cubicBezTo>
                    <a:pt x="809" y="1223"/>
                    <a:pt x="859" y="1194"/>
                    <a:pt x="1003" y="1064"/>
                  </a:cubicBezTo>
                  <a:cubicBezTo>
                    <a:pt x="1214" y="874"/>
                    <a:pt x="1253" y="756"/>
                    <a:pt x="1198" y="469"/>
                  </a:cubicBezTo>
                  <a:cubicBezTo>
                    <a:pt x="1174" y="342"/>
                    <a:pt x="1129" y="253"/>
                    <a:pt x="1056" y="189"/>
                  </a:cubicBezTo>
                  <a:cubicBezTo>
                    <a:pt x="950" y="93"/>
                    <a:pt x="658" y="1"/>
                    <a:pt x="4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16"/>
            <p:cNvSpPr/>
            <p:nvPr/>
          </p:nvSpPr>
          <p:spPr>
            <a:xfrm>
              <a:off x="3875050" y="3200925"/>
              <a:ext cx="5425" cy="22150"/>
            </a:xfrm>
            <a:custGeom>
              <a:rect b="b" l="l" r="r" t="t"/>
              <a:pathLst>
                <a:path extrusionOk="0" h="886" w="217">
                  <a:moveTo>
                    <a:pt x="128" y="0"/>
                  </a:moveTo>
                  <a:cubicBezTo>
                    <a:pt x="80" y="0"/>
                    <a:pt x="47" y="135"/>
                    <a:pt x="23" y="419"/>
                  </a:cubicBezTo>
                  <a:cubicBezTo>
                    <a:pt x="0" y="710"/>
                    <a:pt x="23" y="885"/>
                    <a:pt x="81" y="885"/>
                  </a:cubicBezTo>
                  <a:cubicBezTo>
                    <a:pt x="89" y="885"/>
                    <a:pt x="99" y="881"/>
                    <a:pt x="109" y="873"/>
                  </a:cubicBezTo>
                  <a:cubicBezTo>
                    <a:pt x="158" y="835"/>
                    <a:pt x="217" y="88"/>
                    <a:pt x="174" y="33"/>
                  </a:cubicBezTo>
                  <a:cubicBezTo>
                    <a:pt x="157" y="11"/>
                    <a:pt x="142" y="0"/>
                    <a:pt x="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16"/>
            <p:cNvSpPr/>
            <p:nvPr/>
          </p:nvSpPr>
          <p:spPr>
            <a:xfrm>
              <a:off x="3884625" y="3209125"/>
              <a:ext cx="7025" cy="19625"/>
            </a:xfrm>
            <a:custGeom>
              <a:rect b="b" l="l" r="r" t="t"/>
              <a:pathLst>
                <a:path extrusionOk="0" h="785" w="281">
                  <a:moveTo>
                    <a:pt x="157" y="0"/>
                  </a:moveTo>
                  <a:cubicBezTo>
                    <a:pt x="153" y="0"/>
                    <a:pt x="150" y="1"/>
                    <a:pt x="148" y="4"/>
                  </a:cubicBezTo>
                  <a:cubicBezTo>
                    <a:pt x="134" y="16"/>
                    <a:pt x="93" y="192"/>
                    <a:pt x="56" y="399"/>
                  </a:cubicBezTo>
                  <a:cubicBezTo>
                    <a:pt x="0" y="710"/>
                    <a:pt x="4" y="774"/>
                    <a:pt x="70" y="783"/>
                  </a:cubicBezTo>
                  <a:cubicBezTo>
                    <a:pt x="79" y="784"/>
                    <a:pt x="88" y="785"/>
                    <a:pt x="95" y="785"/>
                  </a:cubicBezTo>
                  <a:cubicBezTo>
                    <a:pt x="140" y="785"/>
                    <a:pt x="151" y="760"/>
                    <a:pt x="149" y="685"/>
                  </a:cubicBezTo>
                  <a:cubicBezTo>
                    <a:pt x="147" y="624"/>
                    <a:pt x="158" y="577"/>
                    <a:pt x="174" y="575"/>
                  </a:cubicBezTo>
                  <a:cubicBezTo>
                    <a:pt x="235" y="570"/>
                    <a:pt x="280" y="121"/>
                    <a:pt x="228" y="53"/>
                  </a:cubicBezTo>
                  <a:cubicBezTo>
                    <a:pt x="203" y="22"/>
                    <a:pt x="174"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16"/>
            <p:cNvSpPr/>
            <p:nvPr/>
          </p:nvSpPr>
          <p:spPr>
            <a:xfrm>
              <a:off x="3836550" y="3250850"/>
              <a:ext cx="30100" cy="53450"/>
            </a:xfrm>
            <a:custGeom>
              <a:rect b="b" l="l" r="r" t="t"/>
              <a:pathLst>
                <a:path extrusionOk="0" h="2138" w="1204">
                  <a:moveTo>
                    <a:pt x="641" y="1267"/>
                  </a:moveTo>
                  <a:cubicBezTo>
                    <a:pt x="652" y="1267"/>
                    <a:pt x="662" y="1268"/>
                    <a:pt x="672" y="1269"/>
                  </a:cubicBezTo>
                  <a:cubicBezTo>
                    <a:pt x="795" y="1287"/>
                    <a:pt x="934" y="1420"/>
                    <a:pt x="944" y="1532"/>
                  </a:cubicBezTo>
                  <a:cubicBezTo>
                    <a:pt x="950" y="1606"/>
                    <a:pt x="783" y="1833"/>
                    <a:pt x="699" y="1866"/>
                  </a:cubicBezTo>
                  <a:cubicBezTo>
                    <a:pt x="670" y="1876"/>
                    <a:pt x="623" y="1881"/>
                    <a:pt x="572" y="1881"/>
                  </a:cubicBezTo>
                  <a:cubicBezTo>
                    <a:pt x="477" y="1881"/>
                    <a:pt x="371" y="1865"/>
                    <a:pt x="352" y="1840"/>
                  </a:cubicBezTo>
                  <a:cubicBezTo>
                    <a:pt x="305" y="1780"/>
                    <a:pt x="401" y="1373"/>
                    <a:pt x="475" y="1314"/>
                  </a:cubicBezTo>
                  <a:cubicBezTo>
                    <a:pt x="510" y="1286"/>
                    <a:pt x="580" y="1267"/>
                    <a:pt x="641" y="1267"/>
                  </a:cubicBezTo>
                  <a:close/>
                  <a:moveTo>
                    <a:pt x="1059" y="1"/>
                  </a:moveTo>
                  <a:cubicBezTo>
                    <a:pt x="1048" y="1"/>
                    <a:pt x="1035" y="7"/>
                    <a:pt x="1020" y="18"/>
                  </a:cubicBezTo>
                  <a:cubicBezTo>
                    <a:pt x="1006" y="29"/>
                    <a:pt x="980" y="153"/>
                    <a:pt x="963" y="296"/>
                  </a:cubicBezTo>
                  <a:cubicBezTo>
                    <a:pt x="945" y="439"/>
                    <a:pt x="919" y="667"/>
                    <a:pt x="904" y="807"/>
                  </a:cubicBezTo>
                  <a:lnTo>
                    <a:pt x="876" y="1060"/>
                  </a:lnTo>
                  <a:lnTo>
                    <a:pt x="685" y="1048"/>
                  </a:lnTo>
                  <a:cubicBezTo>
                    <a:pt x="666" y="1047"/>
                    <a:pt x="648" y="1047"/>
                    <a:pt x="630" y="1047"/>
                  </a:cubicBezTo>
                  <a:cubicBezTo>
                    <a:pt x="394" y="1047"/>
                    <a:pt x="241" y="1145"/>
                    <a:pt x="140" y="1358"/>
                  </a:cubicBezTo>
                  <a:cubicBezTo>
                    <a:pt x="0" y="1654"/>
                    <a:pt x="138" y="2066"/>
                    <a:pt x="396" y="2123"/>
                  </a:cubicBezTo>
                  <a:cubicBezTo>
                    <a:pt x="442" y="2133"/>
                    <a:pt x="488" y="2138"/>
                    <a:pt x="533" y="2138"/>
                  </a:cubicBezTo>
                  <a:cubicBezTo>
                    <a:pt x="774" y="2138"/>
                    <a:pt x="992" y="1997"/>
                    <a:pt x="1105" y="1759"/>
                  </a:cubicBezTo>
                  <a:cubicBezTo>
                    <a:pt x="1203" y="1550"/>
                    <a:pt x="1201" y="1386"/>
                    <a:pt x="1098" y="1252"/>
                  </a:cubicBezTo>
                  <a:cubicBezTo>
                    <a:pt x="1038" y="1175"/>
                    <a:pt x="1035" y="1035"/>
                    <a:pt x="1083" y="593"/>
                  </a:cubicBezTo>
                  <a:cubicBezTo>
                    <a:pt x="1128" y="181"/>
                    <a:pt x="1122" y="1"/>
                    <a:pt x="10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16"/>
            <p:cNvSpPr/>
            <p:nvPr/>
          </p:nvSpPr>
          <p:spPr>
            <a:xfrm>
              <a:off x="3884425" y="3236050"/>
              <a:ext cx="22575" cy="20250"/>
            </a:xfrm>
            <a:custGeom>
              <a:rect b="b" l="l" r="r" t="t"/>
              <a:pathLst>
                <a:path extrusionOk="0" h="810" w="903">
                  <a:moveTo>
                    <a:pt x="422" y="247"/>
                  </a:moveTo>
                  <a:cubicBezTo>
                    <a:pt x="435" y="247"/>
                    <a:pt x="448" y="248"/>
                    <a:pt x="461" y="251"/>
                  </a:cubicBezTo>
                  <a:cubicBezTo>
                    <a:pt x="577" y="278"/>
                    <a:pt x="589" y="414"/>
                    <a:pt x="487" y="515"/>
                  </a:cubicBezTo>
                  <a:cubicBezTo>
                    <a:pt x="443" y="558"/>
                    <a:pt x="396" y="578"/>
                    <a:pt x="354" y="578"/>
                  </a:cubicBezTo>
                  <a:cubicBezTo>
                    <a:pt x="293" y="578"/>
                    <a:pt x="243" y="535"/>
                    <a:pt x="231" y="456"/>
                  </a:cubicBezTo>
                  <a:cubicBezTo>
                    <a:pt x="213" y="349"/>
                    <a:pt x="313" y="247"/>
                    <a:pt x="422" y="247"/>
                  </a:cubicBezTo>
                  <a:close/>
                  <a:moveTo>
                    <a:pt x="464" y="1"/>
                  </a:moveTo>
                  <a:cubicBezTo>
                    <a:pt x="435" y="1"/>
                    <a:pt x="402" y="3"/>
                    <a:pt x="363" y="7"/>
                  </a:cubicBezTo>
                  <a:cubicBezTo>
                    <a:pt x="213" y="22"/>
                    <a:pt x="133" y="72"/>
                    <a:pt x="57" y="202"/>
                  </a:cubicBezTo>
                  <a:cubicBezTo>
                    <a:pt x="1" y="296"/>
                    <a:pt x="30" y="617"/>
                    <a:pt x="102" y="711"/>
                  </a:cubicBezTo>
                  <a:cubicBezTo>
                    <a:pt x="152" y="774"/>
                    <a:pt x="260" y="810"/>
                    <a:pt x="369" y="810"/>
                  </a:cubicBezTo>
                  <a:cubicBezTo>
                    <a:pt x="435" y="810"/>
                    <a:pt x="503" y="797"/>
                    <a:pt x="557" y="769"/>
                  </a:cubicBezTo>
                  <a:cubicBezTo>
                    <a:pt x="830" y="630"/>
                    <a:pt x="902" y="248"/>
                    <a:pt x="689" y="85"/>
                  </a:cubicBezTo>
                  <a:cubicBezTo>
                    <a:pt x="608" y="23"/>
                    <a:pt x="557"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16"/>
            <p:cNvSpPr/>
            <p:nvPr/>
          </p:nvSpPr>
          <p:spPr>
            <a:xfrm>
              <a:off x="3872900" y="3253400"/>
              <a:ext cx="10075" cy="45625"/>
            </a:xfrm>
            <a:custGeom>
              <a:rect b="b" l="l" r="r" t="t"/>
              <a:pathLst>
                <a:path extrusionOk="0" h="1825" w="403">
                  <a:moveTo>
                    <a:pt x="332" y="0"/>
                  </a:moveTo>
                  <a:cubicBezTo>
                    <a:pt x="259" y="0"/>
                    <a:pt x="217" y="122"/>
                    <a:pt x="171" y="450"/>
                  </a:cubicBezTo>
                  <a:cubicBezTo>
                    <a:pt x="141" y="661"/>
                    <a:pt x="88" y="1033"/>
                    <a:pt x="51" y="1287"/>
                  </a:cubicBezTo>
                  <a:cubicBezTo>
                    <a:pt x="0" y="1633"/>
                    <a:pt x="11" y="1824"/>
                    <a:pt x="78" y="1824"/>
                  </a:cubicBezTo>
                  <a:cubicBezTo>
                    <a:pt x="86" y="1824"/>
                    <a:pt x="96" y="1821"/>
                    <a:pt x="106" y="1815"/>
                  </a:cubicBezTo>
                  <a:cubicBezTo>
                    <a:pt x="152" y="1787"/>
                    <a:pt x="402" y="21"/>
                    <a:pt x="362" y="6"/>
                  </a:cubicBezTo>
                  <a:cubicBezTo>
                    <a:pt x="352" y="2"/>
                    <a:pt x="342" y="0"/>
                    <a:pt x="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1" name="Google Shape;4351;p116"/>
          <p:cNvSpPr txBox="1"/>
          <p:nvPr>
            <p:ph idx="3" type="subTitle"/>
          </p:nvPr>
        </p:nvSpPr>
        <p:spPr>
          <a:xfrm>
            <a:off x="3041675" y="3538850"/>
            <a:ext cx="3061200" cy="35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leway"/>
                <a:ea typeface="Raleway"/>
                <a:cs typeface="Raleway"/>
                <a:sym typeface="Raleway"/>
              </a:rPr>
              <a:t>by</a:t>
            </a:r>
            <a:endParaRPr>
              <a:solidFill>
                <a:schemeClr val="dk1"/>
              </a:solidFill>
              <a:latin typeface="Raleway"/>
              <a:ea typeface="Raleway"/>
              <a:cs typeface="Raleway"/>
              <a:sym typeface="Raleway"/>
            </a:endParaRPr>
          </a:p>
        </p:txBody>
      </p:sp>
      <p:sp>
        <p:nvSpPr>
          <p:cNvPr id="4352" name="Google Shape;4352;p116"/>
          <p:cNvSpPr txBox="1"/>
          <p:nvPr>
            <p:ph idx="4" type="subTitle"/>
          </p:nvPr>
        </p:nvSpPr>
        <p:spPr>
          <a:xfrm>
            <a:off x="3041675" y="3845963"/>
            <a:ext cx="3061200" cy="5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dk1"/>
                </a:solidFill>
                <a:latin typeface="Gloria Hallelujah"/>
                <a:ea typeface="Gloria Hallelujah"/>
                <a:cs typeface="Gloria Hallelujah"/>
                <a:sym typeface="Gloria Hallelujah"/>
              </a:rPr>
              <a:t>Slidesgo </a:t>
            </a:r>
            <a:r>
              <a:rPr lang="en" sz="2100">
                <a:solidFill>
                  <a:schemeClr val="dk1"/>
                </a:solidFill>
                <a:latin typeface="Gloria Hallelujah"/>
                <a:ea typeface="Gloria Hallelujah"/>
                <a:cs typeface="Gloria Hallelujah"/>
                <a:sym typeface="Gloria Hallelujah"/>
              </a:rPr>
              <a:t>School</a:t>
            </a:r>
            <a:endParaRPr sz="2100">
              <a:solidFill>
                <a:schemeClr val="dk1"/>
              </a:solidFill>
              <a:latin typeface="Gloria Hallelujah"/>
              <a:ea typeface="Gloria Hallelujah"/>
              <a:cs typeface="Gloria Hallelujah"/>
              <a:sym typeface="Gloria Hallelujah"/>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6" name="Shape 4356"/>
        <p:cNvGrpSpPr/>
        <p:nvPr/>
      </p:nvGrpSpPr>
      <p:grpSpPr>
        <a:xfrm>
          <a:off x="0" y="0"/>
          <a:ext cx="0" cy="0"/>
          <a:chOff x="0" y="0"/>
          <a:chExt cx="0" cy="0"/>
        </a:xfrm>
      </p:grpSpPr>
      <p:grpSp>
        <p:nvGrpSpPr>
          <p:cNvPr id="4357" name="Google Shape;4357;p117"/>
          <p:cNvGrpSpPr/>
          <p:nvPr/>
        </p:nvGrpSpPr>
        <p:grpSpPr>
          <a:xfrm>
            <a:off x="1273844" y="1821420"/>
            <a:ext cx="2799853" cy="2266482"/>
            <a:chOff x="1273844" y="1821420"/>
            <a:chExt cx="2799853" cy="2266482"/>
          </a:xfrm>
        </p:grpSpPr>
        <p:grpSp>
          <p:nvGrpSpPr>
            <p:cNvPr id="4358" name="Google Shape;4358;p117"/>
            <p:cNvGrpSpPr/>
            <p:nvPr/>
          </p:nvGrpSpPr>
          <p:grpSpPr>
            <a:xfrm>
              <a:off x="1273844" y="1821420"/>
              <a:ext cx="2799853" cy="2259776"/>
              <a:chOff x="1111975" y="1183950"/>
              <a:chExt cx="3439200" cy="2775797"/>
            </a:xfrm>
          </p:grpSpPr>
          <p:sp>
            <p:nvSpPr>
              <p:cNvPr id="4359" name="Google Shape;4359;p117"/>
              <p:cNvSpPr/>
              <p:nvPr/>
            </p:nvSpPr>
            <p:spPr>
              <a:xfrm>
                <a:off x="1111975" y="1183950"/>
                <a:ext cx="3439200" cy="2375700"/>
              </a:xfrm>
              <a:prstGeom prst="roundRect">
                <a:avLst>
                  <a:gd fmla="val 2937" name="adj"/>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17"/>
              <p:cNvSpPr/>
              <p:nvPr/>
            </p:nvSpPr>
            <p:spPr>
              <a:xfrm>
                <a:off x="1268125" y="1311850"/>
                <a:ext cx="3119400" cy="1808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17"/>
              <p:cNvSpPr/>
              <p:nvPr/>
            </p:nvSpPr>
            <p:spPr>
              <a:xfrm>
                <a:off x="2220625" y="3558550"/>
                <a:ext cx="1245023" cy="401197"/>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17"/>
              <p:cNvSpPr/>
              <p:nvPr/>
            </p:nvSpPr>
            <p:spPr>
              <a:xfrm>
                <a:off x="2762275" y="3270525"/>
                <a:ext cx="138000" cy="1380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 name="Google Shape;4363;p117"/>
            <p:cNvSpPr/>
            <p:nvPr/>
          </p:nvSpPr>
          <p:spPr>
            <a:xfrm>
              <a:off x="1973525" y="4071275"/>
              <a:ext cx="1400504" cy="16627"/>
            </a:xfrm>
            <a:custGeom>
              <a:rect b="b" l="l" r="r" t="t"/>
              <a:pathLst>
                <a:path extrusionOk="0" h="3593" w="98801">
                  <a:moveTo>
                    <a:pt x="98801" y="0"/>
                  </a:moveTo>
                  <a:cubicBezTo>
                    <a:pt x="65867" y="0"/>
                    <a:pt x="31948" y="7999"/>
                    <a:pt x="0" y="0"/>
                  </a:cubicBezTo>
                </a:path>
              </a:pathLst>
            </a:custGeom>
            <a:noFill/>
            <a:ln cap="rnd" cmpd="sng" w="19050">
              <a:solidFill>
                <a:schemeClr val="dk1"/>
              </a:solidFill>
              <a:prstDash val="solid"/>
              <a:round/>
              <a:headEnd len="med" w="med" type="none"/>
              <a:tailEnd len="med" w="med" type="none"/>
            </a:ln>
          </p:spPr>
        </p:sp>
      </p:grpSp>
      <p:grpSp>
        <p:nvGrpSpPr>
          <p:cNvPr id="4364" name="Google Shape;4364;p117"/>
          <p:cNvGrpSpPr/>
          <p:nvPr/>
        </p:nvGrpSpPr>
        <p:grpSpPr>
          <a:xfrm>
            <a:off x="2637004" y="793692"/>
            <a:ext cx="3866597" cy="543327"/>
            <a:chOff x="5316325" y="2821782"/>
            <a:chExt cx="1404350" cy="302100"/>
          </a:xfrm>
        </p:grpSpPr>
        <p:sp>
          <p:nvSpPr>
            <p:cNvPr id="4365" name="Google Shape;4365;p117"/>
            <p:cNvSpPr/>
            <p:nvPr/>
          </p:nvSpPr>
          <p:spPr>
            <a:xfrm>
              <a:off x="5327600" y="2880732"/>
              <a:ext cx="226925" cy="234725"/>
            </a:xfrm>
            <a:custGeom>
              <a:rect b="b" l="l" r="r" t="t"/>
              <a:pathLst>
                <a:path extrusionOk="0" h="9389" w="9077">
                  <a:moveTo>
                    <a:pt x="6949" y="1"/>
                  </a:moveTo>
                  <a:lnTo>
                    <a:pt x="6897" y="3"/>
                  </a:lnTo>
                  <a:cubicBezTo>
                    <a:pt x="6897" y="79"/>
                    <a:pt x="6846" y="156"/>
                    <a:pt x="6740" y="160"/>
                  </a:cubicBezTo>
                  <a:cubicBezTo>
                    <a:pt x="6202" y="188"/>
                    <a:pt x="5658" y="200"/>
                    <a:pt x="5110" y="200"/>
                  </a:cubicBezTo>
                  <a:cubicBezTo>
                    <a:pt x="3613" y="200"/>
                    <a:pt x="2094" y="109"/>
                    <a:pt x="621" y="9"/>
                  </a:cubicBezTo>
                  <a:lnTo>
                    <a:pt x="621" y="9"/>
                  </a:lnTo>
                  <a:cubicBezTo>
                    <a:pt x="1605" y="1764"/>
                    <a:pt x="2844" y="3341"/>
                    <a:pt x="4130" y="4884"/>
                  </a:cubicBezTo>
                  <a:cubicBezTo>
                    <a:pt x="4179" y="4942"/>
                    <a:pt x="4181" y="5009"/>
                    <a:pt x="4158" y="5064"/>
                  </a:cubicBezTo>
                  <a:cubicBezTo>
                    <a:pt x="4200" y="5129"/>
                    <a:pt x="4207" y="5216"/>
                    <a:pt x="4135" y="5293"/>
                  </a:cubicBezTo>
                  <a:cubicBezTo>
                    <a:pt x="2816" y="6697"/>
                    <a:pt x="1418" y="8082"/>
                    <a:pt x="0" y="9389"/>
                  </a:cubicBezTo>
                  <a:cubicBezTo>
                    <a:pt x="3020" y="9255"/>
                    <a:pt x="6051" y="9280"/>
                    <a:pt x="9076" y="9264"/>
                  </a:cubicBezTo>
                  <a:cubicBezTo>
                    <a:pt x="8328" y="8818"/>
                    <a:pt x="7617" y="8327"/>
                    <a:pt x="6963" y="7745"/>
                  </a:cubicBezTo>
                  <a:cubicBezTo>
                    <a:pt x="6927" y="7713"/>
                    <a:pt x="6919" y="7671"/>
                    <a:pt x="6927" y="7632"/>
                  </a:cubicBezTo>
                  <a:cubicBezTo>
                    <a:pt x="6899" y="7580"/>
                    <a:pt x="6903" y="7514"/>
                    <a:pt x="6943" y="7468"/>
                  </a:cubicBezTo>
                  <a:cubicBezTo>
                    <a:pt x="6939" y="7453"/>
                    <a:pt x="6933" y="7442"/>
                    <a:pt x="6933" y="7429"/>
                  </a:cubicBezTo>
                  <a:cubicBezTo>
                    <a:pt x="6897" y="5852"/>
                    <a:pt x="7063" y="4272"/>
                    <a:pt x="7051" y="2693"/>
                  </a:cubicBezTo>
                  <a:cubicBezTo>
                    <a:pt x="7046" y="1792"/>
                    <a:pt x="7010" y="896"/>
                    <a:pt x="69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17"/>
            <p:cNvSpPr/>
            <p:nvPr/>
          </p:nvSpPr>
          <p:spPr>
            <a:xfrm>
              <a:off x="6524750" y="2875782"/>
              <a:ext cx="183450" cy="237900"/>
            </a:xfrm>
            <a:custGeom>
              <a:rect b="b" l="l" r="r" t="t"/>
              <a:pathLst>
                <a:path extrusionOk="0" h="9516" w="7338">
                  <a:moveTo>
                    <a:pt x="7338" y="0"/>
                  </a:moveTo>
                  <a:cubicBezTo>
                    <a:pt x="6880" y="215"/>
                    <a:pt x="6350" y="267"/>
                    <a:pt x="5811" y="267"/>
                  </a:cubicBezTo>
                  <a:cubicBezTo>
                    <a:pt x="5354" y="267"/>
                    <a:pt x="4891" y="230"/>
                    <a:pt x="4459" y="224"/>
                  </a:cubicBezTo>
                  <a:cubicBezTo>
                    <a:pt x="3547" y="213"/>
                    <a:pt x="2635" y="199"/>
                    <a:pt x="1725" y="139"/>
                  </a:cubicBezTo>
                  <a:lnTo>
                    <a:pt x="1725" y="139"/>
                  </a:lnTo>
                  <a:cubicBezTo>
                    <a:pt x="1906" y="2521"/>
                    <a:pt x="2049" y="4934"/>
                    <a:pt x="1894" y="7303"/>
                  </a:cubicBezTo>
                  <a:cubicBezTo>
                    <a:pt x="1910" y="7340"/>
                    <a:pt x="1910" y="7382"/>
                    <a:pt x="1878" y="7426"/>
                  </a:cubicBezTo>
                  <a:cubicBezTo>
                    <a:pt x="1331" y="8165"/>
                    <a:pt x="675" y="8875"/>
                    <a:pt x="1" y="9515"/>
                  </a:cubicBezTo>
                  <a:cubicBezTo>
                    <a:pt x="1475" y="9357"/>
                    <a:pt x="2966" y="9297"/>
                    <a:pt x="4455" y="9297"/>
                  </a:cubicBezTo>
                  <a:cubicBezTo>
                    <a:pt x="5400" y="9297"/>
                    <a:pt x="6345" y="9321"/>
                    <a:pt x="7283" y="9360"/>
                  </a:cubicBezTo>
                  <a:cubicBezTo>
                    <a:pt x="6809" y="8795"/>
                    <a:pt x="6429" y="8155"/>
                    <a:pt x="5990" y="7559"/>
                  </a:cubicBezTo>
                  <a:cubicBezTo>
                    <a:pt x="5367" y="6710"/>
                    <a:pt x="4679" y="5932"/>
                    <a:pt x="3960" y="5163"/>
                  </a:cubicBezTo>
                  <a:cubicBezTo>
                    <a:pt x="3850" y="5040"/>
                    <a:pt x="3930" y="4885"/>
                    <a:pt x="4051" y="4849"/>
                  </a:cubicBezTo>
                  <a:cubicBezTo>
                    <a:pt x="3970" y="4807"/>
                    <a:pt x="3926" y="4696"/>
                    <a:pt x="4004" y="4602"/>
                  </a:cubicBezTo>
                  <a:cubicBezTo>
                    <a:pt x="5170" y="3201"/>
                    <a:pt x="6302" y="1801"/>
                    <a:pt x="7296" y="268"/>
                  </a:cubicBezTo>
                  <a:cubicBezTo>
                    <a:pt x="7228" y="185"/>
                    <a:pt x="7218" y="58"/>
                    <a:pt x="7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17"/>
            <p:cNvSpPr/>
            <p:nvPr/>
          </p:nvSpPr>
          <p:spPr>
            <a:xfrm>
              <a:off x="5507625" y="2828307"/>
              <a:ext cx="1058675" cy="237675"/>
            </a:xfrm>
            <a:custGeom>
              <a:rect b="b" l="l" r="r" t="t"/>
              <a:pathLst>
                <a:path extrusionOk="0" h="9507" w="42347">
                  <a:moveTo>
                    <a:pt x="0" y="1"/>
                  </a:moveTo>
                  <a:lnTo>
                    <a:pt x="0" y="1"/>
                  </a:lnTo>
                  <a:cubicBezTo>
                    <a:pt x="9" y="19"/>
                    <a:pt x="16" y="38"/>
                    <a:pt x="19" y="58"/>
                  </a:cubicBezTo>
                  <a:cubicBezTo>
                    <a:pt x="367" y="3100"/>
                    <a:pt x="613" y="6484"/>
                    <a:pt x="0" y="9506"/>
                  </a:cubicBezTo>
                  <a:cubicBezTo>
                    <a:pt x="4228" y="9295"/>
                    <a:pt x="8467" y="9262"/>
                    <a:pt x="12705" y="9262"/>
                  </a:cubicBezTo>
                  <a:cubicBezTo>
                    <a:pt x="14662" y="9262"/>
                    <a:pt x="16618" y="9269"/>
                    <a:pt x="18573" y="9269"/>
                  </a:cubicBezTo>
                  <a:cubicBezTo>
                    <a:pt x="19321" y="9269"/>
                    <a:pt x="20069" y="9268"/>
                    <a:pt x="20817" y="9265"/>
                  </a:cubicBezTo>
                  <a:cubicBezTo>
                    <a:pt x="22383" y="9259"/>
                    <a:pt x="23949" y="9256"/>
                    <a:pt x="25515" y="9256"/>
                  </a:cubicBezTo>
                  <a:cubicBezTo>
                    <a:pt x="30387" y="9256"/>
                    <a:pt x="35258" y="9284"/>
                    <a:pt x="40127" y="9331"/>
                  </a:cubicBezTo>
                  <a:cubicBezTo>
                    <a:pt x="40164" y="9292"/>
                    <a:pt x="40222" y="9270"/>
                    <a:pt x="40279" y="9270"/>
                  </a:cubicBezTo>
                  <a:cubicBezTo>
                    <a:pt x="40334" y="9270"/>
                    <a:pt x="40389" y="9291"/>
                    <a:pt x="40422" y="9336"/>
                  </a:cubicBezTo>
                  <a:cubicBezTo>
                    <a:pt x="40836" y="9339"/>
                    <a:pt x="41251" y="9343"/>
                    <a:pt x="41667" y="9347"/>
                  </a:cubicBezTo>
                  <a:cubicBezTo>
                    <a:pt x="41676" y="9293"/>
                    <a:pt x="41718" y="9244"/>
                    <a:pt x="41792" y="9241"/>
                  </a:cubicBezTo>
                  <a:cubicBezTo>
                    <a:pt x="41911" y="9237"/>
                    <a:pt x="42032" y="9232"/>
                    <a:pt x="42150" y="9230"/>
                  </a:cubicBezTo>
                  <a:lnTo>
                    <a:pt x="42233" y="9230"/>
                  </a:lnTo>
                  <a:cubicBezTo>
                    <a:pt x="42265" y="9202"/>
                    <a:pt x="42297" y="9172"/>
                    <a:pt x="42332" y="9144"/>
                  </a:cubicBezTo>
                  <a:cubicBezTo>
                    <a:pt x="42336" y="9142"/>
                    <a:pt x="42341" y="9140"/>
                    <a:pt x="42346" y="9138"/>
                  </a:cubicBezTo>
                  <a:cubicBezTo>
                    <a:pt x="42122" y="6184"/>
                    <a:pt x="42131" y="3219"/>
                    <a:pt x="41877" y="265"/>
                  </a:cubicBezTo>
                  <a:cubicBezTo>
                    <a:pt x="41873" y="265"/>
                    <a:pt x="41870" y="267"/>
                    <a:pt x="41867" y="267"/>
                  </a:cubicBezTo>
                  <a:cubicBezTo>
                    <a:pt x="40247" y="287"/>
                    <a:pt x="38627" y="295"/>
                    <a:pt x="37006" y="295"/>
                  </a:cubicBezTo>
                  <a:cubicBezTo>
                    <a:pt x="31588" y="295"/>
                    <a:pt x="26167" y="204"/>
                    <a:pt x="20753" y="165"/>
                  </a:cubicBezTo>
                  <a:cubicBezTo>
                    <a:pt x="17246" y="140"/>
                    <a:pt x="13736" y="110"/>
                    <a:pt x="10226" y="88"/>
                  </a:cubicBezTo>
                  <a:cubicBezTo>
                    <a:pt x="9910" y="86"/>
                    <a:pt x="9593" y="86"/>
                    <a:pt x="9276" y="86"/>
                  </a:cubicBezTo>
                  <a:cubicBezTo>
                    <a:pt x="7788" y="86"/>
                    <a:pt x="6295" y="103"/>
                    <a:pt x="4802" y="103"/>
                  </a:cubicBezTo>
                  <a:cubicBezTo>
                    <a:pt x="3198" y="103"/>
                    <a:pt x="1595" y="8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17"/>
            <p:cNvSpPr/>
            <p:nvPr/>
          </p:nvSpPr>
          <p:spPr>
            <a:xfrm>
              <a:off x="6519550" y="3067532"/>
              <a:ext cx="34225" cy="33975"/>
            </a:xfrm>
            <a:custGeom>
              <a:rect b="b" l="l" r="r" t="t"/>
              <a:pathLst>
                <a:path extrusionOk="0" h="1359" w="1369">
                  <a:moveTo>
                    <a:pt x="1368" y="0"/>
                  </a:moveTo>
                  <a:lnTo>
                    <a:pt x="1368" y="0"/>
                  </a:lnTo>
                  <a:cubicBezTo>
                    <a:pt x="1351" y="10"/>
                    <a:pt x="1335" y="16"/>
                    <a:pt x="1315" y="16"/>
                  </a:cubicBezTo>
                  <a:cubicBezTo>
                    <a:pt x="876" y="12"/>
                    <a:pt x="438" y="10"/>
                    <a:pt x="1" y="5"/>
                  </a:cubicBezTo>
                  <a:lnTo>
                    <a:pt x="1" y="5"/>
                  </a:lnTo>
                  <a:cubicBezTo>
                    <a:pt x="68" y="448"/>
                    <a:pt x="82" y="907"/>
                    <a:pt x="42" y="1358"/>
                  </a:cubicBezTo>
                  <a:cubicBezTo>
                    <a:pt x="456" y="887"/>
                    <a:pt x="901" y="423"/>
                    <a:pt x="1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17"/>
            <p:cNvSpPr/>
            <p:nvPr/>
          </p:nvSpPr>
          <p:spPr>
            <a:xfrm>
              <a:off x="5512050" y="3073307"/>
              <a:ext cx="55700" cy="37300"/>
            </a:xfrm>
            <a:custGeom>
              <a:rect b="b" l="l" r="r" t="t"/>
              <a:pathLst>
                <a:path extrusionOk="0" h="1492" w="2228">
                  <a:moveTo>
                    <a:pt x="1" y="0"/>
                  </a:moveTo>
                  <a:lnTo>
                    <a:pt x="1" y="0"/>
                  </a:lnTo>
                  <a:cubicBezTo>
                    <a:pt x="744" y="499"/>
                    <a:pt x="1478" y="1007"/>
                    <a:pt x="2227" y="1491"/>
                  </a:cubicBezTo>
                  <a:cubicBezTo>
                    <a:pt x="2169" y="1000"/>
                    <a:pt x="2153" y="501"/>
                    <a:pt x="2194" y="8"/>
                  </a:cubicBezTo>
                  <a:cubicBezTo>
                    <a:pt x="1462" y="8"/>
                    <a:pt x="733" y="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17"/>
            <p:cNvSpPr/>
            <p:nvPr/>
          </p:nvSpPr>
          <p:spPr>
            <a:xfrm>
              <a:off x="6622875" y="2871032"/>
              <a:ext cx="97800" cy="126150"/>
            </a:xfrm>
            <a:custGeom>
              <a:rect b="b" l="l" r="r" t="t"/>
              <a:pathLst>
                <a:path extrusionOk="0" h="5046" w="3912">
                  <a:moveTo>
                    <a:pt x="3459" y="1"/>
                  </a:moveTo>
                  <a:lnTo>
                    <a:pt x="3413" y="190"/>
                  </a:lnTo>
                  <a:cubicBezTo>
                    <a:pt x="3293" y="248"/>
                    <a:pt x="3302" y="375"/>
                    <a:pt x="3371" y="458"/>
                  </a:cubicBezTo>
                  <a:cubicBezTo>
                    <a:pt x="2377" y="1991"/>
                    <a:pt x="1245" y="3391"/>
                    <a:pt x="79" y="4792"/>
                  </a:cubicBezTo>
                  <a:cubicBezTo>
                    <a:pt x="1" y="4886"/>
                    <a:pt x="45" y="4997"/>
                    <a:pt x="126" y="5039"/>
                  </a:cubicBezTo>
                  <a:lnTo>
                    <a:pt x="245" y="5045"/>
                  </a:lnTo>
                  <a:cubicBezTo>
                    <a:pt x="264" y="5039"/>
                    <a:pt x="283" y="5027"/>
                    <a:pt x="299" y="5013"/>
                  </a:cubicBezTo>
                  <a:cubicBezTo>
                    <a:pt x="1719" y="3751"/>
                    <a:pt x="2886" y="2186"/>
                    <a:pt x="3848" y="550"/>
                  </a:cubicBezTo>
                  <a:cubicBezTo>
                    <a:pt x="3912" y="440"/>
                    <a:pt x="3870" y="335"/>
                    <a:pt x="3794" y="275"/>
                  </a:cubicBezTo>
                  <a:cubicBezTo>
                    <a:pt x="3801" y="176"/>
                    <a:pt x="3729" y="86"/>
                    <a:pt x="3637" y="54"/>
                  </a:cubicBezTo>
                  <a:cubicBezTo>
                    <a:pt x="3580" y="33"/>
                    <a:pt x="3522" y="15"/>
                    <a:pt x="3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17"/>
            <p:cNvSpPr/>
            <p:nvPr/>
          </p:nvSpPr>
          <p:spPr>
            <a:xfrm>
              <a:off x="5316325" y="2821782"/>
              <a:ext cx="1400200" cy="302100"/>
            </a:xfrm>
            <a:custGeom>
              <a:rect b="b" l="l" r="r" t="t"/>
              <a:pathLst>
                <a:path extrusionOk="0" h="12084" w="56008">
                  <a:moveTo>
                    <a:pt x="7652" y="262"/>
                  </a:moveTo>
                  <a:cubicBezTo>
                    <a:pt x="9243" y="344"/>
                    <a:pt x="10842" y="364"/>
                    <a:pt x="12441" y="364"/>
                  </a:cubicBezTo>
                  <a:cubicBezTo>
                    <a:pt x="13941" y="364"/>
                    <a:pt x="15442" y="347"/>
                    <a:pt x="16938" y="347"/>
                  </a:cubicBezTo>
                  <a:cubicBezTo>
                    <a:pt x="17252" y="347"/>
                    <a:pt x="17565" y="347"/>
                    <a:pt x="17878" y="349"/>
                  </a:cubicBezTo>
                  <a:cubicBezTo>
                    <a:pt x="21388" y="371"/>
                    <a:pt x="24898" y="401"/>
                    <a:pt x="28405" y="426"/>
                  </a:cubicBezTo>
                  <a:cubicBezTo>
                    <a:pt x="33819" y="465"/>
                    <a:pt x="39240" y="556"/>
                    <a:pt x="44658" y="556"/>
                  </a:cubicBezTo>
                  <a:cubicBezTo>
                    <a:pt x="46279" y="556"/>
                    <a:pt x="47899" y="548"/>
                    <a:pt x="49519" y="528"/>
                  </a:cubicBezTo>
                  <a:cubicBezTo>
                    <a:pt x="49522" y="528"/>
                    <a:pt x="49524" y="526"/>
                    <a:pt x="49529" y="526"/>
                  </a:cubicBezTo>
                  <a:cubicBezTo>
                    <a:pt x="49783" y="3480"/>
                    <a:pt x="49774" y="6445"/>
                    <a:pt x="49998" y="9399"/>
                  </a:cubicBezTo>
                  <a:cubicBezTo>
                    <a:pt x="49993" y="9401"/>
                    <a:pt x="49988" y="9403"/>
                    <a:pt x="49984" y="9405"/>
                  </a:cubicBezTo>
                  <a:cubicBezTo>
                    <a:pt x="49949" y="9433"/>
                    <a:pt x="49917" y="9463"/>
                    <a:pt x="49885" y="9491"/>
                  </a:cubicBezTo>
                  <a:lnTo>
                    <a:pt x="49802" y="9491"/>
                  </a:lnTo>
                  <a:cubicBezTo>
                    <a:pt x="49684" y="9493"/>
                    <a:pt x="49563" y="9498"/>
                    <a:pt x="49444" y="9502"/>
                  </a:cubicBezTo>
                  <a:cubicBezTo>
                    <a:pt x="49370" y="9505"/>
                    <a:pt x="49328" y="9554"/>
                    <a:pt x="49319" y="9608"/>
                  </a:cubicBezTo>
                  <a:cubicBezTo>
                    <a:pt x="48903" y="9604"/>
                    <a:pt x="48488" y="9600"/>
                    <a:pt x="48074" y="9597"/>
                  </a:cubicBezTo>
                  <a:cubicBezTo>
                    <a:pt x="48041" y="9552"/>
                    <a:pt x="47986" y="9531"/>
                    <a:pt x="47931" y="9531"/>
                  </a:cubicBezTo>
                  <a:cubicBezTo>
                    <a:pt x="47874" y="9531"/>
                    <a:pt x="47816" y="9553"/>
                    <a:pt x="47779" y="9592"/>
                  </a:cubicBezTo>
                  <a:cubicBezTo>
                    <a:pt x="42910" y="9545"/>
                    <a:pt x="38039" y="9517"/>
                    <a:pt x="33167" y="9517"/>
                  </a:cubicBezTo>
                  <a:cubicBezTo>
                    <a:pt x="31601" y="9517"/>
                    <a:pt x="30035" y="9520"/>
                    <a:pt x="28469" y="9526"/>
                  </a:cubicBezTo>
                  <a:cubicBezTo>
                    <a:pt x="27721" y="9529"/>
                    <a:pt x="26973" y="9530"/>
                    <a:pt x="26225" y="9530"/>
                  </a:cubicBezTo>
                  <a:cubicBezTo>
                    <a:pt x="24270" y="9530"/>
                    <a:pt x="22314" y="9523"/>
                    <a:pt x="20357" y="9523"/>
                  </a:cubicBezTo>
                  <a:cubicBezTo>
                    <a:pt x="16119" y="9523"/>
                    <a:pt x="11880" y="9556"/>
                    <a:pt x="7652" y="9767"/>
                  </a:cubicBezTo>
                  <a:cubicBezTo>
                    <a:pt x="8265" y="6745"/>
                    <a:pt x="8019" y="3361"/>
                    <a:pt x="7671" y="319"/>
                  </a:cubicBezTo>
                  <a:cubicBezTo>
                    <a:pt x="7668" y="299"/>
                    <a:pt x="7661" y="281"/>
                    <a:pt x="7652" y="262"/>
                  </a:cubicBezTo>
                  <a:close/>
                  <a:moveTo>
                    <a:pt x="49497" y="9830"/>
                  </a:moveTo>
                  <a:lnTo>
                    <a:pt x="49497" y="9830"/>
                  </a:lnTo>
                  <a:cubicBezTo>
                    <a:pt x="49030" y="10253"/>
                    <a:pt x="48585" y="10717"/>
                    <a:pt x="48171" y="11188"/>
                  </a:cubicBezTo>
                  <a:cubicBezTo>
                    <a:pt x="48211" y="10738"/>
                    <a:pt x="48197" y="10278"/>
                    <a:pt x="48130" y="9835"/>
                  </a:cubicBezTo>
                  <a:lnTo>
                    <a:pt x="48130" y="9835"/>
                  </a:lnTo>
                  <a:cubicBezTo>
                    <a:pt x="48567" y="9840"/>
                    <a:pt x="49005" y="9842"/>
                    <a:pt x="49444" y="9846"/>
                  </a:cubicBezTo>
                  <a:cubicBezTo>
                    <a:pt x="49464" y="9846"/>
                    <a:pt x="49480" y="9840"/>
                    <a:pt x="49497" y="9830"/>
                  </a:cubicBezTo>
                  <a:close/>
                  <a:moveTo>
                    <a:pt x="7830" y="10061"/>
                  </a:moveTo>
                  <a:lnTo>
                    <a:pt x="7830" y="10061"/>
                  </a:lnTo>
                  <a:cubicBezTo>
                    <a:pt x="8562" y="10069"/>
                    <a:pt x="9291" y="10069"/>
                    <a:pt x="10023" y="10069"/>
                  </a:cubicBezTo>
                  <a:cubicBezTo>
                    <a:pt x="9982" y="10562"/>
                    <a:pt x="9998" y="11061"/>
                    <a:pt x="10056" y="11552"/>
                  </a:cubicBezTo>
                  <a:cubicBezTo>
                    <a:pt x="9307" y="11067"/>
                    <a:pt x="8573" y="10560"/>
                    <a:pt x="7830" y="10061"/>
                  </a:cubicBezTo>
                  <a:close/>
                  <a:moveTo>
                    <a:pt x="10885" y="1"/>
                  </a:moveTo>
                  <a:cubicBezTo>
                    <a:pt x="9729" y="1"/>
                    <a:pt x="8574" y="18"/>
                    <a:pt x="7424" y="70"/>
                  </a:cubicBezTo>
                  <a:cubicBezTo>
                    <a:pt x="7375" y="73"/>
                    <a:pt x="7347" y="104"/>
                    <a:pt x="7338" y="138"/>
                  </a:cubicBezTo>
                  <a:cubicBezTo>
                    <a:pt x="7275" y="168"/>
                    <a:pt x="7231" y="225"/>
                    <a:pt x="7239" y="320"/>
                  </a:cubicBezTo>
                  <a:cubicBezTo>
                    <a:pt x="7301" y="999"/>
                    <a:pt x="7356" y="1680"/>
                    <a:pt x="7400" y="2359"/>
                  </a:cubicBezTo>
                  <a:cubicBezTo>
                    <a:pt x="7460" y="3255"/>
                    <a:pt x="7497" y="4150"/>
                    <a:pt x="7502" y="5051"/>
                  </a:cubicBezTo>
                  <a:cubicBezTo>
                    <a:pt x="7514" y="6631"/>
                    <a:pt x="7347" y="8210"/>
                    <a:pt x="7384" y="9787"/>
                  </a:cubicBezTo>
                  <a:cubicBezTo>
                    <a:pt x="7384" y="9800"/>
                    <a:pt x="7389" y="9812"/>
                    <a:pt x="7394" y="9826"/>
                  </a:cubicBezTo>
                  <a:cubicBezTo>
                    <a:pt x="7354" y="9872"/>
                    <a:pt x="7349" y="9939"/>
                    <a:pt x="7377" y="9990"/>
                  </a:cubicBezTo>
                  <a:cubicBezTo>
                    <a:pt x="7370" y="10029"/>
                    <a:pt x="7377" y="10071"/>
                    <a:pt x="7414" y="10103"/>
                  </a:cubicBezTo>
                  <a:cubicBezTo>
                    <a:pt x="8068" y="10685"/>
                    <a:pt x="8778" y="11176"/>
                    <a:pt x="9527" y="11622"/>
                  </a:cubicBezTo>
                  <a:cubicBezTo>
                    <a:pt x="6502" y="11639"/>
                    <a:pt x="3470" y="11613"/>
                    <a:pt x="450" y="11747"/>
                  </a:cubicBezTo>
                  <a:cubicBezTo>
                    <a:pt x="1869" y="10440"/>
                    <a:pt x="3267" y="9055"/>
                    <a:pt x="4585" y="7651"/>
                  </a:cubicBezTo>
                  <a:cubicBezTo>
                    <a:pt x="4657" y="7575"/>
                    <a:pt x="4651" y="7487"/>
                    <a:pt x="4609" y="7422"/>
                  </a:cubicBezTo>
                  <a:cubicBezTo>
                    <a:pt x="4632" y="7367"/>
                    <a:pt x="4630" y="7300"/>
                    <a:pt x="4581" y="7242"/>
                  </a:cubicBezTo>
                  <a:cubicBezTo>
                    <a:pt x="3295" y="5699"/>
                    <a:pt x="2056" y="4122"/>
                    <a:pt x="1072" y="2368"/>
                  </a:cubicBezTo>
                  <a:lnTo>
                    <a:pt x="1072" y="2368"/>
                  </a:lnTo>
                  <a:cubicBezTo>
                    <a:pt x="2543" y="2468"/>
                    <a:pt x="4061" y="2559"/>
                    <a:pt x="5557" y="2559"/>
                  </a:cubicBezTo>
                  <a:cubicBezTo>
                    <a:pt x="6105" y="2559"/>
                    <a:pt x="6651" y="2547"/>
                    <a:pt x="7190" y="2518"/>
                  </a:cubicBezTo>
                  <a:cubicBezTo>
                    <a:pt x="7297" y="2514"/>
                    <a:pt x="7347" y="2437"/>
                    <a:pt x="7347" y="2361"/>
                  </a:cubicBezTo>
                  <a:cubicBezTo>
                    <a:pt x="7347" y="2283"/>
                    <a:pt x="7295" y="2204"/>
                    <a:pt x="7190" y="2192"/>
                  </a:cubicBezTo>
                  <a:cubicBezTo>
                    <a:pt x="5918" y="2064"/>
                    <a:pt x="4605" y="2026"/>
                    <a:pt x="3300" y="2026"/>
                  </a:cubicBezTo>
                  <a:cubicBezTo>
                    <a:pt x="2512" y="2026"/>
                    <a:pt x="1727" y="2040"/>
                    <a:pt x="954" y="2056"/>
                  </a:cubicBezTo>
                  <a:cubicBezTo>
                    <a:pt x="917" y="2056"/>
                    <a:pt x="889" y="2070"/>
                    <a:pt x="863" y="2088"/>
                  </a:cubicBezTo>
                  <a:cubicBezTo>
                    <a:pt x="849" y="2084"/>
                    <a:pt x="834" y="2081"/>
                    <a:pt x="818" y="2081"/>
                  </a:cubicBezTo>
                  <a:cubicBezTo>
                    <a:pt x="709" y="2081"/>
                    <a:pt x="597" y="2199"/>
                    <a:pt x="668" y="2329"/>
                  </a:cubicBezTo>
                  <a:cubicBezTo>
                    <a:pt x="1672" y="4166"/>
                    <a:pt x="2799" y="5921"/>
                    <a:pt x="4277" y="7415"/>
                  </a:cubicBezTo>
                  <a:cubicBezTo>
                    <a:pt x="2845" y="8699"/>
                    <a:pt x="1450" y="10115"/>
                    <a:pt x="189" y="11566"/>
                  </a:cubicBezTo>
                  <a:cubicBezTo>
                    <a:pt x="132" y="11631"/>
                    <a:pt x="141" y="11705"/>
                    <a:pt x="178" y="11761"/>
                  </a:cubicBezTo>
                  <a:cubicBezTo>
                    <a:pt x="0" y="11779"/>
                    <a:pt x="0" y="12045"/>
                    <a:pt x="187" y="12049"/>
                  </a:cubicBezTo>
                  <a:cubicBezTo>
                    <a:pt x="1095" y="12074"/>
                    <a:pt x="2004" y="12083"/>
                    <a:pt x="2914" y="12083"/>
                  </a:cubicBezTo>
                  <a:cubicBezTo>
                    <a:pt x="5314" y="12083"/>
                    <a:pt x="7718" y="12017"/>
                    <a:pt x="10114" y="11989"/>
                  </a:cubicBezTo>
                  <a:cubicBezTo>
                    <a:pt x="10236" y="11987"/>
                    <a:pt x="10293" y="11890"/>
                    <a:pt x="10289" y="11795"/>
                  </a:cubicBezTo>
                  <a:cubicBezTo>
                    <a:pt x="10353" y="11781"/>
                    <a:pt x="10406" y="11733"/>
                    <a:pt x="10400" y="11643"/>
                  </a:cubicBezTo>
                  <a:cubicBezTo>
                    <a:pt x="10365" y="11117"/>
                    <a:pt x="10360" y="10594"/>
                    <a:pt x="10365" y="10069"/>
                  </a:cubicBezTo>
                  <a:cubicBezTo>
                    <a:pt x="16398" y="10055"/>
                    <a:pt x="22436" y="9821"/>
                    <a:pt x="28469" y="9791"/>
                  </a:cubicBezTo>
                  <a:cubicBezTo>
                    <a:pt x="30779" y="9779"/>
                    <a:pt x="33090" y="9773"/>
                    <a:pt x="35400" y="9773"/>
                  </a:cubicBezTo>
                  <a:cubicBezTo>
                    <a:pt x="39515" y="9773"/>
                    <a:pt x="43631" y="9792"/>
                    <a:pt x="47746" y="9830"/>
                  </a:cubicBezTo>
                  <a:cubicBezTo>
                    <a:pt x="47788" y="10470"/>
                    <a:pt x="47800" y="11097"/>
                    <a:pt x="47797" y="11739"/>
                  </a:cubicBezTo>
                  <a:cubicBezTo>
                    <a:pt x="47677" y="11781"/>
                    <a:pt x="47677" y="11971"/>
                    <a:pt x="47823" y="11971"/>
                  </a:cubicBezTo>
                  <a:cubicBezTo>
                    <a:pt x="47824" y="11971"/>
                    <a:pt x="47824" y="11971"/>
                    <a:pt x="47825" y="11971"/>
                  </a:cubicBezTo>
                  <a:cubicBezTo>
                    <a:pt x="49890" y="11920"/>
                    <a:pt x="51944" y="11843"/>
                    <a:pt x="54004" y="11843"/>
                  </a:cubicBezTo>
                  <a:cubicBezTo>
                    <a:pt x="54561" y="11843"/>
                    <a:pt x="55119" y="11849"/>
                    <a:pt x="55677" y="11862"/>
                  </a:cubicBezTo>
                  <a:cubicBezTo>
                    <a:pt x="55679" y="11862"/>
                    <a:pt x="55680" y="11862"/>
                    <a:pt x="55682" y="11862"/>
                  </a:cubicBezTo>
                  <a:cubicBezTo>
                    <a:pt x="55774" y="11862"/>
                    <a:pt x="55824" y="11801"/>
                    <a:pt x="55834" y="11733"/>
                  </a:cubicBezTo>
                  <a:cubicBezTo>
                    <a:pt x="55838" y="11733"/>
                    <a:pt x="55842" y="11734"/>
                    <a:pt x="55846" y="11734"/>
                  </a:cubicBezTo>
                  <a:cubicBezTo>
                    <a:pt x="55930" y="11734"/>
                    <a:pt x="56008" y="11639"/>
                    <a:pt x="55957" y="11550"/>
                  </a:cubicBezTo>
                  <a:cubicBezTo>
                    <a:pt x="54992" y="9920"/>
                    <a:pt x="53941" y="8371"/>
                    <a:pt x="52567" y="7053"/>
                  </a:cubicBezTo>
                  <a:cubicBezTo>
                    <a:pt x="52547" y="7035"/>
                    <a:pt x="52529" y="7025"/>
                    <a:pt x="52507" y="7015"/>
                  </a:cubicBezTo>
                  <a:lnTo>
                    <a:pt x="52388" y="7009"/>
                  </a:lnTo>
                  <a:cubicBezTo>
                    <a:pt x="52267" y="7045"/>
                    <a:pt x="52187" y="7200"/>
                    <a:pt x="52297" y="7323"/>
                  </a:cubicBezTo>
                  <a:cubicBezTo>
                    <a:pt x="53016" y="8092"/>
                    <a:pt x="53704" y="8870"/>
                    <a:pt x="54327" y="9719"/>
                  </a:cubicBezTo>
                  <a:cubicBezTo>
                    <a:pt x="54766" y="10315"/>
                    <a:pt x="55146" y="10955"/>
                    <a:pt x="55620" y="11520"/>
                  </a:cubicBezTo>
                  <a:cubicBezTo>
                    <a:pt x="54682" y="11481"/>
                    <a:pt x="53737" y="11457"/>
                    <a:pt x="52792" y="11457"/>
                  </a:cubicBezTo>
                  <a:cubicBezTo>
                    <a:pt x="51303" y="11457"/>
                    <a:pt x="49812" y="11517"/>
                    <a:pt x="48338" y="11675"/>
                  </a:cubicBezTo>
                  <a:cubicBezTo>
                    <a:pt x="49012" y="11035"/>
                    <a:pt x="49668" y="10325"/>
                    <a:pt x="50215" y="9586"/>
                  </a:cubicBezTo>
                  <a:cubicBezTo>
                    <a:pt x="50247" y="9542"/>
                    <a:pt x="50247" y="9500"/>
                    <a:pt x="50231" y="9463"/>
                  </a:cubicBezTo>
                  <a:cubicBezTo>
                    <a:pt x="50386" y="7094"/>
                    <a:pt x="50243" y="4681"/>
                    <a:pt x="50062" y="2299"/>
                  </a:cubicBezTo>
                  <a:lnTo>
                    <a:pt x="50062" y="2299"/>
                  </a:lnTo>
                  <a:cubicBezTo>
                    <a:pt x="50972" y="2359"/>
                    <a:pt x="51884" y="2373"/>
                    <a:pt x="52796" y="2384"/>
                  </a:cubicBezTo>
                  <a:cubicBezTo>
                    <a:pt x="53228" y="2390"/>
                    <a:pt x="53691" y="2427"/>
                    <a:pt x="54148" y="2427"/>
                  </a:cubicBezTo>
                  <a:cubicBezTo>
                    <a:pt x="54687" y="2427"/>
                    <a:pt x="55217" y="2375"/>
                    <a:pt x="55675" y="2160"/>
                  </a:cubicBezTo>
                  <a:lnTo>
                    <a:pt x="55722" y="1971"/>
                  </a:lnTo>
                  <a:cubicBezTo>
                    <a:pt x="55460" y="1906"/>
                    <a:pt x="55166" y="1885"/>
                    <a:pt x="54862" y="1885"/>
                  </a:cubicBezTo>
                  <a:cubicBezTo>
                    <a:pt x="54306" y="1885"/>
                    <a:pt x="53718" y="1956"/>
                    <a:pt x="53241" y="1957"/>
                  </a:cubicBezTo>
                  <a:cubicBezTo>
                    <a:pt x="52173" y="1959"/>
                    <a:pt x="51106" y="1963"/>
                    <a:pt x="50042" y="2029"/>
                  </a:cubicBezTo>
                  <a:cubicBezTo>
                    <a:pt x="50000" y="1484"/>
                    <a:pt x="49956" y="939"/>
                    <a:pt x="49915" y="398"/>
                  </a:cubicBezTo>
                  <a:cubicBezTo>
                    <a:pt x="49905" y="272"/>
                    <a:pt x="49801" y="209"/>
                    <a:pt x="49702" y="209"/>
                  </a:cubicBezTo>
                  <a:cubicBezTo>
                    <a:pt x="49655" y="209"/>
                    <a:pt x="49609" y="223"/>
                    <a:pt x="49575" y="251"/>
                  </a:cubicBezTo>
                  <a:cubicBezTo>
                    <a:pt x="49559" y="244"/>
                    <a:pt x="49541" y="239"/>
                    <a:pt x="49519" y="239"/>
                  </a:cubicBezTo>
                  <a:cubicBezTo>
                    <a:pt x="44591" y="126"/>
                    <a:pt x="39656" y="123"/>
                    <a:pt x="34723" y="123"/>
                  </a:cubicBezTo>
                  <a:cubicBezTo>
                    <a:pt x="34407" y="123"/>
                    <a:pt x="34091" y="123"/>
                    <a:pt x="33776" y="123"/>
                  </a:cubicBezTo>
                  <a:cubicBezTo>
                    <a:pt x="31985" y="123"/>
                    <a:pt x="30194" y="122"/>
                    <a:pt x="28405" y="116"/>
                  </a:cubicBezTo>
                  <a:cubicBezTo>
                    <a:pt x="24898" y="106"/>
                    <a:pt x="21388" y="98"/>
                    <a:pt x="17878" y="82"/>
                  </a:cubicBezTo>
                  <a:cubicBezTo>
                    <a:pt x="15556" y="73"/>
                    <a:pt x="13217" y="1"/>
                    <a:pt x="10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117"/>
          <p:cNvSpPr txBox="1"/>
          <p:nvPr>
            <p:ph idx="1" type="subTitle"/>
          </p:nvPr>
        </p:nvSpPr>
        <p:spPr>
          <a:xfrm>
            <a:off x="4775063" y="2355800"/>
            <a:ext cx="3095100" cy="119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4373" name="Google Shape;4373;p117"/>
          <p:cNvPicPr preferRelativeResize="0"/>
          <p:nvPr/>
        </p:nvPicPr>
        <p:blipFill rotWithShape="1">
          <a:blip r:embed="rId3">
            <a:alphaModFix/>
          </a:blip>
          <a:srcRect b="0" l="1295" r="1305" t="0"/>
          <a:stretch/>
        </p:blipFill>
        <p:spPr>
          <a:xfrm>
            <a:off x="1408326" y="1927000"/>
            <a:ext cx="2530901" cy="1461625"/>
          </a:xfrm>
          <a:prstGeom prst="rect">
            <a:avLst/>
          </a:prstGeom>
          <a:noFill/>
          <a:ln cap="flat" cmpd="sng" w="19050">
            <a:solidFill>
              <a:schemeClr val="dk1"/>
            </a:solidFill>
            <a:prstDash val="solid"/>
            <a:round/>
            <a:headEnd len="sm" w="sm" type="none"/>
            <a:tailEnd len="sm" w="sm" type="none"/>
          </a:ln>
        </p:spPr>
      </p:pic>
      <p:sp>
        <p:nvSpPr>
          <p:cNvPr id="4374" name="Google Shape;4374;p117"/>
          <p:cNvSpPr txBox="1"/>
          <p:nvPr>
            <p:ph type="title"/>
          </p:nvPr>
        </p:nvSpPr>
        <p:spPr>
          <a:xfrm>
            <a:off x="3068175" y="758950"/>
            <a:ext cx="3007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Desktop Software</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8" name="Shape 4378"/>
        <p:cNvGrpSpPr/>
        <p:nvPr/>
      </p:nvGrpSpPr>
      <p:grpSpPr>
        <a:xfrm>
          <a:off x="0" y="0"/>
          <a:ext cx="0" cy="0"/>
          <a:chOff x="0" y="0"/>
          <a:chExt cx="0" cy="0"/>
        </a:xfrm>
      </p:grpSpPr>
      <p:sp>
        <p:nvSpPr>
          <p:cNvPr id="4379" name="Google Shape;4379;p118"/>
          <p:cNvSpPr/>
          <p:nvPr/>
        </p:nvSpPr>
        <p:spPr>
          <a:xfrm rot="60026">
            <a:off x="1451519" y="3382835"/>
            <a:ext cx="2617991" cy="47372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sp>
        <p:nvSpPr>
          <p:cNvPr id="4380" name="Google Shape;4380;p118"/>
          <p:cNvSpPr/>
          <p:nvPr/>
        </p:nvSpPr>
        <p:spPr>
          <a:xfrm rot="60026">
            <a:off x="5074282" y="3382835"/>
            <a:ext cx="2617991" cy="473729"/>
          </a:xfrm>
          <a:custGeom>
            <a:rect b="b" l="l" r="r" t="t"/>
            <a:pathLst>
              <a:path extrusionOk="0" h="24747" w="98833">
                <a:moveTo>
                  <a:pt x="0" y="1867"/>
                </a:moveTo>
                <a:lnTo>
                  <a:pt x="2335" y="24747"/>
                </a:lnTo>
                <a:lnTo>
                  <a:pt x="98833" y="22879"/>
                </a:lnTo>
                <a:lnTo>
                  <a:pt x="97121" y="0"/>
                </a:lnTo>
                <a:close/>
              </a:path>
            </a:pathLst>
          </a:custGeom>
          <a:solidFill>
            <a:schemeClr val="accent1"/>
          </a:solidFill>
          <a:ln cap="flat" cmpd="sng" w="19050">
            <a:solidFill>
              <a:schemeClr val="dk1"/>
            </a:solidFill>
            <a:prstDash val="solid"/>
            <a:round/>
            <a:headEnd len="med" w="med" type="none"/>
            <a:tailEnd len="med" w="med" type="none"/>
          </a:ln>
        </p:spPr>
      </p:sp>
      <p:grpSp>
        <p:nvGrpSpPr>
          <p:cNvPr id="4381" name="Google Shape;4381;p118"/>
          <p:cNvGrpSpPr/>
          <p:nvPr/>
        </p:nvGrpSpPr>
        <p:grpSpPr>
          <a:xfrm>
            <a:off x="2857286" y="732167"/>
            <a:ext cx="3429984" cy="606063"/>
            <a:chOff x="5316325" y="1612757"/>
            <a:chExt cx="1404350" cy="302125"/>
          </a:xfrm>
        </p:grpSpPr>
        <p:sp>
          <p:nvSpPr>
            <p:cNvPr id="4382" name="Google Shape;4382;p118"/>
            <p:cNvSpPr/>
            <p:nvPr/>
          </p:nvSpPr>
          <p:spPr>
            <a:xfrm>
              <a:off x="5316325" y="1612757"/>
              <a:ext cx="1404350" cy="302125"/>
            </a:xfrm>
            <a:custGeom>
              <a:rect b="b" l="l" r="r" t="t"/>
              <a:pathLst>
                <a:path extrusionOk="0" h="12085" w="56174">
                  <a:moveTo>
                    <a:pt x="55674" y="2161"/>
                  </a:moveTo>
                  <a:lnTo>
                    <a:pt x="55674" y="2161"/>
                  </a:lnTo>
                  <a:cubicBezTo>
                    <a:pt x="55555" y="2217"/>
                    <a:pt x="55565" y="2346"/>
                    <a:pt x="55633" y="2429"/>
                  </a:cubicBezTo>
                  <a:cubicBezTo>
                    <a:pt x="55518" y="2606"/>
                    <a:pt x="55396" y="2777"/>
                    <a:pt x="55275" y="2950"/>
                  </a:cubicBezTo>
                  <a:cubicBezTo>
                    <a:pt x="53569" y="3022"/>
                    <a:pt x="51829" y="3038"/>
                    <a:pt x="50127" y="3213"/>
                  </a:cubicBezTo>
                  <a:cubicBezTo>
                    <a:pt x="50106" y="2909"/>
                    <a:pt x="50086" y="2604"/>
                    <a:pt x="50062" y="2300"/>
                  </a:cubicBezTo>
                  <a:lnTo>
                    <a:pt x="50062" y="2300"/>
                  </a:lnTo>
                  <a:cubicBezTo>
                    <a:pt x="50972" y="2359"/>
                    <a:pt x="51884" y="2373"/>
                    <a:pt x="52796" y="2385"/>
                  </a:cubicBezTo>
                  <a:cubicBezTo>
                    <a:pt x="53226" y="2390"/>
                    <a:pt x="53687" y="2426"/>
                    <a:pt x="54142" y="2426"/>
                  </a:cubicBezTo>
                  <a:cubicBezTo>
                    <a:pt x="54683" y="2426"/>
                    <a:pt x="55215" y="2375"/>
                    <a:pt x="55674" y="2161"/>
                  </a:cubicBezTo>
                  <a:close/>
                  <a:moveTo>
                    <a:pt x="7652" y="262"/>
                  </a:moveTo>
                  <a:lnTo>
                    <a:pt x="7652" y="262"/>
                  </a:lnTo>
                  <a:cubicBezTo>
                    <a:pt x="9236" y="343"/>
                    <a:pt x="10827" y="363"/>
                    <a:pt x="12419" y="363"/>
                  </a:cubicBezTo>
                  <a:cubicBezTo>
                    <a:pt x="13924" y="363"/>
                    <a:pt x="15429" y="345"/>
                    <a:pt x="16930" y="345"/>
                  </a:cubicBezTo>
                  <a:cubicBezTo>
                    <a:pt x="17246" y="345"/>
                    <a:pt x="17562" y="346"/>
                    <a:pt x="17878" y="348"/>
                  </a:cubicBezTo>
                  <a:cubicBezTo>
                    <a:pt x="21387" y="371"/>
                    <a:pt x="24898" y="399"/>
                    <a:pt x="28405" y="427"/>
                  </a:cubicBezTo>
                  <a:cubicBezTo>
                    <a:pt x="33831" y="466"/>
                    <a:pt x="39263" y="556"/>
                    <a:pt x="44693" y="556"/>
                  </a:cubicBezTo>
                  <a:cubicBezTo>
                    <a:pt x="46302" y="556"/>
                    <a:pt x="47911" y="548"/>
                    <a:pt x="49519" y="528"/>
                  </a:cubicBezTo>
                  <a:cubicBezTo>
                    <a:pt x="49522" y="528"/>
                    <a:pt x="49524" y="526"/>
                    <a:pt x="49529" y="526"/>
                  </a:cubicBezTo>
                  <a:cubicBezTo>
                    <a:pt x="49552" y="789"/>
                    <a:pt x="49589" y="1050"/>
                    <a:pt x="49607" y="1314"/>
                  </a:cubicBezTo>
                  <a:cubicBezTo>
                    <a:pt x="49402" y="1318"/>
                    <a:pt x="49241" y="1322"/>
                    <a:pt x="49009" y="1325"/>
                  </a:cubicBezTo>
                  <a:lnTo>
                    <a:pt x="49009" y="1346"/>
                  </a:lnTo>
                  <a:cubicBezTo>
                    <a:pt x="49241" y="1348"/>
                    <a:pt x="49404" y="1352"/>
                    <a:pt x="49609" y="1357"/>
                  </a:cubicBezTo>
                  <a:cubicBezTo>
                    <a:pt x="49776" y="3712"/>
                    <a:pt x="49799" y="6077"/>
                    <a:pt x="49943" y="8432"/>
                  </a:cubicBezTo>
                  <a:cubicBezTo>
                    <a:pt x="49961" y="8753"/>
                    <a:pt x="49981" y="9076"/>
                    <a:pt x="50007" y="9397"/>
                  </a:cubicBezTo>
                  <a:cubicBezTo>
                    <a:pt x="50002" y="9402"/>
                    <a:pt x="49993" y="9402"/>
                    <a:pt x="49988" y="9406"/>
                  </a:cubicBezTo>
                  <a:cubicBezTo>
                    <a:pt x="49954" y="9434"/>
                    <a:pt x="49919" y="9464"/>
                    <a:pt x="49886" y="9491"/>
                  </a:cubicBezTo>
                  <a:lnTo>
                    <a:pt x="49804" y="9491"/>
                  </a:lnTo>
                  <a:cubicBezTo>
                    <a:pt x="49683" y="9493"/>
                    <a:pt x="49563" y="9498"/>
                    <a:pt x="49444" y="9503"/>
                  </a:cubicBezTo>
                  <a:cubicBezTo>
                    <a:pt x="49369" y="9505"/>
                    <a:pt x="49330" y="9553"/>
                    <a:pt x="49319" y="9607"/>
                  </a:cubicBezTo>
                  <a:cubicBezTo>
                    <a:pt x="48903" y="9602"/>
                    <a:pt x="48488" y="9600"/>
                    <a:pt x="48074" y="9595"/>
                  </a:cubicBezTo>
                  <a:cubicBezTo>
                    <a:pt x="48041" y="9551"/>
                    <a:pt x="47987" y="9530"/>
                    <a:pt x="47931" y="9530"/>
                  </a:cubicBezTo>
                  <a:cubicBezTo>
                    <a:pt x="47874" y="9530"/>
                    <a:pt x="47816" y="9552"/>
                    <a:pt x="47778" y="9593"/>
                  </a:cubicBezTo>
                  <a:cubicBezTo>
                    <a:pt x="42952" y="9545"/>
                    <a:pt x="38125" y="9517"/>
                    <a:pt x="33297" y="9517"/>
                  </a:cubicBezTo>
                  <a:cubicBezTo>
                    <a:pt x="31688" y="9517"/>
                    <a:pt x="30078" y="9520"/>
                    <a:pt x="28469" y="9527"/>
                  </a:cubicBezTo>
                  <a:cubicBezTo>
                    <a:pt x="27722" y="9529"/>
                    <a:pt x="26975" y="9530"/>
                    <a:pt x="26228" y="9530"/>
                  </a:cubicBezTo>
                  <a:cubicBezTo>
                    <a:pt x="24260" y="9530"/>
                    <a:pt x="22289" y="9523"/>
                    <a:pt x="20319" y="9523"/>
                  </a:cubicBezTo>
                  <a:cubicBezTo>
                    <a:pt x="16094" y="9523"/>
                    <a:pt x="11868" y="9557"/>
                    <a:pt x="7652" y="9766"/>
                  </a:cubicBezTo>
                  <a:cubicBezTo>
                    <a:pt x="7716" y="9452"/>
                    <a:pt x="7768" y="9133"/>
                    <a:pt x="7814" y="8811"/>
                  </a:cubicBezTo>
                  <a:cubicBezTo>
                    <a:pt x="8858" y="8853"/>
                    <a:pt x="9905" y="8869"/>
                    <a:pt x="10953" y="8869"/>
                  </a:cubicBezTo>
                  <a:cubicBezTo>
                    <a:pt x="13431" y="8869"/>
                    <a:pt x="15917" y="8782"/>
                    <a:pt x="18387" y="8760"/>
                  </a:cubicBezTo>
                  <a:cubicBezTo>
                    <a:pt x="21838" y="8725"/>
                    <a:pt x="25290" y="8686"/>
                    <a:pt x="28741" y="8680"/>
                  </a:cubicBezTo>
                  <a:cubicBezTo>
                    <a:pt x="35724" y="8674"/>
                    <a:pt x="42708" y="8640"/>
                    <a:pt x="49688" y="8557"/>
                  </a:cubicBezTo>
                  <a:cubicBezTo>
                    <a:pt x="49762" y="8557"/>
                    <a:pt x="49799" y="8499"/>
                    <a:pt x="49799" y="8441"/>
                  </a:cubicBezTo>
                  <a:cubicBezTo>
                    <a:pt x="49799" y="8383"/>
                    <a:pt x="49762" y="8326"/>
                    <a:pt x="49688" y="8326"/>
                  </a:cubicBezTo>
                  <a:cubicBezTo>
                    <a:pt x="42706" y="8342"/>
                    <a:pt x="35724" y="8406"/>
                    <a:pt x="28741" y="8499"/>
                  </a:cubicBezTo>
                  <a:cubicBezTo>
                    <a:pt x="25290" y="8543"/>
                    <a:pt x="21838" y="8551"/>
                    <a:pt x="18387" y="8565"/>
                  </a:cubicBezTo>
                  <a:cubicBezTo>
                    <a:pt x="18127" y="8566"/>
                    <a:pt x="17868" y="8567"/>
                    <a:pt x="17608" y="8567"/>
                  </a:cubicBezTo>
                  <a:cubicBezTo>
                    <a:pt x="16060" y="8567"/>
                    <a:pt x="14506" y="8549"/>
                    <a:pt x="12952" y="8549"/>
                  </a:cubicBezTo>
                  <a:cubicBezTo>
                    <a:pt x="11244" y="8549"/>
                    <a:pt x="9535" y="8571"/>
                    <a:pt x="7836" y="8662"/>
                  </a:cubicBezTo>
                  <a:cubicBezTo>
                    <a:pt x="8156" y="6284"/>
                    <a:pt x="8023" y="3744"/>
                    <a:pt x="7784" y="1359"/>
                  </a:cubicBezTo>
                  <a:lnTo>
                    <a:pt x="7784" y="1359"/>
                  </a:lnTo>
                  <a:cubicBezTo>
                    <a:pt x="18429" y="1624"/>
                    <a:pt x="29094" y="1643"/>
                    <a:pt x="39751" y="1643"/>
                  </a:cubicBezTo>
                  <a:cubicBezTo>
                    <a:pt x="41537" y="1643"/>
                    <a:pt x="43323" y="1643"/>
                    <a:pt x="45109" y="1643"/>
                  </a:cubicBezTo>
                  <a:cubicBezTo>
                    <a:pt x="46349" y="1643"/>
                    <a:pt x="47588" y="1643"/>
                    <a:pt x="48827" y="1644"/>
                  </a:cubicBezTo>
                  <a:cubicBezTo>
                    <a:pt x="48889" y="1644"/>
                    <a:pt x="48889" y="1546"/>
                    <a:pt x="48827" y="1546"/>
                  </a:cubicBezTo>
                  <a:cubicBezTo>
                    <a:pt x="37863" y="1395"/>
                    <a:pt x="26881" y="1194"/>
                    <a:pt x="15909" y="1194"/>
                  </a:cubicBezTo>
                  <a:cubicBezTo>
                    <a:pt x="13195" y="1194"/>
                    <a:pt x="10482" y="1206"/>
                    <a:pt x="7770" y="1235"/>
                  </a:cubicBezTo>
                  <a:cubicBezTo>
                    <a:pt x="7740" y="928"/>
                    <a:pt x="7705" y="622"/>
                    <a:pt x="7671" y="320"/>
                  </a:cubicBezTo>
                  <a:cubicBezTo>
                    <a:pt x="7668" y="298"/>
                    <a:pt x="7661" y="282"/>
                    <a:pt x="7652" y="262"/>
                  </a:cubicBezTo>
                  <a:close/>
                  <a:moveTo>
                    <a:pt x="49497" y="9831"/>
                  </a:moveTo>
                  <a:lnTo>
                    <a:pt x="49497" y="9831"/>
                  </a:lnTo>
                  <a:cubicBezTo>
                    <a:pt x="49030" y="10253"/>
                    <a:pt x="48585" y="10718"/>
                    <a:pt x="48171" y="11189"/>
                  </a:cubicBezTo>
                  <a:cubicBezTo>
                    <a:pt x="48211" y="10736"/>
                    <a:pt x="48197" y="10279"/>
                    <a:pt x="48130" y="9833"/>
                  </a:cubicBezTo>
                  <a:lnTo>
                    <a:pt x="48130" y="9833"/>
                  </a:lnTo>
                  <a:cubicBezTo>
                    <a:pt x="48567" y="9837"/>
                    <a:pt x="49005" y="9841"/>
                    <a:pt x="49444" y="9845"/>
                  </a:cubicBezTo>
                  <a:cubicBezTo>
                    <a:pt x="49446" y="9845"/>
                    <a:pt x="49448" y="9845"/>
                    <a:pt x="49449" y="9845"/>
                  </a:cubicBezTo>
                  <a:cubicBezTo>
                    <a:pt x="49467" y="9845"/>
                    <a:pt x="49482" y="9837"/>
                    <a:pt x="49497" y="9831"/>
                  </a:cubicBezTo>
                  <a:close/>
                  <a:moveTo>
                    <a:pt x="7830" y="10062"/>
                  </a:moveTo>
                  <a:lnTo>
                    <a:pt x="7830" y="10062"/>
                  </a:lnTo>
                  <a:cubicBezTo>
                    <a:pt x="8562" y="10069"/>
                    <a:pt x="9291" y="10069"/>
                    <a:pt x="10023" y="10069"/>
                  </a:cubicBezTo>
                  <a:cubicBezTo>
                    <a:pt x="9982" y="10563"/>
                    <a:pt x="9998" y="11062"/>
                    <a:pt x="10056" y="11553"/>
                  </a:cubicBezTo>
                  <a:cubicBezTo>
                    <a:pt x="9307" y="11066"/>
                    <a:pt x="8573" y="10559"/>
                    <a:pt x="7830" y="10062"/>
                  </a:cubicBezTo>
                  <a:close/>
                  <a:moveTo>
                    <a:pt x="55154" y="3131"/>
                  </a:moveTo>
                  <a:cubicBezTo>
                    <a:pt x="54281" y="4391"/>
                    <a:pt x="53327" y="5578"/>
                    <a:pt x="52341" y="6763"/>
                  </a:cubicBezTo>
                  <a:cubicBezTo>
                    <a:pt x="52263" y="6855"/>
                    <a:pt x="52307" y="6968"/>
                    <a:pt x="52388" y="7010"/>
                  </a:cubicBezTo>
                  <a:cubicBezTo>
                    <a:pt x="52267" y="7046"/>
                    <a:pt x="52187" y="7201"/>
                    <a:pt x="52297" y="7322"/>
                  </a:cubicBezTo>
                  <a:cubicBezTo>
                    <a:pt x="53015" y="8093"/>
                    <a:pt x="53704" y="8871"/>
                    <a:pt x="54327" y="9720"/>
                  </a:cubicBezTo>
                  <a:cubicBezTo>
                    <a:pt x="54477" y="9925"/>
                    <a:pt x="54623" y="10133"/>
                    <a:pt x="54766" y="10344"/>
                  </a:cubicBezTo>
                  <a:cubicBezTo>
                    <a:pt x="55038" y="10745"/>
                    <a:pt x="55309" y="11147"/>
                    <a:pt x="55619" y="11521"/>
                  </a:cubicBezTo>
                  <a:cubicBezTo>
                    <a:pt x="54680" y="11481"/>
                    <a:pt x="53735" y="11456"/>
                    <a:pt x="52789" y="11456"/>
                  </a:cubicBezTo>
                  <a:cubicBezTo>
                    <a:pt x="51301" y="11456"/>
                    <a:pt x="49811" y="11517"/>
                    <a:pt x="48338" y="11674"/>
                  </a:cubicBezTo>
                  <a:cubicBezTo>
                    <a:pt x="48626" y="11401"/>
                    <a:pt x="48907" y="11115"/>
                    <a:pt x="49183" y="10819"/>
                  </a:cubicBezTo>
                  <a:cubicBezTo>
                    <a:pt x="49189" y="10850"/>
                    <a:pt x="49211" y="10877"/>
                    <a:pt x="49254" y="10877"/>
                  </a:cubicBezTo>
                  <a:cubicBezTo>
                    <a:pt x="49256" y="10877"/>
                    <a:pt x="49257" y="10877"/>
                    <a:pt x="49259" y="10877"/>
                  </a:cubicBezTo>
                  <a:cubicBezTo>
                    <a:pt x="51060" y="10817"/>
                    <a:pt x="52900" y="10738"/>
                    <a:pt x="54687" y="10515"/>
                  </a:cubicBezTo>
                  <a:cubicBezTo>
                    <a:pt x="54774" y="10503"/>
                    <a:pt x="54800" y="10404"/>
                    <a:pt x="54754" y="10352"/>
                  </a:cubicBezTo>
                  <a:cubicBezTo>
                    <a:pt x="54740" y="10336"/>
                    <a:pt x="54717" y="10328"/>
                    <a:pt x="54687" y="10328"/>
                  </a:cubicBezTo>
                  <a:cubicBezTo>
                    <a:pt x="52895" y="10348"/>
                    <a:pt x="51068" y="10521"/>
                    <a:pt x="49289" y="10706"/>
                  </a:cubicBezTo>
                  <a:cubicBezTo>
                    <a:pt x="49617" y="10344"/>
                    <a:pt x="49931" y="9967"/>
                    <a:pt x="50215" y="9584"/>
                  </a:cubicBezTo>
                  <a:cubicBezTo>
                    <a:pt x="50247" y="9540"/>
                    <a:pt x="50247" y="9499"/>
                    <a:pt x="50231" y="9464"/>
                  </a:cubicBezTo>
                  <a:cubicBezTo>
                    <a:pt x="50362" y="7446"/>
                    <a:pt x="50277" y="5398"/>
                    <a:pt x="50138" y="3361"/>
                  </a:cubicBezTo>
                  <a:lnTo>
                    <a:pt x="50138" y="3361"/>
                  </a:lnTo>
                  <a:cubicBezTo>
                    <a:pt x="50437" y="3374"/>
                    <a:pt x="50738" y="3380"/>
                    <a:pt x="51039" y="3380"/>
                  </a:cubicBezTo>
                  <a:cubicBezTo>
                    <a:pt x="52409" y="3380"/>
                    <a:pt x="53798" y="3259"/>
                    <a:pt x="55154" y="3131"/>
                  </a:cubicBezTo>
                  <a:close/>
                  <a:moveTo>
                    <a:pt x="4425" y="10854"/>
                  </a:moveTo>
                  <a:cubicBezTo>
                    <a:pt x="5770" y="10854"/>
                    <a:pt x="7111" y="10893"/>
                    <a:pt x="8470" y="10937"/>
                  </a:cubicBezTo>
                  <a:cubicBezTo>
                    <a:pt x="8811" y="11179"/>
                    <a:pt x="9164" y="11406"/>
                    <a:pt x="9527" y="11620"/>
                  </a:cubicBezTo>
                  <a:cubicBezTo>
                    <a:pt x="6502" y="11639"/>
                    <a:pt x="3471" y="11613"/>
                    <a:pt x="450" y="11748"/>
                  </a:cubicBezTo>
                  <a:cubicBezTo>
                    <a:pt x="740" y="11479"/>
                    <a:pt x="1028" y="11209"/>
                    <a:pt x="1314" y="10937"/>
                  </a:cubicBezTo>
                  <a:cubicBezTo>
                    <a:pt x="2359" y="10877"/>
                    <a:pt x="3393" y="10854"/>
                    <a:pt x="4425" y="10854"/>
                  </a:cubicBezTo>
                  <a:close/>
                  <a:moveTo>
                    <a:pt x="10877" y="0"/>
                  </a:moveTo>
                  <a:cubicBezTo>
                    <a:pt x="9723" y="0"/>
                    <a:pt x="8571" y="18"/>
                    <a:pt x="7424" y="69"/>
                  </a:cubicBezTo>
                  <a:cubicBezTo>
                    <a:pt x="7376" y="71"/>
                    <a:pt x="7348" y="101"/>
                    <a:pt x="7338" y="138"/>
                  </a:cubicBezTo>
                  <a:cubicBezTo>
                    <a:pt x="7276" y="166"/>
                    <a:pt x="7233" y="226"/>
                    <a:pt x="7239" y="320"/>
                  </a:cubicBezTo>
                  <a:cubicBezTo>
                    <a:pt x="7304" y="999"/>
                    <a:pt x="7356" y="1676"/>
                    <a:pt x="7398" y="2354"/>
                  </a:cubicBezTo>
                  <a:cubicBezTo>
                    <a:pt x="7416" y="2638"/>
                    <a:pt x="7432" y="2920"/>
                    <a:pt x="7447" y="3204"/>
                  </a:cubicBezTo>
                  <a:cubicBezTo>
                    <a:pt x="5628" y="3078"/>
                    <a:pt x="3800" y="2918"/>
                    <a:pt x="1979" y="2918"/>
                  </a:cubicBezTo>
                  <a:cubicBezTo>
                    <a:pt x="1966" y="2918"/>
                    <a:pt x="1954" y="2918"/>
                    <a:pt x="1942" y="2918"/>
                  </a:cubicBezTo>
                  <a:cubicBezTo>
                    <a:pt x="1875" y="2918"/>
                    <a:pt x="1880" y="3010"/>
                    <a:pt x="1942" y="3017"/>
                  </a:cubicBezTo>
                  <a:cubicBezTo>
                    <a:pt x="3769" y="3252"/>
                    <a:pt x="5621" y="3324"/>
                    <a:pt x="7458" y="3433"/>
                  </a:cubicBezTo>
                  <a:cubicBezTo>
                    <a:pt x="7481" y="3970"/>
                    <a:pt x="7500" y="4511"/>
                    <a:pt x="7502" y="5051"/>
                  </a:cubicBezTo>
                  <a:cubicBezTo>
                    <a:pt x="7514" y="6630"/>
                    <a:pt x="7348" y="8210"/>
                    <a:pt x="7384" y="9785"/>
                  </a:cubicBezTo>
                  <a:cubicBezTo>
                    <a:pt x="7384" y="9799"/>
                    <a:pt x="7389" y="9813"/>
                    <a:pt x="7394" y="9824"/>
                  </a:cubicBezTo>
                  <a:cubicBezTo>
                    <a:pt x="7354" y="9871"/>
                    <a:pt x="7350" y="9940"/>
                    <a:pt x="7378" y="9990"/>
                  </a:cubicBezTo>
                  <a:cubicBezTo>
                    <a:pt x="7370" y="10030"/>
                    <a:pt x="7378" y="10071"/>
                    <a:pt x="7414" y="10101"/>
                  </a:cubicBezTo>
                  <a:cubicBezTo>
                    <a:pt x="7636" y="10300"/>
                    <a:pt x="7867" y="10485"/>
                    <a:pt x="8100" y="10662"/>
                  </a:cubicBezTo>
                  <a:cubicBezTo>
                    <a:pt x="7130" y="10540"/>
                    <a:pt x="6135" y="10485"/>
                    <a:pt x="5139" y="10485"/>
                  </a:cubicBezTo>
                  <a:cubicBezTo>
                    <a:pt x="3934" y="10485"/>
                    <a:pt x="2726" y="10566"/>
                    <a:pt x="1557" y="10706"/>
                  </a:cubicBezTo>
                  <a:cubicBezTo>
                    <a:pt x="2593" y="9714"/>
                    <a:pt x="3611" y="8688"/>
                    <a:pt x="4586" y="7650"/>
                  </a:cubicBezTo>
                  <a:cubicBezTo>
                    <a:pt x="4658" y="7575"/>
                    <a:pt x="4651" y="7487"/>
                    <a:pt x="4609" y="7421"/>
                  </a:cubicBezTo>
                  <a:cubicBezTo>
                    <a:pt x="4632" y="7368"/>
                    <a:pt x="4630" y="7300"/>
                    <a:pt x="4581" y="7240"/>
                  </a:cubicBezTo>
                  <a:cubicBezTo>
                    <a:pt x="3295" y="5698"/>
                    <a:pt x="2056" y="4123"/>
                    <a:pt x="1072" y="2369"/>
                  </a:cubicBezTo>
                  <a:lnTo>
                    <a:pt x="1072" y="2369"/>
                  </a:lnTo>
                  <a:cubicBezTo>
                    <a:pt x="2543" y="2467"/>
                    <a:pt x="4061" y="2557"/>
                    <a:pt x="5557" y="2557"/>
                  </a:cubicBezTo>
                  <a:cubicBezTo>
                    <a:pt x="6106" y="2557"/>
                    <a:pt x="6652" y="2545"/>
                    <a:pt x="7191" y="2516"/>
                  </a:cubicBezTo>
                  <a:cubicBezTo>
                    <a:pt x="7297" y="2512"/>
                    <a:pt x="7348" y="2435"/>
                    <a:pt x="7348" y="2359"/>
                  </a:cubicBezTo>
                  <a:cubicBezTo>
                    <a:pt x="7348" y="2280"/>
                    <a:pt x="7295" y="2202"/>
                    <a:pt x="7191" y="2193"/>
                  </a:cubicBezTo>
                  <a:cubicBezTo>
                    <a:pt x="5909" y="2064"/>
                    <a:pt x="4587" y="2026"/>
                    <a:pt x="3273" y="2026"/>
                  </a:cubicBezTo>
                  <a:cubicBezTo>
                    <a:pt x="2494" y="2026"/>
                    <a:pt x="1718" y="2039"/>
                    <a:pt x="954" y="2055"/>
                  </a:cubicBezTo>
                  <a:cubicBezTo>
                    <a:pt x="917" y="2057"/>
                    <a:pt x="889" y="2069"/>
                    <a:pt x="865" y="2087"/>
                  </a:cubicBezTo>
                  <a:cubicBezTo>
                    <a:pt x="850" y="2083"/>
                    <a:pt x="836" y="2081"/>
                    <a:pt x="821" y="2081"/>
                  </a:cubicBezTo>
                  <a:cubicBezTo>
                    <a:pt x="711" y="2081"/>
                    <a:pt x="596" y="2199"/>
                    <a:pt x="668" y="2327"/>
                  </a:cubicBezTo>
                  <a:cubicBezTo>
                    <a:pt x="1672" y="4165"/>
                    <a:pt x="2799" y="5920"/>
                    <a:pt x="4277" y="7416"/>
                  </a:cubicBezTo>
                  <a:cubicBezTo>
                    <a:pt x="2845" y="8700"/>
                    <a:pt x="1451" y="10115"/>
                    <a:pt x="189" y="11565"/>
                  </a:cubicBezTo>
                  <a:cubicBezTo>
                    <a:pt x="132" y="11632"/>
                    <a:pt x="141" y="11706"/>
                    <a:pt x="179" y="11759"/>
                  </a:cubicBezTo>
                  <a:cubicBezTo>
                    <a:pt x="0" y="11777"/>
                    <a:pt x="0" y="12046"/>
                    <a:pt x="187" y="12050"/>
                  </a:cubicBezTo>
                  <a:cubicBezTo>
                    <a:pt x="1098" y="12075"/>
                    <a:pt x="2009" y="12084"/>
                    <a:pt x="2921" y="12084"/>
                  </a:cubicBezTo>
                  <a:cubicBezTo>
                    <a:pt x="5319" y="12084"/>
                    <a:pt x="7720" y="12018"/>
                    <a:pt x="10114" y="11988"/>
                  </a:cubicBezTo>
                  <a:cubicBezTo>
                    <a:pt x="10236" y="11986"/>
                    <a:pt x="10293" y="11891"/>
                    <a:pt x="10289" y="11796"/>
                  </a:cubicBezTo>
                  <a:cubicBezTo>
                    <a:pt x="10354" y="11782"/>
                    <a:pt x="10406" y="11734"/>
                    <a:pt x="10400" y="11642"/>
                  </a:cubicBezTo>
                  <a:cubicBezTo>
                    <a:pt x="10365" y="11117"/>
                    <a:pt x="10360" y="10595"/>
                    <a:pt x="10365" y="10069"/>
                  </a:cubicBezTo>
                  <a:cubicBezTo>
                    <a:pt x="16398" y="10055"/>
                    <a:pt x="22436" y="9821"/>
                    <a:pt x="28469" y="9791"/>
                  </a:cubicBezTo>
                  <a:cubicBezTo>
                    <a:pt x="30772" y="9779"/>
                    <a:pt x="33075" y="9773"/>
                    <a:pt x="35378" y="9773"/>
                  </a:cubicBezTo>
                  <a:cubicBezTo>
                    <a:pt x="39501" y="9773"/>
                    <a:pt x="43623" y="9793"/>
                    <a:pt x="47746" y="9831"/>
                  </a:cubicBezTo>
                  <a:cubicBezTo>
                    <a:pt x="47788" y="10471"/>
                    <a:pt x="47800" y="11099"/>
                    <a:pt x="47797" y="11738"/>
                  </a:cubicBezTo>
                  <a:cubicBezTo>
                    <a:pt x="47679" y="11781"/>
                    <a:pt x="47678" y="11969"/>
                    <a:pt x="47819" y="11969"/>
                  </a:cubicBezTo>
                  <a:cubicBezTo>
                    <a:pt x="47821" y="11969"/>
                    <a:pt x="47823" y="11969"/>
                    <a:pt x="47825" y="11969"/>
                  </a:cubicBezTo>
                  <a:cubicBezTo>
                    <a:pt x="49886" y="11918"/>
                    <a:pt x="51937" y="11842"/>
                    <a:pt x="53994" y="11842"/>
                  </a:cubicBezTo>
                  <a:cubicBezTo>
                    <a:pt x="54555" y="11842"/>
                    <a:pt x="55116" y="11847"/>
                    <a:pt x="55678" y="11861"/>
                  </a:cubicBezTo>
                  <a:cubicBezTo>
                    <a:pt x="55680" y="11861"/>
                    <a:pt x="55681" y="11861"/>
                    <a:pt x="55683" y="11861"/>
                  </a:cubicBezTo>
                  <a:cubicBezTo>
                    <a:pt x="55774" y="11861"/>
                    <a:pt x="55824" y="11802"/>
                    <a:pt x="55835" y="11734"/>
                  </a:cubicBezTo>
                  <a:cubicBezTo>
                    <a:pt x="55838" y="11734"/>
                    <a:pt x="55841" y="11734"/>
                    <a:pt x="55843" y="11734"/>
                  </a:cubicBezTo>
                  <a:cubicBezTo>
                    <a:pt x="55928" y="11734"/>
                    <a:pt x="56009" y="11638"/>
                    <a:pt x="55957" y="11551"/>
                  </a:cubicBezTo>
                  <a:cubicBezTo>
                    <a:pt x="54991" y="9919"/>
                    <a:pt x="53941" y="8372"/>
                    <a:pt x="52567" y="7053"/>
                  </a:cubicBezTo>
                  <a:cubicBezTo>
                    <a:pt x="52547" y="7035"/>
                    <a:pt x="52528" y="7024"/>
                    <a:pt x="52507" y="7014"/>
                  </a:cubicBezTo>
                  <a:cubicBezTo>
                    <a:pt x="52526" y="7008"/>
                    <a:pt x="52545" y="6998"/>
                    <a:pt x="52561" y="6982"/>
                  </a:cubicBezTo>
                  <a:cubicBezTo>
                    <a:pt x="53981" y="5721"/>
                    <a:pt x="55148" y="4153"/>
                    <a:pt x="56110" y="2521"/>
                  </a:cubicBezTo>
                  <a:cubicBezTo>
                    <a:pt x="56174" y="2407"/>
                    <a:pt x="56132" y="2306"/>
                    <a:pt x="56056" y="2244"/>
                  </a:cubicBezTo>
                  <a:cubicBezTo>
                    <a:pt x="56063" y="2145"/>
                    <a:pt x="55991" y="2055"/>
                    <a:pt x="55899" y="2022"/>
                  </a:cubicBezTo>
                  <a:cubicBezTo>
                    <a:pt x="55598" y="1916"/>
                    <a:pt x="55241" y="1884"/>
                    <a:pt x="54868" y="1884"/>
                  </a:cubicBezTo>
                  <a:cubicBezTo>
                    <a:pt x="54310" y="1884"/>
                    <a:pt x="53720" y="1956"/>
                    <a:pt x="53242" y="1958"/>
                  </a:cubicBezTo>
                  <a:cubicBezTo>
                    <a:pt x="52173" y="1960"/>
                    <a:pt x="51106" y="1964"/>
                    <a:pt x="50042" y="2029"/>
                  </a:cubicBezTo>
                  <a:cubicBezTo>
                    <a:pt x="50024" y="1805"/>
                    <a:pt x="50007" y="1581"/>
                    <a:pt x="49988" y="1357"/>
                  </a:cubicBezTo>
                  <a:cubicBezTo>
                    <a:pt x="50018" y="1357"/>
                    <a:pt x="50046" y="1358"/>
                    <a:pt x="50074" y="1358"/>
                  </a:cubicBezTo>
                  <a:cubicBezTo>
                    <a:pt x="50088" y="1358"/>
                    <a:pt x="50102" y="1358"/>
                    <a:pt x="50116" y="1357"/>
                  </a:cubicBezTo>
                  <a:cubicBezTo>
                    <a:pt x="50145" y="1357"/>
                    <a:pt x="50145" y="1312"/>
                    <a:pt x="50116" y="1312"/>
                  </a:cubicBezTo>
                  <a:cubicBezTo>
                    <a:pt x="50101" y="1312"/>
                    <a:pt x="50087" y="1312"/>
                    <a:pt x="50072" y="1312"/>
                  </a:cubicBezTo>
                  <a:cubicBezTo>
                    <a:pt x="50044" y="1312"/>
                    <a:pt x="50016" y="1312"/>
                    <a:pt x="49986" y="1312"/>
                  </a:cubicBezTo>
                  <a:cubicBezTo>
                    <a:pt x="49961" y="1008"/>
                    <a:pt x="49938" y="701"/>
                    <a:pt x="49915" y="396"/>
                  </a:cubicBezTo>
                  <a:cubicBezTo>
                    <a:pt x="49905" y="271"/>
                    <a:pt x="49801" y="208"/>
                    <a:pt x="49702" y="208"/>
                  </a:cubicBezTo>
                  <a:cubicBezTo>
                    <a:pt x="49655" y="208"/>
                    <a:pt x="49609" y="222"/>
                    <a:pt x="49575" y="251"/>
                  </a:cubicBezTo>
                  <a:cubicBezTo>
                    <a:pt x="49559" y="244"/>
                    <a:pt x="49541" y="240"/>
                    <a:pt x="49519" y="240"/>
                  </a:cubicBezTo>
                  <a:cubicBezTo>
                    <a:pt x="44720" y="129"/>
                    <a:pt x="39913" y="123"/>
                    <a:pt x="35108" y="123"/>
                  </a:cubicBezTo>
                  <a:cubicBezTo>
                    <a:pt x="34544" y="123"/>
                    <a:pt x="33980" y="123"/>
                    <a:pt x="33415" y="123"/>
                  </a:cubicBezTo>
                  <a:cubicBezTo>
                    <a:pt x="31745" y="123"/>
                    <a:pt x="30075" y="123"/>
                    <a:pt x="28405" y="117"/>
                  </a:cubicBezTo>
                  <a:cubicBezTo>
                    <a:pt x="24898" y="105"/>
                    <a:pt x="21388" y="97"/>
                    <a:pt x="17879" y="83"/>
                  </a:cubicBezTo>
                  <a:cubicBezTo>
                    <a:pt x="15553" y="72"/>
                    <a:pt x="13212" y="0"/>
                    <a:pt x="10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18"/>
            <p:cNvSpPr/>
            <p:nvPr/>
          </p:nvSpPr>
          <p:spPr>
            <a:xfrm>
              <a:off x="6567875" y="1666757"/>
              <a:ext cx="140325" cy="26375"/>
            </a:xfrm>
            <a:custGeom>
              <a:rect b="b" l="l" r="r" t="t"/>
              <a:pathLst>
                <a:path extrusionOk="0" h="1055" w="5613">
                  <a:moveTo>
                    <a:pt x="5613" y="1"/>
                  </a:moveTo>
                  <a:cubicBezTo>
                    <a:pt x="5613" y="1"/>
                    <a:pt x="5612" y="1"/>
                    <a:pt x="5612" y="1"/>
                  </a:cubicBezTo>
                  <a:lnTo>
                    <a:pt x="5612" y="1"/>
                  </a:lnTo>
                  <a:cubicBezTo>
                    <a:pt x="5612" y="1"/>
                    <a:pt x="5613" y="1"/>
                    <a:pt x="5613" y="1"/>
                  </a:cubicBezTo>
                  <a:close/>
                  <a:moveTo>
                    <a:pt x="5612" y="1"/>
                  </a:moveTo>
                  <a:lnTo>
                    <a:pt x="5612" y="1"/>
                  </a:lnTo>
                  <a:cubicBezTo>
                    <a:pt x="5154" y="215"/>
                    <a:pt x="4623" y="266"/>
                    <a:pt x="4083" y="266"/>
                  </a:cubicBezTo>
                  <a:cubicBezTo>
                    <a:pt x="3627" y="266"/>
                    <a:pt x="3165" y="230"/>
                    <a:pt x="2734" y="225"/>
                  </a:cubicBezTo>
                  <a:cubicBezTo>
                    <a:pt x="1822" y="213"/>
                    <a:pt x="910" y="199"/>
                    <a:pt x="0" y="140"/>
                  </a:cubicBezTo>
                  <a:lnTo>
                    <a:pt x="0" y="140"/>
                  </a:lnTo>
                  <a:cubicBezTo>
                    <a:pt x="24" y="444"/>
                    <a:pt x="44" y="749"/>
                    <a:pt x="65" y="1054"/>
                  </a:cubicBezTo>
                  <a:cubicBezTo>
                    <a:pt x="1767" y="878"/>
                    <a:pt x="3507" y="862"/>
                    <a:pt x="5213" y="790"/>
                  </a:cubicBezTo>
                  <a:cubicBezTo>
                    <a:pt x="5334" y="617"/>
                    <a:pt x="5456" y="446"/>
                    <a:pt x="5571" y="269"/>
                  </a:cubicBezTo>
                  <a:cubicBezTo>
                    <a:pt x="5503" y="186"/>
                    <a:pt x="5493" y="57"/>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18"/>
            <p:cNvSpPr/>
            <p:nvPr/>
          </p:nvSpPr>
          <p:spPr>
            <a:xfrm>
              <a:off x="6524725" y="1871332"/>
              <a:ext cx="182100" cy="33275"/>
            </a:xfrm>
            <a:custGeom>
              <a:rect b="b" l="l" r="r" t="t"/>
              <a:pathLst>
                <a:path extrusionOk="0" h="1331" w="7284">
                  <a:moveTo>
                    <a:pt x="6430" y="1"/>
                  </a:moveTo>
                  <a:lnTo>
                    <a:pt x="6418" y="9"/>
                  </a:lnTo>
                  <a:cubicBezTo>
                    <a:pt x="6464" y="61"/>
                    <a:pt x="6438" y="160"/>
                    <a:pt x="6351" y="171"/>
                  </a:cubicBezTo>
                  <a:cubicBezTo>
                    <a:pt x="4564" y="395"/>
                    <a:pt x="2724" y="474"/>
                    <a:pt x="923" y="534"/>
                  </a:cubicBezTo>
                  <a:cubicBezTo>
                    <a:pt x="921" y="534"/>
                    <a:pt x="920" y="534"/>
                    <a:pt x="918" y="534"/>
                  </a:cubicBezTo>
                  <a:cubicBezTo>
                    <a:pt x="875" y="534"/>
                    <a:pt x="853" y="507"/>
                    <a:pt x="847" y="476"/>
                  </a:cubicBezTo>
                  <a:cubicBezTo>
                    <a:pt x="571" y="772"/>
                    <a:pt x="290" y="1058"/>
                    <a:pt x="1" y="1331"/>
                  </a:cubicBezTo>
                  <a:cubicBezTo>
                    <a:pt x="1475" y="1174"/>
                    <a:pt x="2965" y="1113"/>
                    <a:pt x="4453" y="1113"/>
                  </a:cubicBezTo>
                  <a:cubicBezTo>
                    <a:pt x="5399" y="1113"/>
                    <a:pt x="6344" y="1138"/>
                    <a:pt x="7283" y="1178"/>
                  </a:cubicBezTo>
                  <a:cubicBezTo>
                    <a:pt x="6971" y="804"/>
                    <a:pt x="6702" y="402"/>
                    <a:pt x="6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18"/>
            <p:cNvSpPr/>
            <p:nvPr/>
          </p:nvSpPr>
          <p:spPr>
            <a:xfrm>
              <a:off x="6548525" y="1691007"/>
              <a:ext cx="146650" cy="189400"/>
            </a:xfrm>
            <a:custGeom>
              <a:rect b="b" l="l" r="r" t="t"/>
              <a:pathLst>
                <a:path extrusionOk="0" h="7576" w="5866">
                  <a:moveTo>
                    <a:pt x="5866" y="1"/>
                  </a:moveTo>
                  <a:lnTo>
                    <a:pt x="5866" y="1"/>
                  </a:lnTo>
                  <a:cubicBezTo>
                    <a:pt x="4510" y="129"/>
                    <a:pt x="3121" y="250"/>
                    <a:pt x="1751" y="250"/>
                  </a:cubicBezTo>
                  <a:cubicBezTo>
                    <a:pt x="1450" y="250"/>
                    <a:pt x="1149" y="244"/>
                    <a:pt x="850" y="231"/>
                  </a:cubicBezTo>
                  <a:lnTo>
                    <a:pt x="850" y="231"/>
                  </a:lnTo>
                  <a:cubicBezTo>
                    <a:pt x="989" y="2268"/>
                    <a:pt x="1074" y="4316"/>
                    <a:pt x="943" y="6334"/>
                  </a:cubicBezTo>
                  <a:cubicBezTo>
                    <a:pt x="959" y="6369"/>
                    <a:pt x="959" y="6410"/>
                    <a:pt x="927" y="6454"/>
                  </a:cubicBezTo>
                  <a:cubicBezTo>
                    <a:pt x="643" y="6837"/>
                    <a:pt x="329" y="7214"/>
                    <a:pt x="1" y="7576"/>
                  </a:cubicBezTo>
                  <a:cubicBezTo>
                    <a:pt x="1780" y="7391"/>
                    <a:pt x="3607" y="7218"/>
                    <a:pt x="5399" y="7198"/>
                  </a:cubicBezTo>
                  <a:cubicBezTo>
                    <a:pt x="5429" y="7198"/>
                    <a:pt x="5452" y="7206"/>
                    <a:pt x="5466" y="7222"/>
                  </a:cubicBezTo>
                  <a:lnTo>
                    <a:pt x="5478" y="7214"/>
                  </a:lnTo>
                  <a:cubicBezTo>
                    <a:pt x="5335" y="7003"/>
                    <a:pt x="5189" y="6796"/>
                    <a:pt x="5039" y="6590"/>
                  </a:cubicBezTo>
                  <a:cubicBezTo>
                    <a:pt x="4415" y="5741"/>
                    <a:pt x="3727" y="4962"/>
                    <a:pt x="3009" y="4192"/>
                  </a:cubicBezTo>
                  <a:cubicBezTo>
                    <a:pt x="2898" y="4071"/>
                    <a:pt x="2979" y="3916"/>
                    <a:pt x="3099" y="3880"/>
                  </a:cubicBezTo>
                  <a:cubicBezTo>
                    <a:pt x="3019" y="3838"/>
                    <a:pt x="2975" y="3725"/>
                    <a:pt x="3053" y="3633"/>
                  </a:cubicBezTo>
                  <a:cubicBezTo>
                    <a:pt x="4039" y="2448"/>
                    <a:pt x="4993" y="1261"/>
                    <a:pt x="5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18"/>
            <p:cNvSpPr/>
            <p:nvPr/>
          </p:nvSpPr>
          <p:spPr>
            <a:xfrm>
              <a:off x="5507625" y="1823532"/>
              <a:ext cx="1058875" cy="33375"/>
            </a:xfrm>
            <a:custGeom>
              <a:rect b="b" l="l" r="r" t="t"/>
              <a:pathLst>
                <a:path extrusionOk="0" h="1335" w="42355">
                  <a:moveTo>
                    <a:pt x="42291" y="1"/>
                  </a:moveTo>
                  <a:lnTo>
                    <a:pt x="42147" y="10"/>
                  </a:lnTo>
                  <a:cubicBezTo>
                    <a:pt x="42147" y="68"/>
                    <a:pt x="42110" y="126"/>
                    <a:pt x="42036" y="126"/>
                  </a:cubicBezTo>
                  <a:cubicBezTo>
                    <a:pt x="35056" y="209"/>
                    <a:pt x="28072" y="243"/>
                    <a:pt x="21089" y="251"/>
                  </a:cubicBezTo>
                  <a:cubicBezTo>
                    <a:pt x="17638" y="255"/>
                    <a:pt x="14186" y="294"/>
                    <a:pt x="10735" y="329"/>
                  </a:cubicBezTo>
                  <a:cubicBezTo>
                    <a:pt x="8265" y="351"/>
                    <a:pt x="5779" y="438"/>
                    <a:pt x="3301" y="438"/>
                  </a:cubicBezTo>
                  <a:cubicBezTo>
                    <a:pt x="2253" y="438"/>
                    <a:pt x="1206" y="422"/>
                    <a:pt x="162" y="380"/>
                  </a:cubicBezTo>
                  <a:cubicBezTo>
                    <a:pt x="116" y="702"/>
                    <a:pt x="64" y="1021"/>
                    <a:pt x="0" y="1335"/>
                  </a:cubicBezTo>
                  <a:cubicBezTo>
                    <a:pt x="4216" y="1126"/>
                    <a:pt x="8442" y="1092"/>
                    <a:pt x="12667" y="1092"/>
                  </a:cubicBezTo>
                  <a:cubicBezTo>
                    <a:pt x="14637" y="1092"/>
                    <a:pt x="16608" y="1099"/>
                    <a:pt x="18576" y="1099"/>
                  </a:cubicBezTo>
                  <a:cubicBezTo>
                    <a:pt x="19323" y="1099"/>
                    <a:pt x="20070" y="1098"/>
                    <a:pt x="20817" y="1096"/>
                  </a:cubicBezTo>
                  <a:cubicBezTo>
                    <a:pt x="22426" y="1089"/>
                    <a:pt x="24036" y="1086"/>
                    <a:pt x="25645" y="1086"/>
                  </a:cubicBezTo>
                  <a:cubicBezTo>
                    <a:pt x="30473" y="1086"/>
                    <a:pt x="35301" y="1114"/>
                    <a:pt x="40127" y="1162"/>
                  </a:cubicBezTo>
                  <a:cubicBezTo>
                    <a:pt x="40165" y="1121"/>
                    <a:pt x="40223" y="1099"/>
                    <a:pt x="40280" y="1099"/>
                  </a:cubicBezTo>
                  <a:cubicBezTo>
                    <a:pt x="40335" y="1099"/>
                    <a:pt x="40389" y="1120"/>
                    <a:pt x="40422" y="1164"/>
                  </a:cubicBezTo>
                  <a:cubicBezTo>
                    <a:pt x="40836" y="1169"/>
                    <a:pt x="41251" y="1171"/>
                    <a:pt x="41667" y="1176"/>
                  </a:cubicBezTo>
                  <a:cubicBezTo>
                    <a:pt x="41678" y="1122"/>
                    <a:pt x="41718" y="1074"/>
                    <a:pt x="41792" y="1072"/>
                  </a:cubicBezTo>
                  <a:cubicBezTo>
                    <a:pt x="41911" y="1068"/>
                    <a:pt x="42032" y="1062"/>
                    <a:pt x="42152" y="1060"/>
                  </a:cubicBezTo>
                  <a:lnTo>
                    <a:pt x="42235" y="1060"/>
                  </a:lnTo>
                  <a:cubicBezTo>
                    <a:pt x="42267" y="1033"/>
                    <a:pt x="42302" y="1003"/>
                    <a:pt x="42336" y="975"/>
                  </a:cubicBezTo>
                  <a:cubicBezTo>
                    <a:pt x="42341" y="971"/>
                    <a:pt x="42350" y="971"/>
                    <a:pt x="42355" y="966"/>
                  </a:cubicBezTo>
                  <a:cubicBezTo>
                    <a:pt x="42329" y="645"/>
                    <a:pt x="42309" y="322"/>
                    <a:pt x="42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18"/>
            <p:cNvSpPr/>
            <p:nvPr/>
          </p:nvSpPr>
          <p:spPr>
            <a:xfrm>
              <a:off x="5510900" y="1646382"/>
              <a:ext cx="1054000" cy="182950"/>
            </a:xfrm>
            <a:custGeom>
              <a:rect b="b" l="l" r="r" t="t"/>
              <a:pathLst>
                <a:path extrusionOk="0" h="7318" w="42160">
                  <a:moveTo>
                    <a:pt x="41226" y="1"/>
                  </a:moveTo>
                  <a:lnTo>
                    <a:pt x="41044" y="201"/>
                  </a:lnTo>
                  <a:cubicBezTo>
                    <a:pt x="41106" y="201"/>
                    <a:pt x="41106" y="299"/>
                    <a:pt x="41044" y="299"/>
                  </a:cubicBezTo>
                  <a:cubicBezTo>
                    <a:pt x="39805" y="298"/>
                    <a:pt x="38566" y="298"/>
                    <a:pt x="37326" y="298"/>
                  </a:cubicBezTo>
                  <a:cubicBezTo>
                    <a:pt x="35540" y="298"/>
                    <a:pt x="33754" y="298"/>
                    <a:pt x="31968" y="298"/>
                  </a:cubicBezTo>
                  <a:cubicBezTo>
                    <a:pt x="21311" y="298"/>
                    <a:pt x="10646" y="279"/>
                    <a:pt x="1" y="14"/>
                  </a:cubicBezTo>
                  <a:lnTo>
                    <a:pt x="1" y="14"/>
                  </a:lnTo>
                  <a:cubicBezTo>
                    <a:pt x="241" y="2400"/>
                    <a:pt x="373" y="4939"/>
                    <a:pt x="54" y="7317"/>
                  </a:cubicBezTo>
                  <a:cubicBezTo>
                    <a:pt x="1748" y="7226"/>
                    <a:pt x="3450" y="7204"/>
                    <a:pt x="5153" y="7204"/>
                  </a:cubicBezTo>
                  <a:cubicBezTo>
                    <a:pt x="6697" y="7204"/>
                    <a:pt x="8242" y="7222"/>
                    <a:pt x="9782" y="7222"/>
                  </a:cubicBezTo>
                  <a:cubicBezTo>
                    <a:pt x="10056" y="7222"/>
                    <a:pt x="10330" y="7221"/>
                    <a:pt x="10604" y="7220"/>
                  </a:cubicBezTo>
                  <a:cubicBezTo>
                    <a:pt x="14055" y="7207"/>
                    <a:pt x="17507" y="7198"/>
                    <a:pt x="20958" y="7154"/>
                  </a:cubicBezTo>
                  <a:cubicBezTo>
                    <a:pt x="27941" y="7061"/>
                    <a:pt x="34923" y="6997"/>
                    <a:pt x="41905" y="6981"/>
                  </a:cubicBezTo>
                  <a:cubicBezTo>
                    <a:pt x="41979" y="6981"/>
                    <a:pt x="42016" y="7038"/>
                    <a:pt x="42016" y="7096"/>
                  </a:cubicBezTo>
                  <a:lnTo>
                    <a:pt x="42160" y="7087"/>
                  </a:lnTo>
                  <a:cubicBezTo>
                    <a:pt x="42016" y="4732"/>
                    <a:pt x="41993" y="2367"/>
                    <a:pt x="41826" y="12"/>
                  </a:cubicBezTo>
                  <a:cubicBezTo>
                    <a:pt x="41621" y="8"/>
                    <a:pt x="41458" y="3"/>
                    <a:pt x="41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18"/>
            <p:cNvSpPr/>
            <p:nvPr/>
          </p:nvSpPr>
          <p:spPr>
            <a:xfrm>
              <a:off x="5507625" y="1619307"/>
              <a:ext cx="1048900" cy="32125"/>
            </a:xfrm>
            <a:custGeom>
              <a:rect b="b" l="l" r="r" t="t"/>
              <a:pathLst>
                <a:path extrusionOk="0" h="1285" w="41956">
                  <a:moveTo>
                    <a:pt x="0" y="0"/>
                  </a:moveTo>
                  <a:lnTo>
                    <a:pt x="0" y="0"/>
                  </a:lnTo>
                  <a:cubicBezTo>
                    <a:pt x="9" y="20"/>
                    <a:pt x="16" y="36"/>
                    <a:pt x="19" y="58"/>
                  </a:cubicBezTo>
                  <a:cubicBezTo>
                    <a:pt x="53" y="361"/>
                    <a:pt x="88" y="666"/>
                    <a:pt x="118" y="973"/>
                  </a:cubicBezTo>
                  <a:cubicBezTo>
                    <a:pt x="2830" y="944"/>
                    <a:pt x="5543" y="932"/>
                    <a:pt x="8257" y="932"/>
                  </a:cubicBezTo>
                  <a:cubicBezTo>
                    <a:pt x="19229" y="932"/>
                    <a:pt x="30211" y="1133"/>
                    <a:pt x="41175" y="1284"/>
                  </a:cubicBezTo>
                  <a:lnTo>
                    <a:pt x="41357" y="1084"/>
                  </a:lnTo>
                  <a:lnTo>
                    <a:pt x="41357" y="1063"/>
                  </a:lnTo>
                  <a:cubicBezTo>
                    <a:pt x="41589" y="1060"/>
                    <a:pt x="41750" y="1056"/>
                    <a:pt x="41955" y="1052"/>
                  </a:cubicBezTo>
                  <a:cubicBezTo>
                    <a:pt x="41937" y="788"/>
                    <a:pt x="41900" y="527"/>
                    <a:pt x="41877" y="264"/>
                  </a:cubicBezTo>
                  <a:cubicBezTo>
                    <a:pt x="41872" y="264"/>
                    <a:pt x="41870" y="266"/>
                    <a:pt x="41867" y="266"/>
                  </a:cubicBezTo>
                  <a:cubicBezTo>
                    <a:pt x="40259" y="286"/>
                    <a:pt x="38650" y="294"/>
                    <a:pt x="37041" y="294"/>
                  </a:cubicBezTo>
                  <a:cubicBezTo>
                    <a:pt x="31612" y="294"/>
                    <a:pt x="26179" y="204"/>
                    <a:pt x="20753" y="165"/>
                  </a:cubicBezTo>
                  <a:cubicBezTo>
                    <a:pt x="17246" y="137"/>
                    <a:pt x="13736" y="109"/>
                    <a:pt x="10226" y="86"/>
                  </a:cubicBezTo>
                  <a:cubicBezTo>
                    <a:pt x="9913" y="84"/>
                    <a:pt x="9600" y="83"/>
                    <a:pt x="9287" y="83"/>
                  </a:cubicBezTo>
                  <a:cubicBezTo>
                    <a:pt x="7780" y="83"/>
                    <a:pt x="6267" y="101"/>
                    <a:pt x="4755" y="101"/>
                  </a:cubicBezTo>
                  <a:cubicBezTo>
                    <a:pt x="3167" y="101"/>
                    <a:pt x="1580" y="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18"/>
            <p:cNvSpPr/>
            <p:nvPr/>
          </p:nvSpPr>
          <p:spPr>
            <a:xfrm>
              <a:off x="6519550" y="1858532"/>
              <a:ext cx="34225" cy="33950"/>
            </a:xfrm>
            <a:custGeom>
              <a:rect b="b" l="l" r="r" t="t"/>
              <a:pathLst>
                <a:path extrusionOk="0" h="1358" w="1369">
                  <a:moveTo>
                    <a:pt x="1368" y="0"/>
                  </a:moveTo>
                  <a:lnTo>
                    <a:pt x="1368" y="0"/>
                  </a:lnTo>
                  <a:cubicBezTo>
                    <a:pt x="1353" y="6"/>
                    <a:pt x="1338" y="14"/>
                    <a:pt x="1320" y="14"/>
                  </a:cubicBezTo>
                  <a:cubicBezTo>
                    <a:pt x="1319" y="14"/>
                    <a:pt x="1317" y="14"/>
                    <a:pt x="1315" y="14"/>
                  </a:cubicBezTo>
                  <a:cubicBezTo>
                    <a:pt x="876" y="10"/>
                    <a:pt x="438" y="6"/>
                    <a:pt x="1" y="2"/>
                  </a:cubicBezTo>
                  <a:lnTo>
                    <a:pt x="1" y="2"/>
                  </a:lnTo>
                  <a:cubicBezTo>
                    <a:pt x="68" y="448"/>
                    <a:pt x="82" y="905"/>
                    <a:pt x="42" y="1358"/>
                  </a:cubicBezTo>
                  <a:cubicBezTo>
                    <a:pt x="456" y="887"/>
                    <a:pt x="901" y="422"/>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18"/>
            <p:cNvSpPr/>
            <p:nvPr/>
          </p:nvSpPr>
          <p:spPr>
            <a:xfrm>
              <a:off x="5512050" y="1864282"/>
              <a:ext cx="55700" cy="37325"/>
            </a:xfrm>
            <a:custGeom>
              <a:rect b="b" l="l" r="r" t="t"/>
              <a:pathLst>
                <a:path extrusionOk="0" h="1493" w="2228">
                  <a:moveTo>
                    <a:pt x="1" y="1"/>
                  </a:moveTo>
                  <a:cubicBezTo>
                    <a:pt x="744" y="498"/>
                    <a:pt x="1478" y="1005"/>
                    <a:pt x="2227" y="1492"/>
                  </a:cubicBezTo>
                  <a:cubicBezTo>
                    <a:pt x="2169" y="1001"/>
                    <a:pt x="2153" y="502"/>
                    <a:pt x="2194" y="8"/>
                  </a:cubicBezTo>
                  <a:cubicBezTo>
                    <a:pt x="1462" y="8"/>
                    <a:pt x="733"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18"/>
            <p:cNvSpPr/>
            <p:nvPr/>
          </p:nvSpPr>
          <p:spPr>
            <a:xfrm>
              <a:off x="5327575" y="1884107"/>
              <a:ext cx="226950" cy="22350"/>
            </a:xfrm>
            <a:custGeom>
              <a:rect b="b" l="l" r="r" t="t"/>
              <a:pathLst>
                <a:path extrusionOk="0" h="894" w="9078">
                  <a:moveTo>
                    <a:pt x="3975" y="0"/>
                  </a:moveTo>
                  <a:cubicBezTo>
                    <a:pt x="2943" y="0"/>
                    <a:pt x="1909" y="23"/>
                    <a:pt x="864" y="83"/>
                  </a:cubicBezTo>
                  <a:cubicBezTo>
                    <a:pt x="578" y="355"/>
                    <a:pt x="290" y="625"/>
                    <a:pt x="0" y="894"/>
                  </a:cubicBezTo>
                  <a:cubicBezTo>
                    <a:pt x="3021" y="759"/>
                    <a:pt x="6052" y="785"/>
                    <a:pt x="9077" y="766"/>
                  </a:cubicBezTo>
                  <a:cubicBezTo>
                    <a:pt x="8714" y="552"/>
                    <a:pt x="8361" y="325"/>
                    <a:pt x="8020" y="83"/>
                  </a:cubicBezTo>
                  <a:cubicBezTo>
                    <a:pt x="6661" y="39"/>
                    <a:pt x="5320" y="0"/>
                    <a:pt x="3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18"/>
            <p:cNvSpPr/>
            <p:nvPr/>
          </p:nvSpPr>
          <p:spPr>
            <a:xfrm>
              <a:off x="5343100" y="1671632"/>
              <a:ext cx="175725" cy="208775"/>
            </a:xfrm>
            <a:custGeom>
              <a:rect b="b" l="l" r="r" t="t"/>
              <a:pathLst>
                <a:path extrusionOk="0" h="8351" w="7029">
                  <a:moveTo>
                    <a:pt x="6327" y="0"/>
                  </a:moveTo>
                  <a:lnTo>
                    <a:pt x="6276" y="4"/>
                  </a:lnTo>
                  <a:cubicBezTo>
                    <a:pt x="6276" y="80"/>
                    <a:pt x="6226" y="157"/>
                    <a:pt x="6119" y="161"/>
                  </a:cubicBezTo>
                  <a:cubicBezTo>
                    <a:pt x="5580" y="190"/>
                    <a:pt x="5034" y="202"/>
                    <a:pt x="4486" y="202"/>
                  </a:cubicBezTo>
                  <a:cubicBezTo>
                    <a:pt x="2990" y="202"/>
                    <a:pt x="1472" y="112"/>
                    <a:pt x="1" y="14"/>
                  </a:cubicBezTo>
                  <a:lnTo>
                    <a:pt x="1" y="14"/>
                  </a:lnTo>
                  <a:cubicBezTo>
                    <a:pt x="985" y="1768"/>
                    <a:pt x="2224" y="3343"/>
                    <a:pt x="3510" y="4885"/>
                  </a:cubicBezTo>
                  <a:cubicBezTo>
                    <a:pt x="3559" y="4945"/>
                    <a:pt x="3561" y="5013"/>
                    <a:pt x="3538" y="5066"/>
                  </a:cubicBezTo>
                  <a:cubicBezTo>
                    <a:pt x="3580" y="5132"/>
                    <a:pt x="3586" y="5220"/>
                    <a:pt x="3514" y="5295"/>
                  </a:cubicBezTo>
                  <a:cubicBezTo>
                    <a:pt x="2540" y="6333"/>
                    <a:pt x="1522" y="7359"/>
                    <a:pt x="486" y="8351"/>
                  </a:cubicBezTo>
                  <a:cubicBezTo>
                    <a:pt x="1655" y="8211"/>
                    <a:pt x="2863" y="8130"/>
                    <a:pt x="4068" y="8130"/>
                  </a:cubicBezTo>
                  <a:cubicBezTo>
                    <a:pt x="5064" y="8130"/>
                    <a:pt x="6059" y="8185"/>
                    <a:pt x="7029" y="8307"/>
                  </a:cubicBezTo>
                  <a:cubicBezTo>
                    <a:pt x="6796" y="8130"/>
                    <a:pt x="6565" y="7945"/>
                    <a:pt x="6343" y="7746"/>
                  </a:cubicBezTo>
                  <a:cubicBezTo>
                    <a:pt x="6307" y="7716"/>
                    <a:pt x="6299" y="7675"/>
                    <a:pt x="6306" y="7635"/>
                  </a:cubicBezTo>
                  <a:cubicBezTo>
                    <a:pt x="6278" y="7585"/>
                    <a:pt x="6283" y="7516"/>
                    <a:pt x="6323" y="7470"/>
                  </a:cubicBezTo>
                  <a:cubicBezTo>
                    <a:pt x="6318" y="7458"/>
                    <a:pt x="6313" y="7444"/>
                    <a:pt x="6313" y="7430"/>
                  </a:cubicBezTo>
                  <a:cubicBezTo>
                    <a:pt x="6276" y="5855"/>
                    <a:pt x="6443" y="4275"/>
                    <a:pt x="6431" y="2696"/>
                  </a:cubicBezTo>
                  <a:cubicBezTo>
                    <a:pt x="6429" y="2156"/>
                    <a:pt x="6410" y="1616"/>
                    <a:pt x="6387" y="1078"/>
                  </a:cubicBezTo>
                  <a:cubicBezTo>
                    <a:pt x="4550" y="969"/>
                    <a:pt x="2697" y="897"/>
                    <a:pt x="871" y="662"/>
                  </a:cubicBezTo>
                  <a:cubicBezTo>
                    <a:pt x="808" y="655"/>
                    <a:pt x="804" y="563"/>
                    <a:pt x="871" y="563"/>
                  </a:cubicBezTo>
                  <a:cubicBezTo>
                    <a:pt x="883" y="563"/>
                    <a:pt x="895" y="563"/>
                    <a:pt x="908" y="563"/>
                  </a:cubicBezTo>
                  <a:cubicBezTo>
                    <a:pt x="2729" y="563"/>
                    <a:pt x="4556" y="723"/>
                    <a:pt x="6375" y="849"/>
                  </a:cubicBezTo>
                  <a:cubicBezTo>
                    <a:pt x="6361" y="565"/>
                    <a:pt x="6345" y="283"/>
                    <a:pt x="6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118"/>
          <p:cNvSpPr txBox="1"/>
          <p:nvPr>
            <p:ph type="title"/>
          </p:nvPr>
        </p:nvSpPr>
        <p:spPr>
          <a:xfrm>
            <a:off x="3310150" y="758950"/>
            <a:ext cx="2523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4394" name="Google Shape;4394;p118"/>
          <p:cNvSpPr txBox="1"/>
          <p:nvPr>
            <p:ph idx="2" type="title"/>
          </p:nvPr>
        </p:nvSpPr>
        <p:spPr>
          <a:xfrm>
            <a:off x="5269077" y="3468800"/>
            <a:ext cx="22284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Sarah Doe</a:t>
            </a:r>
            <a:endParaRPr/>
          </a:p>
        </p:txBody>
      </p:sp>
      <p:sp>
        <p:nvSpPr>
          <p:cNvPr id="4395" name="Google Shape;4395;p118"/>
          <p:cNvSpPr txBox="1"/>
          <p:nvPr>
            <p:ph idx="1" type="subTitle"/>
          </p:nvPr>
        </p:nvSpPr>
        <p:spPr>
          <a:xfrm>
            <a:off x="5260227" y="3879375"/>
            <a:ext cx="2246100" cy="51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4396" name="Google Shape;4396;p118"/>
          <p:cNvSpPr txBox="1"/>
          <p:nvPr>
            <p:ph idx="3" type="title"/>
          </p:nvPr>
        </p:nvSpPr>
        <p:spPr>
          <a:xfrm>
            <a:off x="1637465" y="3468800"/>
            <a:ext cx="2246100" cy="30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Smith</a:t>
            </a:r>
            <a:endParaRPr/>
          </a:p>
        </p:txBody>
      </p:sp>
      <p:sp>
        <p:nvSpPr>
          <p:cNvPr id="4397" name="Google Shape;4397;p118"/>
          <p:cNvSpPr txBox="1"/>
          <p:nvPr>
            <p:ph idx="4" type="subTitle"/>
          </p:nvPr>
        </p:nvSpPr>
        <p:spPr>
          <a:xfrm>
            <a:off x="1628615" y="3879375"/>
            <a:ext cx="2263800" cy="51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4398" name="Google Shape;4398;p118"/>
          <p:cNvPicPr preferRelativeResize="0"/>
          <p:nvPr/>
        </p:nvPicPr>
        <p:blipFill rotWithShape="1">
          <a:blip r:embed="rId3">
            <a:alphaModFix/>
          </a:blip>
          <a:srcRect b="17343" l="0" r="22535" t="7514"/>
          <a:stretch/>
        </p:blipFill>
        <p:spPr>
          <a:xfrm>
            <a:off x="5419647" y="1716125"/>
            <a:ext cx="1927260" cy="1462320"/>
          </a:xfrm>
          <a:prstGeom prst="cloud">
            <a:avLst/>
          </a:prstGeom>
          <a:noFill/>
          <a:ln>
            <a:noFill/>
          </a:ln>
        </p:spPr>
      </p:pic>
      <p:pic>
        <p:nvPicPr>
          <p:cNvPr id="4399" name="Google Shape;4399;p118"/>
          <p:cNvPicPr preferRelativeResize="0"/>
          <p:nvPr/>
        </p:nvPicPr>
        <p:blipFill rotWithShape="1">
          <a:blip r:embed="rId4">
            <a:alphaModFix/>
          </a:blip>
          <a:srcRect b="20620" l="4810" r="25688" t="253"/>
          <a:stretch/>
        </p:blipFill>
        <p:spPr>
          <a:xfrm>
            <a:off x="1796885" y="1712838"/>
            <a:ext cx="1927260" cy="1462320"/>
          </a:xfrm>
          <a:prstGeom prst="cloud">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4398"/>
                                        </p:tgtEl>
                                        <p:attrNameLst>
                                          <p:attrName>style.visibility</p:attrName>
                                        </p:attrNameLst>
                                      </p:cBhvr>
                                      <p:to>
                                        <p:strVal val="visible"/>
                                      </p:to>
                                    </p:set>
                                    <p:anim calcmode="lin" valueType="num">
                                      <p:cBhvr additive="base">
                                        <p:cTn dur="1000"/>
                                        <p:tgtEl>
                                          <p:spTgt spid="4398"/>
                                        </p:tgtEl>
                                        <p:attrNameLst>
                                          <p:attrName>ppt_w</p:attrName>
                                        </p:attrNameLst>
                                      </p:cBhvr>
                                      <p:tavLst>
                                        <p:tav fmla="" tm="0">
                                          <p:val>
                                            <p:strVal val="0"/>
                                          </p:val>
                                        </p:tav>
                                        <p:tav fmla="" tm="100000">
                                          <p:val>
                                            <p:strVal val="#ppt_w"/>
                                          </p:val>
                                        </p:tav>
                                      </p:tavLst>
                                    </p:anim>
                                    <p:anim calcmode="lin" valueType="num">
                                      <p:cBhvr additive="base">
                                        <p:cTn dur="1000"/>
                                        <p:tgtEl>
                                          <p:spTgt spid="4398"/>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3" name="Shape 4403"/>
        <p:cNvGrpSpPr/>
        <p:nvPr/>
      </p:nvGrpSpPr>
      <p:grpSpPr>
        <a:xfrm>
          <a:off x="0" y="0"/>
          <a:ext cx="0" cy="0"/>
          <a:chOff x="0" y="0"/>
          <a:chExt cx="0" cy="0"/>
        </a:xfrm>
      </p:grpSpPr>
      <p:grpSp>
        <p:nvGrpSpPr>
          <p:cNvPr id="4404" name="Google Shape;4404;p119"/>
          <p:cNvGrpSpPr/>
          <p:nvPr/>
        </p:nvGrpSpPr>
        <p:grpSpPr>
          <a:xfrm>
            <a:off x="2883617" y="518581"/>
            <a:ext cx="3376812" cy="1632063"/>
            <a:chOff x="3689050" y="1721707"/>
            <a:chExt cx="1419425" cy="686000"/>
          </a:xfrm>
        </p:grpSpPr>
        <p:sp>
          <p:nvSpPr>
            <p:cNvPr id="4405" name="Google Shape;4405;p119"/>
            <p:cNvSpPr/>
            <p:nvPr/>
          </p:nvSpPr>
          <p:spPr>
            <a:xfrm>
              <a:off x="3689050" y="1721707"/>
              <a:ext cx="1419425" cy="686000"/>
            </a:xfrm>
            <a:custGeom>
              <a:rect b="b" l="l" r="r" t="t"/>
              <a:pathLst>
                <a:path extrusionOk="0" h="27440" w="56777">
                  <a:moveTo>
                    <a:pt x="28389" y="502"/>
                  </a:moveTo>
                  <a:cubicBezTo>
                    <a:pt x="29497" y="2135"/>
                    <a:pt x="31367" y="3149"/>
                    <a:pt x="33297" y="3149"/>
                  </a:cubicBezTo>
                  <a:cubicBezTo>
                    <a:pt x="33917" y="3149"/>
                    <a:pt x="34544" y="3044"/>
                    <a:pt x="35154" y="2820"/>
                  </a:cubicBezTo>
                  <a:cubicBezTo>
                    <a:pt x="37167" y="2081"/>
                    <a:pt x="38705" y="821"/>
                    <a:pt x="40941" y="689"/>
                  </a:cubicBezTo>
                  <a:cubicBezTo>
                    <a:pt x="41083" y="681"/>
                    <a:pt x="41230" y="677"/>
                    <a:pt x="41381" y="677"/>
                  </a:cubicBezTo>
                  <a:cubicBezTo>
                    <a:pt x="43567" y="677"/>
                    <a:pt x="46533" y="1569"/>
                    <a:pt x="46200" y="4256"/>
                  </a:cubicBezTo>
                  <a:cubicBezTo>
                    <a:pt x="46180" y="4419"/>
                    <a:pt x="46311" y="4497"/>
                    <a:pt x="46445" y="4497"/>
                  </a:cubicBezTo>
                  <a:cubicBezTo>
                    <a:pt x="46514" y="4497"/>
                    <a:pt x="46584" y="4477"/>
                    <a:pt x="46633" y="4437"/>
                  </a:cubicBezTo>
                  <a:cubicBezTo>
                    <a:pt x="48037" y="3318"/>
                    <a:pt x="50459" y="2174"/>
                    <a:pt x="52433" y="2174"/>
                  </a:cubicBezTo>
                  <a:cubicBezTo>
                    <a:pt x="54143" y="2174"/>
                    <a:pt x="55517" y="3032"/>
                    <a:pt x="55602" y="5507"/>
                  </a:cubicBezTo>
                  <a:cubicBezTo>
                    <a:pt x="55667" y="7394"/>
                    <a:pt x="53731" y="11698"/>
                    <a:pt x="56278" y="12753"/>
                  </a:cubicBezTo>
                  <a:cubicBezTo>
                    <a:pt x="53268" y="14141"/>
                    <a:pt x="55685" y="17971"/>
                    <a:pt x="55741" y="20174"/>
                  </a:cubicBezTo>
                  <a:cubicBezTo>
                    <a:pt x="55800" y="22464"/>
                    <a:pt x="54212" y="24134"/>
                    <a:pt x="51940" y="24235"/>
                  </a:cubicBezTo>
                  <a:cubicBezTo>
                    <a:pt x="51863" y="24239"/>
                    <a:pt x="51787" y="24240"/>
                    <a:pt x="51711" y="24240"/>
                  </a:cubicBezTo>
                  <a:cubicBezTo>
                    <a:pt x="49804" y="24240"/>
                    <a:pt x="48149" y="23185"/>
                    <a:pt x="46424" y="22502"/>
                  </a:cubicBezTo>
                  <a:cubicBezTo>
                    <a:pt x="46408" y="22495"/>
                    <a:pt x="46394" y="22492"/>
                    <a:pt x="46381" y="22492"/>
                  </a:cubicBezTo>
                  <a:cubicBezTo>
                    <a:pt x="46309" y="22492"/>
                    <a:pt x="46280" y="22580"/>
                    <a:pt x="46303" y="22647"/>
                  </a:cubicBezTo>
                  <a:cubicBezTo>
                    <a:pt x="46271" y="22681"/>
                    <a:pt x="46244" y="22725"/>
                    <a:pt x="46239" y="22786"/>
                  </a:cubicBezTo>
                  <a:cubicBezTo>
                    <a:pt x="46027" y="25118"/>
                    <a:pt x="44272" y="26844"/>
                    <a:pt x="41919" y="26969"/>
                  </a:cubicBezTo>
                  <a:cubicBezTo>
                    <a:pt x="41803" y="26975"/>
                    <a:pt x="41688" y="26978"/>
                    <a:pt x="41573" y="26978"/>
                  </a:cubicBezTo>
                  <a:cubicBezTo>
                    <a:pt x="39701" y="26978"/>
                    <a:pt x="37924" y="26196"/>
                    <a:pt x="36197" y="25561"/>
                  </a:cubicBezTo>
                  <a:cubicBezTo>
                    <a:pt x="34942" y="25097"/>
                    <a:pt x="33591" y="24670"/>
                    <a:pt x="32236" y="24670"/>
                  </a:cubicBezTo>
                  <a:cubicBezTo>
                    <a:pt x="31829" y="24670"/>
                    <a:pt x="31422" y="24708"/>
                    <a:pt x="31016" y="24796"/>
                  </a:cubicBezTo>
                  <a:cubicBezTo>
                    <a:pt x="29959" y="25027"/>
                    <a:pt x="28722" y="25653"/>
                    <a:pt x="28388" y="26754"/>
                  </a:cubicBezTo>
                  <a:cubicBezTo>
                    <a:pt x="28056" y="25653"/>
                    <a:pt x="26819" y="25027"/>
                    <a:pt x="25761" y="24796"/>
                  </a:cubicBezTo>
                  <a:cubicBezTo>
                    <a:pt x="25356" y="24708"/>
                    <a:pt x="24949" y="24670"/>
                    <a:pt x="24541" y="24670"/>
                  </a:cubicBezTo>
                  <a:cubicBezTo>
                    <a:pt x="23187" y="24670"/>
                    <a:pt x="21835" y="25097"/>
                    <a:pt x="20580" y="25561"/>
                  </a:cubicBezTo>
                  <a:cubicBezTo>
                    <a:pt x="18853" y="26196"/>
                    <a:pt x="17077" y="26978"/>
                    <a:pt x="15205" y="26978"/>
                  </a:cubicBezTo>
                  <a:cubicBezTo>
                    <a:pt x="15090" y="26978"/>
                    <a:pt x="14974" y="26975"/>
                    <a:pt x="14858" y="26969"/>
                  </a:cubicBezTo>
                  <a:cubicBezTo>
                    <a:pt x="12506" y="26844"/>
                    <a:pt x="10751" y="25118"/>
                    <a:pt x="10538" y="22786"/>
                  </a:cubicBezTo>
                  <a:cubicBezTo>
                    <a:pt x="10534" y="22725"/>
                    <a:pt x="10508" y="22681"/>
                    <a:pt x="10474" y="22647"/>
                  </a:cubicBezTo>
                  <a:cubicBezTo>
                    <a:pt x="10498" y="22580"/>
                    <a:pt x="10468" y="22492"/>
                    <a:pt x="10396" y="22492"/>
                  </a:cubicBezTo>
                  <a:cubicBezTo>
                    <a:pt x="10383" y="22492"/>
                    <a:pt x="10369" y="22495"/>
                    <a:pt x="10354" y="22502"/>
                  </a:cubicBezTo>
                  <a:cubicBezTo>
                    <a:pt x="8629" y="23185"/>
                    <a:pt x="6974" y="24240"/>
                    <a:pt x="5067" y="24240"/>
                  </a:cubicBezTo>
                  <a:cubicBezTo>
                    <a:pt x="4991" y="24240"/>
                    <a:pt x="4915" y="24239"/>
                    <a:pt x="4838" y="24235"/>
                  </a:cubicBezTo>
                  <a:cubicBezTo>
                    <a:pt x="2566" y="24134"/>
                    <a:pt x="977" y="22464"/>
                    <a:pt x="1037" y="20174"/>
                  </a:cubicBezTo>
                  <a:cubicBezTo>
                    <a:pt x="1093" y="17971"/>
                    <a:pt x="3510" y="14141"/>
                    <a:pt x="500" y="12753"/>
                  </a:cubicBezTo>
                  <a:cubicBezTo>
                    <a:pt x="3049" y="11698"/>
                    <a:pt x="1112" y="7394"/>
                    <a:pt x="1176" y="5507"/>
                  </a:cubicBezTo>
                  <a:cubicBezTo>
                    <a:pt x="1262" y="3032"/>
                    <a:pt x="2636" y="2174"/>
                    <a:pt x="4345" y="2174"/>
                  </a:cubicBezTo>
                  <a:cubicBezTo>
                    <a:pt x="6319" y="2174"/>
                    <a:pt x="8741" y="3318"/>
                    <a:pt x="10144" y="4437"/>
                  </a:cubicBezTo>
                  <a:cubicBezTo>
                    <a:pt x="10194" y="4477"/>
                    <a:pt x="10263" y="4497"/>
                    <a:pt x="10332" y="4497"/>
                  </a:cubicBezTo>
                  <a:cubicBezTo>
                    <a:pt x="10466" y="4497"/>
                    <a:pt x="10598" y="4419"/>
                    <a:pt x="10578" y="4256"/>
                  </a:cubicBezTo>
                  <a:cubicBezTo>
                    <a:pt x="10245" y="1569"/>
                    <a:pt x="13210" y="677"/>
                    <a:pt x="15398" y="677"/>
                  </a:cubicBezTo>
                  <a:cubicBezTo>
                    <a:pt x="15549" y="677"/>
                    <a:pt x="15696" y="681"/>
                    <a:pt x="15838" y="689"/>
                  </a:cubicBezTo>
                  <a:cubicBezTo>
                    <a:pt x="18073" y="821"/>
                    <a:pt x="19610" y="2081"/>
                    <a:pt x="21624" y="2820"/>
                  </a:cubicBezTo>
                  <a:cubicBezTo>
                    <a:pt x="22234" y="3043"/>
                    <a:pt x="22861" y="3148"/>
                    <a:pt x="23481" y="3148"/>
                  </a:cubicBezTo>
                  <a:cubicBezTo>
                    <a:pt x="25411" y="3148"/>
                    <a:pt x="27281" y="2135"/>
                    <a:pt x="28389" y="502"/>
                  </a:cubicBezTo>
                  <a:close/>
                  <a:moveTo>
                    <a:pt x="28292" y="1"/>
                  </a:moveTo>
                  <a:cubicBezTo>
                    <a:pt x="28225" y="1"/>
                    <a:pt x="28159" y="31"/>
                    <a:pt x="28114" y="105"/>
                  </a:cubicBezTo>
                  <a:cubicBezTo>
                    <a:pt x="27160" y="1703"/>
                    <a:pt x="25399" y="2697"/>
                    <a:pt x="23544" y="2697"/>
                  </a:cubicBezTo>
                  <a:cubicBezTo>
                    <a:pt x="23391" y="2697"/>
                    <a:pt x="23237" y="2690"/>
                    <a:pt x="23083" y="2676"/>
                  </a:cubicBezTo>
                  <a:cubicBezTo>
                    <a:pt x="20994" y="2489"/>
                    <a:pt x="19361" y="843"/>
                    <a:pt x="17327" y="377"/>
                  </a:cubicBezTo>
                  <a:cubicBezTo>
                    <a:pt x="16785" y="253"/>
                    <a:pt x="16144" y="184"/>
                    <a:pt x="15471" y="184"/>
                  </a:cubicBezTo>
                  <a:cubicBezTo>
                    <a:pt x="12996" y="184"/>
                    <a:pt x="10087" y="1122"/>
                    <a:pt x="10045" y="3730"/>
                  </a:cubicBezTo>
                  <a:cubicBezTo>
                    <a:pt x="8581" y="2670"/>
                    <a:pt x="6380" y="1520"/>
                    <a:pt x="4421" y="1520"/>
                  </a:cubicBezTo>
                  <a:cubicBezTo>
                    <a:pt x="3580" y="1520"/>
                    <a:pt x="2784" y="1732"/>
                    <a:pt x="2111" y="2254"/>
                  </a:cubicBezTo>
                  <a:cubicBezTo>
                    <a:pt x="1081" y="3053"/>
                    <a:pt x="698" y="4422"/>
                    <a:pt x="691" y="5674"/>
                  </a:cubicBezTo>
                  <a:cubicBezTo>
                    <a:pt x="681" y="7581"/>
                    <a:pt x="2594" y="11589"/>
                    <a:pt x="146" y="12535"/>
                  </a:cubicBezTo>
                  <a:cubicBezTo>
                    <a:pt x="1" y="12593"/>
                    <a:pt x="13" y="12783"/>
                    <a:pt x="118" y="12838"/>
                  </a:cubicBezTo>
                  <a:cubicBezTo>
                    <a:pt x="54" y="12942"/>
                    <a:pt x="63" y="13078"/>
                    <a:pt x="206" y="13141"/>
                  </a:cubicBezTo>
                  <a:cubicBezTo>
                    <a:pt x="2693" y="14225"/>
                    <a:pt x="1063" y="17375"/>
                    <a:pt x="679" y="19195"/>
                  </a:cubicBezTo>
                  <a:cubicBezTo>
                    <a:pt x="379" y="20613"/>
                    <a:pt x="569" y="22160"/>
                    <a:pt x="1520" y="23305"/>
                  </a:cubicBezTo>
                  <a:cubicBezTo>
                    <a:pt x="2424" y="24397"/>
                    <a:pt x="3624" y="24818"/>
                    <a:pt x="4891" y="24818"/>
                  </a:cubicBezTo>
                  <a:cubicBezTo>
                    <a:pt x="6718" y="24818"/>
                    <a:pt x="8685" y="23943"/>
                    <a:pt x="10107" y="22940"/>
                  </a:cubicBezTo>
                  <a:cubicBezTo>
                    <a:pt x="10352" y="25748"/>
                    <a:pt x="12669" y="27439"/>
                    <a:pt x="15305" y="27439"/>
                  </a:cubicBezTo>
                  <a:cubicBezTo>
                    <a:pt x="15614" y="27439"/>
                    <a:pt x="15927" y="27416"/>
                    <a:pt x="16242" y="27369"/>
                  </a:cubicBezTo>
                  <a:cubicBezTo>
                    <a:pt x="18214" y="27071"/>
                    <a:pt x="19998" y="26094"/>
                    <a:pt x="21889" y="25516"/>
                  </a:cubicBezTo>
                  <a:cubicBezTo>
                    <a:pt x="22751" y="25252"/>
                    <a:pt x="23656" y="25047"/>
                    <a:pt x="24561" y="25047"/>
                  </a:cubicBezTo>
                  <a:cubicBezTo>
                    <a:pt x="24929" y="25047"/>
                    <a:pt x="25297" y="25081"/>
                    <a:pt x="25662" y="25158"/>
                  </a:cubicBezTo>
                  <a:cubicBezTo>
                    <a:pt x="26859" y="25415"/>
                    <a:pt x="27541" y="26073"/>
                    <a:pt x="28301" y="26964"/>
                  </a:cubicBezTo>
                  <a:cubicBezTo>
                    <a:pt x="28315" y="26981"/>
                    <a:pt x="28333" y="26988"/>
                    <a:pt x="28350" y="26988"/>
                  </a:cubicBezTo>
                  <a:cubicBezTo>
                    <a:pt x="28364" y="26988"/>
                    <a:pt x="28377" y="26983"/>
                    <a:pt x="28389" y="26976"/>
                  </a:cubicBezTo>
                  <a:cubicBezTo>
                    <a:pt x="28401" y="26983"/>
                    <a:pt x="28414" y="26988"/>
                    <a:pt x="28428" y="26988"/>
                  </a:cubicBezTo>
                  <a:cubicBezTo>
                    <a:pt x="28445" y="26988"/>
                    <a:pt x="28463" y="26981"/>
                    <a:pt x="28477" y="26964"/>
                  </a:cubicBezTo>
                  <a:cubicBezTo>
                    <a:pt x="29239" y="26073"/>
                    <a:pt x="29922" y="25415"/>
                    <a:pt x="31116" y="25158"/>
                  </a:cubicBezTo>
                  <a:cubicBezTo>
                    <a:pt x="31481" y="25081"/>
                    <a:pt x="31848" y="25047"/>
                    <a:pt x="32216" y="25047"/>
                  </a:cubicBezTo>
                  <a:cubicBezTo>
                    <a:pt x="33121" y="25047"/>
                    <a:pt x="34027" y="25252"/>
                    <a:pt x="34889" y="25516"/>
                  </a:cubicBezTo>
                  <a:cubicBezTo>
                    <a:pt x="36780" y="26094"/>
                    <a:pt x="38565" y="27071"/>
                    <a:pt x="40536" y="27369"/>
                  </a:cubicBezTo>
                  <a:cubicBezTo>
                    <a:pt x="40851" y="27416"/>
                    <a:pt x="41165" y="27439"/>
                    <a:pt x="41474" y="27439"/>
                  </a:cubicBezTo>
                  <a:cubicBezTo>
                    <a:pt x="44111" y="27439"/>
                    <a:pt x="46425" y="25748"/>
                    <a:pt x="46671" y="22940"/>
                  </a:cubicBezTo>
                  <a:cubicBezTo>
                    <a:pt x="48093" y="23943"/>
                    <a:pt x="50059" y="24818"/>
                    <a:pt x="51886" y="24818"/>
                  </a:cubicBezTo>
                  <a:cubicBezTo>
                    <a:pt x="53154" y="24818"/>
                    <a:pt x="54354" y="24397"/>
                    <a:pt x="55258" y="23305"/>
                  </a:cubicBezTo>
                  <a:cubicBezTo>
                    <a:pt x="56209" y="22160"/>
                    <a:pt x="56399" y="20613"/>
                    <a:pt x="56098" y="19195"/>
                  </a:cubicBezTo>
                  <a:cubicBezTo>
                    <a:pt x="55715" y="17375"/>
                    <a:pt x="54085" y="14227"/>
                    <a:pt x="56574" y="13141"/>
                  </a:cubicBezTo>
                  <a:cubicBezTo>
                    <a:pt x="56717" y="13078"/>
                    <a:pt x="56723" y="12942"/>
                    <a:pt x="56659" y="12839"/>
                  </a:cubicBezTo>
                  <a:cubicBezTo>
                    <a:pt x="56765" y="12783"/>
                    <a:pt x="56777" y="12593"/>
                    <a:pt x="56632" y="12535"/>
                  </a:cubicBezTo>
                  <a:cubicBezTo>
                    <a:pt x="54184" y="11589"/>
                    <a:pt x="56098" y="7581"/>
                    <a:pt x="56087" y="5674"/>
                  </a:cubicBezTo>
                  <a:cubicBezTo>
                    <a:pt x="56082" y="4422"/>
                    <a:pt x="55697" y="3053"/>
                    <a:pt x="54667" y="2254"/>
                  </a:cubicBezTo>
                  <a:cubicBezTo>
                    <a:pt x="53993" y="1732"/>
                    <a:pt x="53197" y="1520"/>
                    <a:pt x="52357" y="1520"/>
                  </a:cubicBezTo>
                  <a:cubicBezTo>
                    <a:pt x="50399" y="1520"/>
                    <a:pt x="48199" y="2670"/>
                    <a:pt x="46736" y="3730"/>
                  </a:cubicBezTo>
                  <a:cubicBezTo>
                    <a:pt x="46692" y="1122"/>
                    <a:pt x="43782" y="184"/>
                    <a:pt x="41308" y="184"/>
                  </a:cubicBezTo>
                  <a:cubicBezTo>
                    <a:pt x="40636" y="184"/>
                    <a:pt x="39995" y="253"/>
                    <a:pt x="39454" y="377"/>
                  </a:cubicBezTo>
                  <a:cubicBezTo>
                    <a:pt x="37417" y="843"/>
                    <a:pt x="35784" y="2489"/>
                    <a:pt x="33694" y="2676"/>
                  </a:cubicBezTo>
                  <a:cubicBezTo>
                    <a:pt x="33541" y="2690"/>
                    <a:pt x="33387" y="2697"/>
                    <a:pt x="33234" y="2697"/>
                  </a:cubicBezTo>
                  <a:cubicBezTo>
                    <a:pt x="31380" y="2697"/>
                    <a:pt x="29617" y="1703"/>
                    <a:pt x="28664" y="105"/>
                  </a:cubicBezTo>
                  <a:cubicBezTo>
                    <a:pt x="28619" y="31"/>
                    <a:pt x="28554" y="1"/>
                    <a:pt x="28487" y="1"/>
                  </a:cubicBezTo>
                  <a:cubicBezTo>
                    <a:pt x="28454" y="1"/>
                    <a:pt x="28421" y="8"/>
                    <a:pt x="28389" y="22"/>
                  </a:cubicBezTo>
                  <a:cubicBezTo>
                    <a:pt x="28358" y="8"/>
                    <a:pt x="28325" y="1"/>
                    <a:pt x="28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19"/>
            <p:cNvSpPr/>
            <p:nvPr/>
          </p:nvSpPr>
          <p:spPr>
            <a:xfrm>
              <a:off x="3701525" y="1734257"/>
              <a:ext cx="1394475" cy="661925"/>
            </a:xfrm>
            <a:custGeom>
              <a:rect b="b" l="l" r="r" t="t"/>
              <a:pathLst>
                <a:path extrusionOk="0" h="26477" w="55779">
                  <a:moveTo>
                    <a:pt x="39811" y="1151"/>
                  </a:moveTo>
                  <a:cubicBezTo>
                    <a:pt x="39868" y="1151"/>
                    <a:pt x="39903" y="1228"/>
                    <a:pt x="39859" y="1269"/>
                  </a:cubicBezTo>
                  <a:cubicBezTo>
                    <a:pt x="39504" y="1625"/>
                    <a:pt x="38862" y="1764"/>
                    <a:pt x="38384" y="1838"/>
                  </a:cubicBezTo>
                  <a:cubicBezTo>
                    <a:pt x="38380" y="1838"/>
                    <a:pt x="38375" y="1839"/>
                    <a:pt x="38371" y="1839"/>
                  </a:cubicBezTo>
                  <a:cubicBezTo>
                    <a:pt x="38293" y="1839"/>
                    <a:pt x="38262" y="1721"/>
                    <a:pt x="38347" y="1704"/>
                  </a:cubicBezTo>
                  <a:cubicBezTo>
                    <a:pt x="38601" y="1649"/>
                    <a:pt x="38851" y="1577"/>
                    <a:pt x="39090" y="1480"/>
                  </a:cubicBezTo>
                  <a:cubicBezTo>
                    <a:pt x="39328" y="1383"/>
                    <a:pt x="39547" y="1231"/>
                    <a:pt x="39792" y="1154"/>
                  </a:cubicBezTo>
                  <a:cubicBezTo>
                    <a:pt x="39799" y="1152"/>
                    <a:pt x="39805" y="1151"/>
                    <a:pt x="39811" y="1151"/>
                  </a:cubicBezTo>
                  <a:close/>
                  <a:moveTo>
                    <a:pt x="41987" y="1236"/>
                  </a:moveTo>
                  <a:cubicBezTo>
                    <a:pt x="42439" y="1236"/>
                    <a:pt x="42945" y="1446"/>
                    <a:pt x="43152" y="1868"/>
                  </a:cubicBezTo>
                  <a:cubicBezTo>
                    <a:pt x="43184" y="1933"/>
                    <a:pt x="43130" y="2006"/>
                    <a:pt x="43070" y="2006"/>
                  </a:cubicBezTo>
                  <a:cubicBezTo>
                    <a:pt x="43049" y="2006"/>
                    <a:pt x="43028" y="1997"/>
                    <a:pt x="43009" y="1977"/>
                  </a:cubicBezTo>
                  <a:cubicBezTo>
                    <a:pt x="42709" y="1657"/>
                    <a:pt x="42394" y="1422"/>
                    <a:pt x="41937" y="1420"/>
                  </a:cubicBezTo>
                  <a:cubicBezTo>
                    <a:pt x="41820" y="1420"/>
                    <a:pt x="41820" y="1242"/>
                    <a:pt x="41937" y="1237"/>
                  </a:cubicBezTo>
                  <a:cubicBezTo>
                    <a:pt x="41954" y="1237"/>
                    <a:pt x="41970" y="1236"/>
                    <a:pt x="41987" y="1236"/>
                  </a:cubicBezTo>
                  <a:close/>
                  <a:moveTo>
                    <a:pt x="13581" y="1514"/>
                  </a:moveTo>
                  <a:cubicBezTo>
                    <a:pt x="13645" y="1514"/>
                    <a:pt x="13709" y="1518"/>
                    <a:pt x="13773" y="1526"/>
                  </a:cubicBezTo>
                  <a:cubicBezTo>
                    <a:pt x="13896" y="1540"/>
                    <a:pt x="13898" y="1704"/>
                    <a:pt x="13773" y="1718"/>
                  </a:cubicBezTo>
                  <a:cubicBezTo>
                    <a:pt x="13270" y="1770"/>
                    <a:pt x="12822" y="1852"/>
                    <a:pt x="12387" y="2126"/>
                  </a:cubicBezTo>
                  <a:cubicBezTo>
                    <a:pt x="12371" y="2137"/>
                    <a:pt x="12354" y="2141"/>
                    <a:pt x="12339" y="2141"/>
                  </a:cubicBezTo>
                  <a:cubicBezTo>
                    <a:pt x="12263" y="2141"/>
                    <a:pt x="12216" y="2025"/>
                    <a:pt x="12296" y="1969"/>
                  </a:cubicBezTo>
                  <a:cubicBezTo>
                    <a:pt x="12666" y="1708"/>
                    <a:pt x="13121" y="1514"/>
                    <a:pt x="13581" y="1514"/>
                  </a:cubicBezTo>
                  <a:close/>
                  <a:moveTo>
                    <a:pt x="16188" y="1558"/>
                  </a:moveTo>
                  <a:cubicBezTo>
                    <a:pt x="16197" y="1558"/>
                    <a:pt x="16207" y="1560"/>
                    <a:pt x="16218" y="1563"/>
                  </a:cubicBezTo>
                  <a:cubicBezTo>
                    <a:pt x="16692" y="1715"/>
                    <a:pt x="17167" y="1911"/>
                    <a:pt x="17564" y="2216"/>
                  </a:cubicBezTo>
                  <a:cubicBezTo>
                    <a:pt x="17640" y="2276"/>
                    <a:pt x="17598" y="2389"/>
                    <a:pt x="17520" y="2389"/>
                  </a:cubicBezTo>
                  <a:cubicBezTo>
                    <a:pt x="17505" y="2389"/>
                    <a:pt x="17489" y="2385"/>
                    <a:pt x="17472" y="2376"/>
                  </a:cubicBezTo>
                  <a:cubicBezTo>
                    <a:pt x="17043" y="2144"/>
                    <a:pt x="16627" y="1911"/>
                    <a:pt x="16170" y="1741"/>
                  </a:cubicBezTo>
                  <a:cubicBezTo>
                    <a:pt x="16070" y="1703"/>
                    <a:pt x="16098" y="1558"/>
                    <a:pt x="16188" y="1558"/>
                  </a:cubicBezTo>
                  <a:close/>
                  <a:moveTo>
                    <a:pt x="27699" y="1625"/>
                  </a:moveTo>
                  <a:cubicBezTo>
                    <a:pt x="27873" y="1625"/>
                    <a:pt x="28064" y="1829"/>
                    <a:pt x="28185" y="1925"/>
                  </a:cubicBezTo>
                  <a:cubicBezTo>
                    <a:pt x="28430" y="2114"/>
                    <a:pt x="28686" y="2297"/>
                    <a:pt x="28915" y="2512"/>
                  </a:cubicBezTo>
                  <a:cubicBezTo>
                    <a:pt x="28992" y="2584"/>
                    <a:pt x="28921" y="2704"/>
                    <a:pt x="28833" y="2704"/>
                  </a:cubicBezTo>
                  <a:cubicBezTo>
                    <a:pt x="28815" y="2704"/>
                    <a:pt x="28796" y="2699"/>
                    <a:pt x="28777" y="2687"/>
                  </a:cubicBezTo>
                  <a:cubicBezTo>
                    <a:pt x="28469" y="2492"/>
                    <a:pt x="28204" y="2172"/>
                    <a:pt x="27883" y="2009"/>
                  </a:cubicBezTo>
                  <a:cubicBezTo>
                    <a:pt x="27806" y="1969"/>
                    <a:pt x="27743" y="1952"/>
                    <a:pt x="27688" y="1952"/>
                  </a:cubicBezTo>
                  <a:cubicBezTo>
                    <a:pt x="27512" y="1952"/>
                    <a:pt x="27424" y="2127"/>
                    <a:pt x="27264" y="2285"/>
                  </a:cubicBezTo>
                  <a:cubicBezTo>
                    <a:pt x="27102" y="2442"/>
                    <a:pt x="26943" y="2599"/>
                    <a:pt x="26781" y="2759"/>
                  </a:cubicBezTo>
                  <a:cubicBezTo>
                    <a:pt x="26759" y="2781"/>
                    <a:pt x="26734" y="2790"/>
                    <a:pt x="26710" y="2790"/>
                  </a:cubicBezTo>
                  <a:cubicBezTo>
                    <a:pt x="26630" y="2790"/>
                    <a:pt x="26558" y="2684"/>
                    <a:pt x="26631" y="2607"/>
                  </a:cubicBezTo>
                  <a:cubicBezTo>
                    <a:pt x="26881" y="2341"/>
                    <a:pt x="27128" y="2068"/>
                    <a:pt x="27386" y="1812"/>
                  </a:cubicBezTo>
                  <a:cubicBezTo>
                    <a:pt x="27476" y="1722"/>
                    <a:pt x="27559" y="1625"/>
                    <a:pt x="27696" y="1625"/>
                  </a:cubicBezTo>
                  <a:cubicBezTo>
                    <a:pt x="27697" y="1625"/>
                    <a:pt x="27698" y="1625"/>
                    <a:pt x="27699" y="1625"/>
                  </a:cubicBezTo>
                  <a:close/>
                  <a:moveTo>
                    <a:pt x="4904" y="2707"/>
                  </a:moveTo>
                  <a:cubicBezTo>
                    <a:pt x="4910" y="2707"/>
                    <a:pt x="4917" y="2708"/>
                    <a:pt x="4923" y="2711"/>
                  </a:cubicBezTo>
                  <a:cubicBezTo>
                    <a:pt x="5361" y="2888"/>
                    <a:pt x="5816" y="3050"/>
                    <a:pt x="6237" y="3269"/>
                  </a:cubicBezTo>
                  <a:cubicBezTo>
                    <a:pt x="6311" y="3309"/>
                    <a:pt x="6270" y="3427"/>
                    <a:pt x="6198" y="3427"/>
                  </a:cubicBezTo>
                  <a:cubicBezTo>
                    <a:pt x="6189" y="3427"/>
                    <a:pt x="6181" y="3425"/>
                    <a:pt x="6172" y="3422"/>
                  </a:cubicBezTo>
                  <a:cubicBezTo>
                    <a:pt x="5729" y="3257"/>
                    <a:pt x="5302" y="3029"/>
                    <a:pt x="4877" y="2822"/>
                  </a:cubicBezTo>
                  <a:cubicBezTo>
                    <a:pt x="4821" y="2795"/>
                    <a:pt x="4852" y="2707"/>
                    <a:pt x="4904" y="2707"/>
                  </a:cubicBezTo>
                  <a:close/>
                  <a:moveTo>
                    <a:pt x="36065" y="2527"/>
                  </a:moveTo>
                  <a:cubicBezTo>
                    <a:pt x="36124" y="2527"/>
                    <a:pt x="36169" y="2616"/>
                    <a:pt x="36121" y="2667"/>
                  </a:cubicBezTo>
                  <a:cubicBezTo>
                    <a:pt x="35736" y="3078"/>
                    <a:pt x="35219" y="3321"/>
                    <a:pt x="34676" y="3450"/>
                  </a:cubicBezTo>
                  <a:cubicBezTo>
                    <a:pt x="34670" y="3451"/>
                    <a:pt x="34664" y="3452"/>
                    <a:pt x="34658" y="3452"/>
                  </a:cubicBezTo>
                  <a:cubicBezTo>
                    <a:pt x="34586" y="3452"/>
                    <a:pt x="34561" y="3341"/>
                    <a:pt x="34639" y="3315"/>
                  </a:cubicBezTo>
                  <a:cubicBezTo>
                    <a:pt x="35158" y="3152"/>
                    <a:pt x="35597" y="2868"/>
                    <a:pt x="36024" y="2542"/>
                  </a:cubicBezTo>
                  <a:cubicBezTo>
                    <a:pt x="36038" y="2532"/>
                    <a:pt x="36052" y="2527"/>
                    <a:pt x="36065" y="2527"/>
                  </a:cubicBezTo>
                  <a:close/>
                  <a:moveTo>
                    <a:pt x="50535" y="2936"/>
                  </a:moveTo>
                  <a:cubicBezTo>
                    <a:pt x="50623" y="2936"/>
                    <a:pt x="50712" y="2941"/>
                    <a:pt x="50801" y="2951"/>
                  </a:cubicBezTo>
                  <a:cubicBezTo>
                    <a:pt x="50921" y="2965"/>
                    <a:pt x="50928" y="3138"/>
                    <a:pt x="50801" y="3140"/>
                  </a:cubicBezTo>
                  <a:cubicBezTo>
                    <a:pt x="50275" y="3146"/>
                    <a:pt x="49772" y="3223"/>
                    <a:pt x="49293" y="3452"/>
                  </a:cubicBezTo>
                  <a:cubicBezTo>
                    <a:pt x="49280" y="3458"/>
                    <a:pt x="49267" y="3461"/>
                    <a:pt x="49254" y="3461"/>
                  </a:cubicBezTo>
                  <a:cubicBezTo>
                    <a:pt x="49174" y="3461"/>
                    <a:pt x="49120" y="3347"/>
                    <a:pt x="49206" y="3301"/>
                  </a:cubicBezTo>
                  <a:cubicBezTo>
                    <a:pt x="49621" y="3076"/>
                    <a:pt x="50070" y="2936"/>
                    <a:pt x="50535" y="2936"/>
                  </a:cubicBezTo>
                  <a:close/>
                  <a:moveTo>
                    <a:pt x="19632" y="2977"/>
                  </a:moveTo>
                  <a:cubicBezTo>
                    <a:pt x="19645" y="2977"/>
                    <a:pt x="19658" y="2980"/>
                    <a:pt x="19672" y="2987"/>
                  </a:cubicBezTo>
                  <a:cubicBezTo>
                    <a:pt x="20280" y="3315"/>
                    <a:pt x="20864" y="3387"/>
                    <a:pt x="21515" y="3549"/>
                  </a:cubicBezTo>
                  <a:cubicBezTo>
                    <a:pt x="21614" y="3574"/>
                    <a:pt x="21584" y="3710"/>
                    <a:pt x="21495" y="3717"/>
                  </a:cubicBezTo>
                  <a:cubicBezTo>
                    <a:pt x="21449" y="3720"/>
                    <a:pt x="21402" y="3722"/>
                    <a:pt x="21356" y="3722"/>
                  </a:cubicBezTo>
                  <a:cubicBezTo>
                    <a:pt x="20744" y="3722"/>
                    <a:pt x="20098" y="3431"/>
                    <a:pt x="19587" y="3132"/>
                  </a:cubicBezTo>
                  <a:cubicBezTo>
                    <a:pt x="19506" y="3088"/>
                    <a:pt x="19557" y="2977"/>
                    <a:pt x="19632" y="2977"/>
                  </a:cubicBezTo>
                  <a:close/>
                  <a:moveTo>
                    <a:pt x="30648" y="3420"/>
                  </a:moveTo>
                  <a:cubicBezTo>
                    <a:pt x="30656" y="3420"/>
                    <a:pt x="30665" y="3422"/>
                    <a:pt x="30674" y="3426"/>
                  </a:cubicBezTo>
                  <a:cubicBezTo>
                    <a:pt x="31125" y="3617"/>
                    <a:pt x="31587" y="3697"/>
                    <a:pt x="32074" y="3705"/>
                  </a:cubicBezTo>
                  <a:cubicBezTo>
                    <a:pt x="32159" y="3708"/>
                    <a:pt x="32159" y="3838"/>
                    <a:pt x="32074" y="3840"/>
                  </a:cubicBezTo>
                  <a:cubicBezTo>
                    <a:pt x="32040" y="3841"/>
                    <a:pt x="32006" y="3842"/>
                    <a:pt x="31972" y="3842"/>
                  </a:cubicBezTo>
                  <a:cubicBezTo>
                    <a:pt x="31500" y="3842"/>
                    <a:pt x="31043" y="3724"/>
                    <a:pt x="30614" y="3530"/>
                  </a:cubicBezTo>
                  <a:cubicBezTo>
                    <a:pt x="30552" y="3502"/>
                    <a:pt x="30591" y="3420"/>
                    <a:pt x="30648" y="3420"/>
                  </a:cubicBezTo>
                  <a:close/>
                  <a:moveTo>
                    <a:pt x="24785" y="3402"/>
                  </a:moveTo>
                  <a:cubicBezTo>
                    <a:pt x="24857" y="3402"/>
                    <a:pt x="24913" y="3491"/>
                    <a:pt x="24849" y="3551"/>
                  </a:cubicBezTo>
                  <a:cubicBezTo>
                    <a:pt x="24598" y="3788"/>
                    <a:pt x="24247" y="3887"/>
                    <a:pt x="23901" y="3887"/>
                  </a:cubicBezTo>
                  <a:cubicBezTo>
                    <a:pt x="23756" y="3887"/>
                    <a:pt x="23611" y="3869"/>
                    <a:pt x="23475" y="3838"/>
                  </a:cubicBezTo>
                  <a:cubicBezTo>
                    <a:pt x="23376" y="3813"/>
                    <a:pt x="23410" y="3673"/>
                    <a:pt x="23501" y="3673"/>
                  </a:cubicBezTo>
                  <a:cubicBezTo>
                    <a:pt x="23507" y="3673"/>
                    <a:pt x="23513" y="3674"/>
                    <a:pt x="23519" y="3675"/>
                  </a:cubicBezTo>
                  <a:cubicBezTo>
                    <a:pt x="23611" y="3692"/>
                    <a:pt x="23698" y="3699"/>
                    <a:pt x="23783" y="3699"/>
                  </a:cubicBezTo>
                  <a:cubicBezTo>
                    <a:pt x="24125" y="3699"/>
                    <a:pt x="24421" y="3575"/>
                    <a:pt x="24743" y="3412"/>
                  </a:cubicBezTo>
                  <a:cubicBezTo>
                    <a:pt x="24757" y="3405"/>
                    <a:pt x="24771" y="3402"/>
                    <a:pt x="24785" y="3402"/>
                  </a:cubicBezTo>
                  <a:close/>
                  <a:moveTo>
                    <a:pt x="52518" y="3100"/>
                  </a:moveTo>
                  <a:cubicBezTo>
                    <a:pt x="52518" y="3100"/>
                    <a:pt x="52519" y="3100"/>
                    <a:pt x="52520" y="3100"/>
                  </a:cubicBezTo>
                  <a:cubicBezTo>
                    <a:pt x="53073" y="3126"/>
                    <a:pt x="53581" y="3488"/>
                    <a:pt x="53711" y="4038"/>
                  </a:cubicBezTo>
                  <a:cubicBezTo>
                    <a:pt x="53729" y="4112"/>
                    <a:pt x="53673" y="4158"/>
                    <a:pt x="53617" y="4158"/>
                  </a:cubicBezTo>
                  <a:cubicBezTo>
                    <a:pt x="53579" y="4158"/>
                    <a:pt x="53541" y="4138"/>
                    <a:pt x="53524" y="4091"/>
                  </a:cubicBezTo>
                  <a:cubicBezTo>
                    <a:pt x="53357" y="3639"/>
                    <a:pt x="52985" y="3295"/>
                    <a:pt x="52503" y="3228"/>
                  </a:cubicBezTo>
                  <a:cubicBezTo>
                    <a:pt x="52432" y="3216"/>
                    <a:pt x="52450" y="3100"/>
                    <a:pt x="52518" y="3100"/>
                  </a:cubicBezTo>
                  <a:close/>
                  <a:moveTo>
                    <a:pt x="3057" y="2868"/>
                  </a:moveTo>
                  <a:cubicBezTo>
                    <a:pt x="3135" y="2868"/>
                    <a:pt x="3190" y="2984"/>
                    <a:pt x="3104" y="3022"/>
                  </a:cubicBezTo>
                  <a:cubicBezTo>
                    <a:pt x="2621" y="3241"/>
                    <a:pt x="2256" y="3641"/>
                    <a:pt x="2247" y="4195"/>
                  </a:cubicBezTo>
                  <a:cubicBezTo>
                    <a:pt x="2247" y="4233"/>
                    <a:pt x="2220" y="4252"/>
                    <a:pt x="2192" y="4252"/>
                  </a:cubicBezTo>
                  <a:cubicBezTo>
                    <a:pt x="2163" y="4252"/>
                    <a:pt x="2134" y="4233"/>
                    <a:pt x="2132" y="4195"/>
                  </a:cubicBezTo>
                  <a:cubicBezTo>
                    <a:pt x="2081" y="3615"/>
                    <a:pt x="2446" y="2990"/>
                    <a:pt x="3041" y="2870"/>
                  </a:cubicBezTo>
                  <a:cubicBezTo>
                    <a:pt x="3047" y="2869"/>
                    <a:pt x="3052" y="2868"/>
                    <a:pt x="3057" y="2868"/>
                  </a:cubicBezTo>
                  <a:close/>
                  <a:moveTo>
                    <a:pt x="44259" y="2522"/>
                  </a:moveTo>
                  <a:cubicBezTo>
                    <a:pt x="44297" y="2522"/>
                    <a:pt x="44335" y="2541"/>
                    <a:pt x="44353" y="2583"/>
                  </a:cubicBezTo>
                  <a:cubicBezTo>
                    <a:pt x="44627" y="3246"/>
                    <a:pt x="44945" y="3925"/>
                    <a:pt x="45132" y="4617"/>
                  </a:cubicBezTo>
                  <a:cubicBezTo>
                    <a:pt x="45156" y="4701"/>
                    <a:pt x="45080" y="4768"/>
                    <a:pt x="45008" y="4768"/>
                  </a:cubicBezTo>
                  <a:cubicBezTo>
                    <a:pt x="44972" y="4768"/>
                    <a:pt x="44936" y="4750"/>
                    <a:pt x="44916" y="4708"/>
                  </a:cubicBezTo>
                  <a:cubicBezTo>
                    <a:pt x="44604" y="4052"/>
                    <a:pt x="44399" y="3323"/>
                    <a:pt x="44174" y="2635"/>
                  </a:cubicBezTo>
                  <a:cubicBezTo>
                    <a:pt x="44151" y="2564"/>
                    <a:pt x="44204" y="2522"/>
                    <a:pt x="44259" y="2522"/>
                  </a:cubicBezTo>
                  <a:close/>
                  <a:moveTo>
                    <a:pt x="11190" y="3553"/>
                  </a:moveTo>
                  <a:cubicBezTo>
                    <a:pt x="11232" y="3553"/>
                    <a:pt x="11278" y="3593"/>
                    <a:pt x="11266" y="3641"/>
                  </a:cubicBezTo>
                  <a:cubicBezTo>
                    <a:pt x="11174" y="4017"/>
                    <a:pt x="11095" y="4375"/>
                    <a:pt x="11107" y="4768"/>
                  </a:cubicBezTo>
                  <a:cubicBezTo>
                    <a:pt x="11107" y="4796"/>
                    <a:pt x="11081" y="4812"/>
                    <a:pt x="11057" y="4812"/>
                  </a:cubicBezTo>
                  <a:cubicBezTo>
                    <a:pt x="11038" y="4812"/>
                    <a:pt x="11020" y="4802"/>
                    <a:pt x="11017" y="4780"/>
                  </a:cubicBezTo>
                  <a:cubicBezTo>
                    <a:pt x="10963" y="4380"/>
                    <a:pt x="10979" y="3961"/>
                    <a:pt x="11139" y="3588"/>
                  </a:cubicBezTo>
                  <a:cubicBezTo>
                    <a:pt x="11149" y="3563"/>
                    <a:pt x="11169" y="3553"/>
                    <a:pt x="11190" y="3553"/>
                  </a:cubicBezTo>
                  <a:close/>
                  <a:moveTo>
                    <a:pt x="47511" y="4101"/>
                  </a:moveTo>
                  <a:cubicBezTo>
                    <a:pt x="47593" y="4101"/>
                    <a:pt x="47642" y="4214"/>
                    <a:pt x="47557" y="4271"/>
                  </a:cubicBezTo>
                  <a:cubicBezTo>
                    <a:pt x="47150" y="4546"/>
                    <a:pt x="46715" y="4772"/>
                    <a:pt x="46283" y="5007"/>
                  </a:cubicBezTo>
                  <a:cubicBezTo>
                    <a:pt x="46269" y="5015"/>
                    <a:pt x="46255" y="5018"/>
                    <a:pt x="46242" y="5018"/>
                  </a:cubicBezTo>
                  <a:cubicBezTo>
                    <a:pt x="46168" y="5018"/>
                    <a:pt x="46123" y="4911"/>
                    <a:pt x="46200" y="4862"/>
                  </a:cubicBezTo>
                  <a:cubicBezTo>
                    <a:pt x="46615" y="4601"/>
                    <a:pt x="47023" y="4331"/>
                    <a:pt x="47465" y="4112"/>
                  </a:cubicBezTo>
                  <a:cubicBezTo>
                    <a:pt x="47481" y="4104"/>
                    <a:pt x="47496" y="4101"/>
                    <a:pt x="47511" y="4101"/>
                  </a:cubicBezTo>
                  <a:close/>
                  <a:moveTo>
                    <a:pt x="7740" y="3897"/>
                  </a:moveTo>
                  <a:cubicBezTo>
                    <a:pt x="7748" y="3897"/>
                    <a:pt x="7755" y="3899"/>
                    <a:pt x="7763" y="3902"/>
                  </a:cubicBezTo>
                  <a:cubicBezTo>
                    <a:pt x="8495" y="4200"/>
                    <a:pt x="9234" y="4645"/>
                    <a:pt x="9705" y="5295"/>
                  </a:cubicBezTo>
                  <a:cubicBezTo>
                    <a:pt x="9752" y="5357"/>
                    <a:pt x="9688" y="5424"/>
                    <a:pt x="9624" y="5424"/>
                  </a:cubicBezTo>
                  <a:cubicBezTo>
                    <a:pt x="9604" y="5424"/>
                    <a:pt x="9583" y="5417"/>
                    <a:pt x="9566" y="5400"/>
                  </a:cubicBezTo>
                  <a:cubicBezTo>
                    <a:pt x="8989" y="4856"/>
                    <a:pt x="8440" y="4363"/>
                    <a:pt x="7709" y="4029"/>
                  </a:cubicBezTo>
                  <a:cubicBezTo>
                    <a:pt x="7645" y="4000"/>
                    <a:pt x="7680" y="3897"/>
                    <a:pt x="7740" y="3897"/>
                  </a:cubicBezTo>
                  <a:close/>
                  <a:moveTo>
                    <a:pt x="53662" y="5837"/>
                  </a:moveTo>
                  <a:cubicBezTo>
                    <a:pt x="53698" y="5837"/>
                    <a:pt x="53735" y="5861"/>
                    <a:pt x="53739" y="5911"/>
                  </a:cubicBezTo>
                  <a:cubicBezTo>
                    <a:pt x="53773" y="6386"/>
                    <a:pt x="53796" y="6864"/>
                    <a:pt x="53763" y="7339"/>
                  </a:cubicBezTo>
                  <a:cubicBezTo>
                    <a:pt x="53759" y="7407"/>
                    <a:pt x="53710" y="7440"/>
                    <a:pt x="53661" y="7440"/>
                  </a:cubicBezTo>
                  <a:cubicBezTo>
                    <a:pt x="53612" y="7440"/>
                    <a:pt x="53563" y="7407"/>
                    <a:pt x="53558" y="7339"/>
                  </a:cubicBezTo>
                  <a:cubicBezTo>
                    <a:pt x="53526" y="6864"/>
                    <a:pt x="53549" y="6386"/>
                    <a:pt x="53584" y="5911"/>
                  </a:cubicBezTo>
                  <a:cubicBezTo>
                    <a:pt x="53588" y="5861"/>
                    <a:pt x="53625" y="5837"/>
                    <a:pt x="53662" y="5837"/>
                  </a:cubicBezTo>
                  <a:close/>
                  <a:moveTo>
                    <a:pt x="2188" y="5842"/>
                  </a:moveTo>
                  <a:cubicBezTo>
                    <a:pt x="2223" y="5842"/>
                    <a:pt x="2260" y="5868"/>
                    <a:pt x="2265" y="5910"/>
                  </a:cubicBezTo>
                  <a:cubicBezTo>
                    <a:pt x="2291" y="6156"/>
                    <a:pt x="2263" y="6403"/>
                    <a:pt x="2279" y="6647"/>
                  </a:cubicBezTo>
                  <a:cubicBezTo>
                    <a:pt x="2297" y="6924"/>
                    <a:pt x="2344" y="7194"/>
                    <a:pt x="2411" y="7462"/>
                  </a:cubicBezTo>
                  <a:cubicBezTo>
                    <a:pt x="2424" y="7516"/>
                    <a:pt x="2381" y="7551"/>
                    <a:pt x="2339" y="7551"/>
                  </a:cubicBezTo>
                  <a:cubicBezTo>
                    <a:pt x="2312" y="7551"/>
                    <a:pt x="2285" y="7536"/>
                    <a:pt x="2275" y="7502"/>
                  </a:cubicBezTo>
                  <a:cubicBezTo>
                    <a:pt x="2134" y="7013"/>
                    <a:pt x="1995" y="6395"/>
                    <a:pt x="2127" y="5892"/>
                  </a:cubicBezTo>
                  <a:cubicBezTo>
                    <a:pt x="2136" y="5857"/>
                    <a:pt x="2161" y="5842"/>
                    <a:pt x="2188" y="5842"/>
                  </a:cubicBezTo>
                  <a:close/>
                  <a:moveTo>
                    <a:pt x="53603" y="8816"/>
                  </a:moveTo>
                  <a:cubicBezTo>
                    <a:pt x="53651" y="8816"/>
                    <a:pt x="53698" y="8846"/>
                    <a:pt x="53692" y="8901"/>
                  </a:cubicBezTo>
                  <a:cubicBezTo>
                    <a:pt x="53650" y="9261"/>
                    <a:pt x="53648" y="9612"/>
                    <a:pt x="53727" y="9967"/>
                  </a:cubicBezTo>
                  <a:cubicBezTo>
                    <a:pt x="53798" y="10286"/>
                    <a:pt x="53955" y="10570"/>
                    <a:pt x="54053" y="10880"/>
                  </a:cubicBezTo>
                  <a:cubicBezTo>
                    <a:pt x="54073" y="10943"/>
                    <a:pt x="54016" y="10994"/>
                    <a:pt x="53960" y="10994"/>
                  </a:cubicBezTo>
                  <a:cubicBezTo>
                    <a:pt x="53939" y="10994"/>
                    <a:pt x="53917" y="10987"/>
                    <a:pt x="53900" y="10969"/>
                  </a:cubicBezTo>
                  <a:cubicBezTo>
                    <a:pt x="53401" y="10452"/>
                    <a:pt x="53353" y="9540"/>
                    <a:pt x="53516" y="8878"/>
                  </a:cubicBezTo>
                  <a:cubicBezTo>
                    <a:pt x="53527" y="8835"/>
                    <a:pt x="53565" y="8816"/>
                    <a:pt x="53603" y="8816"/>
                  </a:cubicBezTo>
                  <a:close/>
                  <a:moveTo>
                    <a:pt x="2488" y="9420"/>
                  </a:moveTo>
                  <a:cubicBezTo>
                    <a:pt x="2522" y="9420"/>
                    <a:pt x="2559" y="9447"/>
                    <a:pt x="2563" y="9488"/>
                  </a:cubicBezTo>
                  <a:cubicBezTo>
                    <a:pt x="2631" y="10076"/>
                    <a:pt x="2367" y="10715"/>
                    <a:pt x="2099" y="11230"/>
                  </a:cubicBezTo>
                  <a:cubicBezTo>
                    <a:pt x="2086" y="11255"/>
                    <a:pt x="2066" y="11266"/>
                    <a:pt x="2046" y="11266"/>
                  </a:cubicBezTo>
                  <a:cubicBezTo>
                    <a:pt x="2001" y="11266"/>
                    <a:pt x="1954" y="11215"/>
                    <a:pt x="1979" y="11162"/>
                  </a:cubicBezTo>
                  <a:cubicBezTo>
                    <a:pt x="2242" y="10603"/>
                    <a:pt x="2289" y="10055"/>
                    <a:pt x="2429" y="9469"/>
                  </a:cubicBezTo>
                  <a:cubicBezTo>
                    <a:pt x="2438" y="9434"/>
                    <a:pt x="2462" y="9420"/>
                    <a:pt x="2488" y="9420"/>
                  </a:cubicBezTo>
                  <a:close/>
                  <a:moveTo>
                    <a:pt x="1751" y="12397"/>
                  </a:moveTo>
                  <a:cubicBezTo>
                    <a:pt x="1760" y="12397"/>
                    <a:pt x="1769" y="12398"/>
                    <a:pt x="1778" y="12401"/>
                  </a:cubicBezTo>
                  <a:cubicBezTo>
                    <a:pt x="2021" y="12473"/>
                    <a:pt x="2187" y="12697"/>
                    <a:pt x="2331" y="12892"/>
                  </a:cubicBezTo>
                  <a:cubicBezTo>
                    <a:pt x="2492" y="13112"/>
                    <a:pt x="2617" y="13350"/>
                    <a:pt x="2705" y="13606"/>
                  </a:cubicBezTo>
                  <a:cubicBezTo>
                    <a:pt x="2721" y="13656"/>
                    <a:pt x="2677" y="13694"/>
                    <a:pt x="2635" y="13694"/>
                  </a:cubicBezTo>
                  <a:cubicBezTo>
                    <a:pt x="2612" y="13694"/>
                    <a:pt x="2590" y="13683"/>
                    <a:pt x="2577" y="13659"/>
                  </a:cubicBezTo>
                  <a:cubicBezTo>
                    <a:pt x="2460" y="13433"/>
                    <a:pt x="2321" y="13220"/>
                    <a:pt x="2144" y="13036"/>
                  </a:cubicBezTo>
                  <a:cubicBezTo>
                    <a:pt x="1989" y="12870"/>
                    <a:pt x="1780" y="12757"/>
                    <a:pt x="1649" y="12568"/>
                  </a:cubicBezTo>
                  <a:cubicBezTo>
                    <a:pt x="1597" y="12495"/>
                    <a:pt x="1671" y="12397"/>
                    <a:pt x="1751" y="12397"/>
                  </a:cubicBezTo>
                  <a:close/>
                  <a:moveTo>
                    <a:pt x="54052" y="12250"/>
                  </a:moveTo>
                  <a:cubicBezTo>
                    <a:pt x="54103" y="12250"/>
                    <a:pt x="54154" y="12307"/>
                    <a:pt x="54126" y="12369"/>
                  </a:cubicBezTo>
                  <a:cubicBezTo>
                    <a:pt x="53914" y="12854"/>
                    <a:pt x="53717" y="13361"/>
                    <a:pt x="53445" y="13816"/>
                  </a:cubicBezTo>
                  <a:cubicBezTo>
                    <a:pt x="53423" y="13852"/>
                    <a:pt x="53387" y="13868"/>
                    <a:pt x="53350" y="13868"/>
                  </a:cubicBezTo>
                  <a:cubicBezTo>
                    <a:pt x="53279" y="13868"/>
                    <a:pt x="53207" y="13810"/>
                    <a:pt x="53240" y="13731"/>
                  </a:cubicBezTo>
                  <a:cubicBezTo>
                    <a:pt x="53440" y="13230"/>
                    <a:pt x="53729" y="12761"/>
                    <a:pt x="53992" y="12290"/>
                  </a:cubicBezTo>
                  <a:cubicBezTo>
                    <a:pt x="54007" y="12262"/>
                    <a:pt x="54030" y="12250"/>
                    <a:pt x="54052" y="12250"/>
                  </a:cubicBezTo>
                  <a:close/>
                  <a:moveTo>
                    <a:pt x="53385" y="15081"/>
                  </a:moveTo>
                  <a:cubicBezTo>
                    <a:pt x="53425" y="15081"/>
                    <a:pt x="53463" y="15099"/>
                    <a:pt x="53482" y="15142"/>
                  </a:cubicBezTo>
                  <a:cubicBezTo>
                    <a:pt x="53595" y="15385"/>
                    <a:pt x="53685" y="15636"/>
                    <a:pt x="53777" y="15888"/>
                  </a:cubicBezTo>
                  <a:cubicBezTo>
                    <a:pt x="53810" y="15972"/>
                    <a:pt x="53726" y="16040"/>
                    <a:pt x="53650" y="16040"/>
                  </a:cubicBezTo>
                  <a:cubicBezTo>
                    <a:pt x="53611" y="16040"/>
                    <a:pt x="53574" y="16022"/>
                    <a:pt x="53556" y="15980"/>
                  </a:cubicBezTo>
                  <a:cubicBezTo>
                    <a:pt x="53452" y="15735"/>
                    <a:pt x="53341" y="15490"/>
                    <a:pt x="53256" y="15236"/>
                  </a:cubicBezTo>
                  <a:cubicBezTo>
                    <a:pt x="53225" y="15149"/>
                    <a:pt x="53309" y="15081"/>
                    <a:pt x="53385" y="15081"/>
                  </a:cubicBezTo>
                  <a:close/>
                  <a:moveTo>
                    <a:pt x="2919" y="14835"/>
                  </a:moveTo>
                  <a:cubicBezTo>
                    <a:pt x="2962" y="14835"/>
                    <a:pt x="3007" y="14866"/>
                    <a:pt x="3011" y="14920"/>
                  </a:cubicBezTo>
                  <a:cubicBezTo>
                    <a:pt x="3055" y="15612"/>
                    <a:pt x="2677" y="16319"/>
                    <a:pt x="2259" y="16843"/>
                  </a:cubicBezTo>
                  <a:cubicBezTo>
                    <a:pt x="2240" y="16867"/>
                    <a:pt x="2215" y="16877"/>
                    <a:pt x="2189" y="16877"/>
                  </a:cubicBezTo>
                  <a:cubicBezTo>
                    <a:pt x="2113" y="16877"/>
                    <a:pt x="2033" y="16787"/>
                    <a:pt x="2088" y="16714"/>
                  </a:cubicBezTo>
                  <a:cubicBezTo>
                    <a:pt x="2518" y="16153"/>
                    <a:pt x="2661" y="15560"/>
                    <a:pt x="2840" y="14896"/>
                  </a:cubicBezTo>
                  <a:cubicBezTo>
                    <a:pt x="2852" y="14854"/>
                    <a:pt x="2885" y="14835"/>
                    <a:pt x="2919" y="14835"/>
                  </a:cubicBezTo>
                  <a:close/>
                  <a:moveTo>
                    <a:pt x="54070" y="16968"/>
                  </a:moveTo>
                  <a:cubicBezTo>
                    <a:pt x="54101" y="16968"/>
                    <a:pt x="54131" y="16984"/>
                    <a:pt x="54151" y="17021"/>
                  </a:cubicBezTo>
                  <a:cubicBezTo>
                    <a:pt x="54413" y="17511"/>
                    <a:pt x="54375" y="18155"/>
                    <a:pt x="54228" y="18674"/>
                  </a:cubicBezTo>
                  <a:cubicBezTo>
                    <a:pt x="54214" y="18723"/>
                    <a:pt x="54177" y="18744"/>
                    <a:pt x="54139" y="18744"/>
                  </a:cubicBezTo>
                  <a:cubicBezTo>
                    <a:pt x="54081" y="18744"/>
                    <a:pt x="54022" y="18695"/>
                    <a:pt x="54038" y="18622"/>
                  </a:cubicBezTo>
                  <a:cubicBezTo>
                    <a:pt x="54158" y="18081"/>
                    <a:pt x="54063" y="17631"/>
                    <a:pt x="53962" y="17099"/>
                  </a:cubicBezTo>
                  <a:cubicBezTo>
                    <a:pt x="53948" y="17028"/>
                    <a:pt x="54010" y="16968"/>
                    <a:pt x="54070" y="16968"/>
                  </a:cubicBezTo>
                  <a:close/>
                  <a:moveTo>
                    <a:pt x="2063" y="18835"/>
                  </a:moveTo>
                  <a:cubicBezTo>
                    <a:pt x="2120" y="18835"/>
                    <a:pt x="2179" y="18887"/>
                    <a:pt x="2162" y="18954"/>
                  </a:cubicBezTo>
                  <a:cubicBezTo>
                    <a:pt x="2027" y="19475"/>
                    <a:pt x="1963" y="19952"/>
                    <a:pt x="2106" y="20480"/>
                  </a:cubicBezTo>
                  <a:cubicBezTo>
                    <a:pt x="2124" y="20549"/>
                    <a:pt x="2072" y="20592"/>
                    <a:pt x="2019" y="20592"/>
                  </a:cubicBezTo>
                  <a:cubicBezTo>
                    <a:pt x="1983" y="20592"/>
                    <a:pt x="1947" y="20572"/>
                    <a:pt x="1931" y="20528"/>
                  </a:cubicBezTo>
                  <a:cubicBezTo>
                    <a:pt x="1732" y="20002"/>
                    <a:pt x="1709" y="19385"/>
                    <a:pt x="1987" y="18882"/>
                  </a:cubicBezTo>
                  <a:cubicBezTo>
                    <a:pt x="2005" y="18849"/>
                    <a:pt x="2034" y="18835"/>
                    <a:pt x="2063" y="18835"/>
                  </a:cubicBezTo>
                  <a:close/>
                  <a:moveTo>
                    <a:pt x="54203" y="19960"/>
                  </a:moveTo>
                  <a:cubicBezTo>
                    <a:pt x="54255" y="19960"/>
                    <a:pt x="54306" y="19994"/>
                    <a:pt x="54302" y="20060"/>
                  </a:cubicBezTo>
                  <a:cubicBezTo>
                    <a:pt x="54283" y="20457"/>
                    <a:pt x="54174" y="20856"/>
                    <a:pt x="54091" y="21244"/>
                  </a:cubicBezTo>
                  <a:cubicBezTo>
                    <a:pt x="54079" y="21297"/>
                    <a:pt x="54043" y="21320"/>
                    <a:pt x="54004" y="21320"/>
                  </a:cubicBezTo>
                  <a:cubicBezTo>
                    <a:pt x="53944" y="21320"/>
                    <a:pt x="53879" y="21267"/>
                    <a:pt x="53890" y="21189"/>
                  </a:cubicBezTo>
                  <a:cubicBezTo>
                    <a:pt x="53946" y="20805"/>
                    <a:pt x="53981" y="20401"/>
                    <a:pt x="54101" y="20032"/>
                  </a:cubicBezTo>
                  <a:cubicBezTo>
                    <a:pt x="54116" y="19983"/>
                    <a:pt x="54160" y="19960"/>
                    <a:pt x="54203" y="19960"/>
                  </a:cubicBezTo>
                  <a:close/>
                  <a:moveTo>
                    <a:pt x="46780" y="20427"/>
                  </a:moveTo>
                  <a:cubicBezTo>
                    <a:pt x="46797" y="20427"/>
                    <a:pt x="46814" y="20431"/>
                    <a:pt x="46832" y="20441"/>
                  </a:cubicBezTo>
                  <a:cubicBezTo>
                    <a:pt x="47416" y="20750"/>
                    <a:pt x="48007" y="21050"/>
                    <a:pt x="48576" y="21390"/>
                  </a:cubicBezTo>
                  <a:cubicBezTo>
                    <a:pt x="48668" y="21445"/>
                    <a:pt x="48612" y="21569"/>
                    <a:pt x="48522" y="21569"/>
                  </a:cubicBezTo>
                  <a:cubicBezTo>
                    <a:pt x="48508" y="21569"/>
                    <a:pt x="48492" y="21566"/>
                    <a:pt x="48476" y="21558"/>
                  </a:cubicBezTo>
                  <a:cubicBezTo>
                    <a:pt x="47880" y="21270"/>
                    <a:pt x="47305" y="20942"/>
                    <a:pt x="46726" y="20624"/>
                  </a:cubicBezTo>
                  <a:cubicBezTo>
                    <a:pt x="46624" y="20566"/>
                    <a:pt x="46686" y="20427"/>
                    <a:pt x="46780" y="20427"/>
                  </a:cubicBezTo>
                  <a:close/>
                  <a:moveTo>
                    <a:pt x="9774" y="20820"/>
                  </a:moveTo>
                  <a:cubicBezTo>
                    <a:pt x="9853" y="20820"/>
                    <a:pt x="9896" y="20954"/>
                    <a:pt x="9814" y="20995"/>
                  </a:cubicBezTo>
                  <a:cubicBezTo>
                    <a:pt x="9389" y="21212"/>
                    <a:pt x="8966" y="21447"/>
                    <a:pt x="8516" y="21610"/>
                  </a:cubicBezTo>
                  <a:cubicBezTo>
                    <a:pt x="8504" y="21614"/>
                    <a:pt x="8492" y="21616"/>
                    <a:pt x="8481" y="21616"/>
                  </a:cubicBezTo>
                  <a:cubicBezTo>
                    <a:pt x="8386" y="21616"/>
                    <a:pt x="8340" y="21463"/>
                    <a:pt x="8433" y="21411"/>
                  </a:cubicBezTo>
                  <a:cubicBezTo>
                    <a:pt x="8848" y="21175"/>
                    <a:pt x="9303" y="21006"/>
                    <a:pt x="9742" y="20827"/>
                  </a:cubicBezTo>
                  <a:cubicBezTo>
                    <a:pt x="9753" y="20822"/>
                    <a:pt x="9764" y="20820"/>
                    <a:pt x="9774" y="20820"/>
                  </a:cubicBezTo>
                  <a:close/>
                  <a:moveTo>
                    <a:pt x="45059" y="20948"/>
                  </a:moveTo>
                  <a:cubicBezTo>
                    <a:pt x="45124" y="20948"/>
                    <a:pt x="45194" y="21019"/>
                    <a:pt x="45184" y="21095"/>
                  </a:cubicBezTo>
                  <a:cubicBezTo>
                    <a:pt x="45112" y="21598"/>
                    <a:pt x="44796" y="22075"/>
                    <a:pt x="44468" y="22451"/>
                  </a:cubicBezTo>
                  <a:cubicBezTo>
                    <a:pt x="44442" y="22482"/>
                    <a:pt x="44412" y="22495"/>
                    <a:pt x="44383" y="22495"/>
                  </a:cubicBezTo>
                  <a:cubicBezTo>
                    <a:pt x="44290" y="22495"/>
                    <a:pt x="44207" y="22366"/>
                    <a:pt x="44287" y="22270"/>
                  </a:cubicBezTo>
                  <a:cubicBezTo>
                    <a:pt x="44609" y="21884"/>
                    <a:pt x="44778" y="21459"/>
                    <a:pt x="44979" y="21006"/>
                  </a:cubicBezTo>
                  <a:cubicBezTo>
                    <a:pt x="44998" y="20965"/>
                    <a:pt x="45028" y="20948"/>
                    <a:pt x="45059" y="20948"/>
                  </a:cubicBezTo>
                  <a:close/>
                  <a:moveTo>
                    <a:pt x="6770" y="21969"/>
                  </a:moveTo>
                  <a:cubicBezTo>
                    <a:pt x="6841" y="21969"/>
                    <a:pt x="6896" y="22075"/>
                    <a:pt x="6838" y="22135"/>
                  </a:cubicBezTo>
                  <a:cubicBezTo>
                    <a:pt x="6608" y="22375"/>
                    <a:pt x="6298" y="22521"/>
                    <a:pt x="5978" y="22521"/>
                  </a:cubicBezTo>
                  <a:cubicBezTo>
                    <a:pt x="5842" y="22521"/>
                    <a:pt x="5704" y="22494"/>
                    <a:pt x="5570" y="22438"/>
                  </a:cubicBezTo>
                  <a:cubicBezTo>
                    <a:pt x="5469" y="22395"/>
                    <a:pt x="5516" y="22222"/>
                    <a:pt x="5618" y="22222"/>
                  </a:cubicBezTo>
                  <a:cubicBezTo>
                    <a:pt x="5621" y="22222"/>
                    <a:pt x="5624" y="22222"/>
                    <a:pt x="5627" y="22223"/>
                  </a:cubicBezTo>
                  <a:cubicBezTo>
                    <a:pt x="5711" y="22231"/>
                    <a:pt x="5795" y="22236"/>
                    <a:pt x="5877" y="22236"/>
                  </a:cubicBezTo>
                  <a:cubicBezTo>
                    <a:pt x="6177" y="22236"/>
                    <a:pt x="6465" y="22172"/>
                    <a:pt x="6721" y="21986"/>
                  </a:cubicBezTo>
                  <a:cubicBezTo>
                    <a:pt x="6738" y="21974"/>
                    <a:pt x="6754" y="21969"/>
                    <a:pt x="6770" y="21969"/>
                  </a:cubicBezTo>
                  <a:close/>
                  <a:moveTo>
                    <a:pt x="2651" y="21804"/>
                  </a:moveTo>
                  <a:cubicBezTo>
                    <a:pt x="2688" y="21804"/>
                    <a:pt x="2725" y="21820"/>
                    <a:pt x="2746" y="21856"/>
                  </a:cubicBezTo>
                  <a:cubicBezTo>
                    <a:pt x="2930" y="22173"/>
                    <a:pt x="3282" y="22389"/>
                    <a:pt x="3642" y="22389"/>
                  </a:cubicBezTo>
                  <a:cubicBezTo>
                    <a:pt x="3770" y="22389"/>
                    <a:pt x="3900" y="22362"/>
                    <a:pt x="4023" y="22302"/>
                  </a:cubicBezTo>
                  <a:cubicBezTo>
                    <a:pt x="4036" y="22295"/>
                    <a:pt x="4049" y="22292"/>
                    <a:pt x="4061" y="22292"/>
                  </a:cubicBezTo>
                  <a:cubicBezTo>
                    <a:pt x="4131" y="22292"/>
                    <a:pt x="4176" y="22393"/>
                    <a:pt x="4101" y="22438"/>
                  </a:cubicBezTo>
                  <a:cubicBezTo>
                    <a:pt x="3922" y="22542"/>
                    <a:pt x="3723" y="22593"/>
                    <a:pt x="3528" y="22593"/>
                  </a:cubicBezTo>
                  <a:cubicBezTo>
                    <a:pt x="3111" y="22593"/>
                    <a:pt x="2709" y="22363"/>
                    <a:pt x="2540" y="21942"/>
                  </a:cubicBezTo>
                  <a:cubicBezTo>
                    <a:pt x="2507" y="21862"/>
                    <a:pt x="2579" y="21804"/>
                    <a:pt x="2651" y="21804"/>
                  </a:cubicBezTo>
                  <a:close/>
                  <a:moveTo>
                    <a:pt x="49795" y="21982"/>
                  </a:moveTo>
                  <a:cubicBezTo>
                    <a:pt x="49803" y="21982"/>
                    <a:pt x="49813" y="21984"/>
                    <a:pt x="49822" y="21988"/>
                  </a:cubicBezTo>
                  <a:cubicBezTo>
                    <a:pt x="50512" y="22278"/>
                    <a:pt x="51200" y="22384"/>
                    <a:pt x="51946" y="22405"/>
                  </a:cubicBezTo>
                  <a:cubicBezTo>
                    <a:pt x="52069" y="22410"/>
                    <a:pt x="52061" y="22579"/>
                    <a:pt x="51946" y="22592"/>
                  </a:cubicBezTo>
                  <a:cubicBezTo>
                    <a:pt x="51827" y="22606"/>
                    <a:pt x="51708" y="22612"/>
                    <a:pt x="51590" y="22612"/>
                  </a:cubicBezTo>
                  <a:cubicBezTo>
                    <a:pt x="50953" y="22612"/>
                    <a:pt x="50324" y="22430"/>
                    <a:pt x="49760" y="22137"/>
                  </a:cubicBezTo>
                  <a:cubicBezTo>
                    <a:pt x="49686" y="22100"/>
                    <a:pt x="49725" y="21982"/>
                    <a:pt x="49795" y="21982"/>
                  </a:cubicBezTo>
                  <a:close/>
                  <a:moveTo>
                    <a:pt x="10876" y="21849"/>
                  </a:moveTo>
                  <a:cubicBezTo>
                    <a:pt x="10913" y="21849"/>
                    <a:pt x="10952" y="21868"/>
                    <a:pt x="10970" y="21912"/>
                  </a:cubicBezTo>
                  <a:cubicBezTo>
                    <a:pt x="11139" y="22332"/>
                    <a:pt x="11300" y="22752"/>
                    <a:pt x="11435" y="23186"/>
                  </a:cubicBezTo>
                  <a:cubicBezTo>
                    <a:pt x="11456" y="23258"/>
                    <a:pt x="11403" y="23300"/>
                    <a:pt x="11346" y="23300"/>
                  </a:cubicBezTo>
                  <a:cubicBezTo>
                    <a:pt x="11308" y="23300"/>
                    <a:pt x="11268" y="23281"/>
                    <a:pt x="11250" y="23237"/>
                  </a:cubicBezTo>
                  <a:cubicBezTo>
                    <a:pt x="11075" y="22817"/>
                    <a:pt x="10931" y="22392"/>
                    <a:pt x="10790" y="21960"/>
                  </a:cubicBezTo>
                  <a:cubicBezTo>
                    <a:pt x="10768" y="21891"/>
                    <a:pt x="10821" y="21849"/>
                    <a:pt x="10876" y="21849"/>
                  </a:cubicBezTo>
                  <a:close/>
                  <a:moveTo>
                    <a:pt x="24491" y="22821"/>
                  </a:moveTo>
                  <a:cubicBezTo>
                    <a:pt x="24493" y="22821"/>
                    <a:pt x="24494" y="22821"/>
                    <a:pt x="24495" y="22821"/>
                  </a:cubicBezTo>
                  <a:cubicBezTo>
                    <a:pt x="25149" y="22851"/>
                    <a:pt x="25817" y="22964"/>
                    <a:pt x="26396" y="23283"/>
                  </a:cubicBezTo>
                  <a:cubicBezTo>
                    <a:pt x="26469" y="23323"/>
                    <a:pt x="26431" y="23435"/>
                    <a:pt x="26358" y="23435"/>
                  </a:cubicBezTo>
                  <a:cubicBezTo>
                    <a:pt x="26350" y="23435"/>
                    <a:pt x="26342" y="23434"/>
                    <a:pt x="26334" y="23431"/>
                  </a:cubicBezTo>
                  <a:cubicBezTo>
                    <a:pt x="25724" y="23230"/>
                    <a:pt x="25143" y="23048"/>
                    <a:pt x="24495" y="23004"/>
                  </a:cubicBezTo>
                  <a:cubicBezTo>
                    <a:pt x="24381" y="22996"/>
                    <a:pt x="24378" y="22821"/>
                    <a:pt x="24491" y="22821"/>
                  </a:cubicBezTo>
                  <a:close/>
                  <a:moveTo>
                    <a:pt x="32881" y="23095"/>
                  </a:moveTo>
                  <a:cubicBezTo>
                    <a:pt x="33435" y="23095"/>
                    <a:pt x="33987" y="23148"/>
                    <a:pt x="34528" y="23270"/>
                  </a:cubicBezTo>
                  <a:cubicBezTo>
                    <a:pt x="34631" y="23293"/>
                    <a:pt x="34612" y="23464"/>
                    <a:pt x="34515" y="23464"/>
                  </a:cubicBezTo>
                  <a:cubicBezTo>
                    <a:pt x="34511" y="23464"/>
                    <a:pt x="34507" y="23464"/>
                    <a:pt x="34503" y="23463"/>
                  </a:cubicBezTo>
                  <a:cubicBezTo>
                    <a:pt x="33776" y="23369"/>
                    <a:pt x="33060" y="23301"/>
                    <a:pt x="32331" y="23301"/>
                  </a:cubicBezTo>
                  <a:cubicBezTo>
                    <a:pt x="32293" y="23301"/>
                    <a:pt x="32255" y="23301"/>
                    <a:pt x="32217" y="23302"/>
                  </a:cubicBezTo>
                  <a:cubicBezTo>
                    <a:pt x="32216" y="23302"/>
                    <a:pt x="32215" y="23302"/>
                    <a:pt x="32215" y="23302"/>
                  </a:cubicBezTo>
                  <a:cubicBezTo>
                    <a:pt x="32097" y="23302"/>
                    <a:pt x="32100" y="23127"/>
                    <a:pt x="32217" y="23119"/>
                  </a:cubicBezTo>
                  <a:cubicBezTo>
                    <a:pt x="32438" y="23103"/>
                    <a:pt x="32659" y="23095"/>
                    <a:pt x="32881" y="23095"/>
                  </a:cubicBezTo>
                  <a:close/>
                  <a:moveTo>
                    <a:pt x="21932" y="23407"/>
                  </a:moveTo>
                  <a:cubicBezTo>
                    <a:pt x="22016" y="23407"/>
                    <a:pt x="22012" y="23534"/>
                    <a:pt x="21940" y="23562"/>
                  </a:cubicBezTo>
                  <a:cubicBezTo>
                    <a:pt x="21437" y="23752"/>
                    <a:pt x="20882" y="23831"/>
                    <a:pt x="20356" y="23946"/>
                  </a:cubicBezTo>
                  <a:cubicBezTo>
                    <a:pt x="20350" y="23947"/>
                    <a:pt x="20345" y="23948"/>
                    <a:pt x="20340" y="23948"/>
                  </a:cubicBezTo>
                  <a:cubicBezTo>
                    <a:pt x="20273" y="23948"/>
                    <a:pt x="20248" y="23845"/>
                    <a:pt x="20324" y="23823"/>
                  </a:cubicBezTo>
                  <a:cubicBezTo>
                    <a:pt x="20847" y="23674"/>
                    <a:pt x="21379" y="23479"/>
                    <a:pt x="21919" y="23408"/>
                  </a:cubicBezTo>
                  <a:cubicBezTo>
                    <a:pt x="21923" y="23407"/>
                    <a:pt x="21928" y="23407"/>
                    <a:pt x="21932" y="23407"/>
                  </a:cubicBezTo>
                  <a:close/>
                  <a:moveTo>
                    <a:pt x="30078" y="23522"/>
                  </a:moveTo>
                  <a:cubicBezTo>
                    <a:pt x="30172" y="23522"/>
                    <a:pt x="30208" y="23677"/>
                    <a:pt x="30120" y="23715"/>
                  </a:cubicBezTo>
                  <a:cubicBezTo>
                    <a:pt x="29594" y="23948"/>
                    <a:pt x="29024" y="24087"/>
                    <a:pt x="28485" y="24292"/>
                  </a:cubicBezTo>
                  <a:cubicBezTo>
                    <a:pt x="28364" y="24339"/>
                    <a:pt x="28235" y="24418"/>
                    <a:pt x="28105" y="24418"/>
                  </a:cubicBezTo>
                  <a:cubicBezTo>
                    <a:pt x="28088" y="24418"/>
                    <a:pt x="28071" y="24417"/>
                    <a:pt x="28054" y="24414"/>
                  </a:cubicBezTo>
                  <a:cubicBezTo>
                    <a:pt x="27849" y="24380"/>
                    <a:pt x="27483" y="23992"/>
                    <a:pt x="27310" y="23858"/>
                  </a:cubicBezTo>
                  <a:cubicBezTo>
                    <a:pt x="27238" y="23803"/>
                    <a:pt x="27281" y="23690"/>
                    <a:pt x="27353" y="23690"/>
                  </a:cubicBezTo>
                  <a:cubicBezTo>
                    <a:pt x="27368" y="23690"/>
                    <a:pt x="27384" y="23694"/>
                    <a:pt x="27400" y="23706"/>
                  </a:cubicBezTo>
                  <a:cubicBezTo>
                    <a:pt x="27601" y="23841"/>
                    <a:pt x="27869" y="24115"/>
                    <a:pt x="28114" y="24137"/>
                  </a:cubicBezTo>
                  <a:cubicBezTo>
                    <a:pt x="28125" y="24138"/>
                    <a:pt x="28136" y="24139"/>
                    <a:pt x="28148" y="24139"/>
                  </a:cubicBezTo>
                  <a:cubicBezTo>
                    <a:pt x="28324" y="24139"/>
                    <a:pt x="28524" y="24013"/>
                    <a:pt x="28684" y="23950"/>
                  </a:cubicBezTo>
                  <a:cubicBezTo>
                    <a:pt x="29130" y="23772"/>
                    <a:pt x="29591" y="23588"/>
                    <a:pt x="30068" y="23523"/>
                  </a:cubicBezTo>
                  <a:cubicBezTo>
                    <a:pt x="30071" y="23522"/>
                    <a:pt x="30074" y="23522"/>
                    <a:pt x="30078" y="23522"/>
                  </a:cubicBezTo>
                  <a:close/>
                  <a:moveTo>
                    <a:pt x="35926" y="23685"/>
                  </a:moveTo>
                  <a:cubicBezTo>
                    <a:pt x="35929" y="23685"/>
                    <a:pt x="35931" y="23685"/>
                    <a:pt x="35935" y="23685"/>
                  </a:cubicBezTo>
                  <a:cubicBezTo>
                    <a:pt x="36553" y="23733"/>
                    <a:pt x="37190" y="23906"/>
                    <a:pt x="37689" y="24286"/>
                  </a:cubicBezTo>
                  <a:cubicBezTo>
                    <a:pt x="37759" y="24340"/>
                    <a:pt x="37719" y="24442"/>
                    <a:pt x="37646" y="24442"/>
                  </a:cubicBezTo>
                  <a:cubicBezTo>
                    <a:pt x="37633" y="24442"/>
                    <a:pt x="37618" y="24439"/>
                    <a:pt x="37603" y="24431"/>
                  </a:cubicBezTo>
                  <a:cubicBezTo>
                    <a:pt x="37066" y="24137"/>
                    <a:pt x="36551" y="23913"/>
                    <a:pt x="35935" y="23851"/>
                  </a:cubicBezTo>
                  <a:cubicBezTo>
                    <a:pt x="35831" y="23843"/>
                    <a:pt x="35826" y="23685"/>
                    <a:pt x="35926" y="23685"/>
                  </a:cubicBezTo>
                  <a:close/>
                  <a:moveTo>
                    <a:pt x="44083" y="23818"/>
                  </a:moveTo>
                  <a:cubicBezTo>
                    <a:pt x="44160" y="23818"/>
                    <a:pt x="44237" y="23907"/>
                    <a:pt x="44186" y="23988"/>
                  </a:cubicBezTo>
                  <a:cubicBezTo>
                    <a:pt x="43822" y="24560"/>
                    <a:pt x="43205" y="24924"/>
                    <a:pt x="42542" y="25042"/>
                  </a:cubicBezTo>
                  <a:cubicBezTo>
                    <a:pt x="42534" y="25043"/>
                    <a:pt x="42526" y="25044"/>
                    <a:pt x="42518" y="25044"/>
                  </a:cubicBezTo>
                  <a:cubicBezTo>
                    <a:pt x="42386" y="25044"/>
                    <a:pt x="42335" y="24849"/>
                    <a:pt x="42478" y="24811"/>
                  </a:cubicBezTo>
                  <a:cubicBezTo>
                    <a:pt x="43096" y="24656"/>
                    <a:pt x="43581" y="24316"/>
                    <a:pt x="44011" y="23851"/>
                  </a:cubicBezTo>
                  <a:cubicBezTo>
                    <a:pt x="44032" y="23828"/>
                    <a:pt x="44058" y="23818"/>
                    <a:pt x="44083" y="23818"/>
                  </a:cubicBezTo>
                  <a:close/>
                  <a:moveTo>
                    <a:pt x="18214" y="24623"/>
                  </a:moveTo>
                  <a:cubicBezTo>
                    <a:pt x="18308" y="24623"/>
                    <a:pt x="18344" y="24761"/>
                    <a:pt x="18244" y="24789"/>
                  </a:cubicBezTo>
                  <a:cubicBezTo>
                    <a:pt x="17719" y="24927"/>
                    <a:pt x="17186" y="25033"/>
                    <a:pt x="16655" y="25147"/>
                  </a:cubicBezTo>
                  <a:cubicBezTo>
                    <a:pt x="16649" y="25148"/>
                    <a:pt x="16643" y="25149"/>
                    <a:pt x="16637" y="25149"/>
                  </a:cubicBezTo>
                  <a:cubicBezTo>
                    <a:pt x="16544" y="25149"/>
                    <a:pt x="16511" y="25008"/>
                    <a:pt x="16608" y="24984"/>
                  </a:cubicBezTo>
                  <a:cubicBezTo>
                    <a:pt x="17137" y="24857"/>
                    <a:pt x="17664" y="24724"/>
                    <a:pt x="18197" y="24624"/>
                  </a:cubicBezTo>
                  <a:cubicBezTo>
                    <a:pt x="18203" y="24623"/>
                    <a:pt x="18208" y="24623"/>
                    <a:pt x="18214" y="24623"/>
                  </a:cubicBezTo>
                  <a:close/>
                  <a:moveTo>
                    <a:pt x="38944" y="24643"/>
                  </a:moveTo>
                  <a:cubicBezTo>
                    <a:pt x="38955" y="24643"/>
                    <a:pt x="38966" y="24645"/>
                    <a:pt x="38977" y="24650"/>
                  </a:cubicBezTo>
                  <a:cubicBezTo>
                    <a:pt x="39566" y="24881"/>
                    <a:pt x="40166" y="24964"/>
                    <a:pt x="40794" y="24998"/>
                  </a:cubicBezTo>
                  <a:cubicBezTo>
                    <a:pt x="40927" y="25006"/>
                    <a:pt x="40923" y="25188"/>
                    <a:pt x="40794" y="25199"/>
                  </a:cubicBezTo>
                  <a:cubicBezTo>
                    <a:pt x="40699" y="25208"/>
                    <a:pt x="40604" y="25212"/>
                    <a:pt x="40509" y="25212"/>
                  </a:cubicBezTo>
                  <a:cubicBezTo>
                    <a:pt x="39952" y="25212"/>
                    <a:pt x="39412" y="25065"/>
                    <a:pt x="38897" y="24841"/>
                  </a:cubicBezTo>
                  <a:cubicBezTo>
                    <a:pt x="38799" y="24800"/>
                    <a:pt x="38853" y="24643"/>
                    <a:pt x="38944" y="24643"/>
                  </a:cubicBezTo>
                  <a:close/>
                  <a:moveTo>
                    <a:pt x="12600" y="24296"/>
                  </a:moveTo>
                  <a:cubicBezTo>
                    <a:pt x="12624" y="24296"/>
                    <a:pt x="12649" y="24307"/>
                    <a:pt x="12665" y="24334"/>
                  </a:cubicBezTo>
                  <a:cubicBezTo>
                    <a:pt x="13004" y="24857"/>
                    <a:pt x="13553" y="25089"/>
                    <a:pt x="14157" y="25089"/>
                  </a:cubicBezTo>
                  <a:cubicBezTo>
                    <a:pt x="14171" y="25089"/>
                    <a:pt x="14184" y="25089"/>
                    <a:pt x="14198" y="25089"/>
                  </a:cubicBezTo>
                  <a:cubicBezTo>
                    <a:pt x="14199" y="25089"/>
                    <a:pt x="14200" y="25089"/>
                    <a:pt x="14201" y="25089"/>
                  </a:cubicBezTo>
                  <a:cubicBezTo>
                    <a:pt x="14300" y="25089"/>
                    <a:pt x="14326" y="25255"/>
                    <a:pt x="14224" y="25268"/>
                  </a:cubicBezTo>
                  <a:cubicBezTo>
                    <a:pt x="14149" y="25280"/>
                    <a:pt x="14074" y="25285"/>
                    <a:pt x="14000" y="25285"/>
                  </a:cubicBezTo>
                  <a:cubicBezTo>
                    <a:pt x="13399" y="25285"/>
                    <a:pt x="12839" y="24930"/>
                    <a:pt x="12528" y="24412"/>
                  </a:cubicBezTo>
                  <a:cubicBezTo>
                    <a:pt x="12494" y="24351"/>
                    <a:pt x="12547" y="24296"/>
                    <a:pt x="12600" y="24296"/>
                  </a:cubicBezTo>
                  <a:close/>
                  <a:moveTo>
                    <a:pt x="27890" y="0"/>
                  </a:moveTo>
                  <a:cubicBezTo>
                    <a:pt x="26782" y="1633"/>
                    <a:pt x="24912" y="2647"/>
                    <a:pt x="22983" y="2647"/>
                  </a:cubicBezTo>
                  <a:cubicBezTo>
                    <a:pt x="22362" y="2647"/>
                    <a:pt x="21735" y="2542"/>
                    <a:pt x="21125" y="2318"/>
                  </a:cubicBezTo>
                  <a:cubicBezTo>
                    <a:pt x="19111" y="1579"/>
                    <a:pt x="17574" y="319"/>
                    <a:pt x="15339" y="187"/>
                  </a:cubicBezTo>
                  <a:cubicBezTo>
                    <a:pt x="15197" y="179"/>
                    <a:pt x="15050" y="175"/>
                    <a:pt x="14899" y="175"/>
                  </a:cubicBezTo>
                  <a:cubicBezTo>
                    <a:pt x="12711" y="175"/>
                    <a:pt x="9746" y="1067"/>
                    <a:pt x="10079" y="3754"/>
                  </a:cubicBezTo>
                  <a:cubicBezTo>
                    <a:pt x="10099" y="3917"/>
                    <a:pt x="9967" y="3995"/>
                    <a:pt x="9833" y="3995"/>
                  </a:cubicBezTo>
                  <a:cubicBezTo>
                    <a:pt x="9764" y="3995"/>
                    <a:pt x="9695" y="3975"/>
                    <a:pt x="9645" y="3935"/>
                  </a:cubicBezTo>
                  <a:cubicBezTo>
                    <a:pt x="8242" y="2816"/>
                    <a:pt x="5820" y="1672"/>
                    <a:pt x="3846" y="1672"/>
                  </a:cubicBezTo>
                  <a:cubicBezTo>
                    <a:pt x="2137" y="1672"/>
                    <a:pt x="763" y="2530"/>
                    <a:pt x="677" y="5005"/>
                  </a:cubicBezTo>
                  <a:cubicBezTo>
                    <a:pt x="613" y="6892"/>
                    <a:pt x="2550" y="11196"/>
                    <a:pt x="1" y="12251"/>
                  </a:cubicBezTo>
                  <a:cubicBezTo>
                    <a:pt x="3011" y="13639"/>
                    <a:pt x="595" y="17469"/>
                    <a:pt x="539" y="19672"/>
                  </a:cubicBezTo>
                  <a:cubicBezTo>
                    <a:pt x="478" y="21962"/>
                    <a:pt x="2067" y="23632"/>
                    <a:pt x="4339" y="23733"/>
                  </a:cubicBezTo>
                  <a:cubicBezTo>
                    <a:pt x="4416" y="23737"/>
                    <a:pt x="4492" y="23738"/>
                    <a:pt x="4568" y="23738"/>
                  </a:cubicBezTo>
                  <a:cubicBezTo>
                    <a:pt x="6475" y="23738"/>
                    <a:pt x="8130" y="22683"/>
                    <a:pt x="9856" y="22000"/>
                  </a:cubicBezTo>
                  <a:cubicBezTo>
                    <a:pt x="9871" y="21993"/>
                    <a:pt x="9885" y="21990"/>
                    <a:pt x="9898" y="21990"/>
                  </a:cubicBezTo>
                  <a:cubicBezTo>
                    <a:pt x="9969" y="21990"/>
                    <a:pt x="9999" y="22078"/>
                    <a:pt x="9975" y="22145"/>
                  </a:cubicBezTo>
                  <a:cubicBezTo>
                    <a:pt x="10009" y="22179"/>
                    <a:pt x="10035" y="22223"/>
                    <a:pt x="10039" y="22284"/>
                  </a:cubicBezTo>
                  <a:cubicBezTo>
                    <a:pt x="10252" y="24616"/>
                    <a:pt x="12007" y="26342"/>
                    <a:pt x="14359" y="26467"/>
                  </a:cubicBezTo>
                  <a:cubicBezTo>
                    <a:pt x="14475" y="26473"/>
                    <a:pt x="14591" y="26476"/>
                    <a:pt x="14706" y="26476"/>
                  </a:cubicBezTo>
                  <a:cubicBezTo>
                    <a:pt x="16578" y="26476"/>
                    <a:pt x="18354" y="25694"/>
                    <a:pt x="20081" y="25059"/>
                  </a:cubicBezTo>
                  <a:cubicBezTo>
                    <a:pt x="21336" y="24595"/>
                    <a:pt x="22688" y="24168"/>
                    <a:pt x="24043" y="24168"/>
                  </a:cubicBezTo>
                  <a:cubicBezTo>
                    <a:pt x="24450" y="24168"/>
                    <a:pt x="24857" y="24206"/>
                    <a:pt x="25262" y="24294"/>
                  </a:cubicBezTo>
                  <a:cubicBezTo>
                    <a:pt x="26320" y="24525"/>
                    <a:pt x="27557" y="25151"/>
                    <a:pt x="27890" y="26252"/>
                  </a:cubicBezTo>
                  <a:cubicBezTo>
                    <a:pt x="28223" y="25151"/>
                    <a:pt x="29460" y="24525"/>
                    <a:pt x="30517" y="24294"/>
                  </a:cubicBezTo>
                  <a:cubicBezTo>
                    <a:pt x="30923" y="24206"/>
                    <a:pt x="31330" y="24168"/>
                    <a:pt x="31737" y="24168"/>
                  </a:cubicBezTo>
                  <a:cubicBezTo>
                    <a:pt x="33092" y="24168"/>
                    <a:pt x="34443" y="24595"/>
                    <a:pt x="35698" y="25059"/>
                  </a:cubicBezTo>
                  <a:cubicBezTo>
                    <a:pt x="37425" y="25694"/>
                    <a:pt x="39202" y="26476"/>
                    <a:pt x="41074" y="26476"/>
                  </a:cubicBezTo>
                  <a:cubicBezTo>
                    <a:pt x="41189" y="26476"/>
                    <a:pt x="41304" y="26473"/>
                    <a:pt x="41420" y="26467"/>
                  </a:cubicBezTo>
                  <a:cubicBezTo>
                    <a:pt x="43773" y="26342"/>
                    <a:pt x="45528" y="24616"/>
                    <a:pt x="45740" y="22284"/>
                  </a:cubicBezTo>
                  <a:cubicBezTo>
                    <a:pt x="45745" y="22223"/>
                    <a:pt x="45772" y="22179"/>
                    <a:pt x="45804" y="22145"/>
                  </a:cubicBezTo>
                  <a:cubicBezTo>
                    <a:pt x="45781" y="22078"/>
                    <a:pt x="45811" y="21990"/>
                    <a:pt x="45882" y="21990"/>
                  </a:cubicBezTo>
                  <a:cubicBezTo>
                    <a:pt x="45895" y="21990"/>
                    <a:pt x="45910" y="21993"/>
                    <a:pt x="45925" y="22000"/>
                  </a:cubicBezTo>
                  <a:cubicBezTo>
                    <a:pt x="47650" y="22683"/>
                    <a:pt x="49305" y="23738"/>
                    <a:pt x="51212" y="23738"/>
                  </a:cubicBezTo>
                  <a:cubicBezTo>
                    <a:pt x="51288" y="23738"/>
                    <a:pt x="51364" y="23737"/>
                    <a:pt x="51441" y="23733"/>
                  </a:cubicBezTo>
                  <a:cubicBezTo>
                    <a:pt x="53713" y="23632"/>
                    <a:pt x="55301" y="21962"/>
                    <a:pt x="55242" y="19672"/>
                  </a:cubicBezTo>
                  <a:cubicBezTo>
                    <a:pt x="55186" y="17469"/>
                    <a:pt x="52769" y="13639"/>
                    <a:pt x="55779" y="12251"/>
                  </a:cubicBezTo>
                  <a:cubicBezTo>
                    <a:pt x="53233" y="11196"/>
                    <a:pt x="55168" y="6892"/>
                    <a:pt x="55103" y="5005"/>
                  </a:cubicBezTo>
                  <a:cubicBezTo>
                    <a:pt x="55018" y="2530"/>
                    <a:pt x="53644" y="1672"/>
                    <a:pt x="51935" y="1672"/>
                  </a:cubicBezTo>
                  <a:cubicBezTo>
                    <a:pt x="49961" y="1672"/>
                    <a:pt x="47539" y="2816"/>
                    <a:pt x="46136" y="3935"/>
                  </a:cubicBezTo>
                  <a:cubicBezTo>
                    <a:pt x="46085" y="3975"/>
                    <a:pt x="46016" y="3995"/>
                    <a:pt x="45947" y="3995"/>
                  </a:cubicBezTo>
                  <a:cubicBezTo>
                    <a:pt x="45812" y="3995"/>
                    <a:pt x="45681" y="3917"/>
                    <a:pt x="45701" y="3754"/>
                  </a:cubicBezTo>
                  <a:cubicBezTo>
                    <a:pt x="46034" y="1067"/>
                    <a:pt x="43069" y="175"/>
                    <a:pt x="40882" y="175"/>
                  </a:cubicBezTo>
                  <a:cubicBezTo>
                    <a:pt x="40731" y="175"/>
                    <a:pt x="40584" y="179"/>
                    <a:pt x="40442" y="187"/>
                  </a:cubicBezTo>
                  <a:cubicBezTo>
                    <a:pt x="38207" y="319"/>
                    <a:pt x="36668" y="1579"/>
                    <a:pt x="34656" y="2318"/>
                  </a:cubicBezTo>
                  <a:cubicBezTo>
                    <a:pt x="34047" y="2541"/>
                    <a:pt x="33420" y="2646"/>
                    <a:pt x="32799" y="2646"/>
                  </a:cubicBezTo>
                  <a:cubicBezTo>
                    <a:pt x="30869" y="2646"/>
                    <a:pt x="28998" y="1633"/>
                    <a:pt x="278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19"/>
            <p:cNvSpPr/>
            <p:nvPr/>
          </p:nvSpPr>
          <p:spPr>
            <a:xfrm>
              <a:off x="5048500" y="2233232"/>
              <a:ext cx="10675" cy="34025"/>
            </a:xfrm>
            <a:custGeom>
              <a:rect b="b" l="l" r="r" t="t"/>
              <a:pathLst>
                <a:path extrusionOk="0" h="1361" w="427">
                  <a:moveTo>
                    <a:pt x="324" y="1"/>
                  </a:moveTo>
                  <a:cubicBezTo>
                    <a:pt x="281" y="1"/>
                    <a:pt x="237" y="24"/>
                    <a:pt x="222" y="73"/>
                  </a:cubicBezTo>
                  <a:cubicBezTo>
                    <a:pt x="101" y="442"/>
                    <a:pt x="67" y="846"/>
                    <a:pt x="11" y="1230"/>
                  </a:cubicBezTo>
                  <a:cubicBezTo>
                    <a:pt x="0" y="1308"/>
                    <a:pt x="65" y="1361"/>
                    <a:pt x="125" y="1361"/>
                  </a:cubicBezTo>
                  <a:cubicBezTo>
                    <a:pt x="164" y="1361"/>
                    <a:pt x="200" y="1338"/>
                    <a:pt x="212" y="1285"/>
                  </a:cubicBezTo>
                  <a:cubicBezTo>
                    <a:pt x="295" y="897"/>
                    <a:pt x="404" y="498"/>
                    <a:pt x="423" y="101"/>
                  </a:cubicBezTo>
                  <a:cubicBezTo>
                    <a:pt x="426" y="35"/>
                    <a:pt x="376" y="1"/>
                    <a:pt x="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19"/>
            <p:cNvSpPr/>
            <p:nvPr/>
          </p:nvSpPr>
          <p:spPr>
            <a:xfrm>
              <a:off x="5050225" y="2158457"/>
              <a:ext cx="11625" cy="44400"/>
            </a:xfrm>
            <a:custGeom>
              <a:rect b="b" l="l" r="r" t="t"/>
              <a:pathLst>
                <a:path extrusionOk="0" h="1776" w="465">
                  <a:moveTo>
                    <a:pt x="123" y="0"/>
                  </a:moveTo>
                  <a:cubicBezTo>
                    <a:pt x="63" y="0"/>
                    <a:pt x="0" y="60"/>
                    <a:pt x="14" y="131"/>
                  </a:cubicBezTo>
                  <a:cubicBezTo>
                    <a:pt x="115" y="662"/>
                    <a:pt x="210" y="1113"/>
                    <a:pt x="91" y="1654"/>
                  </a:cubicBezTo>
                  <a:cubicBezTo>
                    <a:pt x="74" y="1727"/>
                    <a:pt x="133" y="1776"/>
                    <a:pt x="191" y="1776"/>
                  </a:cubicBezTo>
                  <a:cubicBezTo>
                    <a:pt x="229" y="1776"/>
                    <a:pt x="266" y="1755"/>
                    <a:pt x="280" y="1706"/>
                  </a:cubicBezTo>
                  <a:cubicBezTo>
                    <a:pt x="427" y="1187"/>
                    <a:pt x="465" y="543"/>
                    <a:pt x="204" y="53"/>
                  </a:cubicBezTo>
                  <a:cubicBezTo>
                    <a:pt x="184" y="16"/>
                    <a:pt x="154"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19"/>
            <p:cNvSpPr/>
            <p:nvPr/>
          </p:nvSpPr>
          <p:spPr>
            <a:xfrm>
              <a:off x="5031700" y="2040507"/>
              <a:ext cx="23650" cy="40450"/>
            </a:xfrm>
            <a:custGeom>
              <a:rect b="b" l="l" r="r" t="t"/>
              <a:pathLst>
                <a:path extrusionOk="0" h="1618" w="946">
                  <a:moveTo>
                    <a:pt x="845" y="0"/>
                  </a:moveTo>
                  <a:cubicBezTo>
                    <a:pt x="823" y="0"/>
                    <a:pt x="800" y="12"/>
                    <a:pt x="785" y="40"/>
                  </a:cubicBezTo>
                  <a:cubicBezTo>
                    <a:pt x="522" y="511"/>
                    <a:pt x="233" y="980"/>
                    <a:pt x="33" y="1481"/>
                  </a:cubicBezTo>
                  <a:cubicBezTo>
                    <a:pt x="0" y="1560"/>
                    <a:pt x="72" y="1618"/>
                    <a:pt x="143" y="1618"/>
                  </a:cubicBezTo>
                  <a:cubicBezTo>
                    <a:pt x="180" y="1618"/>
                    <a:pt x="216" y="1602"/>
                    <a:pt x="238" y="1566"/>
                  </a:cubicBezTo>
                  <a:cubicBezTo>
                    <a:pt x="510" y="1111"/>
                    <a:pt x="707" y="604"/>
                    <a:pt x="919" y="119"/>
                  </a:cubicBezTo>
                  <a:cubicBezTo>
                    <a:pt x="946" y="57"/>
                    <a:pt x="895" y="0"/>
                    <a:pt x="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19"/>
            <p:cNvSpPr/>
            <p:nvPr/>
          </p:nvSpPr>
          <p:spPr>
            <a:xfrm>
              <a:off x="5035325" y="1954632"/>
              <a:ext cx="18025" cy="54500"/>
            </a:xfrm>
            <a:custGeom>
              <a:rect b="b" l="l" r="r" t="t"/>
              <a:pathLst>
                <a:path extrusionOk="0" h="2180" w="721">
                  <a:moveTo>
                    <a:pt x="251" y="1"/>
                  </a:moveTo>
                  <a:cubicBezTo>
                    <a:pt x="213" y="1"/>
                    <a:pt x="175" y="20"/>
                    <a:pt x="164" y="63"/>
                  </a:cubicBezTo>
                  <a:cubicBezTo>
                    <a:pt x="1" y="725"/>
                    <a:pt x="49" y="1637"/>
                    <a:pt x="548" y="2154"/>
                  </a:cubicBezTo>
                  <a:cubicBezTo>
                    <a:pt x="565" y="2172"/>
                    <a:pt x="587" y="2179"/>
                    <a:pt x="608" y="2179"/>
                  </a:cubicBezTo>
                  <a:cubicBezTo>
                    <a:pt x="664" y="2179"/>
                    <a:pt x="721" y="2128"/>
                    <a:pt x="701" y="2065"/>
                  </a:cubicBezTo>
                  <a:cubicBezTo>
                    <a:pt x="603" y="1755"/>
                    <a:pt x="446" y="1471"/>
                    <a:pt x="375" y="1152"/>
                  </a:cubicBezTo>
                  <a:cubicBezTo>
                    <a:pt x="296" y="797"/>
                    <a:pt x="298" y="446"/>
                    <a:pt x="340" y="86"/>
                  </a:cubicBezTo>
                  <a:cubicBezTo>
                    <a:pt x="346" y="31"/>
                    <a:pt x="299"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19"/>
            <p:cNvSpPr/>
            <p:nvPr/>
          </p:nvSpPr>
          <p:spPr>
            <a:xfrm>
              <a:off x="5032150" y="2111257"/>
              <a:ext cx="14625" cy="24000"/>
            </a:xfrm>
            <a:custGeom>
              <a:rect b="b" l="l" r="r" t="t"/>
              <a:pathLst>
                <a:path extrusionOk="0" h="960" w="585">
                  <a:moveTo>
                    <a:pt x="160" y="1"/>
                  </a:moveTo>
                  <a:cubicBezTo>
                    <a:pt x="84" y="1"/>
                    <a:pt x="0" y="69"/>
                    <a:pt x="31" y="156"/>
                  </a:cubicBezTo>
                  <a:cubicBezTo>
                    <a:pt x="116" y="410"/>
                    <a:pt x="227" y="655"/>
                    <a:pt x="331" y="900"/>
                  </a:cubicBezTo>
                  <a:cubicBezTo>
                    <a:pt x="349" y="942"/>
                    <a:pt x="386" y="960"/>
                    <a:pt x="425" y="960"/>
                  </a:cubicBezTo>
                  <a:cubicBezTo>
                    <a:pt x="501" y="960"/>
                    <a:pt x="585" y="892"/>
                    <a:pt x="552" y="808"/>
                  </a:cubicBezTo>
                  <a:cubicBezTo>
                    <a:pt x="460" y="556"/>
                    <a:pt x="370" y="305"/>
                    <a:pt x="257" y="62"/>
                  </a:cubicBezTo>
                  <a:cubicBezTo>
                    <a:pt x="238" y="19"/>
                    <a:pt x="200" y="1"/>
                    <a:pt x="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19"/>
            <p:cNvSpPr/>
            <p:nvPr/>
          </p:nvSpPr>
          <p:spPr>
            <a:xfrm>
              <a:off x="5039650" y="1880157"/>
              <a:ext cx="6800" cy="40125"/>
            </a:xfrm>
            <a:custGeom>
              <a:rect b="b" l="l" r="r" t="t"/>
              <a:pathLst>
                <a:path extrusionOk="0" h="1605" w="272">
                  <a:moveTo>
                    <a:pt x="137" y="1"/>
                  </a:moveTo>
                  <a:cubicBezTo>
                    <a:pt x="100" y="1"/>
                    <a:pt x="63" y="25"/>
                    <a:pt x="59" y="75"/>
                  </a:cubicBezTo>
                  <a:cubicBezTo>
                    <a:pt x="23" y="550"/>
                    <a:pt x="1" y="1028"/>
                    <a:pt x="33" y="1503"/>
                  </a:cubicBezTo>
                  <a:cubicBezTo>
                    <a:pt x="38" y="1571"/>
                    <a:pt x="87" y="1604"/>
                    <a:pt x="136" y="1604"/>
                  </a:cubicBezTo>
                  <a:cubicBezTo>
                    <a:pt x="185" y="1604"/>
                    <a:pt x="234" y="1571"/>
                    <a:pt x="238" y="1503"/>
                  </a:cubicBezTo>
                  <a:cubicBezTo>
                    <a:pt x="271" y="1028"/>
                    <a:pt x="248" y="550"/>
                    <a:pt x="214" y="75"/>
                  </a:cubicBezTo>
                  <a:cubicBezTo>
                    <a:pt x="210" y="25"/>
                    <a:pt x="173"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19"/>
            <p:cNvSpPr/>
            <p:nvPr/>
          </p:nvSpPr>
          <p:spPr>
            <a:xfrm>
              <a:off x="5012300" y="1811757"/>
              <a:ext cx="32450" cy="26475"/>
            </a:xfrm>
            <a:custGeom>
              <a:rect b="b" l="l" r="r" t="t"/>
              <a:pathLst>
                <a:path extrusionOk="0" h="1059" w="1298">
                  <a:moveTo>
                    <a:pt x="86" y="0"/>
                  </a:moveTo>
                  <a:cubicBezTo>
                    <a:pt x="19" y="0"/>
                    <a:pt x="1" y="116"/>
                    <a:pt x="72" y="128"/>
                  </a:cubicBezTo>
                  <a:cubicBezTo>
                    <a:pt x="554" y="195"/>
                    <a:pt x="926" y="539"/>
                    <a:pt x="1093" y="991"/>
                  </a:cubicBezTo>
                  <a:cubicBezTo>
                    <a:pt x="1110" y="1038"/>
                    <a:pt x="1148" y="1059"/>
                    <a:pt x="1186" y="1059"/>
                  </a:cubicBezTo>
                  <a:cubicBezTo>
                    <a:pt x="1242" y="1059"/>
                    <a:pt x="1298" y="1013"/>
                    <a:pt x="1280" y="938"/>
                  </a:cubicBezTo>
                  <a:cubicBezTo>
                    <a:pt x="1150" y="388"/>
                    <a:pt x="642" y="26"/>
                    <a:pt x="88" y="0"/>
                  </a:cubicBezTo>
                  <a:cubicBezTo>
                    <a:pt x="87" y="0"/>
                    <a:pt x="86"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19"/>
            <p:cNvSpPr/>
            <p:nvPr/>
          </p:nvSpPr>
          <p:spPr>
            <a:xfrm>
              <a:off x="4943675" y="2283782"/>
              <a:ext cx="59575" cy="15775"/>
            </a:xfrm>
            <a:custGeom>
              <a:rect b="b" l="l" r="r" t="t"/>
              <a:pathLst>
                <a:path extrusionOk="0" h="631" w="2383">
                  <a:moveTo>
                    <a:pt x="109" y="1"/>
                  </a:moveTo>
                  <a:cubicBezTo>
                    <a:pt x="39" y="1"/>
                    <a:pt x="0" y="120"/>
                    <a:pt x="74" y="157"/>
                  </a:cubicBezTo>
                  <a:cubicBezTo>
                    <a:pt x="638" y="449"/>
                    <a:pt x="1267" y="631"/>
                    <a:pt x="1903" y="631"/>
                  </a:cubicBezTo>
                  <a:cubicBezTo>
                    <a:pt x="2022" y="631"/>
                    <a:pt x="2141" y="625"/>
                    <a:pt x="2260" y="611"/>
                  </a:cubicBezTo>
                  <a:cubicBezTo>
                    <a:pt x="2375" y="598"/>
                    <a:pt x="2383" y="430"/>
                    <a:pt x="2260" y="424"/>
                  </a:cubicBezTo>
                  <a:cubicBezTo>
                    <a:pt x="1514" y="404"/>
                    <a:pt x="826" y="297"/>
                    <a:pt x="136" y="7"/>
                  </a:cubicBezTo>
                  <a:cubicBezTo>
                    <a:pt x="127" y="3"/>
                    <a:pt x="117"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19"/>
            <p:cNvSpPr/>
            <p:nvPr/>
          </p:nvSpPr>
          <p:spPr>
            <a:xfrm>
              <a:off x="4929500" y="1807632"/>
              <a:ext cx="45225" cy="13150"/>
            </a:xfrm>
            <a:custGeom>
              <a:rect b="b" l="l" r="r" t="t"/>
              <a:pathLst>
                <a:path extrusionOk="0" h="526" w="1809">
                  <a:moveTo>
                    <a:pt x="1418" y="1"/>
                  </a:moveTo>
                  <a:cubicBezTo>
                    <a:pt x="951" y="1"/>
                    <a:pt x="503" y="141"/>
                    <a:pt x="87" y="366"/>
                  </a:cubicBezTo>
                  <a:cubicBezTo>
                    <a:pt x="1" y="412"/>
                    <a:pt x="55" y="526"/>
                    <a:pt x="135" y="526"/>
                  </a:cubicBezTo>
                  <a:cubicBezTo>
                    <a:pt x="148" y="526"/>
                    <a:pt x="161" y="523"/>
                    <a:pt x="174" y="517"/>
                  </a:cubicBezTo>
                  <a:cubicBezTo>
                    <a:pt x="652" y="288"/>
                    <a:pt x="1156" y="212"/>
                    <a:pt x="1682" y="205"/>
                  </a:cubicBezTo>
                  <a:cubicBezTo>
                    <a:pt x="1809" y="203"/>
                    <a:pt x="1802" y="30"/>
                    <a:pt x="1682" y="16"/>
                  </a:cubicBezTo>
                  <a:cubicBezTo>
                    <a:pt x="1593" y="6"/>
                    <a:pt x="1505"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19"/>
            <p:cNvSpPr/>
            <p:nvPr/>
          </p:nvSpPr>
          <p:spPr>
            <a:xfrm>
              <a:off x="4867100" y="2244907"/>
              <a:ext cx="51175" cy="28600"/>
            </a:xfrm>
            <a:custGeom>
              <a:rect b="b" l="l" r="r" t="t"/>
              <a:pathLst>
                <a:path extrusionOk="0" h="1144" w="2047">
                  <a:moveTo>
                    <a:pt x="157" y="1"/>
                  </a:moveTo>
                  <a:cubicBezTo>
                    <a:pt x="63" y="1"/>
                    <a:pt x="1" y="140"/>
                    <a:pt x="103" y="198"/>
                  </a:cubicBezTo>
                  <a:cubicBezTo>
                    <a:pt x="682" y="516"/>
                    <a:pt x="1257" y="844"/>
                    <a:pt x="1853" y="1132"/>
                  </a:cubicBezTo>
                  <a:cubicBezTo>
                    <a:pt x="1869" y="1140"/>
                    <a:pt x="1885" y="1143"/>
                    <a:pt x="1900" y="1143"/>
                  </a:cubicBezTo>
                  <a:cubicBezTo>
                    <a:pt x="1989" y="1143"/>
                    <a:pt x="2046" y="1019"/>
                    <a:pt x="1953" y="964"/>
                  </a:cubicBezTo>
                  <a:cubicBezTo>
                    <a:pt x="1384" y="624"/>
                    <a:pt x="793" y="324"/>
                    <a:pt x="209" y="15"/>
                  </a:cubicBezTo>
                  <a:cubicBezTo>
                    <a:pt x="191" y="5"/>
                    <a:pt x="174"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19"/>
            <p:cNvSpPr/>
            <p:nvPr/>
          </p:nvSpPr>
          <p:spPr>
            <a:xfrm>
              <a:off x="4854600" y="1836757"/>
              <a:ext cx="37975" cy="23000"/>
            </a:xfrm>
            <a:custGeom>
              <a:rect b="b" l="l" r="r" t="t"/>
              <a:pathLst>
                <a:path extrusionOk="0" h="920" w="1519">
                  <a:moveTo>
                    <a:pt x="1388" y="1"/>
                  </a:moveTo>
                  <a:cubicBezTo>
                    <a:pt x="1373" y="1"/>
                    <a:pt x="1358" y="4"/>
                    <a:pt x="1342" y="12"/>
                  </a:cubicBezTo>
                  <a:cubicBezTo>
                    <a:pt x="901" y="231"/>
                    <a:pt x="492" y="501"/>
                    <a:pt x="77" y="762"/>
                  </a:cubicBezTo>
                  <a:cubicBezTo>
                    <a:pt x="0" y="811"/>
                    <a:pt x="45" y="919"/>
                    <a:pt x="119" y="919"/>
                  </a:cubicBezTo>
                  <a:cubicBezTo>
                    <a:pt x="132" y="919"/>
                    <a:pt x="146" y="916"/>
                    <a:pt x="160" y="908"/>
                  </a:cubicBezTo>
                  <a:cubicBezTo>
                    <a:pt x="592" y="672"/>
                    <a:pt x="1027" y="446"/>
                    <a:pt x="1434" y="171"/>
                  </a:cubicBezTo>
                  <a:cubicBezTo>
                    <a:pt x="1519" y="114"/>
                    <a:pt x="1470" y="1"/>
                    <a:pt x="1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19"/>
            <p:cNvSpPr/>
            <p:nvPr/>
          </p:nvSpPr>
          <p:spPr>
            <a:xfrm>
              <a:off x="4806700" y="2257932"/>
              <a:ext cx="24700" cy="38700"/>
            </a:xfrm>
            <a:custGeom>
              <a:rect b="b" l="l" r="r" t="t"/>
              <a:pathLst>
                <a:path extrusionOk="0" h="1548" w="988">
                  <a:moveTo>
                    <a:pt x="852" y="1"/>
                  </a:moveTo>
                  <a:cubicBezTo>
                    <a:pt x="820" y="1"/>
                    <a:pt x="789" y="18"/>
                    <a:pt x="771" y="59"/>
                  </a:cubicBezTo>
                  <a:cubicBezTo>
                    <a:pt x="571" y="512"/>
                    <a:pt x="402" y="937"/>
                    <a:pt x="80" y="1323"/>
                  </a:cubicBezTo>
                  <a:cubicBezTo>
                    <a:pt x="0" y="1419"/>
                    <a:pt x="83" y="1548"/>
                    <a:pt x="176" y="1548"/>
                  </a:cubicBezTo>
                  <a:cubicBezTo>
                    <a:pt x="205" y="1548"/>
                    <a:pt x="235" y="1535"/>
                    <a:pt x="261" y="1504"/>
                  </a:cubicBezTo>
                  <a:cubicBezTo>
                    <a:pt x="589" y="1128"/>
                    <a:pt x="905" y="651"/>
                    <a:pt x="977" y="148"/>
                  </a:cubicBezTo>
                  <a:cubicBezTo>
                    <a:pt x="987" y="72"/>
                    <a:pt x="917" y="1"/>
                    <a:pt x="8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19"/>
            <p:cNvSpPr/>
            <p:nvPr/>
          </p:nvSpPr>
          <p:spPr>
            <a:xfrm>
              <a:off x="4805300" y="1797282"/>
              <a:ext cx="25125" cy="56175"/>
            </a:xfrm>
            <a:custGeom>
              <a:rect b="b" l="l" r="r" t="t"/>
              <a:pathLst>
                <a:path extrusionOk="0" h="2247" w="1005">
                  <a:moveTo>
                    <a:pt x="108" y="0"/>
                  </a:moveTo>
                  <a:cubicBezTo>
                    <a:pt x="53" y="0"/>
                    <a:pt x="1" y="42"/>
                    <a:pt x="24" y="113"/>
                  </a:cubicBezTo>
                  <a:cubicBezTo>
                    <a:pt x="248" y="802"/>
                    <a:pt x="453" y="1531"/>
                    <a:pt x="765" y="2186"/>
                  </a:cubicBezTo>
                  <a:cubicBezTo>
                    <a:pt x="785" y="2229"/>
                    <a:pt x="821" y="2247"/>
                    <a:pt x="858" y="2247"/>
                  </a:cubicBezTo>
                  <a:cubicBezTo>
                    <a:pt x="929" y="2247"/>
                    <a:pt x="1005" y="2180"/>
                    <a:pt x="981" y="2096"/>
                  </a:cubicBezTo>
                  <a:cubicBezTo>
                    <a:pt x="794" y="1404"/>
                    <a:pt x="476" y="725"/>
                    <a:pt x="202" y="62"/>
                  </a:cubicBezTo>
                  <a:cubicBezTo>
                    <a:pt x="184" y="19"/>
                    <a:pt x="145"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19"/>
            <p:cNvSpPr/>
            <p:nvPr/>
          </p:nvSpPr>
          <p:spPr>
            <a:xfrm>
              <a:off x="4759900" y="2329707"/>
              <a:ext cx="47550" cy="30675"/>
            </a:xfrm>
            <a:custGeom>
              <a:rect b="b" l="l" r="r" t="t"/>
              <a:pathLst>
                <a:path extrusionOk="0" h="1227" w="1902">
                  <a:moveTo>
                    <a:pt x="1748" y="0"/>
                  </a:moveTo>
                  <a:cubicBezTo>
                    <a:pt x="1723" y="0"/>
                    <a:pt x="1697" y="10"/>
                    <a:pt x="1676" y="33"/>
                  </a:cubicBezTo>
                  <a:cubicBezTo>
                    <a:pt x="1246" y="498"/>
                    <a:pt x="761" y="838"/>
                    <a:pt x="143" y="993"/>
                  </a:cubicBezTo>
                  <a:cubicBezTo>
                    <a:pt x="0" y="1031"/>
                    <a:pt x="51" y="1226"/>
                    <a:pt x="183" y="1226"/>
                  </a:cubicBezTo>
                  <a:cubicBezTo>
                    <a:pt x="191" y="1226"/>
                    <a:pt x="199" y="1225"/>
                    <a:pt x="207" y="1224"/>
                  </a:cubicBezTo>
                  <a:cubicBezTo>
                    <a:pt x="870" y="1106"/>
                    <a:pt x="1487" y="742"/>
                    <a:pt x="1851" y="170"/>
                  </a:cubicBezTo>
                  <a:cubicBezTo>
                    <a:pt x="1902" y="89"/>
                    <a:pt x="1825"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19"/>
            <p:cNvSpPr/>
            <p:nvPr/>
          </p:nvSpPr>
          <p:spPr>
            <a:xfrm>
              <a:off x="4747000" y="1765157"/>
              <a:ext cx="34150" cy="19250"/>
            </a:xfrm>
            <a:custGeom>
              <a:rect b="b" l="l" r="r" t="t"/>
              <a:pathLst>
                <a:path extrusionOk="0" h="770" w="1366">
                  <a:moveTo>
                    <a:pt x="168" y="0"/>
                  </a:moveTo>
                  <a:cubicBezTo>
                    <a:pt x="151" y="0"/>
                    <a:pt x="135" y="1"/>
                    <a:pt x="118" y="1"/>
                  </a:cubicBezTo>
                  <a:cubicBezTo>
                    <a:pt x="1" y="6"/>
                    <a:pt x="1" y="184"/>
                    <a:pt x="118" y="184"/>
                  </a:cubicBezTo>
                  <a:cubicBezTo>
                    <a:pt x="575" y="186"/>
                    <a:pt x="890" y="421"/>
                    <a:pt x="1190" y="741"/>
                  </a:cubicBezTo>
                  <a:cubicBezTo>
                    <a:pt x="1209" y="761"/>
                    <a:pt x="1230" y="770"/>
                    <a:pt x="1251" y="770"/>
                  </a:cubicBezTo>
                  <a:cubicBezTo>
                    <a:pt x="1311" y="770"/>
                    <a:pt x="1365" y="697"/>
                    <a:pt x="1333" y="632"/>
                  </a:cubicBezTo>
                  <a:cubicBezTo>
                    <a:pt x="1126" y="211"/>
                    <a:pt x="620"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19"/>
            <p:cNvSpPr/>
            <p:nvPr/>
          </p:nvSpPr>
          <p:spPr>
            <a:xfrm>
              <a:off x="4671500" y="2350332"/>
              <a:ext cx="53200" cy="14250"/>
            </a:xfrm>
            <a:custGeom>
              <a:rect b="b" l="l" r="r" t="t"/>
              <a:pathLst>
                <a:path extrusionOk="0" h="570" w="2128">
                  <a:moveTo>
                    <a:pt x="145" y="0"/>
                  </a:moveTo>
                  <a:cubicBezTo>
                    <a:pt x="54" y="0"/>
                    <a:pt x="0" y="157"/>
                    <a:pt x="98" y="198"/>
                  </a:cubicBezTo>
                  <a:cubicBezTo>
                    <a:pt x="613" y="422"/>
                    <a:pt x="1153" y="569"/>
                    <a:pt x="1710" y="569"/>
                  </a:cubicBezTo>
                  <a:cubicBezTo>
                    <a:pt x="1805" y="569"/>
                    <a:pt x="1900" y="565"/>
                    <a:pt x="1995" y="556"/>
                  </a:cubicBezTo>
                  <a:cubicBezTo>
                    <a:pt x="2124" y="545"/>
                    <a:pt x="2128" y="363"/>
                    <a:pt x="1995" y="355"/>
                  </a:cubicBezTo>
                  <a:cubicBezTo>
                    <a:pt x="1367" y="321"/>
                    <a:pt x="767" y="238"/>
                    <a:pt x="178" y="7"/>
                  </a:cubicBezTo>
                  <a:cubicBezTo>
                    <a:pt x="167" y="2"/>
                    <a:pt x="156"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19"/>
            <p:cNvSpPr/>
            <p:nvPr/>
          </p:nvSpPr>
          <p:spPr>
            <a:xfrm>
              <a:off x="4658050" y="1763032"/>
              <a:ext cx="41050" cy="17200"/>
            </a:xfrm>
            <a:custGeom>
              <a:rect b="b" l="l" r="r" t="t"/>
              <a:pathLst>
                <a:path extrusionOk="0" h="688" w="1642">
                  <a:moveTo>
                    <a:pt x="1550" y="0"/>
                  </a:moveTo>
                  <a:cubicBezTo>
                    <a:pt x="1544" y="0"/>
                    <a:pt x="1538" y="1"/>
                    <a:pt x="1531" y="3"/>
                  </a:cubicBezTo>
                  <a:cubicBezTo>
                    <a:pt x="1286" y="80"/>
                    <a:pt x="1067" y="232"/>
                    <a:pt x="829" y="329"/>
                  </a:cubicBezTo>
                  <a:cubicBezTo>
                    <a:pt x="589" y="426"/>
                    <a:pt x="340" y="498"/>
                    <a:pt x="86" y="553"/>
                  </a:cubicBezTo>
                  <a:cubicBezTo>
                    <a:pt x="1" y="570"/>
                    <a:pt x="32" y="688"/>
                    <a:pt x="110" y="688"/>
                  </a:cubicBezTo>
                  <a:cubicBezTo>
                    <a:pt x="114" y="688"/>
                    <a:pt x="119" y="687"/>
                    <a:pt x="123" y="687"/>
                  </a:cubicBezTo>
                  <a:cubicBezTo>
                    <a:pt x="601" y="613"/>
                    <a:pt x="1243" y="474"/>
                    <a:pt x="1598" y="118"/>
                  </a:cubicBezTo>
                  <a:cubicBezTo>
                    <a:pt x="1642" y="77"/>
                    <a:pt x="1607" y="0"/>
                    <a:pt x="1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19"/>
            <p:cNvSpPr/>
            <p:nvPr/>
          </p:nvSpPr>
          <p:spPr>
            <a:xfrm>
              <a:off x="4597150" y="2326332"/>
              <a:ext cx="48375" cy="19000"/>
            </a:xfrm>
            <a:custGeom>
              <a:rect b="b" l="l" r="r" t="t"/>
              <a:pathLst>
                <a:path extrusionOk="0" h="760" w="1935">
                  <a:moveTo>
                    <a:pt x="102" y="1"/>
                  </a:moveTo>
                  <a:cubicBezTo>
                    <a:pt x="1" y="1"/>
                    <a:pt x="5" y="158"/>
                    <a:pt x="110" y="168"/>
                  </a:cubicBezTo>
                  <a:cubicBezTo>
                    <a:pt x="726" y="230"/>
                    <a:pt x="1241" y="454"/>
                    <a:pt x="1778" y="748"/>
                  </a:cubicBezTo>
                  <a:cubicBezTo>
                    <a:pt x="1793" y="756"/>
                    <a:pt x="1808" y="759"/>
                    <a:pt x="1821" y="759"/>
                  </a:cubicBezTo>
                  <a:cubicBezTo>
                    <a:pt x="1894" y="759"/>
                    <a:pt x="1934" y="657"/>
                    <a:pt x="1864" y="602"/>
                  </a:cubicBezTo>
                  <a:cubicBezTo>
                    <a:pt x="1365" y="223"/>
                    <a:pt x="728" y="50"/>
                    <a:pt x="110" y="1"/>
                  </a:cubicBezTo>
                  <a:cubicBezTo>
                    <a:pt x="107" y="1"/>
                    <a:pt x="104" y="1"/>
                    <a:pt x="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19"/>
            <p:cNvSpPr/>
            <p:nvPr/>
          </p:nvSpPr>
          <p:spPr>
            <a:xfrm>
              <a:off x="4565550" y="1797432"/>
              <a:ext cx="40200" cy="23125"/>
            </a:xfrm>
            <a:custGeom>
              <a:rect b="b" l="l" r="r" t="t"/>
              <a:pathLst>
                <a:path extrusionOk="0" h="925" w="1608">
                  <a:moveTo>
                    <a:pt x="1504" y="0"/>
                  </a:moveTo>
                  <a:cubicBezTo>
                    <a:pt x="1491" y="0"/>
                    <a:pt x="1477" y="5"/>
                    <a:pt x="1463" y="15"/>
                  </a:cubicBezTo>
                  <a:cubicBezTo>
                    <a:pt x="1036" y="341"/>
                    <a:pt x="597" y="625"/>
                    <a:pt x="78" y="788"/>
                  </a:cubicBezTo>
                  <a:cubicBezTo>
                    <a:pt x="0" y="814"/>
                    <a:pt x="25" y="925"/>
                    <a:pt x="97" y="925"/>
                  </a:cubicBezTo>
                  <a:cubicBezTo>
                    <a:pt x="103" y="925"/>
                    <a:pt x="109" y="924"/>
                    <a:pt x="115" y="923"/>
                  </a:cubicBezTo>
                  <a:cubicBezTo>
                    <a:pt x="658" y="794"/>
                    <a:pt x="1175" y="551"/>
                    <a:pt x="1560" y="140"/>
                  </a:cubicBezTo>
                  <a:cubicBezTo>
                    <a:pt x="1608" y="89"/>
                    <a:pt x="1563" y="0"/>
                    <a:pt x="15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19"/>
            <p:cNvSpPr/>
            <p:nvPr/>
          </p:nvSpPr>
          <p:spPr>
            <a:xfrm>
              <a:off x="4503950" y="2311607"/>
              <a:ext cx="63350" cy="9250"/>
            </a:xfrm>
            <a:custGeom>
              <a:rect b="b" l="l" r="r" t="t"/>
              <a:pathLst>
                <a:path extrusionOk="0" h="370" w="2534">
                  <a:moveTo>
                    <a:pt x="785" y="1"/>
                  </a:moveTo>
                  <a:cubicBezTo>
                    <a:pt x="563" y="1"/>
                    <a:pt x="341" y="9"/>
                    <a:pt x="120" y="25"/>
                  </a:cubicBezTo>
                  <a:cubicBezTo>
                    <a:pt x="3" y="31"/>
                    <a:pt x="0" y="208"/>
                    <a:pt x="118" y="208"/>
                  </a:cubicBezTo>
                  <a:cubicBezTo>
                    <a:pt x="118" y="208"/>
                    <a:pt x="119" y="208"/>
                    <a:pt x="120" y="208"/>
                  </a:cubicBezTo>
                  <a:cubicBezTo>
                    <a:pt x="158" y="207"/>
                    <a:pt x="196" y="207"/>
                    <a:pt x="234" y="207"/>
                  </a:cubicBezTo>
                  <a:cubicBezTo>
                    <a:pt x="963" y="207"/>
                    <a:pt x="1679" y="275"/>
                    <a:pt x="2406" y="369"/>
                  </a:cubicBezTo>
                  <a:cubicBezTo>
                    <a:pt x="2410" y="370"/>
                    <a:pt x="2414" y="370"/>
                    <a:pt x="2418" y="370"/>
                  </a:cubicBezTo>
                  <a:cubicBezTo>
                    <a:pt x="2515" y="370"/>
                    <a:pt x="2534" y="199"/>
                    <a:pt x="2431" y="175"/>
                  </a:cubicBezTo>
                  <a:cubicBezTo>
                    <a:pt x="1890" y="53"/>
                    <a:pt x="1338" y="1"/>
                    <a:pt x="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19"/>
            <p:cNvSpPr/>
            <p:nvPr/>
          </p:nvSpPr>
          <p:spPr>
            <a:xfrm>
              <a:off x="4465325" y="1819757"/>
              <a:ext cx="40200" cy="10550"/>
            </a:xfrm>
            <a:custGeom>
              <a:rect b="b" l="l" r="r" t="t"/>
              <a:pathLst>
                <a:path extrusionOk="0" h="422" w="1608">
                  <a:moveTo>
                    <a:pt x="96" y="0"/>
                  </a:moveTo>
                  <a:cubicBezTo>
                    <a:pt x="39" y="0"/>
                    <a:pt x="0" y="82"/>
                    <a:pt x="62" y="110"/>
                  </a:cubicBezTo>
                  <a:cubicBezTo>
                    <a:pt x="491" y="304"/>
                    <a:pt x="948" y="422"/>
                    <a:pt x="1420" y="422"/>
                  </a:cubicBezTo>
                  <a:cubicBezTo>
                    <a:pt x="1454" y="422"/>
                    <a:pt x="1488" y="421"/>
                    <a:pt x="1522" y="420"/>
                  </a:cubicBezTo>
                  <a:cubicBezTo>
                    <a:pt x="1607" y="418"/>
                    <a:pt x="1607" y="288"/>
                    <a:pt x="1522" y="286"/>
                  </a:cubicBezTo>
                  <a:cubicBezTo>
                    <a:pt x="1035" y="277"/>
                    <a:pt x="573" y="197"/>
                    <a:pt x="122" y="6"/>
                  </a:cubicBezTo>
                  <a:cubicBezTo>
                    <a:pt x="113" y="2"/>
                    <a:pt x="104" y="0"/>
                    <a:pt x="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19"/>
            <p:cNvSpPr/>
            <p:nvPr/>
          </p:nvSpPr>
          <p:spPr>
            <a:xfrm>
              <a:off x="4382450" y="2322307"/>
              <a:ext cx="74275" cy="22425"/>
            </a:xfrm>
            <a:custGeom>
              <a:rect b="b" l="l" r="r" t="t"/>
              <a:pathLst>
                <a:path extrusionOk="0" h="897" w="2971">
                  <a:moveTo>
                    <a:pt x="2841" y="0"/>
                  </a:moveTo>
                  <a:cubicBezTo>
                    <a:pt x="2837" y="0"/>
                    <a:pt x="2834" y="0"/>
                    <a:pt x="2831" y="1"/>
                  </a:cubicBezTo>
                  <a:cubicBezTo>
                    <a:pt x="2354" y="66"/>
                    <a:pt x="1893" y="251"/>
                    <a:pt x="1447" y="428"/>
                  </a:cubicBezTo>
                  <a:cubicBezTo>
                    <a:pt x="1287" y="491"/>
                    <a:pt x="1087" y="617"/>
                    <a:pt x="911" y="617"/>
                  </a:cubicBezTo>
                  <a:cubicBezTo>
                    <a:pt x="899" y="617"/>
                    <a:pt x="888" y="616"/>
                    <a:pt x="877" y="615"/>
                  </a:cubicBezTo>
                  <a:cubicBezTo>
                    <a:pt x="632" y="592"/>
                    <a:pt x="364" y="319"/>
                    <a:pt x="163" y="184"/>
                  </a:cubicBezTo>
                  <a:cubicBezTo>
                    <a:pt x="146" y="172"/>
                    <a:pt x="130" y="168"/>
                    <a:pt x="115" y="168"/>
                  </a:cubicBezTo>
                  <a:cubicBezTo>
                    <a:pt x="43" y="168"/>
                    <a:pt x="1" y="281"/>
                    <a:pt x="73" y="336"/>
                  </a:cubicBezTo>
                  <a:cubicBezTo>
                    <a:pt x="246" y="470"/>
                    <a:pt x="612" y="858"/>
                    <a:pt x="817" y="892"/>
                  </a:cubicBezTo>
                  <a:cubicBezTo>
                    <a:pt x="834" y="895"/>
                    <a:pt x="851" y="896"/>
                    <a:pt x="868" y="896"/>
                  </a:cubicBezTo>
                  <a:cubicBezTo>
                    <a:pt x="998" y="896"/>
                    <a:pt x="1127" y="817"/>
                    <a:pt x="1248" y="770"/>
                  </a:cubicBezTo>
                  <a:cubicBezTo>
                    <a:pt x="1787" y="565"/>
                    <a:pt x="2357" y="426"/>
                    <a:pt x="2883" y="193"/>
                  </a:cubicBezTo>
                  <a:cubicBezTo>
                    <a:pt x="2971" y="155"/>
                    <a:pt x="2935" y="0"/>
                    <a:pt x="2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19"/>
            <p:cNvSpPr/>
            <p:nvPr/>
          </p:nvSpPr>
          <p:spPr>
            <a:xfrm>
              <a:off x="4365475" y="1774882"/>
              <a:ext cx="60850" cy="29150"/>
            </a:xfrm>
            <a:custGeom>
              <a:rect b="b" l="l" r="r" t="t"/>
              <a:pathLst>
                <a:path extrusionOk="0" h="1166" w="2434">
                  <a:moveTo>
                    <a:pt x="1141" y="0"/>
                  </a:moveTo>
                  <a:cubicBezTo>
                    <a:pt x="1140" y="0"/>
                    <a:pt x="1139" y="0"/>
                    <a:pt x="1138" y="0"/>
                  </a:cubicBezTo>
                  <a:cubicBezTo>
                    <a:pt x="1002" y="0"/>
                    <a:pt x="919" y="97"/>
                    <a:pt x="828" y="187"/>
                  </a:cubicBezTo>
                  <a:cubicBezTo>
                    <a:pt x="570" y="443"/>
                    <a:pt x="323" y="716"/>
                    <a:pt x="74" y="982"/>
                  </a:cubicBezTo>
                  <a:cubicBezTo>
                    <a:pt x="1" y="1059"/>
                    <a:pt x="72" y="1165"/>
                    <a:pt x="153" y="1165"/>
                  </a:cubicBezTo>
                  <a:cubicBezTo>
                    <a:pt x="176" y="1165"/>
                    <a:pt x="201" y="1156"/>
                    <a:pt x="223" y="1134"/>
                  </a:cubicBezTo>
                  <a:cubicBezTo>
                    <a:pt x="386" y="974"/>
                    <a:pt x="545" y="817"/>
                    <a:pt x="706" y="660"/>
                  </a:cubicBezTo>
                  <a:cubicBezTo>
                    <a:pt x="867" y="502"/>
                    <a:pt x="955" y="327"/>
                    <a:pt x="1131" y="327"/>
                  </a:cubicBezTo>
                  <a:cubicBezTo>
                    <a:pt x="1185" y="327"/>
                    <a:pt x="1248" y="344"/>
                    <a:pt x="1325" y="384"/>
                  </a:cubicBezTo>
                  <a:cubicBezTo>
                    <a:pt x="1646" y="547"/>
                    <a:pt x="1911" y="867"/>
                    <a:pt x="2219" y="1062"/>
                  </a:cubicBezTo>
                  <a:cubicBezTo>
                    <a:pt x="2238" y="1074"/>
                    <a:pt x="2257" y="1079"/>
                    <a:pt x="2275" y="1079"/>
                  </a:cubicBezTo>
                  <a:cubicBezTo>
                    <a:pt x="2363" y="1079"/>
                    <a:pt x="2434" y="959"/>
                    <a:pt x="2357" y="887"/>
                  </a:cubicBezTo>
                  <a:cubicBezTo>
                    <a:pt x="2128" y="672"/>
                    <a:pt x="1872" y="489"/>
                    <a:pt x="1627" y="300"/>
                  </a:cubicBezTo>
                  <a:cubicBezTo>
                    <a:pt x="1506" y="204"/>
                    <a:pt x="1315" y="0"/>
                    <a:pt x="1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19"/>
            <p:cNvSpPr/>
            <p:nvPr/>
          </p:nvSpPr>
          <p:spPr>
            <a:xfrm>
              <a:off x="4310950" y="2304757"/>
              <a:ext cx="52325" cy="15375"/>
            </a:xfrm>
            <a:custGeom>
              <a:rect b="b" l="l" r="r" t="t"/>
              <a:pathLst>
                <a:path extrusionOk="0" h="615" w="2093">
                  <a:moveTo>
                    <a:pt x="114" y="1"/>
                  </a:moveTo>
                  <a:cubicBezTo>
                    <a:pt x="1" y="1"/>
                    <a:pt x="4" y="176"/>
                    <a:pt x="118" y="184"/>
                  </a:cubicBezTo>
                  <a:cubicBezTo>
                    <a:pt x="766" y="228"/>
                    <a:pt x="1347" y="410"/>
                    <a:pt x="1957" y="611"/>
                  </a:cubicBezTo>
                  <a:cubicBezTo>
                    <a:pt x="1965" y="614"/>
                    <a:pt x="1973" y="615"/>
                    <a:pt x="1981" y="615"/>
                  </a:cubicBezTo>
                  <a:cubicBezTo>
                    <a:pt x="2054" y="615"/>
                    <a:pt x="2092" y="503"/>
                    <a:pt x="2019" y="463"/>
                  </a:cubicBezTo>
                  <a:cubicBezTo>
                    <a:pt x="1440" y="144"/>
                    <a:pt x="772" y="31"/>
                    <a:pt x="118" y="1"/>
                  </a:cubicBezTo>
                  <a:cubicBezTo>
                    <a:pt x="117" y="1"/>
                    <a:pt x="116" y="1"/>
                    <a:pt x="1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19"/>
            <p:cNvSpPr/>
            <p:nvPr/>
          </p:nvSpPr>
          <p:spPr>
            <a:xfrm>
              <a:off x="4285900" y="1819282"/>
              <a:ext cx="38450" cy="12150"/>
            </a:xfrm>
            <a:custGeom>
              <a:rect b="b" l="l" r="r" t="t"/>
              <a:pathLst>
                <a:path extrusionOk="0" h="486" w="1538">
                  <a:moveTo>
                    <a:pt x="1410" y="1"/>
                  </a:moveTo>
                  <a:cubicBezTo>
                    <a:pt x="1396" y="1"/>
                    <a:pt x="1382" y="4"/>
                    <a:pt x="1368" y="11"/>
                  </a:cubicBezTo>
                  <a:cubicBezTo>
                    <a:pt x="1046" y="174"/>
                    <a:pt x="750" y="298"/>
                    <a:pt x="408" y="298"/>
                  </a:cubicBezTo>
                  <a:cubicBezTo>
                    <a:pt x="323" y="298"/>
                    <a:pt x="236" y="291"/>
                    <a:pt x="144" y="274"/>
                  </a:cubicBezTo>
                  <a:cubicBezTo>
                    <a:pt x="138" y="273"/>
                    <a:pt x="132" y="272"/>
                    <a:pt x="126" y="272"/>
                  </a:cubicBezTo>
                  <a:cubicBezTo>
                    <a:pt x="35" y="272"/>
                    <a:pt x="1" y="412"/>
                    <a:pt x="100" y="437"/>
                  </a:cubicBezTo>
                  <a:cubicBezTo>
                    <a:pt x="236" y="468"/>
                    <a:pt x="381" y="486"/>
                    <a:pt x="526" y="486"/>
                  </a:cubicBezTo>
                  <a:cubicBezTo>
                    <a:pt x="872" y="486"/>
                    <a:pt x="1223" y="387"/>
                    <a:pt x="1474" y="150"/>
                  </a:cubicBezTo>
                  <a:cubicBezTo>
                    <a:pt x="1538" y="90"/>
                    <a:pt x="1482"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19"/>
            <p:cNvSpPr/>
            <p:nvPr/>
          </p:nvSpPr>
          <p:spPr>
            <a:xfrm>
              <a:off x="4207725" y="2319407"/>
              <a:ext cx="44200" cy="13550"/>
            </a:xfrm>
            <a:custGeom>
              <a:rect b="b" l="l" r="r" t="t"/>
              <a:pathLst>
                <a:path extrusionOk="0" h="542" w="1768">
                  <a:moveTo>
                    <a:pt x="1684" y="1"/>
                  </a:moveTo>
                  <a:cubicBezTo>
                    <a:pt x="1680" y="1"/>
                    <a:pt x="1675" y="1"/>
                    <a:pt x="1671" y="2"/>
                  </a:cubicBezTo>
                  <a:cubicBezTo>
                    <a:pt x="1131" y="73"/>
                    <a:pt x="600" y="268"/>
                    <a:pt x="76" y="417"/>
                  </a:cubicBezTo>
                  <a:cubicBezTo>
                    <a:pt x="0" y="439"/>
                    <a:pt x="25" y="542"/>
                    <a:pt x="92" y="542"/>
                  </a:cubicBezTo>
                  <a:cubicBezTo>
                    <a:pt x="97" y="542"/>
                    <a:pt x="102" y="541"/>
                    <a:pt x="108" y="540"/>
                  </a:cubicBezTo>
                  <a:cubicBezTo>
                    <a:pt x="634" y="425"/>
                    <a:pt x="1189" y="346"/>
                    <a:pt x="1692" y="156"/>
                  </a:cubicBezTo>
                  <a:cubicBezTo>
                    <a:pt x="1764" y="128"/>
                    <a:pt x="1768" y="1"/>
                    <a:pt x="1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19"/>
            <p:cNvSpPr/>
            <p:nvPr/>
          </p:nvSpPr>
          <p:spPr>
            <a:xfrm>
              <a:off x="4189175" y="1808657"/>
              <a:ext cx="52725" cy="18650"/>
            </a:xfrm>
            <a:custGeom>
              <a:rect b="b" l="l" r="r" t="t"/>
              <a:pathLst>
                <a:path extrusionOk="0" h="746" w="2109">
                  <a:moveTo>
                    <a:pt x="126" y="1"/>
                  </a:moveTo>
                  <a:cubicBezTo>
                    <a:pt x="51" y="1"/>
                    <a:pt x="0" y="112"/>
                    <a:pt x="81" y="156"/>
                  </a:cubicBezTo>
                  <a:cubicBezTo>
                    <a:pt x="592" y="455"/>
                    <a:pt x="1238" y="746"/>
                    <a:pt x="1850" y="746"/>
                  </a:cubicBezTo>
                  <a:cubicBezTo>
                    <a:pt x="1896" y="746"/>
                    <a:pt x="1943" y="744"/>
                    <a:pt x="1989" y="741"/>
                  </a:cubicBezTo>
                  <a:cubicBezTo>
                    <a:pt x="2078" y="734"/>
                    <a:pt x="2108" y="598"/>
                    <a:pt x="2009" y="573"/>
                  </a:cubicBezTo>
                  <a:cubicBezTo>
                    <a:pt x="1358" y="411"/>
                    <a:pt x="774" y="339"/>
                    <a:pt x="166" y="11"/>
                  </a:cubicBezTo>
                  <a:cubicBezTo>
                    <a:pt x="152" y="4"/>
                    <a:pt x="139" y="1"/>
                    <a:pt x="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19"/>
            <p:cNvSpPr/>
            <p:nvPr/>
          </p:nvSpPr>
          <p:spPr>
            <a:xfrm>
              <a:off x="4114275" y="2349807"/>
              <a:ext cx="45850" cy="13175"/>
            </a:xfrm>
            <a:custGeom>
              <a:rect b="b" l="l" r="r" t="t"/>
              <a:pathLst>
                <a:path extrusionOk="0" h="527" w="1834">
                  <a:moveTo>
                    <a:pt x="1704" y="1"/>
                  </a:moveTo>
                  <a:cubicBezTo>
                    <a:pt x="1698" y="1"/>
                    <a:pt x="1693" y="1"/>
                    <a:pt x="1687" y="2"/>
                  </a:cubicBezTo>
                  <a:cubicBezTo>
                    <a:pt x="1154" y="102"/>
                    <a:pt x="627" y="235"/>
                    <a:pt x="98" y="362"/>
                  </a:cubicBezTo>
                  <a:cubicBezTo>
                    <a:pt x="1" y="386"/>
                    <a:pt x="34" y="527"/>
                    <a:pt x="127" y="527"/>
                  </a:cubicBezTo>
                  <a:cubicBezTo>
                    <a:pt x="133" y="527"/>
                    <a:pt x="139" y="526"/>
                    <a:pt x="145" y="525"/>
                  </a:cubicBezTo>
                  <a:cubicBezTo>
                    <a:pt x="676" y="411"/>
                    <a:pt x="1209" y="305"/>
                    <a:pt x="1734" y="167"/>
                  </a:cubicBezTo>
                  <a:cubicBezTo>
                    <a:pt x="1834" y="139"/>
                    <a:pt x="1798" y="1"/>
                    <a:pt x="1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19"/>
            <p:cNvSpPr/>
            <p:nvPr/>
          </p:nvSpPr>
          <p:spPr>
            <a:xfrm>
              <a:off x="4103250" y="1773182"/>
              <a:ext cx="39275" cy="20825"/>
            </a:xfrm>
            <a:custGeom>
              <a:rect b="b" l="l" r="r" t="t"/>
              <a:pathLst>
                <a:path extrusionOk="0" h="833" w="1571">
                  <a:moveTo>
                    <a:pt x="119" y="1"/>
                  </a:moveTo>
                  <a:cubicBezTo>
                    <a:pt x="29" y="1"/>
                    <a:pt x="1" y="146"/>
                    <a:pt x="101" y="184"/>
                  </a:cubicBezTo>
                  <a:cubicBezTo>
                    <a:pt x="558" y="354"/>
                    <a:pt x="974" y="587"/>
                    <a:pt x="1403" y="819"/>
                  </a:cubicBezTo>
                  <a:cubicBezTo>
                    <a:pt x="1420" y="828"/>
                    <a:pt x="1436" y="832"/>
                    <a:pt x="1451" y="832"/>
                  </a:cubicBezTo>
                  <a:cubicBezTo>
                    <a:pt x="1529" y="832"/>
                    <a:pt x="1571" y="719"/>
                    <a:pt x="1495" y="659"/>
                  </a:cubicBezTo>
                  <a:cubicBezTo>
                    <a:pt x="1098" y="354"/>
                    <a:pt x="623" y="158"/>
                    <a:pt x="149" y="6"/>
                  </a:cubicBezTo>
                  <a:cubicBezTo>
                    <a:pt x="138" y="3"/>
                    <a:pt x="128"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9"/>
            <p:cNvSpPr/>
            <p:nvPr/>
          </p:nvSpPr>
          <p:spPr>
            <a:xfrm>
              <a:off x="4013850" y="2341657"/>
              <a:ext cx="45850" cy="24725"/>
            </a:xfrm>
            <a:custGeom>
              <a:rect b="b" l="l" r="r" t="t"/>
              <a:pathLst>
                <a:path extrusionOk="0" h="989" w="1834">
                  <a:moveTo>
                    <a:pt x="107" y="0"/>
                  </a:moveTo>
                  <a:cubicBezTo>
                    <a:pt x="54" y="0"/>
                    <a:pt x="1" y="55"/>
                    <a:pt x="35" y="116"/>
                  </a:cubicBezTo>
                  <a:cubicBezTo>
                    <a:pt x="346" y="634"/>
                    <a:pt x="906" y="989"/>
                    <a:pt x="1507" y="989"/>
                  </a:cubicBezTo>
                  <a:cubicBezTo>
                    <a:pt x="1581" y="989"/>
                    <a:pt x="1656" y="984"/>
                    <a:pt x="1731" y="972"/>
                  </a:cubicBezTo>
                  <a:cubicBezTo>
                    <a:pt x="1833" y="959"/>
                    <a:pt x="1807" y="793"/>
                    <a:pt x="1708" y="793"/>
                  </a:cubicBezTo>
                  <a:cubicBezTo>
                    <a:pt x="1707" y="793"/>
                    <a:pt x="1706" y="793"/>
                    <a:pt x="1705" y="793"/>
                  </a:cubicBezTo>
                  <a:cubicBezTo>
                    <a:pt x="1691" y="793"/>
                    <a:pt x="1678" y="793"/>
                    <a:pt x="1664" y="793"/>
                  </a:cubicBezTo>
                  <a:cubicBezTo>
                    <a:pt x="1059" y="793"/>
                    <a:pt x="511" y="561"/>
                    <a:pt x="172" y="38"/>
                  </a:cubicBezTo>
                  <a:cubicBezTo>
                    <a:pt x="156" y="11"/>
                    <a:pt x="131"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9"/>
            <p:cNvSpPr/>
            <p:nvPr/>
          </p:nvSpPr>
          <p:spPr>
            <a:xfrm>
              <a:off x="4006925" y="1772107"/>
              <a:ext cx="42050" cy="15675"/>
            </a:xfrm>
            <a:custGeom>
              <a:rect b="b" l="l" r="r" t="t"/>
              <a:pathLst>
                <a:path extrusionOk="0" h="627" w="1682">
                  <a:moveTo>
                    <a:pt x="1365" y="0"/>
                  </a:moveTo>
                  <a:cubicBezTo>
                    <a:pt x="905" y="0"/>
                    <a:pt x="450" y="194"/>
                    <a:pt x="80" y="455"/>
                  </a:cubicBezTo>
                  <a:cubicBezTo>
                    <a:pt x="0" y="511"/>
                    <a:pt x="47" y="627"/>
                    <a:pt x="124" y="627"/>
                  </a:cubicBezTo>
                  <a:cubicBezTo>
                    <a:pt x="139" y="627"/>
                    <a:pt x="155" y="622"/>
                    <a:pt x="171" y="612"/>
                  </a:cubicBezTo>
                  <a:cubicBezTo>
                    <a:pt x="606" y="338"/>
                    <a:pt x="1054" y="256"/>
                    <a:pt x="1557" y="204"/>
                  </a:cubicBezTo>
                  <a:cubicBezTo>
                    <a:pt x="1682" y="190"/>
                    <a:pt x="1680" y="26"/>
                    <a:pt x="1557" y="12"/>
                  </a:cubicBezTo>
                  <a:cubicBezTo>
                    <a:pt x="1493" y="4"/>
                    <a:pt x="1429" y="0"/>
                    <a:pt x="1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9"/>
            <p:cNvSpPr/>
            <p:nvPr/>
          </p:nvSpPr>
          <p:spPr>
            <a:xfrm>
              <a:off x="3970725" y="2280457"/>
              <a:ext cx="17225" cy="36325"/>
            </a:xfrm>
            <a:custGeom>
              <a:rect b="b" l="l" r="r" t="t"/>
              <a:pathLst>
                <a:path extrusionOk="0" h="1453" w="689">
                  <a:moveTo>
                    <a:pt x="108" y="1"/>
                  </a:moveTo>
                  <a:cubicBezTo>
                    <a:pt x="53" y="1"/>
                    <a:pt x="0" y="43"/>
                    <a:pt x="22" y="112"/>
                  </a:cubicBezTo>
                  <a:cubicBezTo>
                    <a:pt x="163" y="544"/>
                    <a:pt x="307" y="969"/>
                    <a:pt x="482" y="1389"/>
                  </a:cubicBezTo>
                  <a:cubicBezTo>
                    <a:pt x="500" y="1433"/>
                    <a:pt x="540" y="1452"/>
                    <a:pt x="578" y="1452"/>
                  </a:cubicBezTo>
                  <a:cubicBezTo>
                    <a:pt x="635" y="1452"/>
                    <a:pt x="688" y="1410"/>
                    <a:pt x="667" y="1338"/>
                  </a:cubicBezTo>
                  <a:cubicBezTo>
                    <a:pt x="532" y="904"/>
                    <a:pt x="371" y="484"/>
                    <a:pt x="202" y="64"/>
                  </a:cubicBezTo>
                  <a:cubicBezTo>
                    <a:pt x="184" y="20"/>
                    <a:pt x="145"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9"/>
            <p:cNvSpPr/>
            <p:nvPr/>
          </p:nvSpPr>
          <p:spPr>
            <a:xfrm>
              <a:off x="3975600" y="1823057"/>
              <a:ext cx="7875" cy="31525"/>
            </a:xfrm>
            <a:custGeom>
              <a:rect b="b" l="l" r="r" t="t"/>
              <a:pathLst>
                <a:path extrusionOk="0" h="1261" w="315">
                  <a:moveTo>
                    <a:pt x="227" y="1"/>
                  </a:moveTo>
                  <a:cubicBezTo>
                    <a:pt x="206" y="1"/>
                    <a:pt x="186" y="11"/>
                    <a:pt x="176" y="36"/>
                  </a:cubicBezTo>
                  <a:cubicBezTo>
                    <a:pt x="16" y="409"/>
                    <a:pt x="0" y="828"/>
                    <a:pt x="54" y="1228"/>
                  </a:cubicBezTo>
                  <a:cubicBezTo>
                    <a:pt x="57" y="1250"/>
                    <a:pt x="75" y="1260"/>
                    <a:pt x="94" y="1260"/>
                  </a:cubicBezTo>
                  <a:cubicBezTo>
                    <a:pt x="118" y="1260"/>
                    <a:pt x="144" y="1244"/>
                    <a:pt x="144" y="1216"/>
                  </a:cubicBezTo>
                  <a:cubicBezTo>
                    <a:pt x="132" y="823"/>
                    <a:pt x="210" y="465"/>
                    <a:pt x="303" y="89"/>
                  </a:cubicBezTo>
                  <a:cubicBezTo>
                    <a:pt x="315" y="41"/>
                    <a:pt x="269" y="1"/>
                    <a:pt x="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9"/>
            <p:cNvSpPr/>
            <p:nvPr/>
          </p:nvSpPr>
          <p:spPr>
            <a:xfrm>
              <a:off x="3910025" y="2254732"/>
              <a:ext cx="38900" cy="19925"/>
            </a:xfrm>
            <a:custGeom>
              <a:rect b="b" l="l" r="r" t="t"/>
              <a:pathLst>
                <a:path extrusionOk="0" h="797" w="1556">
                  <a:moveTo>
                    <a:pt x="1434" y="1"/>
                  </a:moveTo>
                  <a:cubicBezTo>
                    <a:pt x="1424" y="1"/>
                    <a:pt x="1413" y="3"/>
                    <a:pt x="1402" y="8"/>
                  </a:cubicBezTo>
                  <a:cubicBezTo>
                    <a:pt x="963" y="187"/>
                    <a:pt x="508" y="356"/>
                    <a:pt x="93" y="592"/>
                  </a:cubicBezTo>
                  <a:cubicBezTo>
                    <a:pt x="0" y="643"/>
                    <a:pt x="46" y="796"/>
                    <a:pt x="140" y="796"/>
                  </a:cubicBezTo>
                  <a:cubicBezTo>
                    <a:pt x="151" y="796"/>
                    <a:pt x="163" y="794"/>
                    <a:pt x="176" y="790"/>
                  </a:cubicBezTo>
                  <a:cubicBezTo>
                    <a:pt x="626" y="628"/>
                    <a:pt x="1049" y="393"/>
                    <a:pt x="1474" y="176"/>
                  </a:cubicBezTo>
                  <a:cubicBezTo>
                    <a:pt x="1556" y="135"/>
                    <a:pt x="1514" y="1"/>
                    <a:pt x="1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9"/>
            <p:cNvSpPr/>
            <p:nvPr/>
          </p:nvSpPr>
          <p:spPr>
            <a:xfrm>
              <a:off x="3892675" y="1831682"/>
              <a:ext cx="52650" cy="38175"/>
            </a:xfrm>
            <a:custGeom>
              <a:rect b="b" l="l" r="r" t="t"/>
              <a:pathLst>
                <a:path extrusionOk="0" h="1527" w="2106">
                  <a:moveTo>
                    <a:pt x="94" y="0"/>
                  </a:moveTo>
                  <a:cubicBezTo>
                    <a:pt x="34" y="0"/>
                    <a:pt x="0" y="103"/>
                    <a:pt x="63" y="132"/>
                  </a:cubicBezTo>
                  <a:cubicBezTo>
                    <a:pt x="794" y="467"/>
                    <a:pt x="1343" y="959"/>
                    <a:pt x="1920" y="1503"/>
                  </a:cubicBezTo>
                  <a:cubicBezTo>
                    <a:pt x="1937" y="1520"/>
                    <a:pt x="1958" y="1527"/>
                    <a:pt x="1978" y="1527"/>
                  </a:cubicBezTo>
                  <a:cubicBezTo>
                    <a:pt x="2042" y="1527"/>
                    <a:pt x="2106" y="1460"/>
                    <a:pt x="2059" y="1398"/>
                  </a:cubicBezTo>
                  <a:cubicBezTo>
                    <a:pt x="1588" y="748"/>
                    <a:pt x="849" y="303"/>
                    <a:pt x="117" y="5"/>
                  </a:cubicBezTo>
                  <a:cubicBezTo>
                    <a:pt x="109" y="2"/>
                    <a:pt x="102"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9"/>
            <p:cNvSpPr/>
            <p:nvPr/>
          </p:nvSpPr>
          <p:spPr>
            <a:xfrm>
              <a:off x="3838225" y="2283457"/>
              <a:ext cx="35725" cy="13825"/>
            </a:xfrm>
            <a:custGeom>
              <a:rect b="b" l="l" r="r" t="t"/>
              <a:pathLst>
                <a:path extrusionOk="0" h="553" w="1429">
                  <a:moveTo>
                    <a:pt x="1302" y="1"/>
                  </a:moveTo>
                  <a:cubicBezTo>
                    <a:pt x="1286" y="1"/>
                    <a:pt x="1270" y="6"/>
                    <a:pt x="1253" y="18"/>
                  </a:cubicBezTo>
                  <a:cubicBezTo>
                    <a:pt x="997" y="204"/>
                    <a:pt x="709" y="268"/>
                    <a:pt x="409" y="268"/>
                  </a:cubicBezTo>
                  <a:cubicBezTo>
                    <a:pt x="327" y="268"/>
                    <a:pt x="243" y="263"/>
                    <a:pt x="159" y="255"/>
                  </a:cubicBezTo>
                  <a:cubicBezTo>
                    <a:pt x="156" y="254"/>
                    <a:pt x="153" y="254"/>
                    <a:pt x="150" y="254"/>
                  </a:cubicBezTo>
                  <a:cubicBezTo>
                    <a:pt x="48" y="254"/>
                    <a:pt x="1" y="427"/>
                    <a:pt x="102" y="470"/>
                  </a:cubicBezTo>
                  <a:cubicBezTo>
                    <a:pt x="236" y="526"/>
                    <a:pt x="374" y="553"/>
                    <a:pt x="510" y="553"/>
                  </a:cubicBezTo>
                  <a:cubicBezTo>
                    <a:pt x="830" y="553"/>
                    <a:pt x="1140" y="407"/>
                    <a:pt x="1370" y="167"/>
                  </a:cubicBezTo>
                  <a:cubicBezTo>
                    <a:pt x="1428" y="107"/>
                    <a:pt x="1374" y="1"/>
                    <a:pt x="1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9"/>
            <p:cNvSpPr/>
            <p:nvPr/>
          </p:nvSpPr>
          <p:spPr>
            <a:xfrm>
              <a:off x="3822050" y="1801907"/>
              <a:ext cx="37275" cy="18025"/>
            </a:xfrm>
            <a:custGeom>
              <a:rect b="b" l="l" r="r" t="t"/>
              <a:pathLst>
                <a:path extrusionOk="0" h="721" w="1491">
                  <a:moveTo>
                    <a:pt x="83" y="1"/>
                  </a:moveTo>
                  <a:cubicBezTo>
                    <a:pt x="31" y="1"/>
                    <a:pt x="0" y="89"/>
                    <a:pt x="56" y="116"/>
                  </a:cubicBezTo>
                  <a:cubicBezTo>
                    <a:pt x="481" y="323"/>
                    <a:pt x="908" y="551"/>
                    <a:pt x="1351" y="716"/>
                  </a:cubicBezTo>
                  <a:cubicBezTo>
                    <a:pt x="1360" y="719"/>
                    <a:pt x="1368" y="721"/>
                    <a:pt x="1377" y="721"/>
                  </a:cubicBezTo>
                  <a:cubicBezTo>
                    <a:pt x="1449" y="721"/>
                    <a:pt x="1490" y="603"/>
                    <a:pt x="1416" y="563"/>
                  </a:cubicBezTo>
                  <a:cubicBezTo>
                    <a:pt x="995" y="344"/>
                    <a:pt x="540" y="182"/>
                    <a:pt x="102" y="5"/>
                  </a:cubicBezTo>
                  <a:cubicBezTo>
                    <a:pt x="96" y="2"/>
                    <a:pt x="89"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19"/>
            <p:cNvSpPr/>
            <p:nvPr/>
          </p:nvSpPr>
          <p:spPr>
            <a:xfrm>
              <a:off x="3764175" y="2279357"/>
              <a:ext cx="41775" cy="19725"/>
            </a:xfrm>
            <a:custGeom>
              <a:rect b="b" l="l" r="r" t="t"/>
              <a:pathLst>
                <a:path extrusionOk="0" h="789" w="1671">
                  <a:moveTo>
                    <a:pt x="145" y="0"/>
                  </a:moveTo>
                  <a:cubicBezTo>
                    <a:pt x="73" y="0"/>
                    <a:pt x="1" y="58"/>
                    <a:pt x="34" y="138"/>
                  </a:cubicBezTo>
                  <a:cubicBezTo>
                    <a:pt x="203" y="559"/>
                    <a:pt x="605" y="789"/>
                    <a:pt x="1022" y="789"/>
                  </a:cubicBezTo>
                  <a:cubicBezTo>
                    <a:pt x="1217" y="789"/>
                    <a:pt x="1416" y="738"/>
                    <a:pt x="1595" y="634"/>
                  </a:cubicBezTo>
                  <a:cubicBezTo>
                    <a:pt x="1670" y="589"/>
                    <a:pt x="1625" y="488"/>
                    <a:pt x="1555" y="488"/>
                  </a:cubicBezTo>
                  <a:cubicBezTo>
                    <a:pt x="1543" y="488"/>
                    <a:pt x="1530" y="491"/>
                    <a:pt x="1517" y="498"/>
                  </a:cubicBezTo>
                  <a:cubicBezTo>
                    <a:pt x="1394" y="558"/>
                    <a:pt x="1264" y="585"/>
                    <a:pt x="1136" y="585"/>
                  </a:cubicBezTo>
                  <a:cubicBezTo>
                    <a:pt x="776" y="585"/>
                    <a:pt x="424" y="369"/>
                    <a:pt x="240" y="52"/>
                  </a:cubicBezTo>
                  <a:cubicBezTo>
                    <a:pt x="219" y="16"/>
                    <a:pt x="182"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19"/>
            <p:cNvSpPr/>
            <p:nvPr/>
          </p:nvSpPr>
          <p:spPr>
            <a:xfrm>
              <a:off x="3753525" y="1805932"/>
              <a:ext cx="27750" cy="34625"/>
            </a:xfrm>
            <a:custGeom>
              <a:rect b="b" l="l" r="r" t="t"/>
              <a:pathLst>
                <a:path extrusionOk="0" h="1385" w="1110">
                  <a:moveTo>
                    <a:pt x="977" y="1"/>
                  </a:moveTo>
                  <a:cubicBezTo>
                    <a:pt x="972" y="1"/>
                    <a:pt x="967" y="2"/>
                    <a:pt x="961" y="3"/>
                  </a:cubicBezTo>
                  <a:cubicBezTo>
                    <a:pt x="366" y="123"/>
                    <a:pt x="1" y="748"/>
                    <a:pt x="52" y="1328"/>
                  </a:cubicBezTo>
                  <a:cubicBezTo>
                    <a:pt x="54" y="1366"/>
                    <a:pt x="83" y="1385"/>
                    <a:pt x="112" y="1385"/>
                  </a:cubicBezTo>
                  <a:cubicBezTo>
                    <a:pt x="140" y="1385"/>
                    <a:pt x="167" y="1366"/>
                    <a:pt x="167" y="1328"/>
                  </a:cubicBezTo>
                  <a:cubicBezTo>
                    <a:pt x="176" y="774"/>
                    <a:pt x="541" y="374"/>
                    <a:pt x="1024" y="155"/>
                  </a:cubicBezTo>
                  <a:cubicBezTo>
                    <a:pt x="1110" y="117"/>
                    <a:pt x="1055" y="1"/>
                    <a:pt x="9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9"/>
            <p:cNvSpPr/>
            <p:nvPr/>
          </p:nvSpPr>
          <p:spPr>
            <a:xfrm>
              <a:off x="3752325" y="2105107"/>
              <a:ext cx="25575" cy="51100"/>
            </a:xfrm>
            <a:custGeom>
              <a:rect b="b" l="l" r="r" t="t"/>
              <a:pathLst>
                <a:path extrusionOk="0" h="2044" w="1023">
                  <a:moveTo>
                    <a:pt x="887" y="1"/>
                  </a:moveTo>
                  <a:cubicBezTo>
                    <a:pt x="853" y="1"/>
                    <a:pt x="820" y="20"/>
                    <a:pt x="808" y="62"/>
                  </a:cubicBezTo>
                  <a:cubicBezTo>
                    <a:pt x="629" y="726"/>
                    <a:pt x="486" y="1319"/>
                    <a:pt x="56" y="1880"/>
                  </a:cubicBezTo>
                  <a:cubicBezTo>
                    <a:pt x="0" y="1953"/>
                    <a:pt x="81" y="2043"/>
                    <a:pt x="157" y="2043"/>
                  </a:cubicBezTo>
                  <a:cubicBezTo>
                    <a:pt x="183" y="2043"/>
                    <a:pt x="208" y="2033"/>
                    <a:pt x="227" y="2009"/>
                  </a:cubicBezTo>
                  <a:cubicBezTo>
                    <a:pt x="645" y="1485"/>
                    <a:pt x="1023" y="778"/>
                    <a:pt x="979" y="86"/>
                  </a:cubicBezTo>
                  <a:cubicBezTo>
                    <a:pt x="975" y="32"/>
                    <a:pt x="930" y="1"/>
                    <a:pt x="8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9"/>
            <p:cNvSpPr/>
            <p:nvPr/>
          </p:nvSpPr>
          <p:spPr>
            <a:xfrm>
              <a:off x="3741450" y="2044182"/>
              <a:ext cx="28100" cy="32425"/>
            </a:xfrm>
            <a:custGeom>
              <a:rect b="b" l="l" r="r" t="t"/>
              <a:pathLst>
                <a:path extrusionOk="0" h="1297" w="1124">
                  <a:moveTo>
                    <a:pt x="154" y="0"/>
                  </a:moveTo>
                  <a:cubicBezTo>
                    <a:pt x="74" y="0"/>
                    <a:pt x="0" y="98"/>
                    <a:pt x="52" y="171"/>
                  </a:cubicBezTo>
                  <a:cubicBezTo>
                    <a:pt x="183" y="360"/>
                    <a:pt x="392" y="473"/>
                    <a:pt x="546" y="639"/>
                  </a:cubicBezTo>
                  <a:cubicBezTo>
                    <a:pt x="724" y="823"/>
                    <a:pt x="863" y="1036"/>
                    <a:pt x="980" y="1262"/>
                  </a:cubicBezTo>
                  <a:cubicBezTo>
                    <a:pt x="993" y="1286"/>
                    <a:pt x="1015" y="1297"/>
                    <a:pt x="1038" y="1297"/>
                  </a:cubicBezTo>
                  <a:cubicBezTo>
                    <a:pt x="1080" y="1297"/>
                    <a:pt x="1124" y="1259"/>
                    <a:pt x="1108" y="1209"/>
                  </a:cubicBezTo>
                  <a:cubicBezTo>
                    <a:pt x="1020" y="953"/>
                    <a:pt x="895" y="715"/>
                    <a:pt x="733" y="495"/>
                  </a:cubicBezTo>
                  <a:cubicBezTo>
                    <a:pt x="590" y="300"/>
                    <a:pt x="424" y="76"/>
                    <a:pt x="181" y="4"/>
                  </a:cubicBezTo>
                  <a:cubicBezTo>
                    <a:pt x="172" y="1"/>
                    <a:pt x="163"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9"/>
            <p:cNvSpPr/>
            <p:nvPr/>
          </p:nvSpPr>
          <p:spPr>
            <a:xfrm>
              <a:off x="3750375" y="1969732"/>
              <a:ext cx="16925" cy="46175"/>
            </a:xfrm>
            <a:custGeom>
              <a:rect b="b" l="l" r="r" t="t"/>
              <a:pathLst>
                <a:path extrusionOk="0" h="1847" w="677">
                  <a:moveTo>
                    <a:pt x="535" y="0"/>
                  </a:moveTo>
                  <a:cubicBezTo>
                    <a:pt x="509" y="0"/>
                    <a:pt x="485" y="15"/>
                    <a:pt x="476" y="50"/>
                  </a:cubicBezTo>
                  <a:cubicBezTo>
                    <a:pt x="335" y="636"/>
                    <a:pt x="289" y="1183"/>
                    <a:pt x="25" y="1742"/>
                  </a:cubicBezTo>
                  <a:cubicBezTo>
                    <a:pt x="0" y="1796"/>
                    <a:pt x="47" y="1847"/>
                    <a:pt x="92" y="1847"/>
                  </a:cubicBezTo>
                  <a:cubicBezTo>
                    <a:pt x="113" y="1847"/>
                    <a:pt x="133" y="1836"/>
                    <a:pt x="146" y="1811"/>
                  </a:cubicBezTo>
                  <a:cubicBezTo>
                    <a:pt x="413" y="1296"/>
                    <a:pt x="677" y="657"/>
                    <a:pt x="609" y="68"/>
                  </a:cubicBezTo>
                  <a:cubicBezTo>
                    <a:pt x="605" y="27"/>
                    <a:pt x="569"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9"/>
            <p:cNvSpPr/>
            <p:nvPr/>
          </p:nvSpPr>
          <p:spPr>
            <a:xfrm>
              <a:off x="3751400" y="1880307"/>
              <a:ext cx="10725" cy="42725"/>
            </a:xfrm>
            <a:custGeom>
              <a:rect b="b" l="l" r="r" t="t"/>
              <a:pathLst>
                <a:path extrusionOk="0" h="1709" w="429">
                  <a:moveTo>
                    <a:pt x="193" y="0"/>
                  </a:moveTo>
                  <a:cubicBezTo>
                    <a:pt x="166" y="0"/>
                    <a:pt x="141" y="15"/>
                    <a:pt x="132" y="50"/>
                  </a:cubicBezTo>
                  <a:cubicBezTo>
                    <a:pt x="0" y="554"/>
                    <a:pt x="139" y="1169"/>
                    <a:pt x="280" y="1660"/>
                  </a:cubicBezTo>
                  <a:cubicBezTo>
                    <a:pt x="290" y="1694"/>
                    <a:pt x="317" y="1709"/>
                    <a:pt x="344" y="1709"/>
                  </a:cubicBezTo>
                  <a:cubicBezTo>
                    <a:pt x="386" y="1709"/>
                    <a:pt x="429" y="1674"/>
                    <a:pt x="416" y="1620"/>
                  </a:cubicBezTo>
                  <a:cubicBezTo>
                    <a:pt x="349" y="1352"/>
                    <a:pt x="302" y="1082"/>
                    <a:pt x="284" y="805"/>
                  </a:cubicBezTo>
                  <a:cubicBezTo>
                    <a:pt x="268" y="561"/>
                    <a:pt x="296" y="314"/>
                    <a:pt x="270" y="68"/>
                  </a:cubicBezTo>
                  <a:cubicBezTo>
                    <a:pt x="265" y="26"/>
                    <a:pt x="228"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19"/>
            <p:cNvSpPr/>
            <p:nvPr/>
          </p:nvSpPr>
          <p:spPr>
            <a:xfrm>
              <a:off x="3744225" y="2205132"/>
              <a:ext cx="11775" cy="43925"/>
            </a:xfrm>
            <a:custGeom>
              <a:rect b="b" l="l" r="r" t="t"/>
              <a:pathLst>
                <a:path extrusionOk="0" h="1757" w="471">
                  <a:moveTo>
                    <a:pt x="355" y="0"/>
                  </a:moveTo>
                  <a:cubicBezTo>
                    <a:pt x="326" y="0"/>
                    <a:pt x="297" y="14"/>
                    <a:pt x="279" y="47"/>
                  </a:cubicBezTo>
                  <a:cubicBezTo>
                    <a:pt x="1" y="550"/>
                    <a:pt x="24" y="1167"/>
                    <a:pt x="223" y="1693"/>
                  </a:cubicBezTo>
                  <a:cubicBezTo>
                    <a:pt x="239" y="1737"/>
                    <a:pt x="275" y="1757"/>
                    <a:pt x="311" y="1757"/>
                  </a:cubicBezTo>
                  <a:cubicBezTo>
                    <a:pt x="364" y="1757"/>
                    <a:pt x="416" y="1714"/>
                    <a:pt x="398" y="1645"/>
                  </a:cubicBezTo>
                  <a:cubicBezTo>
                    <a:pt x="255" y="1117"/>
                    <a:pt x="319" y="640"/>
                    <a:pt x="454" y="119"/>
                  </a:cubicBezTo>
                  <a:cubicBezTo>
                    <a:pt x="471" y="52"/>
                    <a:pt x="412" y="0"/>
                    <a:pt x="3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1" name="Google Shape;4451;p119"/>
          <p:cNvSpPr txBox="1"/>
          <p:nvPr>
            <p:ph type="title"/>
          </p:nvPr>
        </p:nvSpPr>
        <p:spPr>
          <a:xfrm>
            <a:off x="3079950" y="966254"/>
            <a:ext cx="2984100" cy="84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4452" name="Google Shape;4452;p119"/>
          <p:cNvSpPr txBox="1"/>
          <p:nvPr>
            <p:ph idx="1" type="body"/>
          </p:nvPr>
        </p:nvSpPr>
        <p:spPr>
          <a:xfrm>
            <a:off x="1234375" y="3235750"/>
            <a:ext cx="2721900" cy="102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yourcompany.com</a:t>
            </a:r>
            <a:endParaRPr/>
          </a:p>
        </p:txBody>
      </p:sp>
      <p:sp>
        <p:nvSpPr>
          <p:cNvPr id="4453" name="Google Shape;4453;p119"/>
          <p:cNvSpPr txBox="1"/>
          <p:nvPr>
            <p:ph idx="1" type="body"/>
          </p:nvPr>
        </p:nvSpPr>
        <p:spPr>
          <a:xfrm>
            <a:off x="5634268" y="3930124"/>
            <a:ext cx="1813200" cy="3216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Please keep this slide for attribution</a:t>
            </a:r>
            <a:endParaRPr sz="1200"/>
          </a:p>
        </p:txBody>
      </p:sp>
      <p:grpSp>
        <p:nvGrpSpPr>
          <p:cNvPr id="4454" name="Google Shape;4454;p119"/>
          <p:cNvGrpSpPr/>
          <p:nvPr/>
        </p:nvGrpSpPr>
        <p:grpSpPr>
          <a:xfrm flipH="1">
            <a:off x="2301020" y="2537309"/>
            <a:ext cx="1270698" cy="378879"/>
            <a:chOff x="1654700" y="2715707"/>
            <a:chExt cx="856150" cy="255275"/>
          </a:xfrm>
        </p:grpSpPr>
        <p:sp>
          <p:nvSpPr>
            <p:cNvPr id="4455" name="Google Shape;4455;p119"/>
            <p:cNvSpPr/>
            <p:nvPr/>
          </p:nvSpPr>
          <p:spPr>
            <a:xfrm>
              <a:off x="1679125" y="2832257"/>
              <a:ext cx="81650" cy="85425"/>
            </a:xfrm>
            <a:custGeom>
              <a:rect b="b" l="l" r="r" t="t"/>
              <a:pathLst>
                <a:path extrusionOk="0" h="3417" w="3266">
                  <a:moveTo>
                    <a:pt x="2359" y="1"/>
                  </a:moveTo>
                  <a:cubicBezTo>
                    <a:pt x="2265" y="1"/>
                    <a:pt x="2173" y="20"/>
                    <a:pt x="2090" y="63"/>
                  </a:cubicBezTo>
                  <a:cubicBezTo>
                    <a:pt x="1550" y="342"/>
                    <a:pt x="1584" y="1047"/>
                    <a:pt x="1718" y="1554"/>
                  </a:cubicBezTo>
                  <a:cubicBezTo>
                    <a:pt x="1750" y="1675"/>
                    <a:pt x="1650" y="1789"/>
                    <a:pt x="1538" y="1789"/>
                  </a:cubicBezTo>
                  <a:cubicBezTo>
                    <a:pt x="1508" y="1789"/>
                    <a:pt x="1478" y="1781"/>
                    <a:pt x="1448" y="1762"/>
                  </a:cubicBezTo>
                  <a:cubicBezTo>
                    <a:pt x="1275" y="1644"/>
                    <a:pt x="1092" y="1550"/>
                    <a:pt x="899" y="1476"/>
                  </a:cubicBezTo>
                  <a:cubicBezTo>
                    <a:pt x="199" y="1556"/>
                    <a:pt x="1" y="1845"/>
                    <a:pt x="303" y="2341"/>
                  </a:cubicBezTo>
                  <a:cubicBezTo>
                    <a:pt x="462" y="2655"/>
                    <a:pt x="760" y="2910"/>
                    <a:pt x="1058" y="3083"/>
                  </a:cubicBezTo>
                  <a:cubicBezTo>
                    <a:pt x="1449" y="3314"/>
                    <a:pt x="1878" y="3416"/>
                    <a:pt x="2315" y="3416"/>
                  </a:cubicBezTo>
                  <a:cubicBezTo>
                    <a:pt x="2446" y="3416"/>
                    <a:pt x="2577" y="3407"/>
                    <a:pt x="2709" y="3389"/>
                  </a:cubicBezTo>
                  <a:cubicBezTo>
                    <a:pt x="2711" y="3376"/>
                    <a:pt x="2711" y="3362"/>
                    <a:pt x="2718" y="3348"/>
                  </a:cubicBezTo>
                  <a:cubicBezTo>
                    <a:pt x="3019" y="2632"/>
                    <a:pt x="3265" y="1958"/>
                    <a:pt x="3222" y="1166"/>
                  </a:cubicBezTo>
                  <a:cubicBezTo>
                    <a:pt x="3210" y="968"/>
                    <a:pt x="3184" y="602"/>
                    <a:pt x="3071" y="402"/>
                  </a:cubicBezTo>
                  <a:cubicBezTo>
                    <a:pt x="2938" y="169"/>
                    <a:pt x="2638" y="1"/>
                    <a:pt x="2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9"/>
            <p:cNvSpPr/>
            <p:nvPr/>
          </p:nvSpPr>
          <p:spPr>
            <a:xfrm>
              <a:off x="1700275" y="2731082"/>
              <a:ext cx="92175" cy="52750"/>
            </a:xfrm>
            <a:custGeom>
              <a:rect b="b" l="l" r="r" t="t"/>
              <a:pathLst>
                <a:path extrusionOk="0" h="2110" w="3687">
                  <a:moveTo>
                    <a:pt x="3276" y="0"/>
                  </a:moveTo>
                  <a:cubicBezTo>
                    <a:pt x="2636" y="18"/>
                    <a:pt x="1994" y="30"/>
                    <a:pt x="1356" y="30"/>
                  </a:cubicBezTo>
                  <a:cubicBezTo>
                    <a:pt x="1335" y="54"/>
                    <a:pt x="1306" y="71"/>
                    <a:pt x="1270" y="71"/>
                  </a:cubicBezTo>
                  <a:cubicBezTo>
                    <a:pt x="1261" y="71"/>
                    <a:pt x="1253" y="70"/>
                    <a:pt x="1244" y="68"/>
                  </a:cubicBezTo>
                  <a:cubicBezTo>
                    <a:pt x="1208" y="63"/>
                    <a:pt x="1171" y="60"/>
                    <a:pt x="1136" y="60"/>
                  </a:cubicBezTo>
                  <a:cubicBezTo>
                    <a:pt x="462" y="60"/>
                    <a:pt x="0" y="1007"/>
                    <a:pt x="680" y="1357"/>
                  </a:cubicBezTo>
                  <a:cubicBezTo>
                    <a:pt x="775" y="1406"/>
                    <a:pt x="879" y="1429"/>
                    <a:pt x="984" y="1429"/>
                  </a:cubicBezTo>
                  <a:cubicBezTo>
                    <a:pt x="1284" y="1429"/>
                    <a:pt x="1589" y="1243"/>
                    <a:pt x="1694" y="963"/>
                  </a:cubicBezTo>
                  <a:cubicBezTo>
                    <a:pt x="1723" y="887"/>
                    <a:pt x="1787" y="853"/>
                    <a:pt x="1850" y="853"/>
                  </a:cubicBezTo>
                  <a:cubicBezTo>
                    <a:pt x="1943" y="853"/>
                    <a:pt x="2034" y="928"/>
                    <a:pt x="2002" y="1048"/>
                  </a:cubicBezTo>
                  <a:cubicBezTo>
                    <a:pt x="1828" y="1672"/>
                    <a:pt x="2301" y="2110"/>
                    <a:pt x="2774" y="2110"/>
                  </a:cubicBezTo>
                  <a:cubicBezTo>
                    <a:pt x="3063" y="2110"/>
                    <a:pt x="3351" y="1948"/>
                    <a:pt x="3493" y="1567"/>
                  </a:cubicBezTo>
                  <a:cubicBezTo>
                    <a:pt x="3686" y="1048"/>
                    <a:pt x="3440" y="494"/>
                    <a:pt x="3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9"/>
            <p:cNvSpPr/>
            <p:nvPr/>
          </p:nvSpPr>
          <p:spPr>
            <a:xfrm>
              <a:off x="1815425" y="2781057"/>
              <a:ext cx="100425" cy="90250"/>
            </a:xfrm>
            <a:custGeom>
              <a:rect b="b" l="l" r="r" t="t"/>
              <a:pathLst>
                <a:path extrusionOk="0" h="3610" w="4017">
                  <a:moveTo>
                    <a:pt x="2453" y="0"/>
                  </a:moveTo>
                  <a:cubicBezTo>
                    <a:pt x="2277" y="0"/>
                    <a:pt x="2099" y="30"/>
                    <a:pt x="1931" y="77"/>
                  </a:cubicBezTo>
                  <a:cubicBezTo>
                    <a:pt x="1060" y="314"/>
                    <a:pt x="388" y="1032"/>
                    <a:pt x="0" y="1819"/>
                  </a:cubicBezTo>
                  <a:cubicBezTo>
                    <a:pt x="337" y="2466"/>
                    <a:pt x="706" y="3163"/>
                    <a:pt x="1394" y="3477"/>
                  </a:cubicBezTo>
                  <a:cubicBezTo>
                    <a:pt x="1571" y="3558"/>
                    <a:pt x="1795" y="3609"/>
                    <a:pt x="2015" y="3609"/>
                  </a:cubicBezTo>
                  <a:cubicBezTo>
                    <a:pt x="2383" y="3609"/>
                    <a:pt x="2742" y="3467"/>
                    <a:pt x="2865" y="3080"/>
                  </a:cubicBezTo>
                  <a:cubicBezTo>
                    <a:pt x="2985" y="2704"/>
                    <a:pt x="2764" y="2244"/>
                    <a:pt x="2374" y="2173"/>
                  </a:cubicBezTo>
                  <a:cubicBezTo>
                    <a:pt x="2175" y="2136"/>
                    <a:pt x="2193" y="1835"/>
                    <a:pt x="2374" y="1787"/>
                  </a:cubicBezTo>
                  <a:cubicBezTo>
                    <a:pt x="2985" y="1624"/>
                    <a:pt x="4017" y="745"/>
                    <a:pt x="3076" y="164"/>
                  </a:cubicBezTo>
                  <a:cubicBezTo>
                    <a:pt x="2886" y="46"/>
                    <a:pt x="2671" y="0"/>
                    <a:pt x="2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9"/>
            <p:cNvSpPr/>
            <p:nvPr/>
          </p:nvSpPr>
          <p:spPr>
            <a:xfrm>
              <a:off x="1914575" y="2869057"/>
              <a:ext cx="94125" cy="72550"/>
            </a:xfrm>
            <a:custGeom>
              <a:rect b="b" l="l" r="r" t="t"/>
              <a:pathLst>
                <a:path extrusionOk="0" h="2902" w="3765">
                  <a:moveTo>
                    <a:pt x="2196" y="1"/>
                  </a:moveTo>
                  <a:lnTo>
                    <a:pt x="2196" y="1"/>
                  </a:lnTo>
                  <a:cubicBezTo>
                    <a:pt x="1478" y="149"/>
                    <a:pt x="792" y="514"/>
                    <a:pt x="368" y="1132"/>
                  </a:cubicBezTo>
                  <a:cubicBezTo>
                    <a:pt x="255" y="1297"/>
                    <a:pt x="156" y="1482"/>
                    <a:pt x="104" y="1675"/>
                  </a:cubicBezTo>
                  <a:cubicBezTo>
                    <a:pt x="1" y="2070"/>
                    <a:pt x="56" y="2061"/>
                    <a:pt x="426" y="2338"/>
                  </a:cubicBezTo>
                  <a:cubicBezTo>
                    <a:pt x="536" y="2524"/>
                    <a:pt x="648" y="2616"/>
                    <a:pt x="763" y="2616"/>
                  </a:cubicBezTo>
                  <a:cubicBezTo>
                    <a:pt x="848" y="2616"/>
                    <a:pt x="935" y="2566"/>
                    <a:pt x="1023" y="2464"/>
                  </a:cubicBezTo>
                  <a:cubicBezTo>
                    <a:pt x="1229" y="2368"/>
                    <a:pt x="1379" y="2215"/>
                    <a:pt x="1478" y="2007"/>
                  </a:cubicBezTo>
                  <a:cubicBezTo>
                    <a:pt x="1554" y="1885"/>
                    <a:pt x="1621" y="1754"/>
                    <a:pt x="1689" y="1627"/>
                  </a:cubicBezTo>
                  <a:cubicBezTo>
                    <a:pt x="1721" y="1564"/>
                    <a:pt x="1789" y="1534"/>
                    <a:pt x="1856" y="1534"/>
                  </a:cubicBezTo>
                  <a:cubicBezTo>
                    <a:pt x="1940" y="1534"/>
                    <a:pt x="2024" y="1581"/>
                    <a:pt x="2041" y="1673"/>
                  </a:cubicBezTo>
                  <a:cubicBezTo>
                    <a:pt x="2106" y="2031"/>
                    <a:pt x="2203" y="2410"/>
                    <a:pt x="2484" y="2663"/>
                  </a:cubicBezTo>
                  <a:cubicBezTo>
                    <a:pt x="2667" y="2829"/>
                    <a:pt x="2853" y="2901"/>
                    <a:pt x="3020" y="2901"/>
                  </a:cubicBezTo>
                  <a:cubicBezTo>
                    <a:pt x="3456" y="2901"/>
                    <a:pt x="3765" y="2409"/>
                    <a:pt x="3568" y="1818"/>
                  </a:cubicBezTo>
                  <a:cubicBezTo>
                    <a:pt x="3355" y="1170"/>
                    <a:pt x="2743" y="613"/>
                    <a:pt x="2249" y="168"/>
                  </a:cubicBezTo>
                  <a:cubicBezTo>
                    <a:pt x="2194" y="117"/>
                    <a:pt x="2182" y="56"/>
                    <a:pt x="2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9"/>
            <p:cNvSpPr/>
            <p:nvPr/>
          </p:nvSpPr>
          <p:spPr>
            <a:xfrm>
              <a:off x="1978450" y="2743957"/>
              <a:ext cx="85825" cy="75925"/>
            </a:xfrm>
            <a:custGeom>
              <a:rect b="b" l="l" r="r" t="t"/>
              <a:pathLst>
                <a:path extrusionOk="0" h="3037" w="3433">
                  <a:moveTo>
                    <a:pt x="2610" y="1"/>
                  </a:moveTo>
                  <a:cubicBezTo>
                    <a:pt x="2122" y="1"/>
                    <a:pt x="1664" y="524"/>
                    <a:pt x="2008" y="1117"/>
                  </a:cubicBezTo>
                  <a:cubicBezTo>
                    <a:pt x="2069" y="1224"/>
                    <a:pt x="2000" y="1407"/>
                    <a:pt x="1863" y="1407"/>
                  </a:cubicBezTo>
                  <a:cubicBezTo>
                    <a:pt x="1856" y="1407"/>
                    <a:pt x="1849" y="1407"/>
                    <a:pt x="1842" y="1406"/>
                  </a:cubicBezTo>
                  <a:cubicBezTo>
                    <a:pt x="1528" y="1366"/>
                    <a:pt x="1345" y="1233"/>
                    <a:pt x="1056" y="1124"/>
                  </a:cubicBezTo>
                  <a:cubicBezTo>
                    <a:pt x="902" y="1064"/>
                    <a:pt x="731" y="1017"/>
                    <a:pt x="575" y="1017"/>
                  </a:cubicBezTo>
                  <a:cubicBezTo>
                    <a:pt x="374" y="1017"/>
                    <a:pt x="197" y="1095"/>
                    <a:pt x="110" y="1329"/>
                  </a:cubicBezTo>
                  <a:cubicBezTo>
                    <a:pt x="1" y="1613"/>
                    <a:pt x="104" y="1911"/>
                    <a:pt x="301" y="2133"/>
                  </a:cubicBezTo>
                  <a:cubicBezTo>
                    <a:pt x="842" y="2736"/>
                    <a:pt x="1981" y="2821"/>
                    <a:pt x="2728" y="3036"/>
                  </a:cubicBezTo>
                  <a:cubicBezTo>
                    <a:pt x="3066" y="2537"/>
                    <a:pt x="3340" y="2050"/>
                    <a:pt x="3400" y="1428"/>
                  </a:cubicBezTo>
                  <a:cubicBezTo>
                    <a:pt x="3432" y="1087"/>
                    <a:pt x="3418" y="736"/>
                    <a:pt x="3253" y="426"/>
                  </a:cubicBezTo>
                  <a:cubicBezTo>
                    <a:pt x="3091" y="125"/>
                    <a:pt x="2847" y="1"/>
                    <a:pt x="2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9"/>
            <p:cNvSpPr/>
            <p:nvPr/>
          </p:nvSpPr>
          <p:spPr>
            <a:xfrm>
              <a:off x="2106725" y="2825882"/>
              <a:ext cx="94575" cy="94125"/>
            </a:xfrm>
            <a:custGeom>
              <a:rect b="b" l="l" r="r" t="t"/>
              <a:pathLst>
                <a:path extrusionOk="0" h="3765" w="3783">
                  <a:moveTo>
                    <a:pt x="2457" y="1"/>
                  </a:moveTo>
                  <a:cubicBezTo>
                    <a:pt x="2113" y="1"/>
                    <a:pt x="1790" y="103"/>
                    <a:pt x="1478" y="239"/>
                  </a:cubicBezTo>
                  <a:cubicBezTo>
                    <a:pt x="834" y="519"/>
                    <a:pt x="357" y="978"/>
                    <a:pt x="1" y="1562"/>
                  </a:cubicBezTo>
                  <a:cubicBezTo>
                    <a:pt x="19" y="1576"/>
                    <a:pt x="40" y="1594"/>
                    <a:pt x="54" y="1618"/>
                  </a:cubicBezTo>
                  <a:cubicBezTo>
                    <a:pt x="525" y="2336"/>
                    <a:pt x="1021" y="3123"/>
                    <a:pt x="1814" y="3519"/>
                  </a:cubicBezTo>
                  <a:cubicBezTo>
                    <a:pt x="2109" y="3674"/>
                    <a:pt x="2425" y="3756"/>
                    <a:pt x="2758" y="3762"/>
                  </a:cubicBezTo>
                  <a:cubicBezTo>
                    <a:pt x="2787" y="3763"/>
                    <a:pt x="2815" y="3764"/>
                    <a:pt x="2842" y="3764"/>
                  </a:cubicBezTo>
                  <a:cubicBezTo>
                    <a:pt x="3512" y="3764"/>
                    <a:pt x="3745" y="3295"/>
                    <a:pt x="3546" y="2356"/>
                  </a:cubicBezTo>
                  <a:cubicBezTo>
                    <a:pt x="3325" y="2081"/>
                    <a:pt x="2894" y="1929"/>
                    <a:pt x="2580" y="1793"/>
                  </a:cubicBezTo>
                  <a:cubicBezTo>
                    <a:pt x="2393" y="1712"/>
                    <a:pt x="2502" y="1437"/>
                    <a:pt x="2679" y="1433"/>
                  </a:cubicBezTo>
                  <a:cubicBezTo>
                    <a:pt x="3783" y="1403"/>
                    <a:pt x="3421" y="24"/>
                    <a:pt x="2512" y="2"/>
                  </a:cubicBezTo>
                  <a:cubicBezTo>
                    <a:pt x="2494" y="1"/>
                    <a:pt x="2475" y="1"/>
                    <a:pt x="2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9"/>
            <p:cNvSpPr/>
            <p:nvPr/>
          </p:nvSpPr>
          <p:spPr>
            <a:xfrm>
              <a:off x="2228650" y="2726557"/>
              <a:ext cx="87175" cy="86800"/>
            </a:xfrm>
            <a:custGeom>
              <a:rect b="b" l="l" r="r" t="t"/>
              <a:pathLst>
                <a:path extrusionOk="0" h="3472" w="3487">
                  <a:moveTo>
                    <a:pt x="3486" y="1"/>
                  </a:moveTo>
                  <a:lnTo>
                    <a:pt x="3486" y="1"/>
                  </a:lnTo>
                  <a:cubicBezTo>
                    <a:pt x="2623" y="7"/>
                    <a:pt x="1757" y="14"/>
                    <a:pt x="894" y="19"/>
                  </a:cubicBezTo>
                  <a:cubicBezTo>
                    <a:pt x="716" y="84"/>
                    <a:pt x="548" y="164"/>
                    <a:pt x="388" y="263"/>
                  </a:cubicBezTo>
                  <a:cubicBezTo>
                    <a:pt x="55" y="386"/>
                    <a:pt x="1" y="605"/>
                    <a:pt x="218" y="919"/>
                  </a:cubicBezTo>
                  <a:cubicBezTo>
                    <a:pt x="176" y="1269"/>
                    <a:pt x="317" y="1452"/>
                    <a:pt x="640" y="1476"/>
                  </a:cubicBezTo>
                  <a:cubicBezTo>
                    <a:pt x="810" y="1524"/>
                    <a:pt x="983" y="1554"/>
                    <a:pt x="1162" y="1569"/>
                  </a:cubicBezTo>
                  <a:cubicBezTo>
                    <a:pt x="1339" y="1587"/>
                    <a:pt x="1411" y="1802"/>
                    <a:pt x="1254" y="1905"/>
                  </a:cubicBezTo>
                  <a:cubicBezTo>
                    <a:pt x="391" y="2472"/>
                    <a:pt x="939" y="3471"/>
                    <a:pt x="1678" y="3471"/>
                  </a:cubicBezTo>
                  <a:cubicBezTo>
                    <a:pt x="1850" y="3471"/>
                    <a:pt x="2031" y="3418"/>
                    <a:pt x="2208" y="3293"/>
                  </a:cubicBezTo>
                  <a:cubicBezTo>
                    <a:pt x="2522" y="3069"/>
                    <a:pt x="2695" y="2686"/>
                    <a:pt x="2836" y="2339"/>
                  </a:cubicBezTo>
                  <a:cubicBezTo>
                    <a:pt x="3131" y="1609"/>
                    <a:pt x="3309" y="829"/>
                    <a:pt x="3464" y="58"/>
                  </a:cubicBezTo>
                  <a:cubicBezTo>
                    <a:pt x="3468" y="35"/>
                    <a:pt x="3478" y="17"/>
                    <a:pt x="34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9"/>
            <p:cNvSpPr/>
            <p:nvPr/>
          </p:nvSpPr>
          <p:spPr>
            <a:xfrm>
              <a:off x="2292425" y="2845457"/>
              <a:ext cx="92325" cy="80800"/>
            </a:xfrm>
            <a:custGeom>
              <a:rect b="b" l="l" r="r" t="t"/>
              <a:pathLst>
                <a:path extrusionOk="0" h="3232" w="3693">
                  <a:moveTo>
                    <a:pt x="2559" y="1"/>
                  </a:moveTo>
                  <a:cubicBezTo>
                    <a:pt x="1857" y="107"/>
                    <a:pt x="1180" y="336"/>
                    <a:pt x="671" y="855"/>
                  </a:cubicBezTo>
                  <a:cubicBezTo>
                    <a:pt x="532" y="989"/>
                    <a:pt x="416" y="1139"/>
                    <a:pt x="327" y="1305"/>
                  </a:cubicBezTo>
                  <a:cubicBezTo>
                    <a:pt x="1" y="1881"/>
                    <a:pt x="250" y="2255"/>
                    <a:pt x="1079" y="2426"/>
                  </a:cubicBezTo>
                  <a:cubicBezTo>
                    <a:pt x="1398" y="2280"/>
                    <a:pt x="1591" y="1878"/>
                    <a:pt x="1748" y="1585"/>
                  </a:cubicBezTo>
                  <a:cubicBezTo>
                    <a:pt x="1781" y="1525"/>
                    <a:pt x="1840" y="1498"/>
                    <a:pt x="1900" y="1498"/>
                  </a:cubicBezTo>
                  <a:cubicBezTo>
                    <a:pt x="1997" y="1498"/>
                    <a:pt x="2095" y="1566"/>
                    <a:pt x="2088" y="1677"/>
                  </a:cubicBezTo>
                  <a:cubicBezTo>
                    <a:pt x="2067" y="1961"/>
                    <a:pt x="2053" y="2261"/>
                    <a:pt x="2128" y="2541"/>
                  </a:cubicBezTo>
                  <a:cubicBezTo>
                    <a:pt x="2253" y="3001"/>
                    <a:pt x="2481" y="3232"/>
                    <a:pt x="2925" y="3232"/>
                  </a:cubicBezTo>
                  <a:cubicBezTo>
                    <a:pt x="2962" y="3232"/>
                    <a:pt x="3001" y="3230"/>
                    <a:pt x="3041" y="3227"/>
                  </a:cubicBezTo>
                  <a:cubicBezTo>
                    <a:pt x="3510" y="3192"/>
                    <a:pt x="3677" y="3021"/>
                    <a:pt x="3688" y="2520"/>
                  </a:cubicBezTo>
                  <a:cubicBezTo>
                    <a:pt x="3693" y="2351"/>
                    <a:pt x="3661" y="2173"/>
                    <a:pt x="3612" y="2014"/>
                  </a:cubicBezTo>
                  <a:cubicBezTo>
                    <a:pt x="3395" y="1322"/>
                    <a:pt x="2785" y="823"/>
                    <a:pt x="2536" y="139"/>
                  </a:cubicBezTo>
                  <a:cubicBezTo>
                    <a:pt x="2515" y="84"/>
                    <a:pt x="2529" y="38"/>
                    <a:pt x="25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19"/>
            <p:cNvSpPr/>
            <p:nvPr/>
          </p:nvSpPr>
          <p:spPr>
            <a:xfrm>
              <a:off x="2450750" y="2725107"/>
              <a:ext cx="45450" cy="37675"/>
            </a:xfrm>
            <a:custGeom>
              <a:rect b="b" l="l" r="r" t="t"/>
              <a:pathLst>
                <a:path extrusionOk="0" h="1507" w="1818">
                  <a:moveTo>
                    <a:pt x="1818" y="1"/>
                  </a:moveTo>
                  <a:lnTo>
                    <a:pt x="1818" y="1"/>
                  </a:lnTo>
                  <a:cubicBezTo>
                    <a:pt x="1211" y="5"/>
                    <a:pt x="606" y="9"/>
                    <a:pt x="1" y="15"/>
                  </a:cubicBezTo>
                  <a:cubicBezTo>
                    <a:pt x="421" y="343"/>
                    <a:pt x="631" y="933"/>
                    <a:pt x="606" y="1506"/>
                  </a:cubicBezTo>
                  <a:cubicBezTo>
                    <a:pt x="1008" y="995"/>
                    <a:pt x="1419" y="494"/>
                    <a:pt x="1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19"/>
            <p:cNvSpPr/>
            <p:nvPr/>
          </p:nvSpPr>
          <p:spPr>
            <a:xfrm>
              <a:off x="2364350" y="2729007"/>
              <a:ext cx="94625" cy="79200"/>
            </a:xfrm>
            <a:custGeom>
              <a:rect b="b" l="l" r="r" t="t"/>
              <a:pathLst>
                <a:path extrusionOk="0" h="3168" w="3785">
                  <a:moveTo>
                    <a:pt x="2706" y="0"/>
                  </a:moveTo>
                  <a:cubicBezTo>
                    <a:pt x="2097" y="0"/>
                    <a:pt x="1597" y="723"/>
                    <a:pt x="2106" y="1242"/>
                  </a:cubicBezTo>
                  <a:cubicBezTo>
                    <a:pt x="2243" y="1382"/>
                    <a:pt x="2117" y="1556"/>
                    <a:pt x="1967" y="1556"/>
                  </a:cubicBezTo>
                  <a:cubicBezTo>
                    <a:pt x="1924" y="1556"/>
                    <a:pt x="1879" y="1542"/>
                    <a:pt x="1838" y="1509"/>
                  </a:cubicBezTo>
                  <a:cubicBezTo>
                    <a:pt x="1632" y="1348"/>
                    <a:pt x="1430" y="1280"/>
                    <a:pt x="1245" y="1280"/>
                  </a:cubicBezTo>
                  <a:cubicBezTo>
                    <a:pt x="463" y="1280"/>
                    <a:pt x="1" y="2500"/>
                    <a:pt x="913" y="2990"/>
                  </a:cubicBezTo>
                  <a:cubicBezTo>
                    <a:pt x="1153" y="3119"/>
                    <a:pt x="1405" y="3167"/>
                    <a:pt x="1661" y="3167"/>
                  </a:cubicBezTo>
                  <a:cubicBezTo>
                    <a:pt x="2070" y="3167"/>
                    <a:pt x="2489" y="3044"/>
                    <a:pt x="2884" y="2927"/>
                  </a:cubicBezTo>
                  <a:cubicBezTo>
                    <a:pt x="3172" y="2511"/>
                    <a:pt x="3476" y="2105"/>
                    <a:pt x="3784" y="1704"/>
                  </a:cubicBezTo>
                  <a:cubicBezTo>
                    <a:pt x="3709" y="1666"/>
                    <a:pt x="3651" y="1590"/>
                    <a:pt x="3667" y="1487"/>
                  </a:cubicBezTo>
                  <a:cubicBezTo>
                    <a:pt x="3759" y="918"/>
                    <a:pt x="3586" y="334"/>
                    <a:pt x="3039" y="76"/>
                  </a:cubicBezTo>
                  <a:cubicBezTo>
                    <a:pt x="2928" y="24"/>
                    <a:pt x="2815" y="0"/>
                    <a:pt x="2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19"/>
            <p:cNvSpPr/>
            <p:nvPr/>
          </p:nvSpPr>
          <p:spPr>
            <a:xfrm>
              <a:off x="1654700" y="2715707"/>
              <a:ext cx="856150" cy="255275"/>
            </a:xfrm>
            <a:custGeom>
              <a:rect b="b" l="l" r="r" t="t"/>
              <a:pathLst>
                <a:path extrusionOk="0" h="10211" w="34246">
                  <a:moveTo>
                    <a:pt x="33660" y="377"/>
                  </a:moveTo>
                  <a:lnTo>
                    <a:pt x="33660" y="377"/>
                  </a:lnTo>
                  <a:cubicBezTo>
                    <a:pt x="33260" y="871"/>
                    <a:pt x="32850" y="1372"/>
                    <a:pt x="32448" y="1882"/>
                  </a:cubicBezTo>
                  <a:cubicBezTo>
                    <a:pt x="32473" y="1309"/>
                    <a:pt x="32263" y="719"/>
                    <a:pt x="31843" y="391"/>
                  </a:cubicBezTo>
                  <a:cubicBezTo>
                    <a:pt x="32448" y="386"/>
                    <a:pt x="33053" y="381"/>
                    <a:pt x="33660" y="377"/>
                  </a:cubicBezTo>
                  <a:close/>
                  <a:moveTo>
                    <a:pt x="5099" y="615"/>
                  </a:moveTo>
                  <a:cubicBezTo>
                    <a:pt x="5263" y="1109"/>
                    <a:pt x="5509" y="1663"/>
                    <a:pt x="5316" y="2182"/>
                  </a:cubicBezTo>
                  <a:cubicBezTo>
                    <a:pt x="5174" y="2563"/>
                    <a:pt x="4886" y="2725"/>
                    <a:pt x="4598" y="2725"/>
                  </a:cubicBezTo>
                  <a:cubicBezTo>
                    <a:pt x="4124" y="2725"/>
                    <a:pt x="3651" y="2287"/>
                    <a:pt x="3825" y="1663"/>
                  </a:cubicBezTo>
                  <a:cubicBezTo>
                    <a:pt x="3858" y="1543"/>
                    <a:pt x="3767" y="1468"/>
                    <a:pt x="3673" y="1468"/>
                  </a:cubicBezTo>
                  <a:cubicBezTo>
                    <a:pt x="3610" y="1468"/>
                    <a:pt x="3546" y="1502"/>
                    <a:pt x="3517" y="1578"/>
                  </a:cubicBezTo>
                  <a:cubicBezTo>
                    <a:pt x="3412" y="1858"/>
                    <a:pt x="3106" y="2044"/>
                    <a:pt x="2806" y="2044"/>
                  </a:cubicBezTo>
                  <a:cubicBezTo>
                    <a:pt x="2701" y="2044"/>
                    <a:pt x="2597" y="2022"/>
                    <a:pt x="2503" y="1973"/>
                  </a:cubicBezTo>
                  <a:cubicBezTo>
                    <a:pt x="1824" y="1622"/>
                    <a:pt x="2285" y="676"/>
                    <a:pt x="2958" y="676"/>
                  </a:cubicBezTo>
                  <a:cubicBezTo>
                    <a:pt x="2994" y="676"/>
                    <a:pt x="3030" y="679"/>
                    <a:pt x="3067" y="684"/>
                  </a:cubicBezTo>
                  <a:cubicBezTo>
                    <a:pt x="3075" y="686"/>
                    <a:pt x="3083" y="687"/>
                    <a:pt x="3091" y="687"/>
                  </a:cubicBezTo>
                  <a:cubicBezTo>
                    <a:pt x="3128" y="687"/>
                    <a:pt x="3157" y="670"/>
                    <a:pt x="3180" y="645"/>
                  </a:cubicBezTo>
                  <a:cubicBezTo>
                    <a:pt x="3817" y="645"/>
                    <a:pt x="4459" y="633"/>
                    <a:pt x="5099" y="615"/>
                  </a:cubicBezTo>
                  <a:close/>
                  <a:moveTo>
                    <a:pt x="31092" y="532"/>
                  </a:moveTo>
                  <a:cubicBezTo>
                    <a:pt x="31201" y="532"/>
                    <a:pt x="31314" y="556"/>
                    <a:pt x="31425" y="608"/>
                  </a:cubicBezTo>
                  <a:cubicBezTo>
                    <a:pt x="31972" y="866"/>
                    <a:pt x="32146" y="1450"/>
                    <a:pt x="32053" y="2019"/>
                  </a:cubicBezTo>
                  <a:cubicBezTo>
                    <a:pt x="32037" y="2122"/>
                    <a:pt x="32095" y="2198"/>
                    <a:pt x="32170" y="2236"/>
                  </a:cubicBezTo>
                  <a:cubicBezTo>
                    <a:pt x="31862" y="2637"/>
                    <a:pt x="31558" y="3043"/>
                    <a:pt x="31270" y="3459"/>
                  </a:cubicBezTo>
                  <a:cubicBezTo>
                    <a:pt x="30875" y="3576"/>
                    <a:pt x="30456" y="3699"/>
                    <a:pt x="30047" y="3699"/>
                  </a:cubicBezTo>
                  <a:cubicBezTo>
                    <a:pt x="29791" y="3699"/>
                    <a:pt x="29539" y="3651"/>
                    <a:pt x="29299" y="3522"/>
                  </a:cubicBezTo>
                  <a:cubicBezTo>
                    <a:pt x="28387" y="3032"/>
                    <a:pt x="28849" y="1812"/>
                    <a:pt x="29631" y="1812"/>
                  </a:cubicBezTo>
                  <a:cubicBezTo>
                    <a:pt x="29816" y="1812"/>
                    <a:pt x="30018" y="1880"/>
                    <a:pt x="30224" y="2041"/>
                  </a:cubicBezTo>
                  <a:cubicBezTo>
                    <a:pt x="30265" y="2074"/>
                    <a:pt x="30310" y="2088"/>
                    <a:pt x="30353" y="2088"/>
                  </a:cubicBezTo>
                  <a:cubicBezTo>
                    <a:pt x="30503" y="2088"/>
                    <a:pt x="30629" y="1914"/>
                    <a:pt x="30492" y="1774"/>
                  </a:cubicBezTo>
                  <a:cubicBezTo>
                    <a:pt x="29983" y="1255"/>
                    <a:pt x="30483" y="532"/>
                    <a:pt x="31092" y="532"/>
                  </a:cubicBezTo>
                  <a:close/>
                  <a:moveTo>
                    <a:pt x="26444" y="435"/>
                  </a:moveTo>
                  <a:lnTo>
                    <a:pt x="26444" y="435"/>
                  </a:lnTo>
                  <a:cubicBezTo>
                    <a:pt x="26436" y="451"/>
                    <a:pt x="26426" y="469"/>
                    <a:pt x="26422" y="492"/>
                  </a:cubicBezTo>
                  <a:cubicBezTo>
                    <a:pt x="26267" y="1263"/>
                    <a:pt x="26089" y="2044"/>
                    <a:pt x="25794" y="2774"/>
                  </a:cubicBezTo>
                  <a:cubicBezTo>
                    <a:pt x="25653" y="3120"/>
                    <a:pt x="25480" y="3503"/>
                    <a:pt x="25166" y="3727"/>
                  </a:cubicBezTo>
                  <a:cubicBezTo>
                    <a:pt x="24989" y="3852"/>
                    <a:pt x="24808" y="3905"/>
                    <a:pt x="24636" y="3905"/>
                  </a:cubicBezTo>
                  <a:cubicBezTo>
                    <a:pt x="23897" y="3905"/>
                    <a:pt x="23349" y="2906"/>
                    <a:pt x="24212" y="2339"/>
                  </a:cubicBezTo>
                  <a:cubicBezTo>
                    <a:pt x="24369" y="2236"/>
                    <a:pt x="24297" y="2021"/>
                    <a:pt x="24120" y="2003"/>
                  </a:cubicBezTo>
                  <a:cubicBezTo>
                    <a:pt x="23941" y="1989"/>
                    <a:pt x="23768" y="1958"/>
                    <a:pt x="23598" y="1910"/>
                  </a:cubicBezTo>
                  <a:cubicBezTo>
                    <a:pt x="23275" y="1887"/>
                    <a:pt x="23134" y="1703"/>
                    <a:pt x="23176" y="1353"/>
                  </a:cubicBezTo>
                  <a:cubicBezTo>
                    <a:pt x="22958" y="1039"/>
                    <a:pt x="23013" y="820"/>
                    <a:pt x="23346" y="697"/>
                  </a:cubicBezTo>
                  <a:cubicBezTo>
                    <a:pt x="23506" y="598"/>
                    <a:pt x="23674" y="518"/>
                    <a:pt x="23852" y="453"/>
                  </a:cubicBezTo>
                  <a:cubicBezTo>
                    <a:pt x="24715" y="448"/>
                    <a:pt x="25581" y="442"/>
                    <a:pt x="26444" y="435"/>
                  </a:cubicBezTo>
                  <a:close/>
                  <a:moveTo>
                    <a:pt x="30289" y="405"/>
                  </a:moveTo>
                  <a:lnTo>
                    <a:pt x="30289" y="405"/>
                  </a:lnTo>
                  <a:cubicBezTo>
                    <a:pt x="29973" y="673"/>
                    <a:pt x="29830" y="1104"/>
                    <a:pt x="29927" y="1508"/>
                  </a:cubicBezTo>
                  <a:cubicBezTo>
                    <a:pt x="29825" y="1486"/>
                    <a:pt x="29722" y="1475"/>
                    <a:pt x="29621" y="1475"/>
                  </a:cubicBezTo>
                  <a:cubicBezTo>
                    <a:pt x="28941" y="1475"/>
                    <a:pt x="28313" y="1967"/>
                    <a:pt x="28389" y="2803"/>
                  </a:cubicBezTo>
                  <a:cubicBezTo>
                    <a:pt x="28469" y="3698"/>
                    <a:pt x="29119" y="3984"/>
                    <a:pt x="29850" y="3984"/>
                  </a:cubicBezTo>
                  <a:cubicBezTo>
                    <a:pt x="30252" y="3984"/>
                    <a:pt x="30680" y="3898"/>
                    <a:pt x="31051" y="3778"/>
                  </a:cubicBezTo>
                  <a:lnTo>
                    <a:pt x="31051" y="3778"/>
                  </a:lnTo>
                  <a:cubicBezTo>
                    <a:pt x="30774" y="4191"/>
                    <a:pt x="30512" y="4616"/>
                    <a:pt x="30280" y="5047"/>
                  </a:cubicBezTo>
                  <a:cubicBezTo>
                    <a:pt x="30150" y="5085"/>
                    <a:pt x="30053" y="5214"/>
                    <a:pt x="30150" y="5361"/>
                  </a:cubicBezTo>
                  <a:cubicBezTo>
                    <a:pt x="31127" y="6840"/>
                    <a:pt x="32129" y="8373"/>
                    <a:pt x="33272" y="9733"/>
                  </a:cubicBezTo>
                  <a:cubicBezTo>
                    <a:pt x="28348" y="9573"/>
                    <a:pt x="23417" y="9516"/>
                    <a:pt x="18488" y="9516"/>
                  </a:cubicBezTo>
                  <a:cubicBezTo>
                    <a:pt x="17922" y="9516"/>
                    <a:pt x="17355" y="9517"/>
                    <a:pt x="16789" y="9518"/>
                  </a:cubicBezTo>
                  <a:cubicBezTo>
                    <a:pt x="14050" y="9525"/>
                    <a:pt x="11312" y="9552"/>
                    <a:pt x="8574" y="9598"/>
                  </a:cubicBezTo>
                  <a:cubicBezTo>
                    <a:pt x="8007" y="9608"/>
                    <a:pt x="7434" y="9609"/>
                    <a:pt x="6858" y="9609"/>
                  </a:cubicBezTo>
                  <a:cubicBezTo>
                    <a:pt x="6633" y="9609"/>
                    <a:pt x="6408" y="9609"/>
                    <a:pt x="6182" y="9609"/>
                  </a:cubicBezTo>
                  <a:cubicBezTo>
                    <a:pt x="4331" y="9609"/>
                    <a:pt x="2462" y="9623"/>
                    <a:pt x="657" y="9876"/>
                  </a:cubicBezTo>
                  <a:cubicBezTo>
                    <a:pt x="715" y="6791"/>
                    <a:pt x="562" y="3703"/>
                    <a:pt x="643" y="614"/>
                  </a:cubicBezTo>
                  <a:cubicBezTo>
                    <a:pt x="645" y="592"/>
                    <a:pt x="638" y="576"/>
                    <a:pt x="634" y="554"/>
                  </a:cubicBezTo>
                  <a:lnTo>
                    <a:pt x="634" y="554"/>
                  </a:lnTo>
                  <a:cubicBezTo>
                    <a:pt x="1181" y="600"/>
                    <a:pt x="1737" y="624"/>
                    <a:pt x="2294" y="635"/>
                  </a:cubicBezTo>
                  <a:cubicBezTo>
                    <a:pt x="1869" y="942"/>
                    <a:pt x="1650" y="1526"/>
                    <a:pt x="2024" y="2004"/>
                  </a:cubicBezTo>
                  <a:cubicBezTo>
                    <a:pt x="2216" y="2249"/>
                    <a:pt x="2490" y="2357"/>
                    <a:pt x="2768" y="2357"/>
                  </a:cubicBezTo>
                  <a:cubicBezTo>
                    <a:pt x="3023" y="2357"/>
                    <a:pt x="3283" y="2266"/>
                    <a:pt x="3487" y="2109"/>
                  </a:cubicBezTo>
                  <a:cubicBezTo>
                    <a:pt x="3574" y="2641"/>
                    <a:pt x="4010" y="3072"/>
                    <a:pt x="4556" y="3072"/>
                  </a:cubicBezTo>
                  <a:cubicBezTo>
                    <a:pt x="4693" y="3072"/>
                    <a:pt x="4837" y="3045"/>
                    <a:pt x="4984" y="2986"/>
                  </a:cubicBezTo>
                  <a:cubicBezTo>
                    <a:pt x="5942" y="2602"/>
                    <a:pt x="5780" y="1391"/>
                    <a:pt x="5439" y="605"/>
                  </a:cubicBezTo>
                  <a:cubicBezTo>
                    <a:pt x="6526" y="572"/>
                    <a:pt x="7611" y="534"/>
                    <a:pt x="8678" y="532"/>
                  </a:cubicBezTo>
                  <a:cubicBezTo>
                    <a:pt x="11517" y="524"/>
                    <a:pt x="14360" y="515"/>
                    <a:pt x="17200" y="496"/>
                  </a:cubicBezTo>
                  <a:cubicBezTo>
                    <a:pt x="19207" y="485"/>
                    <a:pt x="21213" y="471"/>
                    <a:pt x="23217" y="457"/>
                  </a:cubicBezTo>
                  <a:lnTo>
                    <a:pt x="23217" y="457"/>
                  </a:lnTo>
                  <a:cubicBezTo>
                    <a:pt x="22802" y="647"/>
                    <a:pt x="22456" y="965"/>
                    <a:pt x="22577" y="1482"/>
                  </a:cubicBezTo>
                  <a:cubicBezTo>
                    <a:pt x="22697" y="1997"/>
                    <a:pt x="23226" y="2206"/>
                    <a:pt x="23720" y="2304"/>
                  </a:cubicBezTo>
                  <a:cubicBezTo>
                    <a:pt x="23107" y="3051"/>
                    <a:pt x="23451" y="4313"/>
                    <a:pt x="24583" y="4313"/>
                  </a:cubicBezTo>
                  <a:cubicBezTo>
                    <a:pt x="24603" y="4313"/>
                    <a:pt x="24623" y="4312"/>
                    <a:pt x="24643" y="4311"/>
                  </a:cubicBezTo>
                  <a:cubicBezTo>
                    <a:pt x="26188" y="4252"/>
                    <a:pt x="26560" y="1695"/>
                    <a:pt x="26752" y="582"/>
                  </a:cubicBezTo>
                  <a:cubicBezTo>
                    <a:pt x="26761" y="520"/>
                    <a:pt x="26740" y="469"/>
                    <a:pt x="26705" y="432"/>
                  </a:cubicBezTo>
                  <a:cubicBezTo>
                    <a:pt x="27899" y="423"/>
                    <a:pt x="29095" y="413"/>
                    <a:pt x="30289" y="405"/>
                  </a:cubicBezTo>
                  <a:close/>
                  <a:moveTo>
                    <a:pt x="34016" y="1"/>
                  </a:moveTo>
                  <a:cubicBezTo>
                    <a:pt x="34015" y="1"/>
                    <a:pt x="34014" y="1"/>
                    <a:pt x="34013" y="1"/>
                  </a:cubicBezTo>
                  <a:cubicBezTo>
                    <a:pt x="28410" y="51"/>
                    <a:pt x="22806" y="116"/>
                    <a:pt x="17200" y="169"/>
                  </a:cubicBezTo>
                  <a:cubicBezTo>
                    <a:pt x="14436" y="196"/>
                    <a:pt x="11672" y="226"/>
                    <a:pt x="8909" y="256"/>
                  </a:cubicBezTo>
                  <a:cubicBezTo>
                    <a:pt x="8715" y="258"/>
                    <a:pt x="8520" y="259"/>
                    <a:pt x="8326" y="259"/>
                  </a:cubicBezTo>
                  <a:cubicBezTo>
                    <a:pt x="6814" y="259"/>
                    <a:pt x="5272" y="198"/>
                    <a:pt x="3741" y="198"/>
                  </a:cubicBezTo>
                  <a:cubicBezTo>
                    <a:pt x="2612" y="198"/>
                    <a:pt x="1488" y="232"/>
                    <a:pt x="387" y="347"/>
                  </a:cubicBezTo>
                  <a:cubicBezTo>
                    <a:pt x="334" y="351"/>
                    <a:pt x="304" y="385"/>
                    <a:pt x="296" y="423"/>
                  </a:cubicBezTo>
                  <a:cubicBezTo>
                    <a:pt x="232" y="457"/>
                    <a:pt x="181" y="520"/>
                    <a:pt x="179" y="614"/>
                  </a:cubicBezTo>
                  <a:cubicBezTo>
                    <a:pt x="97" y="3690"/>
                    <a:pt x="0" y="6862"/>
                    <a:pt x="324" y="9926"/>
                  </a:cubicBezTo>
                  <a:cubicBezTo>
                    <a:pt x="335" y="10031"/>
                    <a:pt x="420" y="10083"/>
                    <a:pt x="502" y="10083"/>
                  </a:cubicBezTo>
                  <a:cubicBezTo>
                    <a:pt x="503" y="10083"/>
                    <a:pt x="505" y="10083"/>
                    <a:pt x="507" y="10083"/>
                  </a:cubicBezTo>
                  <a:cubicBezTo>
                    <a:pt x="527" y="10107"/>
                    <a:pt x="555" y="10125"/>
                    <a:pt x="587" y="10127"/>
                  </a:cubicBezTo>
                  <a:cubicBezTo>
                    <a:pt x="1322" y="10188"/>
                    <a:pt x="2065" y="10210"/>
                    <a:pt x="2811" y="10210"/>
                  </a:cubicBezTo>
                  <a:cubicBezTo>
                    <a:pt x="4807" y="10210"/>
                    <a:pt x="6827" y="10048"/>
                    <a:pt x="8802" y="10014"/>
                  </a:cubicBezTo>
                  <a:cubicBezTo>
                    <a:pt x="11541" y="9968"/>
                    <a:pt x="14279" y="9945"/>
                    <a:pt x="17018" y="9940"/>
                  </a:cubicBezTo>
                  <a:cubicBezTo>
                    <a:pt x="17245" y="9940"/>
                    <a:pt x="17472" y="9940"/>
                    <a:pt x="17699" y="9940"/>
                  </a:cubicBezTo>
                  <a:cubicBezTo>
                    <a:pt x="22950" y="9940"/>
                    <a:pt x="28198" y="10033"/>
                    <a:pt x="33448" y="10153"/>
                  </a:cubicBezTo>
                  <a:cubicBezTo>
                    <a:pt x="33451" y="10153"/>
                    <a:pt x="33454" y="10153"/>
                    <a:pt x="33456" y="10153"/>
                  </a:cubicBezTo>
                  <a:cubicBezTo>
                    <a:pt x="33586" y="10153"/>
                    <a:pt x="33649" y="10051"/>
                    <a:pt x="33649" y="9948"/>
                  </a:cubicBezTo>
                  <a:cubicBezTo>
                    <a:pt x="33703" y="9901"/>
                    <a:pt x="33731" y="9823"/>
                    <a:pt x="33690" y="9749"/>
                  </a:cubicBezTo>
                  <a:cubicBezTo>
                    <a:pt x="32796" y="8155"/>
                    <a:pt x="31656" y="6634"/>
                    <a:pt x="30566" y="5168"/>
                  </a:cubicBezTo>
                  <a:cubicBezTo>
                    <a:pt x="31804" y="3690"/>
                    <a:pt x="32858" y="2041"/>
                    <a:pt x="34071" y="540"/>
                  </a:cubicBezTo>
                  <a:cubicBezTo>
                    <a:pt x="34121" y="478"/>
                    <a:pt x="34129" y="407"/>
                    <a:pt x="34110" y="345"/>
                  </a:cubicBezTo>
                  <a:cubicBezTo>
                    <a:pt x="34246" y="258"/>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9"/>
            <p:cNvSpPr/>
            <p:nvPr/>
          </p:nvSpPr>
          <p:spPr>
            <a:xfrm>
              <a:off x="1668750" y="2725807"/>
              <a:ext cx="817750" cy="236825"/>
            </a:xfrm>
            <a:custGeom>
              <a:rect b="b" l="l" r="r" t="t"/>
              <a:pathLst>
                <a:path extrusionOk="0" h="9473" w="32710">
                  <a:moveTo>
                    <a:pt x="14955" y="295"/>
                  </a:moveTo>
                  <a:cubicBezTo>
                    <a:pt x="15160" y="295"/>
                    <a:pt x="15379" y="361"/>
                    <a:pt x="15596" y="516"/>
                  </a:cubicBezTo>
                  <a:cubicBezTo>
                    <a:pt x="16717" y="1309"/>
                    <a:pt x="16146" y="3289"/>
                    <a:pt x="15315" y="4059"/>
                  </a:cubicBezTo>
                  <a:cubicBezTo>
                    <a:pt x="15282" y="4090"/>
                    <a:pt x="15243" y="4103"/>
                    <a:pt x="15204" y="4103"/>
                  </a:cubicBezTo>
                  <a:cubicBezTo>
                    <a:pt x="15138" y="4103"/>
                    <a:pt x="15074" y="4064"/>
                    <a:pt x="15045" y="4009"/>
                  </a:cubicBezTo>
                  <a:cubicBezTo>
                    <a:pt x="14061" y="3840"/>
                    <a:pt x="12198" y="3681"/>
                    <a:pt x="12071" y="2397"/>
                  </a:cubicBezTo>
                  <a:cubicBezTo>
                    <a:pt x="12029" y="1987"/>
                    <a:pt x="12202" y="1494"/>
                    <a:pt x="12609" y="1326"/>
                  </a:cubicBezTo>
                  <a:cubicBezTo>
                    <a:pt x="12711" y="1284"/>
                    <a:pt x="12809" y="1266"/>
                    <a:pt x="12905" y="1266"/>
                  </a:cubicBezTo>
                  <a:cubicBezTo>
                    <a:pt x="13263" y="1266"/>
                    <a:pt x="13579" y="1518"/>
                    <a:pt x="13920" y="1661"/>
                  </a:cubicBezTo>
                  <a:cubicBezTo>
                    <a:pt x="13785" y="970"/>
                    <a:pt x="14302" y="295"/>
                    <a:pt x="14955" y="295"/>
                  </a:cubicBezTo>
                  <a:close/>
                  <a:moveTo>
                    <a:pt x="8284" y="1790"/>
                  </a:moveTo>
                  <a:cubicBezTo>
                    <a:pt x="8535" y="1790"/>
                    <a:pt x="8787" y="1840"/>
                    <a:pt x="9035" y="1953"/>
                  </a:cubicBezTo>
                  <a:cubicBezTo>
                    <a:pt x="10216" y="2494"/>
                    <a:pt x="9633" y="3693"/>
                    <a:pt x="8778" y="4196"/>
                  </a:cubicBezTo>
                  <a:cubicBezTo>
                    <a:pt x="9344" y="4653"/>
                    <a:pt x="9247" y="5701"/>
                    <a:pt x="8545" y="6066"/>
                  </a:cubicBezTo>
                  <a:cubicBezTo>
                    <a:pt x="8293" y="6198"/>
                    <a:pt x="8052" y="6256"/>
                    <a:pt x="7824" y="6256"/>
                  </a:cubicBezTo>
                  <a:cubicBezTo>
                    <a:pt x="6780" y="6256"/>
                    <a:pt x="6004" y="5044"/>
                    <a:pt x="5597" y="4156"/>
                  </a:cubicBezTo>
                  <a:cubicBezTo>
                    <a:pt x="5506" y="4108"/>
                    <a:pt x="5444" y="3999"/>
                    <a:pt x="5500" y="3884"/>
                  </a:cubicBezTo>
                  <a:cubicBezTo>
                    <a:pt x="5962" y="2911"/>
                    <a:pt x="7104" y="1790"/>
                    <a:pt x="8284" y="1790"/>
                  </a:cubicBezTo>
                  <a:close/>
                  <a:moveTo>
                    <a:pt x="2896" y="3808"/>
                  </a:moveTo>
                  <a:cubicBezTo>
                    <a:pt x="3051" y="3808"/>
                    <a:pt x="3206" y="3843"/>
                    <a:pt x="3348" y="3919"/>
                  </a:cubicBezTo>
                  <a:cubicBezTo>
                    <a:pt x="4474" y="4524"/>
                    <a:pt x="4054" y="6683"/>
                    <a:pt x="3507" y="7615"/>
                  </a:cubicBezTo>
                  <a:cubicBezTo>
                    <a:pt x="3574" y="7663"/>
                    <a:pt x="3571" y="7784"/>
                    <a:pt x="3472" y="7826"/>
                  </a:cubicBezTo>
                  <a:cubicBezTo>
                    <a:pt x="3185" y="7942"/>
                    <a:pt x="2872" y="7999"/>
                    <a:pt x="2558" y="7999"/>
                  </a:cubicBezTo>
                  <a:cubicBezTo>
                    <a:pt x="1658" y="7999"/>
                    <a:pt x="741" y="7537"/>
                    <a:pt x="351" y="6701"/>
                  </a:cubicBezTo>
                  <a:cubicBezTo>
                    <a:pt x="168" y="6309"/>
                    <a:pt x="129" y="5784"/>
                    <a:pt x="499" y="5484"/>
                  </a:cubicBezTo>
                  <a:cubicBezTo>
                    <a:pt x="655" y="5357"/>
                    <a:pt x="828" y="5307"/>
                    <a:pt x="1006" y="5307"/>
                  </a:cubicBezTo>
                  <a:cubicBezTo>
                    <a:pt x="1239" y="5307"/>
                    <a:pt x="1479" y="5393"/>
                    <a:pt x="1699" y="5502"/>
                  </a:cubicBezTo>
                  <a:cubicBezTo>
                    <a:pt x="1639" y="5029"/>
                    <a:pt x="1699" y="4535"/>
                    <a:pt x="2048" y="4175"/>
                  </a:cubicBezTo>
                  <a:cubicBezTo>
                    <a:pt x="2267" y="3949"/>
                    <a:pt x="2583" y="3808"/>
                    <a:pt x="2896" y="3808"/>
                  </a:cubicBezTo>
                  <a:close/>
                  <a:moveTo>
                    <a:pt x="19943" y="3581"/>
                  </a:moveTo>
                  <a:cubicBezTo>
                    <a:pt x="20206" y="3581"/>
                    <a:pt x="20468" y="3636"/>
                    <a:pt x="20721" y="3760"/>
                  </a:cubicBezTo>
                  <a:cubicBezTo>
                    <a:pt x="21582" y="4184"/>
                    <a:pt x="21419" y="5269"/>
                    <a:pt x="20737" y="5671"/>
                  </a:cubicBezTo>
                  <a:cubicBezTo>
                    <a:pt x="21196" y="5914"/>
                    <a:pt x="21618" y="6244"/>
                    <a:pt x="21725" y="6784"/>
                  </a:cubicBezTo>
                  <a:cubicBezTo>
                    <a:pt x="21826" y="7309"/>
                    <a:pt x="21538" y="7749"/>
                    <a:pt x="21078" y="7975"/>
                  </a:cubicBezTo>
                  <a:cubicBezTo>
                    <a:pt x="20786" y="8119"/>
                    <a:pt x="20502" y="8182"/>
                    <a:pt x="20228" y="8182"/>
                  </a:cubicBezTo>
                  <a:cubicBezTo>
                    <a:pt x="18961" y="8182"/>
                    <a:pt x="17911" y="6836"/>
                    <a:pt x="17264" y="5854"/>
                  </a:cubicBezTo>
                  <a:cubicBezTo>
                    <a:pt x="17182" y="5838"/>
                    <a:pt x="17111" y="5745"/>
                    <a:pt x="17155" y="5643"/>
                  </a:cubicBezTo>
                  <a:cubicBezTo>
                    <a:pt x="17578" y="4676"/>
                    <a:pt x="18770" y="3581"/>
                    <a:pt x="19943" y="3581"/>
                  </a:cubicBezTo>
                  <a:close/>
                  <a:moveTo>
                    <a:pt x="27388" y="4551"/>
                  </a:moveTo>
                  <a:cubicBezTo>
                    <a:pt x="27446" y="4551"/>
                    <a:pt x="27502" y="4553"/>
                    <a:pt x="27556" y="4558"/>
                  </a:cubicBezTo>
                  <a:cubicBezTo>
                    <a:pt x="27636" y="4565"/>
                    <a:pt x="27679" y="4655"/>
                    <a:pt x="27658" y="4718"/>
                  </a:cubicBezTo>
                  <a:cubicBezTo>
                    <a:pt x="27711" y="4718"/>
                    <a:pt x="27763" y="4741"/>
                    <a:pt x="27790" y="4796"/>
                  </a:cubicBezTo>
                  <a:cubicBezTo>
                    <a:pt x="28254" y="5692"/>
                    <a:pt x="29783" y="7306"/>
                    <a:pt x="28584" y="8292"/>
                  </a:cubicBezTo>
                  <a:cubicBezTo>
                    <a:pt x="28400" y="8442"/>
                    <a:pt x="28186" y="8510"/>
                    <a:pt x="27970" y="8510"/>
                  </a:cubicBezTo>
                  <a:cubicBezTo>
                    <a:pt x="27712" y="8510"/>
                    <a:pt x="27453" y="8414"/>
                    <a:pt x="27238" y="8246"/>
                  </a:cubicBezTo>
                  <a:cubicBezTo>
                    <a:pt x="26871" y="7957"/>
                    <a:pt x="26725" y="7537"/>
                    <a:pt x="26679" y="7096"/>
                  </a:cubicBezTo>
                  <a:cubicBezTo>
                    <a:pt x="26455" y="7398"/>
                    <a:pt x="26167" y="7647"/>
                    <a:pt x="25785" y="7677"/>
                  </a:cubicBezTo>
                  <a:cubicBezTo>
                    <a:pt x="25763" y="7679"/>
                    <a:pt x="25741" y="7680"/>
                    <a:pt x="25719" y="7680"/>
                  </a:cubicBezTo>
                  <a:cubicBezTo>
                    <a:pt x="25233" y="7680"/>
                    <a:pt x="24849" y="7269"/>
                    <a:pt x="24765" y="6802"/>
                  </a:cubicBezTo>
                  <a:cubicBezTo>
                    <a:pt x="24523" y="5447"/>
                    <a:pt x="26223" y="4551"/>
                    <a:pt x="27388" y="4551"/>
                  </a:cubicBezTo>
                  <a:close/>
                  <a:moveTo>
                    <a:pt x="12235" y="5464"/>
                  </a:moveTo>
                  <a:cubicBezTo>
                    <a:pt x="12237" y="5464"/>
                    <a:pt x="12238" y="5464"/>
                    <a:pt x="12239" y="5464"/>
                  </a:cubicBezTo>
                  <a:cubicBezTo>
                    <a:pt x="12321" y="5464"/>
                    <a:pt x="12364" y="5549"/>
                    <a:pt x="12351" y="5616"/>
                  </a:cubicBezTo>
                  <a:cubicBezTo>
                    <a:pt x="12353" y="5618"/>
                    <a:pt x="12355" y="5618"/>
                    <a:pt x="12359" y="5623"/>
                  </a:cubicBezTo>
                  <a:cubicBezTo>
                    <a:pt x="13025" y="6223"/>
                    <a:pt x="14647" y="7854"/>
                    <a:pt x="13592" y="8784"/>
                  </a:cubicBezTo>
                  <a:cubicBezTo>
                    <a:pt x="13367" y="8982"/>
                    <a:pt x="13143" y="9066"/>
                    <a:pt x="12928" y="9066"/>
                  </a:cubicBezTo>
                  <a:cubicBezTo>
                    <a:pt x="12368" y="9066"/>
                    <a:pt x="11876" y="8500"/>
                    <a:pt x="11637" y="7934"/>
                  </a:cubicBezTo>
                  <a:cubicBezTo>
                    <a:pt x="11360" y="8368"/>
                    <a:pt x="10990" y="8760"/>
                    <a:pt x="10448" y="8760"/>
                  </a:cubicBezTo>
                  <a:cubicBezTo>
                    <a:pt x="10420" y="8760"/>
                    <a:pt x="10392" y="8758"/>
                    <a:pt x="10362" y="8756"/>
                  </a:cubicBezTo>
                  <a:cubicBezTo>
                    <a:pt x="9868" y="8719"/>
                    <a:pt x="9556" y="8355"/>
                    <a:pt x="9510" y="7874"/>
                  </a:cubicBezTo>
                  <a:cubicBezTo>
                    <a:pt x="9374" y="6442"/>
                    <a:pt x="10982" y="5464"/>
                    <a:pt x="12235" y="5464"/>
                  </a:cubicBezTo>
                  <a:close/>
                  <a:moveTo>
                    <a:pt x="29727" y="1"/>
                  </a:moveTo>
                  <a:lnTo>
                    <a:pt x="29727" y="1"/>
                  </a:lnTo>
                  <a:cubicBezTo>
                    <a:pt x="28533" y="9"/>
                    <a:pt x="27337" y="19"/>
                    <a:pt x="26143" y="28"/>
                  </a:cubicBezTo>
                  <a:cubicBezTo>
                    <a:pt x="26178" y="65"/>
                    <a:pt x="26199" y="116"/>
                    <a:pt x="26189" y="178"/>
                  </a:cubicBezTo>
                  <a:cubicBezTo>
                    <a:pt x="25998" y="1291"/>
                    <a:pt x="25626" y="3846"/>
                    <a:pt x="24081" y="3907"/>
                  </a:cubicBezTo>
                  <a:cubicBezTo>
                    <a:pt x="24061" y="3908"/>
                    <a:pt x="24041" y="3909"/>
                    <a:pt x="24021" y="3909"/>
                  </a:cubicBezTo>
                  <a:cubicBezTo>
                    <a:pt x="22889" y="3909"/>
                    <a:pt x="22545" y="2647"/>
                    <a:pt x="23158" y="1900"/>
                  </a:cubicBezTo>
                  <a:cubicBezTo>
                    <a:pt x="22664" y="1802"/>
                    <a:pt x="22135" y="1593"/>
                    <a:pt x="22015" y="1078"/>
                  </a:cubicBezTo>
                  <a:cubicBezTo>
                    <a:pt x="21892" y="561"/>
                    <a:pt x="22240" y="243"/>
                    <a:pt x="22655" y="53"/>
                  </a:cubicBezTo>
                  <a:lnTo>
                    <a:pt x="22655" y="53"/>
                  </a:lnTo>
                  <a:cubicBezTo>
                    <a:pt x="20651" y="67"/>
                    <a:pt x="18644" y="81"/>
                    <a:pt x="16638" y="92"/>
                  </a:cubicBezTo>
                  <a:cubicBezTo>
                    <a:pt x="13798" y="111"/>
                    <a:pt x="10955" y="120"/>
                    <a:pt x="8116" y="128"/>
                  </a:cubicBezTo>
                  <a:cubicBezTo>
                    <a:pt x="7049" y="130"/>
                    <a:pt x="5963" y="168"/>
                    <a:pt x="4876" y="201"/>
                  </a:cubicBezTo>
                  <a:cubicBezTo>
                    <a:pt x="5218" y="987"/>
                    <a:pt x="5380" y="2198"/>
                    <a:pt x="4422" y="2582"/>
                  </a:cubicBezTo>
                  <a:cubicBezTo>
                    <a:pt x="4274" y="2641"/>
                    <a:pt x="4130" y="2668"/>
                    <a:pt x="3993" y="2668"/>
                  </a:cubicBezTo>
                  <a:cubicBezTo>
                    <a:pt x="3447" y="2668"/>
                    <a:pt x="3012" y="2237"/>
                    <a:pt x="2925" y="1705"/>
                  </a:cubicBezTo>
                  <a:cubicBezTo>
                    <a:pt x="2721" y="1862"/>
                    <a:pt x="2461" y="1953"/>
                    <a:pt x="2206" y="1953"/>
                  </a:cubicBezTo>
                  <a:cubicBezTo>
                    <a:pt x="1928" y="1953"/>
                    <a:pt x="1654" y="1845"/>
                    <a:pt x="1462" y="1600"/>
                  </a:cubicBezTo>
                  <a:cubicBezTo>
                    <a:pt x="1088" y="1122"/>
                    <a:pt x="1307" y="538"/>
                    <a:pt x="1732" y="231"/>
                  </a:cubicBezTo>
                  <a:cubicBezTo>
                    <a:pt x="1175" y="220"/>
                    <a:pt x="619" y="196"/>
                    <a:pt x="72" y="150"/>
                  </a:cubicBezTo>
                  <a:lnTo>
                    <a:pt x="72" y="150"/>
                  </a:lnTo>
                  <a:cubicBezTo>
                    <a:pt x="76" y="172"/>
                    <a:pt x="82" y="188"/>
                    <a:pt x="80" y="210"/>
                  </a:cubicBezTo>
                  <a:cubicBezTo>
                    <a:pt x="0" y="3299"/>
                    <a:pt x="152" y="6387"/>
                    <a:pt x="94" y="9472"/>
                  </a:cubicBezTo>
                  <a:cubicBezTo>
                    <a:pt x="1899" y="9219"/>
                    <a:pt x="3769" y="9205"/>
                    <a:pt x="5620" y="9205"/>
                  </a:cubicBezTo>
                  <a:cubicBezTo>
                    <a:pt x="5846" y="9205"/>
                    <a:pt x="6071" y="9205"/>
                    <a:pt x="6296" y="9205"/>
                  </a:cubicBezTo>
                  <a:cubicBezTo>
                    <a:pt x="6872" y="9205"/>
                    <a:pt x="7445" y="9204"/>
                    <a:pt x="8012" y="9194"/>
                  </a:cubicBezTo>
                  <a:cubicBezTo>
                    <a:pt x="10750" y="9148"/>
                    <a:pt x="13488" y="9121"/>
                    <a:pt x="16227" y="9114"/>
                  </a:cubicBezTo>
                  <a:cubicBezTo>
                    <a:pt x="16793" y="9113"/>
                    <a:pt x="17360" y="9112"/>
                    <a:pt x="17926" y="9112"/>
                  </a:cubicBezTo>
                  <a:cubicBezTo>
                    <a:pt x="22855" y="9112"/>
                    <a:pt x="27786" y="9169"/>
                    <a:pt x="32710" y="9329"/>
                  </a:cubicBezTo>
                  <a:cubicBezTo>
                    <a:pt x="31567" y="7969"/>
                    <a:pt x="30565" y="6436"/>
                    <a:pt x="29588" y="4957"/>
                  </a:cubicBezTo>
                  <a:cubicBezTo>
                    <a:pt x="29491" y="4810"/>
                    <a:pt x="29588" y="4681"/>
                    <a:pt x="29718" y="4643"/>
                  </a:cubicBezTo>
                  <a:cubicBezTo>
                    <a:pt x="29950" y="4212"/>
                    <a:pt x="30211" y="3787"/>
                    <a:pt x="30489" y="3374"/>
                  </a:cubicBezTo>
                  <a:lnTo>
                    <a:pt x="30489" y="3374"/>
                  </a:lnTo>
                  <a:cubicBezTo>
                    <a:pt x="30118" y="3494"/>
                    <a:pt x="29690" y="3580"/>
                    <a:pt x="29288" y="3580"/>
                  </a:cubicBezTo>
                  <a:cubicBezTo>
                    <a:pt x="28556" y="3580"/>
                    <a:pt x="27907" y="3294"/>
                    <a:pt x="27827" y="2399"/>
                  </a:cubicBezTo>
                  <a:cubicBezTo>
                    <a:pt x="27751" y="1563"/>
                    <a:pt x="28378" y="1071"/>
                    <a:pt x="29058" y="1071"/>
                  </a:cubicBezTo>
                  <a:cubicBezTo>
                    <a:pt x="29159" y="1071"/>
                    <a:pt x="29262" y="1082"/>
                    <a:pt x="29364" y="1104"/>
                  </a:cubicBezTo>
                  <a:cubicBezTo>
                    <a:pt x="29267" y="700"/>
                    <a:pt x="29410" y="269"/>
                    <a:pt x="29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9"/>
            <p:cNvSpPr/>
            <p:nvPr/>
          </p:nvSpPr>
          <p:spPr>
            <a:xfrm>
              <a:off x="2281800" y="2839582"/>
              <a:ext cx="131525" cy="99000"/>
            </a:xfrm>
            <a:custGeom>
              <a:rect b="b" l="l" r="r" t="t"/>
              <a:pathLst>
                <a:path extrusionOk="0" h="3960" w="5261">
                  <a:moveTo>
                    <a:pt x="2984" y="236"/>
                  </a:moveTo>
                  <a:cubicBezTo>
                    <a:pt x="2954" y="273"/>
                    <a:pt x="2940" y="319"/>
                    <a:pt x="2961" y="374"/>
                  </a:cubicBezTo>
                  <a:cubicBezTo>
                    <a:pt x="3210" y="1058"/>
                    <a:pt x="3820" y="1557"/>
                    <a:pt x="4037" y="2249"/>
                  </a:cubicBezTo>
                  <a:cubicBezTo>
                    <a:pt x="4086" y="2408"/>
                    <a:pt x="4118" y="2587"/>
                    <a:pt x="4113" y="2755"/>
                  </a:cubicBezTo>
                  <a:cubicBezTo>
                    <a:pt x="4102" y="3256"/>
                    <a:pt x="3935" y="3427"/>
                    <a:pt x="3466" y="3462"/>
                  </a:cubicBezTo>
                  <a:cubicBezTo>
                    <a:pt x="3426" y="3465"/>
                    <a:pt x="3387" y="3467"/>
                    <a:pt x="3350" y="3467"/>
                  </a:cubicBezTo>
                  <a:cubicBezTo>
                    <a:pt x="2906" y="3467"/>
                    <a:pt x="2678" y="3236"/>
                    <a:pt x="2553" y="2776"/>
                  </a:cubicBezTo>
                  <a:cubicBezTo>
                    <a:pt x="2478" y="2496"/>
                    <a:pt x="2492" y="2196"/>
                    <a:pt x="2513" y="1912"/>
                  </a:cubicBezTo>
                  <a:cubicBezTo>
                    <a:pt x="2520" y="1801"/>
                    <a:pt x="2422" y="1733"/>
                    <a:pt x="2325" y="1733"/>
                  </a:cubicBezTo>
                  <a:cubicBezTo>
                    <a:pt x="2265" y="1733"/>
                    <a:pt x="2206" y="1760"/>
                    <a:pt x="2173" y="1820"/>
                  </a:cubicBezTo>
                  <a:cubicBezTo>
                    <a:pt x="2016" y="2114"/>
                    <a:pt x="1823" y="2515"/>
                    <a:pt x="1504" y="2661"/>
                  </a:cubicBezTo>
                  <a:cubicBezTo>
                    <a:pt x="675" y="2490"/>
                    <a:pt x="426" y="2116"/>
                    <a:pt x="752" y="1540"/>
                  </a:cubicBezTo>
                  <a:cubicBezTo>
                    <a:pt x="841" y="1374"/>
                    <a:pt x="957" y="1224"/>
                    <a:pt x="1096" y="1090"/>
                  </a:cubicBezTo>
                  <a:cubicBezTo>
                    <a:pt x="1605" y="571"/>
                    <a:pt x="2282" y="342"/>
                    <a:pt x="2984" y="236"/>
                  </a:cubicBezTo>
                  <a:close/>
                  <a:moveTo>
                    <a:pt x="2866" y="0"/>
                  </a:moveTo>
                  <a:cubicBezTo>
                    <a:pt x="1701" y="0"/>
                    <a:pt x="1" y="896"/>
                    <a:pt x="243" y="2251"/>
                  </a:cubicBezTo>
                  <a:cubicBezTo>
                    <a:pt x="327" y="2718"/>
                    <a:pt x="711" y="3129"/>
                    <a:pt x="1197" y="3129"/>
                  </a:cubicBezTo>
                  <a:cubicBezTo>
                    <a:pt x="1219" y="3129"/>
                    <a:pt x="1241" y="3128"/>
                    <a:pt x="1263" y="3126"/>
                  </a:cubicBezTo>
                  <a:cubicBezTo>
                    <a:pt x="1645" y="3096"/>
                    <a:pt x="1933" y="2847"/>
                    <a:pt x="2157" y="2545"/>
                  </a:cubicBezTo>
                  <a:cubicBezTo>
                    <a:pt x="2203" y="2986"/>
                    <a:pt x="2349" y="3406"/>
                    <a:pt x="2716" y="3695"/>
                  </a:cubicBezTo>
                  <a:cubicBezTo>
                    <a:pt x="2930" y="3863"/>
                    <a:pt x="3190" y="3959"/>
                    <a:pt x="3447" y="3959"/>
                  </a:cubicBezTo>
                  <a:cubicBezTo>
                    <a:pt x="3663" y="3959"/>
                    <a:pt x="3878" y="3891"/>
                    <a:pt x="4062" y="3741"/>
                  </a:cubicBezTo>
                  <a:cubicBezTo>
                    <a:pt x="5261" y="2755"/>
                    <a:pt x="3732" y="1141"/>
                    <a:pt x="3267" y="245"/>
                  </a:cubicBezTo>
                  <a:cubicBezTo>
                    <a:pt x="3241" y="190"/>
                    <a:pt x="3189" y="167"/>
                    <a:pt x="3136" y="166"/>
                  </a:cubicBezTo>
                  <a:cubicBezTo>
                    <a:pt x="3157" y="104"/>
                    <a:pt x="3114" y="14"/>
                    <a:pt x="3034" y="7"/>
                  </a:cubicBezTo>
                  <a:cubicBezTo>
                    <a:pt x="2980" y="2"/>
                    <a:pt x="2924" y="0"/>
                    <a:pt x="2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9"/>
            <p:cNvSpPr/>
            <p:nvPr/>
          </p:nvSpPr>
          <p:spPr>
            <a:xfrm>
              <a:off x="2096500" y="2815307"/>
              <a:ext cx="117925" cy="115050"/>
            </a:xfrm>
            <a:custGeom>
              <a:rect b="b" l="l" r="r" t="t"/>
              <a:pathLst>
                <a:path extrusionOk="0" h="4602" w="4717">
                  <a:moveTo>
                    <a:pt x="2867" y="424"/>
                  </a:moveTo>
                  <a:cubicBezTo>
                    <a:pt x="2885" y="424"/>
                    <a:pt x="2904" y="424"/>
                    <a:pt x="2923" y="425"/>
                  </a:cubicBezTo>
                  <a:cubicBezTo>
                    <a:pt x="3830" y="447"/>
                    <a:pt x="4192" y="1826"/>
                    <a:pt x="3088" y="1856"/>
                  </a:cubicBezTo>
                  <a:cubicBezTo>
                    <a:pt x="2911" y="1860"/>
                    <a:pt x="2802" y="2135"/>
                    <a:pt x="2989" y="2216"/>
                  </a:cubicBezTo>
                  <a:cubicBezTo>
                    <a:pt x="3303" y="2352"/>
                    <a:pt x="3734" y="2504"/>
                    <a:pt x="3955" y="2779"/>
                  </a:cubicBezTo>
                  <a:cubicBezTo>
                    <a:pt x="4154" y="3718"/>
                    <a:pt x="3921" y="4187"/>
                    <a:pt x="3251" y="4187"/>
                  </a:cubicBezTo>
                  <a:cubicBezTo>
                    <a:pt x="3224" y="4187"/>
                    <a:pt x="3196" y="4186"/>
                    <a:pt x="3167" y="4185"/>
                  </a:cubicBezTo>
                  <a:cubicBezTo>
                    <a:pt x="2834" y="4179"/>
                    <a:pt x="2518" y="4097"/>
                    <a:pt x="2223" y="3942"/>
                  </a:cubicBezTo>
                  <a:cubicBezTo>
                    <a:pt x="1430" y="3546"/>
                    <a:pt x="934" y="2759"/>
                    <a:pt x="463" y="2041"/>
                  </a:cubicBezTo>
                  <a:cubicBezTo>
                    <a:pt x="449" y="2017"/>
                    <a:pt x="428" y="1999"/>
                    <a:pt x="410" y="1985"/>
                  </a:cubicBezTo>
                  <a:cubicBezTo>
                    <a:pt x="766" y="1401"/>
                    <a:pt x="1243" y="942"/>
                    <a:pt x="1887" y="662"/>
                  </a:cubicBezTo>
                  <a:cubicBezTo>
                    <a:pt x="2199" y="526"/>
                    <a:pt x="2522" y="424"/>
                    <a:pt x="2867" y="424"/>
                  </a:cubicBezTo>
                  <a:close/>
                  <a:moveTo>
                    <a:pt x="2833" y="1"/>
                  </a:moveTo>
                  <a:cubicBezTo>
                    <a:pt x="1660" y="1"/>
                    <a:pt x="468" y="1096"/>
                    <a:pt x="45" y="2063"/>
                  </a:cubicBezTo>
                  <a:cubicBezTo>
                    <a:pt x="1" y="2165"/>
                    <a:pt x="72" y="2258"/>
                    <a:pt x="154" y="2274"/>
                  </a:cubicBezTo>
                  <a:cubicBezTo>
                    <a:pt x="801" y="3257"/>
                    <a:pt x="1851" y="4602"/>
                    <a:pt x="3117" y="4602"/>
                  </a:cubicBezTo>
                  <a:cubicBezTo>
                    <a:pt x="3391" y="4602"/>
                    <a:pt x="3676" y="4539"/>
                    <a:pt x="3968" y="4395"/>
                  </a:cubicBezTo>
                  <a:cubicBezTo>
                    <a:pt x="4428" y="4169"/>
                    <a:pt x="4716" y="3729"/>
                    <a:pt x="4615" y="3204"/>
                  </a:cubicBezTo>
                  <a:cubicBezTo>
                    <a:pt x="4508" y="2664"/>
                    <a:pt x="4086" y="2334"/>
                    <a:pt x="3627" y="2091"/>
                  </a:cubicBezTo>
                  <a:cubicBezTo>
                    <a:pt x="4309" y="1689"/>
                    <a:pt x="4472" y="604"/>
                    <a:pt x="3611" y="180"/>
                  </a:cubicBezTo>
                  <a:cubicBezTo>
                    <a:pt x="3358" y="56"/>
                    <a:pt x="3096" y="1"/>
                    <a:pt x="28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9"/>
            <p:cNvSpPr/>
            <p:nvPr/>
          </p:nvSpPr>
          <p:spPr>
            <a:xfrm>
              <a:off x="1969450" y="2733157"/>
              <a:ext cx="117225" cy="95225"/>
            </a:xfrm>
            <a:custGeom>
              <a:rect b="b" l="l" r="r" t="t"/>
              <a:pathLst>
                <a:path extrusionOk="0" h="3809" w="4689">
                  <a:moveTo>
                    <a:pt x="2970" y="433"/>
                  </a:moveTo>
                  <a:cubicBezTo>
                    <a:pt x="3207" y="433"/>
                    <a:pt x="3451" y="557"/>
                    <a:pt x="3613" y="858"/>
                  </a:cubicBezTo>
                  <a:cubicBezTo>
                    <a:pt x="3778" y="1168"/>
                    <a:pt x="3792" y="1519"/>
                    <a:pt x="3760" y="1860"/>
                  </a:cubicBezTo>
                  <a:cubicBezTo>
                    <a:pt x="3700" y="2482"/>
                    <a:pt x="3426" y="2969"/>
                    <a:pt x="3088" y="3468"/>
                  </a:cubicBezTo>
                  <a:cubicBezTo>
                    <a:pt x="2341" y="3253"/>
                    <a:pt x="1202" y="3168"/>
                    <a:pt x="661" y="2565"/>
                  </a:cubicBezTo>
                  <a:cubicBezTo>
                    <a:pt x="462" y="2343"/>
                    <a:pt x="361" y="2045"/>
                    <a:pt x="470" y="1762"/>
                  </a:cubicBezTo>
                  <a:cubicBezTo>
                    <a:pt x="557" y="1528"/>
                    <a:pt x="734" y="1449"/>
                    <a:pt x="935" y="1449"/>
                  </a:cubicBezTo>
                  <a:cubicBezTo>
                    <a:pt x="1091" y="1449"/>
                    <a:pt x="1262" y="1497"/>
                    <a:pt x="1416" y="1556"/>
                  </a:cubicBezTo>
                  <a:cubicBezTo>
                    <a:pt x="1705" y="1665"/>
                    <a:pt x="1888" y="1798"/>
                    <a:pt x="2202" y="1838"/>
                  </a:cubicBezTo>
                  <a:cubicBezTo>
                    <a:pt x="2209" y="1839"/>
                    <a:pt x="2216" y="1839"/>
                    <a:pt x="2223" y="1839"/>
                  </a:cubicBezTo>
                  <a:cubicBezTo>
                    <a:pt x="2359" y="1839"/>
                    <a:pt x="2429" y="1656"/>
                    <a:pt x="2368" y="1549"/>
                  </a:cubicBezTo>
                  <a:cubicBezTo>
                    <a:pt x="2024" y="956"/>
                    <a:pt x="2482" y="433"/>
                    <a:pt x="2970" y="433"/>
                  </a:cubicBezTo>
                  <a:close/>
                  <a:moveTo>
                    <a:pt x="2928" y="1"/>
                  </a:moveTo>
                  <a:cubicBezTo>
                    <a:pt x="2274" y="1"/>
                    <a:pt x="1757" y="677"/>
                    <a:pt x="1893" y="1367"/>
                  </a:cubicBezTo>
                  <a:cubicBezTo>
                    <a:pt x="1551" y="1224"/>
                    <a:pt x="1235" y="972"/>
                    <a:pt x="877" y="972"/>
                  </a:cubicBezTo>
                  <a:cubicBezTo>
                    <a:pt x="781" y="972"/>
                    <a:pt x="683" y="990"/>
                    <a:pt x="581" y="1032"/>
                  </a:cubicBezTo>
                  <a:cubicBezTo>
                    <a:pt x="175" y="1200"/>
                    <a:pt x="1" y="1693"/>
                    <a:pt x="43" y="2103"/>
                  </a:cubicBezTo>
                  <a:cubicBezTo>
                    <a:pt x="170" y="3387"/>
                    <a:pt x="2033" y="3546"/>
                    <a:pt x="3017" y="3715"/>
                  </a:cubicBezTo>
                  <a:cubicBezTo>
                    <a:pt x="3046" y="3770"/>
                    <a:pt x="3110" y="3809"/>
                    <a:pt x="3176" y="3809"/>
                  </a:cubicBezTo>
                  <a:cubicBezTo>
                    <a:pt x="3215" y="3809"/>
                    <a:pt x="3254" y="3796"/>
                    <a:pt x="3287" y="3765"/>
                  </a:cubicBezTo>
                  <a:cubicBezTo>
                    <a:pt x="4118" y="2995"/>
                    <a:pt x="4689" y="1015"/>
                    <a:pt x="3569" y="222"/>
                  </a:cubicBezTo>
                  <a:cubicBezTo>
                    <a:pt x="3352" y="67"/>
                    <a:pt x="3133" y="1"/>
                    <a:pt x="2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9"/>
            <p:cNvSpPr/>
            <p:nvPr/>
          </p:nvSpPr>
          <p:spPr>
            <a:xfrm>
              <a:off x="1903100" y="2862382"/>
              <a:ext cx="131850" cy="90075"/>
            </a:xfrm>
            <a:custGeom>
              <a:rect b="b" l="l" r="r" t="t"/>
              <a:pathLst>
                <a:path extrusionOk="0" h="3603" w="5274">
                  <a:moveTo>
                    <a:pt x="2655" y="268"/>
                  </a:moveTo>
                  <a:lnTo>
                    <a:pt x="2655" y="268"/>
                  </a:lnTo>
                  <a:cubicBezTo>
                    <a:pt x="2641" y="323"/>
                    <a:pt x="2653" y="383"/>
                    <a:pt x="2708" y="435"/>
                  </a:cubicBezTo>
                  <a:cubicBezTo>
                    <a:pt x="3202" y="880"/>
                    <a:pt x="3814" y="1437"/>
                    <a:pt x="4027" y="2085"/>
                  </a:cubicBezTo>
                  <a:cubicBezTo>
                    <a:pt x="4224" y="2676"/>
                    <a:pt x="3915" y="3168"/>
                    <a:pt x="3479" y="3168"/>
                  </a:cubicBezTo>
                  <a:cubicBezTo>
                    <a:pt x="3312" y="3168"/>
                    <a:pt x="3126" y="3096"/>
                    <a:pt x="2943" y="2930"/>
                  </a:cubicBezTo>
                  <a:cubicBezTo>
                    <a:pt x="2662" y="2677"/>
                    <a:pt x="2565" y="2298"/>
                    <a:pt x="2500" y="1940"/>
                  </a:cubicBezTo>
                  <a:cubicBezTo>
                    <a:pt x="2483" y="1848"/>
                    <a:pt x="2399" y="1801"/>
                    <a:pt x="2315" y="1801"/>
                  </a:cubicBezTo>
                  <a:cubicBezTo>
                    <a:pt x="2248" y="1801"/>
                    <a:pt x="2180" y="1831"/>
                    <a:pt x="2148" y="1894"/>
                  </a:cubicBezTo>
                  <a:cubicBezTo>
                    <a:pt x="2080" y="2020"/>
                    <a:pt x="2013" y="2152"/>
                    <a:pt x="1937" y="2274"/>
                  </a:cubicBezTo>
                  <a:cubicBezTo>
                    <a:pt x="1838" y="2482"/>
                    <a:pt x="1688" y="2634"/>
                    <a:pt x="1482" y="2731"/>
                  </a:cubicBezTo>
                  <a:cubicBezTo>
                    <a:pt x="1394" y="2833"/>
                    <a:pt x="1307" y="2883"/>
                    <a:pt x="1222" y="2883"/>
                  </a:cubicBezTo>
                  <a:cubicBezTo>
                    <a:pt x="1107" y="2883"/>
                    <a:pt x="994" y="2790"/>
                    <a:pt x="884" y="2604"/>
                  </a:cubicBezTo>
                  <a:cubicBezTo>
                    <a:pt x="515" y="2328"/>
                    <a:pt x="460" y="2337"/>
                    <a:pt x="563" y="1942"/>
                  </a:cubicBezTo>
                  <a:cubicBezTo>
                    <a:pt x="615" y="1749"/>
                    <a:pt x="714" y="1564"/>
                    <a:pt x="826" y="1399"/>
                  </a:cubicBezTo>
                  <a:cubicBezTo>
                    <a:pt x="1251" y="781"/>
                    <a:pt x="1937" y="416"/>
                    <a:pt x="2655" y="268"/>
                  </a:cubicBezTo>
                  <a:close/>
                  <a:moveTo>
                    <a:pt x="2859" y="1"/>
                  </a:moveTo>
                  <a:cubicBezTo>
                    <a:pt x="1606" y="1"/>
                    <a:pt x="1" y="980"/>
                    <a:pt x="136" y="2411"/>
                  </a:cubicBezTo>
                  <a:cubicBezTo>
                    <a:pt x="183" y="2892"/>
                    <a:pt x="494" y="3256"/>
                    <a:pt x="988" y="3293"/>
                  </a:cubicBezTo>
                  <a:cubicBezTo>
                    <a:pt x="1018" y="3295"/>
                    <a:pt x="1046" y="3297"/>
                    <a:pt x="1074" y="3297"/>
                  </a:cubicBezTo>
                  <a:cubicBezTo>
                    <a:pt x="1616" y="3297"/>
                    <a:pt x="1986" y="2905"/>
                    <a:pt x="2263" y="2471"/>
                  </a:cubicBezTo>
                  <a:cubicBezTo>
                    <a:pt x="2502" y="3037"/>
                    <a:pt x="2994" y="3603"/>
                    <a:pt x="3554" y="3603"/>
                  </a:cubicBezTo>
                  <a:cubicBezTo>
                    <a:pt x="3769" y="3603"/>
                    <a:pt x="3993" y="3519"/>
                    <a:pt x="4218" y="3321"/>
                  </a:cubicBezTo>
                  <a:cubicBezTo>
                    <a:pt x="5273" y="2391"/>
                    <a:pt x="3651" y="760"/>
                    <a:pt x="2985" y="160"/>
                  </a:cubicBezTo>
                  <a:cubicBezTo>
                    <a:pt x="2981" y="155"/>
                    <a:pt x="2979" y="155"/>
                    <a:pt x="2977" y="153"/>
                  </a:cubicBezTo>
                  <a:cubicBezTo>
                    <a:pt x="2990" y="86"/>
                    <a:pt x="2947" y="1"/>
                    <a:pt x="2865" y="1"/>
                  </a:cubicBezTo>
                  <a:cubicBezTo>
                    <a:pt x="2863" y="1"/>
                    <a:pt x="2861" y="1"/>
                    <a:pt x="2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19"/>
            <p:cNvSpPr/>
            <p:nvPr/>
          </p:nvSpPr>
          <p:spPr>
            <a:xfrm>
              <a:off x="1804850" y="2770532"/>
              <a:ext cx="119350" cy="111675"/>
            </a:xfrm>
            <a:custGeom>
              <a:rect b="b" l="l" r="r" t="t"/>
              <a:pathLst>
                <a:path extrusionOk="0" h="4467" w="4774">
                  <a:moveTo>
                    <a:pt x="2876" y="421"/>
                  </a:moveTo>
                  <a:cubicBezTo>
                    <a:pt x="3094" y="421"/>
                    <a:pt x="3309" y="467"/>
                    <a:pt x="3499" y="585"/>
                  </a:cubicBezTo>
                  <a:cubicBezTo>
                    <a:pt x="4440" y="1166"/>
                    <a:pt x="3408" y="2045"/>
                    <a:pt x="2797" y="2208"/>
                  </a:cubicBezTo>
                  <a:cubicBezTo>
                    <a:pt x="2616" y="2257"/>
                    <a:pt x="2598" y="2557"/>
                    <a:pt x="2796" y="2594"/>
                  </a:cubicBezTo>
                  <a:cubicBezTo>
                    <a:pt x="3187" y="2665"/>
                    <a:pt x="3408" y="3125"/>
                    <a:pt x="3288" y="3502"/>
                  </a:cubicBezTo>
                  <a:cubicBezTo>
                    <a:pt x="3166" y="3888"/>
                    <a:pt x="2806" y="4030"/>
                    <a:pt x="2439" y="4030"/>
                  </a:cubicBezTo>
                  <a:cubicBezTo>
                    <a:pt x="2218" y="4030"/>
                    <a:pt x="1994" y="3979"/>
                    <a:pt x="1817" y="3898"/>
                  </a:cubicBezTo>
                  <a:cubicBezTo>
                    <a:pt x="1129" y="3584"/>
                    <a:pt x="760" y="2887"/>
                    <a:pt x="423" y="2240"/>
                  </a:cubicBezTo>
                  <a:cubicBezTo>
                    <a:pt x="811" y="1453"/>
                    <a:pt x="1483" y="735"/>
                    <a:pt x="2354" y="498"/>
                  </a:cubicBezTo>
                  <a:cubicBezTo>
                    <a:pt x="2522" y="451"/>
                    <a:pt x="2700" y="421"/>
                    <a:pt x="2876" y="421"/>
                  </a:cubicBezTo>
                  <a:close/>
                  <a:moveTo>
                    <a:pt x="2840" y="1"/>
                  </a:moveTo>
                  <a:cubicBezTo>
                    <a:pt x="1660" y="1"/>
                    <a:pt x="518" y="1122"/>
                    <a:pt x="56" y="2095"/>
                  </a:cubicBezTo>
                  <a:cubicBezTo>
                    <a:pt x="0" y="2210"/>
                    <a:pt x="63" y="2319"/>
                    <a:pt x="153" y="2367"/>
                  </a:cubicBezTo>
                  <a:cubicBezTo>
                    <a:pt x="561" y="3255"/>
                    <a:pt x="1337" y="4467"/>
                    <a:pt x="2381" y="4467"/>
                  </a:cubicBezTo>
                  <a:cubicBezTo>
                    <a:pt x="2608" y="4467"/>
                    <a:pt x="2849" y="4409"/>
                    <a:pt x="3101" y="4277"/>
                  </a:cubicBezTo>
                  <a:cubicBezTo>
                    <a:pt x="3803" y="3912"/>
                    <a:pt x="3900" y="2864"/>
                    <a:pt x="3334" y="2407"/>
                  </a:cubicBezTo>
                  <a:cubicBezTo>
                    <a:pt x="4189" y="1904"/>
                    <a:pt x="4773" y="705"/>
                    <a:pt x="3591" y="164"/>
                  </a:cubicBezTo>
                  <a:cubicBezTo>
                    <a:pt x="3343" y="51"/>
                    <a:pt x="3091" y="1"/>
                    <a:pt x="2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19"/>
            <p:cNvSpPr/>
            <p:nvPr/>
          </p:nvSpPr>
          <p:spPr>
            <a:xfrm>
              <a:off x="1671975" y="2821007"/>
              <a:ext cx="108650" cy="104775"/>
            </a:xfrm>
            <a:custGeom>
              <a:rect b="b" l="l" r="r" t="t"/>
              <a:pathLst>
                <a:path extrusionOk="0" h="4191" w="4346">
                  <a:moveTo>
                    <a:pt x="2645" y="451"/>
                  </a:moveTo>
                  <a:cubicBezTo>
                    <a:pt x="2924" y="451"/>
                    <a:pt x="3224" y="619"/>
                    <a:pt x="3357" y="851"/>
                  </a:cubicBezTo>
                  <a:cubicBezTo>
                    <a:pt x="3470" y="1052"/>
                    <a:pt x="3496" y="1418"/>
                    <a:pt x="3508" y="1616"/>
                  </a:cubicBezTo>
                  <a:cubicBezTo>
                    <a:pt x="3551" y="2408"/>
                    <a:pt x="3305" y="3082"/>
                    <a:pt x="3004" y="3798"/>
                  </a:cubicBezTo>
                  <a:cubicBezTo>
                    <a:pt x="2997" y="3812"/>
                    <a:pt x="2997" y="3826"/>
                    <a:pt x="2995" y="3839"/>
                  </a:cubicBezTo>
                  <a:cubicBezTo>
                    <a:pt x="2864" y="3857"/>
                    <a:pt x="2732" y="3866"/>
                    <a:pt x="2602" y="3866"/>
                  </a:cubicBezTo>
                  <a:cubicBezTo>
                    <a:pt x="2165" y="3866"/>
                    <a:pt x="1735" y="3764"/>
                    <a:pt x="1344" y="3533"/>
                  </a:cubicBezTo>
                  <a:cubicBezTo>
                    <a:pt x="1046" y="3360"/>
                    <a:pt x="748" y="3105"/>
                    <a:pt x="589" y="2791"/>
                  </a:cubicBezTo>
                  <a:cubicBezTo>
                    <a:pt x="287" y="2295"/>
                    <a:pt x="485" y="2006"/>
                    <a:pt x="1184" y="1925"/>
                  </a:cubicBezTo>
                  <a:cubicBezTo>
                    <a:pt x="1378" y="2000"/>
                    <a:pt x="1561" y="2094"/>
                    <a:pt x="1734" y="2211"/>
                  </a:cubicBezTo>
                  <a:cubicBezTo>
                    <a:pt x="1764" y="2230"/>
                    <a:pt x="1794" y="2239"/>
                    <a:pt x="1824" y="2239"/>
                  </a:cubicBezTo>
                  <a:cubicBezTo>
                    <a:pt x="1935" y="2239"/>
                    <a:pt x="2035" y="2124"/>
                    <a:pt x="2004" y="2004"/>
                  </a:cubicBezTo>
                  <a:cubicBezTo>
                    <a:pt x="1870" y="1496"/>
                    <a:pt x="1836" y="792"/>
                    <a:pt x="2376" y="513"/>
                  </a:cubicBezTo>
                  <a:cubicBezTo>
                    <a:pt x="2458" y="470"/>
                    <a:pt x="2550" y="451"/>
                    <a:pt x="2645" y="451"/>
                  </a:cubicBezTo>
                  <a:close/>
                  <a:moveTo>
                    <a:pt x="2766" y="0"/>
                  </a:moveTo>
                  <a:cubicBezTo>
                    <a:pt x="2454" y="0"/>
                    <a:pt x="2138" y="140"/>
                    <a:pt x="1919" y="366"/>
                  </a:cubicBezTo>
                  <a:cubicBezTo>
                    <a:pt x="1571" y="727"/>
                    <a:pt x="1510" y="1221"/>
                    <a:pt x="1571" y="1694"/>
                  </a:cubicBezTo>
                  <a:cubicBezTo>
                    <a:pt x="1350" y="1585"/>
                    <a:pt x="1110" y="1499"/>
                    <a:pt x="877" y="1499"/>
                  </a:cubicBezTo>
                  <a:cubicBezTo>
                    <a:pt x="699" y="1499"/>
                    <a:pt x="526" y="1549"/>
                    <a:pt x="370" y="1676"/>
                  </a:cubicBezTo>
                  <a:cubicBezTo>
                    <a:pt x="0" y="1976"/>
                    <a:pt x="40" y="2501"/>
                    <a:pt x="222" y="2893"/>
                  </a:cubicBezTo>
                  <a:cubicBezTo>
                    <a:pt x="612" y="3729"/>
                    <a:pt x="1529" y="4191"/>
                    <a:pt x="2429" y="4191"/>
                  </a:cubicBezTo>
                  <a:cubicBezTo>
                    <a:pt x="2743" y="4191"/>
                    <a:pt x="3056" y="4134"/>
                    <a:pt x="3343" y="4018"/>
                  </a:cubicBezTo>
                  <a:cubicBezTo>
                    <a:pt x="3442" y="3976"/>
                    <a:pt x="3445" y="3855"/>
                    <a:pt x="3378" y="3807"/>
                  </a:cubicBezTo>
                  <a:cubicBezTo>
                    <a:pt x="3925" y="2875"/>
                    <a:pt x="4345" y="716"/>
                    <a:pt x="3219" y="111"/>
                  </a:cubicBezTo>
                  <a:cubicBezTo>
                    <a:pt x="3077" y="35"/>
                    <a:pt x="2922" y="0"/>
                    <a:pt x="2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119"/>
          <p:cNvGrpSpPr/>
          <p:nvPr/>
        </p:nvGrpSpPr>
        <p:grpSpPr>
          <a:xfrm>
            <a:off x="5572282" y="2537309"/>
            <a:ext cx="1270698" cy="378879"/>
            <a:chOff x="1654700" y="2715707"/>
            <a:chExt cx="856150" cy="255275"/>
          </a:xfrm>
        </p:grpSpPr>
        <p:sp>
          <p:nvSpPr>
            <p:cNvPr id="4474" name="Google Shape;4474;p119"/>
            <p:cNvSpPr/>
            <p:nvPr/>
          </p:nvSpPr>
          <p:spPr>
            <a:xfrm>
              <a:off x="1679125" y="2832257"/>
              <a:ext cx="81650" cy="85425"/>
            </a:xfrm>
            <a:custGeom>
              <a:rect b="b" l="l" r="r" t="t"/>
              <a:pathLst>
                <a:path extrusionOk="0" h="3417" w="3266">
                  <a:moveTo>
                    <a:pt x="2359" y="1"/>
                  </a:moveTo>
                  <a:cubicBezTo>
                    <a:pt x="2265" y="1"/>
                    <a:pt x="2173" y="20"/>
                    <a:pt x="2090" y="63"/>
                  </a:cubicBezTo>
                  <a:cubicBezTo>
                    <a:pt x="1550" y="342"/>
                    <a:pt x="1584" y="1047"/>
                    <a:pt x="1718" y="1554"/>
                  </a:cubicBezTo>
                  <a:cubicBezTo>
                    <a:pt x="1750" y="1675"/>
                    <a:pt x="1650" y="1789"/>
                    <a:pt x="1538" y="1789"/>
                  </a:cubicBezTo>
                  <a:cubicBezTo>
                    <a:pt x="1508" y="1789"/>
                    <a:pt x="1478" y="1781"/>
                    <a:pt x="1448" y="1762"/>
                  </a:cubicBezTo>
                  <a:cubicBezTo>
                    <a:pt x="1275" y="1644"/>
                    <a:pt x="1092" y="1550"/>
                    <a:pt x="899" y="1476"/>
                  </a:cubicBezTo>
                  <a:cubicBezTo>
                    <a:pt x="199" y="1556"/>
                    <a:pt x="1" y="1845"/>
                    <a:pt x="303" y="2341"/>
                  </a:cubicBezTo>
                  <a:cubicBezTo>
                    <a:pt x="462" y="2655"/>
                    <a:pt x="760" y="2910"/>
                    <a:pt x="1058" y="3083"/>
                  </a:cubicBezTo>
                  <a:cubicBezTo>
                    <a:pt x="1449" y="3314"/>
                    <a:pt x="1878" y="3416"/>
                    <a:pt x="2315" y="3416"/>
                  </a:cubicBezTo>
                  <a:cubicBezTo>
                    <a:pt x="2446" y="3416"/>
                    <a:pt x="2577" y="3407"/>
                    <a:pt x="2709" y="3389"/>
                  </a:cubicBezTo>
                  <a:cubicBezTo>
                    <a:pt x="2711" y="3376"/>
                    <a:pt x="2711" y="3362"/>
                    <a:pt x="2718" y="3348"/>
                  </a:cubicBezTo>
                  <a:cubicBezTo>
                    <a:pt x="3019" y="2632"/>
                    <a:pt x="3265" y="1958"/>
                    <a:pt x="3222" y="1166"/>
                  </a:cubicBezTo>
                  <a:cubicBezTo>
                    <a:pt x="3210" y="968"/>
                    <a:pt x="3184" y="602"/>
                    <a:pt x="3071" y="402"/>
                  </a:cubicBezTo>
                  <a:cubicBezTo>
                    <a:pt x="2938" y="169"/>
                    <a:pt x="2638" y="1"/>
                    <a:pt x="2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9"/>
            <p:cNvSpPr/>
            <p:nvPr/>
          </p:nvSpPr>
          <p:spPr>
            <a:xfrm>
              <a:off x="1700275" y="2731082"/>
              <a:ext cx="92175" cy="52750"/>
            </a:xfrm>
            <a:custGeom>
              <a:rect b="b" l="l" r="r" t="t"/>
              <a:pathLst>
                <a:path extrusionOk="0" h="2110" w="3687">
                  <a:moveTo>
                    <a:pt x="3276" y="0"/>
                  </a:moveTo>
                  <a:cubicBezTo>
                    <a:pt x="2636" y="18"/>
                    <a:pt x="1994" y="30"/>
                    <a:pt x="1356" y="30"/>
                  </a:cubicBezTo>
                  <a:cubicBezTo>
                    <a:pt x="1335" y="54"/>
                    <a:pt x="1306" y="71"/>
                    <a:pt x="1270" y="71"/>
                  </a:cubicBezTo>
                  <a:cubicBezTo>
                    <a:pt x="1261" y="71"/>
                    <a:pt x="1253" y="70"/>
                    <a:pt x="1244" y="68"/>
                  </a:cubicBezTo>
                  <a:cubicBezTo>
                    <a:pt x="1208" y="63"/>
                    <a:pt x="1171" y="60"/>
                    <a:pt x="1136" y="60"/>
                  </a:cubicBezTo>
                  <a:cubicBezTo>
                    <a:pt x="462" y="60"/>
                    <a:pt x="0" y="1007"/>
                    <a:pt x="680" y="1357"/>
                  </a:cubicBezTo>
                  <a:cubicBezTo>
                    <a:pt x="775" y="1406"/>
                    <a:pt x="879" y="1429"/>
                    <a:pt x="984" y="1429"/>
                  </a:cubicBezTo>
                  <a:cubicBezTo>
                    <a:pt x="1284" y="1429"/>
                    <a:pt x="1589" y="1243"/>
                    <a:pt x="1694" y="963"/>
                  </a:cubicBezTo>
                  <a:cubicBezTo>
                    <a:pt x="1723" y="887"/>
                    <a:pt x="1787" y="853"/>
                    <a:pt x="1850" y="853"/>
                  </a:cubicBezTo>
                  <a:cubicBezTo>
                    <a:pt x="1943" y="853"/>
                    <a:pt x="2034" y="928"/>
                    <a:pt x="2002" y="1048"/>
                  </a:cubicBezTo>
                  <a:cubicBezTo>
                    <a:pt x="1828" y="1672"/>
                    <a:pt x="2301" y="2110"/>
                    <a:pt x="2774" y="2110"/>
                  </a:cubicBezTo>
                  <a:cubicBezTo>
                    <a:pt x="3063" y="2110"/>
                    <a:pt x="3351" y="1948"/>
                    <a:pt x="3493" y="1567"/>
                  </a:cubicBezTo>
                  <a:cubicBezTo>
                    <a:pt x="3686" y="1048"/>
                    <a:pt x="3440" y="494"/>
                    <a:pt x="3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9"/>
            <p:cNvSpPr/>
            <p:nvPr/>
          </p:nvSpPr>
          <p:spPr>
            <a:xfrm>
              <a:off x="1815425" y="2781057"/>
              <a:ext cx="100425" cy="90250"/>
            </a:xfrm>
            <a:custGeom>
              <a:rect b="b" l="l" r="r" t="t"/>
              <a:pathLst>
                <a:path extrusionOk="0" h="3610" w="4017">
                  <a:moveTo>
                    <a:pt x="2453" y="0"/>
                  </a:moveTo>
                  <a:cubicBezTo>
                    <a:pt x="2277" y="0"/>
                    <a:pt x="2099" y="30"/>
                    <a:pt x="1931" y="77"/>
                  </a:cubicBezTo>
                  <a:cubicBezTo>
                    <a:pt x="1060" y="314"/>
                    <a:pt x="388" y="1032"/>
                    <a:pt x="0" y="1819"/>
                  </a:cubicBezTo>
                  <a:cubicBezTo>
                    <a:pt x="337" y="2466"/>
                    <a:pt x="706" y="3163"/>
                    <a:pt x="1394" y="3477"/>
                  </a:cubicBezTo>
                  <a:cubicBezTo>
                    <a:pt x="1571" y="3558"/>
                    <a:pt x="1795" y="3609"/>
                    <a:pt x="2015" y="3609"/>
                  </a:cubicBezTo>
                  <a:cubicBezTo>
                    <a:pt x="2383" y="3609"/>
                    <a:pt x="2742" y="3467"/>
                    <a:pt x="2865" y="3080"/>
                  </a:cubicBezTo>
                  <a:cubicBezTo>
                    <a:pt x="2985" y="2704"/>
                    <a:pt x="2764" y="2244"/>
                    <a:pt x="2374" y="2173"/>
                  </a:cubicBezTo>
                  <a:cubicBezTo>
                    <a:pt x="2175" y="2136"/>
                    <a:pt x="2193" y="1835"/>
                    <a:pt x="2374" y="1787"/>
                  </a:cubicBezTo>
                  <a:cubicBezTo>
                    <a:pt x="2985" y="1624"/>
                    <a:pt x="4017" y="745"/>
                    <a:pt x="3076" y="164"/>
                  </a:cubicBezTo>
                  <a:cubicBezTo>
                    <a:pt x="2886" y="46"/>
                    <a:pt x="2671" y="0"/>
                    <a:pt x="2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19"/>
            <p:cNvSpPr/>
            <p:nvPr/>
          </p:nvSpPr>
          <p:spPr>
            <a:xfrm>
              <a:off x="1914575" y="2869057"/>
              <a:ext cx="94125" cy="72550"/>
            </a:xfrm>
            <a:custGeom>
              <a:rect b="b" l="l" r="r" t="t"/>
              <a:pathLst>
                <a:path extrusionOk="0" h="2902" w="3765">
                  <a:moveTo>
                    <a:pt x="2196" y="1"/>
                  </a:moveTo>
                  <a:lnTo>
                    <a:pt x="2196" y="1"/>
                  </a:lnTo>
                  <a:cubicBezTo>
                    <a:pt x="1478" y="149"/>
                    <a:pt x="792" y="514"/>
                    <a:pt x="368" y="1132"/>
                  </a:cubicBezTo>
                  <a:cubicBezTo>
                    <a:pt x="255" y="1297"/>
                    <a:pt x="156" y="1482"/>
                    <a:pt x="104" y="1675"/>
                  </a:cubicBezTo>
                  <a:cubicBezTo>
                    <a:pt x="1" y="2070"/>
                    <a:pt x="56" y="2061"/>
                    <a:pt x="426" y="2338"/>
                  </a:cubicBezTo>
                  <a:cubicBezTo>
                    <a:pt x="536" y="2524"/>
                    <a:pt x="648" y="2616"/>
                    <a:pt x="763" y="2616"/>
                  </a:cubicBezTo>
                  <a:cubicBezTo>
                    <a:pt x="848" y="2616"/>
                    <a:pt x="935" y="2566"/>
                    <a:pt x="1023" y="2464"/>
                  </a:cubicBezTo>
                  <a:cubicBezTo>
                    <a:pt x="1229" y="2368"/>
                    <a:pt x="1379" y="2215"/>
                    <a:pt x="1478" y="2007"/>
                  </a:cubicBezTo>
                  <a:cubicBezTo>
                    <a:pt x="1554" y="1885"/>
                    <a:pt x="1621" y="1754"/>
                    <a:pt x="1689" y="1627"/>
                  </a:cubicBezTo>
                  <a:cubicBezTo>
                    <a:pt x="1721" y="1564"/>
                    <a:pt x="1789" y="1534"/>
                    <a:pt x="1856" y="1534"/>
                  </a:cubicBezTo>
                  <a:cubicBezTo>
                    <a:pt x="1940" y="1534"/>
                    <a:pt x="2024" y="1581"/>
                    <a:pt x="2041" y="1673"/>
                  </a:cubicBezTo>
                  <a:cubicBezTo>
                    <a:pt x="2106" y="2031"/>
                    <a:pt x="2203" y="2410"/>
                    <a:pt x="2484" y="2663"/>
                  </a:cubicBezTo>
                  <a:cubicBezTo>
                    <a:pt x="2667" y="2829"/>
                    <a:pt x="2853" y="2901"/>
                    <a:pt x="3020" y="2901"/>
                  </a:cubicBezTo>
                  <a:cubicBezTo>
                    <a:pt x="3456" y="2901"/>
                    <a:pt x="3765" y="2409"/>
                    <a:pt x="3568" y="1818"/>
                  </a:cubicBezTo>
                  <a:cubicBezTo>
                    <a:pt x="3355" y="1170"/>
                    <a:pt x="2743" y="613"/>
                    <a:pt x="2249" y="168"/>
                  </a:cubicBezTo>
                  <a:cubicBezTo>
                    <a:pt x="2194" y="117"/>
                    <a:pt x="2182" y="56"/>
                    <a:pt x="2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19"/>
            <p:cNvSpPr/>
            <p:nvPr/>
          </p:nvSpPr>
          <p:spPr>
            <a:xfrm>
              <a:off x="1978450" y="2743957"/>
              <a:ext cx="85825" cy="75925"/>
            </a:xfrm>
            <a:custGeom>
              <a:rect b="b" l="l" r="r" t="t"/>
              <a:pathLst>
                <a:path extrusionOk="0" h="3037" w="3433">
                  <a:moveTo>
                    <a:pt x="2610" y="1"/>
                  </a:moveTo>
                  <a:cubicBezTo>
                    <a:pt x="2122" y="1"/>
                    <a:pt x="1664" y="524"/>
                    <a:pt x="2008" y="1117"/>
                  </a:cubicBezTo>
                  <a:cubicBezTo>
                    <a:pt x="2069" y="1224"/>
                    <a:pt x="2000" y="1407"/>
                    <a:pt x="1863" y="1407"/>
                  </a:cubicBezTo>
                  <a:cubicBezTo>
                    <a:pt x="1856" y="1407"/>
                    <a:pt x="1849" y="1407"/>
                    <a:pt x="1842" y="1406"/>
                  </a:cubicBezTo>
                  <a:cubicBezTo>
                    <a:pt x="1528" y="1366"/>
                    <a:pt x="1345" y="1233"/>
                    <a:pt x="1056" y="1124"/>
                  </a:cubicBezTo>
                  <a:cubicBezTo>
                    <a:pt x="902" y="1064"/>
                    <a:pt x="731" y="1017"/>
                    <a:pt x="575" y="1017"/>
                  </a:cubicBezTo>
                  <a:cubicBezTo>
                    <a:pt x="374" y="1017"/>
                    <a:pt x="197" y="1095"/>
                    <a:pt x="110" y="1329"/>
                  </a:cubicBezTo>
                  <a:cubicBezTo>
                    <a:pt x="1" y="1613"/>
                    <a:pt x="104" y="1911"/>
                    <a:pt x="301" y="2133"/>
                  </a:cubicBezTo>
                  <a:cubicBezTo>
                    <a:pt x="842" y="2736"/>
                    <a:pt x="1981" y="2821"/>
                    <a:pt x="2728" y="3036"/>
                  </a:cubicBezTo>
                  <a:cubicBezTo>
                    <a:pt x="3066" y="2537"/>
                    <a:pt x="3340" y="2050"/>
                    <a:pt x="3400" y="1428"/>
                  </a:cubicBezTo>
                  <a:cubicBezTo>
                    <a:pt x="3432" y="1087"/>
                    <a:pt x="3418" y="736"/>
                    <a:pt x="3253" y="426"/>
                  </a:cubicBezTo>
                  <a:cubicBezTo>
                    <a:pt x="3091" y="125"/>
                    <a:pt x="2847" y="1"/>
                    <a:pt x="2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9"/>
            <p:cNvSpPr/>
            <p:nvPr/>
          </p:nvSpPr>
          <p:spPr>
            <a:xfrm>
              <a:off x="2106725" y="2825882"/>
              <a:ext cx="94575" cy="94125"/>
            </a:xfrm>
            <a:custGeom>
              <a:rect b="b" l="l" r="r" t="t"/>
              <a:pathLst>
                <a:path extrusionOk="0" h="3765" w="3783">
                  <a:moveTo>
                    <a:pt x="2457" y="1"/>
                  </a:moveTo>
                  <a:cubicBezTo>
                    <a:pt x="2113" y="1"/>
                    <a:pt x="1790" y="103"/>
                    <a:pt x="1478" y="239"/>
                  </a:cubicBezTo>
                  <a:cubicBezTo>
                    <a:pt x="834" y="519"/>
                    <a:pt x="357" y="978"/>
                    <a:pt x="1" y="1562"/>
                  </a:cubicBezTo>
                  <a:cubicBezTo>
                    <a:pt x="19" y="1576"/>
                    <a:pt x="40" y="1594"/>
                    <a:pt x="54" y="1618"/>
                  </a:cubicBezTo>
                  <a:cubicBezTo>
                    <a:pt x="525" y="2336"/>
                    <a:pt x="1021" y="3123"/>
                    <a:pt x="1814" y="3519"/>
                  </a:cubicBezTo>
                  <a:cubicBezTo>
                    <a:pt x="2109" y="3674"/>
                    <a:pt x="2425" y="3756"/>
                    <a:pt x="2758" y="3762"/>
                  </a:cubicBezTo>
                  <a:cubicBezTo>
                    <a:pt x="2787" y="3763"/>
                    <a:pt x="2815" y="3764"/>
                    <a:pt x="2842" y="3764"/>
                  </a:cubicBezTo>
                  <a:cubicBezTo>
                    <a:pt x="3512" y="3764"/>
                    <a:pt x="3745" y="3295"/>
                    <a:pt x="3546" y="2356"/>
                  </a:cubicBezTo>
                  <a:cubicBezTo>
                    <a:pt x="3325" y="2081"/>
                    <a:pt x="2894" y="1929"/>
                    <a:pt x="2580" y="1793"/>
                  </a:cubicBezTo>
                  <a:cubicBezTo>
                    <a:pt x="2393" y="1712"/>
                    <a:pt x="2502" y="1437"/>
                    <a:pt x="2679" y="1433"/>
                  </a:cubicBezTo>
                  <a:cubicBezTo>
                    <a:pt x="3783" y="1403"/>
                    <a:pt x="3421" y="24"/>
                    <a:pt x="2512" y="2"/>
                  </a:cubicBezTo>
                  <a:cubicBezTo>
                    <a:pt x="2494" y="1"/>
                    <a:pt x="2475" y="1"/>
                    <a:pt x="2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19"/>
            <p:cNvSpPr/>
            <p:nvPr/>
          </p:nvSpPr>
          <p:spPr>
            <a:xfrm>
              <a:off x="2228650" y="2726557"/>
              <a:ext cx="87175" cy="86800"/>
            </a:xfrm>
            <a:custGeom>
              <a:rect b="b" l="l" r="r" t="t"/>
              <a:pathLst>
                <a:path extrusionOk="0" h="3472" w="3487">
                  <a:moveTo>
                    <a:pt x="3486" y="1"/>
                  </a:moveTo>
                  <a:lnTo>
                    <a:pt x="3486" y="1"/>
                  </a:lnTo>
                  <a:cubicBezTo>
                    <a:pt x="2623" y="7"/>
                    <a:pt x="1757" y="14"/>
                    <a:pt x="894" y="19"/>
                  </a:cubicBezTo>
                  <a:cubicBezTo>
                    <a:pt x="716" y="84"/>
                    <a:pt x="548" y="164"/>
                    <a:pt x="388" y="263"/>
                  </a:cubicBezTo>
                  <a:cubicBezTo>
                    <a:pt x="55" y="386"/>
                    <a:pt x="1" y="605"/>
                    <a:pt x="218" y="919"/>
                  </a:cubicBezTo>
                  <a:cubicBezTo>
                    <a:pt x="176" y="1269"/>
                    <a:pt x="317" y="1452"/>
                    <a:pt x="640" y="1476"/>
                  </a:cubicBezTo>
                  <a:cubicBezTo>
                    <a:pt x="810" y="1524"/>
                    <a:pt x="983" y="1554"/>
                    <a:pt x="1162" y="1569"/>
                  </a:cubicBezTo>
                  <a:cubicBezTo>
                    <a:pt x="1339" y="1587"/>
                    <a:pt x="1411" y="1802"/>
                    <a:pt x="1254" y="1905"/>
                  </a:cubicBezTo>
                  <a:cubicBezTo>
                    <a:pt x="391" y="2472"/>
                    <a:pt x="939" y="3471"/>
                    <a:pt x="1678" y="3471"/>
                  </a:cubicBezTo>
                  <a:cubicBezTo>
                    <a:pt x="1850" y="3471"/>
                    <a:pt x="2031" y="3418"/>
                    <a:pt x="2208" y="3293"/>
                  </a:cubicBezTo>
                  <a:cubicBezTo>
                    <a:pt x="2522" y="3069"/>
                    <a:pt x="2695" y="2686"/>
                    <a:pt x="2836" y="2339"/>
                  </a:cubicBezTo>
                  <a:cubicBezTo>
                    <a:pt x="3131" y="1609"/>
                    <a:pt x="3309" y="829"/>
                    <a:pt x="3464" y="58"/>
                  </a:cubicBezTo>
                  <a:cubicBezTo>
                    <a:pt x="3468" y="35"/>
                    <a:pt x="3478" y="17"/>
                    <a:pt x="34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19"/>
            <p:cNvSpPr/>
            <p:nvPr/>
          </p:nvSpPr>
          <p:spPr>
            <a:xfrm>
              <a:off x="2292425" y="2845457"/>
              <a:ext cx="92325" cy="80800"/>
            </a:xfrm>
            <a:custGeom>
              <a:rect b="b" l="l" r="r" t="t"/>
              <a:pathLst>
                <a:path extrusionOk="0" h="3232" w="3693">
                  <a:moveTo>
                    <a:pt x="2559" y="1"/>
                  </a:moveTo>
                  <a:cubicBezTo>
                    <a:pt x="1857" y="107"/>
                    <a:pt x="1180" y="336"/>
                    <a:pt x="671" y="855"/>
                  </a:cubicBezTo>
                  <a:cubicBezTo>
                    <a:pt x="532" y="989"/>
                    <a:pt x="416" y="1139"/>
                    <a:pt x="327" y="1305"/>
                  </a:cubicBezTo>
                  <a:cubicBezTo>
                    <a:pt x="1" y="1881"/>
                    <a:pt x="250" y="2255"/>
                    <a:pt x="1079" y="2426"/>
                  </a:cubicBezTo>
                  <a:cubicBezTo>
                    <a:pt x="1398" y="2280"/>
                    <a:pt x="1591" y="1878"/>
                    <a:pt x="1748" y="1585"/>
                  </a:cubicBezTo>
                  <a:cubicBezTo>
                    <a:pt x="1781" y="1525"/>
                    <a:pt x="1840" y="1498"/>
                    <a:pt x="1900" y="1498"/>
                  </a:cubicBezTo>
                  <a:cubicBezTo>
                    <a:pt x="1997" y="1498"/>
                    <a:pt x="2095" y="1566"/>
                    <a:pt x="2088" y="1677"/>
                  </a:cubicBezTo>
                  <a:cubicBezTo>
                    <a:pt x="2067" y="1961"/>
                    <a:pt x="2053" y="2261"/>
                    <a:pt x="2128" y="2541"/>
                  </a:cubicBezTo>
                  <a:cubicBezTo>
                    <a:pt x="2253" y="3001"/>
                    <a:pt x="2481" y="3232"/>
                    <a:pt x="2925" y="3232"/>
                  </a:cubicBezTo>
                  <a:cubicBezTo>
                    <a:pt x="2962" y="3232"/>
                    <a:pt x="3001" y="3230"/>
                    <a:pt x="3041" y="3227"/>
                  </a:cubicBezTo>
                  <a:cubicBezTo>
                    <a:pt x="3510" y="3192"/>
                    <a:pt x="3677" y="3021"/>
                    <a:pt x="3688" y="2520"/>
                  </a:cubicBezTo>
                  <a:cubicBezTo>
                    <a:pt x="3693" y="2351"/>
                    <a:pt x="3661" y="2173"/>
                    <a:pt x="3612" y="2014"/>
                  </a:cubicBezTo>
                  <a:cubicBezTo>
                    <a:pt x="3395" y="1322"/>
                    <a:pt x="2785" y="823"/>
                    <a:pt x="2536" y="139"/>
                  </a:cubicBezTo>
                  <a:cubicBezTo>
                    <a:pt x="2515" y="84"/>
                    <a:pt x="2529" y="38"/>
                    <a:pt x="25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19"/>
            <p:cNvSpPr/>
            <p:nvPr/>
          </p:nvSpPr>
          <p:spPr>
            <a:xfrm>
              <a:off x="2450750" y="2725107"/>
              <a:ext cx="45450" cy="37675"/>
            </a:xfrm>
            <a:custGeom>
              <a:rect b="b" l="l" r="r" t="t"/>
              <a:pathLst>
                <a:path extrusionOk="0" h="1507" w="1818">
                  <a:moveTo>
                    <a:pt x="1818" y="1"/>
                  </a:moveTo>
                  <a:lnTo>
                    <a:pt x="1818" y="1"/>
                  </a:lnTo>
                  <a:cubicBezTo>
                    <a:pt x="1211" y="5"/>
                    <a:pt x="606" y="9"/>
                    <a:pt x="1" y="15"/>
                  </a:cubicBezTo>
                  <a:cubicBezTo>
                    <a:pt x="421" y="343"/>
                    <a:pt x="631" y="933"/>
                    <a:pt x="606" y="1506"/>
                  </a:cubicBezTo>
                  <a:cubicBezTo>
                    <a:pt x="1008" y="995"/>
                    <a:pt x="1419" y="494"/>
                    <a:pt x="1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19"/>
            <p:cNvSpPr/>
            <p:nvPr/>
          </p:nvSpPr>
          <p:spPr>
            <a:xfrm>
              <a:off x="2364350" y="2729007"/>
              <a:ext cx="94625" cy="79200"/>
            </a:xfrm>
            <a:custGeom>
              <a:rect b="b" l="l" r="r" t="t"/>
              <a:pathLst>
                <a:path extrusionOk="0" h="3168" w="3785">
                  <a:moveTo>
                    <a:pt x="2706" y="0"/>
                  </a:moveTo>
                  <a:cubicBezTo>
                    <a:pt x="2097" y="0"/>
                    <a:pt x="1597" y="723"/>
                    <a:pt x="2106" y="1242"/>
                  </a:cubicBezTo>
                  <a:cubicBezTo>
                    <a:pt x="2243" y="1382"/>
                    <a:pt x="2117" y="1556"/>
                    <a:pt x="1967" y="1556"/>
                  </a:cubicBezTo>
                  <a:cubicBezTo>
                    <a:pt x="1924" y="1556"/>
                    <a:pt x="1879" y="1542"/>
                    <a:pt x="1838" y="1509"/>
                  </a:cubicBezTo>
                  <a:cubicBezTo>
                    <a:pt x="1632" y="1348"/>
                    <a:pt x="1430" y="1280"/>
                    <a:pt x="1245" y="1280"/>
                  </a:cubicBezTo>
                  <a:cubicBezTo>
                    <a:pt x="463" y="1280"/>
                    <a:pt x="1" y="2500"/>
                    <a:pt x="913" y="2990"/>
                  </a:cubicBezTo>
                  <a:cubicBezTo>
                    <a:pt x="1153" y="3119"/>
                    <a:pt x="1405" y="3167"/>
                    <a:pt x="1661" y="3167"/>
                  </a:cubicBezTo>
                  <a:cubicBezTo>
                    <a:pt x="2070" y="3167"/>
                    <a:pt x="2489" y="3044"/>
                    <a:pt x="2884" y="2927"/>
                  </a:cubicBezTo>
                  <a:cubicBezTo>
                    <a:pt x="3172" y="2511"/>
                    <a:pt x="3476" y="2105"/>
                    <a:pt x="3784" y="1704"/>
                  </a:cubicBezTo>
                  <a:cubicBezTo>
                    <a:pt x="3709" y="1666"/>
                    <a:pt x="3651" y="1590"/>
                    <a:pt x="3667" y="1487"/>
                  </a:cubicBezTo>
                  <a:cubicBezTo>
                    <a:pt x="3759" y="918"/>
                    <a:pt x="3586" y="334"/>
                    <a:pt x="3039" y="76"/>
                  </a:cubicBezTo>
                  <a:cubicBezTo>
                    <a:pt x="2928" y="24"/>
                    <a:pt x="2815" y="0"/>
                    <a:pt x="2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19"/>
            <p:cNvSpPr/>
            <p:nvPr/>
          </p:nvSpPr>
          <p:spPr>
            <a:xfrm>
              <a:off x="1654700" y="2715707"/>
              <a:ext cx="856150" cy="255275"/>
            </a:xfrm>
            <a:custGeom>
              <a:rect b="b" l="l" r="r" t="t"/>
              <a:pathLst>
                <a:path extrusionOk="0" h="10211" w="34246">
                  <a:moveTo>
                    <a:pt x="33660" y="377"/>
                  </a:moveTo>
                  <a:lnTo>
                    <a:pt x="33660" y="377"/>
                  </a:lnTo>
                  <a:cubicBezTo>
                    <a:pt x="33260" y="871"/>
                    <a:pt x="32850" y="1372"/>
                    <a:pt x="32448" y="1882"/>
                  </a:cubicBezTo>
                  <a:cubicBezTo>
                    <a:pt x="32473" y="1309"/>
                    <a:pt x="32263" y="719"/>
                    <a:pt x="31843" y="391"/>
                  </a:cubicBezTo>
                  <a:cubicBezTo>
                    <a:pt x="32448" y="386"/>
                    <a:pt x="33053" y="381"/>
                    <a:pt x="33660" y="377"/>
                  </a:cubicBezTo>
                  <a:close/>
                  <a:moveTo>
                    <a:pt x="5099" y="615"/>
                  </a:moveTo>
                  <a:cubicBezTo>
                    <a:pt x="5263" y="1109"/>
                    <a:pt x="5509" y="1663"/>
                    <a:pt x="5316" y="2182"/>
                  </a:cubicBezTo>
                  <a:cubicBezTo>
                    <a:pt x="5174" y="2563"/>
                    <a:pt x="4886" y="2725"/>
                    <a:pt x="4598" y="2725"/>
                  </a:cubicBezTo>
                  <a:cubicBezTo>
                    <a:pt x="4124" y="2725"/>
                    <a:pt x="3651" y="2287"/>
                    <a:pt x="3825" y="1663"/>
                  </a:cubicBezTo>
                  <a:cubicBezTo>
                    <a:pt x="3858" y="1543"/>
                    <a:pt x="3767" y="1468"/>
                    <a:pt x="3673" y="1468"/>
                  </a:cubicBezTo>
                  <a:cubicBezTo>
                    <a:pt x="3610" y="1468"/>
                    <a:pt x="3546" y="1502"/>
                    <a:pt x="3517" y="1578"/>
                  </a:cubicBezTo>
                  <a:cubicBezTo>
                    <a:pt x="3412" y="1858"/>
                    <a:pt x="3106" y="2044"/>
                    <a:pt x="2806" y="2044"/>
                  </a:cubicBezTo>
                  <a:cubicBezTo>
                    <a:pt x="2701" y="2044"/>
                    <a:pt x="2597" y="2022"/>
                    <a:pt x="2503" y="1973"/>
                  </a:cubicBezTo>
                  <a:cubicBezTo>
                    <a:pt x="1824" y="1622"/>
                    <a:pt x="2285" y="676"/>
                    <a:pt x="2958" y="676"/>
                  </a:cubicBezTo>
                  <a:cubicBezTo>
                    <a:pt x="2994" y="676"/>
                    <a:pt x="3030" y="679"/>
                    <a:pt x="3067" y="684"/>
                  </a:cubicBezTo>
                  <a:cubicBezTo>
                    <a:pt x="3075" y="686"/>
                    <a:pt x="3083" y="687"/>
                    <a:pt x="3091" y="687"/>
                  </a:cubicBezTo>
                  <a:cubicBezTo>
                    <a:pt x="3128" y="687"/>
                    <a:pt x="3157" y="670"/>
                    <a:pt x="3180" y="645"/>
                  </a:cubicBezTo>
                  <a:cubicBezTo>
                    <a:pt x="3817" y="645"/>
                    <a:pt x="4459" y="633"/>
                    <a:pt x="5099" y="615"/>
                  </a:cubicBezTo>
                  <a:close/>
                  <a:moveTo>
                    <a:pt x="31092" y="532"/>
                  </a:moveTo>
                  <a:cubicBezTo>
                    <a:pt x="31201" y="532"/>
                    <a:pt x="31314" y="556"/>
                    <a:pt x="31425" y="608"/>
                  </a:cubicBezTo>
                  <a:cubicBezTo>
                    <a:pt x="31972" y="866"/>
                    <a:pt x="32146" y="1450"/>
                    <a:pt x="32053" y="2019"/>
                  </a:cubicBezTo>
                  <a:cubicBezTo>
                    <a:pt x="32037" y="2122"/>
                    <a:pt x="32095" y="2198"/>
                    <a:pt x="32170" y="2236"/>
                  </a:cubicBezTo>
                  <a:cubicBezTo>
                    <a:pt x="31862" y="2637"/>
                    <a:pt x="31558" y="3043"/>
                    <a:pt x="31270" y="3459"/>
                  </a:cubicBezTo>
                  <a:cubicBezTo>
                    <a:pt x="30875" y="3576"/>
                    <a:pt x="30456" y="3699"/>
                    <a:pt x="30047" y="3699"/>
                  </a:cubicBezTo>
                  <a:cubicBezTo>
                    <a:pt x="29791" y="3699"/>
                    <a:pt x="29539" y="3651"/>
                    <a:pt x="29299" y="3522"/>
                  </a:cubicBezTo>
                  <a:cubicBezTo>
                    <a:pt x="28387" y="3032"/>
                    <a:pt x="28849" y="1812"/>
                    <a:pt x="29631" y="1812"/>
                  </a:cubicBezTo>
                  <a:cubicBezTo>
                    <a:pt x="29816" y="1812"/>
                    <a:pt x="30018" y="1880"/>
                    <a:pt x="30224" y="2041"/>
                  </a:cubicBezTo>
                  <a:cubicBezTo>
                    <a:pt x="30265" y="2074"/>
                    <a:pt x="30310" y="2088"/>
                    <a:pt x="30353" y="2088"/>
                  </a:cubicBezTo>
                  <a:cubicBezTo>
                    <a:pt x="30503" y="2088"/>
                    <a:pt x="30629" y="1914"/>
                    <a:pt x="30492" y="1774"/>
                  </a:cubicBezTo>
                  <a:cubicBezTo>
                    <a:pt x="29983" y="1255"/>
                    <a:pt x="30483" y="532"/>
                    <a:pt x="31092" y="532"/>
                  </a:cubicBezTo>
                  <a:close/>
                  <a:moveTo>
                    <a:pt x="26444" y="435"/>
                  </a:moveTo>
                  <a:lnTo>
                    <a:pt x="26444" y="435"/>
                  </a:lnTo>
                  <a:cubicBezTo>
                    <a:pt x="26436" y="451"/>
                    <a:pt x="26426" y="469"/>
                    <a:pt x="26422" y="492"/>
                  </a:cubicBezTo>
                  <a:cubicBezTo>
                    <a:pt x="26267" y="1263"/>
                    <a:pt x="26089" y="2044"/>
                    <a:pt x="25794" y="2774"/>
                  </a:cubicBezTo>
                  <a:cubicBezTo>
                    <a:pt x="25653" y="3120"/>
                    <a:pt x="25480" y="3503"/>
                    <a:pt x="25166" y="3727"/>
                  </a:cubicBezTo>
                  <a:cubicBezTo>
                    <a:pt x="24989" y="3852"/>
                    <a:pt x="24808" y="3905"/>
                    <a:pt x="24636" y="3905"/>
                  </a:cubicBezTo>
                  <a:cubicBezTo>
                    <a:pt x="23897" y="3905"/>
                    <a:pt x="23349" y="2906"/>
                    <a:pt x="24212" y="2339"/>
                  </a:cubicBezTo>
                  <a:cubicBezTo>
                    <a:pt x="24369" y="2236"/>
                    <a:pt x="24297" y="2021"/>
                    <a:pt x="24120" y="2003"/>
                  </a:cubicBezTo>
                  <a:cubicBezTo>
                    <a:pt x="23941" y="1989"/>
                    <a:pt x="23768" y="1958"/>
                    <a:pt x="23598" y="1910"/>
                  </a:cubicBezTo>
                  <a:cubicBezTo>
                    <a:pt x="23275" y="1887"/>
                    <a:pt x="23134" y="1703"/>
                    <a:pt x="23176" y="1353"/>
                  </a:cubicBezTo>
                  <a:cubicBezTo>
                    <a:pt x="22958" y="1039"/>
                    <a:pt x="23013" y="820"/>
                    <a:pt x="23346" y="697"/>
                  </a:cubicBezTo>
                  <a:cubicBezTo>
                    <a:pt x="23506" y="598"/>
                    <a:pt x="23674" y="518"/>
                    <a:pt x="23852" y="453"/>
                  </a:cubicBezTo>
                  <a:cubicBezTo>
                    <a:pt x="24715" y="448"/>
                    <a:pt x="25581" y="442"/>
                    <a:pt x="26444" y="435"/>
                  </a:cubicBezTo>
                  <a:close/>
                  <a:moveTo>
                    <a:pt x="30289" y="405"/>
                  </a:moveTo>
                  <a:lnTo>
                    <a:pt x="30289" y="405"/>
                  </a:lnTo>
                  <a:cubicBezTo>
                    <a:pt x="29973" y="673"/>
                    <a:pt x="29830" y="1104"/>
                    <a:pt x="29927" y="1508"/>
                  </a:cubicBezTo>
                  <a:cubicBezTo>
                    <a:pt x="29825" y="1486"/>
                    <a:pt x="29722" y="1475"/>
                    <a:pt x="29621" y="1475"/>
                  </a:cubicBezTo>
                  <a:cubicBezTo>
                    <a:pt x="28941" y="1475"/>
                    <a:pt x="28313" y="1967"/>
                    <a:pt x="28389" y="2803"/>
                  </a:cubicBezTo>
                  <a:cubicBezTo>
                    <a:pt x="28469" y="3698"/>
                    <a:pt x="29119" y="3984"/>
                    <a:pt x="29850" y="3984"/>
                  </a:cubicBezTo>
                  <a:cubicBezTo>
                    <a:pt x="30252" y="3984"/>
                    <a:pt x="30680" y="3898"/>
                    <a:pt x="31051" y="3778"/>
                  </a:cubicBezTo>
                  <a:lnTo>
                    <a:pt x="31051" y="3778"/>
                  </a:lnTo>
                  <a:cubicBezTo>
                    <a:pt x="30774" y="4191"/>
                    <a:pt x="30512" y="4616"/>
                    <a:pt x="30280" y="5047"/>
                  </a:cubicBezTo>
                  <a:cubicBezTo>
                    <a:pt x="30150" y="5085"/>
                    <a:pt x="30053" y="5214"/>
                    <a:pt x="30150" y="5361"/>
                  </a:cubicBezTo>
                  <a:cubicBezTo>
                    <a:pt x="31127" y="6840"/>
                    <a:pt x="32129" y="8373"/>
                    <a:pt x="33272" y="9733"/>
                  </a:cubicBezTo>
                  <a:cubicBezTo>
                    <a:pt x="28348" y="9573"/>
                    <a:pt x="23417" y="9516"/>
                    <a:pt x="18488" y="9516"/>
                  </a:cubicBezTo>
                  <a:cubicBezTo>
                    <a:pt x="17922" y="9516"/>
                    <a:pt x="17355" y="9517"/>
                    <a:pt x="16789" y="9518"/>
                  </a:cubicBezTo>
                  <a:cubicBezTo>
                    <a:pt x="14050" y="9525"/>
                    <a:pt x="11312" y="9552"/>
                    <a:pt x="8574" y="9598"/>
                  </a:cubicBezTo>
                  <a:cubicBezTo>
                    <a:pt x="8007" y="9608"/>
                    <a:pt x="7434" y="9609"/>
                    <a:pt x="6858" y="9609"/>
                  </a:cubicBezTo>
                  <a:cubicBezTo>
                    <a:pt x="6633" y="9609"/>
                    <a:pt x="6408" y="9609"/>
                    <a:pt x="6182" y="9609"/>
                  </a:cubicBezTo>
                  <a:cubicBezTo>
                    <a:pt x="4331" y="9609"/>
                    <a:pt x="2462" y="9623"/>
                    <a:pt x="657" y="9876"/>
                  </a:cubicBezTo>
                  <a:cubicBezTo>
                    <a:pt x="715" y="6791"/>
                    <a:pt x="562" y="3703"/>
                    <a:pt x="643" y="614"/>
                  </a:cubicBezTo>
                  <a:cubicBezTo>
                    <a:pt x="645" y="592"/>
                    <a:pt x="638" y="576"/>
                    <a:pt x="634" y="554"/>
                  </a:cubicBezTo>
                  <a:lnTo>
                    <a:pt x="634" y="554"/>
                  </a:lnTo>
                  <a:cubicBezTo>
                    <a:pt x="1181" y="600"/>
                    <a:pt x="1737" y="624"/>
                    <a:pt x="2294" y="635"/>
                  </a:cubicBezTo>
                  <a:cubicBezTo>
                    <a:pt x="1869" y="942"/>
                    <a:pt x="1650" y="1526"/>
                    <a:pt x="2024" y="2004"/>
                  </a:cubicBezTo>
                  <a:cubicBezTo>
                    <a:pt x="2216" y="2249"/>
                    <a:pt x="2490" y="2357"/>
                    <a:pt x="2768" y="2357"/>
                  </a:cubicBezTo>
                  <a:cubicBezTo>
                    <a:pt x="3023" y="2357"/>
                    <a:pt x="3283" y="2266"/>
                    <a:pt x="3487" y="2109"/>
                  </a:cubicBezTo>
                  <a:cubicBezTo>
                    <a:pt x="3574" y="2641"/>
                    <a:pt x="4010" y="3072"/>
                    <a:pt x="4556" y="3072"/>
                  </a:cubicBezTo>
                  <a:cubicBezTo>
                    <a:pt x="4693" y="3072"/>
                    <a:pt x="4837" y="3045"/>
                    <a:pt x="4984" y="2986"/>
                  </a:cubicBezTo>
                  <a:cubicBezTo>
                    <a:pt x="5942" y="2602"/>
                    <a:pt x="5780" y="1391"/>
                    <a:pt x="5439" y="605"/>
                  </a:cubicBezTo>
                  <a:cubicBezTo>
                    <a:pt x="6526" y="572"/>
                    <a:pt x="7611" y="534"/>
                    <a:pt x="8678" y="532"/>
                  </a:cubicBezTo>
                  <a:cubicBezTo>
                    <a:pt x="11517" y="524"/>
                    <a:pt x="14360" y="515"/>
                    <a:pt x="17200" y="496"/>
                  </a:cubicBezTo>
                  <a:cubicBezTo>
                    <a:pt x="19207" y="485"/>
                    <a:pt x="21213" y="471"/>
                    <a:pt x="23217" y="457"/>
                  </a:cubicBezTo>
                  <a:lnTo>
                    <a:pt x="23217" y="457"/>
                  </a:lnTo>
                  <a:cubicBezTo>
                    <a:pt x="22802" y="647"/>
                    <a:pt x="22456" y="965"/>
                    <a:pt x="22577" y="1482"/>
                  </a:cubicBezTo>
                  <a:cubicBezTo>
                    <a:pt x="22697" y="1997"/>
                    <a:pt x="23226" y="2206"/>
                    <a:pt x="23720" y="2304"/>
                  </a:cubicBezTo>
                  <a:cubicBezTo>
                    <a:pt x="23107" y="3051"/>
                    <a:pt x="23451" y="4313"/>
                    <a:pt x="24583" y="4313"/>
                  </a:cubicBezTo>
                  <a:cubicBezTo>
                    <a:pt x="24603" y="4313"/>
                    <a:pt x="24623" y="4312"/>
                    <a:pt x="24643" y="4311"/>
                  </a:cubicBezTo>
                  <a:cubicBezTo>
                    <a:pt x="26188" y="4252"/>
                    <a:pt x="26560" y="1695"/>
                    <a:pt x="26752" y="582"/>
                  </a:cubicBezTo>
                  <a:cubicBezTo>
                    <a:pt x="26761" y="520"/>
                    <a:pt x="26740" y="469"/>
                    <a:pt x="26705" y="432"/>
                  </a:cubicBezTo>
                  <a:cubicBezTo>
                    <a:pt x="27899" y="423"/>
                    <a:pt x="29095" y="413"/>
                    <a:pt x="30289" y="405"/>
                  </a:cubicBezTo>
                  <a:close/>
                  <a:moveTo>
                    <a:pt x="34016" y="1"/>
                  </a:moveTo>
                  <a:cubicBezTo>
                    <a:pt x="34015" y="1"/>
                    <a:pt x="34014" y="1"/>
                    <a:pt x="34013" y="1"/>
                  </a:cubicBezTo>
                  <a:cubicBezTo>
                    <a:pt x="28410" y="51"/>
                    <a:pt x="22806" y="116"/>
                    <a:pt x="17200" y="169"/>
                  </a:cubicBezTo>
                  <a:cubicBezTo>
                    <a:pt x="14436" y="196"/>
                    <a:pt x="11672" y="226"/>
                    <a:pt x="8909" y="256"/>
                  </a:cubicBezTo>
                  <a:cubicBezTo>
                    <a:pt x="8715" y="258"/>
                    <a:pt x="8520" y="259"/>
                    <a:pt x="8326" y="259"/>
                  </a:cubicBezTo>
                  <a:cubicBezTo>
                    <a:pt x="6814" y="259"/>
                    <a:pt x="5272" y="198"/>
                    <a:pt x="3741" y="198"/>
                  </a:cubicBezTo>
                  <a:cubicBezTo>
                    <a:pt x="2612" y="198"/>
                    <a:pt x="1488" y="232"/>
                    <a:pt x="387" y="347"/>
                  </a:cubicBezTo>
                  <a:cubicBezTo>
                    <a:pt x="334" y="351"/>
                    <a:pt x="304" y="385"/>
                    <a:pt x="296" y="423"/>
                  </a:cubicBezTo>
                  <a:cubicBezTo>
                    <a:pt x="232" y="457"/>
                    <a:pt x="181" y="520"/>
                    <a:pt x="179" y="614"/>
                  </a:cubicBezTo>
                  <a:cubicBezTo>
                    <a:pt x="97" y="3690"/>
                    <a:pt x="0" y="6862"/>
                    <a:pt x="324" y="9926"/>
                  </a:cubicBezTo>
                  <a:cubicBezTo>
                    <a:pt x="335" y="10031"/>
                    <a:pt x="420" y="10083"/>
                    <a:pt x="502" y="10083"/>
                  </a:cubicBezTo>
                  <a:cubicBezTo>
                    <a:pt x="503" y="10083"/>
                    <a:pt x="505" y="10083"/>
                    <a:pt x="507" y="10083"/>
                  </a:cubicBezTo>
                  <a:cubicBezTo>
                    <a:pt x="527" y="10107"/>
                    <a:pt x="555" y="10125"/>
                    <a:pt x="587" y="10127"/>
                  </a:cubicBezTo>
                  <a:cubicBezTo>
                    <a:pt x="1322" y="10188"/>
                    <a:pt x="2065" y="10210"/>
                    <a:pt x="2811" y="10210"/>
                  </a:cubicBezTo>
                  <a:cubicBezTo>
                    <a:pt x="4807" y="10210"/>
                    <a:pt x="6827" y="10048"/>
                    <a:pt x="8802" y="10014"/>
                  </a:cubicBezTo>
                  <a:cubicBezTo>
                    <a:pt x="11541" y="9968"/>
                    <a:pt x="14279" y="9945"/>
                    <a:pt x="17018" y="9940"/>
                  </a:cubicBezTo>
                  <a:cubicBezTo>
                    <a:pt x="17245" y="9940"/>
                    <a:pt x="17472" y="9940"/>
                    <a:pt x="17699" y="9940"/>
                  </a:cubicBezTo>
                  <a:cubicBezTo>
                    <a:pt x="22950" y="9940"/>
                    <a:pt x="28198" y="10033"/>
                    <a:pt x="33448" y="10153"/>
                  </a:cubicBezTo>
                  <a:cubicBezTo>
                    <a:pt x="33451" y="10153"/>
                    <a:pt x="33454" y="10153"/>
                    <a:pt x="33456" y="10153"/>
                  </a:cubicBezTo>
                  <a:cubicBezTo>
                    <a:pt x="33586" y="10153"/>
                    <a:pt x="33649" y="10051"/>
                    <a:pt x="33649" y="9948"/>
                  </a:cubicBezTo>
                  <a:cubicBezTo>
                    <a:pt x="33703" y="9901"/>
                    <a:pt x="33731" y="9823"/>
                    <a:pt x="33690" y="9749"/>
                  </a:cubicBezTo>
                  <a:cubicBezTo>
                    <a:pt x="32796" y="8155"/>
                    <a:pt x="31656" y="6634"/>
                    <a:pt x="30566" y="5168"/>
                  </a:cubicBezTo>
                  <a:cubicBezTo>
                    <a:pt x="31804" y="3690"/>
                    <a:pt x="32858" y="2041"/>
                    <a:pt x="34071" y="540"/>
                  </a:cubicBezTo>
                  <a:cubicBezTo>
                    <a:pt x="34121" y="478"/>
                    <a:pt x="34129" y="407"/>
                    <a:pt x="34110" y="345"/>
                  </a:cubicBezTo>
                  <a:cubicBezTo>
                    <a:pt x="34246" y="258"/>
                    <a:pt x="34214" y="1"/>
                    <a:pt x="34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19"/>
            <p:cNvSpPr/>
            <p:nvPr/>
          </p:nvSpPr>
          <p:spPr>
            <a:xfrm>
              <a:off x="1668750" y="2725807"/>
              <a:ext cx="817750" cy="236825"/>
            </a:xfrm>
            <a:custGeom>
              <a:rect b="b" l="l" r="r" t="t"/>
              <a:pathLst>
                <a:path extrusionOk="0" h="9473" w="32710">
                  <a:moveTo>
                    <a:pt x="14955" y="295"/>
                  </a:moveTo>
                  <a:cubicBezTo>
                    <a:pt x="15160" y="295"/>
                    <a:pt x="15379" y="361"/>
                    <a:pt x="15596" y="516"/>
                  </a:cubicBezTo>
                  <a:cubicBezTo>
                    <a:pt x="16717" y="1309"/>
                    <a:pt x="16146" y="3289"/>
                    <a:pt x="15315" y="4059"/>
                  </a:cubicBezTo>
                  <a:cubicBezTo>
                    <a:pt x="15282" y="4090"/>
                    <a:pt x="15243" y="4103"/>
                    <a:pt x="15204" y="4103"/>
                  </a:cubicBezTo>
                  <a:cubicBezTo>
                    <a:pt x="15138" y="4103"/>
                    <a:pt x="15074" y="4064"/>
                    <a:pt x="15045" y="4009"/>
                  </a:cubicBezTo>
                  <a:cubicBezTo>
                    <a:pt x="14061" y="3840"/>
                    <a:pt x="12198" y="3681"/>
                    <a:pt x="12071" y="2397"/>
                  </a:cubicBezTo>
                  <a:cubicBezTo>
                    <a:pt x="12029" y="1987"/>
                    <a:pt x="12202" y="1494"/>
                    <a:pt x="12609" y="1326"/>
                  </a:cubicBezTo>
                  <a:cubicBezTo>
                    <a:pt x="12711" y="1284"/>
                    <a:pt x="12809" y="1266"/>
                    <a:pt x="12905" y="1266"/>
                  </a:cubicBezTo>
                  <a:cubicBezTo>
                    <a:pt x="13263" y="1266"/>
                    <a:pt x="13579" y="1518"/>
                    <a:pt x="13920" y="1661"/>
                  </a:cubicBezTo>
                  <a:cubicBezTo>
                    <a:pt x="13785" y="970"/>
                    <a:pt x="14302" y="295"/>
                    <a:pt x="14955" y="295"/>
                  </a:cubicBezTo>
                  <a:close/>
                  <a:moveTo>
                    <a:pt x="8284" y="1790"/>
                  </a:moveTo>
                  <a:cubicBezTo>
                    <a:pt x="8535" y="1790"/>
                    <a:pt x="8787" y="1840"/>
                    <a:pt x="9035" y="1953"/>
                  </a:cubicBezTo>
                  <a:cubicBezTo>
                    <a:pt x="10216" y="2494"/>
                    <a:pt x="9633" y="3693"/>
                    <a:pt x="8778" y="4196"/>
                  </a:cubicBezTo>
                  <a:cubicBezTo>
                    <a:pt x="9344" y="4653"/>
                    <a:pt x="9247" y="5701"/>
                    <a:pt x="8545" y="6066"/>
                  </a:cubicBezTo>
                  <a:cubicBezTo>
                    <a:pt x="8293" y="6198"/>
                    <a:pt x="8052" y="6256"/>
                    <a:pt x="7824" y="6256"/>
                  </a:cubicBezTo>
                  <a:cubicBezTo>
                    <a:pt x="6780" y="6256"/>
                    <a:pt x="6004" y="5044"/>
                    <a:pt x="5597" y="4156"/>
                  </a:cubicBezTo>
                  <a:cubicBezTo>
                    <a:pt x="5506" y="4108"/>
                    <a:pt x="5444" y="3999"/>
                    <a:pt x="5500" y="3884"/>
                  </a:cubicBezTo>
                  <a:cubicBezTo>
                    <a:pt x="5962" y="2911"/>
                    <a:pt x="7104" y="1790"/>
                    <a:pt x="8284" y="1790"/>
                  </a:cubicBezTo>
                  <a:close/>
                  <a:moveTo>
                    <a:pt x="2896" y="3808"/>
                  </a:moveTo>
                  <a:cubicBezTo>
                    <a:pt x="3051" y="3808"/>
                    <a:pt x="3206" y="3843"/>
                    <a:pt x="3348" y="3919"/>
                  </a:cubicBezTo>
                  <a:cubicBezTo>
                    <a:pt x="4474" y="4524"/>
                    <a:pt x="4054" y="6683"/>
                    <a:pt x="3507" y="7615"/>
                  </a:cubicBezTo>
                  <a:cubicBezTo>
                    <a:pt x="3574" y="7663"/>
                    <a:pt x="3571" y="7784"/>
                    <a:pt x="3472" y="7826"/>
                  </a:cubicBezTo>
                  <a:cubicBezTo>
                    <a:pt x="3185" y="7942"/>
                    <a:pt x="2872" y="7999"/>
                    <a:pt x="2558" y="7999"/>
                  </a:cubicBezTo>
                  <a:cubicBezTo>
                    <a:pt x="1658" y="7999"/>
                    <a:pt x="741" y="7537"/>
                    <a:pt x="351" y="6701"/>
                  </a:cubicBezTo>
                  <a:cubicBezTo>
                    <a:pt x="168" y="6309"/>
                    <a:pt x="129" y="5784"/>
                    <a:pt x="499" y="5484"/>
                  </a:cubicBezTo>
                  <a:cubicBezTo>
                    <a:pt x="655" y="5357"/>
                    <a:pt x="828" y="5307"/>
                    <a:pt x="1006" y="5307"/>
                  </a:cubicBezTo>
                  <a:cubicBezTo>
                    <a:pt x="1239" y="5307"/>
                    <a:pt x="1479" y="5393"/>
                    <a:pt x="1699" y="5502"/>
                  </a:cubicBezTo>
                  <a:cubicBezTo>
                    <a:pt x="1639" y="5029"/>
                    <a:pt x="1699" y="4535"/>
                    <a:pt x="2048" y="4175"/>
                  </a:cubicBezTo>
                  <a:cubicBezTo>
                    <a:pt x="2267" y="3949"/>
                    <a:pt x="2583" y="3808"/>
                    <a:pt x="2896" y="3808"/>
                  </a:cubicBezTo>
                  <a:close/>
                  <a:moveTo>
                    <a:pt x="19943" y="3581"/>
                  </a:moveTo>
                  <a:cubicBezTo>
                    <a:pt x="20206" y="3581"/>
                    <a:pt x="20468" y="3636"/>
                    <a:pt x="20721" y="3760"/>
                  </a:cubicBezTo>
                  <a:cubicBezTo>
                    <a:pt x="21582" y="4184"/>
                    <a:pt x="21419" y="5269"/>
                    <a:pt x="20737" y="5671"/>
                  </a:cubicBezTo>
                  <a:cubicBezTo>
                    <a:pt x="21196" y="5914"/>
                    <a:pt x="21618" y="6244"/>
                    <a:pt x="21725" y="6784"/>
                  </a:cubicBezTo>
                  <a:cubicBezTo>
                    <a:pt x="21826" y="7309"/>
                    <a:pt x="21538" y="7749"/>
                    <a:pt x="21078" y="7975"/>
                  </a:cubicBezTo>
                  <a:cubicBezTo>
                    <a:pt x="20786" y="8119"/>
                    <a:pt x="20502" y="8182"/>
                    <a:pt x="20228" y="8182"/>
                  </a:cubicBezTo>
                  <a:cubicBezTo>
                    <a:pt x="18961" y="8182"/>
                    <a:pt x="17911" y="6836"/>
                    <a:pt x="17264" y="5854"/>
                  </a:cubicBezTo>
                  <a:cubicBezTo>
                    <a:pt x="17182" y="5838"/>
                    <a:pt x="17111" y="5745"/>
                    <a:pt x="17155" y="5643"/>
                  </a:cubicBezTo>
                  <a:cubicBezTo>
                    <a:pt x="17578" y="4676"/>
                    <a:pt x="18770" y="3581"/>
                    <a:pt x="19943" y="3581"/>
                  </a:cubicBezTo>
                  <a:close/>
                  <a:moveTo>
                    <a:pt x="27388" y="4551"/>
                  </a:moveTo>
                  <a:cubicBezTo>
                    <a:pt x="27446" y="4551"/>
                    <a:pt x="27502" y="4553"/>
                    <a:pt x="27556" y="4558"/>
                  </a:cubicBezTo>
                  <a:cubicBezTo>
                    <a:pt x="27636" y="4565"/>
                    <a:pt x="27679" y="4655"/>
                    <a:pt x="27658" y="4718"/>
                  </a:cubicBezTo>
                  <a:cubicBezTo>
                    <a:pt x="27711" y="4718"/>
                    <a:pt x="27763" y="4741"/>
                    <a:pt x="27790" y="4796"/>
                  </a:cubicBezTo>
                  <a:cubicBezTo>
                    <a:pt x="28254" y="5692"/>
                    <a:pt x="29783" y="7306"/>
                    <a:pt x="28584" y="8292"/>
                  </a:cubicBezTo>
                  <a:cubicBezTo>
                    <a:pt x="28400" y="8442"/>
                    <a:pt x="28186" y="8510"/>
                    <a:pt x="27970" y="8510"/>
                  </a:cubicBezTo>
                  <a:cubicBezTo>
                    <a:pt x="27712" y="8510"/>
                    <a:pt x="27453" y="8414"/>
                    <a:pt x="27238" y="8246"/>
                  </a:cubicBezTo>
                  <a:cubicBezTo>
                    <a:pt x="26871" y="7957"/>
                    <a:pt x="26725" y="7537"/>
                    <a:pt x="26679" y="7096"/>
                  </a:cubicBezTo>
                  <a:cubicBezTo>
                    <a:pt x="26455" y="7398"/>
                    <a:pt x="26167" y="7647"/>
                    <a:pt x="25785" y="7677"/>
                  </a:cubicBezTo>
                  <a:cubicBezTo>
                    <a:pt x="25763" y="7679"/>
                    <a:pt x="25741" y="7680"/>
                    <a:pt x="25719" y="7680"/>
                  </a:cubicBezTo>
                  <a:cubicBezTo>
                    <a:pt x="25233" y="7680"/>
                    <a:pt x="24849" y="7269"/>
                    <a:pt x="24765" y="6802"/>
                  </a:cubicBezTo>
                  <a:cubicBezTo>
                    <a:pt x="24523" y="5447"/>
                    <a:pt x="26223" y="4551"/>
                    <a:pt x="27388" y="4551"/>
                  </a:cubicBezTo>
                  <a:close/>
                  <a:moveTo>
                    <a:pt x="12235" y="5464"/>
                  </a:moveTo>
                  <a:cubicBezTo>
                    <a:pt x="12237" y="5464"/>
                    <a:pt x="12238" y="5464"/>
                    <a:pt x="12239" y="5464"/>
                  </a:cubicBezTo>
                  <a:cubicBezTo>
                    <a:pt x="12321" y="5464"/>
                    <a:pt x="12364" y="5549"/>
                    <a:pt x="12351" y="5616"/>
                  </a:cubicBezTo>
                  <a:cubicBezTo>
                    <a:pt x="12353" y="5618"/>
                    <a:pt x="12355" y="5618"/>
                    <a:pt x="12359" y="5623"/>
                  </a:cubicBezTo>
                  <a:cubicBezTo>
                    <a:pt x="13025" y="6223"/>
                    <a:pt x="14647" y="7854"/>
                    <a:pt x="13592" y="8784"/>
                  </a:cubicBezTo>
                  <a:cubicBezTo>
                    <a:pt x="13367" y="8982"/>
                    <a:pt x="13143" y="9066"/>
                    <a:pt x="12928" y="9066"/>
                  </a:cubicBezTo>
                  <a:cubicBezTo>
                    <a:pt x="12368" y="9066"/>
                    <a:pt x="11876" y="8500"/>
                    <a:pt x="11637" y="7934"/>
                  </a:cubicBezTo>
                  <a:cubicBezTo>
                    <a:pt x="11360" y="8368"/>
                    <a:pt x="10990" y="8760"/>
                    <a:pt x="10448" y="8760"/>
                  </a:cubicBezTo>
                  <a:cubicBezTo>
                    <a:pt x="10420" y="8760"/>
                    <a:pt x="10392" y="8758"/>
                    <a:pt x="10362" y="8756"/>
                  </a:cubicBezTo>
                  <a:cubicBezTo>
                    <a:pt x="9868" y="8719"/>
                    <a:pt x="9556" y="8355"/>
                    <a:pt x="9510" y="7874"/>
                  </a:cubicBezTo>
                  <a:cubicBezTo>
                    <a:pt x="9374" y="6442"/>
                    <a:pt x="10982" y="5464"/>
                    <a:pt x="12235" y="5464"/>
                  </a:cubicBezTo>
                  <a:close/>
                  <a:moveTo>
                    <a:pt x="29727" y="1"/>
                  </a:moveTo>
                  <a:lnTo>
                    <a:pt x="29727" y="1"/>
                  </a:lnTo>
                  <a:cubicBezTo>
                    <a:pt x="28533" y="9"/>
                    <a:pt x="27337" y="19"/>
                    <a:pt x="26143" y="28"/>
                  </a:cubicBezTo>
                  <a:cubicBezTo>
                    <a:pt x="26178" y="65"/>
                    <a:pt x="26199" y="116"/>
                    <a:pt x="26189" y="178"/>
                  </a:cubicBezTo>
                  <a:cubicBezTo>
                    <a:pt x="25998" y="1291"/>
                    <a:pt x="25626" y="3846"/>
                    <a:pt x="24081" y="3907"/>
                  </a:cubicBezTo>
                  <a:cubicBezTo>
                    <a:pt x="24061" y="3908"/>
                    <a:pt x="24041" y="3909"/>
                    <a:pt x="24021" y="3909"/>
                  </a:cubicBezTo>
                  <a:cubicBezTo>
                    <a:pt x="22889" y="3909"/>
                    <a:pt x="22545" y="2647"/>
                    <a:pt x="23158" y="1900"/>
                  </a:cubicBezTo>
                  <a:cubicBezTo>
                    <a:pt x="22664" y="1802"/>
                    <a:pt x="22135" y="1593"/>
                    <a:pt x="22015" y="1078"/>
                  </a:cubicBezTo>
                  <a:cubicBezTo>
                    <a:pt x="21892" y="561"/>
                    <a:pt x="22240" y="243"/>
                    <a:pt x="22655" y="53"/>
                  </a:cubicBezTo>
                  <a:lnTo>
                    <a:pt x="22655" y="53"/>
                  </a:lnTo>
                  <a:cubicBezTo>
                    <a:pt x="20651" y="67"/>
                    <a:pt x="18644" y="81"/>
                    <a:pt x="16638" y="92"/>
                  </a:cubicBezTo>
                  <a:cubicBezTo>
                    <a:pt x="13798" y="111"/>
                    <a:pt x="10955" y="120"/>
                    <a:pt x="8116" y="128"/>
                  </a:cubicBezTo>
                  <a:cubicBezTo>
                    <a:pt x="7049" y="130"/>
                    <a:pt x="5963" y="168"/>
                    <a:pt x="4876" y="201"/>
                  </a:cubicBezTo>
                  <a:cubicBezTo>
                    <a:pt x="5218" y="987"/>
                    <a:pt x="5380" y="2198"/>
                    <a:pt x="4422" y="2582"/>
                  </a:cubicBezTo>
                  <a:cubicBezTo>
                    <a:pt x="4274" y="2641"/>
                    <a:pt x="4130" y="2668"/>
                    <a:pt x="3993" y="2668"/>
                  </a:cubicBezTo>
                  <a:cubicBezTo>
                    <a:pt x="3447" y="2668"/>
                    <a:pt x="3012" y="2237"/>
                    <a:pt x="2925" y="1705"/>
                  </a:cubicBezTo>
                  <a:cubicBezTo>
                    <a:pt x="2721" y="1862"/>
                    <a:pt x="2461" y="1953"/>
                    <a:pt x="2206" y="1953"/>
                  </a:cubicBezTo>
                  <a:cubicBezTo>
                    <a:pt x="1928" y="1953"/>
                    <a:pt x="1654" y="1845"/>
                    <a:pt x="1462" y="1600"/>
                  </a:cubicBezTo>
                  <a:cubicBezTo>
                    <a:pt x="1088" y="1122"/>
                    <a:pt x="1307" y="538"/>
                    <a:pt x="1732" y="231"/>
                  </a:cubicBezTo>
                  <a:cubicBezTo>
                    <a:pt x="1175" y="220"/>
                    <a:pt x="619" y="196"/>
                    <a:pt x="72" y="150"/>
                  </a:cubicBezTo>
                  <a:lnTo>
                    <a:pt x="72" y="150"/>
                  </a:lnTo>
                  <a:cubicBezTo>
                    <a:pt x="76" y="172"/>
                    <a:pt x="82" y="188"/>
                    <a:pt x="80" y="210"/>
                  </a:cubicBezTo>
                  <a:cubicBezTo>
                    <a:pt x="0" y="3299"/>
                    <a:pt x="152" y="6387"/>
                    <a:pt x="94" y="9472"/>
                  </a:cubicBezTo>
                  <a:cubicBezTo>
                    <a:pt x="1899" y="9219"/>
                    <a:pt x="3769" y="9205"/>
                    <a:pt x="5620" y="9205"/>
                  </a:cubicBezTo>
                  <a:cubicBezTo>
                    <a:pt x="5846" y="9205"/>
                    <a:pt x="6071" y="9205"/>
                    <a:pt x="6296" y="9205"/>
                  </a:cubicBezTo>
                  <a:cubicBezTo>
                    <a:pt x="6872" y="9205"/>
                    <a:pt x="7445" y="9204"/>
                    <a:pt x="8012" y="9194"/>
                  </a:cubicBezTo>
                  <a:cubicBezTo>
                    <a:pt x="10750" y="9148"/>
                    <a:pt x="13488" y="9121"/>
                    <a:pt x="16227" y="9114"/>
                  </a:cubicBezTo>
                  <a:cubicBezTo>
                    <a:pt x="16793" y="9113"/>
                    <a:pt x="17360" y="9112"/>
                    <a:pt x="17926" y="9112"/>
                  </a:cubicBezTo>
                  <a:cubicBezTo>
                    <a:pt x="22855" y="9112"/>
                    <a:pt x="27786" y="9169"/>
                    <a:pt x="32710" y="9329"/>
                  </a:cubicBezTo>
                  <a:cubicBezTo>
                    <a:pt x="31567" y="7969"/>
                    <a:pt x="30565" y="6436"/>
                    <a:pt x="29588" y="4957"/>
                  </a:cubicBezTo>
                  <a:cubicBezTo>
                    <a:pt x="29491" y="4810"/>
                    <a:pt x="29588" y="4681"/>
                    <a:pt x="29718" y="4643"/>
                  </a:cubicBezTo>
                  <a:cubicBezTo>
                    <a:pt x="29950" y="4212"/>
                    <a:pt x="30211" y="3787"/>
                    <a:pt x="30489" y="3374"/>
                  </a:cubicBezTo>
                  <a:lnTo>
                    <a:pt x="30489" y="3374"/>
                  </a:lnTo>
                  <a:cubicBezTo>
                    <a:pt x="30118" y="3494"/>
                    <a:pt x="29690" y="3580"/>
                    <a:pt x="29288" y="3580"/>
                  </a:cubicBezTo>
                  <a:cubicBezTo>
                    <a:pt x="28556" y="3580"/>
                    <a:pt x="27907" y="3294"/>
                    <a:pt x="27827" y="2399"/>
                  </a:cubicBezTo>
                  <a:cubicBezTo>
                    <a:pt x="27751" y="1563"/>
                    <a:pt x="28378" y="1071"/>
                    <a:pt x="29058" y="1071"/>
                  </a:cubicBezTo>
                  <a:cubicBezTo>
                    <a:pt x="29159" y="1071"/>
                    <a:pt x="29262" y="1082"/>
                    <a:pt x="29364" y="1104"/>
                  </a:cubicBezTo>
                  <a:cubicBezTo>
                    <a:pt x="29267" y="700"/>
                    <a:pt x="29410" y="269"/>
                    <a:pt x="29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19"/>
            <p:cNvSpPr/>
            <p:nvPr/>
          </p:nvSpPr>
          <p:spPr>
            <a:xfrm>
              <a:off x="2281800" y="2839582"/>
              <a:ext cx="131525" cy="99000"/>
            </a:xfrm>
            <a:custGeom>
              <a:rect b="b" l="l" r="r" t="t"/>
              <a:pathLst>
                <a:path extrusionOk="0" h="3960" w="5261">
                  <a:moveTo>
                    <a:pt x="2984" y="236"/>
                  </a:moveTo>
                  <a:cubicBezTo>
                    <a:pt x="2954" y="273"/>
                    <a:pt x="2940" y="319"/>
                    <a:pt x="2961" y="374"/>
                  </a:cubicBezTo>
                  <a:cubicBezTo>
                    <a:pt x="3210" y="1058"/>
                    <a:pt x="3820" y="1557"/>
                    <a:pt x="4037" y="2249"/>
                  </a:cubicBezTo>
                  <a:cubicBezTo>
                    <a:pt x="4086" y="2408"/>
                    <a:pt x="4118" y="2587"/>
                    <a:pt x="4113" y="2755"/>
                  </a:cubicBezTo>
                  <a:cubicBezTo>
                    <a:pt x="4102" y="3256"/>
                    <a:pt x="3935" y="3427"/>
                    <a:pt x="3466" y="3462"/>
                  </a:cubicBezTo>
                  <a:cubicBezTo>
                    <a:pt x="3426" y="3465"/>
                    <a:pt x="3387" y="3467"/>
                    <a:pt x="3350" y="3467"/>
                  </a:cubicBezTo>
                  <a:cubicBezTo>
                    <a:pt x="2906" y="3467"/>
                    <a:pt x="2678" y="3236"/>
                    <a:pt x="2553" y="2776"/>
                  </a:cubicBezTo>
                  <a:cubicBezTo>
                    <a:pt x="2478" y="2496"/>
                    <a:pt x="2492" y="2196"/>
                    <a:pt x="2513" y="1912"/>
                  </a:cubicBezTo>
                  <a:cubicBezTo>
                    <a:pt x="2520" y="1801"/>
                    <a:pt x="2422" y="1733"/>
                    <a:pt x="2325" y="1733"/>
                  </a:cubicBezTo>
                  <a:cubicBezTo>
                    <a:pt x="2265" y="1733"/>
                    <a:pt x="2206" y="1760"/>
                    <a:pt x="2173" y="1820"/>
                  </a:cubicBezTo>
                  <a:cubicBezTo>
                    <a:pt x="2016" y="2114"/>
                    <a:pt x="1823" y="2515"/>
                    <a:pt x="1504" y="2661"/>
                  </a:cubicBezTo>
                  <a:cubicBezTo>
                    <a:pt x="675" y="2490"/>
                    <a:pt x="426" y="2116"/>
                    <a:pt x="752" y="1540"/>
                  </a:cubicBezTo>
                  <a:cubicBezTo>
                    <a:pt x="841" y="1374"/>
                    <a:pt x="957" y="1224"/>
                    <a:pt x="1096" y="1090"/>
                  </a:cubicBezTo>
                  <a:cubicBezTo>
                    <a:pt x="1605" y="571"/>
                    <a:pt x="2282" y="342"/>
                    <a:pt x="2984" y="236"/>
                  </a:cubicBezTo>
                  <a:close/>
                  <a:moveTo>
                    <a:pt x="2866" y="0"/>
                  </a:moveTo>
                  <a:cubicBezTo>
                    <a:pt x="1701" y="0"/>
                    <a:pt x="1" y="896"/>
                    <a:pt x="243" y="2251"/>
                  </a:cubicBezTo>
                  <a:cubicBezTo>
                    <a:pt x="327" y="2718"/>
                    <a:pt x="711" y="3129"/>
                    <a:pt x="1197" y="3129"/>
                  </a:cubicBezTo>
                  <a:cubicBezTo>
                    <a:pt x="1219" y="3129"/>
                    <a:pt x="1241" y="3128"/>
                    <a:pt x="1263" y="3126"/>
                  </a:cubicBezTo>
                  <a:cubicBezTo>
                    <a:pt x="1645" y="3096"/>
                    <a:pt x="1933" y="2847"/>
                    <a:pt x="2157" y="2545"/>
                  </a:cubicBezTo>
                  <a:cubicBezTo>
                    <a:pt x="2203" y="2986"/>
                    <a:pt x="2349" y="3406"/>
                    <a:pt x="2716" y="3695"/>
                  </a:cubicBezTo>
                  <a:cubicBezTo>
                    <a:pt x="2930" y="3863"/>
                    <a:pt x="3190" y="3959"/>
                    <a:pt x="3447" y="3959"/>
                  </a:cubicBezTo>
                  <a:cubicBezTo>
                    <a:pt x="3663" y="3959"/>
                    <a:pt x="3878" y="3891"/>
                    <a:pt x="4062" y="3741"/>
                  </a:cubicBezTo>
                  <a:cubicBezTo>
                    <a:pt x="5261" y="2755"/>
                    <a:pt x="3732" y="1141"/>
                    <a:pt x="3267" y="245"/>
                  </a:cubicBezTo>
                  <a:cubicBezTo>
                    <a:pt x="3241" y="190"/>
                    <a:pt x="3189" y="167"/>
                    <a:pt x="3136" y="166"/>
                  </a:cubicBezTo>
                  <a:cubicBezTo>
                    <a:pt x="3157" y="104"/>
                    <a:pt x="3114" y="14"/>
                    <a:pt x="3034" y="7"/>
                  </a:cubicBezTo>
                  <a:cubicBezTo>
                    <a:pt x="2980" y="2"/>
                    <a:pt x="2924" y="0"/>
                    <a:pt x="2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9"/>
            <p:cNvSpPr/>
            <p:nvPr/>
          </p:nvSpPr>
          <p:spPr>
            <a:xfrm>
              <a:off x="2096500" y="2815307"/>
              <a:ext cx="117925" cy="115050"/>
            </a:xfrm>
            <a:custGeom>
              <a:rect b="b" l="l" r="r" t="t"/>
              <a:pathLst>
                <a:path extrusionOk="0" h="4602" w="4717">
                  <a:moveTo>
                    <a:pt x="2867" y="424"/>
                  </a:moveTo>
                  <a:cubicBezTo>
                    <a:pt x="2885" y="424"/>
                    <a:pt x="2904" y="424"/>
                    <a:pt x="2923" y="425"/>
                  </a:cubicBezTo>
                  <a:cubicBezTo>
                    <a:pt x="3830" y="447"/>
                    <a:pt x="4192" y="1826"/>
                    <a:pt x="3088" y="1856"/>
                  </a:cubicBezTo>
                  <a:cubicBezTo>
                    <a:pt x="2911" y="1860"/>
                    <a:pt x="2802" y="2135"/>
                    <a:pt x="2989" y="2216"/>
                  </a:cubicBezTo>
                  <a:cubicBezTo>
                    <a:pt x="3303" y="2352"/>
                    <a:pt x="3734" y="2504"/>
                    <a:pt x="3955" y="2779"/>
                  </a:cubicBezTo>
                  <a:cubicBezTo>
                    <a:pt x="4154" y="3718"/>
                    <a:pt x="3921" y="4187"/>
                    <a:pt x="3251" y="4187"/>
                  </a:cubicBezTo>
                  <a:cubicBezTo>
                    <a:pt x="3224" y="4187"/>
                    <a:pt x="3196" y="4186"/>
                    <a:pt x="3167" y="4185"/>
                  </a:cubicBezTo>
                  <a:cubicBezTo>
                    <a:pt x="2834" y="4179"/>
                    <a:pt x="2518" y="4097"/>
                    <a:pt x="2223" y="3942"/>
                  </a:cubicBezTo>
                  <a:cubicBezTo>
                    <a:pt x="1430" y="3546"/>
                    <a:pt x="934" y="2759"/>
                    <a:pt x="463" y="2041"/>
                  </a:cubicBezTo>
                  <a:cubicBezTo>
                    <a:pt x="449" y="2017"/>
                    <a:pt x="428" y="1999"/>
                    <a:pt x="410" y="1985"/>
                  </a:cubicBezTo>
                  <a:cubicBezTo>
                    <a:pt x="766" y="1401"/>
                    <a:pt x="1243" y="942"/>
                    <a:pt x="1887" y="662"/>
                  </a:cubicBezTo>
                  <a:cubicBezTo>
                    <a:pt x="2199" y="526"/>
                    <a:pt x="2522" y="424"/>
                    <a:pt x="2867" y="424"/>
                  </a:cubicBezTo>
                  <a:close/>
                  <a:moveTo>
                    <a:pt x="2833" y="1"/>
                  </a:moveTo>
                  <a:cubicBezTo>
                    <a:pt x="1660" y="1"/>
                    <a:pt x="468" y="1096"/>
                    <a:pt x="45" y="2063"/>
                  </a:cubicBezTo>
                  <a:cubicBezTo>
                    <a:pt x="1" y="2165"/>
                    <a:pt x="72" y="2258"/>
                    <a:pt x="154" y="2274"/>
                  </a:cubicBezTo>
                  <a:cubicBezTo>
                    <a:pt x="801" y="3257"/>
                    <a:pt x="1851" y="4602"/>
                    <a:pt x="3117" y="4602"/>
                  </a:cubicBezTo>
                  <a:cubicBezTo>
                    <a:pt x="3391" y="4602"/>
                    <a:pt x="3676" y="4539"/>
                    <a:pt x="3968" y="4395"/>
                  </a:cubicBezTo>
                  <a:cubicBezTo>
                    <a:pt x="4428" y="4169"/>
                    <a:pt x="4716" y="3729"/>
                    <a:pt x="4615" y="3204"/>
                  </a:cubicBezTo>
                  <a:cubicBezTo>
                    <a:pt x="4508" y="2664"/>
                    <a:pt x="4086" y="2334"/>
                    <a:pt x="3627" y="2091"/>
                  </a:cubicBezTo>
                  <a:cubicBezTo>
                    <a:pt x="4309" y="1689"/>
                    <a:pt x="4472" y="604"/>
                    <a:pt x="3611" y="180"/>
                  </a:cubicBezTo>
                  <a:cubicBezTo>
                    <a:pt x="3358" y="56"/>
                    <a:pt x="3096" y="1"/>
                    <a:pt x="28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9"/>
            <p:cNvSpPr/>
            <p:nvPr/>
          </p:nvSpPr>
          <p:spPr>
            <a:xfrm>
              <a:off x="1969450" y="2733157"/>
              <a:ext cx="117225" cy="95225"/>
            </a:xfrm>
            <a:custGeom>
              <a:rect b="b" l="l" r="r" t="t"/>
              <a:pathLst>
                <a:path extrusionOk="0" h="3809" w="4689">
                  <a:moveTo>
                    <a:pt x="2970" y="433"/>
                  </a:moveTo>
                  <a:cubicBezTo>
                    <a:pt x="3207" y="433"/>
                    <a:pt x="3451" y="557"/>
                    <a:pt x="3613" y="858"/>
                  </a:cubicBezTo>
                  <a:cubicBezTo>
                    <a:pt x="3778" y="1168"/>
                    <a:pt x="3792" y="1519"/>
                    <a:pt x="3760" y="1860"/>
                  </a:cubicBezTo>
                  <a:cubicBezTo>
                    <a:pt x="3700" y="2482"/>
                    <a:pt x="3426" y="2969"/>
                    <a:pt x="3088" y="3468"/>
                  </a:cubicBezTo>
                  <a:cubicBezTo>
                    <a:pt x="2341" y="3253"/>
                    <a:pt x="1202" y="3168"/>
                    <a:pt x="661" y="2565"/>
                  </a:cubicBezTo>
                  <a:cubicBezTo>
                    <a:pt x="462" y="2343"/>
                    <a:pt x="361" y="2045"/>
                    <a:pt x="470" y="1762"/>
                  </a:cubicBezTo>
                  <a:cubicBezTo>
                    <a:pt x="557" y="1528"/>
                    <a:pt x="734" y="1449"/>
                    <a:pt x="935" y="1449"/>
                  </a:cubicBezTo>
                  <a:cubicBezTo>
                    <a:pt x="1091" y="1449"/>
                    <a:pt x="1262" y="1497"/>
                    <a:pt x="1416" y="1556"/>
                  </a:cubicBezTo>
                  <a:cubicBezTo>
                    <a:pt x="1705" y="1665"/>
                    <a:pt x="1888" y="1798"/>
                    <a:pt x="2202" y="1838"/>
                  </a:cubicBezTo>
                  <a:cubicBezTo>
                    <a:pt x="2209" y="1839"/>
                    <a:pt x="2216" y="1839"/>
                    <a:pt x="2223" y="1839"/>
                  </a:cubicBezTo>
                  <a:cubicBezTo>
                    <a:pt x="2359" y="1839"/>
                    <a:pt x="2429" y="1656"/>
                    <a:pt x="2368" y="1549"/>
                  </a:cubicBezTo>
                  <a:cubicBezTo>
                    <a:pt x="2024" y="956"/>
                    <a:pt x="2482" y="433"/>
                    <a:pt x="2970" y="433"/>
                  </a:cubicBezTo>
                  <a:close/>
                  <a:moveTo>
                    <a:pt x="2928" y="1"/>
                  </a:moveTo>
                  <a:cubicBezTo>
                    <a:pt x="2274" y="1"/>
                    <a:pt x="1757" y="677"/>
                    <a:pt x="1893" y="1367"/>
                  </a:cubicBezTo>
                  <a:cubicBezTo>
                    <a:pt x="1551" y="1224"/>
                    <a:pt x="1235" y="972"/>
                    <a:pt x="877" y="972"/>
                  </a:cubicBezTo>
                  <a:cubicBezTo>
                    <a:pt x="781" y="972"/>
                    <a:pt x="683" y="990"/>
                    <a:pt x="581" y="1032"/>
                  </a:cubicBezTo>
                  <a:cubicBezTo>
                    <a:pt x="175" y="1200"/>
                    <a:pt x="1" y="1693"/>
                    <a:pt x="43" y="2103"/>
                  </a:cubicBezTo>
                  <a:cubicBezTo>
                    <a:pt x="170" y="3387"/>
                    <a:pt x="2033" y="3546"/>
                    <a:pt x="3017" y="3715"/>
                  </a:cubicBezTo>
                  <a:cubicBezTo>
                    <a:pt x="3046" y="3770"/>
                    <a:pt x="3110" y="3809"/>
                    <a:pt x="3176" y="3809"/>
                  </a:cubicBezTo>
                  <a:cubicBezTo>
                    <a:pt x="3215" y="3809"/>
                    <a:pt x="3254" y="3796"/>
                    <a:pt x="3287" y="3765"/>
                  </a:cubicBezTo>
                  <a:cubicBezTo>
                    <a:pt x="4118" y="2995"/>
                    <a:pt x="4689" y="1015"/>
                    <a:pt x="3569" y="222"/>
                  </a:cubicBezTo>
                  <a:cubicBezTo>
                    <a:pt x="3352" y="67"/>
                    <a:pt x="3133" y="1"/>
                    <a:pt x="2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9"/>
            <p:cNvSpPr/>
            <p:nvPr/>
          </p:nvSpPr>
          <p:spPr>
            <a:xfrm>
              <a:off x="1903100" y="2862382"/>
              <a:ext cx="131850" cy="90075"/>
            </a:xfrm>
            <a:custGeom>
              <a:rect b="b" l="l" r="r" t="t"/>
              <a:pathLst>
                <a:path extrusionOk="0" h="3603" w="5274">
                  <a:moveTo>
                    <a:pt x="2655" y="268"/>
                  </a:moveTo>
                  <a:lnTo>
                    <a:pt x="2655" y="268"/>
                  </a:lnTo>
                  <a:cubicBezTo>
                    <a:pt x="2641" y="323"/>
                    <a:pt x="2653" y="383"/>
                    <a:pt x="2708" y="435"/>
                  </a:cubicBezTo>
                  <a:cubicBezTo>
                    <a:pt x="3202" y="880"/>
                    <a:pt x="3814" y="1437"/>
                    <a:pt x="4027" y="2085"/>
                  </a:cubicBezTo>
                  <a:cubicBezTo>
                    <a:pt x="4224" y="2676"/>
                    <a:pt x="3915" y="3168"/>
                    <a:pt x="3479" y="3168"/>
                  </a:cubicBezTo>
                  <a:cubicBezTo>
                    <a:pt x="3312" y="3168"/>
                    <a:pt x="3126" y="3096"/>
                    <a:pt x="2943" y="2930"/>
                  </a:cubicBezTo>
                  <a:cubicBezTo>
                    <a:pt x="2662" y="2677"/>
                    <a:pt x="2565" y="2298"/>
                    <a:pt x="2500" y="1940"/>
                  </a:cubicBezTo>
                  <a:cubicBezTo>
                    <a:pt x="2483" y="1848"/>
                    <a:pt x="2399" y="1801"/>
                    <a:pt x="2315" y="1801"/>
                  </a:cubicBezTo>
                  <a:cubicBezTo>
                    <a:pt x="2248" y="1801"/>
                    <a:pt x="2180" y="1831"/>
                    <a:pt x="2148" y="1894"/>
                  </a:cubicBezTo>
                  <a:cubicBezTo>
                    <a:pt x="2080" y="2020"/>
                    <a:pt x="2013" y="2152"/>
                    <a:pt x="1937" y="2274"/>
                  </a:cubicBezTo>
                  <a:cubicBezTo>
                    <a:pt x="1838" y="2482"/>
                    <a:pt x="1688" y="2634"/>
                    <a:pt x="1482" y="2731"/>
                  </a:cubicBezTo>
                  <a:cubicBezTo>
                    <a:pt x="1394" y="2833"/>
                    <a:pt x="1307" y="2883"/>
                    <a:pt x="1222" y="2883"/>
                  </a:cubicBezTo>
                  <a:cubicBezTo>
                    <a:pt x="1107" y="2883"/>
                    <a:pt x="994" y="2790"/>
                    <a:pt x="884" y="2604"/>
                  </a:cubicBezTo>
                  <a:cubicBezTo>
                    <a:pt x="515" y="2328"/>
                    <a:pt x="460" y="2337"/>
                    <a:pt x="563" y="1942"/>
                  </a:cubicBezTo>
                  <a:cubicBezTo>
                    <a:pt x="615" y="1749"/>
                    <a:pt x="714" y="1564"/>
                    <a:pt x="826" y="1399"/>
                  </a:cubicBezTo>
                  <a:cubicBezTo>
                    <a:pt x="1251" y="781"/>
                    <a:pt x="1937" y="416"/>
                    <a:pt x="2655" y="268"/>
                  </a:cubicBezTo>
                  <a:close/>
                  <a:moveTo>
                    <a:pt x="2859" y="1"/>
                  </a:moveTo>
                  <a:cubicBezTo>
                    <a:pt x="1606" y="1"/>
                    <a:pt x="1" y="980"/>
                    <a:pt x="136" y="2411"/>
                  </a:cubicBezTo>
                  <a:cubicBezTo>
                    <a:pt x="183" y="2892"/>
                    <a:pt x="494" y="3256"/>
                    <a:pt x="988" y="3293"/>
                  </a:cubicBezTo>
                  <a:cubicBezTo>
                    <a:pt x="1018" y="3295"/>
                    <a:pt x="1046" y="3297"/>
                    <a:pt x="1074" y="3297"/>
                  </a:cubicBezTo>
                  <a:cubicBezTo>
                    <a:pt x="1616" y="3297"/>
                    <a:pt x="1986" y="2905"/>
                    <a:pt x="2263" y="2471"/>
                  </a:cubicBezTo>
                  <a:cubicBezTo>
                    <a:pt x="2502" y="3037"/>
                    <a:pt x="2994" y="3603"/>
                    <a:pt x="3554" y="3603"/>
                  </a:cubicBezTo>
                  <a:cubicBezTo>
                    <a:pt x="3769" y="3603"/>
                    <a:pt x="3993" y="3519"/>
                    <a:pt x="4218" y="3321"/>
                  </a:cubicBezTo>
                  <a:cubicBezTo>
                    <a:pt x="5273" y="2391"/>
                    <a:pt x="3651" y="760"/>
                    <a:pt x="2985" y="160"/>
                  </a:cubicBezTo>
                  <a:cubicBezTo>
                    <a:pt x="2981" y="155"/>
                    <a:pt x="2979" y="155"/>
                    <a:pt x="2977" y="153"/>
                  </a:cubicBezTo>
                  <a:cubicBezTo>
                    <a:pt x="2990" y="86"/>
                    <a:pt x="2947" y="1"/>
                    <a:pt x="2865" y="1"/>
                  </a:cubicBezTo>
                  <a:cubicBezTo>
                    <a:pt x="2863" y="1"/>
                    <a:pt x="2861" y="1"/>
                    <a:pt x="2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9"/>
            <p:cNvSpPr/>
            <p:nvPr/>
          </p:nvSpPr>
          <p:spPr>
            <a:xfrm>
              <a:off x="1804850" y="2770532"/>
              <a:ext cx="119350" cy="111675"/>
            </a:xfrm>
            <a:custGeom>
              <a:rect b="b" l="l" r="r" t="t"/>
              <a:pathLst>
                <a:path extrusionOk="0" h="4467" w="4774">
                  <a:moveTo>
                    <a:pt x="2876" y="421"/>
                  </a:moveTo>
                  <a:cubicBezTo>
                    <a:pt x="3094" y="421"/>
                    <a:pt x="3309" y="467"/>
                    <a:pt x="3499" y="585"/>
                  </a:cubicBezTo>
                  <a:cubicBezTo>
                    <a:pt x="4440" y="1166"/>
                    <a:pt x="3408" y="2045"/>
                    <a:pt x="2797" y="2208"/>
                  </a:cubicBezTo>
                  <a:cubicBezTo>
                    <a:pt x="2616" y="2257"/>
                    <a:pt x="2598" y="2557"/>
                    <a:pt x="2796" y="2594"/>
                  </a:cubicBezTo>
                  <a:cubicBezTo>
                    <a:pt x="3187" y="2665"/>
                    <a:pt x="3408" y="3125"/>
                    <a:pt x="3288" y="3502"/>
                  </a:cubicBezTo>
                  <a:cubicBezTo>
                    <a:pt x="3166" y="3888"/>
                    <a:pt x="2806" y="4030"/>
                    <a:pt x="2439" y="4030"/>
                  </a:cubicBezTo>
                  <a:cubicBezTo>
                    <a:pt x="2218" y="4030"/>
                    <a:pt x="1994" y="3979"/>
                    <a:pt x="1817" y="3898"/>
                  </a:cubicBezTo>
                  <a:cubicBezTo>
                    <a:pt x="1129" y="3584"/>
                    <a:pt x="760" y="2887"/>
                    <a:pt x="423" y="2240"/>
                  </a:cubicBezTo>
                  <a:cubicBezTo>
                    <a:pt x="811" y="1453"/>
                    <a:pt x="1483" y="735"/>
                    <a:pt x="2354" y="498"/>
                  </a:cubicBezTo>
                  <a:cubicBezTo>
                    <a:pt x="2522" y="451"/>
                    <a:pt x="2700" y="421"/>
                    <a:pt x="2876" y="421"/>
                  </a:cubicBezTo>
                  <a:close/>
                  <a:moveTo>
                    <a:pt x="2840" y="1"/>
                  </a:moveTo>
                  <a:cubicBezTo>
                    <a:pt x="1660" y="1"/>
                    <a:pt x="518" y="1122"/>
                    <a:pt x="56" y="2095"/>
                  </a:cubicBezTo>
                  <a:cubicBezTo>
                    <a:pt x="0" y="2210"/>
                    <a:pt x="63" y="2319"/>
                    <a:pt x="153" y="2367"/>
                  </a:cubicBezTo>
                  <a:cubicBezTo>
                    <a:pt x="561" y="3255"/>
                    <a:pt x="1337" y="4467"/>
                    <a:pt x="2381" y="4467"/>
                  </a:cubicBezTo>
                  <a:cubicBezTo>
                    <a:pt x="2608" y="4467"/>
                    <a:pt x="2849" y="4409"/>
                    <a:pt x="3101" y="4277"/>
                  </a:cubicBezTo>
                  <a:cubicBezTo>
                    <a:pt x="3803" y="3912"/>
                    <a:pt x="3900" y="2864"/>
                    <a:pt x="3334" y="2407"/>
                  </a:cubicBezTo>
                  <a:cubicBezTo>
                    <a:pt x="4189" y="1904"/>
                    <a:pt x="4773" y="705"/>
                    <a:pt x="3591" y="164"/>
                  </a:cubicBezTo>
                  <a:cubicBezTo>
                    <a:pt x="3343" y="51"/>
                    <a:pt x="3091" y="1"/>
                    <a:pt x="2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9"/>
            <p:cNvSpPr/>
            <p:nvPr/>
          </p:nvSpPr>
          <p:spPr>
            <a:xfrm>
              <a:off x="1671975" y="2821007"/>
              <a:ext cx="108650" cy="104775"/>
            </a:xfrm>
            <a:custGeom>
              <a:rect b="b" l="l" r="r" t="t"/>
              <a:pathLst>
                <a:path extrusionOk="0" h="4191" w="4346">
                  <a:moveTo>
                    <a:pt x="2645" y="451"/>
                  </a:moveTo>
                  <a:cubicBezTo>
                    <a:pt x="2924" y="451"/>
                    <a:pt x="3224" y="619"/>
                    <a:pt x="3357" y="851"/>
                  </a:cubicBezTo>
                  <a:cubicBezTo>
                    <a:pt x="3470" y="1052"/>
                    <a:pt x="3496" y="1418"/>
                    <a:pt x="3508" y="1616"/>
                  </a:cubicBezTo>
                  <a:cubicBezTo>
                    <a:pt x="3551" y="2408"/>
                    <a:pt x="3305" y="3082"/>
                    <a:pt x="3004" y="3798"/>
                  </a:cubicBezTo>
                  <a:cubicBezTo>
                    <a:pt x="2997" y="3812"/>
                    <a:pt x="2997" y="3826"/>
                    <a:pt x="2995" y="3839"/>
                  </a:cubicBezTo>
                  <a:cubicBezTo>
                    <a:pt x="2864" y="3857"/>
                    <a:pt x="2732" y="3866"/>
                    <a:pt x="2602" y="3866"/>
                  </a:cubicBezTo>
                  <a:cubicBezTo>
                    <a:pt x="2165" y="3866"/>
                    <a:pt x="1735" y="3764"/>
                    <a:pt x="1344" y="3533"/>
                  </a:cubicBezTo>
                  <a:cubicBezTo>
                    <a:pt x="1046" y="3360"/>
                    <a:pt x="748" y="3105"/>
                    <a:pt x="589" y="2791"/>
                  </a:cubicBezTo>
                  <a:cubicBezTo>
                    <a:pt x="287" y="2295"/>
                    <a:pt x="485" y="2006"/>
                    <a:pt x="1184" y="1925"/>
                  </a:cubicBezTo>
                  <a:cubicBezTo>
                    <a:pt x="1378" y="2000"/>
                    <a:pt x="1561" y="2094"/>
                    <a:pt x="1734" y="2211"/>
                  </a:cubicBezTo>
                  <a:cubicBezTo>
                    <a:pt x="1764" y="2230"/>
                    <a:pt x="1794" y="2239"/>
                    <a:pt x="1824" y="2239"/>
                  </a:cubicBezTo>
                  <a:cubicBezTo>
                    <a:pt x="1935" y="2239"/>
                    <a:pt x="2035" y="2124"/>
                    <a:pt x="2004" y="2004"/>
                  </a:cubicBezTo>
                  <a:cubicBezTo>
                    <a:pt x="1870" y="1496"/>
                    <a:pt x="1836" y="792"/>
                    <a:pt x="2376" y="513"/>
                  </a:cubicBezTo>
                  <a:cubicBezTo>
                    <a:pt x="2458" y="470"/>
                    <a:pt x="2550" y="451"/>
                    <a:pt x="2645" y="451"/>
                  </a:cubicBezTo>
                  <a:close/>
                  <a:moveTo>
                    <a:pt x="2766" y="0"/>
                  </a:moveTo>
                  <a:cubicBezTo>
                    <a:pt x="2454" y="0"/>
                    <a:pt x="2138" y="140"/>
                    <a:pt x="1919" y="366"/>
                  </a:cubicBezTo>
                  <a:cubicBezTo>
                    <a:pt x="1571" y="727"/>
                    <a:pt x="1510" y="1221"/>
                    <a:pt x="1571" y="1694"/>
                  </a:cubicBezTo>
                  <a:cubicBezTo>
                    <a:pt x="1350" y="1585"/>
                    <a:pt x="1110" y="1499"/>
                    <a:pt x="877" y="1499"/>
                  </a:cubicBezTo>
                  <a:cubicBezTo>
                    <a:pt x="699" y="1499"/>
                    <a:pt x="526" y="1549"/>
                    <a:pt x="370" y="1676"/>
                  </a:cubicBezTo>
                  <a:cubicBezTo>
                    <a:pt x="0" y="1976"/>
                    <a:pt x="40" y="2501"/>
                    <a:pt x="222" y="2893"/>
                  </a:cubicBezTo>
                  <a:cubicBezTo>
                    <a:pt x="612" y="3729"/>
                    <a:pt x="1529" y="4191"/>
                    <a:pt x="2429" y="4191"/>
                  </a:cubicBezTo>
                  <a:cubicBezTo>
                    <a:pt x="2743" y="4191"/>
                    <a:pt x="3056" y="4134"/>
                    <a:pt x="3343" y="4018"/>
                  </a:cubicBezTo>
                  <a:cubicBezTo>
                    <a:pt x="3442" y="3976"/>
                    <a:pt x="3445" y="3855"/>
                    <a:pt x="3378" y="3807"/>
                  </a:cubicBezTo>
                  <a:cubicBezTo>
                    <a:pt x="3925" y="2875"/>
                    <a:pt x="4345" y="716"/>
                    <a:pt x="3219" y="111"/>
                  </a:cubicBezTo>
                  <a:cubicBezTo>
                    <a:pt x="3077" y="35"/>
                    <a:pt x="2922" y="0"/>
                    <a:pt x="2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2" name="Google Shape;4492;p119"/>
          <p:cNvSpPr/>
          <p:nvPr/>
        </p:nvSpPr>
        <p:spPr>
          <a:xfrm>
            <a:off x="3890605" y="2537323"/>
            <a:ext cx="378444" cy="37888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119"/>
          <p:cNvGrpSpPr/>
          <p:nvPr/>
        </p:nvGrpSpPr>
        <p:grpSpPr>
          <a:xfrm>
            <a:off x="4382813" y="2537532"/>
            <a:ext cx="378896" cy="378478"/>
            <a:chOff x="3303268" y="3817349"/>
            <a:chExt cx="346056" cy="345674"/>
          </a:xfrm>
        </p:grpSpPr>
        <p:sp>
          <p:nvSpPr>
            <p:cNvPr id="4494" name="Google Shape;4494;p11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1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1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119"/>
          <p:cNvGrpSpPr/>
          <p:nvPr/>
        </p:nvGrpSpPr>
        <p:grpSpPr>
          <a:xfrm>
            <a:off x="4874521" y="2537532"/>
            <a:ext cx="378896" cy="378478"/>
            <a:chOff x="3752358" y="3817349"/>
            <a:chExt cx="346056" cy="345674"/>
          </a:xfrm>
        </p:grpSpPr>
        <p:sp>
          <p:nvSpPr>
            <p:cNvPr id="4499" name="Google Shape;4499;p11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119"/>
          <p:cNvGrpSpPr/>
          <p:nvPr/>
        </p:nvGrpSpPr>
        <p:grpSpPr>
          <a:xfrm>
            <a:off x="3898039" y="3893856"/>
            <a:ext cx="341857" cy="321644"/>
            <a:chOff x="1572775" y="1963600"/>
            <a:chExt cx="145775" cy="137150"/>
          </a:xfrm>
        </p:grpSpPr>
        <p:sp>
          <p:nvSpPr>
            <p:cNvPr id="4504" name="Google Shape;4504;p119"/>
            <p:cNvSpPr/>
            <p:nvPr/>
          </p:nvSpPr>
          <p:spPr>
            <a:xfrm>
              <a:off x="1572775" y="1963600"/>
              <a:ext cx="145775" cy="137150"/>
            </a:xfrm>
            <a:custGeom>
              <a:rect b="b" l="l" r="r" t="t"/>
              <a:pathLst>
                <a:path extrusionOk="0" h="5486" w="5831">
                  <a:moveTo>
                    <a:pt x="574" y="458"/>
                  </a:moveTo>
                  <a:cubicBezTo>
                    <a:pt x="837" y="458"/>
                    <a:pt x="1415" y="609"/>
                    <a:pt x="2646" y="1125"/>
                  </a:cubicBezTo>
                  <a:lnTo>
                    <a:pt x="3789" y="1537"/>
                  </a:lnTo>
                  <a:cubicBezTo>
                    <a:pt x="3810" y="1532"/>
                    <a:pt x="3833" y="1530"/>
                    <a:pt x="3859" y="1530"/>
                  </a:cubicBezTo>
                  <a:cubicBezTo>
                    <a:pt x="4316" y="1530"/>
                    <a:pt x="5469" y="2299"/>
                    <a:pt x="5359" y="2417"/>
                  </a:cubicBezTo>
                  <a:lnTo>
                    <a:pt x="4505" y="3335"/>
                  </a:lnTo>
                  <a:cubicBezTo>
                    <a:pt x="4492" y="3351"/>
                    <a:pt x="4536" y="3461"/>
                    <a:pt x="4538" y="3481"/>
                  </a:cubicBezTo>
                  <a:lnTo>
                    <a:pt x="4582" y="4268"/>
                  </a:lnTo>
                  <a:cubicBezTo>
                    <a:pt x="4590" y="4407"/>
                    <a:pt x="4479" y="4520"/>
                    <a:pt x="4345" y="4520"/>
                  </a:cubicBezTo>
                  <a:cubicBezTo>
                    <a:pt x="4333" y="4520"/>
                    <a:pt x="4320" y="4519"/>
                    <a:pt x="4308" y="4517"/>
                  </a:cubicBezTo>
                  <a:lnTo>
                    <a:pt x="3326" y="4363"/>
                  </a:lnTo>
                  <a:cubicBezTo>
                    <a:pt x="3322" y="4362"/>
                    <a:pt x="3318" y="4362"/>
                    <a:pt x="3314" y="4362"/>
                  </a:cubicBezTo>
                  <a:cubicBezTo>
                    <a:pt x="3297" y="4362"/>
                    <a:pt x="3280" y="4367"/>
                    <a:pt x="3266" y="4377"/>
                  </a:cubicBezTo>
                  <a:lnTo>
                    <a:pt x="2238" y="5092"/>
                  </a:lnTo>
                  <a:cubicBezTo>
                    <a:pt x="2214" y="5109"/>
                    <a:pt x="2184" y="5124"/>
                    <a:pt x="2147" y="5124"/>
                  </a:cubicBezTo>
                  <a:cubicBezTo>
                    <a:pt x="1983" y="5124"/>
                    <a:pt x="1690" y="4823"/>
                    <a:pt x="1304" y="3004"/>
                  </a:cubicBezTo>
                  <a:lnTo>
                    <a:pt x="388" y="671"/>
                  </a:lnTo>
                  <a:cubicBezTo>
                    <a:pt x="357" y="581"/>
                    <a:pt x="337" y="458"/>
                    <a:pt x="574" y="458"/>
                  </a:cubicBezTo>
                  <a:close/>
                  <a:moveTo>
                    <a:pt x="35" y="0"/>
                  </a:moveTo>
                  <a:cubicBezTo>
                    <a:pt x="33" y="0"/>
                    <a:pt x="32" y="1"/>
                    <a:pt x="32" y="1"/>
                  </a:cubicBezTo>
                  <a:cubicBezTo>
                    <a:pt x="8" y="23"/>
                    <a:pt x="1" y="58"/>
                    <a:pt x="11" y="87"/>
                  </a:cubicBezTo>
                  <a:lnTo>
                    <a:pt x="854" y="2486"/>
                  </a:lnTo>
                  <a:cubicBezTo>
                    <a:pt x="898" y="2613"/>
                    <a:pt x="1233" y="3622"/>
                    <a:pt x="1248" y="3756"/>
                  </a:cubicBezTo>
                  <a:cubicBezTo>
                    <a:pt x="1320" y="4410"/>
                    <a:pt x="1888" y="5474"/>
                    <a:pt x="1911" y="5481"/>
                  </a:cubicBezTo>
                  <a:cubicBezTo>
                    <a:pt x="1919" y="5483"/>
                    <a:pt x="1928" y="5486"/>
                    <a:pt x="1937" y="5486"/>
                  </a:cubicBezTo>
                  <a:cubicBezTo>
                    <a:pt x="1953" y="5486"/>
                    <a:pt x="1970" y="5480"/>
                    <a:pt x="1984" y="5470"/>
                  </a:cubicBezTo>
                  <a:lnTo>
                    <a:pt x="2964" y="4789"/>
                  </a:lnTo>
                  <a:cubicBezTo>
                    <a:pt x="3013" y="4755"/>
                    <a:pt x="3353" y="4546"/>
                    <a:pt x="3424" y="4546"/>
                  </a:cubicBezTo>
                  <a:cubicBezTo>
                    <a:pt x="3426" y="4546"/>
                    <a:pt x="3427" y="4546"/>
                    <a:pt x="3429" y="4547"/>
                  </a:cubicBezTo>
                  <a:lnTo>
                    <a:pt x="4216" y="4643"/>
                  </a:lnTo>
                  <a:cubicBezTo>
                    <a:pt x="4238" y="4646"/>
                    <a:pt x="4642" y="4724"/>
                    <a:pt x="4728" y="4724"/>
                  </a:cubicBezTo>
                  <a:cubicBezTo>
                    <a:pt x="4737" y="4724"/>
                    <a:pt x="4742" y="4723"/>
                    <a:pt x="4744" y="4722"/>
                  </a:cubicBezTo>
                  <a:cubicBezTo>
                    <a:pt x="4808" y="4643"/>
                    <a:pt x="4710" y="4365"/>
                    <a:pt x="4707" y="4339"/>
                  </a:cubicBezTo>
                  <a:lnTo>
                    <a:pt x="4711" y="3598"/>
                  </a:lnTo>
                  <a:cubicBezTo>
                    <a:pt x="4781" y="3204"/>
                    <a:pt x="5211" y="2981"/>
                    <a:pt x="5249" y="2934"/>
                  </a:cubicBezTo>
                  <a:lnTo>
                    <a:pt x="5807" y="2169"/>
                  </a:lnTo>
                  <a:cubicBezTo>
                    <a:pt x="5824" y="2148"/>
                    <a:pt x="5830" y="2120"/>
                    <a:pt x="5823" y="2095"/>
                  </a:cubicBezTo>
                  <a:cubicBezTo>
                    <a:pt x="5815" y="2068"/>
                    <a:pt x="5797" y="2048"/>
                    <a:pt x="5771" y="2038"/>
                  </a:cubicBezTo>
                  <a:lnTo>
                    <a:pt x="5049" y="1757"/>
                  </a:lnTo>
                  <a:cubicBezTo>
                    <a:pt x="4919" y="1713"/>
                    <a:pt x="3185" y="1144"/>
                    <a:pt x="3063" y="1081"/>
                  </a:cubicBezTo>
                  <a:cubicBezTo>
                    <a:pt x="2085" y="572"/>
                    <a:pt x="124"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19"/>
            <p:cNvSpPr/>
            <p:nvPr/>
          </p:nvSpPr>
          <p:spPr>
            <a:xfrm>
              <a:off x="1574375" y="1965300"/>
              <a:ext cx="116800" cy="87325"/>
            </a:xfrm>
            <a:custGeom>
              <a:rect b="b" l="l" r="r" t="t"/>
              <a:pathLst>
                <a:path extrusionOk="0" h="3493" w="4672">
                  <a:moveTo>
                    <a:pt x="95" y="0"/>
                  </a:moveTo>
                  <a:cubicBezTo>
                    <a:pt x="69" y="0"/>
                    <a:pt x="44" y="12"/>
                    <a:pt x="27" y="34"/>
                  </a:cubicBezTo>
                  <a:cubicBezTo>
                    <a:pt x="1" y="71"/>
                    <a:pt x="8" y="123"/>
                    <a:pt x="44" y="150"/>
                  </a:cubicBezTo>
                  <a:lnTo>
                    <a:pt x="4527" y="3476"/>
                  </a:lnTo>
                  <a:cubicBezTo>
                    <a:pt x="4542" y="3487"/>
                    <a:pt x="4560" y="3492"/>
                    <a:pt x="4577" y="3492"/>
                  </a:cubicBezTo>
                  <a:cubicBezTo>
                    <a:pt x="4603" y="3492"/>
                    <a:pt x="4627" y="3481"/>
                    <a:pt x="4643" y="3458"/>
                  </a:cubicBezTo>
                  <a:cubicBezTo>
                    <a:pt x="4671" y="3422"/>
                    <a:pt x="2164" y="1516"/>
                    <a:pt x="2128" y="1488"/>
                  </a:cubicBezTo>
                  <a:lnTo>
                    <a:pt x="144" y="16"/>
                  </a:lnTo>
                  <a:cubicBezTo>
                    <a:pt x="129" y="6"/>
                    <a:pt x="112" y="0"/>
                    <a:pt x="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9"/>
            <p:cNvSpPr/>
            <p:nvPr/>
          </p:nvSpPr>
          <p:spPr>
            <a:xfrm>
              <a:off x="1576350" y="1966325"/>
              <a:ext cx="81650" cy="110500"/>
            </a:xfrm>
            <a:custGeom>
              <a:rect b="b" l="l" r="r" t="t"/>
              <a:pathLst>
                <a:path extrusionOk="0" h="4420" w="3266">
                  <a:moveTo>
                    <a:pt x="94" y="0"/>
                  </a:moveTo>
                  <a:cubicBezTo>
                    <a:pt x="77" y="0"/>
                    <a:pt x="60" y="5"/>
                    <a:pt x="46" y="16"/>
                  </a:cubicBezTo>
                  <a:cubicBezTo>
                    <a:pt x="8" y="44"/>
                    <a:pt x="1" y="95"/>
                    <a:pt x="27" y="132"/>
                  </a:cubicBezTo>
                  <a:lnTo>
                    <a:pt x="2170" y="3096"/>
                  </a:lnTo>
                  <a:cubicBezTo>
                    <a:pt x="2261" y="3229"/>
                    <a:pt x="2343" y="3369"/>
                    <a:pt x="2414" y="3515"/>
                  </a:cubicBezTo>
                  <a:cubicBezTo>
                    <a:pt x="2813" y="4345"/>
                    <a:pt x="3147" y="4419"/>
                    <a:pt x="3171" y="4419"/>
                  </a:cubicBezTo>
                  <a:cubicBezTo>
                    <a:pt x="3187" y="4419"/>
                    <a:pt x="3204" y="4414"/>
                    <a:pt x="3219" y="4403"/>
                  </a:cubicBezTo>
                  <a:cubicBezTo>
                    <a:pt x="3257" y="4377"/>
                    <a:pt x="3265" y="4324"/>
                    <a:pt x="3239" y="4288"/>
                  </a:cubicBezTo>
                  <a:lnTo>
                    <a:pt x="162" y="35"/>
                  </a:lnTo>
                  <a:cubicBezTo>
                    <a:pt x="146" y="12"/>
                    <a:pt x="120"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19"/>
            <p:cNvSpPr/>
            <p:nvPr/>
          </p:nvSpPr>
          <p:spPr>
            <a:xfrm>
              <a:off x="1586025" y="1977200"/>
              <a:ext cx="105775" cy="102475"/>
            </a:xfrm>
            <a:custGeom>
              <a:rect b="b" l="l" r="r" t="t"/>
              <a:pathLst>
                <a:path extrusionOk="0" h="4099" w="4231">
                  <a:moveTo>
                    <a:pt x="92" y="1"/>
                  </a:moveTo>
                  <a:cubicBezTo>
                    <a:pt x="71" y="1"/>
                    <a:pt x="49" y="9"/>
                    <a:pt x="32" y="26"/>
                  </a:cubicBezTo>
                  <a:cubicBezTo>
                    <a:pt x="0" y="58"/>
                    <a:pt x="1" y="112"/>
                    <a:pt x="34" y="144"/>
                  </a:cubicBezTo>
                  <a:lnTo>
                    <a:pt x="4081" y="4075"/>
                  </a:lnTo>
                  <a:cubicBezTo>
                    <a:pt x="4097" y="4091"/>
                    <a:pt x="4119" y="4099"/>
                    <a:pt x="4139" y="4099"/>
                  </a:cubicBezTo>
                  <a:cubicBezTo>
                    <a:pt x="4161" y="4099"/>
                    <a:pt x="4183" y="4091"/>
                    <a:pt x="4199" y="4074"/>
                  </a:cubicBezTo>
                  <a:cubicBezTo>
                    <a:pt x="4231" y="4041"/>
                    <a:pt x="2419" y="2168"/>
                    <a:pt x="2386" y="2136"/>
                  </a:cubicBezTo>
                  <a:lnTo>
                    <a:pt x="150" y="24"/>
                  </a:lnTo>
                  <a:cubicBezTo>
                    <a:pt x="134" y="9"/>
                    <a:pt x="113"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1" name="Shape 4511"/>
        <p:cNvGrpSpPr/>
        <p:nvPr/>
      </p:nvGrpSpPr>
      <p:grpSpPr>
        <a:xfrm>
          <a:off x="0" y="0"/>
          <a:ext cx="0" cy="0"/>
          <a:chOff x="0" y="0"/>
          <a:chExt cx="0" cy="0"/>
        </a:xfrm>
      </p:grpSpPr>
      <p:sp>
        <p:nvSpPr>
          <p:cNvPr id="4512" name="Google Shape;4512;p120"/>
          <p:cNvSpPr txBox="1"/>
          <p:nvPr>
            <p:ph type="title"/>
          </p:nvPr>
        </p:nvSpPr>
        <p:spPr>
          <a:xfrm>
            <a:off x="2215950" y="758950"/>
            <a:ext cx="4712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Premium Icons</a:t>
            </a:r>
            <a:endParaRPr/>
          </a:p>
        </p:txBody>
      </p:sp>
      <p:sp>
        <p:nvSpPr>
          <p:cNvPr id="4513" name="Google Shape;4513;p120"/>
          <p:cNvSpPr/>
          <p:nvPr/>
        </p:nvSpPr>
        <p:spPr>
          <a:xfrm>
            <a:off x="4969650" y="4331641"/>
            <a:ext cx="3300" cy="7200"/>
          </a:xfrm>
          <a:custGeom>
            <a:rect b="b" l="l" r="r" t="t"/>
            <a:pathLst>
              <a:path extrusionOk="0" h="288" w="132">
                <a:moveTo>
                  <a:pt x="104" y="0"/>
                </a:moveTo>
                <a:cubicBezTo>
                  <a:pt x="100" y="0"/>
                  <a:pt x="96" y="3"/>
                  <a:pt x="93" y="8"/>
                </a:cubicBezTo>
                <a:cubicBezTo>
                  <a:pt x="55" y="47"/>
                  <a:pt x="28" y="101"/>
                  <a:pt x="17" y="150"/>
                </a:cubicBezTo>
                <a:cubicBezTo>
                  <a:pt x="1" y="204"/>
                  <a:pt x="1" y="275"/>
                  <a:pt x="66" y="286"/>
                </a:cubicBezTo>
                <a:cubicBezTo>
                  <a:pt x="69" y="287"/>
                  <a:pt x="73" y="287"/>
                  <a:pt x="76" y="287"/>
                </a:cubicBezTo>
                <a:cubicBezTo>
                  <a:pt x="107" y="287"/>
                  <a:pt x="123" y="240"/>
                  <a:pt x="98" y="220"/>
                </a:cubicBezTo>
                <a:cubicBezTo>
                  <a:pt x="71" y="199"/>
                  <a:pt x="98" y="134"/>
                  <a:pt x="104" y="112"/>
                </a:cubicBezTo>
                <a:cubicBezTo>
                  <a:pt x="109" y="90"/>
                  <a:pt x="131" y="41"/>
                  <a:pt x="115" y="8"/>
                </a:cubicBezTo>
                <a:cubicBezTo>
                  <a:pt x="112" y="3"/>
                  <a:pt x="108" y="0"/>
                  <a:pt x="1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4" name="Google Shape;4514;p120"/>
          <p:cNvGrpSpPr/>
          <p:nvPr/>
        </p:nvGrpSpPr>
        <p:grpSpPr>
          <a:xfrm>
            <a:off x="740564" y="1543783"/>
            <a:ext cx="7662765" cy="330297"/>
            <a:chOff x="773776" y="1467308"/>
            <a:chExt cx="7662765" cy="330297"/>
          </a:xfrm>
        </p:grpSpPr>
        <p:sp>
          <p:nvSpPr>
            <p:cNvPr id="4515" name="Google Shape;4515;p120"/>
            <p:cNvSpPr/>
            <p:nvPr/>
          </p:nvSpPr>
          <p:spPr>
            <a:xfrm>
              <a:off x="7821513" y="1624268"/>
              <a:ext cx="3275" cy="8650"/>
            </a:xfrm>
            <a:custGeom>
              <a:rect b="b" l="l" r="r" t="t"/>
              <a:pathLst>
                <a:path extrusionOk="0" h="346" w="131">
                  <a:moveTo>
                    <a:pt x="61" y="1"/>
                  </a:moveTo>
                  <a:cubicBezTo>
                    <a:pt x="36" y="1"/>
                    <a:pt x="12" y="17"/>
                    <a:pt x="12" y="50"/>
                  </a:cubicBezTo>
                  <a:cubicBezTo>
                    <a:pt x="6" y="109"/>
                    <a:pt x="1" y="169"/>
                    <a:pt x="6" y="229"/>
                  </a:cubicBezTo>
                  <a:cubicBezTo>
                    <a:pt x="11" y="273"/>
                    <a:pt x="33" y="346"/>
                    <a:pt x="76" y="346"/>
                  </a:cubicBezTo>
                  <a:cubicBezTo>
                    <a:pt x="86" y="346"/>
                    <a:pt x="97" y="342"/>
                    <a:pt x="110" y="332"/>
                  </a:cubicBezTo>
                  <a:cubicBezTo>
                    <a:pt x="124" y="327"/>
                    <a:pt x="130" y="309"/>
                    <a:pt x="123" y="298"/>
                  </a:cubicBezTo>
                  <a:lnTo>
                    <a:pt x="123" y="298"/>
                  </a:lnTo>
                  <a:cubicBezTo>
                    <a:pt x="125" y="300"/>
                    <a:pt x="126" y="301"/>
                    <a:pt x="127" y="301"/>
                  </a:cubicBezTo>
                  <a:cubicBezTo>
                    <a:pt x="130" y="301"/>
                    <a:pt x="120" y="277"/>
                    <a:pt x="120" y="273"/>
                  </a:cubicBezTo>
                  <a:cubicBezTo>
                    <a:pt x="120" y="267"/>
                    <a:pt x="115" y="262"/>
                    <a:pt x="115" y="251"/>
                  </a:cubicBezTo>
                  <a:cubicBezTo>
                    <a:pt x="110" y="229"/>
                    <a:pt x="104" y="207"/>
                    <a:pt x="104" y="186"/>
                  </a:cubicBezTo>
                  <a:cubicBezTo>
                    <a:pt x="104" y="142"/>
                    <a:pt x="110" y="93"/>
                    <a:pt x="110" y="50"/>
                  </a:cubicBezTo>
                  <a:cubicBezTo>
                    <a:pt x="110" y="17"/>
                    <a:pt x="85" y="1"/>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6" name="Google Shape;4516;p120"/>
            <p:cNvGrpSpPr/>
            <p:nvPr/>
          </p:nvGrpSpPr>
          <p:grpSpPr>
            <a:xfrm>
              <a:off x="773776" y="1503898"/>
              <a:ext cx="274329" cy="249391"/>
              <a:chOff x="3311100" y="2266975"/>
              <a:chExt cx="200050" cy="184025"/>
            </a:xfrm>
          </p:grpSpPr>
          <p:sp>
            <p:nvSpPr>
              <p:cNvPr id="4517" name="Google Shape;4517;p120"/>
              <p:cNvSpPr/>
              <p:nvPr/>
            </p:nvSpPr>
            <p:spPr>
              <a:xfrm>
                <a:off x="3311100" y="2266975"/>
                <a:ext cx="200050" cy="184025"/>
              </a:xfrm>
              <a:custGeom>
                <a:rect b="b" l="l" r="r" t="t"/>
                <a:pathLst>
                  <a:path extrusionOk="0" h="7361" w="8002">
                    <a:moveTo>
                      <a:pt x="2316" y="702"/>
                    </a:moveTo>
                    <a:cubicBezTo>
                      <a:pt x="2430" y="702"/>
                      <a:pt x="2539" y="713"/>
                      <a:pt x="2648" y="713"/>
                    </a:cubicBezTo>
                    <a:lnTo>
                      <a:pt x="2811" y="713"/>
                    </a:lnTo>
                    <a:cubicBezTo>
                      <a:pt x="2881" y="718"/>
                      <a:pt x="2941" y="740"/>
                      <a:pt x="3007" y="745"/>
                    </a:cubicBezTo>
                    <a:cubicBezTo>
                      <a:pt x="3090" y="753"/>
                      <a:pt x="3174" y="758"/>
                      <a:pt x="3257" y="758"/>
                    </a:cubicBezTo>
                    <a:cubicBezTo>
                      <a:pt x="3288" y="758"/>
                      <a:pt x="3318" y="758"/>
                      <a:pt x="3349" y="756"/>
                    </a:cubicBezTo>
                    <a:cubicBezTo>
                      <a:pt x="3469" y="756"/>
                      <a:pt x="3583" y="724"/>
                      <a:pt x="3702" y="724"/>
                    </a:cubicBezTo>
                    <a:cubicBezTo>
                      <a:pt x="4240" y="729"/>
                      <a:pt x="4784" y="729"/>
                      <a:pt x="5322" y="729"/>
                    </a:cubicBezTo>
                    <a:lnTo>
                      <a:pt x="6105" y="729"/>
                    </a:lnTo>
                    <a:cubicBezTo>
                      <a:pt x="6126" y="728"/>
                      <a:pt x="6148" y="728"/>
                      <a:pt x="6169" y="728"/>
                    </a:cubicBezTo>
                    <a:cubicBezTo>
                      <a:pt x="6273" y="728"/>
                      <a:pt x="6376" y="738"/>
                      <a:pt x="6480" y="756"/>
                    </a:cubicBezTo>
                    <a:cubicBezTo>
                      <a:pt x="6523" y="762"/>
                      <a:pt x="6567" y="767"/>
                      <a:pt x="6605" y="783"/>
                    </a:cubicBezTo>
                    <a:cubicBezTo>
                      <a:pt x="6654" y="816"/>
                      <a:pt x="6659" y="887"/>
                      <a:pt x="6676" y="936"/>
                    </a:cubicBezTo>
                    <a:cubicBezTo>
                      <a:pt x="6708" y="1093"/>
                      <a:pt x="6719" y="1251"/>
                      <a:pt x="6708" y="1414"/>
                    </a:cubicBezTo>
                    <a:cubicBezTo>
                      <a:pt x="6610" y="1403"/>
                      <a:pt x="6513" y="1381"/>
                      <a:pt x="6415" y="1376"/>
                    </a:cubicBezTo>
                    <a:cubicBezTo>
                      <a:pt x="6344" y="1376"/>
                      <a:pt x="6268" y="1370"/>
                      <a:pt x="6203" y="1360"/>
                    </a:cubicBezTo>
                    <a:cubicBezTo>
                      <a:pt x="6138" y="1343"/>
                      <a:pt x="6078" y="1338"/>
                      <a:pt x="6018" y="1338"/>
                    </a:cubicBezTo>
                    <a:cubicBezTo>
                      <a:pt x="5996" y="1339"/>
                      <a:pt x="5974" y="1339"/>
                      <a:pt x="5953" y="1339"/>
                    </a:cubicBezTo>
                    <a:cubicBezTo>
                      <a:pt x="5860" y="1339"/>
                      <a:pt x="5768" y="1331"/>
                      <a:pt x="5675" y="1327"/>
                    </a:cubicBezTo>
                    <a:cubicBezTo>
                      <a:pt x="5627" y="1327"/>
                      <a:pt x="5578" y="1332"/>
                      <a:pt x="5534" y="1338"/>
                    </a:cubicBezTo>
                    <a:cubicBezTo>
                      <a:pt x="5523" y="1340"/>
                      <a:pt x="5514" y="1342"/>
                      <a:pt x="5505" y="1342"/>
                    </a:cubicBezTo>
                    <a:cubicBezTo>
                      <a:pt x="5496" y="1342"/>
                      <a:pt x="5488" y="1340"/>
                      <a:pt x="5480" y="1338"/>
                    </a:cubicBezTo>
                    <a:cubicBezTo>
                      <a:pt x="5474" y="1327"/>
                      <a:pt x="5469" y="1316"/>
                      <a:pt x="5463" y="1305"/>
                    </a:cubicBezTo>
                    <a:cubicBezTo>
                      <a:pt x="5415" y="1180"/>
                      <a:pt x="5311" y="1082"/>
                      <a:pt x="5186" y="1033"/>
                    </a:cubicBezTo>
                    <a:cubicBezTo>
                      <a:pt x="5160" y="1024"/>
                      <a:pt x="5128" y="1019"/>
                      <a:pt x="5096" y="1019"/>
                    </a:cubicBezTo>
                    <a:cubicBezTo>
                      <a:pt x="5030" y="1019"/>
                      <a:pt x="4964" y="1042"/>
                      <a:pt x="4942" y="1104"/>
                    </a:cubicBezTo>
                    <a:cubicBezTo>
                      <a:pt x="4849" y="1126"/>
                      <a:pt x="4768" y="1186"/>
                      <a:pt x="4719" y="1267"/>
                    </a:cubicBezTo>
                    <a:cubicBezTo>
                      <a:pt x="4708" y="1283"/>
                      <a:pt x="4697" y="1300"/>
                      <a:pt x="4692" y="1311"/>
                    </a:cubicBezTo>
                    <a:cubicBezTo>
                      <a:pt x="4692" y="1311"/>
                      <a:pt x="4686" y="1305"/>
                      <a:pt x="4686" y="1305"/>
                    </a:cubicBezTo>
                    <a:cubicBezTo>
                      <a:pt x="4632" y="1180"/>
                      <a:pt x="4534" y="1077"/>
                      <a:pt x="4409" y="1033"/>
                    </a:cubicBezTo>
                    <a:cubicBezTo>
                      <a:pt x="4382" y="1024"/>
                      <a:pt x="4350" y="1019"/>
                      <a:pt x="4318" y="1019"/>
                    </a:cubicBezTo>
                    <a:cubicBezTo>
                      <a:pt x="4252" y="1019"/>
                      <a:pt x="4186" y="1042"/>
                      <a:pt x="4164" y="1104"/>
                    </a:cubicBezTo>
                    <a:cubicBezTo>
                      <a:pt x="4072" y="1126"/>
                      <a:pt x="3990" y="1186"/>
                      <a:pt x="3941" y="1267"/>
                    </a:cubicBezTo>
                    <a:cubicBezTo>
                      <a:pt x="3920" y="1300"/>
                      <a:pt x="3903" y="1332"/>
                      <a:pt x="3893" y="1365"/>
                    </a:cubicBezTo>
                    <a:cubicBezTo>
                      <a:pt x="3882" y="1343"/>
                      <a:pt x="3876" y="1321"/>
                      <a:pt x="3865" y="1305"/>
                    </a:cubicBezTo>
                    <a:cubicBezTo>
                      <a:pt x="3811" y="1180"/>
                      <a:pt x="3713" y="1077"/>
                      <a:pt x="3583" y="1033"/>
                    </a:cubicBezTo>
                    <a:cubicBezTo>
                      <a:pt x="3558" y="1024"/>
                      <a:pt x="3526" y="1019"/>
                      <a:pt x="3495" y="1019"/>
                    </a:cubicBezTo>
                    <a:cubicBezTo>
                      <a:pt x="3429" y="1019"/>
                      <a:pt x="3362" y="1042"/>
                      <a:pt x="3344" y="1104"/>
                    </a:cubicBezTo>
                    <a:cubicBezTo>
                      <a:pt x="3251" y="1126"/>
                      <a:pt x="3170" y="1186"/>
                      <a:pt x="3121" y="1267"/>
                    </a:cubicBezTo>
                    <a:cubicBezTo>
                      <a:pt x="3110" y="1283"/>
                      <a:pt x="3099" y="1300"/>
                      <a:pt x="3093" y="1311"/>
                    </a:cubicBezTo>
                    <a:cubicBezTo>
                      <a:pt x="3088" y="1311"/>
                      <a:pt x="3088" y="1305"/>
                      <a:pt x="3088" y="1305"/>
                    </a:cubicBezTo>
                    <a:cubicBezTo>
                      <a:pt x="3034" y="1180"/>
                      <a:pt x="2936" y="1082"/>
                      <a:pt x="2805" y="1033"/>
                    </a:cubicBezTo>
                    <a:cubicBezTo>
                      <a:pt x="2780" y="1024"/>
                      <a:pt x="2749" y="1019"/>
                      <a:pt x="2717" y="1019"/>
                    </a:cubicBezTo>
                    <a:cubicBezTo>
                      <a:pt x="2651" y="1019"/>
                      <a:pt x="2583" y="1042"/>
                      <a:pt x="2561" y="1104"/>
                    </a:cubicBezTo>
                    <a:cubicBezTo>
                      <a:pt x="2468" y="1126"/>
                      <a:pt x="2392" y="1186"/>
                      <a:pt x="2338" y="1267"/>
                    </a:cubicBezTo>
                    <a:cubicBezTo>
                      <a:pt x="2316" y="1300"/>
                      <a:pt x="2300" y="1332"/>
                      <a:pt x="2289" y="1370"/>
                    </a:cubicBezTo>
                    <a:cubicBezTo>
                      <a:pt x="2255" y="1363"/>
                      <a:pt x="2220" y="1361"/>
                      <a:pt x="2186" y="1361"/>
                    </a:cubicBezTo>
                    <a:cubicBezTo>
                      <a:pt x="2117" y="1361"/>
                      <a:pt x="2048" y="1370"/>
                      <a:pt x="1979" y="1370"/>
                    </a:cubicBezTo>
                    <a:cubicBezTo>
                      <a:pt x="1941" y="1370"/>
                      <a:pt x="1898" y="1354"/>
                      <a:pt x="1854" y="1354"/>
                    </a:cubicBezTo>
                    <a:cubicBezTo>
                      <a:pt x="1860" y="1327"/>
                      <a:pt x="1860" y="1300"/>
                      <a:pt x="1860" y="1273"/>
                    </a:cubicBezTo>
                    <a:cubicBezTo>
                      <a:pt x="1865" y="1143"/>
                      <a:pt x="1854" y="1014"/>
                      <a:pt x="1859" y="890"/>
                    </a:cubicBezTo>
                    <a:lnTo>
                      <a:pt x="1859" y="890"/>
                    </a:lnTo>
                    <a:cubicBezTo>
                      <a:pt x="1859" y="891"/>
                      <a:pt x="1859" y="891"/>
                      <a:pt x="1860" y="892"/>
                    </a:cubicBezTo>
                    <a:lnTo>
                      <a:pt x="1860" y="887"/>
                    </a:lnTo>
                    <a:lnTo>
                      <a:pt x="1860" y="887"/>
                    </a:lnTo>
                    <a:cubicBezTo>
                      <a:pt x="1859" y="888"/>
                      <a:pt x="1859" y="889"/>
                      <a:pt x="1859" y="890"/>
                    </a:cubicBezTo>
                    <a:lnTo>
                      <a:pt x="1859" y="890"/>
                    </a:lnTo>
                    <a:cubicBezTo>
                      <a:pt x="1854" y="837"/>
                      <a:pt x="1865" y="788"/>
                      <a:pt x="1898" y="745"/>
                    </a:cubicBezTo>
                    <a:cubicBezTo>
                      <a:pt x="1917" y="721"/>
                      <a:pt x="1945" y="714"/>
                      <a:pt x="1976" y="714"/>
                    </a:cubicBezTo>
                    <a:cubicBezTo>
                      <a:pt x="2006" y="714"/>
                      <a:pt x="2039" y="721"/>
                      <a:pt x="2066" y="724"/>
                    </a:cubicBezTo>
                    <a:cubicBezTo>
                      <a:pt x="2089" y="727"/>
                      <a:pt x="2115" y="731"/>
                      <a:pt x="2142" y="731"/>
                    </a:cubicBezTo>
                    <a:cubicBezTo>
                      <a:pt x="2153" y="731"/>
                      <a:pt x="2164" y="731"/>
                      <a:pt x="2175" y="729"/>
                    </a:cubicBezTo>
                    <a:cubicBezTo>
                      <a:pt x="2218" y="718"/>
                      <a:pt x="2267" y="707"/>
                      <a:pt x="2316" y="702"/>
                    </a:cubicBezTo>
                    <a:close/>
                    <a:moveTo>
                      <a:pt x="5610" y="1408"/>
                    </a:moveTo>
                    <a:cubicBezTo>
                      <a:pt x="5637" y="1408"/>
                      <a:pt x="5659" y="1414"/>
                      <a:pt x="5686" y="1414"/>
                    </a:cubicBezTo>
                    <a:cubicBezTo>
                      <a:pt x="5789" y="1414"/>
                      <a:pt x="5883" y="1426"/>
                      <a:pt x="5980" y="1426"/>
                    </a:cubicBezTo>
                    <a:cubicBezTo>
                      <a:pt x="5996" y="1426"/>
                      <a:pt x="6013" y="1426"/>
                      <a:pt x="6029" y="1425"/>
                    </a:cubicBezTo>
                    <a:cubicBezTo>
                      <a:pt x="6099" y="1430"/>
                      <a:pt x="6170" y="1441"/>
                      <a:pt x="6241" y="1463"/>
                    </a:cubicBezTo>
                    <a:cubicBezTo>
                      <a:pt x="6295" y="1468"/>
                      <a:pt x="6350" y="1468"/>
                      <a:pt x="6409" y="1468"/>
                    </a:cubicBezTo>
                    <a:cubicBezTo>
                      <a:pt x="6507" y="1474"/>
                      <a:pt x="6600" y="1495"/>
                      <a:pt x="6697" y="1501"/>
                    </a:cubicBezTo>
                    <a:cubicBezTo>
                      <a:pt x="6697" y="1528"/>
                      <a:pt x="6697" y="1555"/>
                      <a:pt x="6692" y="1588"/>
                    </a:cubicBezTo>
                    <a:cubicBezTo>
                      <a:pt x="6687" y="1588"/>
                      <a:pt x="6682" y="1588"/>
                      <a:pt x="6677" y="1592"/>
                    </a:cubicBezTo>
                    <a:lnTo>
                      <a:pt x="6677" y="1592"/>
                    </a:lnTo>
                    <a:cubicBezTo>
                      <a:pt x="6684" y="1582"/>
                      <a:pt x="6594" y="1577"/>
                      <a:pt x="6583" y="1577"/>
                    </a:cubicBezTo>
                    <a:lnTo>
                      <a:pt x="6583" y="1582"/>
                    </a:lnTo>
                    <a:cubicBezTo>
                      <a:pt x="6529" y="1582"/>
                      <a:pt x="6475" y="1577"/>
                      <a:pt x="6420" y="1572"/>
                    </a:cubicBezTo>
                    <a:cubicBezTo>
                      <a:pt x="6301" y="1566"/>
                      <a:pt x="6176" y="1566"/>
                      <a:pt x="6056" y="1561"/>
                    </a:cubicBezTo>
                    <a:cubicBezTo>
                      <a:pt x="5953" y="1550"/>
                      <a:pt x="5844" y="1550"/>
                      <a:pt x="5741" y="1550"/>
                    </a:cubicBezTo>
                    <a:cubicBezTo>
                      <a:pt x="5686" y="1555"/>
                      <a:pt x="5632" y="1566"/>
                      <a:pt x="5572" y="1572"/>
                    </a:cubicBezTo>
                    <a:lnTo>
                      <a:pt x="5518" y="1572"/>
                    </a:lnTo>
                    <a:cubicBezTo>
                      <a:pt x="5523" y="1517"/>
                      <a:pt x="5518" y="1468"/>
                      <a:pt x="5507" y="1419"/>
                    </a:cubicBezTo>
                    <a:lnTo>
                      <a:pt x="5529" y="1419"/>
                    </a:lnTo>
                    <a:cubicBezTo>
                      <a:pt x="5550" y="1419"/>
                      <a:pt x="5583" y="1408"/>
                      <a:pt x="5610" y="1408"/>
                    </a:cubicBezTo>
                    <a:close/>
                    <a:moveTo>
                      <a:pt x="2642" y="1148"/>
                    </a:moveTo>
                    <a:cubicBezTo>
                      <a:pt x="2686" y="1148"/>
                      <a:pt x="2724" y="1153"/>
                      <a:pt x="2767" y="1164"/>
                    </a:cubicBezTo>
                    <a:cubicBezTo>
                      <a:pt x="2854" y="1202"/>
                      <a:pt x="2925" y="1273"/>
                      <a:pt x="2968" y="1354"/>
                    </a:cubicBezTo>
                    <a:cubicBezTo>
                      <a:pt x="3017" y="1430"/>
                      <a:pt x="3028" y="1523"/>
                      <a:pt x="3012" y="1610"/>
                    </a:cubicBezTo>
                    <a:cubicBezTo>
                      <a:pt x="2979" y="1702"/>
                      <a:pt x="2903" y="1773"/>
                      <a:pt x="2811" y="1805"/>
                    </a:cubicBezTo>
                    <a:cubicBezTo>
                      <a:pt x="2775" y="1819"/>
                      <a:pt x="2737" y="1825"/>
                      <a:pt x="2700" y="1825"/>
                    </a:cubicBezTo>
                    <a:cubicBezTo>
                      <a:pt x="2587" y="1825"/>
                      <a:pt x="2478" y="1765"/>
                      <a:pt x="2425" y="1658"/>
                    </a:cubicBezTo>
                    <a:cubicBezTo>
                      <a:pt x="2332" y="1452"/>
                      <a:pt x="2463" y="1251"/>
                      <a:pt x="2642" y="1148"/>
                    </a:cubicBezTo>
                    <a:close/>
                    <a:moveTo>
                      <a:pt x="3420" y="1148"/>
                    </a:moveTo>
                    <a:cubicBezTo>
                      <a:pt x="3463" y="1148"/>
                      <a:pt x="3501" y="1153"/>
                      <a:pt x="3545" y="1164"/>
                    </a:cubicBezTo>
                    <a:cubicBezTo>
                      <a:pt x="3632" y="1202"/>
                      <a:pt x="3702" y="1273"/>
                      <a:pt x="3746" y="1354"/>
                    </a:cubicBezTo>
                    <a:cubicBezTo>
                      <a:pt x="3795" y="1430"/>
                      <a:pt x="3806" y="1523"/>
                      <a:pt x="3789" y="1610"/>
                    </a:cubicBezTo>
                    <a:cubicBezTo>
                      <a:pt x="3757" y="1702"/>
                      <a:pt x="3681" y="1773"/>
                      <a:pt x="3588" y="1805"/>
                    </a:cubicBezTo>
                    <a:cubicBezTo>
                      <a:pt x="3552" y="1819"/>
                      <a:pt x="3514" y="1825"/>
                      <a:pt x="3477" y="1825"/>
                    </a:cubicBezTo>
                    <a:cubicBezTo>
                      <a:pt x="3364" y="1825"/>
                      <a:pt x="3257" y="1765"/>
                      <a:pt x="3208" y="1658"/>
                    </a:cubicBezTo>
                    <a:cubicBezTo>
                      <a:pt x="3110" y="1452"/>
                      <a:pt x="3240" y="1251"/>
                      <a:pt x="3420" y="1148"/>
                    </a:cubicBezTo>
                    <a:close/>
                    <a:moveTo>
                      <a:pt x="4240" y="1148"/>
                    </a:moveTo>
                    <a:cubicBezTo>
                      <a:pt x="4284" y="1148"/>
                      <a:pt x="4327" y="1153"/>
                      <a:pt x="4365" y="1164"/>
                    </a:cubicBezTo>
                    <a:cubicBezTo>
                      <a:pt x="4452" y="1202"/>
                      <a:pt x="4523" y="1273"/>
                      <a:pt x="4567" y="1354"/>
                    </a:cubicBezTo>
                    <a:cubicBezTo>
                      <a:pt x="4616" y="1430"/>
                      <a:pt x="4626" y="1523"/>
                      <a:pt x="4610" y="1610"/>
                    </a:cubicBezTo>
                    <a:lnTo>
                      <a:pt x="4616" y="1610"/>
                    </a:lnTo>
                    <a:cubicBezTo>
                      <a:pt x="4583" y="1702"/>
                      <a:pt x="4507" y="1773"/>
                      <a:pt x="4409" y="1805"/>
                    </a:cubicBezTo>
                    <a:cubicBezTo>
                      <a:pt x="4373" y="1819"/>
                      <a:pt x="4335" y="1825"/>
                      <a:pt x="4298" y="1825"/>
                    </a:cubicBezTo>
                    <a:cubicBezTo>
                      <a:pt x="4185" y="1825"/>
                      <a:pt x="4078" y="1765"/>
                      <a:pt x="4028" y="1658"/>
                    </a:cubicBezTo>
                    <a:cubicBezTo>
                      <a:pt x="3931" y="1452"/>
                      <a:pt x="4066" y="1251"/>
                      <a:pt x="4240" y="1148"/>
                    </a:cubicBezTo>
                    <a:close/>
                    <a:moveTo>
                      <a:pt x="5023" y="1148"/>
                    </a:moveTo>
                    <a:cubicBezTo>
                      <a:pt x="5061" y="1148"/>
                      <a:pt x="5105" y="1153"/>
                      <a:pt x="5143" y="1164"/>
                    </a:cubicBezTo>
                    <a:cubicBezTo>
                      <a:pt x="5230" y="1202"/>
                      <a:pt x="5306" y="1273"/>
                      <a:pt x="5349" y="1354"/>
                    </a:cubicBezTo>
                    <a:cubicBezTo>
                      <a:pt x="5393" y="1430"/>
                      <a:pt x="5409" y="1523"/>
                      <a:pt x="5393" y="1610"/>
                    </a:cubicBezTo>
                    <a:cubicBezTo>
                      <a:pt x="5360" y="1702"/>
                      <a:pt x="5284" y="1773"/>
                      <a:pt x="5186" y="1805"/>
                    </a:cubicBezTo>
                    <a:cubicBezTo>
                      <a:pt x="5150" y="1819"/>
                      <a:pt x="5113" y="1825"/>
                      <a:pt x="5076" y="1825"/>
                    </a:cubicBezTo>
                    <a:cubicBezTo>
                      <a:pt x="4965" y="1825"/>
                      <a:pt x="4859" y="1765"/>
                      <a:pt x="4806" y="1658"/>
                    </a:cubicBezTo>
                    <a:cubicBezTo>
                      <a:pt x="4713" y="1452"/>
                      <a:pt x="4844" y="1251"/>
                      <a:pt x="5023" y="1148"/>
                    </a:cubicBezTo>
                    <a:close/>
                    <a:moveTo>
                      <a:pt x="2267" y="1430"/>
                    </a:moveTo>
                    <a:lnTo>
                      <a:pt x="2267" y="1430"/>
                    </a:lnTo>
                    <a:cubicBezTo>
                      <a:pt x="2251" y="1512"/>
                      <a:pt x="2262" y="1599"/>
                      <a:pt x="2289" y="1680"/>
                    </a:cubicBezTo>
                    <a:cubicBezTo>
                      <a:pt x="2350" y="1858"/>
                      <a:pt x="2516" y="1964"/>
                      <a:pt x="2690" y="1964"/>
                    </a:cubicBezTo>
                    <a:cubicBezTo>
                      <a:pt x="2751" y="1964"/>
                      <a:pt x="2812" y="1951"/>
                      <a:pt x="2871" y="1925"/>
                    </a:cubicBezTo>
                    <a:cubicBezTo>
                      <a:pt x="2963" y="1887"/>
                      <a:pt x="3039" y="1822"/>
                      <a:pt x="3093" y="1740"/>
                    </a:cubicBezTo>
                    <a:cubicBezTo>
                      <a:pt x="3172" y="1881"/>
                      <a:pt x="3318" y="1963"/>
                      <a:pt x="3471" y="1963"/>
                    </a:cubicBezTo>
                    <a:cubicBezTo>
                      <a:pt x="3530" y="1963"/>
                      <a:pt x="3590" y="1951"/>
                      <a:pt x="3648" y="1925"/>
                    </a:cubicBezTo>
                    <a:cubicBezTo>
                      <a:pt x="3757" y="1887"/>
                      <a:pt x="3849" y="1800"/>
                      <a:pt x="3898" y="1697"/>
                    </a:cubicBezTo>
                    <a:cubicBezTo>
                      <a:pt x="3962" y="1862"/>
                      <a:pt x="4125" y="1964"/>
                      <a:pt x="4294" y="1964"/>
                    </a:cubicBezTo>
                    <a:cubicBezTo>
                      <a:pt x="4353" y="1964"/>
                      <a:pt x="4412" y="1952"/>
                      <a:pt x="4469" y="1925"/>
                    </a:cubicBezTo>
                    <a:cubicBezTo>
                      <a:pt x="4561" y="1887"/>
                      <a:pt x="4643" y="1822"/>
                      <a:pt x="4697" y="1740"/>
                    </a:cubicBezTo>
                    <a:cubicBezTo>
                      <a:pt x="4775" y="1881"/>
                      <a:pt x="4922" y="1963"/>
                      <a:pt x="5075" y="1963"/>
                    </a:cubicBezTo>
                    <a:cubicBezTo>
                      <a:pt x="5134" y="1963"/>
                      <a:pt x="5194" y="1951"/>
                      <a:pt x="5251" y="1925"/>
                    </a:cubicBezTo>
                    <a:cubicBezTo>
                      <a:pt x="5360" y="1881"/>
                      <a:pt x="5485" y="1778"/>
                      <a:pt x="5507" y="1658"/>
                    </a:cubicBezTo>
                    <a:lnTo>
                      <a:pt x="5512" y="1637"/>
                    </a:lnTo>
                    <a:cubicBezTo>
                      <a:pt x="5589" y="1637"/>
                      <a:pt x="5665" y="1637"/>
                      <a:pt x="5741" y="1626"/>
                    </a:cubicBezTo>
                    <a:cubicBezTo>
                      <a:pt x="5855" y="1626"/>
                      <a:pt x="5974" y="1631"/>
                      <a:pt x="6089" y="1642"/>
                    </a:cubicBezTo>
                    <a:cubicBezTo>
                      <a:pt x="6219" y="1653"/>
                      <a:pt x="6350" y="1653"/>
                      <a:pt x="6475" y="1664"/>
                    </a:cubicBezTo>
                    <a:cubicBezTo>
                      <a:pt x="6514" y="1671"/>
                      <a:pt x="6564" y="1681"/>
                      <a:pt x="6610" y="1681"/>
                    </a:cubicBezTo>
                    <a:cubicBezTo>
                      <a:pt x="6640" y="1681"/>
                      <a:pt x="6669" y="1677"/>
                      <a:pt x="6692" y="1664"/>
                    </a:cubicBezTo>
                    <a:lnTo>
                      <a:pt x="6692" y="1697"/>
                    </a:lnTo>
                    <a:cubicBezTo>
                      <a:pt x="6681" y="1816"/>
                      <a:pt x="6670" y="1936"/>
                      <a:pt x="6654" y="2061"/>
                    </a:cubicBezTo>
                    <a:cubicBezTo>
                      <a:pt x="6643" y="2197"/>
                      <a:pt x="6648" y="2322"/>
                      <a:pt x="6632" y="2452"/>
                    </a:cubicBezTo>
                    <a:cubicBezTo>
                      <a:pt x="6616" y="2588"/>
                      <a:pt x="6616" y="2713"/>
                      <a:pt x="6600" y="2838"/>
                    </a:cubicBezTo>
                    <a:cubicBezTo>
                      <a:pt x="6594" y="2871"/>
                      <a:pt x="6594" y="2909"/>
                      <a:pt x="6594" y="2941"/>
                    </a:cubicBezTo>
                    <a:cubicBezTo>
                      <a:pt x="6555" y="2926"/>
                      <a:pt x="6512" y="2922"/>
                      <a:pt x="6467" y="2922"/>
                    </a:cubicBezTo>
                    <a:cubicBezTo>
                      <a:pt x="6416" y="2922"/>
                      <a:pt x="6364" y="2927"/>
                      <a:pt x="6316" y="2927"/>
                    </a:cubicBezTo>
                    <a:cubicBezTo>
                      <a:pt x="6300" y="2927"/>
                      <a:pt x="6283" y="2927"/>
                      <a:pt x="6268" y="2925"/>
                    </a:cubicBezTo>
                    <a:cubicBezTo>
                      <a:pt x="6241" y="2921"/>
                      <a:pt x="6214" y="2919"/>
                      <a:pt x="6187" y="2919"/>
                    </a:cubicBezTo>
                    <a:cubicBezTo>
                      <a:pt x="6143" y="2919"/>
                      <a:pt x="6100" y="2924"/>
                      <a:pt x="6056" y="2930"/>
                    </a:cubicBezTo>
                    <a:cubicBezTo>
                      <a:pt x="6051" y="2920"/>
                      <a:pt x="6045" y="2909"/>
                      <a:pt x="6040" y="2892"/>
                    </a:cubicBezTo>
                    <a:cubicBezTo>
                      <a:pt x="5991" y="2767"/>
                      <a:pt x="5887" y="2670"/>
                      <a:pt x="5762" y="2621"/>
                    </a:cubicBezTo>
                    <a:cubicBezTo>
                      <a:pt x="5738" y="2614"/>
                      <a:pt x="5709" y="2610"/>
                      <a:pt x="5680" y="2610"/>
                    </a:cubicBezTo>
                    <a:cubicBezTo>
                      <a:pt x="5611" y="2610"/>
                      <a:pt x="5541" y="2632"/>
                      <a:pt x="5518" y="2697"/>
                    </a:cubicBezTo>
                    <a:cubicBezTo>
                      <a:pt x="5425" y="2718"/>
                      <a:pt x="5344" y="2778"/>
                      <a:pt x="5295" y="2860"/>
                    </a:cubicBezTo>
                    <a:cubicBezTo>
                      <a:pt x="5284" y="2876"/>
                      <a:pt x="5273" y="2887"/>
                      <a:pt x="5268" y="2903"/>
                    </a:cubicBezTo>
                    <a:lnTo>
                      <a:pt x="5262" y="2892"/>
                    </a:lnTo>
                    <a:cubicBezTo>
                      <a:pt x="5213" y="2767"/>
                      <a:pt x="5110" y="2670"/>
                      <a:pt x="4985" y="2621"/>
                    </a:cubicBezTo>
                    <a:cubicBezTo>
                      <a:pt x="4961" y="2614"/>
                      <a:pt x="4931" y="2610"/>
                      <a:pt x="4901" y="2610"/>
                    </a:cubicBezTo>
                    <a:cubicBezTo>
                      <a:pt x="4832" y="2610"/>
                      <a:pt x="4760" y="2632"/>
                      <a:pt x="4741" y="2697"/>
                    </a:cubicBezTo>
                    <a:cubicBezTo>
                      <a:pt x="4648" y="2718"/>
                      <a:pt x="4567" y="2778"/>
                      <a:pt x="4518" y="2860"/>
                    </a:cubicBezTo>
                    <a:cubicBezTo>
                      <a:pt x="4507" y="2876"/>
                      <a:pt x="4496" y="2898"/>
                      <a:pt x="4485" y="2914"/>
                    </a:cubicBezTo>
                    <a:lnTo>
                      <a:pt x="4463" y="2914"/>
                    </a:lnTo>
                    <a:cubicBezTo>
                      <a:pt x="4369" y="2911"/>
                      <a:pt x="4274" y="2909"/>
                      <a:pt x="4179" y="2909"/>
                    </a:cubicBezTo>
                    <a:cubicBezTo>
                      <a:pt x="3989" y="2909"/>
                      <a:pt x="3797" y="2914"/>
                      <a:pt x="3604" y="2914"/>
                    </a:cubicBezTo>
                    <a:cubicBezTo>
                      <a:pt x="3534" y="2914"/>
                      <a:pt x="3463" y="2913"/>
                      <a:pt x="3392" y="2913"/>
                    </a:cubicBezTo>
                    <a:cubicBezTo>
                      <a:pt x="3322" y="2913"/>
                      <a:pt x="3251" y="2914"/>
                      <a:pt x="3180" y="2920"/>
                    </a:cubicBezTo>
                    <a:cubicBezTo>
                      <a:pt x="3121" y="2925"/>
                      <a:pt x="3061" y="2936"/>
                      <a:pt x="3001" y="2936"/>
                    </a:cubicBezTo>
                    <a:lnTo>
                      <a:pt x="2979" y="2936"/>
                    </a:lnTo>
                    <a:cubicBezTo>
                      <a:pt x="2974" y="2925"/>
                      <a:pt x="2968" y="2914"/>
                      <a:pt x="2963" y="2903"/>
                    </a:cubicBezTo>
                    <a:cubicBezTo>
                      <a:pt x="2914" y="2778"/>
                      <a:pt x="2811" y="2680"/>
                      <a:pt x="2686" y="2631"/>
                    </a:cubicBezTo>
                    <a:cubicBezTo>
                      <a:pt x="2661" y="2625"/>
                      <a:pt x="2632" y="2621"/>
                      <a:pt x="2603" y="2621"/>
                    </a:cubicBezTo>
                    <a:cubicBezTo>
                      <a:pt x="2535" y="2621"/>
                      <a:pt x="2464" y="2643"/>
                      <a:pt x="2441" y="2708"/>
                    </a:cubicBezTo>
                    <a:cubicBezTo>
                      <a:pt x="2349" y="2729"/>
                      <a:pt x="2273" y="2789"/>
                      <a:pt x="2218" y="2871"/>
                    </a:cubicBezTo>
                    <a:cubicBezTo>
                      <a:pt x="2191" y="2909"/>
                      <a:pt x="2175" y="2947"/>
                      <a:pt x="2164" y="2990"/>
                    </a:cubicBezTo>
                    <a:lnTo>
                      <a:pt x="2159" y="2990"/>
                    </a:lnTo>
                    <a:cubicBezTo>
                      <a:pt x="2126" y="2990"/>
                      <a:pt x="2099" y="2979"/>
                      <a:pt x="2066" y="2974"/>
                    </a:cubicBezTo>
                    <a:cubicBezTo>
                      <a:pt x="2057" y="2972"/>
                      <a:pt x="2049" y="2972"/>
                      <a:pt x="2040" y="2972"/>
                    </a:cubicBezTo>
                    <a:cubicBezTo>
                      <a:pt x="2016" y="2972"/>
                      <a:pt x="1992" y="2977"/>
                      <a:pt x="1968" y="2985"/>
                    </a:cubicBezTo>
                    <a:cubicBezTo>
                      <a:pt x="1925" y="2990"/>
                      <a:pt x="1876" y="3001"/>
                      <a:pt x="1832" y="3001"/>
                    </a:cubicBezTo>
                    <a:lnTo>
                      <a:pt x="1811" y="3001"/>
                    </a:lnTo>
                    <a:cubicBezTo>
                      <a:pt x="1822" y="2936"/>
                      <a:pt x="1832" y="2865"/>
                      <a:pt x="1832" y="2800"/>
                    </a:cubicBezTo>
                    <a:cubicBezTo>
                      <a:pt x="1838" y="2670"/>
                      <a:pt x="1832" y="2539"/>
                      <a:pt x="1827" y="2409"/>
                    </a:cubicBezTo>
                    <a:lnTo>
                      <a:pt x="1827" y="2403"/>
                    </a:lnTo>
                    <a:cubicBezTo>
                      <a:pt x="1822" y="2142"/>
                      <a:pt x="1822" y="1876"/>
                      <a:pt x="1827" y="1615"/>
                    </a:cubicBezTo>
                    <a:lnTo>
                      <a:pt x="1827" y="1577"/>
                    </a:lnTo>
                    <a:cubicBezTo>
                      <a:pt x="1849" y="1580"/>
                      <a:pt x="1872" y="1581"/>
                      <a:pt x="1895" y="1581"/>
                    </a:cubicBezTo>
                    <a:cubicBezTo>
                      <a:pt x="1918" y="1581"/>
                      <a:pt x="1941" y="1580"/>
                      <a:pt x="1963" y="1577"/>
                    </a:cubicBezTo>
                    <a:cubicBezTo>
                      <a:pt x="1997" y="1572"/>
                      <a:pt x="2030" y="1570"/>
                      <a:pt x="2064" y="1570"/>
                    </a:cubicBezTo>
                    <a:cubicBezTo>
                      <a:pt x="2112" y="1570"/>
                      <a:pt x="2160" y="1575"/>
                      <a:pt x="2207" y="1588"/>
                    </a:cubicBezTo>
                    <a:cubicBezTo>
                      <a:pt x="2211" y="1589"/>
                      <a:pt x="2214" y="1589"/>
                      <a:pt x="2217" y="1589"/>
                    </a:cubicBezTo>
                    <a:cubicBezTo>
                      <a:pt x="2259" y="1589"/>
                      <a:pt x="2275" y="1522"/>
                      <a:pt x="2229" y="1506"/>
                    </a:cubicBezTo>
                    <a:cubicBezTo>
                      <a:pt x="2185" y="1494"/>
                      <a:pt x="2138" y="1488"/>
                      <a:pt x="2091" y="1488"/>
                    </a:cubicBezTo>
                    <a:cubicBezTo>
                      <a:pt x="2058" y="1488"/>
                      <a:pt x="2024" y="1491"/>
                      <a:pt x="1990" y="1495"/>
                    </a:cubicBezTo>
                    <a:cubicBezTo>
                      <a:pt x="1936" y="1501"/>
                      <a:pt x="1881" y="1506"/>
                      <a:pt x="1832" y="1512"/>
                    </a:cubicBezTo>
                    <a:lnTo>
                      <a:pt x="1838" y="1436"/>
                    </a:lnTo>
                    <a:cubicBezTo>
                      <a:pt x="1860" y="1436"/>
                      <a:pt x="1881" y="1446"/>
                      <a:pt x="1898" y="1452"/>
                    </a:cubicBezTo>
                    <a:cubicBezTo>
                      <a:pt x="1922" y="1455"/>
                      <a:pt x="1945" y="1456"/>
                      <a:pt x="1968" y="1456"/>
                    </a:cubicBezTo>
                    <a:cubicBezTo>
                      <a:pt x="1990" y="1456"/>
                      <a:pt x="2012" y="1455"/>
                      <a:pt x="2033" y="1452"/>
                    </a:cubicBezTo>
                    <a:cubicBezTo>
                      <a:pt x="2115" y="1452"/>
                      <a:pt x="2191" y="1446"/>
                      <a:pt x="2267" y="1430"/>
                    </a:cubicBezTo>
                    <a:close/>
                    <a:moveTo>
                      <a:pt x="3318" y="2991"/>
                    </a:moveTo>
                    <a:cubicBezTo>
                      <a:pt x="3413" y="2991"/>
                      <a:pt x="3508" y="2996"/>
                      <a:pt x="3599" y="2996"/>
                    </a:cubicBezTo>
                    <a:cubicBezTo>
                      <a:pt x="3787" y="2996"/>
                      <a:pt x="3978" y="3001"/>
                      <a:pt x="4168" y="3001"/>
                    </a:cubicBezTo>
                    <a:cubicBezTo>
                      <a:pt x="4263" y="3001"/>
                      <a:pt x="4357" y="2999"/>
                      <a:pt x="4451" y="2996"/>
                    </a:cubicBezTo>
                    <a:lnTo>
                      <a:pt x="4451" y="2996"/>
                    </a:lnTo>
                    <a:cubicBezTo>
                      <a:pt x="4441" y="3027"/>
                      <a:pt x="4436" y="3063"/>
                      <a:pt x="4436" y="3094"/>
                    </a:cubicBezTo>
                    <a:cubicBezTo>
                      <a:pt x="4391" y="3091"/>
                      <a:pt x="4346" y="3090"/>
                      <a:pt x="4301" y="3090"/>
                    </a:cubicBezTo>
                    <a:cubicBezTo>
                      <a:pt x="4238" y="3090"/>
                      <a:pt x="4176" y="3093"/>
                      <a:pt x="4115" y="3099"/>
                    </a:cubicBezTo>
                    <a:cubicBezTo>
                      <a:pt x="4034" y="3109"/>
                      <a:pt x="3954" y="3111"/>
                      <a:pt x="3874" y="3111"/>
                    </a:cubicBezTo>
                    <a:cubicBezTo>
                      <a:pt x="3821" y="3111"/>
                      <a:pt x="3768" y="3110"/>
                      <a:pt x="3713" y="3110"/>
                    </a:cubicBezTo>
                    <a:cubicBezTo>
                      <a:pt x="3642" y="3113"/>
                      <a:pt x="3573" y="3114"/>
                      <a:pt x="3504" y="3114"/>
                    </a:cubicBezTo>
                    <a:cubicBezTo>
                      <a:pt x="3435" y="3114"/>
                      <a:pt x="3365" y="3113"/>
                      <a:pt x="3295" y="3110"/>
                    </a:cubicBezTo>
                    <a:cubicBezTo>
                      <a:pt x="3265" y="3107"/>
                      <a:pt x="3233" y="3106"/>
                      <a:pt x="3202" y="3106"/>
                    </a:cubicBezTo>
                    <a:cubicBezTo>
                      <a:pt x="3171" y="3106"/>
                      <a:pt x="3140" y="3107"/>
                      <a:pt x="3110" y="3110"/>
                    </a:cubicBezTo>
                    <a:cubicBezTo>
                      <a:pt x="3104" y="3110"/>
                      <a:pt x="3050" y="3121"/>
                      <a:pt x="3017" y="3126"/>
                    </a:cubicBezTo>
                    <a:cubicBezTo>
                      <a:pt x="3017" y="3083"/>
                      <a:pt x="3012" y="3039"/>
                      <a:pt x="3001" y="3001"/>
                    </a:cubicBezTo>
                    <a:cubicBezTo>
                      <a:pt x="3061" y="3001"/>
                      <a:pt x="3115" y="3001"/>
                      <a:pt x="3175" y="2996"/>
                    </a:cubicBezTo>
                    <a:cubicBezTo>
                      <a:pt x="3222" y="2992"/>
                      <a:pt x="3270" y="2991"/>
                      <a:pt x="3318" y="2991"/>
                    </a:cubicBezTo>
                    <a:close/>
                    <a:moveTo>
                      <a:pt x="6072" y="2985"/>
                    </a:moveTo>
                    <a:cubicBezTo>
                      <a:pt x="6132" y="2996"/>
                      <a:pt x="6203" y="2990"/>
                      <a:pt x="6263" y="3001"/>
                    </a:cubicBezTo>
                    <a:cubicBezTo>
                      <a:pt x="6371" y="3017"/>
                      <a:pt x="6480" y="3001"/>
                      <a:pt x="6589" y="3023"/>
                    </a:cubicBezTo>
                    <a:lnTo>
                      <a:pt x="6589" y="3186"/>
                    </a:lnTo>
                    <a:cubicBezTo>
                      <a:pt x="6540" y="3180"/>
                      <a:pt x="6496" y="3175"/>
                      <a:pt x="6453" y="3170"/>
                    </a:cubicBezTo>
                    <a:cubicBezTo>
                      <a:pt x="6404" y="3153"/>
                      <a:pt x="6350" y="3137"/>
                      <a:pt x="6301" y="3132"/>
                    </a:cubicBezTo>
                    <a:cubicBezTo>
                      <a:pt x="6230" y="3132"/>
                      <a:pt x="6159" y="3137"/>
                      <a:pt x="6094" y="3159"/>
                    </a:cubicBezTo>
                    <a:cubicBezTo>
                      <a:pt x="6094" y="3099"/>
                      <a:pt x="6089" y="3039"/>
                      <a:pt x="6072" y="2985"/>
                    </a:cubicBezTo>
                    <a:close/>
                    <a:moveTo>
                      <a:pt x="2148" y="3045"/>
                    </a:moveTo>
                    <a:cubicBezTo>
                      <a:pt x="2137" y="3094"/>
                      <a:pt x="2137" y="3142"/>
                      <a:pt x="2148" y="3186"/>
                    </a:cubicBezTo>
                    <a:cubicBezTo>
                      <a:pt x="2115" y="3186"/>
                      <a:pt x="2082" y="3186"/>
                      <a:pt x="2055" y="3197"/>
                    </a:cubicBezTo>
                    <a:cubicBezTo>
                      <a:pt x="1995" y="3202"/>
                      <a:pt x="1936" y="3208"/>
                      <a:pt x="1881" y="3213"/>
                    </a:cubicBezTo>
                    <a:lnTo>
                      <a:pt x="1783" y="3213"/>
                    </a:lnTo>
                    <a:cubicBezTo>
                      <a:pt x="1783" y="3186"/>
                      <a:pt x="1783" y="3159"/>
                      <a:pt x="1789" y="3132"/>
                    </a:cubicBezTo>
                    <a:cubicBezTo>
                      <a:pt x="1789" y="3104"/>
                      <a:pt x="1794" y="3083"/>
                      <a:pt x="1800" y="3055"/>
                    </a:cubicBezTo>
                    <a:lnTo>
                      <a:pt x="1827" y="3055"/>
                    </a:lnTo>
                    <a:lnTo>
                      <a:pt x="1827" y="3061"/>
                    </a:lnTo>
                    <a:cubicBezTo>
                      <a:pt x="1842" y="3062"/>
                      <a:pt x="1856" y="3063"/>
                      <a:pt x="1871" y="3063"/>
                    </a:cubicBezTo>
                    <a:cubicBezTo>
                      <a:pt x="1910" y="3063"/>
                      <a:pt x="1950" y="3058"/>
                      <a:pt x="1990" y="3050"/>
                    </a:cubicBezTo>
                    <a:cubicBezTo>
                      <a:pt x="1995" y="3049"/>
                      <a:pt x="2000" y="3049"/>
                      <a:pt x="2005" y="3049"/>
                    </a:cubicBezTo>
                    <a:cubicBezTo>
                      <a:pt x="2030" y="3049"/>
                      <a:pt x="2063" y="3054"/>
                      <a:pt x="2093" y="3054"/>
                    </a:cubicBezTo>
                    <a:cubicBezTo>
                      <a:pt x="2113" y="3054"/>
                      <a:pt x="2132" y="3052"/>
                      <a:pt x="2148" y="3045"/>
                    </a:cubicBezTo>
                    <a:close/>
                    <a:moveTo>
                      <a:pt x="4817" y="2735"/>
                    </a:moveTo>
                    <a:cubicBezTo>
                      <a:pt x="4860" y="2735"/>
                      <a:pt x="4898" y="2740"/>
                      <a:pt x="4942" y="2751"/>
                    </a:cubicBezTo>
                    <a:cubicBezTo>
                      <a:pt x="5029" y="2789"/>
                      <a:pt x="5099" y="2860"/>
                      <a:pt x="5143" y="2941"/>
                    </a:cubicBezTo>
                    <a:cubicBezTo>
                      <a:pt x="5192" y="3017"/>
                      <a:pt x="5203" y="3110"/>
                      <a:pt x="5186" y="3197"/>
                    </a:cubicBezTo>
                    <a:cubicBezTo>
                      <a:pt x="5154" y="3289"/>
                      <a:pt x="5078" y="3360"/>
                      <a:pt x="4985" y="3392"/>
                    </a:cubicBezTo>
                    <a:cubicBezTo>
                      <a:pt x="4949" y="3406"/>
                      <a:pt x="4911" y="3412"/>
                      <a:pt x="4874" y="3412"/>
                    </a:cubicBezTo>
                    <a:cubicBezTo>
                      <a:pt x="4761" y="3412"/>
                      <a:pt x="4654" y="3352"/>
                      <a:pt x="4605" y="3246"/>
                    </a:cubicBezTo>
                    <a:cubicBezTo>
                      <a:pt x="4507" y="3039"/>
                      <a:pt x="4637" y="2838"/>
                      <a:pt x="4817" y="2735"/>
                    </a:cubicBezTo>
                    <a:close/>
                    <a:moveTo>
                      <a:pt x="5594" y="2735"/>
                    </a:moveTo>
                    <a:cubicBezTo>
                      <a:pt x="5637" y="2735"/>
                      <a:pt x="5675" y="2740"/>
                      <a:pt x="5719" y="2751"/>
                    </a:cubicBezTo>
                    <a:cubicBezTo>
                      <a:pt x="5806" y="2789"/>
                      <a:pt x="5877" y="2860"/>
                      <a:pt x="5920" y="2941"/>
                    </a:cubicBezTo>
                    <a:cubicBezTo>
                      <a:pt x="5969" y="3023"/>
                      <a:pt x="5980" y="3110"/>
                      <a:pt x="5964" y="3197"/>
                    </a:cubicBezTo>
                    <a:lnTo>
                      <a:pt x="5969" y="3197"/>
                    </a:lnTo>
                    <a:cubicBezTo>
                      <a:pt x="5936" y="3289"/>
                      <a:pt x="5860" y="3360"/>
                      <a:pt x="5762" y="3392"/>
                    </a:cubicBezTo>
                    <a:cubicBezTo>
                      <a:pt x="5726" y="3406"/>
                      <a:pt x="5689" y="3412"/>
                      <a:pt x="5652" y="3412"/>
                    </a:cubicBezTo>
                    <a:cubicBezTo>
                      <a:pt x="5539" y="3412"/>
                      <a:pt x="5431" y="3352"/>
                      <a:pt x="5382" y="3246"/>
                    </a:cubicBezTo>
                    <a:cubicBezTo>
                      <a:pt x="5284" y="3039"/>
                      <a:pt x="5420" y="2838"/>
                      <a:pt x="5594" y="2735"/>
                    </a:cubicBezTo>
                    <a:close/>
                    <a:moveTo>
                      <a:pt x="2554" y="2738"/>
                    </a:moveTo>
                    <a:cubicBezTo>
                      <a:pt x="2584" y="2738"/>
                      <a:pt x="2614" y="2743"/>
                      <a:pt x="2642" y="2751"/>
                    </a:cubicBezTo>
                    <a:cubicBezTo>
                      <a:pt x="2729" y="2789"/>
                      <a:pt x="2795" y="2854"/>
                      <a:pt x="2838" y="2936"/>
                    </a:cubicBezTo>
                    <a:cubicBezTo>
                      <a:pt x="2833" y="2947"/>
                      <a:pt x="2838" y="2963"/>
                      <a:pt x="2849" y="2969"/>
                    </a:cubicBezTo>
                    <a:lnTo>
                      <a:pt x="2865" y="2969"/>
                    </a:lnTo>
                    <a:cubicBezTo>
                      <a:pt x="2898" y="3039"/>
                      <a:pt x="2909" y="3121"/>
                      <a:pt x="2892" y="3197"/>
                    </a:cubicBezTo>
                    <a:cubicBezTo>
                      <a:pt x="2871" y="3289"/>
                      <a:pt x="2773" y="3360"/>
                      <a:pt x="2686" y="3392"/>
                    </a:cubicBezTo>
                    <a:cubicBezTo>
                      <a:pt x="2649" y="3408"/>
                      <a:pt x="2611" y="3415"/>
                      <a:pt x="2574" y="3415"/>
                    </a:cubicBezTo>
                    <a:cubicBezTo>
                      <a:pt x="2463" y="3415"/>
                      <a:pt x="2358" y="3352"/>
                      <a:pt x="2305" y="3246"/>
                    </a:cubicBezTo>
                    <a:cubicBezTo>
                      <a:pt x="2213" y="3039"/>
                      <a:pt x="2343" y="2843"/>
                      <a:pt x="2523" y="2740"/>
                    </a:cubicBezTo>
                    <a:cubicBezTo>
                      <a:pt x="2533" y="2739"/>
                      <a:pt x="2544" y="2738"/>
                      <a:pt x="2554" y="2738"/>
                    </a:cubicBezTo>
                    <a:close/>
                    <a:moveTo>
                      <a:pt x="3055" y="3170"/>
                    </a:moveTo>
                    <a:cubicBezTo>
                      <a:pt x="3121" y="3170"/>
                      <a:pt x="3186" y="3175"/>
                      <a:pt x="3251" y="3180"/>
                    </a:cubicBezTo>
                    <a:cubicBezTo>
                      <a:pt x="3355" y="3188"/>
                      <a:pt x="3458" y="3194"/>
                      <a:pt x="3562" y="3194"/>
                    </a:cubicBezTo>
                    <a:cubicBezTo>
                      <a:pt x="3599" y="3194"/>
                      <a:pt x="3637" y="3193"/>
                      <a:pt x="3675" y="3191"/>
                    </a:cubicBezTo>
                    <a:cubicBezTo>
                      <a:pt x="3766" y="3191"/>
                      <a:pt x="3854" y="3199"/>
                      <a:pt x="3943" y="3199"/>
                    </a:cubicBezTo>
                    <a:cubicBezTo>
                      <a:pt x="3987" y="3199"/>
                      <a:pt x="4032" y="3197"/>
                      <a:pt x="4077" y="3191"/>
                    </a:cubicBezTo>
                    <a:cubicBezTo>
                      <a:pt x="4122" y="3187"/>
                      <a:pt x="4166" y="3186"/>
                      <a:pt x="4212" y="3186"/>
                    </a:cubicBezTo>
                    <a:cubicBezTo>
                      <a:pt x="4261" y="3186"/>
                      <a:pt x="4312" y="3188"/>
                      <a:pt x="4362" y="3188"/>
                    </a:cubicBezTo>
                    <a:cubicBezTo>
                      <a:pt x="4390" y="3188"/>
                      <a:pt x="4419" y="3187"/>
                      <a:pt x="4447" y="3186"/>
                    </a:cubicBezTo>
                    <a:cubicBezTo>
                      <a:pt x="4452" y="3213"/>
                      <a:pt x="4458" y="3240"/>
                      <a:pt x="4469" y="3267"/>
                    </a:cubicBezTo>
                    <a:cubicBezTo>
                      <a:pt x="4530" y="3442"/>
                      <a:pt x="4694" y="3550"/>
                      <a:pt x="4869" y="3550"/>
                    </a:cubicBezTo>
                    <a:cubicBezTo>
                      <a:pt x="4928" y="3550"/>
                      <a:pt x="4987" y="3538"/>
                      <a:pt x="5045" y="3512"/>
                    </a:cubicBezTo>
                    <a:cubicBezTo>
                      <a:pt x="5137" y="3474"/>
                      <a:pt x="5219" y="3409"/>
                      <a:pt x="5273" y="3322"/>
                    </a:cubicBezTo>
                    <a:cubicBezTo>
                      <a:pt x="5348" y="3467"/>
                      <a:pt x="5496" y="3550"/>
                      <a:pt x="5649" y="3550"/>
                    </a:cubicBezTo>
                    <a:cubicBezTo>
                      <a:pt x="5707" y="3550"/>
                      <a:pt x="5766" y="3538"/>
                      <a:pt x="5822" y="3512"/>
                    </a:cubicBezTo>
                    <a:cubicBezTo>
                      <a:pt x="5936" y="3463"/>
                      <a:pt x="6056" y="3365"/>
                      <a:pt x="6083" y="3246"/>
                    </a:cubicBezTo>
                    <a:cubicBezTo>
                      <a:pt x="6083" y="3240"/>
                      <a:pt x="6083" y="3235"/>
                      <a:pt x="6083" y="3224"/>
                    </a:cubicBezTo>
                    <a:cubicBezTo>
                      <a:pt x="6099" y="3228"/>
                      <a:pt x="6114" y="3232"/>
                      <a:pt x="6131" y="3232"/>
                    </a:cubicBezTo>
                    <a:cubicBezTo>
                      <a:pt x="6138" y="3232"/>
                      <a:pt x="6146" y="3231"/>
                      <a:pt x="6154" y="3229"/>
                    </a:cubicBezTo>
                    <a:cubicBezTo>
                      <a:pt x="6177" y="3226"/>
                      <a:pt x="6201" y="3224"/>
                      <a:pt x="6225" y="3224"/>
                    </a:cubicBezTo>
                    <a:cubicBezTo>
                      <a:pt x="6268" y="3224"/>
                      <a:pt x="6313" y="3230"/>
                      <a:pt x="6355" y="3240"/>
                    </a:cubicBezTo>
                    <a:cubicBezTo>
                      <a:pt x="6407" y="3252"/>
                      <a:pt x="6471" y="3279"/>
                      <a:pt x="6528" y="3279"/>
                    </a:cubicBezTo>
                    <a:cubicBezTo>
                      <a:pt x="6547" y="3279"/>
                      <a:pt x="6566" y="3276"/>
                      <a:pt x="6583" y="3267"/>
                    </a:cubicBezTo>
                    <a:lnTo>
                      <a:pt x="6583" y="3267"/>
                    </a:lnTo>
                    <a:cubicBezTo>
                      <a:pt x="6578" y="3534"/>
                      <a:pt x="6534" y="3795"/>
                      <a:pt x="6502" y="4056"/>
                    </a:cubicBezTo>
                    <a:cubicBezTo>
                      <a:pt x="6496" y="4126"/>
                      <a:pt x="6502" y="4192"/>
                      <a:pt x="6502" y="4262"/>
                    </a:cubicBezTo>
                    <a:lnTo>
                      <a:pt x="6502" y="4268"/>
                    </a:lnTo>
                    <a:cubicBezTo>
                      <a:pt x="6502" y="4333"/>
                      <a:pt x="6485" y="4404"/>
                      <a:pt x="6480" y="4463"/>
                    </a:cubicBezTo>
                    <a:cubicBezTo>
                      <a:pt x="6475" y="4512"/>
                      <a:pt x="6475" y="4561"/>
                      <a:pt x="6480" y="4610"/>
                    </a:cubicBezTo>
                    <a:cubicBezTo>
                      <a:pt x="6409" y="4599"/>
                      <a:pt x="6344" y="4594"/>
                      <a:pt x="6273" y="4588"/>
                    </a:cubicBezTo>
                    <a:cubicBezTo>
                      <a:pt x="6225" y="4578"/>
                      <a:pt x="6177" y="4574"/>
                      <a:pt x="6129" y="4574"/>
                    </a:cubicBezTo>
                    <a:cubicBezTo>
                      <a:pt x="6101" y="4574"/>
                      <a:pt x="6073" y="4576"/>
                      <a:pt x="6045" y="4577"/>
                    </a:cubicBezTo>
                    <a:cubicBezTo>
                      <a:pt x="6034" y="4561"/>
                      <a:pt x="6029" y="4539"/>
                      <a:pt x="6018" y="4523"/>
                    </a:cubicBezTo>
                    <a:cubicBezTo>
                      <a:pt x="5969" y="4398"/>
                      <a:pt x="5866" y="4300"/>
                      <a:pt x="5741" y="4251"/>
                    </a:cubicBezTo>
                    <a:cubicBezTo>
                      <a:pt x="5714" y="4243"/>
                      <a:pt x="5683" y="4237"/>
                      <a:pt x="5652" y="4237"/>
                    </a:cubicBezTo>
                    <a:cubicBezTo>
                      <a:pt x="5585" y="4237"/>
                      <a:pt x="5518" y="4261"/>
                      <a:pt x="5496" y="4327"/>
                    </a:cubicBezTo>
                    <a:cubicBezTo>
                      <a:pt x="5404" y="4349"/>
                      <a:pt x="5322" y="4404"/>
                      <a:pt x="5273" y="4485"/>
                    </a:cubicBezTo>
                    <a:cubicBezTo>
                      <a:pt x="5251" y="4518"/>
                      <a:pt x="5235" y="4550"/>
                      <a:pt x="5224" y="4583"/>
                    </a:cubicBezTo>
                    <a:cubicBezTo>
                      <a:pt x="5197" y="4583"/>
                      <a:pt x="5175" y="4572"/>
                      <a:pt x="5148" y="4572"/>
                    </a:cubicBezTo>
                    <a:cubicBezTo>
                      <a:pt x="5135" y="4571"/>
                      <a:pt x="5122" y="4570"/>
                      <a:pt x="5109" y="4570"/>
                    </a:cubicBezTo>
                    <a:cubicBezTo>
                      <a:pt x="5073" y="4570"/>
                      <a:pt x="5037" y="4575"/>
                      <a:pt x="5001" y="4583"/>
                    </a:cubicBezTo>
                    <a:cubicBezTo>
                      <a:pt x="4957" y="4589"/>
                      <a:pt x="4911" y="4590"/>
                      <a:pt x="4865" y="4590"/>
                    </a:cubicBezTo>
                    <a:cubicBezTo>
                      <a:pt x="4819" y="4590"/>
                      <a:pt x="4774" y="4589"/>
                      <a:pt x="4729" y="4589"/>
                    </a:cubicBezTo>
                    <a:cubicBezTo>
                      <a:pt x="4651" y="4589"/>
                      <a:pt x="4574" y="4593"/>
                      <a:pt x="4501" y="4616"/>
                    </a:cubicBezTo>
                    <a:cubicBezTo>
                      <a:pt x="4496" y="4616"/>
                      <a:pt x="4490" y="4621"/>
                      <a:pt x="4485" y="4626"/>
                    </a:cubicBezTo>
                    <a:cubicBezTo>
                      <a:pt x="4480" y="4605"/>
                      <a:pt x="4469" y="4583"/>
                      <a:pt x="4463" y="4561"/>
                    </a:cubicBezTo>
                    <a:cubicBezTo>
                      <a:pt x="4409" y="4436"/>
                      <a:pt x="4306" y="4338"/>
                      <a:pt x="4181" y="4289"/>
                    </a:cubicBezTo>
                    <a:cubicBezTo>
                      <a:pt x="4158" y="4283"/>
                      <a:pt x="4129" y="4279"/>
                      <a:pt x="4100" y="4279"/>
                    </a:cubicBezTo>
                    <a:cubicBezTo>
                      <a:pt x="4032" y="4279"/>
                      <a:pt x="3959" y="4301"/>
                      <a:pt x="3936" y="4366"/>
                    </a:cubicBezTo>
                    <a:cubicBezTo>
                      <a:pt x="3844" y="4387"/>
                      <a:pt x="3768" y="4447"/>
                      <a:pt x="3713" y="4523"/>
                    </a:cubicBezTo>
                    <a:cubicBezTo>
                      <a:pt x="3708" y="4534"/>
                      <a:pt x="3702" y="4545"/>
                      <a:pt x="3697" y="4556"/>
                    </a:cubicBezTo>
                    <a:cubicBezTo>
                      <a:pt x="3697" y="4550"/>
                      <a:pt x="3691" y="4545"/>
                      <a:pt x="3691" y="4539"/>
                    </a:cubicBezTo>
                    <a:cubicBezTo>
                      <a:pt x="3637" y="4414"/>
                      <a:pt x="3539" y="4311"/>
                      <a:pt x="3409" y="4268"/>
                    </a:cubicBezTo>
                    <a:cubicBezTo>
                      <a:pt x="3384" y="4259"/>
                      <a:pt x="3353" y="4253"/>
                      <a:pt x="3321" y="4253"/>
                    </a:cubicBezTo>
                    <a:cubicBezTo>
                      <a:pt x="3255" y="4253"/>
                      <a:pt x="3186" y="4276"/>
                      <a:pt x="3164" y="4338"/>
                    </a:cubicBezTo>
                    <a:cubicBezTo>
                      <a:pt x="3072" y="4360"/>
                      <a:pt x="2996" y="4420"/>
                      <a:pt x="2947" y="4501"/>
                    </a:cubicBezTo>
                    <a:cubicBezTo>
                      <a:pt x="2930" y="4518"/>
                      <a:pt x="2920" y="4539"/>
                      <a:pt x="2914" y="4556"/>
                    </a:cubicBezTo>
                    <a:cubicBezTo>
                      <a:pt x="2903" y="4539"/>
                      <a:pt x="2898" y="4523"/>
                      <a:pt x="2887" y="4501"/>
                    </a:cubicBezTo>
                    <a:cubicBezTo>
                      <a:pt x="2838" y="4376"/>
                      <a:pt x="2735" y="4279"/>
                      <a:pt x="2610" y="4230"/>
                    </a:cubicBezTo>
                    <a:cubicBezTo>
                      <a:pt x="2585" y="4223"/>
                      <a:pt x="2556" y="4219"/>
                      <a:pt x="2527" y="4219"/>
                    </a:cubicBezTo>
                    <a:cubicBezTo>
                      <a:pt x="2459" y="4219"/>
                      <a:pt x="2388" y="4241"/>
                      <a:pt x="2365" y="4306"/>
                    </a:cubicBezTo>
                    <a:cubicBezTo>
                      <a:pt x="2273" y="4327"/>
                      <a:pt x="2191" y="4387"/>
                      <a:pt x="2142" y="4469"/>
                    </a:cubicBezTo>
                    <a:cubicBezTo>
                      <a:pt x="2120" y="4496"/>
                      <a:pt x="2104" y="4529"/>
                      <a:pt x="2093" y="4561"/>
                    </a:cubicBezTo>
                    <a:cubicBezTo>
                      <a:pt x="2088" y="4563"/>
                      <a:pt x="2082" y="4564"/>
                      <a:pt x="2077" y="4564"/>
                    </a:cubicBezTo>
                    <a:cubicBezTo>
                      <a:pt x="2066" y="4564"/>
                      <a:pt x="2055" y="4561"/>
                      <a:pt x="2044" y="4561"/>
                    </a:cubicBezTo>
                    <a:cubicBezTo>
                      <a:pt x="2012" y="4556"/>
                      <a:pt x="1979" y="4550"/>
                      <a:pt x="1952" y="4550"/>
                    </a:cubicBezTo>
                    <a:cubicBezTo>
                      <a:pt x="1933" y="4548"/>
                      <a:pt x="1914" y="4546"/>
                      <a:pt x="1896" y="4546"/>
                    </a:cubicBezTo>
                    <a:cubicBezTo>
                      <a:pt x="1877" y="4546"/>
                      <a:pt x="1860" y="4548"/>
                      <a:pt x="1843" y="4550"/>
                    </a:cubicBezTo>
                    <a:lnTo>
                      <a:pt x="1843" y="4534"/>
                    </a:lnTo>
                    <a:cubicBezTo>
                      <a:pt x="1832" y="4425"/>
                      <a:pt x="1805" y="4322"/>
                      <a:pt x="1805" y="4213"/>
                    </a:cubicBezTo>
                    <a:cubicBezTo>
                      <a:pt x="1805" y="4088"/>
                      <a:pt x="1811" y="3963"/>
                      <a:pt x="1816" y="3838"/>
                    </a:cubicBezTo>
                    <a:cubicBezTo>
                      <a:pt x="1816" y="3730"/>
                      <a:pt x="1805" y="3626"/>
                      <a:pt x="1789" y="3518"/>
                    </a:cubicBezTo>
                    <a:cubicBezTo>
                      <a:pt x="1783" y="3458"/>
                      <a:pt x="1783" y="3392"/>
                      <a:pt x="1789" y="3327"/>
                    </a:cubicBezTo>
                    <a:lnTo>
                      <a:pt x="1789" y="3278"/>
                    </a:lnTo>
                    <a:cubicBezTo>
                      <a:pt x="1832" y="3289"/>
                      <a:pt x="1876" y="3295"/>
                      <a:pt x="1919" y="3300"/>
                    </a:cubicBezTo>
                    <a:cubicBezTo>
                      <a:pt x="2001" y="3300"/>
                      <a:pt x="2088" y="3289"/>
                      <a:pt x="2169" y="3267"/>
                    </a:cubicBezTo>
                    <a:lnTo>
                      <a:pt x="2169" y="3273"/>
                    </a:lnTo>
                    <a:cubicBezTo>
                      <a:pt x="2230" y="3448"/>
                      <a:pt x="2398" y="3556"/>
                      <a:pt x="2574" y="3556"/>
                    </a:cubicBezTo>
                    <a:cubicBezTo>
                      <a:pt x="2633" y="3556"/>
                      <a:pt x="2694" y="3544"/>
                      <a:pt x="2751" y="3518"/>
                    </a:cubicBezTo>
                    <a:cubicBezTo>
                      <a:pt x="2860" y="3474"/>
                      <a:pt x="2985" y="3371"/>
                      <a:pt x="3007" y="3251"/>
                    </a:cubicBezTo>
                    <a:cubicBezTo>
                      <a:pt x="3012" y="3224"/>
                      <a:pt x="3017" y="3197"/>
                      <a:pt x="3017" y="3170"/>
                    </a:cubicBezTo>
                    <a:close/>
                    <a:moveTo>
                      <a:pt x="2077" y="4626"/>
                    </a:moveTo>
                    <a:lnTo>
                      <a:pt x="2077" y="4626"/>
                    </a:lnTo>
                    <a:cubicBezTo>
                      <a:pt x="2066" y="4679"/>
                      <a:pt x="2061" y="4732"/>
                      <a:pt x="2071" y="4784"/>
                    </a:cubicBezTo>
                    <a:lnTo>
                      <a:pt x="2071" y="4784"/>
                    </a:lnTo>
                    <a:cubicBezTo>
                      <a:pt x="2027" y="4784"/>
                      <a:pt x="1984" y="4784"/>
                      <a:pt x="1947" y="4789"/>
                    </a:cubicBezTo>
                    <a:cubicBezTo>
                      <a:pt x="1914" y="4795"/>
                      <a:pt x="1887" y="4795"/>
                      <a:pt x="1865" y="4806"/>
                    </a:cubicBezTo>
                    <a:cubicBezTo>
                      <a:pt x="1860" y="4773"/>
                      <a:pt x="1854" y="4746"/>
                      <a:pt x="1849" y="4719"/>
                    </a:cubicBezTo>
                    <a:cubicBezTo>
                      <a:pt x="1843" y="4692"/>
                      <a:pt x="1843" y="4670"/>
                      <a:pt x="1843" y="4643"/>
                    </a:cubicBezTo>
                    <a:lnTo>
                      <a:pt x="1854" y="4643"/>
                    </a:lnTo>
                    <a:cubicBezTo>
                      <a:pt x="1887" y="4637"/>
                      <a:pt x="1919" y="4637"/>
                      <a:pt x="1952" y="4637"/>
                    </a:cubicBezTo>
                    <a:cubicBezTo>
                      <a:pt x="1979" y="4637"/>
                      <a:pt x="2012" y="4637"/>
                      <a:pt x="2039" y="4632"/>
                    </a:cubicBezTo>
                    <a:lnTo>
                      <a:pt x="2077" y="4626"/>
                    </a:lnTo>
                    <a:close/>
                    <a:moveTo>
                      <a:pt x="4501" y="4648"/>
                    </a:moveTo>
                    <a:cubicBezTo>
                      <a:pt x="4582" y="4672"/>
                      <a:pt x="4669" y="4679"/>
                      <a:pt x="4757" y="4679"/>
                    </a:cubicBezTo>
                    <a:cubicBezTo>
                      <a:pt x="4853" y="4679"/>
                      <a:pt x="4951" y="4670"/>
                      <a:pt x="5045" y="4664"/>
                    </a:cubicBezTo>
                    <a:cubicBezTo>
                      <a:pt x="5068" y="4661"/>
                      <a:pt x="5091" y="4657"/>
                      <a:pt x="5116" y="4657"/>
                    </a:cubicBezTo>
                    <a:cubicBezTo>
                      <a:pt x="5126" y="4657"/>
                      <a:pt x="5137" y="4657"/>
                      <a:pt x="5148" y="4659"/>
                    </a:cubicBezTo>
                    <a:cubicBezTo>
                      <a:pt x="5170" y="4659"/>
                      <a:pt x="5181" y="4670"/>
                      <a:pt x="5203" y="4675"/>
                    </a:cubicBezTo>
                    <a:cubicBezTo>
                      <a:pt x="5197" y="4713"/>
                      <a:pt x="5197" y="4757"/>
                      <a:pt x="5203" y="4800"/>
                    </a:cubicBezTo>
                    <a:cubicBezTo>
                      <a:pt x="5175" y="4811"/>
                      <a:pt x="5148" y="4817"/>
                      <a:pt x="5121" y="4822"/>
                    </a:cubicBezTo>
                    <a:cubicBezTo>
                      <a:pt x="5061" y="4828"/>
                      <a:pt x="4996" y="4833"/>
                      <a:pt x="4936" y="4838"/>
                    </a:cubicBezTo>
                    <a:cubicBezTo>
                      <a:pt x="4855" y="4838"/>
                      <a:pt x="4779" y="4811"/>
                      <a:pt x="4697" y="4811"/>
                    </a:cubicBezTo>
                    <a:cubicBezTo>
                      <a:pt x="4637" y="4811"/>
                      <a:pt x="4577" y="4817"/>
                      <a:pt x="4518" y="4822"/>
                    </a:cubicBezTo>
                    <a:cubicBezTo>
                      <a:pt x="4518" y="4768"/>
                      <a:pt x="4512" y="4708"/>
                      <a:pt x="4496" y="4648"/>
                    </a:cubicBezTo>
                    <a:close/>
                    <a:moveTo>
                      <a:pt x="6061" y="4643"/>
                    </a:moveTo>
                    <a:lnTo>
                      <a:pt x="6061" y="4643"/>
                    </a:lnTo>
                    <a:cubicBezTo>
                      <a:pt x="6132" y="4659"/>
                      <a:pt x="6197" y="4670"/>
                      <a:pt x="6263" y="4681"/>
                    </a:cubicBezTo>
                    <a:cubicBezTo>
                      <a:pt x="6295" y="4686"/>
                      <a:pt x="6322" y="4686"/>
                      <a:pt x="6355" y="4692"/>
                    </a:cubicBezTo>
                    <a:cubicBezTo>
                      <a:pt x="6382" y="4697"/>
                      <a:pt x="6398" y="4708"/>
                      <a:pt x="6426" y="4708"/>
                    </a:cubicBezTo>
                    <a:cubicBezTo>
                      <a:pt x="6433" y="4708"/>
                      <a:pt x="6445" y="4706"/>
                      <a:pt x="6455" y="4706"/>
                    </a:cubicBezTo>
                    <a:cubicBezTo>
                      <a:pt x="6461" y="4706"/>
                      <a:pt x="6465" y="4706"/>
                      <a:pt x="6469" y="4708"/>
                    </a:cubicBezTo>
                    <a:cubicBezTo>
                      <a:pt x="6475" y="4713"/>
                      <a:pt x="6480" y="4713"/>
                      <a:pt x="6480" y="4713"/>
                    </a:cubicBezTo>
                    <a:lnTo>
                      <a:pt x="6480" y="4860"/>
                    </a:lnTo>
                    <a:cubicBezTo>
                      <a:pt x="6429" y="4839"/>
                      <a:pt x="6372" y="4831"/>
                      <a:pt x="6316" y="4831"/>
                    </a:cubicBezTo>
                    <a:cubicBezTo>
                      <a:pt x="6300" y="4831"/>
                      <a:pt x="6284" y="4832"/>
                      <a:pt x="6268" y="4833"/>
                    </a:cubicBezTo>
                    <a:cubicBezTo>
                      <a:pt x="6203" y="4833"/>
                      <a:pt x="6138" y="4838"/>
                      <a:pt x="6072" y="4849"/>
                    </a:cubicBezTo>
                    <a:cubicBezTo>
                      <a:pt x="6083" y="4784"/>
                      <a:pt x="6078" y="4713"/>
                      <a:pt x="6061" y="4643"/>
                    </a:cubicBezTo>
                    <a:close/>
                    <a:moveTo>
                      <a:pt x="2478" y="4347"/>
                    </a:moveTo>
                    <a:cubicBezTo>
                      <a:pt x="2508" y="4347"/>
                      <a:pt x="2538" y="4352"/>
                      <a:pt x="2566" y="4360"/>
                    </a:cubicBezTo>
                    <a:cubicBezTo>
                      <a:pt x="2659" y="4398"/>
                      <a:pt x="2729" y="4469"/>
                      <a:pt x="2773" y="4556"/>
                    </a:cubicBezTo>
                    <a:cubicBezTo>
                      <a:pt x="2816" y="4632"/>
                      <a:pt x="2833" y="4719"/>
                      <a:pt x="2816" y="4806"/>
                    </a:cubicBezTo>
                    <a:cubicBezTo>
                      <a:pt x="2784" y="4904"/>
                      <a:pt x="2708" y="4974"/>
                      <a:pt x="2610" y="5001"/>
                    </a:cubicBezTo>
                    <a:cubicBezTo>
                      <a:pt x="2573" y="5017"/>
                      <a:pt x="2535" y="5024"/>
                      <a:pt x="2498" y="5024"/>
                    </a:cubicBezTo>
                    <a:cubicBezTo>
                      <a:pt x="2387" y="5024"/>
                      <a:pt x="2282" y="4961"/>
                      <a:pt x="2229" y="4855"/>
                    </a:cubicBezTo>
                    <a:cubicBezTo>
                      <a:pt x="2131" y="4654"/>
                      <a:pt x="2267" y="4452"/>
                      <a:pt x="2441" y="4349"/>
                    </a:cubicBezTo>
                    <a:lnTo>
                      <a:pt x="2447" y="4349"/>
                    </a:lnTo>
                    <a:cubicBezTo>
                      <a:pt x="2457" y="4348"/>
                      <a:pt x="2467" y="4347"/>
                      <a:pt x="2478" y="4347"/>
                    </a:cubicBezTo>
                    <a:close/>
                    <a:moveTo>
                      <a:pt x="5612" y="4369"/>
                    </a:moveTo>
                    <a:cubicBezTo>
                      <a:pt x="5642" y="4369"/>
                      <a:pt x="5671" y="4374"/>
                      <a:pt x="5703" y="4382"/>
                    </a:cubicBezTo>
                    <a:cubicBezTo>
                      <a:pt x="5790" y="4425"/>
                      <a:pt x="5860" y="4491"/>
                      <a:pt x="5904" y="4577"/>
                    </a:cubicBezTo>
                    <a:cubicBezTo>
                      <a:pt x="5953" y="4654"/>
                      <a:pt x="5964" y="4746"/>
                      <a:pt x="5947" y="4828"/>
                    </a:cubicBezTo>
                    <a:cubicBezTo>
                      <a:pt x="5915" y="4925"/>
                      <a:pt x="5839" y="4996"/>
                      <a:pt x="5746" y="5023"/>
                    </a:cubicBezTo>
                    <a:cubicBezTo>
                      <a:pt x="5709" y="5038"/>
                      <a:pt x="5671" y="5045"/>
                      <a:pt x="5633" y="5045"/>
                    </a:cubicBezTo>
                    <a:cubicBezTo>
                      <a:pt x="5521" y="5045"/>
                      <a:pt x="5413" y="4982"/>
                      <a:pt x="5360" y="4876"/>
                    </a:cubicBezTo>
                    <a:cubicBezTo>
                      <a:pt x="5355" y="4866"/>
                      <a:pt x="5349" y="4855"/>
                      <a:pt x="5349" y="4849"/>
                    </a:cubicBezTo>
                    <a:cubicBezTo>
                      <a:pt x="5360" y="4833"/>
                      <a:pt x="5355" y="4811"/>
                      <a:pt x="5338" y="4806"/>
                    </a:cubicBezTo>
                    <a:lnTo>
                      <a:pt x="5338" y="4800"/>
                    </a:lnTo>
                    <a:cubicBezTo>
                      <a:pt x="5300" y="4626"/>
                      <a:pt x="5425" y="4463"/>
                      <a:pt x="5578" y="4371"/>
                    </a:cubicBezTo>
                    <a:cubicBezTo>
                      <a:pt x="5589" y="4369"/>
                      <a:pt x="5601" y="4369"/>
                      <a:pt x="5612" y="4369"/>
                    </a:cubicBezTo>
                    <a:close/>
                    <a:moveTo>
                      <a:pt x="3283" y="4380"/>
                    </a:moveTo>
                    <a:cubicBezTo>
                      <a:pt x="3312" y="4380"/>
                      <a:pt x="3343" y="4385"/>
                      <a:pt x="3371" y="4393"/>
                    </a:cubicBezTo>
                    <a:cubicBezTo>
                      <a:pt x="3458" y="4436"/>
                      <a:pt x="3534" y="4501"/>
                      <a:pt x="3577" y="4588"/>
                    </a:cubicBezTo>
                    <a:cubicBezTo>
                      <a:pt x="3621" y="4664"/>
                      <a:pt x="3637" y="4757"/>
                      <a:pt x="3615" y="4838"/>
                    </a:cubicBezTo>
                    <a:cubicBezTo>
                      <a:pt x="3583" y="4936"/>
                      <a:pt x="3507" y="5007"/>
                      <a:pt x="3414" y="5034"/>
                    </a:cubicBezTo>
                    <a:cubicBezTo>
                      <a:pt x="3377" y="5049"/>
                      <a:pt x="3339" y="5056"/>
                      <a:pt x="3301" y="5056"/>
                    </a:cubicBezTo>
                    <a:cubicBezTo>
                      <a:pt x="3189" y="5056"/>
                      <a:pt x="3081" y="4993"/>
                      <a:pt x="3028" y="4887"/>
                    </a:cubicBezTo>
                    <a:cubicBezTo>
                      <a:pt x="2936" y="4686"/>
                      <a:pt x="3066" y="4485"/>
                      <a:pt x="3246" y="4382"/>
                    </a:cubicBezTo>
                    <a:lnTo>
                      <a:pt x="3251" y="4382"/>
                    </a:lnTo>
                    <a:cubicBezTo>
                      <a:pt x="3261" y="4380"/>
                      <a:pt x="3272" y="4380"/>
                      <a:pt x="3283" y="4380"/>
                    </a:cubicBezTo>
                    <a:close/>
                    <a:moveTo>
                      <a:pt x="4018" y="4404"/>
                    </a:moveTo>
                    <a:cubicBezTo>
                      <a:pt x="4061" y="4404"/>
                      <a:pt x="4105" y="4409"/>
                      <a:pt x="4143" y="4420"/>
                    </a:cubicBezTo>
                    <a:cubicBezTo>
                      <a:pt x="4230" y="4458"/>
                      <a:pt x="4300" y="4529"/>
                      <a:pt x="4344" y="4610"/>
                    </a:cubicBezTo>
                    <a:cubicBezTo>
                      <a:pt x="4393" y="4686"/>
                      <a:pt x="4409" y="4779"/>
                      <a:pt x="4387" y="4866"/>
                    </a:cubicBezTo>
                    <a:cubicBezTo>
                      <a:pt x="4355" y="4958"/>
                      <a:pt x="4278" y="5034"/>
                      <a:pt x="4186" y="5061"/>
                    </a:cubicBezTo>
                    <a:cubicBezTo>
                      <a:pt x="4149" y="5076"/>
                      <a:pt x="4111" y="5083"/>
                      <a:pt x="4073" y="5083"/>
                    </a:cubicBezTo>
                    <a:cubicBezTo>
                      <a:pt x="3961" y="5083"/>
                      <a:pt x="3853" y="5020"/>
                      <a:pt x="3800" y="4915"/>
                    </a:cubicBezTo>
                    <a:cubicBezTo>
                      <a:pt x="3708" y="4713"/>
                      <a:pt x="3838" y="4512"/>
                      <a:pt x="4018" y="4409"/>
                    </a:cubicBezTo>
                    <a:lnTo>
                      <a:pt x="4018" y="4404"/>
                    </a:lnTo>
                    <a:close/>
                    <a:moveTo>
                      <a:pt x="2088" y="4866"/>
                    </a:moveTo>
                    <a:lnTo>
                      <a:pt x="2093" y="4876"/>
                    </a:lnTo>
                    <a:cubicBezTo>
                      <a:pt x="2154" y="5054"/>
                      <a:pt x="2316" y="5162"/>
                      <a:pt x="2489" y="5162"/>
                    </a:cubicBezTo>
                    <a:cubicBezTo>
                      <a:pt x="2549" y="5162"/>
                      <a:pt x="2610" y="5149"/>
                      <a:pt x="2669" y="5121"/>
                    </a:cubicBezTo>
                    <a:cubicBezTo>
                      <a:pt x="2767" y="5083"/>
                      <a:pt x="2849" y="5018"/>
                      <a:pt x="2903" y="4931"/>
                    </a:cubicBezTo>
                    <a:cubicBezTo>
                      <a:pt x="2968" y="5097"/>
                      <a:pt x="3129" y="5196"/>
                      <a:pt x="3298" y="5196"/>
                    </a:cubicBezTo>
                    <a:cubicBezTo>
                      <a:pt x="3357" y="5196"/>
                      <a:pt x="3417" y="5184"/>
                      <a:pt x="3474" y="5159"/>
                    </a:cubicBezTo>
                    <a:cubicBezTo>
                      <a:pt x="3561" y="5121"/>
                      <a:pt x="3632" y="5061"/>
                      <a:pt x="3686" y="4991"/>
                    </a:cubicBezTo>
                    <a:cubicBezTo>
                      <a:pt x="3760" y="5135"/>
                      <a:pt x="3911" y="5221"/>
                      <a:pt x="4067" y="5221"/>
                    </a:cubicBezTo>
                    <a:cubicBezTo>
                      <a:pt x="4127" y="5221"/>
                      <a:pt x="4188" y="5208"/>
                      <a:pt x="4246" y="5181"/>
                    </a:cubicBezTo>
                    <a:cubicBezTo>
                      <a:pt x="4355" y="5137"/>
                      <a:pt x="4480" y="5034"/>
                      <a:pt x="4501" y="4915"/>
                    </a:cubicBezTo>
                    <a:cubicBezTo>
                      <a:pt x="4501" y="4904"/>
                      <a:pt x="4507" y="4887"/>
                      <a:pt x="4512" y="4871"/>
                    </a:cubicBezTo>
                    <a:cubicBezTo>
                      <a:pt x="4572" y="4882"/>
                      <a:pt x="4632" y="4887"/>
                      <a:pt x="4697" y="4887"/>
                    </a:cubicBezTo>
                    <a:cubicBezTo>
                      <a:pt x="4779" y="4887"/>
                      <a:pt x="4860" y="4920"/>
                      <a:pt x="4947" y="4920"/>
                    </a:cubicBezTo>
                    <a:cubicBezTo>
                      <a:pt x="5012" y="4915"/>
                      <a:pt x="5078" y="4909"/>
                      <a:pt x="5143" y="4904"/>
                    </a:cubicBezTo>
                    <a:cubicBezTo>
                      <a:pt x="5170" y="4898"/>
                      <a:pt x="5197" y="4893"/>
                      <a:pt x="5224" y="4887"/>
                    </a:cubicBezTo>
                    <a:cubicBezTo>
                      <a:pt x="5224" y="4887"/>
                      <a:pt x="5224" y="4893"/>
                      <a:pt x="5224" y="4898"/>
                    </a:cubicBezTo>
                    <a:cubicBezTo>
                      <a:pt x="5285" y="5073"/>
                      <a:pt x="5453" y="5181"/>
                      <a:pt x="5629" y="5181"/>
                    </a:cubicBezTo>
                    <a:cubicBezTo>
                      <a:pt x="5688" y="5181"/>
                      <a:pt x="5748" y="5169"/>
                      <a:pt x="5806" y="5143"/>
                    </a:cubicBezTo>
                    <a:cubicBezTo>
                      <a:pt x="5909" y="5105"/>
                      <a:pt x="5991" y="5029"/>
                      <a:pt x="6045" y="4925"/>
                    </a:cubicBezTo>
                    <a:cubicBezTo>
                      <a:pt x="6067" y="4936"/>
                      <a:pt x="6089" y="4942"/>
                      <a:pt x="6110" y="4942"/>
                    </a:cubicBezTo>
                    <a:lnTo>
                      <a:pt x="6279" y="4942"/>
                    </a:lnTo>
                    <a:cubicBezTo>
                      <a:pt x="6339" y="4958"/>
                      <a:pt x="6404" y="4963"/>
                      <a:pt x="6469" y="4963"/>
                    </a:cubicBezTo>
                    <a:cubicBezTo>
                      <a:pt x="6453" y="5078"/>
                      <a:pt x="6426" y="5192"/>
                      <a:pt x="6420" y="5306"/>
                    </a:cubicBezTo>
                    <a:cubicBezTo>
                      <a:pt x="6415" y="5382"/>
                      <a:pt x="6415" y="5453"/>
                      <a:pt x="6415" y="5523"/>
                    </a:cubicBezTo>
                    <a:cubicBezTo>
                      <a:pt x="6404" y="5512"/>
                      <a:pt x="6388" y="5496"/>
                      <a:pt x="6371" y="5491"/>
                    </a:cubicBezTo>
                    <a:cubicBezTo>
                      <a:pt x="6306" y="5480"/>
                      <a:pt x="6241" y="5474"/>
                      <a:pt x="6181" y="5469"/>
                    </a:cubicBezTo>
                    <a:cubicBezTo>
                      <a:pt x="6114" y="5456"/>
                      <a:pt x="6047" y="5446"/>
                      <a:pt x="5977" y="5446"/>
                    </a:cubicBezTo>
                    <a:cubicBezTo>
                      <a:pt x="5962" y="5446"/>
                      <a:pt x="5946" y="5446"/>
                      <a:pt x="5931" y="5447"/>
                    </a:cubicBezTo>
                    <a:cubicBezTo>
                      <a:pt x="5874" y="5447"/>
                      <a:pt x="5814" y="5454"/>
                      <a:pt x="5756" y="5454"/>
                    </a:cubicBezTo>
                    <a:cubicBezTo>
                      <a:pt x="5742" y="5454"/>
                      <a:pt x="5728" y="5454"/>
                      <a:pt x="5714" y="5453"/>
                    </a:cubicBezTo>
                    <a:cubicBezTo>
                      <a:pt x="5648" y="5448"/>
                      <a:pt x="5599" y="5423"/>
                      <a:pt x="5538" y="5423"/>
                    </a:cubicBezTo>
                    <a:cubicBezTo>
                      <a:pt x="5528" y="5423"/>
                      <a:pt x="5518" y="5424"/>
                      <a:pt x="5507" y="5425"/>
                    </a:cubicBezTo>
                    <a:cubicBezTo>
                      <a:pt x="5469" y="5436"/>
                      <a:pt x="5429" y="5440"/>
                      <a:pt x="5389" y="5440"/>
                    </a:cubicBezTo>
                    <a:cubicBezTo>
                      <a:pt x="5367" y="5440"/>
                      <a:pt x="5344" y="5438"/>
                      <a:pt x="5322" y="5436"/>
                    </a:cubicBezTo>
                    <a:cubicBezTo>
                      <a:pt x="5279" y="5431"/>
                      <a:pt x="5235" y="5428"/>
                      <a:pt x="5192" y="5428"/>
                    </a:cubicBezTo>
                    <a:cubicBezTo>
                      <a:pt x="5148" y="5428"/>
                      <a:pt x="5105" y="5431"/>
                      <a:pt x="5061" y="5436"/>
                    </a:cubicBezTo>
                    <a:cubicBezTo>
                      <a:pt x="4931" y="5449"/>
                      <a:pt x="4800" y="5455"/>
                      <a:pt x="4670" y="5455"/>
                    </a:cubicBezTo>
                    <a:cubicBezTo>
                      <a:pt x="4626" y="5455"/>
                      <a:pt x="4583" y="5454"/>
                      <a:pt x="4539" y="5453"/>
                    </a:cubicBezTo>
                    <a:cubicBezTo>
                      <a:pt x="4509" y="5454"/>
                      <a:pt x="4478" y="5454"/>
                      <a:pt x="4447" y="5454"/>
                    </a:cubicBezTo>
                    <a:cubicBezTo>
                      <a:pt x="4306" y="5454"/>
                      <a:pt x="4167" y="5444"/>
                      <a:pt x="4028" y="5431"/>
                    </a:cubicBezTo>
                    <a:cubicBezTo>
                      <a:pt x="3990" y="5425"/>
                      <a:pt x="3951" y="5423"/>
                      <a:pt x="3912" y="5423"/>
                    </a:cubicBezTo>
                    <a:cubicBezTo>
                      <a:pt x="3872" y="5423"/>
                      <a:pt x="3833" y="5425"/>
                      <a:pt x="3795" y="5431"/>
                    </a:cubicBezTo>
                    <a:cubicBezTo>
                      <a:pt x="3781" y="5433"/>
                      <a:pt x="3767" y="5434"/>
                      <a:pt x="3753" y="5434"/>
                    </a:cubicBezTo>
                    <a:cubicBezTo>
                      <a:pt x="3701" y="5434"/>
                      <a:pt x="3650" y="5423"/>
                      <a:pt x="3597" y="5423"/>
                    </a:cubicBezTo>
                    <a:cubicBezTo>
                      <a:pt x="3584" y="5423"/>
                      <a:pt x="3570" y="5424"/>
                      <a:pt x="3556" y="5425"/>
                    </a:cubicBezTo>
                    <a:cubicBezTo>
                      <a:pt x="3479" y="5436"/>
                      <a:pt x="3403" y="5447"/>
                      <a:pt x="3333" y="5453"/>
                    </a:cubicBezTo>
                    <a:cubicBezTo>
                      <a:pt x="3251" y="5453"/>
                      <a:pt x="3180" y="5431"/>
                      <a:pt x="3104" y="5425"/>
                    </a:cubicBezTo>
                    <a:cubicBezTo>
                      <a:pt x="3097" y="5425"/>
                      <a:pt x="3091" y="5425"/>
                      <a:pt x="3084" y="5425"/>
                    </a:cubicBezTo>
                    <a:cubicBezTo>
                      <a:pt x="3025" y="5425"/>
                      <a:pt x="2978" y="5443"/>
                      <a:pt x="2926" y="5443"/>
                    </a:cubicBezTo>
                    <a:cubicBezTo>
                      <a:pt x="2921" y="5443"/>
                      <a:pt x="2915" y="5442"/>
                      <a:pt x="2909" y="5442"/>
                    </a:cubicBezTo>
                    <a:cubicBezTo>
                      <a:pt x="2861" y="5434"/>
                      <a:pt x="2810" y="5429"/>
                      <a:pt x="2761" y="5429"/>
                    </a:cubicBezTo>
                    <a:cubicBezTo>
                      <a:pt x="2743" y="5429"/>
                      <a:pt x="2725" y="5429"/>
                      <a:pt x="2708" y="5431"/>
                    </a:cubicBezTo>
                    <a:cubicBezTo>
                      <a:pt x="2644" y="5441"/>
                      <a:pt x="2583" y="5447"/>
                      <a:pt x="2522" y="5447"/>
                    </a:cubicBezTo>
                    <a:cubicBezTo>
                      <a:pt x="2488" y="5447"/>
                      <a:pt x="2454" y="5446"/>
                      <a:pt x="2419" y="5442"/>
                    </a:cubicBezTo>
                    <a:cubicBezTo>
                      <a:pt x="2365" y="5435"/>
                      <a:pt x="2309" y="5433"/>
                      <a:pt x="2253" y="5433"/>
                    </a:cubicBezTo>
                    <a:cubicBezTo>
                      <a:pt x="2212" y="5433"/>
                      <a:pt x="2172" y="5434"/>
                      <a:pt x="2131" y="5436"/>
                    </a:cubicBezTo>
                    <a:cubicBezTo>
                      <a:pt x="2109" y="5433"/>
                      <a:pt x="2088" y="5432"/>
                      <a:pt x="2066" y="5432"/>
                    </a:cubicBezTo>
                    <a:cubicBezTo>
                      <a:pt x="2007" y="5432"/>
                      <a:pt x="1948" y="5442"/>
                      <a:pt x="1892" y="5458"/>
                    </a:cubicBezTo>
                    <a:cubicBezTo>
                      <a:pt x="1898" y="5425"/>
                      <a:pt x="1898" y="5393"/>
                      <a:pt x="1898" y="5360"/>
                    </a:cubicBezTo>
                    <a:cubicBezTo>
                      <a:pt x="1892" y="5290"/>
                      <a:pt x="1887" y="5230"/>
                      <a:pt x="1881" y="5165"/>
                    </a:cubicBezTo>
                    <a:cubicBezTo>
                      <a:pt x="1881" y="5067"/>
                      <a:pt x="1865" y="4974"/>
                      <a:pt x="1860" y="4876"/>
                    </a:cubicBezTo>
                    <a:cubicBezTo>
                      <a:pt x="1903" y="4876"/>
                      <a:pt x="1941" y="4882"/>
                      <a:pt x="1979" y="4882"/>
                    </a:cubicBezTo>
                    <a:cubicBezTo>
                      <a:pt x="2017" y="4882"/>
                      <a:pt x="2055" y="4876"/>
                      <a:pt x="2088" y="4866"/>
                    </a:cubicBezTo>
                    <a:close/>
                    <a:moveTo>
                      <a:pt x="3667" y="178"/>
                    </a:moveTo>
                    <a:cubicBezTo>
                      <a:pt x="3707" y="178"/>
                      <a:pt x="3747" y="182"/>
                      <a:pt x="3789" y="185"/>
                    </a:cubicBezTo>
                    <a:cubicBezTo>
                      <a:pt x="3833" y="191"/>
                      <a:pt x="3871" y="207"/>
                      <a:pt x="3914" y="207"/>
                    </a:cubicBezTo>
                    <a:cubicBezTo>
                      <a:pt x="3947" y="211"/>
                      <a:pt x="3980" y="212"/>
                      <a:pt x="4012" y="212"/>
                    </a:cubicBezTo>
                    <a:cubicBezTo>
                      <a:pt x="4078" y="212"/>
                      <a:pt x="4144" y="207"/>
                      <a:pt x="4213" y="207"/>
                    </a:cubicBezTo>
                    <a:cubicBezTo>
                      <a:pt x="4311" y="207"/>
                      <a:pt x="4414" y="240"/>
                      <a:pt x="4523" y="240"/>
                    </a:cubicBezTo>
                    <a:lnTo>
                      <a:pt x="4871" y="240"/>
                    </a:lnTo>
                    <a:cubicBezTo>
                      <a:pt x="5143" y="240"/>
                      <a:pt x="5409" y="240"/>
                      <a:pt x="5681" y="245"/>
                    </a:cubicBezTo>
                    <a:cubicBezTo>
                      <a:pt x="5815" y="245"/>
                      <a:pt x="5955" y="255"/>
                      <a:pt x="6093" y="255"/>
                    </a:cubicBezTo>
                    <a:cubicBezTo>
                      <a:pt x="6189" y="255"/>
                      <a:pt x="6285" y="250"/>
                      <a:pt x="6377" y="234"/>
                    </a:cubicBezTo>
                    <a:cubicBezTo>
                      <a:pt x="6466" y="222"/>
                      <a:pt x="6556" y="216"/>
                      <a:pt x="6646" y="216"/>
                    </a:cubicBezTo>
                    <a:cubicBezTo>
                      <a:pt x="6676" y="216"/>
                      <a:pt x="6706" y="217"/>
                      <a:pt x="6735" y="218"/>
                    </a:cubicBezTo>
                    <a:cubicBezTo>
                      <a:pt x="6744" y="218"/>
                      <a:pt x="6753" y="217"/>
                      <a:pt x="6761" y="217"/>
                    </a:cubicBezTo>
                    <a:cubicBezTo>
                      <a:pt x="6872" y="217"/>
                      <a:pt x="6982" y="249"/>
                      <a:pt x="7072" y="305"/>
                    </a:cubicBezTo>
                    <a:cubicBezTo>
                      <a:pt x="7246" y="419"/>
                      <a:pt x="7236" y="631"/>
                      <a:pt x="7236" y="810"/>
                    </a:cubicBezTo>
                    <a:cubicBezTo>
                      <a:pt x="7236" y="849"/>
                      <a:pt x="7257" y="881"/>
                      <a:pt x="7295" y="892"/>
                    </a:cubicBezTo>
                    <a:lnTo>
                      <a:pt x="7284" y="952"/>
                    </a:lnTo>
                    <a:cubicBezTo>
                      <a:pt x="7263" y="1126"/>
                      <a:pt x="7257" y="1305"/>
                      <a:pt x="7268" y="1479"/>
                    </a:cubicBezTo>
                    <a:cubicBezTo>
                      <a:pt x="7284" y="1561"/>
                      <a:pt x="7290" y="1642"/>
                      <a:pt x="7290" y="1718"/>
                    </a:cubicBezTo>
                    <a:cubicBezTo>
                      <a:pt x="7290" y="1811"/>
                      <a:pt x="7290" y="1898"/>
                      <a:pt x="7290" y="1985"/>
                    </a:cubicBezTo>
                    <a:cubicBezTo>
                      <a:pt x="7317" y="2169"/>
                      <a:pt x="7317" y="2354"/>
                      <a:pt x="7301" y="2534"/>
                    </a:cubicBezTo>
                    <a:cubicBezTo>
                      <a:pt x="7290" y="2615"/>
                      <a:pt x="7290" y="2697"/>
                      <a:pt x="7284" y="2778"/>
                    </a:cubicBezTo>
                    <a:cubicBezTo>
                      <a:pt x="7279" y="2860"/>
                      <a:pt x="7263" y="2958"/>
                      <a:pt x="7257" y="3050"/>
                    </a:cubicBezTo>
                    <a:cubicBezTo>
                      <a:pt x="7257" y="3126"/>
                      <a:pt x="7230" y="3197"/>
                      <a:pt x="7230" y="3273"/>
                    </a:cubicBezTo>
                    <a:cubicBezTo>
                      <a:pt x="7225" y="3349"/>
                      <a:pt x="7214" y="3425"/>
                      <a:pt x="7198" y="3496"/>
                    </a:cubicBezTo>
                    <a:cubicBezTo>
                      <a:pt x="7176" y="3681"/>
                      <a:pt x="7154" y="3865"/>
                      <a:pt x="7138" y="4050"/>
                    </a:cubicBezTo>
                    <a:cubicBezTo>
                      <a:pt x="7132" y="4137"/>
                      <a:pt x="7121" y="4230"/>
                      <a:pt x="7100" y="4317"/>
                    </a:cubicBezTo>
                    <a:cubicBezTo>
                      <a:pt x="7078" y="4404"/>
                      <a:pt x="7062" y="4496"/>
                      <a:pt x="7062" y="4588"/>
                    </a:cubicBezTo>
                    <a:cubicBezTo>
                      <a:pt x="7067" y="4632"/>
                      <a:pt x="7067" y="4675"/>
                      <a:pt x="7067" y="4713"/>
                    </a:cubicBezTo>
                    <a:cubicBezTo>
                      <a:pt x="7062" y="4751"/>
                      <a:pt x="7040" y="4784"/>
                      <a:pt x="7034" y="4822"/>
                    </a:cubicBezTo>
                    <a:cubicBezTo>
                      <a:pt x="7018" y="4920"/>
                      <a:pt x="7051" y="5018"/>
                      <a:pt x="7034" y="5116"/>
                    </a:cubicBezTo>
                    <a:cubicBezTo>
                      <a:pt x="7018" y="5203"/>
                      <a:pt x="7007" y="5290"/>
                      <a:pt x="7007" y="5377"/>
                    </a:cubicBezTo>
                    <a:lnTo>
                      <a:pt x="7007" y="5676"/>
                    </a:lnTo>
                    <a:cubicBezTo>
                      <a:pt x="7007" y="5703"/>
                      <a:pt x="7002" y="5730"/>
                      <a:pt x="6996" y="5757"/>
                    </a:cubicBezTo>
                    <a:cubicBezTo>
                      <a:pt x="6991" y="5795"/>
                      <a:pt x="6991" y="5882"/>
                      <a:pt x="6958" y="5888"/>
                    </a:cubicBezTo>
                    <a:cubicBezTo>
                      <a:pt x="6954" y="5888"/>
                      <a:pt x="6950" y="5888"/>
                      <a:pt x="6946" y="5888"/>
                    </a:cubicBezTo>
                    <a:cubicBezTo>
                      <a:pt x="6913" y="5888"/>
                      <a:pt x="6885" y="5871"/>
                      <a:pt x="6866" y="5866"/>
                    </a:cubicBezTo>
                    <a:cubicBezTo>
                      <a:pt x="6852" y="5863"/>
                      <a:pt x="6837" y="5863"/>
                      <a:pt x="6822" y="5863"/>
                    </a:cubicBezTo>
                    <a:cubicBezTo>
                      <a:pt x="6807" y="5863"/>
                      <a:pt x="6793" y="5863"/>
                      <a:pt x="6779" y="5860"/>
                    </a:cubicBezTo>
                    <a:cubicBezTo>
                      <a:pt x="6725" y="5855"/>
                      <a:pt x="6676" y="5844"/>
                      <a:pt x="6621" y="5828"/>
                    </a:cubicBezTo>
                    <a:cubicBezTo>
                      <a:pt x="6600" y="5822"/>
                      <a:pt x="6572" y="5811"/>
                      <a:pt x="6556" y="5801"/>
                    </a:cubicBezTo>
                    <a:cubicBezTo>
                      <a:pt x="6567" y="5784"/>
                      <a:pt x="6578" y="5763"/>
                      <a:pt x="6578" y="5741"/>
                    </a:cubicBezTo>
                    <a:cubicBezTo>
                      <a:pt x="6578" y="5610"/>
                      <a:pt x="6578" y="5480"/>
                      <a:pt x="6578" y="5349"/>
                    </a:cubicBezTo>
                    <a:cubicBezTo>
                      <a:pt x="6589" y="5203"/>
                      <a:pt x="6621" y="5061"/>
                      <a:pt x="6638" y="4909"/>
                    </a:cubicBezTo>
                    <a:cubicBezTo>
                      <a:pt x="6643" y="4800"/>
                      <a:pt x="6643" y="4686"/>
                      <a:pt x="6638" y="4572"/>
                    </a:cubicBezTo>
                    <a:cubicBezTo>
                      <a:pt x="6638" y="4436"/>
                      <a:pt x="6665" y="4306"/>
                      <a:pt x="6665" y="4170"/>
                    </a:cubicBezTo>
                    <a:cubicBezTo>
                      <a:pt x="6665" y="4050"/>
                      <a:pt x="6687" y="3925"/>
                      <a:pt x="6697" y="3811"/>
                    </a:cubicBezTo>
                    <a:cubicBezTo>
                      <a:pt x="6703" y="3691"/>
                      <a:pt x="6735" y="3556"/>
                      <a:pt x="6741" y="3431"/>
                    </a:cubicBezTo>
                    <a:cubicBezTo>
                      <a:pt x="6752" y="3306"/>
                      <a:pt x="6752" y="3180"/>
                      <a:pt x="6752" y="3050"/>
                    </a:cubicBezTo>
                    <a:cubicBezTo>
                      <a:pt x="6746" y="2920"/>
                      <a:pt x="6774" y="2795"/>
                      <a:pt x="6779" y="2664"/>
                    </a:cubicBezTo>
                    <a:cubicBezTo>
                      <a:pt x="6784" y="2545"/>
                      <a:pt x="6806" y="2430"/>
                      <a:pt x="6812" y="2316"/>
                    </a:cubicBezTo>
                    <a:cubicBezTo>
                      <a:pt x="6812" y="2251"/>
                      <a:pt x="6806" y="2186"/>
                      <a:pt x="6812" y="2121"/>
                    </a:cubicBezTo>
                    <a:cubicBezTo>
                      <a:pt x="6817" y="2039"/>
                      <a:pt x="6828" y="1963"/>
                      <a:pt x="6833" y="1887"/>
                    </a:cubicBezTo>
                    <a:cubicBezTo>
                      <a:pt x="6866" y="1620"/>
                      <a:pt x="6877" y="1360"/>
                      <a:pt x="6866" y="1099"/>
                    </a:cubicBezTo>
                    <a:cubicBezTo>
                      <a:pt x="6855" y="914"/>
                      <a:pt x="6822" y="653"/>
                      <a:pt x="6610" y="604"/>
                    </a:cubicBezTo>
                    <a:cubicBezTo>
                      <a:pt x="6507" y="577"/>
                      <a:pt x="6398" y="560"/>
                      <a:pt x="6284" y="555"/>
                    </a:cubicBezTo>
                    <a:cubicBezTo>
                      <a:pt x="6235" y="553"/>
                      <a:pt x="6186" y="553"/>
                      <a:pt x="6136" y="553"/>
                    </a:cubicBezTo>
                    <a:cubicBezTo>
                      <a:pt x="6037" y="553"/>
                      <a:pt x="5936" y="555"/>
                      <a:pt x="5839" y="555"/>
                    </a:cubicBezTo>
                    <a:lnTo>
                      <a:pt x="3594" y="555"/>
                    </a:lnTo>
                    <a:cubicBezTo>
                      <a:pt x="3528" y="560"/>
                      <a:pt x="3469" y="582"/>
                      <a:pt x="3409" y="588"/>
                    </a:cubicBezTo>
                    <a:cubicBezTo>
                      <a:pt x="3336" y="594"/>
                      <a:pt x="3262" y="597"/>
                      <a:pt x="3190" y="597"/>
                    </a:cubicBezTo>
                    <a:cubicBezTo>
                      <a:pt x="3139" y="597"/>
                      <a:pt x="3089" y="595"/>
                      <a:pt x="3039" y="593"/>
                    </a:cubicBezTo>
                    <a:cubicBezTo>
                      <a:pt x="2979" y="593"/>
                      <a:pt x="2930" y="577"/>
                      <a:pt x="2876" y="571"/>
                    </a:cubicBezTo>
                    <a:cubicBezTo>
                      <a:pt x="2838" y="569"/>
                      <a:pt x="2800" y="567"/>
                      <a:pt x="2761" y="567"/>
                    </a:cubicBezTo>
                    <a:cubicBezTo>
                      <a:pt x="2722" y="567"/>
                      <a:pt x="2683" y="569"/>
                      <a:pt x="2642" y="571"/>
                    </a:cubicBezTo>
                    <a:cubicBezTo>
                      <a:pt x="2534" y="571"/>
                      <a:pt x="2425" y="577"/>
                      <a:pt x="2316" y="577"/>
                    </a:cubicBezTo>
                    <a:cubicBezTo>
                      <a:pt x="2267" y="577"/>
                      <a:pt x="2224" y="588"/>
                      <a:pt x="2180" y="604"/>
                    </a:cubicBezTo>
                    <a:cubicBezTo>
                      <a:pt x="2153" y="609"/>
                      <a:pt x="2127" y="612"/>
                      <a:pt x="2101" y="612"/>
                    </a:cubicBezTo>
                    <a:cubicBezTo>
                      <a:pt x="2076" y="612"/>
                      <a:pt x="2050" y="609"/>
                      <a:pt x="2023" y="604"/>
                    </a:cubicBezTo>
                    <a:cubicBezTo>
                      <a:pt x="2004" y="601"/>
                      <a:pt x="1987" y="600"/>
                      <a:pt x="1970" y="600"/>
                    </a:cubicBezTo>
                    <a:cubicBezTo>
                      <a:pt x="1801" y="600"/>
                      <a:pt x="1701" y="720"/>
                      <a:pt x="1691" y="903"/>
                    </a:cubicBezTo>
                    <a:cubicBezTo>
                      <a:pt x="1680" y="1028"/>
                      <a:pt x="1691" y="1153"/>
                      <a:pt x="1691" y="1278"/>
                    </a:cubicBezTo>
                    <a:cubicBezTo>
                      <a:pt x="1691" y="1403"/>
                      <a:pt x="1664" y="1539"/>
                      <a:pt x="1658" y="1675"/>
                    </a:cubicBezTo>
                    <a:cubicBezTo>
                      <a:pt x="1658" y="1952"/>
                      <a:pt x="1658" y="2229"/>
                      <a:pt x="1669" y="2512"/>
                    </a:cubicBezTo>
                    <a:cubicBezTo>
                      <a:pt x="1680" y="2653"/>
                      <a:pt x="1686" y="2795"/>
                      <a:pt x="1675" y="2936"/>
                    </a:cubicBezTo>
                    <a:cubicBezTo>
                      <a:pt x="1669" y="3007"/>
                      <a:pt x="1658" y="3066"/>
                      <a:pt x="1648" y="3126"/>
                    </a:cubicBezTo>
                    <a:cubicBezTo>
                      <a:pt x="1642" y="3208"/>
                      <a:pt x="1648" y="3284"/>
                      <a:pt x="1648" y="3365"/>
                    </a:cubicBezTo>
                    <a:cubicBezTo>
                      <a:pt x="1648" y="3431"/>
                      <a:pt x="1648" y="3490"/>
                      <a:pt x="1648" y="3556"/>
                    </a:cubicBezTo>
                    <a:cubicBezTo>
                      <a:pt x="1664" y="3615"/>
                      <a:pt x="1675" y="3681"/>
                      <a:pt x="1680" y="3740"/>
                    </a:cubicBezTo>
                    <a:cubicBezTo>
                      <a:pt x="1680" y="3887"/>
                      <a:pt x="1664" y="4039"/>
                      <a:pt x="1664" y="4186"/>
                    </a:cubicBezTo>
                    <a:cubicBezTo>
                      <a:pt x="1669" y="4306"/>
                      <a:pt x="1686" y="4431"/>
                      <a:pt x="1707" y="4550"/>
                    </a:cubicBezTo>
                    <a:cubicBezTo>
                      <a:pt x="1707" y="4610"/>
                      <a:pt x="1713" y="4664"/>
                      <a:pt x="1718" y="4724"/>
                    </a:cubicBezTo>
                    <a:cubicBezTo>
                      <a:pt x="1724" y="4741"/>
                      <a:pt x="1724" y="4757"/>
                      <a:pt x="1729" y="4773"/>
                    </a:cubicBezTo>
                    <a:cubicBezTo>
                      <a:pt x="1718" y="4784"/>
                      <a:pt x="1713" y="4795"/>
                      <a:pt x="1718" y="4806"/>
                    </a:cubicBezTo>
                    <a:cubicBezTo>
                      <a:pt x="1751" y="4904"/>
                      <a:pt x="1724" y="5018"/>
                      <a:pt x="1724" y="5121"/>
                    </a:cubicBezTo>
                    <a:cubicBezTo>
                      <a:pt x="1724" y="5224"/>
                      <a:pt x="1756" y="5333"/>
                      <a:pt x="1751" y="5442"/>
                    </a:cubicBezTo>
                    <a:cubicBezTo>
                      <a:pt x="1745" y="5496"/>
                      <a:pt x="1745" y="5551"/>
                      <a:pt x="1751" y="5605"/>
                    </a:cubicBezTo>
                    <a:cubicBezTo>
                      <a:pt x="1756" y="5665"/>
                      <a:pt x="1773" y="5703"/>
                      <a:pt x="1696" y="5708"/>
                    </a:cubicBezTo>
                    <a:cubicBezTo>
                      <a:pt x="1684" y="5709"/>
                      <a:pt x="1672" y="5710"/>
                      <a:pt x="1660" y="5710"/>
                    </a:cubicBezTo>
                    <a:cubicBezTo>
                      <a:pt x="1571" y="5710"/>
                      <a:pt x="1485" y="5680"/>
                      <a:pt x="1400" y="5680"/>
                    </a:cubicBezTo>
                    <a:cubicBezTo>
                      <a:pt x="1393" y="5680"/>
                      <a:pt x="1387" y="5681"/>
                      <a:pt x="1381" y="5681"/>
                    </a:cubicBezTo>
                    <a:cubicBezTo>
                      <a:pt x="1355" y="5681"/>
                      <a:pt x="1309" y="5700"/>
                      <a:pt x="1277" y="5700"/>
                    </a:cubicBezTo>
                    <a:cubicBezTo>
                      <a:pt x="1263" y="5700"/>
                      <a:pt x="1252" y="5696"/>
                      <a:pt x="1245" y="5686"/>
                    </a:cubicBezTo>
                    <a:cubicBezTo>
                      <a:pt x="1229" y="5670"/>
                      <a:pt x="1245" y="5610"/>
                      <a:pt x="1245" y="5589"/>
                    </a:cubicBezTo>
                    <a:cubicBezTo>
                      <a:pt x="1245" y="5491"/>
                      <a:pt x="1234" y="5387"/>
                      <a:pt x="1213" y="5290"/>
                    </a:cubicBezTo>
                    <a:cubicBezTo>
                      <a:pt x="1202" y="5181"/>
                      <a:pt x="1202" y="5072"/>
                      <a:pt x="1213" y="4958"/>
                    </a:cubicBezTo>
                    <a:lnTo>
                      <a:pt x="1202" y="4958"/>
                    </a:lnTo>
                    <a:cubicBezTo>
                      <a:pt x="1207" y="4838"/>
                      <a:pt x="1202" y="4719"/>
                      <a:pt x="1202" y="4605"/>
                    </a:cubicBezTo>
                    <a:cubicBezTo>
                      <a:pt x="1202" y="3648"/>
                      <a:pt x="1207" y="2691"/>
                      <a:pt x="1213" y="1735"/>
                    </a:cubicBezTo>
                    <a:lnTo>
                      <a:pt x="1213" y="1017"/>
                    </a:lnTo>
                    <a:cubicBezTo>
                      <a:pt x="1213" y="843"/>
                      <a:pt x="1186" y="637"/>
                      <a:pt x="1251" y="473"/>
                    </a:cubicBezTo>
                    <a:cubicBezTo>
                      <a:pt x="1316" y="305"/>
                      <a:pt x="1555" y="234"/>
                      <a:pt x="1718" y="229"/>
                    </a:cubicBezTo>
                    <a:cubicBezTo>
                      <a:pt x="1767" y="229"/>
                      <a:pt x="1811" y="229"/>
                      <a:pt x="1860" y="223"/>
                    </a:cubicBezTo>
                    <a:cubicBezTo>
                      <a:pt x="1898" y="213"/>
                      <a:pt x="1941" y="202"/>
                      <a:pt x="1985" y="202"/>
                    </a:cubicBezTo>
                    <a:cubicBezTo>
                      <a:pt x="2023" y="202"/>
                      <a:pt x="2055" y="223"/>
                      <a:pt x="2093" y="229"/>
                    </a:cubicBezTo>
                    <a:cubicBezTo>
                      <a:pt x="2137" y="229"/>
                      <a:pt x="2180" y="223"/>
                      <a:pt x="2224" y="218"/>
                    </a:cubicBezTo>
                    <a:cubicBezTo>
                      <a:pt x="2410" y="191"/>
                      <a:pt x="2601" y="179"/>
                      <a:pt x="2792" y="179"/>
                    </a:cubicBezTo>
                    <a:cubicBezTo>
                      <a:pt x="2829" y="179"/>
                      <a:pt x="2866" y="179"/>
                      <a:pt x="2903" y="180"/>
                    </a:cubicBezTo>
                    <a:lnTo>
                      <a:pt x="3615" y="180"/>
                    </a:lnTo>
                    <a:cubicBezTo>
                      <a:pt x="3633" y="178"/>
                      <a:pt x="3650" y="178"/>
                      <a:pt x="3667" y="178"/>
                    </a:cubicBezTo>
                    <a:close/>
                    <a:moveTo>
                      <a:pt x="1898" y="5545"/>
                    </a:moveTo>
                    <a:lnTo>
                      <a:pt x="1898" y="5545"/>
                    </a:lnTo>
                    <a:cubicBezTo>
                      <a:pt x="1936" y="5551"/>
                      <a:pt x="1985" y="5567"/>
                      <a:pt x="2006" y="5572"/>
                    </a:cubicBezTo>
                    <a:cubicBezTo>
                      <a:pt x="2062" y="5580"/>
                      <a:pt x="2115" y="5585"/>
                      <a:pt x="2169" y="5585"/>
                    </a:cubicBezTo>
                    <a:cubicBezTo>
                      <a:pt x="2189" y="5585"/>
                      <a:pt x="2209" y="5585"/>
                      <a:pt x="2229" y="5583"/>
                    </a:cubicBezTo>
                    <a:cubicBezTo>
                      <a:pt x="2311" y="5589"/>
                      <a:pt x="2387" y="5599"/>
                      <a:pt x="2468" y="5610"/>
                    </a:cubicBezTo>
                    <a:cubicBezTo>
                      <a:pt x="2494" y="5612"/>
                      <a:pt x="2521" y="5614"/>
                      <a:pt x="2548" y="5614"/>
                    </a:cubicBezTo>
                    <a:cubicBezTo>
                      <a:pt x="2595" y="5614"/>
                      <a:pt x="2643" y="5610"/>
                      <a:pt x="2691" y="5599"/>
                    </a:cubicBezTo>
                    <a:cubicBezTo>
                      <a:pt x="2721" y="5597"/>
                      <a:pt x="2750" y="5596"/>
                      <a:pt x="2779" y="5596"/>
                    </a:cubicBezTo>
                    <a:cubicBezTo>
                      <a:pt x="2820" y="5596"/>
                      <a:pt x="2860" y="5598"/>
                      <a:pt x="2898" y="5605"/>
                    </a:cubicBezTo>
                    <a:cubicBezTo>
                      <a:pt x="2904" y="5605"/>
                      <a:pt x="2911" y="5606"/>
                      <a:pt x="2918" y="5606"/>
                    </a:cubicBezTo>
                    <a:cubicBezTo>
                      <a:pt x="2970" y="5606"/>
                      <a:pt x="3018" y="5589"/>
                      <a:pt x="3066" y="5589"/>
                    </a:cubicBezTo>
                    <a:cubicBezTo>
                      <a:pt x="3142" y="5589"/>
                      <a:pt x="3213" y="5616"/>
                      <a:pt x="3284" y="5621"/>
                    </a:cubicBezTo>
                    <a:cubicBezTo>
                      <a:pt x="3360" y="5621"/>
                      <a:pt x="3441" y="5616"/>
                      <a:pt x="3517" y="5599"/>
                    </a:cubicBezTo>
                    <a:cubicBezTo>
                      <a:pt x="3543" y="5593"/>
                      <a:pt x="3568" y="5590"/>
                      <a:pt x="3594" y="5590"/>
                    </a:cubicBezTo>
                    <a:cubicBezTo>
                      <a:pt x="3612" y="5590"/>
                      <a:pt x="3630" y="5592"/>
                      <a:pt x="3648" y="5594"/>
                    </a:cubicBezTo>
                    <a:cubicBezTo>
                      <a:pt x="3675" y="5605"/>
                      <a:pt x="3708" y="5610"/>
                      <a:pt x="3740" y="5616"/>
                    </a:cubicBezTo>
                    <a:cubicBezTo>
                      <a:pt x="3773" y="5616"/>
                      <a:pt x="3800" y="5610"/>
                      <a:pt x="3827" y="5599"/>
                    </a:cubicBezTo>
                    <a:cubicBezTo>
                      <a:pt x="3854" y="5596"/>
                      <a:pt x="3884" y="5592"/>
                      <a:pt x="3914" y="5592"/>
                    </a:cubicBezTo>
                    <a:cubicBezTo>
                      <a:pt x="3927" y="5592"/>
                      <a:pt x="3940" y="5592"/>
                      <a:pt x="3952" y="5594"/>
                    </a:cubicBezTo>
                    <a:cubicBezTo>
                      <a:pt x="4028" y="5594"/>
                      <a:pt x="4099" y="5616"/>
                      <a:pt x="4175" y="5621"/>
                    </a:cubicBezTo>
                    <a:cubicBezTo>
                      <a:pt x="4202" y="5623"/>
                      <a:pt x="4231" y="5624"/>
                      <a:pt x="4260" y="5624"/>
                    </a:cubicBezTo>
                    <a:cubicBezTo>
                      <a:pt x="4318" y="5624"/>
                      <a:pt x="4378" y="5621"/>
                      <a:pt x="4436" y="5621"/>
                    </a:cubicBezTo>
                    <a:cubicBezTo>
                      <a:pt x="4508" y="5623"/>
                      <a:pt x="4580" y="5625"/>
                      <a:pt x="4652" y="5625"/>
                    </a:cubicBezTo>
                    <a:cubicBezTo>
                      <a:pt x="4754" y="5625"/>
                      <a:pt x="4856" y="5622"/>
                      <a:pt x="4958" y="5616"/>
                    </a:cubicBezTo>
                    <a:cubicBezTo>
                      <a:pt x="5039" y="5605"/>
                      <a:pt x="5121" y="5594"/>
                      <a:pt x="5203" y="5594"/>
                    </a:cubicBezTo>
                    <a:cubicBezTo>
                      <a:pt x="5262" y="5594"/>
                      <a:pt x="5326" y="5616"/>
                      <a:pt x="5394" y="5616"/>
                    </a:cubicBezTo>
                    <a:cubicBezTo>
                      <a:pt x="5401" y="5616"/>
                      <a:pt x="5408" y="5616"/>
                      <a:pt x="5415" y="5616"/>
                    </a:cubicBezTo>
                    <a:cubicBezTo>
                      <a:pt x="5442" y="5616"/>
                      <a:pt x="5474" y="5605"/>
                      <a:pt x="5502" y="5599"/>
                    </a:cubicBezTo>
                    <a:cubicBezTo>
                      <a:pt x="5515" y="5596"/>
                      <a:pt x="5528" y="5594"/>
                      <a:pt x="5542" y="5594"/>
                    </a:cubicBezTo>
                    <a:cubicBezTo>
                      <a:pt x="5566" y="5594"/>
                      <a:pt x="5589" y="5600"/>
                      <a:pt x="5610" y="5610"/>
                    </a:cubicBezTo>
                    <a:cubicBezTo>
                      <a:pt x="5670" y="5618"/>
                      <a:pt x="5730" y="5623"/>
                      <a:pt x="5787" y="5623"/>
                    </a:cubicBezTo>
                    <a:cubicBezTo>
                      <a:pt x="5808" y="5623"/>
                      <a:pt x="5829" y="5623"/>
                      <a:pt x="5849" y="5621"/>
                    </a:cubicBezTo>
                    <a:cubicBezTo>
                      <a:pt x="5996" y="5621"/>
                      <a:pt x="6138" y="5627"/>
                      <a:pt x="6279" y="5648"/>
                    </a:cubicBezTo>
                    <a:cubicBezTo>
                      <a:pt x="6291" y="5663"/>
                      <a:pt x="6308" y="5672"/>
                      <a:pt x="6325" y="5672"/>
                    </a:cubicBezTo>
                    <a:cubicBezTo>
                      <a:pt x="6339" y="5672"/>
                      <a:pt x="6354" y="5666"/>
                      <a:pt x="6366" y="5654"/>
                    </a:cubicBezTo>
                    <a:lnTo>
                      <a:pt x="6388" y="5637"/>
                    </a:lnTo>
                    <a:lnTo>
                      <a:pt x="6393" y="5637"/>
                    </a:lnTo>
                    <a:cubicBezTo>
                      <a:pt x="6377" y="5708"/>
                      <a:pt x="6388" y="5790"/>
                      <a:pt x="6415" y="5860"/>
                    </a:cubicBezTo>
                    <a:cubicBezTo>
                      <a:pt x="6491" y="5980"/>
                      <a:pt x="6687" y="5996"/>
                      <a:pt x="6812" y="6013"/>
                    </a:cubicBezTo>
                    <a:cubicBezTo>
                      <a:pt x="6871" y="6020"/>
                      <a:pt x="6925" y="6049"/>
                      <a:pt x="6981" y="6049"/>
                    </a:cubicBezTo>
                    <a:cubicBezTo>
                      <a:pt x="7002" y="6049"/>
                      <a:pt x="7023" y="6045"/>
                      <a:pt x="7045" y="6034"/>
                    </a:cubicBezTo>
                    <a:cubicBezTo>
                      <a:pt x="7100" y="6002"/>
                      <a:pt x="7138" y="5942"/>
                      <a:pt x="7149" y="5877"/>
                    </a:cubicBezTo>
                    <a:cubicBezTo>
                      <a:pt x="7154" y="5833"/>
                      <a:pt x="7165" y="5784"/>
                      <a:pt x="7170" y="5735"/>
                    </a:cubicBezTo>
                    <a:cubicBezTo>
                      <a:pt x="7181" y="5724"/>
                      <a:pt x="7187" y="5714"/>
                      <a:pt x="7187" y="5703"/>
                    </a:cubicBezTo>
                    <a:cubicBezTo>
                      <a:pt x="7225" y="5730"/>
                      <a:pt x="7263" y="5757"/>
                      <a:pt x="7301" y="5784"/>
                    </a:cubicBezTo>
                    <a:cubicBezTo>
                      <a:pt x="7399" y="5839"/>
                      <a:pt x="7502" y="5888"/>
                      <a:pt x="7594" y="5947"/>
                    </a:cubicBezTo>
                    <a:cubicBezTo>
                      <a:pt x="7643" y="5980"/>
                      <a:pt x="7681" y="6013"/>
                      <a:pt x="7730" y="6040"/>
                    </a:cubicBezTo>
                    <a:cubicBezTo>
                      <a:pt x="7752" y="6056"/>
                      <a:pt x="7806" y="6078"/>
                      <a:pt x="7817" y="6105"/>
                    </a:cubicBezTo>
                    <a:cubicBezTo>
                      <a:pt x="7817" y="6105"/>
                      <a:pt x="7817" y="6110"/>
                      <a:pt x="7817" y="6116"/>
                    </a:cubicBezTo>
                    <a:cubicBezTo>
                      <a:pt x="7785" y="6132"/>
                      <a:pt x="7752" y="6143"/>
                      <a:pt x="7714" y="6148"/>
                    </a:cubicBezTo>
                    <a:lnTo>
                      <a:pt x="7719" y="6159"/>
                    </a:lnTo>
                    <a:cubicBezTo>
                      <a:pt x="7670" y="6165"/>
                      <a:pt x="7621" y="6176"/>
                      <a:pt x="7578" y="6186"/>
                    </a:cubicBezTo>
                    <a:cubicBezTo>
                      <a:pt x="7515" y="6192"/>
                      <a:pt x="7453" y="6195"/>
                      <a:pt x="7390" y="6195"/>
                    </a:cubicBezTo>
                    <a:cubicBezTo>
                      <a:pt x="7328" y="6195"/>
                      <a:pt x="7265" y="6192"/>
                      <a:pt x="7203" y="6186"/>
                    </a:cubicBezTo>
                    <a:cubicBezTo>
                      <a:pt x="7170" y="6188"/>
                      <a:pt x="7137" y="6189"/>
                      <a:pt x="7104" y="6189"/>
                    </a:cubicBezTo>
                    <a:cubicBezTo>
                      <a:pt x="7005" y="6189"/>
                      <a:pt x="6904" y="6182"/>
                      <a:pt x="6806" y="6170"/>
                    </a:cubicBezTo>
                    <a:cubicBezTo>
                      <a:pt x="6697" y="6154"/>
                      <a:pt x="6583" y="6138"/>
                      <a:pt x="6475" y="6127"/>
                    </a:cubicBezTo>
                    <a:cubicBezTo>
                      <a:pt x="6339" y="6121"/>
                      <a:pt x="6203" y="6110"/>
                      <a:pt x="6072" y="6094"/>
                    </a:cubicBezTo>
                    <a:cubicBezTo>
                      <a:pt x="5947" y="6072"/>
                      <a:pt x="5828" y="6078"/>
                      <a:pt x="5703" y="6056"/>
                    </a:cubicBezTo>
                    <a:cubicBezTo>
                      <a:pt x="5609" y="6039"/>
                      <a:pt x="5512" y="6033"/>
                      <a:pt x="5414" y="6033"/>
                    </a:cubicBezTo>
                    <a:cubicBezTo>
                      <a:pt x="5267" y="6033"/>
                      <a:pt x="5118" y="6045"/>
                      <a:pt x="4974" y="6045"/>
                    </a:cubicBezTo>
                    <a:cubicBezTo>
                      <a:pt x="4738" y="6045"/>
                      <a:pt x="4501" y="6062"/>
                      <a:pt x="4264" y="6062"/>
                    </a:cubicBezTo>
                    <a:cubicBezTo>
                      <a:pt x="4234" y="6062"/>
                      <a:pt x="4205" y="6062"/>
                      <a:pt x="4175" y="6061"/>
                    </a:cubicBezTo>
                    <a:cubicBezTo>
                      <a:pt x="4061" y="6061"/>
                      <a:pt x="3958" y="6029"/>
                      <a:pt x="3844" y="6023"/>
                    </a:cubicBezTo>
                    <a:lnTo>
                      <a:pt x="3425" y="6023"/>
                    </a:lnTo>
                    <a:cubicBezTo>
                      <a:pt x="3305" y="6023"/>
                      <a:pt x="3197" y="6045"/>
                      <a:pt x="3077" y="6056"/>
                    </a:cubicBezTo>
                    <a:cubicBezTo>
                      <a:pt x="3028" y="6060"/>
                      <a:pt x="2979" y="6061"/>
                      <a:pt x="2930" y="6061"/>
                    </a:cubicBezTo>
                    <a:cubicBezTo>
                      <a:pt x="2833" y="6061"/>
                      <a:pt x="2735" y="6056"/>
                      <a:pt x="2637" y="6056"/>
                    </a:cubicBezTo>
                    <a:lnTo>
                      <a:pt x="1849" y="6056"/>
                    </a:lnTo>
                    <a:cubicBezTo>
                      <a:pt x="1718" y="6056"/>
                      <a:pt x="1592" y="6028"/>
                      <a:pt x="1458" y="6028"/>
                    </a:cubicBezTo>
                    <a:cubicBezTo>
                      <a:pt x="1447" y="6028"/>
                      <a:pt x="1436" y="6028"/>
                      <a:pt x="1425" y="6029"/>
                    </a:cubicBezTo>
                    <a:cubicBezTo>
                      <a:pt x="1283" y="6029"/>
                      <a:pt x="1126" y="6040"/>
                      <a:pt x="979" y="6045"/>
                    </a:cubicBezTo>
                    <a:cubicBezTo>
                      <a:pt x="860" y="6050"/>
                      <a:pt x="741" y="6058"/>
                      <a:pt x="623" y="6058"/>
                    </a:cubicBezTo>
                    <a:cubicBezTo>
                      <a:pt x="595" y="6058"/>
                      <a:pt x="567" y="6057"/>
                      <a:pt x="539" y="6056"/>
                    </a:cubicBezTo>
                    <a:cubicBezTo>
                      <a:pt x="479" y="6056"/>
                      <a:pt x="419" y="6051"/>
                      <a:pt x="359" y="6051"/>
                    </a:cubicBezTo>
                    <a:cubicBezTo>
                      <a:pt x="490" y="5991"/>
                      <a:pt x="609" y="5909"/>
                      <a:pt x="718" y="5822"/>
                    </a:cubicBezTo>
                    <a:cubicBezTo>
                      <a:pt x="783" y="5773"/>
                      <a:pt x="854" y="5730"/>
                      <a:pt x="919" y="5686"/>
                    </a:cubicBezTo>
                    <a:cubicBezTo>
                      <a:pt x="979" y="5637"/>
                      <a:pt x="1039" y="5589"/>
                      <a:pt x="1104" y="5551"/>
                    </a:cubicBezTo>
                    <a:lnTo>
                      <a:pt x="1104" y="5551"/>
                    </a:lnTo>
                    <a:lnTo>
                      <a:pt x="1099" y="5610"/>
                    </a:lnTo>
                    <a:cubicBezTo>
                      <a:pt x="1099" y="5692"/>
                      <a:pt x="1109" y="5779"/>
                      <a:pt x="1191" y="5817"/>
                    </a:cubicBezTo>
                    <a:cubicBezTo>
                      <a:pt x="1213" y="5826"/>
                      <a:pt x="1239" y="5832"/>
                      <a:pt x="1265" y="5832"/>
                    </a:cubicBezTo>
                    <a:cubicBezTo>
                      <a:pt x="1284" y="5832"/>
                      <a:pt x="1303" y="5829"/>
                      <a:pt x="1321" y="5822"/>
                    </a:cubicBezTo>
                    <a:cubicBezTo>
                      <a:pt x="1344" y="5818"/>
                      <a:pt x="1368" y="5816"/>
                      <a:pt x="1392" y="5816"/>
                    </a:cubicBezTo>
                    <a:cubicBezTo>
                      <a:pt x="1430" y="5816"/>
                      <a:pt x="1469" y="5821"/>
                      <a:pt x="1506" y="5828"/>
                    </a:cubicBezTo>
                    <a:cubicBezTo>
                      <a:pt x="1542" y="5830"/>
                      <a:pt x="1586" y="5834"/>
                      <a:pt x="1630" y="5834"/>
                    </a:cubicBezTo>
                    <a:cubicBezTo>
                      <a:pt x="1701" y="5834"/>
                      <a:pt x="1773" y="5824"/>
                      <a:pt x="1816" y="5784"/>
                    </a:cubicBezTo>
                    <a:cubicBezTo>
                      <a:pt x="1849" y="5757"/>
                      <a:pt x="1870" y="5719"/>
                      <a:pt x="1870" y="5676"/>
                    </a:cubicBezTo>
                    <a:cubicBezTo>
                      <a:pt x="1870" y="5676"/>
                      <a:pt x="1876" y="5670"/>
                      <a:pt x="1881" y="5670"/>
                    </a:cubicBezTo>
                    <a:cubicBezTo>
                      <a:pt x="1936" y="5616"/>
                      <a:pt x="1914" y="5594"/>
                      <a:pt x="1898" y="5545"/>
                    </a:cubicBezTo>
                    <a:close/>
                    <a:moveTo>
                      <a:pt x="1387" y="6125"/>
                    </a:moveTo>
                    <a:cubicBezTo>
                      <a:pt x="1473" y="6125"/>
                      <a:pt x="1558" y="6130"/>
                      <a:pt x="1642" y="6143"/>
                    </a:cubicBezTo>
                    <a:cubicBezTo>
                      <a:pt x="1761" y="6162"/>
                      <a:pt x="1882" y="6168"/>
                      <a:pt x="2004" y="6168"/>
                    </a:cubicBezTo>
                    <a:cubicBezTo>
                      <a:pt x="2157" y="6168"/>
                      <a:pt x="2310" y="6159"/>
                      <a:pt x="2457" y="6159"/>
                    </a:cubicBezTo>
                    <a:lnTo>
                      <a:pt x="3039" y="6159"/>
                    </a:lnTo>
                    <a:cubicBezTo>
                      <a:pt x="3121" y="6159"/>
                      <a:pt x="3202" y="6132"/>
                      <a:pt x="3284" y="6132"/>
                    </a:cubicBezTo>
                    <a:cubicBezTo>
                      <a:pt x="3327" y="6129"/>
                      <a:pt x="3371" y="6127"/>
                      <a:pt x="3414" y="6127"/>
                    </a:cubicBezTo>
                    <a:cubicBezTo>
                      <a:pt x="3502" y="6127"/>
                      <a:pt x="3590" y="6132"/>
                      <a:pt x="3681" y="6132"/>
                    </a:cubicBezTo>
                    <a:lnTo>
                      <a:pt x="3844" y="6132"/>
                    </a:lnTo>
                    <a:cubicBezTo>
                      <a:pt x="3920" y="6132"/>
                      <a:pt x="3990" y="6154"/>
                      <a:pt x="4061" y="6159"/>
                    </a:cubicBezTo>
                    <a:cubicBezTo>
                      <a:pt x="4174" y="6170"/>
                      <a:pt x="4287" y="6173"/>
                      <a:pt x="4401" y="6173"/>
                    </a:cubicBezTo>
                    <a:cubicBezTo>
                      <a:pt x="4534" y="6173"/>
                      <a:pt x="4668" y="6169"/>
                      <a:pt x="4802" y="6169"/>
                    </a:cubicBezTo>
                    <a:cubicBezTo>
                      <a:pt x="4836" y="6169"/>
                      <a:pt x="4870" y="6170"/>
                      <a:pt x="4904" y="6170"/>
                    </a:cubicBezTo>
                    <a:cubicBezTo>
                      <a:pt x="4987" y="6170"/>
                      <a:pt x="5073" y="6173"/>
                      <a:pt x="5158" y="6173"/>
                    </a:cubicBezTo>
                    <a:cubicBezTo>
                      <a:pt x="5200" y="6173"/>
                      <a:pt x="5242" y="6172"/>
                      <a:pt x="5284" y="6170"/>
                    </a:cubicBezTo>
                    <a:cubicBezTo>
                      <a:pt x="5330" y="6166"/>
                      <a:pt x="5376" y="6165"/>
                      <a:pt x="5421" y="6165"/>
                    </a:cubicBezTo>
                    <a:cubicBezTo>
                      <a:pt x="5503" y="6165"/>
                      <a:pt x="5584" y="6171"/>
                      <a:pt x="5665" y="6181"/>
                    </a:cubicBezTo>
                    <a:cubicBezTo>
                      <a:pt x="5790" y="6208"/>
                      <a:pt x="5909" y="6197"/>
                      <a:pt x="6034" y="6219"/>
                    </a:cubicBezTo>
                    <a:cubicBezTo>
                      <a:pt x="6170" y="6241"/>
                      <a:pt x="6306" y="6257"/>
                      <a:pt x="6442" y="6257"/>
                    </a:cubicBezTo>
                    <a:cubicBezTo>
                      <a:pt x="6578" y="6257"/>
                      <a:pt x="6719" y="6295"/>
                      <a:pt x="6855" y="6312"/>
                    </a:cubicBezTo>
                    <a:cubicBezTo>
                      <a:pt x="6912" y="6318"/>
                      <a:pt x="6970" y="6319"/>
                      <a:pt x="7028" y="6319"/>
                    </a:cubicBezTo>
                    <a:cubicBezTo>
                      <a:pt x="7075" y="6319"/>
                      <a:pt x="7122" y="6318"/>
                      <a:pt x="7169" y="6318"/>
                    </a:cubicBezTo>
                    <a:cubicBezTo>
                      <a:pt x="7213" y="6318"/>
                      <a:pt x="7257" y="6319"/>
                      <a:pt x="7301" y="6322"/>
                    </a:cubicBezTo>
                    <a:cubicBezTo>
                      <a:pt x="7333" y="6325"/>
                      <a:pt x="7366" y="6326"/>
                      <a:pt x="7399" y="6326"/>
                    </a:cubicBezTo>
                    <a:cubicBezTo>
                      <a:pt x="7433" y="6326"/>
                      <a:pt x="7467" y="6325"/>
                      <a:pt x="7502" y="6322"/>
                    </a:cubicBezTo>
                    <a:cubicBezTo>
                      <a:pt x="7578" y="6322"/>
                      <a:pt x="7649" y="6301"/>
                      <a:pt x="7719" y="6290"/>
                    </a:cubicBezTo>
                    <a:cubicBezTo>
                      <a:pt x="7741" y="6284"/>
                      <a:pt x="7768" y="6284"/>
                      <a:pt x="7790" y="6273"/>
                    </a:cubicBezTo>
                    <a:lnTo>
                      <a:pt x="7790" y="6273"/>
                    </a:lnTo>
                    <a:cubicBezTo>
                      <a:pt x="7790" y="6328"/>
                      <a:pt x="7785" y="6377"/>
                      <a:pt x="7779" y="6426"/>
                    </a:cubicBezTo>
                    <a:lnTo>
                      <a:pt x="7779" y="6431"/>
                    </a:lnTo>
                    <a:cubicBezTo>
                      <a:pt x="7763" y="6529"/>
                      <a:pt x="7752" y="6632"/>
                      <a:pt x="7752" y="6736"/>
                    </a:cubicBezTo>
                    <a:cubicBezTo>
                      <a:pt x="7752" y="6779"/>
                      <a:pt x="7736" y="6817"/>
                      <a:pt x="7708" y="6850"/>
                    </a:cubicBezTo>
                    <a:cubicBezTo>
                      <a:pt x="7714" y="6861"/>
                      <a:pt x="7719" y="6866"/>
                      <a:pt x="7725" y="6877"/>
                    </a:cubicBezTo>
                    <a:cubicBezTo>
                      <a:pt x="7730" y="6882"/>
                      <a:pt x="7725" y="6899"/>
                      <a:pt x="7719" y="6909"/>
                    </a:cubicBezTo>
                    <a:cubicBezTo>
                      <a:pt x="7714" y="7002"/>
                      <a:pt x="7719" y="7062"/>
                      <a:pt x="7627" y="7100"/>
                    </a:cubicBezTo>
                    <a:cubicBezTo>
                      <a:pt x="7569" y="7117"/>
                      <a:pt x="7509" y="7125"/>
                      <a:pt x="7450" y="7125"/>
                    </a:cubicBezTo>
                    <a:cubicBezTo>
                      <a:pt x="7414" y="7125"/>
                      <a:pt x="7379" y="7122"/>
                      <a:pt x="7344" y="7116"/>
                    </a:cubicBezTo>
                    <a:cubicBezTo>
                      <a:pt x="7338" y="7116"/>
                      <a:pt x="7331" y="7116"/>
                      <a:pt x="7325" y="7116"/>
                    </a:cubicBezTo>
                    <a:cubicBezTo>
                      <a:pt x="7240" y="7116"/>
                      <a:pt x="7155" y="7141"/>
                      <a:pt x="7073" y="7141"/>
                    </a:cubicBezTo>
                    <a:cubicBezTo>
                      <a:pt x="7057" y="7141"/>
                      <a:pt x="7040" y="7140"/>
                      <a:pt x="7024" y="7138"/>
                    </a:cubicBezTo>
                    <a:cubicBezTo>
                      <a:pt x="6856" y="7122"/>
                      <a:pt x="6689" y="7112"/>
                      <a:pt x="6522" y="7112"/>
                    </a:cubicBezTo>
                    <a:cubicBezTo>
                      <a:pt x="6461" y="7112"/>
                      <a:pt x="6400" y="7113"/>
                      <a:pt x="6339" y="7116"/>
                    </a:cubicBezTo>
                    <a:cubicBezTo>
                      <a:pt x="6118" y="7116"/>
                      <a:pt x="5897" y="7088"/>
                      <a:pt x="5681" y="7088"/>
                    </a:cubicBezTo>
                    <a:cubicBezTo>
                      <a:pt x="5663" y="7088"/>
                      <a:pt x="5645" y="7088"/>
                      <a:pt x="5627" y="7089"/>
                    </a:cubicBezTo>
                    <a:cubicBezTo>
                      <a:pt x="5604" y="7090"/>
                      <a:pt x="5582" y="7090"/>
                      <a:pt x="5560" y="7090"/>
                    </a:cubicBezTo>
                    <a:cubicBezTo>
                      <a:pt x="5359" y="7090"/>
                      <a:pt x="5159" y="7051"/>
                      <a:pt x="4958" y="7051"/>
                    </a:cubicBezTo>
                    <a:cubicBezTo>
                      <a:pt x="4730" y="7051"/>
                      <a:pt x="4490" y="7056"/>
                      <a:pt x="4251" y="7056"/>
                    </a:cubicBezTo>
                    <a:lnTo>
                      <a:pt x="3523" y="7056"/>
                    </a:lnTo>
                    <a:cubicBezTo>
                      <a:pt x="3469" y="7056"/>
                      <a:pt x="3409" y="7062"/>
                      <a:pt x="3354" y="7062"/>
                    </a:cubicBezTo>
                    <a:cubicBezTo>
                      <a:pt x="3305" y="7056"/>
                      <a:pt x="3257" y="7051"/>
                      <a:pt x="3213" y="7034"/>
                    </a:cubicBezTo>
                    <a:cubicBezTo>
                      <a:pt x="3126" y="7027"/>
                      <a:pt x="3041" y="7021"/>
                      <a:pt x="2955" y="7021"/>
                    </a:cubicBezTo>
                    <a:cubicBezTo>
                      <a:pt x="2923" y="7021"/>
                      <a:pt x="2892" y="7022"/>
                      <a:pt x="2860" y="7024"/>
                    </a:cubicBezTo>
                    <a:cubicBezTo>
                      <a:pt x="2751" y="7024"/>
                      <a:pt x="2639" y="7031"/>
                      <a:pt x="2529" y="7031"/>
                    </a:cubicBezTo>
                    <a:cubicBezTo>
                      <a:pt x="2501" y="7031"/>
                      <a:pt x="2474" y="7030"/>
                      <a:pt x="2447" y="7029"/>
                    </a:cubicBezTo>
                    <a:cubicBezTo>
                      <a:pt x="2322" y="7029"/>
                      <a:pt x="2197" y="7007"/>
                      <a:pt x="2072" y="7007"/>
                    </a:cubicBezTo>
                    <a:cubicBezTo>
                      <a:pt x="1952" y="7007"/>
                      <a:pt x="1838" y="7018"/>
                      <a:pt x="1724" y="7045"/>
                    </a:cubicBezTo>
                    <a:lnTo>
                      <a:pt x="1664" y="7045"/>
                    </a:lnTo>
                    <a:cubicBezTo>
                      <a:pt x="1615" y="7045"/>
                      <a:pt x="1571" y="7034"/>
                      <a:pt x="1528" y="7034"/>
                    </a:cubicBezTo>
                    <a:cubicBezTo>
                      <a:pt x="1479" y="7034"/>
                      <a:pt x="1430" y="7040"/>
                      <a:pt x="1387" y="7045"/>
                    </a:cubicBezTo>
                    <a:cubicBezTo>
                      <a:pt x="1300" y="7045"/>
                      <a:pt x="1213" y="7050"/>
                      <a:pt x="1126" y="7050"/>
                    </a:cubicBezTo>
                    <a:cubicBezTo>
                      <a:pt x="1082" y="7050"/>
                      <a:pt x="1039" y="7049"/>
                      <a:pt x="995" y="7045"/>
                    </a:cubicBezTo>
                    <a:cubicBezTo>
                      <a:pt x="832" y="7034"/>
                      <a:pt x="675" y="7007"/>
                      <a:pt x="517" y="6975"/>
                    </a:cubicBezTo>
                    <a:cubicBezTo>
                      <a:pt x="463" y="6964"/>
                      <a:pt x="408" y="6964"/>
                      <a:pt x="359" y="6964"/>
                    </a:cubicBezTo>
                    <a:cubicBezTo>
                      <a:pt x="278" y="6964"/>
                      <a:pt x="283" y="6942"/>
                      <a:pt x="278" y="6871"/>
                    </a:cubicBezTo>
                    <a:cubicBezTo>
                      <a:pt x="251" y="6703"/>
                      <a:pt x="207" y="6534"/>
                      <a:pt x="185" y="6366"/>
                    </a:cubicBezTo>
                    <a:cubicBezTo>
                      <a:pt x="174" y="6301"/>
                      <a:pt x="158" y="6186"/>
                      <a:pt x="207" y="6132"/>
                    </a:cubicBezTo>
                    <a:cubicBezTo>
                      <a:pt x="256" y="6138"/>
                      <a:pt x="305" y="6138"/>
                      <a:pt x="359" y="6138"/>
                    </a:cubicBezTo>
                    <a:cubicBezTo>
                      <a:pt x="506" y="6148"/>
                      <a:pt x="647" y="6154"/>
                      <a:pt x="794" y="6154"/>
                    </a:cubicBezTo>
                    <a:cubicBezTo>
                      <a:pt x="987" y="6150"/>
                      <a:pt x="1189" y="6125"/>
                      <a:pt x="1387" y="6125"/>
                    </a:cubicBezTo>
                    <a:close/>
                    <a:moveTo>
                      <a:pt x="3600" y="0"/>
                    </a:moveTo>
                    <a:cubicBezTo>
                      <a:pt x="3556" y="0"/>
                      <a:pt x="3513" y="2"/>
                      <a:pt x="3469" y="6"/>
                    </a:cubicBezTo>
                    <a:lnTo>
                      <a:pt x="3055" y="6"/>
                    </a:lnTo>
                    <a:cubicBezTo>
                      <a:pt x="2795" y="6"/>
                      <a:pt x="2544" y="17"/>
                      <a:pt x="2289" y="39"/>
                    </a:cubicBezTo>
                    <a:cubicBezTo>
                      <a:pt x="2240" y="44"/>
                      <a:pt x="2186" y="60"/>
                      <a:pt x="2137" y="66"/>
                    </a:cubicBezTo>
                    <a:cubicBezTo>
                      <a:pt x="2088" y="60"/>
                      <a:pt x="2044" y="49"/>
                      <a:pt x="1995" y="39"/>
                    </a:cubicBezTo>
                    <a:cubicBezTo>
                      <a:pt x="1957" y="39"/>
                      <a:pt x="1914" y="44"/>
                      <a:pt x="1876" y="55"/>
                    </a:cubicBezTo>
                    <a:cubicBezTo>
                      <a:pt x="1816" y="66"/>
                      <a:pt x="1756" y="71"/>
                      <a:pt x="1691" y="77"/>
                    </a:cubicBezTo>
                    <a:cubicBezTo>
                      <a:pt x="1599" y="77"/>
                      <a:pt x="1501" y="104"/>
                      <a:pt x="1419" y="142"/>
                    </a:cubicBezTo>
                    <a:cubicBezTo>
                      <a:pt x="1332" y="175"/>
                      <a:pt x="1256" y="229"/>
                      <a:pt x="1191" y="289"/>
                    </a:cubicBezTo>
                    <a:cubicBezTo>
                      <a:pt x="1077" y="425"/>
                      <a:pt x="1071" y="615"/>
                      <a:pt x="1071" y="778"/>
                    </a:cubicBezTo>
                    <a:lnTo>
                      <a:pt x="1071" y="1572"/>
                    </a:lnTo>
                    <a:cubicBezTo>
                      <a:pt x="1077" y="2653"/>
                      <a:pt x="1077" y="3740"/>
                      <a:pt x="1077" y="4822"/>
                    </a:cubicBezTo>
                    <a:cubicBezTo>
                      <a:pt x="1077" y="4958"/>
                      <a:pt x="1066" y="5094"/>
                      <a:pt x="1077" y="5230"/>
                    </a:cubicBezTo>
                    <a:cubicBezTo>
                      <a:pt x="1082" y="5290"/>
                      <a:pt x="1104" y="5349"/>
                      <a:pt x="1109" y="5409"/>
                    </a:cubicBezTo>
                    <a:lnTo>
                      <a:pt x="1109" y="5464"/>
                    </a:lnTo>
                    <a:cubicBezTo>
                      <a:pt x="1060" y="5469"/>
                      <a:pt x="1012" y="5491"/>
                      <a:pt x="968" y="5518"/>
                    </a:cubicBezTo>
                    <a:cubicBezTo>
                      <a:pt x="897" y="5551"/>
                      <a:pt x="827" y="5578"/>
                      <a:pt x="756" y="5621"/>
                    </a:cubicBezTo>
                    <a:cubicBezTo>
                      <a:pt x="620" y="5703"/>
                      <a:pt x="501" y="5817"/>
                      <a:pt x="359" y="5893"/>
                    </a:cubicBezTo>
                    <a:cubicBezTo>
                      <a:pt x="272" y="5936"/>
                      <a:pt x="164" y="5953"/>
                      <a:pt x="93" y="6029"/>
                    </a:cubicBezTo>
                    <a:cubicBezTo>
                      <a:pt x="1" y="6127"/>
                      <a:pt x="28" y="6284"/>
                      <a:pt x="39" y="6409"/>
                    </a:cubicBezTo>
                    <a:cubicBezTo>
                      <a:pt x="60" y="6572"/>
                      <a:pt x="98" y="6736"/>
                      <a:pt x="109" y="6899"/>
                    </a:cubicBezTo>
                    <a:cubicBezTo>
                      <a:pt x="115" y="7013"/>
                      <a:pt x="153" y="7105"/>
                      <a:pt x="272" y="7132"/>
                    </a:cubicBezTo>
                    <a:cubicBezTo>
                      <a:pt x="327" y="7138"/>
                      <a:pt x="381" y="7143"/>
                      <a:pt x="435" y="7143"/>
                    </a:cubicBezTo>
                    <a:cubicBezTo>
                      <a:pt x="517" y="7154"/>
                      <a:pt x="598" y="7170"/>
                      <a:pt x="680" y="7187"/>
                    </a:cubicBezTo>
                    <a:cubicBezTo>
                      <a:pt x="848" y="7219"/>
                      <a:pt x="1017" y="7230"/>
                      <a:pt x="1186" y="7230"/>
                    </a:cubicBezTo>
                    <a:cubicBezTo>
                      <a:pt x="1354" y="7230"/>
                      <a:pt x="1523" y="7225"/>
                      <a:pt x="1696" y="7225"/>
                    </a:cubicBezTo>
                    <a:cubicBezTo>
                      <a:pt x="1767" y="7225"/>
                      <a:pt x="1843" y="7219"/>
                      <a:pt x="1914" y="7214"/>
                    </a:cubicBezTo>
                    <a:lnTo>
                      <a:pt x="1914" y="7203"/>
                    </a:lnTo>
                    <a:cubicBezTo>
                      <a:pt x="1927" y="7203"/>
                      <a:pt x="1940" y="7203"/>
                      <a:pt x="1953" y="7203"/>
                    </a:cubicBezTo>
                    <a:cubicBezTo>
                      <a:pt x="2184" y="7203"/>
                      <a:pt x="2416" y="7246"/>
                      <a:pt x="2648" y="7246"/>
                    </a:cubicBezTo>
                    <a:lnTo>
                      <a:pt x="3045" y="7246"/>
                    </a:lnTo>
                    <a:cubicBezTo>
                      <a:pt x="3151" y="7246"/>
                      <a:pt x="3253" y="7280"/>
                      <a:pt x="3359" y="7280"/>
                    </a:cubicBezTo>
                    <a:cubicBezTo>
                      <a:pt x="3366" y="7280"/>
                      <a:pt x="3374" y="7279"/>
                      <a:pt x="3382" y="7279"/>
                    </a:cubicBezTo>
                    <a:cubicBezTo>
                      <a:pt x="3467" y="7275"/>
                      <a:pt x="3551" y="7274"/>
                      <a:pt x="3636" y="7274"/>
                    </a:cubicBezTo>
                    <a:cubicBezTo>
                      <a:pt x="3804" y="7274"/>
                      <a:pt x="3972" y="7279"/>
                      <a:pt x="4143" y="7279"/>
                    </a:cubicBezTo>
                    <a:cubicBezTo>
                      <a:pt x="4393" y="7279"/>
                      <a:pt x="4648" y="7279"/>
                      <a:pt x="4898" y="7274"/>
                    </a:cubicBezTo>
                    <a:cubicBezTo>
                      <a:pt x="4921" y="7273"/>
                      <a:pt x="4945" y="7272"/>
                      <a:pt x="4968" y="7272"/>
                    </a:cubicBezTo>
                    <a:cubicBezTo>
                      <a:pt x="5183" y="7272"/>
                      <a:pt x="5382" y="7312"/>
                      <a:pt x="5592" y="7312"/>
                    </a:cubicBezTo>
                    <a:cubicBezTo>
                      <a:pt x="5603" y="7312"/>
                      <a:pt x="5615" y="7312"/>
                      <a:pt x="5627" y="7312"/>
                    </a:cubicBezTo>
                    <a:cubicBezTo>
                      <a:pt x="5661" y="7310"/>
                      <a:pt x="5695" y="7309"/>
                      <a:pt x="5730" y="7309"/>
                    </a:cubicBezTo>
                    <a:cubicBezTo>
                      <a:pt x="5939" y="7309"/>
                      <a:pt x="6157" y="7333"/>
                      <a:pt x="6371" y="7333"/>
                    </a:cubicBezTo>
                    <a:lnTo>
                      <a:pt x="6735" y="7333"/>
                    </a:lnTo>
                    <a:cubicBezTo>
                      <a:pt x="6790" y="7333"/>
                      <a:pt x="6850" y="7333"/>
                      <a:pt x="6904" y="7339"/>
                    </a:cubicBezTo>
                    <a:cubicBezTo>
                      <a:pt x="6964" y="7350"/>
                      <a:pt x="7029" y="7361"/>
                      <a:pt x="7089" y="7361"/>
                    </a:cubicBezTo>
                    <a:cubicBezTo>
                      <a:pt x="7154" y="7355"/>
                      <a:pt x="7214" y="7333"/>
                      <a:pt x="7279" y="7328"/>
                    </a:cubicBezTo>
                    <a:cubicBezTo>
                      <a:pt x="7339" y="7328"/>
                      <a:pt x="7404" y="7339"/>
                      <a:pt x="7464" y="7339"/>
                    </a:cubicBezTo>
                    <a:cubicBezTo>
                      <a:pt x="7473" y="7339"/>
                      <a:pt x="7482" y="7340"/>
                      <a:pt x="7491" y="7340"/>
                    </a:cubicBezTo>
                    <a:cubicBezTo>
                      <a:pt x="7590" y="7340"/>
                      <a:pt x="7684" y="7313"/>
                      <a:pt x="7768" y="7263"/>
                    </a:cubicBezTo>
                    <a:cubicBezTo>
                      <a:pt x="7855" y="7208"/>
                      <a:pt x="7910" y="7121"/>
                      <a:pt x="7920" y="7018"/>
                    </a:cubicBezTo>
                    <a:cubicBezTo>
                      <a:pt x="7926" y="6969"/>
                      <a:pt x="7920" y="6920"/>
                      <a:pt x="7910" y="6871"/>
                    </a:cubicBezTo>
                    <a:cubicBezTo>
                      <a:pt x="7953" y="6741"/>
                      <a:pt x="7931" y="6578"/>
                      <a:pt x="7959" y="6464"/>
                    </a:cubicBezTo>
                    <a:cubicBezTo>
                      <a:pt x="7969" y="6398"/>
                      <a:pt x="7959" y="6339"/>
                      <a:pt x="7969" y="6273"/>
                    </a:cubicBezTo>
                    <a:cubicBezTo>
                      <a:pt x="7985" y="6215"/>
                      <a:pt x="7996" y="6156"/>
                      <a:pt x="8002" y="6097"/>
                    </a:cubicBezTo>
                    <a:lnTo>
                      <a:pt x="8002" y="6097"/>
                    </a:lnTo>
                    <a:cubicBezTo>
                      <a:pt x="8002" y="6098"/>
                      <a:pt x="8002" y="6099"/>
                      <a:pt x="8002" y="6100"/>
                    </a:cubicBezTo>
                    <a:lnTo>
                      <a:pt x="8002" y="6094"/>
                    </a:lnTo>
                    <a:cubicBezTo>
                      <a:pt x="8002" y="6095"/>
                      <a:pt x="8002" y="6096"/>
                      <a:pt x="8002" y="6097"/>
                    </a:cubicBezTo>
                    <a:lnTo>
                      <a:pt x="8002" y="6097"/>
                    </a:lnTo>
                    <a:cubicBezTo>
                      <a:pt x="7990" y="5990"/>
                      <a:pt x="7904" y="5942"/>
                      <a:pt x="7823" y="5893"/>
                    </a:cubicBezTo>
                    <a:cubicBezTo>
                      <a:pt x="7703" y="5811"/>
                      <a:pt x="7583" y="5746"/>
                      <a:pt x="7458" y="5686"/>
                    </a:cubicBezTo>
                    <a:cubicBezTo>
                      <a:pt x="7371" y="5648"/>
                      <a:pt x="7284" y="5621"/>
                      <a:pt x="7198" y="5594"/>
                    </a:cubicBezTo>
                    <a:lnTo>
                      <a:pt x="7198" y="5420"/>
                    </a:lnTo>
                    <a:cubicBezTo>
                      <a:pt x="7192" y="5333"/>
                      <a:pt x="7203" y="5246"/>
                      <a:pt x="7219" y="5159"/>
                    </a:cubicBezTo>
                    <a:cubicBezTo>
                      <a:pt x="7230" y="5083"/>
                      <a:pt x="7230" y="5001"/>
                      <a:pt x="7225" y="4925"/>
                    </a:cubicBezTo>
                    <a:cubicBezTo>
                      <a:pt x="7225" y="4844"/>
                      <a:pt x="7257" y="4773"/>
                      <a:pt x="7257" y="4692"/>
                    </a:cubicBezTo>
                    <a:cubicBezTo>
                      <a:pt x="7257" y="4610"/>
                      <a:pt x="7257" y="4529"/>
                      <a:pt x="7268" y="4452"/>
                    </a:cubicBezTo>
                    <a:cubicBezTo>
                      <a:pt x="7290" y="4360"/>
                      <a:pt x="7312" y="4273"/>
                      <a:pt x="7323" y="4181"/>
                    </a:cubicBezTo>
                    <a:cubicBezTo>
                      <a:pt x="7339" y="3996"/>
                      <a:pt x="7366" y="3806"/>
                      <a:pt x="7382" y="3615"/>
                    </a:cubicBezTo>
                    <a:cubicBezTo>
                      <a:pt x="7388" y="3539"/>
                      <a:pt x="7404" y="3469"/>
                      <a:pt x="7420" y="3392"/>
                    </a:cubicBezTo>
                    <a:cubicBezTo>
                      <a:pt x="7437" y="3311"/>
                      <a:pt x="7431" y="3229"/>
                      <a:pt x="7448" y="3148"/>
                    </a:cubicBezTo>
                    <a:cubicBezTo>
                      <a:pt x="7464" y="3066"/>
                      <a:pt x="7453" y="2985"/>
                      <a:pt x="7464" y="2898"/>
                    </a:cubicBezTo>
                    <a:cubicBezTo>
                      <a:pt x="7475" y="2816"/>
                      <a:pt x="7480" y="2724"/>
                      <a:pt x="7486" y="2637"/>
                    </a:cubicBezTo>
                    <a:cubicBezTo>
                      <a:pt x="7491" y="2550"/>
                      <a:pt x="7513" y="2474"/>
                      <a:pt x="7513" y="2392"/>
                    </a:cubicBezTo>
                    <a:cubicBezTo>
                      <a:pt x="7513" y="2289"/>
                      <a:pt x="7507" y="2191"/>
                      <a:pt x="7502" y="2088"/>
                    </a:cubicBezTo>
                    <a:cubicBezTo>
                      <a:pt x="7491" y="2006"/>
                      <a:pt x="7486" y="1919"/>
                      <a:pt x="7486" y="1838"/>
                    </a:cubicBezTo>
                    <a:cubicBezTo>
                      <a:pt x="7491" y="1751"/>
                      <a:pt x="7491" y="1669"/>
                      <a:pt x="7486" y="1582"/>
                    </a:cubicBezTo>
                    <a:cubicBezTo>
                      <a:pt x="7469" y="1495"/>
                      <a:pt x="7458" y="1408"/>
                      <a:pt x="7453" y="1321"/>
                    </a:cubicBezTo>
                    <a:cubicBezTo>
                      <a:pt x="7453" y="1218"/>
                      <a:pt x="7464" y="1109"/>
                      <a:pt x="7469" y="1001"/>
                    </a:cubicBezTo>
                    <a:cubicBezTo>
                      <a:pt x="7475" y="892"/>
                      <a:pt x="7480" y="810"/>
                      <a:pt x="7486" y="713"/>
                    </a:cubicBezTo>
                    <a:cubicBezTo>
                      <a:pt x="7496" y="615"/>
                      <a:pt x="7453" y="544"/>
                      <a:pt x="7431" y="452"/>
                    </a:cubicBezTo>
                    <a:cubicBezTo>
                      <a:pt x="7426" y="435"/>
                      <a:pt x="7410" y="425"/>
                      <a:pt x="7393" y="425"/>
                    </a:cubicBezTo>
                    <a:cubicBezTo>
                      <a:pt x="7377" y="376"/>
                      <a:pt x="7355" y="321"/>
                      <a:pt x="7323" y="278"/>
                    </a:cubicBezTo>
                    <a:cubicBezTo>
                      <a:pt x="7203" y="109"/>
                      <a:pt x="6991" y="33"/>
                      <a:pt x="6790" y="28"/>
                    </a:cubicBezTo>
                    <a:cubicBezTo>
                      <a:pt x="6736" y="23"/>
                      <a:pt x="6682" y="20"/>
                      <a:pt x="6629" y="20"/>
                    </a:cubicBezTo>
                    <a:cubicBezTo>
                      <a:pt x="6563" y="20"/>
                      <a:pt x="6497" y="24"/>
                      <a:pt x="6431" y="33"/>
                    </a:cubicBezTo>
                    <a:cubicBezTo>
                      <a:pt x="6306" y="49"/>
                      <a:pt x="6181" y="60"/>
                      <a:pt x="6061" y="60"/>
                    </a:cubicBezTo>
                    <a:cubicBezTo>
                      <a:pt x="5978" y="59"/>
                      <a:pt x="5895" y="58"/>
                      <a:pt x="5813" y="58"/>
                    </a:cubicBezTo>
                    <a:cubicBezTo>
                      <a:pt x="5648" y="58"/>
                      <a:pt x="5483" y="60"/>
                      <a:pt x="5317" y="60"/>
                    </a:cubicBezTo>
                    <a:cubicBezTo>
                      <a:pt x="5136" y="60"/>
                      <a:pt x="4957" y="63"/>
                      <a:pt x="4777" y="63"/>
                    </a:cubicBezTo>
                    <a:cubicBezTo>
                      <a:pt x="4687" y="63"/>
                      <a:pt x="4597" y="62"/>
                      <a:pt x="4507" y="60"/>
                    </a:cubicBezTo>
                    <a:cubicBezTo>
                      <a:pt x="4398" y="60"/>
                      <a:pt x="4295" y="28"/>
                      <a:pt x="4186" y="28"/>
                    </a:cubicBezTo>
                    <a:cubicBezTo>
                      <a:pt x="4144" y="32"/>
                      <a:pt x="4102" y="33"/>
                      <a:pt x="4061" y="33"/>
                    </a:cubicBezTo>
                    <a:cubicBezTo>
                      <a:pt x="3986" y="33"/>
                      <a:pt x="3912" y="27"/>
                      <a:pt x="3838" y="17"/>
                    </a:cubicBezTo>
                    <a:cubicBezTo>
                      <a:pt x="3757" y="6"/>
                      <a:pt x="3679" y="0"/>
                      <a:pt x="3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20"/>
              <p:cNvSpPr/>
              <p:nvPr/>
            </p:nvSpPr>
            <p:spPr>
              <a:xfrm>
                <a:off x="3330925" y="2431575"/>
                <a:ext cx="4250" cy="7350"/>
              </a:xfrm>
              <a:custGeom>
                <a:rect b="b" l="l" r="r" t="t"/>
                <a:pathLst>
                  <a:path extrusionOk="0" h="294" w="170">
                    <a:moveTo>
                      <a:pt x="51" y="0"/>
                    </a:moveTo>
                    <a:cubicBezTo>
                      <a:pt x="26" y="0"/>
                      <a:pt x="0" y="21"/>
                      <a:pt x="7" y="54"/>
                    </a:cubicBezTo>
                    <a:cubicBezTo>
                      <a:pt x="7" y="70"/>
                      <a:pt x="23" y="86"/>
                      <a:pt x="23" y="103"/>
                    </a:cubicBezTo>
                    <a:cubicBezTo>
                      <a:pt x="28" y="119"/>
                      <a:pt x="28" y="135"/>
                      <a:pt x="28" y="152"/>
                    </a:cubicBezTo>
                    <a:cubicBezTo>
                      <a:pt x="34" y="179"/>
                      <a:pt x="39" y="206"/>
                      <a:pt x="50" y="233"/>
                    </a:cubicBezTo>
                    <a:cubicBezTo>
                      <a:pt x="65" y="262"/>
                      <a:pt x="96" y="293"/>
                      <a:pt x="125" y="293"/>
                    </a:cubicBezTo>
                    <a:cubicBezTo>
                      <a:pt x="139" y="293"/>
                      <a:pt x="153" y="286"/>
                      <a:pt x="164" y="266"/>
                    </a:cubicBezTo>
                    <a:cubicBezTo>
                      <a:pt x="170" y="255"/>
                      <a:pt x="170" y="244"/>
                      <a:pt x="164" y="233"/>
                    </a:cubicBezTo>
                    <a:cubicBezTo>
                      <a:pt x="142" y="211"/>
                      <a:pt x="132" y="184"/>
                      <a:pt x="121" y="157"/>
                    </a:cubicBezTo>
                    <a:cubicBezTo>
                      <a:pt x="121" y="141"/>
                      <a:pt x="115" y="119"/>
                      <a:pt x="115" y="103"/>
                    </a:cubicBezTo>
                    <a:cubicBezTo>
                      <a:pt x="104" y="75"/>
                      <a:pt x="99" y="54"/>
                      <a:pt x="88" y="32"/>
                    </a:cubicBezTo>
                    <a:cubicBezTo>
                      <a:pt x="84" y="10"/>
                      <a:pt x="68" y="0"/>
                      <a:pt x="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20"/>
              <p:cNvSpPr/>
              <p:nvPr/>
            </p:nvSpPr>
            <p:spPr>
              <a:xfrm>
                <a:off x="3335550" y="2430650"/>
                <a:ext cx="4250" cy="7225"/>
              </a:xfrm>
              <a:custGeom>
                <a:rect b="b" l="l" r="r" t="t"/>
                <a:pathLst>
                  <a:path extrusionOk="0" h="289" w="170">
                    <a:moveTo>
                      <a:pt x="39" y="1"/>
                    </a:moveTo>
                    <a:cubicBezTo>
                      <a:pt x="20" y="1"/>
                      <a:pt x="1" y="15"/>
                      <a:pt x="1" y="42"/>
                    </a:cubicBezTo>
                    <a:cubicBezTo>
                      <a:pt x="1" y="74"/>
                      <a:pt x="6" y="107"/>
                      <a:pt x="12" y="140"/>
                    </a:cubicBezTo>
                    <a:cubicBezTo>
                      <a:pt x="12" y="167"/>
                      <a:pt x="17" y="189"/>
                      <a:pt x="23" y="216"/>
                    </a:cubicBezTo>
                    <a:cubicBezTo>
                      <a:pt x="32" y="258"/>
                      <a:pt x="70" y="288"/>
                      <a:pt x="116" y="288"/>
                    </a:cubicBezTo>
                    <a:cubicBezTo>
                      <a:pt x="123" y="288"/>
                      <a:pt x="130" y="288"/>
                      <a:pt x="137" y="286"/>
                    </a:cubicBezTo>
                    <a:cubicBezTo>
                      <a:pt x="169" y="275"/>
                      <a:pt x="169" y="227"/>
                      <a:pt x="137" y="216"/>
                    </a:cubicBezTo>
                    <a:cubicBezTo>
                      <a:pt x="142" y="216"/>
                      <a:pt x="131" y="216"/>
                      <a:pt x="126" y="210"/>
                    </a:cubicBezTo>
                    <a:cubicBezTo>
                      <a:pt x="121" y="205"/>
                      <a:pt x="115" y="205"/>
                      <a:pt x="115" y="199"/>
                    </a:cubicBezTo>
                    <a:cubicBezTo>
                      <a:pt x="110" y="189"/>
                      <a:pt x="104" y="178"/>
                      <a:pt x="104" y="161"/>
                    </a:cubicBezTo>
                    <a:cubicBezTo>
                      <a:pt x="93" y="123"/>
                      <a:pt x="82" y="80"/>
                      <a:pt x="77" y="42"/>
                    </a:cubicBezTo>
                    <a:cubicBezTo>
                      <a:pt x="77" y="15"/>
                      <a:pt x="58"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20"/>
              <p:cNvSpPr/>
              <p:nvPr/>
            </p:nvSpPr>
            <p:spPr>
              <a:xfrm>
                <a:off x="3340150" y="2430725"/>
                <a:ext cx="4400" cy="6550"/>
              </a:xfrm>
              <a:custGeom>
                <a:rect b="b" l="l" r="r" t="t"/>
                <a:pathLst>
                  <a:path extrusionOk="0" h="262" w="176">
                    <a:moveTo>
                      <a:pt x="40" y="1"/>
                    </a:moveTo>
                    <a:cubicBezTo>
                      <a:pt x="16" y="1"/>
                      <a:pt x="0" y="38"/>
                      <a:pt x="18" y="60"/>
                    </a:cubicBezTo>
                    <a:cubicBezTo>
                      <a:pt x="24" y="77"/>
                      <a:pt x="29" y="93"/>
                      <a:pt x="29" y="109"/>
                    </a:cubicBezTo>
                    <a:cubicBezTo>
                      <a:pt x="29" y="131"/>
                      <a:pt x="29" y="153"/>
                      <a:pt x="34" y="180"/>
                    </a:cubicBezTo>
                    <a:cubicBezTo>
                      <a:pt x="40" y="224"/>
                      <a:pt x="78" y="262"/>
                      <a:pt x="127" y="262"/>
                    </a:cubicBezTo>
                    <a:cubicBezTo>
                      <a:pt x="159" y="262"/>
                      <a:pt x="176" y="224"/>
                      <a:pt x="154" y="196"/>
                    </a:cubicBezTo>
                    <a:lnTo>
                      <a:pt x="154" y="196"/>
                    </a:lnTo>
                    <a:lnTo>
                      <a:pt x="154" y="202"/>
                    </a:lnTo>
                    <a:cubicBezTo>
                      <a:pt x="138" y="169"/>
                      <a:pt x="121" y="137"/>
                      <a:pt x="116" y="104"/>
                    </a:cubicBezTo>
                    <a:cubicBezTo>
                      <a:pt x="110" y="66"/>
                      <a:pt x="89" y="33"/>
                      <a:pt x="56" y="6"/>
                    </a:cubicBezTo>
                    <a:cubicBezTo>
                      <a:pt x="50" y="2"/>
                      <a:pt x="45" y="1"/>
                      <a:pt x="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20"/>
              <p:cNvSpPr/>
              <p:nvPr/>
            </p:nvSpPr>
            <p:spPr>
              <a:xfrm>
                <a:off x="3345750" y="2431675"/>
                <a:ext cx="3550" cy="5925"/>
              </a:xfrm>
              <a:custGeom>
                <a:rect b="b" l="l" r="r" t="t"/>
                <a:pathLst>
                  <a:path extrusionOk="0" h="237" w="142">
                    <a:moveTo>
                      <a:pt x="44" y="1"/>
                    </a:moveTo>
                    <a:cubicBezTo>
                      <a:pt x="17" y="1"/>
                      <a:pt x="1" y="50"/>
                      <a:pt x="28" y="66"/>
                    </a:cubicBezTo>
                    <a:cubicBezTo>
                      <a:pt x="50" y="77"/>
                      <a:pt x="39" y="109"/>
                      <a:pt x="44" y="131"/>
                    </a:cubicBezTo>
                    <a:cubicBezTo>
                      <a:pt x="44" y="169"/>
                      <a:pt x="60" y="202"/>
                      <a:pt x="82" y="229"/>
                    </a:cubicBezTo>
                    <a:cubicBezTo>
                      <a:pt x="90" y="234"/>
                      <a:pt x="97" y="237"/>
                      <a:pt x="104" y="237"/>
                    </a:cubicBezTo>
                    <a:cubicBezTo>
                      <a:pt x="112" y="237"/>
                      <a:pt x="120" y="233"/>
                      <a:pt x="126" y="224"/>
                    </a:cubicBezTo>
                    <a:cubicBezTo>
                      <a:pt x="137" y="202"/>
                      <a:pt x="142" y="175"/>
                      <a:pt x="131" y="148"/>
                    </a:cubicBezTo>
                    <a:lnTo>
                      <a:pt x="137" y="142"/>
                    </a:lnTo>
                    <a:cubicBezTo>
                      <a:pt x="131" y="126"/>
                      <a:pt x="131" y="104"/>
                      <a:pt x="126" y="82"/>
                    </a:cubicBezTo>
                    <a:cubicBezTo>
                      <a:pt x="115" y="44"/>
                      <a:pt x="93"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20"/>
              <p:cNvSpPr/>
              <p:nvPr/>
            </p:nvSpPr>
            <p:spPr>
              <a:xfrm>
                <a:off x="3353375" y="2432100"/>
                <a:ext cx="3675" cy="4900"/>
              </a:xfrm>
              <a:custGeom>
                <a:rect b="b" l="l" r="r" t="t"/>
                <a:pathLst>
                  <a:path extrusionOk="0" h="196" w="147">
                    <a:moveTo>
                      <a:pt x="49" y="0"/>
                    </a:moveTo>
                    <a:cubicBezTo>
                      <a:pt x="16" y="0"/>
                      <a:pt x="0" y="44"/>
                      <a:pt x="22" y="71"/>
                    </a:cubicBezTo>
                    <a:cubicBezTo>
                      <a:pt x="27" y="103"/>
                      <a:pt x="38" y="131"/>
                      <a:pt x="49" y="163"/>
                    </a:cubicBezTo>
                    <a:cubicBezTo>
                      <a:pt x="54" y="179"/>
                      <a:pt x="71" y="190"/>
                      <a:pt x="92" y="196"/>
                    </a:cubicBezTo>
                    <a:cubicBezTo>
                      <a:pt x="103" y="196"/>
                      <a:pt x="114" y="190"/>
                      <a:pt x="125" y="185"/>
                    </a:cubicBezTo>
                    <a:cubicBezTo>
                      <a:pt x="141" y="174"/>
                      <a:pt x="147" y="152"/>
                      <a:pt x="136" y="136"/>
                    </a:cubicBezTo>
                    <a:lnTo>
                      <a:pt x="131" y="125"/>
                    </a:lnTo>
                    <a:cubicBezTo>
                      <a:pt x="125" y="92"/>
                      <a:pt x="114" y="60"/>
                      <a:pt x="103" y="33"/>
                    </a:cubicBezTo>
                    <a:cubicBezTo>
                      <a:pt x="98" y="11"/>
                      <a:pt x="82" y="0"/>
                      <a:pt x="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20"/>
              <p:cNvSpPr/>
              <p:nvPr/>
            </p:nvSpPr>
            <p:spPr>
              <a:xfrm>
                <a:off x="3384900" y="2432075"/>
                <a:ext cx="3550" cy="5750"/>
              </a:xfrm>
              <a:custGeom>
                <a:rect b="b" l="l" r="r" t="t"/>
                <a:pathLst>
                  <a:path extrusionOk="0" h="230" w="142">
                    <a:moveTo>
                      <a:pt x="48" y="1"/>
                    </a:moveTo>
                    <a:cubicBezTo>
                      <a:pt x="32" y="1"/>
                      <a:pt x="16" y="9"/>
                      <a:pt x="11" y="28"/>
                    </a:cubicBezTo>
                    <a:cubicBezTo>
                      <a:pt x="0" y="93"/>
                      <a:pt x="27" y="218"/>
                      <a:pt x="103" y="229"/>
                    </a:cubicBezTo>
                    <a:cubicBezTo>
                      <a:pt x="125" y="229"/>
                      <a:pt x="141" y="208"/>
                      <a:pt x="141" y="186"/>
                    </a:cubicBezTo>
                    <a:cubicBezTo>
                      <a:pt x="136" y="153"/>
                      <a:pt x="131" y="121"/>
                      <a:pt x="109" y="93"/>
                    </a:cubicBezTo>
                    <a:cubicBezTo>
                      <a:pt x="98" y="77"/>
                      <a:pt x="93" y="61"/>
                      <a:pt x="87" y="39"/>
                    </a:cubicBezTo>
                    <a:cubicBezTo>
                      <a:pt x="90" y="15"/>
                      <a:pt x="69" y="1"/>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20"/>
              <p:cNvSpPr/>
              <p:nvPr/>
            </p:nvSpPr>
            <p:spPr>
              <a:xfrm>
                <a:off x="3390200" y="2431075"/>
                <a:ext cx="3150" cy="5775"/>
              </a:xfrm>
              <a:custGeom>
                <a:rect b="b" l="l" r="r" t="t"/>
                <a:pathLst>
                  <a:path extrusionOk="0" h="231" w="126">
                    <a:moveTo>
                      <a:pt x="66" y="0"/>
                    </a:moveTo>
                    <a:cubicBezTo>
                      <a:pt x="45" y="0"/>
                      <a:pt x="25" y="14"/>
                      <a:pt x="22" y="41"/>
                    </a:cubicBezTo>
                    <a:cubicBezTo>
                      <a:pt x="16" y="106"/>
                      <a:pt x="0" y="166"/>
                      <a:pt x="49" y="215"/>
                    </a:cubicBezTo>
                    <a:cubicBezTo>
                      <a:pt x="58" y="226"/>
                      <a:pt x="70" y="231"/>
                      <a:pt x="81" y="231"/>
                    </a:cubicBezTo>
                    <a:cubicBezTo>
                      <a:pt x="103" y="231"/>
                      <a:pt x="125" y="211"/>
                      <a:pt x="125" y="182"/>
                    </a:cubicBezTo>
                    <a:cubicBezTo>
                      <a:pt x="125" y="139"/>
                      <a:pt x="114" y="90"/>
                      <a:pt x="114" y="41"/>
                    </a:cubicBezTo>
                    <a:cubicBezTo>
                      <a:pt x="109" y="14"/>
                      <a:pt x="87"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20"/>
              <p:cNvSpPr/>
              <p:nvPr/>
            </p:nvSpPr>
            <p:spPr>
              <a:xfrm>
                <a:off x="3395650" y="2431000"/>
                <a:ext cx="3800" cy="5875"/>
              </a:xfrm>
              <a:custGeom>
                <a:rect b="b" l="l" r="r" t="t"/>
                <a:pathLst>
                  <a:path extrusionOk="0" h="235" w="152">
                    <a:moveTo>
                      <a:pt x="53" y="0"/>
                    </a:moveTo>
                    <a:cubicBezTo>
                      <a:pt x="10" y="0"/>
                      <a:pt x="1" y="51"/>
                      <a:pt x="27" y="77"/>
                    </a:cubicBezTo>
                    <a:cubicBezTo>
                      <a:pt x="27" y="147"/>
                      <a:pt x="32" y="229"/>
                      <a:pt x="114" y="234"/>
                    </a:cubicBezTo>
                    <a:cubicBezTo>
                      <a:pt x="135" y="229"/>
                      <a:pt x="146" y="218"/>
                      <a:pt x="146" y="196"/>
                    </a:cubicBezTo>
                    <a:cubicBezTo>
                      <a:pt x="152" y="185"/>
                      <a:pt x="146" y="169"/>
                      <a:pt x="146" y="153"/>
                    </a:cubicBezTo>
                    <a:cubicBezTo>
                      <a:pt x="146" y="136"/>
                      <a:pt x="141" y="120"/>
                      <a:pt x="141" y="104"/>
                    </a:cubicBezTo>
                    <a:cubicBezTo>
                      <a:pt x="135" y="77"/>
                      <a:pt x="130" y="49"/>
                      <a:pt x="119" y="22"/>
                    </a:cubicBezTo>
                    <a:cubicBezTo>
                      <a:pt x="108" y="6"/>
                      <a:pt x="92" y="1"/>
                      <a:pt x="76" y="1"/>
                    </a:cubicBezTo>
                    <a:lnTo>
                      <a:pt x="59" y="1"/>
                    </a:lnTo>
                    <a:cubicBezTo>
                      <a:pt x="57" y="0"/>
                      <a:pt x="55"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20"/>
              <p:cNvSpPr/>
              <p:nvPr/>
            </p:nvSpPr>
            <p:spPr>
              <a:xfrm>
                <a:off x="3403775" y="2430975"/>
                <a:ext cx="2875" cy="4725"/>
              </a:xfrm>
              <a:custGeom>
                <a:rect b="b" l="l" r="r" t="t"/>
                <a:pathLst>
                  <a:path extrusionOk="0" h="189" w="115">
                    <a:moveTo>
                      <a:pt x="58" y="0"/>
                    </a:moveTo>
                    <a:cubicBezTo>
                      <a:pt x="35" y="0"/>
                      <a:pt x="12" y="15"/>
                      <a:pt x="12" y="45"/>
                    </a:cubicBezTo>
                    <a:lnTo>
                      <a:pt x="12" y="83"/>
                    </a:lnTo>
                    <a:cubicBezTo>
                      <a:pt x="12" y="89"/>
                      <a:pt x="12" y="94"/>
                      <a:pt x="12" y="94"/>
                    </a:cubicBezTo>
                    <a:lnTo>
                      <a:pt x="12" y="99"/>
                    </a:lnTo>
                    <a:cubicBezTo>
                      <a:pt x="6" y="110"/>
                      <a:pt x="6" y="116"/>
                      <a:pt x="1" y="127"/>
                    </a:cubicBezTo>
                    <a:lnTo>
                      <a:pt x="1" y="137"/>
                    </a:lnTo>
                    <a:cubicBezTo>
                      <a:pt x="1" y="143"/>
                      <a:pt x="1" y="154"/>
                      <a:pt x="1" y="159"/>
                    </a:cubicBezTo>
                    <a:cubicBezTo>
                      <a:pt x="6" y="170"/>
                      <a:pt x="17" y="181"/>
                      <a:pt x="33" y="186"/>
                    </a:cubicBezTo>
                    <a:cubicBezTo>
                      <a:pt x="37" y="188"/>
                      <a:pt x="40" y="189"/>
                      <a:pt x="43" y="189"/>
                    </a:cubicBezTo>
                    <a:cubicBezTo>
                      <a:pt x="51" y="189"/>
                      <a:pt x="58" y="185"/>
                      <a:pt x="66" y="181"/>
                    </a:cubicBezTo>
                    <a:cubicBezTo>
                      <a:pt x="71" y="181"/>
                      <a:pt x="77" y="176"/>
                      <a:pt x="77" y="170"/>
                    </a:cubicBezTo>
                    <a:cubicBezTo>
                      <a:pt x="115" y="143"/>
                      <a:pt x="109" y="89"/>
                      <a:pt x="109" y="45"/>
                    </a:cubicBezTo>
                    <a:lnTo>
                      <a:pt x="104" y="45"/>
                    </a:lnTo>
                    <a:cubicBezTo>
                      <a:pt x="104" y="15"/>
                      <a:pt x="81"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20"/>
              <p:cNvSpPr/>
              <p:nvPr/>
            </p:nvSpPr>
            <p:spPr>
              <a:xfrm>
                <a:off x="3445700" y="2431975"/>
                <a:ext cx="3625" cy="6450"/>
              </a:xfrm>
              <a:custGeom>
                <a:rect b="b" l="l" r="r" t="t"/>
                <a:pathLst>
                  <a:path extrusionOk="0" h="258" w="145">
                    <a:moveTo>
                      <a:pt x="67" y="1"/>
                    </a:moveTo>
                    <a:cubicBezTo>
                      <a:pt x="31" y="1"/>
                      <a:pt x="1" y="41"/>
                      <a:pt x="31" y="76"/>
                    </a:cubicBezTo>
                    <a:cubicBezTo>
                      <a:pt x="47" y="92"/>
                      <a:pt x="31" y="130"/>
                      <a:pt x="31" y="152"/>
                    </a:cubicBezTo>
                    <a:cubicBezTo>
                      <a:pt x="25" y="184"/>
                      <a:pt x="31" y="217"/>
                      <a:pt x="52" y="244"/>
                    </a:cubicBezTo>
                    <a:cubicBezTo>
                      <a:pt x="60" y="252"/>
                      <a:pt x="71" y="257"/>
                      <a:pt x="83" y="257"/>
                    </a:cubicBezTo>
                    <a:cubicBezTo>
                      <a:pt x="87" y="257"/>
                      <a:pt x="91" y="257"/>
                      <a:pt x="96" y="255"/>
                    </a:cubicBezTo>
                    <a:cubicBezTo>
                      <a:pt x="123" y="244"/>
                      <a:pt x="139" y="222"/>
                      <a:pt x="128" y="206"/>
                    </a:cubicBezTo>
                    <a:cubicBezTo>
                      <a:pt x="139" y="136"/>
                      <a:pt x="145" y="54"/>
                      <a:pt x="96" y="10"/>
                    </a:cubicBezTo>
                    <a:cubicBezTo>
                      <a:pt x="87" y="4"/>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20"/>
              <p:cNvSpPr/>
              <p:nvPr/>
            </p:nvSpPr>
            <p:spPr>
              <a:xfrm>
                <a:off x="3451625" y="2432400"/>
                <a:ext cx="3275" cy="3925"/>
              </a:xfrm>
              <a:custGeom>
                <a:rect b="b" l="l" r="r" t="t"/>
                <a:pathLst>
                  <a:path extrusionOk="0" h="157" w="131">
                    <a:moveTo>
                      <a:pt x="73" y="1"/>
                    </a:moveTo>
                    <a:cubicBezTo>
                      <a:pt x="48" y="1"/>
                      <a:pt x="24" y="23"/>
                      <a:pt x="27" y="53"/>
                    </a:cubicBezTo>
                    <a:cubicBezTo>
                      <a:pt x="22" y="59"/>
                      <a:pt x="16" y="70"/>
                      <a:pt x="11" y="80"/>
                    </a:cubicBezTo>
                    <a:cubicBezTo>
                      <a:pt x="0" y="108"/>
                      <a:pt x="16" y="140"/>
                      <a:pt x="44" y="157"/>
                    </a:cubicBezTo>
                    <a:cubicBezTo>
                      <a:pt x="60" y="157"/>
                      <a:pt x="76" y="151"/>
                      <a:pt x="82" y="140"/>
                    </a:cubicBezTo>
                    <a:cubicBezTo>
                      <a:pt x="82" y="140"/>
                      <a:pt x="87" y="129"/>
                      <a:pt x="93" y="124"/>
                    </a:cubicBezTo>
                    <a:cubicBezTo>
                      <a:pt x="93" y="124"/>
                      <a:pt x="93" y="124"/>
                      <a:pt x="93" y="119"/>
                    </a:cubicBezTo>
                    <a:lnTo>
                      <a:pt x="103" y="113"/>
                    </a:lnTo>
                    <a:cubicBezTo>
                      <a:pt x="109" y="102"/>
                      <a:pt x="114" y="97"/>
                      <a:pt x="125" y="86"/>
                    </a:cubicBezTo>
                    <a:cubicBezTo>
                      <a:pt x="131" y="70"/>
                      <a:pt x="131" y="42"/>
                      <a:pt x="114" y="32"/>
                    </a:cubicBezTo>
                    <a:lnTo>
                      <a:pt x="120" y="26"/>
                    </a:lnTo>
                    <a:lnTo>
                      <a:pt x="103" y="15"/>
                    </a:lnTo>
                    <a:cubicBezTo>
                      <a:pt x="95" y="5"/>
                      <a:pt x="84"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20"/>
              <p:cNvSpPr/>
              <p:nvPr/>
            </p:nvSpPr>
            <p:spPr>
              <a:xfrm>
                <a:off x="3457600" y="2433350"/>
                <a:ext cx="3000" cy="3575"/>
              </a:xfrm>
              <a:custGeom>
                <a:rect b="b" l="l" r="r" t="t"/>
                <a:pathLst>
                  <a:path extrusionOk="0" h="143" w="120">
                    <a:moveTo>
                      <a:pt x="49" y="0"/>
                    </a:moveTo>
                    <a:cubicBezTo>
                      <a:pt x="44" y="0"/>
                      <a:pt x="38" y="2"/>
                      <a:pt x="33" y="4"/>
                    </a:cubicBezTo>
                    <a:cubicBezTo>
                      <a:pt x="11" y="10"/>
                      <a:pt x="0" y="26"/>
                      <a:pt x="0" y="48"/>
                    </a:cubicBezTo>
                    <a:cubicBezTo>
                      <a:pt x="0" y="59"/>
                      <a:pt x="6" y="70"/>
                      <a:pt x="11" y="81"/>
                    </a:cubicBezTo>
                    <a:lnTo>
                      <a:pt x="11" y="86"/>
                    </a:lnTo>
                    <a:cubicBezTo>
                      <a:pt x="0" y="102"/>
                      <a:pt x="11" y="124"/>
                      <a:pt x="27" y="135"/>
                    </a:cubicBezTo>
                    <a:cubicBezTo>
                      <a:pt x="35" y="139"/>
                      <a:pt x="46" y="143"/>
                      <a:pt x="55" y="143"/>
                    </a:cubicBezTo>
                    <a:cubicBezTo>
                      <a:pt x="59" y="143"/>
                      <a:pt x="62" y="142"/>
                      <a:pt x="66" y="140"/>
                    </a:cubicBezTo>
                    <a:lnTo>
                      <a:pt x="71" y="140"/>
                    </a:lnTo>
                    <a:cubicBezTo>
                      <a:pt x="76" y="140"/>
                      <a:pt x="82" y="140"/>
                      <a:pt x="87" y="135"/>
                    </a:cubicBezTo>
                    <a:cubicBezTo>
                      <a:pt x="93" y="129"/>
                      <a:pt x="98" y="124"/>
                      <a:pt x="104" y="113"/>
                    </a:cubicBezTo>
                    <a:lnTo>
                      <a:pt x="104" y="119"/>
                    </a:lnTo>
                    <a:cubicBezTo>
                      <a:pt x="114" y="108"/>
                      <a:pt x="120" y="91"/>
                      <a:pt x="120" y="75"/>
                    </a:cubicBezTo>
                    <a:cubicBezTo>
                      <a:pt x="120" y="53"/>
                      <a:pt x="114" y="32"/>
                      <a:pt x="98" y="21"/>
                    </a:cubicBezTo>
                    <a:lnTo>
                      <a:pt x="98" y="15"/>
                    </a:lnTo>
                    <a:cubicBezTo>
                      <a:pt x="93" y="10"/>
                      <a:pt x="82" y="4"/>
                      <a:pt x="71" y="4"/>
                    </a:cubicBezTo>
                    <a:lnTo>
                      <a:pt x="66" y="4"/>
                    </a:lnTo>
                    <a:cubicBezTo>
                      <a:pt x="60" y="2"/>
                      <a:pt x="55"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20"/>
              <p:cNvSpPr/>
              <p:nvPr/>
            </p:nvSpPr>
            <p:spPr>
              <a:xfrm>
                <a:off x="3460325" y="2436025"/>
                <a:ext cx="150" cy="175"/>
              </a:xfrm>
              <a:custGeom>
                <a:rect b="b" l="l" r="r" t="t"/>
                <a:pathLst>
                  <a:path extrusionOk="0" h="7" w="6">
                    <a:moveTo>
                      <a:pt x="0" y="6"/>
                    </a:moveTo>
                    <a:cubicBezTo>
                      <a:pt x="5" y="1"/>
                      <a:pt x="0" y="6"/>
                      <a:pt x="0" y="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120"/>
            <p:cNvGrpSpPr/>
            <p:nvPr/>
          </p:nvGrpSpPr>
          <p:grpSpPr>
            <a:xfrm>
              <a:off x="1158631" y="1485195"/>
              <a:ext cx="274315" cy="286797"/>
              <a:chOff x="3586550" y="2246875"/>
              <a:chExt cx="200625" cy="211300"/>
            </a:xfrm>
          </p:grpSpPr>
          <p:sp>
            <p:nvSpPr>
              <p:cNvPr id="4532" name="Google Shape;4532;p120"/>
              <p:cNvSpPr/>
              <p:nvPr/>
            </p:nvSpPr>
            <p:spPr>
              <a:xfrm>
                <a:off x="3586550" y="2246875"/>
                <a:ext cx="77500" cy="102625"/>
              </a:xfrm>
              <a:custGeom>
                <a:rect b="b" l="l" r="r" t="t"/>
                <a:pathLst>
                  <a:path extrusionOk="0" h="4105" w="3100">
                    <a:moveTo>
                      <a:pt x="1617" y="2517"/>
                    </a:moveTo>
                    <a:cubicBezTo>
                      <a:pt x="1659" y="2517"/>
                      <a:pt x="1701" y="2537"/>
                      <a:pt x="1746" y="2544"/>
                    </a:cubicBezTo>
                    <a:cubicBezTo>
                      <a:pt x="1758" y="2546"/>
                      <a:pt x="1770" y="2546"/>
                      <a:pt x="1782" y="2546"/>
                    </a:cubicBezTo>
                    <a:cubicBezTo>
                      <a:pt x="1811" y="2546"/>
                      <a:pt x="1839" y="2542"/>
                      <a:pt x="1867" y="2542"/>
                    </a:cubicBezTo>
                    <a:cubicBezTo>
                      <a:pt x="1896" y="2542"/>
                      <a:pt x="1924" y="2547"/>
                      <a:pt x="1952" y="2566"/>
                    </a:cubicBezTo>
                    <a:cubicBezTo>
                      <a:pt x="1941" y="2577"/>
                      <a:pt x="1931" y="2593"/>
                      <a:pt x="1920" y="2609"/>
                    </a:cubicBezTo>
                    <a:cubicBezTo>
                      <a:pt x="1903" y="2636"/>
                      <a:pt x="1898" y="2664"/>
                      <a:pt x="1876" y="2691"/>
                    </a:cubicBezTo>
                    <a:cubicBezTo>
                      <a:pt x="1838" y="2653"/>
                      <a:pt x="1784" y="2626"/>
                      <a:pt x="1729" y="2615"/>
                    </a:cubicBezTo>
                    <a:cubicBezTo>
                      <a:pt x="1714" y="2612"/>
                      <a:pt x="1698" y="2611"/>
                      <a:pt x="1682" y="2611"/>
                    </a:cubicBezTo>
                    <a:cubicBezTo>
                      <a:pt x="1660" y="2611"/>
                      <a:pt x="1638" y="2614"/>
                      <a:pt x="1615" y="2620"/>
                    </a:cubicBezTo>
                    <a:cubicBezTo>
                      <a:pt x="1572" y="2620"/>
                      <a:pt x="1534" y="2626"/>
                      <a:pt x="1496" y="2636"/>
                    </a:cubicBezTo>
                    <a:lnTo>
                      <a:pt x="1490" y="2636"/>
                    </a:lnTo>
                    <a:cubicBezTo>
                      <a:pt x="1501" y="2598"/>
                      <a:pt x="1517" y="2566"/>
                      <a:pt x="1545" y="2544"/>
                    </a:cubicBezTo>
                    <a:cubicBezTo>
                      <a:pt x="1569" y="2524"/>
                      <a:pt x="1593" y="2517"/>
                      <a:pt x="1617" y="2517"/>
                    </a:cubicBezTo>
                    <a:close/>
                    <a:moveTo>
                      <a:pt x="1523" y="228"/>
                    </a:moveTo>
                    <a:cubicBezTo>
                      <a:pt x="1572" y="239"/>
                      <a:pt x="1626" y="261"/>
                      <a:pt x="1675" y="272"/>
                    </a:cubicBezTo>
                    <a:cubicBezTo>
                      <a:pt x="1778" y="304"/>
                      <a:pt x="1876" y="359"/>
                      <a:pt x="1958" y="429"/>
                    </a:cubicBezTo>
                    <a:cubicBezTo>
                      <a:pt x="2028" y="495"/>
                      <a:pt x="2083" y="576"/>
                      <a:pt x="2121" y="663"/>
                    </a:cubicBezTo>
                    <a:cubicBezTo>
                      <a:pt x="2170" y="772"/>
                      <a:pt x="2208" y="886"/>
                      <a:pt x="2240" y="1000"/>
                    </a:cubicBezTo>
                    <a:cubicBezTo>
                      <a:pt x="2273" y="1104"/>
                      <a:pt x="2311" y="1196"/>
                      <a:pt x="2349" y="1299"/>
                    </a:cubicBezTo>
                    <a:cubicBezTo>
                      <a:pt x="2387" y="1413"/>
                      <a:pt x="2409" y="1533"/>
                      <a:pt x="2452" y="1653"/>
                    </a:cubicBezTo>
                    <a:cubicBezTo>
                      <a:pt x="2523" y="1859"/>
                      <a:pt x="2605" y="2060"/>
                      <a:pt x="2702" y="2256"/>
                    </a:cubicBezTo>
                    <a:cubicBezTo>
                      <a:pt x="2746" y="2354"/>
                      <a:pt x="2773" y="2452"/>
                      <a:pt x="2784" y="2560"/>
                    </a:cubicBezTo>
                    <a:cubicBezTo>
                      <a:pt x="2800" y="2669"/>
                      <a:pt x="2838" y="2778"/>
                      <a:pt x="2855" y="2886"/>
                    </a:cubicBezTo>
                    <a:cubicBezTo>
                      <a:pt x="2882" y="3104"/>
                      <a:pt x="2882" y="3327"/>
                      <a:pt x="2855" y="3544"/>
                    </a:cubicBezTo>
                    <a:cubicBezTo>
                      <a:pt x="2855" y="3582"/>
                      <a:pt x="2866" y="3642"/>
                      <a:pt x="2844" y="3675"/>
                    </a:cubicBezTo>
                    <a:lnTo>
                      <a:pt x="2849" y="3669"/>
                    </a:lnTo>
                    <a:lnTo>
                      <a:pt x="2849" y="3669"/>
                    </a:lnTo>
                    <a:cubicBezTo>
                      <a:pt x="2833" y="3702"/>
                      <a:pt x="2810" y="3707"/>
                      <a:pt x="2784" y="3707"/>
                    </a:cubicBezTo>
                    <a:cubicBezTo>
                      <a:pt x="2773" y="3707"/>
                      <a:pt x="2761" y="3706"/>
                      <a:pt x="2749" y="3706"/>
                    </a:cubicBezTo>
                    <a:cubicBezTo>
                      <a:pt x="2743" y="3706"/>
                      <a:pt x="2736" y="3707"/>
                      <a:pt x="2730" y="3707"/>
                    </a:cubicBezTo>
                    <a:cubicBezTo>
                      <a:pt x="2681" y="3718"/>
                      <a:pt x="2632" y="3724"/>
                      <a:pt x="2583" y="3729"/>
                    </a:cubicBezTo>
                    <a:cubicBezTo>
                      <a:pt x="2529" y="3729"/>
                      <a:pt x="2469" y="3702"/>
                      <a:pt x="2414" y="3702"/>
                    </a:cubicBezTo>
                    <a:cubicBezTo>
                      <a:pt x="2394" y="3700"/>
                      <a:pt x="2374" y="3700"/>
                      <a:pt x="2353" y="3700"/>
                    </a:cubicBezTo>
                    <a:cubicBezTo>
                      <a:pt x="2298" y="3700"/>
                      <a:pt x="2243" y="3705"/>
                      <a:pt x="2191" y="3713"/>
                    </a:cubicBezTo>
                    <a:cubicBezTo>
                      <a:pt x="2197" y="3664"/>
                      <a:pt x="2197" y="3615"/>
                      <a:pt x="2191" y="3566"/>
                    </a:cubicBezTo>
                    <a:cubicBezTo>
                      <a:pt x="2186" y="3435"/>
                      <a:pt x="2170" y="3305"/>
                      <a:pt x="2170" y="3175"/>
                    </a:cubicBezTo>
                    <a:cubicBezTo>
                      <a:pt x="2175" y="3066"/>
                      <a:pt x="2164" y="2952"/>
                      <a:pt x="2148" y="2843"/>
                    </a:cubicBezTo>
                    <a:cubicBezTo>
                      <a:pt x="2121" y="2740"/>
                      <a:pt x="2121" y="2620"/>
                      <a:pt x="2056" y="2528"/>
                    </a:cubicBezTo>
                    <a:cubicBezTo>
                      <a:pt x="2012" y="2473"/>
                      <a:pt x="1947" y="2441"/>
                      <a:pt x="1871" y="2441"/>
                    </a:cubicBezTo>
                    <a:lnTo>
                      <a:pt x="1729" y="2441"/>
                    </a:lnTo>
                    <a:cubicBezTo>
                      <a:pt x="1697" y="2424"/>
                      <a:pt x="1653" y="2419"/>
                      <a:pt x="1615" y="2414"/>
                    </a:cubicBezTo>
                    <a:cubicBezTo>
                      <a:pt x="1474" y="2430"/>
                      <a:pt x="1376" y="2560"/>
                      <a:pt x="1398" y="2696"/>
                    </a:cubicBezTo>
                    <a:cubicBezTo>
                      <a:pt x="1371" y="2729"/>
                      <a:pt x="1354" y="2761"/>
                      <a:pt x="1344" y="2799"/>
                    </a:cubicBezTo>
                    <a:cubicBezTo>
                      <a:pt x="1273" y="3022"/>
                      <a:pt x="1360" y="3262"/>
                      <a:pt x="1311" y="3484"/>
                    </a:cubicBezTo>
                    <a:cubicBezTo>
                      <a:pt x="1295" y="3550"/>
                      <a:pt x="1278" y="3615"/>
                      <a:pt x="1262" y="3675"/>
                    </a:cubicBezTo>
                    <a:cubicBezTo>
                      <a:pt x="1258" y="3648"/>
                      <a:pt x="1235" y="3628"/>
                      <a:pt x="1208" y="3628"/>
                    </a:cubicBezTo>
                    <a:cubicBezTo>
                      <a:pt x="1203" y="3628"/>
                      <a:pt x="1197" y="3629"/>
                      <a:pt x="1191" y="3631"/>
                    </a:cubicBezTo>
                    <a:cubicBezTo>
                      <a:pt x="1137" y="3631"/>
                      <a:pt x="1083" y="3620"/>
                      <a:pt x="1028" y="3604"/>
                    </a:cubicBezTo>
                    <a:cubicBezTo>
                      <a:pt x="993" y="3601"/>
                      <a:pt x="958" y="3600"/>
                      <a:pt x="922" y="3600"/>
                    </a:cubicBezTo>
                    <a:cubicBezTo>
                      <a:pt x="887" y="3600"/>
                      <a:pt x="852" y="3601"/>
                      <a:pt x="816" y="3604"/>
                    </a:cubicBezTo>
                    <a:cubicBezTo>
                      <a:pt x="762" y="3604"/>
                      <a:pt x="713" y="3609"/>
                      <a:pt x="664" y="3620"/>
                    </a:cubicBezTo>
                    <a:cubicBezTo>
                      <a:pt x="604" y="3637"/>
                      <a:pt x="544" y="3642"/>
                      <a:pt x="485" y="3642"/>
                    </a:cubicBezTo>
                    <a:cubicBezTo>
                      <a:pt x="572" y="3490"/>
                      <a:pt x="544" y="3327"/>
                      <a:pt x="577" y="3164"/>
                    </a:cubicBezTo>
                    <a:cubicBezTo>
                      <a:pt x="593" y="3077"/>
                      <a:pt x="599" y="2990"/>
                      <a:pt x="604" y="2908"/>
                    </a:cubicBezTo>
                    <a:cubicBezTo>
                      <a:pt x="604" y="2810"/>
                      <a:pt x="610" y="2713"/>
                      <a:pt x="631" y="2620"/>
                    </a:cubicBezTo>
                    <a:cubicBezTo>
                      <a:pt x="659" y="2457"/>
                      <a:pt x="675" y="2289"/>
                      <a:pt x="680" y="2120"/>
                    </a:cubicBezTo>
                    <a:cubicBezTo>
                      <a:pt x="691" y="2038"/>
                      <a:pt x="708" y="1957"/>
                      <a:pt x="729" y="1875"/>
                    </a:cubicBezTo>
                    <a:cubicBezTo>
                      <a:pt x="746" y="1799"/>
                      <a:pt x="746" y="1723"/>
                      <a:pt x="762" y="1647"/>
                    </a:cubicBezTo>
                    <a:cubicBezTo>
                      <a:pt x="800" y="1462"/>
                      <a:pt x="843" y="1283"/>
                      <a:pt x="898" y="1098"/>
                    </a:cubicBezTo>
                    <a:cubicBezTo>
                      <a:pt x="1006" y="783"/>
                      <a:pt x="1115" y="468"/>
                      <a:pt x="1365" y="234"/>
                    </a:cubicBezTo>
                    <a:cubicBezTo>
                      <a:pt x="1414" y="228"/>
                      <a:pt x="1469" y="228"/>
                      <a:pt x="1523" y="228"/>
                    </a:cubicBezTo>
                    <a:close/>
                    <a:moveTo>
                      <a:pt x="1990" y="2609"/>
                    </a:moveTo>
                    <a:cubicBezTo>
                      <a:pt x="2018" y="2669"/>
                      <a:pt x="2034" y="2740"/>
                      <a:pt x="2039" y="2810"/>
                    </a:cubicBezTo>
                    <a:cubicBezTo>
                      <a:pt x="2072" y="2990"/>
                      <a:pt x="2056" y="3158"/>
                      <a:pt x="2061" y="3338"/>
                    </a:cubicBezTo>
                    <a:cubicBezTo>
                      <a:pt x="2061" y="3414"/>
                      <a:pt x="2072" y="3490"/>
                      <a:pt x="2072" y="3561"/>
                    </a:cubicBezTo>
                    <a:cubicBezTo>
                      <a:pt x="2072" y="3615"/>
                      <a:pt x="2066" y="3669"/>
                      <a:pt x="2061" y="3724"/>
                    </a:cubicBezTo>
                    <a:lnTo>
                      <a:pt x="2061" y="3729"/>
                    </a:lnTo>
                    <a:lnTo>
                      <a:pt x="2034" y="3734"/>
                    </a:lnTo>
                    <a:lnTo>
                      <a:pt x="2028" y="3734"/>
                    </a:lnTo>
                    <a:cubicBezTo>
                      <a:pt x="2023" y="3713"/>
                      <a:pt x="2018" y="3691"/>
                      <a:pt x="2012" y="3664"/>
                    </a:cubicBezTo>
                    <a:cubicBezTo>
                      <a:pt x="1974" y="3446"/>
                      <a:pt x="2012" y="3223"/>
                      <a:pt x="1990" y="3006"/>
                    </a:cubicBezTo>
                    <a:cubicBezTo>
                      <a:pt x="1979" y="2925"/>
                      <a:pt x="1963" y="2848"/>
                      <a:pt x="1931" y="2772"/>
                    </a:cubicBezTo>
                    <a:lnTo>
                      <a:pt x="1941" y="2751"/>
                    </a:lnTo>
                    <a:cubicBezTo>
                      <a:pt x="1958" y="2713"/>
                      <a:pt x="1969" y="2674"/>
                      <a:pt x="1979" y="2642"/>
                    </a:cubicBezTo>
                    <a:cubicBezTo>
                      <a:pt x="1979" y="2626"/>
                      <a:pt x="1985" y="2620"/>
                      <a:pt x="1990" y="2609"/>
                    </a:cubicBezTo>
                    <a:close/>
                    <a:moveTo>
                      <a:pt x="1289" y="217"/>
                    </a:moveTo>
                    <a:lnTo>
                      <a:pt x="1289" y="217"/>
                    </a:lnTo>
                    <a:cubicBezTo>
                      <a:pt x="1246" y="234"/>
                      <a:pt x="1208" y="250"/>
                      <a:pt x="1170" y="277"/>
                    </a:cubicBezTo>
                    <a:cubicBezTo>
                      <a:pt x="1121" y="321"/>
                      <a:pt x="1072" y="370"/>
                      <a:pt x="1034" y="429"/>
                    </a:cubicBezTo>
                    <a:cubicBezTo>
                      <a:pt x="936" y="576"/>
                      <a:pt x="887" y="745"/>
                      <a:pt x="827" y="908"/>
                    </a:cubicBezTo>
                    <a:cubicBezTo>
                      <a:pt x="756" y="1082"/>
                      <a:pt x="702" y="1267"/>
                      <a:pt x="664" y="1451"/>
                    </a:cubicBezTo>
                    <a:cubicBezTo>
                      <a:pt x="626" y="1604"/>
                      <a:pt x="610" y="1761"/>
                      <a:pt x="572" y="1913"/>
                    </a:cubicBezTo>
                    <a:cubicBezTo>
                      <a:pt x="539" y="2082"/>
                      <a:pt x="517" y="2250"/>
                      <a:pt x="512" y="2419"/>
                    </a:cubicBezTo>
                    <a:cubicBezTo>
                      <a:pt x="496" y="2593"/>
                      <a:pt x="468" y="2767"/>
                      <a:pt x="463" y="2941"/>
                    </a:cubicBezTo>
                    <a:cubicBezTo>
                      <a:pt x="463" y="3039"/>
                      <a:pt x="430" y="3126"/>
                      <a:pt x="425" y="3223"/>
                    </a:cubicBezTo>
                    <a:cubicBezTo>
                      <a:pt x="414" y="3321"/>
                      <a:pt x="414" y="3403"/>
                      <a:pt x="398" y="3495"/>
                    </a:cubicBezTo>
                    <a:cubicBezTo>
                      <a:pt x="371" y="3593"/>
                      <a:pt x="327" y="3691"/>
                      <a:pt x="262" y="3778"/>
                    </a:cubicBezTo>
                    <a:cubicBezTo>
                      <a:pt x="262" y="3767"/>
                      <a:pt x="256" y="3762"/>
                      <a:pt x="256" y="3751"/>
                    </a:cubicBezTo>
                    <a:lnTo>
                      <a:pt x="251" y="3756"/>
                    </a:lnTo>
                    <a:cubicBezTo>
                      <a:pt x="251" y="3718"/>
                      <a:pt x="251" y="3680"/>
                      <a:pt x="256" y="3647"/>
                    </a:cubicBezTo>
                    <a:cubicBezTo>
                      <a:pt x="267" y="3533"/>
                      <a:pt x="294" y="3425"/>
                      <a:pt x="311" y="3310"/>
                    </a:cubicBezTo>
                    <a:cubicBezTo>
                      <a:pt x="338" y="3098"/>
                      <a:pt x="371" y="2886"/>
                      <a:pt x="414" y="2674"/>
                    </a:cubicBezTo>
                    <a:cubicBezTo>
                      <a:pt x="436" y="2555"/>
                      <a:pt x="425" y="2430"/>
                      <a:pt x="441" y="2310"/>
                    </a:cubicBezTo>
                    <a:cubicBezTo>
                      <a:pt x="457" y="2185"/>
                      <a:pt x="463" y="2049"/>
                      <a:pt x="479" y="1919"/>
                    </a:cubicBezTo>
                    <a:cubicBezTo>
                      <a:pt x="506" y="1663"/>
                      <a:pt x="550" y="1408"/>
                      <a:pt x="610" y="1158"/>
                    </a:cubicBezTo>
                    <a:cubicBezTo>
                      <a:pt x="664" y="913"/>
                      <a:pt x="729" y="674"/>
                      <a:pt x="903" y="484"/>
                    </a:cubicBezTo>
                    <a:cubicBezTo>
                      <a:pt x="985" y="397"/>
                      <a:pt x="1077" y="321"/>
                      <a:pt x="1175" y="261"/>
                    </a:cubicBezTo>
                    <a:cubicBezTo>
                      <a:pt x="1213" y="239"/>
                      <a:pt x="1251" y="228"/>
                      <a:pt x="1289" y="217"/>
                    </a:cubicBezTo>
                    <a:close/>
                    <a:moveTo>
                      <a:pt x="463" y="3680"/>
                    </a:moveTo>
                    <a:cubicBezTo>
                      <a:pt x="518" y="3720"/>
                      <a:pt x="596" y="3729"/>
                      <a:pt x="673" y="3729"/>
                    </a:cubicBezTo>
                    <a:cubicBezTo>
                      <a:pt x="732" y="3729"/>
                      <a:pt x="791" y="3724"/>
                      <a:pt x="838" y="3724"/>
                    </a:cubicBezTo>
                    <a:cubicBezTo>
                      <a:pt x="865" y="3721"/>
                      <a:pt x="894" y="3720"/>
                      <a:pt x="922" y="3720"/>
                    </a:cubicBezTo>
                    <a:cubicBezTo>
                      <a:pt x="951" y="3720"/>
                      <a:pt x="979" y="3721"/>
                      <a:pt x="1006" y="3724"/>
                    </a:cubicBezTo>
                    <a:cubicBezTo>
                      <a:pt x="1045" y="3729"/>
                      <a:pt x="1077" y="3745"/>
                      <a:pt x="1115" y="3751"/>
                    </a:cubicBezTo>
                    <a:cubicBezTo>
                      <a:pt x="1129" y="3756"/>
                      <a:pt x="1143" y="3758"/>
                      <a:pt x="1157" y="3758"/>
                    </a:cubicBezTo>
                    <a:cubicBezTo>
                      <a:pt x="1186" y="3758"/>
                      <a:pt x="1214" y="3747"/>
                      <a:pt x="1240" y="3729"/>
                    </a:cubicBezTo>
                    <a:lnTo>
                      <a:pt x="1240" y="3729"/>
                    </a:lnTo>
                    <a:cubicBezTo>
                      <a:pt x="1235" y="3740"/>
                      <a:pt x="1224" y="3756"/>
                      <a:pt x="1218" y="3767"/>
                    </a:cubicBezTo>
                    <a:cubicBezTo>
                      <a:pt x="1153" y="3838"/>
                      <a:pt x="1066" y="3876"/>
                      <a:pt x="974" y="3876"/>
                    </a:cubicBezTo>
                    <a:cubicBezTo>
                      <a:pt x="920" y="3876"/>
                      <a:pt x="871" y="3854"/>
                      <a:pt x="816" y="3854"/>
                    </a:cubicBezTo>
                    <a:lnTo>
                      <a:pt x="675" y="3854"/>
                    </a:lnTo>
                    <a:cubicBezTo>
                      <a:pt x="577" y="3838"/>
                      <a:pt x="474" y="3821"/>
                      <a:pt x="376" y="3805"/>
                    </a:cubicBezTo>
                    <a:cubicBezTo>
                      <a:pt x="409" y="3767"/>
                      <a:pt x="436" y="3724"/>
                      <a:pt x="463" y="3680"/>
                    </a:cubicBezTo>
                    <a:close/>
                    <a:moveTo>
                      <a:pt x="1528" y="1"/>
                    </a:moveTo>
                    <a:cubicBezTo>
                      <a:pt x="1477" y="1"/>
                      <a:pt x="1427" y="23"/>
                      <a:pt x="1371" y="27"/>
                    </a:cubicBezTo>
                    <a:cubicBezTo>
                      <a:pt x="1338" y="27"/>
                      <a:pt x="1305" y="44"/>
                      <a:pt x="1289" y="71"/>
                    </a:cubicBezTo>
                    <a:lnTo>
                      <a:pt x="1213" y="71"/>
                    </a:lnTo>
                    <a:cubicBezTo>
                      <a:pt x="1164" y="71"/>
                      <a:pt x="1115" y="87"/>
                      <a:pt x="1066" y="109"/>
                    </a:cubicBezTo>
                    <a:cubicBezTo>
                      <a:pt x="968" y="158"/>
                      <a:pt x="876" y="228"/>
                      <a:pt x="794" y="310"/>
                    </a:cubicBezTo>
                    <a:cubicBezTo>
                      <a:pt x="637" y="473"/>
                      <a:pt x="523" y="674"/>
                      <a:pt x="474" y="902"/>
                    </a:cubicBezTo>
                    <a:cubicBezTo>
                      <a:pt x="403" y="1147"/>
                      <a:pt x="354" y="1397"/>
                      <a:pt x="305" y="1647"/>
                    </a:cubicBezTo>
                    <a:cubicBezTo>
                      <a:pt x="278" y="1767"/>
                      <a:pt x="256" y="1881"/>
                      <a:pt x="245" y="1995"/>
                    </a:cubicBezTo>
                    <a:cubicBezTo>
                      <a:pt x="235" y="2136"/>
                      <a:pt x="202" y="2278"/>
                      <a:pt x="197" y="2419"/>
                    </a:cubicBezTo>
                    <a:cubicBezTo>
                      <a:pt x="202" y="2473"/>
                      <a:pt x="202" y="2522"/>
                      <a:pt x="197" y="2577"/>
                    </a:cubicBezTo>
                    <a:cubicBezTo>
                      <a:pt x="191" y="2636"/>
                      <a:pt x="169" y="2696"/>
                      <a:pt x="159" y="2756"/>
                    </a:cubicBezTo>
                    <a:cubicBezTo>
                      <a:pt x="142" y="2881"/>
                      <a:pt x="120" y="3001"/>
                      <a:pt x="104" y="3126"/>
                    </a:cubicBezTo>
                    <a:cubicBezTo>
                      <a:pt x="72" y="3332"/>
                      <a:pt x="1" y="3555"/>
                      <a:pt x="17" y="3767"/>
                    </a:cubicBezTo>
                    <a:cubicBezTo>
                      <a:pt x="33" y="4039"/>
                      <a:pt x="300" y="4023"/>
                      <a:pt x="501" y="4055"/>
                    </a:cubicBezTo>
                    <a:cubicBezTo>
                      <a:pt x="561" y="4061"/>
                      <a:pt x="621" y="4082"/>
                      <a:pt x="680" y="4088"/>
                    </a:cubicBezTo>
                    <a:cubicBezTo>
                      <a:pt x="717" y="4088"/>
                      <a:pt x="758" y="4083"/>
                      <a:pt x="797" y="4083"/>
                    </a:cubicBezTo>
                    <a:cubicBezTo>
                      <a:pt x="817" y="4083"/>
                      <a:pt x="836" y="4084"/>
                      <a:pt x="854" y="4088"/>
                    </a:cubicBezTo>
                    <a:cubicBezTo>
                      <a:pt x="909" y="4099"/>
                      <a:pt x="958" y="4104"/>
                      <a:pt x="1006" y="4104"/>
                    </a:cubicBezTo>
                    <a:cubicBezTo>
                      <a:pt x="1066" y="4099"/>
                      <a:pt x="1126" y="4082"/>
                      <a:pt x="1175" y="4061"/>
                    </a:cubicBezTo>
                    <a:cubicBezTo>
                      <a:pt x="1403" y="3974"/>
                      <a:pt x="1447" y="3794"/>
                      <a:pt x="1496" y="3571"/>
                    </a:cubicBezTo>
                    <a:cubicBezTo>
                      <a:pt x="1517" y="3463"/>
                      <a:pt x="1523" y="3354"/>
                      <a:pt x="1512" y="3240"/>
                    </a:cubicBezTo>
                    <a:cubicBezTo>
                      <a:pt x="1507" y="3175"/>
                      <a:pt x="1501" y="3115"/>
                      <a:pt x="1501" y="3050"/>
                    </a:cubicBezTo>
                    <a:cubicBezTo>
                      <a:pt x="1501" y="3001"/>
                      <a:pt x="1490" y="2859"/>
                      <a:pt x="1534" y="2821"/>
                    </a:cubicBezTo>
                    <a:cubicBezTo>
                      <a:pt x="1577" y="2810"/>
                      <a:pt x="1621" y="2799"/>
                      <a:pt x="1664" y="2799"/>
                    </a:cubicBezTo>
                    <a:cubicBezTo>
                      <a:pt x="1668" y="2799"/>
                      <a:pt x="1672" y="2799"/>
                      <a:pt x="1675" y="2799"/>
                    </a:cubicBezTo>
                    <a:cubicBezTo>
                      <a:pt x="1715" y="2799"/>
                      <a:pt x="1752" y="2825"/>
                      <a:pt x="1762" y="2865"/>
                    </a:cubicBezTo>
                    <a:cubicBezTo>
                      <a:pt x="1811" y="2973"/>
                      <a:pt x="1795" y="3120"/>
                      <a:pt x="1789" y="3240"/>
                    </a:cubicBezTo>
                    <a:cubicBezTo>
                      <a:pt x="1789" y="3354"/>
                      <a:pt x="1778" y="3484"/>
                      <a:pt x="1789" y="3609"/>
                    </a:cubicBezTo>
                    <a:cubicBezTo>
                      <a:pt x="1800" y="3702"/>
                      <a:pt x="1806" y="3821"/>
                      <a:pt x="1865" y="3898"/>
                    </a:cubicBezTo>
                    <a:cubicBezTo>
                      <a:pt x="1907" y="3942"/>
                      <a:pt x="1955" y="3954"/>
                      <a:pt x="2005" y="3954"/>
                    </a:cubicBezTo>
                    <a:cubicBezTo>
                      <a:pt x="2034" y="3954"/>
                      <a:pt x="2064" y="3950"/>
                      <a:pt x="2094" y="3946"/>
                    </a:cubicBezTo>
                    <a:cubicBezTo>
                      <a:pt x="2183" y="3933"/>
                      <a:pt x="2273" y="3923"/>
                      <a:pt x="2359" y="3923"/>
                    </a:cubicBezTo>
                    <a:cubicBezTo>
                      <a:pt x="2378" y="3923"/>
                      <a:pt x="2396" y="3924"/>
                      <a:pt x="2414" y="3925"/>
                    </a:cubicBezTo>
                    <a:cubicBezTo>
                      <a:pt x="2474" y="3930"/>
                      <a:pt x="2529" y="3946"/>
                      <a:pt x="2588" y="3952"/>
                    </a:cubicBezTo>
                    <a:cubicBezTo>
                      <a:pt x="2643" y="3946"/>
                      <a:pt x="2697" y="3941"/>
                      <a:pt x="2746" y="3930"/>
                    </a:cubicBezTo>
                    <a:cubicBezTo>
                      <a:pt x="2855" y="3919"/>
                      <a:pt x="2936" y="3925"/>
                      <a:pt x="3012" y="3832"/>
                    </a:cubicBezTo>
                    <a:cubicBezTo>
                      <a:pt x="3083" y="3745"/>
                      <a:pt x="3072" y="3658"/>
                      <a:pt x="3078" y="3561"/>
                    </a:cubicBezTo>
                    <a:cubicBezTo>
                      <a:pt x="3094" y="3430"/>
                      <a:pt x="3099" y="3300"/>
                      <a:pt x="3099" y="3169"/>
                    </a:cubicBezTo>
                    <a:cubicBezTo>
                      <a:pt x="3083" y="2930"/>
                      <a:pt x="3023" y="2702"/>
                      <a:pt x="2985" y="2462"/>
                    </a:cubicBezTo>
                    <a:cubicBezTo>
                      <a:pt x="2969" y="2332"/>
                      <a:pt x="2925" y="2207"/>
                      <a:pt x="2871" y="2093"/>
                    </a:cubicBezTo>
                    <a:cubicBezTo>
                      <a:pt x="2811" y="1968"/>
                      <a:pt x="2779" y="1837"/>
                      <a:pt x="2724" y="1718"/>
                    </a:cubicBezTo>
                    <a:cubicBezTo>
                      <a:pt x="2675" y="1582"/>
                      <a:pt x="2632" y="1446"/>
                      <a:pt x="2599" y="1310"/>
                    </a:cubicBezTo>
                    <a:cubicBezTo>
                      <a:pt x="2556" y="1174"/>
                      <a:pt x="2496" y="1038"/>
                      <a:pt x="2452" y="902"/>
                    </a:cubicBezTo>
                    <a:cubicBezTo>
                      <a:pt x="2382" y="669"/>
                      <a:pt x="2300" y="397"/>
                      <a:pt x="2105" y="239"/>
                    </a:cubicBezTo>
                    <a:cubicBezTo>
                      <a:pt x="2007" y="163"/>
                      <a:pt x="1898" y="98"/>
                      <a:pt x="1778" y="54"/>
                    </a:cubicBezTo>
                    <a:cubicBezTo>
                      <a:pt x="1713" y="38"/>
                      <a:pt x="1637" y="22"/>
                      <a:pt x="1566" y="5"/>
                    </a:cubicBezTo>
                    <a:cubicBezTo>
                      <a:pt x="1554" y="2"/>
                      <a:pt x="1541" y="1"/>
                      <a:pt x="15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20"/>
              <p:cNvSpPr/>
              <p:nvPr/>
            </p:nvSpPr>
            <p:spPr>
              <a:xfrm>
                <a:off x="3619175" y="2272550"/>
                <a:ext cx="18100" cy="24075"/>
              </a:xfrm>
              <a:custGeom>
                <a:rect b="b" l="l" r="r" t="t"/>
                <a:pathLst>
                  <a:path extrusionOk="0" h="963" w="724">
                    <a:moveTo>
                      <a:pt x="354" y="142"/>
                    </a:moveTo>
                    <a:cubicBezTo>
                      <a:pt x="386" y="142"/>
                      <a:pt x="446" y="250"/>
                      <a:pt x="463" y="278"/>
                    </a:cubicBezTo>
                    <a:cubicBezTo>
                      <a:pt x="506" y="354"/>
                      <a:pt x="533" y="446"/>
                      <a:pt x="539" y="539"/>
                    </a:cubicBezTo>
                    <a:cubicBezTo>
                      <a:pt x="544" y="615"/>
                      <a:pt x="517" y="707"/>
                      <a:pt x="539" y="778"/>
                    </a:cubicBezTo>
                    <a:lnTo>
                      <a:pt x="539" y="783"/>
                    </a:lnTo>
                    <a:lnTo>
                      <a:pt x="533" y="783"/>
                    </a:lnTo>
                    <a:lnTo>
                      <a:pt x="490" y="789"/>
                    </a:lnTo>
                    <a:lnTo>
                      <a:pt x="419" y="799"/>
                    </a:lnTo>
                    <a:lnTo>
                      <a:pt x="419" y="772"/>
                    </a:lnTo>
                    <a:cubicBezTo>
                      <a:pt x="414" y="696"/>
                      <a:pt x="414" y="620"/>
                      <a:pt x="403" y="544"/>
                    </a:cubicBezTo>
                    <a:cubicBezTo>
                      <a:pt x="392" y="435"/>
                      <a:pt x="359" y="332"/>
                      <a:pt x="294" y="240"/>
                    </a:cubicBezTo>
                    <a:cubicBezTo>
                      <a:pt x="316" y="191"/>
                      <a:pt x="337" y="142"/>
                      <a:pt x="354" y="142"/>
                    </a:cubicBezTo>
                    <a:close/>
                    <a:moveTo>
                      <a:pt x="261" y="332"/>
                    </a:moveTo>
                    <a:cubicBezTo>
                      <a:pt x="278" y="419"/>
                      <a:pt x="289" y="506"/>
                      <a:pt x="294" y="593"/>
                    </a:cubicBezTo>
                    <a:cubicBezTo>
                      <a:pt x="289" y="664"/>
                      <a:pt x="294" y="734"/>
                      <a:pt x="305" y="805"/>
                    </a:cubicBezTo>
                    <a:cubicBezTo>
                      <a:pt x="256" y="799"/>
                      <a:pt x="212" y="783"/>
                      <a:pt x="174" y="756"/>
                    </a:cubicBezTo>
                    <a:cubicBezTo>
                      <a:pt x="169" y="751"/>
                      <a:pt x="164" y="751"/>
                      <a:pt x="158" y="751"/>
                    </a:cubicBezTo>
                    <a:cubicBezTo>
                      <a:pt x="174" y="702"/>
                      <a:pt x="180" y="658"/>
                      <a:pt x="191" y="609"/>
                    </a:cubicBezTo>
                    <a:cubicBezTo>
                      <a:pt x="202" y="522"/>
                      <a:pt x="223" y="435"/>
                      <a:pt x="256" y="354"/>
                    </a:cubicBezTo>
                    <a:cubicBezTo>
                      <a:pt x="256" y="348"/>
                      <a:pt x="261" y="343"/>
                      <a:pt x="261" y="332"/>
                    </a:cubicBezTo>
                    <a:close/>
                    <a:moveTo>
                      <a:pt x="335" y="0"/>
                    </a:moveTo>
                    <a:cubicBezTo>
                      <a:pt x="293" y="0"/>
                      <a:pt x="249" y="21"/>
                      <a:pt x="207" y="71"/>
                    </a:cubicBezTo>
                    <a:cubicBezTo>
                      <a:pt x="125" y="185"/>
                      <a:pt x="71" y="321"/>
                      <a:pt x="49" y="462"/>
                    </a:cubicBezTo>
                    <a:cubicBezTo>
                      <a:pt x="28" y="604"/>
                      <a:pt x="0" y="734"/>
                      <a:pt x="39" y="870"/>
                    </a:cubicBezTo>
                    <a:cubicBezTo>
                      <a:pt x="48" y="891"/>
                      <a:pt x="69" y="902"/>
                      <a:pt x="88" y="902"/>
                    </a:cubicBezTo>
                    <a:cubicBezTo>
                      <a:pt x="104" y="902"/>
                      <a:pt x="118" y="895"/>
                      <a:pt x="125" y="881"/>
                    </a:cubicBezTo>
                    <a:cubicBezTo>
                      <a:pt x="131" y="892"/>
                      <a:pt x="142" y="908"/>
                      <a:pt x="153" y="919"/>
                    </a:cubicBezTo>
                    <a:cubicBezTo>
                      <a:pt x="191" y="952"/>
                      <a:pt x="245" y="963"/>
                      <a:pt x="294" y="963"/>
                    </a:cubicBezTo>
                    <a:cubicBezTo>
                      <a:pt x="359" y="963"/>
                      <a:pt x="430" y="957"/>
                      <a:pt x="495" y="946"/>
                    </a:cubicBezTo>
                    <a:cubicBezTo>
                      <a:pt x="544" y="946"/>
                      <a:pt x="593" y="930"/>
                      <a:pt x="636" y="908"/>
                    </a:cubicBezTo>
                    <a:cubicBezTo>
                      <a:pt x="723" y="848"/>
                      <a:pt x="691" y="691"/>
                      <a:pt x="685" y="604"/>
                    </a:cubicBezTo>
                    <a:cubicBezTo>
                      <a:pt x="685" y="473"/>
                      <a:pt x="653" y="343"/>
                      <a:pt x="593" y="223"/>
                    </a:cubicBezTo>
                    <a:cubicBezTo>
                      <a:pt x="535" y="123"/>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20"/>
              <p:cNvSpPr/>
              <p:nvPr/>
            </p:nvSpPr>
            <p:spPr>
              <a:xfrm>
                <a:off x="3667700" y="2247525"/>
                <a:ext cx="65650" cy="100925"/>
              </a:xfrm>
              <a:custGeom>
                <a:rect b="b" l="l" r="r" t="t"/>
                <a:pathLst>
                  <a:path extrusionOk="0" h="4037" w="2626">
                    <a:moveTo>
                      <a:pt x="326" y="262"/>
                    </a:moveTo>
                    <a:cubicBezTo>
                      <a:pt x="326" y="327"/>
                      <a:pt x="310" y="420"/>
                      <a:pt x="315" y="436"/>
                    </a:cubicBezTo>
                    <a:cubicBezTo>
                      <a:pt x="315" y="512"/>
                      <a:pt x="332" y="588"/>
                      <a:pt x="348" y="664"/>
                    </a:cubicBezTo>
                    <a:cubicBezTo>
                      <a:pt x="381" y="849"/>
                      <a:pt x="457" y="1029"/>
                      <a:pt x="462" y="1219"/>
                    </a:cubicBezTo>
                    <a:cubicBezTo>
                      <a:pt x="462" y="1311"/>
                      <a:pt x="484" y="1398"/>
                      <a:pt x="484" y="1491"/>
                    </a:cubicBezTo>
                    <a:cubicBezTo>
                      <a:pt x="484" y="1583"/>
                      <a:pt x="484" y="1681"/>
                      <a:pt x="484" y="1779"/>
                    </a:cubicBezTo>
                    <a:cubicBezTo>
                      <a:pt x="484" y="1958"/>
                      <a:pt x="468" y="2132"/>
                      <a:pt x="468" y="2311"/>
                    </a:cubicBezTo>
                    <a:cubicBezTo>
                      <a:pt x="468" y="2491"/>
                      <a:pt x="440" y="2665"/>
                      <a:pt x="446" y="2844"/>
                    </a:cubicBezTo>
                    <a:cubicBezTo>
                      <a:pt x="446" y="3024"/>
                      <a:pt x="440" y="3197"/>
                      <a:pt x="457" y="3371"/>
                    </a:cubicBezTo>
                    <a:cubicBezTo>
                      <a:pt x="462" y="3442"/>
                      <a:pt x="440" y="3567"/>
                      <a:pt x="446" y="3681"/>
                    </a:cubicBezTo>
                    <a:cubicBezTo>
                      <a:pt x="424" y="3660"/>
                      <a:pt x="402" y="3632"/>
                      <a:pt x="391" y="3600"/>
                    </a:cubicBezTo>
                    <a:cubicBezTo>
                      <a:pt x="353" y="3502"/>
                      <a:pt x="332" y="3399"/>
                      <a:pt x="337" y="3290"/>
                    </a:cubicBezTo>
                    <a:lnTo>
                      <a:pt x="337" y="2567"/>
                    </a:lnTo>
                    <a:cubicBezTo>
                      <a:pt x="337" y="2447"/>
                      <a:pt x="364" y="2333"/>
                      <a:pt x="370" y="2214"/>
                    </a:cubicBezTo>
                    <a:cubicBezTo>
                      <a:pt x="370" y="2089"/>
                      <a:pt x="359" y="1969"/>
                      <a:pt x="353" y="1849"/>
                    </a:cubicBezTo>
                    <a:cubicBezTo>
                      <a:pt x="337" y="1703"/>
                      <a:pt x="310" y="1561"/>
                      <a:pt x="272" y="1420"/>
                    </a:cubicBezTo>
                    <a:cubicBezTo>
                      <a:pt x="250" y="1284"/>
                      <a:pt x="228" y="1154"/>
                      <a:pt x="196" y="1023"/>
                    </a:cubicBezTo>
                    <a:cubicBezTo>
                      <a:pt x="158" y="909"/>
                      <a:pt x="136" y="789"/>
                      <a:pt x="130" y="670"/>
                    </a:cubicBezTo>
                    <a:lnTo>
                      <a:pt x="130" y="632"/>
                    </a:lnTo>
                    <a:cubicBezTo>
                      <a:pt x="141" y="621"/>
                      <a:pt x="147" y="605"/>
                      <a:pt x="147" y="588"/>
                    </a:cubicBezTo>
                    <a:cubicBezTo>
                      <a:pt x="152" y="550"/>
                      <a:pt x="174" y="512"/>
                      <a:pt x="179" y="474"/>
                    </a:cubicBezTo>
                    <a:cubicBezTo>
                      <a:pt x="179" y="436"/>
                      <a:pt x="179" y="398"/>
                      <a:pt x="185" y="360"/>
                    </a:cubicBezTo>
                    <a:cubicBezTo>
                      <a:pt x="217" y="306"/>
                      <a:pt x="266" y="268"/>
                      <a:pt x="326" y="262"/>
                    </a:cubicBezTo>
                    <a:close/>
                    <a:moveTo>
                      <a:pt x="1042" y="220"/>
                    </a:moveTo>
                    <a:cubicBezTo>
                      <a:pt x="1144" y="220"/>
                      <a:pt x="1246" y="227"/>
                      <a:pt x="1348" y="240"/>
                    </a:cubicBezTo>
                    <a:cubicBezTo>
                      <a:pt x="1517" y="262"/>
                      <a:pt x="1647" y="355"/>
                      <a:pt x="1788" y="436"/>
                    </a:cubicBezTo>
                    <a:cubicBezTo>
                      <a:pt x="1903" y="512"/>
                      <a:pt x="1995" y="621"/>
                      <a:pt x="2066" y="741"/>
                    </a:cubicBezTo>
                    <a:cubicBezTo>
                      <a:pt x="2147" y="887"/>
                      <a:pt x="2120" y="1078"/>
                      <a:pt x="2082" y="1235"/>
                    </a:cubicBezTo>
                    <a:cubicBezTo>
                      <a:pt x="2060" y="1317"/>
                      <a:pt x="2033" y="1398"/>
                      <a:pt x="2000" y="1480"/>
                    </a:cubicBezTo>
                    <a:cubicBezTo>
                      <a:pt x="1957" y="1545"/>
                      <a:pt x="1913" y="1605"/>
                      <a:pt x="1865" y="1659"/>
                    </a:cubicBezTo>
                    <a:cubicBezTo>
                      <a:pt x="1826" y="1708"/>
                      <a:pt x="1788" y="1752"/>
                      <a:pt x="1739" y="1784"/>
                    </a:cubicBezTo>
                    <a:cubicBezTo>
                      <a:pt x="1691" y="1817"/>
                      <a:pt x="1653" y="1866"/>
                      <a:pt x="1642" y="1920"/>
                    </a:cubicBezTo>
                    <a:cubicBezTo>
                      <a:pt x="1631" y="1969"/>
                      <a:pt x="1647" y="2018"/>
                      <a:pt x="1685" y="2040"/>
                    </a:cubicBezTo>
                    <a:cubicBezTo>
                      <a:pt x="1723" y="2061"/>
                      <a:pt x="1767" y="2078"/>
                      <a:pt x="1805" y="2083"/>
                    </a:cubicBezTo>
                    <a:cubicBezTo>
                      <a:pt x="1843" y="2094"/>
                      <a:pt x="1881" y="2116"/>
                      <a:pt x="1919" y="2127"/>
                    </a:cubicBezTo>
                    <a:cubicBezTo>
                      <a:pt x="2022" y="2165"/>
                      <a:pt x="2115" y="2230"/>
                      <a:pt x="2191" y="2306"/>
                    </a:cubicBezTo>
                    <a:cubicBezTo>
                      <a:pt x="2370" y="2475"/>
                      <a:pt x="2446" y="2730"/>
                      <a:pt x="2381" y="2969"/>
                    </a:cubicBezTo>
                    <a:cubicBezTo>
                      <a:pt x="2332" y="3192"/>
                      <a:pt x="2207" y="3431"/>
                      <a:pt x="2011" y="3551"/>
                    </a:cubicBezTo>
                    <a:cubicBezTo>
                      <a:pt x="1919" y="3611"/>
                      <a:pt x="1821" y="3665"/>
                      <a:pt x="1723" y="3719"/>
                    </a:cubicBezTo>
                    <a:cubicBezTo>
                      <a:pt x="1609" y="3774"/>
                      <a:pt x="1489" y="3806"/>
                      <a:pt x="1364" y="3812"/>
                    </a:cubicBezTo>
                    <a:cubicBezTo>
                      <a:pt x="1265" y="3825"/>
                      <a:pt x="1170" y="3854"/>
                      <a:pt x="1072" y="3854"/>
                    </a:cubicBezTo>
                    <a:cubicBezTo>
                      <a:pt x="1052" y="3854"/>
                      <a:pt x="1031" y="3853"/>
                      <a:pt x="1011" y="3850"/>
                    </a:cubicBezTo>
                    <a:cubicBezTo>
                      <a:pt x="892" y="3828"/>
                      <a:pt x="788" y="3779"/>
                      <a:pt x="669" y="3768"/>
                    </a:cubicBezTo>
                    <a:cubicBezTo>
                      <a:pt x="636" y="3763"/>
                      <a:pt x="598" y="3757"/>
                      <a:pt x="565" y="3747"/>
                    </a:cubicBezTo>
                    <a:cubicBezTo>
                      <a:pt x="538" y="3692"/>
                      <a:pt x="554" y="3545"/>
                      <a:pt x="560" y="3502"/>
                    </a:cubicBezTo>
                    <a:cubicBezTo>
                      <a:pt x="560" y="3371"/>
                      <a:pt x="538" y="3246"/>
                      <a:pt x="538" y="3121"/>
                    </a:cubicBezTo>
                    <a:cubicBezTo>
                      <a:pt x="538" y="2947"/>
                      <a:pt x="516" y="2757"/>
                      <a:pt x="544" y="2583"/>
                    </a:cubicBezTo>
                    <a:cubicBezTo>
                      <a:pt x="560" y="2431"/>
                      <a:pt x="565" y="2279"/>
                      <a:pt x="560" y="2127"/>
                    </a:cubicBezTo>
                    <a:cubicBezTo>
                      <a:pt x="565" y="2045"/>
                      <a:pt x="582" y="1964"/>
                      <a:pt x="582" y="1877"/>
                    </a:cubicBezTo>
                    <a:lnTo>
                      <a:pt x="582" y="1610"/>
                    </a:lnTo>
                    <a:cubicBezTo>
                      <a:pt x="582" y="1442"/>
                      <a:pt x="576" y="1273"/>
                      <a:pt x="560" y="1110"/>
                    </a:cubicBezTo>
                    <a:cubicBezTo>
                      <a:pt x="549" y="1034"/>
                      <a:pt x="522" y="958"/>
                      <a:pt x="495" y="887"/>
                    </a:cubicBezTo>
                    <a:cubicBezTo>
                      <a:pt x="473" y="811"/>
                      <a:pt x="457" y="735"/>
                      <a:pt x="446" y="659"/>
                    </a:cubicBezTo>
                    <a:cubicBezTo>
                      <a:pt x="424" y="567"/>
                      <a:pt x="413" y="474"/>
                      <a:pt x="402" y="382"/>
                    </a:cubicBezTo>
                    <a:cubicBezTo>
                      <a:pt x="402" y="338"/>
                      <a:pt x="402" y="295"/>
                      <a:pt x="402" y="251"/>
                    </a:cubicBezTo>
                    <a:cubicBezTo>
                      <a:pt x="549" y="235"/>
                      <a:pt x="696" y="240"/>
                      <a:pt x="843" y="230"/>
                    </a:cubicBezTo>
                    <a:cubicBezTo>
                      <a:pt x="909" y="223"/>
                      <a:pt x="976" y="220"/>
                      <a:pt x="1042" y="220"/>
                    </a:cubicBezTo>
                    <a:close/>
                    <a:moveTo>
                      <a:pt x="969" y="0"/>
                    </a:moveTo>
                    <a:cubicBezTo>
                      <a:pt x="853" y="0"/>
                      <a:pt x="736" y="6"/>
                      <a:pt x="620" y="18"/>
                    </a:cubicBezTo>
                    <a:cubicBezTo>
                      <a:pt x="440" y="28"/>
                      <a:pt x="250" y="34"/>
                      <a:pt x="114" y="153"/>
                    </a:cubicBezTo>
                    <a:cubicBezTo>
                      <a:pt x="60" y="197"/>
                      <a:pt x="22" y="262"/>
                      <a:pt x="11" y="333"/>
                    </a:cubicBezTo>
                    <a:cubicBezTo>
                      <a:pt x="5" y="371"/>
                      <a:pt x="11" y="414"/>
                      <a:pt x="11" y="458"/>
                    </a:cubicBezTo>
                    <a:cubicBezTo>
                      <a:pt x="5" y="501"/>
                      <a:pt x="0" y="539"/>
                      <a:pt x="0" y="583"/>
                    </a:cubicBezTo>
                    <a:cubicBezTo>
                      <a:pt x="0" y="615"/>
                      <a:pt x="22" y="643"/>
                      <a:pt x="49" y="654"/>
                    </a:cubicBezTo>
                    <a:cubicBezTo>
                      <a:pt x="38" y="762"/>
                      <a:pt x="44" y="871"/>
                      <a:pt x="65" y="980"/>
                    </a:cubicBezTo>
                    <a:cubicBezTo>
                      <a:pt x="98" y="1132"/>
                      <a:pt x="120" y="1284"/>
                      <a:pt x="130" y="1436"/>
                    </a:cubicBezTo>
                    <a:cubicBezTo>
                      <a:pt x="147" y="1583"/>
                      <a:pt x="190" y="1730"/>
                      <a:pt x="190" y="1882"/>
                    </a:cubicBezTo>
                    <a:cubicBezTo>
                      <a:pt x="201" y="2029"/>
                      <a:pt x="201" y="2170"/>
                      <a:pt x="185" y="2317"/>
                    </a:cubicBezTo>
                    <a:cubicBezTo>
                      <a:pt x="169" y="2453"/>
                      <a:pt x="163" y="2594"/>
                      <a:pt x="163" y="2735"/>
                    </a:cubicBezTo>
                    <a:cubicBezTo>
                      <a:pt x="163" y="2991"/>
                      <a:pt x="130" y="3268"/>
                      <a:pt x="179" y="3518"/>
                    </a:cubicBezTo>
                    <a:cubicBezTo>
                      <a:pt x="223" y="3747"/>
                      <a:pt x="386" y="3926"/>
                      <a:pt x="620" y="3942"/>
                    </a:cubicBezTo>
                    <a:cubicBezTo>
                      <a:pt x="756" y="3953"/>
                      <a:pt x="886" y="4018"/>
                      <a:pt x="1027" y="4035"/>
                    </a:cubicBezTo>
                    <a:cubicBezTo>
                      <a:pt x="1043" y="4036"/>
                      <a:pt x="1058" y="4036"/>
                      <a:pt x="1074" y="4036"/>
                    </a:cubicBezTo>
                    <a:cubicBezTo>
                      <a:pt x="1199" y="4036"/>
                      <a:pt x="1320" y="4001"/>
                      <a:pt x="1446" y="3991"/>
                    </a:cubicBezTo>
                    <a:cubicBezTo>
                      <a:pt x="1707" y="3975"/>
                      <a:pt x="1935" y="3839"/>
                      <a:pt x="2147" y="3698"/>
                    </a:cubicBezTo>
                    <a:cubicBezTo>
                      <a:pt x="2359" y="3556"/>
                      <a:pt x="2479" y="3317"/>
                      <a:pt x="2544" y="3083"/>
                    </a:cubicBezTo>
                    <a:cubicBezTo>
                      <a:pt x="2626" y="2812"/>
                      <a:pt x="2582" y="2513"/>
                      <a:pt x="2414" y="2273"/>
                    </a:cubicBezTo>
                    <a:lnTo>
                      <a:pt x="2414" y="2279"/>
                    </a:lnTo>
                    <a:cubicBezTo>
                      <a:pt x="2332" y="2170"/>
                      <a:pt x="2234" y="2072"/>
                      <a:pt x="2125" y="1996"/>
                    </a:cubicBezTo>
                    <a:cubicBezTo>
                      <a:pt x="2077" y="1969"/>
                      <a:pt x="2028" y="1947"/>
                      <a:pt x="1973" y="1931"/>
                    </a:cubicBezTo>
                    <a:cubicBezTo>
                      <a:pt x="1957" y="1926"/>
                      <a:pt x="1946" y="1920"/>
                      <a:pt x="1930" y="1915"/>
                    </a:cubicBezTo>
                    <a:cubicBezTo>
                      <a:pt x="1951" y="1893"/>
                      <a:pt x="1973" y="1866"/>
                      <a:pt x="1990" y="1844"/>
                    </a:cubicBezTo>
                    <a:cubicBezTo>
                      <a:pt x="2049" y="1779"/>
                      <a:pt x="2104" y="1708"/>
                      <a:pt x="2158" y="1632"/>
                    </a:cubicBezTo>
                    <a:cubicBezTo>
                      <a:pt x="2256" y="1458"/>
                      <a:pt x="2316" y="1268"/>
                      <a:pt x="2332" y="1072"/>
                    </a:cubicBezTo>
                    <a:cubicBezTo>
                      <a:pt x="2354" y="882"/>
                      <a:pt x="2305" y="692"/>
                      <a:pt x="2191" y="539"/>
                    </a:cubicBezTo>
                    <a:cubicBezTo>
                      <a:pt x="2136" y="474"/>
                      <a:pt x="2082" y="398"/>
                      <a:pt x="2022" y="338"/>
                    </a:cubicBezTo>
                    <a:cubicBezTo>
                      <a:pt x="1957" y="278"/>
                      <a:pt x="1886" y="230"/>
                      <a:pt x="1810" y="191"/>
                    </a:cubicBezTo>
                    <a:cubicBezTo>
                      <a:pt x="1647" y="88"/>
                      <a:pt x="1462" y="28"/>
                      <a:pt x="1272" y="12"/>
                    </a:cubicBezTo>
                    <a:cubicBezTo>
                      <a:pt x="1171" y="5"/>
                      <a:pt x="1070" y="0"/>
                      <a:pt x="9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20"/>
              <p:cNvSpPr/>
              <p:nvPr/>
            </p:nvSpPr>
            <p:spPr>
              <a:xfrm>
                <a:off x="3693775" y="2307575"/>
                <a:ext cx="20550" cy="23050"/>
              </a:xfrm>
              <a:custGeom>
                <a:rect b="b" l="l" r="r" t="t"/>
                <a:pathLst>
                  <a:path extrusionOk="0" h="922" w="822">
                    <a:moveTo>
                      <a:pt x="479" y="132"/>
                    </a:moveTo>
                    <a:cubicBezTo>
                      <a:pt x="501" y="132"/>
                      <a:pt x="528" y="143"/>
                      <a:pt x="544" y="154"/>
                    </a:cubicBezTo>
                    <a:cubicBezTo>
                      <a:pt x="615" y="203"/>
                      <a:pt x="664" y="279"/>
                      <a:pt x="680" y="361"/>
                    </a:cubicBezTo>
                    <a:cubicBezTo>
                      <a:pt x="691" y="442"/>
                      <a:pt x="686" y="529"/>
                      <a:pt x="669" y="611"/>
                    </a:cubicBezTo>
                    <a:lnTo>
                      <a:pt x="669" y="616"/>
                    </a:lnTo>
                    <a:cubicBezTo>
                      <a:pt x="653" y="665"/>
                      <a:pt x="615" y="703"/>
                      <a:pt x="566" y="719"/>
                    </a:cubicBezTo>
                    <a:cubicBezTo>
                      <a:pt x="577" y="698"/>
                      <a:pt x="582" y="676"/>
                      <a:pt x="588" y="654"/>
                    </a:cubicBezTo>
                    <a:cubicBezTo>
                      <a:pt x="610" y="551"/>
                      <a:pt x="604" y="442"/>
                      <a:pt x="577" y="339"/>
                    </a:cubicBezTo>
                    <a:cubicBezTo>
                      <a:pt x="566" y="274"/>
                      <a:pt x="528" y="214"/>
                      <a:pt x="474" y="181"/>
                    </a:cubicBezTo>
                    <a:cubicBezTo>
                      <a:pt x="436" y="165"/>
                      <a:pt x="398" y="154"/>
                      <a:pt x="359" y="149"/>
                    </a:cubicBezTo>
                    <a:cubicBezTo>
                      <a:pt x="376" y="138"/>
                      <a:pt x="387" y="132"/>
                      <a:pt x="398" y="132"/>
                    </a:cubicBezTo>
                    <a:lnTo>
                      <a:pt x="436" y="132"/>
                    </a:lnTo>
                    <a:cubicBezTo>
                      <a:pt x="441" y="135"/>
                      <a:pt x="448" y="136"/>
                      <a:pt x="455" y="136"/>
                    </a:cubicBezTo>
                    <a:cubicBezTo>
                      <a:pt x="463" y="136"/>
                      <a:pt x="471" y="135"/>
                      <a:pt x="479" y="132"/>
                    </a:cubicBezTo>
                    <a:close/>
                    <a:moveTo>
                      <a:pt x="283" y="214"/>
                    </a:moveTo>
                    <a:cubicBezTo>
                      <a:pt x="311" y="219"/>
                      <a:pt x="338" y="219"/>
                      <a:pt x="365" y="230"/>
                    </a:cubicBezTo>
                    <a:cubicBezTo>
                      <a:pt x="468" y="252"/>
                      <a:pt x="484" y="290"/>
                      <a:pt x="512" y="388"/>
                    </a:cubicBezTo>
                    <a:cubicBezTo>
                      <a:pt x="539" y="480"/>
                      <a:pt x="555" y="594"/>
                      <a:pt x="490" y="681"/>
                    </a:cubicBezTo>
                    <a:cubicBezTo>
                      <a:pt x="474" y="709"/>
                      <a:pt x="452" y="730"/>
                      <a:pt x="430" y="752"/>
                    </a:cubicBezTo>
                    <a:cubicBezTo>
                      <a:pt x="409" y="756"/>
                      <a:pt x="388" y="758"/>
                      <a:pt x="367" y="758"/>
                    </a:cubicBezTo>
                    <a:cubicBezTo>
                      <a:pt x="329" y="758"/>
                      <a:pt x="291" y="752"/>
                      <a:pt x="256" y="741"/>
                    </a:cubicBezTo>
                    <a:cubicBezTo>
                      <a:pt x="158" y="703"/>
                      <a:pt x="164" y="556"/>
                      <a:pt x="164" y="464"/>
                    </a:cubicBezTo>
                    <a:cubicBezTo>
                      <a:pt x="153" y="393"/>
                      <a:pt x="175" y="317"/>
                      <a:pt x="229" y="263"/>
                    </a:cubicBezTo>
                    <a:cubicBezTo>
                      <a:pt x="240" y="252"/>
                      <a:pt x="256" y="230"/>
                      <a:pt x="283" y="214"/>
                    </a:cubicBezTo>
                    <a:close/>
                    <a:moveTo>
                      <a:pt x="491" y="0"/>
                    </a:moveTo>
                    <a:cubicBezTo>
                      <a:pt x="451" y="0"/>
                      <a:pt x="412" y="10"/>
                      <a:pt x="376" y="29"/>
                    </a:cubicBezTo>
                    <a:cubicBezTo>
                      <a:pt x="316" y="45"/>
                      <a:pt x="256" y="73"/>
                      <a:pt x="207" y="116"/>
                    </a:cubicBezTo>
                    <a:cubicBezTo>
                      <a:pt x="104" y="192"/>
                      <a:pt x="28" y="268"/>
                      <a:pt x="12" y="404"/>
                    </a:cubicBezTo>
                    <a:cubicBezTo>
                      <a:pt x="1" y="540"/>
                      <a:pt x="1" y="709"/>
                      <a:pt x="93" y="823"/>
                    </a:cubicBezTo>
                    <a:cubicBezTo>
                      <a:pt x="155" y="897"/>
                      <a:pt x="246" y="921"/>
                      <a:pt x="338" y="921"/>
                    </a:cubicBezTo>
                    <a:cubicBezTo>
                      <a:pt x="367" y="921"/>
                      <a:pt x="396" y="919"/>
                      <a:pt x="425" y="915"/>
                    </a:cubicBezTo>
                    <a:cubicBezTo>
                      <a:pt x="555" y="904"/>
                      <a:pt x="669" y="839"/>
                      <a:pt x="751" y="741"/>
                    </a:cubicBezTo>
                    <a:cubicBezTo>
                      <a:pt x="822" y="638"/>
                      <a:pt x="816" y="486"/>
                      <a:pt x="811" y="366"/>
                    </a:cubicBezTo>
                    <a:cubicBezTo>
                      <a:pt x="800" y="236"/>
                      <a:pt x="735" y="121"/>
                      <a:pt x="631" y="45"/>
                    </a:cubicBezTo>
                    <a:cubicBezTo>
                      <a:pt x="589" y="15"/>
                      <a:pt x="540" y="0"/>
                      <a:pt x="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20"/>
              <p:cNvSpPr/>
              <p:nvPr/>
            </p:nvSpPr>
            <p:spPr>
              <a:xfrm>
                <a:off x="3689700" y="2265750"/>
                <a:ext cx="19050" cy="19750"/>
              </a:xfrm>
              <a:custGeom>
                <a:rect b="b" l="l" r="r" t="t"/>
                <a:pathLst>
                  <a:path extrusionOk="0" h="790" w="762">
                    <a:moveTo>
                      <a:pt x="202" y="272"/>
                    </a:moveTo>
                    <a:cubicBezTo>
                      <a:pt x="234" y="278"/>
                      <a:pt x="267" y="289"/>
                      <a:pt x="294" y="305"/>
                    </a:cubicBezTo>
                    <a:cubicBezTo>
                      <a:pt x="343" y="343"/>
                      <a:pt x="376" y="397"/>
                      <a:pt x="397" y="457"/>
                    </a:cubicBezTo>
                    <a:cubicBezTo>
                      <a:pt x="408" y="517"/>
                      <a:pt x="397" y="577"/>
                      <a:pt x="370" y="631"/>
                    </a:cubicBezTo>
                    <a:cubicBezTo>
                      <a:pt x="262" y="626"/>
                      <a:pt x="153" y="615"/>
                      <a:pt x="142" y="474"/>
                    </a:cubicBezTo>
                    <a:cubicBezTo>
                      <a:pt x="137" y="403"/>
                      <a:pt x="158" y="332"/>
                      <a:pt x="202" y="272"/>
                    </a:cubicBezTo>
                    <a:close/>
                    <a:moveTo>
                      <a:pt x="398" y="149"/>
                    </a:moveTo>
                    <a:cubicBezTo>
                      <a:pt x="406" y="149"/>
                      <a:pt x="414" y="150"/>
                      <a:pt x="425" y="153"/>
                    </a:cubicBezTo>
                    <a:cubicBezTo>
                      <a:pt x="501" y="180"/>
                      <a:pt x="566" y="234"/>
                      <a:pt x="593" y="310"/>
                    </a:cubicBezTo>
                    <a:cubicBezTo>
                      <a:pt x="626" y="387"/>
                      <a:pt x="637" y="468"/>
                      <a:pt x="631" y="544"/>
                    </a:cubicBezTo>
                    <a:cubicBezTo>
                      <a:pt x="620" y="588"/>
                      <a:pt x="593" y="626"/>
                      <a:pt x="555" y="653"/>
                    </a:cubicBezTo>
                    <a:cubicBezTo>
                      <a:pt x="555" y="658"/>
                      <a:pt x="550" y="664"/>
                      <a:pt x="550" y="669"/>
                    </a:cubicBezTo>
                    <a:lnTo>
                      <a:pt x="501" y="647"/>
                    </a:lnTo>
                    <a:cubicBezTo>
                      <a:pt x="490" y="642"/>
                      <a:pt x="474" y="642"/>
                      <a:pt x="457" y="637"/>
                    </a:cubicBezTo>
                    <a:cubicBezTo>
                      <a:pt x="484" y="550"/>
                      <a:pt x="512" y="468"/>
                      <a:pt x="452" y="370"/>
                    </a:cubicBezTo>
                    <a:cubicBezTo>
                      <a:pt x="425" y="321"/>
                      <a:pt x="408" y="256"/>
                      <a:pt x="365" y="218"/>
                    </a:cubicBezTo>
                    <a:cubicBezTo>
                      <a:pt x="343" y="202"/>
                      <a:pt x="321" y="191"/>
                      <a:pt x="294" y="191"/>
                    </a:cubicBezTo>
                    <a:lnTo>
                      <a:pt x="300" y="191"/>
                    </a:lnTo>
                    <a:cubicBezTo>
                      <a:pt x="345" y="177"/>
                      <a:pt x="360" y="149"/>
                      <a:pt x="398" y="149"/>
                    </a:cubicBezTo>
                    <a:close/>
                    <a:moveTo>
                      <a:pt x="397" y="1"/>
                    </a:moveTo>
                    <a:cubicBezTo>
                      <a:pt x="326" y="1"/>
                      <a:pt x="268" y="44"/>
                      <a:pt x="218" y="98"/>
                    </a:cubicBezTo>
                    <a:cubicBezTo>
                      <a:pt x="175" y="126"/>
                      <a:pt x="137" y="158"/>
                      <a:pt x="104" y="196"/>
                    </a:cubicBezTo>
                    <a:cubicBezTo>
                      <a:pt x="33" y="283"/>
                      <a:pt x="1" y="392"/>
                      <a:pt x="17" y="501"/>
                    </a:cubicBezTo>
                    <a:cubicBezTo>
                      <a:pt x="22" y="609"/>
                      <a:pt x="93" y="702"/>
                      <a:pt x="196" y="740"/>
                    </a:cubicBezTo>
                    <a:cubicBezTo>
                      <a:pt x="251" y="751"/>
                      <a:pt x="305" y="756"/>
                      <a:pt x="359" y="756"/>
                    </a:cubicBezTo>
                    <a:cubicBezTo>
                      <a:pt x="420" y="756"/>
                      <a:pt x="476" y="789"/>
                      <a:pt x="537" y="789"/>
                    </a:cubicBezTo>
                    <a:cubicBezTo>
                      <a:pt x="541" y="789"/>
                      <a:pt x="545" y="789"/>
                      <a:pt x="550" y="789"/>
                    </a:cubicBezTo>
                    <a:cubicBezTo>
                      <a:pt x="626" y="789"/>
                      <a:pt x="724" y="675"/>
                      <a:pt x="745" y="599"/>
                    </a:cubicBezTo>
                    <a:cubicBezTo>
                      <a:pt x="762" y="474"/>
                      <a:pt x="745" y="343"/>
                      <a:pt x="696" y="229"/>
                    </a:cubicBezTo>
                    <a:cubicBezTo>
                      <a:pt x="647" y="120"/>
                      <a:pt x="555" y="39"/>
                      <a:pt x="441" y="6"/>
                    </a:cubicBezTo>
                    <a:cubicBezTo>
                      <a:pt x="426" y="2"/>
                      <a:pt x="411" y="1"/>
                      <a:pt x="3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20"/>
              <p:cNvSpPr/>
              <p:nvPr/>
            </p:nvSpPr>
            <p:spPr>
              <a:xfrm>
                <a:off x="3733200" y="2250500"/>
                <a:ext cx="53975" cy="91800"/>
              </a:xfrm>
              <a:custGeom>
                <a:rect b="b" l="l" r="r" t="t"/>
                <a:pathLst>
                  <a:path extrusionOk="0" h="3672" w="2159">
                    <a:moveTo>
                      <a:pt x="1185" y="198"/>
                    </a:moveTo>
                    <a:lnTo>
                      <a:pt x="1185" y="198"/>
                    </a:lnTo>
                    <a:cubicBezTo>
                      <a:pt x="1158" y="208"/>
                      <a:pt x="1131" y="214"/>
                      <a:pt x="1109" y="219"/>
                    </a:cubicBezTo>
                    <a:lnTo>
                      <a:pt x="1093" y="219"/>
                    </a:lnTo>
                    <a:cubicBezTo>
                      <a:pt x="1125" y="208"/>
                      <a:pt x="1152" y="203"/>
                      <a:pt x="1185" y="198"/>
                    </a:cubicBezTo>
                    <a:close/>
                    <a:moveTo>
                      <a:pt x="1609" y="997"/>
                    </a:moveTo>
                    <a:cubicBezTo>
                      <a:pt x="1604" y="1013"/>
                      <a:pt x="1598" y="1024"/>
                      <a:pt x="1593" y="1035"/>
                    </a:cubicBezTo>
                    <a:cubicBezTo>
                      <a:pt x="1582" y="1045"/>
                      <a:pt x="1576" y="1051"/>
                      <a:pt x="1576" y="1051"/>
                    </a:cubicBezTo>
                    <a:lnTo>
                      <a:pt x="1549" y="1051"/>
                    </a:lnTo>
                    <a:cubicBezTo>
                      <a:pt x="1539" y="1053"/>
                      <a:pt x="1529" y="1054"/>
                      <a:pt x="1518" y="1054"/>
                    </a:cubicBezTo>
                    <a:cubicBezTo>
                      <a:pt x="1482" y="1054"/>
                      <a:pt x="1443" y="1045"/>
                      <a:pt x="1405" y="1045"/>
                    </a:cubicBezTo>
                    <a:cubicBezTo>
                      <a:pt x="1399" y="1045"/>
                      <a:pt x="1392" y="1045"/>
                      <a:pt x="1386" y="1045"/>
                    </a:cubicBezTo>
                    <a:cubicBezTo>
                      <a:pt x="1310" y="1056"/>
                      <a:pt x="1239" y="1078"/>
                      <a:pt x="1169" y="1111"/>
                    </a:cubicBezTo>
                    <a:cubicBezTo>
                      <a:pt x="1114" y="1138"/>
                      <a:pt x="1055" y="1171"/>
                      <a:pt x="1006" y="1209"/>
                    </a:cubicBezTo>
                    <a:cubicBezTo>
                      <a:pt x="1017" y="1171"/>
                      <a:pt x="1038" y="1138"/>
                      <a:pt x="1060" y="1111"/>
                    </a:cubicBezTo>
                    <a:cubicBezTo>
                      <a:pt x="1142" y="1024"/>
                      <a:pt x="1250" y="1007"/>
                      <a:pt x="1354" y="997"/>
                    </a:cubicBezTo>
                    <a:cubicBezTo>
                      <a:pt x="1374" y="1005"/>
                      <a:pt x="1396" y="1010"/>
                      <a:pt x="1420" y="1010"/>
                    </a:cubicBezTo>
                    <a:cubicBezTo>
                      <a:pt x="1429" y="1010"/>
                      <a:pt x="1437" y="1009"/>
                      <a:pt x="1446" y="1007"/>
                    </a:cubicBezTo>
                    <a:cubicBezTo>
                      <a:pt x="1473" y="1007"/>
                      <a:pt x="1500" y="997"/>
                      <a:pt x="1533" y="997"/>
                    </a:cubicBezTo>
                    <a:close/>
                    <a:moveTo>
                      <a:pt x="1528" y="219"/>
                    </a:moveTo>
                    <a:cubicBezTo>
                      <a:pt x="1541" y="222"/>
                      <a:pt x="1559" y="222"/>
                      <a:pt x="1576" y="222"/>
                    </a:cubicBezTo>
                    <a:cubicBezTo>
                      <a:pt x="1593" y="222"/>
                      <a:pt x="1609" y="222"/>
                      <a:pt x="1620" y="225"/>
                    </a:cubicBezTo>
                    <a:cubicBezTo>
                      <a:pt x="1663" y="236"/>
                      <a:pt x="1696" y="279"/>
                      <a:pt x="1696" y="328"/>
                    </a:cubicBezTo>
                    <a:cubicBezTo>
                      <a:pt x="1701" y="415"/>
                      <a:pt x="1701" y="502"/>
                      <a:pt x="1691" y="589"/>
                    </a:cubicBezTo>
                    <a:cubicBezTo>
                      <a:pt x="1691" y="670"/>
                      <a:pt x="1674" y="752"/>
                      <a:pt x="1647" y="834"/>
                    </a:cubicBezTo>
                    <a:cubicBezTo>
                      <a:pt x="1647" y="844"/>
                      <a:pt x="1642" y="850"/>
                      <a:pt x="1642" y="861"/>
                    </a:cubicBezTo>
                    <a:cubicBezTo>
                      <a:pt x="1622" y="857"/>
                      <a:pt x="1601" y="855"/>
                      <a:pt x="1581" y="855"/>
                    </a:cubicBezTo>
                    <a:cubicBezTo>
                      <a:pt x="1539" y="855"/>
                      <a:pt x="1497" y="862"/>
                      <a:pt x="1457" y="877"/>
                    </a:cubicBezTo>
                    <a:cubicBezTo>
                      <a:pt x="1299" y="877"/>
                      <a:pt x="1104" y="926"/>
                      <a:pt x="1000" y="1035"/>
                    </a:cubicBezTo>
                    <a:cubicBezTo>
                      <a:pt x="930" y="1127"/>
                      <a:pt x="881" y="1241"/>
                      <a:pt x="870" y="1355"/>
                    </a:cubicBezTo>
                    <a:lnTo>
                      <a:pt x="864" y="1377"/>
                    </a:lnTo>
                    <a:cubicBezTo>
                      <a:pt x="815" y="1535"/>
                      <a:pt x="799" y="1698"/>
                      <a:pt x="810" y="1861"/>
                    </a:cubicBezTo>
                    <a:cubicBezTo>
                      <a:pt x="805" y="2046"/>
                      <a:pt x="837" y="2225"/>
                      <a:pt x="902" y="2399"/>
                    </a:cubicBezTo>
                    <a:cubicBezTo>
                      <a:pt x="962" y="2551"/>
                      <a:pt x="1060" y="2584"/>
                      <a:pt x="1207" y="2633"/>
                    </a:cubicBezTo>
                    <a:cubicBezTo>
                      <a:pt x="1301" y="2664"/>
                      <a:pt x="1400" y="2680"/>
                      <a:pt x="1499" y="2680"/>
                    </a:cubicBezTo>
                    <a:cubicBezTo>
                      <a:pt x="1554" y="2680"/>
                      <a:pt x="1609" y="2675"/>
                      <a:pt x="1663" y="2665"/>
                    </a:cubicBezTo>
                    <a:cubicBezTo>
                      <a:pt x="1729" y="2644"/>
                      <a:pt x="1799" y="2627"/>
                      <a:pt x="1870" y="2616"/>
                    </a:cubicBezTo>
                    <a:cubicBezTo>
                      <a:pt x="1881" y="2616"/>
                      <a:pt x="1889" y="2616"/>
                      <a:pt x="1895" y="2616"/>
                    </a:cubicBezTo>
                    <a:cubicBezTo>
                      <a:pt x="1915" y="2616"/>
                      <a:pt x="1918" y="2619"/>
                      <a:pt x="1930" y="2644"/>
                    </a:cubicBezTo>
                    <a:cubicBezTo>
                      <a:pt x="1930" y="2676"/>
                      <a:pt x="1930" y="2709"/>
                      <a:pt x="1924" y="2741"/>
                    </a:cubicBezTo>
                    <a:cubicBezTo>
                      <a:pt x="1919" y="2910"/>
                      <a:pt x="1952" y="3095"/>
                      <a:pt x="1897" y="3263"/>
                    </a:cubicBezTo>
                    <a:lnTo>
                      <a:pt x="1903" y="3263"/>
                    </a:lnTo>
                    <a:cubicBezTo>
                      <a:pt x="1903" y="3274"/>
                      <a:pt x="1897" y="3280"/>
                      <a:pt x="1892" y="3290"/>
                    </a:cubicBezTo>
                    <a:cubicBezTo>
                      <a:pt x="1837" y="3290"/>
                      <a:pt x="1783" y="3307"/>
                      <a:pt x="1729" y="3307"/>
                    </a:cubicBezTo>
                    <a:lnTo>
                      <a:pt x="1473" y="3312"/>
                    </a:lnTo>
                    <a:cubicBezTo>
                      <a:pt x="1316" y="3312"/>
                      <a:pt x="1163" y="3252"/>
                      <a:pt x="1017" y="3198"/>
                    </a:cubicBezTo>
                    <a:cubicBezTo>
                      <a:pt x="886" y="3155"/>
                      <a:pt x="707" y="3084"/>
                      <a:pt x="636" y="2964"/>
                    </a:cubicBezTo>
                    <a:cubicBezTo>
                      <a:pt x="587" y="2894"/>
                      <a:pt x="555" y="2812"/>
                      <a:pt x="538" y="2725"/>
                    </a:cubicBezTo>
                    <a:cubicBezTo>
                      <a:pt x="522" y="2644"/>
                      <a:pt x="516" y="2562"/>
                      <a:pt x="511" y="2481"/>
                    </a:cubicBezTo>
                    <a:cubicBezTo>
                      <a:pt x="500" y="2421"/>
                      <a:pt x="500" y="2350"/>
                      <a:pt x="484" y="2290"/>
                    </a:cubicBezTo>
                    <a:cubicBezTo>
                      <a:pt x="478" y="2258"/>
                      <a:pt x="468" y="2231"/>
                      <a:pt x="462" y="2198"/>
                    </a:cubicBezTo>
                    <a:cubicBezTo>
                      <a:pt x="462" y="2165"/>
                      <a:pt x="473" y="2133"/>
                      <a:pt x="462" y="2089"/>
                    </a:cubicBezTo>
                    <a:cubicBezTo>
                      <a:pt x="451" y="2024"/>
                      <a:pt x="446" y="1953"/>
                      <a:pt x="440" y="1888"/>
                    </a:cubicBezTo>
                    <a:lnTo>
                      <a:pt x="440" y="1627"/>
                    </a:lnTo>
                    <a:cubicBezTo>
                      <a:pt x="435" y="1551"/>
                      <a:pt x="435" y="1480"/>
                      <a:pt x="440" y="1410"/>
                    </a:cubicBezTo>
                    <a:cubicBezTo>
                      <a:pt x="457" y="1334"/>
                      <a:pt x="478" y="1263"/>
                      <a:pt x="484" y="1187"/>
                    </a:cubicBezTo>
                    <a:cubicBezTo>
                      <a:pt x="506" y="1007"/>
                      <a:pt x="565" y="839"/>
                      <a:pt x="663" y="687"/>
                    </a:cubicBezTo>
                    <a:cubicBezTo>
                      <a:pt x="745" y="551"/>
                      <a:pt x="908" y="393"/>
                      <a:pt x="1066" y="350"/>
                    </a:cubicBezTo>
                    <a:cubicBezTo>
                      <a:pt x="1223" y="306"/>
                      <a:pt x="1370" y="274"/>
                      <a:pt x="1517" y="219"/>
                    </a:cubicBezTo>
                    <a:close/>
                    <a:moveTo>
                      <a:pt x="837" y="333"/>
                    </a:moveTo>
                    <a:lnTo>
                      <a:pt x="837" y="333"/>
                    </a:lnTo>
                    <a:cubicBezTo>
                      <a:pt x="794" y="366"/>
                      <a:pt x="750" y="404"/>
                      <a:pt x="707" y="448"/>
                    </a:cubicBezTo>
                    <a:cubicBezTo>
                      <a:pt x="587" y="567"/>
                      <a:pt x="495" y="719"/>
                      <a:pt x="446" y="888"/>
                    </a:cubicBezTo>
                    <a:cubicBezTo>
                      <a:pt x="419" y="969"/>
                      <a:pt x="397" y="1051"/>
                      <a:pt x="386" y="1132"/>
                    </a:cubicBezTo>
                    <a:cubicBezTo>
                      <a:pt x="375" y="1230"/>
                      <a:pt x="343" y="1328"/>
                      <a:pt x="332" y="1431"/>
                    </a:cubicBezTo>
                    <a:cubicBezTo>
                      <a:pt x="332" y="1502"/>
                      <a:pt x="332" y="1578"/>
                      <a:pt x="337" y="1649"/>
                    </a:cubicBezTo>
                    <a:cubicBezTo>
                      <a:pt x="337" y="1752"/>
                      <a:pt x="337" y="1855"/>
                      <a:pt x="337" y="1959"/>
                    </a:cubicBezTo>
                    <a:cubicBezTo>
                      <a:pt x="337" y="2040"/>
                      <a:pt x="359" y="2111"/>
                      <a:pt x="359" y="2192"/>
                    </a:cubicBezTo>
                    <a:cubicBezTo>
                      <a:pt x="364" y="2263"/>
                      <a:pt x="375" y="2339"/>
                      <a:pt x="391" y="2410"/>
                    </a:cubicBezTo>
                    <a:cubicBezTo>
                      <a:pt x="408" y="2578"/>
                      <a:pt x="402" y="2747"/>
                      <a:pt x="478" y="2905"/>
                    </a:cubicBezTo>
                    <a:cubicBezTo>
                      <a:pt x="506" y="2975"/>
                      <a:pt x="549" y="3040"/>
                      <a:pt x="598" y="3100"/>
                    </a:cubicBezTo>
                    <a:cubicBezTo>
                      <a:pt x="652" y="3144"/>
                      <a:pt x="712" y="3182"/>
                      <a:pt x="777" y="3209"/>
                    </a:cubicBezTo>
                    <a:cubicBezTo>
                      <a:pt x="859" y="3252"/>
                      <a:pt x="946" y="3290"/>
                      <a:pt x="1038" y="3323"/>
                    </a:cubicBezTo>
                    <a:cubicBezTo>
                      <a:pt x="1131" y="3361"/>
                      <a:pt x="1229" y="3388"/>
                      <a:pt x="1326" y="3416"/>
                    </a:cubicBezTo>
                    <a:cubicBezTo>
                      <a:pt x="1384" y="3422"/>
                      <a:pt x="1443" y="3425"/>
                      <a:pt x="1502" y="3425"/>
                    </a:cubicBezTo>
                    <a:cubicBezTo>
                      <a:pt x="1543" y="3425"/>
                      <a:pt x="1585" y="3423"/>
                      <a:pt x="1625" y="3421"/>
                    </a:cubicBezTo>
                    <a:lnTo>
                      <a:pt x="1772" y="3421"/>
                    </a:lnTo>
                    <a:cubicBezTo>
                      <a:pt x="1717" y="3441"/>
                      <a:pt x="1657" y="3450"/>
                      <a:pt x="1596" y="3450"/>
                    </a:cubicBezTo>
                    <a:cubicBezTo>
                      <a:pt x="1556" y="3450"/>
                      <a:pt x="1515" y="3446"/>
                      <a:pt x="1473" y="3437"/>
                    </a:cubicBezTo>
                    <a:lnTo>
                      <a:pt x="1473" y="3437"/>
                    </a:lnTo>
                    <a:lnTo>
                      <a:pt x="1479" y="3448"/>
                    </a:lnTo>
                    <a:cubicBezTo>
                      <a:pt x="1386" y="3432"/>
                      <a:pt x="1299" y="3432"/>
                      <a:pt x="1207" y="3426"/>
                    </a:cubicBezTo>
                    <a:cubicBezTo>
                      <a:pt x="1104" y="3416"/>
                      <a:pt x="1006" y="3388"/>
                      <a:pt x="919" y="3350"/>
                    </a:cubicBezTo>
                    <a:cubicBezTo>
                      <a:pt x="832" y="3323"/>
                      <a:pt x="756" y="3296"/>
                      <a:pt x="674" y="3263"/>
                    </a:cubicBezTo>
                    <a:cubicBezTo>
                      <a:pt x="603" y="3225"/>
                      <a:pt x="533" y="3171"/>
                      <a:pt x="473" y="3111"/>
                    </a:cubicBezTo>
                    <a:cubicBezTo>
                      <a:pt x="419" y="3057"/>
                      <a:pt x="402" y="2970"/>
                      <a:pt x="364" y="2899"/>
                    </a:cubicBezTo>
                    <a:cubicBezTo>
                      <a:pt x="321" y="2823"/>
                      <a:pt x="288" y="2741"/>
                      <a:pt x="266" y="2660"/>
                    </a:cubicBezTo>
                    <a:cubicBezTo>
                      <a:pt x="245" y="2573"/>
                      <a:pt x="245" y="2486"/>
                      <a:pt x="228" y="2394"/>
                    </a:cubicBezTo>
                    <a:cubicBezTo>
                      <a:pt x="212" y="2345"/>
                      <a:pt x="207" y="2296"/>
                      <a:pt x="207" y="2241"/>
                    </a:cubicBezTo>
                    <a:cubicBezTo>
                      <a:pt x="207" y="2198"/>
                      <a:pt x="223" y="2154"/>
                      <a:pt x="228" y="2105"/>
                    </a:cubicBezTo>
                    <a:cubicBezTo>
                      <a:pt x="228" y="2029"/>
                      <a:pt x="234" y="1948"/>
                      <a:pt x="239" y="1866"/>
                    </a:cubicBezTo>
                    <a:cubicBezTo>
                      <a:pt x="250" y="1774"/>
                      <a:pt x="256" y="1687"/>
                      <a:pt x="250" y="1595"/>
                    </a:cubicBezTo>
                    <a:cubicBezTo>
                      <a:pt x="245" y="1377"/>
                      <a:pt x="283" y="1160"/>
                      <a:pt x="359" y="959"/>
                    </a:cubicBezTo>
                    <a:cubicBezTo>
                      <a:pt x="397" y="877"/>
                      <a:pt x="413" y="795"/>
                      <a:pt x="462" y="714"/>
                    </a:cubicBezTo>
                    <a:cubicBezTo>
                      <a:pt x="495" y="649"/>
                      <a:pt x="544" y="583"/>
                      <a:pt x="598" y="529"/>
                    </a:cubicBezTo>
                    <a:cubicBezTo>
                      <a:pt x="652" y="458"/>
                      <a:pt x="723" y="399"/>
                      <a:pt x="799" y="355"/>
                    </a:cubicBezTo>
                    <a:lnTo>
                      <a:pt x="837" y="333"/>
                    </a:lnTo>
                    <a:close/>
                    <a:moveTo>
                      <a:pt x="1267" y="0"/>
                    </a:moveTo>
                    <a:cubicBezTo>
                      <a:pt x="1245" y="0"/>
                      <a:pt x="1223" y="1"/>
                      <a:pt x="1201" y="2"/>
                    </a:cubicBezTo>
                    <a:cubicBezTo>
                      <a:pt x="1011" y="7"/>
                      <a:pt x="821" y="111"/>
                      <a:pt x="658" y="203"/>
                    </a:cubicBezTo>
                    <a:cubicBezTo>
                      <a:pt x="587" y="246"/>
                      <a:pt x="527" y="306"/>
                      <a:pt x="478" y="371"/>
                    </a:cubicBezTo>
                    <a:cubicBezTo>
                      <a:pt x="419" y="431"/>
                      <a:pt x="364" y="496"/>
                      <a:pt x="321" y="567"/>
                    </a:cubicBezTo>
                    <a:cubicBezTo>
                      <a:pt x="234" y="725"/>
                      <a:pt x="169" y="893"/>
                      <a:pt x="131" y="1073"/>
                    </a:cubicBezTo>
                    <a:cubicBezTo>
                      <a:pt x="82" y="1290"/>
                      <a:pt x="60" y="1513"/>
                      <a:pt x="54" y="1736"/>
                    </a:cubicBezTo>
                    <a:cubicBezTo>
                      <a:pt x="54" y="1828"/>
                      <a:pt x="33" y="1910"/>
                      <a:pt x="33" y="2002"/>
                    </a:cubicBezTo>
                    <a:cubicBezTo>
                      <a:pt x="33" y="2111"/>
                      <a:pt x="0" y="2214"/>
                      <a:pt x="11" y="2323"/>
                    </a:cubicBezTo>
                    <a:cubicBezTo>
                      <a:pt x="22" y="2524"/>
                      <a:pt x="65" y="2720"/>
                      <a:pt x="136" y="2910"/>
                    </a:cubicBezTo>
                    <a:cubicBezTo>
                      <a:pt x="152" y="2948"/>
                      <a:pt x="179" y="2986"/>
                      <a:pt x="196" y="3024"/>
                    </a:cubicBezTo>
                    <a:cubicBezTo>
                      <a:pt x="218" y="3062"/>
                      <a:pt x="228" y="3117"/>
                      <a:pt x="250" y="3160"/>
                    </a:cubicBezTo>
                    <a:cubicBezTo>
                      <a:pt x="299" y="3236"/>
                      <a:pt x="359" y="3301"/>
                      <a:pt x="440" y="3350"/>
                    </a:cubicBezTo>
                    <a:cubicBezTo>
                      <a:pt x="506" y="3405"/>
                      <a:pt x="582" y="3454"/>
                      <a:pt x="658" y="3486"/>
                    </a:cubicBezTo>
                    <a:cubicBezTo>
                      <a:pt x="761" y="3524"/>
                      <a:pt x="864" y="3562"/>
                      <a:pt x="968" y="3595"/>
                    </a:cubicBezTo>
                    <a:cubicBezTo>
                      <a:pt x="1071" y="3622"/>
                      <a:pt x="1169" y="3638"/>
                      <a:pt x="1272" y="3644"/>
                    </a:cubicBezTo>
                    <a:cubicBezTo>
                      <a:pt x="1381" y="3649"/>
                      <a:pt x="1490" y="3672"/>
                      <a:pt x="1599" y="3672"/>
                    </a:cubicBezTo>
                    <a:cubicBezTo>
                      <a:pt x="1609" y="3672"/>
                      <a:pt x="1620" y="3671"/>
                      <a:pt x="1631" y="3671"/>
                    </a:cubicBezTo>
                    <a:cubicBezTo>
                      <a:pt x="1636" y="3671"/>
                      <a:pt x="1640" y="3671"/>
                      <a:pt x="1645" y="3671"/>
                    </a:cubicBezTo>
                    <a:cubicBezTo>
                      <a:pt x="1819" y="3671"/>
                      <a:pt x="1975" y="3575"/>
                      <a:pt x="2055" y="3426"/>
                    </a:cubicBezTo>
                    <a:cubicBezTo>
                      <a:pt x="2136" y="3258"/>
                      <a:pt x="2109" y="3057"/>
                      <a:pt x="2109" y="2883"/>
                    </a:cubicBezTo>
                    <a:cubicBezTo>
                      <a:pt x="2109" y="2752"/>
                      <a:pt x="2158" y="2546"/>
                      <a:pt x="2022" y="2470"/>
                    </a:cubicBezTo>
                    <a:cubicBezTo>
                      <a:pt x="1973" y="2447"/>
                      <a:pt x="1919" y="2435"/>
                      <a:pt x="1866" y="2435"/>
                    </a:cubicBezTo>
                    <a:cubicBezTo>
                      <a:pt x="1842" y="2435"/>
                      <a:pt x="1817" y="2437"/>
                      <a:pt x="1794" y="2442"/>
                    </a:cubicBezTo>
                    <a:cubicBezTo>
                      <a:pt x="1761" y="2448"/>
                      <a:pt x="1729" y="2459"/>
                      <a:pt x="1696" y="2475"/>
                    </a:cubicBezTo>
                    <a:cubicBezTo>
                      <a:pt x="1652" y="2483"/>
                      <a:pt x="1611" y="2488"/>
                      <a:pt x="1569" y="2488"/>
                    </a:cubicBezTo>
                    <a:cubicBezTo>
                      <a:pt x="1554" y="2488"/>
                      <a:pt x="1538" y="2487"/>
                      <a:pt x="1522" y="2486"/>
                    </a:cubicBezTo>
                    <a:cubicBezTo>
                      <a:pt x="1435" y="2486"/>
                      <a:pt x="1343" y="2470"/>
                      <a:pt x="1250" y="2442"/>
                    </a:cubicBezTo>
                    <a:cubicBezTo>
                      <a:pt x="1218" y="2437"/>
                      <a:pt x="1180" y="2421"/>
                      <a:pt x="1147" y="2404"/>
                    </a:cubicBezTo>
                    <a:cubicBezTo>
                      <a:pt x="1104" y="2377"/>
                      <a:pt x="1093" y="2307"/>
                      <a:pt x="1076" y="2258"/>
                    </a:cubicBezTo>
                    <a:cubicBezTo>
                      <a:pt x="1044" y="2149"/>
                      <a:pt x="1027" y="2035"/>
                      <a:pt x="1027" y="1921"/>
                    </a:cubicBezTo>
                    <a:cubicBezTo>
                      <a:pt x="1022" y="1817"/>
                      <a:pt x="1022" y="1714"/>
                      <a:pt x="1027" y="1605"/>
                    </a:cubicBezTo>
                    <a:cubicBezTo>
                      <a:pt x="1033" y="1502"/>
                      <a:pt x="1087" y="1410"/>
                      <a:pt x="1174" y="1350"/>
                    </a:cubicBezTo>
                    <a:cubicBezTo>
                      <a:pt x="1245" y="1290"/>
                      <a:pt x="1332" y="1257"/>
                      <a:pt x="1419" y="1247"/>
                    </a:cubicBezTo>
                    <a:cubicBezTo>
                      <a:pt x="1469" y="1247"/>
                      <a:pt x="1519" y="1255"/>
                      <a:pt x="1569" y="1255"/>
                    </a:cubicBezTo>
                    <a:cubicBezTo>
                      <a:pt x="1601" y="1255"/>
                      <a:pt x="1632" y="1252"/>
                      <a:pt x="1663" y="1241"/>
                    </a:cubicBezTo>
                    <a:cubicBezTo>
                      <a:pt x="1740" y="1209"/>
                      <a:pt x="1778" y="1116"/>
                      <a:pt x="1805" y="1035"/>
                    </a:cubicBezTo>
                    <a:cubicBezTo>
                      <a:pt x="1848" y="926"/>
                      <a:pt x="1875" y="817"/>
                      <a:pt x="1897" y="703"/>
                    </a:cubicBezTo>
                    <a:cubicBezTo>
                      <a:pt x="1908" y="589"/>
                      <a:pt x="1913" y="480"/>
                      <a:pt x="1908" y="366"/>
                    </a:cubicBezTo>
                    <a:cubicBezTo>
                      <a:pt x="1913" y="274"/>
                      <a:pt x="1881" y="181"/>
                      <a:pt x="1821" y="116"/>
                    </a:cubicBezTo>
                    <a:cubicBezTo>
                      <a:pt x="1788" y="72"/>
                      <a:pt x="1745" y="45"/>
                      <a:pt x="1691" y="34"/>
                    </a:cubicBezTo>
                    <a:cubicBezTo>
                      <a:pt x="1682" y="32"/>
                      <a:pt x="1674" y="30"/>
                      <a:pt x="1665" y="30"/>
                    </a:cubicBezTo>
                    <a:cubicBezTo>
                      <a:pt x="1657" y="30"/>
                      <a:pt x="1647" y="32"/>
                      <a:pt x="1636" y="34"/>
                    </a:cubicBezTo>
                    <a:cubicBezTo>
                      <a:pt x="1604" y="13"/>
                      <a:pt x="1560" y="7"/>
                      <a:pt x="1522" y="7"/>
                    </a:cubicBezTo>
                    <a:cubicBezTo>
                      <a:pt x="1439" y="7"/>
                      <a:pt x="1353" y="0"/>
                      <a:pt x="1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20"/>
              <p:cNvSpPr/>
              <p:nvPr/>
            </p:nvSpPr>
            <p:spPr>
              <a:xfrm>
                <a:off x="3598550" y="2355650"/>
                <a:ext cx="54900" cy="99925"/>
              </a:xfrm>
              <a:custGeom>
                <a:rect b="b" l="l" r="r" t="t"/>
                <a:pathLst>
                  <a:path extrusionOk="0" h="3997" w="2196">
                    <a:moveTo>
                      <a:pt x="983" y="204"/>
                    </a:moveTo>
                    <a:cubicBezTo>
                      <a:pt x="1016" y="204"/>
                      <a:pt x="1054" y="210"/>
                      <a:pt x="1086" y="221"/>
                    </a:cubicBezTo>
                    <a:cubicBezTo>
                      <a:pt x="1021" y="280"/>
                      <a:pt x="967" y="346"/>
                      <a:pt x="918" y="416"/>
                    </a:cubicBezTo>
                    <a:cubicBezTo>
                      <a:pt x="880" y="465"/>
                      <a:pt x="858" y="520"/>
                      <a:pt x="820" y="568"/>
                    </a:cubicBezTo>
                    <a:cubicBezTo>
                      <a:pt x="777" y="628"/>
                      <a:pt x="722" y="677"/>
                      <a:pt x="679" y="737"/>
                    </a:cubicBezTo>
                    <a:cubicBezTo>
                      <a:pt x="641" y="791"/>
                      <a:pt x="597" y="840"/>
                      <a:pt x="548" y="884"/>
                    </a:cubicBezTo>
                    <a:cubicBezTo>
                      <a:pt x="510" y="911"/>
                      <a:pt x="483" y="954"/>
                      <a:pt x="440" y="965"/>
                    </a:cubicBezTo>
                    <a:cubicBezTo>
                      <a:pt x="418" y="971"/>
                      <a:pt x="396" y="971"/>
                      <a:pt x="374" y="971"/>
                    </a:cubicBezTo>
                    <a:cubicBezTo>
                      <a:pt x="374" y="965"/>
                      <a:pt x="380" y="965"/>
                      <a:pt x="380" y="960"/>
                    </a:cubicBezTo>
                    <a:lnTo>
                      <a:pt x="385" y="954"/>
                    </a:lnTo>
                    <a:cubicBezTo>
                      <a:pt x="429" y="884"/>
                      <a:pt x="488" y="819"/>
                      <a:pt x="532" y="742"/>
                    </a:cubicBezTo>
                    <a:cubicBezTo>
                      <a:pt x="630" y="579"/>
                      <a:pt x="760" y="438"/>
                      <a:pt x="869" y="286"/>
                    </a:cubicBezTo>
                    <a:cubicBezTo>
                      <a:pt x="874" y="280"/>
                      <a:pt x="880" y="280"/>
                      <a:pt x="885" y="275"/>
                    </a:cubicBezTo>
                    <a:cubicBezTo>
                      <a:pt x="912" y="242"/>
                      <a:pt x="945" y="221"/>
                      <a:pt x="983" y="204"/>
                    </a:cubicBezTo>
                    <a:close/>
                    <a:moveTo>
                      <a:pt x="488" y="1047"/>
                    </a:moveTo>
                    <a:lnTo>
                      <a:pt x="505" y="1058"/>
                    </a:lnTo>
                    <a:cubicBezTo>
                      <a:pt x="526" y="1085"/>
                      <a:pt x="559" y="1107"/>
                      <a:pt x="592" y="1117"/>
                    </a:cubicBezTo>
                    <a:cubicBezTo>
                      <a:pt x="630" y="1123"/>
                      <a:pt x="662" y="1145"/>
                      <a:pt x="684" y="1172"/>
                    </a:cubicBezTo>
                    <a:cubicBezTo>
                      <a:pt x="711" y="1194"/>
                      <a:pt x="700" y="1194"/>
                      <a:pt x="706" y="1232"/>
                    </a:cubicBezTo>
                    <a:lnTo>
                      <a:pt x="700" y="1232"/>
                    </a:lnTo>
                    <a:cubicBezTo>
                      <a:pt x="684" y="1232"/>
                      <a:pt x="630" y="1188"/>
                      <a:pt x="608" y="1183"/>
                    </a:cubicBezTo>
                    <a:cubicBezTo>
                      <a:pt x="548" y="1156"/>
                      <a:pt x="488" y="1128"/>
                      <a:pt x="429" y="1101"/>
                    </a:cubicBezTo>
                    <a:cubicBezTo>
                      <a:pt x="412" y="1096"/>
                      <a:pt x="385" y="1074"/>
                      <a:pt x="353" y="1063"/>
                    </a:cubicBezTo>
                    <a:cubicBezTo>
                      <a:pt x="374" y="1052"/>
                      <a:pt x="391" y="1052"/>
                      <a:pt x="412" y="1047"/>
                    </a:cubicBezTo>
                    <a:close/>
                    <a:moveTo>
                      <a:pt x="1253" y="1031"/>
                    </a:moveTo>
                    <a:cubicBezTo>
                      <a:pt x="1265" y="1031"/>
                      <a:pt x="1275" y="1037"/>
                      <a:pt x="1282" y="1052"/>
                    </a:cubicBezTo>
                    <a:cubicBezTo>
                      <a:pt x="1298" y="1090"/>
                      <a:pt x="1271" y="1156"/>
                      <a:pt x="1266" y="1188"/>
                    </a:cubicBezTo>
                    <a:cubicBezTo>
                      <a:pt x="1255" y="1291"/>
                      <a:pt x="1298" y="1378"/>
                      <a:pt x="1304" y="1482"/>
                    </a:cubicBezTo>
                    <a:cubicBezTo>
                      <a:pt x="1298" y="1531"/>
                      <a:pt x="1293" y="1585"/>
                      <a:pt x="1282" y="1634"/>
                    </a:cubicBezTo>
                    <a:cubicBezTo>
                      <a:pt x="1277" y="1683"/>
                      <a:pt x="1277" y="1726"/>
                      <a:pt x="1266" y="1775"/>
                    </a:cubicBezTo>
                    <a:cubicBezTo>
                      <a:pt x="1255" y="1840"/>
                      <a:pt x="1266" y="1900"/>
                      <a:pt x="1260" y="1960"/>
                    </a:cubicBezTo>
                    <a:cubicBezTo>
                      <a:pt x="1249" y="2009"/>
                      <a:pt x="1244" y="2063"/>
                      <a:pt x="1244" y="2118"/>
                    </a:cubicBezTo>
                    <a:cubicBezTo>
                      <a:pt x="1233" y="2237"/>
                      <a:pt x="1217" y="2357"/>
                      <a:pt x="1184" y="2471"/>
                    </a:cubicBezTo>
                    <a:cubicBezTo>
                      <a:pt x="1162" y="2585"/>
                      <a:pt x="1146" y="2699"/>
                      <a:pt x="1135" y="2813"/>
                    </a:cubicBezTo>
                    <a:cubicBezTo>
                      <a:pt x="1130" y="2873"/>
                      <a:pt x="1119" y="2938"/>
                      <a:pt x="1108" y="2998"/>
                    </a:cubicBezTo>
                    <a:cubicBezTo>
                      <a:pt x="1108" y="3036"/>
                      <a:pt x="1103" y="3074"/>
                      <a:pt x="1097" y="3107"/>
                    </a:cubicBezTo>
                    <a:cubicBezTo>
                      <a:pt x="1054" y="3069"/>
                      <a:pt x="1021" y="3031"/>
                      <a:pt x="999" y="2982"/>
                    </a:cubicBezTo>
                    <a:cubicBezTo>
                      <a:pt x="999" y="2977"/>
                      <a:pt x="994" y="2977"/>
                      <a:pt x="994" y="2971"/>
                    </a:cubicBezTo>
                    <a:cubicBezTo>
                      <a:pt x="1005" y="2911"/>
                      <a:pt x="1016" y="2846"/>
                      <a:pt x="1016" y="2786"/>
                    </a:cubicBezTo>
                    <a:cubicBezTo>
                      <a:pt x="1032" y="2683"/>
                      <a:pt x="1054" y="2580"/>
                      <a:pt x="1070" y="2476"/>
                    </a:cubicBezTo>
                    <a:cubicBezTo>
                      <a:pt x="1103" y="2243"/>
                      <a:pt x="1119" y="1998"/>
                      <a:pt x="1135" y="1770"/>
                    </a:cubicBezTo>
                    <a:cubicBezTo>
                      <a:pt x="1146" y="1645"/>
                      <a:pt x="1157" y="1531"/>
                      <a:pt x="1173" y="1406"/>
                    </a:cubicBezTo>
                    <a:cubicBezTo>
                      <a:pt x="1201" y="1291"/>
                      <a:pt x="1206" y="1172"/>
                      <a:pt x="1195" y="1052"/>
                    </a:cubicBezTo>
                    <a:cubicBezTo>
                      <a:pt x="1214" y="1043"/>
                      <a:pt x="1235" y="1031"/>
                      <a:pt x="1253" y="1031"/>
                    </a:cubicBezTo>
                    <a:close/>
                    <a:moveTo>
                      <a:pt x="934" y="3074"/>
                    </a:moveTo>
                    <a:cubicBezTo>
                      <a:pt x="940" y="3091"/>
                      <a:pt x="950" y="3107"/>
                      <a:pt x="961" y="3123"/>
                    </a:cubicBezTo>
                    <a:cubicBezTo>
                      <a:pt x="972" y="3134"/>
                      <a:pt x="983" y="3150"/>
                      <a:pt x="994" y="3161"/>
                    </a:cubicBezTo>
                    <a:lnTo>
                      <a:pt x="999" y="3167"/>
                    </a:lnTo>
                    <a:lnTo>
                      <a:pt x="978" y="3172"/>
                    </a:lnTo>
                    <a:cubicBezTo>
                      <a:pt x="964" y="3175"/>
                      <a:pt x="949" y="3176"/>
                      <a:pt x="934" y="3176"/>
                    </a:cubicBezTo>
                    <a:cubicBezTo>
                      <a:pt x="919" y="3176"/>
                      <a:pt x="904" y="3175"/>
                      <a:pt x="891" y="3172"/>
                    </a:cubicBezTo>
                    <a:cubicBezTo>
                      <a:pt x="871" y="3169"/>
                      <a:pt x="852" y="3167"/>
                      <a:pt x="834" y="3167"/>
                    </a:cubicBezTo>
                    <a:cubicBezTo>
                      <a:pt x="771" y="3167"/>
                      <a:pt x="715" y="3184"/>
                      <a:pt x="652" y="3189"/>
                    </a:cubicBezTo>
                    <a:cubicBezTo>
                      <a:pt x="597" y="3189"/>
                      <a:pt x="548" y="3172"/>
                      <a:pt x="499" y="3172"/>
                    </a:cubicBezTo>
                    <a:cubicBezTo>
                      <a:pt x="488" y="3172"/>
                      <a:pt x="461" y="3183"/>
                      <a:pt x="429" y="3189"/>
                    </a:cubicBezTo>
                    <a:cubicBezTo>
                      <a:pt x="401" y="3150"/>
                      <a:pt x="369" y="3123"/>
                      <a:pt x="336" y="3102"/>
                    </a:cubicBezTo>
                    <a:lnTo>
                      <a:pt x="314" y="3080"/>
                    </a:lnTo>
                    <a:cubicBezTo>
                      <a:pt x="423" y="3080"/>
                      <a:pt x="526" y="3112"/>
                      <a:pt x="635" y="3112"/>
                    </a:cubicBezTo>
                    <a:cubicBezTo>
                      <a:pt x="681" y="3112"/>
                      <a:pt x="728" y="3116"/>
                      <a:pt x="772" y="3116"/>
                    </a:cubicBezTo>
                    <a:cubicBezTo>
                      <a:pt x="833" y="3116"/>
                      <a:pt x="890" y="3109"/>
                      <a:pt x="934" y="3074"/>
                    </a:cubicBezTo>
                    <a:close/>
                    <a:moveTo>
                      <a:pt x="200" y="3091"/>
                    </a:moveTo>
                    <a:cubicBezTo>
                      <a:pt x="217" y="3123"/>
                      <a:pt x="244" y="3150"/>
                      <a:pt x="271" y="3178"/>
                    </a:cubicBezTo>
                    <a:cubicBezTo>
                      <a:pt x="331" y="3221"/>
                      <a:pt x="369" y="3227"/>
                      <a:pt x="369" y="3314"/>
                    </a:cubicBezTo>
                    <a:cubicBezTo>
                      <a:pt x="363" y="3433"/>
                      <a:pt x="353" y="3558"/>
                      <a:pt x="347" y="3683"/>
                    </a:cubicBezTo>
                    <a:lnTo>
                      <a:pt x="293" y="3683"/>
                    </a:lnTo>
                    <a:cubicBezTo>
                      <a:pt x="274" y="3683"/>
                      <a:pt x="259" y="3687"/>
                      <a:pt x="247" y="3687"/>
                    </a:cubicBezTo>
                    <a:cubicBezTo>
                      <a:pt x="239" y="3687"/>
                      <a:pt x="232" y="3685"/>
                      <a:pt x="228" y="3678"/>
                    </a:cubicBezTo>
                    <a:cubicBezTo>
                      <a:pt x="217" y="3623"/>
                      <a:pt x="217" y="3569"/>
                      <a:pt x="228" y="3520"/>
                    </a:cubicBezTo>
                    <a:cubicBezTo>
                      <a:pt x="233" y="3411"/>
                      <a:pt x="233" y="3303"/>
                      <a:pt x="228" y="3194"/>
                    </a:cubicBezTo>
                    <a:cubicBezTo>
                      <a:pt x="228" y="3183"/>
                      <a:pt x="211" y="3096"/>
                      <a:pt x="195" y="3091"/>
                    </a:cubicBezTo>
                    <a:close/>
                    <a:moveTo>
                      <a:pt x="1141" y="231"/>
                    </a:moveTo>
                    <a:cubicBezTo>
                      <a:pt x="1239" y="237"/>
                      <a:pt x="1331" y="242"/>
                      <a:pt x="1429" y="259"/>
                    </a:cubicBezTo>
                    <a:cubicBezTo>
                      <a:pt x="1592" y="280"/>
                      <a:pt x="1750" y="318"/>
                      <a:pt x="1902" y="373"/>
                    </a:cubicBezTo>
                    <a:cubicBezTo>
                      <a:pt x="1972" y="389"/>
                      <a:pt x="2016" y="465"/>
                      <a:pt x="1994" y="530"/>
                    </a:cubicBezTo>
                    <a:cubicBezTo>
                      <a:pt x="1983" y="634"/>
                      <a:pt x="1951" y="726"/>
                      <a:pt x="1940" y="829"/>
                    </a:cubicBezTo>
                    <a:cubicBezTo>
                      <a:pt x="1918" y="1025"/>
                      <a:pt x="1913" y="1232"/>
                      <a:pt x="1869" y="1427"/>
                    </a:cubicBezTo>
                    <a:cubicBezTo>
                      <a:pt x="1853" y="1525"/>
                      <a:pt x="1847" y="1623"/>
                      <a:pt x="1831" y="1726"/>
                    </a:cubicBezTo>
                    <a:cubicBezTo>
                      <a:pt x="1815" y="1824"/>
                      <a:pt x="1788" y="1938"/>
                      <a:pt x="1760" y="2042"/>
                    </a:cubicBezTo>
                    <a:cubicBezTo>
                      <a:pt x="1706" y="2237"/>
                      <a:pt x="1673" y="2438"/>
                      <a:pt x="1630" y="2634"/>
                    </a:cubicBezTo>
                    <a:cubicBezTo>
                      <a:pt x="1603" y="2754"/>
                      <a:pt x="1548" y="2911"/>
                      <a:pt x="1652" y="3009"/>
                    </a:cubicBezTo>
                    <a:cubicBezTo>
                      <a:pt x="1711" y="3069"/>
                      <a:pt x="1788" y="3058"/>
                      <a:pt x="1864" y="3069"/>
                    </a:cubicBezTo>
                    <a:cubicBezTo>
                      <a:pt x="1907" y="3069"/>
                      <a:pt x="1951" y="3080"/>
                      <a:pt x="1989" y="3091"/>
                    </a:cubicBezTo>
                    <a:cubicBezTo>
                      <a:pt x="1978" y="3140"/>
                      <a:pt x="1956" y="3189"/>
                      <a:pt x="1934" y="3232"/>
                    </a:cubicBezTo>
                    <a:cubicBezTo>
                      <a:pt x="1896" y="3335"/>
                      <a:pt x="1853" y="3433"/>
                      <a:pt x="1820" y="3536"/>
                    </a:cubicBezTo>
                    <a:cubicBezTo>
                      <a:pt x="1788" y="3634"/>
                      <a:pt x="1771" y="3727"/>
                      <a:pt x="1739" y="3819"/>
                    </a:cubicBezTo>
                    <a:lnTo>
                      <a:pt x="1733" y="3830"/>
                    </a:lnTo>
                    <a:cubicBezTo>
                      <a:pt x="1733" y="3824"/>
                      <a:pt x="1739" y="3808"/>
                      <a:pt x="1733" y="3808"/>
                    </a:cubicBezTo>
                    <a:cubicBezTo>
                      <a:pt x="1720" y="3805"/>
                      <a:pt x="1707" y="3804"/>
                      <a:pt x="1696" y="3804"/>
                    </a:cubicBezTo>
                    <a:cubicBezTo>
                      <a:pt x="1684" y="3804"/>
                      <a:pt x="1673" y="3805"/>
                      <a:pt x="1663" y="3808"/>
                    </a:cubicBezTo>
                    <a:cubicBezTo>
                      <a:pt x="1603" y="3808"/>
                      <a:pt x="1554" y="3808"/>
                      <a:pt x="1499" y="3797"/>
                    </a:cubicBezTo>
                    <a:cubicBezTo>
                      <a:pt x="1445" y="3791"/>
                      <a:pt x="1391" y="3788"/>
                      <a:pt x="1338" y="3788"/>
                    </a:cubicBezTo>
                    <a:cubicBezTo>
                      <a:pt x="1301" y="3788"/>
                      <a:pt x="1264" y="3790"/>
                      <a:pt x="1228" y="3792"/>
                    </a:cubicBezTo>
                    <a:cubicBezTo>
                      <a:pt x="1114" y="3792"/>
                      <a:pt x="1005" y="3781"/>
                      <a:pt x="896" y="3759"/>
                    </a:cubicBezTo>
                    <a:cubicBezTo>
                      <a:pt x="793" y="3738"/>
                      <a:pt x="690" y="3754"/>
                      <a:pt x="586" y="3727"/>
                    </a:cubicBezTo>
                    <a:cubicBezTo>
                      <a:pt x="526" y="3710"/>
                      <a:pt x="472" y="3699"/>
                      <a:pt x="412" y="3689"/>
                    </a:cubicBezTo>
                    <a:cubicBezTo>
                      <a:pt x="412" y="3607"/>
                      <a:pt x="412" y="3531"/>
                      <a:pt x="423" y="3449"/>
                    </a:cubicBezTo>
                    <a:cubicBezTo>
                      <a:pt x="434" y="3390"/>
                      <a:pt x="445" y="3324"/>
                      <a:pt x="445" y="3265"/>
                    </a:cubicBezTo>
                    <a:cubicBezTo>
                      <a:pt x="467" y="3265"/>
                      <a:pt x="494" y="3270"/>
                      <a:pt x="516" y="3275"/>
                    </a:cubicBezTo>
                    <a:cubicBezTo>
                      <a:pt x="556" y="3288"/>
                      <a:pt x="597" y="3294"/>
                      <a:pt x="638" y="3294"/>
                    </a:cubicBezTo>
                    <a:cubicBezTo>
                      <a:pt x="652" y="3294"/>
                      <a:pt x="665" y="3293"/>
                      <a:pt x="679" y="3292"/>
                    </a:cubicBezTo>
                    <a:cubicBezTo>
                      <a:pt x="722" y="3284"/>
                      <a:pt x="766" y="3279"/>
                      <a:pt x="808" y="3279"/>
                    </a:cubicBezTo>
                    <a:cubicBezTo>
                      <a:pt x="823" y="3279"/>
                      <a:pt x="838" y="3279"/>
                      <a:pt x="853" y="3281"/>
                    </a:cubicBezTo>
                    <a:cubicBezTo>
                      <a:pt x="896" y="3292"/>
                      <a:pt x="934" y="3292"/>
                      <a:pt x="978" y="3292"/>
                    </a:cubicBezTo>
                    <a:cubicBezTo>
                      <a:pt x="1032" y="3281"/>
                      <a:pt x="1135" y="3259"/>
                      <a:pt x="1130" y="3183"/>
                    </a:cubicBezTo>
                    <a:cubicBezTo>
                      <a:pt x="1173" y="3129"/>
                      <a:pt x="1152" y="3031"/>
                      <a:pt x="1157" y="2971"/>
                    </a:cubicBezTo>
                    <a:cubicBezTo>
                      <a:pt x="1179" y="2835"/>
                      <a:pt x="1179" y="2683"/>
                      <a:pt x="1211" y="2547"/>
                    </a:cubicBezTo>
                    <a:cubicBezTo>
                      <a:pt x="1255" y="2411"/>
                      <a:pt x="1288" y="2270"/>
                      <a:pt x="1315" y="2129"/>
                    </a:cubicBezTo>
                    <a:cubicBezTo>
                      <a:pt x="1326" y="2052"/>
                      <a:pt x="1342" y="1982"/>
                      <a:pt x="1342" y="1906"/>
                    </a:cubicBezTo>
                    <a:cubicBezTo>
                      <a:pt x="1342" y="1835"/>
                      <a:pt x="1364" y="1781"/>
                      <a:pt x="1364" y="1715"/>
                    </a:cubicBezTo>
                    <a:cubicBezTo>
                      <a:pt x="1364" y="1590"/>
                      <a:pt x="1391" y="1482"/>
                      <a:pt x="1364" y="1351"/>
                    </a:cubicBezTo>
                    <a:cubicBezTo>
                      <a:pt x="1353" y="1281"/>
                      <a:pt x="1353" y="1210"/>
                      <a:pt x="1369" y="1139"/>
                    </a:cubicBezTo>
                    <a:cubicBezTo>
                      <a:pt x="1380" y="1096"/>
                      <a:pt x="1380" y="1052"/>
                      <a:pt x="1369" y="1009"/>
                    </a:cubicBezTo>
                    <a:cubicBezTo>
                      <a:pt x="1355" y="959"/>
                      <a:pt x="1325" y="942"/>
                      <a:pt x="1286" y="942"/>
                    </a:cubicBezTo>
                    <a:cubicBezTo>
                      <a:pt x="1265" y="942"/>
                      <a:pt x="1241" y="947"/>
                      <a:pt x="1217" y="954"/>
                    </a:cubicBezTo>
                    <a:cubicBezTo>
                      <a:pt x="1190" y="965"/>
                      <a:pt x="1162" y="982"/>
                      <a:pt x="1135" y="998"/>
                    </a:cubicBezTo>
                    <a:cubicBezTo>
                      <a:pt x="1123" y="996"/>
                      <a:pt x="1110" y="995"/>
                      <a:pt x="1098" y="995"/>
                    </a:cubicBezTo>
                    <a:cubicBezTo>
                      <a:pt x="1051" y="995"/>
                      <a:pt x="1004" y="1010"/>
                      <a:pt x="961" y="1036"/>
                    </a:cubicBezTo>
                    <a:cubicBezTo>
                      <a:pt x="891" y="1074"/>
                      <a:pt x="864" y="1128"/>
                      <a:pt x="809" y="1177"/>
                    </a:cubicBezTo>
                    <a:cubicBezTo>
                      <a:pt x="809" y="1172"/>
                      <a:pt x="809" y="1161"/>
                      <a:pt x="809" y="1150"/>
                    </a:cubicBezTo>
                    <a:cubicBezTo>
                      <a:pt x="798" y="1107"/>
                      <a:pt x="744" y="1069"/>
                      <a:pt x="706" y="1047"/>
                    </a:cubicBezTo>
                    <a:cubicBezTo>
                      <a:pt x="684" y="1036"/>
                      <a:pt x="662" y="1025"/>
                      <a:pt x="635" y="1025"/>
                    </a:cubicBezTo>
                    <a:cubicBezTo>
                      <a:pt x="608" y="1020"/>
                      <a:pt x="586" y="1009"/>
                      <a:pt x="565" y="992"/>
                    </a:cubicBezTo>
                    <a:cubicBezTo>
                      <a:pt x="570" y="987"/>
                      <a:pt x="570" y="976"/>
                      <a:pt x="575" y="971"/>
                    </a:cubicBezTo>
                    <a:cubicBezTo>
                      <a:pt x="613" y="922"/>
                      <a:pt x="662" y="884"/>
                      <a:pt x="700" y="835"/>
                    </a:cubicBezTo>
                    <a:cubicBezTo>
                      <a:pt x="738" y="791"/>
                      <a:pt x="793" y="737"/>
                      <a:pt x="831" y="677"/>
                    </a:cubicBezTo>
                    <a:cubicBezTo>
                      <a:pt x="869" y="623"/>
                      <a:pt x="902" y="558"/>
                      <a:pt x="934" y="503"/>
                    </a:cubicBezTo>
                    <a:cubicBezTo>
                      <a:pt x="978" y="443"/>
                      <a:pt x="1027" y="389"/>
                      <a:pt x="1081" y="340"/>
                    </a:cubicBezTo>
                    <a:cubicBezTo>
                      <a:pt x="1108" y="308"/>
                      <a:pt x="1130" y="269"/>
                      <a:pt x="1141" y="231"/>
                    </a:cubicBezTo>
                    <a:close/>
                    <a:moveTo>
                      <a:pt x="996" y="0"/>
                    </a:moveTo>
                    <a:cubicBezTo>
                      <a:pt x="976" y="0"/>
                      <a:pt x="955" y="3"/>
                      <a:pt x="934" y="9"/>
                    </a:cubicBezTo>
                    <a:cubicBezTo>
                      <a:pt x="864" y="36"/>
                      <a:pt x="804" y="85"/>
                      <a:pt x="760" y="144"/>
                    </a:cubicBezTo>
                    <a:cubicBezTo>
                      <a:pt x="744" y="166"/>
                      <a:pt x="733" y="199"/>
                      <a:pt x="738" y="226"/>
                    </a:cubicBezTo>
                    <a:cubicBezTo>
                      <a:pt x="597" y="367"/>
                      <a:pt x="488" y="547"/>
                      <a:pt x="363" y="699"/>
                    </a:cubicBezTo>
                    <a:cubicBezTo>
                      <a:pt x="304" y="770"/>
                      <a:pt x="255" y="846"/>
                      <a:pt x="200" y="916"/>
                    </a:cubicBezTo>
                    <a:cubicBezTo>
                      <a:pt x="151" y="976"/>
                      <a:pt x="103" y="1047"/>
                      <a:pt x="130" y="1123"/>
                    </a:cubicBezTo>
                    <a:cubicBezTo>
                      <a:pt x="162" y="1199"/>
                      <a:pt x="287" y="1226"/>
                      <a:pt x="358" y="1259"/>
                    </a:cubicBezTo>
                    <a:lnTo>
                      <a:pt x="537" y="1346"/>
                    </a:lnTo>
                    <a:cubicBezTo>
                      <a:pt x="581" y="1373"/>
                      <a:pt x="630" y="1395"/>
                      <a:pt x="673" y="1416"/>
                    </a:cubicBezTo>
                    <a:cubicBezTo>
                      <a:pt x="682" y="1418"/>
                      <a:pt x="691" y="1419"/>
                      <a:pt x="701" y="1419"/>
                    </a:cubicBezTo>
                    <a:cubicBezTo>
                      <a:pt x="773" y="1419"/>
                      <a:pt x="859" y="1368"/>
                      <a:pt x="907" y="1329"/>
                    </a:cubicBezTo>
                    <a:cubicBezTo>
                      <a:pt x="961" y="1281"/>
                      <a:pt x="989" y="1194"/>
                      <a:pt x="1048" y="1156"/>
                    </a:cubicBezTo>
                    <a:lnTo>
                      <a:pt x="1048" y="1156"/>
                    </a:lnTo>
                    <a:cubicBezTo>
                      <a:pt x="1043" y="1204"/>
                      <a:pt x="1032" y="1248"/>
                      <a:pt x="1027" y="1291"/>
                    </a:cubicBezTo>
                    <a:cubicBezTo>
                      <a:pt x="1016" y="1357"/>
                      <a:pt x="1005" y="1416"/>
                      <a:pt x="994" y="1476"/>
                    </a:cubicBezTo>
                    <a:cubicBezTo>
                      <a:pt x="972" y="1596"/>
                      <a:pt x="967" y="1715"/>
                      <a:pt x="945" y="1840"/>
                    </a:cubicBezTo>
                    <a:cubicBezTo>
                      <a:pt x="912" y="2074"/>
                      <a:pt x="880" y="2313"/>
                      <a:pt x="836" y="2547"/>
                    </a:cubicBezTo>
                    <a:cubicBezTo>
                      <a:pt x="815" y="2639"/>
                      <a:pt x="798" y="2726"/>
                      <a:pt x="787" y="2824"/>
                    </a:cubicBezTo>
                    <a:cubicBezTo>
                      <a:pt x="787" y="2830"/>
                      <a:pt x="782" y="2857"/>
                      <a:pt x="777" y="2884"/>
                    </a:cubicBezTo>
                    <a:cubicBezTo>
                      <a:pt x="766" y="2881"/>
                      <a:pt x="755" y="2880"/>
                      <a:pt x="744" y="2880"/>
                    </a:cubicBezTo>
                    <a:cubicBezTo>
                      <a:pt x="733" y="2880"/>
                      <a:pt x="722" y="2881"/>
                      <a:pt x="711" y="2884"/>
                    </a:cubicBezTo>
                    <a:cubicBezTo>
                      <a:pt x="612" y="2881"/>
                      <a:pt x="496" y="2865"/>
                      <a:pt x="382" y="2865"/>
                    </a:cubicBezTo>
                    <a:cubicBezTo>
                      <a:pt x="278" y="2865"/>
                      <a:pt x="177" y="2878"/>
                      <a:pt x="92" y="2928"/>
                    </a:cubicBezTo>
                    <a:cubicBezTo>
                      <a:pt x="37" y="2966"/>
                      <a:pt x="10" y="3036"/>
                      <a:pt x="26" y="3107"/>
                    </a:cubicBezTo>
                    <a:cubicBezTo>
                      <a:pt x="43" y="3221"/>
                      <a:pt x="48" y="3335"/>
                      <a:pt x="48" y="3449"/>
                    </a:cubicBezTo>
                    <a:cubicBezTo>
                      <a:pt x="48" y="3605"/>
                      <a:pt x="0" y="3852"/>
                      <a:pt x="226" y="3852"/>
                    </a:cubicBezTo>
                    <a:cubicBezTo>
                      <a:pt x="228" y="3852"/>
                      <a:pt x="230" y="3852"/>
                      <a:pt x="233" y="3852"/>
                    </a:cubicBezTo>
                    <a:cubicBezTo>
                      <a:pt x="342" y="3852"/>
                      <a:pt x="450" y="3863"/>
                      <a:pt x="559" y="3895"/>
                    </a:cubicBezTo>
                    <a:cubicBezTo>
                      <a:pt x="673" y="3922"/>
                      <a:pt x="793" y="3911"/>
                      <a:pt x="907" y="3933"/>
                    </a:cubicBezTo>
                    <a:cubicBezTo>
                      <a:pt x="1119" y="3982"/>
                      <a:pt x="1336" y="3966"/>
                      <a:pt x="1548" y="3982"/>
                    </a:cubicBezTo>
                    <a:cubicBezTo>
                      <a:pt x="1597" y="3988"/>
                      <a:pt x="1657" y="3996"/>
                      <a:pt x="1715" y="3996"/>
                    </a:cubicBezTo>
                    <a:cubicBezTo>
                      <a:pt x="1768" y="3996"/>
                      <a:pt x="1819" y="3989"/>
                      <a:pt x="1858" y="3966"/>
                    </a:cubicBezTo>
                    <a:cubicBezTo>
                      <a:pt x="1923" y="3917"/>
                      <a:pt x="1934" y="3814"/>
                      <a:pt x="1956" y="3743"/>
                    </a:cubicBezTo>
                    <a:cubicBezTo>
                      <a:pt x="2032" y="3504"/>
                      <a:pt x="2130" y="3265"/>
                      <a:pt x="2179" y="3020"/>
                    </a:cubicBezTo>
                    <a:cubicBezTo>
                      <a:pt x="2195" y="2971"/>
                      <a:pt x="2163" y="2917"/>
                      <a:pt x="2114" y="2906"/>
                    </a:cubicBezTo>
                    <a:lnTo>
                      <a:pt x="2114" y="2906"/>
                    </a:lnTo>
                    <a:lnTo>
                      <a:pt x="2119" y="2911"/>
                    </a:lnTo>
                    <a:cubicBezTo>
                      <a:pt x="2065" y="2890"/>
                      <a:pt x="2010" y="2879"/>
                      <a:pt x="1956" y="2873"/>
                    </a:cubicBezTo>
                    <a:cubicBezTo>
                      <a:pt x="1918" y="2868"/>
                      <a:pt x="1875" y="2857"/>
                      <a:pt x="1837" y="2851"/>
                    </a:cubicBezTo>
                    <a:lnTo>
                      <a:pt x="1804" y="2851"/>
                    </a:lnTo>
                    <a:lnTo>
                      <a:pt x="1804" y="2846"/>
                    </a:lnTo>
                    <a:cubicBezTo>
                      <a:pt x="1804" y="2797"/>
                      <a:pt x="1809" y="2754"/>
                      <a:pt x="1826" y="2705"/>
                    </a:cubicBezTo>
                    <a:cubicBezTo>
                      <a:pt x="1842" y="2623"/>
                      <a:pt x="1869" y="2542"/>
                      <a:pt x="1880" y="2460"/>
                    </a:cubicBezTo>
                    <a:cubicBezTo>
                      <a:pt x="1907" y="2281"/>
                      <a:pt x="1945" y="2107"/>
                      <a:pt x="1983" y="1933"/>
                    </a:cubicBezTo>
                    <a:cubicBezTo>
                      <a:pt x="2021" y="1759"/>
                      <a:pt x="2027" y="1590"/>
                      <a:pt x="2059" y="1416"/>
                    </a:cubicBezTo>
                    <a:cubicBezTo>
                      <a:pt x="2087" y="1264"/>
                      <a:pt x="2108" y="1112"/>
                      <a:pt x="2125" y="960"/>
                    </a:cubicBezTo>
                    <a:cubicBezTo>
                      <a:pt x="2125" y="873"/>
                      <a:pt x="2141" y="786"/>
                      <a:pt x="2157" y="704"/>
                    </a:cubicBezTo>
                    <a:cubicBezTo>
                      <a:pt x="2179" y="628"/>
                      <a:pt x="2190" y="552"/>
                      <a:pt x="2195" y="471"/>
                    </a:cubicBezTo>
                    <a:cubicBezTo>
                      <a:pt x="2195" y="215"/>
                      <a:pt x="1913" y="150"/>
                      <a:pt x="1706" y="101"/>
                    </a:cubicBezTo>
                    <a:cubicBezTo>
                      <a:pt x="1527" y="57"/>
                      <a:pt x="1336" y="30"/>
                      <a:pt x="1152" y="19"/>
                    </a:cubicBezTo>
                    <a:cubicBezTo>
                      <a:pt x="1097" y="16"/>
                      <a:pt x="1047" y="0"/>
                      <a:pt x="9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20"/>
              <p:cNvSpPr/>
              <p:nvPr/>
            </p:nvSpPr>
            <p:spPr>
              <a:xfrm>
                <a:off x="3658050" y="2358800"/>
                <a:ext cx="58050" cy="97075"/>
              </a:xfrm>
              <a:custGeom>
                <a:rect b="b" l="l" r="r" t="t"/>
                <a:pathLst>
                  <a:path extrusionOk="0" h="3883" w="2322">
                    <a:moveTo>
                      <a:pt x="234" y="524"/>
                    </a:moveTo>
                    <a:lnTo>
                      <a:pt x="234" y="524"/>
                    </a:lnTo>
                    <a:cubicBezTo>
                      <a:pt x="228" y="573"/>
                      <a:pt x="228" y="622"/>
                      <a:pt x="234" y="671"/>
                    </a:cubicBezTo>
                    <a:cubicBezTo>
                      <a:pt x="250" y="736"/>
                      <a:pt x="277" y="801"/>
                      <a:pt x="315" y="856"/>
                    </a:cubicBezTo>
                    <a:cubicBezTo>
                      <a:pt x="348" y="921"/>
                      <a:pt x="451" y="1008"/>
                      <a:pt x="419" y="1084"/>
                    </a:cubicBezTo>
                    <a:cubicBezTo>
                      <a:pt x="408" y="1111"/>
                      <a:pt x="391" y="1133"/>
                      <a:pt x="375" y="1155"/>
                    </a:cubicBezTo>
                    <a:cubicBezTo>
                      <a:pt x="343" y="1084"/>
                      <a:pt x="305" y="1019"/>
                      <a:pt x="272" y="953"/>
                    </a:cubicBezTo>
                    <a:cubicBezTo>
                      <a:pt x="234" y="877"/>
                      <a:pt x="212" y="796"/>
                      <a:pt x="201" y="714"/>
                    </a:cubicBezTo>
                    <a:cubicBezTo>
                      <a:pt x="185" y="649"/>
                      <a:pt x="201" y="578"/>
                      <a:pt x="234" y="524"/>
                    </a:cubicBezTo>
                    <a:close/>
                    <a:moveTo>
                      <a:pt x="902" y="969"/>
                    </a:moveTo>
                    <a:cubicBezTo>
                      <a:pt x="1033" y="969"/>
                      <a:pt x="1162" y="987"/>
                      <a:pt x="1288" y="1024"/>
                    </a:cubicBezTo>
                    <a:cubicBezTo>
                      <a:pt x="1446" y="1089"/>
                      <a:pt x="1576" y="1209"/>
                      <a:pt x="1653" y="1361"/>
                    </a:cubicBezTo>
                    <a:cubicBezTo>
                      <a:pt x="1685" y="1448"/>
                      <a:pt x="1691" y="1540"/>
                      <a:pt x="1653" y="1627"/>
                    </a:cubicBezTo>
                    <a:cubicBezTo>
                      <a:pt x="1625" y="1704"/>
                      <a:pt x="1604" y="1780"/>
                      <a:pt x="1576" y="1856"/>
                    </a:cubicBezTo>
                    <a:cubicBezTo>
                      <a:pt x="1544" y="1926"/>
                      <a:pt x="1500" y="2003"/>
                      <a:pt x="1468" y="2073"/>
                    </a:cubicBezTo>
                    <a:cubicBezTo>
                      <a:pt x="1435" y="2149"/>
                      <a:pt x="1408" y="2225"/>
                      <a:pt x="1370" y="2296"/>
                    </a:cubicBezTo>
                    <a:cubicBezTo>
                      <a:pt x="1283" y="2459"/>
                      <a:pt x="1169" y="2633"/>
                      <a:pt x="984" y="2704"/>
                    </a:cubicBezTo>
                    <a:cubicBezTo>
                      <a:pt x="843" y="2758"/>
                      <a:pt x="712" y="2829"/>
                      <a:pt x="571" y="2883"/>
                    </a:cubicBezTo>
                    <a:cubicBezTo>
                      <a:pt x="542" y="2893"/>
                      <a:pt x="511" y="2898"/>
                      <a:pt x="482" y="2898"/>
                    </a:cubicBezTo>
                    <a:cubicBezTo>
                      <a:pt x="445" y="2898"/>
                      <a:pt x="411" y="2890"/>
                      <a:pt x="381" y="2872"/>
                    </a:cubicBezTo>
                    <a:cubicBezTo>
                      <a:pt x="397" y="2867"/>
                      <a:pt x="419" y="2861"/>
                      <a:pt x="435" y="2856"/>
                    </a:cubicBezTo>
                    <a:cubicBezTo>
                      <a:pt x="489" y="2829"/>
                      <a:pt x="544" y="2796"/>
                      <a:pt x="598" y="2758"/>
                    </a:cubicBezTo>
                    <a:cubicBezTo>
                      <a:pt x="669" y="2720"/>
                      <a:pt x="750" y="2693"/>
                      <a:pt x="821" y="2649"/>
                    </a:cubicBezTo>
                    <a:cubicBezTo>
                      <a:pt x="940" y="2590"/>
                      <a:pt x="1049" y="2508"/>
                      <a:pt x="1142" y="2416"/>
                    </a:cubicBezTo>
                    <a:cubicBezTo>
                      <a:pt x="1229" y="2312"/>
                      <a:pt x="1305" y="2198"/>
                      <a:pt x="1364" y="2079"/>
                    </a:cubicBezTo>
                    <a:cubicBezTo>
                      <a:pt x="1419" y="1959"/>
                      <a:pt x="1451" y="1834"/>
                      <a:pt x="1468" y="1704"/>
                    </a:cubicBezTo>
                    <a:cubicBezTo>
                      <a:pt x="1484" y="1568"/>
                      <a:pt x="1490" y="1443"/>
                      <a:pt x="1419" y="1323"/>
                    </a:cubicBezTo>
                    <a:cubicBezTo>
                      <a:pt x="1330" y="1162"/>
                      <a:pt x="1160" y="1064"/>
                      <a:pt x="978" y="1064"/>
                    </a:cubicBezTo>
                    <a:cubicBezTo>
                      <a:pt x="939" y="1064"/>
                      <a:pt x="899" y="1069"/>
                      <a:pt x="859" y="1078"/>
                    </a:cubicBezTo>
                    <a:cubicBezTo>
                      <a:pt x="783" y="1095"/>
                      <a:pt x="701" y="1078"/>
                      <a:pt x="625" y="1100"/>
                    </a:cubicBezTo>
                    <a:cubicBezTo>
                      <a:pt x="565" y="1116"/>
                      <a:pt x="506" y="1144"/>
                      <a:pt x="462" y="1187"/>
                    </a:cubicBezTo>
                    <a:cubicBezTo>
                      <a:pt x="457" y="1187"/>
                      <a:pt x="435" y="1209"/>
                      <a:pt x="413" y="1225"/>
                    </a:cubicBezTo>
                    <a:cubicBezTo>
                      <a:pt x="413" y="1220"/>
                      <a:pt x="408" y="1214"/>
                      <a:pt x="402" y="1203"/>
                    </a:cubicBezTo>
                    <a:cubicBezTo>
                      <a:pt x="457" y="1160"/>
                      <a:pt x="489" y="1095"/>
                      <a:pt x="500" y="1024"/>
                    </a:cubicBezTo>
                    <a:cubicBezTo>
                      <a:pt x="544" y="1013"/>
                      <a:pt x="587" y="1002"/>
                      <a:pt x="631" y="991"/>
                    </a:cubicBezTo>
                    <a:cubicBezTo>
                      <a:pt x="674" y="986"/>
                      <a:pt x="723" y="981"/>
                      <a:pt x="772" y="975"/>
                    </a:cubicBezTo>
                    <a:cubicBezTo>
                      <a:pt x="815" y="971"/>
                      <a:pt x="859" y="969"/>
                      <a:pt x="902" y="969"/>
                    </a:cubicBezTo>
                    <a:close/>
                    <a:moveTo>
                      <a:pt x="1913" y="3111"/>
                    </a:moveTo>
                    <a:cubicBezTo>
                      <a:pt x="1930" y="3114"/>
                      <a:pt x="1947" y="3116"/>
                      <a:pt x="1965" y="3116"/>
                    </a:cubicBezTo>
                    <a:cubicBezTo>
                      <a:pt x="1983" y="3116"/>
                      <a:pt x="2000" y="3114"/>
                      <a:pt x="2017" y="3111"/>
                    </a:cubicBezTo>
                    <a:lnTo>
                      <a:pt x="2017" y="3111"/>
                    </a:lnTo>
                    <a:cubicBezTo>
                      <a:pt x="2011" y="3128"/>
                      <a:pt x="2011" y="3139"/>
                      <a:pt x="2006" y="3149"/>
                    </a:cubicBezTo>
                    <a:lnTo>
                      <a:pt x="1962" y="3160"/>
                    </a:lnTo>
                    <a:cubicBezTo>
                      <a:pt x="1916" y="3163"/>
                      <a:pt x="1869" y="3164"/>
                      <a:pt x="1820" y="3164"/>
                    </a:cubicBezTo>
                    <a:cubicBezTo>
                      <a:pt x="1772" y="3164"/>
                      <a:pt x="1723" y="3163"/>
                      <a:pt x="1674" y="3160"/>
                    </a:cubicBezTo>
                    <a:lnTo>
                      <a:pt x="1544" y="3160"/>
                    </a:lnTo>
                    <a:cubicBezTo>
                      <a:pt x="1511" y="3149"/>
                      <a:pt x="1473" y="3139"/>
                      <a:pt x="1441" y="3117"/>
                    </a:cubicBezTo>
                    <a:lnTo>
                      <a:pt x="1441" y="3117"/>
                    </a:lnTo>
                    <a:cubicBezTo>
                      <a:pt x="1490" y="3120"/>
                      <a:pt x="1538" y="3121"/>
                      <a:pt x="1587" y="3121"/>
                    </a:cubicBezTo>
                    <a:cubicBezTo>
                      <a:pt x="1635" y="3121"/>
                      <a:pt x="1682" y="3120"/>
                      <a:pt x="1729" y="3117"/>
                    </a:cubicBezTo>
                    <a:lnTo>
                      <a:pt x="1734" y="3122"/>
                    </a:lnTo>
                    <a:cubicBezTo>
                      <a:pt x="1794" y="3122"/>
                      <a:pt x="1854" y="3117"/>
                      <a:pt x="1913" y="3111"/>
                    </a:cubicBezTo>
                    <a:close/>
                    <a:moveTo>
                      <a:pt x="288" y="2970"/>
                    </a:moveTo>
                    <a:cubicBezTo>
                      <a:pt x="332" y="2986"/>
                      <a:pt x="381" y="2997"/>
                      <a:pt x="430" y="3003"/>
                    </a:cubicBezTo>
                    <a:cubicBezTo>
                      <a:pt x="424" y="3095"/>
                      <a:pt x="413" y="3188"/>
                      <a:pt x="391" y="3280"/>
                    </a:cubicBezTo>
                    <a:cubicBezTo>
                      <a:pt x="375" y="3361"/>
                      <a:pt x="370" y="3448"/>
                      <a:pt x="348" y="3530"/>
                    </a:cubicBezTo>
                    <a:cubicBezTo>
                      <a:pt x="321" y="3525"/>
                      <a:pt x="299" y="3514"/>
                      <a:pt x="283" y="3497"/>
                    </a:cubicBezTo>
                    <a:cubicBezTo>
                      <a:pt x="250" y="3459"/>
                      <a:pt x="266" y="3361"/>
                      <a:pt x="266" y="3313"/>
                    </a:cubicBezTo>
                    <a:cubicBezTo>
                      <a:pt x="266" y="3242"/>
                      <a:pt x="288" y="3177"/>
                      <a:pt x="294" y="3106"/>
                    </a:cubicBezTo>
                    <a:cubicBezTo>
                      <a:pt x="294" y="3068"/>
                      <a:pt x="283" y="3014"/>
                      <a:pt x="288" y="2970"/>
                    </a:cubicBezTo>
                    <a:close/>
                    <a:moveTo>
                      <a:pt x="924" y="209"/>
                    </a:moveTo>
                    <a:cubicBezTo>
                      <a:pt x="1120" y="214"/>
                      <a:pt x="1310" y="258"/>
                      <a:pt x="1490" y="334"/>
                    </a:cubicBezTo>
                    <a:cubicBezTo>
                      <a:pt x="1576" y="355"/>
                      <a:pt x="1663" y="404"/>
                      <a:pt x="1729" y="464"/>
                    </a:cubicBezTo>
                    <a:cubicBezTo>
                      <a:pt x="1788" y="524"/>
                      <a:pt x="1843" y="589"/>
                      <a:pt x="1903" y="649"/>
                    </a:cubicBezTo>
                    <a:cubicBezTo>
                      <a:pt x="2022" y="796"/>
                      <a:pt x="2087" y="975"/>
                      <a:pt x="2087" y="1165"/>
                    </a:cubicBezTo>
                    <a:cubicBezTo>
                      <a:pt x="2115" y="1551"/>
                      <a:pt x="2022" y="1932"/>
                      <a:pt x="1832" y="2269"/>
                    </a:cubicBezTo>
                    <a:cubicBezTo>
                      <a:pt x="1734" y="2432"/>
                      <a:pt x="1620" y="2579"/>
                      <a:pt x="1490" y="2715"/>
                    </a:cubicBezTo>
                    <a:lnTo>
                      <a:pt x="1495" y="2715"/>
                    </a:lnTo>
                    <a:cubicBezTo>
                      <a:pt x="1435" y="2769"/>
                      <a:pt x="1370" y="2818"/>
                      <a:pt x="1299" y="2856"/>
                    </a:cubicBezTo>
                    <a:cubicBezTo>
                      <a:pt x="1245" y="2883"/>
                      <a:pt x="1207" y="2937"/>
                      <a:pt x="1201" y="3003"/>
                    </a:cubicBezTo>
                    <a:cubicBezTo>
                      <a:pt x="1196" y="3008"/>
                      <a:pt x="1196" y="3019"/>
                      <a:pt x="1201" y="3024"/>
                    </a:cubicBezTo>
                    <a:lnTo>
                      <a:pt x="1185" y="3024"/>
                    </a:lnTo>
                    <a:cubicBezTo>
                      <a:pt x="1163" y="3024"/>
                      <a:pt x="1158" y="3046"/>
                      <a:pt x="1169" y="3063"/>
                    </a:cubicBezTo>
                    <a:cubicBezTo>
                      <a:pt x="1288" y="3182"/>
                      <a:pt x="1451" y="3247"/>
                      <a:pt x="1620" y="3247"/>
                    </a:cubicBezTo>
                    <a:cubicBezTo>
                      <a:pt x="1630" y="3247"/>
                      <a:pt x="1641" y="3246"/>
                      <a:pt x="1651" y="3246"/>
                    </a:cubicBezTo>
                    <a:cubicBezTo>
                      <a:pt x="1723" y="3246"/>
                      <a:pt x="1794" y="3259"/>
                      <a:pt x="1866" y="3259"/>
                    </a:cubicBezTo>
                    <a:cubicBezTo>
                      <a:pt x="1876" y="3259"/>
                      <a:pt x="1887" y="3259"/>
                      <a:pt x="1897" y="3258"/>
                    </a:cubicBezTo>
                    <a:cubicBezTo>
                      <a:pt x="1919" y="3258"/>
                      <a:pt x="1946" y="3258"/>
                      <a:pt x="1968" y="3253"/>
                    </a:cubicBezTo>
                    <a:lnTo>
                      <a:pt x="1968" y="3253"/>
                    </a:lnTo>
                    <a:cubicBezTo>
                      <a:pt x="1946" y="3329"/>
                      <a:pt x="1924" y="3405"/>
                      <a:pt x="1892" y="3481"/>
                    </a:cubicBezTo>
                    <a:cubicBezTo>
                      <a:pt x="1875" y="3525"/>
                      <a:pt x="1859" y="3644"/>
                      <a:pt x="1816" y="3666"/>
                    </a:cubicBezTo>
                    <a:cubicBezTo>
                      <a:pt x="1809" y="3668"/>
                      <a:pt x="1802" y="3669"/>
                      <a:pt x="1793" y="3669"/>
                    </a:cubicBezTo>
                    <a:cubicBezTo>
                      <a:pt x="1740" y="3669"/>
                      <a:pt x="1647" y="3633"/>
                      <a:pt x="1615" y="3633"/>
                    </a:cubicBezTo>
                    <a:cubicBezTo>
                      <a:pt x="1574" y="3628"/>
                      <a:pt x="1534" y="3628"/>
                      <a:pt x="1495" y="3628"/>
                    </a:cubicBezTo>
                    <a:cubicBezTo>
                      <a:pt x="1456" y="3628"/>
                      <a:pt x="1416" y="3628"/>
                      <a:pt x="1375" y="3622"/>
                    </a:cubicBezTo>
                    <a:cubicBezTo>
                      <a:pt x="1299" y="3617"/>
                      <a:pt x="1218" y="3606"/>
                      <a:pt x="1136" y="3606"/>
                    </a:cubicBezTo>
                    <a:lnTo>
                      <a:pt x="930" y="3606"/>
                    </a:lnTo>
                    <a:cubicBezTo>
                      <a:pt x="843" y="3606"/>
                      <a:pt x="761" y="3590"/>
                      <a:pt x="674" y="3568"/>
                    </a:cubicBezTo>
                    <a:cubicBezTo>
                      <a:pt x="614" y="3557"/>
                      <a:pt x="549" y="3546"/>
                      <a:pt x="484" y="3546"/>
                    </a:cubicBezTo>
                    <a:lnTo>
                      <a:pt x="462" y="3546"/>
                    </a:lnTo>
                    <a:cubicBezTo>
                      <a:pt x="478" y="3454"/>
                      <a:pt x="478" y="3361"/>
                      <a:pt x="489" y="3275"/>
                    </a:cubicBezTo>
                    <a:cubicBezTo>
                      <a:pt x="500" y="3220"/>
                      <a:pt x="506" y="3166"/>
                      <a:pt x="506" y="3111"/>
                    </a:cubicBezTo>
                    <a:cubicBezTo>
                      <a:pt x="500" y="3073"/>
                      <a:pt x="484" y="3035"/>
                      <a:pt x="462" y="2997"/>
                    </a:cubicBezTo>
                    <a:cubicBezTo>
                      <a:pt x="484" y="2997"/>
                      <a:pt x="506" y="2997"/>
                      <a:pt x="527" y="2992"/>
                    </a:cubicBezTo>
                    <a:cubicBezTo>
                      <a:pt x="669" y="2959"/>
                      <a:pt x="799" y="2867"/>
                      <a:pt x="935" y="2802"/>
                    </a:cubicBezTo>
                    <a:cubicBezTo>
                      <a:pt x="1000" y="2774"/>
                      <a:pt x="1066" y="2747"/>
                      <a:pt x="1125" y="2715"/>
                    </a:cubicBezTo>
                    <a:cubicBezTo>
                      <a:pt x="1196" y="2660"/>
                      <a:pt x="1256" y="2595"/>
                      <a:pt x="1305" y="2524"/>
                    </a:cubicBezTo>
                    <a:cubicBezTo>
                      <a:pt x="1403" y="2399"/>
                      <a:pt x="1479" y="2263"/>
                      <a:pt x="1538" y="2117"/>
                    </a:cubicBezTo>
                    <a:cubicBezTo>
                      <a:pt x="1566" y="2046"/>
                      <a:pt x="1609" y="1981"/>
                      <a:pt x="1642" y="1905"/>
                    </a:cubicBezTo>
                    <a:cubicBezTo>
                      <a:pt x="1674" y="1829"/>
                      <a:pt x="1685" y="1763"/>
                      <a:pt x="1707" y="1693"/>
                    </a:cubicBezTo>
                    <a:cubicBezTo>
                      <a:pt x="1761" y="1584"/>
                      <a:pt x="1767" y="1464"/>
                      <a:pt x="1729" y="1356"/>
                    </a:cubicBezTo>
                    <a:cubicBezTo>
                      <a:pt x="1620" y="1089"/>
                      <a:pt x="1370" y="904"/>
                      <a:pt x="1082" y="872"/>
                    </a:cubicBezTo>
                    <a:cubicBezTo>
                      <a:pt x="1041" y="867"/>
                      <a:pt x="937" y="856"/>
                      <a:pt x="825" y="856"/>
                    </a:cubicBezTo>
                    <a:cubicBezTo>
                      <a:pt x="685" y="856"/>
                      <a:pt x="533" y="873"/>
                      <a:pt x="473" y="943"/>
                    </a:cubicBezTo>
                    <a:lnTo>
                      <a:pt x="468" y="932"/>
                    </a:lnTo>
                    <a:cubicBezTo>
                      <a:pt x="413" y="861"/>
                      <a:pt x="364" y="785"/>
                      <a:pt x="326" y="703"/>
                    </a:cubicBezTo>
                    <a:cubicBezTo>
                      <a:pt x="310" y="654"/>
                      <a:pt x="299" y="600"/>
                      <a:pt x="294" y="551"/>
                    </a:cubicBezTo>
                    <a:cubicBezTo>
                      <a:pt x="288" y="519"/>
                      <a:pt x="283" y="491"/>
                      <a:pt x="266" y="459"/>
                    </a:cubicBezTo>
                    <a:cubicBezTo>
                      <a:pt x="305" y="399"/>
                      <a:pt x="353" y="350"/>
                      <a:pt x="413" y="317"/>
                    </a:cubicBezTo>
                    <a:cubicBezTo>
                      <a:pt x="424" y="317"/>
                      <a:pt x="430" y="312"/>
                      <a:pt x="435" y="312"/>
                    </a:cubicBezTo>
                    <a:cubicBezTo>
                      <a:pt x="451" y="307"/>
                      <a:pt x="462" y="296"/>
                      <a:pt x="478" y="290"/>
                    </a:cubicBezTo>
                    <a:cubicBezTo>
                      <a:pt x="544" y="285"/>
                      <a:pt x="603" y="269"/>
                      <a:pt x="663" y="247"/>
                    </a:cubicBezTo>
                    <a:cubicBezTo>
                      <a:pt x="750" y="225"/>
                      <a:pt x="837" y="209"/>
                      <a:pt x="924" y="209"/>
                    </a:cubicBezTo>
                    <a:close/>
                    <a:moveTo>
                      <a:pt x="949" y="0"/>
                    </a:moveTo>
                    <a:cubicBezTo>
                      <a:pt x="890" y="0"/>
                      <a:pt x="831" y="4"/>
                      <a:pt x="772" y="13"/>
                    </a:cubicBezTo>
                    <a:cubicBezTo>
                      <a:pt x="680" y="24"/>
                      <a:pt x="593" y="46"/>
                      <a:pt x="511" y="78"/>
                    </a:cubicBezTo>
                    <a:cubicBezTo>
                      <a:pt x="484" y="89"/>
                      <a:pt x="451" y="100"/>
                      <a:pt x="430" y="111"/>
                    </a:cubicBezTo>
                    <a:cubicBezTo>
                      <a:pt x="397" y="127"/>
                      <a:pt x="370" y="149"/>
                      <a:pt x="343" y="176"/>
                    </a:cubicBezTo>
                    <a:lnTo>
                      <a:pt x="299" y="198"/>
                    </a:lnTo>
                    <a:cubicBezTo>
                      <a:pt x="190" y="279"/>
                      <a:pt x="103" y="388"/>
                      <a:pt x="54" y="519"/>
                    </a:cubicBezTo>
                    <a:cubicBezTo>
                      <a:pt x="0" y="654"/>
                      <a:pt x="49" y="839"/>
                      <a:pt x="98" y="975"/>
                    </a:cubicBezTo>
                    <a:cubicBezTo>
                      <a:pt x="131" y="1046"/>
                      <a:pt x="169" y="1116"/>
                      <a:pt x="196" y="1193"/>
                    </a:cubicBezTo>
                    <a:cubicBezTo>
                      <a:pt x="218" y="1269"/>
                      <a:pt x="250" y="1339"/>
                      <a:pt x="294" y="1405"/>
                    </a:cubicBezTo>
                    <a:cubicBezTo>
                      <a:pt x="325" y="1439"/>
                      <a:pt x="357" y="1452"/>
                      <a:pt x="391" y="1452"/>
                    </a:cubicBezTo>
                    <a:cubicBezTo>
                      <a:pt x="468" y="1452"/>
                      <a:pt x="548" y="1380"/>
                      <a:pt x="609" y="1334"/>
                    </a:cubicBezTo>
                    <a:cubicBezTo>
                      <a:pt x="680" y="1280"/>
                      <a:pt x="745" y="1285"/>
                      <a:pt x="826" y="1274"/>
                    </a:cubicBezTo>
                    <a:cubicBezTo>
                      <a:pt x="881" y="1257"/>
                      <a:pt x="937" y="1249"/>
                      <a:pt x="994" y="1249"/>
                    </a:cubicBezTo>
                    <a:cubicBezTo>
                      <a:pt x="1029" y="1249"/>
                      <a:pt x="1063" y="1252"/>
                      <a:pt x="1098" y="1258"/>
                    </a:cubicBezTo>
                    <a:cubicBezTo>
                      <a:pt x="1158" y="1274"/>
                      <a:pt x="1212" y="1318"/>
                      <a:pt x="1245" y="1372"/>
                    </a:cubicBezTo>
                    <a:cubicBezTo>
                      <a:pt x="1267" y="1405"/>
                      <a:pt x="1288" y="1437"/>
                      <a:pt x="1299" y="1475"/>
                    </a:cubicBezTo>
                    <a:cubicBezTo>
                      <a:pt x="1299" y="1513"/>
                      <a:pt x="1299" y="1551"/>
                      <a:pt x="1294" y="1589"/>
                    </a:cubicBezTo>
                    <a:cubicBezTo>
                      <a:pt x="1283" y="1671"/>
                      <a:pt x="1267" y="1752"/>
                      <a:pt x="1239" y="1829"/>
                    </a:cubicBezTo>
                    <a:cubicBezTo>
                      <a:pt x="1212" y="1916"/>
                      <a:pt x="1174" y="1997"/>
                      <a:pt x="1125" y="2079"/>
                    </a:cubicBezTo>
                    <a:cubicBezTo>
                      <a:pt x="1049" y="2225"/>
                      <a:pt x="935" y="2345"/>
                      <a:pt x="794" y="2427"/>
                    </a:cubicBezTo>
                    <a:cubicBezTo>
                      <a:pt x="712" y="2470"/>
                      <a:pt x="631" y="2519"/>
                      <a:pt x="549" y="2562"/>
                    </a:cubicBezTo>
                    <a:cubicBezTo>
                      <a:pt x="484" y="2595"/>
                      <a:pt x="430" y="2644"/>
                      <a:pt x="359" y="2677"/>
                    </a:cubicBezTo>
                    <a:cubicBezTo>
                      <a:pt x="261" y="2725"/>
                      <a:pt x="147" y="2764"/>
                      <a:pt x="114" y="2883"/>
                    </a:cubicBezTo>
                    <a:cubicBezTo>
                      <a:pt x="93" y="2965"/>
                      <a:pt x="114" y="3052"/>
                      <a:pt x="109" y="3133"/>
                    </a:cubicBezTo>
                    <a:cubicBezTo>
                      <a:pt x="98" y="3209"/>
                      <a:pt x="87" y="3285"/>
                      <a:pt x="87" y="3367"/>
                    </a:cubicBezTo>
                    <a:cubicBezTo>
                      <a:pt x="93" y="3503"/>
                      <a:pt x="87" y="3612"/>
                      <a:pt x="234" y="3677"/>
                    </a:cubicBezTo>
                    <a:cubicBezTo>
                      <a:pt x="381" y="3742"/>
                      <a:pt x="544" y="3731"/>
                      <a:pt x="701" y="3775"/>
                    </a:cubicBezTo>
                    <a:cubicBezTo>
                      <a:pt x="798" y="3799"/>
                      <a:pt x="894" y="3801"/>
                      <a:pt x="992" y="3801"/>
                    </a:cubicBezTo>
                    <a:cubicBezTo>
                      <a:pt x="1009" y="3801"/>
                      <a:pt x="1025" y="3801"/>
                      <a:pt x="1042" y="3801"/>
                    </a:cubicBezTo>
                    <a:cubicBezTo>
                      <a:pt x="1099" y="3801"/>
                      <a:pt x="1158" y="3802"/>
                      <a:pt x="1218" y="3807"/>
                    </a:cubicBezTo>
                    <a:cubicBezTo>
                      <a:pt x="1392" y="3824"/>
                      <a:pt x="1566" y="3840"/>
                      <a:pt x="1740" y="3872"/>
                    </a:cubicBezTo>
                    <a:cubicBezTo>
                      <a:pt x="1764" y="3879"/>
                      <a:pt x="1789" y="3882"/>
                      <a:pt x="1813" y="3882"/>
                    </a:cubicBezTo>
                    <a:cubicBezTo>
                      <a:pt x="1872" y="3882"/>
                      <a:pt x="1929" y="3865"/>
                      <a:pt x="1979" y="3834"/>
                    </a:cubicBezTo>
                    <a:cubicBezTo>
                      <a:pt x="2044" y="3780"/>
                      <a:pt x="2044" y="3709"/>
                      <a:pt x="2066" y="3633"/>
                    </a:cubicBezTo>
                    <a:cubicBezTo>
                      <a:pt x="2087" y="3541"/>
                      <a:pt x="2131" y="3454"/>
                      <a:pt x="2153" y="3361"/>
                    </a:cubicBezTo>
                    <a:cubicBezTo>
                      <a:pt x="2174" y="3269"/>
                      <a:pt x="2185" y="3193"/>
                      <a:pt x="2207" y="3111"/>
                    </a:cubicBezTo>
                    <a:cubicBezTo>
                      <a:pt x="2247" y="2957"/>
                      <a:pt x="2104" y="2926"/>
                      <a:pt x="1984" y="2926"/>
                    </a:cubicBezTo>
                    <a:cubicBezTo>
                      <a:pt x="1973" y="2926"/>
                      <a:pt x="1962" y="2926"/>
                      <a:pt x="1952" y="2927"/>
                    </a:cubicBezTo>
                    <a:cubicBezTo>
                      <a:pt x="1859" y="2930"/>
                      <a:pt x="1762" y="2934"/>
                      <a:pt x="1664" y="2934"/>
                    </a:cubicBezTo>
                    <a:cubicBezTo>
                      <a:pt x="1624" y="2934"/>
                      <a:pt x="1584" y="2934"/>
                      <a:pt x="1544" y="2932"/>
                    </a:cubicBezTo>
                    <a:cubicBezTo>
                      <a:pt x="1598" y="2883"/>
                      <a:pt x="1653" y="2829"/>
                      <a:pt x="1702" y="2769"/>
                    </a:cubicBezTo>
                    <a:lnTo>
                      <a:pt x="1707" y="2769"/>
                    </a:lnTo>
                    <a:cubicBezTo>
                      <a:pt x="1816" y="2649"/>
                      <a:pt x="1913" y="2519"/>
                      <a:pt x="2000" y="2388"/>
                    </a:cubicBezTo>
                    <a:cubicBezTo>
                      <a:pt x="2169" y="2106"/>
                      <a:pt x="2272" y="1791"/>
                      <a:pt x="2299" y="1470"/>
                    </a:cubicBezTo>
                    <a:cubicBezTo>
                      <a:pt x="2321" y="1165"/>
                      <a:pt x="2299" y="790"/>
                      <a:pt x="2098" y="551"/>
                    </a:cubicBezTo>
                    <a:cubicBezTo>
                      <a:pt x="2049" y="486"/>
                      <a:pt x="1990" y="437"/>
                      <a:pt x="1941" y="377"/>
                    </a:cubicBezTo>
                    <a:cubicBezTo>
                      <a:pt x="1897" y="312"/>
                      <a:pt x="1843" y="263"/>
                      <a:pt x="1778" y="220"/>
                    </a:cubicBezTo>
                    <a:cubicBezTo>
                      <a:pt x="1647" y="138"/>
                      <a:pt x="1468" y="95"/>
                      <a:pt x="1321" y="57"/>
                    </a:cubicBezTo>
                    <a:cubicBezTo>
                      <a:pt x="1199" y="19"/>
                      <a:pt x="1074" y="0"/>
                      <a:pt x="9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20"/>
              <p:cNvSpPr/>
              <p:nvPr/>
            </p:nvSpPr>
            <p:spPr>
              <a:xfrm>
                <a:off x="3722325" y="2358575"/>
                <a:ext cx="56000" cy="99600"/>
              </a:xfrm>
              <a:custGeom>
                <a:rect b="b" l="l" r="r" t="t"/>
                <a:pathLst>
                  <a:path extrusionOk="0" h="3984" w="2240">
                    <a:moveTo>
                      <a:pt x="386" y="245"/>
                    </a:moveTo>
                    <a:cubicBezTo>
                      <a:pt x="386" y="294"/>
                      <a:pt x="381" y="354"/>
                      <a:pt x="381" y="364"/>
                    </a:cubicBezTo>
                    <a:cubicBezTo>
                      <a:pt x="397" y="446"/>
                      <a:pt x="419" y="533"/>
                      <a:pt x="441" y="609"/>
                    </a:cubicBezTo>
                    <a:cubicBezTo>
                      <a:pt x="473" y="702"/>
                      <a:pt x="489" y="799"/>
                      <a:pt x="489" y="897"/>
                    </a:cubicBezTo>
                    <a:cubicBezTo>
                      <a:pt x="484" y="973"/>
                      <a:pt x="441" y="1017"/>
                      <a:pt x="402" y="1082"/>
                    </a:cubicBezTo>
                    <a:lnTo>
                      <a:pt x="402" y="1077"/>
                    </a:lnTo>
                    <a:cubicBezTo>
                      <a:pt x="392" y="1049"/>
                      <a:pt x="386" y="1022"/>
                      <a:pt x="375" y="990"/>
                    </a:cubicBezTo>
                    <a:cubicBezTo>
                      <a:pt x="359" y="919"/>
                      <a:pt x="364" y="843"/>
                      <a:pt x="348" y="772"/>
                    </a:cubicBezTo>
                    <a:cubicBezTo>
                      <a:pt x="326" y="685"/>
                      <a:pt x="343" y="593"/>
                      <a:pt x="326" y="500"/>
                    </a:cubicBezTo>
                    <a:cubicBezTo>
                      <a:pt x="310" y="430"/>
                      <a:pt x="272" y="364"/>
                      <a:pt x="256" y="288"/>
                    </a:cubicBezTo>
                    <a:cubicBezTo>
                      <a:pt x="256" y="288"/>
                      <a:pt x="256" y="283"/>
                      <a:pt x="256" y="278"/>
                    </a:cubicBezTo>
                    <a:cubicBezTo>
                      <a:pt x="294" y="267"/>
                      <a:pt x="337" y="256"/>
                      <a:pt x="386" y="245"/>
                    </a:cubicBezTo>
                    <a:close/>
                    <a:moveTo>
                      <a:pt x="685" y="913"/>
                    </a:moveTo>
                    <a:cubicBezTo>
                      <a:pt x="712" y="913"/>
                      <a:pt x="707" y="913"/>
                      <a:pt x="739" y="924"/>
                    </a:cubicBezTo>
                    <a:cubicBezTo>
                      <a:pt x="768" y="933"/>
                      <a:pt x="798" y="935"/>
                      <a:pt x="828" y="935"/>
                    </a:cubicBezTo>
                    <a:cubicBezTo>
                      <a:pt x="849" y="935"/>
                      <a:pt x="870" y="934"/>
                      <a:pt x="890" y="934"/>
                    </a:cubicBezTo>
                    <a:cubicBezTo>
                      <a:pt x="916" y="934"/>
                      <a:pt x="942" y="935"/>
                      <a:pt x="968" y="941"/>
                    </a:cubicBezTo>
                    <a:cubicBezTo>
                      <a:pt x="1044" y="952"/>
                      <a:pt x="1115" y="984"/>
                      <a:pt x="1180" y="1028"/>
                    </a:cubicBezTo>
                    <a:cubicBezTo>
                      <a:pt x="1343" y="1125"/>
                      <a:pt x="1370" y="1299"/>
                      <a:pt x="1305" y="1468"/>
                    </a:cubicBezTo>
                    <a:lnTo>
                      <a:pt x="1299" y="1484"/>
                    </a:lnTo>
                    <a:cubicBezTo>
                      <a:pt x="1321" y="1321"/>
                      <a:pt x="1256" y="1164"/>
                      <a:pt x="1125" y="1060"/>
                    </a:cubicBezTo>
                    <a:cubicBezTo>
                      <a:pt x="1040" y="997"/>
                      <a:pt x="928" y="983"/>
                      <a:pt x="821" y="983"/>
                    </a:cubicBezTo>
                    <a:cubicBezTo>
                      <a:pt x="799" y="983"/>
                      <a:pt x="777" y="983"/>
                      <a:pt x="756" y="984"/>
                    </a:cubicBezTo>
                    <a:cubicBezTo>
                      <a:pt x="685" y="984"/>
                      <a:pt x="620" y="995"/>
                      <a:pt x="555" y="1028"/>
                    </a:cubicBezTo>
                    <a:cubicBezTo>
                      <a:pt x="522" y="1039"/>
                      <a:pt x="489" y="1060"/>
                      <a:pt x="457" y="1082"/>
                    </a:cubicBezTo>
                    <a:cubicBezTo>
                      <a:pt x="500" y="1033"/>
                      <a:pt x="528" y="979"/>
                      <a:pt x="549" y="919"/>
                    </a:cubicBezTo>
                    <a:cubicBezTo>
                      <a:pt x="598" y="919"/>
                      <a:pt x="642" y="913"/>
                      <a:pt x="685" y="913"/>
                    </a:cubicBezTo>
                    <a:close/>
                    <a:moveTo>
                      <a:pt x="555" y="2006"/>
                    </a:moveTo>
                    <a:cubicBezTo>
                      <a:pt x="593" y="2012"/>
                      <a:pt x="631" y="2012"/>
                      <a:pt x="674" y="2012"/>
                    </a:cubicBezTo>
                    <a:cubicBezTo>
                      <a:pt x="674" y="2033"/>
                      <a:pt x="669" y="2050"/>
                      <a:pt x="663" y="2066"/>
                    </a:cubicBezTo>
                    <a:cubicBezTo>
                      <a:pt x="658" y="2082"/>
                      <a:pt x="658" y="2093"/>
                      <a:pt x="653" y="2109"/>
                    </a:cubicBezTo>
                    <a:cubicBezTo>
                      <a:pt x="653" y="2115"/>
                      <a:pt x="658" y="2137"/>
                      <a:pt x="658" y="2142"/>
                    </a:cubicBezTo>
                    <a:cubicBezTo>
                      <a:pt x="653" y="2194"/>
                      <a:pt x="574" y="2221"/>
                      <a:pt x="529" y="2260"/>
                    </a:cubicBezTo>
                    <a:lnTo>
                      <a:pt x="529" y="2260"/>
                    </a:lnTo>
                    <a:cubicBezTo>
                      <a:pt x="538" y="2218"/>
                      <a:pt x="539" y="2162"/>
                      <a:pt x="549" y="2126"/>
                    </a:cubicBezTo>
                    <a:cubicBezTo>
                      <a:pt x="555" y="2088"/>
                      <a:pt x="549" y="2044"/>
                      <a:pt x="555" y="2006"/>
                    </a:cubicBezTo>
                    <a:close/>
                    <a:moveTo>
                      <a:pt x="701" y="2169"/>
                    </a:moveTo>
                    <a:cubicBezTo>
                      <a:pt x="713" y="2177"/>
                      <a:pt x="734" y="2182"/>
                      <a:pt x="740" y="2182"/>
                    </a:cubicBezTo>
                    <a:cubicBezTo>
                      <a:pt x="741" y="2182"/>
                      <a:pt x="742" y="2182"/>
                      <a:pt x="742" y="2182"/>
                    </a:cubicBezTo>
                    <a:lnTo>
                      <a:pt x="742" y="2182"/>
                    </a:lnTo>
                    <a:cubicBezTo>
                      <a:pt x="768" y="2202"/>
                      <a:pt x="800" y="2213"/>
                      <a:pt x="832" y="2218"/>
                    </a:cubicBezTo>
                    <a:cubicBezTo>
                      <a:pt x="854" y="2213"/>
                      <a:pt x="877" y="2210"/>
                      <a:pt x="901" y="2210"/>
                    </a:cubicBezTo>
                    <a:cubicBezTo>
                      <a:pt x="924" y="2210"/>
                      <a:pt x="949" y="2213"/>
                      <a:pt x="973" y="2218"/>
                    </a:cubicBezTo>
                    <a:cubicBezTo>
                      <a:pt x="1028" y="2234"/>
                      <a:pt x="1082" y="2256"/>
                      <a:pt x="1131" y="2289"/>
                    </a:cubicBezTo>
                    <a:cubicBezTo>
                      <a:pt x="1229" y="2338"/>
                      <a:pt x="1310" y="2414"/>
                      <a:pt x="1370" y="2506"/>
                    </a:cubicBezTo>
                    <a:cubicBezTo>
                      <a:pt x="1435" y="2599"/>
                      <a:pt x="1506" y="2691"/>
                      <a:pt x="1479" y="2811"/>
                    </a:cubicBezTo>
                    <a:cubicBezTo>
                      <a:pt x="1452" y="2908"/>
                      <a:pt x="1403" y="3006"/>
                      <a:pt x="1327" y="3082"/>
                    </a:cubicBezTo>
                    <a:cubicBezTo>
                      <a:pt x="1305" y="3099"/>
                      <a:pt x="1283" y="3120"/>
                      <a:pt x="1256" y="3131"/>
                    </a:cubicBezTo>
                    <a:cubicBezTo>
                      <a:pt x="1343" y="3006"/>
                      <a:pt x="1381" y="2860"/>
                      <a:pt x="1365" y="2707"/>
                    </a:cubicBezTo>
                    <a:cubicBezTo>
                      <a:pt x="1359" y="2593"/>
                      <a:pt x="1316" y="2490"/>
                      <a:pt x="1234" y="2414"/>
                    </a:cubicBezTo>
                    <a:cubicBezTo>
                      <a:pt x="1136" y="2332"/>
                      <a:pt x="995" y="2310"/>
                      <a:pt x="870" y="2289"/>
                    </a:cubicBezTo>
                    <a:lnTo>
                      <a:pt x="875" y="2283"/>
                    </a:lnTo>
                    <a:cubicBezTo>
                      <a:pt x="823" y="2273"/>
                      <a:pt x="768" y="2267"/>
                      <a:pt x="714" y="2267"/>
                    </a:cubicBezTo>
                    <a:cubicBezTo>
                      <a:pt x="684" y="2267"/>
                      <a:pt x="654" y="2269"/>
                      <a:pt x="625" y="2272"/>
                    </a:cubicBezTo>
                    <a:cubicBezTo>
                      <a:pt x="598" y="2272"/>
                      <a:pt x="576" y="2278"/>
                      <a:pt x="549" y="2289"/>
                    </a:cubicBezTo>
                    <a:cubicBezTo>
                      <a:pt x="576" y="2272"/>
                      <a:pt x="598" y="2256"/>
                      <a:pt x="625" y="2234"/>
                    </a:cubicBezTo>
                    <a:cubicBezTo>
                      <a:pt x="647" y="2218"/>
                      <a:pt x="674" y="2185"/>
                      <a:pt x="701" y="2169"/>
                    </a:cubicBezTo>
                    <a:close/>
                    <a:moveTo>
                      <a:pt x="392" y="3099"/>
                    </a:moveTo>
                    <a:cubicBezTo>
                      <a:pt x="397" y="3104"/>
                      <a:pt x="408" y="3110"/>
                      <a:pt x="419" y="3115"/>
                    </a:cubicBezTo>
                    <a:cubicBezTo>
                      <a:pt x="441" y="3126"/>
                      <a:pt x="468" y="3131"/>
                      <a:pt x="495" y="3137"/>
                    </a:cubicBezTo>
                    <a:cubicBezTo>
                      <a:pt x="468" y="3207"/>
                      <a:pt x="446" y="3278"/>
                      <a:pt x="424" y="3354"/>
                    </a:cubicBezTo>
                    <a:cubicBezTo>
                      <a:pt x="402" y="3419"/>
                      <a:pt x="364" y="3479"/>
                      <a:pt x="310" y="3523"/>
                    </a:cubicBezTo>
                    <a:lnTo>
                      <a:pt x="305" y="3523"/>
                    </a:lnTo>
                    <a:lnTo>
                      <a:pt x="277" y="3512"/>
                    </a:lnTo>
                    <a:lnTo>
                      <a:pt x="256" y="3506"/>
                    </a:lnTo>
                    <a:cubicBezTo>
                      <a:pt x="261" y="3490"/>
                      <a:pt x="267" y="3474"/>
                      <a:pt x="272" y="3457"/>
                    </a:cubicBezTo>
                    <a:cubicBezTo>
                      <a:pt x="305" y="3387"/>
                      <a:pt x="326" y="3311"/>
                      <a:pt x="354" y="3240"/>
                    </a:cubicBezTo>
                    <a:cubicBezTo>
                      <a:pt x="370" y="3202"/>
                      <a:pt x="381" y="3164"/>
                      <a:pt x="386" y="3131"/>
                    </a:cubicBezTo>
                    <a:cubicBezTo>
                      <a:pt x="392" y="3120"/>
                      <a:pt x="392" y="3110"/>
                      <a:pt x="392" y="3099"/>
                    </a:cubicBezTo>
                    <a:close/>
                    <a:moveTo>
                      <a:pt x="1062" y="147"/>
                    </a:moveTo>
                    <a:cubicBezTo>
                      <a:pt x="1396" y="147"/>
                      <a:pt x="1709" y="244"/>
                      <a:pt x="1870" y="566"/>
                    </a:cubicBezTo>
                    <a:cubicBezTo>
                      <a:pt x="1935" y="702"/>
                      <a:pt x="2011" y="810"/>
                      <a:pt x="2033" y="962"/>
                    </a:cubicBezTo>
                    <a:cubicBezTo>
                      <a:pt x="2044" y="1039"/>
                      <a:pt x="2055" y="1120"/>
                      <a:pt x="2060" y="1196"/>
                    </a:cubicBezTo>
                    <a:cubicBezTo>
                      <a:pt x="2050" y="1283"/>
                      <a:pt x="2033" y="1365"/>
                      <a:pt x="2006" y="1446"/>
                    </a:cubicBezTo>
                    <a:cubicBezTo>
                      <a:pt x="1968" y="1598"/>
                      <a:pt x="1892" y="1713"/>
                      <a:pt x="1816" y="1843"/>
                    </a:cubicBezTo>
                    <a:cubicBezTo>
                      <a:pt x="1794" y="1876"/>
                      <a:pt x="1789" y="1908"/>
                      <a:pt x="1772" y="1935"/>
                    </a:cubicBezTo>
                    <a:cubicBezTo>
                      <a:pt x="1751" y="1963"/>
                      <a:pt x="1729" y="1984"/>
                      <a:pt x="1696" y="2001"/>
                    </a:cubicBezTo>
                    <a:cubicBezTo>
                      <a:pt x="1653" y="2028"/>
                      <a:pt x="1615" y="2071"/>
                      <a:pt x="1582" y="2120"/>
                    </a:cubicBezTo>
                    <a:cubicBezTo>
                      <a:pt x="1549" y="2175"/>
                      <a:pt x="1598" y="2224"/>
                      <a:pt x="1653" y="2224"/>
                    </a:cubicBezTo>
                    <a:lnTo>
                      <a:pt x="1642" y="2229"/>
                    </a:lnTo>
                    <a:cubicBezTo>
                      <a:pt x="1664" y="2245"/>
                      <a:pt x="1685" y="2251"/>
                      <a:pt x="1707" y="2251"/>
                    </a:cubicBezTo>
                    <a:cubicBezTo>
                      <a:pt x="1843" y="2251"/>
                      <a:pt x="1925" y="2463"/>
                      <a:pt x="1941" y="2566"/>
                    </a:cubicBezTo>
                    <a:cubicBezTo>
                      <a:pt x="1963" y="2713"/>
                      <a:pt x="1919" y="2854"/>
                      <a:pt x="1892" y="2995"/>
                    </a:cubicBezTo>
                    <a:cubicBezTo>
                      <a:pt x="1854" y="3137"/>
                      <a:pt x="1794" y="3273"/>
                      <a:pt x="1702" y="3392"/>
                    </a:cubicBezTo>
                    <a:cubicBezTo>
                      <a:pt x="1691" y="3392"/>
                      <a:pt x="1680" y="3398"/>
                      <a:pt x="1669" y="3409"/>
                    </a:cubicBezTo>
                    <a:cubicBezTo>
                      <a:pt x="1658" y="3414"/>
                      <a:pt x="1653" y="3425"/>
                      <a:pt x="1642" y="3436"/>
                    </a:cubicBezTo>
                    <a:cubicBezTo>
                      <a:pt x="1620" y="3452"/>
                      <a:pt x="1593" y="3474"/>
                      <a:pt x="1566" y="3485"/>
                    </a:cubicBezTo>
                    <a:cubicBezTo>
                      <a:pt x="1522" y="3501"/>
                      <a:pt x="1479" y="3528"/>
                      <a:pt x="1435" y="3550"/>
                    </a:cubicBezTo>
                    <a:cubicBezTo>
                      <a:pt x="1370" y="3577"/>
                      <a:pt x="1294" y="3599"/>
                      <a:pt x="1218" y="3610"/>
                    </a:cubicBezTo>
                    <a:cubicBezTo>
                      <a:pt x="1167" y="3619"/>
                      <a:pt x="1115" y="3624"/>
                      <a:pt x="1063" y="3624"/>
                    </a:cubicBezTo>
                    <a:cubicBezTo>
                      <a:pt x="966" y="3624"/>
                      <a:pt x="870" y="3607"/>
                      <a:pt x="778" y="3572"/>
                    </a:cubicBezTo>
                    <a:cubicBezTo>
                      <a:pt x="723" y="3550"/>
                      <a:pt x="669" y="3517"/>
                      <a:pt x="614" y="3496"/>
                    </a:cubicBezTo>
                    <a:cubicBezTo>
                      <a:pt x="571" y="3485"/>
                      <a:pt x="528" y="3468"/>
                      <a:pt x="489" y="3441"/>
                    </a:cubicBezTo>
                    <a:cubicBezTo>
                      <a:pt x="489" y="3436"/>
                      <a:pt x="495" y="3430"/>
                      <a:pt x="495" y="3419"/>
                    </a:cubicBezTo>
                    <a:cubicBezTo>
                      <a:pt x="528" y="3332"/>
                      <a:pt x="544" y="3240"/>
                      <a:pt x="544" y="3148"/>
                    </a:cubicBezTo>
                    <a:cubicBezTo>
                      <a:pt x="614" y="3169"/>
                      <a:pt x="685" y="3197"/>
                      <a:pt x="745" y="3229"/>
                    </a:cubicBezTo>
                    <a:cubicBezTo>
                      <a:pt x="810" y="3260"/>
                      <a:pt x="881" y="3275"/>
                      <a:pt x="951" y="3275"/>
                    </a:cubicBezTo>
                    <a:cubicBezTo>
                      <a:pt x="1003" y="3275"/>
                      <a:pt x="1055" y="3267"/>
                      <a:pt x="1104" y="3251"/>
                    </a:cubicBezTo>
                    <a:cubicBezTo>
                      <a:pt x="1163" y="3251"/>
                      <a:pt x="1223" y="3240"/>
                      <a:pt x="1278" y="3218"/>
                    </a:cubicBezTo>
                    <a:cubicBezTo>
                      <a:pt x="1446" y="3115"/>
                      <a:pt x="1560" y="2941"/>
                      <a:pt x="1582" y="2745"/>
                    </a:cubicBezTo>
                    <a:cubicBezTo>
                      <a:pt x="1582" y="2642"/>
                      <a:pt x="1522" y="2544"/>
                      <a:pt x="1473" y="2463"/>
                    </a:cubicBezTo>
                    <a:cubicBezTo>
                      <a:pt x="1424" y="2381"/>
                      <a:pt x="1365" y="2305"/>
                      <a:pt x="1289" y="2245"/>
                    </a:cubicBezTo>
                    <a:cubicBezTo>
                      <a:pt x="1196" y="2180"/>
                      <a:pt x="1093" y="2137"/>
                      <a:pt x="984" y="2109"/>
                    </a:cubicBezTo>
                    <a:cubicBezTo>
                      <a:pt x="965" y="2104"/>
                      <a:pt x="945" y="2102"/>
                      <a:pt x="925" y="2102"/>
                    </a:cubicBezTo>
                    <a:cubicBezTo>
                      <a:pt x="902" y="2102"/>
                      <a:pt x="878" y="2106"/>
                      <a:pt x="854" y="2115"/>
                    </a:cubicBezTo>
                    <a:cubicBezTo>
                      <a:pt x="821" y="2131"/>
                      <a:pt x="783" y="2147"/>
                      <a:pt x="745" y="2153"/>
                    </a:cubicBezTo>
                    <a:cubicBezTo>
                      <a:pt x="739" y="2153"/>
                      <a:pt x="734" y="2153"/>
                      <a:pt x="729" y="2164"/>
                    </a:cubicBezTo>
                    <a:lnTo>
                      <a:pt x="712" y="2158"/>
                    </a:lnTo>
                    <a:cubicBezTo>
                      <a:pt x="718" y="2153"/>
                      <a:pt x="718" y="2142"/>
                      <a:pt x="718" y="2137"/>
                    </a:cubicBezTo>
                    <a:cubicBezTo>
                      <a:pt x="707" y="2115"/>
                      <a:pt x="729" y="2066"/>
                      <a:pt x="729" y="2044"/>
                    </a:cubicBezTo>
                    <a:cubicBezTo>
                      <a:pt x="734" y="2033"/>
                      <a:pt x="734" y="2022"/>
                      <a:pt x="729" y="2012"/>
                    </a:cubicBezTo>
                    <a:cubicBezTo>
                      <a:pt x="908" y="1995"/>
                      <a:pt x="1071" y="1908"/>
                      <a:pt x="1185" y="1772"/>
                    </a:cubicBezTo>
                    <a:cubicBezTo>
                      <a:pt x="1191" y="1781"/>
                      <a:pt x="1199" y="1785"/>
                      <a:pt x="1206" y="1785"/>
                    </a:cubicBezTo>
                    <a:cubicBezTo>
                      <a:pt x="1214" y="1785"/>
                      <a:pt x="1221" y="1781"/>
                      <a:pt x="1223" y="1772"/>
                    </a:cubicBezTo>
                    <a:cubicBezTo>
                      <a:pt x="1261" y="1707"/>
                      <a:pt x="1321" y="1664"/>
                      <a:pt x="1359" y="1598"/>
                    </a:cubicBezTo>
                    <a:cubicBezTo>
                      <a:pt x="1397" y="1533"/>
                      <a:pt x="1424" y="1468"/>
                      <a:pt x="1441" y="1397"/>
                    </a:cubicBezTo>
                    <a:cubicBezTo>
                      <a:pt x="1468" y="1256"/>
                      <a:pt x="1424" y="1115"/>
                      <a:pt x="1321" y="1011"/>
                    </a:cubicBezTo>
                    <a:cubicBezTo>
                      <a:pt x="1212" y="908"/>
                      <a:pt x="1066" y="854"/>
                      <a:pt x="913" y="848"/>
                    </a:cubicBezTo>
                    <a:lnTo>
                      <a:pt x="810" y="848"/>
                    </a:lnTo>
                    <a:cubicBezTo>
                      <a:pt x="783" y="843"/>
                      <a:pt x="756" y="837"/>
                      <a:pt x="729" y="832"/>
                    </a:cubicBezTo>
                    <a:cubicBezTo>
                      <a:pt x="674" y="837"/>
                      <a:pt x="614" y="854"/>
                      <a:pt x="566" y="881"/>
                    </a:cubicBezTo>
                    <a:cubicBezTo>
                      <a:pt x="571" y="788"/>
                      <a:pt x="555" y="696"/>
                      <a:pt x="528" y="609"/>
                    </a:cubicBezTo>
                    <a:cubicBezTo>
                      <a:pt x="500" y="495"/>
                      <a:pt x="473" y="381"/>
                      <a:pt x="451" y="267"/>
                    </a:cubicBezTo>
                    <a:cubicBezTo>
                      <a:pt x="451" y="256"/>
                      <a:pt x="451" y="239"/>
                      <a:pt x="446" y="229"/>
                    </a:cubicBezTo>
                    <a:cubicBezTo>
                      <a:pt x="638" y="185"/>
                      <a:pt x="854" y="147"/>
                      <a:pt x="1062" y="147"/>
                    </a:cubicBezTo>
                    <a:close/>
                    <a:moveTo>
                      <a:pt x="468" y="3468"/>
                    </a:moveTo>
                    <a:cubicBezTo>
                      <a:pt x="489" y="3496"/>
                      <a:pt x="517" y="3517"/>
                      <a:pt x="544" y="3534"/>
                    </a:cubicBezTo>
                    <a:cubicBezTo>
                      <a:pt x="604" y="3572"/>
                      <a:pt x="663" y="3604"/>
                      <a:pt x="729" y="3637"/>
                    </a:cubicBezTo>
                    <a:cubicBezTo>
                      <a:pt x="843" y="3692"/>
                      <a:pt x="972" y="3719"/>
                      <a:pt x="1101" y="3719"/>
                    </a:cubicBezTo>
                    <a:cubicBezTo>
                      <a:pt x="1113" y="3719"/>
                      <a:pt x="1125" y="3719"/>
                      <a:pt x="1136" y="3718"/>
                    </a:cubicBezTo>
                    <a:cubicBezTo>
                      <a:pt x="1272" y="3707"/>
                      <a:pt x="1403" y="3675"/>
                      <a:pt x="1522" y="3615"/>
                    </a:cubicBezTo>
                    <a:lnTo>
                      <a:pt x="1533" y="3610"/>
                    </a:lnTo>
                    <a:lnTo>
                      <a:pt x="1528" y="3615"/>
                    </a:lnTo>
                    <a:lnTo>
                      <a:pt x="1528" y="3621"/>
                    </a:lnTo>
                    <a:cubicBezTo>
                      <a:pt x="1473" y="3659"/>
                      <a:pt x="1414" y="3686"/>
                      <a:pt x="1354" y="3707"/>
                    </a:cubicBezTo>
                    <a:cubicBezTo>
                      <a:pt x="1278" y="3743"/>
                      <a:pt x="1175" y="3801"/>
                      <a:pt x="1083" y="3801"/>
                    </a:cubicBezTo>
                    <a:cubicBezTo>
                      <a:pt x="1075" y="3801"/>
                      <a:pt x="1068" y="3801"/>
                      <a:pt x="1060" y="3800"/>
                    </a:cubicBezTo>
                    <a:cubicBezTo>
                      <a:pt x="995" y="3794"/>
                      <a:pt x="930" y="3784"/>
                      <a:pt x="865" y="3778"/>
                    </a:cubicBezTo>
                    <a:cubicBezTo>
                      <a:pt x="778" y="3773"/>
                      <a:pt x="734" y="3729"/>
                      <a:pt x="658" y="3691"/>
                    </a:cubicBezTo>
                    <a:cubicBezTo>
                      <a:pt x="582" y="3653"/>
                      <a:pt x="522" y="3637"/>
                      <a:pt x="462" y="3599"/>
                    </a:cubicBezTo>
                    <a:cubicBezTo>
                      <a:pt x="424" y="3577"/>
                      <a:pt x="392" y="3555"/>
                      <a:pt x="359" y="3539"/>
                    </a:cubicBezTo>
                    <a:cubicBezTo>
                      <a:pt x="402" y="3528"/>
                      <a:pt x="441" y="3501"/>
                      <a:pt x="468" y="3468"/>
                    </a:cubicBezTo>
                    <a:close/>
                    <a:moveTo>
                      <a:pt x="1000" y="0"/>
                    </a:moveTo>
                    <a:cubicBezTo>
                      <a:pt x="879" y="0"/>
                      <a:pt x="758" y="13"/>
                      <a:pt x="636" y="38"/>
                    </a:cubicBezTo>
                    <a:cubicBezTo>
                      <a:pt x="489" y="66"/>
                      <a:pt x="305" y="104"/>
                      <a:pt x="212" y="234"/>
                    </a:cubicBezTo>
                    <a:cubicBezTo>
                      <a:pt x="207" y="239"/>
                      <a:pt x="207" y="250"/>
                      <a:pt x="212" y="261"/>
                    </a:cubicBezTo>
                    <a:cubicBezTo>
                      <a:pt x="190" y="267"/>
                      <a:pt x="180" y="283"/>
                      <a:pt x="174" y="299"/>
                    </a:cubicBezTo>
                    <a:cubicBezTo>
                      <a:pt x="174" y="359"/>
                      <a:pt x="196" y="419"/>
                      <a:pt x="196" y="479"/>
                    </a:cubicBezTo>
                    <a:cubicBezTo>
                      <a:pt x="196" y="555"/>
                      <a:pt x="180" y="625"/>
                      <a:pt x="180" y="702"/>
                    </a:cubicBezTo>
                    <a:cubicBezTo>
                      <a:pt x="174" y="772"/>
                      <a:pt x="201" y="837"/>
                      <a:pt x="201" y="903"/>
                    </a:cubicBezTo>
                    <a:cubicBezTo>
                      <a:pt x="196" y="957"/>
                      <a:pt x="201" y="1006"/>
                      <a:pt x="212" y="1060"/>
                    </a:cubicBezTo>
                    <a:cubicBezTo>
                      <a:pt x="239" y="1142"/>
                      <a:pt x="283" y="1245"/>
                      <a:pt x="359" y="1283"/>
                    </a:cubicBezTo>
                    <a:cubicBezTo>
                      <a:pt x="384" y="1296"/>
                      <a:pt x="406" y="1302"/>
                      <a:pt x="426" y="1302"/>
                    </a:cubicBezTo>
                    <a:cubicBezTo>
                      <a:pt x="489" y="1302"/>
                      <a:pt x="532" y="1247"/>
                      <a:pt x="582" y="1202"/>
                    </a:cubicBezTo>
                    <a:cubicBezTo>
                      <a:pt x="641" y="1153"/>
                      <a:pt x="729" y="1131"/>
                      <a:pt x="816" y="1131"/>
                    </a:cubicBezTo>
                    <a:cubicBezTo>
                      <a:pt x="873" y="1131"/>
                      <a:pt x="931" y="1141"/>
                      <a:pt x="979" y="1158"/>
                    </a:cubicBezTo>
                    <a:cubicBezTo>
                      <a:pt x="1104" y="1212"/>
                      <a:pt x="1174" y="1348"/>
                      <a:pt x="1147" y="1484"/>
                    </a:cubicBezTo>
                    <a:cubicBezTo>
                      <a:pt x="1107" y="1704"/>
                      <a:pt x="881" y="1846"/>
                      <a:pt x="663" y="1846"/>
                    </a:cubicBezTo>
                    <a:cubicBezTo>
                      <a:pt x="617" y="1846"/>
                      <a:pt x="571" y="1840"/>
                      <a:pt x="528" y="1827"/>
                    </a:cubicBezTo>
                    <a:cubicBezTo>
                      <a:pt x="520" y="1824"/>
                      <a:pt x="511" y="1823"/>
                      <a:pt x="503" y="1823"/>
                    </a:cubicBezTo>
                    <a:cubicBezTo>
                      <a:pt x="472" y="1823"/>
                      <a:pt x="443" y="1839"/>
                      <a:pt x="430" y="1865"/>
                    </a:cubicBezTo>
                    <a:cubicBezTo>
                      <a:pt x="402" y="1903"/>
                      <a:pt x="392" y="1952"/>
                      <a:pt x="392" y="2001"/>
                    </a:cubicBezTo>
                    <a:cubicBezTo>
                      <a:pt x="386" y="2060"/>
                      <a:pt x="375" y="2126"/>
                      <a:pt x="359" y="2185"/>
                    </a:cubicBezTo>
                    <a:cubicBezTo>
                      <a:pt x="343" y="2278"/>
                      <a:pt x="288" y="2381"/>
                      <a:pt x="359" y="2457"/>
                    </a:cubicBezTo>
                    <a:cubicBezTo>
                      <a:pt x="392" y="2490"/>
                      <a:pt x="427" y="2501"/>
                      <a:pt x="464" y="2501"/>
                    </a:cubicBezTo>
                    <a:cubicBezTo>
                      <a:pt x="531" y="2501"/>
                      <a:pt x="602" y="2464"/>
                      <a:pt x="669" y="2457"/>
                    </a:cubicBezTo>
                    <a:cubicBezTo>
                      <a:pt x="680" y="2457"/>
                      <a:pt x="692" y="2457"/>
                      <a:pt x="703" y="2457"/>
                    </a:cubicBezTo>
                    <a:cubicBezTo>
                      <a:pt x="828" y="2457"/>
                      <a:pt x="957" y="2484"/>
                      <a:pt x="1077" y="2539"/>
                    </a:cubicBezTo>
                    <a:cubicBezTo>
                      <a:pt x="1223" y="2615"/>
                      <a:pt x="1202" y="2936"/>
                      <a:pt x="1082" y="3033"/>
                    </a:cubicBezTo>
                    <a:cubicBezTo>
                      <a:pt x="1048" y="3064"/>
                      <a:pt x="1010" y="3075"/>
                      <a:pt x="971" y="3075"/>
                    </a:cubicBezTo>
                    <a:cubicBezTo>
                      <a:pt x="897" y="3075"/>
                      <a:pt x="818" y="3035"/>
                      <a:pt x="750" y="3006"/>
                    </a:cubicBezTo>
                    <a:cubicBezTo>
                      <a:pt x="685" y="2979"/>
                      <a:pt x="614" y="2963"/>
                      <a:pt x="549" y="2952"/>
                    </a:cubicBezTo>
                    <a:cubicBezTo>
                      <a:pt x="479" y="2941"/>
                      <a:pt x="441" y="2892"/>
                      <a:pt x="375" y="2876"/>
                    </a:cubicBezTo>
                    <a:cubicBezTo>
                      <a:pt x="367" y="2873"/>
                      <a:pt x="357" y="2872"/>
                      <a:pt x="348" y="2872"/>
                    </a:cubicBezTo>
                    <a:cubicBezTo>
                      <a:pt x="323" y="2872"/>
                      <a:pt x="299" y="2882"/>
                      <a:pt x="283" y="2898"/>
                    </a:cubicBezTo>
                    <a:cubicBezTo>
                      <a:pt x="250" y="2936"/>
                      <a:pt x="223" y="2985"/>
                      <a:pt x="218" y="3033"/>
                    </a:cubicBezTo>
                    <a:cubicBezTo>
                      <a:pt x="207" y="3120"/>
                      <a:pt x="180" y="3207"/>
                      <a:pt x="152" y="3289"/>
                    </a:cubicBezTo>
                    <a:cubicBezTo>
                      <a:pt x="114" y="3398"/>
                      <a:pt x="0" y="3561"/>
                      <a:pt x="131" y="3648"/>
                    </a:cubicBezTo>
                    <a:cubicBezTo>
                      <a:pt x="185" y="3669"/>
                      <a:pt x="245" y="3691"/>
                      <a:pt x="299" y="3707"/>
                    </a:cubicBezTo>
                    <a:cubicBezTo>
                      <a:pt x="370" y="3740"/>
                      <a:pt x="430" y="3789"/>
                      <a:pt x="506" y="3816"/>
                    </a:cubicBezTo>
                    <a:cubicBezTo>
                      <a:pt x="576" y="3849"/>
                      <a:pt x="631" y="3892"/>
                      <a:pt x="701" y="3925"/>
                    </a:cubicBezTo>
                    <a:cubicBezTo>
                      <a:pt x="767" y="3947"/>
                      <a:pt x="843" y="3958"/>
                      <a:pt x="913" y="3958"/>
                    </a:cubicBezTo>
                    <a:cubicBezTo>
                      <a:pt x="975" y="3962"/>
                      <a:pt x="1032" y="3984"/>
                      <a:pt x="1092" y="3984"/>
                    </a:cubicBezTo>
                    <a:cubicBezTo>
                      <a:pt x="1107" y="3984"/>
                      <a:pt x="1121" y="3982"/>
                      <a:pt x="1136" y="3979"/>
                    </a:cubicBezTo>
                    <a:cubicBezTo>
                      <a:pt x="1223" y="3963"/>
                      <a:pt x="1310" y="3930"/>
                      <a:pt x="1386" y="3892"/>
                    </a:cubicBezTo>
                    <a:cubicBezTo>
                      <a:pt x="1517" y="3838"/>
                      <a:pt x="1636" y="3789"/>
                      <a:pt x="1723" y="3675"/>
                    </a:cubicBezTo>
                    <a:cubicBezTo>
                      <a:pt x="1838" y="3539"/>
                      <a:pt x="1935" y="3387"/>
                      <a:pt x="2011" y="3224"/>
                    </a:cubicBezTo>
                    <a:cubicBezTo>
                      <a:pt x="2071" y="3077"/>
                      <a:pt x="2109" y="2919"/>
                      <a:pt x="2126" y="2762"/>
                    </a:cubicBezTo>
                    <a:cubicBezTo>
                      <a:pt x="2147" y="2609"/>
                      <a:pt x="2120" y="2457"/>
                      <a:pt x="2050" y="2321"/>
                    </a:cubicBezTo>
                    <a:cubicBezTo>
                      <a:pt x="2006" y="2240"/>
                      <a:pt x="1946" y="2175"/>
                      <a:pt x="1876" y="2115"/>
                    </a:cubicBezTo>
                    <a:cubicBezTo>
                      <a:pt x="1919" y="2060"/>
                      <a:pt x="1957" y="2001"/>
                      <a:pt x="1984" y="1935"/>
                    </a:cubicBezTo>
                    <a:lnTo>
                      <a:pt x="1984" y="1930"/>
                    </a:lnTo>
                    <a:cubicBezTo>
                      <a:pt x="2082" y="1778"/>
                      <a:pt x="2153" y="1615"/>
                      <a:pt x="2196" y="1441"/>
                    </a:cubicBezTo>
                    <a:cubicBezTo>
                      <a:pt x="2223" y="1343"/>
                      <a:pt x="2240" y="1245"/>
                      <a:pt x="2234" y="1147"/>
                    </a:cubicBezTo>
                    <a:cubicBezTo>
                      <a:pt x="2223" y="1060"/>
                      <a:pt x="2213" y="973"/>
                      <a:pt x="2196" y="892"/>
                    </a:cubicBezTo>
                    <a:cubicBezTo>
                      <a:pt x="2169" y="723"/>
                      <a:pt x="2066" y="576"/>
                      <a:pt x="1984" y="435"/>
                    </a:cubicBezTo>
                    <a:cubicBezTo>
                      <a:pt x="1897" y="294"/>
                      <a:pt x="1772" y="185"/>
                      <a:pt x="1631" y="120"/>
                    </a:cubicBezTo>
                    <a:cubicBezTo>
                      <a:pt x="1490" y="55"/>
                      <a:pt x="1343" y="17"/>
                      <a:pt x="1191" y="11"/>
                    </a:cubicBezTo>
                    <a:cubicBezTo>
                      <a:pt x="1127" y="4"/>
                      <a:pt x="1064"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120"/>
            <p:cNvGrpSpPr/>
            <p:nvPr/>
          </p:nvGrpSpPr>
          <p:grpSpPr>
            <a:xfrm>
              <a:off x="1572053" y="1523282"/>
              <a:ext cx="217167" cy="274324"/>
              <a:chOff x="3851275" y="2231675"/>
              <a:chExt cx="174375" cy="217700"/>
            </a:xfrm>
          </p:grpSpPr>
          <p:sp>
            <p:nvSpPr>
              <p:cNvPr id="4542" name="Google Shape;4542;p120"/>
              <p:cNvSpPr/>
              <p:nvPr/>
            </p:nvSpPr>
            <p:spPr>
              <a:xfrm>
                <a:off x="3851275" y="2231675"/>
                <a:ext cx="169500" cy="217700"/>
              </a:xfrm>
              <a:custGeom>
                <a:rect b="b" l="l" r="r" t="t"/>
                <a:pathLst>
                  <a:path extrusionOk="0" h="8708" w="6780">
                    <a:moveTo>
                      <a:pt x="4001" y="381"/>
                    </a:moveTo>
                    <a:cubicBezTo>
                      <a:pt x="4044" y="381"/>
                      <a:pt x="4085" y="398"/>
                      <a:pt x="4116" y="429"/>
                    </a:cubicBezTo>
                    <a:cubicBezTo>
                      <a:pt x="4143" y="478"/>
                      <a:pt x="4154" y="532"/>
                      <a:pt x="4148" y="586"/>
                    </a:cubicBezTo>
                    <a:cubicBezTo>
                      <a:pt x="4012" y="597"/>
                      <a:pt x="3887" y="624"/>
                      <a:pt x="3762" y="668"/>
                    </a:cubicBezTo>
                    <a:cubicBezTo>
                      <a:pt x="3795" y="554"/>
                      <a:pt x="3817" y="412"/>
                      <a:pt x="3947" y="391"/>
                    </a:cubicBezTo>
                    <a:cubicBezTo>
                      <a:pt x="3965" y="384"/>
                      <a:pt x="3983" y="381"/>
                      <a:pt x="4001" y="381"/>
                    </a:cubicBezTo>
                    <a:close/>
                    <a:moveTo>
                      <a:pt x="2404" y="160"/>
                    </a:moveTo>
                    <a:cubicBezTo>
                      <a:pt x="2433" y="160"/>
                      <a:pt x="2462" y="161"/>
                      <a:pt x="2490" y="162"/>
                    </a:cubicBezTo>
                    <a:cubicBezTo>
                      <a:pt x="2594" y="168"/>
                      <a:pt x="2697" y="184"/>
                      <a:pt x="2800" y="206"/>
                    </a:cubicBezTo>
                    <a:cubicBezTo>
                      <a:pt x="2855" y="206"/>
                      <a:pt x="2904" y="217"/>
                      <a:pt x="2958" y="222"/>
                    </a:cubicBezTo>
                    <a:cubicBezTo>
                      <a:pt x="2985" y="233"/>
                      <a:pt x="3012" y="249"/>
                      <a:pt x="3039" y="260"/>
                    </a:cubicBezTo>
                    <a:cubicBezTo>
                      <a:pt x="3088" y="276"/>
                      <a:pt x="3137" y="293"/>
                      <a:pt x="3186" y="315"/>
                    </a:cubicBezTo>
                    <a:cubicBezTo>
                      <a:pt x="3224" y="336"/>
                      <a:pt x="3257" y="363"/>
                      <a:pt x="3295" y="385"/>
                    </a:cubicBezTo>
                    <a:cubicBezTo>
                      <a:pt x="3387" y="423"/>
                      <a:pt x="3474" y="488"/>
                      <a:pt x="3540" y="565"/>
                    </a:cubicBezTo>
                    <a:cubicBezTo>
                      <a:pt x="3567" y="613"/>
                      <a:pt x="3610" y="662"/>
                      <a:pt x="3637" y="711"/>
                    </a:cubicBezTo>
                    <a:cubicBezTo>
                      <a:pt x="3599" y="722"/>
                      <a:pt x="3561" y="739"/>
                      <a:pt x="3523" y="760"/>
                    </a:cubicBezTo>
                    <a:lnTo>
                      <a:pt x="3512" y="749"/>
                    </a:lnTo>
                    <a:cubicBezTo>
                      <a:pt x="3485" y="733"/>
                      <a:pt x="3463" y="695"/>
                      <a:pt x="3442" y="673"/>
                    </a:cubicBezTo>
                    <a:cubicBezTo>
                      <a:pt x="3425" y="652"/>
                      <a:pt x="3376" y="619"/>
                      <a:pt x="3338" y="592"/>
                    </a:cubicBezTo>
                    <a:cubicBezTo>
                      <a:pt x="3289" y="537"/>
                      <a:pt x="3235" y="494"/>
                      <a:pt x="3175" y="450"/>
                    </a:cubicBezTo>
                    <a:cubicBezTo>
                      <a:pt x="3034" y="358"/>
                      <a:pt x="2871" y="304"/>
                      <a:pt x="2702" y="293"/>
                    </a:cubicBezTo>
                    <a:cubicBezTo>
                      <a:pt x="2672" y="291"/>
                      <a:pt x="2641" y="290"/>
                      <a:pt x="2610" y="290"/>
                    </a:cubicBezTo>
                    <a:cubicBezTo>
                      <a:pt x="2456" y="290"/>
                      <a:pt x="2303" y="313"/>
                      <a:pt x="2153" y="358"/>
                    </a:cubicBezTo>
                    <a:cubicBezTo>
                      <a:pt x="1990" y="401"/>
                      <a:pt x="1838" y="472"/>
                      <a:pt x="1697" y="565"/>
                    </a:cubicBezTo>
                    <a:cubicBezTo>
                      <a:pt x="1572" y="662"/>
                      <a:pt x="1414" y="728"/>
                      <a:pt x="1300" y="836"/>
                    </a:cubicBezTo>
                    <a:cubicBezTo>
                      <a:pt x="1186" y="961"/>
                      <a:pt x="1083" y="1103"/>
                      <a:pt x="1006" y="1255"/>
                    </a:cubicBezTo>
                    <a:cubicBezTo>
                      <a:pt x="909" y="1402"/>
                      <a:pt x="838" y="1559"/>
                      <a:pt x="784" y="1728"/>
                    </a:cubicBezTo>
                    <a:cubicBezTo>
                      <a:pt x="756" y="1815"/>
                      <a:pt x="746" y="1907"/>
                      <a:pt x="756" y="2000"/>
                    </a:cubicBezTo>
                    <a:cubicBezTo>
                      <a:pt x="707" y="1972"/>
                      <a:pt x="659" y="1945"/>
                      <a:pt x="610" y="1929"/>
                    </a:cubicBezTo>
                    <a:cubicBezTo>
                      <a:pt x="610" y="1907"/>
                      <a:pt x="615" y="1885"/>
                      <a:pt x="626" y="1869"/>
                    </a:cubicBezTo>
                    <a:cubicBezTo>
                      <a:pt x="653" y="1782"/>
                      <a:pt x="675" y="1701"/>
                      <a:pt x="691" y="1614"/>
                    </a:cubicBezTo>
                    <a:cubicBezTo>
                      <a:pt x="713" y="1434"/>
                      <a:pt x="778" y="1260"/>
                      <a:pt x="876" y="1114"/>
                    </a:cubicBezTo>
                    <a:cubicBezTo>
                      <a:pt x="930" y="1043"/>
                      <a:pt x="968" y="972"/>
                      <a:pt x="1017" y="902"/>
                    </a:cubicBezTo>
                    <a:cubicBezTo>
                      <a:pt x="1083" y="825"/>
                      <a:pt x="1153" y="755"/>
                      <a:pt x="1229" y="690"/>
                    </a:cubicBezTo>
                    <a:cubicBezTo>
                      <a:pt x="1365" y="559"/>
                      <a:pt x="1512" y="445"/>
                      <a:pt x="1675" y="347"/>
                    </a:cubicBezTo>
                    <a:cubicBezTo>
                      <a:pt x="1833" y="255"/>
                      <a:pt x="2012" y="190"/>
                      <a:pt x="2197" y="168"/>
                    </a:cubicBezTo>
                    <a:cubicBezTo>
                      <a:pt x="2266" y="164"/>
                      <a:pt x="2335" y="160"/>
                      <a:pt x="2404" y="160"/>
                    </a:cubicBezTo>
                    <a:close/>
                    <a:moveTo>
                      <a:pt x="4318" y="759"/>
                    </a:moveTo>
                    <a:cubicBezTo>
                      <a:pt x="4385" y="759"/>
                      <a:pt x="4452" y="765"/>
                      <a:pt x="4518" y="777"/>
                    </a:cubicBezTo>
                    <a:cubicBezTo>
                      <a:pt x="4686" y="809"/>
                      <a:pt x="4757" y="961"/>
                      <a:pt x="4822" y="1103"/>
                    </a:cubicBezTo>
                    <a:cubicBezTo>
                      <a:pt x="4850" y="1173"/>
                      <a:pt x="4866" y="1249"/>
                      <a:pt x="4882" y="1326"/>
                    </a:cubicBezTo>
                    <a:cubicBezTo>
                      <a:pt x="4904" y="1413"/>
                      <a:pt x="4920" y="1500"/>
                      <a:pt x="4920" y="1587"/>
                    </a:cubicBezTo>
                    <a:cubicBezTo>
                      <a:pt x="4926" y="1668"/>
                      <a:pt x="4942" y="1739"/>
                      <a:pt x="4942" y="1820"/>
                    </a:cubicBezTo>
                    <a:cubicBezTo>
                      <a:pt x="4931" y="1880"/>
                      <a:pt x="4926" y="1945"/>
                      <a:pt x="4920" y="2010"/>
                    </a:cubicBezTo>
                    <a:cubicBezTo>
                      <a:pt x="4898" y="2038"/>
                      <a:pt x="4888" y="2065"/>
                      <a:pt x="4882" y="2097"/>
                    </a:cubicBezTo>
                    <a:cubicBezTo>
                      <a:pt x="4763" y="2054"/>
                      <a:pt x="4643" y="2016"/>
                      <a:pt x="4518" y="1989"/>
                    </a:cubicBezTo>
                    <a:cubicBezTo>
                      <a:pt x="4343" y="1952"/>
                      <a:pt x="4166" y="1935"/>
                      <a:pt x="3988" y="1935"/>
                    </a:cubicBezTo>
                    <a:cubicBezTo>
                      <a:pt x="3906" y="1935"/>
                      <a:pt x="3823" y="1938"/>
                      <a:pt x="3741" y="1945"/>
                    </a:cubicBezTo>
                    <a:cubicBezTo>
                      <a:pt x="3659" y="1951"/>
                      <a:pt x="3583" y="1967"/>
                      <a:pt x="3501" y="1967"/>
                    </a:cubicBezTo>
                    <a:cubicBezTo>
                      <a:pt x="3431" y="1967"/>
                      <a:pt x="3360" y="1978"/>
                      <a:pt x="3289" y="2005"/>
                    </a:cubicBezTo>
                    <a:lnTo>
                      <a:pt x="3148" y="2054"/>
                    </a:lnTo>
                    <a:cubicBezTo>
                      <a:pt x="3154" y="2005"/>
                      <a:pt x="3148" y="1956"/>
                      <a:pt x="3148" y="1902"/>
                    </a:cubicBezTo>
                    <a:cubicBezTo>
                      <a:pt x="3159" y="1673"/>
                      <a:pt x="3208" y="1445"/>
                      <a:pt x="3300" y="1233"/>
                    </a:cubicBezTo>
                    <a:cubicBezTo>
                      <a:pt x="3338" y="1163"/>
                      <a:pt x="3387" y="1092"/>
                      <a:pt x="3442" y="1027"/>
                    </a:cubicBezTo>
                    <a:cubicBezTo>
                      <a:pt x="3496" y="983"/>
                      <a:pt x="3556" y="945"/>
                      <a:pt x="3621" y="918"/>
                    </a:cubicBezTo>
                    <a:cubicBezTo>
                      <a:pt x="3762" y="853"/>
                      <a:pt x="3909" y="809"/>
                      <a:pt x="4056" y="787"/>
                    </a:cubicBezTo>
                    <a:cubicBezTo>
                      <a:pt x="4142" y="769"/>
                      <a:pt x="4230" y="759"/>
                      <a:pt x="4318" y="759"/>
                    </a:cubicBezTo>
                    <a:close/>
                    <a:moveTo>
                      <a:pt x="2174" y="1203"/>
                    </a:moveTo>
                    <a:cubicBezTo>
                      <a:pt x="2185" y="1203"/>
                      <a:pt x="2197" y="1204"/>
                      <a:pt x="2208" y="1206"/>
                    </a:cubicBezTo>
                    <a:cubicBezTo>
                      <a:pt x="2289" y="1211"/>
                      <a:pt x="2371" y="1228"/>
                      <a:pt x="2387" y="1320"/>
                    </a:cubicBezTo>
                    <a:cubicBezTo>
                      <a:pt x="2398" y="1380"/>
                      <a:pt x="2398" y="1445"/>
                      <a:pt x="2382" y="1510"/>
                    </a:cubicBezTo>
                    <a:cubicBezTo>
                      <a:pt x="2365" y="1570"/>
                      <a:pt x="2360" y="1630"/>
                      <a:pt x="2376" y="1695"/>
                    </a:cubicBezTo>
                    <a:lnTo>
                      <a:pt x="2376" y="1690"/>
                    </a:lnTo>
                    <a:cubicBezTo>
                      <a:pt x="2398" y="1744"/>
                      <a:pt x="2431" y="1793"/>
                      <a:pt x="2474" y="1837"/>
                    </a:cubicBezTo>
                    <a:cubicBezTo>
                      <a:pt x="2512" y="1875"/>
                      <a:pt x="2545" y="1924"/>
                      <a:pt x="2566" y="1972"/>
                    </a:cubicBezTo>
                    <a:cubicBezTo>
                      <a:pt x="2594" y="2021"/>
                      <a:pt x="2621" y="2070"/>
                      <a:pt x="2653" y="2119"/>
                    </a:cubicBezTo>
                    <a:cubicBezTo>
                      <a:pt x="2670" y="2152"/>
                      <a:pt x="2681" y="2201"/>
                      <a:pt x="2702" y="2239"/>
                    </a:cubicBezTo>
                    <a:cubicBezTo>
                      <a:pt x="2653" y="2266"/>
                      <a:pt x="2605" y="2293"/>
                      <a:pt x="2556" y="2320"/>
                    </a:cubicBezTo>
                    <a:cubicBezTo>
                      <a:pt x="2534" y="2266"/>
                      <a:pt x="2518" y="2206"/>
                      <a:pt x="2501" y="2146"/>
                    </a:cubicBezTo>
                    <a:cubicBezTo>
                      <a:pt x="2490" y="2081"/>
                      <a:pt x="2463" y="2021"/>
                      <a:pt x="2431" y="1962"/>
                    </a:cubicBezTo>
                    <a:cubicBezTo>
                      <a:pt x="2389" y="1894"/>
                      <a:pt x="2343" y="1792"/>
                      <a:pt x="2254" y="1792"/>
                    </a:cubicBezTo>
                    <a:cubicBezTo>
                      <a:pt x="2249" y="1792"/>
                      <a:pt x="2245" y="1793"/>
                      <a:pt x="2240" y="1793"/>
                    </a:cubicBezTo>
                    <a:cubicBezTo>
                      <a:pt x="2213" y="1793"/>
                      <a:pt x="2191" y="1820"/>
                      <a:pt x="2164" y="1820"/>
                    </a:cubicBezTo>
                    <a:cubicBezTo>
                      <a:pt x="2121" y="1815"/>
                      <a:pt x="2083" y="1798"/>
                      <a:pt x="2045" y="1771"/>
                    </a:cubicBezTo>
                    <a:cubicBezTo>
                      <a:pt x="1969" y="1722"/>
                      <a:pt x="1952" y="1657"/>
                      <a:pt x="1947" y="1570"/>
                    </a:cubicBezTo>
                    <a:cubicBezTo>
                      <a:pt x="1941" y="1494"/>
                      <a:pt x="1920" y="1407"/>
                      <a:pt x="1963" y="1336"/>
                    </a:cubicBezTo>
                    <a:cubicBezTo>
                      <a:pt x="1985" y="1304"/>
                      <a:pt x="2017" y="1271"/>
                      <a:pt x="2056" y="1249"/>
                    </a:cubicBezTo>
                    <a:cubicBezTo>
                      <a:pt x="2086" y="1219"/>
                      <a:pt x="2130" y="1203"/>
                      <a:pt x="2174" y="1203"/>
                    </a:cubicBezTo>
                    <a:close/>
                    <a:moveTo>
                      <a:pt x="495" y="2059"/>
                    </a:moveTo>
                    <a:cubicBezTo>
                      <a:pt x="506" y="2076"/>
                      <a:pt x="523" y="2087"/>
                      <a:pt x="544" y="2092"/>
                    </a:cubicBezTo>
                    <a:cubicBezTo>
                      <a:pt x="551" y="2094"/>
                      <a:pt x="559" y="2096"/>
                      <a:pt x="567" y="2096"/>
                    </a:cubicBezTo>
                    <a:cubicBezTo>
                      <a:pt x="578" y="2096"/>
                      <a:pt x="589" y="2093"/>
                      <a:pt x="599" y="2087"/>
                    </a:cubicBezTo>
                    <a:cubicBezTo>
                      <a:pt x="637" y="2103"/>
                      <a:pt x="669" y="2125"/>
                      <a:pt x="702" y="2157"/>
                    </a:cubicBezTo>
                    <a:cubicBezTo>
                      <a:pt x="713" y="2179"/>
                      <a:pt x="724" y="2201"/>
                      <a:pt x="746" y="2212"/>
                    </a:cubicBezTo>
                    <a:cubicBezTo>
                      <a:pt x="756" y="2244"/>
                      <a:pt x="756" y="2277"/>
                      <a:pt x="740" y="2309"/>
                    </a:cubicBezTo>
                    <a:cubicBezTo>
                      <a:pt x="713" y="2358"/>
                      <a:pt x="675" y="2396"/>
                      <a:pt x="620" y="2418"/>
                    </a:cubicBezTo>
                    <a:cubicBezTo>
                      <a:pt x="593" y="2429"/>
                      <a:pt x="566" y="2429"/>
                      <a:pt x="539" y="2429"/>
                    </a:cubicBezTo>
                    <a:cubicBezTo>
                      <a:pt x="528" y="2429"/>
                      <a:pt x="463" y="2429"/>
                      <a:pt x="506" y="2451"/>
                    </a:cubicBezTo>
                    <a:cubicBezTo>
                      <a:pt x="495" y="2445"/>
                      <a:pt x="485" y="2440"/>
                      <a:pt x="474" y="2440"/>
                    </a:cubicBezTo>
                    <a:cubicBezTo>
                      <a:pt x="441" y="2391"/>
                      <a:pt x="414" y="2331"/>
                      <a:pt x="398" y="2271"/>
                    </a:cubicBezTo>
                    <a:cubicBezTo>
                      <a:pt x="376" y="2217"/>
                      <a:pt x="381" y="2163"/>
                      <a:pt x="408" y="2114"/>
                    </a:cubicBezTo>
                    <a:cubicBezTo>
                      <a:pt x="430" y="2081"/>
                      <a:pt x="457" y="2065"/>
                      <a:pt x="495" y="2059"/>
                    </a:cubicBezTo>
                    <a:close/>
                    <a:moveTo>
                      <a:pt x="2620" y="459"/>
                    </a:moveTo>
                    <a:cubicBezTo>
                      <a:pt x="2649" y="459"/>
                      <a:pt x="2678" y="459"/>
                      <a:pt x="2708" y="461"/>
                    </a:cubicBezTo>
                    <a:cubicBezTo>
                      <a:pt x="2871" y="472"/>
                      <a:pt x="3029" y="537"/>
                      <a:pt x="3159" y="641"/>
                    </a:cubicBezTo>
                    <a:cubicBezTo>
                      <a:pt x="3208" y="679"/>
                      <a:pt x="3251" y="722"/>
                      <a:pt x="3300" y="760"/>
                    </a:cubicBezTo>
                    <a:cubicBezTo>
                      <a:pt x="3333" y="782"/>
                      <a:pt x="3360" y="815"/>
                      <a:pt x="3393" y="847"/>
                    </a:cubicBezTo>
                    <a:cubicBezTo>
                      <a:pt x="3371" y="864"/>
                      <a:pt x="3344" y="885"/>
                      <a:pt x="3328" y="907"/>
                    </a:cubicBezTo>
                    <a:cubicBezTo>
                      <a:pt x="3230" y="1010"/>
                      <a:pt x="3154" y="1130"/>
                      <a:pt x="3105" y="1260"/>
                    </a:cubicBezTo>
                    <a:cubicBezTo>
                      <a:pt x="3050" y="1418"/>
                      <a:pt x="3012" y="1581"/>
                      <a:pt x="3007" y="1744"/>
                    </a:cubicBezTo>
                    <a:cubicBezTo>
                      <a:pt x="2996" y="1853"/>
                      <a:pt x="2990" y="2005"/>
                      <a:pt x="3072" y="2087"/>
                    </a:cubicBezTo>
                    <a:lnTo>
                      <a:pt x="3061" y="2087"/>
                    </a:lnTo>
                    <a:cubicBezTo>
                      <a:pt x="2990" y="2108"/>
                      <a:pt x="2925" y="2136"/>
                      <a:pt x="2855" y="2168"/>
                    </a:cubicBezTo>
                    <a:cubicBezTo>
                      <a:pt x="2849" y="2157"/>
                      <a:pt x="2838" y="2152"/>
                      <a:pt x="2827" y="2152"/>
                    </a:cubicBezTo>
                    <a:cubicBezTo>
                      <a:pt x="2827" y="2141"/>
                      <a:pt x="2822" y="2136"/>
                      <a:pt x="2822" y="2130"/>
                    </a:cubicBezTo>
                    <a:lnTo>
                      <a:pt x="2806" y="2092"/>
                    </a:lnTo>
                    <a:cubicBezTo>
                      <a:pt x="2800" y="2070"/>
                      <a:pt x="2789" y="2049"/>
                      <a:pt x="2778" y="2027"/>
                    </a:cubicBezTo>
                    <a:cubicBezTo>
                      <a:pt x="2757" y="2000"/>
                      <a:pt x="2735" y="1962"/>
                      <a:pt x="2719" y="1929"/>
                    </a:cubicBezTo>
                    <a:cubicBezTo>
                      <a:pt x="2708" y="1896"/>
                      <a:pt x="2697" y="1864"/>
                      <a:pt x="2686" y="1837"/>
                    </a:cubicBezTo>
                    <a:cubicBezTo>
                      <a:pt x="2648" y="1777"/>
                      <a:pt x="2594" y="1733"/>
                      <a:pt x="2556" y="1679"/>
                    </a:cubicBezTo>
                    <a:cubicBezTo>
                      <a:pt x="2501" y="1597"/>
                      <a:pt x="2539" y="1510"/>
                      <a:pt x="2545" y="1423"/>
                    </a:cubicBezTo>
                    <a:cubicBezTo>
                      <a:pt x="2545" y="1309"/>
                      <a:pt x="2507" y="1157"/>
                      <a:pt x="2387" y="1119"/>
                    </a:cubicBezTo>
                    <a:cubicBezTo>
                      <a:pt x="2345" y="1102"/>
                      <a:pt x="2300" y="1093"/>
                      <a:pt x="2255" y="1093"/>
                    </a:cubicBezTo>
                    <a:cubicBezTo>
                      <a:pt x="2175" y="1093"/>
                      <a:pt x="2095" y="1121"/>
                      <a:pt x="2028" y="1173"/>
                    </a:cubicBezTo>
                    <a:cubicBezTo>
                      <a:pt x="1931" y="1260"/>
                      <a:pt x="1876" y="1385"/>
                      <a:pt x="1865" y="1521"/>
                    </a:cubicBezTo>
                    <a:cubicBezTo>
                      <a:pt x="1849" y="1587"/>
                      <a:pt x="1849" y="1657"/>
                      <a:pt x="1865" y="1722"/>
                    </a:cubicBezTo>
                    <a:cubicBezTo>
                      <a:pt x="1898" y="1788"/>
                      <a:pt x="1941" y="1847"/>
                      <a:pt x="2001" y="1891"/>
                    </a:cubicBezTo>
                    <a:cubicBezTo>
                      <a:pt x="2050" y="1934"/>
                      <a:pt x="2115" y="1962"/>
                      <a:pt x="2181" y="1962"/>
                    </a:cubicBezTo>
                    <a:cubicBezTo>
                      <a:pt x="2197" y="1962"/>
                      <a:pt x="2246" y="1940"/>
                      <a:pt x="2257" y="1940"/>
                    </a:cubicBezTo>
                    <a:cubicBezTo>
                      <a:pt x="2268" y="1945"/>
                      <a:pt x="2295" y="2000"/>
                      <a:pt x="2300" y="2016"/>
                    </a:cubicBezTo>
                    <a:cubicBezTo>
                      <a:pt x="2316" y="2043"/>
                      <a:pt x="2344" y="2070"/>
                      <a:pt x="2355" y="2103"/>
                    </a:cubicBezTo>
                    <a:cubicBezTo>
                      <a:pt x="2376" y="2146"/>
                      <a:pt x="2382" y="2201"/>
                      <a:pt x="2398" y="2250"/>
                    </a:cubicBezTo>
                    <a:cubicBezTo>
                      <a:pt x="2414" y="2299"/>
                      <a:pt x="2441" y="2342"/>
                      <a:pt x="2474" y="2380"/>
                    </a:cubicBezTo>
                    <a:lnTo>
                      <a:pt x="2420" y="2424"/>
                    </a:lnTo>
                    <a:cubicBezTo>
                      <a:pt x="2349" y="2473"/>
                      <a:pt x="2284" y="2532"/>
                      <a:pt x="2219" y="2592"/>
                    </a:cubicBezTo>
                    <a:cubicBezTo>
                      <a:pt x="2229" y="2445"/>
                      <a:pt x="2164" y="2299"/>
                      <a:pt x="2050" y="2206"/>
                    </a:cubicBezTo>
                    <a:cubicBezTo>
                      <a:pt x="1860" y="2065"/>
                      <a:pt x="1642" y="1972"/>
                      <a:pt x="1409" y="1940"/>
                    </a:cubicBezTo>
                    <a:cubicBezTo>
                      <a:pt x="1343" y="1928"/>
                      <a:pt x="1278" y="1921"/>
                      <a:pt x="1214" y="1921"/>
                    </a:cubicBezTo>
                    <a:cubicBezTo>
                      <a:pt x="1106" y="1921"/>
                      <a:pt x="1000" y="1938"/>
                      <a:pt x="898" y="1972"/>
                    </a:cubicBezTo>
                    <a:cubicBezTo>
                      <a:pt x="914" y="1907"/>
                      <a:pt x="925" y="1842"/>
                      <a:pt x="947" y="1782"/>
                    </a:cubicBezTo>
                    <a:cubicBezTo>
                      <a:pt x="996" y="1630"/>
                      <a:pt x="1066" y="1483"/>
                      <a:pt x="1153" y="1347"/>
                    </a:cubicBezTo>
                    <a:cubicBezTo>
                      <a:pt x="1229" y="1217"/>
                      <a:pt x="1311" y="1065"/>
                      <a:pt x="1425" y="961"/>
                    </a:cubicBezTo>
                    <a:cubicBezTo>
                      <a:pt x="1545" y="864"/>
                      <a:pt x="1664" y="809"/>
                      <a:pt x="1778" y="722"/>
                    </a:cubicBezTo>
                    <a:cubicBezTo>
                      <a:pt x="1903" y="635"/>
                      <a:pt x="2050" y="565"/>
                      <a:pt x="2202" y="521"/>
                    </a:cubicBezTo>
                    <a:cubicBezTo>
                      <a:pt x="2338" y="480"/>
                      <a:pt x="2477" y="459"/>
                      <a:pt x="2620" y="459"/>
                    </a:cubicBezTo>
                    <a:close/>
                    <a:moveTo>
                      <a:pt x="1144" y="2122"/>
                    </a:moveTo>
                    <a:cubicBezTo>
                      <a:pt x="1214" y="2122"/>
                      <a:pt x="1284" y="2128"/>
                      <a:pt x="1338" y="2130"/>
                    </a:cubicBezTo>
                    <a:cubicBezTo>
                      <a:pt x="1425" y="2130"/>
                      <a:pt x="1507" y="2146"/>
                      <a:pt x="1588" y="2179"/>
                    </a:cubicBezTo>
                    <a:cubicBezTo>
                      <a:pt x="1664" y="2217"/>
                      <a:pt x="1740" y="2222"/>
                      <a:pt x="1816" y="2266"/>
                    </a:cubicBezTo>
                    <a:cubicBezTo>
                      <a:pt x="1892" y="2309"/>
                      <a:pt x="1990" y="2364"/>
                      <a:pt x="2023" y="2451"/>
                    </a:cubicBezTo>
                    <a:cubicBezTo>
                      <a:pt x="2056" y="2549"/>
                      <a:pt x="2061" y="2646"/>
                      <a:pt x="2034" y="2744"/>
                    </a:cubicBezTo>
                    <a:cubicBezTo>
                      <a:pt x="2017" y="2837"/>
                      <a:pt x="1996" y="2924"/>
                      <a:pt x="1963" y="3011"/>
                    </a:cubicBezTo>
                    <a:cubicBezTo>
                      <a:pt x="1931" y="3081"/>
                      <a:pt x="1876" y="3152"/>
                      <a:pt x="1844" y="3228"/>
                    </a:cubicBezTo>
                    <a:cubicBezTo>
                      <a:pt x="1805" y="3304"/>
                      <a:pt x="1757" y="3375"/>
                      <a:pt x="1708" y="3440"/>
                    </a:cubicBezTo>
                    <a:cubicBezTo>
                      <a:pt x="1648" y="3522"/>
                      <a:pt x="1610" y="3614"/>
                      <a:pt x="1555" y="3696"/>
                    </a:cubicBezTo>
                    <a:cubicBezTo>
                      <a:pt x="1507" y="3766"/>
                      <a:pt x="1452" y="3831"/>
                      <a:pt x="1387" y="3886"/>
                    </a:cubicBezTo>
                    <a:cubicBezTo>
                      <a:pt x="1333" y="3951"/>
                      <a:pt x="1262" y="4005"/>
                      <a:pt x="1186" y="4043"/>
                    </a:cubicBezTo>
                    <a:cubicBezTo>
                      <a:pt x="1121" y="4082"/>
                      <a:pt x="1050" y="4109"/>
                      <a:pt x="974" y="4130"/>
                    </a:cubicBezTo>
                    <a:lnTo>
                      <a:pt x="979" y="4130"/>
                    </a:lnTo>
                    <a:cubicBezTo>
                      <a:pt x="972" y="4131"/>
                      <a:pt x="964" y="4131"/>
                      <a:pt x="957" y="4131"/>
                    </a:cubicBezTo>
                    <a:cubicBezTo>
                      <a:pt x="861" y="4131"/>
                      <a:pt x="766" y="4099"/>
                      <a:pt x="686" y="4049"/>
                    </a:cubicBezTo>
                    <a:cubicBezTo>
                      <a:pt x="534" y="3957"/>
                      <a:pt x="403" y="3831"/>
                      <a:pt x="305" y="3685"/>
                    </a:cubicBezTo>
                    <a:cubicBezTo>
                      <a:pt x="191" y="3500"/>
                      <a:pt x="153" y="3277"/>
                      <a:pt x="196" y="3060"/>
                    </a:cubicBezTo>
                    <a:cubicBezTo>
                      <a:pt x="213" y="2967"/>
                      <a:pt x="240" y="2869"/>
                      <a:pt x="273" y="2777"/>
                    </a:cubicBezTo>
                    <a:cubicBezTo>
                      <a:pt x="289" y="2723"/>
                      <a:pt x="311" y="2668"/>
                      <a:pt x="332" y="2614"/>
                    </a:cubicBezTo>
                    <a:cubicBezTo>
                      <a:pt x="343" y="2603"/>
                      <a:pt x="354" y="2576"/>
                      <a:pt x="370" y="2549"/>
                    </a:cubicBezTo>
                    <a:cubicBezTo>
                      <a:pt x="392" y="2579"/>
                      <a:pt x="427" y="2596"/>
                      <a:pt x="464" y="2596"/>
                    </a:cubicBezTo>
                    <a:cubicBezTo>
                      <a:pt x="492" y="2596"/>
                      <a:pt x="521" y="2586"/>
                      <a:pt x="544" y="2565"/>
                    </a:cubicBezTo>
                    <a:cubicBezTo>
                      <a:pt x="544" y="2565"/>
                      <a:pt x="550" y="2560"/>
                      <a:pt x="550" y="2560"/>
                    </a:cubicBezTo>
                    <a:cubicBezTo>
                      <a:pt x="631" y="2554"/>
                      <a:pt x="707" y="2527"/>
                      <a:pt x="773" y="2478"/>
                    </a:cubicBezTo>
                    <a:cubicBezTo>
                      <a:pt x="843" y="2429"/>
                      <a:pt x="892" y="2353"/>
                      <a:pt x="914" y="2266"/>
                    </a:cubicBezTo>
                    <a:cubicBezTo>
                      <a:pt x="919" y="2233"/>
                      <a:pt x="919" y="2195"/>
                      <a:pt x="903" y="2163"/>
                    </a:cubicBezTo>
                    <a:cubicBezTo>
                      <a:pt x="971" y="2130"/>
                      <a:pt x="1059" y="2122"/>
                      <a:pt x="1144" y="2122"/>
                    </a:cubicBezTo>
                    <a:close/>
                    <a:moveTo>
                      <a:pt x="6317" y="6647"/>
                    </a:moveTo>
                    <a:lnTo>
                      <a:pt x="6355" y="6680"/>
                    </a:lnTo>
                    <a:cubicBezTo>
                      <a:pt x="6393" y="6712"/>
                      <a:pt x="6431" y="6756"/>
                      <a:pt x="6459" y="6799"/>
                    </a:cubicBezTo>
                    <a:cubicBezTo>
                      <a:pt x="6486" y="6832"/>
                      <a:pt x="6535" y="6865"/>
                      <a:pt x="6540" y="6914"/>
                    </a:cubicBezTo>
                    <a:cubicBezTo>
                      <a:pt x="6546" y="6973"/>
                      <a:pt x="6491" y="6990"/>
                      <a:pt x="6442" y="7006"/>
                    </a:cubicBezTo>
                    <a:cubicBezTo>
                      <a:pt x="6359" y="7037"/>
                      <a:pt x="6255" y="7099"/>
                      <a:pt x="6165" y="7099"/>
                    </a:cubicBezTo>
                    <a:cubicBezTo>
                      <a:pt x="6161" y="7099"/>
                      <a:pt x="6158" y="7099"/>
                      <a:pt x="6154" y="7098"/>
                    </a:cubicBezTo>
                    <a:cubicBezTo>
                      <a:pt x="6094" y="7098"/>
                      <a:pt x="6040" y="7093"/>
                      <a:pt x="5986" y="7082"/>
                    </a:cubicBezTo>
                    <a:lnTo>
                      <a:pt x="5953" y="7077"/>
                    </a:lnTo>
                    <a:lnTo>
                      <a:pt x="6024" y="7006"/>
                    </a:lnTo>
                    <a:cubicBezTo>
                      <a:pt x="6138" y="6903"/>
                      <a:pt x="6236" y="6778"/>
                      <a:pt x="6317" y="6647"/>
                    </a:cubicBezTo>
                    <a:close/>
                    <a:moveTo>
                      <a:pt x="4099" y="2157"/>
                    </a:moveTo>
                    <a:cubicBezTo>
                      <a:pt x="4165" y="2157"/>
                      <a:pt x="4235" y="2163"/>
                      <a:pt x="4301" y="2179"/>
                    </a:cubicBezTo>
                    <a:cubicBezTo>
                      <a:pt x="4529" y="2206"/>
                      <a:pt x="4752" y="2266"/>
                      <a:pt x="4953" y="2364"/>
                    </a:cubicBezTo>
                    <a:cubicBezTo>
                      <a:pt x="5062" y="2413"/>
                      <a:pt x="5159" y="2478"/>
                      <a:pt x="5246" y="2554"/>
                    </a:cubicBezTo>
                    <a:cubicBezTo>
                      <a:pt x="5333" y="2636"/>
                      <a:pt x="5415" y="2723"/>
                      <a:pt x="5496" y="2799"/>
                    </a:cubicBezTo>
                    <a:cubicBezTo>
                      <a:pt x="5676" y="2962"/>
                      <a:pt x="5839" y="3130"/>
                      <a:pt x="5991" y="3310"/>
                    </a:cubicBezTo>
                    <a:cubicBezTo>
                      <a:pt x="6143" y="3500"/>
                      <a:pt x="6219" y="3766"/>
                      <a:pt x="6317" y="3984"/>
                    </a:cubicBezTo>
                    <a:cubicBezTo>
                      <a:pt x="6344" y="4043"/>
                      <a:pt x="6350" y="4103"/>
                      <a:pt x="6372" y="4158"/>
                    </a:cubicBezTo>
                    <a:cubicBezTo>
                      <a:pt x="6399" y="4217"/>
                      <a:pt x="6420" y="4266"/>
                      <a:pt x="6442" y="4321"/>
                    </a:cubicBezTo>
                    <a:cubicBezTo>
                      <a:pt x="6464" y="4375"/>
                      <a:pt x="6475" y="4429"/>
                      <a:pt x="6475" y="4489"/>
                    </a:cubicBezTo>
                    <a:cubicBezTo>
                      <a:pt x="6480" y="4549"/>
                      <a:pt x="6491" y="4614"/>
                      <a:pt x="6513" y="4669"/>
                    </a:cubicBezTo>
                    <a:cubicBezTo>
                      <a:pt x="6551" y="4821"/>
                      <a:pt x="6535" y="4984"/>
                      <a:pt x="6535" y="5136"/>
                    </a:cubicBezTo>
                    <a:cubicBezTo>
                      <a:pt x="6540" y="5288"/>
                      <a:pt x="6535" y="5435"/>
                      <a:pt x="6524" y="5587"/>
                    </a:cubicBezTo>
                    <a:cubicBezTo>
                      <a:pt x="6507" y="5734"/>
                      <a:pt x="6475" y="5881"/>
                      <a:pt x="6426" y="6022"/>
                    </a:cubicBezTo>
                    <a:cubicBezTo>
                      <a:pt x="6399" y="6082"/>
                      <a:pt x="6382" y="6147"/>
                      <a:pt x="6366" y="6212"/>
                    </a:cubicBezTo>
                    <a:cubicBezTo>
                      <a:pt x="6339" y="6240"/>
                      <a:pt x="6323" y="6267"/>
                      <a:pt x="6301" y="6299"/>
                    </a:cubicBezTo>
                    <a:cubicBezTo>
                      <a:pt x="6279" y="6354"/>
                      <a:pt x="6252" y="6408"/>
                      <a:pt x="6219" y="6457"/>
                    </a:cubicBezTo>
                    <a:cubicBezTo>
                      <a:pt x="6143" y="6582"/>
                      <a:pt x="6056" y="6696"/>
                      <a:pt x="5958" y="6805"/>
                    </a:cubicBezTo>
                    <a:cubicBezTo>
                      <a:pt x="5855" y="6897"/>
                      <a:pt x="5757" y="7001"/>
                      <a:pt x="5654" y="7088"/>
                    </a:cubicBezTo>
                    <a:lnTo>
                      <a:pt x="5654" y="7093"/>
                    </a:lnTo>
                    <a:cubicBezTo>
                      <a:pt x="5534" y="7185"/>
                      <a:pt x="5409" y="7278"/>
                      <a:pt x="5279" y="7359"/>
                    </a:cubicBezTo>
                    <a:cubicBezTo>
                      <a:pt x="5154" y="7435"/>
                      <a:pt x="5029" y="7506"/>
                      <a:pt x="4898" y="7571"/>
                    </a:cubicBezTo>
                    <a:cubicBezTo>
                      <a:pt x="4768" y="7642"/>
                      <a:pt x="4638" y="7653"/>
                      <a:pt x="4502" y="7702"/>
                    </a:cubicBezTo>
                    <a:cubicBezTo>
                      <a:pt x="4431" y="7724"/>
                      <a:pt x="4366" y="7724"/>
                      <a:pt x="4301" y="7740"/>
                    </a:cubicBezTo>
                    <a:cubicBezTo>
                      <a:pt x="4235" y="7756"/>
                      <a:pt x="4170" y="7767"/>
                      <a:pt x="4105" y="7778"/>
                    </a:cubicBezTo>
                    <a:cubicBezTo>
                      <a:pt x="3931" y="7800"/>
                      <a:pt x="3757" y="7816"/>
                      <a:pt x="3583" y="7816"/>
                    </a:cubicBezTo>
                    <a:cubicBezTo>
                      <a:pt x="3551" y="7817"/>
                      <a:pt x="3519" y="7818"/>
                      <a:pt x="3486" y="7818"/>
                    </a:cubicBezTo>
                    <a:cubicBezTo>
                      <a:pt x="3381" y="7818"/>
                      <a:pt x="3274" y="7811"/>
                      <a:pt x="3170" y="7794"/>
                    </a:cubicBezTo>
                    <a:cubicBezTo>
                      <a:pt x="3050" y="7772"/>
                      <a:pt x="2931" y="7734"/>
                      <a:pt x="2811" y="7702"/>
                    </a:cubicBezTo>
                    <a:cubicBezTo>
                      <a:pt x="2539" y="7631"/>
                      <a:pt x="2300" y="7430"/>
                      <a:pt x="2088" y="7256"/>
                    </a:cubicBezTo>
                    <a:cubicBezTo>
                      <a:pt x="1996" y="7180"/>
                      <a:pt x="1914" y="7088"/>
                      <a:pt x="1822" y="7011"/>
                    </a:cubicBezTo>
                    <a:cubicBezTo>
                      <a:pt x="1778" y="6963"/>
                      <a:pt x="1746" y="6908"/>
                      <a:pt x="1713" y="6854"/>
                    </a:cubicBezTo>
                    <a:cubicBezTo>
                      <a:pt x="1675" y="6794"/>
                      <a:pt x="1632" y="6734"/>
                      <a:pt x="1593" y="6674"/>
                    </a:cubicBezTo>
                    <a:cubicBezTo>
                      <a:pt x="1528" y="6566"/>
                      <a:pt x="1468" y="6452"/>
                      <a:pt x="1414" y="6337"/>
                    </a:cubicBezTo>
                    <a:cubicBezTo>
                      <a:pt x="1387" y="6278"/>
                      <a:pt x="1365" y="6218"/>
                      <a:pt x="1349" y="6163"/>
                    </a:cubicBezTo>
                    <a:cubicBezTo>
                      <a:pt x="1316" y="6087"/>
                      <a:pt x="1278" y="6022"/>
                      <a:pt x="1251" y="5946"/>
                    </a:cubicBezTo>
                    <a:cubicBezTo>
                      <a:pt x="1131" y="5647"/>
                      <a:pt x="1066" y="5332"/>
                      <a:pt x="1061" y="5011"/>
                    </a:cubicBezTo>
                    <a:cubicBezTo>
                      <a:pt x="1061" y="4864"/>
                      <a:pt x="1034" y="4718"/>
                      <a:pt x="1050" y="4576"/>
                    </a:cubicBezTo>
                    <a:cubicBezTo>
                      <a:pt x="1055" y="4495"/>
                      <a:pt x="1072" y="4408"/>
                      <a:pt x="1083" y="4326"/>
                    </a:cubicBezTo>
                    <a:lnTo>
                      <a:pt x="1083" y="4315"/>
                    </a:lnTo>
                    <a:cubicBezTo>
                      <a:pt x="1164" y="4288"/>
                      <a:pt x="1246" y="4250"/>
                      <a:pt x="1327" y="4207"/>
                    </a:cubicBezTo>
                    <a:cubicBezTo>
                      <a:pt x="1409" y="4152"/>
                      <a:pt x="1485" y="4087"/>
                      <a:pt x="1550" y="4011"/>
                    </a:cubicBezTo>
                    <a:cubicBezTo>
                      <a:pt x="1713" y="3848"/>
                      <a:pt x="1811" y="3630"/>
                      <a:pt x="1920" y="3429"/>
                    </a:cubicBezTo>
                    <a:cubicBezTo>
                      <a:pt x="1963" y="3331"/>
                      <a:pt x="2012" y="3234"/>
                      <a:pt x="2072" y="3141"/>
                    </a:cubicBezTo>
                    <a:cubicBezTo>
                      <a:pt x="2137" y="3043"/>
                      <a:pt x="2159" y="2902"/>
                      <a:pt x="2186" y="2793"/>
                    </a:cubicBezTo>
                    <a:cubicBezTo>
                      <a:pt x="2186" y="2782"/>
                      <a:pt x="2186" y="2777"/>
                      <a:pt x="2191" y="2766"/>
                    </a:cubicBezTo>
                    <a:cubicBezTo>
                      <a:pt x="2393" y="2646"/>
                      <a:pt x="2577" y="2494"/>
                      <a:pt x="2789" y="2402"/>
                    </a:cubicBezTo>
                    <a:cubicBezTo>
                      <a:pt x="2909" y="2348"/>
                      <a:pt x="3034" y="2304"/>
                      <a:pt x="3164" y="2266"/>
                    </a:cubicBezTo>
                    <a:cubicBezTo>
                      <a:pt x="3224" y="2244"/>
                      <a:pt x="3284" y="2228"/>
                      <a:pt x="3344" y="2206"/>
                    </a:cubicBezTo>
                    <a:cubicBezTo>
                      <a:pt x="3407" y="2188"/>
                      <a:pt x="3474" y="2178"/>
                      <a:pt x="3541" y="2178"/>
                    </a:cubicBezTo>
                    <a:cubicBezTo>
                      <a:pt x="3555" y="2178"/>
                      <a:pt x="3569" y="2178"/>
                      <a:pt x="3583" y="2179"/>
                    </a:cubicBezTo>
                    <a:cubicBezTo>
                      <a:pt x="3692" y="2174"/>
                      <a:pt x="3800" y="2163"/>
                      <a:pt x="3915" y="2163"/>
                    </a:cubicBezTo>
                    <a:cubicBezTo>
                      <a:pt x="3980" y="2163"/>
                      <a:pt x="4040" y="2163"/>
                      <a:pt x="4099" y="2157"/>
                    </a:cubicBezTo>
                    <a:close/>
                    <a:moveTo>
                      <a:pt x="4137" y="8006"/>
                    </a:moveTo>
                    <a:lnTo>
                      <a:pt x="4137" y="8006"/>
                    </a:lnTo>
                    <a:cubicBezTo>
                      <a:pt x="4121" y="8088"/>
                      <a:pt x="4099" y="8164"/>
                      <a:pt x="4072" y="8240"/>
                    </a:cubicBezTo>
                    <a:lnTo>
                      <a:pt x="4078" y="8240"/>
                    </a:lnTo>
                    <a:cubicBezTo>
                      <a:pt x="4034" y="8365"/>
                      <a:pt x="3936" y="8468"/>
                      <a:pt x="3811" y="8512"/>
                    </a:cubicBezTo>
                    <a:cubicBezTo>
                      <a:pt x="3796" y="8518"/>
                      <a:pt x="3782" y="8520"/>
                      <a:pt x="3770" y="8520"/>
                    </a:cubicBezTo>
                    <a:cubicBezTo>
                      <a:pt x="3670" y="8520"/>
                      <a:pt x="3648" y="8344"/>
                      <a:pt x="3643" y="8262"/>
                    </a:cubicBezTo>
                    <a:lnTo>
                      <a:pt x="3626" y="8050"/>
                    </a:lnTo>
                    <a:cubicBezTo>
                      <a:pt x="3800" y="8050"/>
                      <a:pt x="3969" y="8033"/>
                      <a:pt x="4137" y="8006"/>
                    </a:cubicBezTo>
                    <a:close/>
                    <a:moveTo>
                      <a:pt x="2387" y="1"/>
                    </a:moveTo>
                    <a:cubicBezTo>
                      <a:pt x="2295" y="1"/>
                      <a:pt x="2202" y="7"/>
                      <a:pt x="2110" y="21"/>
                    </a:cubicBezTo>
                    <a:cubicBezTo>
                      <a:pt x="1947" y="48"/>
                      <a:pt x="1795" y="103"/>
                      <a:pt x="1653" y="184"/>
                    </a:cubicBezTo>
                    <a:cubicBezTo>
                      <a:pt x="1501" y="271"/>
                      <a:pt x="1354" y="369"/>
                      <a:pt x="1224" y="488"/>
                    </a:cubicBezTo>
                    <a:cubicBezTo>
                      <a:pt x="1088" y="603"/>
                      <a:pt x="968" y="733"/>
                      <a:pt x="865" y="874"/>
                    </a:cubicBezTo>
                    <a:cubicBezTo>
                      <a:pt x="822" y="945"/>
                      <a:pt x="778" y="1005"/>
                      <a:pt x="729" y="1070"/>
                    </a:cubicBezTo>
                    <a:cubicBezTo>
                      <a:pt x="691" y="1130"/>
                      <a:pt x="664" y="1201"/>
                      <a:pt x="642" y="1271"/>
                    </a:cubicBezTo>
                    <a:cubicBezTo>
                      <a:pt x="604" y="1364"/>
                      <a:pt x="572" y="1461"/>
                      <a:pt x="555" y="1559"/>
                    </a:cubicBezTo>
                    <a:cubicBezTo>
                      <a:pt x="539" y="1652"/>
                      <a:pt x="517" y="1744"/>
                      <a:pt x="490" y="1837"/>
                    </a:cubicBezTo>
                    <a:cubicBezTo>
                      <a:pt x="479" y="1858"/>
                      <a:pt x="474" y="1880"/>
                      <a:pt x="468" y="1907"/>
                    </a:cubicBezTo>
                    <a:cubicBezTo>
                      <a:pt x="403" y="1924"/>
                      <a:pt x="338" y="1962"/>
                      <a:pt x="294" y="2016"/>
                    </a:cubicBezTo>
                    <a:cubicBezTo>
                      <a:pt x="235" y="2076"/>
                      <a:pt x="207" y="2157"/>
                      <a:pt x="224" y="2239"/>
                    </a:cubicBezTo>
                    <a:cubicBezTo>
                      <a:pt x="235" y="2304"/>
                      <a:pt x="251" y="2369"/>
                      <a:pt x="283" y="2429"/>
                    </a:cubicBezTo>
                    <a:cubicBezTo>
                      <a:pt x="164" y="2532"/>
                      <a:pt x="110" y="2744"/>
                      <a:pt x="77" y="2869"/>
                    </a:cubicBezTo>
                    <a:cubicBezTo>
                      <a:pt x="6" y="3098"/>
                      <a:pt x="1" y="3342"/>
                      <a:pt x="66" y="3576"/>
                    </a:cubicBezTo>
                    <a:cubicBezTo>
                      <a:pt x="131" y="3777"/>
                      <a:pt x="256" y="3957"/>
                      <a:pt x="425" y="4092"/>
                    </a:cubicBezTo>
                    <a:cubicBezTo>
                      <a:pt x="555" y="4190"/>
                      <a:pt x="724" y="4310"/>
                      <a:pt x="903" y="4332"/>
                    </a:cubicBezTo>
                    <a:cubicBezTo>
                      <a:pt x="887" y="4391"/>
                      <a:pt x="876" y="4451"/>
                      <a:pt x="865" y="4516"/>
                    </a:cubicBezTo>
                    <a:cubicBezTo>
                      <a:pt x="849" y="4658"/>
                      <a:pt x="849" y="4799"/>
                      <a:pt x="860" y="4940"/>
                    </a:cubicBezTo>
                    <a:cubicBezTo>
                      <a:pt x="854" y="5082"/>
                      <a:pt x="860" y="5223"/>
                      <a:pt x="871" y="5364"/>
                    </a:cubicBezTo>
                    <a:cubicBezTo>
                      <a:pt x="892" y="5527"/>
                      <a:pt x="936" y="5691"/>
                      <a:pt x="985" y="5848"/>
                    </a:cubicBezTo>
                    <a:cubicBezTo>
                      <a:pt x="1028" y="5989"/>
                      <a:pt x="1093" y="6120"/>
                      <a:pt x="1142" y="6256"/>
                    </a:cubicBezTo>
                    <a:cubicBezTo>
                      <a:pt x="1186" y="6386"/>
                      <a:pt x="1240" y="6511"/>
                      <a:pt x="1300" y="6631"/>
                    </a:cubicBezTo>
                    <a:cubicBezTo>
                      <a:pt x="1376" y="6767"/>
                      <a:pt x="1479" y="6886"/>
                      <a:pt x="1555" y="7022"/>
                    </a:cubicBezTo>
                    <a:cubicBezTo>
                      <a:pt x="1621" y="7142"/>
                      <a:pt x="1724" y="7213"/>
                      <a:pt x="1811" y="7305"/>
                    </a:cubicBezTo>
                    <a:cubicBezTo>
                      <a:pt x="1920" y="7419"/>
                      <a:pt x="2039" y="7517"/>
                      <a:pt x="2170" y="7604"/>
                    </a:cubicBezTo>
                    <a:cubicBezTo>
                      <a:pt x="2284" y="7696"/>
                      <a:pt x="2409" y="7778"/>
                      <a:pt x="2539" y="7843"/>
                    </a:cubicBezTo>
                    <a:cubicBezTo>
                      <a:pt x="2675" y="7903"/>
                      <a:pt x="2822" y="7919"/>
                      <a:pt x="2952" y="7979"/>
                    </a:cubicBezTo>
                    <a:cubicBezTo>
                      <a:pt x="3075" y="8023"/>
                      <a:pt x="3201" y="8045"/>
                      <a:pt x="3333" y="8045"/>
                    </a:cubicBezTo>
                    <a:cubicBezTo>
                      <a:pt x="3347" y="8045"/>
                      <a:pt x="3362" y="8045"/>
                      <a:pt x="3376" y="8044"/>
                    </a:cubicBezTo>
                    <a:lnTo>
                      <a:pt x="3469" y="8044"/>
                    </a:lnTo>
                    <a:cubicBezTo>
                      <a:pt x="3458" y="8131"/>
                      <a:pt x="3453" y="8218"/>
                      <a:pt x="3463" y="8305"/>
                    </a:cubicBezTo>
                    <a:cubicBezTo>
                      <a:pt x="3480" y="8474"/>
                      <a:pt x="3540" y="8686"/>
                      <a:pt x="3735" y="8707"/>
                    </a:cubicBezTo>
                    <a:cubicBezTo>
                      <a:pt x="3822" y="8707"/>
                      <a:pt x="3904" y="8680"/>
                      <a:pt x="3969" y="8626"/>
                    </a:cubicBezTo>
                    <a:cubicBezTo>
                      <a:pt x="4056" y="8582"/>
                      <a:pt x="4127" y="8517"/>
                      <a:pt x="4181" y="8436"/>
                    </a:cubicBezTo>
                    <a:cubicBezTo>
                      <a:pt x="4230" y="8349"/>
                      <a:pt x="4268" y="8262"/>
                      <a:pt x="4301" y="8164"/>
                    </a:cubicBezTo>
                    <a:cubicBezTo>
                      <a:pt x="4333" y="8099"/>
                      <a:pt x="4360" y="8022"/>
                      <a:pt x="4382" y="7952"/>
                    </a:cubicBezTo>
                    <a:cubicBezTo>
                      <a:pt x="4447" y="7941"/>
                      <a:pt x="4507" y="7930"/>
                      <a:pt x="4567" y="7908"/>
                    </a:cubicBezTo>
                    <a:cubicBezTo>
                      <a:pt x="4638" y="7887"/>
                      <a:pt x="4708" y="7865"/>
                      <a:pt x="4779" y="7849"/>
                    </a:cubicBezTo>
                    <a:cubicBezTo>
                      <a:pt x="4931" y="7805"/>
                      <a:pt x="5083" y="7734"/>
                      <a:pt x="5219" y="7647"/>
                    </a:cubicBezTo>
                    <a:cubicBezTo>
                      <a:pt x="5366" y="7566"/>
                      <a:pt x="5507" y="7468"/>
                      <a:pt x="5643" y="7359"/>
                    </a:cubicBezTo>
                    <a:cubicBezTo>
                      <a:pt x="5714" y="7294"/>
                      <a:pt x="5784" y="7229"/>
                      <a:pt x="5855" y="7158"/>
                    </a:cubicBezTo>
                    <a:cubicBezTo>
                      <a:pt x="5861" y="7164"/>
                      <a:pt x="5866" y="7164"/>
                      <a:pt x="5877" y="7169"/>
                    </a:cubicBezTo>
                    <a:cubicBezTo>
                      <a:pt x="5899" y="7169"/>
                      <a:pt x="5926" y="7196"/>
                      <a:pt x="5948" y="7213"/>
                    </a:cubicBezTo>
                    <a:cubicBezTo>
                      <a:pt x="5986" y="7223"/>
                      <a:pt x="6024" y="7240"/>
                      <a:pt x="6062" y="7245"/>
                    </a:cubicBezTo>
                    <a:cubicBezTo>
                      <a:pt x="6104" y="7256"/>
                      <a:pt x="6146" y="7262"/>
                      <a:pt x="6188" y="7262"/>
                    </a:cubicBezTo>
                    <a:cubicBezTo>
                      <a:pt x="6211" y="7262"/>
                      <a:pt x="6234" y="7260"/>
                      <a:pt x="6257" y="7256"/>
                    </a:cubicBezTo>
                    <a:cubicBezTo>
                      <a:pt x="6317" y="7245"/>
                      <a:pt x="6377" y="7207"/>
                      <a:pt x="6437" y="7191"/>
                    </a:cubicBezTo>
                    <a:cubicBezTo>
                      <a:pt x="6507" y="7175"/>
                      <a:pt x="6573" y="7147"/>
                      <a:pt x="6632" y="7109"/>
                    </a:cubicBezTo>
                    <a:cubicBezTo>
                      <a:pt x="6719" y="7028"/>
                      <a:pt x="6747" y="6892"/>
                      <a:pt x="6692" y="6783"/>
                    </a:cubicBezTo>
                    <a:cubicBezTo>
                      <a:pt x="6665" y="6723"/>
                      <a:pt x="6622" y="6664"/>
                      <a:pt x="6584" y="6604"/>
                    </a:cubicBezTo>
                    <a:lnTo>
                      <a:pt x="6584" y="6604"/>
                    </a:lnTo>
                    <a:lnTo>
                      <a:pt x="6589" y="6609"/>
                    </a:lnTo>
                    <a:cubicBezTo>
                      <a:pt x="6551" y="6549"/>
                      <a:pt x="6486" y="6517"/>
                      <a:pt x="6453" y="6457"/>
                    </a:cubicBezTo>
                    <a:cubicBezTo>
                      <a:pt x="6453" y="6452"/>
                      <a:pt x="6448" y="6452"/>
                      <a:pt x="6448" y="6446"/>
                    </a:cubicBezTo>
                    <a:cubicBezTo>
                      <a:pt x="6491" y="6381"/>
                      <a:pt x="6529" y="6316"/>
                      <a:pt x="6556" y="6240"/>
                    </a:cubicBezTo>
                    <a:cubicBezTo>
                      <a:pt x="6616" y="6109"/>
                      <a:pt x="6671" y="5979"/>
                      <a:pt x="6709" y="5843"/>
                    </a:cubicBezTo>
                    <a:cubicBezTo>
                      <a:pt x="6779" y="5549"/>
                      <a:pt x="6768" y="5250"/>
                      <a:pt x="6768" y="4951"/>
                    </a:cubicBezTo>
                    <a:cubicBezTo>
                      <a:pt x="6763" y="4815"/>
                      <a:pt x="6747" y="4679"/>
                      <a:pt x="6714" y="4549"/>
                    </a:cubicBezTo>
                    <a:cubicBezTo>
                      <a:pt x="6698" y="4489"/>
                      <a:pt x="6714" y="4424"/>
                      <a:pt x="6698" y="4359"/>
                    </a:cubicBezTo>
                    <a:cubicBezTo>
                      <a:pt x="6676" y="4294"/>
                      <a:pt x="6654" y="4228"/>
                      <a:pt x="6627" y="4163"/>
                    </a:cubicBezTo>
                    <a:cubicBezTo>
                      <a:pt x="6600" y="4092"/>
                      <a:pt x="6584" y="4027"/>
                      <a:pt x="6562" y="3957"/>
                    </a:cubicBezTo>
                    <a:cubicBezTo>
                      <a:pt x="6540" y="3897"/>
                      <a:pt x="6507" y="3848"/>
                      <a:pt x="6486" y="3793"/>
                    </a:cubicBezTo>
                    <a:cubicBezTo>
                      <a:pt x="6431" y="3663"/>
                      <a:pt x="6377" y="3538"/>
                      <a:pt x="6317" y="3413"/>
                    </a:cubicBezTo>
                    <a:cubicBezTo>
                      <a:pt x="6187" y="3168"/>
                      <a:pt x="6013" y="2956"/>
                      <a:pt x="5806" y="2777"/>
                    </a:cubicBezTo>
                    <a:cubicBezTo>
                      <a:pt x="5616" y="2608"/>
                      <a:pt x="5447" y="2391"/>
                      <a:pt x="5225" y="2261"/>
                    </a:cubicBezTo>
                    <a:cubicBezTo>
                      <a:pt x="5170" y="2233"/>
                      <a:pt x="5116" y="2201"/>
                      <a:pt x="5062" y="2174"/>
                    </a:cubicBezTo>
                    <a:cubicBezTo>
                      <a:pt x="5067" y="2163"/>
                      <a:pt x="5072" y="2146"/>
                      <a:pt x="5072" y="2130"/>
                    </a:cubicBezTo>
                    <a:cubicBezTo>
                      <a:pt x="5072" y="2130"/>
                      <a:pt x="5072" y="2125"/>
                      <a:pt x="5072" y="2119"/>
                    </a:cubicBezTo>
                    <a:cubicBezTo>
                      <a:pt x="5078" y="2108"/>
                      <a:pt x="5083" y="2103"/>
                      <a:pt x="5089" y="2092"/>
                    </a:cubicBezTo>
                    <a:cubicBezTo>
                      <a:pt x="5094" y="2087"/>
                      <a:pt x="5100" y="2081"/>
                      <a:pt x="5100" y="2070"/>
                    </a:cubicBezTo>
                    <a:lnTo>
                      <a:pt x="5110" y="2054"/>
                    </a:lnTo>
                    <a:cubicBezTo>
                      <a:pt x="5127" y="2032"/>
                      <a:pt x="5127" y="2005"/>
                      <a:pt x="5121" y="1983"/>
                    </a:cubicBezTo>
                    <a:cubicBezTo>
                      <a:pt x="5127" y="1924"/>
                      <a:pt x="5132" y="1869"/>
                      <a:pt x="5138" y="1815"/>
                    </a:cubicBezTo>
                    <a:cubicBezTo>
                      <a:pt x="5138" y="1733"/>
                      <a:pt x="5121" y="1652"/>
                      <a:pt x="5116" y="1565"/>
                    </a:cubicBezTo>
                    <a:cubicBezTo>
                      <a:pt x="5100" y="1413"/>
                      <a:pt x="5067" y="1260"/>
                      <a:pt x="5018" y="1114"/>
                    </a:cubicBezTo>
                    <a:cubicBezTo>
                      <a:pt x="4980" y="978"/>
                      <a:pt x="4915" y="853"/>
                      <a:pt x="4822" y="749"/>
                    </a:cubicBezTo>
                    <a:cubicBezTo>
                      <a:pt x="4735" y="652"/>
                      <a:pt x="4616" y="592"/>
                      <a:pt x="4491" y="586"/>
                    </a:cubicBezTo>
                    <a:cubicBezTo>
                      <a:pt x="4426" y="575"/>
                      <a:pt x="4360" y="575"/>
                      <a:pt x="4295" y="575"/>
                    </a:cubicBezTo>
                    <a:cubicBezTo>
                      <a:pt x="4295" y="521"/>
                      <a:pt x="4290" y="467"/>
                      <a:pt x="4273" y="418"/>
                    </a:cubicBezTo>
                    <a:cubicBezTo>
                      <a:pt x="4257" y="374"/>
                      <a:pt x="4235" y="331"/>
                      <a:pt x="4203" y="293"/>
                    </a:cubicBezTo>
                    <a:cubicBezTo>
                      <a:pt x="4149" y="246"/>
                      <a:pt x="4075" y="233"/>
                      <a:pt x="4002" y="233"/>
                    </a:cubicBezTo>
                    <a:cubicBezTo>
                      <a:pt x="3973" y="233"/>
                      <a:pt x="3943" y="235"/>
                      <a:pt x="3915" y="238"/>
                    </a:cubicBezTo>
                    <a:cubicBezTo>
                      <a:pt x="3779" y="260"/>
                      <a:pt x="3675" y="374"/>
                      <a:pt x="3670" y="516"/>
                    </a:cubicBezTo>
                    <a:cubicBezTo>
                      <a:pt x="3648" y="483"/>
                      <a:pt x="3632" y="456"/>
                      <a:pt x="3610" y="434"/>
                    </a:cubicBezTo>
                    <a:cubicBezTo>
                      <a:pt x="3550" y="369"/>
                      <a:pt x="3480" y="315"/>
                      <a:pt x="3404" y="276"/>
                    </a:cubicBezTo>
                    <a:cubicBezTo>
                      <a:pt x="3333" y="233"/>
                      <a:pt x="3262" y="190"/>
                      <a:pt x="3186" y="151"/>
                    </a:cubicBezTo>
                    <a:cubicBezTo>
                      <a:pt x="3110" y="113"/>
                      <a:pt x="3029" y="86"/>
                      <a:pt x="2947" y="70"/>
                    </a:cubicBezTo>
                    <a:cubicBezTo>
                      <a:pt x="2855" y="54"/>
                      <a:pt x="2762" y="43"/>
                      <a:pt x="2664" y="21"/>
                    </a:cubicBezTo>
                    <a:cubicBezTo>
                      <a:pt x="2572" y="7"/>
                      <a:pt x="2480" y="1"/>
                      <a:pt x="2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20"/>
              <p:cNvSpPr/>
              <p:nvPr/>
            </p:nvSpPr>
            <p:spPr>
              <a:xfrm>
                <a:off x="3901025" y="2291250"/>
                <a:ext cx="109425" cy="124225"/>
              </a:xfrm>
              <a:custGeom>
                <a:rect b="b" l="l" r="r" t="t"/>
                <a:pathLst>
                  <a:path extrusionOk="0" h="4969" w="4377">
                    <a:moveTo>
                      <a:pt x="2012" y="136"/>
                    </a:moveTo>
                    <a:cubicBezTo>
                      <a:pt x="2073" y="136"/>
                      <a:pt x="2134" y="138"/>
                      <a:pt x="2196" y="144"/>
                    </a:cubicBezTo>
                    <a:lnTo>
                      <a:pt x="2349" y="171"/>
                    </a:lnTo>
                    <a:cubicBezTo>
                      <a:pt x="2419" y="182"/>
                      <a:pt x="2479" y="215"/>
                      <a:pt x="2539" y="231"/>
                    </a:cubicBezTo>
                    <a:cubicBezTo>
                      <a:pt x="2664" y="263"/>
                      <a:pt x="2783" y="307"/>
                      <a:pt x="2892" y="367"/>
                    </a:cubicBezTo>
                    <a:cubicBezTo>
                      <a:pt x="3017" y="437"/>
                      <a:pt x="3131" y="524"/>
                      <a:pt x="3235" y="622"/>
                    </a:cubicBezTo>
                    <a:cubicBezTo>
                      <a:pt x="3273" y="666"/>
                      <a:pt x="3305" y="709"/>
                      <a:pt x="3332" y="764"/>
                    </a:cubicBezTo>
                    <a:cubicBezTo>
                      <a:pt x="3376" y="812"/>
                      <a:pt x="3414" y="867"/>
                      <a:pt x="3452" y="916"/>
                    </a:cubicBezTo>
                    <a:cubicBezTo>
                      <a:pt x="3534" y="1024"/>
                      <a:pt x="3621" y="1128"/>
                      <a:pt x="3697" y="1242"/>
                    </a:cubicBezTo>
                    <a:cubicBezTo>
                      <a:pt x="3833" y="1438"/>
                      <a:pt x="3941" y="1655"/>
                      <a:pt x="4012" y="1889"/>
                    </a:cubicBezTo>
                    <a:cubicBezTo>
                      <a:pt x="4050" y="2008"/>
                      <a:pt x="4104" y="2117"/>
                      <a:pt x="4132" y="2242"/>
                    </a:cubicBezTo>
                    <a:cubicBezTo>
                      <a:pt x="4170" y="2373"/>
                      <a:pt x="4197" y="2508"/>
                      <a:pt x="4213" y="2650"/>
                    </a:cubicBezTo>
                    <a:cubicBezTo>
                      <a:pt x="4224" y="2900"/>
                      <a:pt x="4197" y="3155"/>
                      <a:pt x="4121" y="3400"/>
                    </a:cubicBezTo>
                    <a:lnTo>
                      <a:pt x="4121" y="3411"/>
                    </a:lnTo>
                    <a:cubicBezTo>
                      <a:pt x="4034" y="3645"/>
                      <a:pt x="3909" y="3857"/>
                      <a:pt x="3746" y="4041"/>
                    </a:cubicBezTo>
                    <a:cubicBezTo>
                      <a:pt x="3702" y="4090"/>
                      <a:pt x="3653" y="4123"/>
                      <a:pt x="3610" y="4172"/>
                    </a:cubicBezTo>
                    <a:cubicBezTo>
                      <a:pt x="3566" y="4215"/>
                      <a:pt x="3528" y="4270"/>
                      <a:pt x="3479" y="4313"/>
                    </a:cubicBezTo>
                    <a:cubicBezTo>
                      <a:pt x="3419" y="4368"/>
                      <a:pt x="3360" y="4411"/>
                      <a:pt x="3294" y="4449"/>
                    </a:cubicBezTo>
                    <a:cubicBezTo>
                      <a:pt x="3235" y="4498"/>
                      <a:pt x="3175" y="4536"/>
                      <a:pt x="3104" y="4563"/>
                    </a:cubicBezTo>
                    <a:cubicBezTo>
                      <a:pt x="3001" y="4601"/>
                      <a:pt x="2903" y="4656"/>
                      <a:pt x="2794" y="4688"/>
                    </a:cubicBezTo>
                    <a:cubicBezTo>
                      <a:pt x="2751" y="4699"/>
                      <a:pt x="2713" y="4715"/>
                      <a:pt x="2669" y="4737"/>
                    </a:cubicBezTo>
                    <a:lnTo>
                      <a:pt x="2648" y="4743"/>
                    </a:lnTo>
                    <a:cubicBezTo>
                      <a:pt x="2588" y="4753"/>
                      <a:pt x="2533" y="4775"/>
                      <a:pt x="2479" y="4792"/>
                    </a:cubicBezTo>
                    <a:cubicBezTo>
                      <a:pt x="2446" y="4797"/>
                      <a:pt x="2415" y="4800"/>
                      <a:pt x="2385" y="4800"/>
                    </a:cubicBezTo>
                    <a:cubicBezTo>
                      <a:pt x="2354" y="4800"/>
                      <a:pt x="2324" y="4797"/>
                      <a:pt x="2294" y="4792"/>
                    </a:cubicBezTo>
                    <a:cubicBezTo>
                      <a:pt x="2050" y="4753"/>
                      <a:pt x="1816" y="4688"/>
                      <a:pt x="1598" y="4590"/>
                    </a:cubicBezTo>
                    <a:cubicBezTo>
                      <a:pt x="1169" y="4416"/>
                      <a:pt x="799" y="4112"/>
                      <a:pt x="549" y="3721"/>
                    </a:cubicBezTo>
                    <a:cubicBezTo>
                      <a:pt x="430" y="3536"/>
                      <a:pt x="299" y="3335"/>
                      <a:pt x="245" y="3123"/>
                    </a:cubicBezTo>
                    <a:cubicBezTo>
                      <a:pt x="185" y="2873"/>
                      <a:pt x="153" y="2617"/>
                      <a:pt x="158" y="2367"/>
                    </a:cubicBezTo>
                    <a:cubicBezTo>
                      <a:pt x="158" y="1916"/>
                      <a:pt x="174" y="1416"/>
                      <a:pt x="413" y="1024"/>
                    </a:cubicBezTo>
                    <a:cubicBezTo>
                      <a:pt x="473" y="905"/>
                      <a:pt x="544" y="791"/>
                      <a:pt x="620" y="682"/>
                    </a:cubicBezTo>
                    <a:cubicBezTo>
                      <a:pt x="696" y="590"/>
                      <a:pt x="783" y="508"/>
                      <a:pt x="881" y="437"/>
                    </a:cubicBezTo>
                    <a:cubicBezTo>
                      <a:pt x="973" y="372"/>
                      <a:pt x="1082" y="323"/>
                      <a:pt x="1169" y="253"/>
                    </a:cubicBezTo>
                    <a:cubicBezTo>
                      <a:pt x="1185" y="236"/>
                      <a:pt x="1202" y="225"/>
                      <a:pt x="1223" y="209"/>
                    </a:cubicBezTo>
                    <a:cubicBezTo>
                      <a:pt x="1283" y="204"/>
                      <a:pt x="1348" y="193"/>
                      <a:pt x="1403" y="182"/>
                    </a:cubicBezTo>
                    <a:cubicBezTo>
                      <a:pt x="1479" y="166"/>
                      <a:pt x="1550" y="155"/>
                      <a:pt x="1626" y="144"/>
                    </a:cubicBezTo>
                    <a:cubicBezTo>
                      <a:pt x="1635" y="143"/>
                      <a:pt x="1645" y="143"/>
                      <a:pt x="1655" y="143"/>
                    </a:cubicBezTo>
                    <a:cubicBezTo>
                      <a:pt x="1695" y="143"/>
                      <a:pt x="1735" y="148"/>
                      <a:pt x="1775" y="148"/>
                    </a:cubicBezTo>
                    <a:cubicBezTo>
                      <a:pt x="1792" y="148"/>
                      <a:pt x="1810" y="147"/>
                      <a:pt x="1827" y="144"/>
                    </a:cubicBezTo>
                    <a:cubicBezTo>
                      <a:pt x="1889" y="138"/>
                      <a:pt x="1950" y="136"/>
                      <a:pt x="2012" y="136"/>
                    </a:cubicBezTo>
                    <a:close/>
                    <a:moveTo>
                      <a:pt x="2022" y="0"/>
                    </a:moveTo>
                    <a:cubicBezTo>
                      <a:pt x="2000" y="0"/>
                      <a:pt x="1979" y="1"/>
                      <a:pt x="1957" y="3"/>
                    </a:cubicBezTo>
                    <a:cubicBezTo>
                      <a:pt x="1881" y="8"/>
                      <a:pt x="1816" y="24"/>
                      <a:pt x="1740" y="24"/>
                    </a:cubicBezTo>
                    <a:cubicBezTo>
                      <a:pt x="1669" y="24"/>
                      <a:pt x="1598" y="30"/>
                      <a:pt x="1528" y="41"/>
                    </a:cubicBezTo>
                    <a:cubicBezTo>
                      <a:pt x="1457" y="57"/>
                      <a:pt x="1386" y="68"/>
                      <a:pt x="1316" y="84"/>
                    </a:cubicBezTo>
                    <a:cubicBezTo>
                      <a:pt x="1310" y="79"/>
                      <a:pt x="1304" y="76"/>
                      <a:pt x="1296" y="76"/>
                    </a:cubicBezTo>
                    <a:cubicBezTo>
                      <a:pt x="1289" y="76"/>
                      <a:pt x="1280" y="79"/>
                      <a:pt x="1272" y="84"/>
                    </a:cubicBezTo>
                    <a:cubicBezTo>
                      <a:pt x="1234" y="111"/>
                      <a:pt x="1207" y="106"/>
                      <a:pt x="1158" y="117"/>
                    </a:cubicBezTo>
                    <a:cubicBezTo>
                      <a:pt x="1120" y="128"/>
                      <a:pt x="1082" y="149"/>
                      <a:pt x="1049" y="171"/>
                    </a:cubicBezTo>
                    <a:lnTo>
                      <a:pt x="1033" y="171"/>
                    </a:lnTo>
                    <a:cubicBezTo>
                      <a:pt x="1028" y="171"/>
                      <a:pt x="1028" y="177"/>
                      <a:pt x="1022" y="182"/>
                    </a:cubicBezTo>
                    <a:cubicBezTo>
                      <a:pt x="924" y="231"/>
                      <a:pt x="837" y="291"/>
                      <a:pt x="750" y="361"/>
                    </a:cubicBezTo>
                    <a:cubicBezTo>
                      <a:pt x="566" y="497"/>
                      <a:pt x="419" y="682"/>
                      <a:pt x="310" y="889"/>
                    </a:cubicBezTo>
                    <a:cubicBezTo>
                      <a:pt x="256" y="976"/>
                      <a:pt x="207" y="1068"/>
                      <a:pt x="169" y="1166"/>
                    </a:cubicBezTo>
                    <a:cubicBezTo>
                      <a:pt x="153" y="1209"/>
                      <a:pt x="125" y="1253"/>
                      <a:pt x="109" y="1302"/>
                    </a:cubicBezTo>
                    <a:cubicBezTo>
                      <a:pt x="98" y="1345"/>
                      <a:pt x="93" y="1416"/>
                      <a:pt x="82" y="1476"/>
                    </a:cubicBezTo>
                    <a:cubicBezTo>
                      <a:pt x="33" y="1742"/>
                      <a:pt x="6" y="2014"/>
                      <a:pt x="6" y="2286"/>
                    </a:cubicBezTo>
                    <a:cubicBezTo>
                      <a:pt x="0" y="2547"/>
                      <a:pt x="22" y="2813"/>
                      <a:pt x="66" y="3068"/>
                    </a:cubicBezTo>
                    <a:cubicBezTo>
                      <a:pt x="120" y="3297"/>
                      <a:pt x="212" y="3509"/>
                      <a:pt x="337" y="3699"/>
                    </a:cubicBezTo>
                    <a:cubicBezTo>
                      <a:pt x="462" y="3916"/>
                      <a:pt x="615" y="4117"/>
                      <a:pt x="799" y="4286"/>
                    </a:cubicBezTo>
                    <a:cubicBezTo>
                      <a:pt x="973" y="4444"/>
                      <a:pt x="1174" y="4574"/>
                      <a:pt x="1386" y="4683"/>
                    </a:cubicBezTo>
                    <a:cubicBezTo>
                      <a:pt x="1631" y="4808"/>
                      <a:pt x="1892" y="4895"/>
                      <a:pt x="2164" y="4944"/>
                    </a:cubicBezTo>
                    <a:cubicBezTo>
                      <a:pt x="2229" y="4960"/>
                      <a:pt x="2296" y="4968"/>
                      <a:pt x="2362" y="4968"/>
                    </a:cubicBezTo>
                    <a:cubicBezTo>
                      <a:pt x="2429" y="4968"/>
                      <a:pt x="2495" y="4960"/>
                      <a:pt x="2561" y="4944"/>
                    </a:cubicBezTo>
                    <a:cubicBezTo>
                      <a:pt x="2599" y="4938"/>
                      <a:pt x="2631" y="4922"/>
                      <a:pt x="2664" y="4911"/>
                    </a:cubicBezTo>
                    <a:cubicBezTo>
                      <a:pt x="2696" y="4900"/>
                      <a:pt x="2729" y="4895"/>
                      <a:pt x="2762" y="4878"/>
                    </a:cubicBezTo>
                    <a:cubicBezTo>
                      <a:pt x="2821" y="4868"/>
                      <a:pt x="2881" y="4846"/>
                      <a:pt x="2941" y="4824"/>
                    </a:cubicBezTo>
                    <a:cubicBezTo>
                      <a:pt x="2990" y="4802"/>
                      <a:pt x="3028" y="4770"/>
                      <a:pt x="3077" y="4748"/>
                    </a:cubicBezTo>
                    <a:cubicBezTo>
                      <a:pt x="3137" y="4726"/>
                      <a:pt x="3191" y="4705"/>
                      <a:pt x="3245" y="4677"/>
                    </a:cubicBezTo>
                    <a:cubicBezTo>
                      <a:pt x="3305" y="4645"/>
                      <a:pt x="3365" y="4596"/>
                      <a:pt x="3419" y="4558"/>
                    </a:cubicBezTo>
                    <a:cubicBezTo>
                      <a:pt x="3468" y="4525"/>
                      <a:pt x="3512" y="4498"/>
                      <a:pt x="3555" y="4460"/>
                    </a:cubicBezTo>
                    <a:cubicBezTo>
                      <a:pt x="3610" y="4411"/>
                      <a:pt x="3664" y="4357"/>
                      <a:pt x="3713" y="4297"/>
                    </a:cubicBezTo>
                    <a:cubicBezTo>
                      <a:pt x="3800" y="4210"/>
                      <a:pt x="3881" y="4117"/>
                      <a:pt x="3958" y="4025"/>
                    </a:cubicBezTo>
                    <a:cubicBezTo>
                      <a:pt x="4039" y="3916"/>
                      <a:pt x="4115" y="3808"/>
                      <a:pt x="4180" y="3693"/>
                    </a:cubicBezTo>
                    <a:cubicBezTo>
                      <a:pt x="4305" y="3460"/>
                      <a:pt x="4344" y="3183"/>
                      <a:pt x="4365" y="2922"/>
                    </a:cubicBezTo>
                    <a:cubicBezTo>
                      <a:pt x="4376" y="2633"/>
                      <a:pt x="4338" y="2345"/>
                      <a:pt x="4246" y="2074"/>
                    </a:cubicBezTo>
                    <a:cubicBezTo>
                      <a:pt x="4229" y="2019"/>
                      <a:pt x="4208" y="1970"/>
                      <a:pt x="4186" y="1921"/>
                    </a:cubicBezTo>
                    <a:cubicBezTo>
                      <a:pt x="4164" y="1867"/>
                      <a:pt x="4153" y="1807"/>
                      <a:pt x="4126" y="1753"/>
                    </a:cubicBezTo>
                    <a:cubicBezTo>
                      <a:pt x="4072" y="1628"/>
                      <a:pt x="4028" y="1508"/>
                      <a:pt x="3963" y="1389"/>
                    </a:cubicBezTo>
                    <a:cubicBezTo>
                      <a:pt x="3822" y="1133"/>
                      <a:pt x="3637" y="916"/>
                      <a:pt x="3463" y="687"/>
                    </a:cubicBezTo>
                    <a:cubicBezTo>
                      <a:pt x="3430" y="633"/>
                      <a:pt x="3398" y="584"/>
                      <a:pt x="3354" y="535"/>
                    </a:cubicBezTo>
                    <a:cubicBezTo>
                      <a:pt x="3300" y="486"/>
                      <a:pt x="3245" y="443"/>
                      <a:pt x="3186" y="399"/>
                    </a:cubicBezTo>
                    <a:cubicBezTo>
                      <a:pt x="3072" y="312"/>
                      <a:pt x="2947" y="236"/>
                      <a:pt x="2821" y="177"/>
                    </a:cubicBezTo>
                    <a:cubicBezTo>
                      <a:pt x="2756" y="144"/>
                      <a:pt x="2686" y="122"/>
                      <a:pt x="2620" y="106"/>
                    </a:cubicBezTo>
                    <a:cubicBezTo>
                      <a:pt x="2550" y="90"/>
                      <a:pt x="2490" y="62"/>
                      <a:pt x="2425" y="46"/>
                    </a:cubicBezTo>
                    <a:cubicBezTo>
                      <a:pt x="2349" y="30"/>
                      <a:pt x="2272" y="19"/>
                      <a:pt x="2196" y="13"/>
                    </a:cubicBezTo>
                    <a:cubicBezTo>
                      <a:pt x="2137" y="5"/>
                      <a:pt x="2080" y="0"/>
                      <a:pt x="2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20"/>
              <p:cNvSpPr/>
              <p:nvPr/>
            </p:nvSpPr>
            <p:spPr>
              <a:xfrm>
                <a:off x="3864875" y="2375575"/>
                <a:ext cx="14975" cy="35250"/>
              </a:xfrm>
              <a:custGeom>
                <a:rect b="b" l="l" r="r" t="t"/>
                <a:pathLst>
                  <a:path extrusionOk="0" h="1410" w="599">
                    <a:moveTo>
                      <a:pt x="24" y="0"/>
                    </a:moveTo>
                    <a:cubicBezTo>
                      <a:pt x="12" y="0"/>
                      <a:pt x="0" y="12"/>
                      <a:pt x="0" y="27"/>
                    </a:cubicBezTo>
                    <a:cubicBezTo>
                      <a:pt x="17" y="92"/>
                      <a:pt x="6" y="168"/>
                      <a:pt x="17" y="239"/>
                    </a:cubicBezTo>
                    <a:cubicBezTo>
                      <a:pt x="28" y="310"/>
                      <a:pt x="44" y="386"/>
                      <a:pt x="44" y="462"/>
                    </a:cubicBezTo>
                    <a:cubicBezTo>
                      <a:pt x="66" y="614"/>
                      <a:pt x="104" y="766"/>
                      <a:pt x="158" y="908"/>
                    </a:cubicBezTo>
                    <a:cubicBezTo>
                      <a:pt x="201" y="1022"/>
                      <a:pt x="307" y="1410"/>
                      <a:pt x="487" y="1410"/>
                    </a:cubicBezTo>
                    <a:cubicBezTo>
                      <a:pt x="512" y="1410"/>
                      <a:pt x="538" y="1402"/>
                      <a:pt x="566" y="1386"/>
                    </a:cubicBezTo>
                    <a:cubicBezTo>
                      <a:pt x="598" y="1364"/>
                      <a:pt x="598" y="1315"/>
                      <a:pt x="566" y="1293"/>
                    </a:cubicBezTo>
                    <a:lnTo>
                      <a:pt x="571" y="1293"/>
                    </a:lnTo>
                    <a:cubicBezTo>
                      <a:pt x="484" y="1234"/>
                      <a:pt x="424" y="1147"/>
                      <a:pt x="386" y="1049"/>
                    </a:cubicBezTo>
                    <a:cubicBezTo>
                      <a:pt x="332" y="929"/>
                      <a:pt x="272" y="810"/>
                      <a:pt x="234" y="679"/>
                    </a:cubicBezTo>
                    <a:cubicBezTo>
                      <a:pt x="191" y="554"/>
                      <a:pt x="174" y="429"/>
                      <a:pt x="136" y="310"/>
                    </a:cubicBezTo>
                    <a:cubicBezTo>
                      <a:pt x="109" y="206"/>
                      <a:pt x="76" y="108"/>
                      <a:pt x="38" y="11"/>
                    </a:cubicBezTo>
                    <a:cubicBezTo>
                      <a:pt x="35" y="3"/>
                      <a:pt x="29"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20"/>
              <p:cNvSpPr/>
              <p:nvPr/>
            </p:nvSpPr>
            <p:spPr>
              <a:xfrm>
                <a:off x="3853225" y="2388700"/>
                <a:ext cx="23225" cy="32150"/>
              </a:xfrm>
              <a:custGeom>
                <a:rect b="b" l="l" r="r" t="t"/>
                <a:pathLst>
                  <a:path extrusionOk="0" h="1286" w="929">
                    <a:moveTo>
                      <a:pt x="46" y="0"/>
                    </a:moveTo>
                    <a:cubicBezTo>
                      <a:pt x="23" y="0"/>
                      <a:pt x="0" y="19"/>
                      <a:pt x="10" y="51"/>
                    </a:cubicBezTo>
                    <a:cubicBezTo>
                      <a:pt x="21" y="116"/>
                      <a:pt x="59" y="176"/>
                      <a:pt x="75" y="241"/>
                    </a:cubicBezTo>
                    <a:cubicBezTo>
                      <a:pt x="97" y="306"/>
                      <a:pt x="118" y="383"/>
                      <a:pt x="140" y="453"/>
                    </a:cubicBezTo>
                    <a:cubicBezTo>
                      <a:pt x="178" y="595"/>
                      <a:pt x="233" y="725"/>
                      <a:pt x="298" y="855"/>
                    </a:cubicBezTo>
                    <a:cubicBezTo>
                      <a:pt x="363" y="986"/>
                      <a:pt x="456" y="1100"/>
                      <a:pt x="570" y="1192"/>
                    </a:cubicBezTo>
                    <a:cubicBezTo>
                      <a:pt x="633" y="1236"/>
                      <a:pt x="723" y="1286"/>
                      <a:pt x="807" y="1286"/>
                    </a:cubicBezTo>
                    <a:cubicBezTo>
                      <a:pt x="838" y="1286"/>
                      <a:pt x="868" y="1279"/>
                      <a:pt x="896" y="1263"/>
                    </a:cubicBezTo>
                    <a:cubicBezTo>
                      <a:pt x="928" y="1241"/>
                      <a:pt x="928" y="1187"/>
                      <a:pt x="896" y="1165"/>
                    </a:cubicBezTo>
                    <a:lnTo>
                      <a:pt x="890" y="1165"/>
                    </a:lnTo>
                    <a:cubicBezTo>
                      <a:pt x="793" y="1116"/>
                      <a:pt x="695" y="1057"/>
                      <a:pt x="613" y="980"/>
                    </a:cubicBezTo>
                    <a:cubicBezTo>
                      <a:pt x="521" y="894"/>
                      <a:pt x="445" y="790"/>
                      <a:pt x="385" y="682"/>
                    </a:cubicBezTo>
                    <a:cubicBezTo>
                      <a:pt x="336" y="578"/>
                      <a:pt x="287" y="475"/>
                      <a:pt x="249" y="366"/>
                    </a:cubicBezTo>
                    <a:cubicBezTo>
                      <a:pt x="222" y="306"/>
                      <a:pt x="200" y="241"/>
                      <a:pt x="167" y="181"/>
                    </a:cubicBezTo>
                    <a:cubicBezTo>
                      <a:pt x="140" y="122"/>
                      <a:pt x="102" y="84"/>
                      <a:pt x="86" y="29"/>
                    </a:cubicBezTo>
                    <a:cubicBezTo>
                      <a:pt x="79" y="9"/>
                      <a:pt x="62" y="0"/>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20"/>
              <p:cNvSpPr/>
              <p:nvPr/>
            </p:nvSpPr>
            <p:spPr>
              <a:xfrm>
                <a:off x="3995875" y="2285600"/>
                <a:ext cx="19600" cy="26225"/>
              </a:xfrm>
              <a:custGeom>
                <a:rect b="b" l="l" r="r" t="t"/>
                <a:pathLst>
                  <a:path extrusionOk="0" h="1049" w="784">
                    <a:moveTo>
                      <a:pt x="52" y="0"/>
                    </a:moveTo>
                    <a:cubicBezTo>
                      <a:pt x="22" y="0"/>
                      <a:pt x="1" y="38"/>
                      <a:pt x="28" y="65"/>
                    </a:cubicBezTo>
                    <a:cubicBezTo>
                      <a:pt x="93" y="131"/>
                      <a:pt x="174" y="185"/>
                      <a:pt x="245" y="256"/>
                    </a:cubicBezTo>
                    <a:cubicBezTo>
                      <a:pt x="321" y="332"/>
                      <a:pt x="386" y="424"/>
                      <a:pt x="435" y="522"/>
                    </a:cubicBezTo>
                    <a:cubicBezTo>
                      <a:pt x="479" y="620"/>
                      <a:pt x="517" y="723"/>
                      <a:pt x="550" y="827"/>
                    </a:cubicBezTo>
                    <a:cubicBezTo>
                      <a:pt x="577" y="908"/>
                      <a:pt x="598" y="1011"/>
                      <a:pt x="691" y="1044"/>
                    </a:cubicBezTo>
                    <a:cubicBezTo>
                      <a:pt x="695" y="1047"/>
                      <a:pt x="700" y="1048"/>
                      <a:pt x="706" y="1048"/>
                    </a:cubicBezTo>
                    <a:cubicBezTo>
                      <a:pt x="720" y="1048"/>
                      <a:pt x="736" y="1038"/>
                      <a:pt x="740" y="1022"/>
                    </a:cubicBezTo>
                    <a:cubicBezTo>
                      <a:pt x="783" y="935"/>
                      <a:pt x="740" y="816"/>
                      <a:pt x="713" y="723"/>
                    </a:cubicBezTo>
                    <a:lnTo>
                      <a:pt x="713" y="729"/>
                    </a:lnTo>
                    <a:cubicBezTo>
                      <a:pt x="680" y="615"/>
                      <a:pt x="631" y="506"/>
                      <a:pt x="571" y="403"/>
                    </a:cubicBezTo>
                    <a:cubicBezTo>
                      <a:pt x="511" y="316"/>
                      <a:pt x="441" y="234"/>
                      <a:pt x="354" y="169"/>
                    </a:cubicBezTo>
                    <a:cubicBezTo>
                      <a:pt x="310" y="136"/>
                      <a:pt x="261" y="104"/>
                      <a:pt x="212" y="76"/>
                    </a:cubicBezTo>
                    <a:cubicBezTo>
                      <a:pt x="169" y="49"/>
                      <a:pt x="115" y="33"/>
                      <a:pt x="71" y="6"/>
                    </a:cubicBezTo>
                    <a:cubicBezTo>
                      <a:pt x="65" y="2"/>
                      <a:pt x="58" y="0"/>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20"/>
              <p:cNvSpPr/>
              <p:nvPr/>
            </p:nvSpPr>
            <p:spPr>
              <a:xfrm>
                <a:off x="4010050" y="2282975"/>
                <a:ext cx="15600" cy="30150"/>
              </a:xfrm>
              <a:custGeom>
                <a:rect b="b" l="l" r="r" t="t"/>
                <a:pathLst>
                  <a:path extrusionOk="0" h="1206" w="624">
                    <a:moveTo>
                      <a:pt x="34" y="1"/>
                    </a:moveTo>
                    <a:cubicBezTo>
                      <a:pt x="15" y="1"/>
                      <a:pt x="1" y="16"/>
                      <a:pt x="15" y="35"/>
                    </a:cubicBezTo>
                    <a:cubicBezTo>
                      <a:pt x="64" y="111"/>
                      <a:pt x="108" y="187"/>
                      <a:pt x="151" y="274"/>
                    </a:cubicBezTo>
                    <a:cubicBezTo>
                      <a:pt x="205" y="366"/>
                      <a:pt x="249" y="464"/>
                      <a:pt x="287" y="573"/>
                    </a:cubicBezTo>
                    <a:cubicBezTo>
                      <a:pt x="336" y="768"/>
                      <a:pt x="347" y="986"/>
                      <a:pt x="445" y="1171"/>
                    </a:cubicBezTo>
                    <a:cubicBezTo>
                      <a:pt x="461" y="1195"/>
                      <a:pt x="488" y="1206"/>
                      <a:pt x="514" y="1206"/>
                    </a:cubicBezTo>
                    <a:cubicBezTo>
                      <a:pt x="547" y="1206"/>
                      <a:pt x="579" y="1188"/>
                      <a:pt x="591" y="1154"/>
                    </a:cubicBezTo>
                    <a:cubicBezTo>
                      <a:pt x="624" y="1046"/>
                      <a:pt x="580" y="921"/>
                      <a:pt x="559" y="817"/>
                    </a:cubicBezTo>
                    <a:cubicBezTo>
                      <a:pt x="537" y="698"/>
                      <a:pt x="499" y="578"/>
                      <a:pt x="455" y="464"/>
                    </a:cubicBezTo>
                    <a:cubicBezTo>
                      <a:pt x="417" y="372"/>
                      <a:pt x="358" y="279"/>
                      <a:pt x="287" y="209"/>
                    </a:cubicBezTo>
                    <a:cubicBezTo>
                      <a:pt x="216" y="127"/>
                      <a:pt x="135" y="56"/>
                      <a:pt x="42" y="2"/>
                    </a:cubicBezTo>
                    <a:cubicBezTo>
                      <a:pt x="39" y="1"/>
                      <a:pt x="37" y="1"/>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20"/>
              <p:cNvSpPr/>
              <p:nvPr/>
            </p:nvSpPr>
            <p:spPr>
              <a:xfrm>
                <a:off x="3923850" y="2309000"/>
                <a:ext cx="44425" cy="67575"/>
              </a:xfrm>
              <a:custGeom>
                <a:rect b="b" l="l" r="r" t="t"/>
                <a:pathLst>
                  <a:path extrusionOk="0" h="2703" w="1777">
                    <a:moveTo>
                      <a:pt x="908" y="124"/>
                    </a:moveTo>
                    <a:cubicBezTo>
                      <a:pt x="952" y="124"/>
                      <a:pt x="1001" y="124"/>
                      <a:pt x="1050" y="130"/>
                    </a:cubicBezTo>
                    <a:cubicBezTo>
                      <a:pt x="1059" y="130"/>
                      <a:pt x="1069" y="129"/>
                      <a:pt x="1078" y="129"/>
                    </a:cubicBezTo>
                    <a:cubicBezTo>
                      <a:pt x="1102" y="129"/>
                      <a:pt x="1125" y="132"/>
                      <a:pt x="1137" y="151"/>
                    </a:cubicBezTo>
                    <a:cubicBezTo>
                      <a:pt x="1147" y="173"/>
                      <a:pt x="1147" y="195"/>
                      <a:pt x="1153" y="217"/>
                    </a:cubicBezTo>
                    <a:cubicBezTo>
                      <a:pt x="1175" y="353"/>
                      <a:pt x="1175" y="499"/>
                      <a:pt x="1196" y="635"/>
                    </a:cubicBezTo>
                    <a:cubicBezTo>
                      <a:pt x="1224" y="777"/>
                      <a:pt x="1262" y="918"/>
                      <a:pt x="1294" y="1054"/>
                    </a:cubicBezTo>
                    <a:cubicBezTo>
                      <a:pt x="1305" y="1119"/>
                      <a:pt x="1321" y="1184"/>
                      <a:pt x="1343" y="1244"/>
                    </a:cubicBezTo>
                    <a:cubicBezTo>
                      <a:pt x="1354" y="1288"/>
                      <a:pt x="1359" y="1331"/>
                      <a:pt x="1365" y="1374"/>
                    </a:cubicBezTo>
                    <a:cubicBezTo>
                      <a:pt x="1332" y="1385"/>
                      <a:pt x="1300" y="1396"/>
                      <a:pt x="1267" y="1418"/>
                    </a:cubicBezTo>
                    <a:cubicBezTo>
                      <a:pt x="1267" y="1326"/>
                      <a:pt x="1262" y="1239"/>
                      <a:pt x="1251" y="1152"/>
                    </a:cubicBezTo>
                    <a:cubicBezTo>
                      <a:pt x="1245" y="1032"/>
                      <a:pt x="1213" y="912"/>
                      <a:pt x="1158" y="809"/>
                    </a:cubicBezTo>
                    <a:cubicBezTo>
                      <a:pt x="1088" y="684"/>
                      <a:pt x="1033" y="559"/>
                      <a:pt x="990" y="423"/>
                    </a:cubicBezTo>
                    <a:cubicBezTo>
                      <a:pt x="974" y="363"/>
                      <a:pt x="952" y="309"/>
                      <a:pt x="941" y="249"/>
                    </a:cubicBezTo>
                    <a:cubicBezTo>
                      <a:pt x="925" y="206"/>
                      <a:pt x="914" y="168"/>
                      <a:pt x="908" y="124"/>
                    </a:cubicBezTo>
                    <a:close/>
                    <a:moveTo>
                      <a:pt x="1495" y="1505"/>
                    </a:moveTo>
                    <a:cubicBezTo>
                      <a:pt x="1550" y="1521"/>
                      <a:pt x="1593" y="1559"/>
                      <a:pt x="1615" y="1614"/>
                    </a:cubicBezTo>
                    <a:cubicBezTo>
                      <a:pt x="1657" y="1735"/>
                      <a:pt x="1525" y="1924"/>
                      <a:pt x="1397" y="1924"/>
                    </a:cubicBezTo>
                    <a:cubicBezTo>
                      <a:pt x="1394" y="1924"/>
                      <a:pt x="1390" y="1924"/>
                      <a:pt x="1387" y="1923"/>
                    </a:cubicBezTo>
                    <a:cubicBezTo>
                      <a:pt x="1359" y="1918"/>
                      <a:pt x="1338" y="1913"/>
                      <a:pt x="1311" y="1907"/>
                    </a:cubicBezTo>
                    <a:cubicBezTo>
                      <a:pt x="1305" y="1902"/>
                      <a:pt x="1300" y="1902"/>
                      <a:pt x="1289" y="1902"/>
                    </a:cubicBezTo>
                    <a:cubicBezTo>
                      <a:pt x="1262" y="1891"/>
                      <a:pt x="1240" y="1869"/>
                      <a:pt x="1224" y="1847"/>
                    </a:cubicBezTo>
                    <a:cubicBezTo>
                      <a:pt x="1196" y="1793"/>
                      <a:pt x="1186" y="1739"/>
                      <a:pt x="1202" y="1679"/>
                    </a:cubicBezTo>
                    <a:cubicBezTo>
                      <a:pt x="1213" y="1630"/>
                      <a:pt x="1234" y="1586"/>
                      <a:pt x="1256" y="1543"/>
                    </a:cubicBezTo>
                    <a:cubicBezTo>
                      <a:pt x="1305" y="1538"/>
                      <a:pt x="1354" y="1527"/>
                      <a:pt x="1398" y="1505"/>
                    </a:cubicBezTo>
                    <a:cubicBezTo>
                      <a:pt x="1414" y="1519"/>
                      <a:pt x="1431" y="1525"/>
                      <a:pt x="1448" y="1525"/>
                    </a:cubicBezTo>
                    <a:cubicBezTo>
                      <a:pt x="1465" y="1525"/>
                      <a:pt x="1482" y="1519"/>
                      <a:pt x="1495" y="1505"/>
                    </a:cubicBezTo>
                    <a:close/>
                    <a:moveTo>
                      <a:pt x="1077" y="1842"/>
                    </a:moveTo>
                    <a:cubicBezTo>
                      <a:pt x="1088" y="1875"/>
                      <a:pt x="1099" y="1902"/>
                      <a:pt x="1115" y="1934"/>
                    </a:cubicBezTo>
                    <a:cubicBezTo>
                      <a:pt x="1120" y="1945"/>
                      <a:pt x="1131" y="1962"/>
                      <a:pt x="1142" y="1972"/>
                    </a:cubicBezTo>
                    <a:cubicBezTo>
                      <a:pt x="1126" y="1989"/>
                      <a:pt x="1104" y="2010"/>
                      <a:pt x="1088" y="2027"/>
                    </a:cubicBezTo>
                    <a:cubicBezTo>
                      <a:pt x="995" y="2097"/>
                      <a:pt x="897" y="2168"/>
                      <a:pt x="794" y="2233"/>
                    </a:cubicBezTo>
                    <a:cubicBezTo>
                      <a:pt x="713" y="2293"/>
                      <a:pt x="620" y="2315"/>
                      <a:pt x="544" y="2380"/>
                    </a:cubicBezTo>
                    <a:cubicBezTo>
                      <a:pt x="468" y="2445"/>
                      <a:pt x="365" y="2478"/>
                      <a:pt x="278" y="2538"/>
                    </a:cubicBezTo>
                    <a:lnTo>
                      <a:pt x="229" y="2570"/>
                    </a:lnTo>
                    <a:cubicBezTo>
                      <a:pt x="218" y="2570"/>
                      <a:pt x="202" y="2521"/>
                      <a:pt x="196" y="2511"/>
                    </a:cubicBezTo>
                    <a:cubicBezTo>
                      <a:pt x="169" y="2451"/>
                      <a:pt x="120" y="2396"/>
                      <a:pt x="185" y="2337"/>
                    </a:cubicBezTo>
                    <a:cubicBezTo>
                      <a:pt x="267" y="2255"/>
                      <a:pt x="386" y="2222"/>
                      <a:pt x="490" y="2179"/>
                    </a:cubicBezTo>
                    <a:cubicBezTo>
                      <a:pt x="609" y="2130"/>
                      <a:pt x="723" y="2070"/>
                      <a:pt x="838" y="2010"/>
                    </a:cubicBezTo>
                    <a:cubicBezTo>
                      <a:pt x="892" y="1983"/>
                      <a:pt x="946" y="1956"/>
                      <a:pt x="995" y="1923"/>
                    </a:cubicBezTo>
                    <a:cubicBezTo>
                      <a:pt x="1028" y="1902"/>
                      <a:pt x="1055" y="1869"/>
                      <a:pt x="1077" y="1842"/>
                    </a:cubicBezTo>
                    <a:close/>
                    <a:moveTo>
                      <a:pt x="938" y="1"/>
                    </a:moveTo>
                    <a:cubicBezTo>
                      <a:pt x="902" y="1"/>
                      <a:pt x="865" y="2"/>
                      <a:pt x="827" y="5"/>
                    </a:cubicBezTo>
                    <a:cubicBezTo>
                      <a:pt x="805" y="10"/>
                      <a:pt x="789" y="26"/>
                      <a:pt x="783" y="48"/>
                    </a:cubicBezTo>
                    <a:cubicBezTo>
                      <a:pt x="767" y="146"/>
                      <a:pt x="805" y="255"/>
                      <a:pt x="827" y="342"/>
                    </a:cubicBezTo>
                    <a:cubicBezTo>
                      <a:pt x="865" y="483"/>
                      <a:pt x="908" y="619"/>
                      <a:pt x="963" y="755"/>
                    </a:cubicBezTo>
                    <a:cubicBezTo>
                      <a:pt x="990" y="809"/>
                      <a:pt x="1022" y="853"/>
                      <a:pt x="1050" y="907"/>
                    </a:cubicBezTo>
                    <a:cubicBezTo>
                      <a:pt x="1077" y="972"/>
                      <a:pt x="1099" y="1043"/>
                      <a:pt x="1104" y="1119"/>
                    </a:cubicBezTo>
                    <a:cubicBezTo>
                      <a:pt x="1104" y="1244"/>
                      <a:pt x="1131" y="1364"/>
                      <a:pt x="1191" y="1478"/>
                    </a:cubicBezTo>
                    <a:cubicBezTo>
                      <a:pt x="1142" y="1527"/>
                      <a:pt x="1109" y="1581"/>
                      <a:pt x="1082" y="1641"/>
                    </a:cubicBezTo>
                    <a:cubicBezTo>
                      <a:pt x="1066" y="1695"/>
                      <a:pt x="1066" y="1750"/>
                      <a:pt x="1071" y="1809"/>
                    </a:cubicBezTo>
                    <a:cubicBezTo>
                      <a:pt x="1050" y="1809"/>
                      <a:pt x="1028" y="1802"/>
                      <a:pt x="1003" y="1802"/>
                    </a:cubicBezTo>
                    <a:cubicBezTo>
                      <a:pt x="997" y="1802"/>
                      <a:pt x="991" y="1803"/>
                      <a:pt x="984" y="1804"/>
                    </a:cubicBezTo>
                    <a:cubicBezTo>
                      <a:pt x="952" y="1809"/>
                      <a:pt x="919" y="1815"/>
                      <a:pt x="892" y="1831"/>
                    </a:cubicBezTo>
                    <a:cubicBezTo>
                      <a:pt x="821" y="1864"/>
                      <a:pt x="751" y="1896"/>
                      <a:pt x="680" y="1929"/>
                    </a:cubicBezTo>
                    <a:cubicBezTo>
                      <a:pt x="609" y="1956"/>
                      <a:pt x="533" y="1994"/>
                      <a:pt x="463" y="2032"/>
                    </a:cubicBezTo>
                    <a:cubicBezTo>
                      <a:pt x="392" y="2059"/>
                      <a:pt x="321" y="2092"/>
                      <a:pt x="256" y="2125"/>
                    </a:cubicBezTo>
                    <a:cubicBezTo>
                      <a:pt x="164" y="2184"/>
                      <a:pt x="39" y="2239"/>
                      <a:pt x="11" y="2358"/>
                    </a:cubicBezTo>
                    <a:cubicBezTo>
                      <a:pt x="1" y="2413"/>
                      <a:pt x="17" y="2467"/>
                      <a:pt x="49" y="2511"/>
                    </a:cubicBezTo>
                    <a:cubicBezTo>
                      <a:pt x="66" y="2559"/>
                      <a:pt x="93" y="2608"/>
                      <a:pt x="120" y="2652"/>
                    </a:cubicBezTo>
                    <a:cubicBezTo>
                      <a:pt x="149" y="2688"/>
                      <a:pt x="183" y="2702"/>
                      <a:pt x="218" y="2702"/>
                    </a:cubicBezTo>
                    <a:cubicBezTo>
                      <a:pt x="261" y="2702"/>
                      <a:pt x="306" y="2681"/>
                      <a:pt x="348" y="2657"/>
                    </a:cubicBezTo>
                    <a:cubicBezTo>
                      <a:pt x="452" y="2608"/>
                      <a:pt x="550" y="2549"/>
                      <a:pt x="647" y="2478"/>
                    </a:cubicBezTo>
                    <a:cubicBezTo>
                      <a:pt x="702" y="2429"/>
                      <a:pt x="772" y="2424"/>
                      <a:pt x="832" y="2380"/>
                    </a:cubicBezTo>
                    <a:cubicBezTo>
                      <a:pt x="892" y="2337"/>
                      <a:pt x="957" y="2299"/>
                      <a:pt x="1022" y="2255"/>
                    </a:cubicBezTo>
                    <a:cubicBezTo>
                      <a:pt x="1071" y="2222"/>
                      <a:pt x="1120" y="2184"/>
                      <a:pt x="1169" y="2146"/>
                    </a:cubicBezTo>
                    <a:cubicBezTo>
                      <a:pt x="1202" y="2108"/>
                      <a:pt x="1245" y="2070"/>
                      <a:pt x="1289" y="2043"/>
                    </a:cubicBezTo>
                    <a:cubicBezTo>
                      <a:pt x="1316" y="2049"/>
                      <a:pt x="1343" y="2054"/>
                      <a:pt x="1370" y="2059"/>
                    </a:cubicBezTo>
                    <a:cubicBezTo>
                      <a:pt x="1381" y="2061"/>
                      <a:pt x="1392" y="2061"/>
                      <a:pt x="1403" y="2061"/>
                    </a:cubicBezTo>
                    <a:cubicBezTo>
                      <a:pt x="1611" y="2061"/>
                      <a:pt x="1777" y="1816"/>
                      <a:pt x="1751" y="1619"/>
                    </a:cubicBezTo>
                    <a:lnTo>
                      <a:pt x="1745" y="1619"/>
                    </a:lnTo>
                    <a:cubicBezTo>
                      <a:pt x="1724" y="1510"/>
                      <a:pt x="1648" y="1418"/>
                      <a:pt x="1539" y="1380"/>
                    </a:cubicBezTo>
                    <a:lnTo>
                      <a:pt x="1533" y="1380"/>
                    </a:lnTo>
                    <a:cubicBezTo>
                      <a:pt x="1533" y="1331"/>
                      <a:pt x="1523" y="1277"/>
                      <a:pt x="1506" y="1233"/>
                    </a:cubicBezTo>
                    <a:cubicBezTo>
                      <a:pt x="1474" y="1141"/>
                      <a:pt x="1446" y="1054"/>
                      <a:pt x="1425" y="961"/>
                    </a:cubicBezTo>
                    <a:cubicBezTo>
                      <a:pt x="1381" y="787"/>
                      <a:pt x="1332" y="619"/>
                      <a:pt x="1305" y="445"/>
                    </a:cubicBezTo>
                    <a:cubicBezTo>
                      <a:pt x="1294" y="363"/>
                      <a:pt x="1283" y="276"/>
                      <a:pt x="1272" y="189"/>
                    </a:cubicBezTo>
                    <a:cubicBezTo>
                      <a:pt x="1267" y="141"/>
                      <a:pt x="1251" y="92"/>
                      <a:pt x="1224" y="48"/>
                    </a:cubicBezTo>
                    <a:cubicBezTo>
                      <a:pt x="1182" y="16"/>
                      <a:pt x="1130" y="3"/>
                      <a:pt x="1078" y="3"/>
                    </a:cubicBezTo>
                    <a:cubicBezTo>
                      <a:pt x="1069" y="3"/>
                      <a:pt x="1059" y="4"/>
                      <a:pt x="1050" y="5"/>
                    </a:cubicBezTo>
                    <a:cubicBezTo>
                      <a:pt x="1012" y="2"/>
                      <a:pt x="975"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20"/>
              <p:cNvSpPr/>
              <p:nvPr/>
            </p:nvSpPr>
            <p:spPr>
              <a:xfrm>
                <a:off x="3931325" y="2298700"/>
                <a:ext cx="9000" cy="12375"/>
              </a:xfrm>
              <a:custGeom>
                <a:rect b="b" l="l" r="r" t="t"/>
                <a:pathLst>
                  <a:path extrusionOk="0" h="495" w="360">
                    <a:moveTo>
                      <a:pt x="100" y="0"/>
                    </a:moveTo>
                    <a:cubicBezTo>
                      <a:pt x="74" y="0"/>
                      <a:pt x="48" y="14"/>
                      <a:pt x="33" y="42"/>
                    </a:cubicBezTo>
                    <a:cubicBezTo>
                      <a:pt x="0" y="112"/>
                      <a:pt x="39" y="188"/>
                      <a:pt x="55" y="264"/>
                    </a:cubicBezTo>
                    <a:cubicBezTo>
                      <a:pt x="66" y="335"/>
                      <a:pt x="98" y="406"/>
                      <a:pt x="147" y="460"/>
                    </a:cubicBezTo>
                    <a:cubicBezTo>
                      <a:pt x="171" y="484"/>
                      <a:pt x="201" y="495"/>
                      <a:pt x="232" y="495"/>
                    </a:cubicBezTo>
                    <a:cubicBezTo>
                      <a:pt x="271" y="495"/>
                      <a:pt x="310" y="475"/>
                      <a:pt x="332" y="438"/>
                    </a:cubicBezTo>
                    <a:cubicBezTo>
                      <a:pt x="359" y="389"/>
                      <a:pt x="359" y="335"/>
                      <a:pt x="332" y="292"/>
                    </a:cubicBezTo>
                    <a:cubicBezTo>
                      <a:pt x="321" y="275"/>
                      <a:pt x="310" y="264"/>
                      <a:pt x="305" y="254"/>
                    </a:cubicBezTo>
                    <a:lnTo>
                      <a:pt x="305" y="254"/>
                    </a:lnTo>
                    <a:cubicBezTo>
                      <a:pt x="306" y="255"/>
                      <a:pt x="307" y="256"/>
                      <a:pt x="308" y="256"/>
                    </a:cubicBezTo>
                    <a:cubicBezTo>
                      <a:pt x="311" y="256"/>
                      <a:pt x="293" y="225"/>
                      <a:pt x="289" y="216"/>
                    </a:cubicBezTo>
                    <a:cubicBezTo>
                      <a:pt x="261" y="145"/>
                      <a:pt x="218" y="80"/>
                      <a:pt x="158" y="25"/>
                    </a:cubicBezTo>
                    <a:cubicBezTo>
                      <a:pt x="141" y="9"/>
                      <a:pt x="121"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20"/>
              <p:cNvSpPr/>
              <p:nvPr/>
            </p:nvSpPr>
            <p:spPr>
              <a:xfrm>
                <a:off x="3912700" y="2373925"/>
                <a:ext cx="9675" cy="7425"/>
              </a:xfrm>
              <a:custGeom>
                <a:rect b="b" l="l" r="r" t="t"/>
                <a:pathLst>
                  <a:path extrusionOk="0" h="297" w="387">
                    <a:moveTo>
                      <a:pt x="238" y="1"/>
                    </a:moveTo>
                    <a:cubicBezTo>
                      <a:pt x="215" y="1"/>
                      <a:pt x="191" y="6"/>
                      <a:pt x="169" y="17"/>
                    </a:cubicBezTo>
                    <a:cubicBezTo>
                      <a:pt x="115" y="49"/>
                      <a:pt x="61" y="98"/>
                      <a:pt x="28" y="153"/>
                    </a:cubicBezTo>
                    <a:lnTo>
                      <a:pt x="17" y="169"/>
                    </a:lnTo>
                    <a:cubicBezTo>
                      <a:pt x="1" y="196"/>
                      <a:pt x="6" y="234"/>
                      <a:pt x="28" y="261"/>
                    </a:cubicBezTo>
                    <a:cubicBezTo>
                      <a:pt x="44" y="283"/>
                      <a:pt x="66" y="294"/>
                      <a:pt x="93" y="294"/>
                    </a:cubicBezTo>
                    <a:lnTo>
                      <a:pt x="99" y="294"/>
                    </a:lnTo>
                    <a:cubicBezTo>
                      <a:pt x="108" y="296"/>
                      <a:pt x="118" y="296"/>
                      <a:pt x="127" y="296"/>
                    </a:cubicBezTo>
                    <a:cubicBezTo>
                      <a:pt x="150" y="296"/>
                      <a:pt x="173" y="292"/>
                      <a:pt x="196" y="289"/>
                    </a:cubicBezTo>
                    <a:cubicBezTo>
                      <a:pt x="235" y="283"/>
                      <a:pt x="273" y="267"/>
                      <a:pt x="305" y="245"/>
                    </a:cubicBezTo>
                    <a:cubicBezTo>
                      <a:pt x="365" y="207"/>
                      <a:pt x="387" y="126"/>
                      <a:pt x="354" y="60"/>
                    </a:cubicBezTo>
                    <a:lnTo>
                      <a:pt x="354" y="60"/>
                    </a:lnTo>
                    <a:lnTo>
                      <a:pt x="354" y="66"/>
                    </a:lnTo>
                    <a:cubicBezTo>
                      <a:pt x="329" y="22"/>
                      <a:pt x="284"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20"/>
              <p:cNvSpPr/>
              <p:nvPr/>
            </p:nvSpPr>
            <p:spPr>
              <a:xfrm>
                <a:off x="3974675" y="2387925"/>
                <a:ext cx="10200" cy="11850"/>
              </a:xfrm>
              <a:custGeom>
                <a:rect b="b" l="l" r="r" t="t"/>
                <a:pathLst>
                  <a:path extrusionOk="0" h="474" w="408">
                    <a:moveTo>
                      <a:pt x="82" y="0"/>
                    </a:moveTo>
                    <a:cubicBezTo>
                      <a:pt x="55" y="0"/>
                      <a:pt x="28" y="11"/>
                      <a:pt x="17" y="38"/>
                    </a:cubicBezTo>
                    <a:lnTo>
                      <a:pt x="17" y="44"/>
                    </a:lnTo>
                    <a:cubicBezTo>
                      <a:pt x="11" y="55"/>
                      <a:pt x="6" y="66"/>
                      <a:pt x="6" y="77"/>
                    </a:cubicBezTo>
                    <a:cubicBezTo>
                      <a:pt x="1" y="142"/>
                      <a:pt x="17" y="207"/>
                      <a:pt x="49" y="267"/>
                    </a:cubicBezTo>
                    <a:cubicBezTo>
                      <a:pt x="77" y="343"/>
                      <a:pt x="131" y="408"/>
                      <a:pt x="196" y="457"/>
                    </a:cubicBezTo>
                    <a:cubicBezTo>
                      <a:pt x="218" y="469"/>
                      <a:pt x="240" y="474"/>
                      <a:pt x="262" y="474"/>
                    </a:cubicBezTo>
                    <a:cubicBezTo>
                      <a:pt x="341" y="474"/>
                      <a:pt x="408" y="401"/>
                      <a:pt x="386" y="316"/>
                    </a:cubicBezTo>
                    <a:lnTo>
                      <a:pt x="381" y="316"/>
                    </a:lnTo>
                    <a:cubicBezTo>
                      <a:pt x="354" y="240"/>
                      <a:pt x="310" y="174"/>
                      <a:pt x="256" y="120"/>
                    </a:cubicBezTo>
                    <a:cubicBezTo>
                      <a:pt x="213" y="60"/>
                      <a:pt x="153" y="17"/>
                      <a:pt x="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20"/>
              <p:cNvSpPr/>
              <p:nvPr/>
            </p:nvSpPr>
            <p:spPr>
              <a:xfrm>
                <a:off x="3981325" y="2331025"/>
                <a:ext cx="14450" cy="9725"/>
              </a:xfrm>
              <a:custGeom>
                <a:rect b="b" l="l" r="r" t="t"/>
                <a:pathLst>
                  <a:path extrusionOk="0" h="389" w="578">
                    <a:moveTo>
                      <a:pt x="403" y="0"/>
                    </a:moveTo>
                    <a:cubicBezTo>
                      <a:pt x="383" y="0"/>
                      <a:pt x="362" y="5"/>
                      <a:pt x="343" y="15"/>
                    </a:cubicBezTo>
                    <a:cubicBezTo>
                      <a:pt x="332" y="26"/>
                      <a:pt x="322" y="31"/>
                      <a:pt x="311" y="42"/>
                    </a:cubicBezTo>
                    <a:cubicBezTo>
                      <a:pt x="311" y="42"/>
                      <a:pt x="294" y="53"/>
                      <a:pt x="289" y="53"/>
                    </a:cubicBezTo>
                    <a:cubicBezTo>
                      <a:pt x="267" y="69"/>
                      <a:pt x="245" y="80"/>
                      <a:pt x="229" y="91"/>
                    </a:cubicBezTo>
                    <a:cubicBezTo>
                      <a:pt x="164" y="135"/>
                      <a:pt x="110" y="184"/>
                      <a:pt x="55" y="227"/>
                    </a:cubicBezTo>
                    <a:cubicBezTo>
                      <a:pt x="17" y="254"/>
                      <a:pt x="1" y="303"/>
                      <a:pt x="23" y="341"/>
                    </a:cubicBezTo>
                    <a:cubicBezTo>
                      <a:pt x="40" y="372"/>
                      <a:pt x="71" y="388"/>
                      <a:pt x="105" y="388"/>
                    </a:cubicBezTo>
                    <a:cubicBezTo>
                      <a:pt x="114" y="388"/>
                      <a:pt x="122" y="387"/>
                      <a:pt x="131" y="385"/>
                    </a:cubicBezTo>
                    <a:cubicBezTo>
                      <a:pt x="207" y="379"/>
                      <a:pt x="284" y="363"/>
                      <a:pt x="354" y="330"/>
                    </a:cubicBezTo>
                    <a:cubicBezTo>
                      <a:pt x="447" y="298"/>
                      <a:pt x="577" y="211"/>
                      <a:pt x="534" y="91"/>
                    </a:cubicBezTo>
                    <a:cubicBezTo>
                      <a:pt x="514" y="36"/>
                      <a:pt x="459"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20"/>
              <p:cNvSpPr/>
              <p:nvPr/>
            </p:nvSpPr>
            <p:spPr>
              <a:xfrm>
                <a:off x="3911350" y="2343950"/>
                <a:ext cx="10350" cy="4425"/>
              </a:xfrm>
              <a:custGeom>
                <a:rect b="b" l="l" r="r" t="t"/>
                <a:pathLst>
                  <a:path extrusionOk="0" h="177" w="414">
                    <a:moveTo>
                      <a:pt x="269" y="0"/>
                    </a:moveTo>
                    <a:cubicBezTo>
                      <a:pt x="171" y="0"/>
                      <a:pt x="53" y="34"/>
                      <a:pt x="11" y="58"/>
                    </a:cubicBezTo>
                    <a:cubicBezTo>
                      <a:pt x="0" y="63"/>
                      <a:pt x="0" y="80"/>
                      <a:pt x="11" y="85"/>
                    </a:cubicBezTo>
                    <a:cubicBezTo>
                      <a:pt x="56" y="113"/>
                      <a:pt x="204" y="177"/>
                      <a:pt x="308" y="177"/>
                    </a:cubicBezTo>
                    <a:cubicBezTo>
                      <a:pt x="368" y="177"/>
                      <a:pt x="414" y="155"/>
                      <a:pt x="414" y="91"/>
                    </a:cubicBezTo>
                    <a:cubicBezTo>
                      <a:pt x="414" y="22"/>
                      <a:pt x="348"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20"/>
              <p:cNvSpPr/>
              <p:nvPr/>
            </p:nvSpPr>
            <p:spPr>
              <a:xfrm>
                <a:off x="3911625" y="2321225"/>
                <a:ext cx="13475" cy="8425"/>
              </a:xfrm>
              <a:custGeom>
                <a:rect b="b" l="l" r="r" t="t"/>
                <a:pathLst>
                  <a:path extrusionOk="0" h="337" w="539">
                    <a:moveTo>
                      <a:pt x="49" y="1"/>
                    </a:moveTo>
                    <a:cubicBezTo>
                      <a:pt x="16" y="1"/>
                      <a:pt x="1" y="56"/>
                      <a:pt x="38" y="70"/>
                    </a:cubicBezTo>
                    <a:cubicBezTo>
                      <a:pt x="71" y="92"/>
                      <a:pt x="87" y="130"/>
                      <a:pt x="114" y="157"/>
                    </a:cubicBezTo>
                    <a:cubicBezTo>
                      <a:pt x="152" y="190"/>
                      <a:pt x="191" y="217"/>
                      <a:pt x="229" y="244"/>
                    </a:cubicBezTo>
                    <a:cubicBezTo>
                      <a:pt x="281" y="283"/>
                      <a:pt x="361" y="336"/>
                      <a:pt x="436" y="336"/>
                    </a:cubicBezTo>
                    <a:cubicBezTo>
                      <a:pt x="454" y="336"/>
                      <a:pt x="472" y="333"/>
                      <a:pt x="490" y="326"/>
                    </a:cubicBezTo>
                    <a:cubicBezTo>
                      <a:pt x="522" y="320"/>
                      <a:pt x="538" y="288"/>
                      <a:pt x="533" y="255"/>
                    </a:cubicBezTo>
                    <a:cubicBezTo>
                      <a:pt x="506" y="157"/>
                      <a:pt x="392" y="124"/>
                      <a:pt x="310" y="92"/>
                    </a:cubicBezTo>
                    <a:cubicBezTo>
                      <a:pt x="267" y="70"/>
                      <a:pt x="223" y="59"/>
                      <a:pt x="180" y="43"/>
                    </a:cubicBezTo>
                    <a:cubicBezTo>
                      <a:pt x="142" y="27"/>
                      <a:pt x="104" y="16"/>
                      <a:pt x="66" y="5"/>
                    </a:cubicBezTo>
                    <a:cubicBezTo>
                      <a:pt x="60" y="2"/>
                      <a:pt x="54"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20"/>
              <p:cNvSpPr/>
              <p:nvPr/>
            </p:nvSpPr>
            <p:spPr>
              <a:xfrm>
                <a:off x="3961625" y="2300650"/>
                <a:ext cx="6150" cy="13275"/>
              </a:xfrm>
              <a:custGeom>
                <a:rect b="b" l="l" r="r" t="t"/>
                <a:pathLst>
                  <a:path extrusionOk="0" h="531" w="246">
                    <a:moveTo>
                      <a:pt x="167" y="0"/>
                    </a:moveTo>
                    <a:cubicBezTo>
                      <a:pt x="150" y="0"/>
                      <a:pt x="134" y="10"/>
                      <a:pt x="126" y="29"/>
                    </a:cubicBezTo>
                    <a:cubicBezTo>
                      <a:pt x="82" y="110"/>
                      <a:pt x="50" y="197"/>
                      <a:pt x="33" y="290"/>
                    </a:cubicBezTo>
                    <a:cubicBezTo>
                      <a:pt x="12" y="371"/>
                      <a:pt x="1" y="464"/>
                      <a:pt x="71" y="518"/>
                    </a:cubicBezTo>
                    <a:cubicBezTo>
                      <a:pt x="82" y="526"/>
                      <a:pt x="94" y="530"/>
                      <a:pt x="107" y="530"/>
                    </a:cubicBezTo>
                    <a:cubicBezTo>
                      <a:pt x="119" y="530"/>
                      <a:pt x="131" y="526"/>
                      <a:pt x="142" y="518"/>
                    </a:cubicBezTo>
                    <a:cubicBezTo>
                      <a:pt x="207" y="464"/>
                      <a:pt x="196" y="366"/>
                      <a:pt x="218" y="284"/>
                    </a:cubicBezTo>
                    <a:cubicBezTo>
                      <a:pt x="245" y="197"/>
                      <a:pt x="245" y="110"/>
                      <a:pt x="213" y="29"/>
                    </a:cubicBezTo>
                    <a:cubicBezTo>
                      <a:pt x="202" y="10"/>
                      <a:pt x="184"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20"/>
              <p:cNvSpPr/>
              <p:nvPr/>
            </p:nvSpPr>
            <p:spPr>
              <a:xfrm>
                <a:off x="3972625" y="2311625"/>
                <a:ext cx="9625" cy="10175"/>
              </a:xfrm>
              <a:custGeom>
                <a:rect b="b" l="l" r="r" t="t"/>
                <a:pathLst>
                  <a:path extrusionOk="0" h="407" w="385">
                    <a:moveTo>
                      <a:pt x="287" y="0"/>
                    </a:moveTo>
                    <a:cubicBezTo>
                      <a:pt x="277" y="0"/>
                      <a:pt x="266" y="3"/>
                      <a:pt x="256" y="8"/>
                    </a:cubicBezTo>
                    <a:cubicBezTo>
                      <a:pt x="191" y="52"/>
                      <a:pt x="131" y="106"/>
                      <a:pt x="93" y="177"/>
                    </a:cubicBezTo>
                    <a:cubicBezTo>
                      <a:pt x="61" y="231"/>
                      <a:pt x="1" y="329"/>
                      <a:pt x="39" y="383"/>
                    </a:cubicBezTo>
                    <a:cubicBezTo>
                      <a:pt x="48" y="397"/>
                      <a:pt x="68" y="407"/>
                      <a:pt x="87" y="407"/>
                    </a:cubicBezTo>
                    <a:cubicBezTo>
                      <a:pt x="91" y="407"/>
                      <a:pt x="95" y="406"/>
                      <a:pt x="99" y="405"/>
                    </a:cubicBezTo>
                    <a:cubicBezTo>
                      <a:pt x="169" y="394"/>
                      <a:pt x="202" y="324"/>
                      <a:pt x="235" y="269"/>
                    </a:cubicBezTo>
                    <a:cubicBezTo>
                      <a:pt x="273" y="209"/>
                      <a:pt x="311" y="150"/>
                      <a:pt x="349" y="95"/>
                    </a:cubicBezTo>
                    <a:cubicBezTo>
                      <a:pt x="385" y="55"/>
                      <a:pt x="336"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20"/>
              <p:cNvSpPr/>
              <p:nvPr/>
            </p:nvSpPr>
            <p:spPr>
              <a:xfrm>
                <a:off x="3990300" y="2357750"/>
                <a:ext cx="13250" cy="6125"/>
              </a:xfrm>
              <a:custGeom>
                <a:rect b="b" l="l" r="r" t="t"/>
                <a:pathLst>
                  <a:path extrusionOk="0" h="245" w="530">
                    <a:moveTo>
                      <a:pt x="196" y="1"/>
                    </a:moveTo>
                    <a:cubicBezTo>
                      <a:pt x="169" y="1"/>
                      <a:pt x="142" y="12"/>
                      <a:pt x="120" y="12"/>
                    </a:cubicBezTo>
                    <a:cubicBezTo>
                      <a:pt x="108" y="10"/>
                      <a:pt x="97" y="8"/>
                      <a:pt x="86" y="8"/>
                    </a:cubicBezTo>
                    <a:cubicBezTo>
                      <a:pt x="68" y="8"/>
                      <a:pt x="50" y="12"/>
                      <a:pt x="33" y="22"/>
                    </a:cubicBezTo>
                    <a:cubicBezTo>
                      <a:pt x="1" y="44"/>
                      <a:pt x="1" y="88"/>
                      <a:pt x="33" y="104"/>
                    </a:cubicBezTo>
                    <a:cubicBezTo>
                      <a:pt x="55" y="115"/>
                      <a:pt x="66" y="131"/>
                      <a:pt x="88" y="142"/>
                    </a:cubicBezTo>
                    <a:cubicBezTo>
                      <a:pt x="115" y="153"/>
                      <a:pt x="142" y="158"/>
                      <a:pt x="169" y="164"/>
                    </a:cubicBezTo>
                    <a:cubicBezTo>
                      <a:pt x="185" y="169"/>
                      <a:pt x="229" y="196"/>
                      <a:pt x="256" y="207"/>
                    </a:cubicBezTo>
                    <a:cubicBezTo>
                      <a:pt x="294" y="218"/>
                      <a:pt x="338" y="229"/>
                      <a:pt x="381" y="240"/>
                    </a:cubicBezTo>
                    <a:cubicBezTo>
                      <a:pt x="391" y="243"/>
                      <a:pt x="401" y="245"/>
                      <a:pt x="410" y="245"/>
                    </a:cubicBezTo>
                    <a:cubicBezTo>
                      <a:pt x="490" y="245"/>
                      <a:pt x="529" y="126"/>
                      <a:pt x="446" y="82"/>
                    </a:cubicBezTo>
                    <a:cubicBezTo>
                      <a:pt x="403" y="60"/>
                      <a:pt x="359" y="44"/>
                      <a:pt x="316" y="33"/>
                    </a:cubicBezTo>
                    <a:cubicBezTo>
                      <a:pt x="272" y="22"/>
                      <a:pt x="234" y="12"/>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20"/>
              <p:cNvSpPr/>
              <p:nvPr/>
            </p:nvSpPr>
            <p:spPr>
              <a:xfrm>
                <a:off x="3988575" y="2375400"/>
                <a:ext cx="9375" cy="9175"/>
              </a:xfrm>
              <a:custGeom>
                <a:rect b="b" l="l" r="r" t="t"/>
                <a:pathLst>
                  <a:path extrusionOk="0" h="367" w="375">
                    <a:moveTo>
                      <a:pt x="56" y="0"/>
                    </a:moveTo>
                    <a:cubicBezTo>
                      <a:pt x="29" y="0"/>
                      <a:pt x="1" y="28"/>
                      <a:pt x="4" y="61"/>
                    </a:cubicBezTo>
                    <a:cubicBezTo>
                      <a:pt x="21" y="115"/>
                      <a:pt x="48" y="170"/>
                      <a:pt x="80" y="219"/>
                    </a:cubicBezTo>
                    <a:cubicBezTo>
                      <a:pt x="117" y="273"/>
                      <a:pt x="165" y="366"/>
                      <a:pt x="234" y="366"/>
                    </a:cubicBezTo>
                    <a:cubicBezTo>
                      <a:pt x="247" y="366"/>
                      <a:pt x="261" y="363"/>
                      <a:pt x="276" y="355"/>
                    </a:cubicBezTo>
                    <a:cubicBezTo>
                      <a:pt x="374" y="311"/>
                      <a:pt x="298" y="186"/>
                      <a:pt x="254" y="132"/>
                    </a:cubicBezTo>
                    <a:lnTo>
                      <a:pt x="254" y="137"/>
                    </a:lnTo>
                    <a:cubicBezTo>
                      <a:pt x="227" y="110"/>
                      <a:pt x="200" y="88"/>
                      <a:pt x="167" y="67"/>
                    </a:cubicBezTo>
                    <a:cubicBezTo>
                      <a:pt x="146" y="56"/>
                      <a:pt x="108" y="50"/>
                      <a:pt x="91" y="23"/>
                    </a:cubicBezTo>
                    <a:cubicBezTo>
                      <a:pt x="82" y="7"/>
                      <a:pt x="69" y="0"/>
                      <a:pt x="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20"/>
              <p:cNvSpPr/>
              <p:nvPr/>
            </p:nvSpPr>
            <p:spPr>
              <a:xfrm>
                <a:off x="3931875" y="2382750"/>
                <a:ext cx="7225" cy="11125"/>
              </a:xfrm>
              <a:custGeom>
                <a:rect b="b" l="l" r="r" t="t"/>
                <a:pathLst>
                  <a:path extrusionOk="0" h="445" w="289">
                    <a:moveTo>
                      <a:pt x="234" y="1"/>
                    </a:moveTo>
                    <a:lnTo>
                      <a:pt x="234" y="6"/>
                    </a:lnTo>
                    <a:cubicBezTo>
                      <a:pt x="232" y="5"/>
                      <a:pt x="230" y="5"/>
                      <a:pt x="228" y="5"/>
                    </a:cubicBezTo>
                    <a:cubicBezTo>
                      <a:pt x="218" y="5"/>
                      <a:pt x="207" y="14"/>
                      <a:pt x="207" y="23"/>
                    </a:cubicBezTo>
                    <a:lnTo>
                      <a:pt x="190" y="28"/>
                    </a:lnTo>
                    <a:cubicBezTo>
                      <a:pt x="169" y="39"/>
                      <a:pt x="152" y="55"/>
                      <a:pt x="142" y="77"/>
                    </a:cubicBezTo>
                    <a:cubicBezTo>
                      <a:pt x="109" y="120"/>
                      <a:pt x="87" y="175"/>
                      <a:pt x="55" y="218"/>
                    </a:cubicBezTo>
                    <a:cubicBezTo>
                      <a:pt x="17" y="262"/>
                      <a:pt x="0" y="316"/>
                      <a:pt x="6" y="376"/>
                    </a:cubicBezTo>
                    <a:cubicBezTo>
                      <a:pt x="15" y="408"/>
                      <a:pt x="40" y="445"/>
                      <a:pt x="74" y="445"/>
                    </a:cubicBezTo>
                    <a:cubicBezTo>
                      <a:pt x="80" y="445"/>
                      <a:pt x="86" y="444"/>
                      <a:pt x="93" y="441"/>
                    </a:cubicBezTo>
                    <a:cubicBezTo>
                      <a:pt x="136" y="430"/>
                      <a:pt x="152" y="381"/>
                      <a:pt x="174" y="349"/>
                    </a:cubicBezTo>
                    <a:cubicBezTo>
                      <a:pt x="196" y="300"/>
                      <a:pt x="229" y="251"/>
                      <a:pt x="250" y="202"/>
                    </a:cubicBezTo>
                    <a:cubicBezTo>
                      <a:pt x="261" y="175"/>
                      <a:pt x="261" y="148"/>
                      <a:pt x="267" y="126"/>
                    </a:cubicBezTo>
                    <a:cubicBezTo>
                      <a:pt x="277" y="104"/>
                      <a:pt x="283" y="88"/>
                      <a:pt x="288" y="66"/>
                    </a:cubicBezTo>
                    <a:cubicBezTo>
                      <a:pt x="288" y="23"/>
                      <a:pt x="261" y="17"/>
                      <a:pt x="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20"/>
              <p:cNvSpPr/>
              <p:nvPr/>
            </p:nvSpPr>
            <p:spPr>
              <a:xfrm>
                <a:off x="3951975" y="2391175"/>
                <a:ext cx="6800" cy="11000"/>
              </a:xfrm>
              <a:custGeom>
                <a:rect b="b" l="l" r="r" t="t"/>
                <a:pathLst>
                  <a:path extrusionOk="0" h="440" w="272">
                    <a:moveTo>
                      <a:pt x="191" y="0"/>
                    </a:moveTo>
                    <a:cubicBezTo>
                      <a:pt x="165" y="0"/>
                      <a:pt x="140" y="15"/>
                      <a:pt x="131" y="50"/>
                    </a:cubicBezTo>
                    <a:cubicBezTo>
                      <a:pt x="104" y="153"/>
                      <a:pt x="1" y="327"/>
                      <a:pt x="93" y="419"/>
                    </a:cubicBezTo>
                    <a:cubicBezTo>
                      <a:pt x="104" y="433"/>
                      <a:pt x="119" y="440"/>
                      <a:pt x="134" y="440"/>
                    </a:cubicBezTo>
                    <a:cubicBezTo>
                      <a:pt x="149" y="440"/>
                      <a:pt x="164" y="433"/>
                      <a:pt x="175" y="419"/>
                    </a:cubicBezTo>
                    <a:cubicBezTo>
                      <a:pt x="224" y="381"/>
                      <a:pt x="218" y="316"/>
                      <a:pt x="224" y="262"/>
                    </a:cubicBezTo>
                    <a:cubicBezTo>
                      <a:pt x="234" y="202"/>
                      <a:pt x="256" y="142"/>
                      <a:pt x="262" y="82"/>
                    </a:cubicBezTo>
                    <a:cubicBezTo>
                      <a:pt x="271" y="33"/>
                      <a:pt x="230"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20"/>
              <p:cNvSpPr/>
              <p:nvPr/>
            </p:nvSpPr>
            <p:spPr>
              <a:xfrm>
                <a:off x="3864050" y="2311475"/>
                <a:ext cx="4250" cy="9625"/>
              </a:xfrm>
              <a:custGeom>
                <a:rect b="b" l="l" r="r" t="t"/>
                <a:pathLst>
                  <a:path extrusionOk="0" h="385" w="170">
                    <a:moveTo>
                      <a:pt x="114" y="1"/>
                    </a:moveTo>
                    <a:cubicBezTo>
                      <a:pt x="93" y="1"/>
                      <a:pt x="73" y="12"/>
                      <a:pt x="66" y="36"/>
                    </a:cubicBezTo>
                    <a:cubicBezTo>
                      <a:pt x="39" y="85"/>
                      <a:pt x="23" y="134"/>
                      <a:pt x="12" y="188"/>
                    </a:cubicBezTo>
                    <a:cubicBezTo>
                      <a:pt x="1" y="237"/>
                      <a:pt x="1" y="292"/>
                      <a:pt x="12" y="341"/>
                    </a:cubicBezTo>
                    <a:cubicBezTo>
                      <a:pt x="19" y="371"/>
                      <a:pt x="41" y="384"/>
                      <a:pt x="65" y="384"/>
                    </a:cubicBezTo>
                    <a:cubicBezTo>
                      <a:pt x="96" y="384"/>
                      <a:pt x="130" y="361"/>
                      <a:pt x="137" y="324"/>
                    </a:cubicBezTo>
                    <a:cubicBezTo>
                      <a:pt x="142" y="275"/>
                      <a:pt x="131" y="232"/>
                      <a:pt x="142" y="183"/>
                    </a:cubicBezTo>
                    <a:cubicBezTo>
                      <a:pt x="153" y="140"/>
                      <a:pt x="163" y="98"/>
                      <a:pt x="169" y="50"/>
                    </a:cubicBezTo>
                    <a:lnTo>
                      <a:pt x="169" y="50"/>
                    </a:lnTo>
                    <a:cubicBezTo>
                      <a:pt x="169" y="51"/>
                      <a:pt x="169" y="51"/>
                      <a:pt x="169" y="52"/>
                    </a:cubicBezTo>
                    <a:lnTo>
                      <a:pt x="169" y="47"/>
                    </a:lnTo>
                    <a:cubicBezTo>
                      <a:pt x="169" y="48"/>
                      <a:pt x="169" y="49"/>
                      <a:pt x="169" y="50"/>
                    </a:cubicBezTo>
                    <a:lnTo>
                      <a:pt x="169" y="50"/>
                    </a:lnTo>
                    <a:cubicBezTo>
                      <a:pt x="165" y="18"/>
                      <a:pt x="139" y="1"/>
                      <a:pt x="1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20"/>
              <p:cNvSpPr/>
              <p:nvPr/>
            </p:nvSpPr>
            <p:spPr>
              <a:xfrm>
                <a:off x="3866225" y="2316400"/>
                <a:ext cx="5800" cy="9125"/>
              </a:xfrm>
              <a:custGeom>
                <a:rect b="b" l="l" r="r" t="t"/>
                <a:pathLst>
                  <a:path extrusionOk="0" h="365" w="232">
                    <a:moveTo>
                      <a:pt x="183" y="0"/>
                    </a:moveTo>
                    <a:cubicBezTo>
                      <a:pt x="173" y="0"/>
                      <a:pt x="161" y="4"/>
                      <a:pt x="148" y="13"/>
                    </a:cubicBezTo>
                    <a:cubicBezTo>
                      <a:pt x="142" y="13"/>
                      <a:pt x="142" y="13"/>
                      <a:pt x="142" y="18"/>
                    </a:cubicBezTo>
                    <a:cubicBezTo>
                      <a:pt x="115" y="46"/>
                      <a:pt x="99" y="73"/>
                      <a:pt x="82" y="105"/>
                    </a:cubicBezTo>
                    <a:cubicBezTo>
                      <a:pt x="44" y="171"/>
                      <a:pt x="1" y="269"/>
                      <a:pt x="50" y="339"/>
                    </a:cubicBezTo>
                    <a:cubicBezTo>
                      <a:pt x="60" y="356"/>
                      <a:pt x="78" y="364"/>
                      <a:pt x="95" y="364"/>
                    </a:cubicBezTo>
                    <a:cubicBezTo>
                      <a:pt x="121" y="364"/>
                      <a:pt x="148" y="345"/>
                      <a:pt x="148" y="312"/>
                    </a:cubicBezTo>
                    <a:cubicBezTo>
                      <a:pt x="164" y="236"/>
                      <a:pt x="186" y="165"/>
                      <a:pt x="218" y="95"/>
                    </a:cubicBezTo>
                    <a:cubicBezTo>
                      <a:pt x="231" y="56"/>
                      <a:pt x="220"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20"/>
              <p:cNvSpPr/>
              <p:nvPr/>
            </p:nvSpPr>
            <p:spPr>
              <a:xfrm>
                <a:off x="3871400" y="2320125"/>
                <a:ext cx="5150" cy="8325"/>
              </a:xfrm>
              <a:custGeom>
                <a:rect b="b" l="l" r="r" t="t"/>
                <a:pathLst>
                  <a:path extrusionOk="0" h="333" w="206">
                    <a:moveTo>
                      <a:pt x="130" y="0"/>
                    </a:moveTo>
                    <a:cubicBezTo>
                      <a:pt x="106" y="0"/>
                      <a:pt x="83" y="13"/>
                      <a:pt x="76" y="43"/>
                    </a:cubicBezTo>
                    <a:cubicBezTo>
                      <a:pt x="66" y="92"/>
                      <a:pt x="33" y="136"/>
                      <a:pt x="17" y="185"/>
                    </a:cubicBezTo>
                    <a:cubicBezTo>
                      <a:pt x="0" y="234"/>
                      <a:pt x="11" y="283"/>
                      <a:pt x="44" y="321"/>
                    </a:cubicBezTo>
                    <a:cubicBezTo>
                      <a:pt x="52" y="329"/>
                      <a:pt x="63" y="333"/>
                      <a:pt x="74" y="333"/>
                    </a:cubicBezTo>
                    <a:cubicBezTo>
                      <a:pt x="85" y="333"/>
                      <a:pt x="95" y="329"/>
                      <a:pt x="104" y="321"/>
                    </a:cubicBezTo>
                    <a:cubicBezTo>
                      <a:pt x="131" y="288"/>
                      <a:pt x="147" y="250"/>
                      <a:pt x="158" y="207"/>
                    </a:cubicBezTo>
                    <a:cubicBezTo>
                      <a:pt x="169" y="163"/>
                      <a:pt x="185" y="120"/>
                      <a:pt x="196" y="76"/>
                    </a:cubicBezTo>
                    <a:cubicBezTo>
                      <a:pt x="206" y="30"/>
                      <a:pt x="166" y="0"/>
                      <a:pt x="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20"/>
              <p:cNvSpPr/>
              <p:nvPr/>
            </p:nvSpPr>
            <p:spPr>
              <a:xfrm>
                <a:off x="3888250" y="2379150"/>
                <a:ext cx="5850" cy="8875"/>
              </a:xfrm>
              <a:custGeom>
                <a:rect b="b" l="l" r="r" t="t"/>
                <a:pathLst>
                  <a:path extrusionOk="0" h="355" w="234">
                    <a:moveTo>
                      <a:pt x="172" y="0"/>
                    </a:moveTo>
                    <a:cubicBezTo>
                      <a:pt x="164" y="0"/>
                      <a:pt x="155" y="3"/>
                      <a:pt x="147" y="9"/>
                    </a:cubicBezTo>
                    <a:cubicBezTo>
                      <a:pt x="109" y="36"/>
                      <a:pt x="82" y="74"/>
                      <a:pt x="66" y="118"/>
                    </a:cubicBezTo>
                    <a:cubicBezTo>
                      <a:pt x="38" y="156"/>
                      <a:pt x="22" y="194"/>
                      <a:pt x="6" y="237"/>
                    </a:cubicBezTo>
                    <a:cubicBezTo>
                      <a:pt x="0" y="281"/>
                      <a:pt x="17" y="324"/>
                      <a:pt x="55" y="346"/>
                    </a:cubicBezTo>
                    <a:cubicBezTo>
                      <a:pt x="66" y="351"/>
                      <a:pt x="78" y="354"/>
                      <a:pt x="89" y="354"/>
                    </a:cubicBezTo>
                    <a:cubicBezTo>
                      <a:pt x="101" y="354"/>
                      <a:pt x="112" y="351"/>
                      <a:pt x="120" y="346"/>
                    </a:cubicBezTo>
                    <a:cubicBezTo>
                      <a:pt x="131" y="341"/>
                      <a:pt x="136" y="341"/>
                      <a:pt x="142" y="335"/>
                    </a:cubicBezTo>
                    <a:cubicBezTo>
                      <a:pt x="142" y="335"/>
                      <a:pt x="157" y="316"/>
                      <a:pt x="156" y="316"/>
                    </a:cubicBezTo>
                    <a:lnTo>
                      <a:pt x="156" y="316"/>
                    </a:lnTo>
                    <a:cubicBezTo>
                      <a:pt x="155" y="316"/>
                      <a:pt x="154" y="317"/>
                      <a:pt x="153" y="319"/>
                    </a:cubicBezTo>
                    <a:cubicBezTo>
                      <a:pt x="163" y="308"/>
                      <a:pt x="163" y="292"/>
                      <a:pt x="153" y="281"/>
                    </a:cubicBezTo>
                    <a:cubicBezTo>
                      <a:pt x="142" y="275"/>
                      <a:pt x="136" y="264"/>
                      <a:pt x="131" y="259"/>
                    </a:cubicBezTo>
                    <a:lnTo>
                      <a:pt x="131" y="254"/>
                    </a:lnTo>
                    <a:cubicBezTo>
                      <a:pt x="136" y="243"/>
                      <a:pt x="142" y="232"/>
                      <a:pt x="147" y="221"/>
                    </a:cubicBezTo>
                    <a:lnTo>
                      <a:pt x="147" y="216"/>
                    </a:lnTo>
                    <a:cubicBezTo>
                      <a:pt x="158" y="167"/>
                      <a:pt x="174" y="123"/>
                      <a:pt x="207" y="80"/>
                    </a:cubicBezTo>
                    <a:cubicBezTo>
                      <a:pt x="233" y="49"/>
                      <a:pt x="206"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20"/>
              <p:cNvSpPr/>
              <p:nvPr/>
            </p:nvSpPr>
            <p:spPr>
              <a:xfrm>
                <a:off x="3892600" y="2383775"/>
                <a:ext cx="4375" cy="6900"/>
              </a:xfrm>
              <a:custGeom>
                <a:rect b="b" l="l" r="r" t="t"/>
                <a:pathLst>
                  <a:path extrusionOk="0" h="276" w="175">
                    <a:moveTo>
                      <a:pt x="125" y="0"/>
                    </a:moveTo>
                    <a:cubicBezTo>
                      <a:pt x="100" y="0"/>
                      <a:pt x="73" y="17"/>
                      <a:pt x="76" y="47"/>
                    </a:cubicBezTo>
                    <a:cubicBezTo>
                      <a:pt x="76" y="85"/>
                      <a:pt x="33" y="117"/>
                      <a:pt x="17" y="150"/>
                    </a:cubicBezTo>
                    <a:cubicBezTo>
                      <a:pt x="1" y="186"/>
                      <a:pt x="0" y="276"/>
                      <a:pt x="56" y="276"/>
                    </a:cubicBezTo>
                    <a:cubicBezTo>
                      <a:pt x="59" y="276"/>
                      <a:pt x="62" y="276"/>
                      <a:pt x="66" y="275"/>
                    </a:cubicBezTo>
                    <a:cubicBezTo>
                      <a:pt x="109" y="270"/>
                      <a:pt x="125" y="204"/>
                      <a:pt x="142" y="172"/>
                    </a:cubicBezTo>
                    <a:cubicBezTo>
                      <a:pt x="163" y="134"/>
                      <a:pt x="174" y="85"/>
                      <a:pt x="169" y="36"/>
                    </a:cubicBezTo>
                    <a:cubicBezTo>
                      <a:pt x="166" y="11"/>
                      <a:pt x="146"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20"/>
              <p:cNvSpPr/>
              <p:nvPr/>
            </p:nvSpPr>
            <p:spPr>
              <a:xfrm>
                <a:off x="3895400" y="2391700"/>
                <a:ext cx="3325" cy="5325"/>
              </a:xfrm>
              <a:custGeom>
                <a:rect b="b" l="l" r="r" t="t"/>
                <a:pathLst>
                  <a:path extrusionOk="0" h="213" w="133">
                    <a:moveTo>
                      <a:pt x="74" y="0"/>
                    </a:moveTo>
                    <a:cubicBezTo>
                      <a:pt x="51" y="0"/>
                      <a:pt x="30" y="15"/>
                      <a:pt x="30" y="45"/>
                    </a:cubicBezTo>
                    <a:cubicBezTo>
                      <a:pt x="30" y="67"/>
                      <a:pt x="30" y="83"/>
                      <a:pt x="24" y="105"/>
                    </a:cubicBezTo>
                    <a:cubicBezTo>
                      <a:pt x="24" y="110"/>
                      <a:pt x="19" y="121"/>
                      <a:pt x="19" y="127"/>
                    </a:cubicBezTo>
                    <a:cubicBezTo>
                      <a:pt x="19" y="138"/>
                      <a:pt x="19" y="148"/>
                      <a:pt x="13" y="154"/>
                    </a:cubicBezTo>
                    <a:cubicBezTo>
                      <a:pt x="0" y="189"/>
                      <a:pt x="29" y="213"/>
                      <a:pt x="60" y="213"/>
                    </a:cubicBezTo>
                    <a:cubicBezTo>
                      <a:pt x="68" y="213"/>
                      <a:pt x="76" y="211"/>
                      <a:pt x="84" y="208"/>
                    </a:cubicBezTo>
                    <a:cubicBezTo>
                      <a:pt x="117" y="192"/>
                      <a:pt x="133" y="159"/>
                      <a:pt x="133" y="121"/>
                    </a:cubicBezTo>
                    <a:cubicBezTo>
                      <a:pt x="133" y="94"/>
                      <a:pt x="127" y="72"/>
                      <a:pt x="122" y="45"/>
                    </a:cubicBezTo>
                    <a:cubicBezTo>
                      <a:pt x="119" y="15"/>
                      <a:pt x="96" y="0"/>
                      <a:pt x="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20"/>
              <p:cNvSpPr/>
              <p:nvPr/>
            </p:nvSpPr>
            <p:spPr>
              <a:xfrm>
                <a:off x="3894775" y="2328175"/>
                <a:ext cx="49150" cy="90950"/>
              </a:xfrm>
              <a:custGeom>
                <a:rect b="b" l="l" r="r" t="t"/>
                <a:pathLst>
                  <a:path extrusionOk="0" h="3638" w="1966">
                    <a:moveTo>
                      <a:pt x="162" y="1"/>
                    </a:moveTo>
                    <a:cubicBezTo>
                      <a:pt x="158" y="1"/>
                      <a:pt x="155" y="2"/>
                      <a:pt x="152" y="4"/>
                    </a:cubicBezTo>
                    <a:cubicBezTo>
                      <a:pt x="120" y="37"/>
                      <a:pt x="120" y="80"/>
                      <a:pt x="104" y="124"/>
                    </a:cubicBezTo>
                    <a:cubicBezTo>
                      <a:pt x="76" y="189"/>
                      <a:pt x="55" y="254"/>
                      <a:pt x="44" y="325"/>
                    </a:cubicBezTo>
                    <a:cubicBezTo>
                      <a:pt x="11" y="482"/>
                      <a:pt x="0" y="646"/>
                      <a:pt x="6" y="809"/>
                    </a:cubicBezTo>
                    <a:cubicBezTo>
                      <a:pt x="0" y="961"/>
                      <a:pt x="11" y="1113"/>
                      <a:pt x="27" y="1265"/>
                    </a:cubicBezTo>
                    <a:cubicBezTo>
                      <a:pt x="44" y="1347"/>
                      <a:pt x="27" y="1428"/>
                      <a:pt x="38" y="1515"/>
                    </a:cubicBezTo>
                    <a:cubicBezTo>
                      <a:pt x="49" y="1597"/>
                      <a:pt x="65" y="1678"/>
                      <a:pt x="87" y="1754"/>
                    </a:cubicBezTo>
                    <a:cubicBezTo>
                      <a:pt x="120" y="1901"/>
                      <a:pt x="174" y="2048"/>
                      <a:pt x="250" y="2178"/>
                    </a:cubicBezTo>
                    <a:cubicBezTo>
                      <a:pt x="337" y="2314"/>
                      <a:pt x="446" y="2439"/>
                      <a:pt x="528" y="2581"/>
                    </a:cubicBezTo>
                    <a:cubicBezTo>
                      <a:pt x="593" y="2695"/>
                      <a:pt x="642" y="2814"/>
                      <a:pt x="750" y="2896"/>
                    </a:cubicBezTo>
                    <a:cubicBezTo>
                      <a:pt x="854" y="2977"/>
                      <a:pt x="941" y="3103"/>
                      <a:pt x="1055" y="3184"/>
                    </a:cubicBezTo>
                    <a:cubicBezTo>
                      <a:pt x="1120" y="3238"/>
                      <a:pt x="1191" y="3298"/>
                      <a:pt x="1267" y="3342"/>
                    </a:cubicBezTo>
                    <a:cubicBezTo>
                      <a:pt x="1305" y="3363"/>
                      <a:pt x="1348" y="3391"/>
                      <a:pt x="1386" y="3418"/>
                    </a:cubicBezTo>
                    <a:cubicBezTo>
                      <a:pt x="1403" y="3440"/>
                      <a:pt x="1424" y="3456"/>
                      <a:pt x="1452" y="3467"/>
                    </a:cubicBezTo>
                    <a:cubicBezTo>
                      <a:pt x="1522" y="3499"/>
                      <a:pt x="1598" y="3510"/>
                      <a:pt x="1669" y="3537"/>
                    </a:cubicBezTo>
                    <a:cubicBezTo>
                      <a:pt x="1713" y="3554"/>
                      <a:pt x="1751" y="3570"/>
                      <a:pt x="1794" y="3586"/>
                    </a:cubicBezTo>
                    <a:cubicBezTo>
                      <a:pt x="1810" y="3592"/>
                      <a:pt x="1919" y="3608"/>
                      <a:pt x="1919" y="3624"/>
                    </a:cubicBezTo>
                    <a:cubicBezTo>
                      <a:pt x="1921" y="3633"/>
                      <a:pt x="1930" y="3638"/>
                      <a:pt x="1939" y="3638"/>
                    </a:cubicBezTo>
                    <a:cubicBezTo>
                      <a:pt x="1952" y="3638"/>
                      <a:pt x="1966" y="3629"/>
                      <a:pt x="1963" y="3613"/>
                    </a:cubicBezTo>
                    <a:lnTo>
                      <a:pt x="1963" y="3597"/>
                    </a:lnTo>
                    <a:cubicBezTo>
                      <a:pt x="1963" y="3586"/>
                      <a:pt x="1957" y="3581"/>
                      <a:pt x="1952" y="3575"/>
                    </a:cubicBezTo>
                    <a:cubicBezTo>
                      <a:pt x="1870" y="3543"/>
                      <a:pt x="1805" y="3488"/>
                      <a:pt x="1723" y="3456"/>
                    </a:cubicBezTo>
                    <a:cubicBezTo>
                      <a:pt x="1631" y="3418"/>
                      <a:pt x="1528" y="3412"/>
                      <a:pt x="1446" y="3353"/>
                    </a:cubicBezTo>
                    <a:cubicBezTo>
                      <a:pt x="1310" y="3260"/>
                      <a:pt x="1142" y="3206"/>
                      <a:pt x="1022" y="3092"/>
                    </a:cubicBezTo>
                    <a:cubicBezTo>
                      <a:pt x="952" y="3032"/>
                      <a:pt x="908" y="2950"/>
                      <a:pt x="843" y="2885"/>
                    </a:cubicBezTo>
                    <a:cubicBezTo>
                      <a:pt x="778" y="2836"/>
                      <a:pt x="723" y="2782"/>
                      <a:pt x="674" y="2717"/>
                    </a:cubicBezTo>
                    <a:cubicBezTo>
                      <a:pt x="625" y="2646"/>
                      <a:pt x="571" y="2575"/>
                      <a:pt x="522" y="2499"/>
                    </a:cubicBezTo>
                    <a:cubicBezTo>
                      <a:pt x="479" y="2418"/>
                      <a:pt x="441" y="2336"/>
                      <a:pt x="413" y="2249"/>
                    </a:cubicBezTo>
                    <a:cubicBezTo>
                      <a:pt x="370" y="2162"/>
                      <a:pt x="321" y="2075"/>
                      <a:pt x="283" y="1983"/>
                    </a:cubicBezTo>
                    <a:cubicBezTo>
                      <a:pt x="245" y="1896"/>
                      <a:pt x="223" y="1798"/>
                      <a:pt x="196" y="1706"/>
                    </a:cubicBezTo>
                    <a:cubicBezTo>
                      <a:pt x="158" y="1613"/>
                      <a:pt x="136" y="1521"/>
                      <a:pt x="125" y="1428"/>
                    </a:cubicBezTo>
                    <a:cubicBezTo>
                      <a:pt x="120" y="1330"/>
                      <a:pt x="104" y="1243"/>
                      <a:pt x="98" y="1156"/>
                    </a:cubicBezTo>
                    <a:cubicBezTo>
                      <a:pt x="87" y="966"/>
                      <a:pt x="71" y="776"/>
                      <a:pt x="76" y="591"/>
                    </a:cubicBezTo>
                    <a:cubicBezTo>
                      <a:pt x="82" y="472"/>
                      <a:pt x="98" y="357"/>
                      <a:pt x="125" y="243"/>
                    </a:cubicBezTo>
                    <a:cubicBezTo>
                      <a:pt x="131" y="205"/>
                      <a:pt x="142" y="167"/>
                      <a:pt x="152" y="129"/>
                    </a:cubicBezTo>
                    <a:cubicBezTo>
                      <a:pt x="158" y="91"/>
                      <a:pt x="169" y="58"/>
                      <a:pt x="180" y="20"/>
                    </a:cubicBezTo>
                    <a:cubicBezTo>
                      <a:pt x="188" y="12"/>
                      <a:pt x="174" y="1"/>
                      <a:pt x="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120"/>
            <p:cNvGrpSpPr/>
            <p:nvPr/>
          </p:nvGrpSpPr>
          <p:grpSpPr>
            <a:xfrm>
              <a:off x="1960980" y="1491433"/>
              <a:ext cx="209007" cy="274322"/>
              <a:chOff x="4057975" y="2218050"/>
              <a:chExt cx="147875" cy="189750"/>
            </a:xfrm>
          </p:grpSpPr>
          <p:sp>
            <p:nvSpPr>
              <p:cNvPr id="4569" name="Google Shape;4569;p120"/>
              <p:cNvSpPr/>
              <p:nvPr/>
            </p:nvSpPr>
            <p:spPr>
              <a:xfrm>
                <a:off x="4057975" y="2260125"/>
                <a:ext cx="137550" cy="147675"/>
              </a:xfrm>
              <a:custGeom>
                <a:rect b="b" l="l" r="r" t="t"/>
                <a:pathLst>
                  <a:path extrusionOk="0" h="5907" w="5502">
                    <a:moveTo>
                      <a:pt x="1985" y="1095"/>
                    </a:moveTo>
                    <a:lnTo>
                      <a:pt x="1985" y="1095"/>
                    </a:lnTo>
                    <a:cubicBezTo>
                      <a:pt x="1996" y="1117"/>
                      <a:pt x="2006" y="1139"/>
                      <a:pt x="2023" y="1161"/>
                    </a:cubicBezTo>
                    <a:cubicBezTo>
                      <a:pt x="2045" y="1182"/>
                      <a:pt x="2066" y="1199"/>
                      <a:pt x="2093" y="1215"/>
                    </a:cubicBezTo>
                    <a:cubicBezTo>
                      <a:pt x="2126" y="1248"/>
                      <a:pt x="2153" y="1286"/>
                      <a:pt x="2170" y="1324"/>
                    </a:cubicBezTo>
                    <a:cubicBezTo>
                      <a:pt x="2218" y="1400"/>
                      <a:pt x="2262" y="1470"/>
                      <a:pt x="2305" y="1547"/>
                    </a:cubicBezTo>
                    <a:cubicBezTo>
                      <a:pt x="2338" y="1612"/>
                      <a:pt x="2387" y="1661"/>
                      <a:pt x="2452" y="1693"/>
                    </a:cubicBezTo>
                    <a:cubicBezTo>
                      <a:pt x="2452" y="1731"/>
                      <a:pt x="2441" y="1769"/>
                      <a:pt x="2425" y="1802"/>
                    </a:cubicBezTo>
                    <a:cubicBezTo>
                      <a:pt x="2409" y="1824"/>
                      <a:pt x="2390" y="1831"/>
                      <a:pt x="2369" y="1831"/>
                    </a:cubicBezTo>
                    <a:cubicBezTo>
                      <a:pt x="2349" y="1831"/>
                      <a:pt x="2327" y="1824"/>
                      <a:pt x="2305" y="1818"/>
                    </a:cubicBezTo>
                    <a:cubicBezTo>
                      <a:pt x="2229" y="1791"/>
                      <a:pt x="2159" y="1764"/>
                      <a:pt x="2088" y="1726"/>
                    </a:cubicBezTo>
                    <a:cubicBezTo>
                      <a:pt x="2104" y="1623"/>
                      <a:pt x="2099" y="1519"/>
                      <a:pt x="2077" y="1422"/>
                    </a:cubicBezTo>
                    <a:cubicBezTo>
                      <a:pt x="2061" y="1313"/>
                      <a:pt x="2006" y="1204"/>
                      <a:pt x="1985" y="1095"/>
                    </a:cubicBezTo>
                    <a:close/>
                    <a:moveTo>
                      <a:pt x="3719" y="1215"/>
                    </a:moveTo>
                    <a:lnTo>
                      <a:pt x="3719" y="1215"/>
                    </a:lnTo>
                    <a:cubicBezTo>
                      <a:pt x="3713" y="1258"/>
                      <a:pt x="3697" y="1296"/>
                      <a:pt x="3692" y="1335"/>
                    </a:cubicBezTo>
                    <a:cubicBezTo>
                      <a:pt x="3681" y="1400"/>
                      <a:pt x="3675" y="1465"/>
                      <a:pt x="3664" y="1536"/>
                    </a:cubicBezTo>
                    <a:cubicBezTo>
                      <a:pt x="3654" y="1601"/>
                      <a:pt x="3637" y="1666"/>
                      <a:pt x="3621" y="1726"/>
                    </a:cubicBezTo>
                    <a:cubicBezTo>
                      <a:pt x="3615" y="1748"/>
                      <a:pt x="3610" y="1775"/>
                      <a:pt x="3610" y="1797"/>
                    </a:cubicBezTo>
                    <a:lnTo>
                      <a:pt x="3588" y="1807"/>
                    </a:lnTo>
                    <a:cubicBezTo>
                      <a:pt x="3539" y="1829"/>
                      <a:pt x="3490" y="1846"/>
                      <a:pt x="3442" y="1873"/>
                    </a:cubicBezTo>
                    <a:cubicBezTo>
                      <a:pt x="3420" y="1884"/>
                      <a:pt x="3398" y="1900"/>
                      <a:pt x="3382" y="1916"/>
                    </a:cubicBezTo>
                    <a:cubicBezTo>
                      <a:pt x="3376" y="1913"/>
                      <a:pt x="3371" y="1912"/>
                      <a:pt x="3366" y="1912"/>
                    </a:cubicBezTo>
                    <a:cubicBezTo>
                      <a:pt x="3361" y="1912"/>
                      <a:pt x="3357" y="1913"/>
                      <a:pt x="3355" y="1916"/>
                    </a:cubicBezTo>
                    <a:cubicBezTo>
                      <a:pt x="3344" y="1916"/>
                      <a:pt x="3289" y="1954"/>
                      <a:pt x="3284" y="1954"/>
                    </a:cubicBezTo>
                    <a:cubicBezTo>
                      <a:pt x="3268" y="1954"/>
                      <a:pt x="3273" y="1835"/>
                      <a:pt x="3268" y="1818"/>
                    </a:cubicBezTo>
                    <a:cubicBezTo>
                      <a:pt x="3268" y="1775"/>
                      <a:pt x="3246" y="1737"/>
                      <a:pt x="3240" y="1693"/>
                    </a:cubicBezTo>
                    <a:lnTo>
                      <a:pt x="3240" y="1688"/>
                    </a:lnTo>
                    <a:cubicBezTo>
                      <a:pt x="3355" y="1595"/>
                      <a:pt x="3458" y="1492"/>
                      <a:pt x="3550" y="1378"/>
                    </a:cubicBezTo>
                    <a:lnTo>
                      <a:pt x="3550" y="1378"/>
                    </a:lnTo>
                    <a:lnTo>
                      <a:pt x="3567" y="1362"/>
                    </a:lnTo>
                    <a:cubicBezTo>
                      <a:pt x="3572" y="1362"/>
                      <a:pt x="3583" y="1362"/>
                      <a:pt x="3583" y="1356"/>
                    </a:cubicBezTo>
                    <a:cubicBezTo>
                      <a:pt x="3621" y="1307"/>
                      <a:pt x="3670" y="1280"/>
                      <a:pt x="3702" y="1237"/>
                    </a:cubicBezTo>
                    <a:lnTo>
                      <a:pt x="3719" y="1215"/>
                    </a:lnTo>
                    <a:close/>
                    <a:moveTo>
                      <a:pt x="3018" y="231"/>
                    </a:moveTo>
                    <a:cubicBezTo>
                      <a:pt x="3028" y="296"/>
                      <a:pt x="3045" y="367"/>
                      <a:pt x="3050" y="432"/>
                    </a:cubicBezTo>
                    <a:cubicBezTo>
                      <a:pt x="3066" y="677"/>
                      <a:pt x="3028" y="921"/>
                      <a:pt x="3050" y="1161"/>
                    </a:cubicBezTo>
                    <a:cubicBezTo>
                      <a:pt x="3061" y="1286"/>
                      <a:pt x="3066" y="1405"/>
                      <a:pt x="3083" y="1530"/>
                    </a:cubicBezTo>
                    <a:cubicBezTo>
                      <a:pt x="3088" y="1585"/>
                      <a:pt x="3094" y="1644"/>
                      <a:pt x="3099" y="1704"/>
                    </a:cubicBezTo>
                    <a:cubicBezTo>
                      <a:pt x="3104" y="1764"/>
                      <a:pt x="3121" y="1813"/>
                      <a:pt x="3126" y="1867"/>
                    </a:cubicBezTo>
                    <a:cubicBezTo>
                      <a:pt x="3126" y="1949"/>
                      <a:pt x="3132" y="2047"/>
                      <a:pt x="3213" y="2096"/>
                    </a:cubicBezTo>
                    <a:cubicBezTo>
                      <a:pt x="3231" y="2106"/>
                      <a:pt x="3251" y="2112"/>
                      <a:pt x="3271" y="2112"/>
                    </a:cubicBezTo>
                    <a:cubicBezTo>
                      <a:pt x="3283" y="2112"/>
                      <a:pt x="3294" y="2110"/>
                      <a:pt x="3306" y="2106"/>
                    </a:cubicBezTo>
                    <a:lnTo>
                      <a:pt x="3333" y="2106"/>
                    </a:lnTo>
                    <a:cubicBezTo>
                      <a:pt x="3403" y="2079"/>
                      <a:pt x="3474" y="2041"/>
                      <a:pt x="3534" y="1992"/>
                    </a:cubicBezTo>
                    <a:cubicBezTo>
                      <a:pt x="3621" y="1943"/>
                      <a:pt x="3719" y="1905"/>
                      <a:pt x="3811" y="1856"/>
                    </a:cubicBezTo>
                    <a:cubicBezTo>
                      <a:pt x="3904" y="1813"/>
                      <a:pt x="3985" y="1786"/>
                      <a:pt x="4061" y="1737"/>
                    </a:cubicBezTo>
                    <a:cubicBezTo>
                      <a:pt x="4143" y="1688"/>
                      <a:pt x="4203" y="1628"/>
                      <a:pt x="4279" y="1585"/>
                    </a:cubicBezTo>
                    <a:cubicBezTo>
                      <a:pt x="4440" y="1482"/>
                      <a:pt x="4628" y="1439"/>
                      <a:pt x="4795" y="1343"/>
                    </a:cubicBezTo>
                    <a:lnTo>
                      <a:pt x="4795" y="1343"/>
                    </a:lnTo>
                    <a:cubicBezTo>
                      <a:pt x="4795" y="1344"/>
                      <a:pt x="4795" y="1344"/>
                      <a:pt x="4795" y="1345"/>
                    </a:cubicBezTo>
                    <a:cubicBezTo>
                      <a:pt x="4746" y="1411"/>
                      <a:pt x="4703" y="1476"/>
                      <a:pt x="4648" y="1536"/>
                    </a:cubicBezTo>
                    <a:cubicBezTo>
                      <a:pt x="4599" y="1595"/>
                      <a:pt x="4583" y="1677"/>
                      <a:pt x="4523" y="1731"/>
                    </a:cubicBezTo>
                    <a:cubicBezTo>
                      <a:pt x="4453" y="1780"/>
                      <a:pt x="4382" y="1835"/>
                      <a:pt x="4322" y="1900"/>
                    </a:cubicBezTo>
                    <a:cubicBezTo>
                      <a:pt x="4186" y="2041"/>
                      <a:pt x="4067" y="2199"/>
                      <a:pt x="3942" y="2351"/>
                    </a:cubicBezTo>
                    <a:cubicBezTo>
                      <a:pt x="3887" y="2427"/>
                      <a:pt x="3827" y="2498"/>
                      <a:pt x="3757" y="2563"/>
                    </a:cubicBezTo>
                    <a:cubicBezTo>
                      <a:pt x="3692" y="2623"/>
                      <a:pt x="3643" y="2699"/>
                      <a:pt x="3610" y="2780"/>
                    </a:cubicBezTo>
                    <a:cubicBezTo>
                      <a:pt x="3577" y="2846"/>
                      <a:pt x="3518" y="2895"/>
                      <a:pt x="3490" y="2965"/>
                    </a:cubicBezTo>
                    <a:cubicBezTo>
                      <a:pt x="3463" y="3058"/>
                      <a:pt x="3452" y="3156"/>
                      <a:pt x="3463" y="3253"/>
                    </a:cubicBezTo>
                    <a:cubicBezTo>
                      <a:pt x="3480" y="3471"/>
                      <a:pt x="3501" y="3694"/>
                      <a:pt x="3490" y="3911"/>
                    </a:cubicBezTo>
                    <a:cubicBezTo>
                      <a:pt x="3490" y="4020"/>
                      <a:pt x="3458" y="4118"/>
                      <a:pt x="3458" y="4226"/>
                    </a:cubicBezTo>
                    <a:cubicBezTo>
                      <a:pt x="3463" y="4275"/>
                      <a:pt x="3469" y="4330"/>
                      <a:pt x="3469" y="4379"/>
                    </a:cubicBezTo>
                    <a:cubicBezTo>
                      <a:pt x="3469" y="4389"/>
                      <a:pt x="3469" y="4400"/>
                      <a:pt x="3463" y="4406"/>
                    </a:cubicBezTo>
                    <a:cubicBezTo>
                      <a:pt x="3409" y="4449"/>
                      <a:pt x="3355" y="4498"/>
                      <a:pt x="3311" y="4553"/>
                    </a:cubicBezTo>
                    <a:cubicBezTo>
                      <a:pt x="3246" y="4618"/>
                      <a:pt x="3197" y="4688"/>
                      <a:pt x="3153" y="4770"/>
                    </a:cubicBezTo>
                    <a:lnTo>
                      <a:pt x="3148" y="4781"/>
                    </a:lnTo>
                    <a:cubicBezTo>
                      <a:pt x="3148" y="4759"/>
                      <a:pt x="3148" y="4737"/>
                      <a:pt x="3153" y="4721"/>
                    </a:cubicBezTo>
                    <a:cubicBezTo>
                      <a:pt x="3170" y="4634"/>
                      <a:pt x="3186" y="4542"/>
                      <a:pt x="3197" y="4455"/>
                    </a:cubicBezTo>
                    <a:cubicBezTo>
                      <a:pt x="3202" y="4335"/>
                      <a:pt x="3159" y="4167"/>
                      <a:pt x="3012" y="4167"/>
                    </a:cubicBezTo>
                    <a:cubicBezTo>
                      <a:pt x="2860" y="4167"/>
                      <a:pt x="2746" y="4319"/>
                      <a:pt x="2670" y="4449"/>
                    </a:cubicBezTo>
                    <a:lnTo>
                      <a:pt x="2670" y="4400"/>
                    </a:lnTo>
                    <a:cubicBezTo>
                      <a:pt x="2670" y="4319"/>
                      <a:pt x="2675" y="4210"/>
                      <a:pt x="2626" y="4139"/>
                    </a:cubicBezTo>
                    <a:cubicBezTo>
                      <a:pt x="2599" y="4103"/>
                      <a:pt x="2559" y="4087"/>
                      <a:pt x="2517" y="4087"/>
                    </a:cubicBezTo>
                    <a:cubicBezTo>
                      <a:pt x="2482" y="4087"/>
                      <a:pt x="2446" y="4098"/>
                      <a:pt x="2414" y="4118"/>
                    </a:cubicBezTo>
                    <a:cubicBezTo>
                      <a:pt x="2218" y="4226"/>
                      <a:pt x="2066" y="4455"/>
                      <a:pt x="1990" y="4656"/>
                    </a:cubicBezTo>
                    <a:cubicBezTo>
                      <a:pt x="1941" y="4792"/>
                      <a:pt x="1903" y="4933"/>
                      <a:pt x="1887" y="5080"/>
                    </a:cubicBezTo>
                    <a:cubicBezTo>
                      <a:pt x="1881" y="5123"/>
                      <a:pt x="1876" y="5172"/>
                      <a:pt x="1865" y="5221"/>
                    </a:cubicBezTo>
                    <a:cubicBezTo>
                      <a:pt x="1860" y="5243"/>
                      <a:pt x="1843" y="5275"/>
                      <a:pt x="1838" y="5308"/>
                    </a:cubicBezTo>
                    <a:cubicBezTo>
                      <a:pt x="1822" y="5265"/>
                      <a:pt x="1794" y="5221"/>
                      <a:pt x="1778" y="5178"/>
                    </a:cubicBezTo>
                    <a:cubicBezTo>
                      <a:pt x="1767" y="5145"/>
                      <a:pt x="1751" y="5112"/>
                      <a:pt x="1735" y="5085"/>
                    </a:cubicBezTo>
                    <a:cubicBezTo>
                      <a:pt x="1751" y="5058"/>
                      <a:pt x="1762" y="5031"/>
                      <a:pt x="1773" y="4998"/>
                    </a:cubicBezTo>
                    <a:lnTo>
                      <a:pt x="1778" y="4998"/>
                    </a:lnTo>
                    <a:cubicBezTo>
                      <a:pt x="1811" y="4998"/>
                      <a:pt x="1838" y="4971"/>
                      <a:pt x="1843" y="4933"/>
                    </a:cubicBezTo>
                    <a:cubicBezTo>
                      <a:pt x="1854" y="4879"/>
                      <a:pt x="1876" y="4819"/>
                      <a:pt x="1898" y="4770"/>
                    </a:cubicBezTo>
                    <a:cubicBezTo>
                      <a:pt x="1925" y="4694"/>
                      <a:pt x="1930" y="4618"/>
                      <a:pt x="1958" y="4542"/>
                    </a:cubicBezTo>
                    <a:cubicBezTo>
                      <a:pt x="2001" y="4411"/>
                      <a:pt x="2023" y="4281"/>
                      <a:pt x="2061" y="4156"/>
                    </a:cubicBezTo>
                    <a:cubicBezTo>
                      <a:pt x="2083" y="4090"/>
                      <a:pt x="2104" y="4025"/>
                      <a:pt x="2121" y="3960"/>
                    </a:cubicBezTo>
                    <a:cubicBezTo>
                      <a:pt x="2121" y="3895"/>
                      <a:pt x="2126" y="3835"/>
                      <a:pt x="2142" y="3775"/>
                    </a:cubicBezTo>
                    <a:cubicBezTo>
                      <a:pt x="2153" y="3721"/>
                      <a:pt x="2159" y="3661"/>
                      <a:pt x="2153" y="3601"/>
                    </a:cubicBezTo>
                    <a:cubicBezTo>
                      <a:pt x="2159" y="3525"/>
                      <a:pt x="2191" y="3454"/>
                      <a:pt x="2202" y="3378"/>
                    </a:cubicBezTo>
                    <a:cubicBezTo>
                      <a:pt x="2240" y="3096"/>
                      <a:pt x="2202" y="2802"/>
                      <a:pt x="2088" y="2536"/>
                    </a:cubicBezTo>
                    <a:cubicBezTo>
                      <a:pt x="1979" y="2286"/>
                      <a:pt x="1789" y="2090"/>
                      <a:pt x="1593" y="1905"/>
                    </a:cubicBezTo>
                    <a:cubicBezTo>
                      <a:pt x="1485" y="1807"/>
                      <a:pt x="1387" y="1710"/>
                      <a:pt x="1294" y="1601"/>
                    </a:cubicBezTo>
                    <a:lnTo>
                      <a:pt x="1267" y="1568"/>
                    </a:lnTo>
                    <a:cubicBezTo>
                      <a:pt x="1262" y="1557"/>
                      <a:pt x="1262" y="1547"/>
                      <a:pt x="1256" y="1536"/>
                    </a:cubicBezTo>
                    <a:cubicBezTo>
                      <a:pt x="1229" y="1487"/>
                      <a:pt x="1197" y="1449"/>
                      <a:pt x="1158" y="1405"/>
                    </a:cubicBezTo>
                    <a:cubicBezTo>
                      <a:pt x="1110" y="1340"/>
                      <a:pt x="1061" y="1264"/>
                      <a:pt x="1023" y="1188"/>
                    </a:cubicBezTo>
                    <a:lnTo>
                      <a:pt x="1023" y="1188"/>
                    </a:lnTo>
                    <a:cubicBezTo>
                      <a:pt x="1077" y="1226"/>
                      <a:pt x="1120" y="1269"/>
                      <a:pt x="1158" y="1313"/>
                    </a:cubicBezTo>
                    <a:cubicBezTo>
                      <a:pt x="1235" y="1383"/>
                      <a:pt x="1316" y="1438"/>
                      <a:pt x="1403" y="1481"/>
                    </a:cubicBezTo>
                    <a:cubicBezTo>
                      <a:pt x="1495" y="1530"/>
                      <a:pt x="1572" y="1595"/>
                      <a:pt x="1653" y="1650"/>
                    </a:cubicBezTo>
                    <a:cubicBezTo>
                      <a:pt x="1740" y="1704"/>
                      <a:pt x="1860" y="1748"/>
                      <a:pt x="1958" y="1802"/>
                    </a:cubicBezTo>
                    <a:cubicBezTo>
                      <a:pt x="2066" y="1863"/>
                      <a:pt x="2231" y="1973"/>
                      <a:pt x="2376" y="1973"/>
                    </a:cubicBezTo>
                    <a:cubicBezTo>
                      <a:pt x="2399" y="1973"/>
                      <a:pt x="2420" y="1971"/>
                      <a:pt x="2441" y="1965"/>
                    </a:cubicBezTo>
                    <a:cubicBezTo>
                      <a:pt x="2507" y="1943"/>
                      <a:pt x="2550" y="1894"/>
                      <a:pt x="2572" y="1829"/>
                    </a:cubicBezTo>
                    <a:cubicBezTo>
                      <a:pt x="2604" y="1742"/>
                      <a:pt x="2615" y="1650"/>
                      <a:pt x="2653" y="1557"/>
                    </a:cubicBezTo>
                    <a:cubicBezTo>
                      <a:pt x="2686" y="1470"/>
                      <a:pt x="2713" y="1378"/>
                      <a:pt x="2735" y="1286"/>
                    </a:cubicBezTo>
                    <a:cubicBezTo>
                      <a:pt x="2762" y="1166"/>
                      <a:pt x="2789" y="1052"/>
                      <a:pt x="2816" y="938"/>
                    </a:cubicBezTo>
                    <a:cubicBezTo>
                      <a:pt x="2833" y="834"/>
                      <a:pt x="2854" y="731"/>
                      <a:pt x="2876" y="633"/>
                    </a:cubicBezTo>
                    <a:cubicBezTo>
                      <a:pt x="2909" y="514"/>
                      <a:pt x="2952" y="400"/>
                      <a:pt x="2996" y="291"/>
                    </a:cubicBezTo>
                    <a:cubicBezTo>
                      <a:pt x="3001" y="269"/>
                      <a:pt x="3012" y="253"/>
                      <a:pt x="3018" y="231"/>
                    </a:cubicBezTo>
                    <a:close/>
                    <a:moveTo>
                      <a:pt x="2501" y="4248"/>
                    </a:moveTo>
                    <a:cubicBezTo>
                      <a:pt x="2501" y="4264"/>
                      <a:pt x="2507" y="4275"/>
                      <a:pt x="2507" y="4286"/>
                    </a:cubicBezTo>
                    <a:lnTo>
                      <a:pt x="2507" y="4379"/>
                    </a:lnTo>
                    <a:cubicBezTo>
                      <a:pt x="2496" y="4553"/>
                      <a:pt x="2468" y="4721"/>
                      <a:pt x="2425" y="4890"/>
                    </a:cubicBezTo>
                    <a:cubicBezTo>
                      <a:pt x="2398" y="5004"/>
                      <a:pt x="2371" y="5123"/>
                      <a:pt x="2452" y="5227"/>
                    </a:cubicBezTo>
                    <a:cubicBezTo>
                      <a:pt x="2472" y="5246"/>
                      <a:pt x="2497" y="5256"/>
                      <a:pt x="2523" y="5256"/>
                    </a:cubicBezTo>
                    <a:cubicBezTo>
                      <a:pt x="2540" y="5256"/>
                      <a:pt x="2557" y="5252"/>
                      <a:pt x="2572" y="5243"/>
                    </a:cubicBezTo>
                    <a:cubicBezTo>
                      <a:pt x="2691" y="5167"/>
                      <a:pt x="2697" y="4993"/>
                      <a:pt x="2724" y="4868"/>
                    </a:cubicBezTo>
                    <a:cubicBezTo>
                      <a:pt x="2757" y="4699"/>
                      <a:pt x="2833" y="4542"/>
                      <a:pt x="2936" y="4406"/>
                    </a:cubicBezTo>
                    <a:cubicBezTo>
                      <a:pt x="2952" y="4389"/>
                      <a:pt x="2969" y="4379"/>
                      <a:pt x="2985" y="4362"/>
                    </a:cubicBezTo>
                    <a:cubicBezTo>
                      <a:pt x="2985" y="4362"/>
                      <a:pt x="2990" y="4362"/>
                      <a:pt x="2990" y="4357"/>
                    </a:cubicBezTo>
                    <a:cubicBezTo>
                      <a:pt x="2990" y="4368"/>
                      <a:pt x="3001" y="4379"/>
                      <a:pt x="3001" y="4384"/>
                    </a:cubicBezTo>
                    <a:cubicBezTo>
                      <a:pt x="3012" y="4428"/>
                      <a:pt x="3012" y="4476"/>
                      <a:pt x="3001" y="4520"/>
                    </a:cubicBezTo>
                    <a:cubicBezTo>
                      <a:pt x="2990" y="4607"/>
                      <a:pt x="2963" y="4688"/>
                      <a:pt x="2958" y="4775"/>
                    </a:cubicBezTo>
                    <a:cubicBezTo>
                      <a:pt x="2958" y="4819"/>
                      <a:pt x="2958" y="4862"/>
                      <a:pt x="2952" y="4906"/>
                    </a:cubicBezTo>
                    <a:cubicBezTo>
                      <a:pt x="2941" y="4944"/>
                      <a:pt x="2936" y="4987"/>
                      <a:pt x="2931" y="5031"/>
                    </a:cubicBezTo>
                    <a:cubicBezTo>
                      <a:pt x="2931" y="5069"/>
                      <a:pt x="2958" y="5107"/>
                      <a:pt x="3001" y="5118"/>
                    </a:cubicBezTo>
                    <a:cubicBezTo>
                      <a:pt x="3018" y="5124"/>
                      <a:pt x="3035" y="5126"/>
                      <a:pt x="3050" y="5126"/>
                    </a:cubicBezTo>
                    <a:cubicBezTo>
                      <a:pt x="3180" y="5126"/>
                      <a:pt x="3264" y="4943"/>
                      <a:pt x="3322" y="4846"/>
                    </a:cubicBezTo>
                    <a:cubicBezTo>
                      <a:pt x="3387" y="4726"/>
                      <a:pt x="3501" y="4563"/>
                      <a:pt x="3637" y="4482"/>
                    </a:cubicBezTo>
                    <a:lnTo>
                      <a:pt x="3637" y="4482"/>
                    </a:lnTo>
                    <a:cubicBezTo>
                      <a:pt x="3626" y="4612"/>
                      <a:pt x="3550" y="4726"/>
                      <a:pt x="3528" y="4857"/>
                    </a:cubicBezTo>
                    <a:cubicBezTo>
                      <a:pt x="3518" y="4895"/>
                      <a:pt x="3523" y="4933"/>
                      <a:pt x="3512" y="4971"/>
                    </a:cubicBezTo>
                    <a:cubicBezTo>
                      <a:pt x="3501" y="5009"/>
                      <a:pt x="3485" y="5025"/>
                      <a:pt x="3474" y="5053"/>
                    </a:cubicBezTo>
                    <a:cubicBezTo>
                      <a:pt x="3463" y="5118"/>
                      <a:pt x="3490" y="5183"/>
                      <a:pt x="3545" y="5216"/>
                    </a:cubicBezTo>
                    <a:cubicBezTo>
                      <a:pt x="3558" y="5224"/>
                      <a:pt x="3575" y="5228"/>
                      <a:pt x="3591" y="5228"/>
                    </a:cubicBezTo>
                    <a:cubicBezTo>
                      <a:pt x="3607" y="5228"/>
                      <a:pt x="3624" y="5224"/>
                      <a:pt x="3637" y="5216"/>
                    </a:cubicBezTo>
                    <a:cubicBezTo>
                      <a:pt x="3751" y="5150"/>
                      <a:pt x="3806" y="5047"/>
                      <a:pt x="3887" y="4949"/>
                    </a:cubicBezTo>
                    <a:cubicBezTo>
                      <a:pt x="3920" y="4911"/>
                      <a:pt x="3963" y="4879"/>
                      <a:pt x="4007" y="4851"/>
                    </a:cubicBezTo>
                    <a:cubicBezTo>
                      <a:pt x="4031" y="4838"/>
                      <a:pt x="4050" y="4828"/>
                      <a:pt x="4067" y="4828"/>
                    </a:cubicBezTo>
                    <a:cubicBezTo>
                      <a:pt x="4085" y="4828"/>
                      <a:pt x="4099" y="4840"/>
                      <a:pt x="4110" y="4873"/>
                    </a:cubicBezTo>
                    <a:cubicBezTo>
                      <a:pt x="4154" y="5009"/>
                      <a:pt x="3952" y="5194"/>
                      <a:pt x="4039" y="5335"/>
                    </a:cubicBezTo>
                    <a:cubicBezTo>
                      <a:pt x="4058" y="5364"/>
                      <a:pt x="4088" y="5381"/>
                      <a:pt x="4119" y="5381"/>
                    </a:cubicBezTo>
                    <a:cubicBezTo>
                      <a:pt x="4134" y="5381"/>
                      <a:pt x="4150" y="5377"/>
                      <a:pt x="4164" y="5368"/>
                    </a:cubicBezTo>
                    <a:cubicBezTo>
                      <a:pt x="4241" y="5324"/>
                      <a:pt x="4306" y="5270"/>
                      <a:pt x="4371" y="5205"/>
                    </a:cubicBezTo>
                    <a:cubicBezTo>
                      <a:pt x="4395" y="5181"/>
                      <a:pt x="4504" y="5097"/>
                      <a:pt x="4567" y="5097"/>
                    </a:cubicBezTo>
                    <a:cubicBezTo>
                      <a:pt x="4575" y="5097"/>
                      <a:pt x="4582" y="5098"/>
                      <a:pt x="4588" y="5102"/>
                    </a:cubicBezTo>
                    <a:cubicBezTo>
                      <a:pt x="4665" y="5140"/>
                      <a:pt x="4588" y="5292"/>
                      <a:pt x="4578" y="5346"/>
                    </a:cubicBezTo>
                    <a:cubicBezTo>
                      <a:pt x="4561" y="5428"/>
                      <a:pt x="4621" y="5498"/>
                      <a:pt x="4703" y="5498"/>
                    </a:cubicBezTo>
                    <a:cubicBezTo>
                      <a:pt x="4768" y="5493"/>
                      <a:pt x="4811" y="5428"/>
                      <a:pt x="4871" y="5395"/>
                    </a:cubicBezTo>
                    <a:cubicBezTo>
                      <a:pt x="4933" y="5356"/>
                      <a:pt x="5006" y="5337"/>
                      <a:pt x="5081" y="5337"/>
                    </a:cubicBezTo>
                    <a:cubicBezTo>
                      <a:pt x="5111" y="5337"/>
                      <a:pt x="5141" y="5340"/>
                      <a:pt x="5170" y="5346"/>
                    </a:cubicBezTo>
                    <a:cubicBezTo>
                      <a:pt x="5197" y="5357"/>
                      <a:pt x="5273" y="5395"/>
                      <a:pt x="5273" y="5422"/>
                    </a:cubicBezTo>
                    <a:cubicBezTo>
                      <a:pt x="5279" y="5428"/>
                      <a:pt x="5279" y="5433"/>
                      <a:pt x="5279" y="5439"/>
                    </a:cubicBezTo>
                    <a:cubicBezTo>
                      <a:pt x="5273" y="5439"/>
                      <a:pt x="5268" y="5439"/>
                      <a:pt x="5257" y="5444"/>
                    </a:cubicBezTo>
                    <a:lnTo>
                      <a:pt x="5262" y="5444"/>
                    </a:lnTo>
                    <a:cubicBezTo>
                      <a:pt x="5257" y="5446"/>
                      <a:pt x="5250" y="5446"/>
                      <a:pt x="5242" y="5446"/>
                    </a:cubicBezTo>
                    <a:cubicBezTo>
                      <a:pt x="5226" y="5446"/>
                      <a:pt x="5206" y="5444"/>
                      <a:pt x="5192" y="5444"/>
                    </a:cubicBezTo>
                    <a:cubicBezTo>
                      <a:pt x="5154" y="5449"/>
                      <a:pt x="5116" y="5466"/>
                      <a:pt x="5083" y="5487"/>
                    </a:cubicBezTo>
                    <a:cubicBezTo>
                      <a:pt x="5018" y="5509"/>
                      <a:pt x="4953" y="5520"/>
                      <a:pt x="4887" y="5526"/>
                    </a:cubicBezTo>
                    <a:cubicBezTo>
                      <a:pt x="4779" y="5542"/>
                      <a:pt x="4675" y="5569"/>
                      <a:pt x="4567" y="5591"/>
                    </a:cubicBezTo>
                    <a:cubicBezTo>
                      <a:pt x="4436" y="5613"/>
                      <a:pt x="4300" y="5623"/>
                      <a:pt x="4170" y="5629"/>
                    </a:cubicBezTo>
                    <a:cubicBezTo>
                      <a:pt x="4056" y="5634"/>
                      <a:pt x="3947" y="5645"/>
                      <a:pt x="3838" y="5667"/>
                    </a:cubicBezTo>
                    <a:cubicBezTo>
                      <a:pt x="3776" y="5672"/>
                      <a:pt x="3713" y="5675"/>
                      <a:pt x="3651" y="5675"/>
                    </a:cubicBezTo>
                    <a:cubicBezTo>
                      <a:pt x="3588" y="5675"/>
                      <a:pt x="3526" y="5672"/>
                      <a:pt x="3463" y="5667"/>
                    </a:cubicBezTo>
                    <a:lnTo>
                      <a:pt x="1892" y="5667"/>
                    </a:lnTo>
                    <a:cubicBezTo>
                      <a:pt x="1819" y="5667"/>
                      <a:pt x="1744" y="5666"/>
                      <a:pt x="1669" y="5666"/>
                    </a:cubicBezTo>
                    <a:cubicBezTo>
                      <a:pt x="1595" y="5666"/>
                      <a:pt x="1520" y="5667"/>
                      <a:pt x="1447" y="5672"/>
                    </a:cubicBezTo>
                    <a:cubicBezTo>
                      <a:pt x="1316" y="5683"/>
                      <a:pt x="1191" y="5694"/>
                      <a:pt x="1055" y="5694"/>
                    </a:cubicBezTo>
                    <a:cubicBezTo>
                      <a:pt x="1037" y="5695"/>
                      <a:pt x="1018" y="5695"/>
                      <a:pt x="1000" y="5695"/>
                    </a:cubicBezTo>
                    <a:cubicBezTo>
                      <a:pt x="832" y="5695"/>
                      <a:pt x="662" y="5673"/>
                      <a:pt x="501" y="5629"/>
                    </a:cubicBezTo>
                    <a:lnTo>
                      <a:pt x="522" y="5629"/>
                    </a:lnTo>
                    <a:cubicBezTo>
                      <a:pt x="550" y="5623"/>
                      <a:pt x="550" y="5574"/>
                      <a:pt x="522" y="5569"/>
                    </a:cubicBezTo>
                    <a:cubicBezTo>
                      <a:pt x="468" y="5558"/>
                      <a:pt x="419" y="5536"/>
                      <a:pt x="381" y="5504"/>
                    </a:cubicBezTo>
                    <a:cubicBezTo>
                      <a:pt x="332" y="5487"/>
                      <a:pt x="294" y="5460"/>
                      <a:pt x="251" y="5439"/>
                    </a:cubicBezTo>
                    <a:cubicBezTo>
                      <a:pt x="240" y="5422"/>
                      <a:pt x="229" y="5411"/>
                      <a:pt x="218" y="5395"/>
                    </a:cubicBezTo>
                    <a:cubicBezTo>
                      <a:pt x="245" y="5390"/>
                      <a:pt x="267" y="5384"/>
                      <a:pt x="294" y="5384"/>
                    </a:cubicBezTo>
                    <a:cubicBezTo>
                      <a:pt x="343" y="5381"/>
                      <a:pt x="392" y="5380"/>
                      <a:pt x="442" y="5380"/>
                    </a:cubicBezTo>
                    <a:cubicBezTo>
                      <a:pt x="491" y="5380"/>
                      <a:pt x="542" y="5381"/>
                      <a:pt x="593" y="5384"/>
                    </a:cubicBezTo>
                    <a:cubicBezTo>
                      <a:pt x="691" y="5401"/>
                      <a:pt x="789" y="5422"/>
                      <a:pt x="887" y="5433"/>
                    </a:cubicBezTo>
                    <a:lnTo>
                      <a:pt x="908" y="5433"/>
                    </a:lnTo>
                    <a:cubicBezTo>
                      <a:pt x="910" y="5433"/>
                      <a:pt x="912" y="5433"/>
                      <a:pt x="914" y="5433"/>
                    </a:cubicBezTo>
                    <a:cubicBezTo>
                      <a:pt x="980" y="5433"/>
                      <a:pt x="1005" y="5340"/>
                      <a:pt x="941" y="5308"/>
                    </a:cubicBezTo>
                    <a:cubicBezTo>
                      <a:pt x="870" y="5275"/>
                      <a:pt x="832" y="5172"/>
                      <a:pt x="914" y="5129"/>
                    </a:cubicBezTo>
                    <a:cubicBezTo>
                      <a:pt x="935" y="5123"/>
                      <a:pt x="958" y="5120"/>
                      <a:pt x="981" y="5120"/>
                    </a:cubicBezTo>
                    <a:cubicBezTo>
                      <a:pt x="1023" y="5120"/>
                      <a:pt x="1066" y="5130"/>
                      <a:pt x="1104" y="5150"/>
                    </a:cubicBezTo>
                    <a:cubicBezTo>
                      <a:pt x="1224" y="5210"/>
                      <a:pt x="1273" y="5346"/>
                      <a:pt x="1398" y="5395"/>
                    </a:cubicBezTo>
                    <a:cubicBezTo>
                      <a:pt x="1410" y="5400"/>
                      <a:pt x="1421" y="5403"/>
                      <a:pt x="1431" y="5403"/>
                    </a:cubicBezTo>
                    <a:cubicBezTo>
                      <a:pt x="1497" y="5403"/>
                      <a:pt x="1530" y="5311"/>
                      <a:pt x="1506" y="5259"/>
                    </a:cubicBezTo>
                    <a:cubicBezTo>
                      <a:pt x="1474" y="5167"/>
                      <a:pt x="1479" y="5069"/>
                      <a:pt x="1517" y="4977"/>
                    </a:cubicBezTo>
                    <a:cubicBezTo>
                      <a:pt x="1528" y="5009"/>
                      <a:pt x="1528" y="5042"/>
                      <a:pt x="1539" y="5069"/>
                    </a:cubicBezTo>
                    <a:cubicBezTo>
                      <a:pt x="1555" y="5112"/>
                      <a:pt x="1572" y="5150"/>
                      <a:pt x="1599" y="5189"/>
                    </a:cubicBezTo>
                    <a:cubicBezTo>
                      <a:pt x="1599" y="5194"/>
                      <a:pt x="1599" y="5199"/>
                      <a:pt x="1599" y="5205"/>
                    </a:cubicBezTo>
                    <a:cubicBezTo>
                      <a:pt x="1599" y="5216"/>
                      <a:pt x="1610" y="5227"/>
                      <a:pt x="1621" y="5227"/>
                    </a:cubicBezTo>
                    <a:cubicBezTo>
                      <a:pt x="1626" y="5237"/>
                      <a:pt x="1631" y="5254"/>
                      <a:pt x="1637" y="5265"/>
                    </a:cubicBezTo>
                    <a:cubicBezTo>
                      <a:pt x="1672" y="5349"/>
                      <a:pt x="1738" y="5497"/>
                      <a:pt x="1845" y="5497"/>
                    </a:cubicBezTo>
                    <a:cubicBezTo>
                      <a:pt x="1855" y="5497"/>
                      <a:pt x="1865" y="5496"/>
                      <a:pt x="1876" y="5493"/>
                    </a:cubicBezTo>
                    <a:cubicBezTo>
                      <a:pt x="1968" y="5466"/>
                      <a:pt x="1996" y="5346"/>
                      <a:pt x="2012" y="5270"/>
                    </a:cubicBezTo>
                    <a:cubicBezTo>
                      <a:pt x="2045" y="5112"/>
                      <a:pt x="2066" y="4949"/>
                      <a:pt x="2115" y="4792"/>
                    </a:cubicBezTo>
                    <a:cubicBezTo>
                      <a:pt x="2164" y="4623"/>
                      <a:pt x="2257" y="4466"/>
                      <a:pt x="2387" y="4341"/>
                    </a:cubicBezTo>
                    <a:cubicBezTo>
                      <a:pt x="2420" y="4302"/>
                      <a:pt x="2458" y="4275"/>
                      <a:pt x="2501" y="4248"/>
                    </a:cubicBezTo>
                    <a:close/>
                    <a:moveTo>
                      <a:pt x="3035" y="0"/>
                    </a:moveTo>
                    <a:cubicBezTo>
                      <a:pt x="3004" y="0"/>
                      <a:pt x="2972" y="14"/>
                      <a:pt x="2952" y="41"/>
                    </a:cubicBezTo>
                    <a:cubicBezTo>
                      <a:pt x="2914" y="90"/>
                      <a:pt x="2887" y="144"/>
                      <a:pt x="2871" y="198"/>
                    </a:cubicBezTo>
                    <a:cubicBezTo>
                      <a:pt x="2833" y="291"/>
                      <a:pt x="2800" y="383"/>
                      <a:pt x="2767" y="476"/>
                    </a:cubicBezTo>
                    <a:cubicBezTo>
                      <a:pt x="2691" y="682"/>
                      <a:pt x="2675" y="900"/>
                      <a:pt x="2621" y="1112"/>
                    </a:cubicBezTo>
                    <a:cubicBezTo>
                      <a:pt x="2594" y="1215"/>
                      <a:pt x="2572" y="1324"/>
                      <a:pt x="2545" y="1427"/>
                    </a:cubicBezTo>
                    <a:cubicBezTo>
                      <a:pt x="2528" y="1476"/>
                      <a:pt x="2512" y="1525"/>
                      <a:pt x="2490" y="1568"/>
                    </a:cubicBezTo>
                    <a:cubicBezTo>
                      <a:pt x="2463" y="1519"/>
                      <a:pt x="2420" y="1470"/>
                      <a:pt x="2387" y="1422"/>
                    </a:cubicBezTo>
                    <a:lnTo>
                      <a:pt x="2295" y="1280"/>
                    </a:lnTo>
                    <a:cubicBezTo>
                      <a:pt x="2316" y="1226"/>
                      <a:pt x="2327" y="1166"/>
                      <a:pt x="2327" y="1101"/>
                    </a:cubicBezTo>
                    <a:cubicBezTo>
                      <a:pt x="2322" y="1030"/>
                      <a:pt x="2327" y="959"/>
                      <a:pt x="2338" y="889"/>
                    </a:cubicBezTo>
                    <a:cubicBezTo>
                      <a:pt x="2354" y="851"/>
                      <a:pt x="2360" y="807"/>
                      <a:pt x="2360" y="764"/>
                    </a:cubicBezTo>
                    <a:cubicBezTo>
                      <a:pt x="2365" y="753"/>
                      <a:pt x="2371" y="742"/>
                      <a:pt x="2376" y="737"/>
                    </a:cubicBezTo>
                    <a:cubicBezTo>
                      <a:pt x="2403" y="693"/>
                      <a:pt x="2420" y="650"/>
                      <a:pt x="2436" y="601"/>
                    </a:cubicBezTo>
                    <a:cubicBezTo>
                      <a:pt x="2452" y="552"/>
                      <a:pt x="2474" y="497"/>
                      <a:pt x="2496" y="449"/>
                    </a:cubicBezTo>
                    <a:cubicBezTo>
                      <a:pt x="2517" y="410"/>
                      <a:pt x="2534" y="389"/>
                      <a:pt x="2528" y="345"/>
                    </a:cubicBezTo>
                    <a:cubicBezTo>
                      <a:pt x="2517" y="318"/>
                      <a:pt x="2496" y="302"/>
                      <a:pt x="2474" y="302"/>
                    </a:cubicBezTo>
                    <a:cubicBezTo>
                      <a:pt x="2472" y="302"/>
                      <a:pt x="2471" y="302"/>
                      <a:pt x="2469" y="302"/>
                    </a:cubicBezTo>
                    <a:cubicBezTo>
                      <a:pt x="2369" y="302"/>
                      <a:pt x="2332" y="466"/>
                      <a:pt x="2311" y="541"/>
                    </a:cubicBezTo>
                    <a:cubicBezTo>
                      <a:pt x="2295" y="590"/>
                      <a:pt x="2273" y="644"/>
                      <a:pt x="2257" y="699"/>
                    </a:cubicBezTo>
                    <a:cubicBezTo>
                      <a:pt x="2251" y="704"/>
                      <a:pt x="2246" y="715"/>
                      <a:pt x="2240" y="726"/>
                    </a:cubicBezTo>
                    <a:cubicBezTo>
                      <a:pt x="2235" y="709"/>
                      <a:pt x="2229" y="699"/>
                      <a:pt x="2218" y="682"/>
                    </a:cubicBezTo>
                    <a:cubicBezTo>
                      <a:pt x="2197" y="633"/>
                      <a:pt x="2180" y="584"/>
                      <a:pt x="2164" y="530"/>
                    </a:cubicBezTo>
                    <a:cubicBezTo>
                      <a:pt x="2148" y="487"/>
                      <a:pt x="2121" y="443"/>
                      <a:pt x="2104" y="394"/>
                    </a:cubicBezTo>
                    <a:cubicBezTo>
                      <a:pt x="2095" y="365"/>
                      <a:pt x="2068" y="351"/>
                      <a:pt x="2042" y="351"/>
                    </a:cubicBezTo>
                    <a:cubicBezTo>
                      <a:pt x="2010" y="351"/>
                      <a:pt x="1979" y="372"/>
                      <a:pt x="1979" y="410"/>
                    </a:cubicBezTo>
                    <a:cubicBezTo>
                      <a:pt x="1979" y="454"/>
                      <a:pt x="1990" y="492"/>
                      <a:pt x="2012" y="525"/>
                    </a:cubicBezTo>
                    <a:cubicBezTo>
                      <a:pt x="2034" y="574"/>
                      <a:pt x="2045" y="628"/>
                      <a:pt x="2072" y="677"/>
                    </a:cubicBezTo>
                    <a:cubicBezTo>
                      <a:pt x="2104" y="753"/>
                      <a:pt x="2202" y="802"/>
                      <a:pt x="2229" y="878"/>
                    </a:cubicBezTo>
                    <a:cubicBezTo>
                      <a:pt x="2229" y="889"/>
                      <a:pt x="2224" y="894"/>
                      <a:pt x="2224" y="905"/>
                    </a:cubicBezTo>
                    <a:cubicBezTo>
                      <a:pt x="2218" y="954"/>
                      <a:pt x="2218" y="1003"/>
                      <a:pt x="2218" y="1052"/>
                    </a:cubicBezTo>
                    <a:cubicBezTo>
                      <a:pt x="2218" y="1090"/>
                      <a:pt x="2224" y="1133"/>
                      <a:pt x="2224" y="1177"/>
                    </a:cubicBezTo>
                    <a:cubicBezTo>
                      <a:pt x="2180" y="1128"/>
                      <a:pt x="2121" y="1106"/>
                      <a:pt x="2083" y="1052"/>
                    </a:cubicBezTo>
                    <a:cubicBezTo>
                      <a:pt x="2050" y="992"/>
                      <a:pt x="2006" y="938"/>
                      <a:pt x="1958" y="894"/>
                    </a:cubicBezTo>
                    <a:cubicBezTo>
                      <a:pt x="1949" y="890"/>
                      <a:pt x="1940" y="888"/>
                      <a:pt x="1932" y="888"/>
                    </a:cubicBezTo>
                    <a:cubicBezTo>
                      <a:pt x="1909" y="888"/>
                      <a:pt x="1889" y="903"/>
                      <a:pt x="1881" y="927"/>
                    </a:cubicBezTo>
                    <a:cubicBezTo>
                      <a:pt x="1854" y="1030"/>
                      <a:pt x="1865" y="1139"/>
                      <a:pt x="1898" y="1237"/>
                    </a:cubicBezTo>
                    <a:cubicBezTo>
                      <a:pt x="1881" y="1215"/>
                      <a:pt x="1860" y="1193"/>
                      <a:pt x="1838" y="1177"/>
                    </a:cubicBezTo>
                    <a:cubicBezTo>
                      <a:pt x="1805" y="1150"/>
                      <a:pt x="1773" y="1128"/>
                      <a:pt x="1735" y="1101"/>
                    </a:cubicBezTo>
                    <a:cubicBezTo>
                      <a:pt x="1702" y="1068"/>
                      <a:pt x="1669" y="1025"/>
                      <a:pt x="1637" y="992"/>
                    </a:cubicBezTo>
                    <a:cubicBezTo>
                      <a:pt x="1624" y="984"/>
                      <a:pt x="1611" y="980"/>
                      <a:pt x="1598" y="980"/>
                    </a:cubicBezTo>
                    <a:cubicBezTo>
                      <a:pt x="1559" y="980"/>
                      <a:pt x="1524" y="1011"/>
                      <a:pt x="1528" y="1052"/>
                    </a:cubicBezTo>
                    <a:cubicBezTo>
                      <a:pt x="1566" y="1139"/>
                      <a:pt x="1631" y="1204"/>
                      <a:pt x="1713" y="1242"/>
                    </a:cubicBezTo>
                    <a:cubicBezTo>
                      <a:pt x="1751" y="1264"/>
                      <a:pt x="1784" y="1280"/>
                      <a:pt x="1822" y="1291"/>
                    </a:cubicBezTo>
                    <a:cubicBezTo>
                      <a:pt x="1849" y="1307"/>
                      <a:pt x="1903" y="1313"/>
                      <a:pt x="1914" y="1345"/>
                    </a:cubicBezTo>
                    <a:cubicBezTo>
                      <a:pt x="1917" y="1348"/>
                      <a:pt x="1919" y="1349"/>
                      <a:pt x="1922" y="1349"/>
                    </a:cubicBezTo>
                    <a:cubicBezTo>
                      <a:pt x="1925" y="1349"/>
                      <a:pt x="1928" y="1348"/>
                      <a:pt x="1930" y="1345"/>
                    </a:cubicBezTo>
                    <a:lnTo>
                      <a:pt x="1930" y="1356"/>
                    </a:lnTo>
                    <a:cubicBezTo>
                      <a:pt x="1958" y="1460"/>
                      <a:pt x="1963" y="1568"/>
                      <a:pt x="1979" y="1672"/>
                    </a:cubicBezTo>
                    <a:cubicBezTo>
                      <a:pt x="1881" y="1634"/>
                      <a:pt x="1789" y="1585"/>
                      <a:pt x="1702" y="1536"/>
                    </a:cubicBezTo>
                    <a:cubicBezTo>
                      <a:pt x="1610" y="1470"/>
                      <a:pt x="1512" y="1411"/>
                      <a:pt x="1419" y="1356"/>
                    </a:cubicBezTo>
                    <a:cubicBezTo>
                      <a:pt x="1327" y="1302"/>
                      <a:pt x="1240" y="1237"/>
                      <a:pt x="1164" y="1161"/>
                    </a:cubicBezTo>
                    <a:cubicBezTo>
                      <a:pt x="1110" y="1101"/>
                      <a:pt x="1028" y="1063"/>
                      <a:pt x="946" y="1052"/>
                    </a:cubicBezTo>
                    <a:cubicBezTo>
                      <a:pt x="914" y="1052"/>
                      <a:pt x="892" y="1079"/>
                      <a:pt x="887" y="1112"/>
                    </a:cubicBezTo>
                    <a:cubicBezTo>
                      <a:pt x="914" y="1231"/>
                      <a:pt x="968" y="1340"/>
                      <a:pt x="1044" y="1432"/>
                    </a:cubicBezTo>
                    <a:cubicBezTo>
                      <a:pt x="1082" y="1481"/>
                      <a:pt x="1120" y="1525"/>
                      <a:pt x="1164" y="1568"/>
                    </a:cubicBezTo>
                    <a:lnTo>
                      <a:pt x="1186" y="1585"/>
                    </a:lnTo>
                    <a:cubicBezTo>
                      <a:pt x="1207" y="1628"/>
                      <a:pt x="1229" y="1666"/>
                      <a:pt x="1245" y="1710"/>
                    </a:cubicBezTo>
                    <a:cubicBezTo>
                      <a:pt x="1283" y="1769"/>
                      <a:pt x="1327" y="1829"/>
                      <a:pt x="1376" y="1884"/>
                    </a:cubicBezTo>
                    <a:cubicBezTo>
                      <a:pt x="1425" y="1943"/>
                      <a:pt x="1468" y="1998"/>
                      <a:pt x="1512" y="2052"/>
                    </a:cubicBezTo>
                    <a:cubicBezTo>
                      <a:pt x="1746" y="2313"/>
                      <a:pt x="1941" y="2601"/>
                      <a:pt x="1974" y="2960"/>
                    </a:cubicBezTo>
                    <a:cubicBezTo>
                      <a:pt x="1985" y="3052"/>
                      <a:pt x="1985" y="3145"/>
                      <a:pt x="1985" y="3232"/>
                    </a:cubicBezTo>
                    <a:cubicBezTo>
                      <a:pt x="1979" y="3324"/>
                      <a:pt x="1968" y="3411"/>
                      <a:pt x="1941" y="3498"/>
                    </a:cubicBezTo>
                    <a:cubicBezTo>
                      <a:pt x="1925" y="3574"/>
                      <a:pt x="1936" y="3656"/>
                      <a:pt x="1914" y="3732"/>
                    </a:cubicBezTo>
                    <a:cubicBezTo>
                      <a:pt x="1892" y="3813"/>
                      <a:pt x="1909" y="3873"/>
                      <a:pt x="1887" y="3944"/>
                    </a:cubicBezTo>
                    <a:cubicBezTo>
                      <a:pt x="1871" y="4025"/>
                      <a:pt x="1838" y="4101"/>
                      <a:pt x="1816" y="4183"/>
                    </a:cubicBezTo>
                    <a:cubicBezTo>
                      <a:pt x="1794" y="4264"/>
                      <a:pt x="1784" y="4351"/>
                      <a:pt x="1756" y="4433"/>
                    </a:cubicBezTo>
                    <a:cubicBezTo>
                      <a:pt x="1724" y="4509"/>
                      <a:pt x="1718" y="4601"/>
                      <a:pt x="1691" y="4683"/>
                    </a:cubicBezTo>
                    <a:cubicBezTo>
                      <a:pt x="1675" y="4737"/>
                      <a:pt x="1664" y="4792"/>
                      <a:pt x="1659" y="4846"/>
                    </a:cubicBezTo>
                    <a:cubicBezTo>
                      <a:pt x="1631" y="4803"/>
                      <a:pt x="1593" y="4770"/>
                      <a:pt x="1544" y="4748"/>
                    </a:cubicBezTo>
                    <a:cubicBezTo>
                      <a:pt x="1530" y="4742"/>
                      <a:pt x="1515" y="4739"/>
                      <a:pt x="1500" y="4739"/>
                    </a:cubicBezTo>
                    <a:cubicBezTo>
                      <a:pt x="1475" y="4739"/>
                      <a:pt x="1451" y="4748"/>
                      <a:pt x="1430" y="4765"/>
                    </a:cubicBezTo>
                    <a:cubicBezTo>
                      <a:pt x="1343" y="4857"/>
                      <a:pt x="1300" y="4977"/>
                      <a:pt x="1294" y="5096"/>
                    </a:cubicBezTo>
                    <a:cubicBezTo>
                      <a:pt x="1256" y="5069"/>
                      <a:pt x="1218" y="5047"/>
                      <a:pt x="1180" y="5025"/>
                    </a:cubicBezTo>
                    <a:cubicBezTo>
                      <a:pt x="1122" y="4996"/>
                      <a:pt x="1060" y="4981"/>
                      <a:pt x="997" y="4981"/>
                    </a:cubicBezTo>
                    <a:cubicBezTo>
                      <a:pt x="954" y="4981"/>
                      <a:pt x="909" y="4988"/>
                      <a:pt x="865" y="5004"/>
                    </a:cubicBezTo>
                    <a:cubicBezTo>
                      <a:pt x="762" y="5042"/>
                      <a:pt x="707" y="5161"/>
                      <a:pt x="740" y="5270"/>
                    </a:cubicBezTo>
                    <a:cubicBezTo>
                      <a:pt x="707" y="5259"/>
                      <a:pt x="669" y="5254"/>
                      <a:pt x="631" y="5243"/>
                    </a:cubicBezTo>
                    <a:cubicBezTo>
                      <a:pt x="581" y="5239"/>
                      <a:pt x="531" y="5235"/>
                      <a:pt x="481" y="5235"/>
                    </a:cubicBezTo>
                    <a:cubicBezTo>
                      <a:pt x="461" y="5235"/>
                      <a:pt x="440" y="5236"/>
                      <a:pt x="419" y="5237"/>
                    </a:cubicBezTo>
                    <a:cubicBezTo>
                      <a:pt x="406" y="5238"/>
                      <a:pt x="393" y="5238"/>
                      <a:pt x="378" y="5238"/>
                    </a:cubicBezTo>
                    <a:cubicBezTo>
                      <a:pt x="358" y="5238"/>
                      <a:pt x="337" y="5238"/>
                      <a:pt x="315" y="5238"/>
                    </a:cubicBezTo>
                    <a:cubicBezTo>
                      <a:pt x="220" y="5238"/>
                      <a:pt x="115" y="5245"/>
                      <a:pt x="60" y="5319"/>
                    </a:cubicBezTo>
                    <a:cubicBezTo>
                      <a:pt x="1" y="5395"/>
                      <a:pt x="104" y="5493"/>
                      <a:pt x="164" y="5542"/>
                    </a:cubicBezTo>
                    <a:cubicBezTo>
                      <a:pt x="175" y="5547"/>
                      <a:pt x="185" y="5558"/>
                      <a:pt x="202" y="5564"/>
                    </a:cubicBezTo>
                    <a:cubicBezTo>
                      <a:pt x="142" y="5596"/>
                      <a:pt x="142" y="5678"/>
                      <a:pt x="202" y="5710"/>
                    </a:cubicBezTo>
                    <a:cubicBezTo>
                      <a:pt x="436" y="5841"/>
                      <a:pt x="702" y="5906"/>
                      <a:pt x="968" y="5906"/>
                    </a:cubicBezTo>
                    <a:cubicBezTo>
                      <a:pt x="1256" y="5906"/>
                      <a:pt x="1544" y="5879"/>
                      <a:pt x="1838" y="5879"/>
                    </a:cubicBezTo>
                    <a:cubicBezTo>
                      <a:pt x="2244" y="5879"/>
                      <a:pt x="2655" y="5869"/>
                      <a:pt x="3062" y="5869"/>
                    </a:cubicBezTo>
                    <a:cubicBezTo>
                      <a:pt x="3266" y="5869"/>
                      <a:pt x="3469" y="5872"/>
                      <a:pt x="3670" y="5879"/>
                    </a:cubicBezTo>
                    <a:cubicBezTo>
                      <a:pt x="3789" y="5873"/>
                      <a:pt x="3904" y="5863"/>
                      <a:pt x="4018" y="5841"/>
                    </a:cubicBezTo>
                    <a:cubicBezTo>
                      <a:pt x="4175" y="5825"/>
                      <a:pt x="4338" y="5830"/>
                      <a:pt x="4496" y="5814"/>
                    </a:cubicBezTo>
                    <a:cubicBezTo>
                      <a:pt x="4616" y="5797"/>
                      <a:pt x="4730" y="5759"/>
                      <a:pt x="4844" y="5738"/>
                    </a:cubicBezTo>
                    <a:cubicBezTo>
                      <a:pt x="4909" y="5727"/>
                      <a:pt x="4974" y="5721"/>
                      <a:pt x="5040" y="5705"/>
                    </a:cubicBezTo>
                    <a:cubicBezTo>
                      <a:pt x="5099" y="5694"/>
                      <a:pt x="5170" y="5651"/>
                      <a:pt x="5235" y="5640"/>
                    </a:cubicBezTo>
                    <a:cubicBezTo>
                      <a:pt x="5279" y="5640"/>
                      <a:pt x="5317" y="5634"/>
                      <a:pt x="5360" y="5623"/>
                    </a:cubicBezTo>
                    <a:cubicBezTo>
                      <a:pt x="5409" y="5607"/>
                      <a:pt x="5447" y="5564"/>
                      <a:pt x="5469" y="5515"/>
                    </a:cubicBezTo>
                    <a:cubicBezTo>
                      <a:pt x="5502" y="5411"/>
                      <a:pt x="5420" y="5324"/>
                      <a:pt x="5344" y="5265"/>
                    </a:cubicBezTo>
                    <a:lnTo>
                      <a:pt x="5349" y="5265"/>
                    </a:lnTo>
                    <a:cubicBezTo>
                      <a:pt x="5262" y="5205"/>
                      <a:pt x="5161" y="5175"/>
                      <a:pt x="5059" y="5175"/>
                    </a:cubicBezTo>
                    <a:cubicBezTo>
                      <a:pt x="4957" y="5175"/>
                      <a:pt x="4855" y="5205"/>
                      <a:pt x="4768" y="5265"/>
                    </a:cubicBezTo>
                    <a:cubicBezTo>
                      <a:pt x="4773" y="5243"/>
                      <a:pt x="4773" y="5221"/>
                      <a:pt x="4773" y="5199"/>
                    </a:cubicBezTo>
                    <a:cubicBezTo>
                      <a:pt x="4773" y="5096"/>
                      <a:pt x="4735" y="4977"/>
                      <a:pt x="4632" y="4944"/>
                    </a:cubicBezTo>
                    <a:cubicBezTo>
                      <a:pt x="4613" y="4938"/>
                      <a:pt x="4593" y="4935"/>
                      <a:pt x="4574" y="4935"/>
                    </a:cubicBezTo>
                    <a:cubicBezTo>
                      <a:pt x="4505" y="4935"/>
                      <a:pt x="4436" y="4967"/>
                      <a:pt x="4376" y="4993"/>
                    </a:cubicBezTo>
                    <a:cubicBezTo>
                      <a:pt x="4338" y="5015"/>
                      <a:pt x="4295" y="5042"/>
                      <a:pt x="4262" y="5069"/>
                    </a:cubicBezTo>
                    <a:cubicBezTo>
                      <a:pt x="4273" y="5047"/>
                      <a:pt x="4279" y="5020"/>
                      <a:pt x="4284" y="4998"/>
                    </a:cubicBezTo>
                    <a:cubicBezTo>
                      <a:pt x="4311" y="4890"/>
                      <a:pt x="4284" y="4743"/>
                      <a:pt x="4186" y="4678"/>
                    </a:cubicBezTo>
                    <a:cubicBezTo>
                      <a:pt x="4152" y="4655"/>
                      <a:pt x="4116" y="4646"/>
                      <a:pt x="4079" y="4646"/>
                    </a:cubicBezTo>
                    <a:cubicBezTo>
                      <a:pt x="3992" y="4646"/>
                      <a:pt x="3903" y="4697"/>
                      <a:pt x="3838" y="4743"/>
                    </a:cubicBezTo>
                    <a:cubicBezTo>
                      <a:pt x="3784" y="4792"/>
                      <a:pt x="3740" y="4841"/>
                      <a:pt x="3702" y="4895"/>
                    </a:cubicBezTo>
                    <a:cubicBezTo>
                      <a:pt x="3713" y="4841"/>
                      <a:pt x="3724" y="4786"/>
                      <a:pt x="3746" y="4737"/>
                    </a:cubicBezTo>
                    <a:cubicBezTo>
                      <a:pt x="3795" y="4612"/>
                      <a:pt x="3811" y="4471"/>
                      <a:pt x="3789" y="4341"/>
                    </a:cubicBezTo>
                    <a:cubicBezTo>
                      <a:pt x="3780" y="4304"/>
                      <a:pt x="3743" y="4278"/>
                      <a:pt x="3706" y="4278"/>
                    </a:cubicBezTo>
                    <a:cubicBezTo>
                      <a:pt x="3699" y="4278"/>
                      <a:pt x="3693" y="4279"/>
                      <a:pt x="3686" y="4281"/>
                    </a:cubicBezTo>
                    <a:cubicBezTo>
                      <a:pt x="3664" y="4286"/>
                      <a:pt x="3637" y="4292"/>
                      <a:pt x="3615" y="4302"/>
                    </a:cubicBezTo>
                    <a:lnTo>
                      <a:pt x="3621" y="4264"/>
                    </a:lnTo>
                    <a:cubicBezTo>
                      <a:pt x="3632" y="4156"/>
                      <a:pt x="3659" y="4047"/>
                      <a:pt x="3664" y="3938"/>
                    </a:cubicBezTo>
                    <a:cubicBezTo>
                      <a:pt x="3675" y="3726"/>
                      <a:pt x="3670" y="3520"/>
                      <a:pt x="3654" y="3308"/>
                    </a:cubicBezTo>
                    <a:cubicBezTo>
                      <a:pt x="3648" y="3221"/>
                      <a:pt x="3637" y="3107"/>
                      <a:pt x="3675" y="3020"/>
                    </a:cubicBezTo>
                    <a:cubicBezTo>
                      <a:pt x="3702" y="2987"/>
                      <a:pt x="3724" y="2949"/>
                      <a:pt x="3757" y="2916"/>
                    </a:cubicBezTo>
                    <a:cubicBezTo>
                      <a:pt x="3784" y="2873"/>
                      <a:pt x="3795" y="2829"/>
                      <a:pt x="3822" y="2786"/>
                    </a:cubicBezTo>
                    <a:cubicBezTo>
                      <a:pt x="3871" y="2704"/>
                      <a:pt x="3958" y="2650"/>
                      <a:pt x="4012" y="2579"/>
                    </a:cubicBezTo>
                    <a:cubicBezTo>
                      <a:pt x="4083" y="2492"/>
                      <a:pt x="4148" y="2400"/>
                      <a:pt x="4208" y="2308"/>
                    </a:cubicBezTo>
                    <a:cubicBezTo>
                      <a:pt x="4273" y="2221"/>
                      <a:pt x="4328" y="2139"/>
                      <a:pt x="4398" y="2057"/>
                    </a:cubicBezTo>
                    <a:cubicBezTo>
                      <a:pt x="4458" y="1981"/>
                      <a:pt x="4529" y="1911"/>
                      <a:pt x="4599" y="1851"/>
                    </a:cubicBezTo>
                    <a:cubicBezTo>
                      <a:pt x="4659" y="1797"/>
                      <a:pt x="4703" y="1731"/>
                      <a:pt x="4730" y="1655"/>
                    </a:cubicBezTo>
                    <a:cubicBezTo>
                      <a:pt x="4773" y="1574"/>
                      <a:pt x="4828" y="1498"/>
                      <a:pt x="4887" y="1427"/>
                    </a:cubicBezTo>
                    <a:cubicBezTo>
                      <a:pt x="4931" y="1367"/>
                      <a:pt x="5045" y="1237"/>
                      <a:pt x="4942" y="1171"/>
                    </a:cubicBezTo>
                    <a:cubicBezTo>
                      <a:pt x="4921" y="1160"/>
                      <a:pt x="4899" y="1154"/>
                      <a:pt x="4877" y="1154"/>
                    </a:cubicBezTo>
                    <a:cubicBezTo>
                      <a:pt x="4845" y="1154"/>
                      <a:pt x="4813" y="1166"/>
                      <a:pt x="4784" y="1188"/>
                    </a:cubicBezTo>
                    <a:cubicBezTo>
                      <a:pt x="4692" y="1237"/>
                      <a:pt x="4599" y="1286"/>
                      <a:pt x="4501" y="1324"/>
                    </a:cubicBezTo>
                    <a:cubicBezTo>
                      <a:pt x="4387" y="1367"/>
                      <a:pt x="4279" y="1422"/>
                      <a:pt x="4175" y="1481"/>
                    </a:cubicBezTo>
                    <a:cubicBezTo>
                      <a:pt x="4099" y="1547"/>
                      <a:pt x="4018" y="1601"/>
                      <a:pt x="3931" y="1644"/>
                    </a:cubicBezTo>
                    <a:lnTo>
                      <a:pt x="3784" y="1715"/>
                    </a:lnTo>
                    <a:cubicBezTo>
                      <a:pt x="3795" y="1644"/>
                      <a:pt x="3800" y="1579"/>
                      <a:pt x="3806" y="1525"/>
                    </a:cubicBezTo>
                    <a:cubicBezTo>
                      <a:pt x="3817" y="1443"/>
                      <a:pt x="3827" y="1356"/>
                      <a:pt x="3844" y="1275"/>
                    </a:cubicBezTo>
                    <a:cubicBezTo>
                      <a:pt x="3865" y="1193"/>
                      <a:pt x="3871" y="1112"/>
                      <a:pt x="3855" y="1030"/>
                    </a:cubicBezTo>
                    <a:cubicBezTo>
                      <a:pt x="3855" y="1030"/>
                      <a:pt x="3855" y="1025"/>
                      <a:pt x="3849" y="1025"/>
                    </a:cubicBezTo>
                    <a:cubicBezTo>
                      <a:pt x="3865" y="998"/>
                      <a:pt x="3882" y="970"/>
                      <a:pt x="3893" y="949"/>
                    </a:cubicBezTo>
                    <a:cubicBezTo>
                      <a:pt x="3955" y="973"/>
                      <a:pt x="4022" y="985"/>
                      <a:pt x="4088" y="985"/>
                    </a:cubicBezTo>
                    <a:cubicBezTo>
                      <a:pt x="4155" y="985"/>
                      <a:pt x="4222" y="973"/>
                      <a:pt x="4284" y="949"/>
                    </a:cubicBezTo>
                    <a:cubicBezTo>
                      <a:pt x="4344" y="919"/>
                      <a:pt x="4335" y="821"/>
                      <a:pt x="4271" y="821"/>
                    </a:cubicBezTo>
                    <a:cubicBezTo>
                      <a:pt x="4265" y="821"/>
                      <a:pt x="4258" y="822"/>
                      <a:pt x="4251" y="824"/>
                    </a:cubicBezTo>
                    <a:cubicBezTo>
                      <a:pt x="4192" y="845"/>
                      <a:pt x="4132" y="856"/>
                      <a:pt x="4072" y="878"/>
                    </a:cubicBezTo>
                    <a:cubicBezTo>
                      <a:pt x="4040" y="886"/>
                      <a:pt x="4005" y="891"/>
                      <a:pt x="3972" y="891"/>
                    </a:cubicBezTo>
                    <a:cubicBezTo>
                      <a:pt x="3960" y="891"/>
                      <a:pt x="3948" y="890"/>
                      <a:pt x="3936" y="889"/>
                    </a:cubicBezTo>
                    <a:cubicBezTo>
                      <a:pt x="3947" y="878"/>
                      <a:pt x="3952" y="867"/>
                      <a:pt x="3963" y="856"/>
                    </a:cubicBezTo>
                    <a:cubicBezTo>
                      <a:pt x="4018" y="802"/>
                      <a:pt x="4061" y="742"/>
                      <a:pt x="4105" y="677"/>
                    </a:cubicBezTo>
                    <a:cubicBezTo>
                      <a:pt x="4116" y="660"/>
                      <a:pt x="4116" y="639"/>
                      <a:pt x="4105" y="622"/>
                    </a:cubicBezTo>
                    <a:cubicBezTo>
                      <a:pt x="4110" y="612"/>
                      <a:pt x="4110" y="601"/>
                      <a:pt x="4116" y="590"/>
                    </a:cubicBezTo>
                    <a:cubicBezTo>
                      <a:pt x="4126" y="546"/>
                      <a:pt x="4132" y="503"/>
                      <a:pt x="4126" y="459"/>
                    </a:cubicBezTo>
                    <a:lnTo>
                      <a:pt x="4126" y="329"/>
                    </a:lnTo>
                    <a:cubicBezTo>
                      <a:pt x="4137" y="280"/>
                      <a:pt x="4148" y="231"/>
                      <a:pt x="4154" y="182"/>
                    </a:cubicBezTo>
                    <a:cubicBezTo>
                      <a:pt x="4154" y="155"/>
                      <a:pt x="4132" y="128"/>
                      <a:pt x="4105" y="117"/>
                    </a:cubicBezTo>
                    <a:cubicBezTo>
                      <a:pt x="4099" y="115"/>
                      <a:pt x="4093" y="115"/>
                      <a:pt x="4087" y="115"/>
                    </a:cubicBezTo>
                    <a:cubicBezTo>
                      <a:pt x="4013" y="115"/>
                      <a:pt x="3985" y="241"/>
                      <a:pt x="3980" y="296"/>
                    </a:cubicBezTo>
                    <a:cubicBezTo>
                      <a:pt x="3974" y="405"/>
                      <a:pt x="3985" y="514"/>
                      <a:pt x="3985" y="622"/>
                    </a:cubicBezTo>
                    <a:cubicBezTo>
                      <a:pt x="3887" y="726"/>
                      <a:pt x="3806" y="845"/>
                      <a:pt x="3730" y="965"/>
                    </a:cubicBezTo>
                    <a:cubicBezTo>
                      <a:pt x="3719" y="981"/>
                      <a:pt x="3713" y="998"/>
                      <a:pt x="3702" y="1014"/>
                    </a:cubicBezTo>
                    <a:cubicBezTo>
                      <a:pt x="3692" y="1019"/>
                      <a:pt x="3681" y="1030"/>
                      <a:pt x="3670" y="1036"/>
                    </a:cubicBezTo>
                    <a:cubicBezTo>
                      <a:pt x="3664" y="987"/>
                      <a:pt x="3659" y="938"/>
                      <a:pt x="3654" y="889"/>
                    </a:cubicBezTo>
                    <a:cubicBezTo>
                      <a:pt x="3643" y="786"/>
                      <a:pt x="3610" y="682"/>
                      <a:pt x="3567" y="590"/>
                    </a:cubicBezTo>
                    <a:cubicBezTo>
                      <a:pt x="3567" y="579"/>
                      <a:pt x="3561" y="568"/>
                      <a:pt x="3550" y="563"/>
                    </a:cubicBezTo>
                    <a:lnTo>
                      <a:pt x="3534" y="552"/>
                    </a:lnTo>
                    <a:cubicBezTo>
                      <a:pt x="3528" y="547"/>
                      <a:pt x="3521" y="545"/>
                      <a:pt x="3514" y="545"/>
                    </a:cubicBezTo>
                    <a:cubicBezTo>
                      <a:pt x="3496" y="545"/>
                      <a:pt x="3477" y="559"/>
                      <a:pt x="3469" y="579"/>
                    </a:cubicBezTo>
                    <a:cubicBezTo>
                      <a:pt x="3458" y="617"/>
                      <a:pt x="3463" y="655"/>
                      <a:pt x="3480" y="688"/>
                    </a:cubicBezTo>
                    <a:cubicBezTo>
                      <a:pt x="3501" y="747"/>
                      <a:pt x="3518" y="807"/>
                      <a:pt x="3528" y="862"/>
                    </a:cubicBezTo>
                    <a:cubicBezTo>
                      <a:pt x="3550" y="954"/>
                      <a:pt x="3561" y="1041"/>
                      <a:pt x="3577" y="1133"/>
                    </a:cubicBezTo>
                    <a:cubicBezTo>
                      <a:pt x="3550" y="1166"/>
                      <a:pt x="3534" y="1188"/>
                      <a:pt x="3512" y="1210"/>
                    </a:cubicBezTo>
                    <a:cubicBezTo>
                      <a:pt x="3452" y="1280"/>
                      <a:pt x="3387" y="1356"/>
                      <a:pt x="3333" y="1432"/>
                    </a:cubicBezTo>
                    <a:cubicBezTo>
                      <a:pt x="3295" y="1487"/>
                      <a:pt x="3268" y="1541"/>
                      <a:pt x="3224" y="1595"/>
                    </a:cubicBezTo>
                    <a:cubicBezTo>
                      <a:pt x="3224" y="1574"/>
                      <a:pt x="3224" y="1552"/>
                      <a:pt x="3219" y="1536"/>
                    </a:cubicBezTo>
                    <a:cubicBezTo>
                      <a:pt x="3186" y="1307"/>
                      <a:pt x="3170" y="1079"/>
                      <a:pt x="3175" y="856"/>
                    </a:cubicBezTo>
                    <a:cubicBezTo>
                      <a:pt x="3175" y="742"/>
                      <a:pt x="3181" y="628"/>
                      <a:pt x="3181" y="514"/>
                    </a:cubicBezTo>
                    <a:cubicBezTo>
                      <a:pt x="3181" y="400"/>
                      <a:pt x="3159" y="296"/>
                      <a:pt x="3148" y="188"/>
                    </a:cubicBezTo>
                    <a:cubicBezTo>
                      <a:pt x="3143" y="128"/>
                      <a:pt x="3148" y="57"/>
                      <a:pt x="3094" y="19"/>
                    </a:cubicBezTo>
                    <a:cubicBezTo>
                      <a:pt x="3076" y="6"/>
                      <a:pt x="3056" y="0"/>
                      <a:pt x="3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20"/>
              <p:cNvSpPr/>
              <p:nvPr/>
            </p:nvSpPr>
            <p:spPr>
              <a:xfrm>
                <a:off x="4059425" y="2250675"/>
                <a:ext cx="26425" cy="36225"/>
              </a:xfrm>
              <a:custGeom>
                <a:rect b="b" l="l" r="r" t="t"/>
                <a:pathLst>
                  <a:path extrusionOk="0" h="1449" w="1057">
                    <a:moveTo>
                      <a:pt x="274" y="332"/>
                    </a:moveTo>
                    <a:cubicBezTo>
                      <a:pt x="367" y="413"/>
                      <a:pt x="443" y="500"/>
                      <a:pt x="508" y="598"/>
                    </a:cubicBezTo>
                    <a:cubicBezTo>
                      <a:pt x="459" y="615"/>
                      <a:pt x="410" y="631"/>
                      <a:pt x="361" y="653"/>
                    </a:cubicBezTo>
                    <a:cubicBezTo>
                      <a:pt x="318" y="674"/>
                      <a:pt x="280" y="696"/>
                      <a:pt x="242" y="723"/>
                    </a:cubicBezTo>
                    <a:lnTo>
                      <a:pt x="242" y="696"/>
                    </a:lnTo>
                    <a:cubicBezTo>
                      <a:pt x="247" y="631"/>
                      <a:pt x="258" y="566"/>
                      <a:pt x="269" y="506"/>
                    </a:cubicBezTo>
                    <a:cubicBezTo>
                      <a:pt x="280" y="446"/>
                      <a:pt x="280" y="392"/>
                      <a:pt x="274" y="332"/>
                    </a:cubicBezTo>
                    <a:close/>
                    <a:moveTo>
                      <a:pt x="172" y="0"/>
                    </a:moveTo>
                    <a:cubicBezTo>
                      <a:pt x="124" y="0"/>
                      <a:pt x="79" y="32"/>
                      <a:pt x="68" y="82"/>
                    </a:cubicBezTo>
                    <a:cubicBezTo>
                      <a:pt x="40" y="212"/>
                      <a:pt x="79" y="337"/>
                      <a:pt x="62" y="462"/>
                    </a:cubicBezTo>
                    <a:cubicBezTo>
                      <a:pt x="46" y="533"/>
                      <a:pt x="35" y="604"/>
                      <a:pt x="35" y="680"/>
                    </a:cubicBezTo>
                    <a:cubicBezTo>
                      <a:pt x="35" y="745"/>
                      <a:pt x="40" y="816"/>
                      <a:pt x="40" y="881"/>
                    </a:cubicBezTo>
                    <a:cubicBezTo>
                      <a:pt x="8" y="913"/>
                      <a:pt x="8" y="968"/>
                      <a:pt x="40" y="995"/>
                    </a:cubicBezTo>
                    <a:cubicBezTo>
                      <a:pt x="40" y="1028"/>
                      <a:pt x="40" y="1055"/>
                      <a:pt x="35" y="1087"/>
                    </a:cubicBezTo>
                    <a:cubicBezTo>
                      <a:pt x="30" y="1147"/>
                      <a:pt x="30" y="1207"/>
                      <a:pt x="30" y="1272"/>
                    </a:cubicBezTo>
                    <a:cubicBezTo>
                      <a:pt x="30" y="1303"/>
                      <a:pt x="1" y="1448"/>
                      <a:pt x="74" y="1448"/>
                    </a:cubicBezTo>
                    <a:cubicBezTo>
                      <a:pt x="78" y="1448"/>
                      <a:pt x="84" y="1448"/>
                      <a:pt x="89" y="1446"/>
                    </a:cubicBezTo>
                    <a:cubicBezTo>
                      <a:pt x="122" y="1441"/>
                      <a:pt x="122" y="1414"/>
                      <a:pt x="138" y="1386"/>
                    </a:cubicBezTo>
                    <a:cubicBezTo>
                      <a:pt x="166" y="1343"/>
                      <a:pt x="187" y="1299"/>
                      <a:pt x="193" y="1250"/>
                    </a:cubicBezTo>
                    <a:cubicBezTo>
                      <a:pt x="209" y="1158"/>
                      <a:pt x="225" y="1071"/>
                      <a:pt x="236" y="984"/>
                    </a:cubicBezTo>
                    <a:cubicBezTo>
                      <a:pt x="318" y="946"/>
                      <a:pt x="394" y="892"/>
                      <a:pt x="481" y="865"/>
                    </a:cubicBezTo>
                    <a:cubicBezTo>
                      <a:pt x="535" y="848"/>
                      <a:pt x="606" y="837"/>
                      <a:pt x="666" y="821"/>
                    </a:cubicBezTo>
                    <a:cubicBezTo>
                      <a:pt x="676" y="832"/>
                      <a:pt x="687" y="848"/>
                      <a:pt x="704" y="859"/>
                    </a:cubicBezTo>
                    <a:cubicBezTo>
                      <a:pt x="763" y="946"/>
                      <a:pt x="774" y="1060"/>
                      <a:pt x="861" y="1125"/>
                    </a:cubicBezTo>
                    <a:cubicBezTo>
                      <a:pt x="883" y="1147"/>
                      <a:pt x="908" y="1156"/>
                      <a:pt x="933" y="1156"/>
                    </a:cubicBezTo>
                    <a:cubicBezTo>
                      <a:pt x="996" y="1156"/>
                      <a:pt x="1056" y="1096"/>
                      <a:pt x="1041" y="1022"/>
                    </a:cubicBezTo>
                    <a:cubicBezTo>
                      <a:pt x="1014" y="908"/>
                      <a:pt x="965" y="805"/>
                      <a:pt x="894" y="718"/>
                    </a:cubicBezTo>
                    <a:cubicBezTo>
                      <a:pt x="861" y="680"/>
                      <a:pt x="829" y="647"/>
                      <a:pt x="791" y="615"/>
                    </a:cubicBezTo>
                    <a:cubicBezTo>
                      <a:pt x="763" y="576"/>
                      <a:pt x="742" y="533"/>
                      <a:pt x="720" y="489"/>
                    </a:cubicBezTo>
                    <a:cubicBezTo>
                      <a:pt x="590" y="299"/>
                      <a:pt x="421" y="142"/>
                      <a:pt x="231" y="17"/>
                    </a:cubicBezTo>
                    <a:cubicBezTo>
                      <a:pt x="212" y="6"/>
                      <a:pt x="192"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20"/>
              <p:cNvSpPr/>
              <p:nvPr/>
            </p:nvSpPr>
            <p:spPr>
              <a:xfrm>
                <a:off x="4118325" y="2218050"/>
                <a:ext cx="27600" cy="37700"/>
              </a:xfrm>
              <a:custGeom>
                <a:rect b="b" l="l" r="r" t="t"/>
                <a:pathLst>
                  <a:path extrusionOk="0" h="1508" w="1104">
                    <a:moveTo>
                      <a:pt x="498" y="222"/>
                    </a:moveTo>
                    <a:cubicBezTo>
                      <a:pt x="510" y="222"/>
                      <a:pt x="521" y="222"/>
                      <a:pt x="533" y="224"/>
                    </a:cubicBezTo>
                    <a:cubicBezTo>
                      <a:pt x="582" y="229"/>
                      <a:pt x="734" y="256"/>
                      <a:pt x="739" y="321"/>
                    </a:cubicBezTo>
                    <a:cubicBezTo>
                      <a:pt x="745" y="354"/>
                      <a:pt x="680" y="430"/>
                      <a:pt x="663" y="457"/>
                    </a:cubicBezTo>
                    <a:cubicBezTo>
                      <a:pt x="631" y="523"/>
                      <a:pt x="582" y="577"/>
                      <a:pt x="527" y="626"/>
                    </a:cubicBezTo>
                    <a:cubicBezTo>
                      <a:pt x="506" y="648"/>
                      <a:pt x="484" y="664"/>
                      <a:pt x="462" y="680"/>
                    </a:cubicBezTo>
                    <a:lnTo>
                      <a:pt x="457" y="680"/>
                    </a:lnTo>
                    <a:cubicBezTo>
                      <a:pt x="408" y="691"/>
                      <a:pt x="359" y="702"/>
                      <a:pt x="310" y="724"/>
                    </a:cubicBezTo>
                    <a:cubicBezTo>
                      <a:pt x="305" y="653"/>
                      <a:pt x="299" y="582"/>
                      <a:pt x="288" y="512"/>
                    </a:cubicBezTo>
                    <a:cubicBezTo>
                      <a:pt x="283" y="463"/>
                      <a:pt x="277" y="419"/>
                      <a:pt x="272" y="370"/>
                    </a:cubicBezTo>
                    <a:cubicBezTo>
                      <a:pt x="266" y="349"/>
                      <a:pt x="266" y="321"/>
                      <a:pt x="261" y="300"/>
                    </a:cubicBezTo>
                    <a:cubicBezTo>
                      <a:pt x="305" y="283"/>
                      <a:pt x="353" y="267"/>
                      <a:pt x="397" y="245"/>
                    </a:cubicBezTo>
                    <a:cubicBezTo>
                      <a:pt x="426" y="229"/>
                      <a:pt x="461" y="222"/>
                      <a:pt x="498" y="222"/>
                    </a:cubicBezTo>
                    <a:close/>
                    <a:moveTo>
                      <a:pt x="604" y="838"/>
                    </a:moveTo>
                    <a:cubicBezTo>
                      <a:pt x="636" y="838"/>
                      <a:pt x="669" y="845"/>
                      <a:pt x="701" y="860"/>
                    </a:cubicBezTo>
                    <a:cubicBezTo>
                      <a:pt x="739" y="881"/>
                      <a:pt x="816" y="925"/>
                      <a:pt x="832" y="974"/>
                    </a:cubicBezTo>
                    <a:cubicBezTo>
                      <a:pt x="843" y="1039"/>
                      <a:pt x="767" y="1104"/>
                      <a:pt x="729" y="1142"/>
                    </a:cubicBezTo>
                    <a:cubicBezTo>
                      <a:pt x="652" y="1213"/>
                      <a:pt x="555" y="1256"/>
                      <a:pt x="446" y="1278"/>
                    </a:cubicBezTo>
                    <a:cubicBezTo>
                      <a:pt x="408" y="1289"/>
                      <a:pt x="370" y="1300"/>
                      <a:pt x="332" y="1305"/>
                    </a:cubicBezTo>
                    <a:cubicBezTo>
                      <a:pt x="348" y="1240"/>
                      <a:pt x="353" y="1175"/>
                      <a:pt x="348" y="1110"/>
                    </a:cubicBezTo>
                    <a:cubicBezTo>
                      <a:pt x="343" y="1061"/>
                      <a:pt x="326" y="1017"/>
                      <a:pt x="321" y="968"/>
                    </a:cubicBezTo>
                    <a:lnTo>
                      <a:pt x="321" y="925"/>
                    </a:lnTo>
                    <a:cubicBezTo>
                      <a:pt x="402" y="919"/>
                      <a:pt x="484" y="887"/>
                      <a:pt x="555" y="843"/>
                    </a:cubicBezTo>
                    <a:cubicBezTo>
                      <a:pt x="571" y="840"/>
                      <a:pt x="587" y="838"/>
                      <a:pt x="604" y="838"/>
                    </a:cubicBezTo>
                    <a:close/>
                    <a:moveTo>
                      <a:pt x="462" y="1"/>
                    </a:moveTo>
                    <a:cubicBezTo>
                      <a:pt x="435" y="1"/>
                      <a:pt x="408" y="2"/>
                      <a:pt x="381" y="6"/>
                    </a:cubicBezTo>
                    <a:cubicBezTo>
                      <a:pt x="332" y="17"/>
                      <a:pt x="283" y="44"/>
                      <a:pt x="234" y="60"/>
                    </a:cubicBezTo>
                    <a:cubicBezTo>
                      <a:pt x="174" y="77"/>
                      <a:pt x="114" y="99"/>
                      <a:pt x="60" y="126"/>
                    </a:cubicBezTo>
                    <a:cubicBezTo>
                      <a:pt x="22" y="147"/>
                      <a:pt x="0" y="185"/>
                      <a:pt x="0" y="229"/>
                    </a:cubicBezTo>
                    <a:cubicBezTo>
                      <a:pt x="6" y="316"/>
                      <a:pt x="27" y="403"/>
                      <a:pt x="38" y="490"/>
                    </a:cubicBezTo>
                    <a:cubicBezTo>
                      <a:pt x="54" y="599"/>
                      <a:pt x="54" y="707"/>
                      <a:pt x="76" y="816"/>
                    </a:cubicBezTo>
                    <a:cubicBezTo>
                      <a:pt x="76" y="908"/>
                      <a:pt x="87" y="995"/>
                      <a:pt x="109" y="1088"/>
                    </a:cubicBezTo>
                    <a:cubicBezTo>
                      <a:pt x="120" y="1131"/>
                      <a:pt x="131" y="1175"/>
                      <a:pt x="136" y="1224"/>
                    </a:cubicBezTo>
                    <a:cubicBezTo>
                      <a:pt x="98" y="1235"/>
                      <a:pt x="71" y="1273"/>
                      <a:pt x="76" y="1316"/>
                    </a:cubicBezTo>
                    <a:cubicBezTo>
                      <a:pt x="91" y="1462"/>
                      <a:pt x="194" y="1508"/>
                      <a:pt x="309" y="1508"/>
                    </a:cubicBezTo>
                    <a:cubicBezTo>
                      <a:pt x="362" y="1508"/>
                      <a:pt x="417" y="1498"/>
                      <a:pt x="468" y="1485"/>
                    </a:cubicBezTo>
                    <a:cubicBezTo>
                      <a:pt x="549" y="1468"/>
                      <a:pt x="631" y="1441"/>
                      <a:pt x="707" y="1414"/>
                    </a:cubicBezTo>
                    <a:cubicBezTo>
                      <a:pt x="810" y="1360"/>
                      <a:pt x="897" y="1278"/>
                      <a:pt x="962" y="1180"/>
                    </a:cubicBezTo>
                    <a:cubicBezTo>
                      <a:pt x="1104" y="979"/>
                      <a:pt x="984" y="783"/>
                      <a:pt x="783" y="686"/>
                    </a:cubicBezTo>
                    <a:lnTo>
                      <a:pt x="783" y="691"/>
                    </a:lnTo>
                    <a:lnTo>
                      <a:pt x="756" y="680"/>
                    </a:lnTo>
                    <a:cubicBezTo>
                      <a:pt x="788" y="642"/>
                      <a:pt x="816" y="599"/>
                      <a:pt x="843" y="561"/>
                    </a:cubicBezTo>
                    <a:cubicBezTo>
                      <a:pt x="902" y="490"/>
                      <a:pt x="935" y="403"/>
                      <a:pt x="951" y="316"/>
                    </a:cubicBezTo>
                    <a:cubicBezTo>
                      <a:pt x="951" y="142"/>
                      <a:pt x="761" y="55"/>
                      <a:pt x="620" y="22"/>
                    </a:cubicBezTo>
                    <a:cubicBezTo>
                      <a:pt x="569" y="8"/>
                      <a:pt x="516" y="1"/>
                      <a:pt x="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20"/>
              <p:cNvSpPr/>
              <p:nvPr/>
            </p:nvSpPr>
            <p:spPr>
              <a:xfrm>
                <a:off x="4176200" y="2264400"/>
                <a:ext cx="29650" cy="24900"/>
              </a:xfrm>
              <a:custGeom>
                <a:rect b="b" l="l" r="r" t="t"/>
                <a:pathLst>
                  <a:path extrusionOk="0" h="996" w="1186">
                    <a:moveTo>
                      <a:pt x="520" y="1"/>
                    </a:moveTo>
                    <a:cubicBezTo>
                      <a:pt x="451" y="1"/>
                      <a:pt x="383" y="12"/>
                      <a:pt x="316" y="33"/>
                    </a:cubicBezTo>
                    <a:cubicBezTo>
                      <a:pt x="207" y="82"/>
                      <a:pt x="126" y="180"/>
                      <a:pt x="88" y="299"/>
                    </a:cubicBezTo>
                    <a:cubicBezTo>
                      <a:pt x="1" y="517"/>
                      <a:pt x="77" y="821"/>
                      <a:pt x="305" y="930"/>
                    </a:cubicBezTo>
                    <a:cubicBezTo>
                      <a:pt x="414" y="973"/>
                      <a:pt x="533" y="995"/>
                      <a:pt x="653" y="995"/>
                    </a:cubicBezTo>
                    <a:cubicBezTo>
                      <a:pt x="678" y="995"/>
                      <a:pt x="703" y="996"/>
                      <a:pt x="729" y="996"/>
                    </a:cubicBezTo>
                    <a:cubicBezTo>
                      <a:pt x="822" y="996"/>
                      <a:pt x="916" y="986"/>
                      <a:pt x="963" y="892"/>
                    </a:cubicBezTo>
                    <a:cubicBezTo>
                      <a:pt x="985" y="848"/>
                      <a:pt x="974" y="794"/>
                      <a:pt x="930" y="767"/>
                    </a:cubicBezTo>
                    <a:cubicBezTo>
                      <a:pt x="907" y="750"/>
                      <a:pt x="884" y="744"/>
                      <a:pt x="860" y="744"/>
                    </a:cubicBezTo>
                    <a:cubicBezTo>
                      <a:pt x="823" y="744"/>
                      <a:pt x="785" y="758"/>
                      <a:pt x="745" y="761"/>
                    </a:cubicBezTo>
                    <a:cubicBezTo>
                      <a:pt x="669" y="761"/>
                      <a:pt x="593" y="761"/>
                      <a:pt x="517" y="745"/>
                    </a:cubicBezTo>
                    <a:cubicBezTo>
                      <a:pt x="452" y="745"/>
                      <a:pt x="392" y="712"/>
                      <a:pt x="349" y="663"/>
                    </a:cubicBezTo>
                    <a:cubicBezTo>
                      <a:pt x="300" y="609"/>
                      <a:pt x="273" y="528"/>
                      <a:pt x="283" y="451"/>
                    </a:cubicBezTo>
                    <a:cubicBezTo>
                      <a:pt x="294" y="381"/>
                      <a:pt x="322" y="321"/>
                      <a:pt x="370" y="267"/>
                    </a:cubicBezTo>
                    <a:lnTo>
                      <a:pt x="381" y="272"/>
                    </a:lnTo>
                    <a:cubicBezTo>
                      <a:pt x="414" y="243"/>
                      <a:pt x="456" y="237"/>
                      <a:pt x="499" y="237"/>
                    </a:cubicBezTo>
                    <a:cubicBezTo>
                      <a:pt x="528" y="237"/>
                      <a:pt x="556" y="239"/>
                      <a:pt x="582" y="239"/>
                    </a:cubicBezTo>
                    <a:cubicBezTo>
                      <a:pt x="653" y="250"/>
                      <a:pt x="713" y="267"/>
                      <a:pt x="773" y="299"/>
                    </a:cubicBezTo>
                    <a:cubicBezTo>
                      <a:pt x="822" y="316"/>
                      <a:pt x="865" y="337"/>
                      <a:pt x="903" y="370"/>
                    </a:cubicBezTo>
                    <a:cubicBezTo>
                      <a:pt x="912" y="379"/>
                      <a:pt x="924" y="383"/>
                      <a:pt x="937" y="383"/>
                    </a:cubicBezTo>
                    <a:cubicBezTo>
                      <a:pt x="948" y="383"/>
                      <a:pt x="959" y="380"/>
                      <a:pt x="968" y="375"/>
                    </a:cubicBezTo>
                    <a:cubicBezTo>
                      <a:pt x="1186" y="250"/>
                      <a:pt x="784" y="44"/>
                      <a:pt x="686" y="22"/>
                    </a:cubicBezTo>
                    <a:cubicBezTo>
                      <a:pt x="630" y="8"/>
                      <a:pt x="575" y="1"/>
                      <a:pt x="5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20"/>
              <p:cNvSpPr/>
              <p:nvPr/>
            </p:nvSpPr>
            <p:spPr>
              <a:xfrm>
                <a:off x="4100675" y="2259050"/>
                <a:ext cx="8150" cy="10300"/>
              </a:xfrm>
              <a:custGeom>
                <a:rect b="b" l="l" r="r" t="t"/>
                <a:pathLst>
                  <a:path extrusionOk="0" h="412" w="326">
                    <a:moveTo>
                      <a:pt x="326" y="122"/>
                    </a:moveTo>
                    <a:cubicBezTo>
                      <a:pt x="326" y="124"/>
                      <a:pt x="326" y="125"/>
                      <a:pt x="326" y="127"/>
                    </a:cubicBezTo>
                    <a:lnTo>
                      <a:pt x="326" y="127"/>
                    </a:lnTo>
                    <a:cubicBezTo>
                      <a:pt x="326" y="127"/>
                      <a:pt x="326" y="127"/>
                      <a:pt x="326" y="127"/>
                    </a:cubicBezTo>
                    <a:lnTo>
                      <a:pt x="326" y="122"/>
                    </a:lnTo>
                    <a:close/>
                    <a:moveTo>
                      <a:pt x="163" y="84"/>
                    </a:moveTo>
                    <a:cubicBezTo>
                      <a:pt x="190" y="84"/>
                      <a:pt x="228" y="95"/>
                      <a:pt x="228" y="133"/>
                    </a:cubicBezTo>
                    <a:cubicBezTo>
                      <a:pt x="228" y="149"/>
                      <a:pt x="222" y="160"/>
                      <a:pt x="211" y="176"/>
                    </a:cubicBezTo>
                    <a:lnTo>
                      <a:pt x="217" y="176"/>
                    </a:lnTo>
                    <a:cubicBezTo>
                      <a:pt x="195" y="209"/>
                      <a:pt x="173" y="247"/>
                      <a:pt x="146" y="280"/>
                    </a:cubicBezTo>
                    <a:cubicBezTo>
                      <a:pt x="141" y="269"/>
                      <a:pt x="135" y="252"/>
                      <a:pt x="125" y="241"/>
                    </a:cubicBezTo>
                    <a:cubicBezTo>
                      <a:pt x="97" y="198"/>
                      <a:pt x="70" y="154"/>
                      <a:pt x="43" y="116"/>
                    </a:cubicBezTo>
                    <a:cubicBezTo>
                      <a:pt x="54" y="111"/>
                      <a:pt x="65" y="111"/>
                      <a:pt x="76" y="106"/>
                    </a:cubicBezTo>
                    <a:cubicBezTo>
                      <a:pt x="103" y="89"/>
                      <a:pt x="130" y="84"/>
                      <a:pt x="163" y="84"/>
                    </a:cubicBezTo>
                    <a:close/>
                    <a:moveTo>
                      <a:pt x="165" y="1"/>
                    </a:moveTo>
                    <a:cubicBezTo>
                      <a:pt x="133" y="1"/>
                      <a:pt x="103" y="11"/>
                      <a:pt x="76" y="29"/>
                    </a:cubicBezTo>
                    <a:cubicBezTo>
                      <a:pt x="54" y="46"/>
                      <a:pt x="43" y="78"/>
                      <a:pt x="27" y="95"/>
                    </a:cubicBezTo>
                    <a:cubicBezTo>
                      <a:pt x="24" y="94"/>
                      <a:pt x="21" y="93"/>
                      <a:pt x="19" y="93"/>
                    </a:cubicBezTo>
                    <a:cubicBezTo>
                      <a:pt x="7" y="93"/>
                      <a:pt x="0" y="103"/>
                      <a:pt x="5" y="116"/>
                    </a:cubicBezTo>
                    <a:cubicBezTo>
                      <a:pt x="21" y="165"/>
                      <a:pt x="38" y="209"/>
                      <a:pt x="59" y="258"/>
                    </a:cubicBezTo>
                    <a:cubicBezTo>
                      <a:pt x="70" y="285"/>
                      <a:pt x="81" y="307"/>
                      <a:pt x="97" y="334"/>
                    </a:cubicBezTo>
                    <a:cubicBezTo>
                      <a:pt x="86" y="345"/>
                      <a:pt x="81" y="356"/>
                      <a:pt x="81" y="372"/>
                    </a:cubicBezTo>
                    <a:lnTo>
                      <a:pt x="81" y="377"/>
                    </a:lnTo>
                    <a:cubicBezTo>
                      <a:pt x="81" y="383"/>
                      <a:pt x="86" y="383"/>
                      <a:pt x="86" y="388"/>
                    </a:cubicBezTo>
                    <a:cubicBezTo>
                      <a:pt x="95" y="402"/>
                      <a:pt x="108" y="411"/>
                      <a:pt x="124" y="411"/>
                    </a:cubicBezTo>
                    <a:cubicBezTo>
                      <a:pt x="128" y="411"/>
                      <a:pt x="132" y="411"/>
                      <a:pt x="135" y="410"/>
                    </a:cubicBezTo>
                    <a:cubicBezTo>
                      <a:pt x="195" y="394"/>
                      <a:pt x="239" y="323"/>
                      <a:pt x="271" y="280"/>
                    </a:cubicBezTo>
                    <a:cubicBezTo>
                      <a:pt x="308" y="237"/>
                      <a:pt x="325" y="185"/>
                      <a:pt x="326" y="127"/>
                    </a:cubicBezTo>
                    <a:lnTo>
                      <a:pt x="326" y="127"/>
                    </a:lnTo>
                    <a:cubicBezTo>
                      <a:pt x="315" y="57"/>
                      <a:pt x="255" y="2"/>
                      <a:pt x="184" y="2"/>
                    </a:cubicBezTo>
                    <a:cubicBezTo>
                      <a:pt x="178" y="1"/>
                      <a:pt x="171" y="1"/>
                      <a:pt x="1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20"/>
              <p:cNvSpPr/>
              <p:nvPr/>
            </p:nvSpPr>
            <p:spPr>
              <a:xfrm>
                <a:off x="4091125" y="2270775"/>
                <a:ext cx="9550" cy="11575"/>
              </a:xfrm>
              <a:custGeom>
                <a:rect b="b" l="l" r="r" t="t"/>
                <a:pathLst>
                  <a:path extrusionOk="0" h="463" w="382">
                    <a:moveTo>
                      <a:pt x="225" y="0"/>
                    </a:moveTo>
                    <a:cubicBezTo>
                      <a:pt x="221" y="0"/>
                      <a:pt x="217" y="2"/>
                      <a:pt x="213" y="6"/>
                    </a:cubicBezTo>
                    <a:cubicBezTo>
                      <a:pt x="169" y="6"/>
                      <a:pt x="131" y="23"/>
                      <a:pt x="104" y="50"/>
                    </a:cubicBezTo>
                    <a:cubicBezTo>
                      <a:pt x="72" y="77"/>
                      <a:pt x="61" y="137"/>
                      <a:pt x="23" y="142"/>
                    </a:cubicBezTo>
                    <a:cubicBezTo>
                      <a:pt x="1" y="148"/>
                      <a:pt x="6" y="180"/>
                      <a:pt x="28" y="186"/>
                    </a:cubicBezTo>
                    <a:lnTo>
                      <a:pt x="34" y="186"/>
                    </a:lnTo>
                    <a:cubicBezTo>
                      <a:pt x="34" y="191"/>
                      <a:pt x="34" y="202"/>
                      <a:pt x="39" y="207"/>
                    </a:cubicBezTo>
                    <a:cubicBezTo>
                      <a:pt x="72" y="251"/>
                      <a:pt x="55" y="327"/>
                      <a:pt x="77" y="376"/>
                    </a:cubicBezTo>
                    <a:cubicBezTo>
                      <a:pt x="93" y="425"/>
                      <a:pt x="142" y="463"/>
                      <a:pt x="197" y="463"/>
                    </a:cubicBezTo>
                    <a:cubicBezTo>
                      <a:pt x="251" y="463"/>
                      <a:pt x="300" y="446"/>
                      <a:pt x="338" y="408"/>
                    </a:cubicBezTo>
                    <a:cubicBezTo>
                      <a:pt x="365" y="381"/>
                      <a:pt x="381" y="327"/>
                      <a:pt x="354" y="294"/>
                    </a:cubicBezTo>
                    <a:cubicBezTo>
                      <a:pt x="349" y="292"/>
                      <a:pt x="345" y="290"/>
                      <a:pt x="341" y="290"/>
                    </a:cubicBezTo>
                    <a:cubicBezTo>
                      <a:pt x="338" y="290"/>
                      <a:pt x="335" y="292"/>
                      <a:pt x="333" y="294"/>
                    </a:cubicBezTo>
                    <a:cubicBezTo>
                      <a:pt x="304" y="318"/>
                      <a:pt x="249" y="372"/>
                      <a:pt x="203" y="372"/>
                    </a:cubicBezTo>
                    <a:cubicBezTo>
                      <a:pt x="187" y="372"/>
                      <a:pt x="171" y="366"/>
                      <a:pt x="159" y="349"/>
                    </a:cubicBezTo>
                    <a:cubicBezTo>
                      <a:pt x="153" y="343"/>
                      <a:pt x="148" y="332"/>
                      <a:pt x="142" y="321"/>
                    </a:cubicBezTo>
                    <a:cubicBezTo>
                      <a:pt x="159" y="316"/>
                      <a:pt x="169" y="311"/>
                      <a:pt x="186" y="305"/>
                    </a:cubicBezTo>
                    <a:cubicBezTo>
                      <a:pt x="218" y="294"/>
                      <a:pt x="262" y="278"/>
                      <a:pt x="278" y="245"/>
                    </a:cubicBezTo>
                    <a:cubicBezTo>
                      <a:pt x="293" y="221"/>
                      <a:pt x="273" y="189"/>
                      <a:pt x="246" y="189"/>
                    </a:cubicBezTo>
                    <a:cubicBezTo>
                      <a:pt x="242" y="189"/>
                      <a:pt x="239" y="190"/>
                      <a:pt x="235" y="191"/>
                    </a:cubicBezTo>
                    <a:cubicBezTo>
                      <a:pt x="213" y="196"/>
                      <a:pt x="197" y="202"/>
                      <a:pt x="180" y="213"/>
                    </a:cubicBezTo>
                    <a:cubicBezTo>
                      <a:pt x="159" y="224"/>
                      <a:pt x="142" y="229"/>
                      <a:pt x="126" y="240"/>
                    </a:cubicBezTo>
                    <a:cubicBezTo>
                      <a:pt x="115" y="213"/>
                      <a:pt x="93" y="191"/>
                      <a:pt x="72" y="175"/>
                    </a:cubicBezTo>
                    <a:cubicBezTo>
                      <a:pt x="88" y="164"/>
                      <a:pt x="99" y="148"/>
                      <a:pt x="115" y="137"/>
                    </a:cubicBezTo>
                    <a:cubicBezTo>
                      <a:pt x="153" y="93"/>
                      <a:pt x="208" y="99"/>
                      <a:pt x="246" y="66"/>
                    </a:cubicBezTo>
                    <a:cubicBezTo>
                      <a:pt x="251" y="61"/>
                      <a:pt x="256" y="44"/>
                      <a:pt x="251" y="33"/>
                    </a:cubicBezTo>
                    <a:cubicBezTo>
                      <a:pt x="251" y="28"/>
                      <a:pt x="246" y="17"/>
                      <a:pt x="246" y="12"/>
                    </a:cubicBezTo>
                    <a:cubicBezTo>
                      <a:pt x="239" y="5"/>
                      <a:pt x="232"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20"/>
              <p:cNvSpPr/>
              <p:nvPr/>
            </p:nvSpPr>
            <p:spPr>
              <a:xfrm>
                <a:off x="4142500" y="2260700"/>
                <a:ext cx="8600" cy="9925"/>
              </a:xfrm>
              <a:custGeom>
                <a:rect b="b" l="l" r="r" t="t"/>
                <a:pathLst>
                  <a:path extrusionOk="0" h="397" w="344">
                    <a:moveTo>
                      <a:pt x="192" y="0"/>
                    </a:moveTo>
                    <a:cubicBezTo>
                      <a:pt x="190" y="0"/>
                      <a:pt x="188" y="1"/>
                      <a:pt x="186" y="2"/>
                    </a:cubicBezTo>
                    <a:cubicBezTo>
                      <a:pt x="169" y="7"/>
                      <a:pt x="158" y="2"/>
                      <a:pt x="142" y="12"/>
                    </a:cubicBezTo>
                    <a:cubicBezTo>
                      <a:pt x="120" y="18"/>
                      <a:pt x="104" y="23"/>
                      <a:pt x="88" y="34"/>
                    </a:cubicBezTo>
                    <a:cubicBezTo>
                      <a:pt x="61" y="50"/>
                      <a:pt x="33" y="72"/>
                      <a:pt x="12" y="94"/>
                    </a:cubicBezTo>
                    <a:cubicBezTo>
                      <a:pt x="1" y="105"/>
                      <a:pt x="12" y="116"/>
                      <a:pt x="17" y="116"/>
                    </a:cubicBezTo>
                    <a:cubicBezTo>
                      <a:pt x="12" y="127"/>
                      <a:pt x="12" y="137"/>
                      <a:pt x="17" y="148"/>
                    </a:cubicBezTo>
                    <a:cubicBezTo>
                      <a:pt x="39" y="181"/>
                      <a:pt x="50" y="214"/>
                      <a:pt x="55" y="252"/>
                    </a:cubicBezTo>
                    <a:lnTo>
                      <a:pt x="55" y="262"/>
                    </a:lnTo>
                    <a:lnTo>
                      <a:pt x="44" y="262"/>
                    </a:lnTo>
                    <a:cubicBezTo>
                      <a:pt x="28" y="262"/>
                      <a:pt x="28" y="284"/>
                      <a:pt x="44" y="290"/>
                    </a:cubicBezTo>
                    <a:lnTo>
                      <a:pt x="61" y="290"/>
                    </a:lnTo>
                    <a:cubicBezTo>
                      <a:pt x="55" y="322"/>
                      <a:pt x="66" y="349"/>
                      <a:pt x="82" y="377"/>
                    </a:cubicBezTo>
                    <a:cubicBezTo>
                      <a:pt x="93" y="391"/>
                      <a:pt x="108" y="397"/>
                      <a:pt x="123" y="397"/>
                    </a:cubicBezTo>
                    <a:cubicBezTo>
                      <a:pt x="158" y="397"/>
                      <a:pt x="192" y="362"/>
                      <a:pt x="169" y="328"/>
                    </a:cubicBezTo>
                    <a:cubicBezTo>
                      <a:pt x="158" y="317"/>
                      <a:pt x="158" y="306"/>
                      <a:pt x="153" y="295"/>
                    </a:cubicBezTo>
                    <a:lnTo>
                      <a:pt x="158" y="295"/>
                    </a:lnTo>
                    <a:cubicBezTo>
                      <a:pt x="180" y="295"/>
                      <a:pt x="207" y="295"/>
                      <a:pt x="229" y="290"/>
                    </a:cubicBezTo>
                    <a:cubicBezTo>
                      <a:pt x="245" y="284"/>
                      <a:pt x="273" y="268"/>
                      <a:pt x="283" y="268"/>
                    </a:cubicBezTo>
                    <a:cubicBezTo>
                      <a:pt x="343" y="248"/>
                      <a:pt x="325" y="168"/>
                      <a:pt x="275" y="168"/>
                    </a:cubicBezTo>
                    <a:cubicBezTo>
                      <a:pt x="271" y="168"/>
                      <a:pt x="266" y="169"/>
                      <a:pt x="262" y="170"/>
                    </a:cubicBezTo>
                    <a:cubicBezTo>
                      <a:pt x="234" y="175"/>
                      <a:pt x="213" y="186"/>
                      <a:pt x="191" y="203"/>
                    </a:cubicBezTo>
                    <a:cubicBezTo>
                      <a:pt x="188" y="200"/>
                      <a:pt x="184" y="199"/>
                      <a:pt x="180" y="199"/>
                    </a:cubicBezTo>
                    <a:cubicBezTo>
                      <a:pt x="176" y="199"/>
                      <a:pt x="172" y="200"/>
                      <a:pt x="169" y="203"/>
                    </a:cubicBezTo>
                    <a:cubicBezTo>
                      <a:pt x="158" y="203"/>
                      <a:pt x="147" y="208"/>
                      <a:pt x="137" y="214"/>
                    </a:cubicBezTo>
                    <a:lnTo>
                      <a:pt x="137" y="203"/>
                    </a:lnTo>
                    <a:cubicBezTo>
                      <a:pt x="126" y="165"/>
                      <a:pt x="99" y="137"/>
                      <a:pt x="71" y="110"/>
                    </a:cubicBezTo>
                    <a:cubicBezTo>
                      <a:pt x="88" y="110"/>
                      <a:pt x="109" y="105"/>
                      <a:pt x="126" y="99"/>
                    </a:cubicBezTo>
                    <a:cubicBezTo>
                      <a:pt x="142" y="94"/>
                      <a:pt x="158" y="88"/>
                      <a:pt x="175" y="78"/>
                    </a:cubicBezTo>
                    <a:cubicBezTo>
                      <a:pt x="191" y="67"/>
                      <a:pt x="196" y="45"/>
                      <a:pt x="207" y="23"/>
                    </a:cubicBezTo>
                    <a:cubicBezTo>
                      <a:pt x="212" y="14"/>
                      <a:pt x="205"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20"/>
              <p:cNvSpPr/>
              <p:nvPr/>
            </p:nvSpPr>
            <p:spPr>
              <a:xfrm>
                <a:off x="4159500" y="2250775"/>
                <a:ext cx="9200" cy="9925"/>
              </a:xfrm>
              <a:custGeom>
                <a:rect b="b" l="l" r="r" t="t"/>
                <a:pathLst>
                  <a:path extrusionOk="0" h="397" w="368">
                    <a:moveTo>
                      <a:pt x="204" y="1"/>
                    </a:moveTo>
                    <a:cubicBezTo>
                      <a:pt x="158" y="1"/>
                      <a:pt x="112" y="18"/>
                      <a:pt x="76" y="51"/>
                    </a:cubicBezTo>
                    <a:cubicBezTo>
                      <a:pt x="16" y="105"/>
                      <a:pt x="0" y="197"/>
                      <a:pt x="44" y="268"/>
                    </a:cubicBezTo>
                    <a:cubicBezTo>
                      <a:pt x="73" y="317"/>
                      <a:pt x="124" y="396"/>
                      <a:pt x="189" y="396"/>
                    </a:cubicBezTo>
                    <a:cubicBezTo>
                      <a:pt x="197" y="396"/>
                      <a:pt x="204" y="395"/>
                      <a:pt x="212" y="393"/>
                    </a:cubicBezTo>
                    <a:cubicBezTo>
                      <a:pt x="288" y="377"/>
                      <a:pt x="348" y="273"/>
                      <a:pt x="359" y="203"/>
                    </a:cubicBezTo>
                    <a:cubicBezTo>
                      <a:pt x="368" y="172"/>
                      <a:pt x="340" y="144"/>
                      <a:pt x="312" y="144"/>
                    </a:cubicBezTo>
                    <a:cubicBezTo>
                      <a:pt x="306" y="144"/>
                      <a:pt x="300" y="146"/>
                      <a:pt x="294" y="148"/>
                    </a:cubicBezTo>
                    <a:lnTo>
                      <a:pt x="288" y="154"/>
                    </a:lnTo>
                    <a:cubicBezTo>
                      <a:pt x="280" y="146"/>
                      <a:pt x="270" y="142"/>
                      <a:pt x="260" y="142"/>
                    </a:cubicBezTo>
                    <a:cubicBezTo>
                      <a:pt x="243" y="142"/>
                      <a:pt x="226" y="153"/>
                      <a:pt x="223" y="170"/>
                    </a:cubicBezTo>
                    <a:cubicBezTo>
                      <a:pt x="218" y="187"/>
                      <a:pt x="218" y="197"/>
                      <a:pt x="223" y="208"/>
                    </a:cubicBezTo>
                    <a:cubicBezTo>
                      <a:pt x="223" y="225"/>
                      <a:pt x="228" y="241"/>
                      <a:pt x="245" y="252"/>
                    </a:cubicBezTo>
                    <a:cubicBezTo>
                      <a:pt x="239" y="268"/>
                      <a:pt x="223" y="290"/>
                      <a:pt x="207" y="301"/>
                    </a:cubicBezTo>
                    <a:cubicBezTo>
                      <a:pt x="197" y="304"/>
                      <a:pt x="199" y="307"/>
                      <a:pt x="198" y="307"/>
                    </a:cubicBezTo>
                    <a:cubicBezTo>
                      <a:pt x="197" y="307"/>
                      <a:pt x="194" y="305"/>
                      <a:pt x="185" y="301"/>
                    </a:cubicBezTo>
                    <a:cubicBezTo>
                      <a:pt x="180" y="301"/>
                      <a:pt x="174" y="284"/>
                      <a:pt x="169" y="279"/>
                    </a:cubicBezTo>
                    <a:cubicBezTo>
                      <a:pt x="147" y="263"/>
                      <a:pt x="136" y="241"/>
                      <a:pt x="120" y="219"/>
                    </a:cubicBezTo>
                    <a:cubicBezTo>
                      <a:pt x="93" y="181"/>
                      <a:pt x="103" y="132"/>
                      <a:pt x="142" y="105"/>
                    </a:cubicBezTo>
                    <a:cubicBezTo>
                      <a:pt x="158" y="89"/>
                      <a:pt x="215" y="58"/>
                      <a:pt x="252" y="58"/>
                    </a:cubicBezTo>
                    <a:cubicBezTo>
                      <a:pt x="266" y="58"/>
                      <a:pt x="277" y="62"/>
                      <a:pt x="283" y="72"/>
                    </a:cubicBezTo>
                    <a:cubicBezTo>
                      <a:pt x="284" y="74"/>
                      <a:pt x="287" y="75"/>
                      <a:pt x="289" y="75"/>
                    </a:cubicBezTo>
                    <a:cubicBezTo>
                      <a:pt x="294" y="75"/>
                      <a:pt x="301" y="71"/>
                      <a:pt x="305" y="67"/>
                    </a:cubicBezTo>
                    <a:cubicBezTo>
                      <a:pt x="305" y="56"/>
                      <a:pt x="305" y="51"/>
                      <a:pt x="305" y="40"/>
                    </a:cubicBezTo>
                    <a:cubicBezTo>
                      <a:pt x="305" y="34"/>
                      <a:pt x="299" y="29"/>
                      <a:pt x="294" y="23"/>
                    </a:cubicBezTo>
                    <a:cubicBezTo>
                      <a:pt x="266" y="8"/>
                      <a:pt x="235"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20"/>
              <p:cNvSpPr/>
              <p:nvPr/>
            </p:nvSpPr>
            <p:spPr>
              <a:xfrm>
                <a:off x="4165325" y="2270275"/>
                <a:ext cx="7100" cy="10250"/>
              </a:xfrm>
              <a:custGeom>
                <a:rect b="b" l="l" r="r" t="t"/>
                <a:pathLst>
                  <a:path extrusionOk="0" h="410" w="284">
                    <a:moveTo>
                      <a:pt x="224" y="0"/>
                    </a:moveTo>
                    <a:cubicBezTo>
                      <a:pt x="198" y="0"/>
                      <a:pt x="172" y="18"/>
                      <a:pt x="175" y="53"/>
                    </a:cubicBezTo>
                    <a:cubicBezTo>
                      <a:pt x="175" y="64"/>
                      <a:pt x="175" y="86"/>
                      <a:pt x="175" y="102"/>
                    </a:cubicBezTo>
                    <a:lnTo>
                      <a:pt x="175" y="124"/>
                    </a:lnTo>
                    <a:cubicBezTo>
                      <a:pt x="175" y="157"/>
                      <a:pt x="169" y="189"/>
                      <a:pt x="142" y="200"/>
                    </a:cubicBezTo>
                    <a:cubicBezTo>
                      <a:pt x="131" y="200"/>
                      <a:pt x="121" y="203"/>
                      <a:pt x="110" y="203"/>
                    </a:cubicBezTo>
                    <a:cubicBezTo>
                      <a:pt x="104" y="203"/>
                      <a:pt x="99" y="202"/>
                      <a:pt x="93" y="200"/>
                    </a:cubicBezTo>
                    <a:cubicBezTo>
                      <a:pt x="88" y="157"/>
                      <a:pt x="72" y="113"/>
                      <a:pt x="66" y="64"/>
                    </a:cubicBezTo>
                    <a:cubicBezTo>
                      <a:pt x="66" y="56"/>
                      <a:pt x="59" y="52"/>
                      <a:pt x="53" y="52"/>
                    </a:cubicBezTo>
                    <a:cubicBezTo>
                      <a:pt x="46" y="52"/>
                      <a:pt x="39" y="56"/>
                      <a:pt x="39" y="64"/>
                    </a:cubicBezTo>
                    <a:cubicBezTo>
                      <a:pt x="34" y="119"/>
                      <a:pt x="28" y="168"/>
                      <a:pt x="28" y="222"/>
                    </a:cubicBezTo>
                    <a:cubicBezTo>
                      <a:pt x="6" y="222"/>
                      <a:pt x="1" y="244"/>
                      <a:pt x="17" y="254"/>
                    </a:cubicBezTo>
                    <a:lnTo>
                      <a:pt x="23" y="260"/>
                    </a:lnTo>
                    <a:cubicBezTo>
                      <a:pt x="17" y="293"/>
                      <a:pt x="12" y="320"/>
                      <a:pt x="6" y="352"/>
                    </a:cubicBezTo>
                    <a:cubicBezTo>
                      <a:pt x="6" y="363"/>
                      <a:pt x="17" y="374"/>
                      <a:pt x="28" y="374"/>
                    </a:cubicBezTo>
                    <a:cubicBezTo>
                      <a:pt x="77" y="369"/>
                      <a:pt x="93" y="314"/>
                      <a:pt x="93" y="271"/>
                    </a:cubicBezTo>
                    <a:cubicBezTo>
                      <a:pt x="121" y="282"/>
                      <a:pt x="148" y="287"/>
                      <a:pt x="175" y="287"/>
                    </a:cubicBezTo>
                    <a:lnTo>
                      <a:pt x="175" y="358"/>
                    </a:lnTo>
                    <a:cubicBezTo>
                      <a:pt x="175" y="374"/>
                      <a:pt x="186" y="390"/>
                      <a:pt x="197" y="401"/>
                    </a:cubicBezTo>
                    <a:cubicBezTo>
                      <a:pt x="207" y="407"/>
                      <a:pt x="217" y="409"/>
                      <a:pt x="226" y="409"/>
                    </a:cubicBezTo>
                    <a:cubicBezTo>
                      <a:pt x="235" y="409"/>
                      <a:pt x="243" y="407"/>
                      <a:pt x="251" y="401"/>
                    </a:cubicBezTo>
                    <a:cubicBezTo>
                      <a:pt x="267" y="390"/>
                      <a:pt x="278" y="374"/>
                      <a:pt x="278" y="358"/>
                    </a:cubicBezTo>
                    <a:lnTo>
                      <a:pt x="278" y="195"/>
                    </a:lnTo>
                    <a:cubicBezTo>
                      <a:pt x="284" y="146"/>
                      <a:pt x="284" y="97"/>
                      <a:pt x="278" y="48"/>
                    </a:cubicBezTo>
                    <a:lnTo>
                      <a:pt x="278" y="53"/>
                    </a:lnTo>
                    <a:cubicBezTo>
                      <a:pt x="278" y="18"/>
                      <a:pt x="251" y="0"/>
                      <a:pt x="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20"/>
              <p:cNvSpPr/>
              <p:nvPr/>
            </p:nvSpPr>
            <p:spPr>
              <a:xfrm>
                <a:off x="4117225" y="2329925"/>
                <a:ext cx="8000" cy="8450"/>
              </a:xfrm>
              <a:custGeom>
                <a:rect b="b" l="l" r="r" t="t"/>
                <a:pathLst>
                  <a:path extrusionOk="0" h="338" w="320">
                    <a:moveTo>
                      <a:pt x="260" y="0"/>
                    </a:moveTo>
                    <a:cubicBezTo>
                      <a:pt x="252" y="0"/>
                      <a:pt x="243" y="3"/>
                      <a:pt x="234" y="10"/>
                    </a:cubicBezTo>
                    <a:cubicBezTo>
                      <a:pt x="180" y="65"/>
                      <a:pt x="137" y="124"/>
                      <a:pt x="82" y="173"/>
                    </a:cubicBezTo>
                    <a:cubicBezTo>
                      <a:pt x="39" y="211"/>
                      <a:pt x="1" y="249"/>
                      <a:pt x="12" y="309"/>
                    </a:cubicBezTo>
                    <a:cubicBezTo>
                      <a:pt x="18" y="328"/>
                      <a:pt x="34" y="337"/>
                      <a:pt x="51" y="337"/>
                    </a:cubicBezTo>
                    <a:cubicBezTo>
                      <a:pt x="63" y="337"/>
                      <a:pt x="75" y="332"/>
                      <a:pt x="82" y="320"/>
                    </a:cubicBezTo>
                    <a:cubicBezTo>
                      <a:pt x="109" y="282"/>
                      <a:pt x="137" y="249"/>
                      <a:pt x="169" y="222"/>
                    </a:cubicBezTo>
                    <a:cubicBezTo>
                      <a:pt x="213" y="173"/>
                      <a:pt x="251" y="119"/>
                      <a:pt x="294" y="70"/>
                    </a:cubicBezTo>
                    <a:cubicBezTo>
                      <a:pt x="320" y="40"/>
                      <a:pt x="292" y="0"/>
                      <a:pt x="2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20"/>
              <p:cNvSpPr/>
              <p:nvPr/>
            </p:nvSpPr>
            <p:spPr>
              <a:xfrm>
                <a:off x="4117625" y="2337475"/>
                <a:ext cx="6000" cy="6000"/>
              </a:xfrm>
              <a:custGeom>
                <a:rect b="b" l="l" r="r" t="t"/>
                <a:pathLst>
                  <a:path extrusionOk="0" h="240" w="240">
                    <a:moveTo>
                      <a:pt x="227" y="0"/>
                    </a:moveTo>
                    <a:cubicBezTo>
                      <a:pt x="226" y="0"/>
                      <a:pt x="225" y="1"/>
                      <a:pt x="224" y="2"/>
                    </a:cubicBezTo>
                    <a:lnTo>
                      <a:pt x="218" y="2"/>
                    </a:lnTo>
                    <a:cubicBezTo>
                      <a:pt x="175" y="40"/>
                      <a:pt x="121" y="72"/>
                      <a:pt x="77" y="105"/>
                    </a:cubicBezTo>
                    <a:cubicBezTo>
                      <a:pt x="44" y="138"/>
                      <a:pt x="1" y="197"/>
                      <a:pt x="39" y="235"/>
                    </a:cubicBezTo>
                    <a:cubicBezTo>
                      <a:pt x="44" y="238"/>
                      <a:pt x="49" y="239"/>
                      <a:pt x="54" y="239"/>
                    </a:cubicBezTo>
                    <a:cubicBezTo>
                      <a:pt x="62" y="239"/>
                      <a:pt x="68" y="236"/>
                      <a:pt x="72" y="230"/>
                    </a:cubicBezTo>
                    <a:cubicBezTo>
                      <a:pt x="88" y="192"/>
                      <a:pt x="115" y="154"/>
                      <a:pt x="137" y="121"/>
                    </a:cubicBezTo>
                    <a:cubicBezTo>
                      <a:pt x="169" y="83"/>
                      <a:pt x="202" y="51"/>
                      <a:pt x="235" y="18"/>
                    </a:cubicBezTo>
                    <a:cubicBezTo>
                      <a:pt x="239" y="9"/>
                      <a:pt x="233"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20"/>
              <p:cNvSpPr/>
              <p:nvPr/>
            </p:nvSpPr>
            <p:spPr>
              <a:xfrm>
                <a:off x="4116950" y="2344450"/>
                <a:ext cx="3200" cy="2875"/>
              </a:xfrm>
              <a:custGeom>
                <a:rect b="b" l="l" r="r" t="t"/>
                <a:pathLst>
                  <a:path extrusionOk="0" h="115" w="128">
                    <a:moveTo>
                      <a:pt x="99" y="0"/>
                    </a:moveTo>
                    <a:cubicBezTo>
                      <a:pt x="95" y="0"/>
                      <a:pt x="91" y="2"/>
                      <a:pt x="88" y="5"/>
                    </a:cubicBezTo>
                    <a:cubicBezTo>
                      <a:pt x="66" y="33"/>
                      <a:pt x="39" y="60"/>
                      <a:pt x="12" y="81"/>
                    </a:cubicBezTo>
                    <a:cubicBezTo>
                      <a:pt x="1" y="87"/>
                      <a:pt x="6" y="109"/>
                      <a:pt x="23" y="114"/>
                    </a:cubicBezTo>
                    <a:cubicBezTo>
                      <a:pt x="66" y="114"/>
                      <a:pt x="93" y="54"/>
                      <a:pt x="115" y="33"/>
                    </a:cubicBezTo>
                    <a:cubicBezTo>
                      <a:pt x="128" y="20"/>
                      <a:pt x="114"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120"/>
            <p:cNvGrpSpPr/>
            <p:nvPr/>
          </p:nvGrpSpPr>
          <p:grpSpPr>
            <a:xfrm>
              <a:off x="2698013" y="1507574"/>
              <a:ext cx="274324" cy="242039"/>
              <a:chOff x="4283300" y="2217875"/>
              <a:chExt cx="171925" cy="159625"/>
            </a:xfrm>
          </p:grpSpPr>
          <p:sp>
            <p:nvSpPr>
              <p:cNvPr id="4582" name="Google Shape;4582;p120"/>
              <p:cNvSpPr/>
              <p:nvPr/>
            </p:nvSpPr>
            <p:spPr>
              <a:xfrm>
                <a:off x="4309925" y="2302825"/>
                <a:ext cx="32475" cy="18825"/>
              </a:xfrm>
              <a:custGeom>
                <a:rect b="b" l="l" r="r" t="t"/>
                <a:pathLst>
                  <a:path extrusionOk="0" h="753" w="1299">
                    <a:moveTo>
                      <a:pt x="92" y="0"/>
                    </a:moveTo>
                    <a:cubicBezTo>
                      <a:pt x="72" y="0"/>
                      <a:pt x="53" y="1"/>
                      <a:pt x="33" y="2"/>
                    </a:cubicBezTo>
                    <a:cubicBezTo>
                      <a:pt x="1" y="2"/>
                      <a:pt x="1" y="40"/>
                      <a:pt x="28" y="51"/>
                    </a:cubicBezTo>
                    <a:cubicBezTo>
                      <a:pt x="142" y="89"/>
                      <a:pt x="256" y="132"/>
                      <a:pt x="365" y="186"/>
                    </a:cubicBezTo>
                    <a:cubicBezTo>
                      <a:pt x="474" y="252"/>
                      <a:pt x="571" y="328"/>
                      <a:pt x="664" y="415"/>
                    </a:cubicBezTo>
                    <a:cubicBezTo>
                      <a:pt x="838" y="561"/>
                      <a:pt x="1017" y="697"/>
                      <a:pt x="1240" y="752"/>
                    </a:cubicBezTo>
                    <a:cubicBezTo>
                      <a:pt x="1242" y="752"/>
                      <a:pt x="1244" y="752"/>
                      <a:pt x="1246" y="752"/>
                    </a:cubicBezTo>
                    <a:cubicBezTo>
                      <a:pt x="1272" y="752"/>
                      <a:pt x="1298" y="723"/>
                      <a:pt x="1278" y="703"/>
                    </a:cubicBezTo>
                    <a:lnTo>
                      <a:pt x="1278" y="703"/>
                    </a:lnTo>
                    <a:lnTo>
                      <a:pt x="1278" y="708"/>
                    </a:lnTo>
                    <a:cubicBezTo>
                      <a:pt x="1245" y="665"/>
                      <a:pt x="1202" y="627"/>
                      <a:pt x="1148" y="610"/>
                    </a:cubicBezTo>
                    <a:cubicBezTo>
                      <a:pt x="1093" y="578"/>
                      <a:pt x="1050" y="540"/>
                      <a:pt x="1006" y="496"/>
                    </a:cubicBezTo>
                    <a:cubicBezTo>
                      <a:pt x="914" y="404"/>
                      <a:pt x="811" y="322"/>
                      <a:pt x="713" y="241"/>
                    </a:cubicBezTo>
                    <a:cubicBezTo>
                      <a:pt x="620" y="154"/>
                      <a:pt x="512" y="89"/>
                      <a:pt x="397" y="40"/>
                    </a:cubicBezTo>
                    <a:cubicBezTo>
                      <a:pt x="297" y="12"/>
                      <a:pt x="193" y="0"/>
                      <a:pt x="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20"/>
              <p:cNvSpPr/>
              <p:nvPr/>
            </p:nvSpPr>
            <p:spPr>
              <a:xfrm>
                <a:off x="4341725" y="2329625"/>
                <a:ext cx="1375" cy="1700"/>
              </a:xfrm>
              <a:custGeom>
                <a:rect b="b" l="l" r="r" t="t"/>
                <a:pathLst>
                  <a:path extrusionOk="0" h="68" w="55">
                    <a:moveTo>
                      <a:pt x="28" y="0"/>
                    </a:moveTo>
                    <a:cubicBezTo>
                      <a:pt x="11" y="0"/>
                      <a:pt x="1" y="17"/>
                      <a:pt x="6" y="28"/>
                    </a:cubicBezTo>
                    <a:lnTo>
                      <a:pt x="11" y="55"/>
                    </a:lnTo>
                    <a:cubicBezTo>
                      <a:pt x="14" y="63"/>
                      <a:pt x="22" y="67"/>
                      <a:pt x="30" y="67"/>
                    </a:cubicBezTo>
                    <a:cubicBezTo>
                      <a:pt x="39" y="67"/>
                      <a:pt x="47" y="63"/>
                      <a:pt x="50" y="55"/>
                    </a:cubicBezTo>
                    <a:lnTo>
                      <a:pt x="50" y="28"/>
                    </a:lnTo>
                    <a:cubicBezTo>
                      <a:pt x="55" y="17"/>
                      <a:pt x="4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20"/>
              <p:cNvSpPr/>
              <p:nvPr/>
            </p:nvSpPr>
            <p:spPr>
              <a:xfrm>
                <a:off x="4394725" y="2225800"/>
                <a:ext cx="37800" cy="34725"/>
              </a:xfrm>
              <a:custGeom>
                <a:rect b="b" l="l" r="r" t="t"/>
                <a:pathLst>
                  <a:path extrusionOk="0" h="1389" w="1512">
                    <a:moveTo>
                      <a:pt x="188" y="1"/>
                    </a:moveTo>
                    <a:cubicBezTo>
                      <a:pt x="135" y="1"/>
                      <a:pt x="81" y="6"/>
                      <a:pt x="28" y="17"/>
                    </a:cubicBezTo>
                    <a:cubicBezTo>
                      <a:pt x="1" y="22"/>
                      <a:pt x="1" y="71"/>
                      <a:pt x="28" y="77"/>
                    </a:cubicBezTo>
                    <a:cubicBezTo>
                      <a:pt x="180" y="93"/>
                      <a:pt x="327" y="153"/>
                      <a:pt x="457" y="234"/>
                    </a:cubicBezTo>
                    <a:cubicBezTo>
                      <a:pt x="593" y="327"/>
                      <a:pt x="696" y="457"/>
                      <a:pt x="827" y="550"/>
                    </a:cubicBezTo>
                    <a:cubicBezTo>
                      <a:pt x="979" y="658"/>
                      <a:pt x="1142" y="729"/>
                      <a:pt x="1234" y="897"/>
                    </a:cubicBezTo>
                    <a:cubicBezTo>
                      <a:pt x="1278" y="979"/>
                      <a:pt x="1311" y="1066"/>
                      <a:pt x="1327" y="1158"/>
                    </a:cubicBezTo>
                    <a:cubicBezTo>
                      <a:pt x="1343" y="1218"/>
                      <a:pt x="1332" y="1316"/>
                      <a:pt x="1370" y="1365"/>
                    </a:cubicBezTo>
                    <a:cubicBezTo>
                      <a:pt x="1384" y="1378"/>
                      <a:pt x="1401" y="1388"/>
                      <a:pt x="1419" y="1388"/>
                    </a:cubicBezTo>
                    <a:cubicBezTo>
                      <a:pt x="1422" y="1388"/>
                      <a:pt x="1426" y="1388"/>
                      <a:pt x="1430" y="1387"/>
                    </a:cubicBezTo>
                    <a:lnTo>
                      <a:pt x="1441" y="1381"/>
                    </a:lnTo>
                    <a:cubicBezTo>
                      <a:pt x="1468" y="1376"/>
                      <a:pt x="1485" y="1354"/>
                      <a:pt x="1495" y="1332"/>
                    </a:cubicBezTo>
                    <a:cubicBezTo>
                      <a:pt x="1512" y="1245"/>
                      <a:pt x="1468" y="1186"/>
                      <a:pt x="1430" y="1115"/>
                    </a:cubicBezTo>
                    <a:lnTo>
                      <a:pt x="1430" y="1120"/>
                    </a:lnTo>
                    <a:cubicBezTo>
                      <a:pt x="1381" y="1028"/>
                      <a:pt x="1327" y="941"/>
                      <a:pt x="1283" y="848"/>
                    </a:cubicBezTo>
                    <a:cubicBezTo>
                      <a:pt x="1218" y="685"/>
                      <a:pt x="1055" y="539"/>
                      <a:pt x="930" y="419"/>
                    </a:cubicBezTo>
                    <a:cubicBezTo>
                      <a:pt x="805" y="299"/>
                      <a:pt x="675" y="147"/>
                      <a:pt x="506" y="71"/>
                    </a:cubicBezTo>
                    <a:cubicBezTo>
                      <a:pt x="404" y="24"/>
                      <a:pt x="296" y="1"/>
                      <a:pt x="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20"/>
              <p:cNvSpPr/>
              <p:nvPr/>
            </p:nvSpPr>
            <p:spPr>
              <a:xfrm>
                <a:off x="4372850" y="2248225"/>
                <a:ext cx="15775" cy="11875"/>
              </a:xfrm>
              <a:custGeom>
                <a:rect b="b" l="l" r="r" t="t"/>
                <a:pathLst>
                  <a:path extrusionOk="0" h="475" w="631">
                    <a:moveTo>
                      <a:pt x="125" y="0"/>
                    </a:moveTo>
                    <a:cubicBezTo>
                      <a:pt x="0" y="0"/>
                      <a:pt x="0" y="185"/>
                      <a:pt x="125" y="191"/>
                    </a:cubicBezTo>
                    <a:cubicBezTo>
                      <a:pt x="212" y="196"/>
                      <a:pt x="294" y="234"/>
                      <a:pt x="348" y="299"/>
                    </a:cubicBezTo>
                    <a:cubicBezTo>
                      <a:pt x="403" y="354"/>
                      <a:pt x="457" y="403"/>
                      <a:pt x="511" y="457"/>
                    </a:cubicBezTo>
                    <a:cubicBezTo>
                      <a:pt x="525" y="469"/>
                      <a:pt x="542" y="475"/>
                      <a:pt x="558" y="475"/>
                    </a:cubicBezTo>
                    <a:cubicBezTo>
                      <a:pt x="593" y="475"/>
                      <a:pt x="626" y="449"/>
                      <a:pt x="626" y="408"/>
                    </a:cubicBezTo>
                    <a:cubicBezTo>
                      <a:pt x="631" y="283"/>
                      <a:pt x="555" y="202"/>
                      <a:pt x="462" y="125"/>
                    </a:cubicBezTo>
                    <a:cubicBezTo>
                      <a:pt x="370" y="44"/>
                      <a:pt x="250"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20"/>
              <p:cNvSpPr/>
              <p:nvPr/>
            </p:nvSpPr>
            <p:spPr>
              <a:xfrm>
                <a:off x="4283300" y="2217875"/>
                <a:ext cx="171925" cy="159625"/>
              </a:xfrm>
              <a:custGeom>
                <a:rect b="b" l="l" r="r" t="t"/>
                <a:pathLst>
                  <a:path extrusionOk="0" h="6385" w="6877">
                    <a:moveTo>
                      <a:pt x="5260" y="219"/>
                    </a:moveTo>
                    <a:cubicBezTo>
                      <a:pt x="5340" y="219"/>
                      <a:pt x="5420" y="223"/>
                      <a:pt x="5501" y="231"/>
                    </a:cubicBezTo>
                    <a:cubicBezTo>
                      <a:pt x="5675" y="241"/>
                      <a:pt x="5844" y="269"/>
                      <a:pt x="6012" y="312"/>
                    </a:cubicBezTo>
                    <a:cubicBezTo>
                      <a:pt x="6077" y="328"/>
                      <a:pt x="6143" y="356"/>
                      <a:pt x="6202" y="388"/>
                    </a:cubicBezTo>
                    <a:cubicBezTo>
                      <a:pt x="6170" y="388"/>
                      <a:pt x="6137" y="399"/>
                      <a:pt x="6105" y="404"/>
                    </a:cubicBezTo>
                    <a:cubicBezTo>
                      <a:pt x="6028" y="426"/>
                      <a:pt x="5958" y="448"/>
                      <a:pt x="5882" y="481"/>
                    </a:cubicBezTo>
                    <a:cubicBezTo>
                      <a:pt x="5822" y="508"/>
                      <a:pt x="5768" y="540"/>
                      <a:pt x="5708" y="573"/>
                    </a:cubicBezTo>
                    <a:lnTo>
                      <a:pt x="5664" y="589"/>
                    </a:lnTo>
                    <a:cubicBezTo>
                      <a:pt x="5577" y="513"/>
                      <a:pt x="5474" y="453"/>
                      <a:pt x="5360" y="421"/>
                    </a:cubicBezTo>
                    <a:cubicBezTo>
                      <a:pt x="5300" y="410"/>
                      <a:pt x="5240" y="383"/>
                      <a:pt x="5191" y="339"/>
                    </a:cubicBezTo>
                    <a:cubicBezTo>
                      <a:pt x="5153" y="307"/>
                      <a:pt x="5110" y="279"/>
                      <a:pt x="5061" y="263"/>
                    </a:cubicBezTo>
                    <a:cubicBezTo>
                      <a:pt x="5034" y="252"/>
                      <a:pt x="5012" y="241"/>
                      <a:pt x="4985" y="236"/>
                    </a:cubicBezTo>
                    <a:cubicBezTo>
                      <a:pt x="5075" y="224"/>
                      <a:pt x="5167" y="219"/>
                      <a:pt x="5260" y="219"/>
                    </a:cubicBezTo>
                    <a:close/>
                    <a:moveTo>
                      <a:pt x="3990" y="616"/>
                    </a:moveTo>
                    <a:cubicBezTo>
                      <a:pt x="4055" y="638"/>
                      <a:pt x="4121" y="671"/>
                      <a:pt x="4175" y="709"/>
                    </a:cubicBezTo>
                    <a:lnTo>
                      <a:pt x="4213" y="736"/>
                    </a:lnTo>
                    <a:cubicBezTo>
                      <a:pt x="4118" y="769"/>
                      <a:pt x="4014" y="786"/>
                      <a:pt x="3914" y="786"/>
                    </a:cubicBezTo>
                    <a:cubicBezTo>
                      <a:pt x="3899" y="786"/>
                      <a:pt x="3885" y="786"/>
                      <a:pt x="3870" y="785"/>
                    </a:cubicBezTo>
                    <a:cubicBezTo>
                      <a:pt x="3843" y="785"/>
                      <a:pt x="3805" y="785"/>
                      <a:pt x="3800" y="758"/>
                    </a:cubicBezTo>
                    <a:cubicBezTo>
                      <a:pt x="3794" y="731"/>
                      <a:pt x="3832" y="703"/>
                      <a:pt x="3860" y="693"/>
                    </a:cubicBezTo>
                    <a:cubicBezTo>
                      <a:pt x="3903" y="665"/>
                      <a:pt x="3947" y="644"/>
                      <a:pt x="3996" y="622"/>
                    </a:cubicBezTo>
                    <a:lnTo>
                      <a:pt x="3990" y="616"/>
                    </a:lnTo>
                    <a:close/>
                    <a:moveTo>
                      <a:pt x="6279" y="426"/>
                    </a:moveTo>
                    <a:lnTo>
                      <a:pt x="6279" y="426"/>
                    </a:lnTo>
                    <a:cubicBezTo>
                      <a:pt x="6322" y="443"/>
                      <a:pt x="6360" y="464"/>
                      <a:pt x="6398" y="491"/>
                    </a:cubicBezTo>
                    <a:cubicBezTo>
                      <a:pt x="6512" y="595"/>
                      <a:pt x="6561" y="752"/>
                      <a:pt x="6594" y="899"/>
                    </a:cubicBezTo>
                    <a:cubicBezTo>
                      <a:pt x="6626" y="1057"/>
                      <a:pt x="6632" y="1220"/>
                      <a:pt x="6616" y="1383"/>
                    </a:cubicBezTo>
                    <a:lnTo>
                      <a:pt x="6621" y="1388"/>
                    </a:lnTo>
                    <a:cubicBezTo>
                      <a:pt x="6610" y="1464"/>
                      <a:pt x="6599" y="1535"/>
                      <a:pt x="6588" y="1611"/>
                    </a:cubicBezTo>
                    <a:cubicBezTo>
                      <a:pt x="6578" y="1698"/>
                      <a:pt x="6588" y="1812"/>
                      <a:pt x="6545" y="1894"/>
                    </a:cubicBezTo>
                    <a:cubicBezTo>
                      <a:pt x="6523" y="1959"/>
                      <a:pt x="6507" y="2030"/>
                      <a:pt x="6491" y="2095"/>
                    </a:cubicBezTo>
                    <a:cubicBezTo>
                      <a:pt x="6463" y="2177"/>
                      <a:pt x="6425" y="2253"/>
                      <a:pt x="6398" y="2334"/>
                    </a:cubicBezTo>
                    <a:cubicBezTo>
                      <a:pt x="6387" y="2372"/>
                      <a:pt x="6371" y="2405"/>
                      <a:pt x="6355" y="2437"/>
                    </a:cubicBezTo>
                    <a:cubicBezTo>
                      <a:pt x="6349" y="2318"/>
                      <a:pt x="6333" y="2198"/>
                      <a:pt x="6322" y="2079"/>
                    </a:cubicBezTo>
                    <a:cubicBezTo>
                      <a:pt x="6317" y="1997"/>
                      <a:pt x="6306" y="1921"/>
                      <a:pt x="6295" y="1845"/>
                    </a:cubicBezTo>
                    <a:cubicBezTo>
                      <a:pt x="6284" y="1769"/>
                      <a:pt x="6257" y="1704"/>
                      <a:pt x="6246" y="1633"/>
                    </a:cubicBezTo>
                    <a:cubicBezTo>
                      <a:pt x="6219" y="1486"/>
                      <a:pt x="6224" y="1356"/>
                      <a:pt x="6159" y="1220"/>
                    </a:cubicBezTo>
                    <a:cubicBezTo>
                      <a:pt x="6132" y="1155"/>
                      <a:pt x="6094" y="1100"/>
                      <a:pt x="6067" y="1035"/>
                    </a:cubicBezTo>
                    <a:cubicBezTo>
                      <a:pt x="6045" y="986"/>
                      <a:pt x="6018" y="937"/>
                      <a:pt x="5985" y="894"/>
                    </a:cubicBezTo>
                    <a:cubicBezTo>
                      <a:pt x="5914" y="818"/>
                      <a:pt x="5844" y="742"/>
                      <a:pt x="5768" y="671"/>
                    </a:cubicBezTo>
                    <a:cubicBezTo>
                      <a:pt x="5811" y="655"/>
                      <a:pt x="5860" y="627"/>
                      <a:pt x="5903" y="611"/>
                    </a:cubicBezTo>
                    <a:cubicBezTo>
                      <a:pt x="6012" y="573"/>
                      <a:pt x="6132" y="551"/>
                      <a:pt x="6240" y="519"/>
                    </a:cubicBezTo>
                    <a:cubicBezTo>
                      <a:pt x="6279" y="508"/>
                      <a:pt x="6295" y="459"/>
                      <a:pt x="6279" y="426"/>
                    </a:cubicBezTo>
                    <a:close/>
                    <a:moveTo>
                      <a:pt x="3720" y="1142"/>
                    </a:moveTo>
                    <a:cubicBezTo>
                      <a:pt x="3775" y="1142"/>
                      <a:pt x="3833" y="1153"/>
                      <a:pt x="3887" y="1171"/>
                    </a:cubicBezTo>
                    <a:cubicBezTo>
                      <a:pt x="3947" y="1182"/>
                      <a:pt x="4012" y="1187"/>
                      <a:pt x="4077" y="1204"/>
                    </a:cubicBezTo>
                    <a:cubicBezTo>
                      <a:pt x="4202" y="1236"/>
                      <a:pt x="4316" y="1301"/>
                      <a:pt x="4414" y="1388"/>
                    </a:cubicBezTo>
                    <a:cubicBezTo>
                      <a:pt x="4512" y="1464"/>
                      <a:pt x="4583" y="1568"/>
                      <a:pt x="4610" y="1693"/>
                    </a:cubicBezTo>
                    <a:lnTo>
                      <a:pt x="4615" y="1687"/>
                    </a:lnTo>
                    <a:lnTo>
                      <a:pt x="4615" y="1687"/>
                    </a:lnTo>
                    <a:cubicBezTo>
                      <a:pt x="4626" y="1758"/>
                      <a:pt x="4561" y="1807"/>
                      <a:pt x="4517" y="1856"/>
                    </a:cubicBezTo>
                    <a:cubicBezTo>
                      <a:pt x="4468" y="1899"/>
                      <a:pt x="4420" y="1948"/>
                      <a:pt x="4381" y="2003"/>
                    </a:cubicBezTo>
                    <a:cubicBezTo>
                      <a:pt x="4343" y="2062"/>
                      <a:pt x="4305" y="2122"/>
                      <a:pt x="4262" y="2177"/>
                    </a:cubicBezTo>
                    <a:cubicBezTo>
                      <a:pt x="4218" y="2231"/>
                      <a:pt x="4169" y="2274"/>
                      <a:pt x="4131" y="2323"/>
                    </a:cubicBezTo>
                    <a:cubicBezTo>
                      <a:pt x="4044" y="2437"/>
                      <a:pt x="3947" y="2546"/>
                      <a:pt x="3849" y="2649"/>
                    </a:cubicBezTo>
                    <a:cubicBezTo>
                      <a:pt x="3740" y="2753"/>
                      <a:pt x="3653" y="2867"/>
                      <a:pt x="3550" y="2976"/>
                    </a:cubicBezTo>
                    <a:cubicBezTo>
                      <a:pt x="3452" y="3084"/>
                      <a:pt x="3349" y="3150"/>
                      <a:pt x="3245" y="3242"/>
                    </a:cubicBezTo>
                    <a:cubicBezTo>
                      <a:pt x="3191" y="3291"/>
                      <a:pt x="3131" y="3329"/>
                      <a:pt x="3066" y="3356"/>
                    </a:cubicBezTo>
                    <a:cubicBezTo>
                      <a:pt x="3042" y="3365"/>
                      <a:pt x="3020" y="3368"/>
                      <a:pt x="2998" y="3368"/>
                    </a:cubicBezTo>
                    <a:cubicBezTo>
                      <a:pt x="2954" y="3368"/>
                      <a:pt x="2910" y="3356"/>
                      <a:pt x="2859" y="3356"/>
                    </a:cubicBezTo>
                    <a:cubicBezTo>
                      <a:pt x="2707" y="3340"/>
                      <a:pt x="2560" y="3296"/>
                      <a:pt x="2419" y="3231"/>
                    </a:cubicBezTo>
                    <a:cubicBezTo>
                      <a:pt x="2300" y="3177"/>
                      <a:pt x="2147" y="3095"/>
                      <a:pt x="2109" y="2959"/>
                    </a:cubicBezTo>
                    <a:cubicBezTo>
                      <a:pt x="2093" y="2910"/>
                      <a:pt x="2088" y="2856"/>
                      <a:pt x="2093" y="2802"/>
                    </a:cubicBezTo>
                    <a:cubicBezTo>
                      <a:pt x="2158" y="2704"/>
                      <a:pt x="2185" y="2595"/>
                      <a:pt x="2240" y="2492"/>
                    </a:cubicBezTo>
                    <a:cubicBezTo>
                      <a:pt x="2267" y="2427"/>
                      <a:pt x="2305" y="2367"/>
                      <a:pt x="2338" y="2307"/>
                    </a:cubicBezTo>
                    <a:cubicBezTo>
                      <a:pt x="2376" y="2258"/>
                      <a:pt x="2425" y="2215"/>
                      <a:pt x="2463" y="2160"/>
                    </a:cubicBezTo>
                    <a:cubicBezTo>
                      <a:pt x="2555" y="2041"/>
                      <a:pt x="2647" y="1916"/>
                      <a:pt x="2745" y="1796"/>
                    </a:cubicBezTo>
                    <a:cubicBezTo>
                      <a:pt x="2783" y="1742"/>
                      <a:pt x="2821" y="1693"/>
                      <a:pt x="2865" y="1644"/>
                    </a:cubicBezTo>
                    <a:cubicBezTo>
                      <a:pt x="2908" y="1600"/>
                      <a:pt x="2957" y="1562"/>
                      <a:pt x="3001" y="1524"/>
                    </a:cubicBezTo>
                    <a:cubicBezTo>
                      <a:pt x="3099" y="1443"/>
                      <a:pt x="3218" y="1388"/>
                      <a:pt x="3316" y="1307"/>
                    </a:cubicBezTo>
                    <a:cubicBezTo>
                      <a:pt x="3419" y="1214"/>
                      <a:pt x="3550" y="1160"/>
                      <a:pt x="3686" y="1144"/>
                    </a:cubicBezTo>
                    <a:cubicBezTo>
                      <a:pt x="3697" y="1143"/>
                      <a:pt x="3708" y="1142"/>
                      <a:pt x="3720" y="1142"/>
                    </a:cubicBezTo>
                    <a:close/>
                    <a:moveTo>
                      <a:pt x="4653" y="269"/>
                    </a:moveTo>
                    <a:cubicBezTo>
                      <a:pt x="4789" y="301"/>
                      <a:pt x="4985" y="318"/>
                      <a:pt x="5094" y="410"/>
                    </a:cubicBezTo>
                    <a:cubicBezTo>
                      <a:pt x="5137" y="459"/>
                      <a:pt x="5191" y="491"/>
                      <a:pt x="5251" y="513"/>
                    </a:cubicBezTo>
                    <a:cubicBezTo>
                      <a:pt x="5338" y="535"/>
                      <a:pt x="5420" y="568"/>
                      <a:pt x="5490" y="611"/>
                    </a:cubicBezTo>
                    <a:cubicBezTo>
                      <a:pt x="5518" y="633"/>
                      <a:pt x="5539" y="649"/>
                      <a:pt x="5566" y="671"/>
                    </a:cubicBezTo>
                    <a:cubicBezTo>
                      <a:pt x="5558" y="697"/>
                      <a:pt x="5578" y="724"/>
                      <a:pt x="5603" y="724"/>
                    </a:cubicBezTo>
                    <a:cubicBezTo>
                      <a:pt x="5609" y="724"/>
                      <a:pt x="5615" y="723"/>
                      <a:pt x="5621" y="720"/>
                    </a:cubicBezTo>
                    <a:cubicBezTo>
                      <a:pt x="5702" y="785"/>
                      <a:pt x="5773" y="861"/>
                      <a:pt x="5844" y="937"/>
                    </a:cubicBezTo>
                    <a:cubicBezTo>
                      <a:pt x="5898" y="997"/>
                      <a:pt x="5936" y="1062"/>
                      <a:pt x="5963" y="1127"/>
                    </a:cubicBezTo>
                    <a:cubicBezTo>
                      <a:pt x="6007" y="1209"/>
                      <a:pt x="6045" y="1285"/>
                      <a:pt x="6077" y="1372"/>
                    </a:cubicBezTo>
                    <a:cubicBezTo>
                      <a:pt x="6088" y="1459"/>
                      <a:pt x="6099" y="1546"/>
                      <a:pt x="6105" y="1633"/>
                    </a:cubicBezTo>
                    <a:cubicBezTo>
                      <a:pt x="6115" y="1725"/>
                      <a:pt x="6148" y="1807"/>
                      <a:pt x="6159" y="1899"/>
                    </a:cubicBezTo>
                    <a:cubicBezTo>
                      <a:pt x="6170" y="1986"/>
                      <a:pt x="6181" y="2079"/>
                      <a:pt x="6181" y="2171"/>
                    </a:cubicBezTo>
                    <a:cubicBezTo>
                      <a:pt x="6186" y="2258"/>
                      <a:pt x="6208" y="2345"/>
                      <a:pt x="6208" y="2432"/>
                    </a:cubicBezTo>
                    <a:cubicBezTo>
                      <a:pt x="6219" y="2524"/>
                      <a:pt x="6213" y="2611"/>
                      <a:pt x="6202" y="2698"/>
                    </a:cubicBezTo>
                    <a:lnTo>
                      <a:pt x="6213" y="2698"/>
                    </a:lnTo>
                    <a:lnTo>
                      <a:pt x="6208" y="2720"/>
                    </a:lnTo>
                    <a:cubicBezTo>
                      <a:pt x="6208" y="2726"/>
                      <a:pt x="6202" y="2731"/>
                      <a:pt x="6197" y="2742"/>
                    </a:cubicBezTo>
                    <a:cubicBezTo>
                      <a:pt x="6121" y="2900"/>
                      <a:pt x="6034" y="3052"/>
                      <a:pt x="5936" y="3198"/>
                    </a:cubicBezTo>
                    <a:cubicBezTo>
                      <a:pt x="5876" y="3302"/>
                      <a:pt x="5811" y="3400"/>
                      <a:pt x="5746" y="3497"/>
                    </a:cubicBezTo>
                    <a:cubicBezTo>
                      <a:pt x="5746" y="3487"/>
                      <a:pt x="5746" y="3481"/>
                      <a:pt x="5746" y="3470"/>
                    </a:cubicBezTo>
                    <a:cubicBezTo>
                      <a:pt x="5751" y="3394"/>
                      <a:pt x="5768" y="3318"/>
                      <a:pt x="5773" y="3242"/>
                    </a:cubicBezTo>
                    <a:cubicBezTo>
                      <a:pt x="5778" y="3073"/>
                      <a:pt x="5784" y="2905"/>
                      <a:pt x="5778" y="2736"/>
                    </a:cubicBezTo>
                    <a:cubicBezTo>
                      <a:pt x="5773" y="2666"/>
                      <a:pt x="5762" y="2595"/>
                      <a:pt x="5746" y="2524"/>
                    </a:cubicBezTo>
                    <a:cubicBezTo>
                      <a:pt x="5730" y="2443"/>
                      <a:pt x="5735" y="2350"/>
                      <a:pt x="5719" y="2269"/>
                    </a:cubicBezTo>
                    <a:cubicBezTo>
                      <a:pt x="5697" y="2111"/>
                      <a:pt x="5653" y="1959"/>
                      <a:pt x="5588" y="1818"/>
                    </a:cubicBezTo>
                    <a:cubicBezTo>
                      <a:pt x="5556" y="1753"/>
                      <a:pt x="5507" y="1698"/>
                      <a:pt x="5479" y="1633"/>
                    </a:cubicBezTo>
                    <a:cubicBezTo>
                      <a:pt x="5452" y="1573"/>
                      <a:pt x="5414" y="1524"/>
                      <a:pt x="5376" y="1475"/>
                    </a:cubicBezTo>
                    <a:cubicBezTo>
                      <a:pt x="5289" y="1361"/>
                      <a:pt x="5197" y="1252"/>
                      <a:pt x="5099" y="1155"/>
                    </a:cubicBezTo>
                    <a:cubicBezTo>
                      <a:pt x="4979" y="1068"/>
                      <a:pt x="4854" y="981"/>
                      <a:pt x="4724" y="905"/>
                    </a:cubicBezTo>
                    <a:cubicBezTo>
                      <a:pt x="4626" y="834"/>
                      <a:pt x="4528" y="774"/>
                      <a:pt x="4430" y="714"/>
                    </a:cubicBezTo>
                    <a:lnTo>
                      <a:pt x="4463" y="698"/>
                    </a:lnTo>
                    <a:cubicBezTo>
                      <a:pt x="4512" y="676"/>
                      <a:pt x="4615" y="644"/>
                      <a:pt x="4626" y="584"/>
                    </a:cubicBezTo>
                    <a:cubicBezTo>
                      <a:pt x="4637" y="524"/>
                      <a:pt x="4577" y="513"/>
                      <a:pt x="4534" y="502"/>
                    </a:cubicBezTo>
                    <a:cubicBezTo>
                      <a:pt x="4532" y="502"/>
                      <a:pt x="4530" y="501"/>
                      <a:pt x="4529" y="501"/>
                    </a:cubicBezTo>
                    <a:cubicBezTo>
                      <a:pt x="4515" y="501"/>
                      <a:pt x="4508" y="519"/>
                      <a:pt x="4517" y="524"/>
                    </a:cubicBezTo>
                    <a:cubicBezTo>
                      <a:pt x="4566" y="562"/>
                      <a:pt x="4550" y="589"/>
                      <a:pt x="4501" y="611"/>
                    </a:cubicBezTo>
                    <a:cubicBezTo>
                      <a:pt x="4452" y="638"/>
                      <a:pt x="4414" y="655"/>
                      <a:pt x="4365" y="676"/>
                    </a:cubicBezTo>
                    <a:lnTo>
                      <a:pt x="4294" y="633"/>
                    </a:lnTo>
                    <a:cubicBezTo>
                      <a:pt x="4246" y="600"/>
                      <a:pt x="4197" y="573"/>
                      <a:pt x="4148" y="551"/>
                    </a:cubicBezTo>
                    <a:lnTo>
                      <a:pt x="4202" y="530"/>
                    </a:lnTo>
                    <a:cubicBezTo>
                      <a:pt x="4262" y="512"/>
                      <a:pt x="4329" y="485"/>
                      <a:pt x="4395" y="485"/>
                    </a:cubicBezTo>
                    <a:cubicBezTo>
                      <a:pt x="4412" y="485"/>
                      <a:pt x="4430" y="487"/>
                      <a:pt x="4447" y="491"/>
                    </a:cubicBezTo>
                    <a:cubicBezTo>
                      <a:pt x="4450" y="493"/>
                      <a:pt x="4452" y="494"/>
                      <a:pt x="4455" y="494"/>
                    </a:cubicBezTo>
                    <a:cubicBezTo>
                      <a:pt x="4469" y="494"/>
                      <a:pt x="4471" y="468"/>
                      <a:pt x="4452" y="459"/>
                    </a:cubicBezTo>
                    <a:cubicBezTo>
                      <a:pt x="4430" y="451"/>
                      <a:pt x="4407" y="447"/>
                      <a:pt x="4384" y="447"/>
                    </a:cubicBezTo>
                    <a:cubicBezTo>
                      <a:pt x="4316" y="447"/>
                      <a:pt x="4245" y="477"/>
                      <a:pt x="4180" y="497"/>
                    </a:cubicBezTo>
                    <a:cubicBezTo>
                      <a:pt x="4148" y="508"/>
                      <a:pt x="4121" y="513"/>
                      <a:pt x="4093" y="524"/>
                    </a:cubicBezTo>
                    <a:cubicBezTo>
                      <a:pt x="4017" y="497"/>
                      <a:pt x="3941" y="475"/>
                      <a:pt x="3860" y="459"/>
                    </a:cubicBezTo>
                    <a:lnTo>
                      <a:pt x="3827" y="453"/>
                    </a:lnTo>
                    <a:lnTo>
                      <a:pt x="3936" y="426"/>
                    </a:lnTo>
                    <a:cubicBezTo>
                      <a:pt x="4104" y="377"/>
                      <a:pt x="4273" y="334"/>
                      <a:pt x="4447" y="301"/>
                    </a:cubicBezTo>
                    <a:cubicBezTo>
                      <a:pt x="4517" y="290"/>
                      <a:pt x="4583" y="274"/>
                      <a:pt x="4653" y="269"/>
                    </a:cubicBezTo>
                    <a:close/>
                    <a:moveTo>
                      <a:pt x="3778" y="573"/>
                    </a:moveTo>
                    <a:cubicBezTo>
                      <a:pt x="3832" y="573"/>
                      <a:pt x="3881" y="584"/>
                      <a:pt x="3936" y="600"/>
                    </a:cubicBezTo>
                    <a:lnTo>
                      <a:pt x="3887" y="622"/>
                    </a:lnTo>
                    <a:cubicBezTo>
                      <a:pt x="3843" y="644"/>
                      <a:pt x="3729" y="698"/>
                      <a:pt x="3729" y="752"/>
                    </a:cubicBezTo>
                    <a:cubicBezTo>
                      <a:pt x="3724" y="812"/>
                      <a:pt x="3784" y="823"/>
                      <a:pt x="3822" y="828"/>
                    </a:cubicBezTo>
                    <a:cubicBezTo>
                      <a:pt x="3860" y="835"/>
                      <a:pt x="3900" y="838"/>
                      <a:pt x="3939" y="838"/>
                    </a:cubicBezTo>
                    <a:cubicBezTo>
                      <a:pt x="4006" y="838"/>
                      <a:pt x="4072" y="829"/>
                      <a:pt x="4137" y="812"/>
                    </a:cubicBezTo>
                    <a:cubicBezTo>
                      <a:pt x="4186" y="807"/>
                      <a:pt x="4229" y="790"/>
                      <a:pt x="4278" y="774"/>
                    </a:cubicBezTo>
                    <a:cubicBezTo>
                      <a:pt x="4430" y="872"/>
                      <a:pt x="4588" y="975"/>
                      <a:pt x="4740" y="1073"/>
                    </a:cubicBezTo>
                    <a:cubicBezTo>
                      <a:pt x="4680" y="1089"/>
                      <a:pt x="4626" y="1117"/>
                      <a:pt x="4583" y="1149"/>
                    </a:cubicBezTo>
                    <a:cubicBezTo>
                      <a:pt x="4550" y="1171"/>
                      <a:pt x="4523" y="1193"/>
                      <a:pt x="4490" y="1214"/>
                    </a:cubicBezTo>
                    <a:cubicBezTo>
                      <a:pt x="4474" y="1231"/>
                      <a:pt x="4463" y="1242"/>
                      <a:pt x="4447" y="1263"/>
                    </a:cubicBezTo>
                    <a:cubicBezTo>
                      <a:pt x="4349" y="1176"/>
                      <a:pt x="4235" y="1117"/>
                      <a:pt x="4115" y="1079"/>
                    </a:cubicBezTo>
                    <a:cubicBezTo>
                      <a:pt x="4044" y="1062"/>
                      <a:pt x="3979" y="1051"/>
                      <a:pt x="3909" y="1035"/>
                    </a:cubicBezTo>
                    <a:cubicBezTo>
                      <a:pt x="3855" y="1018"/>
                      <a:pt x="3801" y="1011"/>
                      <a:pt x="3744" y="1011"/>
                    </a:cubicBezTo>
                    <a:cubicBezTo>
                      <a:pt x="3727" y="1011"/>
                      <a:pt x="3709" y="1012"/>
                      <a:pt x="3691" y="1013"/>
                    </a:cubicBezTo>
                    <a:cubicBezTo>
                      <a:pt x="3555" y="1024"/>
                      <a:pt x="3419" y="1073"/>
                      <a:pt x="3311" y="1155"/>
                    </a:cubicBezTo>
                    <a:lnTo>
                      <a:pt x="3273" y="1182"/>
                    </a:lnTo>
                    <a:cubicBezTo>
                      <a:pt x="3213" y="1214"/>
                      <a:pt x="3148" y="1252"/>
                      <a:pt x="3093" y="1285"/>
                    </a:cubicBezTo>
                    <a:cubicBezTo>
                      <a:pt x="2968" y="1361"/>
                      <a:pt x="2849" y="1454"/>
                      <a:pt x="2740" y="1557"/>
                    </a:cubicBezTo>
                    <a:cubicBezTo>
                      <a:pt x="2669" y="1628"/>
                      <a:pt x="2599" y="1698"/>
                      <a:pt x="2544" y="1780"/>
                    </a:cubicBezTo>
                    <a:cubicBezTo>
                      <a:pt x="2468" y="1850"/>
                      <a:pt x="2403" y="1921"/>
                      <a:pt x="2338" y="1997"/>
                    </a:cubicBezTo>
                    <a:cubicBezTo>
                      <a:pt x="2234" y="2122"/>
                      <a:pt x="2175" y="2296"/>
                      <a:pt x="2098" y="2437"/>
                    </a:cubicBezTo>
                    <a:cubicBezTo>
                      <a:pt x="2055" y="2503"/>
                      <a:pt x="2022" y="2573"/>
                      <a:pt x="1984" y="2644"/>
                    </a:cubicBezTo>
                    <a:cubicBezTo>
                      <a:pt x="1963" y="2709"/>
                      <a:pt x="1957" y="2780"/>
                      <a:pt x="1963" y="2845"/>
                    </a:cubicBezTo>
                    <a:cubicBezTo>
                      <a:pt x="1957" y="2981"/>
                      <a:pt x="2011" y="3112"/>
                      <a:pt x="2115" y="3198"/>
                    </a:cubicBezTo>
                    <a:cubicBezTo>
                      <a:pt x="2136" y="3220"/>
                      <a:pt x="2153" y="3237"/>
                      <a:pt x="2175" y="3247"/>
                    </a:cubicBezTo>
                    <a:cubicBezTo>
                      <a:pt x="2169" y="3253"/>
                      <a:pt x="2164" y="3258"/>
                      <a:pt x="2153" y="3264"/>
                    </a:cubicBezTo>
                    <a:cubicBezTo>
                      <a:pt x="2126" y="3285"/>
                      <a:pt x="2104" y="3307"/>
                      <a:pt x="2082" y="3334"/>
                    </a:cubicBezTo>
                    <a:cubicBezTo>
                      <a:pt x="2028" y="3389"/>
                      <a:pt x="1968" y="3438"/>
                      <a:pt x="1990" y="3519"/>
                    </a:cubicBezTo>
                    <a:cubicBezTo>
                      <a:pt x="1957" y="3497"/>
                      <a:pt x="1924" y="3470"/>
                      <a:pt x="1892" y="3449"/>
                    </a:cubicBezTo>
                    <a:cubicBezTo>
                      <a:pt x="1778" y="3362"/>
                      <a:pt x="1653" y="3296"/>
                      <a:pt x="1517" y="3247"/>
                    </a:cubicBezTo>
                    <a:cubicBezTo>
                      <a:pt x="1441" y="3220"/>
                      <a:pt x="1359" y="3215"/>
                      <a:pt x="1278" y="3182"/>
                    </a:cubicBezTo>
                    <a:cubicBezTo>
                      <a:pt x="1212" y="3150"/>
                      <a:pt x="1147" y="3128"/>
                      <a:pt x="1076" y="3112"/>
                    </a:cubicBezTo>
                    <a:cubicBezTo>
                      <a:pt x="1015" y="3095"/>
                      <a:pt x="954" y="3086"/>
                      <a:pt x="893" y="3086"/>
                    </a:cubicBezTo>
                    <a:cubicBezTo>
                      <a:pt x="856" y="3086"/>
                      <a:pt x="820" y="3089"/>
                      <a:pt x="783" y="3095"/>
                    </a:cubicBezTo>
                    <a:cubicBezTo>
                      <a:pt x="826" y="2997"/>
                      <a:pt x="875" y="2905"/>
                      <a:pt x="924" y="2813"/>
                    </a:cubicBezTo>
                    <a:lnTo>
                      <a:pt x="924" y="2807"/>
                    </a:lnTo>
                    <a:cubicBezTo>
                      <a:pt x="1109" y="2503"/>
                      <a:pt x="1327" y="2215"/>
                      <a:pt x="1571" y="1954"/>
                    </a:cubicBezTo>
                    <a:cubicBezTo>
                      <a:pt x="1789" y="1709"/>
                      <a:pt x="2028" y="1481"/>
                      <a:pt x="2283" y="1269"/>
                    </a:cubicBezTo>
                    <a:cubicBezTo>
                      <a:pt x="2387" y="1176"/>
                      <a:pt x="2512" y="1127"/>
                      <a:pt x="2615" y="1035"/>
                    </a:cubicBezTo>
                    <a:cubicBezTo>
                      <a:pt x="2669" y="992"/>
                      <a:pt x="2734" y="953"/>
                      <a:pt x="2800" y="926"/>
                    </a:cubicBezTo>
                    <a:cubicBezTo>
                      <a:pt x="2870" y="883"/>
                      <a:pt x="2941" y="834"/>
                      <a:pt x="3006" y="785"/>
                    </a:cubicBezTo>
                    <a:cubicBezTo>
                      <a:pt x="3071" y="747"/>
                      <a:pt x="3137" y="714"/>
                      <a:pt x="3207" y="687"/>
                    </a:cubicBezTo>
                    <a:cubicBezTo>
                      <a:pt x="3289" y="644"/>
                      <a:pt x="3370" y="611"/>
                      <a:pt x="3452" y="573"/>
                    </a:cubicBezTo>
                    <a:lnTo>
                      <a:pt x="3463" y="573"/>
                    </a:lnTo>
                    <a:cubicBezTo>
                      <a:pt x="3497" y="586"/>
                      <a:pt x="3531" y="590"/>
                      <a:pt x="3565" y="590"/>
                    </a:cubicBezTo>
                    <a:cubicBezTo>
                      <a:pt x="3633" y="590"/>
                      <a:pt x="3702" y="573"/>
                      <a:pt x="3778" y="573"/>
                    </a:cubicBezTo>
                    <a:close/>
                    <a:moveTo>
                      <a:pt x="489" y="3742"/>
                    </a:moveTo>
                    <a:cubicBezTo>
                      <a:pt x="517" y="3742"/>
                      <a:pt x="538" y="3747"/>
                      <a:pt x="560" y="3753"/>
                    </a:cubicBezTo>
                    <a:cubicBezTo>
                      <a:pt x="625" y="3775"/>
                      <a:pt x="685" y="3802"/>
                      <a:pt x="745" y="3834"/>
                    </a:cubicBezTo>
                    <a:cubicBezTo>
                      <a:pt x="810" y="3867"/>
                      <a:pt x="881" y="3878"/>
                      <a:pt x="941" y="3911"/>
                    </a:cubicBezTo>
                    <a:cubicBezTo>
                      <a:pt x="1006" y="3943"/>
                      <a:pt x="1049" y="3981"/>
                      <a:pt x="1104" y="4019"/>
                    </a:cubicBezTo>
                    <a:cubicBezTo>
                      <a:pt x="1212" y="4090"/>
                      <a:pt x="1316" y="4166"/>
                      <a:pt x="1424" y="4248"/>
                    </a:cubicBezTo>
                    <a:cubicBezTo>
                      <a:pt x="1375" y="4280"/>
                      <a:pt x="1332" y="4318"/>
                      <a:pt x="1299" y="4367"/>
                    </a:cubicBezTo>
                    <a:cubicBezTo>
                      <a:pt x="1245" y="4427"/>
                      <a:pt x="1196" y="4487"/>
                      <a:pt x="1147" y="4557"/>
                    </a:cubicBezTo>
                    <a:cubicBezTo>
                      <a:pt x="1028" y="4726"/>
                      <a:pt x="892" y="4878"/>
                      <a:pt x="761" y="5036"/>
                    </a:cubicBezTo>
                    <a:cubicBezTo>
                      <a:pt x="707" y="5106"/>
                      <a:pt x="658" y="5183"/>
                      <a:pt x="614" y="5259"/>
                    </a:cubicBezTo>
                    <a:cubicBezTo>
                      <a:pt x="576" y="5340"/>
                      <a:pt x="549" y="5427"/>
                      <a:pt x="511" y="5509"/>
                    </a:cubicBezTo>
                    <a:cubicBezTo>
                      <a:pt x="479" y="5590"/>
                      <a:pt x="457" y="5672"/>
                      <a:pt x="419" y="5748"/>
                    </a:cubicBezTo>
                    <a:cubicBezTo>
                      <a:pt x="408" y="5764"/>
                      <a:pt x="402" y="5780"/>
                      <a:pt x="392" y="5802"/>
                    </a:cubicBezTo>
                    <a:cubicBezTo>
                      <a:pt x="364" y="5786"/>
                      <a:pt x="343" y="5770"/>
                      <a:pt x="332" y="5742"/>
                    </a:cubicBezTo>
                    <a:cubicBezTo>
                      <a:pt x="294" y="5677"/>
                      <a:pt x="272" y="5612"/>
                      <a:pt x="250" y="5547"/>
                    </a:cubicBezTo>
                    <a:cubicBezTo>
                      <a:pt x="229" y="5465"/>
                      <a:pt x="223" y="5384"/>
                      <a:pt x="201" y="5308"/>
                    </a:cubicBezTo>
                    <a:cubicBezTo>
                      <a:pt x="180" y="5237"/>
                      <a:pt x="180" y="5166"/>
                      <a:pt x="190" y="5096"/>
                    </a:cubicBezTo>
                    <a:cubicBezTo>
                      <a:pt x="196" y="5009"/>
                      <a:pt x="196" y="4927"/>
                      <a:pt x="185" y="4840"/>
                    </a:cubicBezTo>
                    <a:cubicBezTo>
                      <a:pt x="185" y="4835"/>
                      <a:pt x="185" y="4824"/>
                      <a:pt x="180" y="4818"/>
                    </a:cubicBezTo>
                    <a:lnTo>
                      <a:pt x="180" y="4769"/>
                    </a:lnTo>
                    <a:cubicBezTo>
                      <a:pt x="201" y="4590"/>
                      <a:pt x="239" y="4411"/>
                      <a:pt x="294" y="4242"/>
                    </a:cubicBezTo>
                    <a:cubicBezTo>
                      <a:pt x="343" y="4068"/>
                      <a:pt x="408" y="3900"/>
                      <a:pt x="489" y="3742"/>
                    </a:cubicBezTo>
                    <a:close/>
                    <a:moveTo>
                      <a:pt x="4833" y="1138"/>
                    </a:moveTo>
                    <a:lnTo>
                      <a:pt x="4936" y="1204"/>
                    </a:lnTo>
                    <a:cubicBezTo>
                      <a:pt x="5045" y="1285"/>
                      <a:pt x="5132" y="1377"/>
                      <a:pt x="5208" y="1486"/>
                    </a:cubicBezTo>
                    <a:cubicBezTo>
                      <a:pt x="5251" y="1535"/>
                      <a:pt x="5300" y="1584"/>
                      <a:pt x="5333" y="1638"/>
                    </a:cubicBezTo>
                    <a:cubicBezTo>
                      <a:pt x="5365" y="1693"/>
                      <a:pt x="5393" y="1758"/>
                      <a:pt x="5425" y="1812"/>
                    </a:cubicBezTo>
                    <a:cubicBezTo>
                      <a:pt x="5512" y="1948"/>
                      <a:pt x="5561" y="2100"/>
                      <a:pt x="5583" y="2258"/>
                    </a:cubicBezTo>
                    <a:cubicBezTo>
                      <a:pt x="5588" y="2329"/>
                      <a:pt x="5599" y="2399"/>
                      <a:pt x="5599" y="2476"/>
                    </a:cubicBezTo>
                    <a:cubicBezTo>
                      <a:pt x="5605" y="2546"/>
                      <a:pt x="5632" y="2617"/>
                      <a:pt x="5637" y="2688"/>
                    </a:cubicBezTo>
                    <a:cubicBezTo>
                      <a:pt x="5648" y="2861"/>
                      <a:pt x="5632" y="3041"/>
                      <a:pt x="5626" y="3215"/>
                    </a:cubicBezTo>
                    <a:cubicBezTo>
                      <a:pt x="5626" y="3291"/>
                      <a:pt x="5610" y="3367"/>
                      <a:pt x="5599" y="3449"/>
                    </a:cubicBezTo>
                    <a:cubicBezTo>
                      <a:pt x="5594" y="3514"/>
                      <a:pt x="5566" y="3563"/>
                      <a:pt x="5583" y="3633"/>
                    </a:cubicBezTo>
                    <a:lnTo>
                      <a:pt x="5577" y="3628"/>
                    </a:lnTo>
                    <a:lnTo>
                      <a:pt x="5577" y="3628"/>
                    </a:lnTo>
                    <a:cubicBezTo>
                      <a:pt x="5583" y="3650"/>
                      <a:pt x="5599" y="3671"/>
                      <a:pt x="5626" y="3677"/>
                    </a:cubicBezTo>
                    <a:cubicBezTo>
                      <a:pt x="5425" y="3959"/>
                      <a:pt x="5219" y="4231"/>
                      <a:pt x="5012" y="4509"/>
                    </a:cubicBezTo>
                    <a:cubicBezTo>
                      <a:pt x="4637" y="5009"/>
                      <a:pt x="4104" y="5356"/>
                      <a:pt x="3539" y="5607"/>
                    </a:cubicBezTo>
                    <a:cubicBezTo>
                      <a:pt x="3343" y="5694"/>
                      <a:pt x="3148" y="5764"/>
                      <a:pt x="2946" y="5835"/>
                    </a:cubicBezTo>
                    <a:cubicBezTo>
                      <a:pt x="2952" y="5819"/>
                      <a:pt x="2952" y="5802"/>
                      <a:pt x="2957" y="5780"/>
                    </a:cubicBezTo>
                    <a:cubicBezTo>
                      <a:pt x="2963" y="5710"/>
                      <a:pt x="2968" y="5639"/>
                      <a:pt x="2979" y="5568"/>
                    </a:cubicBezTo>
                    <a:cubicBezTo>
                      <a:pt x="2990" y="5416"/>
                      <a:pt x="2990" y="5264"/>
                      <a:pt x="2979" y="5112"/>
                    </a:cubicBezTo>
                    <a:cubicBezTo>
                      <a:pt x="2968" y="4971"/>
                      <a:pt x="2946" y="4829"/>
                      <a:pt x="2908" y="4693"/>
                    </a:cubicBezTo>
                    <a:cubicBezTo>
                      <a:pt x="2887" y="4639"/>
                      <a:pt x="2859" y="4590"/>
                      <a:pt x="2827" y="4541"/>
                    </a:cubicBezTo>
                    <a:cubicBezTo>
                      <a:pt x="2789" y="4481"/>
                      <a:pt x="2762" y="4411"/>
                      <a:pt x="2729" y="4351"/>
                    </a:cubicBezTo>
                    <a:cubicBezTo>
                      <a:pt x="2669" y="4226"/>
                      <a:pt x="2593" y="4112"/>
                      <a:pt x="2512" y="4003"/>
                    </a:cubicBezTo>
                    <a:cubicBezTo>
                      <a:pt x="2430" y="3883"/>
                      <a:pt x="2332" y="3780"/>
                      <a:pt x="2229" y="3682"/>
                    </a:cubicBezTo>
                    <a:cubicBezTo>
                      <a:pt x="2180" y="3644"/>
                      <a:pt x="2126" y="3612"/>
                      <a:pt x="2066" y="3579"/>
                    </a:cubicBezTo>
                    <a:lnTo>
                      <a:pt x="2049" y="3563"/>
                    </a:lnTo>
                    <a:lnTo>
                      <a:pt x="2049" y="3563"/>
                    </a:lnTo>
                    <a:cubicBezTo>
                      <a:pt x="2052" y="3563"/>
                      <a:pt x="2055" y="3564"/>
                      <a:pt x="2058" y="3564"/>
                    </a:cubicBezTo>
                    <a:cubicBezTo>
                      <a:pt x="2082" y="3564"/>
                      <a:pt x="2104" y="3544"/>
                      <a:pt x="2109" y="3519"/>
                    </a:cubicBezTo>
                    <a:cubicBezTo>
                      <a:pt x="2126" y="3465"/>
                      <a:pt x="2164" y="3443"/>
                      <a:pt x="2196" y="3394"/>
                    </a:cubicBezTo>
                    <a:cubicBezTo>
                      <a:pt x="2202" y="3383"/>
                      <a:pt x="2207" y="3372"/>
                      <a:pt x="2218" y="3367"/>
                    </a:cubicBezTo>
                    <a:cubicBezTo>
                      <a:pt x="2229" y="3356"/>
                      <a:pt x="2240" y="3351"/>
                      <a:pt x="2251" y="3340"/>
                    </a:cubicBezTo>
                    <a:cubicBezTo>
                      <a:pt x="2261" y="3329"/>
                      <a:pt x="2267" y="3318"/>
                      <a:pt x="2272" y="3307"/>
                    </a:cubicBezTo>
                    <a:cubicBezTo>
                      <a:pt x="2332" y="3340"/>
                      <a:pt x="2397" y="3367"/>
                      <a:pt x="2463" y="3394"/>
                    </a:cubicBezTo>
                    <a:cubicBezTo>
                      <a:pt x="2544" y="3421"/>
                      <a:pt x="2620" y="3449"/>
                      <a:pt x="2702" y="3465"/>
                    </a:cubicBezTo>
                    <a:cubicBezTo>
                      <a:pt x="2783" y="3487"/>
                      <a:pt x="2865" y="3492"/>
                      <a:pt x="2946" y="3503"/>
                    </a:cubicBezTo>
                    <a:cubicBezTo>
                      <a:pt x="2964" y="3506"/>
                      <a:pt x="2982" y="3508"/>
                      <a:pt x="3000" y="3508"/>
                    </a:cubicBezTo>
                    <a:cubicBezTo>
                      <a:pt x="3120" y="3508"/>
                      <a:pt x="3231" y="3432"/>
                      <a:pt x="3321" y="3356"/>
                    </a:cubicBezTo>
                    <a:cubicBezTo>
                      <a:pt x="3452" y="3258"/>
                      <a:pt x="3572" y="3150"/>
                      <a:pt x="3686" y="3035"/>
                    </a:cubicBezTo>
                    <a:cubicBezTo>
                      <a:pt x="3800" y="2900"/>
                      <a:pt x="3919" y="2780"/>
                      <a:pt x="4039" y="2649"/>
                    </a:cubicBezTo>
                    <a:cubicBezTo>
                      <a:pt x="4148" y="2535"/>
                      <a:pt x="4246" y="2405"/>
                      <a:pt x="4343" y="2285"/>
                    </a:cubicBezTo>
                    <a:cubicBezTo>
                      <a:pt x="4392" y="2231"/>
                      <a:pt x="4436" y="2171"/>
                      <a:pt x="4474" y="2106"/>
                    </a:cubicBezTo>
                    <a:cubicBezTo>
                      <a:pt x="4523" y="2035"/>
                      <a:pt x="4583" y="1970"/>
                      <a:pt x="4642" y="1905"/>
                    </a:cubicBezTo>
                    <a:cubicBezTo>
                      <a:pt x="4686" y="1867"/>
                      <a:pt x="4718" y="1818"/>
                      <a:pt x="4740" y="1763"/>
                    </a:cubicBezTo>
                    <a:cubicBezTo>
                      <a:pt x="4746" y="1698"/>
                      <a:pt x="4729" y="1638"/>
                      <a:pt x="4702" y="1584"/>
                    </a:cubicBezTo>
                    <a:cubicBezTo>
                      <a:pt x="4664" y="1481"/>
                      <a:pt x="4604" y="1394"/>
                      <a:pt x="4523" y="1318"/>
                    </a:cubicBezTo>
                    <a:lnTo>
                      <a:pt x="4550" y="1307"/>
                    </a:lnTo>
                    <a:cubicBezTo>
                      <a:pt x="4599" y="1291"/>
                      <a:pt x="4642" y="1263"/>
                      <a:pt x="4691" y="1242"/>
                    </a:cubicBezTo>
                    <a:cubicBezTo>
                      <a:pt x="4724" y="1225"/>
                      <a:pt x="4811" y="1187"/>
                      <a:pt x="4833" y="1138"/>
                    </a:cubicBezTo>
                    <a:close/>
                    <a:moveTo>
                      <a:pt x="780" y="3182"/>
                    </a:moveTo>
                    <a:cubicBezTo>
                      <a:pt x="931" y="3182"/>
                      <a:pt x="1081" y="3215"/>
                      <a:pt x="1218" y="3285"/>
                    </a:cubicBezTo>
                    <a:cubicBezTo>
                      <a:pt x="1278" y="3318"/>
                      <a:pt x="1343" y="3340"/>
                      <a:pt x="1414" y="3356"/>
                    </a:cubicBezTo>
                    <a:cubicBezTo>
                      <a:pt x="1500" y="3378"/>
                      <a:pt x="1587" y="3416"/>
                      <a:pt x="1664" y="3465"/>
                    </a:cubicBezTo>
                    <a:cubicBezTo>
                      <a:pt x="1805" y="3536"/>
                      <a:pt x="1919" y="3644"/>
                      <a:pt x="2055" y="3726"/>
                    </a:cubicBezTo>
                    <a:cubicBezTo>
                      <a:pt x="2202" y="3818"/>
                      <a:pt x="2310" y="3965"/>
                      <a:pt x="2408" y="4101"/>
                    </a:cubicBezTo>
                    <a:cubicBezTo>
                      <a:pt x="2506" y="4237"/>
                      <a:pt x="2593" y="4389"/>
                      <a:pt x="2658" y="4541"/>
                    </a:cubicBezTo>
                    <a:cubicBezTo>
                      <a:pt x="2691" y="4601"/>
                      <a:pt x="2734" y="4661"/>
                      <a:pt x="2762" y="4721"/>
                    </a:cubicBezTo>
                    <a:cubicBezTo>
                      <a:pt x="2783" y="4807"/>
                      <a:pt x="2800" y="4900"/>
                      <a:pt x="2800" y="4987"/>
                    </a:cubicBezTo>
                    <a:cubicBezTo>
                      <a:pt x="2821" y="5155"/>
                      <a:pt x="2827" y="5324"/>
                      <a:pt x="2821" y="5492"/>
                    </a:cubicBezTo>
                    <a:cubicBezTo>
                      <a:pt x="2821" y="5574"/>
                      <a:pt x="2800" y="5655"/>
                      <a:pt x="2800" y="5737"/>
                    </a:cubicBezTo>
                    <a:cubicBezTo>
                      <a:pt x="2800" y="5791"/>
                      <a:pt x="2778" y="5840"/>
                      <a:pt x="2772" y="5895"/>
                    </a:cubicBezTo>
                    <a:lnTo>
                      <a:pt x="2637" y="5938"/>
                    </a:lnTo>
                    <a:cubicBezTo>
                      <a:pt x="2560" y="5965"/>
                      <a:pt x="2484" y="5976"/>
                      <a:pt x="2408" y="5992"/>
                    </a:cubicBezTo>
                    <a:cubicBezTo>
                      <a:pt x="2381" y="6003"/>
                      <a:pt x="2354" y="6009"/>
                      <a:pt x="2332" y="6014"/>
                    </a:cubicBezTo>
                    <a:cubicBezTo>
                      <a:pt x="2332" y="5949"/>
                      <a:pt x="2354" y="5878"/>
                      <a:pt x="2359" y="5813"/>
                    </a:cubicBezTo>
                    <a:lnTo>
                      <a:pt x="2359" y="5574"/>
                    </a:lnTo>
                    <a:cubicBezTo>
                      <a:pt x="2354" y="5427"/>
                      <a:pt x="2327" y="5286"/>
                      <a:pt x="2267" y="5150"/>
                    </a:cubicBezTo>
                    <a:cubicBezTo>
                      <a:pt x="2240" y="5085"/>
                      <a:pt x="2223" y="5014"/>
                      <a:pt x="2191" y="4949"/>
                    </a:cubicBezTo>
                    <a:cubicBezTo>
                      <a:pt x="2153" y="4878"/>
                      <a:pt x="2109" y="4813"/>
                      <a:pt x="2060" y="4759"/>
                    </a:cubicBezTo>
                    <a:cubicBezTo>
                      <a:pt x="1984" y="4650"/>
                      <a:pt x="1930" y="4525"/>
                      <a:pt x="1837" y="4432"/>
                    </a:cubicBezTo>
                    <a:cubicBezTo>
                      <a:pt x="1783" y="4389"/>
                      <a:pt x="1729" y="4345"/>
                      <a:pt x="1685" y="4297"/>
                    </a:cubicBezTo>
                    <a:cubicBezTo>
                      <a:pt x="1642" y="4242"/>
                      <a:pt x="1598" y="4199"/>
                      <a:pt x="1549" y="4166"/>
                    </a:cubicBezTo>
                    <a:cubicBezTo>
                      <a:pt x="1414" y="4068"/>
                      <a:pt x="1283" y="3976"/>
                      <a:pt x="1142" y="3883"/>
                    </a:cubicBezTo>
                    <a:cubicBezTo>
                      <a:pt x="1082" y="3845"/>
                      <a:pt x="1022" y="3807"/>
                      <a:pt x="962" y="3780"/>
                    </a:cubicBezTo>
                    <a:cubicBezTo>
                      <a:pt x="892" y="3753"/>
                      <a:pt x="816" y="3731"/>
                      <a:pt x="750" y="3699"/>
                    </a:cubicBezTo>
                    <a:cubicBezTo>
                      <a:pt x="696" y="3671"/>
                      <a:pt x="636" y="3650"/>
                      <a:pt x="576" y="3639"/>
                    </a:cubicBezTo>
                    <a:lnTo>
                      <a:pt x="544" y="3639"/>
                    </a:lnTo>
                    <a:cubicBezTo>
                      <a:pt x="614" y="3487"/>
                      <a:pt x="674" y="3334"/>
                      <a:pt x="745" y="3182"/>
                    </a:cubicBezTo>
                    <a:cubicBezTo>
                      <a:pt x="756" y="3182"/>
                      <a:pt x="768" y="3182"/>
                      <a:pt x="780" y="3182"/>
                    </a:cubicBezTo>
                    <a:close/>
                    <a:moveTo>
                      <a:pt x="1500" y="4302"/>
                    </a:moveTo>
                    <a:cubicBezTo>
                      <a:pt x="1533" y="4340"/>
                      <a:pt x="1571" y="4378"/>
                      <a:pt x="1604" y="4416"/>
                    </a:cubicBezTo>
                    <a:cubicBezTo>
                      <a:pt x="1642" y="4460"/>
                      <a:pt x="1696" y="4481"/>
                      <a:pt x="1740" y="4530"/>
                    </a:cubicBezTo>
                    <a:cubicBezTo>
                      <a:pt x="1832" y="4617"/>
                      <a:pt x="1876" y="4748"/>
                      <a:pt x="1957" y="4851"/>
                    </a:cubicBezTo>
                    <a:cubicBezTo>
                      <a:pt x="1990" y="4894"/>
                      <a:pt x="2022" y="4943"/>
                      <a:pt x="2055" y="4992"/>
                    </a:cubicBezTo>
                    <a:cubicBezTo>
                      <a:pt x="2088" y="5058"/>
                      <a:pt x="2104" y="5128"/>
                      <a:pt x="2131" y="5193"/>
                    </a:cubicBezTo>
                    <a:cubicBezTo>
                      <a:pt x="2185" y="5335"/>
                      <a:pt x="2218" y="5487"/>
                      <a:pt x="2213" y="5639"/>
                    </a:cubicBezTo>
                    <a:cubicBezTo>
                      <a:pt x="2213" y="5704"/>
                      <a:pt x="2218" y="5775"/>
                      <a:pt x="2213" y="5840"/>
                    </a:cubicBezTo>
                    <a:lnTo>
                      <a:pt x="2213" y="5846"/>
                    </a:lnTo>
                    <a:cubicBezTo>
                      <a:pt x="2196" y="5911"/>
                      <a:pt x="2191" y="5971"/>
                      <a:pt x="2185" y="6036"/>
                    </a:cubicBezTo>
                    <a:lnTo>
                      <a:pt x="2126" y="6036"/>
                    </a:lnTo>
                    <a:cubicBezTo>
                      <a:pt x="2049" y="6047"/>
                      <a:pt x="1979" y="6069"/>
                      <a:pt x="1903" y="6090"/>
                    </a:cubicBezTo>
                    <a:cubicBezTo>
                      <a:pt x="1816" y="6107"/>
                      <a:pt x="1723" y="6118"/>
                      <a:pt x="1631" y="6123"/>
                    </a:cubicBezTo>
                    <a:cubicBezTo>
                      <a:pt x="1516" y="6130"/>
                      <a:pt x="1406" y="6148"/>
                      <a:pt x="1292" y="6148"/>
                    </a:cubicBezTo>
                    <a:cubicBezTo>
                      <a:pt x="1239" y="6148"/>
                      <a:pt x="1186" y="6144"/>
                      <a:pt x="1131" y="6134"/>
                    </a:cubicBezTo>
                    <a:cubicBezTo>
                      <a:pt x="957" y="6107"/>
                      <a:pt x="788" y="6052"/>
                      <a:pt x="631" y="5982"/>
                    </a:cubicBezTo>
                    <a:cubicBezTo>
                      <a:pt x="582" y="5954"/>
                      <a:pt x="538" y="5922"/>
                      <a:pt x="500" y="5884"/>
                    </a:cubicBezTo>
                    <a:cubicBezTo>
                      <a:pt x="522" y="5840"/>
                      <a:pt x="544" y="5797"/>
                      <a:pt x="560" y="5759"/>
                    </a:cubicBezTo>
                    <a:cubicBezTo>
                      <a:pt x="576" y="5726"/>
                      <a:pt x="587" y="5694"/>
                      <a:pt x="593" y="5655"/>
                    </a:cubicBezTo>
                    <a:cubicBezTo>
                      <a:pt x="609" y="5612"/>
                      <a:pt x="631" y="5568"/>
                      <a:pt x="647" y="5530"/>
                    </a:cubicBezTo>
                    <a:cubicBezTo>
                      <a:pt x="685" y="5449"/>
                      <a:pt x="707" y="5373"/>
                      <a:pt x="745" y="5297"/>
                    </a:cubicBezTo>
                    <a:cubicBezTo>
                      <a:pt x="788" y="5215"/>
                      <a:pt x="843" y="5144"/>
                      <a:pt x="903" y="5079"/>
                    </a:cubicBezTo>
                    <a:cubicBezTo>
                      <a:pt x="1011" y="4943"/>
                      <a:pt x="1120" y="4813"/>
                      <a:pt x="1223" y="4672"/>
                    </a:cubicBezTo>
                    <a:cubicBezTo>
                      <a:pt x="1272" y="4601"/>
                      <a:pt x="1327" y="4530"/>
                      <a:pt x="1381" y="4465"/>
                    </a:cubicBezTo>
                    <a:cubicBezTo>
                      <a:pt x="1424" y="4411"/>
                      <a:pt x="1462" y="4362"/>
                      <a:pt x="1500" y="4302"/>
                    </a:cubicBezTo>
                    <a:close/>
                    <a:moveTo>
                      <a:pt x="5268" y="1"/>
                    </a:moveTo>
                    <a:cubicBezTo>
                      <a:pt x="5235" y="1"/>
                      <a:pt x="5202" y="1"/>
                      <a:pt x="5170" y="2"/>
                    </a:cubicBezTo>
                    <a:cubicBezTo>
                      <a:pt x="5077" y="2"/>
                      <a:pt x="4985" y="8"/>
                      <a:pt x="4892" y="24"/>
                    </a:cubicBezTo>
                    <a:cubicBezTo>
                      <a:pt x="4800" y="40"/>
                      <a:pt x="4708" y="40"/>
                      <a:pt x="4615" y="51"/>
                    </a:cubicBezTo>
                    <a:cubicBezTo>
                      <a:pt x="4425" y="73"/>
                      <a:pt x="4240" y="111"/>
                      <a:pt x="4061" y="165"/>
                    </a:cubicBezTo>
                    <a:cubicBezTo>
                      <a:pt x="3887" y="220"/>
                      <a:pt x="3707" y="258"/>
                      <a:pt x="3533" y="312"/>
                    </a:cubicBezTo>
                    <a:cubicBezTo>
                      <a:pt x="3365" y="372"/>
                      <a:pt x="3202" y="443"/>
                      <a:pt x="3044" y="524"/>
                    </a:cubicBezTo>
                    <a:cubicBezTo>
                      <a:pt x="2887" y="595"/>
                      <a:pt x="2751" y="703"/>
                      <a:pt x="2593" y="790"/>
                    </a:cubicBezTo>
                    <a:cubicBezTo>
                      <a:pt x="2533" y="828"/>
                      <a:pt x="2473" y="872"/>
                      <a:pt x="2425" y="921"/>
                    </a:cubicBezTo>
                    <a:cubicBezTo>
                      <a:pt x="2365" y="964"/>
                      <a:pt x="2289" y="986"/>
                      <a:pt x="2229" y="1035"/>
                    </a:cubicBezTo>
                    <a:cubicBezTo>
                      <a:pt x="2104" y="1127"/>
                      <a:pt x="1995" y="1247"/>
                      <a:pt x="1870" y="1356"/>
                    </a:cubicBezTo>
                    <a:cubicBezTo>
                      <a:pt x="1593" y="1606"/>
                      <a:pt x="1332" y="1883"/>
                      <a:pt x="1109" y="2182"/>
                    </a:cubicBezTo>
                    <a:cubicBezTo>
                      <a:pt x="990" y="2329"/>
                      <a:pt x="881" y="2481"/>
                      <a:pt x="783" y="2644"/>
                    </a:cubicBezTo>
                    <a:cubicBezTo>
                      <a:pt x="691" y="2807"/>
                      <a:pt x="609" y="2976"/>
                      <a:pt x="538" y="3150"/>
                    </a:cubicBezTo>
                    <a:cubicBezTo>
                      <a:pt x="468" y="3324"/>
                      <a:pt x="402" y="3487"/>
                      <a:pt x="321" y="3661"/>
                    </a:cubicBezTo>
                    <a:cubicBezTo>
                      <a:pt x="299" y="3666"/>
                      <a:pt x="294" y="3688"/>
                      <a:pt x="299" y="3709"/>
                    </a:cubicBezTo>
                    <a:cubicBezTo>
                      <a:pt x="229" y="3856"/>
                      <a:pt x="174" y="4014"/>
                      <a:pt x="131" y="4171"/>
                    </a:cubicBezTo>
                    <a:cubicBezTo>
                      <a:pt x="76" y="4356"/>
                      <a:pt x="38" y="4547"/>
                      <a:pt x="22" y="4737"/>
                    </a:cubicBezTo>
                    <a:cubicBezTo>
                      <a:pt x="11" y="4922"/>
                      <a:pt x="0" y="5106"/>
                      <a:pt x="11" y="5297"/>
                    </a:cubicBezTo>
                    <a:cubicBezTo>
                      <a:pt x="11" y="5389"/>
                      <a:pt x="11" y="5476"/>
                      <a:pt x="22" y="5568"/>
                    </a:cubicBezTo>
                    <a:cubicBezTo>
                      <a:pt x="38" y="5639"/>
                      <a:pt x="65" y="5710"/>
                      <a:pt x="98" y="5775"/>
                    </a:cubicBezTo>
                    <a:cubicBezTo>
                      <a:pt x="98" y="5780"/>
                      <a:pt x="98" y="5786"/>
                      <a:pt x="103" y="5791"/>
                    </a:cubicBezTo>
                    <a:lnTo>
                      <a:pt x="114" y="5819"/>
                    </a:lnTo>
                    <a:cubicBezTo>
                      <a:pt x="136" y="5889"/>
                      <a:pt x="185" y="5949"/>
                      <a:pt x="250" y="5982"/>
                    </a:cubicBezTo>
                    <a:cubicBezTo>
                      <a:pt x="321" y="6014"/>
                      <a:pt x="348" y="6074"/>
                      <a:pt x="408" y="6118"/>
                    </a:cubicBezTo>
                    <a:cubicBezTo>
                      <a:pt x="555" y="6221"/>
                      <a:pt x="729" y="6291"/>
                      <a:pt x="908" y="6324"/>
                    </a:cubicBezTo>
                    <a:cubicBezTo>
                      <a:pt x="1043" y="6365"/>
                      <a:pt x="1182" y="6384"/>
                      <a:pt x="1324" y="6384"/>
                    </a:cubicBezTo>
                    <a:cubicBezTo>
                      <a:pt x="1370" y="6384"/>
                      <a:pt x="1416" y="6382"/>
                      <a:pt x="1462" y="6378"/>
                    </a:cubicBezTo>
                    <a:cubicBezTo>
                      <a:pt x="1642" y="6357"/>
                      <a:pt x="1827" y="6357"/>
                      <a:pt x="2006" y="6313"/>
                    </a:cubicBezTo>
                    <a:cubicBezTo>
                      <a:pt x="2044" y="6302"/>
                      <a:pt x="2077" y="6286"/>
                      <a:pt x="2115" y="6281"/>
                    </a:cubicBezTo>
                    <a:cubicBezTo>
                      <a:pt x="2158" y="6275"/>
                      <a:pt x="2196" y="6270"/>
                      <a:pt x="2240" y="6270"/>
                    </a:cubicBezTo>
                    <a:cubicBezTo>
                      <a:pt x="2343" y="6259"/>
                      <a:pt x="2441" y="6232"/>
                      <a:pt x="2544" y="6204"/>
                    </a:cubicBezTo>
                    <a:cubicBezTo>
                      <a:pt x="2718" y="6161"/>
                      <a:pt x="2887" y="6107"/>
                      <a:pt x="3055" y="6041"/>
                    </a:cubicBezTo>
                    <a:cubicBezTo>
                      <a:pt x="3680" y="5829"/>
                      <a:pt x="4294" y="5536"/>
                      <a:pt x="4795" y="5090"/>
                    </a:cubicBezTo>
                    <a:cubicBezTo>
                      <a:pt x="5055" y="4851"/>
                      <a:pt x="5262" y="4563"/>
                      <a:pt x="5479" y="4280"/>
                    </a:cubicBezTo>
                    <a:cubicBezTo>
                      <a:pt x="5719" y="3970"/>
                      <a:pt x="5942" y="3650"/>
                      <a:pt x="6143" y="3313"/>
                    </a:cubicBezTo>
                    <a:cubicBezTo>
                      <a:pt x="6240" y="3160"/>
                      <a:pt x="6327" y="3003"/>
                      <a:pt x="6404" y="2840"/>
                    </a:cubicBezTo>
                    <a:cubicBezTo>
                      <a:pt x="6474" y="2688"/>
                      <a:pt x="6567" y="2552"/>
                      <a:pt x="6621" y="2394"/>
                    </a:cubicBezTo>
                    <a:cubicBezTo>
                      <a:pt x="6648" y="2312"/>
                      <a:pt x="6692" y="2236"/>
                      <a:pt x="6713" y="2155"/>
                    </a:cubicBezTo>
                    <a:cubicBezTo>
                      <a:pt x="6724" y="2117"/>
                      <a:pt x="6724" y="2079"/>
                      <a:pt x="6735" y="2041"/>
                    </a:cubicBezTo>
                    <a:cubicBezTo>
                      <a:pt x="6746" y="1997"/>
                      <a:pt x="6773" y="1959"/>
                      <a:pt x="6784" y="1916"/>
                    </a:cubicBezTo>
                    <a:cubicBezTo>
                      <a:pt x="6800" y="1823"/>
                      <a:pt x="6811" y="1731"/>
                      <a:pt x="6817" y="1644"/>
                    </a:cubicBezTo>
                    <a:cubicBezTo>
                      <a:pt x="6828" y="1551"/>
                      <a:pt x="6844" y="1459"/>
                      <a:pt x="6849" y="1367"/>
                    </a:cubicBezTo>
                    <a:cubicBezTo>
                      <a:pt x="6876" y="1046"/>
                      <a:pt x="6833" y="660"/>
                      <a:pt x="6626" y="399"/>
                    </a:cubicBezTo>
                    <a:lnTo>
                      <a:pt x="6626" y="404"/>
                    </a:lnTo>
                    <a:cubicBezTo>
                      <a:pt x="6583" y="345"/>
                      <a:pt x="6523" y="296"/>
                      <a:pt x="6458" y="263"/>
                    </a:cubicBezTo>
                    <a:cubicBezTo>
                      <a:pt x="6393" y="231"/>
                      <a:pt x="6327" y="192"/>
                      <a:pt x="6262" y="165"/>
                    </a:cubicBezTo>
                    <a:cubicBezTo>
                      <a:pt x="6094" y="95"/>
                      <a:pt x="5920" y="51"/>
                      <a:pt x="5740" y="29"/>
                    </a:cubicBezTo>
                    <a:cubicBezTo>
                      <a:pt x="5583" y="11"/>
                      <a:pt x="5425" y="1"/>
                      <a:pt x="5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20"/>
              <p:cNvSpPr/>
              <p:nvPr/>
            </p:nvSpPr>
            <p:spPr>
              <a:xfrm>
                <a:off x="4345525" y="2250425"/>
                <a:ext cx="43250" cy="44625"/>
              </a:xfrm>
              <a:custGeom>
                <a:rect b="b" l="l" r="r" t="t"/>
                <a:pathLst>
                  <a:path extrusionOk="0" h="1785" w="1730">
                    <a:moveTo>
                      <a:pt x="1368" y="89"/>
                    </a:moveTo>
                    <a:cubicBezTo>
                      <a:pt x="1379" y="89"/>
                      <a:pt x="1390" y="90"/>
                      <a:pt x="1398" y="92"/>
                    </a:cubicBezTo>
                    <a:cubicBezTo>
                      <a:pt x="1517" y="114"/>
                      <a:pt x="1517" y="195"/>
                      <a:pt x="1545" y="287"/>
                    </a:cubicBezTo>
                    <a:cubicBezTo>
                      <a:pt x="1561" y="358"/>
                      <a:pt x="1615" y="472"/>
                      <a:pt x="1588" y="543"/>
                    </a:cubicBezTo>
                    <a:cubicBezTo>
                      <a:pt x="1583" y="554"/>
                      <a:pt x="1577" y="559"/>
                      <a:pt x="1572" y="565"/>
                    </a:cubicBezTo>
                    <a:cubicBezTo>
                      <a:pt x="1550" y="527"/>
                      <a:pt x="1528" y="483"/>
                      <a:pt x="1496" y="445"/>
                    </a:cubicBezTo>
                    <a:cubicBezTo>
                      <a:pt x="1409" y="336"/>
                      <a:pt x="1284" y="266"/>
                      <a:pt x="1142" y="249"/>
                    </a:cubicBezTo>
                    <a:cubicBezTo>
                      <a:pt x="1084" y="148"/>
                      <a:pt x="1272" y="89"/>
                      <a:pt x="1368" y="89"/>
                    </a:cubicBezTo>
                    <a:close/>
                    <a:moveTo>
                      <a:pt x="750" y="492"/>
                    </a:moveTo>
                    <a:cubicBezTo>
                      <a:pt x="774" y="492"/>
                      <a:pt x="798" y="494"/>
                      <a:pt x="822" y="499"/>
                    </a:cubicBezTo>
                    <a:cubicBezTo>
                      <a:pt x="936" y="527"/>
                      <a:pt x="968" y="619"/>
                      <a:pt x="1001" y="717"/>
                    </a:cubicBezTo>
                    <a:cubicBezTo>
                      <a:pt x="974" y="701"/>
                      <a:pt x="947" y="690"/>
                      <a:pt x="919" y="684"/>
                    </a:cubicBezTo>
                    <a:lnTo>
                      <a:pt x="919" y="690"/>
                    </a:lnTo>
                    <a:cubicBezTo>
                      <a:pt x="871" y="679"/>
                      <a:pt x="822" y="673"/>
                      <a:pt x="773" y="673"/>
                    </a:cubicBezTo>
                    <a:cubicBezTo>
                      <a:pt x="724" y="673"/>
                      <a:pt x="675" y="679"/>
                      <a:pt x="626" y="690"/>
                    </a:cubicBezTo>
                    <a:cubicBezTo>
                      <a:pt x="615" y="657"/>
                      <a:pt x="599" y="625"/>
                      <a:pt x="582" y="597"/>
                    </a:cubicBezTo>
                    <a:cubicBezTo>
                      <a:pt x="550" y="548"/>
                      <a:pt x="555" y="538"/>
                      <a:pt x="610" y="516"/>
                    </a:cubicBezTo>
                    <a:cubicBezTo>
                      <a:pt x="653" y="501"/>
                      <a:pt x="701" y="492"/>
                      <a:pt x="750" y="492"/>
                    </a:cubicBezTo>
                    <a:close/>
                    <a:moveTo>
                      <a:pt x="1070" y="337"/>
                    </a:moveTo>
                    <a:cubicBezTo>
                      <a:pt x="1104" y="337"/>
                      <a:pt x="1138" y="343"/>
                      <a:pt x="1169" y="353"/>
                    </a:cubicBezTo>
                    <a:cubicBezTo>
                      <a:pt x="1273" y="374"/>
                      <a:pt x="1365" y="434"/>
                      <a:pt x="1425" y="521"/>
                    </a:cubicBezTo>
                    <a:cubicBezTo>
                      <a:pt x="1447" y="554"/>
                      <a:pt x="1468" y="586"/>
                      <a:pt x="1485" y="619"/>
                    </a:cubicBezTo>
                    <a:cubicBezTo>
                      <a:pt x="1463" y="625"/>
                      <a:pt x="1447" y="630"/>
                      <a:pt x="1425" y="630"/>
                    </a:cubicBezTo>
                    <a:cubicBezTo>
                      <a:pt x="1398" y="630"/>
                      <a:pt x="1381" y="663"/>
                      <a:pt x="1392" y="684"/>
                    </a:cubicBezTo>
                    <a:cubicBezTo>
                      <a:pt x="1410" y="715"/>
                      <a:pt x="1444" y="731"/>
                      <a:pt x="1477" y="731"/>
                    </a:cubicBezTo>
                    <a:cubicBezTo>
                      <a:pt x="1485" y="731"/>
                      <a:pt x="1493" y="730"/>
                      <a:pt x="1501" y="728"/>
                    </a:cubicBezTo>
                    <a:lnTo>
                      <a:pt x="1501" y="733"/>
                    </a:lnTo>
                    <a:cubicBezTo>
                      <a:pt x="1489" y="747"/>
                      <a:pt x="1461" y="751"/>
                      <a:pt x="1428" y="751"/>
                    </a:cubicBezTo>
                    <a:cubicBezTo>
                      <a:pt x="1385" y="751"/>
                      <a:pt x="1336" y="744"/>
                      <a:pt x="1311" y="744"/>
                    </a:cubicBezTo>
                    <a:cubicBezTo>
                      <a:pt x="1303" y="741"/>
                      <a:pt x="1293" y="740"/>
                      <a:pt x="1284" y="740"/>
                    </a:cubicBezTo>
                    <a:cubicBezTo>
                      <a:pt x="1274" y="740"/>
                      <a:pt x="1265" y="741"/>
                      <a:pt x="1256" y="744"/>
                    </a:cubicBezTo>
                    <a:cubicBezTo>
                      <a:pt x="1222" y="705"/>
                      <a:pt x="1175" y="683"/>
                      <a:pt x="1122" y="683"/>
                    </a:cubicBezTo>
                    <a:cubicBezTo>
                      <a:pt x="1116" y="683"/>
                      <a:pt x="1110" y="684"/>
                      <a:pt x="1104" y="684"/>
                    </a:cubicBezTo>
                    <a:cubicBezTo>
                      <a:pt x="1099" y="668"/>
                      <a:pt x="1093" y="646"/>
                      <a:pt x="1088" y="630"/>
                    </a:cubicBezTo>
                    <a:cubicBezTo>
                      <a:pt x="1072" y="576"/>
                      <a:pt x="1044" y="532"/>
                      <a:pt x="1006" y="494"/>
                    </a:cubicBezTo>
                    <a:cubicBezTo>
                      <a:pt x="974" y="456"/>
                      <a:pt x="936" y="434"/>
                      <a:pt x="892" y="413"/>
                    </a:cubicBezTo>
                    <a:cubicBezTo>
                      <a:pt x="919" y="385"/>
                      <a:pt x="957" y="364"/>
                      <a:pt x="996" y="347"/>
                    </a:cubicBezTo>
                    <a:cubicBezTo>
                      <a:pt x="1021" y="340"/>
                      <a:pt x="1046" y="337"/>
                      <a:pt x="1070" y="337"/>
                    </a:cubicBezTo>
                    <a:close/>
                    <a:moveTo>
                      <a:pt x="1066" y="815"/>
                    </a:moveTo>
                    <a:cubicBezTo>
                      <a:pt x="1078" y="823"/>
                      <a:pt x="1093" y="828"/>
                      <a:pt x="1109" y="828"/>
                    </a:cubicBezTo>
                    <a:cubicBezTo>
                      <a:pt x="1114" y="828"/>
                      <a:pt x="1120" y="827"/>
                      <a:pt x="1126" y="826"/>
                    </a:cubicBezTo>
                    <a:cubicBezTo>
                      <a:pt x="1137" y="847"/>
                      <a:pt x="1159" y="858"/>
                      <a:pt x="1180" y="858"/>
                    </a:cubicBezTo>
                    <a:cubicBezTo>
                      <a:pt x="1191" y="858"/>
                      <a:pt x="1202" y="858"/>
                      <a:pt x="1213" y="853"/>
                    </a:cubicBezTo>
                    <a:cubicBezTo>
                      <a:pt x="1246" y="902"/>
                      <a:pt x="1262" y="962"/>
                      <a:pt x="1262" y="1021"/>
                    </a:cubicBezTo>
                    <a:cubicBezTo>
                      <a:pt x="1262" y="1070"/>
                      <a:pt x="1239" y="1089"/>
                      <a:pt x="1209" y="1089"/>
                    </a:cubicBezTo>
                    <a:cubicBezTo>
                      <a:pt x="1176" y="1089"/>
                      <a:pt x="1135" y="1066"/>
                      <a:pt x="1110" y="1038"/>
                    </a:cubicBezTo>
                    <a:cubicBezTo>
                      <a:pt x="1093" y="1021"/>
                      <a:pt x="1083" y="1005"/>
                      <a:pt x="1072" y="989"/>
                    </a:cubicBezTo>
                    <a:cubicBezTo>
                      <a:pt x="1083" y="929"/>
                      <a:pt x="1083" y="875"/>
                      <a:pt x="1066" y="815"/>
                    </a:cubicBezTo>
                    <a:close/>
                    <a:moveTo>
                      <a:pt x="833" y="798"/>
                    </a:moveTo>
                    <a:cubicBezTo>
                      <a:pt x="901" y="798"/>
                      <a:pt x="963" y="803"/>
                      <a:pt x="968" y="891"/>
                    </a:cubicBezTo>
                    <a:cubicBezTo>
                      <a:pt x="968" y="945"/>
                      <a:pt x="957" y="1005"/>
                      <a:pt x="947" y="1059"/>
                    </a:cubicBezTo>
                    <a:cubicBezTo>
                      <a:pt x="939" y="1106"/>
                      <a:pt x="939" y="1119"/>
                      <a:pt x="917" y="1119"/>
                    </a:cubicBezTo>
                    <a:cubicBezTo>
                      <a:pt x="908" y="1119"/>
                      <a:pt x="895" y="1117"/>
                      <a:pt x="876" y="1114"/>
                    </a:cubicBezTo>
                    <a:cubicBezTo>
                      <a:pt x="811" y="1097"/>
                      <a:pt x="751" y="1081"/>
                      <a:pt x="686" y="1059"/>
                    </a:cubicBezTo>
                    <a:cubicBezTo>
                      <a:pt x="604" y="1027"/>
                      <a:pt x="523" y="972"/>
                      <a:pt x="436" y="967"/>
                    </a:cubicBezTo>
                    <a:cubicBezTo>
                      <a:pt x="441" y="956"/>
                      <a:pt x="441" y="945"/>
                      <a:pt x="447" y="934"/>
                    </a:cubicBezTo>
                    <a:cubicBezTo>
                      <a:pt x="452" y="923"/>
                      <a:pt x="447" y="918"/>
                      <a:pt x="441" y="907"/>
                    </a:cubicBezTo>
                    <a:cubicBezTo>
                      <a:pt x="452" y="896"/>
                      <a:pt x="463" y="885"/>
                      <a:pt x="474" y="875"/>
                    </a:cubicBezTo>
                    <a:cubicBezTo>
                      <a:pt x="485" y="864"/>
                      <a:pt x="490" y="858"/>
                      <a:pt x="495" y="853"/>
                    </a:cubicBezTo>
                    <a:cubicBezTo>
                      <a:pt x="534" y="842"/>
                      <a:pt x="572" y="837"/>
                      <a:pt x="610" y="820"/>
                    </a:cubicBezTo>
                    <a:cubicBezTo>
                      <a:pt x="675" y="804"/>
                      <a:pt x="740" y="798"/>
                      <a:pt x="811" y="798"/>
                    </a:cubicBezTo>
                    <a:cubicBezTo>
                      <a:pt x="818" y="798"/>
                      <a:pt x="826" y="798"/>
                      <a:pt x="833" y="798"/>
                    </a:cubicBezTo>
                    <a:close/>
                    <a:moveTo>
                      <a:pt x="305" y="1016"/>
                    </a:moveTo>
                    <a:cubicBezTo>
                      <a:pt x="316" y="1027"/>
                      <a:pt x="327" y="1032"/>
                      <a:pt x="343" y="1032"/>
                    </a:cubicBezTo>
                    <a:lnTo>
                      <a:pt x="354" y="1032"/>
                    </a:lnTo>
                    <a:cubicBezTo>
                      <a:pt x="398" y="1076"/>
                      <a:pt x="425" y="1130"/>
                      <a:pt x="430" y="1195"/>
                    </a:cubicBezTo>
                    <a:cubicBezTo>
                      <a:pt x="463" y="1326"/>
                      <a:pt x="479" y="1462"/>
                      <a:pt x="501" y="1592"/>
                    </a:cubicBezTo>
                    <a:lnTo>
                      <a:pt x="506" y="1592"/>
                    </a:lnTo>
                    <a:cubicBezTo>
                      <a:pt x="463" y="1608"/>
                      <a:pt x="425" y="1630"/>
                      <a:pt x="392" y="1652"/>
                    </a:cubicBezTo>
                    <a:cubicBezTo>
                      <a:pt x="349" y="1565"/>
                      <a:pt x="305" y="1478"/>
                      <a:pt x="251" y="1396"/>
                    </a:cubicBezTo>
                    <a:cubicBezTo>
                      <a:pt x="207" y="1331"/>
                      <a:pt x="175" y="1260"/>
                      <a:pt x="148" y="1190"/>
                    </a:cubicBezTo>
                    <a:cubicBezTo>
                      <a:pt x="137" y="1163"/>
                      <a:pt x="131" y="1130"/>
                      <a:pt x="131" y="1103"/>
                    </a:cubicBezTo>
                    <a:cubicBezTo>
                      <a:pt x="131" y="1059"/>
                      <a:pt x="131" y="1048"/>
                      <a:pt x="169" y="1043"/>
                    </a:cubicBezTo>
                    <a:cubicBezTo>
                      <a:pt x="213" y="1027"/>
                      <a:pt x="262" y="1016"/>
                      <a:pt x="305" y="1016"/>
                    </a:cubicBezTo>
                    <a:close/>
                    <a:moveTo>
                      <a:pt x="1362" y="1"/>
                    </a:moveTo>
                    <a:cubicBezTo>
                      <a:pt x="1336" y="1"/>
                      <a:pt x="1309" y="4"/>
                      <a:pt x="1284" y="10"/>
                    </a:cubicBezTo>
                    <a:cubicBezTo>
                      <a:pt x="1164" y="37"/>
                      <a:pt x="1028" y="135"/>
                      <a:pt x="1077" y="244"/>
                    </a:cubicBezTo>
                    <a:lnTo>
                      <a:pt x="1028" y="244"/>
                    </a:lnTo>
                    <a:cubicBezTo>
                      <a:pt x="968" y="255"/>
                      <a:pt x="843" y="320"/>
                      <a:pt x="822" y="391"/>
                    </a:cubicBezTo>
                    <a:cubicBezTo>
                      <a:pt x="803" y="388"/>
                      <a:pt x="785" y="387"/>
                      <a:pt x="768" y="387"/>
                    </a:cubicBezTo>
                    <a:cubicBezTo>
                      <a:pt x="751" y="387"/>
                      <a:pt x="735" y="388"/>
                      <a:pt x="718" y="391"/>
                    </a:cubicBezTo>
                    <a:cubicBezTo>
                      <a:pt x="637" y="396"/>
                      <a:pt x="534" y="413"/>
                      <a:pt x="479" y="483"/>
                    </a:cubicBezTo>
                    <a:cubicBezTo>
                      <a:pt x="419" y="559"/>
                      <a:pt x="490" y="635"/>
                      <a:pt x="544" y="701"/>
                    </a:cubicBezTo>
                    <a:cubicBezTo>
                      <a:pt x="517" y="717"/>
                      <a:pt x="490" y="733"/>
                      <a:pt x="463" y="755"/>
                    </a:cubicBezTo>
                    <a:cubicBezTo>
                      <a:pt x="436" y="777"/>
                      <a:pt x="408" y="804"/>
                      <a:pt x="381" y="826"/>
                    </a:cubicBezTo>
                    <a:cubicBezTo>
                      <a:pt x="349" y="853"/>
                      <a:pt x="322" y="891"/>
                      <a:pt x="300" y="929"/>
                    </a:cubicBezTo>
                    <a:cubicBezTo>
                      <a:pt x="240" y="929"/>
                      <a:pt x="186" y="940"/>
                      <a:pt x="126" y="956"/>
                    </a:cubicBezTo>
                    <a:cubicBezTo>
                      <a:pt x="1" y="989"/>
                      <a:pt x="6" y="1152"/>
                      <a:pt x="39" y="1250"/>
                    </a:cubicBezTo>
                    <a:cubicBezTo>
                      <a:pt x="77" y="1347"/>
                      <a:pt x="126" y="1434"/>
                      <a:pt x="180" y="1516"/>
                    </a:cubicBezTo>
                    <a:cubicBezTo>
                      <a:pt x="229" y="1608"/>
                      <a:pt x="289" y="1695"/>
                      <a:pt x="360" y="1777"/>
                    </a:cubicBezTo>
                    <a:cubicBezTo>
                      <a:pt x="366" y="1782"/>
                      <a:pt x="375" y="1784"/>
                      <a:pt x="383" y="1784"/>
                    </a:cubicBezTo>
                    <a:cubicBezTo>
                      <a:pt x="401" y="1784"/>
                      <a:pt x="418" y="1772"/>
                      <a:pt x="414" y="1750"/>
                    </a:cubicBezTo>
                    <a:lnTo>
                      <a:pt x="414" y="1744"/>
                    </a:lnTo>
                    <a:cubicBezTo>
                      <a:pt x="428" y="1749"/>
                      <a:pt x="442" y="1751"/>
                      <a:pt x="456" y="1751"/>
                    </a:cubicBezTo>
                    <a:cubicBezTo>
                      <a:pt x="511" y="1751"/>
                      <a:pt x="562" y="1720"/>
                      <a:pt x="610" y="1690"/>
                    </a:cubicBezTo>
                    <a:cubicBezTo>
                      <a:pt x="631" y="1674"/>
                      <a:pt x="648" y="1646"/>
                      <a:pt x="642" y="1619"/>
                    </a:cubicBezTo>
                    <a:cubicBezTo>
                      <a:pt x="610" y="1500"/>
                      <a:pt x="582" y="1386"/>
                      <a:pt x="555" y="1271"/>
                    </a:cubicBezTo>
                    <a:cubicBezTo>
                      <a:pt x="539" y="1212"/>
                      <a:pt x="523" y="1152"/>
                      <a:pt x="506" y="1092"/>
                    </a:cubicBezTo>
                    <a:lnTo>
                      <a:pt x="506" y="1092"/>
                    </a:lnTo>
                    <a:cubicBezTo>
                      <a:pt x="539" y="1114"/>
                      <a:pt x="572" y="1130"/>
                      <a:pt x="610" y="1146"/>
                    </a:cubicBezTo>
                    <a:cubicBezTo>
                      <a:pt x="691" y="1184"/>
                      <a:pt x="778" y="1212"/>
                      <a:pt x="865" y="1233"/>
                    </a:cubicBezTo>
                    <a:cubicBezTo>
                      <a:pt x="887" y="1238"/>
                      <a:pt x="906" y="1240"/>
                      <a:pt x="923" y="1240"/>
                    </a:cubicBezTo>
                    <a:cubicBezTo>
                      <a:pt x="1003" y="1240"/>
                      <a:pt x="1032" y="1191"/>
                      <a:pt x="1050" y="1119"/>
                    </a:cubicBezTo>
                    <a:cubicBezTo>
                      <a:pt x="1072" y="1146"/>
                      <a:pt x="1093" y="1163"/>
                      <a:pt x="1121" y="1179"/>
                    </a:cubicBezTo>
                    <a:cubicBezTo>
                      <a:pt x="1148" y="1196"/>
                      <a:pt x="1177" y="1204"/>
                      <a:pt x="1207" y="1204"/>
                    </a:cubicBezTo>
                    <a:cubicBezTo>
                      <a:pt x="1271" y="1204"/>
                      <a:pt x="1334" y="1165"/>
                      <a:pt x="1360" y="1097"/>
                    </a:cubicBezTo>
                    <a:cubicBezTo>
                      <a:pt x="1381" y="1016"/>
                      <a:pt x="1376" y="929"/>
                      <a:pt x="1338" y="853"/>
                    </a:cubicBezTo>
                    <a:lnTo>
                      <a:pt x="1349" y="853"/>
                    </a:lnTo>
                    <a:cubicBezTo>
                      <a:pt x="1377" y="855"/>
                      <a:pt x="1410" y="858"/>
                      <a:pt x="1443" y="858"/>
                    </a:cubicBezTo>
                    <a:cubicBezTo>
                      <a:pt x="1498" y="858"/>
                      <a:pt x="1554" y="848"/>
                      <a:pt x="1588" y="804"/>
                    </a:cubicBezTo>
                    <a:cubicBezTo>
                      <a:pt x="1610" y="771"/>
                      <a:pt x="1621" y="733"/>
                      <a:pt x="1615" y="695"/>
                    </a:cubicBezTo>
                    <a:cubicBezTo>
                      <a:pt x="1642" y="679"/>
                      <a:pt x="1664" y="663"/>
                      <a:pt x="1680" y="641"/>
                    </a:cubicBezTo>
                    <a:cubicBezTo>
                      <a:pt x="1729" y="581"/>
                      <a:pt x="1708" y="505"/>
                      <a:pt x="1686" y="440"/>
                    </a:cubicBezTo>
                    <a:lnTo>
                      <a:pt x="1680" y="440"/>
                    </a:lnTo>
                    <a:cubicBezTo>
                      <a:pt x="1659" y="347"/>
                      <a:pt x="1637" y="260"/>
                      <a:pt x="1610" y="168"/>
                    </a:cubicBezTo>
                    <a:cubicBezTo>
                      <a:pt x="1575" y="54"/>
                      <a:pt x="1470" y="1"/>
                      <a:pt x="13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20"/>
              <p:cNvSpPr/>
              <p:nvPr/>
            </p:nvSpPr>
            <p:spPr>
              <a:xfrm>
                <a:off x="4291575" y="2345075"/>
                <a:ext cx="5200" cy="8100"/>
              </a:xfrm>
              <a:custGeom>
                <a:rect b="b" l="l" r="r" t="t"/>
                <a:pathLst>
                  <a:path extrusionOk="0" h="324" w="208">
                    <a:moveTo>
                      <a:pt x="184" y="0"/>
                    </a:moveTo>
                    <a:cubicBezTo>
                      <a:pt x="181" y="0"/>
                      <a:pt x="178" y="1"/>
                      <a:pt x="175" y="2"/>
                    </a:cubicBezTo>
                    <a:cubicBezTo>
                      <a:pt x="126" y="40"/>
                      <a:pt x="82" y="89"/>
                      <a:pt x="61" y="149"/>
                    </a:cubicBezTo>
                    <a:cubicBezTo>
                      <a:pt x="44" y="203"/>
                      <a:pt x="1" y="247"/>
                      <a:pt x="12" y="301"/>
                    </a:cubicBezTo>
                    <a:cubicBezTo>
                      <a:pt x="14" y="316"/>
                      <a:pt x="27" y="323"/>
                      <a:pt x="40" y="323"/>
                    </a:cubicBezTo>
                    <a:cubicBezTo>
                      <a:pt x="54" y="323"/>
                      <a:pt x="69" y="313"/>
                      <a:pt x="66" y="296"/>
                    </a:cubicBezTo>
                    <a:cubicBezTo>
                      <a:pt x="66" y="263"/>
                      <a:pt x="99" y="241"/>
                      <a:pt x="115" y="220"/>
                    </a:cubicBezTo>
                    <a:cubicBezTo>
                      <a:pt x="126" y="198"/>
                      <a:pt x="137" y="176"/>
                      <a:pt x="142" y="154"/>
                    </a:cubicBezTo>
                    <a:cubicBezTo>
                      <a:pt x="153" y="133"/>
                      <a:pt x="180" y="116"/>
                      <a:pt x="191" y="95"/>
                    </a:cubicBezTo>
                    <a:cubicBezTo>
                      <a:pt x="202" y="67"/>
                      <a:pt x="207" y="40"/>
                      <a:pt x="202" y="13"/>
                    </a:cubicBezTo>
                    <a:cubicBezTo>
                      <a:pt x="202" y="5"/>
                      <a:pt x="193"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20"/>
              <p:cNvSpPr/>
              <p:nvPr/>
            </p:nvSpPr>
            <p:spPr>
              <a:xfrm>
                <a:off x="4299475" y="2332625"/>
                <a:ext cx="6400" cy="7075"/>
              </a:xfrm>
              <a:custGeom>
                <a:rect b="b" l="l" r="r" t="t"/>
                <a:pathLst>
                  <a:path extrusionOk="0" h="283" w="256">
                    <a:moveTo>
                      <a:pt x="228" y="0"/>
                    </a:moveTo>
                    <a:cubicBezTo>
                      <a:pt x="174" y="0"/>
                      <a:pt x="141" y="49"/>
                      <a:pt x="109" y="87"/>
                    </a:cubicBezTo>
                    <a:cubicBezTo>
                      <a:pt x="76" y="136"/>
                      <a:pt x="44" y="185"/>
                      <a:pt x="16" y="239"/>
                    </a:cubicBezTo>
                    <a:cubicBezTo>
                      <a:pt x="0" y="259"/>
                      <a:pt x="20" y="282"/>
                      <a:pt x="40" y="282"/>
                    </a:cubicBezTo>
                    <a:cubicBezTo>
                      <a:pt x="47" y="282"/>
                      <a:pt x="54" y="279"/>
                      <a:pt x="60" y="272"/>
                    </a:cubicBezTo>
                    <a:cubicBezTo>
                      <a:pt x="98" y="234"/>
                      <a:pt x="141" y="196"/>
                      <a:pt x="179" y="152"/>
                    </a:cubicBezTo>
                    <a:cubicBezTo>
                      <a:pt x="217" y="109"/>
                      <a:pt x="256" y="82"/>
                      <a:pt x="256" y="27"/>
                    </a:cubicBezTo>
                    <a:cubicBezTo>
                      <a:pt x="256" y="11"/>
                      <a:pt x="245" y="0"/>
                      <a:pt x="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20"/>
              <p:cNvSpPr/>
              <p:nvPr/>
            </p:nvSpPr>
            <p:spPr>
              <a:xfrm>
                <a:off x="4307000" y="2322700"/>
                <a:ext cx="6475" cy="7725"/>
              </a:xfrm>
              <a:custGeom>
                <a:rect b="b" l="l" r="r" t="t"/>
                <a:pathLst>
                  <a:path extrusionOk="0" h="309" w="259">
                    <a:moveTo>
                      <a:pt x="221" y="0"/>
                    </a:moveTo>
                    <a:cubicBezTo>
                      <a:pt x="222" y="0"/>
                      <a:pt x="224" y="0"/>
                      <a:pt x="225" y="0"/>
                    </a:cubicBezTo>
                    <a:lnTo>
                      <a:pt x="225" y="0"/>
                    </a:lnTo>
                    <a:cubicBezTo>
                      <a:pt x="226" y="0"/>
                      <a:pt x="226" y="0"/>
                      <a:pt x="226" y="0"/>
                    </a:cubicBezTo>
                    <a:close/>
                    <a:moveTo>
                      <a:pt x="225" y="0"/>
                    </a:moveTo>
                    <a:cubicBezTo>
                      <a:pt x="193" y="6"/>
                      <a:pt x="161" y="22"/>
                      <a:pt x="150" y="49"/>
                    </a:cubicBezTo>
                    <a:cubicBezTo>
                      <a:pt x="128" y="76"/>
                      <a:pt x="101" y="98"/>
                      <a:pt x="80" y="125"/>
                    </a:cubicBezTo>
                    <a:cubicBezTo>
                      <a:pt x="42" y="169"/>
                      <a:pt x="14" y="218"/>
                      <a:pt x="3" y="277"/>
                    </a:cubicBezTo>
                    <a:cubicBezTo>
                      <a:pt x="1" y="298"/>
                      <a:pt x="15" y="308"/>
                      <a:pt x="30" y="308"/>
                    </a:cubicBezTo>
                    <a:cubicBezTo>
                      <a:pt x="47" y="308"/>
                      <a:pt x="66" y="297"/>
                      <a:pt x="69" y="277"/>
                    </a:cubicBezTo>
                    <a:cubicBezTo>
                      <a:pt x="69" y="267"/>
                      <a:pt x="107" y="239"/>
                      <a:pt x="118" y="234"/>
                    </a:cubicBezTo>
                    <a:cubicBezTo>
                      <a:pt x="139" y="218"/>
                      <a:pt x="156" y="196"/>
                      <a:pt x="172" y="180"/>
                    </a:cubicBezTo>
                    <a:cubicBezTo>
                      <a:pt x="215" y="142"/>
                      <a:pt x="243" y="93"/>
                      <a:pt x="254" y="44"/>
                    </a:cubicBezTo>
                    <a:cubicBezTo>
                      <a:pt x="259" y="23"/>
                      <a:pt x="249" y="3"/>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20"/>
              <p:cNvSpPr/>
              <p:nvPr/>
            </p:nvSpPr>
            <p:spPr>
              <a:xfrm>
                <a:off x="4329625" y="2298550"/>
                <a:ext cx="3850" cy="3100"/>
              </a:xfrm>
              <a:custGeom>
                <a:rect b="b" l="l" r="r" t="t"/>
                <a:pathLst>
                  <a:path extrusionOk="0" h="124" w="154">
                    <a:moveTo>
                      <a:pt x="107" y="0"/>
                    </a:moveTo>
                    <a:cubicBezTo>
                      <a:pt x="83" y="0"/>
                      <a:pt x="62" y="12"/>
                      <a:pt x="50" y="37"/>
                    </a:cubicBezTo>
                    <a:cubicBezTo>
                      <a:pt x="44" y="42"/>
                      <a:pt x="39" y="53"/>
                      <a:pt x="33" y="64"/>
                    </a:cubicBezTo>
                    <a:cubicBezTo>
                      <a:pt x="33" y="75"/>
                      <a:pt x="23" y="80"/>
                      <a:pt x="17" y="86"/>
                    </a:cubicBezTo>
                    <a:cubicBezTo>
                      <a:pt x="1" y="97"/>
                      <a:pt x="6" y="124"/>
                      <a:pt x="28" y="124"/>
                    </a:cubicBezTo>
                    <a:cubicBezTo>
                      <a:pt x="50" y="124"/>
                      <a:pt x="77" y="113"/>
                      <a:pt x="93" y="97"/>
                    </a:cubicBezTo>
                    <a:cubicBezTo>
                      <a:pt x="110" y="91"/>
                      <a:pt x="120" y="80"/>
                      <a:pt x="131" y="69"/>
                    </a:cubicBezTo>
                    <a:cubicBezTo>
                      <a:pt x="137" y="58"/>
                      <a:pt x="142" y="48"/>
                      <a:pt x="148" y="37"/>
                    </a:cubicBezTo>
                    <a:cubicBezTo>
                      <a:pt x="153" y="26"/>
                      <a:pt x="148" y="10"/>
                      <a:pt x="137" y="4"/>
                    </a:cubicBezTo>
                    <a:lnTo>
                      <a:pt x="131" y="4"/>
                    </a:lnTo>
                    <a:cubicBezTo>
                      <a:pt x="123" y="1"/>
                      <a:pt x="115"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20"/>
              <p:cNvSpPr/>
              <p:nvPr/>
            </p:nvSpPr>
            <p:spPr>
              <a:xfrm>
                <a:off x="4316175" y="2359375"/>
                <a:ext cx="4250" cy="9275"/>
              </a:xfrm>
              <a:custGeom>
                <a:rect b="b" l="l" r="r" t="t"/>
                <a:pathLst>
                  <a:path extrusionOk="0" h="371" w="170">
                    <a:moveTo>
                      <a:pt x="51" y="1"/>
                    </a:moveTo>
                    <a:cubicBezTo>
                      <a:pt x="33" y="1"/>
                      <a:pt x="16" y="13"/>
                      <a:pt x="12" y="44"/>
                    </a:cubicBezTo>
                    <a:cubicBezTo>
                      <a:pt x="6" y="110"/>
                      <a:pt x="1" y="175"/>
                      <a:pt x="6" y="240"/>
                    </a:cubicBezTo>
                    <a:cubicBezTo>
                      <a:pt x="12" y="278"/>
                      <a:pt x="22" y="311"/>
                      <a:pt x="39" y="338"/>
                    </a:cubicBezTo>
                    <a:cubicBezTo>
                      <a:pt x="50" y="354"/>
                      <a:pt x="66" y="365"/>
                      <a:pt x="82" y="371"/>
                    </a:cubicBezTo>
                    <a:lnTo>
                      <a:pt x="115" y="371"/>
                    </a:lnTo>
                    <a:cubicBezTo>
                      <a:pt x="123" y="371"/>
                      <a:pt x="146" y="361"/>
                      <a:pt x="139" y="361"/>
                    </a:cubicBezTo>
                    <a:cubicBezTo>
                      <a:pt x="137" y="361"/>
                      <a:pt x="131" y="362"/>
                      <a:pt x="120" y="365"/>
                    </a:cubicBezTo>
                    <a:cubicBezTo>
                      <a:pt x="158" y="354"/>
                      <a:pt x="169" y="305"/>
                      <a:pt x="142" y="284"/>
                    </a:cubicBezTo>
                    <a:cubicBezTo>
                      <a:pt x="137" y="273"/>
                      <a:pt x="131" y="278"/>
                      <a:pt x="126" y="262"/>
                    </a:cubicBezTo>
                    <a:cubicBezTo>
                      <a:pt x="120" y="235"/>
                      <a:pt x="115" y="207"/>
                      <a:pt x="115" y="180"/>
                    </a:cubicBezTo>
                    <a:cubicBezTo>
                      <a:pt x="115" y="137"/>
                      <a:pt x="115" y="93"/>
                      <a:pt x="109" y="50"/>
                    </a:cubicBezTo>
                    <a:cubicBezTo>
                      <a:pt x="106" y="24"/>
                      <a:pt x="77"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20"/>
              <p:cNvSpPr/>
              <p:nvPr/>
            </p:nvSpPr>
            <p:spPr>
              <a:xfrm>
                <a:off x="4321050" y="2357175"/>
                <a:ext cx="4250" cy="9200"/>
              </a:xfrm>
              <a:custGeom>
                <a:rect b="b" l="l" r="r" t="t"/>
                <a:pathLst>
                  <a:path extrusionOk="0" h="368" w="170">
                    <a:moveTo>
                      <a:pt x="76" y="0"/>
                    </a:moveTo>
                    <a:cubicBezTo>
                      <a:pt x="38" y="0"/>
                      <a:pt x="0" y="36"/>
                      <a:pt x="23" y="78"/>
                    </a:cubicBezTo>
                    <a:cubicBezTo>
                      <a:pt x="45" y="116"/>
                      <a:pt x="23" y="154"/>
                      <a:pt x="18" y="187"/>
                    </a:cubicBezTo>
                    <a:cubicBezTo>
                      <a:pt x="12" y="219"/>
                      <a:pt x="12" y="252"/>
                      <a:pt x="18" y="285"/>
                    </a:cubicBezTo>
                    <a:cubicBezTo>
                      <a:pt x="27" y="316"/>
                      <a:pt x="62" y="367"/>
                      <a:pt x="99" y="367"/>
                    </a:cubicBezTo>
                    <a:cubicBezTo>
                      <a:pt x="106" y="367"/>
                      <a:pt x="114" y="365"/>
                      <a:pt x="121" y="361"/>
                    </a:cubicBezTo>
                    <a:cubicBezTo>
                      <a:pt x="170" y="328"/>
                      <a:pt x="121" y="263"/>
                      <a:pt x="132" y="225"/>
                    </a:cubicBezTo>
                    <a:lnTo>
                      <a:pt x="132" y="219"/>
                    </a:lnTo>
                    <a:cubicBezTo>
                      <a:pt x="137" y="149"/>
                      <a:pt x="164" y="94"/>
                      <a:pt x="121" y="24"/>
                    </a:cubicBezTo>
                    <a:cubicBezTo>
                      <a:pt x="109" y="7"/>
                      <a:pt x="93" y="0"/>
                      <a:pt x="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20"/>
              <p:cNvSpPr/>
              <p:nvPr/>
            </p:nvSpPr>
            <p:spPr>
              <a:xfrm>
                <a:off x="4326675" y="2357975"/>
                <a:ext cx="3925" cy="6400"/>
              </a:xfrm>
              <a:custGeom>
                <a:rect b="b" l="l" r="r" t="t"/>
                <a:pathLst>
                  <a:path extrusionOk="0" h="256" w="157">
                    <a:moveTo>
                      <a:pt x="72" y="1"/>
                    </a:moveTo>
                    <a:cubicBezTo>
                      <a:pt x="68" y="1"/>
                      <a:pt x="63" y="1"/>
                      <a:pt x="59" y="3"/>
                    </a:cubicBezTo>
                    <a:lnTo>
                      <a:pt x="54" y="3"/>
                    </a:lnTo>
                    <a:cubicBezTo>
                      <a:pt x="52" y="2"/>
                      <a:pt x="50" y="2"/>
                      <a:pt x="48" y="2"/>
                    </a:cubicBezTo>
                    <a:cubicBezTo>
                      <a:pt x="14" y="2"/>
                      <a:pt x="1" y="47"/>
                      <a:pt x="26" y="68"/>
                    </a:cubicBezTo>
                    <a:cubicBezTo>
                      <a:pt x="26" y="68"/>
                      <a:pt x="26" y="73"/>
                      <a:pt x="26" y="73"/>
                    </a:cubicBezTo>
                    <a:cubicBezTo>
                      <a:pt x="26" y="79"/>
                      <a:pt x="26" y="90"/>
                      <a:pt x="26" y="95"/>
                    </a:cubicBezTo>
                    <a:lnTo>
                      <a:pt x="26" y="128"/>
                    </a:lnTo>
                    <a:cubicBezTo>
                      <a:pt x="26" y="155"/>
                      <a:pt x="32" y="176"/>
                      <a:pt x="37" y="198"/>
                    </a:cubicBezTo>
                    <a:cubicBezTo>
                      <a:pt x="42" y="234"/>
                      <a:pt x="72" y="255"/>
                      <a:pt x="107" y="255"/>
                    </a:cubicBezTo>
                    <a:cubicBezTo>
                      <a:pt x="115" y="255"/>
                      <a:pt x="122" y="254"/>
                      <a:pt x="130" y="253"/>
                    </a:cubicBezTo>
                    <a:cubicBezTo>
                      <a:pt x="146" y="247"/>
                      <a:pt x="157" y="220"/>
                      <a:pt x="141" y="204"/>
                    </a:cubicBezTo>
                    <a:cubicBezTo>
                      <a:pt x="141" y="198"/>
                      <a:pt x="141" y="193"/>
                      <a:pt x="141" y="187"/>
                    </a:cubicBezTo>
                    <a:cubicBezTo>
                      <a:pt x="141" y="171"/>
                      <a:pt x="141" y="155"/>
                      <a:pt x="141" y="138"/>
                    </a:cubicBezTo>
                    <a:cubicBezTo>
                      <a:pt x="130" y="95"/>
                      <a:pt x="119" y="57"/>
                      <a:pt x="102" y="19"/>
                    </a:cubicBezTo>
                    <a:cubicBezTo>
                      <a:pt x="98" y="7"/>
                      <a:pt x="85" y="1"/>
                      <a:pt x="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20"/>
              <p:cNvSpPr/>
              <p:nvPr/>
            </p:nvSpPr>
            <p:spPr>
              <a:xfrm>
                <a:off x="4345400" y="2353200"/>
                <a:ext cx="3000" cy="7025"/>
              </a:xfrm>
              <a:custGeom>
                <a:rect b="b" l="l" r="r" t="t"/>
                <a:pathLst>
                  <a:path extrusionOk="0" h="281" w="120">
                    <a:moveTo>
                      <a:pt x="49" y="1"/>
                    </a:moveTo>
                    <a:cubicBezTo>
                      <a:pt x="29" y="1"/>
                      <a:pt x="9" y="14"/>
                      <a:pt x="6" y="41"/>
                    </a:cubicBezTo>
                    <a:cubicBezTo>
                      <a:pt x="0" y="96"/>
                      <a:pt x="0" y="150"/>
                      <a:pt x="6" y="199"/>
                    </a:cubicBezTo>
                    <a:cubicBezTo>
                      <a:pt x="6" y="226"/>
                      <a:pt x="17" y="248"/>
                      <a:pt x="38" y="264"/>
                    </a:cubicBezTo>
                    <a:cubicBezTo>
                      <a:pt x="49" y="275"/>
                      <a:pt x="66" y="281"/>
                      <a:pt x="82" y="281"/>
                    </a:cubicBezTo>
                    <a:cubicBezTo>
                      <a:pt x="86" y="281"/>
                      <a:pt x="89" y="278"/>
                      <a:pt x="90" y="278"/>
                    </a:cubicBezTo>
                    <a:lnTo>
                      <a:pt x="90" y="278"/>
                    </a:lnTo>
                    <a:cubicBezTo>
                      <a:pt x="90" y="278"/>
                      <a:pt x="89" y="279"/>
                      <a:pt x="87" y="281"/>
                    </a:cubicBezTo>
                    <a:cubicBezTo>
                      <a:pt x="93" y="275"/>
                      <a:pt x="98" y="275"/>
                      <a:pt x="104" y="275"/>
                    </a:cubicBezTo>
                    <a:cubicBezTo>
                      <a:pt x="115" y="264"/>
                      <a:pt x="120" y="248"/>
                      <a:pt x="109" y="237"/>
                    </a:cubicBezTo>
                    <a:cubicBezTo>
                      <a:pt x="109" y="232"/>
                      <a:pt x="104" y="232"/>
                      <a:pt x="104" y="232"/>
                    </a:cubicBezTo>
                    <a:cubicBezTo>
                      <a:pt x="104" y="221"/>
                      <a:pt x="98" y="215"/>
                      <a:pt x="98" y="210"/>
                    </a:cubicBezTo>
                    <a:cubicBezTo>
                      <a:pt x="87" y="188"/>
                      <a:pt x="87" y="172"/>
                      <a:pt x="87" y="155"/>
                    </a:cubicBezTo>
                    <a:cubicBezTo>
                      <a:pt x="87" y="117"/>
                      <a:pt x="93" y="79"/>
                      <a:pt x="93" y="41"/>
                    </a:cubicBezTo>
                    <a:cubicBezTo>
                      <a:pt x="90" y="14"/>
                      <a:pt x="70"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20"/>
              <p:cNvSpPr/>
              <p:nvPr/>
            </p:nvSpPr>
            <p:spPr>
              <a:xfrm>
                <a:off x="4350150" y="2352375"/>
                <a:ext cx="2350" cy="5950"/>
              </a:xfrm>
              <a:custGeom>
                <a:rect b="b" l="l" r="r" t="t"/>
                <a:pathLst>
                  <a:path extrusionOk="0" h="238" w="94">
                    <a:moveTo>
                      <a:pt x="44" y="1"/>
                    </a:moveTo>
                    <a:cubicBezTo>
                      <a:pt x="25" y="1"/>
                      <a:pt x="6" y="15"/>
                      <a:pt x="6" y="42"/>
                    </a:cubicBezTo>
                    <a:cubicBezTo>
                      <a:pt x="6" y="69"/>
                      <a:pt x="1" y="102"/>
                      <a:pt x="1" y="134"/>
                    </a:cubicBezTo>
                    <a:cubicBezTo>
                      <a:pt x="1" y="167"/>
                      <a:pt x="6" y="199"/>
                      <a:pt x="17" y="221"/>
                    </a:cubicBezTo>
                    <a:cubicBezTo>
                      <a:pt x="22" y="232"/>
                      <a:pt x="33" y="237"/>
                      <a:pt x="45" y="237"/>
                    </a:cubicBezTo>
                    <a:cubicBezTo>
                      <a:pt x="56" y="237"/>
                      <a:pt x="69" y="232"/>
                      <a:pt x="77" y="221"/>
                    </a:cubicBezTo>
                    <a:cubicBezTo>
                      <a:pt x="88" y="199"/>
                      <a:pt x="93" y="167"/>
                      <a:pt x="88" y="134"/>
                    </a:cubicBezTo>
                    <a:cubicBezTo>
                      <a:pt x="88" y="102"/>
                      <a:pt x="88" y="69"/>
                      <a:pt x="82" y="42"/>
                    </a:cubicBezTo>
                    <a:cubicBezTo>
                      <a:pt x="82" y="15"/>
                      <a:pt x="63"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20"/>
              <p:cNvSpPr/>
              <p:nvPr/>
            </p:nvSpPr>
            <p:spPr>
              <a:xfrm>
                <a:off x="4375050" y="2338950"/>
                <a:ext cx="4150" cy="9200"/>
              </a:xfrm>
              <a:custGeom>
                <a:rect b="b" l="l" r="r" t="t"/>
                <a:pathLst>
                  <a:path extrusionOk="0" h="368" w="166">
                    <a:moveTo>
                      <a:pt x="57" y="0"/>
                    </a:moveTo>
                    <a:cubicBezTo>
                      <a:pt x="26" y="0"/>
                      <a:pt x="1" y="36"/>
                      <a:pt x="27" y="62"/>
                    </a:cubicBezTo>
                    <a:cubicBezTo>
                      <a:pt x="65" y="100"/>
                      <a:pt x="43" y="176"/>
                      <a:pt x="43" y="225"/>
                    </a:cubicBezTo>
                    <a:cubicBezTo>
                      <a:pt x="37" y="269"/>
                      <a:pt x="48" y="312"/>
                      <a:pt x="70" y="345"/>
                    </a:cubicBezTo>
                    <a:cubicBezTo>
                      <a:pt x="79" y="360"/>
                      <a:pt x="97" y="368"/>
                      <a:pt x="114" y="368"/>
                    </a:cubicBezTo>
                    <a:cubicBezTo>
                      <a:pt x="140" y="368"/>
                      <a:pt x="166" y="352"/>
                      <a:pt x="162" y="323"/>
                    </a:cubicBezTo>
                    <a:lnTo>
                      <a:pt x="162" y="318"/>
                    </a:lnTo>
                    <a:cubicBezTo>
                      <a:pt x="162" y="296"/>
                      <a:pt x="146" y="274"/>
                      <a:pt x="141" y="253"/>
                    </a:cubicBezTo>
                    <a:cubicBezTo>
                      <a:pt x="141" y="231"/>
                      <a:pt x="141" y="193"/>
                      <a:pt x="141" y="166"/>
                    </a:cubicBezTo>
                    <a:cubicBezTo>
                      <a:pt x="146" y="106"/>
                      <a:pt x="124" y="51"/>
                      <a:pt x="81" y="8"/>
                    </a:cubicBezTo>
                    <a:cubicBezTo>
                      <a:pt x="73" y="2"/>
                      <a:pt x="65" y="0"/>
                      <a:pt x="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20"/>
              <p:cNvSpPr/>
              <p:nvPr/>
            </p:nvSpPr>
            <p:spPr>
              <a:xfrm>
                <a:off x="4382225" y="2335850"/>
                <a:ext cx="3975" cy="9050"/>
              </a:xfrm>
              <a:custGeom>
                <a:rect b="b" l="l" r="r" t="t"/>
                <a:pathLst>
                  <a:path extrusionOk="0" h="362" w="159">
                    <a:moveTo>
                      <a:pt x="51" y="0"/>
                    </a:moveTo>
                    <a:cubicBezTo>
                      <a:pt x="28" y="0"/>
                      <a:pt x="3" y="15"/>
                      <a:pt x="0" y="45"/>
                    </a:cubicBezTo>
                    <a:cubicBezTo>
                      <a:pt x="0" y="72"/>
                      <a:pt x="6" y="94"/>
                      <a:pt x="11" y="116"/>
                    </a:cubicBezTo>
                    <a:cubicBezTo>
                      <a:pt x="17" y="143"/>
                      <a:pt x="17" y="170"/>
                      <a:pt x="17" y="197"/>
                    </a:cubicBezTo>
                    <a:cubicBezTo>
                      <a:pt x="17" y="246"/>
                      <a:pt x="33" y="295"/>
                      <a:pt x="55" y="339"/>
                    </a:cubicBezTo>
                    <a:cubicBezTo>
                      <a:pt x="64" y="355"/>
                      <a:pt x="79" y="361"/>
                      <a:pt x="94" y="361"/>
                    </a:cubicBezTo>
                    <a:cubicBezTo>
                      <a:pt x="125" y="361"/>
                      <a:pt x="158" y="333"/>
                      <a:pt x="147" y="300"/>
                    </a:cubicBezTo>
                    <a:cubicBezTo>
                      <a:pt x="131" y="257"/>
                      <a:pt x="120" y="214"/>
                      <a:pt x="120" y="170"/>
                    </a:cubicBezTo>
                    <a:cubicBezTo>
                      <a:pt x="120" y="127"/>
                      <a:pt x="98" y="88"/>
                      <a:pt x="98" y="45"/>
                    </a:cubicBezTo>
                    <a:cubicBezTo>
                      <a:pt x="98" y="15"/>
                      <a:pt x="75" y="0"/>
                      <a:pt x="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20"/>
              <p:cNvSpPr/>
              <p:nvPr/>
            </p:nvSpPr>
            <p:spPr>
              <a:xfrm>
                <a:off x="4387925" y="2333775"/>
                <a:ext cx="2350" cy="7825"/>
              </a:xfrm>
              <a:custGeom>
                <a:rect b="b" l="l" r="r" t="t"/>
                <a:pathLst>
                  <a:path extrusionOk="0" h="313" w="94">
                    <a:moveTo>
                      <a:pt x="47" y="0"/>
                    </a:moveTo>
                    <a:cubicBezTo>
                      <a:pt x="25" y="0"/>
                      <a:pt x="3" y="14"/>
                      <a:pt x="1" y="41"/>
                    </a:cubicBezTo>
                    <a:lnTo>
                      <a:pt x="1" y="215"/>
                    </a:lnTo>
                    <a:cubicBezTo>
                      <a:pt x="1" y="248"/>
                      <a:pt x="1" y="313"/>
                      <a:pt x="50" y="313"/>
                    </a:cubicBezTo>
                    <a:cubicBezTo>
                      <a:pt x="93" y="313"/>
                      <a:pt x="93" y="258"/>
                      <a:pt x="93" y="226"/>
                    </a:cubicBezTo>
                    <a:lnTo>
                      <a:pt x="93" y="41"/>
                    </a:lnTo>
                    <a:cubicBezTo>
                      <a:pt x="90" y="14"/>
                      <a:pt x="69" y="0"/>
                      <a:pt x="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20"/>
              <p:cNvSpPr/>
              <p:nvPr/>
            </p:nvSpPr>
            <p:spPr>
              <a:xfrm>
                <a:off x="4391200" y="2330225"/>
                <a:ext cx="3825" cy="5975"/>
              </a:xfrm>
              <a:custGeom>
                <a:rect b="b" l="l" r="r" t="t"/>
                <a:pathLst>
                  <a:path extrusionOk="0" h="239" w="153">
                    <a:moveTo>
                      <a:pt x="74" y="0"/>
                    </a:moveTo>
                    <a:cubicBezTo>
                      <a:pt x="66" y="0"/>
                      <a:pt x="58" y="1"/>
                      <a:pt x="49" y="4"/>
                    </a:cubicBezTo>
                    <a:cubicBezTo>
                      <a:pt x="0" y="15"/>
                      <a:pt x="0" y="85"/>
                      <a:pt x="49" y="96"/>
                    </a:cubicBezTo>
                    <a:lnTo>
                      <a:pt x="49" y="129"/>
                    </a:lnTo>
                    <a:cubicBezTo>
                      <a:pt x="44" y="156"/>
                      <a:pt x="49" y="188"/>
                      <a:pt x="65" y="216"/>
                    </a:cubicBezTo>
                    <a:cubicBezTo>
                      <a:pt x="70" y="229"/>
                      <a:pt x="85" y="239"/>
                      <a:pt x="100" y="239"/>
                    </a:cubicBezTo>
                    <a:cubicBezTo>
                      <a:pt x="103" y="239"/>
                      <a:pt x="106" y="238"/>
                      <a:pt x="109" y="237"/>
                    </a:cubicBezTo>
                    <a:cubicBezTo>
                      <a:pt x="120" y="237"/>
                      <a:pt x="125" y="232"/>
                      <a:pt x="131" y="227"/>
                    </a:cubicBezTo>
                    <a:cubicBezTo>
                      <a:pt x="142" y="210"/>
                      <a:pt x="142" y="194"/>
                      <a:pt x="147" y="172"/>
                    </a:cubicBezTo>
                    <a:lnTo>
                      <a:pt x="152" y="172"/>
                    </a:lnTo>
                    <a:lnTo>
                      <a:pt x="152" y="167"/>
                    </a:lnTo>
                    <a:lnTo>
                      <a:pt x="152" y="145"/>
                    </a:lnTo>
                    <a:cubicBezTo>
                      <a:pt x="152" y="123"/>
                      <a:pt x="152" y="107"/>
                      <a:pt x="152" y="85"/>
                    </a:cubicBezTo>
                    <a:cubicBezTo>
                      <a:pt x="148" y="39"/>
                      <a:pt x="119" y="0"/>
                      <a:pt x="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20"/>
              <p:cNvSpPr/>
              <p:nvPr/>
            </p:nvSpPr>
            <p:spPr>
              <a:xfrm>
                <a:off x="4406425" y="2308725"/>
                <a:ext cx="3400" cy="5000"/>
              </a:xfrm>
              <a:custGeom>
                <a:rect b="b" l="l" r="r" t="t"/>
                <a:pathLst>
                  <a:path extrusionOk="0" h="200" w="136">
                    <a:moveTo>
                      <a:pt x="52" y="1"/>
                    </a:moveTo>
                    <a:cubicBezTo>
                      <a:pt x="26" y="1"/>
                      <a:pt x="0" y="18"/>
                      <a:pt x="0" y="54"/>
                    </a:cubicBezTo>
                    <a:cubicBezTo>
                      <a:pt x="0" y="75"/>
                      <a:pt x="5" y="97"/>
                      <a:pt x="11" y="119"/>
                    </a:cubicBezTo>
                    <a:cubicBezTo>
                      <a:pt x="16" y="141"/>
                      <a:pt x="22" y="162"/>
                      <a:pt x="33" y="179"/>
                    </a:cubicBezTo>
                    <a:cubicBezTo>
                      <a:pt x="41" y="192"/>
                      <a:pt x="56" y="199"/>
                      <a:pt x="71" y="199"/>
                    </a:cubicBezTo>
                    <a:cubicBezTo>
                      <a:pt x="86" y="199"/>
                      <a:pt x="101" y="192"/>
                      <a:pt x="109" y="179"/>
                    </a:cubicBezTo>
                    <a:cubicBezTo>
                      <a:pt x="136" y="135"/>
                      <a:pt x="98" y="97"/>
                      <a:pt x="103" y="54"/>
                    </a:cubicBezTo>
                    <a:cubicBezTo>
                      <a:pt x="103" y="18"/>
                      <a:pt x="77" y="1"/>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20"/>
              <p:cNvSpPr/>
              <p:nvPr/>
            </p:nvSpPr>
            <p:spPr>
              <a:xfrm>
                <a:off x="4412575" y="2307850"/>
                <a:ext cx="2700" cy="4325"/>
              </a:xfrm>
              <a:custGeom>
                <a:rect b="b" l="l" r="r" t="t"/>
                <a:pathLst>
                  <a:path extrusionOk="0" h="173" w="108">
                    <a:moveTo>
                      <a:pt x="42" y="0"/>
                    </a:moveTo>
                    <a:cubicBezTo>
                      <a:pt x="39" y="0"/>
                      <a:pt x="35" y="1"/>
                      <a:pt x="31" y="2"/>
                    </a:cubicBezTo>
                    <a:cubicBezTo>
                      <a:pt x="20" y="7"/>
                      <a:pt x="10" y="13"/>
                      <a:pt x="10" y="23"/>
                    </a:cubicBezTo>
                    <a:lnTo>
                      <a:pt x="10" y="29"/>
                    </a:lnTo>
                    <a:cubicBezTo>
                      <a:pt x="4" y="34"/>
                      <a:pt x="4" y="40"/>
                      <a:pt x="4" y="45"/>
                    </a:cubicBezTo>
                    <a:cubicBezTo>
                      <a:pt x="0" y="49"/>
                      <a:pt x="5" y="53"/>
                      <a:pt x="9" y="53"/>
                    </a:cubicBezTo>
                    <a:cubicBezTo>
                      <a:pt x="11" y="53"/>
                      <a:pt x="13" y="52"/>
                      <a:pt x="15" y="51"/>
                    </a:cubicBezTo>
                    <a:lnTo>
                      <a:pt x="20" y="51"/>
                    </a:lnTo>
                    <a:lnTo>
                      <a:pt x="20" y="56"/>
                    </a:lnTo>
                    <a:lnTo>
                      <a:pt x="20" y="62"/>
                    </a:lnTo>
                    <a:lnTo>
                      <a:pt x="20" y="105"/>
                    </a:lnTo>
                    <a:lnTo>
                      <a:pt x="20" y="116"/>
                    </a:lnTo>
                    <a:cubicBezTo>
                      <a:pt x="4" y="132"/>
                      <a:pt x="10" y="159"/>
                      <a:pt x="37" y="170"/>
                    </a:cubicBezTo>
                    <a:cubicBezTo>
                      <a:pt x="40" y="170"/>
                      <a:pt x="44" y="173"/>
                      <a:pt x="49" y="173"/>
                    </a:cubicBezTo>
                    <a:cubicBezTo>
                      <a:pt x="52" y="173"/>
                      <a:pt x="55" y="172"/>
                      <a:pt x="58" y="170"/>
                    </a:cubicBezTo>
                    <a:cubicBezTo>
                      <a:pt x="75" y="170"/>
                      <a:pt x="86" y="159"/>
                      <a:pt x="91" y="143"/>
                    </a:cubicBezTo>
                    <a:cubicBezTo>
                      <a:pt x="107" y="105"/>
                      <a:pt x="102" y="62"/>
                      <a:pt x="75" y="23"/>
                    </a:cubicBezTo>
                    <a:lnTo>
                      <a:pt x="75" y="23"/>
                    </a:lnTo>
                    <a:lnTo>
                      <a:pt x="80" y="29"/>
                    </a:lnTo>
                    <a:cubicBezTo>
                      <a:pt x="76" y="11"/>
                      <a:pt x="60" y="0"/>
                      <a:pt x="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20"/>
              <p:cNvSpPr/>
              <p:nvPr/>
            </p:nvSpPr>
            <p:spPr>
              <a:xfrm>
                <a:off x="4318400" y="2255825"/>
                <a:ext cx="23900" cy="25800"/>
              </a:xfrm>
              <a:custGeom>
                <a:rect b="b" l="l" r="r" t="t"/>
                <a:pathLst>
                  <a:path extrusionOk="0" h="1032" w="956">
                    <a:moveTo>
                      <a:pt x="913" y="1"/>
                    </a:moveTo>
                    <a:cubicBezTo>
                      <a:pt x="831" y="1"/>
                      <a:pt x="763" y="68"/>
                      <a:pt x="705" y="131"/>
                    </a:cubicBezTo>
                    <a:cubicBezTo>
                      <a:pt x="607" y="229"/>
                      <a:pt x="520" y="343"/>
                      <a:pt x="417" y="436"/>
                    </a:cubicBezTo>
                    <a:cubicBezTo>
                      <a:pt x="308" y="528"/>
                      <a:pt x="249" y="631"/>
                      <a:pt x="151" y="718"/>
                    </a:cubicBezTo>
                    <a:cubicBezTo>
                      <a:pt x="80" y="773"/>
                      <a:pt x="26" y="849"/>
                      <a:pt x="10" y="941"/>
                    </a:cubicBezTo>
                    <a:cubicBezTo>
                      <a:pt x="0" y="988"/>
                      <a:pt x="40" y="1031"/>
                      <a:pt x="86" y="1031"/>
                    </a:cubicBezTo>
                    <a:cubicBezTo>
                      <a:pt x="93" y="1031"/>
                      <a:pt x="100" y="1030"/>
                      <a:pt x="107" y="1028"/>
                    </a:cubicBezTo>
                    <a:cubicBezTo>
                      <a:pt x="194" y="996"/>
                      <a:pt x="276" y="941"/>
                      <a:pt x="336" y="871"/>
                    </a:cubicBezTo>
                    <a:cubicBezTo>
                      <a:pt x="433" y="773"/>
                      <a:pt x="531" y="686"/>
                      <a:pt x="629" y="588"/>
                    </a:cubicBezTo>
                    <a:cubicBezTo>
                      <a:pt x="667" y="550"/>
                      <a:pt x="700" y="512"/>
                      <a:pt x="727" y="463"/>
                    </a:cubicBezTo>
                    <a:cubicBezTo>
                      <a:pt x="765" y="403"/>
                      <a:pt x="819" y="354"/>
                      <a:pt x="863" y="289"/>
                    </a:cubicBezTo>
                    <a:cubicBezTo>
                      <a:pt x="867" y="281"/>
                      <a:pt x="858" y="269"/>
                      <a:pt x="849" y="269"/>
                    </a:cubicBezTo>
                    <a:cubicBezTo>
                      <a:pt x="847" y="269"/>
                      <a:pt x="844" y="270"/>
                      <a:pt x="841" y="273"/>
                    </a:cubicBezTo>
                    <a:cubicBezTo>
                      <a:pt x="776" y="332"/>
                      <a:pt x="722" y="398"/>
                      <a:pt x="673" y="468"/>
                    </a:cubicBezTo>
                    <a:cubicBezTo>
                      <a:pt x="607" y="555"/>
                      <a:pt x="531" y="631"/>
                      <a:pt x="450" y="697"/>
                    </a:cubicBezTo>
                    <a:cubicBezTo>
                      <a:pt x="379" y="756"/>
                      <a:pt x="319" y="827"/>
                      <a:pt x="249" y="881"/>
                    </a:cubicBezTo>
                    <a:cubicBezTo>
                      <a:pt x="227" y="903"/>
                      <a:pt x="135" y="974"/>
                      <a:pt x="102" y="974"/>
                    </a:cubicBezTo>
                    <a:cubicBezTo>
                      <a:pt x="26" y="963"/>
                      <a:pt x="91" y="871"/>
                      <a:pt x="107" y="843"/>
                    </a:cubicBezTo>
                    <a:cubicBezTo>
                      <a:pt x="156" y="773"/>
                      <a:pt x="227" y="729"/>
                      <a:pt x="281" y="669"/>
                    </a:cubicBezTo>
                    <a:cubicBezTo>
                      <a:pt x="336" y="593"/>
                      <a:pt x="395" y="528"/>
                      <a:pt x="466" y="463"/>
                    </a:cubicBezTo>
                    <a:cubicBezTo>
                      <a:pt x="542" y="398"/>
                      <a:pt x="607" y="311"/>
                      <a:pt x="678" y="235"/>
                    </a:cubicBezTo>
                    <a:cubicBezTo>
                      <a:pt x="738" y="164"/>
                      <a:pt x="825" y="44"/>
                      <a:pt x="923" y="44"/>
                    </a:cubicBezTo>
                    <a:cubicBezTo>
                      <a:pt x="955" y="44"/>
                      <a:pt x="955" y="1"/>
                      <a:pt x="923" y="1"/>
                    </a:cubicBezTo>
                    <a:cubicBezTo>
                      <a:pt x="920" y="1"/>
                      <a:pt x="916" y="1"/>
                      <a:pt x="9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120"/>
            <p:cNvGrpSpPr/>
            <p:nvPr/>
          </p:nvGrpSpPr>
          <p:grpSpPr>
            <a:xfrm>
              <a:off x="3126495" y="1491430"/>
              <a:ext cx="187037" cy="274327"/>
              <a:chOff x="4542850" y="2215150"/>
              <a:chExt cx="137275" cy="203025"/>
            </a:xfrm>
          </p:grpSpPr>
          <p:sp>
            <p:nvSpPr>
              <p:cNvPr id="4605" name="Google Shape;4605;p120"/>
              <p:cNvSpPr/>
              <p:nvPr/>
            </p:nvSpPr>
            <p:spPr>
              <a:xfrm>
                <a:off x="4542850" y="2215150"/>
                <a:ext cx="137275" cy="203025"/>
              </a:xfrm>
              <a:custGeom>
                <a:rect b="b" l="l" r="r" t="t"/>
                <a:pathLst>
                  <a:path extrusionOk="0" h="8121" w="5491">
                    <a:moveTo>
                      <a:pt x="2979" y="253"/>
                    </a:moveTo>
                    <a:cubicBezTo>
                      <a:pt x="3028" y="263"/>
                      <a:pt x="3077" y="312"/>
                      <a:pt x="3115" y="345"/>
                    </a:cubicBezTo>
                    <a:cubicBezTo>
                      <a:pt x="3142" y="361"/>
                      <a:pt x="3164" y="378"/>
                      <a:pt x="3191" y="399"/>
                    </a:cubicBezTo>
                    <a:cubicBezTo>
                      <a:pt x="3191" y="432"/>
                      <a:pt x="3186" y="465"/>
                      <a:pt x="3181" y="497"/>
                    </a:cubicBezTo>
                    <a:cubicBezTo>
                      <a:pt x="3153" y="546"/>
                      <a:pt x="3115" y="595"/>
                      <a:pt x="3072" y="633"/>
                    </a:cubicBezTo>
                    <a:cubicBezTo>
                      <a:pt x="2974" y="736"/>
                      <a:pt x="2898" y="861"/>
                      <a:pt x="2800" y="965"/>
                    </a:cubicBezTo>
                    <a:cubicBezTo>
                      <a:pt x="2702" y="1068"/>
                      <a:pt x="2545" y="1128"/>
                      <a:pt x="2419" y="1204"/>
                    </a:cubicBezTo>
                    <a:cubicBezTo>
                      <a:pt x="2278" y="1285"/>
                      <a:pt x="2131" y="1345"/>
                      <a:pt x="1974" y="1394"/>
                    </a:cubicBezTo>
                    <a:cubicBezTo>
                      <a:pt x="1756" y="1478"/>
                      <a:pt x="1523" y="1520"/>
                      <a:pt x="1288" y="1520"/>
                    </a:cubicBezTo>
                    <a:cubicBezTo>
                      <a:pt x="1218" y="1520"/>
                      <a:pt x="1147" y="1516"/>
                      <a:pt x="1077" y="1508"/>
                    </a:cubicBezTo>
                    <a:cubicBezTo>
                      <a:pt x="816" y="1481"/>
                      <a:pt x="555" y="1459"/>
                      <a:pt x="294" y="1416"/>
                    </a:cubicBezTo>
                    <a:cubicBezTo>
                      <a:pt x="305" y="1361"/>
                      <a:pt x="343" y="1313"/>
                      <a:pt x="387" y="1285"/>
                    </a:cubicBezTo>
                    <a:lnTo>
                      <a:pt x="381" y="1285"/>
                    </a:lnTo>
                    <a:cubicBezTo>
                      <a:pt x="441" y="1231"/>
                      <a:pt x="506" y="1188"/>
                      <a:pt x="577" y="1144"/>
                    </a:cubicBezTo>
                    <a:cubicBezTo>
                      <a:pt x="751" y="1030"/>
                      <a:pt x="936" y="932"/>
                      <a:pt x="1131" y="856"/>
                    </a:cubicBezTo>
                    <a:cubicBezTo>
                      <a:pt x="1327" y="769"/>
                      <a:pt x="1506" y="666"/>
                      <a:pt x="1702" y="573"/>
                    </a:cubicBezTo>
                    <a:cubicBezTo>
                      <a:pt x="1794" y="530"/>
                      <a:pt x="1898" y="492"/>
                      <a:pt x="1996" y="448"/>
                    </a:cubicBezTo>
                    <a:cubicBezTo>
                      <a:pt x="2012" y="443"/>
                      <a:pt x="2034" y="443"/>
                      <a:pt x="2055" y="437"/>
                    </a:cubicBezTo>
                    <a:cubicBezTo>
                      <a:pt x="2175" y="405"/>
                      <a:pt x="2289" y="361"/>
                      <a:pt x="2414" y="334"/>
                    </a:cubicBezTo>
                    <a:cubicBezTo>
                      <a:pt x="2550" y="301"/>
                      <a:pt x="2686" y="280"/>
                      <a:pt x="2822" y="269"/>
                    </a:cubicBezTo>
                    <a:cubicBezTo>
                      <a:pt x="2876" y="258"/>
                      <a:pt x="2925" y="253"/>
                      <a:pt x="2979" y="253"/>
                    </a:cubicBezTo>
                    <a:close/>
                    <a:moveTo>
                      <a:pt x="3376" y="590"/>
                    </a:moveTo>
                    <a:cubicBezTo>
                      <a:pt x="3431" y="687"/>
                      <a:pt x="3469" y="791"/>
                      <a:pt x="3490" y="905"/>
                    </a:cubicBezTo>
                    <a:cubicBezTo>
                      <a:pt x="3550" y="1149"/>
                      <a:pt x="3583" y="1405"/>
                      <a:pt x="3621" y="1660"/>
                    </a:cubicBezTo>
                    <a:cubicBezTo>
                      <a:pt x="3643" y="1775"/>
                      <a:pt x="3621" y="1889"/>
                      <a:pt x="3643" y="2008"/>
                    </a:cubicBezTo>
                    <a:cubicBezTo>
                      <a:pt x="3670" y="2150"/>
                      <a:pt x="3691" y="2296"/>
                      <a:pt x="3713" y="2438"/>
                    </a:cubicBezTo>
                    <a:cubicBezTo>
                      <a:pt x="3730" y="2557"/>
                      <a:pt x="3740" y="2671"/>
                      <a:pt x="3746" y="2786"/>
                    </a:cubicBezTo>
                    <a:cubicBezTo>
                      <a:pt x="3740" y="2911"/>
                      <a:pt x="3778" y="3030"/>
                      <a:pt x="3855" y="3128"/>
                    </a:cubicBezTo>
                    <a:cubicBezTo>
                      <a:pt x="4001" y="3318"/>
                      <a:pt x="4251" y="3454"/>
                      <a:pt x="4452" y="3579"/>
                    </a:cubicBezTo>
                    <a:cubicBezTo>
                      <a:pt x="4561" y="3650"/>
                      <a:pt x="4675" y="3715"/>
                      <a:pt x="4784" y="3791"/>
                    </a:cubicBezTo>
                    <a:cubicBezTo>
                      <a:pt x="4887" y="3878"/>
                      <a:pt x="4996" y="3954"/>
                      <a:pt x="5110" y="4025"/>
                    </a:cubicBezTo>
                    <a:cubicBezTo>
                      <a:pt x="5170" y="4058"/>
                      <a:pt x="5170" y="4052"/>
                      <a:pt x="5154" y="4123"/>
                    </a:cubicBezTo>
                    <a:cubicBezTo>
                      <a:pt x="5137" y="4177"/>
                      <a:pt x="5121" y="4232"/>
                      <a:pt x="5099" y="4280"/>
                    </a:cubicBezTo>
                    <a:cubicBezTo>
                      <a:pt x="5061" y="4389"/>
                      <a:pt x="4991" y="4487"/>
                      <a:pt x="4904" y="4558"/>
                    </a:cubicBezTo>
                    <a:cubicBezTo>
                      <a:pt x="4806" y="4645"/>
                      <a:pt x="4697" y="4721"/>
                      <a:pt x="4610" y="4813"/>
                    </a:cubicBezTo>
                    <a:cubicBezTo>
                      <a:pt x="4518" y="4906"/>
                      <a:pt x="4398" y="4982"/>
                      <a:pt x="4300" y="5074"/>
                    </a:cubicBezTo>
                    <a:cubicBezTo>
                      <a:pt x="4279" y="5096"/>
                      <a:pt x="4273" y="5123"/>
                      <a:pt x="4284" y="5145"/>
                    </a:cubicBezTo>
                    <a:cubicBezTo>
                      <a:pt x="4230" y="5188"/>
                      <a:pt x="4175" y="5237"/>
                      <a:pt x="4115" y="5281"/>
                    </a:cubicBezTo>
                    <a:cubicBezTo>
                      <a:pt x="3822" y="5498"/>
                      <a:pt x="3490" y="5656"/>
                      <a:pt x="3132" y="5743"/>
                    </a:cubicBezTo>
                    <a:cubicBezTo>
                      <a:pt x="2936" y="5792"/>
                      <a:pt x="2746" y="5846"/>
                      <a:pt x="2545" y="5884"/>
                    </a:cubicBezTo>
                    <a:cubicBezTo>
                      <a:pt x="2444" y="5900"/>
                      <a:pt x="2342" y="5909"/>
                      <a:pt x="2239" y="5909"/>
                    </a:cubicBezTo>
                    <a:cubicBezTo>
                      <a:pt x="2137" y="5909"/>
                      <a:pt x="2034" y="5900"/>
                      <a:pt x="1930" y="5884"/>
                    </a:cubicBezTo>
                    <a:cubicBezTo>
                      <a:pt x="1773" y="5857"/>
                      <a:pt x="1615" y="5819"/>
                      <a:pt x="1457" y="5775"/>
                    </a:cubicBezTo>
                    <a:cubicBezTo>
                      <a:pt x="1398" y="5770"/>
                      <a:pt x="1338" y="5743"/>
                      <a:pt x="1289" y="5710"/>
                    </a:cubicBezTo>
                    <a:cubicBezTo>
                      <a:pt x="1256" y="5667"/>
                      <a:pt x="1267" y="5591"/>
                      <a:pt x="1267" y="5542"/>
                    </a:cubicBezTo>
                    <a:cubicBezTo>
                      <a:pt x="1283" y="5384"/>
                      <a:pt x="1321" y="5232"/>
                      <a:pt x="1332" y="5074"/>
                    </a:cubicBezTo>
                    <a:cubicBezTo>
                      <a:pt x="1338" y="4971"/>
                      <a:pt x="1338" y="4862"/>
                      <a:pt x="1349" y="4759"/>
                    </a:cubicBezTo>
                    <a:cubicBezTo>
                      <a:pt x="1360" y="4656"/>
                      <a:pt x="1343" y="4563"/>
                      <a:pt x="1360" y="4471"/>
                    </a:cubicBezTo>
                    <a:cubicBezTo>
                      <a:pt x="1392" y="4302"/>
                      <a:pt x="1457" y="4107"/>
                      <a:pt x="1441" y="3933"/>
                    </a:cubicBezTo>
                    <a:cubicBezTo>
                      <a:pt x="1425" y="3759"/>
                      <a:pt x="1305" y="3590"/>
                      <a:pt x="1224" y="3449"/>
                    </a:cubicBezTo>
                    <a:cubicBezTo>
                      <a:pt x="1180" y="3378"/>
                      <a:pt x="1158" y="3291"/>
                      <a:pt x="1115" y="3221"/>
                    </a:cubicBezTo>
                    <a:cubicBezTo>
                      <a:pt x="1066" y="3139"/>
                      <a:pt x="1023" y="3052"/>
                      <a:pt x="990" y="2965"/>
                    </a:cubicBezTo>
                    <a:cubicBezTo>
                      <a:pt x="903" y="2780"/>
                      <a:pt x="789" y="2606"/>
                      <a:pt x="696" y="2427"/>
                    </a:cubicBezTo>
                    <a:cubicBezTo>
                      <a:pt x="599" y="2248"/>
                      <a:pt x="490" y="2090"/>
                      <a:pt x="419" y="1905"/>
                    </a:cubicBezTo>
                    <a:cubicBezTo>
                      <a:pt x="392" y="1834"/>
                      <a:pt x="397" y="1780"/>
                      <a:pt x="376" y="1715"/>
                    </a:cubicBezTo>
                    <a:cubicBezTo>
                      <a:pt x="365" y="1682"/>
                      <a:pt x="343" y="1655"/>
                      <a:pt x="327" y="1628"/>
                    </a:cubicBezTo>
                    <a:cubicBezTo>
                      <a:pt x="327" y="1622"/>
                      <a:pt x="316" y="1595"/>
                      <a:pt x="305" y="1568"/>
                    </a:cubicBezTo>
                    <a:lnTo>
                      <a:pt x="305" y="1568"/>
                    </a:lnTo>
                    <a:cubicBezTo>
                      <a:pt x="392" y="1601"/>
                      <a:pt x="479" y="1628"/>
                      <a:pt x="571" y="1650"/>
                    </a:cubicBezTo>
                    <a:cubicBezTo>
                      <a:pt x="647" y="1666"/>
                      <a:pt x="724" y="1671"/>
                      <a:pt x="805" y="1677"/>
                    </a:cubicBezTo>
                    <a:cubicBezTo>
                      <a:pt x="887" y="1688"/>
                      <a:pt x="968" y="1704"/>
                      <a:pt x="1050" y="1715"/>
                    </a:cubicBezTo>
                    <a:cubicBezTo>
                      <a:pt x="1154" y="1731"/>
                      <a:pt x="1259" y="1739"/>
                      <a:pt x="1363" y="1739"/>
                    </a:cubicBezTo>
                    <a:cubicBezTo>
                      <a:pt x="1438" y="1739"/>
                      <a:pt x="1513" y="1735"/>
                      <a:pt x="1588" y="1726"/>
                    </a:cubicBezTo>
                    <a:cubicBezTo>
                      <a:pt x="1767" y="1693"/>
                      <a:pt x="1941" y="1644"/>
                      <a:pt x="2110" y="1579"/>
                    </a:cubicBezTo>
                    <a:cubicBezTo>
                      <a:pt x="2273" y="1525"/>
                      <a:pt x="2430" y="1454"/>
                      <a:pt x="2577" y="1361"/>
                    </a:cubicBezTo>
                    <a:cubicBezTo>
                      <a:pt x="2735" y="1269"/>
                      <a:pt x="2882" y="1209"/>
                      <a:pt x="3001" y="1062"/>
                    </a:cubicBezTo>
                    <a:cubicBezTo>
                      <a:pt x="3110" y="943"/>
                      <a:pt x="3213" y="818"/>
                      <a:pt x="3316" y="693"/>
                    </a:cubicBezTo>
                    <a:cubicBezTo>
                      <a:pt x="3338" y="666"/>
                      <a:pt x="3360" y="628"/>
                      <a:pt x="3376" y="590"/>
                    </a:cubicBezTo>
                    <a:close/>
                    <a:moveTo>
                      <a:pt x="4050" y="5694"/>
                    </a:moveTo>
                    <a:cubicBezTo>
                      <a:pt x="4072" y="5737"/>
                      <a:pt x="4094" y="5775"/>
                      <a:pt x="4115" y="5819"/>
                    </a:cubicBezTo>
                    <a:cubicBezTo>
                      <a:pt x="4154" y="5911"/>
                      <a:pt x="4197" y="5998"/>
                      <a:pt x="4251" y="6085"/>
                    </a:cubicBezTo>
                    <a:cubicBezTo>
                      <a:pt x="4360" y="6281"/>
                      <a:pt x="4420" y="6504"/>
                      <a:pt x="4496" y="6716"/>
                    </a:cubicBezTo>
                    <a:cubicBezTo>
                      <a:pt x="4567" y="6939"/>
                      <a:pt x="4626" y="7172"/>
                      <a:pt x="4675" y="7401"/>
                    </a:cubicBezTo>
                    <a:cubicBezTo>
                      <a:pt x="4697" y="7498"/>
                      <a:pt x="4713" y="7602"/>
                      <a:pt x="4735" y="7700"/>
                    </a:cubicBezTo>
                    <a:cubicBezTo>
                      <a:pt x="4724" y="7683"/>
                      <a:pt x="4708" y="7672"/>
                      <a:pt x="4697" y="7662"/>
                    </a:cubicBezTo>
                    <a:cubicBezTo>
                      <a:pt x="4664" y="7613"/>
                      <a:pt x="4632" y="7558"/>
                      <a:pt x="4610" y="7509"/>
                    </a:cubicBezTo>
                    <a:cubicBezTo>
                      <a:pt x="4539" y="7401"/>
                      <a:pt x="4452" y="7303"/>
                      <a:pt x="4376" y="7205"/>
                    </a:cubicBezTo>
                    <a:cubicBezTo>
                      <a:pt x="4300" y="7113"/>
                      <a:pt x="4219" y="7004"/>
                      <a:pt x="4137" y="6911"/>
                    </a:cubicBezTo>
                    <a:cubicBezTo>
                      <a:pt x="3963" y="6721"/>
                      <a:pt x="3806" y="6531"/>
                      <a:pt x="3653" y="6324"/>
                    </a:cubicBezTo>
                    <a:cubicBezTo>
                      <a:pt x="3583" y="6237"/>
                      <a:pt x="3518" y="6145"/>
                      <a:pt x="3441" y="6063"/>
                    </a:cubicBezTo>
                    <a:cubicBezTo>
                      <a:pt x="3420" y="6042"/>
                      <a:pt x="3403" y="6020"/>
                      <a:pt x="3382" y="5998"/>
                    </a:cubicBezTo>
                    <a:cubicBezTo>
                      <a:pt x="3436" y="5982"/>
                      <a:pt x="3490" y="5966"/>
                      <a:pt x="3545" y="5944"/>
                    </a:cubicBezTo>
                    <a:cubicBezTo>
                      <a:pt x="3719" y="5879"/>
                      <a:pt x="3887" y="5792"/>
                      <a:pt x="4050" y="5694"/>
                    </a:cubicBezTo>
                    <a:close/>
                    <a:moveTo>
                      <a:pt x="2973" y="0"/>
                    </a:moveTo>
                    <a:cubicBezTo>
                      <a:pt x="2961" y="0"/>
                      <a:pt x="2949" y="1"/>
                      <a:pt x="2936" y="3"/>
                    </a:cubicBezTo>
                    <a:cubicBezTo>
                      <a:pt x="2767" y="13"/>
                      <a:pt x="2599" y="41"/>
                      <a:pt x="2436" y="79"/>
                    </a:cubicBezTo>
                    <a:cubicBezTo>
                      <a:pt x="2322" y="111"/>
                      <a:pt x="2208" y="144"/>
                      <a:pt x="2099" y="193"/>
                    </a:cubicBezTo>
                    <a:cubicBezTo>
                      <a:pt x="1756" y="231"/>
                      <a:pt x="1436" y="454"/>
                      <a:pt x="1131" y="584"/>
                    </a:cubicBezTo>
                    <a:cubicBezTo>
                      <a:pt x="783" y="725"/>
                      <a:pt x="414" y="872"/>
                      <a:pt x="142" y="1144"/>
                    </a:cubicBezTo>
                    <a:cubicBezTo>
                      <a:pt x="6" y="1274"/>
                      <a:pt x="1" y="1427"/>
                      <a:pt x="28" y="1606"/>
                    </a:cubicBezTo>
                    <a:cubicBezTo>
                      <a:pt x="33" y="1655"/>
                      <a:pt x="39" y="1698"/>
                      <a:pt x="55" y="1747"/>
                    </a:cubicBezTo>
                    <a:cubicBezTo>
                      <a:pt x="55" y="1753"/>
                      <a:pt x="66" y="1775"/>
                      <a:pt x="77" y="1785"/>
                    </a:cubicBezTo>
                    <a:cubicBezTo>
                      <a:pt x="82" y="1802"/>
                      <a:pt x="77" y="1802"/>
                      <a:pt x="77" y="1813"/>
                    </a:cubicBezTo>
                    <a:cubicBezTo>
                      <a:pt x="77" y="1905"/>
                      <a:pt x="98" y="1997"/>
                      <a:pt x="142" y="2079"/>
                    </a:cubicBezTo>
                    <a:cubicBezTo>
                      <a:pt x="223" y="2280"/>
                      <a:pt x="343" y="2481"/>
                      <a:pt x="446" y="2677"/>
                    </a:cubicBezTo>
                    <a:cubicBezTo>
                      <a:pt x="495" y="2775"/>
                      <a:pt x="550" y="2862"/>
                      <a:pt x="604" y="2954"/>
                    </a:cubicBezTo>
                    <a:cubicBezTo>
                      <a:pt x="664" y="3057"/>
                      <a:pt x="696" y="3166"/>
                      <a:pt x="745" y="3269"/>
                    </a:cubicBezTo>
                    <a:cubicBezTo>
                      <a:pt x="789" y="3356"/>
                      <a:pt x="849" y="3422"/>
                      <a:pt x="881" y="3509"/>
                    </a:cubicBezTo>
                    <a:cubicBezTo>
                      <a:pt x="925" y="3606"/>
                      <a:pt x="984" y="3688"/>
                      <a:pt x="1033" y="3780"/>
                    </a:cubicBezTo>
                    <a:cubicBezTo>
                      <a:pt x="1071" y="3867"/>
                      <a:pt x="1126" y="3927"/>
                      <a:pt x="1109" y="4025"/>
                    </a:cubicBezTo>
                    <a:cubicBezTo>
                      <a:pt x="1099" y="4123"/>
                      <a:pt x="1088" y="4232"/>
                      <a:pt x="1066" y="4319"/>
                    </a:cubicBezTo>
                    <a:cubicBezTo>
                      <a:pt x="1044" y="4422"/>
                      <a:pt x="1033" y="4525"/>
                      <a:pt x="1039" y="4628"/>
                    </a:cubicBezTo>
                    <a:cubicBezTo>
                      <a:pt x="1044" y="4743"/>
                      <a:pt x="1023" y="4857"/>
                      <a:pt x="1023" y="4965"/>
                    </a:cubicBezTo>
                    <a:cubicBezTo>
                      <a:pt x="1017" y="5156"/>
                      <a:pt x="979" y="5330"/>
                      <a:pt x="957" y="5509"/>
                    </a:cubicBezTo>
                    <a:cubicBezTo>
                      <a:pt x="946" y="5672"/>
                      <a:pt x="968" y="5835"/>
                      <a:pt x="1093" y="5938"/>
                    </a:cubicBezTo>
                    <a:cubicBezTo>
                      <a:pt x="1224" y="6047"/>
                      <a:pt x="1403" y="6069"/>
                      <a:pt x="1572" y="6107"/>
                    </a:cubicBezTo>
                    <a:cubicBezTo>
                      <a:pt x="1791" y="6170"/>
                      <a:pt x="2017" y="6201"/>
                      <a:pt x="2244" y="6201"/>
                    </a:cubicBezTo>
                    <a:cubicBezTo>
                      <a:pt x="2450" y="6201"/>
                      <a:pt x="2655" y="6175"/>
                      <a:pt x="2854" y="6123"/>
                    </a:cubicBezTo>
                    <a:cubicBezTo>
                      <a:pt x="2969" y="6091"/>
                      <a:pt x="3083" y="6069"/>
                      <a:pt x="3197" y="6042"/>
                    </a:cubicBezTo>
                    <a:cubicBezTo>
                      <a:pt x="3246" y="6085"/>
                      <a:pt x="3289" y="6134"/>
                      <a:pt x="3333" y="6188"/>
                    </a:cubicBezTo>
                    <a:cubicBezTo>
                      <a:pt x="3409" y="6286"/>
                      <a:pt x="3479" y="6395"/>
                      <a:pt x="3556" y="6493"/>
                    </a:cubicBezTo>
                    <a:cubicBezTo>
                      <a:pt x="3708" y="6699"/>
                      <a:pt x="3876" y="6890"/>
                      <a:pt x="4045" y="7091"/>
                    </a:cubicBezTo>
                    <a:cubicBezTo>
                      <a:pt x="4132" y="7189"/>
                      <a:pt x="4213" y="7297"/>
                      <a:pt x="4289" y="7406"/>
                    </a:cubicBezTo>
                    <a:cubicBezTo>
                      <a:pt x="4327" y="7450"/>
                      <a:pt x="4366" y="7498"/>
                      <a:pt x="4404" y="7547"/>
                    </a:cubicBezTo>
                    <a:cubicBezTo>
                      <a:pt x="4436" y="7596"/>
                      <a:pt x="4469" y="7667"/>
                      <a:pt x="4512" y="7727"/>
                    </a:cubicBezTo>
                    <a:cubicBezTo>
                      <a:pt x="4567" y="7814"/>
                      <a:pt x="4637" y="7857"/>
                      <a:pt x="4675" y="7950"/>
                    </a:cubicBezTo>
                    <a:cubicBezTo>
                      <a:pt x="4697" y="8031"/>
                      <a:pt x="4762" y="8091"/>
                      <a:pt x="4838" y="8118"/>
                    </a:cubicBezTo>
                    <a:cubicBezTo>
                      <a:pt x="4846" y="8120"/>
                      <a:pt x="4853" y="8121"/>
                      <a:pt x="4860" y="8121"/>
                    </a:cubicBezTo>
                    <a:cubicBezTo>
                      <a:pt x="4901" y="8121"/>
                      <a:pt x="4939" y="8095"/>
                      <a:pt x="4953" y="8053"/>
                    </a:cubicBezTo>
                    <a:cubicBezTo>
                      <a:pt x="4996" y="7895"/>
                      <a:pt x="4920" y="7710"/>
                      <a:pt x="4887" y="7547"/>
                    </a:cubicBezTo>
                    <a:cubicBezTo>
                      <a:pt x="4838" y="7303"/>
                      <a:pt x="4784" y="7053"/>
                      <a:pt x="4713" y="6814"/>
                    </a:cubicBezTo>
                    <a:cubicBezTo>
                      <a:pt x="4654" y="6591"/>
                      <a:pt x="4572" y="6368"/>
                      <a:pt x="4491" y="6156"/>
                    </a:cubicBezTo>
                    <a:cubicBezTo>
                      <a:pt x="4447" y="6058"/>
                      <a:pt x="4398" y="5960"/>
                      <a:pt x="4344" y="5862"/>
                    </a:cubicBezTo>
                    <a:cubicBezTo>
                      <a:pt x="4322" y="5813"/>
                      <a:pt x="4306" y="5759"/>
                      <a:pt x="4289" y="5710"/>
                    </a:cubicBezTo>
                    <a:cubicBezTo>
                      <a:pt x="4273" y="5667"/>
                      <a:pt x="4230" y="5607"/>
                      <a:pt x="4240" y="5558"/>
                    </a:cubicBezTo>
                    <a:cubicBezTo>
                      <a:pt x="4529" y="5368"/>
                      <a:pt x="4790" y="5128"/>
                      <a:pt x="5007" y="4857"/>
                    </a:cubicBezTo>
                    <a:lnTo>
                      <a:pt x="5078" y="4802"/>
                    </a:lnTo>
                    <a:cubicBezTo>
                      <a:pt x="5262" y="4656"/>
                      <a:pt x="5393" y="4444"/>
                      <a:pt x="5447" y="4210"/>
                    </a:cubicBezTo>
                    <a:cubicBezTo>
                      <a:pt x="5491" y="4101"/>
                      <a:pt x="5480" y="3976"/>
                      <a:pt x="5431" y="3873"/>
                    </a:cubicBezTo>
                    <a:lnTo>
                      <a:pt x="5425" y="3878"/>
                    </a:lnTo>
                    <a:cubicBezTo>
                      <a:pt x="5360" y="3775"/>
                      <a:pt x="5213" y="3726"/>
                      <a:pt x="5116" y="3655"/>
                    </a:cubicBezTo>
                    <a:cubicBezTo>
                      <a:pt x="4866" y="3454"/>
                      <a:pt x="4583" y="3302"/>
                      <a:pt x="4322" y="3117"/>
                    </a:cubicBezTo>
                    <a:cubicBezTo>
                      <a:pt x="4240" y="3057"/>
                      <a:pt x="4115" y="2992"/>
                      <a:pt x="4072" y="2894"/>
                    </a:cubicBezTo>
                    <a:cubicBezTo>
                      <a:pt x="4056" y="2835"/>
                      <a:pt x="4050" y="2769"/>
                      <a:pt x="4056" y="2710"/>
                    </a:cubicBezTo>
                    <a:cubicBezTo>
                      <a:pt x="4050" y="2623"/>
                      <a:pt x="4039" y="2536"/>
                      <a:pt x="4023" y="2449"/>
                    </a:cubicBezTo>
                    <a:cubicBezTo>
                      <a:pt x="4001" y="2296"/>
                      <a:pt x="3980" y="2144"/>
                      <a:pt x="3952" y="1992"/>
                    </a:cubicBezTo>
                    <a:cubicBezTo>
                      <a:pt x="3925" y="1856"/>
                      <a:pt x="3936" y="1715"/>
                      <a:pt x="3914" y="1573"/>
                    </a:cubicBezTo>
                    <a:cubicBezTo>
                      <a:pt x="3860" y="1285"/>
                      <a:pt x="3833" y="986"/>
                      <a:pt x="3740" y="709"/>
                    </a:cubicBezTo>
                    <a:cubicBezTo>
                      <a:pt x="3664" y="465"/>
                      <a:pt x="3496" y="258"/>
                      <a:pt x="3273" y="133"/>
                    </a:cubicBezTo>
                    <a:cubicBezTo>
                      <a:pt x="3169" y="73"/>
                      <a:pt x="3096" y="0"/>
                      <a:pt x="2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20"/>
              <p:cNvSpPr/>
              <p:nvPr/>
            </p:nvSpPr>
            <p:spPr>
              <a:xfrm>
                <a:off x="4578800" y="2293650"/>
                <a:ext cx="50400" cy="20750"/>
              </a:xfrm>
              <a:custGeom>
                <a:rect b="b" l="l" r="r" t="t"/>
                <a:pathLst>
                  <a:path extrusionOk="0" h="830" w="2016">
                    <a:moveTo>
                      <a:pt x="1967" y="0"/>
                    </a:moveTo>
                    <a:cubicBezTo>
                      <a:pt x="1961" y="0"/>
                      <a:pt x="1955" y="1"/>
                      <a:pt x="1949" y="4"/>
                    </a:cubicBezTo>
                    <a:lnTo>
                      <a:pt x="1955" y="4"/>
                    </a:lnTo>
                    <a:cubicBezTo>
                      <a:pt x="1797" y="91"/>
                      <a:pt x="1688" y="222"/>
                      <a:pt x="1531" y="309"/>
                    </a:cubicBezTo>
                    <a:cubicBezTo>
                      <a:pt x="1351" y="412"/>
                      <a:pt x="1139" y="450"/>
                      <a:pt x="949" y="515"/>
                    </a:cubicBezTo>
                    <a:cubicBezTo>
                      <a:pt x="782" y="569"/>
                      <a:pt x="567" y="669"/>
                      <a:pt x="374" y="669"/>
                    </a:cubicBezTo>
                    <a:cubicBezTo>
                      <a:pt x="272" y="669"/>
                      <a:pt x="176" y="641"/>
                      <a:pt x="95" y="564"/>
                    </a:cubicBezTo>
                    <a:cubicBezTo>
                      <a:pt x="86" y="555"/>
                      <a:pt x="75" y="551"/>
                      <a:pt x="63" y="551"/>
                    </a:cubicBezTo>
                    <a:cubicBezTo>
                      <a:pt x="31" y="551"/>
                      <a:pt x="0" y="586"/>
                      <a:pt x="25" y="619"/>
                    </a:cubicBezTo>
                    <a:cubicBezTo>
                      <a:pt x="128" y="778"/>
                      <a:pt x="280" y="829"/>
                      <a:pt x="443" y="829"/>
                    </a:cubicBezTo>
                    <a:cubicBezTo>
                      <a:pt x="598" y="829"/>
                      <a:pt x="763" y="783"/>
                      <a:pt x="905" y="738"/>
                    </a:cubicBezTo>
                    <a:cubicBezTo>
                      <a:pt x="1340" y="602"/>
                      <a:pt x="1775" y="483"/>
                      <a:pt x="1998" y="53"/>
                    </a:cubicBezTo>
                    <a:cubicBezTo>
                      <a:pt x="2016" y="27"/>
                      <a:pt x="1994" y="0"/>
                      <a:pt x="19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20"/>
              <p:cNvSpPr/>
              <p:nvPr/>
            </p:nvSpPr>
            <p:spPr>
              <a:xfrm>
                <a:off x="4566900" y="2262925"/>
                <a:ext cx="9275" cy="14450"/>
              </a:xfrm>
              <a:custGeom>
                <a:rect b="b" l="l" r="r" t="t"/>
                <a:pathLst>
                  <a:path extrusionOk="0" h="578" w="371">
                    <a:moveTo>
                      <a:pt x="310" y="0"/>
                    </a:moveTo>
                    <a:cubicBezTo>
                      <a:pt x="282" y="0"/>
                      <a:pt x="251" y="20"/>
                      <a:pt x="251" y="54"/>
                    </a:cubicBezTo>
                    <a:cubicBezTo>
                      <a:pt x="251" y="51"/>
                      <a:pt x="250" y="50"/>
                      <a:pt x="250" y="50"/>
                    </a:cubicBezTo>
                    <a:cubicBezTo>
                      <a:pt x="246" y="50"/>
                      <a:pt x="234" y="82"/>
                      <a:pt x="234" y="86"/>
                    </a:cubicBezTo>
                    <a:cubicBezTo>
                      <a:pt x="218" y="108"/>
                      <a:pt x="207" y="130"/>
                      <a:pt x="196" y="152"/>
                    </a:cubicBezTo>
                    <a:cubicBezTo>
                      <a:pt x="158" y="211"/>
                      <a:pt x="126" y="271"/>
                      <a:pt x="93" y="331"/>
                    </a:cubicBezTo>
                    <a:cubicBezTo>
                      <a:pt x="61" y="396"/>
                      <a:pt x="1" y="559"/>
                      <a:pt x="109" y="576"/>
                    </a:cubicBezTo>
                    <a:cubicBezTo>
                      <a:pt x="114" y="577"/>
                      <a:pt x="119" y="578"/>
                      <a:pt x="124" y="578"/>
                    </a:cubicBezTo>
                    <a:cubicBezTo>
                      <a:pt x="155" y="578"/>
                      <a:pt x="179" y="550"/>
                      <a:pt x="175" y="517"/>
                    </a:cubicBezTo>
                    <a:lnTo>
                      <a:pt x="175" y="517"/>
                    </a:lnTo>
                    <a:cubicBezTo>
                      <a:pt x="175" y="518"/>
                      <a:pt x="175" y="518"/>
                      <a:pt x="176" y="518"/>
                    </a:cubicBezTo>
                    <a:cubicBezTo>
                      <a:pt x="177" y="518"/>
                      <a:pt x="179" y="513"/>
                      <a:pt x="175" y="505"/>
                    </a:cubicBezTo>
                    <a:lnTo>
                      <a:pt x="175" y="510"/>
                    </a:lnTo>
                    <a:cubicBezTo>
                      <a:pt x="169" y="505"/>
                      <a:pt x="164" y="500"/>
                      <a:pt x="164" y="489"/>
                    </a:cubicBezTo>
                    <a:lnTo>
                      <a:pt x="164" y="489"/>
                    </a:lnTo>
                    <a:cubicBezTo>
                      <a:pt x="164" y="494"/>
                      <a:pt x="169" y="500"/>
                      <a:pt x="175" y="505"/>
                    </a:cubicBezTo>
                    <a:cubicBezTo>
                      <a:pt x="175" y="505"/>
                      <a:pt x="175" y="500"/>
                      <a:pt x="175" y="500"/>
                    </a:cubicBezTo>
                    <a:cubicBezTo>
                      <a:pt x="186" y="478"/>
                      <a:pt x="191" y="456"/>
                      <a:pt x="196" y="434"/>
                    </a:cubicBezTo>
                    <a:cubicBezTo>
                      <a:pt x="218" y="385"/>
                      <a:pt x="245" y="331"/>
                      <a:pt x="267" y="277"/>
                    </a:cubicBezTo>
                    <a:cubicBezTo>
                      <a:pt x="305" y="211"/>
                      <a:pt x="370" y="119"/>
                      <a:pt x="359" y="43"/>
                    </a:cubicBezTo>
                    <a:lnTo>
                      <a:pt x="354" y="38"/>
                    </a:lnTo>
                    <a:cubicBezTo>
                      <a:pt x="352" y="12"/>
                      <a:pt x="332"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20"/>
              <p:cNvSpPr/>
              <p:nvPr/>
            </p:nvSpPr>
            <p:spPr>
              <a:xfrm>
                <a:off x="4571125" y="2270575"/>
                <a:ext cx="7950" cy="10750"/>
              </a:xfrm>
              <a:custGeom>
                <a:rect b="b" l="l" r="r" t="t"/>
                <a:pathLst>
                  <a:path extrusionOk="0" h="430" w="318">
                    <a:moveTo>
                      <a:pt x="260" y="0"/>
                    </a:moveTo>
                    <a:cubicBezTo>
                      <a:pt x="246" y="0"/>
                      <a:pt x="232" y="7"/>
                      <a:pt x="223" y="25"/>
                    </a:cubicBezTo>
                    <a:cubicBezTo>
                      <a:pt x="180" y="107"/>
                      <a:pt x="120" y="177"/>
                      <a:pt x="71" y="259"/>
                    </a:cubicBezTo>
                    <a:cubicBezTo>
                      <a:pt x="49" y="297"/>
                      <a:pt x="0" y="406"/>
                      <a:pt x="71" y="427"/>
                    </a:cubicBezTo>
                    <a:cubicBezTo>
                      <a:pt x="75" y="429"/>
                      <a:pt x="80" y="429"/>
                      <a:pt x="84" y="429"/>
                    </a:cubicBezTo>
                    <a:cubicBezTo>
                      <a:pt x="129" y="429"/>
                      <a:pt x="148" y="354"/>
                      <a:pt x="163" y="324"/>
                    </a:cubicBezTo>
                    <a:cubicBezTo>
                      <a:pt x="218" y="242"/>
                      <a:pt x="261" y="156"/>
                      <a:pt x="299" y="69"/>
                    </a:cubicBezTo>
                    <a:cubicBezTo>
                      <a:pt x="318" y="32"/>
                      <a:pt x="289" y="0"/>
                      <a:pt x="2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20"/>
              <p:cNvSpPr/>
              <p:nvPr/>
            </p:nvSpPr>
            <p:spPr>
              <a:xfrm>
                <a:off x="4574775" y="2276225"/>
                <a:ext cx="7925" cy="9625"/>
              </a:xfrm>
              <a:custGeom>
                <a:rect b="b" l="l" r="r" t="t"/>
                <a:pathLst>
                  <a:path extrusionOk="0" h="385" w="317">
                    <a:moveTo>
                      <a:pt x="240" y="0"/>
                    </a:moveTo>
                    <a:cubicBezTo>
                      <a:pt x="208" y="6"/>
                      <a:pt x="191" y="33"/>
                      <a:pt x="197" y="60"/>
                    </a:cubicBezTo>
                    <a:cubicBezTo>
                      <a:pt x="169" y="87"/>
                      <a:pt x="131" y="114"/>
                      <a:pt x="104" y="142"/>
                    </a:cubicBezTo>
                    <a:cubicBezTo>
                      <a:pt x="61" y="201"/>
                      <a:pt x="1" y="277"/>
                      <a:pt x="23" y="354"/>
                    </a:cubicBezTo>
                    <a:cubicBezTo>
                      <a:pt x="31" y="374"/>
                      <a:pt x="48" y="385"/>
                      <a:pt x="67" y="385"/>
                    </a:cubicBezTo>
                    <a:cubicBezTo>
                      <a:pt x="74" y="385"/>
                      <a:pt x="81" y="384"/>
                      <a:pt x="88" y="381"/>
                    </a:cubicBezTo>
                    <a:cubicBezTo>
                      <a:pt x="153" y="348"/>
                      <a:pt x="180" y="256"/>
                      <a:pt x="229" y="201"/>
                    </a:cubicBezTo>
                    <a:cubicBezTo>
                      <a:pt x="262" y="158"/>
                      <a:pt x="316" y="109"/>
                      <a:pt x="311" y="49"/>
                    </a:cubicBezTo>
                    <a:cubicBezTo>
                      <a:pt x="311" y="22"/>
                      <a:pt x="289"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20"/>
              <p:cNvSpPr/>
              <p:nvPr/>
            </p:nvSpPr>
            <p:spPr>
              <a:xfrm>
                <a:off x="4579550" y="2281950"/>
                <a:ext cx="6675" cy="9100"/>
              </a:xfrm>
              <a:custGeom>
                <a:rect b="b" l="l" r="r" t="t"/>
                <a:pathLst>
                  <a:path extrusionOk="0" h="364" w="267">
                    <a:moveTo>
                      <a:pt x="119" y="1"/>
                    </a:moveTo>
                    <a:cubicBezTo>
                      <a:pt x="91" y="1"/>
                      <a:pt x="71" y="45"/>
                      <a:pt x="93" y="76"/>
                    </a:cubicBezTo>
                    <a:cubicBezTo>
                      <a:pt x="114" y="97"/>
                      <a:pt x="55" y="168"/>
                      <a:pt x="44" y="190"/>
                    </a:cubicBezTo>
                    <a:cubicBezTo>
                      <a:pt x="11" y="228"/>
                      <a:pt x="0" y="282"/>
                      <a:pt x="6" y="331"/>
                    </a:cubicBezTo>
                    <a:cubicBezTo>
                      <a:pt x="12" y="352"/>
                      <a:pt x="30" y="363"/>
                      <a:pt x="48" y="363"/>
                    </a:cubicBezTo>
                    <a:cubicBezTo>
                      <a:pt x="63" y="363"/>
                      <a:pt x="78" y="356"/>
                      <a:pt x="87" y="342"/>
                    </a:cubicBezTo>
                    <a:cubicBezTo>
                      <a:pt x="152" y="250"/>
                      <a:pt x="267" y="103"/>
                      <a:pt x="142" y="10"/>
                    </a:cubicBezTo>
                    <a:cubicBezTo>
                      <a:pt x="134" y="4"/>
                      <a:pt x="126"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20"/>
              <p:cNvSpPr/>
              <p:nvPr/>
            </p:nvSpPr>
            <p:spPr>
              <a:xfrm>
                <a:off x="4583225" y="2323650"/>
                <a:ext cx="12700" cy="12300"/>
              </a:xfrm>
              <a:custGeom>
                <a:rect b="b" l="l" r="r" t="t"/>
                <a:pathLst>
                  <a:path extrusionOk="0" h="492" w="508">
                    <a:moveTo>
                      <a:pt x="440" y="0"/>
                    </a:moveTo>
                    <a:cubicBezTo>
                      <a:pt x="359" y="27"/>
                      <a:pt x="288" y="82"/>
                      <a:pt x="239" y="158"/>
                    </a:cubicBezTo>
                    <a:cubicBezTo>
                      <a:pt x="196" y="201"/>
                      <a:pt x="152" y="245"/>
                      <a:pt x="109" y="294"/>
                    </a:cubicBezTo>
                    <a:cubicBezTo>
                      <a:pt x="65" y="326"/>
                      <a:pt x="27" y="375"/>
                      <a:pt x="5" y="435"/>
                    </a:cubicBezTo>
                    <a:cubicBezTo>
                      <a:pt x="1" y="463"/>
                      <a:pt x="20" y="492"/>
                      <a:pt x="51" y="492"/>
                    </a:cubicBezTo>
                    <a:cubicBezTo>
                      <a:pt x="55" y="492"/>
                      <a:pt x="60" y="491"/>
                      <a:pt x="65" y="490"/>
                    </a:cubicBezTo>
                    <a:cubicBezTo>
                      <a:pt x="158" y="473"/>
                      <a:pt x="239" y="359"/>
                      <a:pt x="294" y="288"/>
                    </a:cubicBezTo>
                    <a:cubicBezTo>
                      <a:pt x="342" y="229"/>
                      <a:pt x="391" y="114"/>
                      <a:pt x="462" y="87"/>
                    </a:cubicBezTo>
                    <a:cubicBezTo>
                      <a:pt x="508" y="67"/>
                      <a:pt x="492" y="5"/>
                      <a:pt x="450" y="5"/>
                    </a:cubicBezTo>
                    <a:cubicBezTo>
                      <a:pt x="447" y="5"/>
                      <a:pt x="444" y="5"/>
                      <a:pt x="440" y="6"/>
                    </a:cubicBezTo>
                    <a:lnTo>
                      <a:pt x="4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20"/>
              <p:cNvSpPr/>
              <p:nvPr/>
            </p:nvSpPr>
            <p:spPr>
              <a:xfrm>
                <a:off x="4584350" y="2331475"/>
                <a:ext cx="10450" cy="11275"/>
              </a:xfrm>
              <a:custGeom>
                <a:rect b="b" l="l" r="r" t="t"/>
                <a:pathLst>
                  <a:path extrusionOk="0" h="451" w="418">
                    <a:moveTo>
                      <a:pt x="380" y="0"/>
                    </a:moveTo>
                    <a:cubicBezTo>
                      <a:pt x="369" y="0"/>
                      <a:pt x="358" y="5"/>
                      <a:pt x="352" y="13"/>
                    </a:cubicBezTo>
                    <a:cubicBezTo>
                      <a:pt x="325" y="57"/>
                      <a:pt x="292" y="95"/>
                      <a:pt x="249" y="122"/>
                    </a:cubicBezTo>
                    <a:cubicBezTo>
                      <a:pt x="210" y="149"/>
                      <a:pt x="194" y="182"/>
                      <a:pt x="162" y="209"/>
                    </a:cubicBezTo>
                    <a:cubicBezTo>
                      <a:pt x="91" y="263"/>
                      <a:pt x="9" y="302"/>
                      <a:pt x="4" y="399"/>
                    </a:cubicBezTo>
                    <a:cubicBezTo>
                      <a:pt x="1" y="434"/>
                      <a:pt x="27" y="451"/>
                      <a:pt x="55" y="451"/>
                    </a:cubicBezTo>
                    <a:cubicBezTo>
                      <a:pt x="75" y="451"/>
                      <a:pt x="96" y="442"/>
                      <a:pt x="107" y="427"/>
                    </a:cubicBezTo>
                    <a:cubicBezTo>
                      <a:pt x="134" y="389"/>
                      <a:pt x="172" y="350"/>
                      <a:pt x="210" y="323"/>
                    </a:cubicBezTo>
                    <a:cubicBezTo>
                      <a:pt x="243" y="296"/>
                      <a:pt x="270" y="263"/>
                      <a:pt x="292" y="231"/>
                    </a:cubicBezTo>
                    <a:cubicBezTo>
                      <a:pt x="341" y="171"/>
                      <a:pt x="417" y="122"/>
                      <a:pt x="412" y="24"/>
                    </a:cubicBezTo>
                    <a:lnTo>
                      <a:pt x="412" y="24"/>
                    </a:lnTo>
                    <a:lnTo>
                      <a:pt x="412" y="30"/>
                    </a:lnTo>
                    <a:cubicBezTo>
                      <a:pt x="412" y="10"/>
                      <a:pt x="396" y="0"/>
                      <a:pt x="3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20"/>
              <p:cNvSpPr/>
              <p:nvPr/>
            </p:nvSpPr>
            <p:spPr>
              <a:xfrm>
                <a:off x="4587150" y="2339750"/>
                <a:ext cx="8600" cy="8650"/>
              </a:xfrm>
              <a:custGeom>
                <a:rect b="b" l="l" r="r" t="t"/>
                <a:pathLst>
                  <a:path extrusionOk="0" h="346" w="344">
                    <a:moveTo>
                      <a:pt x="194" y="0"/>
                    </a:moveTo>
                    <a:cubicBezTo>
                      <a:pt x="158" y="0"/>
                      <a:pt x="127" y="53"/>
                      <a:pt x="158" y="79"/>
                    </a:cubicBezTo>
                    <a:cubicBezTo>
                      <a:pt x="202" y="112"/>
                      <a:pt x="1" y="269"/>
                      <a:pt x="44" y="335"/>
                    </a:cubicBezTo>
                    <a:cubicBezTo>
                      <a:pt x="50" y="346"/>
                      <a:pt x="60" y="346"/>
                      <a:pt x="77" y="346"/>
                    </a:cubicBezTo>
                    <a:cubicBezTo>
                      <a:pt x="180" y="318"/>
                      <a:pt x="343" y="90"/>
                      <a:pt x="218" y="3"/>
                    </a:cubicBezTo>
                    <a:lnTo>
                      <a:pt x="218" y="3"/>
                    </a:lnTo>
                    <a:lnTo>
                      <a:pt x="218" y="9"/>
                    </a:lnTo>
                    <a:cubicBezTo>
                      <a:pt x="210" y="3"/>
                      <a:pt x="202"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20"/>
              <p:cNvSpPr/>
              <p:nvPr/>
            </p:nvSpPr>
            <p:spPr>
              <a:xfrm>
                <a:off x="4613100" y="2250250"/>
                <a:ext cx="12675" cy="34050"/>
              </a:xfrm>
              <a:custGeom>
                <a:rect b="b" l="l" r="r" t="t"/>
                <a:pathLst>
                  <a:path extrusionOk="0" h="1362" w="507">
                    <a:moveTo>
                      <a:pt x="175" y="1"/>
                    </a:moveTo>
                    <a:cubicBezTo>
                      <a:pt x="93" y="6"/>
                      <a:pt x="66" y="88"/>
                      <a:pt x="50" y="153"/>
                    </a:cubicBezTo>
                    <a:cubicBezTo>
                      <a:pt x="23" y="278"/>
                      <a:pt x="12" y="409"/>
                      <a:pt x="6" y="545"/>
                    </a:cubicBezTo>
                    <a:cubicBezTo>
                      <a:pt x="1" y="800"/>
                      <a:pt x="6" y="1132"/>
                      <a:pt x="224" y="1316"/>
                    </a:cubicBezTo>
                    <a:cubicBezTo>
                      <a:pt x="248" y="1346"/>
                      <a:pt x="284" y="1361"/>
                      <a:pt x="320" y="1361"/>
                    </a:cubicBezTo>
                    <a:cubicBezTo>
                      <a:pt x="356" y="1361"/>
                      <a:pt x="392" y="1346"/>
                      <a:pt x="419" y="1316"/>
                    </a:cubicBezTo>
                    <a:cubicBezTo>
                      <a:pt x="506" y="1235"/>
                      <a:pt x="506" y="1142"/>
                      <a:pt x="485" y="1028"/>
                    </a:cubicBezTo>
                    <a:lnTo>
                      <a:pt x="496" y="1028"/>
                    </a:lnTo>
                    <a:cubicBezTo>
                      <a:pt x="493" y="1020"/>
                      <a:pt x="485" y="1016"/>
                      <a:pt x="477" y="1016"/>
                    </a:cubicBezTo>
                    <a:cubicBezTo>
                      <a:pt x="468" y="1016"/>
                      <a:pt x="460" y="1020"/>
                      <a:pt x="457" y="1028"/>
                    </a:cubicBezTo>
                    <a:cubicBezTo>
                      <a:pt x="447" y="1094"/>
                      <a:pt x="436" y="1229"/>
                      <a:pt x="371" y="1262"/>
                    </a:cubicBezTo>
                    <a:cubicBezTo>
                      <a:pt x="357" y="1269"/>
                      <a:pt x="344" y="1272"/>
                      <a:pt x="332" y="1272"/>
                    </a:cubicBezTo>
                    <a:cubicBezTo>
                      <a:pt x="243" y="1272"/>
                      <a:pt x="177" y="1118"/>
                      <a:pt x="153" y="1061"/>
                    </a:cubicBezTo>
                    <a:cubicBezTo>
                      <a:pt x="99" y="892"/>
                      <a:pt x="77" y="718"/>
                      <a:pt x="93" y="545"/>
                    </a:cubicBezTo>
                    <a:cubicBezTo>
                      <a:pt x="93" y="458"/>
                      <a:pt x="82" y="153"/>
                      <a:pt x="175" y="110"/>
                    </a:cubicBezTo>
                    <a:cubicBezTo>
                      <a:pt x="189" y="104"/>
                      <a:pt x="200" y="101"/>
                      <a:pt x="209" y="101"/>
                    </a:cubicBezTo>
                    <a:cubicBezTo>
                      <a:pt x="234" y="101"/>
                      <a:pt x="242" y="123"/>
                      <a:pt x="262" y="159"/>
                    </a:cubicBezTo>
                    <a:cubicBezTo>
                      <a:pt x="273" y="180"/>
                      <a:pt x="284" y="208"/>
                      <a:pt x="294" y="229"/>
                    </a:cubicBezTo>
                    <a:cubicBezTo>
                      <a:pt x="338" y="316"/>
                      <a:pt x="360" y="414"/>
                      <a:pt x="365" y="512"/>
                    </a:cubicBezTo>
                    <a:cubicBezTo>
                      <a:pt x="368" y="534"/>
                      <a:pt x="387" y="545"/>
                      <a:pt x="404" y="545"/>
                    </a:cubicBezTo>
                    <a:cubicBezTo>
                      <a:pt x="421" y="545"/>
                      <a:pt x="436" y="534"/>
                      <a:pt x="430" y="512"/>
                    </a:cubicBezTo>
                    <a:cubicBezTo>
                      <a:pt x="425" y="387"/>
                      <a:pt x="392" y="267"/>
                      <a:pt x="338" y="159"/>
                    </a:cubicBezTo>
                    <a:cubicBezTo>
                      <a:pt x="305" y="99"/>
                      <a:pt x="256" y="1"/>
                      <a:pt x="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20"/>
              <p:cNvSpPr/>
              <p:nvPr/>
            </p:nvSpPr>
            <p:spPr>
              <a:xfrm>
                <a:off x="4628050" y="2306325"/>
                <a:ext cx="21775" cy="17150"/>
              </a:xfrm>
              <a:custGeom>
                <a:rect b="b" l="l" r="r" t="t"/>
                <a:pathLst>
                  <a:path extrusionOk="0" h="686" w="871">
                    <a:moveTo>
                      <a:pt x="307" y="1"/>
                    </a:moveTo>
                    <a:cubicBezTo>
                      <a:pt x="269" y="1"/>
                      <a:pt x="230" y="11"/>
                      <a:pt x="191" y="36"/>
                    </a:cubicBezTo>
                    <a:cubicBezTo>
                      <a:pt x="50" y="128"/>
                      <a:pt x="1" y="307"/>
                      <a:pt x="77" y="460"/>
                    </a:cubicBezTo>
                    <a:cubicBezTo>
                      <a:pt x="165" y="601"/>
                      <a:pt x="318" y="686"/>
                      <a:pt x="487" y="686"/>
                    </a:cubicBezTo>
                    <a:cubicBezTo>
                      <a:pt x="506" y="686"/>
                      <a:pt x="525" y="685"/>
                      <a:pt x="544" y="682"/>
                    </a:cubicBezTo>
                    <a:cubicBezTo>
                      <a:pt x="664" y="666"/>
                      <a:pt x="871" y="541"/>
                      <a:pt x="729" y="411"/>
                    </a:cubicBezTo>
                    <a:cubicBezTo>
                      <a:pt x="722" y="404"/>
                      <a:pt x="713" y="401"/>
                      <a:pt x="704" y="401"/>
                    </a:cubicBezTo>
                    <a:cubicBezTo>
                      <a:pt x="684" y="401"/>
                      <a:pt x="664" y="415"/>
                      <a:pt x="664" y="438"/>
                    </a:cubicBezTo>
                    <a:cubicBezTo>
                      <a:pt x="669" y="548"/>
                      <a:pt x="599" y="588"/>
                      <a:pt x="510" y="588"/>
                    </a:cubicBezTo>
                    <a:cubicBezTo>
                      <a:pt x="389" y="588"/>
                      <a:pt x="231" y="515"/>
                      <a:pt x="175" y="449"/>
                    </a:cubicBezTo>
                    <a:cubicBezTo>
                      <a:pt x="104" y="362"/>
                      <a:pt x="104" y="242"/>
                      <a:pt x="169" y="150"/>
                    </a:cubicBezTo>
                    <a:cubicBezTo>
                      <a:pt x="209" y="89"/>
                      <a:pt x="256" y="64"/>
                      <a:pt x="302" y="64"/>
                    </a:cubicBezTo>
                    <a:cubicBezTo>
                      <a:pt x="388" y="64"/>
                      <a:pt x="475" y="147"/>
                      <a:pt x="528" y="231"/>
                    </a:cubicBezTo>
                    <a:cubicBezTo>
                      <a:pt x="534" y="241"/>
                      <a:pt x="544" y="245"/>
                      <a:pt x="553" y="245"/>
                    </a:cubicBezTo>
                    <a:cubicBezTo>
                      <a:pt x="575" y="245"/>
                      <a:pt x="598" y="222"/>
                      <a:pt x="582" y="199"/>
                    </a:cubicBezTo>
                    <a:cubicBezTo>
                      <a:pt x="521" y="97"/>
                      <a:pt x="420"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20"/>
              <p:cNvSpPr/>
              <p:nvPr/>
            </p:nvSpPr>
            <p:spPr>
              <a:xfrm>
                <a:off x="4635250" y="2364150"/>
                <a:ext cx="3575" cy="8275"/>
              </a:xfrm>
              <a:custGeom>
                <a:rect b="b" l="l" r="r" t="t"/>
                <a:pathLst>
                  <a:path extrusionOk="0" h="331" w="143">
                    <a:moveTo>
                      <a:pt x="91" y="0"/>
                    </a:moveTo>
                    <a:cubicBezTo>
                      <a:pt x="65" y="0"/>
                      <a:pt x="39" y="16"/>
                      <a:pt x="39" y="49"/>
                    </a:cubicBezTo>
                    <a:cubicBezTo>
                      <a:pt x="39" y="131"/>
                      <a:pt x="1" y="212"/>
                      <a:pt x="17" y="294"/>
                    </a:cubicBezTo>
                    <a:cubicBezTo>
                      <a:pt x="23" y="310"/>
                      <a:pt x="34" y="326"/>
                      <a:pt x="55" y="326"/>
                    </a:cubicBezTo>
                    <a:cubicBezTo>
                      <a:pt x="58" y="329"/>
                      <a:pt x="62" y="330"/>
                      <a:pt x="67" y="330"/>
                    </a:cubicBezTo>
                    <a:cubicBezTo>
                      <a:pt x="72" y="330"/>
                      <a:pt x="77" y="329"/>
                      <a:pt x="82" y="326"/>
                    </a:cubicBezTo>
                    <a:cubicBezTo>
                      <a:pt x="99" y="326"/>
                      <a:pt x="110" y="310"/>
                      <a:pt x="115" y="294"/>
                    </a:cubicBezTo>
                    <a:cubicBezTo>
                      <a:pt x="137" y="212"/>
                      <a:pt x="142" y="131"/>
                      <a:pt x="142" y="49"/>
                    </a:cubicBezTo>
                    <a:cubicBezTo>
                      <a:pt x="142" y="16"/>
                      <a:pt x="116" y="0"/>
                      <a:pt x="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20"/>
              <p:cNvSpPr/>
              <p:nvPr/>
            </p:nvSpPr>
            <p:spPr>
              <a:xfrm>
                <a:off x="4638650" y="2367500"/>
                <a:ext cx="3150" cy="6700"/>
              </a:xfrm>
              <a:custGeom>
                <a:rect b="b" l="l" r="r" t="t"/>
                <a:pathLst>
                  <a:path extrusionOk="0" h="268" w="126">
                    <a:moveTo>
                      <a:pt x="76" y="1"/>
                    </a:moveTo>
                    <a:cubicBezTo>
                      <a:pt x="62" y="1"/>
                      <a:pt x="49" y="9"/>
                      <a:pt x="44" y="29"/>
                    </a:cubicBezTo>
                    <a:cubicBezTo>
                      <a:pt x="39" y="73"/>
                      <a:pt x="17" y="100"/>
                      <a:pt x="6" y="138"/>
                    </a:cubicBezTo>
                    <a:cubicBezTo>
                      <a:pt x="1" y="176"/>
                      <a:pt x="12" y="219"/>
                      <a:pt x="39" y="247"/>
                    </a:cubicBezTo>
                    <a:cubicBezTo>
                      <a:pt x="49" y="261"/>
                      <a:pt x="64" y="268"/>
                      <a:pt x="78" y="268"/>
                    </a:cubicBezTo>
                    <a:cubicBezTo>
                      <a:pt x="101" y="268"/>
                      <a:pt x="123" y="252"/>
                      <a:pt x="126" y="225"/>
                    </a:cubicBezTo>
                    <a:cubicBezTo>
                      <a:pt x="126" y="192"/>
                      <a:pt x="115" y="165"/>
                      <a:pt x="115" y="138"/>
                    </a:cubicBezTo>
                    <a:lnTo>
                      <a:pt x="110" y="138"/>
                    </a:lnTo>
                    <a:cubicBezTo>
                      <a:pt x="110" y="122"/>
                      <a:pt x="115" y="105"/>
                      <a:pt x="120" y="94"/>
                    </a:cubicBezTo>
                    <a:cubicBezTo>
                      <a:pt x="120" y="73"/>
                      <a:pt x="120" y="56"/>
                      <a:pt x="120" y="35"/>
                    </a:cubicBezTo>
                    <a:cubicBezTo>
                      <a:pt x="117" y="16"/>
                      <a:pt x="96"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8" name="Google Shape;4618;p120"/>
            <p:cNvSpPr/>
            <p:nvPr/>
          </p:nvSpPr>
          <p:spPr>
            <a:xfrm>
              <a:off x="3527328" y="1491431"/>
              <a:ext cx="155048" cy="274324"/>
            </a:xfrm>
            <a:custGeom>
              <a:rect b="b" l="l" r="r" t="t"/>
              <a:pathLst>
                <a:path extrusionOk="0" h="8316" w="4572">
                  <a:moveTo>
                    <a:pt x="2869" y="853"/>
                  </a:moveTo>
                  <a:cubicBezTo>
                    <a:pt x="3024" y="853"/>
                    <a:pt x="3174" y="927"/>
                    <a:pt x="3267" y="1055"/>
                  </a:cubicBezTo>
                  <a:cubicBezTo>
                    <a:pt x="3381" y="1224"/>
                    <a:pt x="3468" y="1408"/>
                    <a:pt x="3522" y="1604"/>
                  </a:cubicBezTo>
                  <a:cubicBezTo>
                    <a:pt x="3588" y="1865"/>
                    <a:pt x="3620" y="2126"/>
                    <a:pt x="3626" y="2392"/>
                  </a:cubicBezTo>
                  <a:cubicBezTo>
                    <a:pt x="3495" y="2207"/>
                    <a:pt x="3289" y="2088"/>
                    <a:pt x="3060" y="2066"/>
                  </a:cubicBezTo>
                  <a:cubicBezTo>
                    <a:pt x="3018" y="2063"/>
                    <a:pt x="2976" y="2061"/>
                    <a:pt x="2934" y="2061"/>
                  </a:cubicBezTo>
                  <a:cubicBezTo>
                    <a:pt x="2625" y="2061"/>
                    <a:pt x="2324" y="2149"/>
                    <a:pt x="2066" y="2322"/>
                  </a:cubicBezTo>
                  <a:cubicBezTo>
                    <a:pt x="1973" y="2392"/>
                    <a:pt x="1892" y="2479"/>
                    <a:pt x="1826" y="2577"/>
                  </a:cubicBezTo>
                  <a:cubicBezTo>
                    <a:pt x="1886" y="2322"/>
                    <a:pt x="1962" y="2066"/>
                    <a:pt x="2055" y="1816"/>
                  </a:cubicBezTo>
                  <a:cubicBezTo>
                    <a:pt x="2131" y="1609"/>
                    <a:pt x="2163" y="1381"/>
                    <a:pt x="2283" y="1202"/>
                  </a:cubicBezTo>
                  <a:cubicBezTo>
                    <a:pt x="2392" y="1033"/>
                    <a:pt x="2566" y="914"/>
                    <a:pt x="2761" y="865"/>
                  </a:cubicBezTo>
                  <a:cubicBezTo>
                    <a:pt x="2797" y="857"/>
                    <a:pt x="2833" y="853"/>
                    <a:pt x="2869" y="853"/>
                  </a:cubicBezTo>
                  <a:close/>
                  <a:moveTo>
                    <a:pt x="2671" y="3028"/>
                  </a:moveTo>
                  <a:cubicBezTo>
                    <a:pt x="2809" y="3028"/>
                    <a:pt x="2859" y="3255"/>
                    <a:pt x="2859" y="3360"/>
                  </a:cubicBezTo>
                  <a:cubicBezTo>
                    <a:pt x="2859" y="3441"/>
                    <a:pt x="2859" y="3528"/>
                    <a:pt x="2854" y="3615"/>
                  </a:cubicBezTo>
                  <a:cubicBezTo>
                    <a:pt x="2843" y="3719"/>
                    <a:pt x="2816" y="3816"/>
                    <a:pt x="2816" y="3920"/>
                  </a:cubicBezTo>
                  <a:cubicBezTo>
                    <a:pt x="2816" y="3996"/>
                    <a:pt x="2827" y="4066"/>
                    <a:pt x="2821" y="4137"/>
                  </a:cubicBezTo>
                  <a:lnTo>
                    <a:pt x="2816" y="4137"/>
                  </a:lnTo>
                  <a:cubicBezTo>
                    <a:pt x="2810" y="4240"/>
                    <a:pt x="2789" y="4344"/>
                    <a:pt x="2772" y="4442"/>
                  </a:cubicBezTo>
                  <a:cubicBezTo>
                    <a:pt x="2734" y="4637"/>
                    <a:pt x="2696" y="4838"/>
                    <a:pt x="2653" y="5034"/>
                  </a:cubicBezTo>
                  <a:cubicBezTo>
                    <a:pt x="2620" y="5203"/>
                    <a:pt x="2566" y="5355"/>
                    <a:pt x="2517" y="5518"/>
                  </a:cubicBezTo>
                  <a:cubicBezTo>
                    <a:pt x="2462" y="5708"/>
                    <a:pt x="2403" y="5898"/>
                    <a:pt x="2327" y="6083"/>
                  </a:cubicBezTo>
                  <a:cubicBezTo>
                    <a:pt x="2256" y="6263"/>
                    <a:pt x="2207" y="6442"/>
                    <a:pt x="2098" y="6605"/>
                  </a:cubicBezTo>
                  <a:cubicBezTo>
                    <a:pt x="2006" y="6752"/>
                    <a:pt x="1951" y="6915"/>
                    <a:pt x="1837" y="7051"/>
                  </a:cubicBezTo>
                  <a:cubicBezTo>
                    <a:pt x="1794" y="7105"/>
                    <a:pt x="1767" y="7170"/>
                    <a:pt x="1723" y="7225"/>
                  </a:cubicBezTo>
                  <a:cubicBezTo>
                    <a:pt x="1663" y="7301"/>
                    <a:pt x="1582" y="7355"/>
                    <a:pt x="1489" y="7382"/>
                  </a:cubicBezTo>
                  <a:cubicBezTo>
                    <a:pt x="1404" y="7423"/>
                    <a:pt x="1310" y="7445"/>
                    <a:pt x="1216" y="7445"/>
                  </a:cubicBezTo>
                  <a:cubicBezTo>
                    <a:pt x="1196" y="7445"/>
                    <a:pt x="1177" y="7444"/>
                    <a:pt x="1158" y="7442"/>
                  </a:cubicBezTo>
                  <a:lnTo>
                    <a:pt x="1109" y="7437"/>
                  </a:lnTo>
                  <a:cubicBezTo>
                    <a:pt x="1065" y="7371"/>
                    <a:pt x="1017" y="7312"/>
                    <a:pt x="951" y="7263"/>
                  </a:cubicBezTo>
                  <a:cubicBezTo>
                    <a:pt x="837" y="7154"/>
                    <a:pt x="761" y="6909"/>
                    <a:pt x="766" y="6752"/>
                  </a:cubicBezTo>
                  <a:cubicBezTo>
                    <a:pt x="772" y="6627"/>
                    <a:pt x="788" y="6496"/>
                    <a:pt x="821" y="6371"/>
                  </a:cubicBezTo>
                  <a:cubicBezTo>
                    <a:pt x="826" y="6382"/>
                    <a:pt x="826" y="6388"/>
                    <a:pt x="832" y="6393"/>
                  </a:cubicBezTo>
                  <a:cubicBezTo>
                    <a:pt x="919" y="6496"/>
                    <a:pt x="1049" y="6562"/>
                    <a:pt x="1185" y="6567"/>
                  </a:cubicBezTo>
                  <a:cubicBezTo>
                    <a:pt x="1202" y="6571"/>
                    <a:pt x="1220" y="6573"/>
                    <a:pt x="1237" y="6573"/>
                  </a:cubicBezTo>
                  <a:cubicBezTo>
                    <a:pt x="1338" y="6573"/>
                    <a:pt x="1431" y="6508"/>
                    <a:pt x="1468" y="6415"/>
                  </a:cubicBezTo>
                  <a:cubicBezTo>
                    <a:pt x="1527" y="6268"/>
                    <a:pt x="1576" y="6116"/>
                    <a:pt x="1614" y="5969"/>
                  </a:cubicBezTo>
                  <a:cubicBezTo>
                    <a:pt x="1653" y="5811"/>
                    <a:pt x="1691" y="5659"/>
                    <a:pt x="1745" y="5507"/>
                  </a:cubicBezTo>
                  <a:cubicBezTo>
                    <a:pt x="1805" y="5328"/>
                    <a:pt x="1843" y="5137"/>
                    <a:pt x="1897" y="4953"/>
                  </a:cubicBezTo>
                  <a:cubicBezTo>
                    <a:pt x="2006" y="4583"/>
                    <a:pt x="2131" y="4219"/>
                    <a:pt x="2272" y="3865"/>
                  </a:cubicBezTo>
                  <a:cubicBezTo>
                    <a:pt x="2327" y="3719"/>
                    <a:pt x="2375" y="3577"/>
                    <a:pt x="2419" y="3425"/>
                  </a:cubicBezTo>
                  <a:cubicBezTo>
                    <a:pt x="2452" y="3316"/>
                    <a:pt x="2495" y="3072"/>
                    <a:pt x="2631" y="3034"/>
                  </a:cubicBezTo>
                  <a:cubicBezTo>
                    <a:pt x="2645" y="3030"/>
                    <a:pt x="2659" y="3028"/>
                    <a:pt x="2671" y="3028"/>
                  </a:cubicBezTo>
                  <a:close/>
                  <a:moveTo>
                    <a:pt x="3217" y="253"/>
                  </a:moveTo>
                  <a:cubicBezTo>
                    <a:pt x="3317" y="253"/>
                    <a:pt x="3415" y="277"/>
                    <a:pt x="3506" y="327"/>
                  </a:cubicBezTo>
                  <a:cubicBezTo>
                    <a:pt x="3620" y="392"/>
                    <a:pt x="3724" y="473"/>
                    <a:pt x="3811" y="571"/>
                  </a:cubicBezTo>
                  <a:cubicBezTo>
                    <a:pt x="3995" y="762"/>
                    <a:pt x="4131" y="995"/>
                    <a:pt x="4218" y="1251"/>
                  </a:cubicBezTo>
                  <a:cubicBezTo>
                    <a:pt x="4300" y="1528"/>
                    <a:pt x="4289" y="1811"/>
                    <a:pt x="4289" y="2099"/>
                  </a:cubicBezTo>
                  <a:lnTo>
                    <a:pt x="4289" y="2104"/>
                  </a:lnTo>
                  <a:cubicBezTo>
                    <a:pt x="4294" y="2398"/>
                    <a:pt x="4273" y="2697"/>
                    <a:pt x="4229" y="2996"/>
                  </a:cubicBezTo>
                  <a:cubicBezTo>
                    <a:pt x="4202" y="3121"/>
                    <a:pt x="4213" y="3246"/>
                    <a:pt x="4191" y="3371"/>
                  </a:cubicBezTo>
                  <a:cubicBezTo>
                    <a:pt x="4169" y="3496"/>
                    <a:pt x="4142" y="3637"/>
                    <a:pt x="4131" y="3773"/>
                  </a:cubicBezTo>
                  <a:cubicBezTo>
                    <a:pt x="4104" y="4039"/>
                    <a:pt x="4071" y="4300"/>
                    <a:pt x="4044" y="4567"/>
                  </a:cubicBezTo>
                  <a:cubicBezTo>
                    <a:pt x="4017" y="4833"/>
                    <a:pt x="4017" y="5170"/>
                    <a:pt x="3859" y="5409"/>
                  </a:cubicBezTo>
                  <a:cubicBezTo>
                    <a:pt x="3794" y="5512"/>
                    <a:pt x="3713" y="5708"/>
                    <a:pt x="3588" y="5752"/>
                  </a:cubicBezTo>
                  <a:cubicBezTo>
                    <a:pt x="3533" y="5768"/>
                    <a:pt x="3474" y="5779"/>
                    <a:pt x="3414" y="5790"/>
                  </a:cubicBezTo>
                  <a:cubicBezTo>
                    <a:pt x="3370" y="5800"/>
                    <a:pt x="3321" y="5806"/>
                    <a:pt x="3272" y="5811"/>
                  </a:cubicBezTo>
                  <a:cubicBezTo>
                    <a:pt x="3289" y="5784"/>
                    <a:pt x="3294" y="5752"/>
                    <a:pt x="3300" y="5719"/>
                  </a:cubicBezTo>
                  <a:cubicBezTo>
                    <a:pt x="3305" y="5708"/>
                    <a:pt x="3305" y="5703"/>
                    <a:pt x="3310" y="5692"/>
                  </a:cubicBezTo>
                  <a:cubicBezTo>
                    <a:pt x="3316" y="5659"/>
                    <a:pt x="3321" y="5627"/>
                    <a:pt x="3327" y="5589"/>
                  </a:cubicBezTo>
                  <a:cubicBezTo>
                    <a:pt x="3338" y="5561"/>
                    <a:pt x="3354" y="5534"/>
                    <a:pt x="3365" y="5507"/>
                  </a:cubicBezTo>
                  <a:cubicBezTo>
                    <a:pt x="3446" y="5317"/>
                    <a:pt x="3474" y="5099"/>
                    <a:pt x="3517" y="4898"/>
                  </a:cubicBezTo>
                  <a:cubicBezTo>
                    <a:pt x="3631" y="4403"/>
                    <a:pt x="3789" y="3903"/>
                    <a:pt x="3838" y="3398"/>
                  </a:cubicBezTo>
                  <a:cubicBezTo>
                    <a:pt x="3843" y="3289"/>
                    <a:pt x="3865" y="3186"/>
                    <a:pt x="3876" y="3077"/>
                  </a:cubicBezTo>
                  <a:cubicBezTo>
                    <a:pt x="3887" y="2941"/>
                    <a:pt x="3892" y="2800"/>
                    <a:pt x="3887" y="2664"/>
                  </a:cubicBezTo>
                  <a:cubicBezTo>
                    <a:pt x="3892" y="2414"/>
                    <a:pt x="3876" y="2169"/>
                    <a:pt x="3849" y="1919"/>
                  </a:cubicBezTo>
                  <a:cubicBezTo>
                    <a:pt x="3821" y="1680"/>
                    <a:pt x="3762" y="1446"/>
                    <a:pt x="3669" y="1218"/>
                  </a:cubicBezTo>
                  <a:cubicBezTo>
                    <a:pt x="3588" y="1039"/>
                    <a:pt x="3479" y="838"/>
                    <a:pt x="3310" y="723"/>
                  </a:cubicBezTo>
                  <a:cubicBezTo>
                    <a:pt x="3175" y="628"/>
                    <a:pt x="3027" y="586"/>
                    <a:pt x="2878" y="586"/>
                  </a:cubicBezTo>
                  <a:cubicBezTo>
                    <a:pt x="2620" y="586"/>
                    <a:pt x="2363" y="714"/>
                    <a:pt x="2180" y="914"/>
                  </a:cubicBezTo>
                  <a:cubicBezTo>
                    <a:pt x="2017" y="1088"/>
                    <a:pt x="1951" y="1300"/>
                    <a:pt x="1886" y="1523"/>
                  </a:cubicBezTo>
                  <a:cubicBezTo>
                    <a:pt x="1821" y="1773"/>
                    <a:pt x="1718" y="2006"/>
                    <a:pt x="1658" y="2256"/>
                  </a:cubicBezTo>
                  <a:cubicBezTo>
                    <a:pt x="1598" y="2506"/>
                    <a:pt x="1538" y="2756"/>
                    <a:pt x="1462" y="3001"/>
                  </a:cubicBezTo>
                  <a:cubicBezTo>
                    <a:pt x="1435" y="3110"/>
                    <a:pt x="1413" y="3224"/>
                    <a:pt x="1381" y="3333"/>
                  </a:cubicBezTo>
                  <a:cubicBezTo>
                    <a:pt x="1337" y="3436"/>
                    <a:pt x="1310" y="3550"/>
                    <a:pt x="1288" y="3664"/>
                  </a:cubicBezTo>
                  <a:cubicBezTo>
                    <a:pt x="1277" y="3778"/>
                    <a:pt x="1261" y="3893"/>
                    <a:pt x="1234" y="4001"/>
                  </a:cubicBezTo>
                  <a:cubicBezTo>
                    <a:pt x="1207" y="4105"/>
                    <a:pt x="1142" y="4202"/>
                    <a:pt x="1131" y="4306"/>
                  </a:cubicBezTo>
                  <a:cubicBezTo>
                    <a:pt x="1125" y="4349"/>
                    <a:pt x="1120" y="4398"/>
                    <a:pt x="1109" y="4442"/>
                  </a:cubicBezTo>
                  <a:cubicBezTo>
                    <a:pt x="1098" y="4480"/>
                    <a:pt x="1071" y="4518"/>
                    <a:pt x="1060" y="4556"/>
                  </a:cubicBezTo>
                  <a:cubicBezTo>
                    <a:pt x="1027" y="4670"/>
                    <a:pt x="1017" y="4784"/>
                    <a:pt x="978" y="4898"/>
                  </a:cubicBezTo>
                  <a:cubicBezTo>
                    <a:pt x="891" y="5159"/>
                    <a:pt x="815" y="5425"/>
                    <a:pt x="750" y="5692"/>
                  </a:cubicBezTo>
                  <a:cubicBezTo>
                    <a:pt x="680" y="5958"/>
                    <a:pt x="603" y="6214"/>
                    <a:pt x="565" y="6485"/>
                  </a:cubicBezTo>
                  <a:cubicBezTo>
                    <a:pt x="533" y="6610"/>
                    <a:pt x="527" y="6735"/>
                    <a:pt x="533" y="6860"/>
                  </a:cubicBezTo>
                  <a:cubicBezTo>
                    <a:pt x="554" y="6975"/>
                    <a:pt x="587" y="7089"/>
                    <a:pt x="636" y="7197"/>
                  </a:cubicBezTo>
                  <a:cubicBezTo>
                    <a:pt x="663" y="7279"/>
                    <a:pt x="718" y="7361"/>
                    <a:pt x="783" y="7420"/>
                  </a:cubicBezTo>
                  <a:cubicBezTo>
                    <a:pt x="777" y="7442"/>
                    <a:pt x="788" y="7464"/>
                    <a:pt x="805" y="7480"/>
                  </a:cubicBezTo>
                  <a:cubicBezTo>
                    <a:pt x="853" y="7513"/>
                    <a:pt x="902" y="7545"/>
                    <a:pt x="957" y="7567"/>
                  </a:cubicBezTo>
                  <a:cubicBezTo>
                    <a:pt x="973" y="7583"/>
                    <a:pt x="984" y="7600"/>
                    <a:pt x="995" y="7616"/>
                  </a:cubicBezTo>
                  <a:cubicBezTo>
                    <a:pt x="1009" y="7642"/>
                    <a:pt x="1036" y="7656"/>
                    <a:pt x="1062" y="7656"/>
                  </a:cubicBezTo>
                  <a:cubicBezTo>
                    <a:pt x="1086" y="7656"/>
                    <a:pt x="1110" y="7645"/>
                    <a:pt x="1125" y="7621"/>
                  </a:cubicBezTo>
                  <a:cubicBezTo>
                    <a:pt x="1177" y="7632"/>
                    <a:pt x="1230" y="7637"/>
                    <a:pt x="1282" y="7637"/>
                  </a:cubicBezTo>
                  <a:cubicBezTo>
                    <a:pt x="1449" y="7637"/>
                    <a:pt x="1615" y="7585"/>
                    <a:pt x="1756" y="7486"/>
                  </a:cubicBezTo>
                  <a:cubicBezTo>
                    <a:pt x="1886" y="7399"/>
                    <a:pt x="1957" y="7263"/>
                    <a:pt x="2055" y="7149"/>
                  </a:cubicBezTo>
                  <a:cubicBezTo>
                    <a:pt x="2153" y="7034"/>
                    <a:pt x="2196" y="6882"/>
                    <a:pt x="2278" y="6752"/>
                  </a:cubicBezTo>
                  <a:cubicBezTo>
                    <a:pt x="2370" y="6594"/>
                    <a:pt x="2452" y="6431"/>
                    <a:pt x="2506" y="6257"/>
                  </a:cubicBezTo>
                  <a:cubicBezTo>
                    <a:pt x="2582" y="6083"/>
                    <a:pt x="2647" y="5909"/>
                    <a:pt x="2702" y="5730"/>
                  </a:cubicBezTo>
                  <a:cubicBezTo>
                    <a:pt x="2751" y="5540"/>
                    <a:pt x="2821" y="5355"/>
                    <a:pt x="2859" y="5159"/>
                  </a:cubicBezTo>
                  <a:cubicBezTo>
                    <a:pt x="2903" y="4969"/>
                    <a:pt x="2941" y="4784"/>
                    <a:pt x="2973" y="4599"/>
                  </a:cubicBezTo>
                  <a:cubicBezTo>
                    <a:pt x="3017" y="4403"/>
                    <a:pt x="3044" y="4208"/>
                    <a:pt x="3044" y="4007"/>
                  </a:cubicBezTo>
                  <a:cubicBezTo>
                    <a:pt x="3033" y="3827"/>
                    <a:pt x="3071" y="3648"/>
                    <a:pt x="3077" y="3463"/>
                  </a:cubicBezTo>
                  <a:cubicBezTo>
                    <a:pt x="3077" y="3300"/>
                    <a:pt x="3071" y="3132"/>
                    <a:pt x="2973" y="2996"/>
                  </a:cubicBezTo>
                  <a:cubicBezTo>
                    <a:pt x="2897" y="2881"/>
                    <a:pt x="2767" y="2811"/>
                    <a:pt x="2631" y="2811"/>
                  </a:cubicBezTo>
                  <a:cubicBezTo>
                    <a:pt x="2321" y="2833"/>
                    <a:pt x="2250" y="3240"/>
                    <a:pt x="2180" y="3469"/>
                  </a:cubicBezTo>
                  <a:cubicBezTo>
                    <a:pt x="2066" y="3849"/>
                    <a:pt x="1908" y="4219"/>
                    <a:pt x="1788" y="4594"/>
                  </a:cubicBezTo>
                  <a:cubicBezTo>
                    <a:pt x="1658" y="4996"/>
                    <a:pt x="1549" y="5404"/>
                    <a:pt x="1435" y="5811"/>
                  </a:cubicBezTo>
                  <a:cubicBezTo>
                    <a:pt x="1408" y="5904"/>
                    <a:pt x="1392" y="6002"/>
                    <a:pt x="1359" y="6089"/>
                  </a:cubicBezTo>
                  <a:cubicBezTo>
                    <a:pt x="1343" y="6132"/>
                    <a:pt x="1321" y="6181"/>
                    <a:pt x="1305" y="6224"/>
                  </a:cubicBezTo>
                  <a:cubicBezTo>
                    <a:pt x="1299" y="6263"/>
                    <a:pt x="1283" y="6301"/>
                    <a:pt x="1272" y="6333"/>
                  </a:cubicBezTo>
                  <a:cubicBezTo>
                    <a:pt x="1256" y="6354"/>
                    <a:pt x="1230" y="6363"/>
                    <a:pt x="1201" y="6363"/>
                  </a:cubicBezTo>
                  <a:cubicBezTo>
                    <a:pt x="1132" y="6363"/>
                    <a:pt x="1044" y="6317"/>
                    <a:pt x="1006" y="6279"/>
                  </a:cubicBezTo>
                  <a:cubicBezTo>
                    <a:pt x="930" y="6197"/>
                    <a:pt x="957" y="6089"/>
                    <a:pt x="924" y="5996"/>
                  </a:cubicBezTo>
                  <a:cubicBezTo>
                    <a:pt x="924" y="5991"/>
                    <a:pt x="919" y="5985"/>
                    <a:pt x="913" y="5980"/>
                  </a:cubicBezTo>
                  <a:cubicBezTo>
                    <a:pt x="962" y="5811"/>
                    <a:pt x="1022" y="5648"/>
                    <a:pt x="1065" y="5480"/>
                  </a:cubicBezTo>
                  <a:cubicBezTo>
                    <a:pt x="1087" y="5382"/>
                    <a:pt x="1098" y="5284"/>
                    <a:pt x="1131" y="5192"/>
                  </a:cubicBezTo>
                  <a:cubicBezTo>
                    <a:pt x="1169" y="5072"/>
                    <a:pt x="1218" y="4953"/>
                    <a:pt x="1250" y="4833"/>
                  </a:cubicBezTo>
                  <a:cubicBezTo>
                    <a:pt x="1261" y="4746"/>
                    <a:pt x="1283" y="4664"/>
                    <a:pt x="1310" y="4577"/>
                  </a:cubicBezTo>
                  <a:cubicBezTo>
                    <a:pt x="1326" y="4545"/>
                    <a:pt x="1337" y="4512"/>
                    <a:pt x="1354" y="4480"/>
                  </a:cubicBezTo>
                  <a:cubicBezTo>
                    <a:pt x="1364" y="4431"/>
                    <a:pt x="1354" y="4376"/>
                    <a:pt x="1364" y="4333"/>
                  </a:cubicBezTo>
                  <a:cubicBezTo>
                    <a:pt x="1381" y="4289"/>
                    <a:pt x="1402" y="4246"/>
                    <a:pt x="1424" y="4208"/>
                  </a:cubicBezTo>
                  <a:cubicBezTo>
                    <a:pt x="1435" y="4164"/>
                    <a:pt x="1451" y="4115"/>
                    <a:pt x="1462" y="4072"/>
                  </a:cubicBezTo>
                  <a:cubicBezTo>
                    <a:pt x="1489" y="3974"/>
                    <a:pt x="1506" y="3871"/>
                    <a:pt x="1517" y="3768"/>
                  </a:cubicBezTo>
                  <a:cubicBezTo>
                    <a:pt x="1549" y="3566"/>
                    <a:pt x="1598" y="3365"/>
                    <a:pt x="1669" y="3170"/>
                  </a:cubicBezTo>
                  <a:cubicBezTo>
                    <a:pt x="1734" y="3072"/>
                    <a:pt x="1805" y="2974"/>
                    <a:pt x="1870" y="2871"/>
                  </a:cubicBezTo>
                  <a:cubicBezTo>
                    <a:pt x="1941" y="2746"/>
                    <a:pt x="2033" y="2631"/>
                    <a:pt x="2142" y="2539"/>
                  </a:cubicBezTo>
                  <a:cubicBezTo>
                    <a:pt x="2370" y="2365"/>
                    <a:pt x="2642" y="2322"/>
                    <a:pt x="2919" y="2316"/>
                  </a:cubicBezTo>
                  <a:cubicBezTo>
                    <a:pt x="2924" y="2316"/>
                    <a:pt x="2929" y="2316"/>
                    <a:pt x="2934" y="2316"/>
                  </a:cubicBezTo>
                  <a:cubicBezTo>
                    <a:pt x="3216" y="2316"/>
                    <a:pt x="3453" y="2468"/>
                    <a:pt x="3517" y="2751"/>
                  </a:cubicBezTo>
                  <a:cubicBezTo>
                    <a:pt x="3528" y="2822"/>
                    <a:pt x="3566" y="2876"/>
                    <a:pt x="3577" y="2941"/>
                  </a:cubicBezTo>
                  <a:cubicBezTo>
                    <a:pt x="3588" y="2990"/>
                    <a:pt x="3582" y="3039"/>
                    <a:pt x="3588" y="3088"/>
                  </a:cubicBezTo>
                  <a:lnTo>
                    <a:pt x="3599" y="3164"/>
                  </a:lnTo>
                  <a:cubicBezTo>
                    <a:pt x="3588" y="3213"/>
                    <a:pt x="3582" y="3267"/>
                    <a:pt x="3577" y="3316"/>
                  </a:cubicBezTo>
                  <a:cubicBezTo>
                    <a:pt x="3571" y="3447"/>
                    <a:pt x="3555" y="3577"/>
                    <a:pt x="3528" y="3702"/>
                  </a:cubicBezTo>
                  <a:cubicBezTo>
                    <a:pt x="3484" y="3963"/>
                    <a:pt x="3430" y="4219"/>
                    <a:pt x="3370" y="4474"/>
                  </a:cubicBezTo>
                  <a:cubicBezTo>
                    <a:pt x="3310" y="4735"/>
                    <a:pt x="3256" y="4991"/>
                    <a:pt x="3213" y="5251"/>
                  </a:cubicBezTo>
                  <a:cubicBezTo>
                    <a:pt x="3207" y="5300"/>
                    <a:pt x="3196" y="5349"/>
                    <a:pt x="3191" y="5398"/>
                  </a:cubicBezTo>
                  <a:cubicBezTo>
                    <a:pt x="3120" y="5463"/>
                    <a:pt x="3115" y="5540"/>
                    <a:pt x="3077" y="5637"/>
                  </a:cubicBezTo>
                  <a:cubicBezTo>
                    <a:pt x="3033" y="5757"/>
                    <a:pt x="2973" y="5833"/>
                    <a:pt x="2995" y="5969"/>
                  </a:cubicBezTo>
                  <a:cubicBezTo>
                    <a:pt x="2995" y="5974"/>
                    <a:pt x="2995" y="5974"/>
                    <a:pt x="2995" y="5980"/>
                  </a:cubicBezTo>
                  <a:cubicBezTo>
                    <a:pt x="2957" y="6121"/>
                    <a:pt x="2930" y="6273"/>
                    <a:pt x="2886" y="6409"/>
                  </a:cubicBezTo>
                  <a:cubicBezTo>
                    <a:pt x="2794" y="6692"/>
                    <a:pt x="2712" y="7013"/>
                    <a:pt x="2506" y="7246"/>
                  </a:cubicBezTo>
                  <a:cubicBezTo>
                    <a:pt x="2288" y="7486"/>
                    <a:pt x="2038" y="7698"/>
                    <a:pt x="1767" y="7872"/>
                  </a:cubicBezTo>
                  <a:cubicBezTo>
                    <a:pt x="1712" y="7910"/>
                    <a:pt x="1663" y="7942"/>
                    <a:pt x="1609" y="7969"/>
                  </a:cubicBezTo>
                  <a:cubicBezTo>
                    <a:pt x="1533" y="7997"/>
                    <a:pt x="1457" y="8018"/>
                    <a:pt x="1375" y="8029"/>
                  </a:cubicBezTo>
                  <a:cubicBezTo>
                    <a:pt x="1354" y="8035"/>
                    <a:pt x="1332" y="8045"/>
                    <a:pt x="1310" y="8056"/>
                  </a:cubicBezTo>
                  <a:cubicBezTo>
                    <a:pt x="1252" y="8056"/>
                    <a:pt x="1188" y="8061"/>
                    <a:pt x="1124" y="8061"/>
                  </a:cubicBezTo>
                  <a:cubicBezTo>
                    <a:pt x="1044" y="8061"/>
                    <a:pt x="966" y="8054"/>
                    <a:pt x="902" y="8024"/>
                  </a:cubicBezTo>
                  <a:cubicBezTo>
                    <a:pt x="772" y="7969"/>
                    <a:pt x="652" y="7888"/>
                    <a:pt x="560" y="7779"/>
                  </a:cubicBezTo>
                  <a:cubicBezTo>
                    <a:pt x="473" y="7681"/>
                    <a:pt x="451" y="7551"/>
                    <a:pt x="386" y="7437"/>
                  </a:cubicBezTo>
                  <a:cubicBezTo>
                    <a:pt x="353" y="7393"/>
                    <a:pt x="326" y="7350"/>
                    <a:pt x="304" y="7301"/>
                  </a:cubicBezTo>
                  <a:cubicBezTo>
                    <a:pt x="288" y="7219"/>
                    <a:pt x="283" y="7132"/>
                    <a:pt x="288" y="7051"/>
                  </a:cubicBezTo>
                  <a:cubicBezTo>
                    <a:pt x="294" y="6735"/>
                    <a:pt x="288" y="6415"/>
                    <a:pt x="310" y="6099"/>
                  </a:cubicBezTo>
                  <a:cubicBezTo>
                    <a:pt x="332" y="5936"/>
                    <a:pt x="364" y="5779"/>
                    <a:pt x="402" y="5616"/>
                  </a:cubicBezTo>
                  <a:cubicBezTo>
                    <a:pt x="429" y="5458"/>
                    <a:pt x="435" y="5290"/>
                    <a:pt x="484" y="5132"/>
                  </a:cubicBezTo>
                  <a:cubicBezTo>
                    <a:pt x="674" y="4512"/>
                    <a:pt x="875" y="3893"/>
                    <a:pt x="1033" y="3262"/>
                  </a:cubicBezTo>
                  <a:cubicBezTo>
                    <a:pt x="1120" y="2936"/>
                    <a:pt x="1152" y="2604"/>
                    <a:pt x="1223" y="2278"/>
                  </a:cubicBezTo>
                  <a:cubicBezTo>
                    <a:pt x="1261" y="2126"/>
                    <a:pt x="1305" y="1974"/>
                    <a:pt x="1359" y="1821"/>
                  </a:cubicBezTo>
                  <a:cubicBezTo>
                    <a:pt x="1386" y="1756"/>
                    <a:pt x="1408" y="1691"/>
                    <a:pt x="1419" y="1620"/>
                  </a:cubicBezTo>
                  <a:cubicBezTo>
                    <a:pt x="1430" y="1544"/>
                    <a:pt x="1451" y="1468"/>
                    <a:pt x="1489" y="1398"/>
                  </a:cubicBezTo>
                  <a:cubicBezTo>
                    <a:pt x="1527" y="1332"/>
                    <a:pt x="1522" y="1267"/>
                    <a:pt x="1549" y="1202"/>
                  </a:cubicBezTo>
                  <a:cubicBezTo>
                    <a:pt x="1576" y="1137"/>
                    <a:pt x="1620" y="1071"/>
                    <a:pt x="1653" y="995"/>
                  </a:cubicBezTo>
                  <a:cubicBezTo>
                    <a:pt x="1680" y="925"/>
                    <a:pt x="1696" y="827"/>
                    <a:pt x="1750" y="762"/>
                  </a:cubicBezTo>
                  <a:cubicBezTo>
                    <a:pt x="1805" y="702"/>
                    <a:pt x="1865" y="675"/>
                    <a:pt x="1919" y="620"/>
                  </a:cubicBezTo>
                  <a:cubicBezTo>
                    <a:pt x="1941" y="593"/>
                    <a:pt x="1973" y="566"/>
                    <a:pt x="2000" y="544"/>
                  </a:cubicBezTo>
                  <a:cubicBezTo>
                    <a:pt x="2028" y="533"/>
                    <a:pt x="2055" y="522"/>
                    <a:pt x="2082" y="506"/>
                  </a:cubicBezTo>
                  <a:cubicBezTo>
                    <a:pt x="2115" y="484"/>
                    <a:pt x="2142" y="463"/>
                    <a:pt x="2169" y="430"/>
                  </a:cubicBezTo>
                  <a:lnTo>
                    <a:pt x="2245" y="381"/>
                  </a:lnTo>
                  <a:cubicBezTo>
                    <a:pt x="2283" y="365"/>
                    <a:pt x="2332" y="348"/>
                    <a:pt x="2375" y="338"/>
                  </a:cubicBezTo>
                  <a:cubicBezTo>
                    <a:pt x="2490" y="310"/>
                    <a:pt x="2609" y="294"/>
                    <a:pt x="2734" y="283"/>
                  </a:cubicBezTo>
                  <a:cubicBezTo>
                    <a:pt x="2876" y="272"/>
                    <a:pt x="3017" y="256"/>
                    <a:pt x="3158" y="256"/>
                  </a:cubicBezTo>
                  <a:cubicBezTo>
                    <a:pt x="3178" y="254"/>
                    <a:pt x="3198" y="253"/>
                    <a:pt x="3217" y="253"/>
                  </a:cubicBezTo>
                  <a:close/>
                  <a:moveTo>
                    <a:pt x="3217" y="1"/>
                  </a:moveTo>
                  <a:cubicBezTo>
                    <a:pt x="3103" y="1"/>
                    <a:pt x="2991" y="10"/>
                    <a:pt x="2881" y="33"/>
                  </a:cubicBezTo>
                  <a:cubicBezTo>
                    <a:pt x="2707" y="55"/>
                    <a:pt x="2522" y="66"/>
                    <a:pt x="2348" y="104"/>
                  </a:cubicBezTo>
                  <a:cubicBezTo>
                    <a:pt x="2223" y="131"/>
                    <a:pt x="2104" y="196"/>
                    <a:pt x="2011" y="289"/>
                  </a:cubicBezTo>
                  <a:cubicBezTo>
                    <a:pt x="1957" y="338"/>
                    <a:pt x="1903" y="381"/>
                    <a:pt x="1848" y="419"/>
                  </a:cubicBezTo>
                  <a:cubicBezTo>
                    <a:pt x="1794" y="468"/>
                    <a:pt x="1750" y="517"/>
                    <a:pt x="1712" y="577"/>
                  </a:cubicBezTo>
                  <a:lnTo>
                    <a:pt x="1647" y="631"/>
                  </a:lnTo>
                  <a:cubicBezTo>
                    <a:pt x="1527" y="723"/>
                    <a:pt x="1511" y="881"/>
                    <a:pt x="1441" y="1006"/>
                  </a:cubicBezTo>
                  <a:cubicBezTo>
                    <a:pt x="1402" y="1066"/>
                    <a:pt x="1370" y="1126"/>
                    <a:pt x="1348" y="1191"/>
                  </a:cubicBezTo>
                  <a:cubicBezTo>
                    <a:pt x="1326" y="1256"/>
                    <a:pt x="1305" y="1316"/>
                    <a:pt x="1272" y="1376"/>
                  </a:cubicBezTo>
                  <a:cubicBezTo>
                    <a:pt x="1256" y="1436"/>
                    <a:pt x="1239" y="1501"/>
                    <a:pt x="1239" y="1566"/>
                  </a:cubicBezTo>
                  <a:cubicBezTo>
                    <a:pt x="1212" y="1664"/>
                    <a:pt x="1180" y="1756"/>
                    <a:pt x="1136" y="1849"/>
                  </a:cubicBezTo>
                  <a:cubicBezTo>
                    <a:pt x="1000" y="2191"/>
                    <a:pt x="935" y="2544"/>
                    <a:pt x="853" y="2903"/>
                  </a:cubicBezTo>
                  <a:cubicBezTo>
                    <a:pt x="766" y="3273"/>
                    <a:pt x="652" y="3642"/>
                    <a:pt x="538" y="4007"/>
                  </a:cubicBezTo>
                  <a:cubicBezTo>
                    <a:pt x="435" y="4333"/>
                    <a:pt x="348" y="4670"/>
                    <a:pt x="228" y="4991"/>
                  </a:cubicBezTo>
                  <a:cubicBezTo>
                    <a:pt x="163" y="5159"/>
                    <a:pt x="158" y="5338"/>
                    <a:pt x="130" y="5512"/>
                  </a:cubicBezTo>
                  <a:cubicBezTo>
                    <a:pt x="98" y="5686"/>
                    <a:pt x="44" y="5866"/>
                    <a:pt x="27" y="6045"/>
                  </a:cubicBezTo>
                  <a:cubicBezTo>
                    <a:pt x="11" y="6230"/>
                    <a:pt x="11" y="6420"/>
                    <a:pt x="11" y="6605"/>
                  </a:cubicBezTo>
                  <a:cubicBezTo>
                    <a:pt x="11" y="6779"/>
                    <a:pt x="0" y="6953"/>
                    <a:pt x="5" y="7127"/>
                  </a:cubicBezTo>
                  <a:cubicBezTo>
                    <a:pt x="0" y="7219"/>
                    <a:pt x="16" y="7312"/>
                    <a:pt x="38" y="7399"/>
                  </a:cubicBezTo>
                  <a:cubicBezTo>
                    <a:pt x="65" y="7464"/>
                    <a:pt x="103" y="7518"/>
                    <a:pt x="141" y="7578"/>
                  </a:cubicBezTo>
                  <a:cubicBezTo>
                    <a:pt x="185" y="7654"/>
                    <a:pt x="212" y="7747"/>
                    <a:pt x="250" y="7828"/>
                  </a:cubicBezTo>
                  <a:cubicBezTo>
                    <a:pt x="294" y="7904"/>
                    <a:pt x="348" y="7975"/>
                    <a:pt x="413" y="8035"/>
                  </a:cubicBezTo>
                  <a:cubicBezTo>
                    <a:pt x="533" y="8149"/>
                    <a:pt x="680" y="8241"/>
                    <a:pt x="837" y="8296"/>
                  </a:cubicBezTo>
                  <a:cubicBezTo>
                    <a:pt x="892" y="8308"/>
                    <a:pt x="946" y="8315"/>
                    <a:pt x="1001" y="8315"/>
                  </a:cubicBezTo>
                  <a:cubicBezTo>
                    <a:pt x="1060" y="8315"/>
                    <a:pt x="1120" y="8307"/>
                    <a:pt x="1180" y="8290"/>
                  </a:cubicBezTo>
                  <a:cubicBezTo>
                    <a:pt x="1229" y="8290"/>
                    <a:pt x="1277" y="8285"/>
                    <a:pt x="1321" y="8274"/>
                  </a:cubicBezTo>
                  <a:cubicBezTo>
                    <a:pt x="1468" y="8241"/>
                    <a:pt x="1625" y="8241"/>
                    <a:pt x="1756" y="8171"/>
                  </a:cubicBezTo>
                  <a:cubicBezTo>
                    <a:pt x="2077" y="7997"/>
                    <a:pt x="2359" y="7779"/>
                    <a:pt x="2609" y="7518"/>
                  </a:cubicBezTo>
                  <a:cubicBezTo>
                    <a:pt x="2729" y="7399"/>
                    <a:pt x="2827" y="7257"/>
                    <a:pt x="2892" y="7105"/>
                  </a:cubicBezTo>
                  <a:cubicBezTo>
                    <a:pt x="2957" y="6947"/>
                    <a:pt x="3001" y="6779"/>
                    <a:pt x="3028" y="6610"/>
                  </a:cubicBezTo>
                  <a:cubicBezTo>
                    <a:pt x="3066" y="6431"/>
                    <a:pt x="3142" y="6263"/>
                    <a:pt x="3169" y="6083"/>
                  </a:cubicBezTo>
                  <a:cubicBezTo>
                    <a:pt x="3169" y="6072"/>
                    <a:pt x="3169" y="6067"/>
                    <a:pt x="3169" y="6061"/>
                  </a:cubicBezTo>
                  <a:cubicBezTo>
                    <a:pt x="3190" y="6062"/>
                    <a:pt x="3210" y="6063"/>
                    <a:pt x="3231" y="6063"/>
                  </a:cubicBezTo>
                  <a:cubicBezTo>
                    <a:pt x="3330" y="6063"/>
                    <a:pt x="3428" y="6052"/>
                    <a:pt x="3522" y="6034"/>
                  </a:cubicBezTo>
                  <a:cubicBezTo>
                    <a:pt x="3669" y="6012"/>
                    <a:pt x="3778" y="5985"/>
                    <a:pt x="3881" y="5877"/>
                  </a:cubicBezTo>
                  <a:cubicBezTo>
                    <a:pt x="3979" y="5762"/>
                    <a:pt x="4066" y="5643"/>
                    <a:pt x="4142" y="5518"/>
                  </a:cubicBezTo>
                  <a:cubicBezTo>
                    <a:pt x="4213" y="5393"/>
                    <a:pt x="4256" y="5251"/>
                    <a:pt x="4273" y="5110"/>
                  </a:cubicBezTo>
                  <a:cubicBezTo>
                    <a:pt x="4300" y="4958"/>
                    <a:pt x="4316" y="4806"/>
                    <a:pt x="4327" y="4654"/>
                  </a:cubicBezTo>
                  <a:cubicBezTo>
                    <a:pt x="4338" y="4572"/>
                    <a:pt x="4338" y="4490"/>
                    <a:pt x="4349" y="4403"/>
                  </a:cubicBezTo>
                  <a:cubicBezTo>
                    <a:pt x="4365" y="4327"/>
                    <a:pt x="4381" y="4246"/>
                    <a:pt x="4387" y="4164"/>
                  </a:cubicBezTo>
                  <a:cubicBezTo>
                    <a:pt x="4392" y="4018"/>
                    <a:pt x="4403" y="3871"/>
                    <a:pt x="4425" y="3724"/>
                  </a:cubicBezTo>
                  <a:cubicBezTo>
                    <a:pt x="4447" y="3556"/>
                    <a:pt x="4495" y="3382"/>
                    <a:pt x="4495" y="3213"/>
                  </a:cubicBezTo>
                  <a:cubicBezTo>
                    <a:pt x="4495" y="3066"/>
                    <a:pt x="4528" y="2925"/>
                    <a:pt x="4544" y="2778"/>
                  </a:cubicBezTo>
                  <a:cubicBezTo>
                    <a:pt x="4561" y="2588"/>
                    <a:pt x="4572" y="2403"/>
                    <a:pt x="4566" y="2218"/>
                  </a:cubicBezTo>
                  <a:cubicBezTo>
                    <a:pt x="4566" y="1876"/>
                    <a:pt x="4572" y="1550"/>
                    <a:pt x="4490" y="1218"/>
                  </a:cubicBezTo>
                  <a:cubicBezTo>
                    <a:pt x="4419" y="925"/>
                    <a:pt x="4245" y="675"/>
                    <a:pt x="4055" y="446"/>
                  </a:cubicBezTo>
                  <a:cubicBezTo>
                    <a:pt x="3892" y="245"/>
                    <a:pt x="3626" y="39"/>
                    <a:pt x="3365" y="6"/>
                  </a:cubicBezTo>
                  <a:cubicBezTo>
                    <a:pt x="3315" y="3"/>
                    <a:pt x="3266" y="1"/>
                    <a:pt x="32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9" name="Google Shape;4619;p120"/>
            <p:cNvGrpSpPr/>
            <p:nvPr/>
          </p:nvGrpSpPr>
          <p:grpSpPr>
            <a:xfrm>
              <a:off x="4251824" y="1491434"/>
              <a:ext cx="245445" cy="274319"/>
              <a:chOff x="5027450" y="2150050"/>
              <a:chExt cx="154000" cy="171675"/>
            </a:xfrm>
          </p:grpSpPr>
          <p:sp>
            <p:nvSpPr>
              <p:cNvPr id="4620" name="Google Shape;4620;p120"/>
              <p:cNvSpPr/>
              <p:nvPr/>
            </p:nvSpPr>
            <p:spPr>
              <a:xfrm>
                <a:off x="5054225" y="2247950"/>
                <a:ext cx="40800" cy="52675"/>
              </a:xfrm>
              <a:custGeom>
                <a:rect b="b" l="l" r="r" t="t"/>
                <a:pathLst>
                  <a:path extrusionOk="0" h="2107" w="1632">
                    <a:moveTo>
                      <a:pt x="1338" y="104"/>
                    </a:moveTo>
                    <a:cubicBezTo>
                      <a:pt x="1365" y="104"/>
                      <a:pt x="1392" y="109"/>
                      <a:pt x="1419" y="115"/>
                    </a:cubicBezTo>
                    <a:cubicBezTo>
                      <a:pt x="1436" y="115"/>
                      <a:pt x="1474" y="115"/>
                      <a:pt x="1490" y="120"/>
                    </a:cubicBezTo>
                    <a:cubicBezTo>
                      <a:pt x="1484" y="131"/>
                      <a:pt x="1479" y="142"/>
                      <a:pt x="1474" y="147"/>
                    </a:cubicBezTo>
                    <a:lnTo>
                      <a:pt x="1468" y="153"/>
                    </a:lnTo>
                    <a:cubicBezTo>
                      <a:pt x="1457" y="174"/>
                      <a:pt x="1446" y="202"/>
                      <a:pt x="1430" y="223"/>
                    </a:cubicBezTo>
                    <a:cubicBezTo>
                      <a:pt x="1403" y="278"/>
                      <a:pt x="1370" y="327"/>
                      <a:pt x="1338" y="381"/>
                    </a:cubicBezTo>
                    <a:cubicBezTo>
                      <a:pt x="1305" y="430"/>
                      <a:pt x="1262" y="495"/>
                      <a:pt x="1224" y="555"/>
                    </a:cubicBezTo>
                    <a:cubicBezTo>
                      <a:pt x="1196" y="615"/>
                      <a:pt x="1164" y="675"/>
                      <a:pt x="1126" y="734"/>
                    </a:cubicBezTo>
                    <a:cubicBezTo>
                      <a:pt x="1109" y="756"/>
                      <a:pt x="1093" y="778"/>
                      <a:pt x="1077" y="805"/>
                    </a:cubicBezTo>
                    <a:cubicBezTo>
                      <a:pt x="1077" y="778"/>
                      <a:pt x="1071" y="751"/>
                      <a:pt x="1060" y="724"/>
                    </a:cubicBezTo>
                    <a:cubicBezTo>
                      <a:pt x="1028" y="677"/>
                      <a:pt x="976" y="650"/>
                      <a:pt x="924" y="650"/>
                    </a:cubicBezTo>
                    <a:cubicBezTo>
                      <a:pt x="915" y="650"/>
                      <a:pt x="906" y="651"/>
                      <a:pt x="897" y="653"/>
                    </a:cubicBezTo>
                    <a:cubicBezTo>
                      <a:pt x="881" y="653"/>
                      <a:pt x="859" y="647"/>
                      <a:pt x="843" y="647"/>
                    </a:cubicBezTo>
                    <a:cubicBezTo>
                      <a:pt x="821" y="653"/>
                      <a:pt x="800" y="658"/>
                      <a:pt x="783" y="664"/>
                    </a:cubicBezTo>
                    <a:cubicBezTo>
                      <a:pt x="751" y="669"/>
                      <a:pt x="723" y="680"/>
                      <a:pt x="696" y="691"/>
                    </a:cubicBezTo>
                    <a:cubicBezTo>
                      <a:pt x="691" y="696"/>
                      <a:pt x="685" y="707"/>
                      <a:pt x="680" y="718"/>
                    </a:cubicBezTo>
                    <a:cubicBezTo>
                      <a:pt x="669" y="718"/>
                      <a:pt x="658" y="724"/>
                      <a:pt x="647" y="724"/>
                    </a:cubicBezTo>
                    <a:cubicBezTo>
                      <a:pt x="577" y="762"/>
                      <a:pt x="593" y="876"/>
                      <a:pt x="593" y="946"/>
                    </a:cubicBezTo>
                    <a:cubicBezTo>
                      <a:pt x="582" y="919"/>
                      <a:pt x="577" y="892"/>
                      <a:pt x="566" y="865"/>
                    </a:cubicBezTo>
                    <a:cubicBezTo>
                      <a:pt x="549" y="816"/>
                      <a:pt x="528" y="767"/>
                      <a:pt x="501" y="724"/>
                    </a:cubicBezTo>
                    <a:cubicBezTo>
                      <a:pt x="473" y="675"/>
                      <a:pt x="446" y="637"/>
                      <a:pt x="419" y="588"/>
                    </a:cubicBezTo>
                    <a:cubicBezTo>
                      <a:pt x="392" y="528"/>
                      <a:pt x="365" y="468"/>
                      <a:pt x="337" y="408"/>
                    </a:cubicBezTo>
                    <a:cubicBezTo>
                      <a:pt x="310" y="365"/>
                      <a:pt x="283" y="327"/>
                      <a:pt x="251" y="289"/>
                    </a:cubicBezTo>
                    <a:cubicBezTo>
                      <a:pt x="207" y="245"/>
                      <a:pt x="174" y="185"/>
                      <a:pt x="153" y="126"/>
                    </a:cubicBezTo>
                    <a:lnTo>
                      <a:pt x="153" y="126"/>
                    </a:lnTo>
                    <a:cubicBezTo>
                      <a:pt x="180" y="131"/>
                      <a:pt x="207" y="136"/>
                      <a:pt x="234" y="136"/>
                    </a:cubicBezTo>
                    <a:cubicBezTo>
                      <a:pt x="269" y="143"/>
                      <a:pt x="304" y="145"/>
                      <a:pt x="339" y="145"/>
                    </a:cubicBezTo>
                    <a:cubicBezTo>
                      <a:pt x="364" y="145"/>
                      <a:pt x="389" y="144"/>
                      <a:pt x="414" y="142"/>
                    </a:cubicBezTo>
                    <a:cubicBezTo>
                      <a:pt x="468" y="142"/>
                      <a:pt x="528" y="126"/>
                      <a:pt x="588" y="126"/>
                    </a:cubicBezTo>
                    <a:cubicBezTo>
                      <a:pt x="642" y="126"/>
                      <a:pt x="713" y="131"/>
                      <a:pt x="778" y="131"/>
                    </a:cubicBezTo>
                    <a:cubicBezTo>
                      <a:pt x="914" y="131"/>
                      <a:pt x="1050" y="120"/>
                      <a:pt x="1185" y="120"/>
                    </a:cubicBezTo>
                    <a:cubicBezTo>
                      <a:pt x="1240" y="120"/>
                      <a:pt x="1283" y="109"/>
                      <a:pt x="1338" y="104"/>
                    </a:cubicBezTo>
                    <a:close/>
                    <a:moveTo>
                      <a:pt x="897" y="762"/>
                    </a:moveTo>
                    <a:cubicBezTo>
                      <a:pt x="908" y="767"/>
                      <a:pt x="919" y="767"/>
                      <a:pt x="930" y="772"/>
                    </a:cubicBezTo>
                    <a:cubicBezTo>
                      <a:pt x="963" y="783"/>
                      <a:pt x="963" y="794"/>
                      <a:pt x="957" y="827"/>
                    </a:cubicBezTo>
                    <a:cubicBezTo>
                      <a:pt x="946" y="892"/>
                      <a:pt x="941" y="957"/>
                      <a:pt x="935" y="1022"/>
                    </a:cubicBezTo>
                    <a:lnTo>
                      <a:pt x="935" y="1033"/>
                    </a:lnTo>
                    <a:cubicBezTo>
                      <a:pt x="935" y="1039"/>
                      <a:pt x="935" y="1039"/>
                      <a:pt x="935" y="1044"/>
                    </a:cubicBezTo>
                    <a:cubicBezTo>
                      <a:pt x="935" y="1050"/>
                      <a:pt x="935" y="1061"/>
                      <a:pt x="935" y="1066"/>
                    </a:cubicBezTo>
                    <a:cubicBezTo>
                      <a:pt x="941" y="1126"/>
                      <a:pt x="935" y="1186"/>
                      <a:pt x="914" y="1240"/>
                    </a:cubicBezTo>
                    <a:cubicBezTo>
                      <a:pt x="901" y="1266"/>
                      <a:pt x="876" y="1275"/>
                      <a:pt x="848" y="1275"/>
                    </a:cubicBezTo>
                    <a:cubicBezTo>
                      <a:pt x="818" y="1275"/>
                      <a:pt x="784" y="1265"/>
                      <a:pt x="756" y="1256"/>
                    </a:cubicBezTo>
                    <a:cubicBezTo>
                      <a:pt x="723" y="1251"/>
                      <a:pt x="734" y="1256"/>
                      <a:pt x="723" y="1229"/>
                    </a:cubicBezTo>
                    <a:cubicBezTo>
                      <a:pt x="713" y="1191"/>
                      <a:pt x="707" y="1158"/>
                      <a:pt x="707" y="1120"/>
                    </a:cubicBezTo>
                    <a:cubicBezTo>
                      <a:pt x="702" y="1039"/>
                      <a:pt x="696" y="957"/>
                      <a:pt x="702" y="876"/>
                    </a:cubicBezTo>
                    <a:cubicBezTo>
                      <a:pt x="702" y="854"/>
                      <a:pt x="696" y="832"/>
                      <a:pt x="713" y="827"/>
                    </a:cubicBezTo>
                    <a:cubicBezTo>
                      <a:pt x="719" y="823"/>
                      <a:pt x="728" y="822"/>
                      <a:pt x="739" y="822"/>
                    </a:cubicBezTo>
                    <a:cubicBezTo>
                      <a:pt x="751" y="822"/>
                      <a:pt x="765" y="823"/>
                      <a:pt x="777" y="823"/>
                    </a:cubicBezTo>
                    <a:cubicBezTo>
                      <a:pt x="783" y="823"/>
                      <a:pt x="789" y="823"/>
                      <a:pt x="794" y="821"/>
                    </a:cubicBezTo>
                    <a:cubicBezTo>
                      <a:pt x="821" y="816"/>
                      <a:pt x="848" y="805"/>
                      <a:pt x="870" y="789"/>
                    </a:cubicBezTo>
                    <a:cubicBezTo>
                      <a:pt x="881" y="783"/>
                      <a:pt x="887" y="772"/>
                      <a:pt x="897" y="762"/>
                    </a:cubicBezTo>
                    <a:close/>
                    <a:moveTo>
                      <a:pt x="126" y="354"/>
                    </a:moveTo>
                    <a:lnTo>
                      <a:pt x="126" y="354"/>
                    </a:lnTo>
                    <a:cubicBezTo>
                      <a:pt x="169" y="403"/>
                      <a:pt x="207" y="457"/>
                      <a:pt x="240" y="517"/>
                    </a:cubicBezTo>
                    <a:cubicBezTo>
                      <a:pt x="267" y="588"/>
                      <a:pt x="305" y="664"/>
                      <a:pt x="343" y="729"/>
                    </a:cubicBezTo>
                    <a:cubicBezTo>
                      <a:pt x="386" y="794"/>
                      <a:pt x="424" y="859"/>
                      <a:pt x="457" y="930"/>
                    </a:cubicBezTo>
                    <a:cubicBezTo>
                      <a:pt x="479" y="990"/>
                      <a:pt x="517" y="1044"/>
                      <a:pt x="566" y="1082"/>
                    </a:cubicBezTo>
                    <a:cubicBezTo>
                      <a:pt x="571" y="1088"/>
                      <a:pt x="582" y="1088"/>
                      <a:pt x="588" y="1088"/>
                    </a:cubicBezTo>
                    <a:cubicBezTo>
                      <a:pt x="588" y="1164"/>
                      <a:pt x="598" y="1234"/>
                      <a:pt x="626" y="1305"/>
                    </a:cubicBezTo>
                    <a:cubicBezTo>
                      <a:pt x="653" y="1370"/>
                      <a:pt x="734" y="1381"/>
                      <a:pt x="800" y="1392"/>
                    </a:cubicBezTo>
                    <a:cubicBezTo>
                      <a:pt x="819" y="1395"/>
                      <a:pt x="838" y="1396"/>
                      <a:pt x="856" y="1396"/>
                    </a:cubicBezTo>
                    <a:cubicBezTo>
                      <a:pt x="917" y="1396"/>
                      <a:pt x="973" y="1379"/>
                      <a:pt x="1006" y="1316"/>
                    </a:cubicBezTo>
                    <a:cubicBezTo>
                      <a:pt x="1044" y="1240"/>
                      <a:pt x="1055" y="1153"/>
                      <a:pt x="1050" y="1066"/>
                    </a:cubicBezTo>
                    <a:cubicBezTo>
                      <a:pt x="1082" y="1012"/>
                      <a:pt x="1120" y="963"/>
                      <a:pt x="1158" y="919"/>
                    </a:cubicBezTo>
                    <a:cubicBezTo>
                      <a:pt x="1207" y="859"/>
                      <a:pt x="1251" y="800"/>
                      <a:pt x="1283" y="729"/>
                    </a:cubicBezTo>
                    <a:cubicBezTo>
                      <a:pt x="1327" y="647"/>
                      <a:pt x="1376" y="566"/>
                      <a:pt x="1425" y="490"/>
                    </a:cubicBezTo>
                    <a:cubicBezTo>
                      <a:pt x="1425" y="506"/>
                      <a:pt x="1430" y="522"/>
                      <a:pt x="1436" y="539"/>
                    </a:cubicBezTo>
                    <a:cubicBezTo>
                      <a:pt x="1452" y="626"/>
                      <a:pt x="1436" y="707"/>
                      <a:pt x="1446" y="794"/>
                    </a:cubicBezTo>
                    <a:cubicBezTo>
                      <a:pt x="1457" y="881"/>
                      <a:pt x="1457" y="963"/>
                      <a:pt x="1457" y="1050"/>
                    </a:cubicBezTo>
                    <a:cubicBezTo>
                      <a:pt x="1468" y="1126"/>
                      <a:pt x="1468" y="1207"/>
                      <a:pt x="1468" y="1283"/>
                    </a:cubicBezTo>
                    <a:cubicBezTo>
                      <a:pt x="1457" y="1359"/>
                      <a:pt x="1452" y="1436"/>
                      <a:pt x="1457" y="1517"/>
                    </a:cubicBezTo>
                    <a:cubicBezTo>
                      <a:pt x="1468" y="1664"/>
                      <a:pt x="1495" y="1838"/>
                      <a:pt x="1463" y="1990"/>
                    </a:cubicBezTo>
                    <a:lnTo>
                      <a:pt x="1463" y="1985"/>
                    </a:lnTo>
                    <a:cubicBezTo>
                      <a:pt x="1451" y="1986"/>
                      <a:pt x="1439" y="1986"/>
                      <a:pt x="1428" y="1986"/>
                    </a:cubicBezTo>
                    <a:cubicBezTo>
                      <a:pt x="1395" y="1986"/>
                      <a:pt x="1362" y="1983"/>
                      <a:pt x="1329" y="1983"/>
                    </a:cubicBezTo>
                    <a:cubicBezTo>
                      <a:pt x="1317" y="1983"/>
                      <a:pt x="1306" y="1983"/>
                      <a:pt x="1294" y="1985"/>
                    </a:cubicBezTo>
                    <a:lnTo>
                      <a:pt x="1082" y="1985"/>
                    </a:lnTo>
                    <a:cubicBezTo>
                      <a:pt x="1006" y="1985"/>
                      <a:pt x="935" y="2001"/>
                      <a:pt x="859" y="2001"/>
                    </a:cubicBezTo>
                    <a:cubicBezTo>
                      <a:pt x="794" y="2001"/>
                      <a:pt x="729" y="1995"/>
                      <a:pt x="669" y="1985"/>
                    </a:cubicBezTo>
                    <a:cubicBezTo>
                      <a:pt x="636" y="1979"/>
                      <a:pt x="604" y="1976"/>
                      <a:pt x="571" y="1976"/>
                    </a:cubicBezTo>
                    <a:cubicBezTo>
                      <a:pt x="539" y="1976"/>
                      <a:pt x="506" y="1979"/>
                      <a:pt x="473" y="1985"/>
                    </a:cubicBezTo>
                    <a:cubicBezTo>
                      <a:pt x="443" y="1987"/>
                      <a:pt x="412" y="1987"/>
                      <a:pt x="381" y="1987"/>
                    </a:cubicBezTo>
                    <a:cubicBezTo>
                      <a:pt x="350" y="1987"/>
                      <a:pt x="318" y="1987"/>
                      <a:pt x="289" y="1990"/>
                    </a:cubicBezTo>
                    <a:cubicBezTo>
                      <a:pt x="270" y="1992"/>
                      <a:pt x="253" y="1994"/>
                      <a:pt x="238" y="1994"/>
                    </a:cubicBezTo>
                    <a:cubicBezTo>
                      <a:pt x="201" y="1994"/>
                      <a:pt x="178" y="1981"/>
                      <a:pt x="174" y="1919"/>
                    </a:cubicBezTo>
                    <a:cubicBezTo>
                      <a:pt x="174" y="1860"/>
                      <a:pt x="180" y="1800"/>
                      <a:pt x="180" y="1735"/>
                    </a:cubicBezTo>
                    <a:cubicBezTo>
                      <a:pt x="180" y="1675"/>
                      <a:pt x="174" y="1620"/>
                      <a:pt x="164" y="1561"/>
                    </a:cubicBezTo>
                    <a:cubicBezTo>
                      <a:pt x="153" y="1490"/>
                      <a:pt x="158" y="1425"/>
                      <a:pt x="147" y="1354"/>
                    </a:cubicBezTo>
                    <a:cubicBezTo>
                      <a:pt x="131" y="1213"/>
                      <a:pt x="125" y="1066"/>
                      <a:pt x="131" y="919"/>
                    </a:cubicBezTo>
                    <a:cubicBezTo>
                      <a:pt x="125" y="783"/>
                      <a:pt x="153" y="647"/>
                      <a:pt x="142" y="506"/>
                    </a:cubicBezTo>
                    <a:cubicBezTo>
                      <a:pt x="142" y="457"/>
                      <a:pt x="131" y="403"/>
                      <a:pt x="125" y="354"/>
                    </a:cubicBezTo>
                    <a:close/>
                    <a:moveTo>
                      <a:pt x="1300" y="1"/>
                    </a:moveTo>
                    <a:cubicBezTo>
                      <a:pt x="1229" y="11"/>
                      <a:pt x="1158" y="17"/>
                      <a:pt x="1088" y="17"/>
                    </a:cubicBezTo>
                    <a:cubicBezTo>
                      <a:pt x="1006" y="17"/>
                      <a:pt x="919" y="33"/>
                      <a:pt x="838" y="33"/>
                    </a:cubicBezTo>
                    <a:lnTo>
                      <a:pt x="609" y="33"/>
                    </a:lnTo>
                    <a:cubicBezTo>
                      <a:pt x="533" y="33"/>
                      <a:pt x="468" y="49"/>
                      <a:pt x="397" y="49"/>
                    </a:cubicBezTo>
                    <a:cubicBezTo>
                      <a:pt x="321" y="49"/>
                      <a:pt x="245" y="44"/>
                      <a:pt x="169" y="28"/>
                    </a:cubicBezTo>
                    <a:cubicBezTo>
                      <a:pt x="148" y="23"/>
                      <a:pt x="127" y="17"/>
                      <a:pt x="106" y="17"/>
                    </a:cubicBezTo>
                    <a:cubicBezTo>
                      <a:pt x="83" y="17"/>
                      <a:pt x="61" y="24"/>
                      <a:pt x="44" y="44"/>
                    </a:cubicBezTo>
                    <a:cubicBezTo>
                      <a:pt x="0" y="93"/>
                      <a:pt x="33" y="191"/>
                      <a:pt x="66" y="261"/>
                    </a:cubicBezTo>
                    <a:cubicBezTo>
                      <a:pt x="66" y="278"/>
                      <a:pt x="60" y="289"/>
                      <a:pt x="60" y="300"/>
                    </a:cubicBezTo>
                    <a:cubicBezTo>
                      <a:pt x="55" y="354"/>
                      <a:pt x="60" y="408"/>
                      <a:pt x="55" y="457"/>
                    </a:cubicBezTo>
                    <a:cubicBezTo>
                      <a:pt x="49" y="512"/>
                      <a:pt x="55" y="582"/>
                      <a:pt x="55" y="647"/>
                    </a:cubicBezTo>
                    <a:cubicBezTo>
                      <a:pt x="55" y="707"/>
                      <a:pt x="33" y="762"/>
                      <a:pt x="33" y="821"/>
                    </a:cubicBezTo>
                    <a:cubicBezTo>
                      <a:pt x="22" y="941"/>
                      <a:pt x="33" y="1066"/>
                      <a:pt x="28" y="1191"/>
                    </a:cubicBezTo>
                    <a:cubicBezTo>
                      <a:pt x="22" y="1245"/>
                      <a:pt x="28" y="1300"/>
                      <a:pt x="33" y="1354"/>
                    </a:cubicBezTo>
                    <a:cubicBezTo>
                      <a:pt x="44" y="1419"/>
                      <a:pt x="39" y="1479"/>
                      <a:pt x="44" y="1544"/>
                    </a:cubicBezTo>
                    <a:cubicBezTo>
                      <a:pt x="55" y="1653"/>
                      <a:pt x="55" y="1767"/>
                      <a:pt x="49" y="1876"/>
                    </a:cubicBezTo>
                    <a:cubicBezTo>
                      <a:pt x="49" y="1952"/>
                      <a:pt x="49" y="2055"/>
                      <a:pt x="131" y="2093"/>
                    </a:cubicBezTo>
                    <a:cubicBezTo>
                      <a:pt x="155" y="2101"/>
                      <a:pt x="182" y="2106"/>
                      <a:pt x="207" y="2106"/>
                    </a:cubicBezTo>
                    <a:cubicBezTo>
                      <a:pt x="216" y="2106"/>
                      <a:pt x="225" y="2106"/>
                      <a:pt x="234" y="2104"/>
                    </a:cubicBezTo>
                    <a:cubicBezTo>
                      <a:pt x="294" y="2099"/>
                      <a:pt x="348" y="2093"/>
                      <a:pt x="403" y="2093"/>
                    </a:cubicBezTo>
                    <a:cubicBezTo>
                      <a:pt x="463" y="2088"/>
                      <a:pt x="511" y="2077"/>
                      <a:pt x="560" y="2077"/>
                    </a:cubicBezTo>
                    <a:cubicBezTo>
                      <a:pt x="626" y="2077"/>
                      <a:pt x="685" y="2088"/>
                      <a:pt x="745" y="2104"/>
                    </a:cubicBezTo>
                    <a:cubicBezTo>
                      <a:pt x="783" y="2106"/>
                      <a:pt x="822" y="2106"/>
                      <a:pt x="861" y="2106"/>
                    </a:cubicBezTo>
                    <a:cubicBezTo>
                      <a:pt x="955" y="2106"/>
                      <a:pt x="1050" y="2103"/>
                      <a:pt x="1142" y="2099"/>
                    </a:cubicBezTo>
                    <a:lnTo>
                      <a:pt x="1354" y="2099"/>
                    </a:lnTo>
                    <a:cubicBezTo>
                      <a:pt x="1372" y="2100"/>
                      <a:pt x="1389" y="2101"/>
                      <a:pt x="1405" y="2101"/>
                    </a:cubicBezTo>
                    <a:cubicBezTo>
                      <a:pt x="1446" y="2101"/>
                      <a:pt x="1486" y="2097"/>
                      <a:pt x="1528" y="2093"/>
                    </a:cubicBezTo>
                    <a:cubicBezTo>
                      <a:pt x="1544" y="2088"/>
                      <a:pt x="1561" y="2072"/>
                      <a:pt x="1566" y="2050"/>
                    </a:cubicBezTo>
                    <a:cubicBezTo>
                      <a:pt x="1582" y="1985"/>
                      <a:pt x="1588" y="1914"/>
                      <a:pt x="1588" y="1849"/>
                    </a:cubicBezTo>
                    <a:cubicBezTo>
                      <a:pt x="1593" y="1767"/>
                      <a:pt x="1593" y="1686"/>
                      <a:pt x="1588" y="1604"/>
                    </a:cubicBezTo>
                    <a:cubicBezTo>
                      <a:pt x="1572" y="1524"/>
                      <a:pt x="1571" y="1450"/>
                      <a:pt x="1571" y="1370"/>
                    </a:cubicBezTo>
                    <a:lnTo>
                      <a:pt x="1571" y="1370"/>
                    </a:lnTo>
                    <a:cubicBezTo>
                      <a:pt x="1582" y="1294"/>
                      <a:pt x="1588" y="1224"/>
                      <a:pt x="1577" y="1153"/>
                    </a:cubicBezTo>
                    <a:cubicBezTo>
                      <a:pt x="1571" y="1071"/>
                      <a:pt x="1566" y="990"/>
                      <a:pt x="1571" y="903"/>
                    </a:cubicBezTo>
                    <a:cubicBezTo>
                      <a:pt x="1571" y="821"/>
                      <a:pt x="1550" y="740"/>
                      <a:pt x="1555" y="658"/>
                    </a:cubicBezTo>
                    <a:cubicBezTo>
                      <a:pt x="1550" y="593"/>
                      <a:pt x="1544" y="533"/>
                      <a:pt x="1533" y="468"/>
                    </a:cubicBezTo>
                    <a:cubicBezTo>
                      <a:pt x="1528" y="425"/>
                      <a:pt x="1517" y="354"/>
                      <a:pt x="1544" y="316"/>
                    </a:cubicBezTo>
                    <a:cubicBezTo>
                      <a:pt x="1550" y="300"/>
                      <a:pt x="1550" y="283"/>
                      <a:pt x="1544" y="272"/>
                    </a:cubicBezTo>
                    <a:cubicBezTo>
                      <a:pt x="1582" y="202"/>
                      <a:pt x="1631" y="109"/>
                      <a:pt x="1577" y="49"/>
                    </a:cubicBezTo>
                    <a:cubicBezTo>
                      <a:pt x="1550" y="22"/>
                      <a:pt x="1512" y="11"/>
                      <a:pt x="1474" y="11"/>
                    </a:cubicBezTo>
                    <a:cubicBezTo>
                      <a:pt x="1414" y="1"/>
                      <a:pt x="1359" y="1"/>
                      <a:pt x="1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20"/>
              <p:cNvSpPr/>
              <p:nvPr/>
            </p:nvSpPr>
            <p:spPr>
              <a:xfrm>
                <a:off x="5073350" y="2269825"/>
                <a:ext cx="3725" cy="5950"/>
              </a:xfrm>
              <a:custGeom>
                <a:rect b="b" l="l" r="r" t="t"/>
                <a:pathLst>
                  <a:path extrusionOk="0" h="238" w="149">
                    <a:moveTo>
                      <a:pt x="57" y="0"/>
                    </a:moveTo>
                    <a:cubicBezTo>
                      <a:pt x="26" y="0"/>
                      <a:pt x="1" y="35"/>
                      <a:pt x="18" y="66"/>
                    </a:cubicBezTo>
                    <a:lnTo>
                      <a:pt x="18" y="88"/>
                    </a:lnTo>
                    <a:cubicBezTo>
                      <a:pt x="18" y="99"/>
                      <a:pt x="18" y="109"/>
                      <a:pt x="13" y="115"/>
                    </a:cubicBezTo>
                    <a:cubicBezTo>
                      <a:pt x="7" y="158"/>
                      <a:pt x="2" y="202"/>
                      <a:pt x="45" y="229"/>
                    </a:cubicBezTo>
                    <a:cubicBezTo>
                      <a:pt x="54" y="234"/>
                      <a:pt x="63" y="237"/>
                      <a:pt x="73" y="237"/>
                    </a:cubicBezTo>
                    <a:cubicBezTo>
                      <a:pt x="83" y="237"/>
                      <a:pt x="94" y="234"/>
                      <a:pt x="105" y="229"/>
                    </a:cubicBezTo>
                    <a:cubicBezTo>
                      <a:pt x="149" y="207"/>
                      <a:pt x="143" y="142"/>
                      <a:pt x="138" y="93"/>
                    </a:cubicBezTo>
                    <a:lnTo>
                      <a:pt x="138" y="93"/>
                    </a:lnTo>
                    <a:lnTo>
                      <a:pt x="138" y="99"/>
                    </a:lnTo>
                    <a:cubicBezTo>
                      <a:pt x="132" y="61"/>
                      <a:pt x="111" y="28"/>
                      <a:pt x="78" y="6"/>
                    </a:cubicBezTo>
                    <a:cubicBezTo>
                      <a:pt x="71" y="2"/>
                      <a:pt x="64" y="0"/>
                      <a:pt x="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20"/>
              <p:cNvSpPr/>
              <p:nvPr/>
            </p:nvSpPr>
            <p:spPr>
              <a:xfrm>
                <a:off x="5027450" y="2150050"/>
                <a:ext cx="154000" cy="171675"/>
              </a:xfrm>
              <a:custGeom>
                <a:rect b="b" l="l" r="r" t="t"/>
                <a:pathLst>
                  <a:path extrusionOk="0" h="6867" w="6160">
                    <a:moveTo>
                      <a:pt x="3806" y="124"/>
                    </a:moveTo>
                    <a:cubicBezTo>
                      <a:pt x="3827" y="124"/>
                      <a:pt x="3848" y="126"/>
                      <a:pt x="3871" y="128"/>
                    </a:cubicBezTo>
                    <a:cubicBezTo>
                      <a:pt x="3909" y="139"/>
                      <a:pt x="3963" y="128"/>
                      <a:pt x="3996" y="150"/>
                    </a:cubicBezTo>
                    <a:cubicBezTo>
                      <a:pt x="4039" y="177"/>
                      <a:pt x="4023" y="242"/>
                      <a:pt x="4029" y="285"/>
                    </a:cubicBezTo>
                    <a:cubicBezTo>
                      <a:pt x="4034" y="329"/>
                      <a:pt x="4039" y="378"/>
                      <a:pt x="4045" y="421"/>
                    </a:cubicBezTo>
                    <a:cubicBezTo>
                      <a:pt x="4050" y="508"/>
                      <a:pt x="4050" y="606"/>
                      <a:pt x="4067" y="693"/>
                    </a:cubicBezTo>
                    <a:cubicBezTo>
                      <a:pt x="3974" y="688"/>
                      <a:pt x="3876" y="682"/>
                      <a:pt x="3784" y="682"/>
                    </a:cubicBezTo>
                    <a:lnTo>
                      <a:pt x="3664" y="682"/>
                    </a:lnTo>
                    <a:cubicBezTo>
                      <a:pt x="3664" y="666"/>
                      <a:pt x="3670" y="650"/>
                      <a:pt x="3670" y="633"/>
                    </a:cubicBezTo>
                    <a:cubicBezTo>
                      <a:pt x="3681" y="612"/>
                      <a:pt x="3681" y="584"/>
                      <a:pt x="3686" y="557"/>
                    </a:cubicBezTo>
                    <a:cubicBezTo>
                      <a:pt x="3686" y="503"/>
                      <a:pt x="3664" y="449"/>
                      <a:pt x="3626" y="410"/>
                    </a:cubicBezTo>
                    <a:cubicBezTo>
                      <a:pt x="3595" y="389"/>
                      <a:pt x="3556" y="377"/>
                      <a:pt x="3518" y="377"/>
                    </a:cubicBezTo>
                    <a:cubicBezTo>
                      <a:pt x="3498" y="377"/>
                      <a:pt x="3477" y="381"/>
                      <a:pt x="3458" y="389"/>
                    </a:cubicBezTo>
                    <a:lnTo>
                      <a:pt x="3447" y="389"/>
                    </a:lnTo>
                    <a:cubicBezTo>
                      <a:pt x="3433" y="383"/>
                      <a:pt x="3418" y="381"/>
                      <a:pt x="3402" y="381"/>
                    </a:cubicBezTo>
                    <a:cubicBezTo>
                      <a:pt x="3368" y="381"/>
                      <a:pt x="3331" y="391"/>
                      <a:pt x="3295" y="391"/>
                    </a:cubicBezTo>
                    <a:cubicBezTo>
                      <a:pt x="3286" y="391"/>
                      <a:pt x="3277" y="390"/>
                      <a:pt x="3268" y="389"/>
                    </a:cubicBezTo>
                    <a:cubicBezTo>
                      <a:pt x="3212" y="378"/>
                      <a:pt x="3157" y="375"/>
                      <a:pt x="3102" y="375"/>
                    </a:cubicBezTo>
                    <a:cubicBezTo>
                      <a:pt x="3070" y="375"/>
                      <a:pt x="3038" y="376"/>
                      <a:pt x="3007" y="378"/>
                    </a:cubicBezTo>
                    <a:cubicBezTo>
                      <a:pt x="2974" y="378"/>
                      <a:pt x="2941" y="389"/>
                      <a:pt x="2909" y="394"/>
                    </a:cubicBezTo>
                    <a:cubicBezTo>
                      <a:pt x="2871" y="394"/>
                      <a:pt x="2827" y="400"/>
                      <a:pt x="2789" y="405"/>
                    </a:cubicBezTo>
                    <a:lnTo>
                      <a:pt x="2773" y="410"/>
                    </a:lnTo>
                    <a:cubicBezTo>
                      <a:pt x="2746" y="405"/>
                      <a:pt x="2719" y="405"/>
                      <a:pt x="2691" y="400"/>
                    </a:cubicBezTo>
                    <a:cubicBezTo>
                      <a:pt x="2670" y="392"/>
                      <a:pt x="2648" y="388"/>
                      <a:pt x="2627" y="388"/>
                    </a:cubicBezTo>
                    <a:cubicBezTo>
                      <a:pt x="2587" y="388"/>
                      <a:pt x="2549" y="400"/>
                      <a:pt x="2517" y="421"/>
                    </a:cubicBezTo>
                    <a:cubicBezTo>
                      <a:pt x="2479" y="459"/>
                      <a:pt x="2463" y="514"/>
                      <a:pt x="2463" y="563"/>
                    </a:cubicBezTo>
                    <a:cubicBezTo>
                      <a:pt x="2463" y="595"/>
                      <a:pt x="2468" y="622"/>
                      <a:pt x="2474" y="644"/>
                    </a:cubicBezTo>
                    <a:cubicBezTo>
                      <a:pt x="2474" y="661"/>
                      <a:pt x="2479" y="677"/>
                      <a:pt x="2485" y="693"/>
                    </a:cubicBezTo>
                    <a:lnTo>
                      <a:pt x="2365" y="693"/>
                    </a:lnTo>
                    <a:cubicBezTo>
                      <a:pt x="2267" y="693"/>
                      <a:pt x="2175" y="699"/>
                      <a:pt x="2083" y="704"/>
                    </a:cubicBezTo>
                    <a:cubicBezTo>
                      <a:pt x="2099" y="617"/>
                      <a:pt x="2093" y="519"/>
                      <a:pt x="2104" y="432"/>
                    </a:cubicBezTo>
                    <a:lnTo>
                      <a:pt x="2104" y="438"/>
                    </a:lnTo>
                    <a:cubicBezTo>
                      <a:pt x="2110" y="389"/>
                      <a:pt x="2115" y="345"/>
                      <a:pt x="2121" y="296"/>
                    </a:cubicBezTo>
                    <a:cubicBezTo>
                      <a:pt x="2126" y="253"/>
                      <a:pt x="2110" y="188"/>
                      <a:pt x="2153" y="160"/>
                    </a:cubicBezTo>
                    <a:cubicBezTo>
                      <a:pt x="2179" y="146"/>
                      <a:pt x="2209" y="146"/>
                      <a:pt x="2237" y="146"/>
                    </a:cubicBezTo>
                    <a:cubicBezTo>
                      <a:pt x="2252" y="146"/>
                      <a:pt x="2266" y="146"/>
                      <a:pt x="2278" y="144"/>
                    </a:cubicBezTo>
                    <a:cubicBezTo>
                      <a:pt x="2303" y="139"/>
                      <a:pt x="2329" y="136"/>
                      <a:pt x="2354" y="136"/>
                    </a:cubicBezTo>
                    <a:cubicBezTo>
                      <a:pt x="2380" y="136"/>
                      <a:pt x="2406" y="139"/>
                      <a:pt x="2430" y="144"/>
                    </a:cubicBezTo>
                    <a:cubicBezTo>
                      <a:pt x="2511" y="162"/>
                      <a:pt x="2593" y="173"/>
                      <a:pt x="2677" y="173"/>
                    </a:cubicBezTo>
                    <a:cubicBezTo>
                      <a:pt x="2694" y="173"/>
                      <a:pt x="2712" y="172"/>
                      <a:pt x="2729" y="171"/>
                    </a:cubicBezTo>
                    <a:cubicBezTo>
                      <a:pt x="2735" y="171"/>
                      <a:pt x="2746" y="171"/>
                      <a:pt x="2751" y="166"/>
                    </a:cubicBezTo>
                    <a:lnTo>
                      <a:pt x="3023" y="166"/>
                    </a:lnTo>
                    <a:cubicBezTo>
                      <a:pt x="3066" y="169"/>
                      <a:pt x="3111" y="170"/>
                      <a:pt x="3157" y="170"/>
                    </a:cubicBezTo>
                    <a:cubicBezTo>
                      <a:pt x="3202" y="170"/>
                      <a:pt x="3249" y="169"/>
                      <a:pt x="3295" y="166"/>
                    </a:cubicBezTo>
                    <a:cubicBezTo>
                      <a:pt x="3317" y="159"/>
                      <a:pt x="3341" y="157"/>
                      <a:pt x="3365" y="157"/>
                    </a:cubicBezTo>
                    <a:cubicBezTo>
                      <a:pt x="3382" y="157"/>
                      <a:pt x="3399" y="158"/>
                      <a:pt x="3414" y="160"/>
                    </a:cubicBezTo>
                    <a:lnTo>
                      <a:pt x="3425" y="160"/>
                    </a:lnTo>
                    <a:cubicBezTo>
                      <a:pt x="3436" y="163"/>
                      <a:pt x="3448" y="164"/>
                      <a:pt x="3461" y="164"/>
                    </a:cubicBezTo>
                    <a:cubicBezTo>
                      <a:pt x="3473" y="164"/>
                      <a:pt x="3485" y="163"/>
                      <a:pt x="3496" y="160"/>
                    </a:cubicBezTo>
                    <a:cubicBezTo>
                      <a:pt x="3572" y="155"/>
                      <a:pt x="3648" y="150"/>
                      <a:pt x="3719" y="133"/>
                    </a:cubicBezTo>
                    <a:cubicBezTo>
                      <a:pt x="3747" y="127"/>
                      <a:pt x="3776" y="124"/>
                      <a:pt x="3806" y="124"/>
                    </a:cubicBezTo>
                    <a:close/>
                    <a:moveTo>
                      <a:pt x="3501" y="500"/>
                    </a:moveTo>
                    <a:cubicBezTo>
                      <a:pt x="3514" y="500"/>
                      <a:pt x="3526" y="503"/>
                      <a:pt x="3539" y="508"/>
                    </a:cubicBezTo>
                    <a:cubicBezTo>
                      <a:pt x="3572" y="525"/>
                      <a:pt x="3556" y="584"/>
                      <a:pt x="3556" y="617"/>
                    </a:cubicBezTo>
                    <a:cubicBezTo>
                      <a:pt x="3550" y="639"/>
                      <a:pt x="3550" y="666"/>
                      <a:pt x="3556" y="693"/>
                    </a:cubicBezTo>
                    <a:lnTo>
                      <a:pt x="3561" y="693"/>
                    </a:lnTo>
                    <a:lnTo>
                      <a:pt x="3490" y="699"/>
                    </a:lnTo>
                    <a:lnTo>
                      <a:pt x="3371" y="709"/>
                    </a:lnTo>
                    <a:cubicBezTo>
                      <a:pt x="3347" y="713"/>
                      <a:pt x="3319" y="720"/>
                      <a:pt x="3294" y="720"/>
                    </a:cubicBezTo>
                    <a:cubicBezTo>
                      <a:pt x="3278" y="720"/>
                      <a:pt x="3264" y="718"/>
                      <a:pt x="3251" y="709"/>
                    </a:cubicBezTo>
                    <a:cubicBezTo>
                      <a:pt x="3246" y="707"/>
                      <a:pt x="3240" y="705"/>
                      <a:pt x="3235" y="705"/>
                    </a:cubicBezTo>
                    <a:cubicBezTo>
                      <a:pt x="3219" y="705"/>
                      <a:pt x="3206" y="716"/>
                      <a:pt x="3202" y="737"/>
                    </a:cubicBezTo>
                    <a:cubicBezTo>
                      <a:pt x="3137" y="731"/>
                      <a:pt x="3066" y="726"/>
                      <a:pt x="3007" y="715"/>
                    </a:cubicBezTo>
                    <a:cubicBezTo>
                      <a:pt x="2977" y="709"/>
                      <a:pt x="2941" y="709"/>
                      <a:pt x="2905" y="709"/>
                    </a:cubicBezTo>
                    <a:cubicBezTo>
                      <a:pt x="2868" y="709"/>
                      <a:pt x="2830" y="709"/>
                      <a:pt x="2795" y="704"/>
                    </a:cubicBezTo>
                    <a:cubicBezTo>
                      <a:pt x="2777" y="702"/>
                      <a:pt x="2758" y="700"/>
                      <a:pt x="2739" y="700"/>
                    </a:cubicBezTo>
                    <a:cubicBezTo>
                      <a:pt x="2712" y="700"/>
                      <a:pt x="2684" y="703"/>
                      <a:pt x="2659" y="709"/>
                    </a:cubicBezTo>
                    <a:lnTo>
                      <a:pt x="2593" y="704"/>
                    </a:lnTo>
                    <a:cubicBezTo>
                      <a:pt x="2599" y="677"/>
                      <a:pt x="2599" y="650"/>
                      <a:pt x="2599" y="628"/>
                    </a:cubicBezTo>
                    <a:cubicBezTo>
                      <a:pt x="2593" y="595"/>
                      <a:pt x="2577" y="535"/>
                      <a:pt x="2615" y="519"/>
                    </a:cubicBezTo>
                    <a:cubicBezTo>
                      <a:pt x="2626" y="514"/>
                      <a:pt x="2637" y="514"/>
                      <a:pt x="2653" y="514"/>
                    </a:cubicBezTo>
                    <a:cubicBezTo>
                      <a:pt x="2675" y="530"/>
                      <a:pt x="2702" y="535"/>
                      <a:pt x="2729" y="535"/>
                    </a:cubicBezTo>
                    <a:cubicBezTo>
                      <a:pt x="2750" y="537"/>
                      <a:pt x="2771" y="538"/>
                      <a:pt x="2793" y="538"/>
                    </a:cubicBezTo>
                    <a:cubicBezTo>
                      <a:pt x="2844" y="538"/>
                      <a:pt x="2897" y="534"/>
                      <a:pt x="2947" y="530"/>
                    </a:cubicBezTo>
                    <a:cubicBezTo>
                      <a:pt x="2993" y="525"/>
                      <a:pt x="3040" y="522"/>
                      <a:pt x="3086" y="522"/>
                    </a:cubicBezTo>
                    <a:cubicBezTo>
                      <a:pt x="3143" y="522"/>
                      <a:pt x="3200" y="527"/>
                      <a:pt x="3257" y="535"/>
                    </a:cubicBezTo>
                    <a:cubicBezTo>
                      <a:pt x="3279" y="541"/>
                      <a:pt x="3300" y="543"/>
                      <a:pt x="3322" y="543"/>
                    </a:cubicBezTo>
                    <a:cubicBezTo>
                      <a:pt x="3371" y="543"/>
                      <a:pt x="3418" y="531"/>
                      <a:pt x="3463" y="508"/>
                    </a:cubicBezTo>
                    <a:cubicBezTo>
                      <a:pt x="3477" y="503"/>
                      <a:pt x="3489" y="500"/>
                      <a:pt x="3501" y="500"/>
                    </a:cubicBezTo>
                    <a:close/>
                    <a:moveTo>
                      <a:pt x="3398" y="807"/>
                    </a:moveTo>
                    <a:cubicBezTo>
                      <a:pt x="3480" y="813"/>
                      <a:pt x="3561" y="824"/>
                      <a:pt x="3643" y="824"/>
                    </a:cubicBezTo>
                    <a:lnTo>
                      <a:pt x="3925" y="824"/>
                    </a:lnTo>
                    <a:cubicBezTo>
                      <a:pt x="4012" y="824"/>
                      <a:pt x="4078" y="841"/>
                      <a:pt x="4152" y="841"/>
                    </a:cubicBezTo>
                    <a:cubicBezTo>
                      <a:pt x="4162" y="841"/>
                      <a:pt x="4171" y="840"/>
                      <a:pt x="4181" y="840"/>
                    </a:cubicBezTo>
                    <a:cubicBezTo>
                      <a:pt x="4268" y="840"/>
                      <a:pt x="4349" y="824"/>
                      <a:pt x="4431" y="824"/>
                    </a:cubicBezTo>
                    <a:cubicBezTo>
                      <a:pt x="4507" y="824"/>
                      <a:pt x="4578" y="845"/>
                      <a:pt x="4648" y="845"/>
                    </a:cubicBezTo>
                    <a:cubicBezTo>
                      <a:pt x="4724" y="845"/>
                      <a:pt x="4811" y="829"/>
                      <a:pt x="4893" y="829"/>
                    </a:cubicBezTo>
                    <a:cubicBezTo>
                      <a:pt x="4925" y="829"/>
                      <a:pt x="4958" y="824"/>
                      <a:pt x="4991" y="824"/>
                    </a:cubicBezTo>
                    <a:cubicBezTo>
                      <a:pt x="4997" y="822"/>
                      <a:pt x="5003" y="821"/>
                      <a:pt x="5010" y="821"/>
                    </a:cubicBezTo>
                    <a:cubicBezTo>
                      <a:pt x="5026" y="821"/>
                      <a:pt x="5042" y="825"/>
                      <a:pt x="5061" y="829"/>
                    </a:cubicBezTo>
                    <a:lnTo>
                      <a:pt x="5089" y="840"/>
                    </a:lnTo>
                    <a:cubicBezTo>
                      <a:pt x="5089" y="856"/>
                      <a:pt x="5089" y="867"/>
                      <a:pt x="5094" y="878"/>
                    </a:cubicBezTo>
                    <a:cubicBezTo>
                      <a:pt x="5094" y="900"/>
                      <a:pt x="5089" y="927"/>
                      <a:pt x="5083" y="954"/>
                    </a:cubicBezTo>
                    <a:cubicBezTo>
                      <a:pt x="5078" y="1019"/>
                      <a:pt x="5089" y="1090"/>
                      <a:pt x="5078" y="1155"/>
                    </a:cubicBezTo>
                    <a:cubicBezTo>
                      <a:pt x="5050" y="1318"/>
                      <a:pt x="5078" y="1498"/>
                      <a:pt x="5078" y="1655"/>
                    </a:cubicBezTo>
                    <a:lnTo>
                      <a:pt x="5078" y="1922"/>
                    </a:lnTo>
                    <a:cubicBezTo>
                      <a:pt x="5078" y="2003"/>
                      <a:pt x="5089" y="2079"/>
                      <a:pt x="5094" y="2161"/>
                    </a:cubicBezTo>
                    <a:cubicBezTo>
                      <a:pt x="5099" y="2237"/>
                      <a:pt x="5094" y="2318"/>
                      <a:pt x="5094" y="2400"/>
                    </a:cubicBezTo>
                    <a:cubicBezTo>
                      <a:pt x="5094" y="2481"/>
                      <a:pt x="5099" y="2568"/>
                      <a:pt x="5094" y="2650"/>
                    </a:cubicBezTo>
                    <a:cubicBezTo>
                      <a:pt x="5094" y="2693"/>
                      <a:pt x="5083" y="2737"/>
                      <a:pt x="5078" y="2775"/>
                    </a:cubicBezTo>
                    <a:cubicBezTo>
                      <a:pt x="5072" y="2808"/>
                      <a:pt x="5072" y="2835"/>
                      <a:pt x="5072" y="2867"/>
                    </a:cubicBezTo>
                    <a:cubicBezTo>
                      <a:pt x="5061" y="2862"/>
                      <a:pt x="5045" y="2862"/>
                      <a:pt x="5034" y="2862"/>
                    </a:cubicBezTo>
                    <a:cubicBezTo>
                      <a:pt x="5018" y="2859"/>
                      <a:pt x="5003" y="2858"/>
                      <a:pt x="4989" y="2858"/>
                    </a:cubicBezTo>
                    <a:cubicBezTo>
                      <a:pt x="4974" y="2858"/>
                      <a:pt x="4961" y="2859"/>
                      <a:pt x="4947" y="2862"/>
                    </a:cubicBezTo>
                    <a:cubicBezTo>
                      <a:pt x="4904" y="2873"/>
                      <a:pt x="4860" y="2873"/>
                      <a:pt x="4822" y="2878"/>
                    </a:cubicBezTo>
                    <a:cubicBezTo>
                      <a:pt x="4784" y="2878"/>
                      <a:pt x="4752" y="2862"/>
                      <a:pt x="4713" y="2862"/>
                    </a:cubicBezTo>
                    <a:cubicBezTo>
                      <a:pt x="4702" y="2861"/>
                      <a:pt x="4690" y="2860"/>
                      <a:pt x="4678" y="2860"/>
                    </a:cubicBezTo>
                    <a:cubicBezTo>
                      <a:pt x="4644" y="2860"/>
                      <a:pt x="4609" y="2865"/>
                      <a:pt x="4578" y="2873"/>
                    </a:cubicBezTo>
                    <a:cubicBezTo>
                      <a:pt x="4578" y="2808"/>
                      <a:pt x="4572" y="2748"/>
                      <a:pt x="4572" y="2688"/>
                    </a:cubicBezTo>
                    <a:cubicBezTo>
                      <a:pt x="4572" y="2601"/>
                      <a:pt x="4588" y="2525"/>
                      <a:pt x="4588" y="2438"/>
                    </a:cubicBezTo>
                    <a:lnTo>
                      <a:pt x="4588" y="2215"/>
                    </a:lnTo>
                    <a:cubicBezTo>
                      <a:pt x="4588" y="2155"/>
                      <a:pt x="4594" y="2090"/>
                      <a:pt x="4545" y="2047"/>
                    </a:cubicBezTo>
                    <a:cubicBezTo>
                      <a:pt x="4507" y="2014"/>
                      <a:pt x="4463" y="1987"/>
                      <a:pt x="4420" y="1965"/>
                    </a:cubicBezTo>
                    <a:cubicBezTo>
                      <a:pt x="4349" y="1938"/>
                      <a:pt x="4279" y="1916"/>
                      <a:pt x="4202" y="1900"/>
                    </a:cubicBezTo>
                    <a:cubicBezTo>
                      <a:pt x="4175" y="1894"/>
                      <a:pt x="4148" y="1889"/>
                      <a:pt x="4121" y="1889"/>
                    </a:cubicBezTo>
                    <a:cubicBezTo>
                      <a:pt x="4085" y="1866"/>
                      <a:pt x="4045" y="1855"/>
                      <a:pt x="4001" y="1855"/>
                    </a:cubicBezTo>
                    <a:cubicBezTo>
                      <a:pt x="3992" y="1855"/>
                      <a:pt x="3983" y="1855"/>
                      <a:pt x="3974" y="1856"/>
                    </a:cubicBezTo>
                    <a:cubicBezTo>
                      <a:pt x="3914" y="1873"/>
                      <a:pt x="3838" y="1884"/>
                      <a:pt x="3806" y="1943"/>
                    </a:cubicBezTo>
                    <a:cubicBezTo>
                      <a:pt x="3768" y="2003"/>
                      <a:pt x="3784" y="2079"/>
                      <a:pt x="3773" y="2150"/>
                    </a:cubicBezTo>
                    <a:cubicBezTo>
                      <a:pt x="3768" y="2226"/>
                      <a:pt x="3768" y="2302"/>
                      <a:pt x="3773" y="2384"/>
                    </a:cubicBezTo>
                    <a:cubicBezTo>
                      <a:pt x="3773" y="2547"/>
                      <a:pt x="3762" y="2704"/>
                      <a:pt x="3762" y="2867"/>
                    </a:cubicBezTo>
                    <a:cubicBezTo>
                      <a:pt x="3751" y="2862"/>
                      <a:pt x="3740" y="2862"/>
                      <a:pt x="3730" y="2862"/>
                    </a:cubicBezTo>
                    <a:cubicBezTo>
                      <a:pt x="3615" y="2867"/>
                      <a:pt x="3501" y="2878"/>
                      <a:pt x="3382" y="2878"/>
                    </a:cubicBezTo>
                    <a:cubicBezTo>
                      <a:pt x="3268" y="2878"/>
                      <a:pt x="3143" y="2873"/>
                      <a:pt x="3023" y="2867"/>
                    </a:cubicBezTo>
                    <a:cubicBezTo>
                      <a:pt x="3004" y="2866"/>
                      <a:pt x="2986" y="2865"/>
                      <a:pt x="2967" y="2865"/>
                    </a:cubicBezTo>
                    <a:cubicBezTo>
                      <a:pt x="2897" y="2865"/>
                      <a:pt x="2828" y="2875"/>
                      <a:pt x="2758" y="2875"/>
                    </a:cubicBezTo>
                    <a:cubicBezTo>
                      <a:pt x="2740" y="2875"/>
                      <a:pt x="2721" y="2875"/>
                      <a:pt x="2702" y="2873"/>
                    </a:cubicBezTo>
                    <a:cubicBezTo>
                      <a:pt x="2662" y="2868"/>
                      <a:pt x="2621" y="2866"/>
                      <a:pt x="2581" y="2866"/>
                    </a:cubicBezTo>
                    <a:cubicBezTo>
                      <a:pt x="2523" y="2866"/>
                      <a:pt x="2466" y="2871"/>
                      <a:pt x="2409" y="2884"/>
                    </a:cubicBezTo>
                    <a:cubicBezTo>
                      <a:pt x="2409" y="2721"/>
                      <a:pt x="2392" y="2558"/>
                      <a:pt x="2392" y="2395"/>
                    </a:cubicBezTo>
                    <a:cubicBezTo>
                      <a:pt x="2398" y="2318"/>
                      <a:pt x="2398" y="2237"/>
                      <a:pt x="2392" y="2161"/>
                    </a:cubicBezTo>
                    <a:cubicBezTo>
                      <a:pt x="2382" y="2101"/>
                      <a:pt x="2392" y="2014"/>
                      <a:pt x="2360" y="1954"/>
                    </a:cubicBezTo>
                    <a:cubicBezTo>
                      <a:pt x="2316" y="1905"/>
                      <a:pt x="2256" y="1873"/>
                      <a:pt x="2186" y="1873"/>
                    </a:cubicBezTo>
                    <a:cubicBezTo>
                      <a:pt x="2173" y="1870"/>
                      <a:pt x="2160" y="1869"/>
                      <a:pt x="2147" y="1869"/>
                    </a:cubicBezTo>
                    <a:cubicBezTo>
                      <a:pt x="2110" y="1869"/>
                      <a:pt x="2073" y="1880"/>
                      <a:pt x="2044" y="1900"/>
                    </a:cubicBezTo>
                    <a:cubicBezTo>
                      <a:pt x="2017" y="1900"/>
                      <a:pt x="1990" y="1905"/>
                      <a:pt x="1963" y="1911"/>
                    </a:cubicBezTo>
                    <a:cubicBezTo>
                      <a:pt x="1887" y="1932"/>
                      <a:pt x="1816" y="1954"/>
                      <a:pt x="1746" y="1981"/>
                    </a:cubicBezTo>
                    <a:cubicBezTo>
                      <a:pt x="1697" y="2003"/>
                      <a:pt x="1659" y="2030"/>
                      <a:pt x="1620" y="2063"/>
                    </a:cubicBezTo>
                    <a:cubicBezTo>
                      <a:pt x="1566" y="2106"/>
                      <a:pt x="1577" y="2166"/>
                      <a:pt x="1577" y="2226"/>
                    </a:cubicBezTo>
                    <a:lnTo>
                      <a:pt x="1577" y="2454"/>
                    </a:lnTo>
                    <a:cubicBezTo>
                      <a:pt x="1577" y="2530"/>
                      <a:pt x="1588" y="2617"/>
                      <a:pt x="1588" y="2699"/>
                    </a:cubicBezTo>
                    <a:cubicBezTo>
                      <a:pt x="1588" y="2759"/>
                      <a:pt x="1588" y="2824"/>
                      <a:pt x="1588" y="2884"/>
                    </a:cubicBezTo>
                    <a:cubicBezTo>
                      <a:pt x="1539" y="2873"/>
                      <a:pt x="1495" y="2873"/>
                      <a:pt x="1452" y="2873"/>
                    </a:cubicBezTo>
                    <a:cubicBezTo>
                      <a:pt x="1414" y="2873"/>
                      <a:pt x="1381" y="2884"/>
                      <a:pt x="1343" y="2889"/>
                    </a:cubicBezTo>
                    <a:cubicBezTo>
                      <a:pt x="1300" y="2889"/>
                      <a:pt x="1262" y="2884"/>
                      <a:pt x="1218" y="2873"/>
                    </a:cubicBezTo>
                    <a:cubicBezTo>
                      <a:pt x="1205" y="2870"/>
                      <a:pt x="1190" y="2869"/>
                      <a:pt x="1175" y="2869"/>
                    </a:cubicBezTo>
                    <a:cubicBezTo>
                      <a:pt x="1160" y="2869"/>
                      <a:pt x="1145" y="2870"/>
                      <a:pt x="1131" y="2873"/>
                    </a:cubicBezTo>
                    <a:cubicBezTo>
                      <a:pt x="1126" y="2873"/>
                      <a:pt x="1104" y="2878"/>
                      <a:pt x="1093" y="2878"/>
                    </a:cubicBezTo>
                    <a:cubicBezTo>
                      <a:pt x="1093" y="2851"/>
                      <a:pt x="1093" y="2819"/>
                      <a:pt x="1088" y="2791"/>
                    </a:cubicBezTo>
                    <a:cubicBezTo>
                      <a:pt x="1082" y="2748"/>
                      <a:pt x="1077" y="2704"/>
                      <a:pt x="1071" y="2661"/>
                    </a:cubicBezTo>
                    <a:cubicBezTo>
                      <a:pt x="1066" y="2579"/>
                      <a:pt x="1071" y="2498"/>
                      <a:pt x="1071" y="2411"/>
                    </a:cubicBezTo>
                    <a:cubicBezTo>
                      <a:pt x="1071" y="2329"/>
                      <a:pt x="1066" y="2248"/>
                      <a:pt x="1071" y="2172"/>
                    </a:cubicBezTo>
                    <a:cubicBezTo>
                      <a:pt x="1077" y="2090"/>
                      <a:pt x="1088" y="2019"/>
                      <a:pt x="1088" y="1938"/>
                    </a:cubicBezTo>
                    <a:lnTo>
                      <a:pt x="1088" y="1672"/>
                    </a:lnTo>
                    <a:cubicBezTo>
                      <a:pt x="1099" y="1503"/>
                      <a:pt x="1099" y="1335"/>
                      <a:pt x="1088" y="1171"/>
                    </a:cubicBezTo>
                    <a:cubicBezTo>
                      <a:pt x="1077" y="1101"/>
                      <a:pt x="1088" y="1036"/>
                      <a:pt x="1077" y="965"/>
                    </a:cubicBezTo>
                    <a:cubicBezTo>
                      <a:pt x="1071" y="943"/>
                      <a:pt x="1071" y="916"/>
                      <a:pt x="1071" y="889"/>
                    </a:cubicBezTo>
                    <a:lnTo>
                      <a:pt x="1061" y="889"/>
                    </a:lnTo>
                    <a:cubicBezTo>
                      <a:pt x="1061" y="878"/>
                      <a:pt x="1066" y="867"/>
                      <a:pt x="1066" y="856"/>
                    </a:cubicBezTo>
                    <a:lnTo>
                      <a:pt x="1066" y="851"/>
                    </a:lnTo>
                    <a:cubicBezTo>
                      <a:pt x="1077" y="851"/>
                      <a:pt x="1093" y="840"/>
                      <a:pt x="1099" y="840"/>
                    </a:cubicBezTo>
                    <a:cubicBezTo>
                      <a:pt x="1115" y="834"/>
                      <a:pt x="1137" y="834"/>
                      <a:pt x="1158" y="834"/>
                    </a:cubicBezTo>
                    <a:cubicBezTo>
                      <a:pt x="1191" y="834"/>
                      <a:pt x="1229" y="834"/>
                      <a:pt x="1262" y="840"/>
                    </a:cubicBezTo>
                    <a:cubicBezTo>
                      <a:pt x="1343" y="845"/>
                      <a:pt x="1425" y="856"/>
                      <a:pt x="1501" y="856"/>
                    </a:cubicBezTo>
                    <a:cubicBezTo>
                      <a:pt x="1582" y="856"/>
                      <a:pt x="1648" y="840"/>
                      <a:pt x="1718" y="840"/>
                    </a:cubicBezTo>
                    <a:cubicBezTo>
                      <a:pt x="1805" y="840"/>
                      <a:pt x="1887" y="851"/>
                      <a:pt x="1968" y="856"/>
                    </a:cubicBezTo>
                    <a:cubicBezTo>
                      <a:pt x="2055" y="856"/>
                      <a:pt x="2137" y="840"/>
                      <a:pt x="2224" y="840"/>
                    </a:cubicBezTo>
                    <a:cubicBezTo>
                      <a:pt x="2253" y="838"/>
                      <a:pt x="2284" y="837"/>
                      <a:pt x="2315" y="837"/>
                    </a:cubicBezTo>
                    <a:cubicBezTo>
                      <a:pt x="2378" y="837"/>
                      <a:pt x="2445" y="840"/>
                      <a:pt x="2507" y="840"/>
                    </a:cubicBezTo>
                    <a:cubicBezTo>
                      <a:pt x="2561" y="840"/>
                      <a:pt x="2610" y="834"/>
                      <a:pt x="2664" y="829"/>
                    </a:cubicBezTo>
                    <a:cubicBezTo>
                      <a:pt x="2671" y="828"/>
                      <a:pt x="2677" y="828"/>
                      <a:pt x="2684" y="828"/>
                    </a:cubicBezTo>
                    <a:cubicBezTo>
                      <a:pt x="2723" y="828"/>
                      <a:pt x="2756" y="841"/>
                      <a:pt x="2789" y="851"/>
                    </a:cubicBezTo>
                    <a:cubicBezTo>
                      <a:pt x="2865" y="867"/>
                      <a:pt x="2936" y="862"/>
                      <a:pt x="3012" y="872"/>
                    </a:cubicBezTo>
                    <a:cubicBezTo>
                      <a:pt x="3028" y="875"/>
                      <a:pt x="3043" y="875"/>
                      <a:pt x="3058" y="875"/>
                    </a:cubicBezTo>
                    <a:cubicBezTo>
                      <a:pt x="3073" y="875"/>
                      <a:pt x="3088" y="875"/>
                      <a:pt x="3104" y="878"/>
                    </a:cubicBezTo>
                    <a:cubicBezTo>
                      <a:pt x="3137" y="883"/>
                      <a:pt x="3170" y="894"/>
                      <a:pt x="3213" y="894"/>
                    </a:cubicBezTo>
                    <a:cubicBezTo>
                      <a:pt x="3219" y="895"/>
                      <a:pt x="3225" y="895"/>
                      <a:pt x="3231" y="895"/>
                    </a:cubicBezTo>
                    <a:cubicBezTo>
                      <a:pt x="3286" y="895"/>
                      <a:pt x="3343" y="874"/>
                      <a:pt x="3387" y="834"/>
                    </a:cubicBezTo>
                    <a:cubicBezTo>
                      <a:pt x="3393" y="829"/>
                      <a:pt x="3398" y="818"/>
                      <a:pt x="3398" y="807"/>
                    </a:cubicBezTo>
                    <a:close/>
                    <a:moveTo>
                      <a:pt x="4002" y="1992"/>
                    </a:moveTo>
                    <a:cubicBezTo>
                      <a:pt x="4041" y="1992"/>
                      <a:pt x="4087" y="1999"/>
                      <a:pt x="4124" y="1999"/>
                    </a:cubicBezTo>
                    <a:cubicBezTo>
                      <a:pt x="4132" y="1999"/>
                      <a:pt x="4141" y="1999"/>
                      <a:pt x="4148" y="1998"/>
                    </a:cubicBezTo>
                    <a:cubicBezTo>
                      <a:pt x="4164" y="2003"/>
                      <a:pt x="4181" y="2009"/>
                      <a:pt x="4197" y="2014"/>
                    </a:cubicBezTo>
                    <a:cubicBezTo>
                      <a:pt x="4262" y="2030"/>
                      <a:pt x="4322" y="2052"/>
                      <a:pt x="4382" y="2074"/>
                    </a:cubicBezTo>
                    <a:cubicBezTo>
                      <a:pt x="4425" y="2096"/>
                      <a:pt x="4458" y="2139"/>
                      <a:pt x="4469" y="2188"/>
                    </a:cubicBezTo>
                    <a:cubicBezTo>
                      <a:pt x="4474" y="2253"/>
                      <a:pt x="4469" y="2329"/>
                      <a:pt x="4469" y="2400"/>
                    </a:cubicBezTo>
                    <a:cubicBezTo>
                      <a:pt x="4469" y="2514"/>
                      <a:pt x="4447" y="2628"/>
                      <a:pt x="4447" y="2742"/>
                    </a:cubicBezTo>
                    <a:lnTo>
                      <a:pt x="4447" y="2949"/>
                    </a:lnTo>
                    <a:cubicBezTo>
                      <a:pt x="4436" y="2987"/>
                      <a:pt x="4431" y="3031"/>
                      <a:pt x="4431" y="3069"/>
                    </a:cubicBezTo>
                    <a:lnTo>
                      <a:pt x="4371" y="3069"/>
                    </a:lnTo>
                    <a:cubicBezTo>
                      <a:pt x="4317" y="3074"/>
                      <a:pt x="4268" y="3079"/>
                      <a:pt x="4213" y="3079"/>
                    </a:cubicBezTo>
                    <a:cubicBezTo>
                      <a:pt x="4164" y="3079"/>
                      <a:pt x="4076" y="3103"/>
                      <a:pt x="4004" y="3103"/>
                    </a:cubicBezTo>
                    <a:cubicBezTo>
                      <a:pt x="3956" y="3103"/>
                      <a:pt x="3915" y="3092"/>
                      <a:pt x="3898" y="3058"/>
                    </a:cubicBezTo>
                    <a:cubicBezTo>
                      <a:pt x="3882" y="3003"/>
                      <a:pt x="3882" y="2949"/>
                      <a:pt x="3887" y="2895"/>
                    </a:cubicBezTo>
                    <a:lnTo>
                      <a:pt x="3887" y="2721"/>
                    </a:lnTo>
                    <a:cubicBezTo>
                      <a:pt x="3893" y="2590"/>
                      <a:pt x="3904" y="2465"/>
                      <a:pt x="3904" y="2340"/>
                    </a:cubicBezTo>
                    <a:cubicBezTo>
                      <a:pt x="3904" y="2237"/>
                      <a:pt x="3909" y="2144"/>
                      <a:pt x="3914" y="2047"/>
                    </a:cubicBezTo>
                    <a:cubicBezTo>
                      <a:pt x="3920" y="2002"/>
                      <a:pt x="3957" y="1992"/>
                      <a:pt x="4002" y="1992"/>
                    </a:cubicBezTo>
                    <a:close/>
                    <a:moveTo>
                      <a:pt x="2155" y="2002"/>
                    </a:moveTo>
                    <a:cubicBezTo>
                      <a:pt x="2201" y="2002"/>
                      <a:pt x="2238" y="2013"/>
                      <a:pt x="2240" y="2058"/>
                    </a:cubicBezTo>
                    <a:cubicBezTo>
                      <a:pt x="2251" y="2155"/>
                      <a:pt x="2256" y="2253"/>
                      <a:pt x="2256" y="2351"/>
                    </a:cubicBezTo>
                    <a:cubicBezTo>
                      <a:pt x="2256" y="2481"/>
                      <a:pt x="2267" y="2601"/>
                      <a:pt x="2273" y="2732"/>
                    </a:cubicBezTo>
                    <a:cubicBezTo>
                      <a:pt x="2273" y="2791"/>
                      <a:pt x="2273" y="2851"/>
                      <a:pt x="2273" y="2905"/>
                    </a:cubicBezTo>
                    <a:cubicBezTo>
                      <a:pt x="2278" y="2960"/>
                      <a:pt x="2273" y="3014"/>
                      <a:pt x="2262" y="3069"/>
                    </a:cubicBezTo>
                    <a:cubicBezTo>
                      <a:pt x="2245" y="3105"/>
                      <a:pt x="2205" y="3116"/>
                      <a:pt x="2157" y="3116"/>
                    </a:cubicBezTo>
                    <a:cubicBezTo>
                      <a:pt x="2085" y="3116"/>
                      <a:pt x="1996" y="3090"/>
                      <a:pt x="1947" y="3090"/>
                    </a:cubicBezTo>
                    <a:cubicBezTo>
                      <a:pt x="1892" y="3090"/>
                      <a:pt x="1843" y="3085"/>
                      <a:pt x="1789" y="3079"/>
                    </a:cubicBezTo>
                    <a:lnTo>
                      <a:pt x="1735" y="3079"/>
                    </a:lnTo>
                    <a:cubicBezTo>
                      <a:pt x="1729" y="3041"/>
                      <a:pt x="1724" y="2998"/>
                      <a:pt x="1718" y="2960"/>
                    </a:cubicBezTo>
                    <a:lnTo>
                      <a:pt x="1713" y="2960"/>
                    </a:lnTo>
                    <a:lnTo>
                      <a:pt x="1713" y="2759"/>
                    </a:lnTo>
                    <a:cubicBezTo>
                      <a:pt x="1713" y="2639"/>
                      <a:pt x="1691" y="2525"/>
                      <a:pt x="1691" y="2411"/>
                    </a:cubicBezTo>
                    <a:cubicBezTo>
                      <a:pt x="1691" y="2340"/>
                      <a:pt x="1680" y="2269"/>
                      <a:pt x="1691" y="2199"/>
                    </a:cubicBezTo>
                    <a:cubicBezTo>
                      <a:pt x="1697" y="2150"/>
                      <a:pt x="1729" y="2112"/>
                      <a:pt x="1773" y="2090"/>
                    </a:cubicBezTo>
                    <a:cubicBezTo>
                      <a:pt x="1832" y="2063"/>
                      <a:pt x="1898" y="2041"/>
                      <a:pt x="1963" y="2025"/>
                    </a:cubicBezTo>
                    <a:cubicBezTo>
                      <a:pt x="1979" y="2019"/>
                      <a:pt x="1996" y="2014"/>
                      <a:pt x="2012" y="2009"/>
                    </a:cubicBezTo>
                    <a:cubicBezTo>
                      <a:pt x="2019" y="2010"/>
                      <a:pt x="2027" y="2010"/>
                      <a:pt x="2035" y="2010"/>
                    </a:cubicBezTo>
                    <a:cubicBezTo>
                      <a:pt x="2070" y="2010"/>
                      <a:pt x="2116" y="2002"/>
                      <a:pt x="2155" y="2002"/>
                    </a:cubicBezTo>
                    <a:close/>
                    <a:moveTo>
                      <a:pt x="5578" y="4297"/>
                    </a:moveTo>
                    <a:cubicBezTo>
                      <a:pt x="5632" y="4308"/>
                      <a:pt x="5686" y="4324"/>
                      <a:pt x="5741" y="4335"/>
                    </a:cubicBezTo>
                    <a:cubicBezTo>
                      <a:pt x="5795" y="4346"/>
                      <a:pt x="5850" y="4362"/>
                      <a:pt x="5904" y="4379"/>
                    </a:cubicBezTo>
                    <a:lnTo>
                      <a:pt x="5991" y="4400"/>
                    </a:lnTo>
                    <a:cubicBezTo>
                      <a:pt x="5999" y="4400"/>
                      <a:pt x="6013" y="4410"/>
                      <a:pt x="6018" y="4410"/>
                    </a:cubicBezTo>
                    <a:cubicBezTo>
                      <a:pt x="6018" y="4410"/>
                      <a:pt x="6018" y="4409"/>
                      <a:pt x="6018" y="4409"/>
                    </a:cubicBezTo>
                    <a:lnTo>
                      <a:pt x="6018" y="4409"/>
                    </a:lnTo>
                    <a:cubicBezTo>
                      <a:pt x="6023" y="4457"/>
                      <a:pt x="6023" y="4499"/>
                      <a:pt x="6018" y="4547"/>
                    </a:cubicBezTo>
                    <a:cubicBezTo>
                      <a:pt x="6018" y="4601"/>
                      <a:pt x="6007" y="4656"/>
                      <a:pt x="6002" y="4716"/>
                    </a:cubicBezTo>
                    <a:cubicBezTo>
                      <a:pt x="6002" y="4748"/>
                      <a:pt x="6013" y="4813"/>
                      <a:pt x="5996" y="4841"/>
                    </a:cubicBezTo>
                    <a:cubicBezTo>
                      <a:pt x="5992" y="4848"/>
                      <a:pt x="5982" y="4850"/>
                      <a:pt x="5970" y="4850"/>
                    </a:cubicBezTo>
                    <a:cubicBezTo>
                      <a:pt x="5954" y="4850"/>
                      <a:pt x="5933" y="4846"/>
                      <a:pt x="5915" y="4846"/>
                    </a:cubicBezTo>
                    <a:cubicBezTo>
                      <a:pt x="5866" y="4846"/>
                      <a:pt x="5822" y="4857"/>
                      <a:pt x="5773" y="4862"/>
                    </a:cubicBezTo>
                    <a:cubicBezTo>
                      <a:pt x="5725" y="4857"/>
                      <a:pt x="5670" y="4857"/>
                      <a:pt x="5621" y="4846"/>
                    </a:cubicBezTo>
                    <a:cubicBezTo>
                      <a:pt x="5603" y="4846"/>
                      <a:pt x="5573" y="4850"/>
                      <a:pt x="5547" y="4850"/>
                    </a:cubicBezTo>
                    <a:cubicBezTo>
                      <a:pt x="5527" y="4850"/>
                      <a:pt x="5508" y="4848"/>
                      <a:pt x="5496" y="4841"/>
                    </a:cubicBezTo>
                    <a:cubicBezTo>
                      <a:pt x="5464" y="4824"/>
                      <a:pt x="5464" y="4770"/>
                      <a:pt x="5458" y="4737"/>
                    </a:cubicBezTo>
                    <a:cubicBezTo>
                      <a:pt x="5453" y="4694"/>
                      <a:pt x="5453" y="4645"/>
                      <a:pt x="5464" y="4601"/>
                    </a:cubicBezTo>
                    <a:cubicBezTo>
                      <a:pt x="5474" y="4558"/>
                      <a:pt x="5464" y="4509"/>
                      <a:pt x="5474" y="4466"/>
                    </a:cubicBezTo>
                    <a:cubicBezTo>
                      <a:pt x="5485" y="4433"/>
                      <a:pt x="5485" y="4406"/>
                      <a:pt x="5491" y="4373"/>
                    </a:cubicBezTo>
                    <a:cubicBezTo>
                      <a:pt x="5491" y="4362"/>
                      <a:pt x="5491" y="4346"/>
                      <a:pt x="5496" y="4330"/>
                    </a:cubicBezTo>
                    <a:cubicBezTo>
                      <a:pt x="5496" y="4330"/>
                      <a:pt x="5508" y="4309"/>
                      <a:pt x="5508" y="4309"/>
                    </a:cubicBezTo>
                    <a:lnTo>
                      <a:pt x="5508" y="4309"/>
                    </a:lnTo>
                    <a:cubicBezTo>
                      <a:pt x="5508" y="4309"/>
                      <a:pt x="5507" y="4310"/>
                      <a:pt x="5505" y="4312"/>
                    </a:cubicBezTo>
                    <a:lnTo>
                      <a:pt x="5505" y="4312"/>
                    </a:lnTo>
                    <a:cubicBezTo>
                      <a:pt x="5508" y="4307"/>
                      <a:pt x="5509" y="4301"/>
                      <a:pt x="5513" y="4297"/>
                    </a:cubicBezTo>
                    <a:close/>
                    <a:moveTo>
                      <a:pt x="642" y="4313"/>
                    </a:moveTo>
                    <a:cubicBezTo>
                      <a:pt x="642" y="4317"/>
                      <a:pt x="645" y="4325"/>
                      <a:pt x="649" y="4330"/>
                    </a:cubicBezTo>
                    <a:lnTo>
                      <a:pt x="649" y="4330"/>
                    </a:lnTo>
                    <a:cubicBezTo>
                      <a:pt x="646" y="4327"/>
                      <a:pt x="645" y="4325"/>
                      <a:pt x="645" y="4325"/>
                    </a:cubicBezTo>
                    <a:lnTo>
                      <a:pt x="645" y="4325"/>
                    </a:lnTo>
                    <a:cubicBezTo>
                      <a:pt x="643" y="4325"/>
                      <a:pt x="658" y="4347"/>
                      <a:pt x="658" y="4351"/>
                    </a:cubicBezTo>
                    <a:cubicBezTo>
                      <a:pt x="658" y="4362"/>
                      <a:pt x="664" y="4379"/>
                      <a:pt x="664" y="4395"/>
                    </a:cubicBezTo>
                    <a:cubicBezTo>
                      <a:pt x="664" y="4422"/>
                      <a:pt x="669" y="4455"/>
                      <a:pt x="675" y="4482"/>
                    </a:cubicBezTo>
                    <a:cubicBezTo>
                      <a:pt x="686" y="4525"/>
                      <a:pt x="675" y="4574"/>
                      <a:pt x="686" y="4618"/>
                    </a:cubicBezTo>
                    <a:cubicBezTo>
                      <a:pt x="696" y="4661"/>
                      <a:pt x="702" y="4710"/>
                      <a:pt x="696" y="4754"/>
                    </a:cubicBezTo>
                    <a:lnTo>
                      <a:pt x="691" y="4754"/>
                    </a:lnTo>
                    <a:cubicBezTo>
                      <a:pt x="686" y="4786"/>
                      <a:pt x="686" y="4841"/>
                      <a:pt x="653" y="4862"/>
                    </a:cubicBezTo>
                    <a:cubicBezTo>
                      <a:pt x="642" y="4868"/>
                      <a:pt x="628" y="4870"/>
                      <a:pt x="613" y="4870"/>
                    </a:cubicBezTo>
                    <a:cubicBezTo>
                      <a:pt x="583" y="4870"/>
                      <a:pt x="550" y="4862"/>
                      <a:pt x="528" y="4862"/>
                    </a:cubicBezTo>
                    <a:cubicBezTo>
                      <a:pt x="474" y="4873"/>
                      <a:pt x="425" y="4879"/>
                      <a:pt x="376" y="4879"/>
                    </a:cubicBezTo>
                    <a:cubicBezTo>
                      <a:pt x="327" y="4879"/>
                      <a:pt x="283" y="4862"/>
                      <a:pt x="234" y="4862"/>
                    </a:cubicBezTo>
                    <a:cubicBezTo>
                      <a:pt x="216" y="4862"/>
                      <a:pt x="197" y="4866"/>
                      <a:pt x="181" y="4866"/>
                    </a:cubicBezTo>
                    <a:cubicBezTo>
                      <a:pt x="170" y="4866"/>
                      <a:pt x="160" y="4864"/>
                      <a:pt x="153" y="4857"/>
                    </a:cubicBezTo>
                    <a:cubicBezTo>
                      <a:pt x="137" y="4830"/>
                      <a:pt x="147" y="4765"/>
                      <a:pt x="147" y="4732"/>
                    </a:cubicBezTo>
                    <a:cubicBezTo>
                      <a:pt x="147" y="4672"/>
                      <a:pt x="131" y="4618"/>
                      <a:pt x="131" y="4563"/>
                    </a:cubicBezTo>
                    <a:cubicBezTo>
                      <a:pt x="126" y="4514"/>
                      <a:pt x="126" y="4471"/>
                      <a:pt x="131" y="4422"/>
                    </a:cubicBezTo>
                    <a:cubicBezTo>
                      <a:pt x="131" y="4425"/>
                      <a:pt x="133" y="4427"/>
                      <a:pt x="136" y="4427"/>
                    </a:cubicBezTo>
                    <a:cubicBezTo>
                      <a:pt x="144" y="4427"/>
                      <a:pt x="156" y="4420"/>
                      <a:pt x="164" y="4417"/>
                    </a:cubicBezTo>
                    <a:lnTo>
                      <a:pt x="251" y="4395"/>
                    </a:lnTo>
                    <a:cubicBezTo>
                      <a:pt x="300" y="4379"/>
                      <a:pt x="354" y="4368"/>
                      <a:pt x="408" y="4351"/>
                    </a:cubicBezTo>
                    <a:cubicBezTo>
                      <a:pt x="463" y="4341"/>
                      <a:pt x="522" y="4324"/>
                      <a:pt x="577" y="4313"/>
                    </a:cubicBezTo>
                    <a:close/>
                    <a:moveTo>
                      <a:pt x="5594" y="4982"/>
                    </a:moveTo>
                    <a:cubicBezTo>
                      <a:pt x="5638" y="4982"/>
                      <a:pt x="5676" y="4993"/>
                      <a:pt x="5719" y="4993"/>
                    </a:cubicBezTo>
                    <a:cubicBezTo>
                      <a:pt x="5697" y="5025"/>
                      <a:pt x="5676" y="5053"/>
                      <a:pt x="5654" y="5080"/>
                    </a:cubicBezTo>
                    <a:cubicBezTo>
                      <a:pt x="5616" y="5058"/>
                      <a:pt x="5583" y="5036"/>
                      <a:pt x="5551" y="5015"/>
                    </a:cubicBezTo>
                    <a:lnTo>
                      <a:pt x="5551" y="5009"/>
                    </a:lnTo>
                    <a:lnTo>
                      <a:pt x="5551" y="4982"/>
                    </a:lnTo>
                    <a:close/>
                    <a:moveTo>
                      <a:pt x="240" y="4998"/>
                    </a:moveTo>
                    <a:cubicBezTo>
                      <a:pt x="283" y="4998"/>
                      <a:pt x="321" y="5004"/>
                      <a:pt x="365" y="5009"/>
                    </a:cubicBezTo>
                    <a:cubicBezTo>
                      <a:pt x="349" y="5047"/>
                      <a:pt x="332" y="5080"/>
                      <a:pt x="310" y="5112"/>
                    </a:cubicBezTo>
                    <a:cubicBezTo>
                      <a:pt x="283" y="5074"/>
                      <a:pt x="256" y="5031"/>
                      <a:pt x="223" y="4998"/>
                    </a:cubicBezTo>
                    <a:close/>
                    <a:moveTo>
                      <a:pt x="5551" y="5074"/>
                    </a:moveTo>
                    <a:cubicBezTo>
                      <a:pt x="5572" y="5096"/>
                      <a:pt x="5594" y="5118"/>
                      <a:pt x="5610" y="5134"/>
                    </a:cubicBezTo>
                    <a:cubicBezTo>
                      <a:pt x="5589" y="5167"/>
                      <a:pt x="5572" y="5194"/>
                      <a:pt x="5551" y="5227"/>
                    </a:cubicBezTo>
                    <a:lnTo>
                      <a:pt x="5551" y="5074"/>
                    </a:lnTo>
                    <a:close/>
                    <a:moveTo>
                      <a:pt x="5915" y="4977"/>
                    </a:moveTo>
                    <a:cubicBezTo>
                      <a:pt x="5933" y="4977"/>
                      <a:pt x="5951" y="4979"/>
                      <a:pt x="5969" y="4979"/>
                    </a:cubicBezTo>
                    <a:cubicBezTo>
                      <a:pt x="5978" y="4979"/>
                      <a:pt x="5987" y="4978"/>
                      <a:pt x="5996" y="4977"/>
                    </a:cubicBezTo>
                    <a:lnTo>
                      <a:pt x="5996" y="4977"/>
                    </a:lnTo>
                    <a:cubicBezTo>
                      <a:pt x="5991" y="4987"/>
                      <a:pt x="5991" y="5004"/>
                      <a:pt x="5991" y="5015"/>
                    </a:cubicBezTo>
                    <a:cubicBezTo>
                      <a:pt x="5991" y="5047"/>
                      <a:pt x="5985" y="5074"/>
                      <a:pt x="5980" y="5102"/>
                    </a:cubicBezTo>
                    <a:cubicBezTo>
                      <a:pt x="5953" y="5123"/>
                      <a:pt x="5937" y="5150"/>
                      <a:pt x="5920" y="5183"/>
                    </a:cubicBezTo>
                    <a:cubicBezTo>
                      <a:pt x="5898" y="5221"/>
                      <a:pt x="5882" y="5259"/>
                      <a:pt x="5860" y="5297"/>
                    </a:cubicBezTo>
                    <a:cubicBezTo>
                      <a:pt x="5844" y="5275"/>
                      <a:pt x="5833" y="5259"/>
                      <a:pt x="5817" y="5237"/>
                    </a:cubicBezTo>
                    <a:cubicBezTo>
                      <a:pt x="5784" y="5194"/>
                      <a:pt x="5752" y="5156"/>
                      <a:pt x="5708" y="5118"/>
                    </a:cubicBezTo>
                    <a:cubicBezTo>
                      <a:pt x="5719" y="5102"/>
                      <a:pt x="5730" y="5091"/>
                      <a:pt x="5741" y="5074"/>
                    </a:cubicBezTo>
                    <a:cubicBezTo>
                      <a:pt x="5757" y="5053"/>
                      <a:pt x="5768" y="5020"/>
                      <a:pt x="5779" y="4993"/>
                    </a:cubicBezTo>
                    <a:cubicBezTo>
                      <a:pt x="5822" y="4993"/>
                      <a:pt x="5871" y="4982"/>
                      <a:pt x="5915" y="4977"/>
                    </a:cubicBezTo>
                    <a:close/>
                    <a:moveTo>
                      <a:pt x="599" y="4998"/>
                    </a:moveTo>
                    <a:lnTo>
                      <a:pt x="599" y="5080"/>
                    </a:lnTo>
                    <a:lnTo>
                      <a:pt x="599" y="5107"/>
                    </a:lnTo>
                    <a:cubicBezTo>
                      <a:pt x="561" y="5150"/>
                      <a:pt x="522" y="5199"/>
                      <a:pt x="484" y="5248"/>
                    </a:cubicBezTo>
                    <a:lnTo>
                      <a:pt x="490" y="5248"/>
                    </a:lnTo>
                    <a:cubicBezTo>
                      <a:pt x="474" y="5270"/>
                      <a:pt x="463" y="5286"/>
                      <a:pt x="446" y="5303"/>
                    </a:cubicBezTo>
                    <a:lnTo>
                      <a:pt x="425" y="5275"/>
                    </a:lnTo>
                    <a:cubicBezTo>
                      <a:pt x="397" y="5243"/>
                      <a:pt x="376" y="5205"/>
                      <a:pt x="349" y="5167"/>
                    </a:cubicBezTo>
                    <a:cubicBezTo>
                      <a:pt x="376" y="5118"/>
                      <a:pt x="397" y="5063"/>
                      <a:pt x="414" y="5009"/>
                    </a:cubicBezTo>
                    <a:cubicBezTo>
                      <a:pt x="463" y="5009"/>
                      <a:pt x="512" y="4998"/>
                      <a:pt x="555" y="4998"/>
                    </a:cubicBezTo>
                    <a:close/>
                    <a:moveTo>
                      <a:pt x="175" y="4998"/>
                    </a:moveTo>
                    <a:cubicBezTo>
                      <a:pt x="202" y="5047"/>
                      <a:pt x="229" y="5107"/>
                      <a:pt x="256" y="5156"/>
                    </a:cubicBezTo>
                    <a:lnTo>
                      <a:pt x="267" y="5178"/>
                    </a:lnTo>
                    <a:cubicBezTo>
                      <a:pt x="256" y="5194"/>
                      <a:pt x="245" y="5216"/>
                      <a:pt x="234" y="5232"/>
                    </a:cubicBezTo>
                    <a:cubicBezTo>
                      <a:pt x="218" y="5259"/>
                      <a:pt x="196" y="5292"/>
                      <a:pt x="180" y="5330"/>
                    </a:cubicBezTo>
                    <a:lnTo>
                      <a:pt x="180" y="5227"/>
                    </a:lnTo>
                    <a:cubicBezTo>
                      <a:pt x="180" y="5156"/>
                      <a:pt x="164" y="5096"/>
                      <a:pt x="158" y="5031"/>
                    </a:cubicBezTo>
                    <a:cubicBezTo>
                      <a:pt x="158" y="5020"/>
                      <a:pt x="158" y="5009"/>
                      <a:pt x="153" y="4998"/>
                    </a:cubicBezTo>
                    <a:close/>
                    <a:moveTo>
                      <a:pt x="5969" y="5199"/>
                    </a:moveTo>
                    <a:cubicBezTo>
                      <a:pt x="5969" y="5205"/>
                      <a:pt x="5969" y="5205"/>
                      <a:pt x="5969" y="5210"/>
                    </a:cubicBezTo>
                    <a:lnTo>
                      <a:pt x="5969" y="5428"/>
                    </a:lnTo>
                    <a:lnTo>
                      <a:pt x="5969" y="5449"/>
                    </a:lnTo>
                    <a:cubicBezTo>
                      <a:pt x="5958" y="5422"/>
                      <a:pt x="5947" y="5401"/>
                      <a:pt x="5931" y="5379"/>
                    </a:cubicBezTo>
                    <a:lnTo>
                      <a:pt x="5898" y="5341"/>
                    </a:lnTo>
                    <a:cubicBezTo>
                      <a:pt x="5915" y="5308"/>
                      <a:pt x="5931" y="5275"/>
                      <a:pt x="5947" y="5243"/>
                    </a:cubicBezTo>
                    <a:cubicBezTo>
                      <a:pt x="5953" y="5227"/>
                      <a:pt x="5958" y="5216"/>
                      <a:pt x="5969" y="5199"/>
                    </a:cubicBezTo>
                    <a:close/>
                    <a:moveTo>
                      <a:pt x="604" y="5189"/>
                    </a:moveTo>
                    <a:lnTo>
                      <a:pt x="604" y="5189"/>
                    </a:lnTo>
                    <a:cubicBezTo>
                      <a:pt x="599" y="5270"/>
                      <a:pt x="604" y="5352"/>
                      <a:pt x="609" y="5428"/>
                    </a:cubicBezTo>
                    <a:cubicBezTo>
                      <a:pt x="609" y="5455"/>
                      <a:pt x="615" y="5482"/>
                      <a:pt x="615" y="5504"/>
                    </a:cubicBezTo>
                    <a:cubicBezTo>
                      <a:pt x="577" y="5455"/>
                      <a:pt x="539" y="5411"/>
                      <a:pt x="495" y="5362"/>
                    </a:cubicBezTo>
                    <a:cubicBezTo>
                      <a:pt x="506" y="5346"/>
                      <a:pt x="517" y="5330"/>
                      <a:pt x="533" y="5314"/>
                    </a:cubicBezTo>
                    <a:cubicBezTo>
                      <a:pt x="561" y="5275"/>
                      <a:pt x="582" y="5232"/>
                      <a:pt x="604" y="5189"/>
                    </a:cubicBezTo>
                    <a:close/>
                    <a:moveTo>
                      <a:pt x="5670" y="5189"/>
                    </a:moveTo>
                    <a:cubicBezTo>
                      <a:pt x="5692" y="5210"/>
                      <a:pt x="5714" y="5237"/>
                      <a:pt x="5735" y="5265"/>
                    </a:cubicBezTo>
                    <a:cubicBezTo>
                      <a:pt x="5763" y="5292"/>
                      <a:pt x="5784" y="5335"/>
                      <a:pt x="5811" y="5362"/>
                    </a:cubicBezTo>
                    <a:cubicBezTo>
                      <a:pt x="5790" y="5390"/>
                      <a:pt x="5768" y="5417"/>
                      <a:pt x="5741" y="5444"/>
                    </a:cubicBezTo>
                    <a:cubicBezTo>
                      <a:pt x="5719" y="5471"/>
                      <a:pt x="5703" y="5509"/>
                      <a:pt x="5681" y="5542"/>
                    </a:cubicBezTo>
                    <a:cubicBezTo>
                      <a:pt x="5659" y="5531"/>
                      <a:pt x="5638" y="5515"/>
                      <a:pt x="5621" y="5498"/>
                    </a:cubicBezTo>
                    <a:cubicBezTo>
                      <a:pt x="5594" y="5477"/>
                      <a:pt x="5567" y="5444"/>
                      <a:pt x="5540" y="5422"/>
                    </a:cubicBezTo>
                    <a:cubicBezTo>
                      <a:pt x="5540" y="5417"/>
                      <a:pt x="5540" y="5417"/>
                      <a:pt x="5540" y="5417"/>
                    </a:cubicBezTo>
                    <a:lnTo>
                      <a:pt x="5540" y="5384"/>
                    </a:lnTo>
                    <a:cubicBezTo>
                      <a:pt x="5567" y="5335"/>
                      <a:pt x="5594" y="5292"/>
                      <a:pt x="5621" y="5254"/>
                    </a:cubicBezTo>
                    <a:lnTo>
                      <a:pt x="5627" y="5254"/>
                    </a:lnTo>
                    <a:cubicBezTo>
                      <a:pt x="5643" y="5232"/>
                      <a:pt x="5654" y="5210"/>
                      <a:pt x="5670" y="5189"/>
                    </a:cubicBezTo>
                    <a:close/>
                    <a:moveTo>
                      <a:pt x="305" y="5243"/>
                    </a:moveTo>
                    <a:cubicBezTo>
                      <a:pt x="327" y="5281"/>
                      <a:pt x="354" y="5314"/>
                      <a:pt x="381" y="5352"/>
                    </a:cubicBezTo>
                    <a:lnTo>
                      <a:pt x="397" y="5373"/>
                    </a:lnTo>
                    <a:cubicBezTo>
                      <a:pt x="381" y="5401"/>
                      <a:pt x="365" y="5428"/>
                      <a:pt x="349" y="5455"/>
                    </a:cubicBezTo>
                    <a:cubicBezTo>
                      <a:pt x="338" y="5482"/>
                      <a:pt x="305" y="5520"/>
                      <a:pt x="289" y="5553"/>
                    </a:cubicBezTo>
                    <a:lnTo>
                      <a:pt x="294" y="5553"/>
                    </a:lnTo>
                    <a:cubicBezTo>
                      <a:pt x="289" y="5564"/>
                      <a:pt x="283" y="5574"/>
                      <a:pt x="278" y="5585"/>
                    </a:cubicBezTo>
                    <a:cubicBezTo>
                      <a:pt x="251" y="5553"/>
                      <a:pt x="213" y="5520"/>
                      <a:pt x="185" y="5487"/>
                    </a:cubicBezTo>
                    <a:lnTo>
                      <a:pt x="185" y="5466"/>
                    </a:lnTo>
                    <a:cubicBezTo>
                      <a:pt x="234" y="5395"/>
                      <a:pt x="272" y="5324"/>
                      <a:pt x="305" y="5243"/>
                    </a:cubicBezTo>
                    <a:close/>
                    <a:moveTo>
                      <a:pt x="5850" y="5411"/>
                    </a:moveTo>
                    <a:cubicBezTo>
                      <a:pt x="5877" y="5460"/>
                      <a:pt x="5904" y="5504"/>
                      <a:pt x="5937" y="5547"/>
                    </a:cubicBezTo>
                    <a:cubicBezTo>
                      <a:pt x="5942" y="5553"/>
                      <a:pt x="5953" y="5553"/>
                      <a:pt x="5964" y="5553"/>
                    </a:cubicBezTo>
                    <a:lnTo>
                      <a:pt x="5964" y="5574"/>
                    </a:lnTo>
                    <a:cubicBezTo>
                      <a:pt x="5931" y="5613"/>
                      <a:pt x="5898" y="5651"/>
                      <a:pt x="5866" y="5683"/>
                    </a:cubicBezTo>
                    <a:cubicBezTo>
                      <a:pt x="5844" y="5661"/>
                      <a:pt x="5822" y="5645"/>
                      <a:pt x="5801" y="5629"/>
                    </a:cubicBezTo>
                    <a:cubicBezTo>
                      <a:pt x="5779" y="5613"/>
                      <a:pt x="5763" y="5596"/>
                      <a:pt x="5741" y="5585"/>
                    </a:cubicBezTo>
                    <a:cubicBezTo>
                      <a:pt x="5768" y="5547"/>
                      <a:pt x="5784" y="5504"/>
                      <a:pt x="5811" y="5466"/>
                    </a:cubicBezTo>
                    <a:cubicBezTo>
                      <a:pt x="5822" y="5449"/>
                      <a:pt x="5833" y="5433"/>
                      <a:pt x="5850" y="5411"/>
                    </a:cubicBezTo>
                    <a:close/>
                    <a:moveTo>
                      <a:pt x="5534" y="5482"/>
                    </a:moveTo>
                    <a:cubicBezTo>
                      <a:pt x="5551" y="5509"/>
                      <a:pt x="5572" y="5531"/>
                      <a:pt x="5594" y="5558"/>
                    </a:cubicBezTo>
                    <a:lnTo>
                      <a:pt x="5599" y="5558"/>
                    </a:lnTo>
                    <a:cubicBezTo>
                      <a:pt x="5610" y="5569"/>
                      <a:pt x="5627" y="5580"/>
                      <a:pt x="5638" y="5591"/>
                    </a:cubicBezTo>
                    <a:cubicBezTo>
                      <a:pt x="5621" y="5613"/>
                      <a:pt x="5599" y="5634"/>
                      <a:pt x="5589" y="5661"/>
                    </a:cubicBezTo>
                    <a:cubicBezTo>
                      <a:pt x="5561" y="5694"/>
                      <a:pt x="5540" y="5727"/>
                      <a:pt x="5518" y="5765"/>
                    </a:cubicBezTo>
                    <a:cubicBezTo>
                      <a:pt x="5523" y="5710"/>
                      <a:pt x="5534" y="5651"/>
                      <a:pt x="5534" y="5591"/>
                    </a:cubicBezTo>
                    <a:lnTo>
                      <a:pt x="5534" y="5482"/>
                    </a:lnTo>
                    <a:close/>
                    <a:moveTo>
                      <a:pt x="191" y="5547"/>
                    </a:moveTo>
                    <a:cubicBezTo>
                      <a:pt x="207" y="5574"/>
                      <a:pt x="223" y="5602"/>
                      <a:pt x="245" y="5629"/>
                    </a:cubicBezTo>
                    <a:lnTo>
                      <a:pt x="256" y="5645"/>
                    </a:lnTo>
                    <a:cubicBezTo>
                      <a:pt x="251" y="5651"/>
                      <a:pt x="245" y="5661"/>
                      <a:pt x="240" y="5667"/>
                    </a:cubicBezTo>
                    <a:cubicBezTo>
                      <a:pt x="218" y="5699"/>
                      <a:pt x="196" y="5738"/>
                      <a:pt x="180" y="5776"/>
                    </a:cubicBezTo>
                    <a:cubicBezTo>
                      <a:pt x="180" y="5732"/>
                      <a:pt x="180" y="5689"/>
                      <a:pt x="185" y="5645"/>
                    </a:cubicBezTo>
                    <a:cubicBezTo>
                      <a:pt x="191" y="5613"/>
                      <a:pt x="191" y="5580"/>
                      <a:pt x="191" y="5547"/>
                    </a:cubicBezTo>
                    <a:close/>
                    <a:moveTo>
                      <a:pt x="5969" y="5656"/>
                    </a:moveTo>
                    <a:cubicBezTo>
                      <a:pt x="5975" y="5699"/>
                      <a:pt x="5975" y="5748"/>
                      <a:pt x="5969" y="5792"/>
                    </a:cubicBezTo>
                    <a:lnTo>
                      <a:pt x="5969" y="5797"/>
                    </a:lnTo>
                    <a:cubicBezTo>
                      <a:pt x="5953" y="5770"/>
                      <a:pt x="5937" y="5748"/>
                      <a:pt x="5915" y="5727"/>
                    </a:cubicBezTo>
                    <a:cubicBezTo>
                      <a:pt x="5931" y="5710"/>
                      <a:pt x="5942" y="5694"/>
                      <a:pt x="5958" y="5672"/>
                    </a:cubicBezTo>
                    <a:lnTo>
                      <a:pt x="5969" y="5656"/>
                    </a:lnTo>
                    <a:close/>
                    <a:moveTo>
                      <a:pt x="452" y="5444"/>
                    </a:moveTo>
                    <a:cubicBezTo>
                      <a:pt x="490" y="5504"/>
                      <a:pt x="544" y="5558"/>
                      <a:pt x="604" y="5602"/>
                    </a:cubicBezTo>
                    <a:cubicBezTo>
                      <a:pt x="566" y="5661"/>
                      <a:pt x="501" y="5759"/>
                      <a:pt x="457" y="5825"/>
                    </a:cubicBezTo>
                    <a:cubicBezTo>
                      <a:pt x="446" y="5814"/>
                      <a:pt x="441" y="5808"/>
                      <a:pt x="435" y="5797"/>
                    </a:cubicBezTo>
                    <a:cubicBezTo>
                      <a:pt x="403" y="5748"/>
                      <a:pt x="376" y="5699"/>
                      <a:pt x="343" y="5661"/>
                    </a:cubicBezTo>
                    <a:cubicBezTo>
                      <a:pt x="370" y="5607"/>
                      <a:pt x="397" y="5547"/>
                      <a:pt x="425" y="5493"/>
                    </a:cubicBezTo>
                    <a:lnTo>
                      <a:pt x="452" y="5444"/>
                    </a:lnTo>
                    <a:close/>
                    <a:moveTo>
                      <a:pt x="5697" y="5640"/>
                    </a:moveTo>
                    <a:cubicBezTo>
                      <a:pt x="5714" y="5651"/>
                      <a:pt x="5725" y="5661"/>
                      <a:pt x="5735" y="5672"/>
                    </a:cubicBezTo>
                    <a:lnTo>
                      <a:pt x="5811" y="5748"/>
                    </a:lnTo>
                    <a:cubicBezTo>
                      <a:pt x="5784" y="5781"/>
                      <a:pt x="5763" y="5819"/>
                      <a:pt x="5741" y="5846"/>
                    </a:cubicBezTo>
                    <a:cubicBezTo>
                      <a:pt x="5725" y="5879"/>
                      <a:pt x="5686" y="5928"/>
                      <a:pt x="5654" y="5966"/>
                    </a:cubicBezTo>
                    <a:cubicBezTo>
                      <a:pt x="5616" y="5939"/>
                      <a:pt x="5578" y="5906"/>
                      <a:pt x="5545" y="5873"/>
                    </a:cubicBezTo>
                    <a:cubicBezTo>
                      <a:pt x="5589" y="5819"/>
                      <a:pt x="5627" y="5759"/>
                      <a:pt x="5654" y="5699"/>
                    </a:cubicBezTo>
                    <a:cubicBezTo>
                      <a:pt x="5670" y="5678"/>
                      <a:pt x="5681" y="5661"/>
                      <a:pt x="5697" y="5640"/>
                    </a:cubicBezTo>
                    <a:close/>
                    <a:moveTo>
                      <a:pt x="620" y="5667"/>
                    </a:moveTo>
                    <a:cubicBezTo>
                      <a:pt x="620" y="5705"/>
                      <a:pt x="631" y="5748"/>
                      <a:pt x="631" y="5786"/>
                    </a:cubicBezTo>
                    <a:cubicBezTo>
                      <a:pt x="637" y="5846"/>
                      <a:pt x="631" y="5901"/>
                      <a:pt x="620" y="5960"/>
                    </a:cubicBezTo>
                    <a:cubicBezTo>
                      <a:pt x="620" y="5971"/>
                      <a:pt x="620" y="5988"/>
                      <a:pt x="620" y="5998"/>
                    </a:cubicBezTo>
                    <a:lnTo>
                      <a:pt x="599" y="5982"/>
                    </a:lnTo>
                    <a:cubicBezTo>
                      <a:pt x="561" y="5950"/>
                      <a:pt x="522" y="5911"/>
                      <a:pt x="495" y="5873"/>
                    </a:cubicBezTo>
                    <a:lnTo>
                      <a:pt x="517" y="5835"/>
                    </a:lnTo>
                    <a:cubicBezTo>
                      <a:pt x="550" y="5776"/>
                      <a:pt x="588" y="5721"/>
                      <a:pt x="620" y="5667"/>
                    </a:cubicBezTo>
                    <a:close/>
                    <a:moveTo>
                      <a:pt x="305" y="5727"/>
                    </a:moveTo>
                    <a:cubicBezTo>
                      <a:pt x="321" y="5759"/>
                      <a:pt x="343" y="5792"/>
                      <a:pt x="359" y="5825"/>
                    </a:cubicBezTo>
                    <a:cubicBezTo>
                      <a:pt x="381" y="5852"/>
                      <a:pt x="392" y="5868"/>
                      <a:pt x="408" y="5890"/>
                    </a:cubicBezTo>
                    <a:cubicBezTo>
                      <a:pt x="365" y="5950"/>
                      <a:pt x="327" y="6015"/>
                      <a:pt x="283" y="6075"/>
                    </a:cubicBezTo>
                    <a:cubicBezTo>
                      <a:pt x="251" y="6123"/>
                      <a:pt x="223" y="6172"/>
                      <a:pt x="196" y="6227"/>
                    </a:cubicBezTo>
                    <a:cubicBezTo>
                      <a:pt x="169" y="6145"/>
                      <a:pt x="191" y="6026"/>
                      <a:pt x="191" y="5955"/>
                    </a:cubicBezTo>
                    <a:cubicBezTo>
                      <a:pt x="191" y="5922"/>
                      <a:pt x="191" y="5884"/>
                      <a:pt x="191" y="5852"/>
                    </a:cubicBezTo>
                    <a:cubicBezTo>
                      <a:pt x="194" y="5861"/>
                      <a:pt x="202" y="5865"/>
                      <a:pt x="210" y="5865"/>
                    </a:cubicBezTo>
                    <a:cubicBezTo>
                      <a:pt x="217" y="5865"/>
                      <a:pt x="224" y="5862"/>
                      <a:pt x="229" y="5857"/>
                    </a:cubicBezTo>
                    <a:cubicBezTo>
                      <a:pt x="245" y="5835"/>
                      <a:pt x="256" y="5814"/>
                      <a:pt x="267" y="5792"/>
                    </a:cubicBezTo>
                    <a:cubicBezTo>
                      <a:pt x="278" y="5765"/>
                      <a:pt x="289" y="5748"/>
                      <a:pt x="305" y="5727"/>
                    </a:cubicBezTo>
                    <a:close/>
                    <a:moveTo>
                      <a:pt x="5866" y="5803"/>
                    </a:moveTo>
                    <a:lnTo>
                      <a:pt x="5964" y="5906"/>
                    </a:lnTo>
                    <a:lnTo>
                      <a:pt x="5964" y="5939"/>
                    </a:lnTo>
                    <a:cubicBezTo>
                      <a:pt x="5964" y="6037"/>
                      <a:pt x="6002" y="6210"/>
                      <a:pt x="5909" y="6281"/>
                    </a:cubicBezTo>
                    <a:lnTo>
                      <a:pt x="5909" y="6276"/>
                    </a:lnTo>
                    <a:cubicBezTo>
                      <a:pt x="5860" y="6200"/>
                      <a:pt x="5806" y="6129"/>
                      <a:pt x="5752" y="6064"/>
                    </a:cubicBezTo>
                    <a:cubicBezTo>
                      <a:pt x="5735" y="6047"/>
                      <a:pt x="5725" y="6037"/>
                      <a:pt x="5714" y="6020"/>
                    </a:cubicBezTo>
                    <a:cubicBezTo>
                      <a:pt x="5735" y="5988"/>
                      <a:pt x="5768" y="5950"/>
                      <a:pt x="5790" y="5911"/>
                    </a:cubicBezTo>
                    <a:cubicBezTo>
                      <a:pt x="5817" y="5873"/>
                      <a:pt x="5839" y="5841"/>
                      <a:pt x="5866" y="5803"/>
                    </a:cubicBezTo>
                    <a:close/>
                    <a:moveTo>
                      <a:pt x="5529" y="5933"/>
                    </a:moveTo>
                    <a:lnTo>
                      <a:pt x="5556" y="5971"/>
                    </a:lnTo>
                    <a:cubicBezTo>
                      <a:pt x="5572" y="5993"/>
                      <a:pt x="5594" y="6004"/>
                      <a:pt x="5616" y="6026"/>
                    </a:cubicBezTo>
                    <a:lnTo>
                      <a:pt x="5605" y="6037"/>
                    </a:lnTo>
                    <a:cubicBezTo>
                      <a:pt x="5572" y="6085"/>
                      <a:pt x="5561" y="6129"/>
                      <a:pt x="5534" y="6172"/>
                    </a:cubicBezTo>
                    <a:cubicBezTo>
                      <a:pt x="5529" y="6194"/>
                      <a:pt x="5534" y="6216"/>
                      <a:pt x="5556" y="6221"/>
                    </a:cubicBezTo>
                    <a:cubicBezTo>
                      <a:pt x="5560" y="6222"/>
                      <a:pt x="5563" y="6222"/>
                      <a:pt x="5566" y="6222"/>
                    </a:cubicBezTo>
                    <a:cubicBezTo>
                      <a:pt x="5612" y="6222"/>
                      <a:pt x="5622" y="6186"/>
                      <a:pt x="5638" y="6145"/>
                    </a:cubicBezTo>
                    <a:cubicBezTo>
                      <a:pt x="5648" y="6129"/>
                      <a:pt x="5659" y="6113"/>
                      <a:pt x="5665" y="6096"/>
                    </a:cubicBezTo>
                    <a:lnTo>
                      <a:pt x="5681" y="6113"/>
                    </a:lnTo>
                    <a:cubicBezTo>
                      <a:pt x="5719" y="6172"/>
                      <a:pt x="5768" y="6276"/>
                      <a:pt x="5839" y="6314"/>
                    </a:cubicBezTo>
                    <a:cubicBezTo>
                      <a:pt x="5806" y="6319"/>
                      <a:pt x="5779" y="6325"/>
                      <a:pt x="5752" y="6330"/>
                    </a:cubicBezTo>
                    <a:lnTo>
                      <a:pt x="5752" y="6325"/>
                    </a:lnTo>
                    <a:cubicBezTo>
                      <a:pt x="5703" y="6335"/>
                      <a:pt x="5654" y="6335"/>
                      <a:pt x="5605" y="6335"/>
                    </a:cubicBezTo>
                    <a:cubicBezTo>
                      <a:pt x="5545" y="6335"/>
                      <a:pt x="5545" y="6325"/>
                      <a:pt x="5529" y="6270"/>
                    </a:cubicBezTo>
                    <a:cubicBezTo>
                      <a:pt x="5518" y="6216"/>
                      <a:pt x="5518" y="6167"/>
                      <a:pt x="5523" y="6118"/>
                    </a:cubicBezTo>
                    <a:cubicBezTo>
                      <a:pt x="5534" y="6064"/>
                      <a:pt x="5534" y="6004"/>
                      <a:pt x="5529" y="5950"/>
                    </a:cubicBezTo>
                    <a:lnTo>
                      <a:pt x="5529" y="5933"/>
                    </a:lnTo>
                    <a:close/>
                    <a:moveTo>
                      <a:pt x="452" y="5944"/>
                    </a:moveTo>
                    <a:cubicBezTo>
                      <a:pt x="463" y="5960"/>
                      <a:pt x="479" y="5977"/>
                      <a:pt x="495" y="5993"/>
                    </a:cubicBezTo>
                    <a:cubicBezTo>
                      <a:pt x="533" y="6031"/>
                      <a:pt x="582" y="6064"/>
                      <a:pt x="631" y="6091"/>
                    </a:cubicBezTo>
                    <a:cubicBezTo>
                      <a:pt x="631" y="6107"/>
                      <a:pt x="631" y="6118"/>
                      <a:pt x="637" y="6129"/>
                    </a:cubicBezTo>
                    <a:cubicBezTo>
                      <a:pt x="642" y="6178"/>
                      <a:pt x="637" y="6227"/>
                      <a:pt x="626" y="6281"/>
                    </a:cubicBezTo>
                    <a:lnTo>
                      <a:pt x="620" y="6281"/>
                    </a:lnTo>
                    <a:cubicBezTo>
                      <a:pt x="611" y="6329"/>
                      <a:pt x="605" y="6347"/>
                      <a:pt x="567" y="6347"/>
                    </a:cubicBezTo>
                    <a:cubicBezTo>
                      <a:pt x="562" y="6347"/>
                      <a:pt x="556" y="6347"/>
                      <a:pt x="550" y="6346"/>
                    </a:cubicBezTo>
                    <a:cubicBezTo>
                      <a:pt x="501" y="6346"/>
                      <a:pt x="452" y="6346"/>
                      <a:pt x="403" y="6341"/>
                    </a:cubicBezTo>
                    <a:cubicBezTo>
                      <a:pt x="354" y="6335"/>
                      <a:pt x="305" y="6319"/>
                      <a:pt x="262" y="6303"/>
                    </a:cubicBezTo>
                    <a:lnTo>
                      <a:pt x="251" y="6297"/>
                    </a:lnTo>
                    <a:cubicBezTo>
                      <a:pt x="267" y="6292"/>
                      <a:pt x="278" y="6270"/>
                      <a:pt x="272" y="6254"/>
                    </a:cubicBezTo>
                    <a:cubicBezTo>
                      <a:pt x="321" y="6145"/>
                      <a:pt x="381" y="6042"/>
                      <a:pt x="452" y="5944"/>
                    </a:cubicBezTo>
                    <a:close/>
                    <a:moveTo>
                      <a:pt x="5224" y="1128"/>
                    </a:moveTo>
                    <a:cubicBezTo>
                      <a:pt x="5241" y="1133"/>
                      <a:pt x="5252" y="1133"/>
                      <a:pt x="5268" y="1139"/>
                    </a:cubicBezTo>
                    <a:cubicBezTo>
                      <a:pt x="5306" y="1144"/>
                      <a:pt x="5349" y="1150"/>
                      <a:pt x="5387" y="1155"/>
                    </a:cubicBezTo>
                    <a:cubicBezTo>
                      <a:pt x="5426" y="1161"/>
                      <a:pt x="5496" y="1150"/>
                      <a:pt x="5529" y="1182"/>
                    </a:cubicBezTo>
                    <a:cubicBezTo>
                      <a:pt x="5567" y="1220"/>
                      <a:pt x="5556" y="1313"/>
                      <a:pt x="5556" y="1362"/>
                    </a:cubicBezTo>
                    <a:cubicBezTo>
                      <a:pt x="5561" y="1438"/>
                      <a:pt x="5567" y="1514"/>
                      <a:pt x="5583" y="1585"/>
                    </a:cubicBezTo>
                    <a:cubicBezTo>
                      <a:pt x="5599" y="1731"/>
                      <a:pt x="5605" y="1884"/>
                      <a:pt x="5594" y="2030"/>
                    </a:cubicBezTo>
                    <a:cubicBezTo>
                      <a:pt x="5594" y="2183"/>
                      <a:pt x="5589" y="2340"/>
                      <a:pt x="5589" y="2498"/>
                    </a:cubicBezTo>
                    <a:cubicBezTo>
                      <a:pt x="5594" y="2568"/>
                      <a:pt x="5589" y="2639"/>
                      <a:pt x="5578" y="2710"/>
                    </a:cubicBezTo>
                    <a:cubicBezTo>
                      <a:pt x="5567" y="2780"/>
                      <a:pt x="5561" y="2846"/>
                      <a:pt x="5561" y="2916"/>
                    </a:cubicBezTo>
                    <a:cubicBezTo>
                      <a:pt x="5561" y="3058"/>
                      <a:pt x="5578" y="3194"/>
                      <a:pt x="5578" y="3335"/>
                    </a:cubicBezTo>
                    <a:cubicBezTo>
                      <a:pt x="5578" y="3471"/>
                      <a:pt x="5594" y="3607"/>
                      <a:pt x="5583" y="3743"/>
                    </a:cubicBezTo>
                    <a:cubicBezTo>
                      <a:pt x="5572" y="3878"/>
                      <a:pt x="5523" y="4020"/>
                      <a:pt x="5561" y="4161"/>
                    </a:cubicBezTo>
                    <a:cubicBezTo>
                      <a:pt x="5561" y="4167"/>
                      <a:pt x="5567" y="4172"/>
                      <a:pt x="5567" y="4177"/>
                    </a:cubicBezTo>
                    <a:lnTo>
                      <a:pt x="5545" y="4177"/>
                    </a:lnTo>
                    <a:cubicBezTo>
                      <a:pt x="5513" y="4188"/>
                      <a:pt x="5474" y="4205"/>
                      <a:pt x="5442" y="4226"/>
                    </a:cubicBezTo>
                    <a:cubicBezTo>
                      <a:pt x="5431" y="4226"/>
                      <a:pt x="5415" y="4232"/>
                      <a:pt x="5404" y="4243"/>
                    </a:cubicBezTo>
                    <a:lnTo>
                      <a:pt x="5404" y="4248"/>
                    </a:lnTo>
                    <a:cubicBezTo>
                      <a:pt x="5377" y="4275"/>
                      <a:pt x="5366" y="4313"/>
                      <a:pt x="5360" y="4351"/>
                    </a:cubicBezTo>
                    <a:cubicBezTo>
                      <a:pt x="5355" y="4395"/>
                      <a:pt x="5344" y="4438"/>
                      <a:pt x="5339" y="4487"/>
                    </a:cubicBezTo>
                    <a:cubicBezTo>
                      <a:pt x="5339" y="4536"/>
                      <a:pt x="5333" y="4596"/>
                      <a:pt x="5322" y="4650"/>
                    </a:cubicBezTo>
                    <a:cubicBezTo>
                      <a:pt x="5317" y="4699"/>
                      <a:pt x="5322" y="4748"/>
                      <a:pt x="5339" y="4797"/>
                    </a:cubicBezTo>
                    <a:cubicBezTo>
                      <a:pt x="5339" y="4862"/>
                      <a:pt x="5371" y="4922"/>
                      <a:pt x="5426" y="4960"/>
                    </a:cubicBezTo>
                    <a:cubicBezTo>
                      <a:pt x="5426" y="5004"/>
                      <a:pt x="5426" y="5042"/>
                      <a:pt x="5420" y="5085"/>
                    </a:cubicBezTo>
                    <a:lnTo>
                      <a:pt x="5420" y="5324"/>
                    </a:lnTo>
                    <a:cubicBezTo>
                      <a:pt x="5420" y="5406"/>
                      <a:pt x="5404" y="5471"/>
                      <a:pt x="5404" y="5542"/>
                    </a:cubicBezTo>
                    <a:cubicBezTo>
                      <a:pt x="5404" y="5618"/>
                      <a:pt x="5398" y="5689"/>
                      <a:pt x="5387" y="5765"/>
                    </a:cubicBezTo>
                    <a:cubicBezTo>
                      <a:pt x="5382" y="5830"/>
                      <a:pt x="5387" y="5895"/>
                      <a:pt x="5398" y="5960"/>
                    </a:cubicBezTo>
                    <a:cubicBezTo>
                      <a:pt x="5398" y="6020"/>
                      <a:pt x="5398" y="6085"/>
                      <a:pt x="5387" y="6151"/>
                    </a:cubicBezTo>
                    <a:cubicBezTo>
                      <a:pt x="5377" y="6232"/>
                      <a:pt x="5393" y="6319"/>
                      <a:pt x="5436" y="6395"/>
                    </a:cubicBezTo>
                    <a:cubicBezTo>
                      <a:pt x="5404" y="6395"/>
                      <a:pt x="5371" y="6390"/>
                      <a:pt x="5344" y="6390"/>
                    </a:cubicBezTo>
                    <a:cubicBezTo>
                      <a:pt x="5246" y="6384"/>
                      <a:pt x="5148" y="6384"/>
                      <a:pt x="5056" y="6384"/>
                    </a:cubicBezTo>
                    <a:cubicBezTo>
                      <a:pt x="4990" y="6381"/>
                      <a:pt x="4926" y="6379"/>
                      <a:pt x="4861" y="6379"/>
                    </a:cubicBezTo>
                    <a:cubicBezTo>
                      <a:pt x="4744" y="6379"/>
                      <a:pt x="4628" y="6385"/>
                      <a:pt x="4512" y="6395"/>
                    </a:cubicBezTo>
                    <a:cubicBezTo>
                      <a:pt x="4348" y="6404"/>
                      <a:pt x="4184" y="6413"/>
                      <a:pt x="4023" y="6413"/>
                    </a:cubicBezTo>
                    <a:cubicBezTo>
                      <a:pt x="3986" y="6413"/>
                      <a:pt x="3950" y="6413"/>
                      <a:pt x="3914" y="6412"/>
                    </a:cubicBezTo>
                    <a:lnTo>
                      <a:pt x="3599" y="6412"/>
                    </a:lnTo>
                    <a:cubicBezTo>
                      <a:pt x="3567" y="6412"/>
                      <a:pt x="3534" y="6412"/>
                      <a:pt x="3507" y="6417"/>
                    </a:cubicBezTo>
                    <a:cubicBezTo>
                      <a:pt x="3501" y="6412"/>
                      <a:pt x="3496" y="6406"/>
                      <a:pt x="3490" y="6406"/>
                    </a:cubicBezTo>
                    <a:cubicBezTo>
                      <a:pt x="3435" y="6388"/>
                      <a:pt x="3375" y="6377"/>
                      <a:pt x="3314" y="6377"/>
                    </a:cubicBezTo>
                    <a:cubicBezTo>
                      <a:pt x="3286" y="6377"/>
                      <a:pt x="3257" y="6379"/>
                      <a:pt x="3229" y="6384"/>
                    </a:cubicBezTo>
                    <a:cubicBezTo>
                      <a:pt x="3186" y="6384"/>
                      <a:pt x="3143" y="6395"/>
                      <a:pt x="3094" y="6401"/>
                    </a:cubicBezTo>
                    <a:cubicBezTo>
                      <a:pt x="3077" y="6403"/>
                      <a:pt x="3060" y="6403"/>
                      <a:pt x="3043" y="6403"/>
                    </a:cubicBezTo>
                    <a:cubicBezTo>
                      <a:pt x="3009" y="6403"/>
                      <a:pt x="2974" y="6401"/>
                      <a:pt x="2941" y="6401"/>
                    </a:cubicBezTo>
                    <a:cubicBezTo>
                      <a:pt x="2898" y="6403"/>
                      <a:pt x="2854" y="6405"/>
                      <a:pt x="2811" y="6405"/>
                    </a:cubicBezTo>
                    <a:cubicBezTo>
                      <a:pt x="2767" y="6405"/>
                      <a:pt x="2724" y="6403"/>
                      <a:pt x="2680" y="6401"/>
                    </a:cubicBezTo>
                    <a:cubicBezTo>
                      <a:pt x="2657" y="6393"/>
                      <a:pt x="2630" y="6388"/>
                      <a:pt x="2602" y="6388"/>
                    </a:cubicBezTo>
                    <a:cubicBezTo>
                      <a:pt x="2592" y="6388"/>
                      <a:pt x="2582" y="6388"/>
                      <a:pt x="2572" y="6390"/>
                    </a:cubicBezTo>
                    <a:cubicBezTo>
                      <a:pt x="2550" y="6395"/>
                      <a:pt x="2528" y="6406"/>
                      <a:pt x="2512" y="6422"/>
                    </a:cubicBezTo>
                    <a:lnTo>
                      <a:pt x="2240" y="6422"/>
                    </a:lnTo>
                    <a:cubicBezTo>
                      <a:pt x="2203" y="6423"/>
                      <a:pt x="2166" y="6424"/>
                      <a:pt x="2129" y="6424"/>
                    </a:cubicBezTo>
                    <a:cubicBezTo>
                      <a:pt x="1965" y="6424"/>
                      <a:pt x="1802" y="6415"/>
                      <a:pt x="1642" y="6406"/>
                    </a:cubicBezTo>
                    <a:cubicBezTo>
                      <a:pt x="1525" y="6396"/>
                      <a:pt x="1410" y="6392"/>
                      <a:pt x="1295" y="6392"/>
                    </a:cubicBezTo>
                    <a:cubicBezTo>
                      <a:pt x="1228" y="6392"/>
                      <a:pt x="1161" y="6393"/>
                      <a:pt x="1093" y="6395"/>
                    </a:cubicBezTo>
                    <a:cubicBezTo>
                      <a:pt x="1001" y="6395"/>
                      <a:pt x="903" y="6395"/>
                      <a:pt x="805" y="6401"/>
                    </a:cubicBezTo>
                    <a:cubicBezTo>
                      <a:pt x="778" y="6401"/>
                      <a:pt x="745" y="6401"/>
                      <a:pt x="718" y="6406"/>
                    </a:cubicBezTo>
                    <a:cubicBezTo>
                      <a:pt x="751" y="6330"/>
                      <a:pt x="767" y="6243"/>
                      <a:pt x="762" y="6162"/>
                    </a:cubicBezTo>
                    <a:cubicBezTo>
                      <a:pt x="751" y="6096"/>
                      <a:pt x="745" y="6031"/>
                      <a:pt x="751" y="5971"/>
                    </a:cubicBezTo>
                    <a:cubicBezTo>
                      <a:pt x="762" y="5906"/>
                      <a:pt x="767" y="5841"/>
                      <a:pt x="762" y="5776"/>
                    </a:cubicBezTo>
                    <a:cubicBezTo>
                      <a:pt x="751" y="5699"/>
                      <a:pt x="745" y="5629"/>
                      <a:pt x="745" y="5553"/>
                    </a:cubicBezTo>
                    <a:cubicBezTo>
                      <a:pt x="745" y="5482"/>
                      <a:pt x="729" y="5411"/>
                      <a:pt x="729" y="5335"/>
                    </a:cubicBezTo>
                    <a:cubicBezTo>
                      <a:pt x="729" y="5265"/>
                      <a:pt x="729" y="5172"/>
                      <a:pt x="729" y="5096"/>
                    </a:cubicBezTo>
                    <a:cubicBezTo>
                      <a:pt x="724" y="5053"/>
                      <a:pt x="724" y="5015"/>
                      <a:pt x="724" y="4971"/>
                    </a:cubicBezTo>
                    <a:cubicBezTo>
                      <a:pt x="778" y="4933"/>
                      <a:pt x="811" y="4873"/>
                      <a:pt x="816" y="4808"/>
                    </a:cubicBezTo>
                    <a:cubicBezTo>
                      <a:pt x="827" y="4759"/>
                      <a:pt x="827" y="4710"/>
                      <a:pt x="827" y="4661"/>
                    </a:cubicBezTo>
                    <a:cubicBezTo>
                      <a:pt x="816" y="4607"/>
                      <a:pt x="816" y="4553"/>
                      <a:pt x="811" y="4498"/>
                    </a:cubicBezTo>
                    <a:cubicBezTo>
                      <a:pt x="805" y="4444"/>
                      <a:pt x="794" y="4411"/>
                      <a:pt x="789" y="4362"/>
                    </a:cubicBezTo>
                    <a:cubicBezTo>
                      <a:pt x="783" y="4324"/>
                      <a:pt x="773" y="4286"/>
                      <a:pt x="745" y="4259"/>
                    </a:cubicBezTo>
                    <a:cubicBezTo>
                      <a:pt x="734" y="4248"/>
                      <a:pt x="724" y="4237"/>
                      <a:pt x="707" y="4237"/>
                    </a:cubicBezTo>
                    <a:cubicBezTo>
                      <a:pt x="675" y="4216"/>
                      <a:pt x="637" y="4199"/>
                      <a:pt x="604" y="4188"/>
                    </a:cubicBezTo>
                    <a:lnTo>
                      <a:pt x="582" y="4188"/>
                    </a:lnTo>
                    <a:cubicBezTo>
                      <a:pt x="588" y="4183"/>
                      <a:pt x="588" y="4177"/>
                      <a:pt x="588" y="4172"/>
                    </a:cubicBezTo>
                    <a:cubicBezTo>
                      <a:pt x="626" y="4031"/>
                      <a:pt x="577" y="3895"/>
                      <a:pt x="566" y="3753"/>
                    </a:cubicBezTo>
                    <a:cubicBezTo>
                      <a:pt x="555" y="3612"/>
                      <a:pt x="571" y="3482"/>
                      <a:pt x="571" y="3346"/>
                    </a:cubicBezTo>
                    <a:cubicBezTo>
                      <a:pt x="571" y="3210"/>
                      <a:pt x="593" y="3069"/>
                      <a:pt x="593" y="2927"/>
                    </a:cubicBezTo>
                    <a:cubicBezTo>
                      <a:pt x="588" y="2857"/>
                      <a:pt x="582" y="2791"/>
                      <a:pt x="571" y="2721"/>
                    </a:cubicBezTo>
                    <a:cubicBezTo>
                      <a:pt x="561" y="2650"/>
                      <a:pt x="561" y="2579"/>
                      <a:pt x="561" y="2509"/>
                    </a:cubicBezTo>
                    <a:cubicBezTo>
                      <a:pt x="561" y="2351"/>
                      <a:pt x="555" y="2199"/>
                      <a:pt x="555" y="2041"/>
                    </a:cubicBezTo>
                    <a:cubicBezTo>
                      <a:pt x="544" y="1894"/>
                      <a:pt x="550" y="1742"/>
                      <a:pt x="566" y="1595"/>
                    </a:cubicBezTo>
                    <a:cubicBezTo>
                      <a:pt x="582" y="1525"/>
                      <a:pt x="588" y="1449"/>
                      <a:pt x="593" y="1373"/>
                    </a:cubicBezTo>
                    <a:cubicBezTo>
                      <a:pt x="593" y="1324"/>
                      <a:pt x="582" y="1231"/>
                      <a:pt x="620" y="1199"/>
                    </a:cubicBezTo>
                    <a:cubicBezTo>
                      <a:pt x="653" y="1161"/>
                      <a:pt x="718" y="1171"/>
                      <a:pt x="762" y="1166"/>
                    </a:cubicBezTo>
                    <a:cubicBezTo>
                      <a:pt x="805" y="1161"/>
                      <a:pt x="843" y="1155"/>
                      <a:pt x="881" y="1150"/>
                    </a:cubicBezTo>
                    <a:cubicBezTo>
                      <a:pt x="898" y="1150"/>
                      <a:pt x="908" y="1144"/>
                      <a:pt x="925" y="1139"/>
                    </a:cubicBezTo>
                    <a:cubicBezTo>
                      <a:pt x="930" y="1204"/>
                      <a:pt x="941" y="1269"/>
                      <a:pt x="941" y="1335"/>
                    </a:cubicBezTo>
                    <a:lnTo>
                      <a:pt x="941" y="1650"/>
                    </a:lnTo>
                    <a:lnTo>
                      <a:pt x="941" y="1932"/>
                    </a:lnTo>
                    <a:cubicBezTo>
                      <a:pt x="941" y="2025"/>
                      <a:pt x="925" y="2106"/>
                      <a:pt x="925" y="2193"/>
                    </a:cubicBezTo>
                    <a:cubicBezTo>
                      <a:pt x="914" y="2373"/>
                      <a:pt x="914" y="2552"/>
                      <a:pt x="930" y="2732"/>
                    </a:cubicBezTo>
                    <a:cubicBezTo>
                      <a:pt x="936" y="2775"/>
                      <a:pt x="936" y="2819"/>
                      <a:pt x="936" y="2867"/>
                    </a:cubicBezTo>
                    <a:cubicBezTo>
                      <a:pt x="930" y="2905"/>
                      <a:pt x="936" y="2944"/>
                      <a:pt x="952" y="2976"/>
                    </a:cubicBezTo>
                    <a:cubicBezTo>
                      <a:pt x="974" y="3020"/>
                      <a:pt x="1012" y="3029"/>
                      <a:pt x="1053" y="3029"/>
                    </a:cubicBezTo>
                    <a:cubicBezTo>
                      <a:pt x="1074" y="3029"/>
                      <a:pt x="1095" y="3027"/>
                      <a:pt x="1115" y="3025"/>
                    </a:cubicBezTo>
                    <a:cubicBezTo>
                      <a:pt x="1136" y="3021"/>
                      <a:pt x="1157" y="3020"/>
                      <a:pt x="1178" y="3020"/>
                    </a:cubicBezTo>
                    <a:cubicBezTo>
                      <a:pt x="1229" y="3020"/>
                      <a:pt x="1280" y="3028"/>
                      <a:pt x="1333" y="3028"/>
                    </a:cubicBezTo>
                    <a:cubicBezTo>
                      <a:pt x="1349" y="3028"/>
                      <a:pt x="1365" y="3027"/>
                      <a:pt x="1381" y="3025"/>
                    </a:cubicBezTo>
                    <a:cubicBezTo>
                      <a:pt x="1447" y="3014"/>
                      <a:pt x="1512" y="3014"/>
                      <a:pt x="1572" y="2998"/>
                    </a:cubicBezTo>
                    <a:cubicBezTo>
                      <a:pt x="1572" y="3047"/>
                      <a:pt x="1572" y="3090"/>
                      <a:pt x="1577" y="3134"/>
                    </a:cubicBezTo>
                    <a:cubicBezTo>
                      <a:pt x="1582" y="3188"/>
                      <a:pt x="1626" y="3232"/>
                      <a:pt x="1680" y="3237"/>
                    </a:cubicBezTo>
                    <a:cubicBezTo>
                      <a:pt x="1707" y="3237"/>
                      <a:pt x="1735" y="3232"/>
                      <a:pt x="1762" y="3221"/>
                    </a:cubicBezTo>
                    <a:cubicBezTo>
                      <a:pt x="1794" y="3226"/>
                      <a:pt x="1827" y="3232"/>
                      <a:pt x="1860" y="3237"/>
                    </a:cubicBezTo>
                    <a:cubicBezTo>
                      <a:pt x="1898" y="3240"/>
                      <a:pt x="1934" y="3240"/>
                      <a:pt x="1970" y="3240"/>
                    </a:cubicBezTo>
                    <a:cubicBezTo>
                      <a:pt x="2006" y="3240"/>
                      <a:pt x="2042" y="3240"/>
                      <a:pt x="2077" y="3243"/>
                    </a:cubicBezTo>
                    <a:cubicBezTo>
                      <a:pt x="2100" y="3248"/>
                      <a:pt x="2123" y="3250"/>
                      <a:pt x="2146" y="3250"/>
                    </a:cubicBezTo>
                    <a:cubicBezTo>
                      <a:pt x="2195" y="3250"/>
                      <a:pt x="2245" y="3239"/>
                      <a:pt x="2289" y="3221"/>
                    </a:cubicBezTo>
                    <a:cubicBezTo>
                      <a:pt x="2376" y="3183"/>
                      <a:pt x="2392" y="3085"/>
                      <a:pt x="2398" y="3003"/>
                    </a:cubicBezTo>
                    <a:cubicBezTo>
                      <a:pt x="2496" y="3020"/>
                      <a:pt x="2593" y="3009"/>
                      <a:pt x="2691" y="3025"/>
                    </a:cubicBezTo>
                    <a:cubicBezTo>
                      <a:pt x="2718" y="3029"/>
                      <a:pt x="2744" y="3030"/>
                      <a:pt x="2770" y="3030"/>
                    </a:cubicBezTo>
                    <a:cubicBezTo>
                      <a:pt x="2832" y="3030"/>
                      <a:pt x="2893" y="3022"/>
                      <a:pt x="2955" y="3022"/>
                    </a:cubicBezTo>
                    <a:cubicBezTo>
                      <a:pt x="2974" y="3022"/>
                      <a:pt x="2993" y="3023"/>
                      <a:pt x="3012" y="3025"/>
                    </a:cubicBezTo>
                    <a:cubicBezTo>
                      <a:pt x="3121" y="3036"/>
                      <a:pt x="3240" y="3041"/>
                      <a:pt x="3360" y="3041"/>
                    </a:cubicBezTo>
                    <a:cubicBezTo>
                      <a:pt x="3480" y="3041"/>
                      <a:pt x="3599" y="3031"/>
                      <a:pt x="3719" y="3025"/>
                    </a:cubicBezTo>
                    <a:cubicBezTo>
                      <a:pt x="3730" y="3025"/>
                      <a:pt x="3740" y="3025"/>
                      <a:pt x="3751" y="3020"/>
                    </a:cubicBezTo>
                    <a:cubicBezTo>
                      <a:pt x="3751" y="3096"/>
                      <a:pt x="3789" y="3172"/>
                      <a:pt x="3860" y="3210"/>
                    </a:cubicBezTo>
                    <a:cubicBezTo>
                      <a:pt x="3905" y="3228"/>
                      <a:pt x="3954" y="3237"/>
                      <a:pt x="4004" y="3237"/>
                    </a:cubicBezTo>
                    <a:cubicBezTo>
                      <a:pt x="4027" y="3237"/>
                      <a:pt x="4050" y="3235"/>
                      <a:pt x="4072" y="3232"/>
                    </a:cubicBezTo>
                    <a:cubicBezTo>
                      <a:pt x="4107" y="3229"/>
                      <a:pt x="4143" y="3229"/>
                      <a:pt x="4179" y="3229"/>
                    </a:cubicBezTo>
                    <a:cubicBezTo>
                      <a:pt x="4215" y="3229"/>
                      <a:pt x="4251" y="3229"/>
                      <a:pt x="4289" y="3226"/>
                    </a:cubicBezTo>
                    <a:cubicBezTo>
                      <a:pt x="4322" y="3221"/>
                      <a:pt x="4355" y="3215"/>
                      <a:pt x="4387" y="3210"/>
                    </a:cubicBezTo>
                    <a:cubicBezTo>
                      <a:pt x="4414" y="3215"/>
                      <a:pt x="4442" y="3221"/>
                      <a:pt x="4469" y="3226"/>
                    </a:cubicBezTo>
                    <a:cubicBezTo>
                      <a:pt x="4523" y="3221"/>
                      <a:pt x="4567" y="3177"/>
                      <a:pt x="4572" y="3123"/>
                    </a:cubicBezTo>
                    <a:cubicBezTo>
                      <a:pt x="4578" y="3079"/>
                      <a:pt x="4578" y="3036"/>
                      <a:pt x="4578" y="2987"/>
                    </a:cubicBezTo>
                    <a:cubicBezTo>
                      <a:pt x="4643" y="3003"/>
                      <a:pt x="4703" y="3003"/>
                      <a:pt x="4768" y="3009"/>
                    </a:cubicBezTo>
                    <a:cubicBezTo>
                      <a:pt x="4790" y="3013"/>
                      <a:pt x="4812" y="3014"/>
                      <a:pt x="4834" y="3014"/>
                    </a:cubicBezTo>
                    <a:cubicBezTo>
                      <a:pt x="4887" y="3014"/>
                      <a:pt x="4938" y="3006"/>
                      <a:pt x="4988" y="3006"/>
                    </a:cubicBezTo>
                    <a:cubicBezTo>
                      <a:pt x="5004" y="3006"/>
                      <a:pt x="5019" y="3007"/>
                      <a:pt x="5034" y="3009"/>
                    </a:cubicBezTo>
                    <a:cubicBezTo>
                      <a:pt x="5057" y="3013"/>
                      <a:pt x="5079" y="3016"/>
                      <a:pt x="5100" y="3016"/>
                    </a:cubicBezTo>
                    <a:cubicBezTo>
                      <a:pt x="5141" y="3016"/>
                      <a:pt x="5176" y="3004"/>
                      <a:pt x="5197" y="2965"/>
                    </a:cubicBezTo>
                    <a:cubicBezTo>
                      <a:pt x="5214" y="2927"/>
                      <a:pt x="5219" y="2889"/>
                      <a:pt x="5214" y="2857"/>
                    </a:cubicBezTo>
                    <a:cubicBezTo>
                      <a:pt x="5214" y="2808"/>
                      <a:pt x="5214" y="2764"/>
                      <a:pt x="5224" y="2721"/>
                    </a:cubicBezTo>
                    <a:cubicBezTo>
                      <a:pt x="5235" y="2541"/>
                      <a:pt x="5235" y="2362"/>
                      <a:pt x="5224" y="2183"/>
                    </a:cubicBezTo>
                    <a:cubicBezTo>
                      <a:pt x="5224" y="2096"/>
                      <a:pt x="5208" y="2009"/>
                      <a:pt x="5208" y="1922"/>
                    </a:cubicBezTo>
                    <a:lnTo>
                      <a:pt x="5208" y="1639"/>
                    </a:lnTo>
                    <a:lnTo>
                      <a:pt x="5208" y="1324"/>
                    </a:lnTo>
                    <a:cubicBezTo>
                      <a:pt x="5208" y="1258"/>
                      <a:pt x="5219" y="1193"/>
                      <a:pt x="5224" y="1128"/>
                    </a:cubicBezTo>
                    <a:close/>
                    <a:moveTo>
                      <a:pt x="4877" y="6509"/>
                    </a:moveTo>
                    <a:cubicBezTo>
                      <a:pt x="4877" y="6520"/>
                      <a:pt x="4877" y="6531"/>
                      <a:pt x="4871" y="6547"/>
                    </a:cubicBezTo>
                    <a:lnTo>
                      <a:pt x="4866" y="6547"/>
                    </a:lnTo>
                    <a:cubicBezTo>
                      <a:pt x="4855" y="6586"/>
                      <a:pt x="4849" y="6629"/>
                      <a:pt x="4844" y="6672"/>
                    </a:cubicBezTo>
                    <a:cubicBezTo>
                      <a:pt x="4844" y="6678"/>
                      <a:pt x="4844" y="6721"/>
                      <a:pt x="4849" y="6727"/>
                    </a:cubicBezTo>
                    <a:cubicBezTo>
                      <a:pt x="4838" y="6727"/>
                      <a:pt x="4822" y="6721"/>
                      <a:pt x="4817" y="6721"/>
                    </a:cubicBezTo>
                    <a:cubicBezTo>
                      <a:pt x="4798" y="6719"/>
                      <a:pt x="4780" y="6717"/>
                      <a:pt x="4762" y="6717"/>
                    </a:cubicBezTo>
                    <a:cubicBezTo>
                      <a:pt x="4745" y="6717"/>
                      <a:pt x="4727" y="6719"/>
                      <a:pt x="4708" y="6721"/>
                    </a:cubicBezTo>
                    <a:cubicBezTo>
                      <a:pt x="4632" y="6729"/>
                      <a:pt x="4554" y="6734"/>
                      <a:pt x="4477" y="6734"/>
                    </a:cubicBezTo>
                    <a:cubicBezTo>
                      <a:pt x="4448" y="6734"/>
                      <a:pt x="4420" y="6734"/>
                      <a:pt x="4393" y="6732"/>
                    </a:cubicBezTo>
                    <a:cubicBezTo>
                      <a:pt x="4360" y="6732"/>
                      <a:pt x="4328" y="6732"/>
                      <a:pt x="4300" y="6721"/>
                    </a:cubicBezTo>
                    <a:cubicBezTo>
                      <a:pt x="4293" y="6721"/>
                      <a:pt x="4288" y="6720"/>
                      <a:pt x="4284" y="6720"/>
                    </a:cubicBezTo>
                    <a:cubicBezTo>
                      <a:pt x="4281" y="6720"/>
                      <a:pt x="4279" y="6720"/>
                      <a:pt x="4278" y="6721"/>
                    </a:cubicBezTo>
                    <a:lnTo>
                      <a:pt x="4278" y="6721"/>
                    </a:lnTo>
                    <a:cubicBezTo>
                      <a:pt x="4281" y="6719"/>
                      <a:pt x="4284" y="6715"/>
                      <a:pt x="4284" y="6705"/>
                    </a:cubicBezTo>
                    <a:cubicBezTo>
                      <a:pt x="4284" y="6689"/>
                      <a:pt x="4279" y="6667"/>
                      <a:pt x="4273" y="6651"/>
                    </a:cubicBezTo>
                    <a:lnTo>
                      <a:pt x="4273" y="6569"/>
                    </a:lnTo>
                    <a:cubicBezTo>
                      <a:pt x="4273" y="6558"/>
                      <a:pt x="4268" y="6547"/>
                      <a:pt x="4262" y="6542"/>
                    </a:cubicBezTo>
                    <a:cubicBezTo>
                      <a:pt x="4344" y="6542"/>
                      <a:pt x="4425" y="6531"/>
                      <a:pt x="4507" y="6526"/>
                    </a:cubicBezTo>
                    <a:cubicBezTo>
                      <a:pt x="4599" y="6520"/>
                      <a:pt x="4692" y="6509"/>
                      <a:pt x="4784" y="6509"/>
                    </a:cubicBezTo>
                    <a:close/>
                    <a:moveTo>
                      <a:pt x="1365" y="6520"/>
                    </a:moveTo>
                    <a:cubicBezTo>
                      <a:pt x="1463" y="6520"/>
                      <a:pt x="1550" y="6526"/>
                      <a:pt x="1648" y="6537"/>
                    </a:cubicBezTo>
                    <a:cubicBezTo>
                      <a:pt x="1729" y="6542"/>
                      <a:pt x="1811" y="6547"/>
                      <a:pt x="1887" y="6547"/>
                    </a:cubicBezTo>
                    <a:cubicBezTo>
                      <a:pt x="1881" y="6558"/>
                      <a:pt x="1881" y="6569"/>
                      <a:pt x="1881" y="6575"/>
                    </a:cubicBezTo>
                    <a:lnTo>
                      <a:pt x="1876" y="6580"/>
                    </a:lnTo>
                    <a:lnTo>
                      <a:pt x="1876" y="6667"/>
                    </a:lnTo>
                    <a:cubicBezTo>
                      <a:pt x="1871" y="6683"/>
                      <a:pt x="1865" y="6700"/>
                      <a:pt x="1865" y="6716"/>
                    </a:cubicBezTo>
                    <a:cubicBezTo>
                      <a:pt x="1865" y="6726"/>
                      <a:pt x="1869" y="6730"/>
                      <a:pt x="1871" y="6731"/>
                    </a:cubicBezTo>
                    <a:lnTo>
                      <a:pt x="1871" y="6731"/>
                    </a:lnTo>
                    <a:cubicBezTo>
                      <a:pt x="1870" y="6731"/>
                      <a:pt x="1868" y="6731"/>
                      <a:pt x="1865" y="6731"/>
                    </a:cubicBezTo>
                    <a:cubicBezTo>
                      <a:pt x="1861" y="6731"/>
                      <a:pt x="1856" y="6731"/>
                      <a:pt x="1849" y="6732"/>
                    </a:cubicBezTo>
                    <a:cubicBezTo>
                      <a:pt x="1822" y="6738"/>
                      <a:pt x="1789" y="6743"/>
                      <a:pt x="1756" y="6743"/>
                    </a:cubicBezTo>
                    <a:cubicBezTo>
                      <a:pt x="1729" y="6745"/>
                      <a:pt x="1701" y="6745"/>
                      <a:pt x="1672" y="6745"/>
                    </a:cubicBezTo>
                    <a:cubicBezTo>
                      <a:pt x="1595" y="6745"/>
                      <a:pt x="1517" y="6740"/>
                      <a:pt x="1441" y="6732"/>
                    </a:cubicBezTo>
                    <a:cubicBezTo>
                      <a:pt x="1422" y="6730"/>
                      <a:pt x="1404" y="6728"/>
                      <a:pt x="1387" y="6728"/>
                    </a:cubicBezTo>
                    <a:cubicBezTo>
                      <a:pt x="1369" y="6728"/>
                      <a:pt x="1351" y="6730"/>
                      <a:pt x="1332" y="6732"/>
                    </a:cubicBezTo>
                    <a:cubicBezTo>
                      <a:pt x="1332" y="6732"/>
                      <a:pt x="1311" y="6738"/>
                      <a:pt x="1300" y="6738"/>
                    </a:cubicBezTo>
                    <a:cubicBezTo>
                      <a:pt x="1311" y="6732"/>
                      <a:pt x="1305" y="6689"/>
                      <a:pt x="1305" y="6683"/>
                    </a:cubicBezTo>
                    <a:cubicBezTo>
                      <a:pt x="1300" y="6640"/>
                      <a:pt x="1294" y="6596"/>
                      <a:pt x="1283" y="6558"/>
                    </a:cubicBezTo>
                    <a:cubicBezTo>
                      <a:pt x="1283" y="6542"/>
                      <a:pt x="1278" y="6531"/>
                      <a:pt x="1278" y="6520"/>
                    </a:cubicBezTo>
                    <a:close/>
                    <a:moveTo>
                      <a:pt x="3382" y="1"/>
                    </a:moveTo>
                    <a:cubicBezTo>
                      <a:pt x="3360" y="1"/>
                      <a:pt x="3338" y="3"/>
                      <a:pt x="3316" y="8"/>
                    </a:cubicBezTo>
                    <a:cubicBezTo>
                      <a:pt x="3213" y="19"/>
                      <a:pt x="3115" y="25"/>
                      <a:pt x="3012" y="25"/>
                    </a:cubicBezTo>
                    <a:cubicBezTo>
                      <a:pt x="2920" y="25"/>
                      <a:pt x="2833" y="46"/>
                      <a:pt x="2740" y="52"/>
                    </a:cubicBezTo>
                    <a:cubicBezTo>
                      <a:pt x="2697" y="52"/>
                      <a:pt x="2659" y="52"/>
                      <a:pt x="2615" y="63"/>
                    </a:cubicBezTo>
                    <a:cubicBezTo>
                      <a:pt x="2550" y="46"/>
                      <a:pt x="2474" y="52"/>
                      <a:pt x="2414" y="35"/>
                    </a:cubicBezTo>
                    <a:cubicBezTo>
                      <a:pt x="2392" y="33"/>
                      <a:pt x="2371" y="32"/>
                      <a:pt x="2350" y="32"/>
                    </a:cubicBezTo>
                    <a:cubicBezTo>
                      <a:pt x="2314" y="32"/>
                      <a:pt x="2278" y="36"/>
                      <a:pt x="2240" y="46"/>
                    </a:cubicBezTo>
                    <a:cubicBezTo>
                      <a:pt x="2191" y="46"/>
                      <a:pt x="2142" y="52"/>
                      <a:pt x="2093" y="73"/>
                    </a:cubicBezTo>
                    <a:cubicBezTo>
                      <a:pt x="2055" y="101"/>
                      <a:pt x="2028" y="139"/>
                      <a:pt x="2023" y="188"/>
                    </a:cubicBezTo>
                    <a:cubicBezTo>
                      <a:pt x="2012" y="242"/>
                      <a:pt x="2006" y="296"/>
                      <a:pt x="2001" y="351"/>
                    </a:cubicBezTo>
                    <a:cubicBezTo>
                      <a:pt x="1990" y="416"/>
                      <a:pt x="1985" y="481"/>
                      <a:pt x="1985" y="552"/>
                    </a:cubicBezTo>
                    <a:cubicBezTo>
                      <a:pt x="1979" y="606"/>
                      <a:pt x="1985" y="661"/>
                      <a:pt x="1990" y="715"/>
                    </a:cubicBezTo>
                    <a:cubicBezTo>
                      <a:pt x="1947" y="715"/>
                      <a:pt x="1903" y="709"/>
                      <a:pt x="1865" y="704"/>
                    </a:cubicBezTo>
                    <a:cubicBezTo>
                      <a:pt x="1827" y="699"/>
                      <a:pt x="1788" y="696"/>
                      <a:pt x="1749" y="696"/>
                    </a:cubicBezTo>
                    <a:cubicBezTo>
                      <a:pt x="1710" y="696"/>
                      <a:pt x="1672" y="699"/>
                      <a:pt x="1637" y="704"/>
                    </a:cubicBezTo>
                    <a:cubicBezTo>
                      <a:pt x="1593" y="709"/>
                      <a:pt x="1550" y="715"/>
                      <a:pt x="1506" y="720"/>
                    </a:cubicBezTo>
                    <a:cubicBezTo>
                      <a:pt x="1463" y="720"/>
                      <a:pt x="1414" y="709"/>
                      <a:pt x="1370" y="704"/>
                    </a:cubicBezTo>
                    <a:cubicBezTo>
                      <a:pt x="1318" y="699"/>
                      <a:pt x="1243" y="688"/>
                      <a:pt x="1169" y="688"/>
                    </a:cubicBezTo>
                    <a:cubicBezTo>
                      <a:pt x="1083" y="688"/>
                      <a:pt x="999" y="703"/>
                      <a:pt x="952" y="758"/>
                    </a:cubicBezTo>
                    <a:cubicBezTo>
                      <a:pt x="936" y="775"/>
                      <a:pt x="925" y="802"/>
                      <a:pt x="925" y="824"/>
                    </a:cubicBezTo>
                    <a:cubicBezTo>
                      <a:pt x="925" y="834"/>
                      <a:pt x="925" y="840"/>
                      <a:pt x="925" y="851"/>
                    </a:cubicBezTo>
                    <a:cubicBezTo>
                      <a:pt x="919" y="862"/>
                      <a:pt x="919" y="867"/>
                      <a:pt x="914" y="878"/>
                    </a:cubicBezTo>
                    <a:cubicBezTo>
                      <a:pt x="914" y="916"/>
                      <a:pt x="919" y="959"/>
                      <a:pt x="930" y="998"/>
                    </a:cubicBezTo>
                    <a:cubicBezTo>
                      <a:pt x="930" y="1008"/>
                      <a:pt x="930" y="1025"/>
                      <a:pt x="930" y="1041"/>
                    </a:cubicBezTo>
                    <a:cubicBezTo>
                      <a:pt x="903" y="1041"/>
                      <a:pt x="876" y="1046"/>
                      <a:pt x="849" y="1046"/>
                    </a:cubicBezTo>
                    <a:cubicBezTo>
                      <a:pt x="794" y="1052"/>
                      <a:pt x="745" y="1057"/>
                      <a:pt x="691" y="1063"/>
                    </a:cubicBezTo>
                    <a:cubicBezTo>
                      <a:pt x="687" y="1062"/>
                      <a:pt x="682" y="1062"/>
                      <a:pt x="678" y="1062"/>
                    </a:cubicBezTo>
                    <a:cubicBezTo>
                      <a:pt x="607" y="1062"/>
                      <a:pt x="542" y="1104"/>
                      <a:pt x="512" y="1166"/>
                    </a:cubicBezTo>
                    <a:cubicBezTo>
                      <a:pt x="463" y="1258"/>
                      <a:pt x="484" y="1383"/>
                      <a:pt x="474" y="1487"/>
                    </a:cubicBezTo>
                    <a:cubicBezTo>
                      <a:pt x="463" y="1617"/>
                      <a:pt x="441" y="1742"/>
                      <a:pt x="441" y="1873"/>
                    </a:cubicBezTo>
                    <a:cubicBezTo>
                      <a:pt x="441" y="2139"/>
                      <a:pt x="435" y="2400"/>
                      <a:pt x="430" y="2661"/>
                    </a:cubicBezTo>
                    <a:cubicBezTo>
                      <a:pt x="430" y="2715"/>
                      <a:pt x="435" y="2770"/>
                      <a:pt x="446" y="2819"/>
                    </a:cubicBezTo>
                    <a:cubicBezTo>
                      <a:pt x="452" y="2884"/>
                      <a:pt x="452" y="2944"/>
                      <a:pt x="446" y="3003"/>
                    </a:cubicBezTo>
                    <a:cubicBezTo>
                      <a:pt x="441" y="3128"/>
                      <a:pt x="419" y="3253"/>
                      <a:pt x="419" y="3378"/>
                    </a:cubicBezTo>
                    <a:cubicBezTo>
                      <a:pt x="419" y="3503"/>
                      <a:pt x="408" y="3639"/>
                      <a:pt x="414" y="3770"/>
                    </a:cubicBezTo>
                    <a:cubicBezTo>
                      <a:pt x="419" y="3840"/>
                      <a:pt x="435" y="3906"/>
                      <a:pt x="446" y="3976"/>
                    </a:cubicBezTo>
                    <a:cubicBezTo>
                      <a:pt x="446" y="4042"/>
                      <a:pt x="452" y="4112"/>
                      <a:pt x="468" y="4177"/>
                    </a:cubicBezTo>
                    <a:cubicBezTo>
                      <a:pt x="468" y="4194"/>
                      <a:pt x="474" y="4205"/>
                      <a:pt x="484" y="4210"/>
                    </a:cubicBezTo>
                    <a:cubicBezTo>
                      <a:pt x="468" y="4216"/>
                      <a:pt x="457" y="4221"/>
                      <a:pt x="441" y="4221"/>
                    </a:cubicBezTo>
                    <a:cubicBezTo>
                      <a:pt x="321" y="4237"/>
                      <a:pt x="207" y="4270"/>
                      <a:pt x="93" y="4308"/>
                    </a:cubicBezTo>
                    <a:cubicBezTo>
                      <a:pt x="33" y="4324"/>
                      <a:pt x="1" y="4384"/>
                      <a:pt x="11" y="4449"/>
                    </a:cubicBezTo>
                    <a:cubicBezTo>
                      <a:pt x="11" y="4569"/>
                      <a:pt x="22" y="4683"/>
                      <a:pt x="22" y="4803"/>
                    </a:cubicBezTo>
                    <a:cubicBezTo>
                      <a:pt x="22" y="4868"/>
                      <a:pt x="39" y="4928"/>
                      <a:pt x="82" y="4977"/>
                    </a:cubicBezTo>
                    <a:cubicBezTo>
                      <a:pt x="71" y="5210"/>
                      <a:pt x="104" y="5449"/>
                      <a:pt x="66" y="5683"/>
                    </a:cubicBezTo>
                    <a:cubicBezTo>
                      <a:pt x="60" y="5738"/>
                      <a:pt x="60" y="5792"/>
                      <a:pt x="66" y="5846"/>
                    </a:cubicBezTo>
                    <a:cubicBezTo>
                      <a:pt x="77" y="5917"/>
                      <a:pt x="77" y="5988"/>
                      <a:pt x="71" y="6064"/>
                    </a:cubicBezTo>
                    <a:cubicBezTo>
                      <a:pt x="66" y="6183"/>
                      <a:pt x="71" y="6281"/>
                      <a:pt x="158" y="6374"/>
                    </a:cubicBezTo>
                    <a:cubicBezTo>
                      <a:pt x="218" y="6444"/>
                      <a:pt x="343" y="6466"/>
                      <a:pt x="430" y="6477"/>
                    </a:cubicBezTo>
                    <a:cubicBezTo>
                      <a:pt x="479" y="6482"/>
                      <a:pt x="533" y="6488"/>
                      <a:pt x="588" y="6488"/>
                    </a:cubicBezTo>
                    <a:cubicBezTo>
                      <a:pt x="633" y="6512"/>
                      <a:pt x="680" y="6524"/>
                      <a:pt x="729" y="6524"/>
                    </a:cubicBezTo>
                    <a:cubicBezTo>
                      <a:pt x="745" y="6524"/>
                      <a:pt x="762" y="6523"/>
                      <a:pt x="778" y="6520"/>
                    </a:cubicBezTo>
                    <a:cubicBezTo>
                      <a:pt x="870" y="6520"/>
                      <a:pt x="963" y="6520"/>
                      <a:pt x="1055" y="6526"/>
                    </a:cubicBezTo>
                    <a:lnTo>
                      <a:pt x="1191" y="6526"/>
                    </a:lnTo>
                    <a:cubicBezTo>
                      <a:pt x="1191" y="6542"/>
                      <a:pt x="1186" y="6558"/>
                      <a:pt x="1186" y="6564"/>
                    </a:cubicBezTo>
                    <a:cubicBezTo>
                      <a:pt x="1186" y="6596"/>
                      <a:pt x="1186" y="6634"/>
                      <a:pt x="1196" y="6672"/>
                    </a:cubicBezTo>
                    <a:cubicBezTo>
                      <a:pt x="1202" y="6727"/>
                      <a:pt x="1180" y="6787"/>
                      <a:pt x="1224" y="6830"/>
                    </a:cubicBezTo>
                    <a:cubicBezTo>
                      <a:pt x="1244" y="6850"/>
                      <a:pt x="1270" y="6861"/>
                      <a:pt x="1300" y="6861"/>
                    </a:cubicBezTo>
                    <a:cubicBezTo>
                      <a:pt x="1310" y="6861"/>
                      <a:pt x="1321" y="6860"/>
                      <a:pt x="1332" y="6857"/>
                    </a:cubicBezTo>
                    <a:cubicBezTo>
                      <a:pt x="1359" y="6855"/>
                      <a:pt x="1387" y="6854"/>
                      <a:pt x="1415" y="6854"/>
                    </a:cubicBezTo>
                    <a:cubicBezTo>
                      <a:pt x="1455" y="6854"/>
                      <a:pt x="1495" y="6856"/>
                      <a:pt x="1534" y="6863"/>
                    </a:cubicBezTo>
                    <a:cubicBezTo>
                      <a:pt x="1574" y="6865"/>
                      <a:pt x="1615" y="6867"/>
                      <a:pt x="1656" y="6867"/>
                    </a:cubicBezTo>
                    <a:cubicBezTo>
                      <a:pt x="1697" y="6867"/>
                      <a:pt x="1737" y="6865"/>
                      <a:pt x="1778" y="6863"/>
                    </a:cubicBezTo>
                    <a:cubicBezTo>
                      <a:pt x="1792" y="6864"/>
                      <a:pt x="1806" y="6865"/>
                      <a:pt x="1820" y="6865"/>
                    </a:cubicBezTo>
                    <a:cubicBezTo>
                      <a:pt x="1866" y="6865"/>
                      <a:pt x="1911" y="6858"/>
                      <a:pt x="1952" y="6841"/>
                    </a:cubicBezTo>
                    <a:cubicBezTo>
                      <a:pt x="1968" y="6830"/>
                      <a:pt x="1979" y="6814"/>
                      <a:pt x="1985" y="6792"/>
                    </a:cubicBezTo>
                    <a:cubicBezTo>
                      <a:pt x="1990" y="6781"/>
                      <a:pt x="1990" y="6770"/>
                      <a:pt x="1990" y="6759"/>
                    </a:cubicBezTo>
                    <a:cubicBezTo>
                      <a:pt x="1990" y="6749"/>
                      <a:pt x="1990" y="6738"/>
                      <a:pt x="1985" y="6738"/>
                    </a:cubicBezTo>
                    <a:cubicBezTo>
                      <a:pt x="1990" y="6732"/>
                      <a:pt x="1996" y="6727"/>
                      <a:pt x="2001" y="6721"/>
                    </a:cubicBezTo>
                    <a:cubicBezTo>
                      <a:pt x="2006" y="6705"/>
                      <a:pt x="2006" y="6694"/>
                      <a:pt x="2006" y="6678"/>
                    </a:cubicBezTo>
                    <a:cubicBezTo>
                      <a:pt x="2012" y="6640"/>
                      <a:pt x="2012" y="6602"/>
                      <a:pt x="2006" y="6569"/>
                    </a:cubicBezTo>
                    <a:lnTo>
                      <a:pt x="2006" y="6558"/>
                    </a:lnTo>
                    <a:lnTo>
                      <a:pt x="2583" y="6558"/>
                    </a:lnTo>
                    <a:cubicBezTo>
                      <a:pt x="2597" y="6560"/>
                      <a:pt x="2612" y="6561"/>
                      <a:pt x="2626" y="6561"/>
                    </a:cubicBezTo>
                    <a:cubicBezTo>
                      <a:pt x="2656" y="6561"/>
                      <a:pt x="2686" y="6558"/>
                      <a:pt x="2719" y="6558"/>
                    </a:cubicBezTo>
                    <a:lnTo>
                      <a:pt x="3099" y="6558"/>
                    </a:lnTo>
                    <a:cubicBezTo>
                      <a:pt x="3148" y="6553"/>
                      <a:pt x="3202" y="6542"/>
                      <a:pt x="3257" y="6542"/>
                    </a:cubicBezTo>
                    <a:cubicBezTo>
                      <a:pt x="3306" y="6542"/>
                      <a:pt x="3349" y="6537"/>
                      <a:pt x="3393" y="6531"/>
                    </a:cubicBezTo>
                    <a:cubicBezTo>
                      <a:pt x="3403" y="6537"/>
                      <a:pt x="3420" y="6542"/>
                      <a:pt x="3431" y="6542"/>
                    </a:cubicBezTo>
                    <a:cubicBezTo>
                      <a:pt x="3474" y="6547"/>
                      <a:pt x="3523" y="6547"/>
                      <a:pt x="3567" y="6547"/>
                    </a:cubicBezTo>
                    <a:lnTo>
                      <a:pt x="4148" y="6547"/>
                    </a:lnTo>
                    <a:cubicBezTo>
                      <a:pt x="4148" y="6553"/>
                      <a:pt x="4148" y="6553"/>
                      <a:pt x="4148" y="6558"/>
                    </a:cubicBezTo>
                    <a:cubicBezTo>
                      <a:pt x="4143" y="6591"/>
                      <a:pt x="4143" y="6629"/>
                      <a:pt x="4148" y="6667"/>
                    </a:cubicBezTo>
                    <a:cubicBezTo>
                      <a:pt x="4148" y="6678"/>
                      <a:pt x="4154" y="6694"/>
                      <a:pt x="4159" y="6711"/>
                    </a:cubicBezTo>
                    <a:cubicBezTo>
                      <a:pt x="4164" y="6716"/>
                      <a:pt x="4170" y="6721"/>
                      <a:pt x="4175" y="6727"/>
                    </a:cubicBezTo>
                    <a:cubicBezTo>
                      <a:pt x="4170" y="6727"/>
                      <a:pt x="4164" y="6738"/>
                      <a:pt x="4164" y="6749"/>
                    </a:cubicBezTo>
                    <a:cubicBezTo>
                      <a:pt x="4164" y="6759"/>
                      <a:pt x="4170" y="6770"/>
                      <a:pt x="4175" y="6781"/>
                    </a:cubicBezTo>
                    <a:cubicBezTo>
                      <a:pt x="4181" y="6803"/>
                      <a:pt x="4192" y="6819"/>
                      <a:pt x="4208" y="6830"/>
                    </a:cubicBezTo>
                    <a:cubicBezTo>
                      <a:pt x="4249" y="6847"/>
                      <a:pt x="4294" y="6854"/>
                      <a:pt x="4340" y="6854"/>
                    </a:cubicBezTo>
                    <a:cubicBezTo>
                      <a:pt x="4354" y="6854"/>
                      <a:pt x="4368" y="6853"/>
                      <a:pt x="4382" y="6852"/>
                    </a:cubicBezTo>
                    <a:cubicBezTo>
                      <a:pt x="4423" y="6855"/>
                      <a:pt x="4463" y="6856"/>
                      <a:pt x="4504" y="6856"/>
                    </a:cubicBezTo>
                    <a:cubicBezTo>
                      <a:pt x="4544" y="6856"/>
                      <a:pt x="4583" y="6855"/>
                      <a:pt x="4621" y="6852"/>
                    </a:cubicBezTo>
                    <a:cubicBezTo>
                      <a:pt x="4662" y="6846"/>
                      <a:pt x="4704" y="6843"/>
                      <a:pt x="4744" y="6843"/>
                    </a:cubicBezTo>
                    <a:cubicBezTo>
                      <a:pt x="4773" y="6843"/>
                      <a:pt x="4801" y="6844"/>
                      <a:pt x="4828" y="6846"/>
                    </a:cubicBezTo>
                    <a:cubicBezTo>
                      <a:pt x="4837" y="6849"/>
                      <a:pt x="4848" y="6851"/>
                      <a:pt x="4858" y="6851"/>
                    </a:cubicBezTo>
                    <a:cubicBezTo>
                      <a:pt x="4887" y="6851"/>
                      <a:pt x="4916" y="6839"/>
                      <a:pt x="4936" y="6819"/>
                    </a:cubicBezTo>
                    <a:cubicBezTo>
                      <a:pt x="4974" y="6776"/>
                      <a:pt x="4958" y="6711"/>
                      <a:pt x="4964" y="6662"/>
                    </a:cubicBezTo>
                    <a:cubicBezTo>
                      <a:pt x="4969" y="6624"/>
                      <a:pt x="4974" y="6586"/>
                      <a:pt x="4974" y="6553"/>
                    </a:cubicBezTo>
                    <a:cubicBezTo>
                      <a:pt x="4974" y="6547"/>
                      <a:pt x="4974" y="6531"/>
                      <a:pt x="4969" y="6515"/>
                    </a:cubicBezTo>
                    <a:lnTo>
                      <a:pt x="5105" y="6515"/>
                    </a:lnTo>
                    <a:cubicBezTo>
                      <a:pt x="5163" y="6515"/>
                      <a:pt x="5226" y="6512"/>
                      <a:pt x="5287" y="6512"/>
                    </a:cubicBezTo>
                    <a:cubicBezTo>
                      <a:pt x="5317" y="6512"/>
                      <a:pt x="5348" y="6513"/>
                      <a:pt x="5377" y="6515"/>
                    </a:cubicBezTo>
                    <a:cubicBezTo>
                      <a:pt x="5391" y="6517"/>
                      <a:pt x="5406" y="6518"/>
                      <a:pt x="5420" y="6518"/>
                    </a:cubicBezTo>
                    <a:cubicBezTo>
                      <a:pt x="5474" y="6518"/>
                      <a:pt x="5524" y="6503"/>
                      <a:pt x="5567" y="6477"/>
                    </a:cubicBezTo>
                    <a:cubicBezTo>
                      <a:pt x="5621" y="6477"/>
                      <a:pt x="5676" y="6477"/>
                      <a:pt x="5730" y="6466"/>
                    </a:cubicBezTo>
                    <a:cubicBezTo>
                      <a:pt x="5817" y="6455"/>
                      <a:pt x="5942" y="6439"/>
                      <a:pt x="6002" y="6368"/>
                    </a:cubicBezTo>
                    <a:cubicBezTo>
                      <a:pt x="6089" y="6276"/>
                      <a:pt x="6094" y="6172"/>
                      <a:pt x="6089" y="6053"/>
                    </a:cubicBezTo>
                    <a:cubicBezTo>
                      <a:pt x="6083" y="5982"/>
                      <a:pt x="6083" y="5911"/>
                      <a:pt x="6089" y="5841"/>
                    </a:cubicBezTo>
                    <a:cubicBezTo>
                      <a:pt x="6100" y="5786"/>
                      <a:pt x="6100" y="5732"/>
                      <a:pt x="6089" y="5678"/>
                    </a:cubicBezTo>
                    <a:cubicBezTo>
                      <a:pt x="6056" y="5439"/>
                      <a:pt x="6089" y="5199"/>
                      <a:pt x="6072" y="4966"/>
                    </a:cubicBezTo>
                    <a:cubicBezTo>
                      <a:pt x="6116" y="4922"/>
                      <a:pt x="6138" y="4857"/>
                      <a:pt x="6132" y="4797"/>
                    </a:cubicBezTo>
                    <a:lnTo>
                      <a:pt x="6138" y="4786"/>
                    </a:lnTo>
                    <a:cubicBezTo>
                      <a:pt x="6143" y="4667"/>
                      <a:pt x="6154" y="4553"/>
                      <a:pt x="6154" y="4433"/>
                    </a:cubicBezTo>
                    <a:cubicBezTo>
                      <a:pt x="6159" y="4368"/>
                      <a:pt x="6127" y="4308"/>
                      <a:pt x="6067" y="4292"/>
                    </a:cubicBezTo>
                    <a:cubicBezTo>
                      <a:pt x="5953" y="4254"/>
                      <a:pt x="5839" y="4221"/>
                      <a:pt x="5725" y="4205"/>
                    </a:cubicBezTo>
                    <a:cubicBezTo>
                      <a:pt x="5708" y="4205"/>
                      <a:pt x="5692" y="4199"/>
                      <a:pt x="5676" y="4194"/>
                    </a:cubicBezTo>
                    <a:cubicBezTo>
                      <a:pt x="5686" y="4188"/>
                      <a:pt x="5692" y="4177"/>
                      <a:pt x="5697" y="4161"/>
                    </a:cubicBezTo>
                    <a:cubicBezTo>
                      <a:pt x="5708" y="4096"/>
                      <a:pt x="5714" y="4025"/>
                      <a:pt x="5719" y="3960"/>
                    </a:cubicBezTo>
                    <a:cubicBezTo>
                      <a:pt x="5725" y="3889"/>
                      <a:pt x="5741" y="3824"/>
                      <a:pt x="5746" y="3753"/>
                    </a:cubicBezTo>
                    <a:cubicBezTo>
                      <a:pt x="5757" y="3623"/>
                      <a:pt x="5741" y="3493"/>
                      <a:pt x="5741" y="3362"/>
                    </a:cubicBezTo>
                    <a:cubicBezTo>
                      <a:pt x="5741" y="3232"/>
                      <a:pt x="5725" y="3112"/>
                      <a:pt x="5719" y="2987"/>
                    </a:cubicBezTo>
                    <a:cubicBezTo>
                      <a:pt x="5714" y="2927"/>
                      <a:pt x="5714" y="2867"/>
                      <a:pt x="5719" y="2802"/>
                    </a:cubicBezTo>
                    <a:cubicBezTo>
                      <a:pt x="5725" y="2753"/>
                      <a:pt x="5730" y="2699"/>
                      <a:pt x="5735" y="2645"/>
                    </a:cubicBezTo>
                    <a:cubicBezTo>
                      <a:pt x="5730" y="2384"/>
                      <a:pt x="5725" y="2123"/>
                      <a:pt x="5725" y="1856"/>
                    </a:cubicBezTo>
                    <a:cubicBezTo>
                      <a:pt x="5725" y="1720"/>
                      <a:pt x="5703" y="1601"/>
                      <a:pt x="5686" y="1470"/>
                    </a:cubicBezTo>
                    <a:cubicBezTo>
                      <a:pt x="5676" y="1367"/>
                      <a:pt x="5697" y="1242"/>
                      <a:pt x="5654" y="1150"/>
                    </a:cubicBezTo>
                    <a:cubicBezTo>
                      <a:pt x="5618" y="1088"/>
                      <a:pt x="5553" y="1046"/>
                      <a:pt x="5482" y="1046"/>
                    </a:cubicBezTo>
                    <a:cubicBezTo>
                      <a:pt x="5478" y="1046"/>
                      <a:pt x="5473" y="1046"/>
                      <a:pt x="5469" y="1046"/>
                    </a:cubicBezTo>
                    <a:cubicBezTo>
                      <a:pt x="5420" y="1046"/>
                      <a:pt x="5366" y="1036"/>
                      <a:pt x="5317" y="1030"/>
                    </a:cubicBezTo>
                    <a:cubicBezTo>
                      <a:pt x="5284" y="1030"/>
                      <a:pt x="5257" y="1025"/>
                      <a:pt x="5230" y="1025"/>
                    </a:cubicBezTo>
                    <a:cubicBezTo>
                      <a:pt x="5230" y="1008"/>
                      <a:pt x="5230" y="992"/>
                      <a:pt x="5230" y="981"/>
                    </a:cubicBezTo>
                    <a:cubicBezTo>
                      <a:pt x="5241" y="943"/>
                      <a:pt x="5246" y="900"/>
                      <a:pt x="5246" y="862"/>
                    </a:cubicBezTo>
                    <a:cubicBezTo>
                      <a:pt x="5246" y="851"/>
                      <a:pt x="5241" y="845"/>
                      <a:pt x="5235" y="834"/>
                    </a:cubicBezTo>
                    <a:cubicBezTo>
                      <a:pt x="5235" y="824"/>
                      <a:pt x="5235" y="818"/>
                      <a:pt x="5235" y="807"/>
                    </a:cubicBezTo>
                    <a:cubicBezTo>
                      <a:pt x="5235" y="786"/>
                      <a:pt x="5224" y="758"/>
                      <a:pt x="5214" y="742"/>
                    </a:cubicBezTo>
                    <a:cubicBezTo>
                      <a:pt x="5164" y="686"/>
                      <a:pt x="5080" y="672"/>
                      <a:pt x="4994" y="672"/>
                    </a:cubicBezTo>
                    <a:cubicBezTo>
                      <a:pt x="4920" y="672"/>
                      <a:pt x="4845" y="683"/>
                      <a:pt x="4790" y="688"/>
                    </a:cubicBezTo>
                    <a:cubicBezTo>
                      <a:pt x="4741" y="693"/>
                      <a:pt x="4697" y="704"/>
                      <a:pt x="4654" y="704"/>
                    </a:cubicBezTo>
                    <a:cubicBezTo>
                      <a:pt x="4610" y="699"/>
                      <a:pt x="4567" y="693"/>
                      <a:pt x="4529" y="688"/>
                    </a:cubicBezTo>
                    <a:cubicBezTo>
                      <a:pt x="4496" y="683"/>
                      <a:pt x="4464" y="681"/>
                      <a:pt x="4432" y="681"/>
                    </a:cubicBezTo>
                    <a:cubicBezTo>
                      <a:pt x="4388" y="681"/>
                      <a:pt x="4344" y="685"/>
                      <a:pt x="4300" y="688"/>
                    </a:cubicBezTo>
                    <a:cubicBezTo>
                      <a:pt x="4257" y="699"/>
                      <a:pt x="4213" y="699"/>
                      <a:pt x="4170" y="699"/>
                    </a:cubicBezTo>
                    <a:cubicBezTo>
                      <a:pt x="4181" y="644"/>
                      <a:pt x="4181" y="595"/>
                      <a:pt x="4181" y="541"/>
                    </a:cubicBezTo>
                    <a:cubicBezTo>
                      <a:pt x="4175" y="470"/>
                      <a:pt x="4170" y="405"/>
                      <a:pt x="4164" y="334"/>
                    </a:cubicBezTo>
                    <a:cubicBezTo>
                      <a:pt x="4154" y="280"/>
                      <a:pt x="4148" y="226"/>
                      <a:pt x="4143" y="177"/>
                    </a:cubicBezTo>
                    <a:cubicBezTo>
                      <a:pt x="4132" y="128"/>
                      <a:pt x="4110" y="84"/>
                      <a:pt x="4067" y="63"/>
                    </a:cubicBezTo>
                    <a:cubicBezTo>
                      <a:pt x="4031" y="45"/>
                      <a:pt x="3987" y="34"/>
                      <a:pt x="3945" y="34"/>
                    </a:cubicBezTo>
                    <a:cubicBezTo>
                      <a:pt x="3937" y="34"/>
                      <a:pt x="3928" y="34"/>
                      <a:pt x="3920" y="35"/>
                    </a:cubicBezTo>
                    <a:cubicBezTo>
                      <a:pt x="3885" y="25"/>
                      <a:pt x="3847" y="19"/>
                      <a:pt x="3811" y="19"/>
                    </a:cubicBezTo>
                    <a:cubicBezTo>
                      <a:pt x="3791" y="19"/>
                      <a:pt x="3771" y="21"/>
                      <a:pt x="3751" y="25"/>
                    </a:cubicBezTo>
                    <a:cubicBezTo>
                      <a:pt x="3686" y="35"/>
                      <a:pt x="3615" y="35"/>
                      <a:pt x="3539" y="46"/>
                    </a:cubicBezTo>
                    <a:lnTo>
                      <a:pt x="3534" y="41"/>
                    </a:lnTo>
                    <a:cubicBezTo>
                      <a:pt x="3488" y="14"/>
                      <a:pt x="3435" y="1"/>
                      <a:pt x="3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20"/>
              <p:cNvSpPr/>
              <p:nvPr/>
            </p:nvSpPr>
            <p:spPr>
              <a:xfrm>
                <a:off x="5113600" y="2247625"/>
                <a:ext cx="40800" cy="52725"/>
              </a:xfrm>
              <a:custGeom>
                <a:rect b="b" l="l" r="r" t="t"/>
                <a:pathLst>
                  <a:path extrusionOk="0" h="2109" w="1632">
                    <a:moveTo>
                      <a:pt x="300" y="111"/>
                    </a:moveTo>
                    <a:cubicBezTo>
                      <a:pt x="354" y="111"/>
                      <a:pt x="403" y="128"/>
                      <a:pt x="452" y="128"/>
                    </a:cubicBezTo>
                    <a:cubicBezTo>
                      <a:pt x="588" y="128"/>
                      <a:pt x="724" y="139"/>
                      <a:pt x="860" y="139"/>
                    </a:cubicBezTo>
                    <a:cubicBezTo>
                      <a:pt x="903" y="139"/>
                      <a:pt x="947" y="136"/>
                      <a:pt x="989" y="136"/>
                    </a:cubicBezTo>
                    <a:cubicBezTo>
                      <a:pt x="1010" y="136"/>
                      <a:pt x="1030" y="137"/>
                      <a:pt x="1050" y="139"/>
                    </a:cubicBezTo>
                    <a:cubicBezTo>
                      <a:pt x="1115" y="144"/>
                      <a:pt x="1164" y="149"/>
                      <a:pt x="1224" y="155"/>
                    </a:cubicBezTo>
                    <a:cubicBezTo>
                      <a:pt x="1284" y="155"/>
                      <a:pt x="1344" y="155"/>
                      <a:pt x="1398" y="144"/>
                    </a:cubicBezTo>
                    <a:cubicBezTo>
                      <a:pt x="1431" y="144"/>
                      <a:pt x="1458" y="139"/>
                      <a:pt x="1485" y="133"/>
                    </a:cubicBezTo>
                    <a:lnTo>
                      <a:pt x="1485" y="133"/>
                    </a:lnTo>
                    <a:cubicBezTo>
                      <a:pt x="1463" y="198"/>
                      <a:pt x="1431" y="253"/>
                      <a:pt x="1387" y="302"/>
                    </a:cubicBezTo>
                    <a:cubicBezTo>
                      <a:pt x="1354" y="334"/>
                      <a:pt x="1327" y="372"/>
                      <a:pt x="1300" y="416"/>
                    </a:cubicBezTo>
                    <a:cubicBezTo>
                      <a:pt x="1273" y="476"/>
                      <a:pt x="1246" y="535"/>
                      <a:pt x="1219" y="595"/>
                    </a:cubicBezTo>
                    <a:cubicBezTo>
                      <a:pt x="1197" y="644"/>
                      <a:pt x="1159" y="688"/>
                      <a:pt x="1137" y="731"/>
                    </a:cubicBezTo>
                    <a:cubicBezTo>
                      <a:pt x="1110" y="780"/>
                      <a:pt x="1088" y="829"/>
                      <a:pt x="1066" y="878"/>
                    </a:cubicBezTo>
                    <a:cubicBezTo>
                      <a:pt x="1061" y="905"/>
                      <a:pt x="1055" y="927"/>
                      <a:pt x="1045" y="954"/>
                    </a:cubicBezTo>
                    <a:cubicBezTo>
                      <a:pt x="1045" y="889"/>
                      <a:pt x="1061" y="775"/>
                      <a:pt x="990" y="737"/>
                    </a:cubicBezTo>
                    <a:cubicBezTo>
                      <a:pt x="979" y="731"/>
                      <a:pt x="968" y="726"/>
                      <a:pt x="958" y="726"/>
                    </a:cubicBezTo>
                    <a:cubicBezTo>
                      <a:pt x="952" y="715"/>
                      <a:pt x="947" y="709"/>
                      <a:pt x="936" y="704"/>
                    </a:cubicBezTo>
                    <a:cubicBezTo>
                      <a:pt x="914" y="688"/>
                      <a:pt x="882" y="677"/>
                      <a:pt x="854" y="677"/>
                    </a:cubicBezTo>
                    <a:cubicBezTo>
                      <a:pt x="838" y="666"/>
                      <a:pt x="816" y="660"/>
                      <a:pt x="795" y="660"/>
                    </a:cubicBezTo>
                    <a:cubicBezTo>
                      <a:pt x="718" y="660"/>
                      <a:pt x="642" y="688"/>
                      <a:pt x="577" y="726"/>
                    </a:cubicBezTo>
                    <a:cubicBezTo>
                      <a:pt x="566" y="753"/>
                      <a:pt x="561" y="780"/>
                      <a:pt x="561" y="813"/>
                    </a:cubicBezTo>
                    <a:cubicBezTo>
                      <a:pt x="544" y="785"/>
                      <a:pt x="528" y="764"/>
                      <a:pt x="512" y="737"/>
                    </a:cubicBezTo>
                    <a:cubicBezTo>
                      <a:pt x="474" y="682"/>
                      <a:pt x="441" y="622"/>
                      <a:pt x="414" y="557"/>
                    </a:cubicBezTo>
                    <a:cubicBezTo>
                      <a:pt x="376" y="503"/>
                      <a:pt x="338" y="443"/>
                      <a:pt x="300" y="389"/>
                    </a:cubicBezTo>
                    <a:cubicBezTo>
                      <a:pt x="262" y="329"/>
                      <a:pt x="235" y="280"/>
                      <a:pt x="207" y="226"/>
                    </a:cubicBezTo>
                    <a:cubicBezTo>
                      <a:pt x="191" y="204"/>
                      <a:pt x="180" y="182"/>
                      <a:pt x="169" y="160"/>
                    </a:cubicBezTo>
                    <a:cubicBezTo>
                      <a:pt x="164" y="149"/>
                      <a:pt x="159" y="144"/>
                      <a:pt x="153" y="133"/>
                    </a:cubicBezTo>
                    <a:lnTo>
                      <a:pt x="148" y="128"/>
                    </a:lnTo>
                    <a:cubicBezTo>
                      <a:pt x="153" y="125"/>
                      <a:pt x="167" y="125"/>
                      <a:pt x="181" y="125"/>
                    </a:cubicBezTo>
                    <a:cubicBezTo>
                      <a:pt x="195" y="125"/>
                      <a:pt x="210" y="125"/>
                      <a:pt x="218" y="122"/>
                    </a:cubicBezTo>
                    <a:cubicBezTo>
                      <a:pt x="246" y="117"/>
                      <a:pt x="273" y="111"/>
                      <a:pt x="300" y="111"/>
                    </a:cubicBezTo>
                    <a:close/>
                    <a:moveTo>
                      <a:pt x="740" y="764"/>
                    </a:moveTo>
                    <a:cubicBezTo>
                      <a:pt x="746" y="775"/>
                      <a:pt x="751" y="785"/>
                      <a:pt x="762" y="791"/>
                    </a:cubicBezTo>
                    <a:cubicBezTo>
                      <a:pt x="784" y="807"/>
                      <a:pt x="811" y="818"/>
                      <a:pt x="838" y="823"/>
                    </a:cubicBezTo>
                    <a:cubicBezTo>
                      <a:pt x="849" y="826"/>
                      <a:pt x="867" y="826"/>
                      <a:pt x="884" y="826"/>
                    </a:cubicBezTo>
                    <a:cubicBezTo>
                      <a:pt x="901" y="826"/>
                      <a:pt x="917" y="826"/>
                      <a:pt x="925" y="829"/>
                    </a:cubicBezTo>
                    <a:cubicBezTo>
                      <a:pt x="936" y="834"/>
                      <a:pt x="930" y="856"/>
                      <a:pt x="930" y="878"/>
                    </a:cubicBezTo>
                    <a:cubicBezTo>
                      <a:pt x="936" y="959"/>
                      <a:pt x="936" y="1041"/>
                      <a:pt x="930" y="1122"/>
                    </a:cubicBezTo>
                    <a:cubicBezTo>
                      <a:pt x="925" y="1160"/>
                      <a:pt x="920" y="1193"/>
                      <a:pt x="909" y="1231"/>
                    </a:cubicBezTo>
                    <a:cubicBezTo>
                      <a:pt x="898" y="1258"/>
                      <a:pt x="909" y="1253"/>
                      <a:pt x="876" y="1258"/>
                    </a:cubicBezTo>
                    <a:cubicBezTo>
                      <a:pt x="851" y="1267"/>
                      <a:pt x="818" y="1277"/>
                      <a:pt x="789" y="1277"/>
                    </a:cubicBezTo>
                    <a:cubicBezTo>
                      <a:pt x="761" y="1277"/>
                      <a:pt x="737" y="1268"/>
                      <a:pt x="724" y="1242"/>
                    </a:cubicBezTo>
                    <a:cubicBezTo>
                      <a:pt x="702" y="1188"/>
                      <a:pt x="691" y="1128"/>
                      <a:pt x="697" y="1068"/>
                    </a:cubicBezTo>
                    <a:cubicBezTo>
                      <a:pt x="697" y="1063"/>
                      <a:pt x="697" y="1052"/>
                      <a:pt x="697" y="1046"/>
                    </a:cubicBezTo>
                    <a:lnTo>
                      <a:pt x="697" y="1035"/>
                    </a:lnTo>
                    <a:lnTo>
                      <a:pt x="697" y="1025"/>
                    </a:lnTo>
                    <a:cubicBezTo>
                      <a:pt x="697" y="959"/>
                      <a:pt x="686" y="900"/>
                      <a:pt x="675" y="829"/>
                    </a:cubicBezTo>
                    <a:cubicBezTo>
                      <a:pt x="675" y="796"/>
                      <a:pt x="675" y="785"/>
                      <a:pt x="702" y="775"/>
                    </a:cubicBezTo>
                    <a:cubicBezTo>
                      <a:pt x="713" y="769"/>
                      <a:pt x="724" y="769"/>
                      <a:pt x="740" y="764"/>
                    </a:cubicBezTo>
                    <a:close/>
                    <a:moveTo>
                      <a:pt x="1507" y="345"/>
                    </a:moveTo>
                    <a:cubicBezTo>
                      <a:pt x="1507" y="399"/>
                      <a:pt x="1496" y="448"/>
                      <a:pt x="1496" y="497"/>
                    </a:cubicBezTo>
                    <a:cubicBezTo>
                      <a:pt x="1485" y="639"/>
                      <a:pt x="1512" y="769"/>
                      <a:pt x="1507" y="910"/>
                    </a:cubicBezTo>
                    <a:cubicBezTo>
                      <a:pt x="1512" y="1057"/>
                      <a:pt x="1507" y="1204"/>
                      <a:pt x="1490" y="1351"/>
                    </a:cubicBezTo>
                    <a:cubicBezTo>
                      <a:pt x="1474" y="1416"/>
                      <a:pt x="1479" y="1487"/>
                      <a:pt x="1469" y="1552"/>
                    </a:cubicBezTo>
                    <a:cubicBezTo>
                      <a:pt x="1458" y="1612"/>
                      <a:pt x="1452" y="1671"/>
                      <a:pt x="1458" y="1731"/>
                    </a:cubicBezTo>
                    <a:cubicBezTo>
                      <a:pt x="1458" y="1791"/>
                      <a:pt x="1463" y="1856"/>
                      <a:pt x="1463" y="1916"/>
                    </a:cubicBezTo>
                    <a:cubicBezTo>
                      <a:pt x="1460" y="1974"/>
                      <a:pt x="1441" y="1989"/>
                      <a:pt x="1409" y="1989"/>
                    </a:cubicBezTo>
                    <a:cubicBezTo>
                      <a:pt x="1392" y="1989"/>
                      <a:pt x="1373" y="1985"/>
                      <a:pt x="1349" y="1981"/>
                    </a:cubicBezTo>
                    <a:cubicBezTo>
                      <a:pt x="1316" y="1979"/>
                      <a:pt x="1285" y="1979"/>
                      <a:pt x="1254" y="1979"/>
                    </a:cubicBezTo>
                    <a:cubicBezTo>
                      <a:pt x="1223" y="1979"/>
                      <a:pt x="1191" y="1979"/>
                      <a:pt x="1159" y="1976"/>
                    </a:cubicBezTo>
                    <a:cubicBezTo>
                      <a:pt x="1126" y="1970"/>
                      <a:pt x="1094" y="1968"/>
                      <a:pt x="1062" y="1968"/>
                    </a:cubicBezTo>
                    <a:cubicBezTo>
                      <a:pt x="1030" y="1968"/>
                      <a:pt x="998" y="1970"/>
                      <a:pt x="968" y="1976"/>
                    </a:cubicBezTo>
                    <a:cubicBezTo>
                      <a:pt x="903" y="1992"/>
                      <a:pt x="838" y="1998"/>
                      <a:pt x="778" y="1998"/>
                    </a:cubicBezTo>
                    <a:cubicBezTo>
                      <a:pt x="702" y="1998"/>
                      <a:pt x="626" y="1981"/>
                      <a:pt x="550" y="1981"/>
                    </a:cubicBezTo>
                    <a:lnTo>
                      <a:pt x="338" y="1981"/>
                    </a:lnTo>
                    <a:cubicBezTo>
                      <a:pt x="302" y="1981"/>
                      <a:pt x="263" y="1984"/>
                      <a:pt x="225" y="1984"/>
                    </a:cubicBezTo>
                    <a:cubicBezTo>
                      <a:pt x="206" y="1984"/>
                      <a:pt x="188" y="1983"/>
                      <a:pt x="169" y="1981"/>
                    </a:cubicBezTo>
                    <a:cubicBezTo>
                      <a:pt x="137" y="1829"/>
                      <a:pt x="164" y="1661"/>
                      <a:pt x="180" y="1508"/>
                    </a:cubicBezTo>
                    <a:cubicBezTo>
                      <a:pt x="180" y="1432"/>
                      <a:pt x="175" y="1351"/>
                      <a:pt x="164" y="1275"/>
                    </a:cubicBezTo>
                    <a:cubicBezTo>
                      <a:pt x="164" y="1199"/>
                      <a:pt x="169" y="1117"/>
                      <a:pt x="175" y="1041"/>
                    </a:cubicBezTo>
                    <a:cubicBezTo>
                      <a:pt x="175" y="954"/>
                      <a:pt x="175" y="872"/>
                      <a:pt x="186" y="785"/>
                    </a:cubicBezTo>
                    <a:cubicBezTo>
                      <a:pt x="197" y="698"/>
                      <a:pt x="186" y="617"/>
                      <a:pt x="202" y="530"/>
                    </a:cubicBezTo>
                    <a:cubicBezTo>
                      <a:pt x="202" y="514"/>
                      <a:pt x="207" y="497"/>
                      <a:pt x="207" y="481"/>
                    </a:cubicBezTo>
                    <a:cubicBezTo>
                      <a:pt x="256" y="557"/>
                      <a:pt x="305" y="639"/>
                      <a:pt x="349" y="726"/>
                    </a:cubicBezTo>
                    <a:cubicBezTo>
                      <a:pt x="381" y="791"/>
                      <a:pt x="425" y="851"/>
                      <a:pt x="474" y="910"/>
                    </a:cubicBezTo>
                    <a:cubicBezTo>
                      <a:pt x="512" y="954"/>
                      <a:pt x="550" y="1003"/>
                      <a:pt x="583" y="1057"/>
                    </a:cubicBezTo>
                    <a:cubicBezTo>
                      <a:pt x="577" y="1144"/>
                      <a:pt x="588" y="1231"/>
                      <a:pt x="626" y="1313"/>
                    </a:cubicBezTo>
                    <a:cubicBezTo>
                      <a:pt x="659" y="1371"/>
                      <a:pt x="714" y="1388"/>
                      <a:pt x="775" y="1388"/>
                    </a:cubicBezTo>
                    <a:cubicBezTo>
                      <a:pt x="794" y="1388"/>
                      <a:pt x="813" y="1386"/>
                      <a:pt x="833" y="1383"/>
                    </a:cubicBezTo>
                    <a:cubicBezTo>
                      <a:pt x="898" y="1372"/>
                      <a:pt x="979" y="1367"/>
                      <a:pt x="1012" y="1296"/>
                    </a:cubicBezTo>
                    <a:cubicBezTo>
                      <a:pt x="1034" y="1226"/>
                      <a:pt x="1045" y="1155"/>
                      <a:pt x="1045" y="1079"/>
                    </a:cubicBezTo>
                    <a:cubicBezTo>
                      <a:pt x="1046" y="1081"/>
                      <a:pt x="1048" y="1081"/>
                      <a:pt x="1050" y="1081"/>
                    </a:cubicBezTo>
                    <a:cubicBezTo>
                      <a:pt x="1056" y="1081"/>
                      <a:pt x="1062" y="1077"/>
                      <a:pt x="1066" y="1074"/>
                    </a:cubicBezTo>
                    <a:cubicBezTo>
                      <a:pt x="1115" y="1035"/>
                      <a:pt x="1153" y="981"/>
                      <a:pt x="1175" y="921"/>
                    </a:cubicBezTo>
                    <a:cubicBezTo>
                      <a:pt x="1208" y="856"/>
                      <a:pt x="1246" y="785"/>
                      <a:pt x="1289" y="726"/>
                    </a:cubicBezTo>
                    <a:cubicBezTo>
                      <a:pt x="1327" y="655"/>
                      <a:pt x="1365" y="584"/>
                      <a:pt x="1398" y="508"/>
                    </a:cubicBezTo>
                    <a:cubicBezTo>
                      <a:pt x="1425" y="448"/>
                      <a:pt x="1463" y="399"/>
                      <a:pt x="1507" y="345"/>
                    </a:cubicBezTo>
                    <a:close/>
                    <a:moveTo>
                      <a:pt x="285" y="1"/>
                    </a:moveTo>
                    <a:cubicBezTo>
                      <a:pt x="243" y="1"/>
                      <a:pt x="202" y="6"/>
                      <a:pt x="159" y="14"/>
                    </a:cubicBezTo>
                    <a:cubicBezTo>
                      <a:pt x="152" y="13"/>
                      <a:pt x="146" y="12"/>
                      <a:pt x="140" y="12"/>
                    </a:cubicBezTo>
                    <a:cubicBezTo>
                      <a:pt x="108" y="12"/>
                      <a:pt x="78" y="24"/>
                      <a:pt x="55" y="46"/>
                    </a:cubicBezTo>
                    <a:cubicBezTo>
                      <a:pt x="1" y="106"/>
                      <a:pt x="50" y="198"/>
                      <a:pt x="88" y="269"/>
                    </a:cubicBezTo>
                    <a:cubicBezTo>
                      <a:pt x="82" y="285"/>
                      <a:pt x="82" y="302"/>
                      <a:pt x="93" y="313"/>
                    </a:cubicBezTo>
                    <a:cubicBezTo>
                      <a:pt x="121" y="351"/>
                      <a:pt x="104" y="427"/>
                      <a:pt x="104" y="470"/>
                    </a:cubicBezTo>
                    <a:cubicBezTo>
                      <a:pt x="93" y="530"/>
                      <a:pt x="88" y="590"/>
                      <a:pt x="82" y="655"/>
                    </a:cubicBezTo>
                    <a:cubicBezTo>
                      <a:pt x="82" y="737"/>
                      <a:pt x="66" y="818"/>
                      <a:pt x="66" y="905"/>
                    </a:cubicBezTo>
                    <a:cubicBezTo>
                      <a:pt x="72" y="987"/>
                      <a:pt x="66" y="1068"/>
                      <a:pt x="61" y="1150"/>
                    </a:cubicBezTo>
                    <a:cubicBezTo>
                      <a:pt x="50" y="1220"/>
                      <a:pt x="55" y="1296"/>
                      <a:pt x="66" y="1367"/>
                    </a:cubicBezTo>
                    <a:cubicBezTo>
                      <a:pt x="72" y="1443"/>
                      <a:pt x="66" y="1525"/>
                      <a:pt x="50" y="1601"/>
                    </a:cubicBezTo>
                    <a:cubicBezTo>
                      <a:pt x="44" y="1682"/>
                      <a:pt x="44" y="1764"/>
                      <a:pt x="44" y="1845"/>
                    </a:cubicBezTo>
                    <a:cubicBezTo>
                      <a:pt x="44" y="1916"/>
                      <a:pt x="50" y="1981"/>
                      <a:pt x="66" y="2052"/>
                    </a:cubicBezTo>
                    <a:cubicBezTo>
                      <a:pt x="72" y="2068"/>
                      <a:pt x="88" y="2085"/>
                      <a:pt x="110" y="2090"/>
                    </a:cubicBezTo>
                    <a:cubicBezTo>
                      <a:pt x="141" y="2096"/>
                      <a:pt x="175" y="2099"/>
                      <a:pt x="209" y="2099"/>
                    </a:cubicBezTo>
                    <a:cubicBezTo>
                      <a:pt x="232" y="2099"/>
                      <a:pt x="256" y="2098"/>
                      <a:pt x="278" y="2095"/>
                    </a:cubicBezTo>
                    <a:lnTo>
                      <a:pt x="496" y="2095"/>
                    </a:lnTo>
                    <a:cubicBezTo>
                      <a:pt x="572" y="2102"/>
                      <a:pt x="648" y="2104"/>
                      <a:pt x="725" y="2104"/>
                    </a:cubicBezTo>
                    <a:cubicBezTo>
                      <a:pt x="779" y="2104"/>
                      <a:pt x="833" y="2103"/>
                      <a:pt x="887" y="2101"/>
                    </a:cubicBezTo>
                    <a:cubicBezTo>
                      <a:pt x="947" y="2085"/>
                      <a:pt x="1012" y="2079"/>
                      <a:pt x="1072" y="2074"/>
                    </a:cubicBezTo>
                    <a:cubicBezTo>
                      <a:pt x="1126" y="2074"/>
                      <a:pt x="1175" y="2090"/>
                      <a:pt x="1229" y="2090"/>
                    </a:cubicBezTo>
                    <a:cubicBezTo>
                      <a:pt x="1284" y="2095"/>
                      <a:pt x="1344" y="2101"/>
                      <a:pt x="1398" y="2106"/>
                    </a:cubicBezTo>
                    <a:cubicBezTo>
                      <a:pt x="1407" y="2108"/>
                      <a:pt x="1417" y="2108"/>
                      <a:pt x="1426" y="2108"/>
                    </a:cubicBezTo>
                    <a:cubicBezTo>
                      <a:pt x="1453" y="2108"/>
                      <a:pt x="1478" y="2102"/>
                      <a:pt x="1507" y="2090"/>
                    </a:cubicBezTo>
                    <a:cubicBezTo>
                      <a:pt x="1588" y="2052"/>
                      <a:pt x="1588" y="1954"/>
                      <a:pt x="1583" y="1873"/>
                    </a:cubicBezTo>
                    <a:cubicBezTo>
                      <a:pt x="1577" y="1764"/>
                      <a:pt x="1583" y="1655"/>
                      <a:pt x="1588" y="1546"/>
                    </a:cubicBezTo>
                    <a:cubicBezTo>
                      <a:pt x="1599" y="1481"/>
                      <a:pt x="1588" y="1421"/>
                      <a:pt x="1604" y="1356"/>
                    </a:cubicBezTo>
                    <a:cubicBezTo>
                      <a:pt x="1610" y="1302"/>
                      <a:pt x="1610" y="1242"/>
                      <a:pt x="1610" y="1188"/>
                    </a:cubicBezTo>
                    <a:cubicBezTo>
                      <a:pt x="1610" y="1068"/>
                      <a:pt x="1610" y="943"/>
                      <a:pt x="1604" y="818"/>
                    </a:cubicBezTo>
                    <a:lnTo>
                      <a:pt x="1599" y="818"/>
                    </a:lnTo>
                    <a:cubicBezTo>
                      <a:pt x="1599" y="758"/>
                      <a:pt x="1583" y="704"/>
                      <a:pt x="1577" y="644"/>
                    </a:cubicBezTo>
                    <a:cubicBezTo>
                      <a:pt x="1572" y="584"/>
                      <a:pt x="1577" y="519"/>
                      <a:pt x="1577" y="459"/>
                    </a:cubicBezTo>
                    <a:cubicBezTo>
                      <a:pt x="1577" y="394"/>
                      <a:pt x="1577" y="351"/>
                      <a:pt x="1572" y="302"/>
                    </a:cubicBezTo>
                    <a:cubicBezTo>
                      <a:pt x="1572" y="285"/>
                      <a:pt x="1566" y="274"/>
                      <a:pt x="1566" y="264"/>
                    </a:cubicBezTo>
                    <a:cubicBezTo>
                      <a:pt x="1604" y="187"/>
                      <a:pt x="1632" y="95"/>
                      <a:pt x="1588" y="41"/>
                    </a:cubicBezTo>
                    <a:cubicBezTo>
                      <a:pt x="1571" y="21"/>
                      <a:pt x="1549" y="14"/>
                      <a:pt x="1526" y="14"/>
                    </a:cubicBezTo>
                    <a:cubicBezTo>
                      <a:pt x="1505" y="14"/>
                      <a:pt x="1484" y="19"/>
                      <a:pt x="1463" y="24"/>
                    </a:cubicBezTo>
                    <a:cubicBezTo>
                      <a:pt x="1401" y="38"/>
                      <a:pt x="1338" y="48"/>
                      <a:pt x="1275" y="48"/>
                    </a:cubicBezTo>
                    <a:cubicBezTo>
                      <a:pt x="1262" y="48"/>
                      <a:pt x="1248" y="47"/>
                      <a:pt x="1235" y="46"/>
                    </a:cubicBezTo>
                    <a:cubicBezTo>
                      <a:pt x="1164" y="46"/>
                      <a:pt x="1094" y="30"/>
                      <a:pt x="1023" y="30"/>
                    </a:cubicBezTo>
                    <a:lnTo>
                      <a:pt x="800" y="30"/>
                    </a:lnTo>
                    <a:cubicBezTo>
                      <a:pt x="713" y="30"/>
                      <a:pt x="631" y="14"/>
                      <a:pt x="544" y="14"/>
                    </a:cubicBezTo>
                    <a:cubicBezTo>
                      <a:pt x="474" y="14"/>
                      <a:pt x="403" y="8"/>
                      <a:pt x="333" y="3"/>
                    </a:cubicBezTo>
                    <a:cubicBezTo>
                      <a:pt x="316" y="1"/>
                      <a:pt x="301" y="1"/>
                      <a:pt x="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20"/>
              <p:cNvSpPr/>
              <p:nvPr/>
            </p:nvSpPr>
            <p:spPr>
              <a:xfrm>
                <a:off x="5131675" y="2269550"/>
                <a:ext cx="3700" cy="6075"/>
              </a:xfrm>
              <a:custGeom>
                <a:rect b="b" l="l" r="r" t="t"/>
                <a:pathLst>
                  <a:path extrusionOk="0" h="243" w="148">
                    <a:moveTo>
                      <a:pt x="89" y="0"/>
                    </a:moveTo>
                    <a:cubicBezTo>
                      <a:pt x="82" y="0"/>
                      <a:pt x="74" y="2"/>
                      <a:pt x="66" y="6"/>
                    </a:cubicBezTo>
                    <a:cubicBezTo>
                      <a:pt x="39" y="28"/>
                      <a:pt x="17" y="61"/>
                      <a:pt x="12" y="99"/>
                    </a:cubicBezTo>
                    <a:cubicBezTo>
                      <a:pt x="6" y="142"/>
                      <a:pt x="1" y="207"/>
                      <a:pt x="44" y="235"/>
                    </a:cubicBezTo>
                    <a:cubicBezTo>
                      <a:pt x="53" y="240"/>
                      <a:pt x="63" y="243"/>
                      <a:pt x="74" y="243"/>
                    </a:cubicBezTo>
                    <a:cubicBezTo>
                      <a:pt x="85" y="243"/>
                      <a:pt x="96" y="240"/>
                      <a:pt x="104" y="235"/>
                    </a:cubicBezTo>
                    <a:cubicBezTo>
                      <a:pt x="148" y="207"/>
                      <a:pt x="142" y="164"/>
                      <a:pt x="137" y="120"/>
                    </a:cubicBezTo>
                    <a:lnTo>
                      <a:pt x="131" y="120"/>
                    </a:lnTo>
                    <a:cubicBezTo>
                      <a:pt x="131" y="104"/>
                      <a:pt x="131" y="93"/>
                      <a:pt x="131" y="88"/>
                    </a:cubicBezTo>
                    <a:lnTo>
                      <a:pt x="131" y="66"/>
                    </a:lnTo>
                    <a:cubicBezTo>
                      <a:pt x="145" y="35"/>
                      <a:pt x="122" y="0"/>
                      <a:pt x="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20"/>
              <p:cNvSpPr/>
              <p:nvPr/>
            </p:nvSpPr>
            <p:spPr>
              <a:xfrm>
                <a:off x="5063600" y="2254350"/>
                <a:ext cx="3550" cy="4075"/>
              </a:xfrm>
              <a:custGeom>
                <a:rect b="b" l="l" r="r" t="t"/>
                <a:pathLst>
                  <a:path extrusionOk="0" h="163" w="142">
                    <a:moveTo>
                      <a:pt x="22" y="0"/>
                    </a:moveTo>
                    <a:cubicBezTo>
                      <a:pt x="11" y="0"/>
                      <a:pt x="1" y="11"/>
                      <a:pt x="1" y="27"/>
                    </a:cubicBezTo>
                    <a:cubicBezTo>
                      <a:pt x="11" y="44"/>
                      <a:pt x="22" y="65"/>
                      <a:pt x="39" y="76"/>
                    </a:cubicBezTo>
                    <a:cubicBezTo>
                      <a:pt x="60" y="103"/>
                      <a:pt x="66" y="130"/>
                      <a:pt x="93" y="152"/>
                    </a:cubicBezTo>
                    <a:cubicBezTo>
                      <a:pt x="98" y="159"/>
                      <a:pt x="106" y="162"/>
                      <a:pt x="113" y="162"/>
                    </a:cubicBezTo>
                    <a:cubicBezTo>
                      <a:pt x="127" y="162"/>
                      <a:pt x="142" y="150"/>
                      <a:pt x="142" y="136"/>
                    </a:cubicBezTo>
                    <a:cubicBezTo>
                      <a:pt x="136" y="98"/>
                      <a:pt x="126" y="65"/>
                      <a:pt x="98" y="44"/>
                    </a:cubicBezTo>
                    <a:cubicBezTo>
                      <a:pt x="88" y="33"/>
                      <a:pt x="77" y="27"/>
                      <a:pt x="66" y="22"/>
                    </a:cubicBezTo>
                    <a:lnTo>
                      <a:pt x="55" y="16"/>
                    </a:lnTo>
                    <a:cubicBezTo>
                      <a:pt x="55" y="5"/>
                      <a:pt x="49"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20"/>
              <p:cNvSpPr/>
              <p:nvPr/>
            </p:nvSpPr>
            <p:spPr>
              <a:xfrm>
                <a:off x="5067175" y="2259400"/>
                <a:ext cx="2300" cy="3800"/>
              </a:xfrm>
              <a:custGeom>
                <a:rect b="b" l="l" r="r" t="t"/>
                <a:pathLst>
                  <a:path extrusionOk="0" h="152" w="92">
                    <a:moveTo>
                      <a:pt x="23" y="0"/>
                    </a:moveTo>
                    <a:cubicBezTo>
                      <a:pt x="11" y="0"/>
                      <a:pt x="0" y="10"/>
                      <a:pt x="4" y="26"/>
                    </a:cubicBezTo>
                    <a:lnTo>
                      <a:pt x="4" y="43"/>
                    </a:lnTo>
                    <a:cubicBezTo>
                      <a:pt x="4" y="48"/>
                      <a:pt x="4" y="54"/>
                      <a:pt x="4" y="59"/>
                    </a:cubicBezTo>
                    <a:cubicBezTo>
                      <a:pt x="4" y="70"/>
                      <a:pt x="10" y="86"/>
                      <a:pt x="10" y="97"/>
                    </a:cubicBezTo>
                    <a:cubicBezTo>
                      <a:pt x="15" y="130"/>
                      <a:pt x="42" y="151"/>
                      <a:pt x="70" y="151"/>
                    </a:cubicBezTo>
                    <a:cubicBezTo>
                      <a:pt x="86" y="151"/>
                      <a:pt x="91" y="140"/>
                      <a:pt x="91" y="130"/>
                    </a:cubicBezTo>
                    <a:lnTo>
                      <a:pt x="91" y="124"/>
                    </a:lnTo>
                    <a:cubicBezTo>
                      <a:pt x="91" y="113"/>
                      <a:pt x="91" y="108"/>
                      <a:pt x="91" y="97"/>
                    </a:cubicBezTo>
                    <a:cubicBezTo>
                      <a:pt x="86" y="86"/>
                      <a:pt x="80" y="75"/>
                      <a:pt x="75" y="64"/>
                    </a:cubicBezTo>
                    <a:cubicBezTo>
                      <a:pt x="70" y="54"/>
                      <a:pt x="64" y="43"/>
                      <a:pt x="59" y="32"/>
                    </a:cubicBezTo>
                    <a:cubicBezTo>
                      <a:pt x="53" y="21"/>
                      <a:pt x="42" y="15"/>
                      <a:pt x="37" y="5"/>
                    </a:cubicBezTo>
                    <a:cubicBezTo>
                      <a:pt x="33" y="2"/>
                      <a:pt x="28"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20"/>
              <p:cNvSpPr/>
              <p:nvPr/>
            </p:nvSpPr>
            <p:spPr>
              <a:xfrm>
                <a:off x="5079175" y="2258775"/>
                <a:ext cx="4700" cy="4725"/>
              </a:xfrm>
              <a:custGeom>
                <a:rect b="b" l="l" r="r" t="t"/>
                <a:pathLst>
                  <a:path extrusionOk="0" h="189" w="188">
                    <a:moveTo>
                      <a:pt x="143" y="0"/>
                    </a:moveTo>
                    <a:cubicBezTo>
                      <a:pt x="139" y="0"/>
                      <a:pt x="136" y="1"/>
                      <a:pt x="133" y="2"/>
                    </a:cubicBezTo>
                    <a:cubicBezTo>
                      <a:pt x="95" y="8"/>
                      <a:pt x="84" y="51"/>
                      <a:pt x="68" y="79"/>
                    </a:cubicBezTo>
                    <a:cubicBezTo>
                      <a:pt x="62" y="89"/>
                      <a:pt x="57" y="100"/>
                      <a:pt x="46" y="106"/>
                    </a:cubicBezTo>
                    <a:lnTo>
                      <a:pt x="41" y="117"/>
                    </a:lnTo>
                    <a:cubicBezTo>
                      <a:pt x="35" y="127"/>
                      <a:pt x="30" y="127"/>
                      <a:pt x="35" y="127"/>
                    </a:cubicBezTo>
                    <a:cubicBezTo>
                      <a:pt x="0" y="137"/>
                      <a:pt x="11" y="189"/>
                      <a:pt x="43" y="189"/>
                    </a:cubicBezTo>
                    <a:cubicBezTo>
                      <a:pt x="45" y="189"/>
                      <a:pt x="48" y="188"/>
                      <a:pt x="52" y="187"/>
                    </a:cubicBezTo>
                    <a:cubicBezTo>
                      <a:pt x="84" y="176"/>
                      <a:pt x="106" y="155"/>
                      <a:pt x="128" y="133"/>
                    </a:cubicBezTo>
                    <a:cubicBezTo>
                      <a:pt x="155" y="106"/>
                      <a:pt x="187" y="51"/>
                      <a:pt x="166" y="13"/>
                    </a:cubicBezTo>
                    <a:cubicBezTo>
                      <a:pt x="162" y="5"/>
                      <a:pt x="152"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20"/>
              <p:cNvSpPr/>
              <p:nvPr/>
            </p:nvSpPr>
            <p:spPr>
              <a:xfrm>
                <a:off x="5083175" y="2254075"/>
                <a:ext cx="4100" cy="3550"/>
              </a:xfrm>
              <a:custGeom>
                <a:rect b="b" l="l" r="r" t="t"/>
                <a:pathLst>
                  <a:path extrusionOk="0" h="142" w="164">
                    <a:moveTo>
                      <a:pt x="113" y="0"/>
                    </a:moveTo>
                    <a:cubicBezTo>
                      <a:pt x="94" y="0"/>
                      <a:pt x="75" y="7"/>
                      <a:pt x="60" y="22"/>
                    </a:cubicBezTo>
                    <a:cubicBezTo>
                      <a:pt x="38" y="33"/>
                      <a:pt x="27" y="55"/>
                      <a:pt x="22" y="82"/>
                    </a:cubicBezTo>
                    <a:cubicBezTo>
                      <a:pt x="0" y="103"/>
                      <a:pt x="11" y="136"/>
                      <a:pt x="44" y="141"/>
                    </a:cubicBezTo>
                    <a:lnTo>
                      <a:pt x="55" y="141"/>
                    </a:lnTo>
                    <a:cubicBezTo>
                      <a:pt x="71" y="141"/>
                      <a:pt x="82" y="131"/>
                      <a:pt x="87" y="114"/>
                    </a:cubicBezTo>
                    <a:cubicBezTo>
                      <a:pt x="98" y="93"/>
                      <a:pt x="114" y="76"/>
                      <a:pt x="131" y="65"/>
                    </a:cubicBezTo>
                    <a:cubicBezTo>
                      <a:pt x="142" y="60"/>
                      <a:pt x="153" y="49"/>
                      <a:pt x="158" y="38"/>
                    </a:cubicBezTo>
                    <a:cubicBezTo>
                      <a:pt x="163" y="22"/>
                      <a:pt x="153" y="11"/>
                      <a:pt x="142" y="6"/>
                    </a:cubicBezTo>
                    <a:cubicBezTo>
                      <a:pt x="133" y="2"/>
                      <a:pt x="123" y="0"/>
                      <a:pt x="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20"/>
              <p:cNvSpPr/>
              <p:nvPr/>
            </p:nvSpPr>
            <p:spPr>
              <a:xfrm>
                <a:off x="5122000" y="2252975"/>
                <a:ext cx="3450" cy="3975"/>
              </a:xfrm>
              <a:custGeom>
                <a:rect b="b" l="l" r="r" t="t"/>
                <a:pathLst>
                  <a:path extrusionOk="0" h="159" w="138">
                    <a:moveTo>
                      <a:pt x="34" y="0"/>
                    </a:moveTo>
                    <a:cubicBezTo>
                      <a:pt x="16" y="0"/>
                      <a:pt x="0" y="18"/>
                      <a:pt x="13" y="39"/>
                    </a:cubicBezTo>
                    <a:cubicBezTo>
                      <a:pt x="29" y="71"/>
                      <a:pt x="45" y="147"/>
                      <a:pt x="89" y="153"/>
                    </a:cubicBezTo>
                    <a:cubicBezTo>
                      <a:pt x="100" y="153"/>
                      <a:pt x="105" y="158"/>
                      <a:pt x="111" y="158"/>
                    </a:cubicBezTo>
                    <a:cubicBezTo>
                      <a:pt x="127" y="158"/>
                      <a:pt x="138" y="142"/>
                      <a:pt x="132" y="131"/>
                    </a:cubicBezTo>
                    <a:cubicBezTo>
                      <a:pt x="132" y="126"/>
                      <a:pt x="132" y="120"/>
                      <a:pt x="127" y="120"/>
                    </a:cubicBezTo>
                    <a:cubicBezTo>
                      <a:pt x="127" y="99"/>
                      <a:pt x="116" y="77"/>
                      <a:pt x="100" y="60"/>
                    </a:cubicBezTo>
                    <a:cubicBezTo>
                      <a:pt x="83" y="44"/>
                      <a:pt x="67" y="22"/>
                      <a:pt x="51" y="6"/>
                    </a:cubicBezTo>
                    <a:cubicBezTo>
                      <a:pt x="46" y="2"/>
                      <a:pt x="40" y="0"/>
                      <a:pt x="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20"/>
              <p:cNvSpPr/>
              <p:nvPr/>
            </p:nvSpPr>
            <p:spPr>
              <a:xfrm>
                <a:off x="5125775" y="2257925"/>
                <a:ext cx="2675" cy="3650"/>
              </a:xfrm>
              <a:custGeom>
                <a:rect b="b" l="l" r="r" t="t"/>
                <a:pathLst>
                  <a:path extrusionOk="0" h="146" w="107">
                    <a:moveTo>
                      <a:pt x="27" y="0"/>
                    </a:moveTo>
                    <a:cubicBezTo>
                      <a:pt x="15" y="0"/>
                      <a:pt x="1" y="14"/>
                      <a:pt x="9" y="26"/>
                    </a:cubicBezTo>
                    <a:cubicBezTo>
                      <a:pt x="3" y="42"/>
                      <a:pt x="9" y="58"/>
                      <a:pt x="14" y="69"/>
                    </a:cubicBezTo>
                    <a:cubicBezTo>
                      <a:pt x="19" y="85"/>
                      <a:pt x="19" y="102"/>
                      <a:pt x="25" y="118"/>
                    </a:cubicBezTo>
                    <a:cubicBezTo>
                      <a:pt x="30" y="134"/>
                      <a:pt x="41" y="145"/>
                      <a:pt x="57" y="145"/>
                    </a:cubicBezTo>
                    <a:lnTo>
                      <a:pt x="63" y="145"/>
                    </a:lnTo>
                    <a:cubicBezTo>
                      <a:pt x="90" y="145"/>
                      <a:pt x="106" y="118"/>
                      <a:pt x="96" y="96"/>
                    </a:cubicBezTo>
                    <a:lnTo>
                      <a:pt x="90" y="91"/>
                    </a:lnTo>
                    <a:cubicBezTo>
                      <a:pt x="90" y="74"/>
                      <a:pt x="85" y="58"/>
                      <a:pt x="74" y="42"/>
                    </a:cubicBezTo>
                    <a:cubicBezTo>
                      <a:pt x="68" y="31"/>
                      <a:pt x="57" y="15"/>
                      <a:pt x="41" y="9"/>
                    </a:cubicBezTo>
                    <a:cubicBezTo>
                      <a:pt x="38" y="3"/>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20"/>
              <p:cNvSpPr/>
              <p:nvPr/>
            </p:nvSpPr>
            <p:spPr>
              <a:xfrm>
                <a:off x="5138750" y="2257800"/>
                <a:ext cx="3975" cy="4350"/>
              </a:xfrm>
              <a:custGeom>
                <a:rect b="b" l="l" r="r" t="t"/>
                <a:pathLst>
                  <a:path extrusionOk="0" h="174" w="159">
                    <a:moveTo>
                      <a:pt x="127" y="1"/>
                    </a:moveTo>
                    <a:cubicBezTo>
                      <a:pt x="103" y="1"/>
                      <a:pt x="85" y="23"/>
                      <a:pt x="71" y="41"/>
                    </a:cubicBezTo>
                    <a:cubicBezTo>
                      <a:pt x="55" y="63"/>
                      <a:pt x="60" y="69"/>
                      <a:pt x="49" y="79"/>
                    </a:cubicBezTo>
                    <a:cubicBezTo>
                      <a:pt x="39" y="96"/>
                      <a:pt x="28" y="112"/>
                      <a:pt x="17" y="128"/>
                    </a:cubicBezTo>
                    <a:cubicBezTo>
                      <a:pt x="0" y="149"/>
                      <a:pt x="19" y="174"/>
                      <a:pt x="41" y="174"/>
                    </a:cubicBezTo>
                    <a:cubicBezTo>
                      <a:pt x="47" y="174"/>
                      <a:pt x="54" y="171"/>
                      <a:pt x="60" y="166"/>
                    </a:cubicBezTo>
                    <a:cubicBezTo>
                      <a:pt x="88" y="150"/>
                      <a:pt x="115" y="128"/>
                      <a:pt x="131" y="101"/>
                    </a:cubicBezTo>
                    <a:cubicBezTo>
                      <a:pt x="142" y="90"/>
                      <a:pt x="142" y="74"/>
                      <a:pt x="142" y="58"/>
                    </a:cubicBezTo>
                    <a:cubicBezTo>
                      <a:pt x="142" y="47"/>
                      <a:pt x="142" y="47"/>
                      <a:pt x="153" y="36"/>
                    </a:cubicBezTo>
                    <a:cubicBezTo>
                      <a:pt x="158" y="25"/>
                      <a:pt x="153" y="9"/>
                      <a:pt x="136" y="3"/>
                    </a:cubicBezTo>
                    <a:lnTo>
                      <a:pt x="142" y="3"/>
                    </a:lnTo>
                    <a:cubicBezTo>
                      <a:pt x="137" y="2"/>
                      <a:pt x="132" y="1"/>
                      <a:pt x="1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20"/>
              <p:cNvSpPr/>
              <p:nvPr/>
            </p:nvSpPr>
            <p:spPr>
              <a:xfrm>
                <a:off x="5142825" y="2253925"/>
                <a:ext cx="3300" cy="2825"/>
              </a:xfrm>
              <a:custGeom>
                <a:rect b="b" l="l" r="r" t="t"/>
                <a:pathLst>
                  <a:path extrusionOk="0" h="113" w="132">
                    <a:moveTo>
                      <a:pt x="120" y="1"/>
                    </a:moveTo>
                    <a:cubicBezTo>
                      <a:pt x="98" y="1"/>
                      <a:pt x="77" y="6"/>
                      <a:pt x="60" y="17"/>
                    </a:cubicBezTo>
                    <a:cubicBezTo>
                      <a:pt x="44" y="28"/>
                      <a:pt x="28" y="44"/>
                      <a:pt x="11" y="61"/>
                    </a:cubicBezTo>
                    <a:cubicBezTo>
                      <a:pt x="1" y="71"/>
                      <a:pt x="1" y="93"/>
                      <a:pt x="11" y="104"/>
                    </a:cubicBezTo>
                    <a:cubicBezTo>
                      <a:pt x="17" y="109"/>
                      <a:pt x="25" y="112"/>
                      <a:pt x="34" y="112"/>
                    </a:cubicBezTo>
                    <a:cubicBezTo>
                      <a:pt x="43" y="112"/>
                      <a:pt x="52" y="109"/>
                      <a:pt x="60" y="104"/>
                    </a:cubicBezTo>
                    <a:cubicBezTo>
                      <a:pt x="82" y="77"/>
                      <a:pt x="126" y="61"/>
                      <a:pt x="131" y="17"/>
                    </a:cubicBezTo>
                    <a:cubicBezTo>
                      <a:pt x="131" y="12"/>
                      <a:pt x="126"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20"/>
              <p:cNvSpPr/>
              <p:nvPr/>
            </p:nvSpPr>
            <p:spPr>
              <a:xfrm>
                <a:off x="5047425" y="2291550"/>
                <a:ext cx="4650" cy="5350"/>
              </a:xfrm>
              <a:custGeom>
                <a:rect b="b" l="l" r="r" t="t"/>
                <a:pathLst>
                  <a:path extrusionOk="0" h="214" w="186">
                    <a:moveTo>
                      <a:pt x="133" y="1"/>
                    </a:moveTo>
                    <a:cubicBezTo>
                      <a:pt x="125" y="1"/>
                      <a:pt x="116" y="4"/>
                      <a:pt x="109" y="12"/>
                    </a:cubicBezTo>
                    <a:lnTo>
                      <a:pt x="104" y="18"/>
                    </a:lnTo>
                    <a:cubicBezTo>
                      <a:pt x="60" y="61"/>
                      <a:pt x="1" y="116"/>
                      <a:pt x="17" y="186"/>
                    </a:cubicBezTo>
                    <a:cubicBezTo>
                      <a:pt x="23" y="204"/>
                      <a:pt x="38" y="214"/>
                      <a:pt x="54" y="214"/>
                    </a:cubicBezTo>
                    <a:cubicBezTo>
                      <a:pt x="67" y="214"/>
                      <a:pt x="80" y="207"/>
                      <a:pt x="88" y="192"/>
                    </a:cubicBezTo>
                    <a:cubicBezTo>
                      <a:pt x="99" y="170"/>
                      <a:pt x="109" y="148"/>
                      <a:pt x="120" y="126"/>
                    </a:cubicBezTo>
                    <a:lnTo>
                      <a:pt x="169" y="56"/>
                    </a:lnTo>
                    <a:cubicBezTo>
                      <a:pt x="186" y="31"/>
                      <a:pt x="159"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20"/>
              <p:cNvSpPr/>
              <p:nvPr/>
            </p:nvSpPr>
            <p:spPr>
              <a:xfrm>
                <a:off x="5048100" y="2296650"/>
                <a:ext cx="3150" cy="4900"/>
              </a:xfrm>
              <a:custGeom>
                <a:rect b="b" l="l" r="r" t="t"/>
                <a:pathLst>
                  <a:path extrusionOk="0" h="196" w="126">
                    <a:moveTo>
                      <a:pt x="91" y="1"/>
                    </a:moveTo>
                    <a:cubicBezTo>
                      <a:pt x="76" y="1"/>
                      <a:pt x="61" y="12"/>
                      <a:pt x="61" y="26"/>
                    </a:cubicBezTo>
                    <a:lnTo>
                      <a:pt x="61" y="31"/>
                    </a:lnTo>
                    <a:lnTo>
                      <a:pt x="55" y="37"/>
                    </a:lnTo>
                    <a:cubicBezTo>
                      <a:pt x="50" y="53"/>
                      <a:pt x="39" y="64"/>
                      <a:pt x="28" y="75"/>
                    </a:cubicBezTo>
                    <a:cubicBezTo>
                      <a:pt x="12" y="102"/>
                      <a:pt x="1" y="129"/>
                      <a:pt x="6" y="162"/>
                    </a:cubicBezTo>
                    <a:cubicBezTo>
                      <a:pt x="11" y="181"/>
                      <a:pt x="28" y="195"/>
                      <a:pt x="50" y="195"/>
                    </a:cubicBezTo>
                    <a:cubicBezTo>
                      <a:pt x="54" y="195"/>
                      <a:pt x="57" y="195"/>
                      <a:pt x="61" y="194"/>
                    </a:cubicBezTo>
                    <a:lnTo>
                      <a:pt x="66" y="194"/>
                    </a:lnTo>
                    <a:cubicBezTo>
                      <a:pt x="77" y="189"/>
                      <a:pt x="88" y="178"/>
                      <a:pt x="93" y="162"/>
                    </a:cubicBezTo>
                    <a:cubicBezTo>
                      <a:pt x="104" y="140"/>
                      <a:pt x="110" y="118"/>
                      <a:pt x="120" y="96"/>
                    </a:cubicBezTo>
                    <a:cubicBezTo>
                      <a:pt x="126" y="69"/>
                      <a:pt x="126" y="42"/>
                      <a:pt x="120" y="15"/>
                    </a:cubicBezTo>
                    <a:lnTo>
                      <a:pt x="115" y="15"/>
                    </a:lnTo>
                    <a:cubicBezTo>
                      <a:pt x="109" y="5"/>
                      <a:pt x="100" y="1"/>
                      <a:pt x="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120"/>
            <p:cNvGrpSpPr/>
            <p:nvPr/>
          </p:nvGrpSpPr>
          <p:grpSpPr>
            <a:xfrm>
              <a:off x="4622227" y="1491430"/>
              <a:ext cx="236904" cy="274327"/>
              <a:chOff x="5249375" y="2126325"/>
              <a:chExt cx="170300" cy="205350"/>
            </a:xfrm>
          </p:grpSpPr>
          <p:sp>
            <p:nvSpPr>
              <p:cNvPr id="4636" name="Google Shape;4636;p120"/>
              <p:cNvSpPr/>
              <p:nvPr/>
            </p:nvSpPr>
            <p:spPr>
              <a:xfrm>
                <a:off x="5249375" y="2126325"/>
                <a:ext cx="170300" cy="205350"/>
              </a:xfrm>
              <a:custGeom>
                <a:rect b="b" l="l" r="r" t="t"/>
                <a:pathLst>
                  <a:path extrusionOk="0" h="8214" w="6812">
                    <a:moveTo>
                      <a:pt x="1419" y="496"/>
                    </a:moveTo>
                    <a:cubicBezTo>
                      <a:pt x="1424" y="496"/>
                      <a:pt x="1427" y="496"/>
                      <a:pt x="1428" y="497"/>
                    </a:cubicBezTo>
                    <a:lnTo>
                      <a:pt x="1428" y="497"/>
                    </a:lnTo>
                    <a:cubicBezTo>
                      <a:pt x="1439" y="502"/>
                      <a:pt x="1451" y="504"/>
                      <a:pt x="1463" y="504"/>
                    </a:cubicBezTo>
                    <a:cubicBezTo>
                      <a:pt x="1472" y="504"/>
                      <a:pt x="1481" y="503"/>
                      <a:pt x="1490" y="501"/>
                    </a:cubicBezTo>
                    <a:lnTo>
                      <a:pt x="1490" y="506"/>
                    </a:lnTo>
                    <a:cubicBezTo>
                      <a:pt x="1517" y="560"/>
                      <a:pt x="1533" y="615"/>
                      <a:pt x="1544" y="669"/>
                    </a:cubicBezTo>
                    <a:cubicBezTo>
                      <a:pt x="1566" y="729"/>
                      <a:pt x="1604" y="789"/>
                      <a:pt x="1620" y="848"/>
                    </a:cubicBezTo>
                    <a:cubicBezTo>
                      <a:pt x="1626" y="881"/>
                      <a:pt x="1636" y="914"/>
                      <a:pt x="1647" y="946"/>
                    </a:cubicBezTo>
                    <a:cubicBezTo>
                      <a:pt x="1642" y="957"/>
                      <a:pt x="1636" y="968"/>
                      <a:pt x="1631" y="974"/>
                    </a:cubicBezTo>
                    <a:cubicBezTo>
                      <a:pt x="1613" y="1000"/>
                      <a:pt x="1599" y="1015"/>
                      <a:pt x="1584" y="1015"/>
                    </a:cubicBezTo>
                    <a:cubicBezTo>
                      <a:pt x="1572" y="1015"/>
                      <a:pt x="1559" y="1004"/>
                      <a:pt x="1544" y="979"/>
                    </a:cubicBezTo>
                    <a:cubicBezTo>
                      <a:pt x="1517" y="946"/>
                      <a:pt x="1501" y="908"/>
                      <a:pt x="1490" y="865"/>
                    </a:cubicBezTo>
                    <a:cubicBezTo>
                      <a:pt x="1486" y="851"/>
                      <a:pt x="1473" y="842"/>
                      <a:pt x="1459" y="842"/>
                    </a:cubicBezTo>
                    <a:cubicBezTo>
                      <a:pt x="1450" y="842"/>
                      <a:pt x="1442" y="846"/>
                      <a:pt x="1435" y="854"/>
                    </a:cubicBezTo>
                    <a:cubicBezTo>
                      <a:pt x="1392" y="908"/>
                      <a:pt x="1365" y="974"/>
                      <a:pt x="1321" y="1028"/>
                    </a:cubicBezTo>
                    <a:cubicBezTo>
                      <a:pt x="1290" y="1063"/>
                      <a:pt x="1258" y="1078"/>
                      <a:pt x="1226" y="1078"/>
                    </a:cubicBezTo>
                    <a:cubicBezTo>
                      <a:pt x="1180" y="1078"/>
                      <a:pt x="1136" y="1046"/>
                      <a:pt x="1104" y="1001"/>
                    </a:cubicBezTo>
                    <a:cubicBezTo>
                      <a:pt x="1131" y="946"/>
                      <a:pt x="1169" y="892"/>
                      <a:pt x="1191" y="838"/>
                    </a:cubicBezTo>
                    <a:cubicBezTo>
                      <a:pt x="1212" y="778"/>
                      <a:pt x="1229" y="718"/>
                      <a:pt x="1240" y="664"/>
                    </a:cubicBezTo>
                    <a:cubicBezTo>
                      <a:pt x="1256" y="615"/>
                      <a:pt x="1267" y="571"/>
                      <a:pt x="1278" y="528"/>
                    </a:cubicBezTo>
                    <a:cubicBezTo>
                      <a:pt x="1291" y="536"/>
                      <a:pt x="1306" y="540"/>
                      <a:pt x="1321" y="540"/>
                    </a:cubicBezTo>
                    <a:cubicBezTo>
                      <a:pt x="1336" y="540"/>
                      <a:pt x="1351" y="536"/>
                      <a:pt x="1365" y="528"/>
                    </a:cubicBezTo>
                    <a:cubicBezTo>
                      <a:pt x="1381" y="517"/>
                      <a:pt x="1392" y="506"/>
                      <a:pt x="1403" y="501"/>
                    </a:cubicBezTo>
                    <a:cubicBezTo>
                      <a:pt x="1409" y="497"/>
                      <a:pt x="1415" y="496"/>
                      <a:pt x="1419" y="496"/>
                    </a:cubicBezTo>
                    <a:close/>
                    <a:moveTo>
                      <a:pt x="1865" y="1316"/>
                    </a:moveTo>
                    <a:cubicBezTo>
                      <a:pt x="1876" y="1316"/>
                      <a:pt x="1881" y="1321"/>
                      <a:pt x="1887" y="1321"/>
                    </a:cubicBezTo>
                    <a:lnTo>
                      <a:pt x="1865" y="1332"/>
                    </a:lnTo>
                    <a:cubicBezTo>
                      <a:pt x="1865" y="1327"/>
                      <a:pt x="1865" y="1321"/>
                      <a:pt x="1865" y="1316"/>
                    </a:cubicBezTo>
                    <a:close/>
                    <a:moveTo>
                      <a:pt x="5615" y="387"/>
                    </a:moveTo>
                    <a:cubicBezTo>
                      <a:pt x="5684" y="392"/>
                      <a:pt x="5742" y="403"/>
                      <a:pt x="5800" y="414"/>
                    </a:cubicBezTo>
                    <a:cubicBezTo>
                      <a:pt x="5876" y="424"/>
                      <a:pt x="5882" y="430"/>
                      <a:pt x="5860" y="501"/>
                    </a:cubicBezTo>
                    <a:cubicBezTo>
                      <a:pt x="5844" y="555"/>
                      <a:pt x="5827" y="604"/>
                      <a:pt x="5811" y="658"/>
                    </a:cubicBezTo>
                    <a:cubicBezTo>
                      <a:pt x="5784" y="805"/>
                      <a:pt x="5757" y="952"/>
                      <a:pt x="5746" y="1099"/>
                    </a:cubicBezTo>
                    <a:cubicBezTo>
                      <a:pt x="5746" y="1175"/>
                      <a:pt x="5740" y="1256"/>
                      <a:pt x="5719" y="1332"/>
                    </a:cubicBezTo>
                    <a:cubicBezTo>
                      <a:pt x="5708" y="1365"/>
                      <a:pt x="5697" y="1398"/>
                      <a:pt x="5686" y="1436"/>
                    </a:cubicBezTo>
                    <a:cubicBezTo>
                      <a:pt x="5626" y="1436"/>
                      <a:pt x="5567" y="1436"/>
                      <a:pt x="5507" y="1441"/>
                    </a:cubicBezTo>
                    <a:cubicBezTo>
                      <a:pt x="5507" y="1408"/>
                      <a:pt x="5507" y="1370"/>
                      <a:pt x="5512" y="1338"/>
                    </a:cubicBezTo>
                    <a:cubicBezTo>
                      <a:pt x="5539" y="1234"/>
                      <a:pt x="5556" y="1131"/>
                      <a:pt x="5561" y="1028"/>
                    </a:cubicBezTo>
                    <a:cubicBezTo>
                      <a:pt x="5572" y="903"/>
                      <a:pt x="5588" y="772"/>
                      <a:pt x="5621" y="647"/>
                    </a:cubicBezTo>
                    <a:cubicBezTo>
                      <a:pt x="5626" y="609"/>
                      <a:pt x="5626" y="566"/>
                      <a:pt x="5626" y="528"/>
                    </a:cubicBezTo>
                    <a:cubicBezTo>
                      <a:pt x="5615" y="479"/>
                      <a:pt x="5610" y="430"/>
                      <a:pt x="5615" y="387"/>
                    </a:cubicBezTo>
                    <a:close/>
                    <a:moveTo>
                      <a:pt x="5053" y="355"/>
                    </a:moveTo>
                    <a:cubicBezTo>
                      <a:pt x="5086" y="355"/>
                      <a:pt x="5124" y="365"/>
                      <a:pt x="5153" y="365"/>
                    </a:cubicBezTo>
                    <a:cubicBezTo>
                      <a:pt x="5194" y="367"/>
                      <a:pt x="5235" y="369"/>
                      <a:pt x="5276" y="369"/>
                    </a:cubicBezTo>
                    <a:cubicBezTo>
                      <a:pt x="5316" y="369"/>
                      <a:pt x="5357" y="367"/>
                      <a:pt x="5398" y="365"/>
                    </a:cubicBezTo>
                    <a:cubicBezTo>
                      <a:pt x="5463" y="365"/>
                      <a:pt x="5528" y="370"/>
                      <a:pt x="5588" y="376"/>
                    </a:cubicBezTo>
                    <a:cubicBezTo>
                      <a:pt x="5583" y="419"/>
                      <a:pt x="5588" y="468"/>
                      <a:pt x="5583" y="511"/>
                    </a:cubicBezTo>
                    <a:cubicBezTo>
                      <a:pt x="5567" y="642"/>
                      <a:pt x="5512" y="767"/>
                      <a:pt x="5485" y="892"/>
                    </a:cubicBezTo>
                    <a:cubicBezTo>
                      <a:pt x="5463" y="1001"/>
                      <a:pt x="5463" y="1109"/>
                      <a:pt x="5442" y="1218"/>
                    </a:cubicBezTo>
                    <a:cubicBezTo>
                      <a:pt x="5425" y="1289"/>
                      <a:pt x="5409" y="1365"/>
                      <a:pt x="5403" y="1441"/>
                    </a:cubicBezTo>
                    <a:lnTo>
                      <a:pt x="5224" y="1441"/>
                    </a:lnTo>
                    <a:cubicBezTo>
                      <a:pt x="5183" y="1441"/>
                      <a:pt x="5142" y="1402"/>
                      <a:pt x="5079" y="1402"/>
                    </a:cubicBezTo>
                    <a:cubicBezTo>
                      <a:pt x="5075" y="1402"/>
                      <a:pt x="5071" y="1403"/>
                      <a:pt x="5066" y="1403"/>
                    </a:cubicBezTo>
                    <a:cubicBezTo>
                      <a:pt x="4990" y="1425"/>
                      <a:pt x="4920" y="1446"/>
                      <a:pt x="4849" y="1479"/>
                    </a:cubicBezTo>
                    <a:lnTo>
                      <a:pt x="4816" y="1484"/>
                    </a:lnTo>
                    <a:cubicBezTo>
                      <a:pt x="4854" y="1392"/>
                      <a:pt x="4882" y="1289"/>
                      <a:pt x="4898" y="1191"/>
                    </a:cubicBezTo>
                    <a:lnTo>
                      <a:pt x="4898" y="1196"/>
                    </a:lnTo>
                    <a:cubicBezTo>
                      <a:pt x="4936" y="1060"/>
                      <a:pt x="4958" y="919"/>
                      <a:pt x="4974" y="783"/>
                    </a:cubicBezTo>
                    <a:cubicBezTo>
                      <a:pt x="4974" y="713"/>
                      <a:pt x="4985" y="664"/>
                      <a:pt x="4990" y="598"/>
                    </a:cubicBezTo>
                    <a:cubicBezTo>
                      <a:pt x="4996" y="539"/>
                      <a:pt x="4969" y="446"/>
                      <a:pt x="4990" y="386"/>
                    </a:cubicBezTo>
                    <a:cubicBezTo>
                      <a:pt x="5003" y="362"/>
                      <a:pt x="5026" y="355"/>
                      <a:pt x="5053" y="355"/>
                    </a:cubicBezTo>
                    <a:close/>
                    <a:moveTo>
                      <a:pt x="3990" y="778"/>
                    </a:moveTo>
                    <a:cubicBezTo>
                      <a:pt x="4017" y="789"/>
                      <a:pt x="4045" y="805"/>
                      <a:pt x="4077" y="816"/>
                    </a:cubicBezTo>
                    <a:cubicBezTo>
                      <a:pt x="4208" y="854"/>
                      <a:pt x="4349" y="832"/>
                      <a:pt x="4479" y="854"/>
                    </a:cubicBezTo>
                    <a:lnTo>
                      <a:pt x="4545" y="865"/>
                    </a:lnTo>
                    <a:lnTo>
                      <a:pt x="4463" y="887"/>
                    </a:lnTo>
                    <a:cubicBezTo>
                      <a:pt x="4338" y="925"/>
                      <a:pt x="4202" y="946"/>
                      <a:pt x="4077" y="984"/>
                    </a:cubicBezTo>
                    <a:cubicBezTo>
                      <a:pt x="3838" y="1050"/>
                      <a:pt x="3604" y="1147"/>
                      <a:pt x="3365" y="1224"/>
                    </a:cubicBezTo>
                    <a:cubicBezTo>
                      <a:pt x="3240" y="1262"/>
                      <a:pt x="3115" y="1300"/>
                      <a:pt x="2990" y="1338"/>
                    </a:cubicBezTo>
                    <a:cubicBezTo>
                      <a:pt x="2865" y="1376"/>
                      <a:pt x="2740" y="1398"/>
                      <a:pt x="2615" y="1436"/>
                    </a:cubicBezTo>
                    <a:cubicBezTo>
                      <a:pt x="2501" y="1457"/>
                      <a:pt x="2392" y="1490"/>
                      <a:pt x="2283" y="1528"/>
                    </a:cubicBezTo>
                    <a:cubicBezTo>
                      <a:pt x="2158" y="1571"/>
                      <a:pt x="2028" y="1604"/>
                      <a:pt x="1897" y="1615"/>
                    </a:cubicBezTo>
                    <a:lnTo>
                      <a:pt x="1876" y="1615"/>
                    </a:lnTo>
                    <a:cubicBezTo>
                      <a:pt x="1870" y="1577"/>
                      <a:pt x="1865" y="1539"/>
                      <a:pt x="1865" y="1501"/>
                    </a:cubicBezTo>
                    <a:lnTo>
                      <a:pt x="1865" y="1381"/>
                    </a:lnTo>
                    <a:cubicBezTo>
                      <a:pt x="1873" y="1382"/>
                      <a:pt x="1881" y="1382"/>
                      <a:pt x="1890" y="1382"/>
                    </a:cubicBezTo>
                    <a:cubicBezTo>
                      <a:pt x="2014" y="1382"/>
                      <a:pt x="2117" y="1308"/>
                      <a:pt x="2234" y="1272"/>
                    </a:cubicBezTo>
                    <a:cubicBezTo>
                      <a:pt x="2289" y="1256"/>
                      <a:pt x="2343" y="1229"/>
                      <a:pt x="2397" y="1202"/>
                    </a:cubicBezTo>
                    <a:cubicBezTo>
                      <a:pt x="2452" y="1175"/>
                      <a:pt x="2512" y="1175"/>
                      <a:pt x="2571" y="1153"/>
                    </a:cubicBezTo>
                    <a:cubicBezTo>
                      <a:pt x="2821" y="1055"/>
                      <a:pt x="3088" y="1006"/>
                      <a:pt x="3349" y="935"/>
                    </a:cubicBezTo>
                    <a:cubicBezTo>
                      <a:pt x="3474" y="903"/>
                      <a:pt x="3610" y="903"/>
                      <a:pt x="3735" y="854"/>
                    </a:cubicBezTo>
                    <a:cubicBezTo>
                      <a:pt x="3762" y="843"/>
                      <a:pt x="3789" y="832"/>
                      <a:pt x="3811" y="816"/>
                    </a:cubicBezTo>
                    <a:lnTo>
                      <a:pt x="3827" y="810"/>
                    </a:lnTo>
                    <a:cubicBezTo>
                      <a:pt x="3876" y="794"/>
                      <a:pt x="3930" y="783"/>
                      <a:pt x="3979" y="778"/>
                    </a:cubicBezTo>
                    <a:close/>
                    <a:moveTo>
                      <a:pt x="5626" y="1608"/>
                    </a:moveTo>
                    <a:cubicBezTo>
                      <a:pt x="5675" y="1608"/>
                      <a:pt x="5724" y="1612"/>
                      <a:pt x="5773" y="1620"/>
                    </a:cubicBezTo>
                    <a:cubicBezTo>
                      <a:pt x="5768" y="1626"/>
                      <a:pt x="5768" y="1637"/>
                      <a:pt x="5773" y="1642"/>
                    </a:cubicBezTo>
                    <a:cubicBezTo>
                      <a:pt x="5654" y="1669"/>
                      <a:pt x="5534" y="1702"/>
                      <a:pt x="5420" y="1729"/>
                    </a:cubicBezTo>
                    <a:cubicBezTo>
                      <a:pt x="5262" y="1762"/>
                      <a:pt x="5110" y="1800"/>
                      <a:pt x="4952" y="1832"/>
                    </a:cubicBezTo>
                    <a:cubicBezTo>
                      <a:pt x="4898" y="1843"/>
                      <a:pt x="4849" y="1865"/>
                      <a:pt x="4800" y="1887"/>
                    </a:cubicBezTo>
                    <a:cubicBezTo>
                      <a:pt x="4729" y="1914"/>
                      <a:pt x="4653" y="1930"/>
                      <a:pt x="4583" y="1936"/>
                    </a:cubicBezTo>
                    <a:cubicBezTo>
                      <a:pt x="4436" y="1963"/>
                      <a:pt x="4295" y="2001"/>
                      <a:pt x="4153" y="2028"/>
                    </a:cubicBezTo>
                    <a:cubicBezTo>
                      <a:pt x="3887" y="2082"/>
                      <a:pt x="3604" y="2131"/>
                      <a:pt x="3360" y="2256"/>
                    </a:cubicBezTo>
                    <a:cubicBezTo>
                      <a:pt x="3299" y="2290"/>
                      <a:pt x="3244" y="2316"/>
                      <a:pt x="3183" y="2316"/>
                    </a:cubicBezTo>
                    <a:cubicBezTo>
                      <a:pt x="3156" y="2316"/>
                      <a:pt x="3129" y="2311"/>
                      <a:pt x="3099" y="2300"/>
                    </a:cubicBezTo>
                    <a:cubicBezTo>
                      <a:pt x="3039" y="2273"/>
                      <a:pt x="2974" y="2245"/>
                      <a:pt x="2914" y="2224"/>
                    </a:cubicBezTo>
                    <a:cubicBezTo>
                      <a:pt x="2832" y="2191"/>
                      <a:pt x="2751" y="2169"/>
                      <a:pt x="2669" y="2148"/>
                    </a:cubicBezTo>
                    <a:lnTo>
                      <a:pt x="2707" y="2137"/>
                    </a:lnTo>
                    <a:cubicBezTo>
                      <a:pt x="2789" y="2110"/>
                      <a:pt x="2870" y="2088"/>
                      <a:pt x="2952" y="2072"/>
                    </a:cubicBezTo>
                    <a:cubicBezTo>
                      <a:pt x="3033" y="2055"/>
                      <a:pt x="3110" y="2072"/>
                      <a:pt x="3191" y="2033"/>
                    </a:cubicBezTo>
                    <a:cubicBezTo>
                      <a:pt x="3354" y="1963"/>
                      <a:pt x="3528" y="1936"/>
                      <a:pt x="3697" y="1887"/>
                    </a:cubicBezTo>
                    <a:cubicBezTo>
                      <a:pt x="3789" y="1865"/>
                      <a:pt x="3887" y="1849"/>
                      <a:pt x="3979" y="1843"/>
                    </a:cubicBezTo>
                    <a:cubicBezTo>
                      <a:pt x="4055" y="1832"/>
                      <a:pt x="4121" y="1794"/>
                      <a:pt x="4197" y="1783"/>
                    </a:cubicBezTo>
                    <a:cubicBezTo>
                      <a:pt x="4371" y="1756"/>
                      <a:pt x="4539" y="1735"/>
                      <a:pt x="4708" y="1713"/>
                    </a:cubicBezTo>
                    <a:cubicBezTo>
                      <a:pt x="4789" y="1702"/>
                      <a:pt x="4865" y="1686"/>
                      <a:pt x="4947" y="1658"/>
                    </a:cubicBezTo>
                    <a:cubicBezTo>
                      <a:pt x="4994" y="1635"/>
                      <a:pt x="5046" y="1619"/>
                      <a:pt x="5101" y="1619"/>
                    </a:cubicBezTo>
                    <a:cubicBezTo>
                      <a:pt x="5109" y="1619"/>
                      <a:pt x="5118" y="1620"/>
                      <a:pt x="5126" y="1620"/>
                    </a:cubicBezTo>
                    <a:cubicBezTo>
                      <a:pt x="5183" y="1626"/>
                      <a:pt x="5242" y="1629"/>
                      <a:pt x="5301" y="1629"/>
                    </a:cubicBezTo>
                    <a:cubicBezTo>
                      <a:pt x="5360" y="1629"/>
                      <a:pt x="5420" y="1626"/>
                      <a:pt x="5480" y="1620"/>
                    </a:cubicBezTo>
                    <a:cubicBezTo>
                      <a:pt x="5528" y="1612"/>
                      <a:pt x="5577" y="1608"/>
                      <a:pt x="5626" y="1608"/>
                    </a:cubicBezTo>
                    <a:close/>
                    <a:moveTo>
                      <a:pt x="1446" y="952"/>
                    </a:moveTo>
                    <a:cubicBezTo>
                      <a:pt x="1468" y="1017"/>
                      <a:pt x="1511" y="1088"/>
                      <a:pt x="1571" y="1104"/>
                    </a:cubicBezTo>
                    <a:cubicBezTo>
                      <a:pt x="1584" y="1108"/>
                      <a:pt x="1595" y="1109"/>
                      <a:pt x="1605" y="1109"/>
                    </a:cubicBezTo>
                    <a:cubicBezTo>
                      <a:pt x="1672" y="1109"/>
                      <a:pt x="1686" y="1037"/>
                      <a:pt x="1723" y="990"/>
                    </a:cubicBezTo>
                    <a:cubicBezTo>
                      <a:pt x="1783" y="1055"/>
                      <a:pt x="1767" y="1191"/>
                      <a:pt x="1767" y="1262"/>
                    </a:cubicBezTo>
                    <a:cubicBezTo>
                      <a:pt x="1751" y="1392"/>
                      <a:pt x="1751" y="1523"/>
                      <a:pt x="1756" y="1653"/>
                    </a:cubicBezTo>
                    <a:cubicBezTo>
                      <a:pt x="1772" y="1735"/>
                      <a:pt x="1783" y="1821"/>
                      <a:pt x="1783" y="1903"/>
                    </a:cubicBezTo>
                    <a:cubicBezTo>
                      <a:pt x="1783" y="1985"/>
                      <a:pt x="1794" y="2066"/>
                      <a:pt x="1805" y="2148"/>
                    </a:cubicBezTo>
                    <a:cubicBezTo>
                      <a:pt x="1810" y="2224"/>
                      <a:pt x="1810" y="2294"/>
                      <a:pt x="1827" y="2371"/>
                    </a:cubicBezTo>
                    <a:cubicBezTo>
                      <a:pt x="1838" y="2447"/>
                      <a:pt x="1843" y="2550"/>
                      <a:pt x="1859" y="2631"/>
                    </a:cubicBezTo>
                    <a:cubicBezTo>
                      <a:pt x="1767" y="2621"/>
                      <a:pt x="1680" y="2604"/>
                      <a:pt x="1593" y="2593"/>
                    </a:cubicBezTo>
                    <a:cubicBezTo>
                      <a:pt x="1506" y="2577"/>
                      <a:pt x="1419" y="2555"/>
                      <a:pt x="1337" y="2528"/>
                    </a:cubicBezTo>
                    <a:cubicBezTo>
                      <a:pt x="1337" y="2485"/>
                      <a:pt x="1343" y="2441"/>
                      <a:pt x="1343" y="2392"/>
                    </a:cubicBezTo>
                    <a:cubicBezTo>
                      <a:pt x="1337" y="2332"/>
                      <a:pt x="1327" y="2267"/>
                      <a:pt x="1316" y="2207"/>
                    </a:cubicBezTo>
                    <a:cubicBezTo>
                      <a:pt x="1283" y="2061"/>
                      <a:pt x="1245" y="1914"/>
                      <a:pt x="1207" y="1767"/>
                    </a:cubicBezTo>
                    <a:cubicBezTo>
                      <a:pt x="1158" y="1642"/>
                      <a:pt x="1120" y="1512"/>
                      <a:pt x="1087" y="1376"/>
                    </a:cubicBezTo>
                    <a:lnTo>
                      <a:pt x="1087" y="1381"/>
                    </a:lnTo>
                    <a:cubicBezTo>
                      <a:pt x="1077" y="1283"/>
                      <a:pt x="1071" y="1186"/>
                      <a:pt x="1071" y="1093"/>
                    </a:cubicBezTo>
                    <a:lnTo>
                      <a:pt x="1071" y="1093"/>
                    </a:lnTo>
                    <a:cubicBezTo>
                      <a:pt x="1111" y="1133"/>
                      <a:pt x="1160" y="1159"/>
                      <a:pt x="1218" y="1159"/>
                    </a:cubicBezTo>
                    <a:cubicBezTo>
                      <a:pt x="1223" y="1159"/>
                      <a:pt x="1229" y="1159"/>
                      <a:pt x="1234" y="1158"/>
                    </a:cubicBezTo>
                    <a:cubicBezTo>
                      <a:pt x="1370" y="1153"/>
                      <a:pt x="1392" y="1044"/>
                      <a:pt x="1446" y="952"/>
                    </a:cubicBezTo>
                    <a:close/>
                    <a:moveTo>
                      <a:pt x="4800" y="897"/>
                    </a:moveTo>
                    <a:lnTo>
                      <a:pt x="4811" y="908"/>
                    </a:lnTo>
                    <a:lnTo>
                      <a:pt x="4816" y="908"/>
                    </a:lnTo>
                    <a:cubicBezTo>
                      <a:pt x="4800" y="984"/>
                      <a:pt x="4784" y="1066"/>
                      <a:pt x="4767" y="1142"/>
                    </a:cubicBezTo>
                    <a:cubicBezTo>
                      <a:pt x="4751" y="1207"/>
                      <a:pt x="4735" y="1272"/>
                      <a:pt x="4729" y="1343"/>
                    </a:cubicBezTo>
                    <a:cubicBezTo>
                      <a:pt x="4724" y="1398"/>
                      <a:pt x="4729" y="1457"/>
                      <a:pt x="4735" y="1512"/>
                    </a:cubicBezTo>
                    <a:cubicBezTo>
                      <a:pt x="4675" y="1523"/>
                      <a:pt x="4615" y="1528"/>
                      <a:pt x="4561" y="1539"/>
                    </a:cubicBezTo>
                    <a:cubicBezTo>
                      <a:pt x="4479" y="1544"/>
                      <a:pt x="4398" y="1555"/>
                      <a:pt x="4322" y="1571"/>
                    </a:cubicBezTo>
                    <a:cubicBezTo>
                      <a:pt x="4229" y="1588"/>
                      <a:pt x="4148" y="1610"/>
                      <a:pt x="4061" y="1637"/>
                    </a:cubicBezTo>
                    <a:cubicBezTo>
                      <a:pt x="4023" y="1653"/>
                      <a:pt x="3985" y="1669"/>
                      <a:pt x="3947" y="1680"/>
                    </a:cubicBezTo>
                    <a:cubicBezTo>
                      <a:pt x="3925" y="1683"/>
                      <a:pt x="3905" y="1683"/>
                      <a:pt x="3885" y="1683"/>
                    </a:cubicBezTo>
                    <a:cubicBezTo>
                      <a:pt x="3865" y="1683"/>
                      <a:pt x="3846" y="1683"/>
                      <a:pt x="3827" y="1686"/>
                    </a:cubicBezTo>
                    <a:cubicBezTo>
                      <a:pt x="3735" y="1707"/>
                      <a:pt x="3648" y="1735"/>
                      <a:pt x="3561" y="1767"/>
                    </a:cubicBezTo>
                    <a:cubicBezTo>
                      <a:pt x="3474" y="1794"/>
                      <a:pt x="3381" y="1816"/>
                      <a:pt x="3289" y="1843"/>
                    </a:cubicBezTo>
                    <a:cubicBezTo>
                      <a:pt x="3213" y="1865"/>
                      <a:pt x="3131" y="1925"/>
                      <a:pt x="3055" y="1930"/>
                    </a:cubicBezTo>
                    <a:cubicBezTo>
                      <a:pt x="2974" y="1936"/>
                      <a:pt x="2898" y="1952"/>
                      <a:pt x="2816" y="1974"/>
                    </a:cubicBezTo>
                    <a:cubicBezTo>
                      <a:pt x="2734" y="1995"/>
                      <a:pt x="2637" y="2055"/>
                      <a:pt x="2544" y="2055"/>
                    </a:cubicBezTo>
                    <a:cubicBezTo>
                      <a:pt x="2479" y="2055"/>
                      <a:pt x="2436" y="2055"/>
                      <a:pt x="2403" y="2126"/>
                    </a:cubicBezTo>
                    <a:cubicBezTo>
                      <a:pt x="2381" y="2186"/>
                      <a:pt x="2376" y="2251"/>
                      <a:pt x="2387" y="2316"/>
                    </a:cubicBezTo>
                    <a:cubicBezTo>
                      <a:pt x="2392" y="2403"/>
                      <a:pt x="2392" y="2496"/>
                      <a:pt x="2392" y="2588"/>
                    </a:cubicBezTo>
                    <a:lnTo>
                      <a:pt x="2392" y="2718"/>
                    </a:lnTo>
                    <a:lnTo>
                      <a:pt x="2376" y="2713"/>
                    </a:lnTo>
                    <a:cubicBezTo>
                      <a:pt x="2251" y="2669"/>
                      <a:pt x="2120" y="2648"/>
                      <a:pt x="1984" y="2642"/>
                    </a:cubicBezTo>
                    <a:lnTo>
                      <a:pt x="1984" y="2637"/>
                    </a:lnTo>
                    <a:cubicBezTo>
                      <a:pt x="1984" y="2631"/>
                      <a:pt x="1984" y="2621"/>
                      <a:pt x="1984" y="2615"/>
                    </a:cubicBezTo>
                    <a:cubicBezTo>
                      <a:pt x="1995" y="2501"/>
                      <a:pt x="1946" y="2381"/>
                      <a:pt x="1925" y="2267"/>
                    </a:cubicBezTo>
                    <a:cubicBezTo>
                      <a:pt x="1908" y="2213"/>
                      <a:pt x="1925" y="2159"/>
                      <a:pt x="1908" y="2104"/>
                    </a:cubicBezTo>
                    <a:cubicBezTo>
                      <a:pt x="1892" y="2033"/>
                      <a:pt x="1887" y="1968"/>
                      <a:pt x="1887" y="1898"/>
                    </a:cubicBezTo>
                    <a:cubicBezTo>
                      <a:pt x="1887" y="1843"/>
                      <a:pt x="1887" y="1789"/>
                      <a:pt x="1876" y="1735"/>
                    </a:cubicBezTo>
                    <a:lnTo>
                      <a:pt x="1887" y="1735"/>
                    </a:lnTo>
                    <a:cubicBezTo>
                      <a:pt x="1941" y="1735"/>
                      <a:pt x="1995" y="1724"/>
                      <a:pt x="2050" y="1707"/>
                    </a:cubicBezTo>
                    <a:cubicBezTo>
                      <a:pt x="2098" y="1691"/>
                      <a:pt x="2158" y="1686"/>
                      <a:pt x="2213" y="1669"/>
                    </a:cubicBezTo>
                    <a:cubicBezTo>
                      <a:pt x="2267" y="1648"/>
                      <a:pt x="2316" y="1620"/>
                      <a:pt x="2370" y="1599"/>
                    </a:cubicBezTo>
                    <a:cubicBezTo>
                      <a:pt x="2425" y="1577"/>
                      <a:pt x="2501" y="1577"/>
                      <a:pt x="2566" y="1555"/>
                    </a:cubicBezTo>
                    <a:cubicBezTo>
                      <a:pt x="2696" y="1517"/>
                      <a:pt x="2827" y="1495"/>
                      <a:pt x="2957" y="1457"/>
                    </a:cubicBezTo>
                    <a:lnTo>
                      <a:pt x="3354" y="1338"/>
                    </a:lnTo>
                    <a:cubicBezTo>
                      <a:pt x="3599" y="1267"/>
                      <a:pt x="3838" y="1186"/>
                      <a:pt x="4083" y="1109"/>
                    </a:cubicBezTo>
                    <a:cubicBezTo>
                      <a:pt x="4208" y="1066"/>
                      <a:pt x="4338" y="1044"/>
                      <a:pt x="4469" y="1012"/>
                    </a:cubicBezTo>
                    <a:cubicBezTo>
                      <a:pt x="4572" y="984"/>
                      <a:pt x="4713" y="968"/>
                      <a:pt x="4800" y="897"/>
                    </a:cubicBezTo>
                    <a:close/>
                    <a:moveTo>
                      <a:pt x="5692" y="2479"/>
                    </a:moveTo>
                    <a:cubicBezTo>
                      <a:pt x="5654" y="2572"/>
                      <a:pt x="5610" y="2664"/>
                      <a:pt x="5556" y="2751"/>
                    </a:cubicBezTo>
                    <a:lnTo>
                      <a:pt x="5490" y="2751"/>
                    </a:lnTo>
                    <a:cubicBezTo>
                      <a:pt x="5403" y="2762"/>
                      <a:pt x="5322" y="2805"/>
                      <a:pt x="5240" y="2822"/>
                    </a:cubicBezTo>
                    <a:lnTo>
                      <a:pt x="5230" y="2827"/>
                    </a:lnTo>
                    <a:cubicBezTo>
                      <a:pt x="5023" y="2876"/>
                      <a:pt x="4822" y="2963"/>
                      <a:pt x="4615" y="3012"/>
                    </a:cubicBezTo>
                    <a:cubicBezTo>
                      <a:pt x="4517" y="3034"/>
                      <a:pt x="4420" y="3050"/>
                      <a:pt x="4327" y="3066"/>
                    </a:cubicBezTo>
                    <a:cubicBezTo>
                      <a:pt x="4246" y="3088"/>
                      <a:pt x="4164" y="3115"/>
                      <a:pt x="4088" y="3142"/>
                    </a:cubicBezTo>
                    <a:cubicBezTo>
                      <a:pt x="4060" y="3153"/>
                      <a:pt x="4032" y="3159"/>
                      <a:pt x="4002" y="3159"/>
                    </a:cubicBezTo>
                    <a:cubicBezTo>
                      <a:pt x="3986" y="3159"/>
                      <a:pt x="3969" y="3157"/>
                      <a:pt x="3952" y="3153"/>
                    </a:cubicBezTo>
                    <a:cubicBezTo>
                      <a:pt x="3919" y="3137"/>
                      <a:pt x="3892" y="3110"/>
                      <a:pt x="3865" y="3088"/>
                    </a:cubicBezTo>
                    <a:cubicBezTo>
                      <a:pt x="3827" y="3055"/>
                      <a:pt x="3778" y="3039"/>
                      <a:pt x="3729" y="3034"/>
                    </a:cubicBezTo>
                    <a:lnTo>
                      <a:pt x="3751" y="3028"/>
                    </a:lnTo>
                    <a:cubicBezTo>
                      <a:pt x="3811" y="3017"/>
                      <a:pt x="3865" y="2990"/>
                      <a:pt x="3925" y="2974"/>
                    </a:cubicBezTo>
                    <a:cubicBezTo>
                      <a:pt x="4050" y="2936"/>
                      <a:pt x="4180" y="2925"/>
                      <a:pt x="4305" y="2887"/>
                    </a:cubicBezTo>
                    <a:cubicBezTo>
                      <a:pt x="4430" y="2849"/>
                      <a:pt x="4566" y="2800"/>
                      <a:pt x="4697" y="2756"/>
                    </a:cubicBezTo>
                    <a:cubicBezTo>
                      <a:pt x="4827" y="2718"/>
                      <a:pt x="4979" y="2680"/>
                      <a:pt x="5110" y="2621"/>
                    </a:cubicBezTo>
                    <a:cubicBezTo>
                      <a:pt x="5148" y="2599"/>
                      <a:pt x="5191" y="2588"/>
                      <a:pt x="5240" y="2577"/>
                    </a:cubicBezTo>
                    <a:cubicBezTo>
                      <a:pt x="5289" y="2577"/>
                      <a:pt x="5338" y="2572"/>
                      <a:pt x="5387" y="2561"/>
                    </a:cubicBezTo>
                    <a:cubicBezTo>
                      <a:pt x="5485" y="2534"/>
                      <a:pt x="5594" y="2512"/>
                      <a:pt x="5692" y="2479"/>
                    </a:cubicBezTo>
                    <a:close/>
                    <a:moveTo>
                      <a:pt x="2544" y="2207"/>
                    </a:moveTo>
                    <a:cubicBezTo>
                      <a:pt x="2653" y="2251"/>
                      <a:pt x="2773" y="2278"/>
                      <a:pt x="2881" y="2322"/>
                    </a:cubicBezTo>
                    <a:cubicBezTo>
                      <a:pt x="2919" y="2338"/>
                      <a:pt x="2957" y="2349"/>
                      <a:pt x="3001" y="2360"/>
                    </a:cubicBezTo>
                    <a:cubicBezTo>
                      <a:pt x="3001" y="2441"/>
                      <a:pt x="2990" y="2523"/>
                      <a:pt x="3001" y="2604"/>
                    </a:cubicBezTo>
                    <a:cubicBezTo>
                      <a:pt x="3017" y="2718"/>
                      <a:pt x="3033" y="2827"/>
                      <a:pt x="3044" y="2941"/>
                    </a:cubicBezTo>
                    <a:cubicBezTo>
                      <a:pt x="3055" y="3050"/>
                      <a:pt x="3044" y="3164"/>
                      <a:pt x="3044" y="3278"/>
                    </a:cubicBezTo>
                    <a:cubicBezTo>
                      <a:pt x="3044" y="3349"/>
                      <a:pt x="3039" y="3452"/>
                      <a:pt x="3082" y="3512"/>
                    </a:cubicBezTo>
                    <a:cubicBezTo>
                      <a:pt x="2930" y="3392"/>
                      <a:pt x="2816" y="3229"/>
                      <a:pt x="2751" y="3045"/>
                    </a:cubicBezTo>
                    <a:cubicBezTo>
                      <a:pt x="2724" y="2952"/>
                      <a:pt x="2702" y="2843"/>
                      <a:pt x="2615" y="2784"/>
                    </a:cubicBezTo>
                    <a:cubicBezTo>
                      <a:pt x="2593" y="2767"/>
                      <a:pt x="2566" y="2762"/>
                      <a:pt x="2544" y="2756"/>
                    </a:cubicBezTo>
                    <a:cubicBezTo>
                      <a:pt x="2544" y="2718"/>
                      <a:pt x="2550" y="2686"/>
                      <a:pt x="2550" y="2648"/>
                    </a:cubicBezTo>
                    <a:cubicBezTo>
                      <a:pt x="2550" y="2555"/>
                      <a:pt x="2555" y="2463"/>
                      <a:pt x="2550" y="2371"/>
                    </a:cubicBezTo>
                    <a:lnTo>
                      <a:pt x="2555" y="2365"/>
                    </a:lnTo>
                    <a:cubicBezTo>
                      <a:pt x="2544" y="2311"/>
                      <a:pt x="2544" y="2262"/>
                      <a:pt x="2544" y="2207"/>
                    </a:cubicBezTo>
                    <a:close/>
                    <a:moveTo>
                      <a:pt x="5795" y="1756"/>
                    </a:moveTo>
                    <a:lnTo>
                      <a:pt x="5795" y="1756"/>
                    </a:lnTo>
                    <a:cubicBezTo>
                      <a:pt x="5789" y="1789"/>
                      <a:pt x="5779" y="1827"/>
                      <a:pt x="5768" y="1860"/>
                    </a:cubicBezTo>
                    <a:cubicBezTo>
                      <a:pt x="5751" y="1925"/>
                      <a:pt x="5740" y="1995"/>
                      <a:pt x="5740" y="2066"/>
                    </a:cubicBezTo>
                    <a:cubicBezTo>
                      <a:pt x="5735" y="2131"/>
                      <a:pt x="5740" y="2202"/>
                      <a:pt x="5762" y="2273"/>
                    </a:cubicBezTo>
                    <a:cubicBezTo>
                      <a:pt x="5757" y="2294"/>
                      <a:pt x="5746" y="2311"/>
                      <a:pt x="5740" y="2332"/>
                    </a:cubicBezTo>
                    <a:cubicBezTo>
                      <a:pt x="5740" y="2338"/>
                      <a:pt x="5735" y="2343"/>
                      <a:pt x="5735" y="2349"/>
                    </a:cubicBezTo>
                    <a:lnTo>
                      <a:pt x="5713" y="2349"/>
                    </a:lnTo>
                    <a:cubicBezTo>
                      <a:pt x="5577" y="2349"/>
                      <a:pt x="5447" y="2419"/>
                      <a:pt x="5316" y="2447"/>
                    </a:cubicBezTo>
                    <a:cubicBezTo>
                      <a:pt x="5262" y="2463"/>
                      <a:pt x="5202" y="2452"/>
                      <a:pt x="5148" y="2468"/>
                    </a:cubicBezTo>
                    <a:cubicBezTo>
                      <a:pt x="5094" y="2485"/>
                      <a:pt x="5056" y="2512"/>
                      <a:pt x="5012" y="2534"/>
                    </a:cubicBezTo>
                    <a:cubicBezTo>
                      <a:pt x="4865" y="2583"/>
                      <a:pt x="4719" y="2631"/>
                      <a:pt x="4572" y="2680"/>
                    </a:cubicBezTo>
                    <a:cubicBezTo>
                      <a:pt x="4430" y="2735"/>
                      <a:pt x="4284" y="2778"/>
                      <a:pt x="4137" y="2816"/>
                    </a:cubicBezTo>
                    <a:cubicBezTo>
                      <a:pt x="4001" y="2843"/>
                      <a:pt x="3876" y="2887"/>
                      <a:pt x="3746" y="2920"/>
                    </a:cubicBezTo>
                    <a:cubicBezTo>
                      <a:pt x="3680" y="2936"/>
                      <a:pt x="3572" y="2925"/>
                      <a:pt x="3561" y="3012"/>
                    </a:cubicBezTo>
                    <a:cubicBezTo>
                      <a:pt x="3561" y="3055"/>
                      <a:pt x="3566" y="3099"/>
                      <a:pt x="3572" y="3142"/>
                    </a:cubicBezTo>
                    <a:cubicBezTo>
                      <a:pt x="3572" y="3197"/>
                      <a:pt x="3582" y="3257"/>
                      <a:pt x="3593" y="3316"/>
                    </a:cubicBezTo>
                    <a:cubicBezTo>
                      <a:pt x="3604" y="3371"/>
                      <a:pt x="3610" y="3430"/>
                      <a:pt x="3615" y="3485"/>
                    </a:cubicBezTo>
                    <a:cubicBezTo>
                      <a:pt x="3626" y="3566"/>
                      <a:pt x="3653" y="3648"/>
                      <a:pt x="3659" y="3724"/>
                    </a:cubicBezTo>
                    <a:cubicBezTo>
                      <a:pt x="3582" y="3719"/>
                      <a:pt x="3506" y="3708"/>
                      <a:pt x="3430" y="3697"/>
                    </a:cubicBezTo>
                    <a:cubicBezTo>
                      <a:pt x="3322" y="3670"/>
                      <a:pt x="3224" y="3621"/>
                      <a:pt x="3137" y="3550"/>
                    </a:cubicBezTo>
                    <a:cubicBezTo>
                      <a:pt x="3153" y="3550"/>
                      <a:pt x="3169" y="3545"/>
                      <a:pt x="3175" y="3528"/>
                    </a:cubicBezTo>
                    <a:cubicBezTo>
                      <a:pt x="3218" y="3447"/>
                      <a:pt x="3175" y="3338"/>
                      <a:pt x="3175" y="3251"/>
                    </a:cubicBezTo>
                    <a:cubicBezTo>
                      <a:pt x="3175" y="3137"/>
                      <a:pt x="3180" y="3023"/>
                      <a:pt x="3169" y="2909"/>
                    </a:cubicBezTo>
                    <a:cubicBezTo>
                      <a:pt x="3153" y="2795"/>
                      <a:pt x="3137" y="2697"/>
                      <a:pt x="3115" y="2593"/>
                    </a:cubicBezTo>
                    <a:cubicBezTo>
                      <a:pt x="3110" y="2517"/>
                      <a:pt x="3099" y="2441"/>
                      <a:pt x="3082" y="2371"/>
                    </a:cubicBezTo>
                    <a:cubicBezTo>
                      <a:pt x="3131" y="2371"/>
                      <a:pt x="3180" y="2365"/>
                      <a:pt x="3229" y="2354"/>
                    </a:cubicBezTo>
                    <a:cubicBezTo>
                      <a:pt x="3517" y="2273"/>
                      <a:pt x="3800" y="2202"/>
                      <a:pt x="4099" y="2148"/>
                    </a:cubicBezTo>
                    <a:cubicBezTo>
                      <a:pt x="4246" y="2126"/>
                      <a:pt x="4398" y="2093"/>
                      <a:pt x="4550" y="2066"/>
                    </a:cubicBezTo>
                    <a:cubicBezTo>
                      <a:pt x="4626" y="2050"/>
                      <a:pt x="4702" y="2050"/>
                      <a:pt x="4778" y="2033"/>
                    </a:cubicBezTo>
                    <a:cubicBezTo>
                      <a:pt x="4844" y="2023"/>
                      <a:pt x="4892" y="1979"/>
                      <a:pt x="4958" y="1968"/>
                    </a:cubicBezTo>
                    <a:cubicBezTo>
                      <a:pt x="5240" y="1903"/>
                      <a:pt x="5518" y="1838"/>
                      <a:pt x="5795" y="1756"/>
                    </a:cubicBezTo>
                    <a:close/>
                    <a:moveTo>
                      <a:pt x="3691" y="3099"/>
                    </a:moveTo>
                    <a:cubicBezTo>
                      <a:pt x="3707" y="3110"/>
                      <a:pt x="3729" y="3121"/>
                      <a:pt x="3746" y="3132"/>
                    </a:cubicBezTo>
                    <a:cubicBezTo>
                      <a:pt x="3784" y="3153"/>
                      <a:pt x="3816" y="3191"/>
                      <a:pt x="3854" y="3218"/>
                    </a:cubicBezTo>
                    <a:cubicBezTo>
                      <a:pt x="3881" y="3240"/>
                      <a:pt x="3909" y="3251"/>
                      <a:pt x="3941" y="3262"/>
                    </a:cubicBezTo>
                    <a:cubicBezTo>
                      <a:pt x="3968" y="3316"/>
                      <a:pt x="3947" y="3420"/>
                      <a:pt x="3947" y="3469"/>
                    </a:cubicBezTo>
                    <a:cubicBezTo>
                      <a:pt x="3947" y="3566"/>
                      <a:pt x="3963" y="3670"/>
                      <a:pt x="4001" y="3762"/>
                    </a:cubicBezTo>
                    <a:cubicBezTo>
                      <a:pt x="3919" y="3757"/>
                      <a:pt x="3843" y="3751"/>
                      <a:pt x="3762" y="3735"/>
                    </a:cubicBezTo>
                    <a:lnTo>
                      <a:pt x="3718" y="3729"/>
                    </a:lnTo>
                    <a:cubicBezTo>
                      <a:pt x="3718" y="3604"/>
                      <a:pt x="3718" y="3479"/>
                      <a:pt x="3713" y="3360"/>
                    </a:cubicBezTo>
                    <a:cubicBezTo>
                      <a:pt x="3713" y="3305"/>
                      <a:pt x="3691" y="3257"/>
                      <a:pt x="3686" y="3208"/>
                    </a:cubicBezTo>
                    <a:cubicBezTo>
                      <a:pt x="3686" y="3186"/>
                      <a:pt x="3691" y="3137"/>
                      <a:pt x="3691" y="3099"/>
                    </a:cubicBezTo>
                    <a:close/>
                    <a:moveTo>
                      <a:pt x="5474" y="2871"/>
                    </a:moveTo>
                    <a:lnTo>
                      <a:pt x="5474" y="2871"/>
                    </a:lnTo>
                    <a:cubicBezTo>
                      <a:pt x="5458" y="2892"/>
                      <a:pt x="5442" y="2914"/>
                      <a:pt x="5425" y="2936"/>
                    </a:cubicBezTo>
                    <a:cubicBezTo>
                      <a:pt x="5365" y="3028"/>
                      <a:pt x="5295" y="3115"/>
                      <a:pt x="5219" y="3197"/>
                    </a:cubicBezTo>
                    <a:cubicBezTo>
                      <a:pt x="5191" y="3229"/>
                      <a:pt x="5153" y="3257"/>
                      <a:pt x="5126" y="3289"/>
                    </a:cubicBezTo>
                    <a:cubicBezTo>
                      <a:pt x="5094" y="3322"/>
                      <a:pt x="5061" y="3382"/>
                      <a:pt x="5023" y="3414"/>
                    </a:cubicBezTo>
                    <a:cubicBezTo>
                      <a:pt x="4952" y="3485"/>
                      <a:pt x="4827" y="3501"/>
                      <a:pt x="4735" y="3550"/>
                    </a:cubicBezTo>
                    <a:cubicBezTo>
                      <a:pt x="4648" y="3604"/>
                      <a:pt x="4550" y="3653"/>
                      <a:pt x="4452" y="3691"/>
                    </a:cubicBezTo>
                    <a:cubicBezTo>
                      <a:pt x="4343" y="3735"/>
                      <a:pt x="4235" y="3757"/>
                      <a:pt x="4121" y="3762"/>
                    </a:cubicBezTo>
                    <a:cubicBezTo>
                      <a:pt x="4126" y="3702"/>
                      <a:pt x="4115" y="3642"/>
                      <a:pt x="4093" y="3583"/>
                    </a:cubicBezTo>
                    <a:cubicBezTo>
                      <a:pt x="4077" y="3512"/>
                      <a:pt x="4061" y="3441"/>
                      <a:pt x="4055" y="3365"/>
                    </a:cubicBezTo>
                    <a:cubicBezTo>
                      <a:pt x="4055" y="3333"/>
                      <a:pt x="4045" y="3300"/>
                      <a:pt x="4034" y="3267"/>
                    </a:cubicBezTo>
                    <a:cubicBezTo>
                      <a:pt x="4045" y="3262"/>
                      <a:pt x="4055" y="3262"/>
                      <a:pt x="4066" y="3262"/>
                    </a:cubicBezTo>
                    <a:cubicBezTo>
                      <a:pt x="4159" y="3240"/>
                      <a:pt x="4246" y="3191"/>
                      <a:pt x="4338" y="3170"/>
                    </a:cubicBezTo>
                    <a:cubicBezTo>
                      <a:pt x="4458" y="3148"/>
                      <a:pt x="4577" y="3126"/>
                      <a:pt x="4697" y="3099"/>
                    </a:cubicBezTo>
                    <a:cubicBezTo>
                      <a:pt x="4811" y="3072"/>
                      <a:pt x="4931" y="3028"/>
                      <a:pt x="5050" y="2996"/>
                    </a:cubicBezTo>
                    <a:cubicBezTo>
                      <a:pt x="5170" y="2958"/>
                      <a:pt x="5278" y="2941"/>
                      <a:pt x="5382" y="2898"/>
                    </a:cubicBezTo>
                    <a:cubicBezTo>
                      <a:pt x="5409" y="2887"/>
                      <a:pt x="5442" y="2881"/>
                      <a:pt x="5474" y="2871"/>
                    </a:cubicBezTo>
                    <a:close/>
                    <a:moveTo>
                      <a:pt x="1158" y="2120"/>
                    </a:moveTo>
                    <a:cubicBezTo>
                      <a:pt x="1169" y="2169"/>
                      <a:pt x="1180" y="2218"/>
                      <a:pt x="1196" y="2267"/>
                    </a:cubicBezTo>
                    <a:cubicBezTo>
                      <a:pt x="1207" y="2349"/>
                      <a:pt x="1223" y="2430"/>
                      <a:pt x="1251" y="2512"/>
                    </a:cubicBezTo>
                    <a:cubicBezTo>
                      <a:pt x="1136" y="2496"/>
                      <a:pt x="995" y="2485"/>
                      <a:pt x="903" y="2425"/>
                    </a:cubicBezTo>
                    <a:cubicBezTo>
                      <a:pt x="895" y="2419"/>
                      <a:pt x="888" y="2417"/>
                      <a:pt x="880" y="2417"/>
                    </a:cubicBezTo>
                    <a:cubicBezTo>
                      <a:pt x="865" y="2417"/>
                      <a:pt x="850" y="2427"/>
                      <a:pt x="843" y="2441"/>
                    </a:cubicBezTo>
                    <a:cubicBezTo>
                      <a:pt x="837" y="2441"/>
                      <a:pt x="827" y="2441"/>
                      <a:pt x="827" y="2447"/>
                    </a:cubicBezTo>
                    <a:cubicBezTo>
                      <a:pt x="658" y="2561"/>
                      <a:pt x="653" y="2746"/>
                      <a:pt x="609" y="2930"/>
                    </a:cubicBezTo>
                    <a:cubicBezTo>
                      <a:pt x="604" y="2974"/>
                      <a:pt x="598" y="3023"/>
                      <a:pt x="598" y="3066"/>
                    </a:cubicBezTo>
                    <a:cubicBezTo>
                      <a:pt x="593" y="3115"/>
                      <a:pt x="587" y="3170"/>
                      <a:pt x="576" y="3218"/>
                    </a:cubicBezTo>
                    <a:cubicBezTo>
                      <a:pt x="555" y="3327"/>
                      <a:pt x="555" y="3441"/>
                      <a:pt x="544" y="3550"/>
                    </a:cubicBezTo>
                    <a:cubicBezTo>
                      <a:pt x="538" y="3599"/>
                      <a:pt x="517" y="3648"/>
                      <a:pt x="511" y="3697"/>
                    </a:cubicBezTo>
                    <a:cubicBezTo>
                      <a:pt x="511" y="3746"/>
                      <a:pt x="522" y="3800"/>
                      <a:pt x="517" y="3849"/>
                    </a:cubicBezTo>
                    <a:cubicBezTo>
                      <a:pt x="517" y="3903"/>
                      <a:pt x="495" y="3958"/>
                      <a:pt x="490" y="4012"/>
                    </a:cubicBezTo>
                    <a:cubicBezTo>
                      <a:pt x="484" y="4061"/>
                      <a:pt x="490" y="4126"/>
                      <a:pt x="490" y="4181"/>
                    </a:cubicBezTo>
                    <a:cubicBezTo>
                      <a:pt x="484" y="4235"/>
                      <a:pt x="479" y="4289"/>
                      <a:pt x="468" y="4344"/>
                    </a:cubicBezTo>
                    <a:cubicBezTo>
                      <a:pt x="462" y="4404"/>
                      <a:pt x="462" y="4458"/>
                      <a:pt x="468" y="4512"/>
                    </a:cubicBezTo>
                    <a:cubicBezTo>
                      <a:pt x="473" y="4621"/>
                      <a:pt x="451" y="4730"/>
                      <a:pt x="403" y="4827"/>
                    </a:cubicBezTo>
                    <a:cubicBezTo>
                      <a:pt x="391" y="4843"/>
                      <a:pt x="404" y="4856"/>
                      <a:pt x="419" y="4856"/>
                    </a:cubicBezTo>
                    <a:cubicBezTo>
                      <a:pt x="425" y="4856"/>
                      <a:pt x="431" y="4854"/>
                      <a:pt x="435" y="4849"/>
                    </a:cubicBezTo>
                    <a:cubicBezTo>
                      <a:pt x="473" y="4773"/>
                      <a:pt x="506" y="4697"/>
                      <a:pt x="528" y="4621"/>
                    </a:cubicBezTo>
                    <a:cubicBezTo>
                      <a:pt x="555" y="4523"/>
                      <a:pt x="538" y="4420"/>
                      <a:pt x="555" y="4322"/>
                    </a:cubicBezTo>
                    <a:cubicBezTo>
                      <a:pt x="576" y="4213"/>
                      <a:pt x="560" y="4099"/>
                      <a:pt x="582" y="3990"/>
                    </a:cubicBezTo>
                    <a:cubicBezTo>
                      <a:pt x="598" y="3947"/>
                      <a:pt x="604" y="3898"/>
                      <a:pt x="609" y="3854"/>
                    </a:cubicBezTo>
                    <a:cubicBezTo>
                      <a:pt x="604" y="3795"/>
                      <a:pt x="604" y="3740"/>
                      <a:pt x="609" y="3681"/>
                    </a:cubicBezTo>
                    <a:cubicBezTo>
                      <a:pt x="631" y="3577"/>
                      <a:pt x="653" y="3479"/>
                      <a:pt x="663" y="3371"/>
                    </a:cubicBezTo>
                    <a:cubicBezTo>
                      <a:pt x="674" y="3316"/>
                      <a:pt x="663" y="3257"/>
                      <a:pt x="680" y="3202"/>
                    </a:cubicBezTo>
                    <a:cubicBezTo>
                      <a:pt x="691" y="3170"/>
                      <a:pt x="696" y="3132"/>
                      <a:pt x="696" y="3099"/>
                    </a:cubicBezTo>
                    <a:cubicBezTo>
                      <a:pt x="712" y="2996"/>
                      <a:pt x="740" y="2887"/>
                      <a:pt x="767" y="2784"/>
                    </a:cubicBezTo>
                    <a:cubicBezTo>
                      <a:pt x="767" y="2729"/>
                      <a:pt x="783" y="2675"/>
                      <a:pt x="810" y="2626"/>
                    </a:cubicBezTo>
                    <a:cubicBezTo>
                      <a:pt x="832" y="2593"/>
                      <a:pt x="865" y="2561"/>
                      <a:pt x="892" y="2528"/>
                    </a:cubicBezTo>
                    <a:cubicBezTo>
                      <a:pt x="957" y="2561"/>
                      <a:pt x="1022" y="2588"/>
                      <a:pt x="1093" y="2610"/>
                    </a:cubicBezTo>
                    <a:cubicBezTo>
                      <a:pt x="1191" y="2653"/>
                      <a:pt x="1299" y="2691"/>
                      <a:pt x="1397" y="2724"/>
                    </a:cubicBezTo>
                    <a:cubicBezTo>
                      <a:pt x="1631" y="2800"/>
                      <a:pt x="1876" y="2822"/>
                      <a:pt x="2109" y="2871"/>
                    </a:cubicBezTo>
                    <a:cubicBezTo>
                      <a:pt x="2224" y="2898"/>
                      <a:pt x="2327" y="2958"/>
                      <a:pt x="2441" y="2985"/>
                    </a:cubicBezTo>
                    <a:cubicBezTo>
                      <a:pt x="2452" y="2985"/>
                      <a:pt x="2468" y="2990"/>
                      <a:pt x="2479" y="2990"/>
                    </a:cubicBezTo>
                    <a:cubicBezTo>
                      <a:pt x="2479" y="2996"/>
                      <a:pt x="2479" y="2996"/>
                      <a:pt x="2479" y="3001"/>
                    </a:cubicBezTo>
                    <a:cubicBezTo>
                      <a:pt x="2490" y="3061"/>
                      <a:pt x="2512" y="3115"/>
                      <a:pt x="2539" y="3175"/>
                    </a:cubicBezTo>
                    <a:lnTo>
                      <a:pt x="2539" y="3180"/>
                    </a:lnTo>
                    <a:cubicBezTo>
                      <a:pt x="2533" y="3170"/>
                      <a:pt x="2522" y="3159"/>
                      <a:pt x="2512" y="3148"/>
                    </a:cubicBezTo>
                    <a:cubicBezTo>
                      <a:pt x="2501" y="3137"/>
                      <a:pt x="2488" y="3132"/>
                      <a:pt x="2475" y="3132"/>
                    </a:cubicBezTo>
                    <a:cubicBezTo>
                      <a:pt x="2433" y="3132"/>
                      <a:pt x="2393" y="3187"/>
                      <a:pt x="2436" y="3229"/>
                    </a:cubicBezTo>
                    <a:cubicBezTo>
                      <a:pt x="2468" y="3262"/>
                      <a:pt x="2446" y="3349"/>
                      <a:pt x="2441" y="3392"/>
                    </a:cubicBezTo>
                    <a:cubicBezTo>
                      <a:pt x="2436" y="3463"/>
                      <a:pt x="2436" y="3534"/>
                      <a:pt x="2441" y="3599"/>
                    </a:cubicBezTo>
                    <a:cubicBezTo>
                      <a:pt x="2441" y="3773"/>
                      <a:pt x="2408" y="3941"/>
                      <a:pt x="2408" y="4110"/>
                    </a:cubicBezTo>
                    <a:cubicBezTo>
                      <a:pt x="2387" y="4469"/>
                      <a:pt x="2403" y="4827"/>
                      <a:pt x="2452" y="5181"/>
                    </a:cubicBezTo>
                    <a:cubicBezTo>
                      <a:pt x="2474" y="5344"/>
                      <a:pt x="2484" y="5512"/>
                      <a:pt x="2474" y="5686"/>
                    </a:cubicBezTo>
                    <a:cubicBezTo>
                      <a:pt x="2474" y="5752"/>
                      <a:pt x="2468" y="5822"/>
                      <a:pt x="2474" y="5893"/>
                    </a:cubicBezTo>
                    <a:cubicBezTo>
                      <a:pt x="2468" y="5893"/>
                      <a:pt x="2468" y="5898"/>
                      <a:pt x="2463" y="5904"/>
                    </a:cubicBezTo>
                    <a:lnTo>
                      <a:pt x="2457" y="5915"/>
                    </a:lnTo>
                    <a:lnTo>
                      <a:pt x="2414" y="5904"/>
                    </a:lnTo>
                    <a:cubicBezTo>
                      <a:pt x="2392" y="5901"/>
                      <a:pt x="2372" y="5900"/>
                      <a:pt x="2351" y="5900"/>
                    </a:cubicBezTo>
                    <a:cubicBezTo>
                      <a:pt x="2331" y="5900"/>
                      <a:pt x="2310" y="5901"/>
                      <a:pt x="2289" y="5904"/>
                    </a:cubicBezTo>
                    <a:cubicBezTo>
                      <a:pt x="2213" y="5898"/>
                      <a:pt x="2137" y="5887"/>
                      <a:pt x="2066" y="5866"/>
                    </a:cubicBezTo>
                    <a:cubicBezTo>
                      <a:pt x="2001" y="5860"/>
                      <a:pt x="1930" y="5849"/>
                      <a:pt x="1865" y="5833"/>
                    </a:cubicBezTo>
                    <a:cubicBezTo>
                      <a:pt x="1794" y="5806"/>
                      <a:pt x="1723" y="5784"/>
                      <a:pt x="1653" y="5768"/>
                    </a:cubicBezTo>
                    <a:cubicBezTo>
                      <a:pt x="1577" y="5746"/>
                      <a:pt x="1506" y="5730"/>
                      <a:pt x="1430" y="5724"/>
                    </a:cubicBezTo>
                    <a:cubicBezTo>
                      <a:pt x="1337" y="5719"/>
                      <a:pt x="1245" y="5697"/>
                      <a:pt x="1164" y="5659"/>
                    </a:cubicBezTo>
                    <a:cubicBezTo>
                      <a:pt x="1071" y="5621"/>
                      <a:pt x="750" y="5534"/>
                      <a:pt x="783" y="5387"/>
                    </a:cubicBezTo>
                    <a:lnTo>
                      <a:pt x="778" y="5377"/>
                    </a:lnTo>
                    <a:cubicBezTo>
                      <a:pt x="788" y="5338"/>
                      <a:pt x="805" y="5300"/>
                      <a:pt x="832" y="5273"/>
                    </a:cubicBezTo>
                    <a:cubicBezTo>
                      <a:pt x="832" y="5273"/>
                      <a:pt x="843" y="5257"/>
                      <a:pt x="854" y="5246"/>
                    </a:cubicBezTo>
                    <a:lnTo>
                      <a:pt x="897" y="5251"/>
                    </a:lnTo>
                    <a:lnTo>
                      <a:pt x="946" y="5262"/>
                    </a:lnTo>
                    <a:cubicBezTo>
                      <a:pt x="1109" y="5300"/>
                      <a:pt x="1272" y="5371"/>
                      <a:pt x="1441" y="5398"/>
                    </a:cubicBezTo>
                    <a:cubicBezTo>
                      <a:pt x="1479" y="5404"/>
                      <a:pt x="1517" y="5406"/>
                      <a:pt x="1555" y="5406"/>
                    </a:cubicBezTo>
                    <a:cubicBezTo>
                      <a:pt x="1593" y="5406"/>
                      <a:pt x="1631" y="5404"/>
                      <a:pt x="1669" y="5398"/>
                    </a:cubicBezTo>
                    <a:cubicBezTo>
                      <a:pt x="1751" y="5398"/>
                      <a:pt x="1832" y="5398"/>
                      <a:pt x="1908" y="5409"/>
                    </a:cubicBezTo>
                    <a:cubicBezTo>
                      <a:pt x="1942" y="5411"/>
                      <a:pt x="1977" y="5413"/>
                      <a:pt x="2012" y="5413"/>
                    </a:cubicBezTo>
                    <a:cubicBezTo>
                      <a:pt x="2061" y="5413"/>
                      <a:pt x="2111" y="5410"/>
                      <a:pt x="2158" y="5404"/>
                    </a:cubicBezTo>
                    <a:cubicBezTo>
                      <a:pt x="2170" y="5404"/>
                      <a:pt x="2181" y="5405"/>
                      <a:pt x="2193" y="5405"/>
                    </a:cubicBezTo>
                    <a:cubicBezTo>
                      <a:pt x="2268" y="5405"/>
                      <a:pt x="2344" y="5390"/>
                      <a:pt x="2419" y="5371"/>
                    </a:cubicBezTo>
                    <a:cubicBezTo>
                      <a:pt x="2441" y="5366"/>
                      <a:pt x="2441" y="5338"/>
                      <a:pt x="2419" y="5328"/>
                    </a:cubicBezTo>
                    <a:cubicBezTo>
                      <a:pt x="2267" y="5268"/>
                      <a:pt x="2088" y="5306"/>
                      <a:pt x="1925" y="5273"/>
                    </a:cubicBezTo>
                    <a:cubicBezTo>
                      <a:pt x="1854" y="5257"/>
                      <a:pt x="1783" y="5241"/>
                      <a:pt x="1707" y="5235"/>
                    </a:cubicBezTo>
                    <a:cubicBezTo>
                      <a:pt x="1674" y="5239"/>
                      <a:pt x="1641" y="5241"/>
                      <a:pt x="1608" y="5241"/>
                    </a:cubicBezTo>
                    <a:cubicBezTo>
                      <a:pt x="1554" y="5241"/>
                      <a:pt x="1502" y="5236"/>
                      <a:pt x="1452" y="5230"/>
                    </a:cubicBezTo>
                    <a:cubicBezTo>
                      <a:pt x="1294" y="5197"/>
                      <a:pt x="1142" y="5126"/>
                      <a:pt x="984" y="5088"/>
                    </a:cubicBezTo>
                    <a:lnTo>
                      <a:pt x="962" y="5083"/>
                    </a:lnTo>
                    <a:cubicBezTo>
                      <a:pt x="968" y="5045"/>
                      <a:pt x="957" y="5007"/>
                      <a:pt x="930" y="4985"/>
                    </a:cubicBezTo>
                    <a:cubicBezTo>
                      <a:pt x="908" y="4958"/>
                      <a:pt x="930" y="4855"/>
                      <a:pt x="930" y="4822"/>
                    </a:cubicBezTo>
                    <a:cubicBezTo>
                      <a:pt x="924" y="4746"/>
                      <a:pt x="919" y="4670"/>
                      <a:pt x="897" y="4599"/>
                    </a:cubicBezTo>
                    <a:cubicBezTo>
                      <a:pt x="886" y="4490"/>
                      <a:pt x="881" y="4376"/>
                      <a:pt x="881" y="4268"/>
                    </a:cubicBezTo>
                    <a:cubicBezTo>
                      <a:pt x="875" y="4159"/>
                      <a:pt x="865" y="4056"/>
                      <a:pt x="859" y="3947"/>
                    </a:cubicBezTo>
                    <a:cubicBezTo>
                      <a:pt x="832" y="3740"/>
                      <a:pt x="832" y="3534"/>
                      <a:pt x="859" y="3333"/>
                    </a:cubicBezTo>
                    <a:cubicBezTo>
                      <a:pt x="881" y="3132"/>
                      <a:pt x="875" y="2936"/>
                      <a:pt x="837" y="2740"/>
                    </a:cubicBezTo>
                    <a:cubicBezTo>
                      <a:pt x="835" y="2732"/>
                      <a:pt x="828" y="2728"/>
                      <a:pt x="821" y="2728"/>
                    </a:cubicBezTo>
                    <a:cubicBezTo>
                      <a:pt x="814" y="2728"/>
                      <a:pt x="807" y="2732"/>
                      <a:pt x="805" y="2740"/>
                    </a:cubicBezTo>
                    <a:cubicBezTo>
                      <a:pt x="767" y="2958"/>
                      <a:pt x="788" y="3186"/>
                      <a:pt x="750" y="3409"/>
                    </a:cubicBezTo>
                    <a:cubicBezTo>
                      <a:pt x="712" y="3626"/>
                      <a:pt x="740" y="3833"/>
                      <a:pt x="723" y="4050"/>
                    </a:cubicBezTo>
                    <a:cubicBezTo>
                      <a:pt x="701" y="4273"/>
                      <a:pt x="701" y="4496"/>
                      <a:pt x="712" y="4719"/>
                    </a:cubicBezTo>
                    <a:cubicBezTo>
                      <a:pt x="723" y="4838"/>
                      <a:pt x="674" y="4991"/>
                      <a:pt x="740" y="5099"/>
                    </a:cubicBezTo>
                    <a:lnTo>
                      <a:pt x="734" y="5105"/>
                    </a:lnTo>
                    <a:cubicBezTo>
                      <a:pt x="712" y="5148"/>
                      <a:pt x="696" y="5197"/>
                      <a:pt x="685" y="5241"/>
                    </a:cubicBezTo>
                    <a:cubicBezTo>
                      <a:pt x="663" y="5279"/>
                      <a:pt x="653" y="5322"/>
                      <a:pt x="642" y="5360"/>
                    </a:cubicBezTo>
                    <a:cubicBezTo>
                      <a:pt x="631" y="5360"/>
                      <a:pt x="620" y="5366"/>
                      <a:pt x="609" y="5377"/>
                    </a:cubicBezTo>
                    <a:cubicBezTo>
                      <a:pt x="574" y="5401"/>
                      <a:pt x="534" y="5414"/>
                      <a:pt x="494" y="5414"/>
                    </a:cubicBezTo>
                    <a:cubicBezTo>
                      <a:pt x="446" y="5414"/>
                      <a:pt x="398" y="5396"/>
                      <a:pt x="359" y="5360"/>
                    </a:cubicBezTo>
                    <a:cubicBezTo>
                      <a:pt x="316" y="5317"/>
                      <a:pt x="278" y="5273"/>
                      <a:pt x="239" y="5224"/>
                    </a:cubicBezTo>
                    <a:cubicBezTo>
                      <a:pt x="218" y="5197"/>
                      <a:pt x="223" y="5197"/>
                      <a:pt x="234" y="5154"/>
                    </a:cubicBezTo>
                    <a:cubicBezTo>
                      <a:pt x="245" y="5110"/>
                      <a:pt x="250" y="5083"/>
                      <a:pt x="256" y="5050"/>
                    </a:cubicBezTo>
                    <a:cubicBezTo>
                      <a:pt x="283" y="4914"/>
                      <a:pt x="343" y="4784"/>
                      <a:pt x="343" y="4648"/>
                    </a:cubicBezTo>
                    <a:cubicBezTo>
                      <a:pt x="343" y="4577"/>
                      <a:pt x="364" y="4523"/>
                      <a:pt x="375" y="4458"/>
                    </a:cubicBezTo>
                    <a:cubicBezTo>
                      <a:pt x="381" y="4382"/>
                      <a:pt x="364" y="4306"/>
                      <a:pt x="370" y="4230"/>
                    </a:cubicBezTo>
                    <a:cubicBezTo>
                      <a:pt x="381" y="4088"/>
                      <a:pt x="386" y="3947"/>
                      <a:pt x="386" y="3806"/>
                    </a:cubicBezTo>
                    <a:cubicBezTo>
                      <a:pt x="386" y="3735"/>
                      <a:pt x="397" y="3664"/>
                      <a:pt x="408" y="3599"/>
                    </a:cubicBezTo>
                    <a:cubicBezTo>
                      <a:pt x="413" y="3534"/>
                      <a:pt x="403" y="3463"/>
                      <a:pt x="413" y="3398"/>
                    </a:cubicBezTo>
                    <a:cubicBezTo>
                      <a:pt x="441" y="3257"/>
                      <a:pt x="451" y="3115"/>
                      <a:pt x="451" y="2979"/>
                    </a:cubicBezTo>
                    <a:cubicBezTo>
                      <a:pt x="451" y="2909"/>
                      <a:pt x="479" y="2843"/>
                      <a:pt x="479" y="2773"/>
                    </a:cubicBezTo>
                    <a:cubicBezTo>
                      <a:pt x="473" y="2691"/>
                      <a:pt x="473" y="2610"/>
                      <a:pt x="479" y="2534"/>
                    </a:cubicBezTo>
                    <a:cubicBezTo>
                      <a:pt x="500" y="2463"/>
                      <a:pt x="544" y="2403"/>
                      <a:pt x="604" y="2365"/>
                    </a:cubicBezTo>
                    <a:cubicBezTo>
                      <a:pt x="680" y="2332"/>
                      <a:pt x="750" y="2300"/>
                      <a:pt x="827" y="2262"/>
                    </a:cubicBezTo>
                    <a:cubicBezTo>
                      <a:pt x="848" y="2262"/>
                      <a:pt x="875" y="2262"/>
                      <a:pt x="903" y="2251"/>
                    </a:cubicBezTo>
                    <a:cubicBezTo>
                      <a:pt x="919" y="2240"/>
                      <a:pt x="930" y="2224"/>
                      <a:pt x="952" y="2213"/>
                    </a:cubicBezTo>
                    <a:lnTo>
                      <a:pt x="1098" y="2153"/>
                    </a:lnTo>
                    <a:cubicBezTo>
                      <a:pt x="1102" y="2157"/>
                      <a:pt x="1107" y="2159"/>
                      <a:pt x="1111" y="2159"/>
                    </a:cubicBezTo>
                    <a:cubicBezTo>
                      <a:pt x="1119" y="2159"/>
                      <a:pt x="1127" y="2153"/>
                      <a:pt x="1131" y="2142"/>
                    </a:cubicBezTo>
                    <a:cubicBezTo>
                      <a:pt x="1131" y="2137"/>
                      <a:pt x="1131" y="2131"/>
                      <a:pt x="1131" y="2120"/>
                    </a:cubicBezTo>
                    <a:lnTo>
                      <a:pt x="1136" y="2120"/>
                    </a:lnTo>
                    <a:cubicBezTo>
                      <a:pt x="1139" y="2123"/>
                      <a:pt x="1143" y="2125"/>
                      <a:pt x="1147" y="2125"/>
                    </a:cubicBezTo>
                    <a:cubicBezTo>
                      <a:pt x="1151" y="2125"/>
                      <a:pt x="1155" y="2123"/>
                      <a:pt x="1158" y="2120"/>
                    </a:cubicBezTo>
                    <a:close/>
                    <a:moveTo>
                      <a:pt x="1555" y="5887"/>
                    </a:moveTo>
                    <a:cubicBezTo>
                      <a:pt x="1631" y="5904"/>
                      <a:pt x="1702" y="5931"/>
                      <a:pt x="1772" y="5964"/>
                    </a:cubicBezTo>
                    <a:cubicBezTo>
                      <a:pt x="1800" y="5974"/>
                      <a:pt x="1832" y="5991"/>
                      <a:pt x="1859" y="6002"/>
                    </a:cubicBezTo>
                    <a:cubicBezTo>
                      <a:pt x="1848" y="6018"/>
                      <a:pt x="1838" y="6040"/>
                      <a:pt x="1821" y="6056"/>
                    </a:cubicBezTo>
                    <a:cubicBezTo>
                      <a:pt x="1778" y="6105"/>
                      <a:pt x="1745" y="6159"/>
                      <a:pt x="1718" y="6214"/>
                    </a:cubicBezTo>
                    <a:cubicBezTo>
                      <a:pt x="1707" y="6230"/>
                      <a:pt x="1702" y="6246"/>
                      <a:pt x="1691" y="6263"/>
                    </a:cubicBezTo>
                    <a:lnTo>
                      <a:pt x="1669" y="6224"/>
                    </a:lnTo>
                    <a:cubicBezTo>
                      <a:pt x="1615" y="6132"/>
                      <a:pt x="1577" y="6029"/>
                      <a:pt x="1533" y="5936"/>
                    </a:cubicBezTo>
                    <a:cubicBezTo>
                      <a:pt x="1539" y="5920"/>
                      <a:pt x="1549" y="5904"/>
                      <a:pt x="1555" y="5887"/>
                    </a:cubicBezTo>
                    <a:close/>
                    <a:moveTo>
                      <a:pt x="2028" y="6029"/>
                    </a:moveTo>
                    <a:lnTo>
                      <a:pt x="2028" y="6029"/>
                    </a:lnTo>
                    <a:cubicBezTo>
                      <a:pt x="2088" y="6045"/>
                      <a:pt x="2147" y="6061"/>
                      <a:pt x="2213" y="6078"/>
                    </a:cubicBezTo>
                    <a:cubicBezTo>
                      <a:pt x="2245" y="6083"/>
                      <a:pt x="2278" y="6083"/>
                      <a:pt x="2316" y="6083"/>
                    </a:cubicBezTo>
                    <a:cubicBezTo>
                      <a:pt x="2278" y="6132"/>
                      <a:pt x="2245" y="6186"/>
                      <a:pt x="2218" y="6246"/>
                    </a:cubicBezTo>
                    <a:cubicBezTo>
                      <a:pt x="2207" y="6263"/>
                      <a:pt x="2196" y="6279"/>
                      <a:pt x="2191" y="6295"/>
                    </a:cubicBezTo>
                    <a:cubicBezTo>
                      <a:pt x="2137" y="6208"/>
                      <a:pt x="2082" y="6116"/>
                      <a:pt x="2028" y="6029"/>
                    </a:cubicBezTo>
                    <a:close/>
                    <a:moveTo>
                      <a:pt x="1218" y="5833"/>
                    </a:moveTo>
                    <a:cubicBezTo>
                      <a:pt x="1251" y="5839"/>
                      <a:pt x="1278" y="5849"/>
                      <a:pt x="1310" y="5855"/>
                    </a:cubicBezTo>
                    <a:cubicBezTo>
                      <a:pt x="1337" y="5860"/>
                      <a:pt x="1370" y="5866"/>
                      <a:pt x="1403" y="5866"/>
                    </a:cubicBezTo>
                    <a:cubicBezTo>
                      <a:pt x="1419" y="5893"/>
                      <a:pt x="1435" y="5920"/>
                      <a:pt x="1446" y="5947"/>
                    </a:cubicBezTo>
                    <a:cubicBezTo>
                      <a:pt x="1392" y="6034"/>
                      <a:pt x="1343" y="6121"/>
                      <a:pt x="1294" y="6203"/>
                    </a:cubicBezTo>
                    <a:cubicBezTo>
                      <a:pt x="1272" y="6235"/>
                      <a:pt x="1256" y="6268"/>
                      <a:pt x="1240" y="6301"/>
                    </a:cubicBezTo>
                    <a:cubicBezTo>
                      <a:pt x="1196" y="6214"/>
                      <a:pt x="1153" y="6121"/>
                      <a:pt x="1104" y="6034"/>
                    </a:cubicBezTo>
                    <a:cubicBezTo>
                      <a:pt x="1142" y="5969"/>
                      <a:pt x="1174" y="5904"/>
                      <a:pt x="1212" y="5844"/>
                    </a:cubicBezTo>
                    <a:cubicBezTo>
                      <a:pt x="1218" y="5839"/>
                      <a:pt x="1218" y="5839"/>
                      <a:pt x="1218" y="5833"/>
                    </a:cubicBezTo>
                    <a:close/>
                    <a:moveTo>
                      <a:pt x="865" y="5670"/>
                    </a:moveTo>
                    <a:cubicBezTo>
                      <a:pt x="957" y="5724"/>
                      <a:pt x="1055" y="5768"/>
                      <a:pt x="1158" y="5806"/>
                    </a:cubicBezTo>
                    <a:cubicBezTo>
                      <a:pt x="1125" y="5855"/>
                      <a:pt x="1098" y="5904"/>
                      <a:pt x="1066" y="5958"/>
                    </a:cubicBezTo>
                    <a:cubicBezTo>
                      <a:pt x="1039" y="5887"/>
                      <a:pt x="1000" y="5817"/>
                      <a:pt x="957" y="5752"/>
                    </a:cubicBezTo>
                    <a:cubicBezTo>
                      <a:pt x="952" y="5745"/>
                      <a:pt x="946" y="5743"/>
                      <a:pt x="939" y="5743"/>
                    </a:cubicBezTo>
                    <a:cubicBezTo>
                      <a:pt x="923" y="5743"/>
                      <a:pt x="906" y="5759"/>
                      <a:pt x="913" y="5779"/>
                    </a:cubicBezTo>
                    <a:cubicBezTo>
                      <a:pt x="957" y="5860"/>
                      <a:pt x="995" y="5942"/>
                      <a:pt x="1028" y="6029"/>
                    </a:cubicBezTo>
                    <a:cubicBezTo>
                      <a:pt x="990" y="6094"/>
                      <a:pt x="957" y="6159"/>
                      <a:pt x="924" y="6224"/>
                    </a:cubicBezTo>
                    <a:cubicBezTo>
                      <a:pt x="908" y="6252"/>
                      <a:pt x="892" y="6284"/>
                      <a:pt x="881" y="6317"/>
                    </a:cubicBezTo>
                    <a:cubicBezTo>
                      <a:pt x="881" y="6192"/>
                      <a:pt x="875" y="6067"/>
                      <a:pt x="875" y="5947"/>
                    </a:cubicBezTo>
                    <a:cubicBezTo>
                      <a:pt x="886" y="5853"/>
                      <a:pt x="881" y="5764"/>
                      <a:pt x="861" y="5670"/>
                    </a:cubicBezTo>
                    <a:close/>
                    <a:moveTo>
                      <a:pt x="2392" y="6094"/>
                    </a:moveTo>
                    <a:cubicBezTo>
                      <a:pt x="2408" y="6099"/>
                      <a:pt x="2425" y="6105"/>
                      <a:pt x="2441" y="6110"/>
                    </a:cubicBezTo>
                    <a:cubicBezTo>
                      <a:pt x="2457" y="6116"/>
                      <a:pt x="2479" y="6116"/>
                      <a:pt x="2495" y="6116"/>
                    </a:cubicBezTo>
                    <a:lnTo>
                      <a:pt x="2495" y="6181"/>
                    </a:lnTo>
                    <a:cubicBezTo>
                      <a:pt x="2495" y="6263"/>
                      <a:pt x="2495" y="6344"/>
                      <a:pt x="2490" y="6431"/>
                    </a:cubicBezTo>
                    <a:lnTo>
                      <a:pt x="2490" y="6464"/>
                    </a:lnTo>
                    <a:cubicBezTo>
                      <a:pt x="2479" y="6464"/>
                      <a:pt x="2474" y="6475"/>
                      <a:pt x="2468" y="6480"/>
                    </a:cubicBezTo>
                    <a:cubicBezTo>
                      <a:pt x="2441" y="6529"/>
                      <a:pt x="2414" y="6572"/>
                      <a:pt x="2387" y="6616"/>
                    </a:cubicBezTo>
                    <a:cubicBezTo>
                      <a:pt x="2343" y="6556"/>
                      <a:pt x="2305" y="6496"/>
                      <a:pt x="2267" y="6431"/>
                    </a:cubicBezTo>
                    <a:lnTo>
                      <a:pt x="2234" y="6371"/>
                    </a:lnTo>
                    <a:cubicBezTo>
                      <a:pt x="2251" y="6344"/>
                      <a:pt x="2267" y="6311"/>
                      <a:pt x="2283" y="6284"/>
                    </a:cubicBezTo>
                    <a:cubicBezTo>
                      <a:pt x="2316" y="6219"/>
                      <a:pt x="2354" y="6154"/>
                      <a:pt x="2392" y="6094"/>
                    </a:cubicBezTo>
                    <a:close/>
                    <a:moveTo>
                      <a:pt x="1484" y="6034"/>
                    </a:moveTo>
                    <a:cubicBezTo>
                      <a:pt x="1490" y="6045"/>
                      <a:pt x="1495" y="6061"/>
                      <a:pt x="1501" y="6078"/>
                    </a:cubicBezTo>
                    <a:cubicBezTo>
                      <a:pt x="1533" y="6159"/>
                      <a:pt x="1571" y="6235"/>
                      <a:pt x="1615" y="6317"/>
                    </a:cubicBezTo>
                    <a:cubicBezTo>
                      <a:pt x="1620" y="6328"/>
                      <a:pt x="1631" y="6344"/>
                      <a:pt x="1636" y="6360"/>
                    </a:cubicBezTo>
                    <a:cubicBezTo>
                      <a:pt x="1620" y="6382"/>
                      <a:pt x="1604" y="6409"/>
                      <a:pt x="1588" y="6431"/>
                    </a:cubicBezTo>
                    <a:cubicBezTo>
                      <a:pt x="1544" y="6496"/>
                      <a:pt x="1511" y="6562"/>
                      <a:pt x="1479" y="6627"/>
                    </a:cubicBezTo>
                    <a:cubicBezTo>
                      <a:pt x="1473" y="6648"/>
                      <a:pt x="1463" y="6665"/>
                      <a:pt x="1452" y="6681"/>
                    </a:cubicBezTo>
                    <a:cubicBezTo>
                      <a:pt x="1435" y="6643"/>
                      <a:pt x="1419" y="6610"/>
                      <a:pt x="1397" y="6578"/>
                    </a:cubicBezTo>
                    <a:cubicBezTo>
                      <a:pt x="1359" y="6518"/>
                      <a:pt x="1327" y="6458"/>
                      <a:pt x="1294" y="6404"/>
                    </a:cubicBezTo>
                    <a:cubicBezTo>
                      <a:pt x="1327" y="6333"/>
                      <a:pt x="1359" y="6273"/>
                      <a:pt x="1397" y="6203"/>
                    </a:cubicBezTo>
                    <a:cubicBezTo>
                      <a:pt x="1435" y="6138"/>
                      <a:pt x="1452" y="6089"/>
                      <a:pt x="1484" y="6034"/>
                    </a:cubicBezTo>
                    <a:close/>
                    <a:moveTo>
                      <a:pt x="1952" y="6012"/>
                    </a:moveTo>
                    <a:cubicBezTo>
                      <a:pt x="2001" y="6143"/>
                      <a:pt x="2060" y="6268"/>
                      <a:pt x="2131" y="6388"/>
                    </a:cubicBezTo>
                    <a:lnTo>
                      <a:pt x="2131" y="6393"/>
                    </a:lnTo>
                    <a:cubicBezTo>
                      <a:pt x="2066" y="6491"/>
                      <a:pt x="2001" y="6589"/>
                      <a:pt x="1935" y="6692"/>
                    </a:cubicBezTo>
                    <a:lnTo>
                      <a:pt x="1914" y="6654"/>
                    </a:lnTo>
                    <a:cubicBezTo>
                      <a:pt x="1854" y="6562"/>
                      <a:pt x="1800" y="6458"/>
                      <a:pt x="1745" y="6360"/>
                    </a:cubicBezTo>
                    <a:cubicBezTo>
                      <a:pt x="1751" y="6339"/>
                      <a:pt x="1761" y="6322"/>
                      <a:pt x="1772" y="6301"/>
                    </a:cubicBezTo>
                    <a:cubicBezTo>
                      <a:pt x="1810" y="6203"/>
                      <a:pt x="1859" y="6105"/>
                      <a:pt x="1919" y="6012"/>
                    </a:cubicBezTo>
                    <a:close/>
                    <a:moveTo>
                      <a:pt x="1066" y="6116"/>
                    </a:moveTo>
                    <a:cubicBezTo>
                      <a:pt x="1098" y="6192"/>
                      <a:pt x="1131" y="6268"/>
                      <a:pt x="1164" y="6344"/>
                    </a:cubicBezTo>
                    <a:cubicBezTo>
                      <a:pt x="1169" y="6360"/>
                      <a:pt x="1180" y="6377"/>
                      <a:pt x="1185" y="6393"/>
                    </a:cubicBezTo>
                    <a:cubicBezTo>
                      <a:pt x="1125" y="6507"/>
                      <a:pt x="1071" y="6616"/>
                      <a:pt x="1017" y="6725"/>
                    </a:cubicBezTo>
                    <a:cubicBezTo>
                      <a:pt x="1011" y="6714"/>
                      <a:pt x="1006" y="6703"/>
                      <a:pt x="1000" y="6692"/>
                    </a:cubicBezTo>
                    <a:cubicBezTo>
                      <a:pt x="973" y="6627"/>
                      <a:pt x="935" y="6562"/>
                      <a:pt x="897" y="6507"/>
                    </a:cubicBezTo>
                    <a:cubicBezTo>
                      <a:pt x="946" y="6377"/>
                      <a:pt x="1000" y="6241"/>
                      <a:pt x="1066" y="6116"/>
                    </a:cubicBezTo>
                    <a:close/>
                    <a:moveTo>
                      <a:pt x="2484" y="6616"/>
                    </a:moveTo>
                    <a:cubicBezTo>
                      <a:pt x="2484" y="6627"/>
                      <a:pt x="2484" y="6638"/>
                      <a:pt x="2490" y="6648"/>
                    </a:cubicBezTo>
                    <a:cubicBezTo>
                      <a:pt x="2501" y="6697"/>
                      <a:pt x="2506" y="6741"/>
                      <a:pt x="2506" y="6790"/>
                    </a:cubicBezTo>
                    <a:cubicBezTo>
                      <a:pt x="2484" y="6763"/>
                      <a:pt x="2463" y="6730"/>
                      <a:pt x="2436" y="6703"/>
                    </a:cubicBezTo>
                    <a:lnTo>
                      <a:pt x="2441" y="6703"/>
                    </a:lnTo>
                    <a:cubicBezTo>
                      <a:pt x="2452" y="6687"/>
                      <a:pt x="2457" y="6670"/>
                      <a:pt x="2468" y="6648"/>
                    </a:cubicBezTo>
                    <a:cubicBezTo>
                      <a:pt x="2474" y="6638"/>
                      <a:pt x="2479" y="6627"/>
                      <a:pt x="2484" y="6616"/>
                    </a:cubicBezTo>
                    <a:close/>
                    <a:moveTo>
                      <a:pt x="892" y="6638"/>
                    </a:moveTo>
                    <a:cubicBezTo>
                      <a:pt x="919" y="6703"/>
                      <a:pt x="935" y="6763"/>
                      <a:pt x="957" y="6822"/>
                    </a:cubicBezTo>
                    <a:cubicBezTo>
                      <a:pt x="924" y="6893"/>
                      <a:pt x="892" y="6953"/>
                      <a:pt x="854" y="7018"/>
                    </a:cubicBezTo>
                    <a:lnTo>
                      <a:pt x="854" y="6964"/>
                    </a:lnTo>
                    <a:lnTo>
                      <a:pt x="859" y="6958"/>
                    </a:lnTo>
                    <a:cubicBezTo>
                      <a:pt x="865" y="6877"/>
                      <a:pt x="875" y="6790"/>
                      <a:pt x="892" y="6708"/>
                    </a:cubicBezTo>
                    <a:lnTo>
                      <a:pt x="892" y="6638"/>
                    </a:lnTo>
                    <a:close/>
                    <a:moveTo>
                      <a:pt x="2175" y="6475"/>
                    </a:moveTo>
                    <a:cubicBezTo>
                      <a:pt x="2185" y="6496"/>
                      <a:pt x="2196" y="6518"/>
                      <a:pt x="2213" y="6545"/>
                    </a:cubicBezTo>
                    <a:cubicBezTo>
                      <a:pt x="2245" y="6605"/>
                      <a:pt x="2278" y="6665"/>
                      <a:pt x="2316" y="6719"/>
                    </a:cubicBezTo>
                    <a:cubicBezTo>
                      <a:pt x="2294" y="6746"/>
                      <a:pt x="2278" y="6774"/>
                      <a:pt x="2256" y="6801"/>
                    </a:cubicBezTo>
                    <a:cubicBezTo>
                      <a:pt x="2207" y="6866"/>
                      <a:pt x="2164" y="6942"/>
                      <a:pt x="2120" y="7018"/>
                    </a:cubicBezTo>
                    <a:cubicBezTo>
                      <a:pt x="2082" y="6942"/>
                      <a:pt x="2039" y="6860"/>
                      <a:pt x="1995" y="6784"/>
                    </a:cubicBezTo>
                    <a:lnTo>
                      <a:pt x="1990" y="6784"/>
                    </a:lnTo>
                    <a:lnTo>
                      <a:pt x="2001" y="6768"/>
                    </a:lnTo>
                    <a:cubicBezTo>
                      <a:pt x="2055" y="6670"/>
                      <a:pt x="2115" y="6572"/>
                      <a:pt x="2175" y="6475"/>
                    </a:cubicBezTo>
                    <a:close/>
                    <a:moveTo>
                      <a:pt x="1240" y="6502"/>
                    </a:moveTo>
                    <a:cubicBezTo>
                      <a:pt x="1261" y="6545"/>
                      <a:pt x="1283" y="6583"/>
                      <a:pt x="1305" y="6627"/>
                    </a:cubicBezTo>
                    <a:cubicBezTo>
                      <a:pt x="1337" y="6681"/>
                      <a:pt x="1365" y="6735"/>
                      <a:pt x="1392" y="6790"/>
                    </a:cubicBezTo>
                    <a:cubicBezTo>
                      <a:pt x="1337" y="6882"/>
                      <a:pt x="1278" y="6980"/>
                      <a:pt x="1223" y="7072"/>
                    </a:cubicBezTo>
                    <a:lnTo>
                      <a:pt x="1212" y="7083"/>
                    </a:lnTo>
                    <a:cubicBezTo>
                      <a:pt x="1212" y="7083"/>
                      <a:pt x="1212" y="7083"/>
                      <a:pt x="1212" y="7078"/>
                    </a:cubicBezTo>
                    <a:cubicBezTo>
                      <a:pt x="1164" y="7002"/>
                      <a:pt x="1115" y="6920"/>
                      <a:pt x="1077" y="6839"/>
                    </a:cubicBezTo>
                    <a:cubicBezTo>
                      <a:pt x="1109" y="6774"/>
                      <a:pt x="1142" y="6708"/>
                      <a:pt x="1174" y="6643"/>
                    </a:cubicBezTo>
                    <a:lnTo>
                      <a:pt x="1169" y="6643"/>
                    </a:lnTo>
                    <a:cubicBezTo>
                      <a:pt x="1191" y="6594"/>
                      <a:pt x="1218" y="6545"/>
                      <a:pt x="1240" y="6502"/>
                    </a:cubicBezTo>
                    <a:close/>
                    <a:moveTo>
                      <a:pt x="1685" y="6458"/>
                    </a:moveTo>
                    <a:cubicBezTo>
                      <a:pt x="1702" y="6496"/>
                      <a:pt x="1718" y="6534"/>
                      <a:pt x="1740" y="6572"/>
                    </a:cubicBezTo>
                    <a:cubicBezTo>
                      <a:pt x="1778" y="6654"/>
                      <a:pt x="1832" y="6725"/>
                      <a:pt x="1876" y="6806"/>
                    </a:cubicBezTo>
                    <a:cubicBezTo>
                      <a:pt x="1816" y="6899"/>
                      <a:pt x="1751" y="6991"/>
                      <a:pt x="1691" y="7083"/>
                    </a:cubicBezTo>
                    <a:lnTo>
                      <a:pt x="1691" y="7078"/>
                    </a:lnTo>
                    <a:cubicBezTo>
                      <a:pt x="1642" y="6996"/>
                      <a:pt x="1593" y="6909"/>
                      <a:pt x="1544" y="6828"/>
                    </a:cubicBezTo>
                    <a:cubicBezTo>
                      <a:pt x="1533" y="6812"/>
                      <a:pt x="1522" y="6801"/>
                      <a:pt x="1517" y="6784"/>
                    </a:cubicBezTo>
                    <a:cubicBezTo>
                      <a:pt x="1533" y="6752"/>
                      <a:pt x="1555" y="6714"/>
                      <a:pt x="1571" y="6681"/>
                    </a:cubicBezTo>
                    <a:lnTo>
                      <a:pt x="1566" y="6681"/>
                    </a:lnTo>
                    <a:cubicBezTo>
                      <a:pt x="1593" y="6610"/>
                      <a:pt x="1631" y="6545"/>
                      <a:pt x="1669" y="6480"/>
                    </a:cubicBezTo>
                    <a:lnTo>
                      <a:pt x="1685" y="6458"/>
                    </a:lnTo>
                    <a:close/>
                    <a:moveTo>
                      <a:pt x="2376" y="6806"/>
                    </a:moveTo>
                    <a:cubicBezTo>
                      <a:pt x="2403" y="6850"/>
                      <a:pt x="2446" y="6882"/>
                      <a:pt x="2495" y="6899"/>
                    </a:cubicBezTo>
                    <a:cubicBezTo>
                      <a:pt x="2495" y="6942"/>
                      <a:pt x="2490" y="6986"/>
                      <a:pt x="2490" y="7029"/>
                    </a:cubicBezTo>
                    <a:cubicBezTo>
                      <a:pt x="2484" y="7034"/>
                      <a:pt x="2479" y="7040"/>
                      <a:pt x="2479" y="7051"/>
                    </a:cubicBezTo>
                    <a:cubicBezTo>
                      <a:pt x="2457" y="7121"/>
                      <a:pt x="2414" y="7192"/>
                      <a:pt x="2359" y="7246"/>
                    </a:cubicBezTo>
                    <a:cubicBezTo>
                      <a:pt x="2343" y="7274"/>
                      <a:pt x="2321" y="7306"/>
                      <a:pt x="2310" y="7333"/>
                    </a:cubicBezTo>
                    <a:cubicBezTo>
                      <a:pt x="2256" y="7274"/>
                      <a:pt x="2213" y="7208"/>
                      <a:pt x="2175" y="7138"/>
                    </a:cubicBezTo>
                    <a:cubicBezTo>
                      <a:pt x="2245" y="7024"/>
                      <a:pt x="2300" y="6915"/>
                      <a:pt x="2370" y="6806"/>
                    </a:cubicBezTo>
                    <a:close/>
                    <a:moveTo>
                      <a:pt x="1925" y="6904"/>
                    </a:moveTo>
                    <a:cubicBezTo>
                      <a:pt x="1952" y="6953"/>
                      <a:pt x="1979" y="7007"/>
                      <a:pt x="2006" y="7062"/>
                    </a:cubicBezTo>
                    <a:cubicBezTo>
                      <a:pt x="2022" y="7083"/>
                      <a:pt x="2033" y="7111"/>
                      <a:pt x="2044" y="7138"/>
                    </a:cubicBezTo>
                    <a:cubicBezTo>
                      <a:pt x="2039" y="7154"/>
                      <a:pt x="2028" y="7165"/>
                      <a:pt x="2017" y="7181"/>
                    </a:cubicBezTo>
                    <a:cubicBezTo>
                      <a:pt x="1973" y="7252"/>
                      <a:pt x="1935" y="7317"/>
                      <a:pt x="1903" y="7388"/>
                    </a:cubicBezTo>
                    <a:cubicBezTo>
                      <a:pt x="1887" y="7366"/>
                      <a:pt x="1876" y="7350"/>
                      <a:pt x="1865" y="7333"/>
                    </a:cubicBezTo>
                    <a:cubicBezTo>
                      <a:pt x="1827" y="7279"/>
                      <a:pt x="1783" y="7230"/>
                      <a:pt x="1745" y="7176"/>
                    </a:cubicBezTo>
                    <a:cubicBezTo>
                      <a:pt x="1805" y="7089"/>
                      <a:pt x="1865" y="6996"/>
                      <a:pt x="1925" y="6904"/>
                    </a:cubicBezTo>
                    <a:close/>
                    <a:moveTo>
                      <a:pt x="1452" y="6899"/>
                    </a:moveTo>
                    <a:lnTo>
                      <a:pt x="1463" y="6909"/>
                    </a:lnTo>
                    <a:cubicBezTo>
                      <a:pt x="1511" y="6991"/>
                      <a:pt x="1549" y="7083"/>
                      <a:pt x="1604" y="7165"/>
                    </a:cubicBezTo>
                    <a:cubicBezTo>
                      <a:pt x="1609" y="7176"/>
                      <a:pt x="1615" y="7181"/>
                      <a:pt x="1620" y="7192"/>
                    </a:cubicBezTo>
                    <a:lnTo>
                      <a:pt x="1598" y="7219"/>
                    </a:lnTo>
                    <a:cubicBezTo>
                      <a:pt x="1555" y="7295"/>
                      <a:pt x="1517" y="7371"/>
                      <a:pt x="1479" y="7453"/>
                    </a:cubicBezTo>
                    <a:cubicBezTo>
                      <a:pt x="1414" y="7366"/>
                      <a:pt x="1343" y="7274"/>
                      <a:pt x="1283" y="7187"/>
                    </a:cubicBezTo>
                    <a:cubicBezTo>
                      <a:pt x="1299" y="7154"/>
                      <a:pt x="1316" y="7127"/>
                      <a:pt x="1332" y="7094"/>
                    </a:cubicBezTo>
                    <a:cubicBezTo>
                      <a:pt x="1376" y="7034"/>
                      <a:pt x="1414" y="6964"/>
                      <a:pt x="1452" y="6899"/>
                    </a:cubicBezTo>
                    <a:close/>
                    <a:moveTo>
                      <a:pt x="1022" y="6942"/>
                    </a:moveTo>
                    <a:cubicBezTo>
                      <a:pt x="1060" y="7029"/>
                      <a:pt x="1104" y="7111"/>
                      <a:pt x="1158" y="7192"/>
                    </a:cubicBezTo>
                    <a:cubicBezTo>
                      <a:pt x="1104" y="7284"/>
                      <a:pt x="1071" y="7382"/>
                      <a:pt x="1044" y="7480"/>
                    </a:cubicBezTo>
                    <a:lnTo>
                      <a:pt x="1039" y="7480"/>
                    </a:lnTo>
                    <a:cubicBezTo>
                      <a:pt x="973" y="7453"/>
                      <a:pt x="919" y="7442"/>
                      <a:pt x="892" y="7371"/>
                    </a:cubicBezTo>
                    <a:cubicBezTo>
                      <a:pt x="892" y="7361"/>
                      <a:pt x="881" y="7355"/>
                      <a:pt x="881" y="7344"/>
                    </a:cubicBezTo>
                    <a:cubicBezTo>
                      <a:pt x="897" y="7333"/>
                      <a:pt x="903" y="7312"/>
                      <a:pt x="892" y="7290"/>
                    </a:cubicBezTo>
                    <a:cubicBezTo>
                      <a:pt x="854" y="7225"/>
                      <a:pt x="930" y="7127"/>
                      <a:pt x="962" y="7062"/>
                    </a:cubicBezTo>
                    <a:cubicBezTo>
                      <a:pt x="979" y="7024"/>
                      <a:pt x="1000" y="6980"/>
                      <a:pt x="1022" y="6942"/>
                    </a:cubicBezTo>
                    <a:close/>
                    <a:moveTo>
                      <a:pt x="1223" y="7295"/>
                    </a:moveTo>
                    <a:cubicBezTo>
                      <a:pt x="1283" y="7388"/>
                      <a:pt x="1348" y="7480"/>
                      <a:pt x="1419" y="7567"/>
                    </a:cubicBezTo>
                    <a:cubicBezTo>
                      <a:pt x="1408" y="7589"/>
                      <a:pt x="1403" y="7615"/>
                      <a:pt x="1397" y="7642"/>
                    </a:cubicBezTo>
                    <a:lnTo>
                      <a:pt x="1397" y="7642"/>
                    </a:lnTo>
                    <a:cubicBezTo>
                      <a:pt x="1339" y="7631"/>
                      <a:pt x="1282" y="7610"/>
                      <a:pt x="1229" y="7583"/>
                    </a:cubicBezTo>
                    <a:cubicBezTo>
                      <a:pt x="1191" y="7567"/>
                      <a:pt x="1158" y="7545"/>
                      <a:pt x="1131" y="7529"/>
                    </a:cubicBezTo>
                    <a:cubicBezTo>
                      <a:pt x="1142" y="7513"/>
                      <a:pt x="1153" y="7491"/>
                      <a:pt x="1158" y="7475"/>
                    </a:cubicBezTo>
                    <a:cubicBezTo>
                      <a:pt x="1164" y="7464"/>
                      <a:pt x="1164" y="7458"/>
                      <a:pt x="1153" y="7453"/>
                    </a:cubicBezTo>
                    <a:cubicBezTo>
                      <a:pt x="1174" y="7399"/>
                      <a:pt x="1202" y="7350"/>
                      <a:pt x="1223" y="7295"/>
                    </a:cubicBezTo>
                    <a:close/>
                    <a:moveTo>
                      <a:pt x="2109" y="7246"/>
                    </a:moveTo>
                    <a:cubicBezTo>
                      <a:pt x="2115" y="7263"/>
                      <a:pt x="2126" y="7274"/>
                      <a:pt x="2131" y="7284"/>
                    </a:cubicBezTo>
                    <a:cubicBezTo>
                      <a:pt x="2169" y="7339"/>
                      <a:pt x="2213" y="7388"/>
                      <a:pt x="2262" y="7431"/>
                    </a:cubicBezTo>
                    <a:cubicBezTo>
                      <a:pt x="2245" y="7464"/>
                      <a:pt x="2229" y="7491"/>
                      <a:pt x="2213" y="7518"/>
                    </a:cubicBezTo>
                    <a:cubicBezTo>
                      <a:pt x="2185" y="7562"/>
                      <a:pt x="2153" y="7605"/>
                      <a:pt x="2120" y="7649"/>
                    </a:cubicBezTo>
                    <a:cubicBezTo>
                      <a:pt x="2093" y="7627"/>
                      <a:pt x="2066" y="7605"/>
                      <a:pt x="2044" y="7578"/>
                    </a:cubicBezTo>
                    <a:lnTo>
                      <a:pt x="2039" y="7578"/>
                    </a:lnTo>
                    <a:cubicBezTo>
                      <a:pt x="2017" y="7545"/>
                      <a:pt x="1995" y="7518"/>
                      <a:pt x="1973" y="7486"/>
                    </a:cubicBezTo>
                    <a:cubicBezTo>
                      <a:pt x="2017" y="7404"/>
                      <a:pt x="2060" y="7328"/>
                      <a:pt x="2109" y="7246"/>
                    </a:cubicBezTo>
                    <a:close/>
                    <a:moveTo>
                      <a:pt x="1484" y="7649"/>
                    </a:moveTo>
                    <a:lnTo>
                      <a:pt x="1501" y="7670"/>
                    </a:lnTo>
                    <a:lnTo>
                      <a:pt x="1501" y="7670"/>
                    </a:lnTo>
                    <a:lnTo>
                      <a:pt x="1479" y="7660"/>
                    </a:lnTo>
                    <a:lnTo>
                      <a:pt x="1484" y="7660"/>
                    </a:lnTo>
                    <a:cubicBezTo>
                      <a:pt x="1484" y="7660"/>
                      <a:pt x="1484" y="7654"/>
                      <a:pt x="1484" y="7654"/>
                    </a:cubicBezTo>
                    <a:lnTo>
                      <a:pt x="1484" y="7649"/>
                    </a:lnTo>
                    <a:close/>
                    <a:moveTo>
                      <a:pt x="1680" y="7279"/>
                    </a:moveTo>
                    <a:cubicBezTo>
                      <a:pt x="1713" y="7323"/>
                      <a:pt x="1751" y="7371"/>
                      <a:pt x="1778" y="7415"/>
                    </a:cubicBezTo>
                    <a:cubicBezTo>
                      <a:pt x="1800" y="7442"/>
                      <a:pt x="1816" y="7469"/>
                      <a:pt x="1832" y="7496"/>
                    </a:cubicBezTo>
                    <a:cubicBezTo>
                      <a:pt x="1821" y="7524"/>
                      <a:pt x="1805" y="7545"/>
                      <a:pt x="1789" y="7573"/>
                    </a:cubicBezTo>
                    <a:cubicBezTo>
                      <a:pt x="1767" y="7611"/>
                      <a:pt x="1740" y="7649"/>
                      <a:pt x="1713" y="7687"/>
                    </a:cubicBezTo>
                    <a:lnTo>
                      <a:pt x="1713" y="7692"/>
                    </a:lnTo>
                    <a:cubicBezTo>
                      <a:pt x="1658" y="7643"/>
                      <a:pt x="1604" y="7594"/>
                      <a:pt x="1549" y="7540"/>
                    </a:cubicBezTo>
                    <a:cubicBezTo>
                      <a:pt x="1593" y="7453"/>
                      <a:pt x="1631" y="7361"/>
                      <a:pt x="1680" y="7279"/>
                    </a:cubicBezTo>
                    <a:close/>
                    <a:moveTo>
                      <a:pt x="1908" y="7594"/>
                    </a:moveTo>
                    <a:cubicBezTo>
                      <a:pt x="1919" y="7616"/>
                      <a:pt x="1935" y="7632"/>
                      <a:pt x="1952" y="7643"/>
                    </a:cubicBezTo>
                    <a:cubicBezTo>
                      <a:pt x="1984" y="7681"/>
                      <a:pt x="2022" y="7708"/>
                      <a:pt x="2066" y="7725"/>
                    </a:cubicBezTo>
                    <a:lnTo>
                      <a:pt x="2055" y="7741"/>
                    </a:lnTo>
                    <a:lnTo>
                      <a:pt x="2055" y="7747"/>
                    </a:lnTo>
                    <a:cubicBezTo>
                      <a:pt x="2039" y="7774"/>
                      <a:pt x="2022" y="7801"/>
                      <a:pt x="2012" y="7833"/>
                    </a:cubicBezTo>
                    <a:lnTo>
                      <a:pt x="1810" y="7763"/>
                    </a:lnTo>
                    <a:cubicBezTo>
                      <a:pt x="1810" y="7763"/>
                      <a:pt x="1810" y="7757"/>
                      <a:pt x="1810" y="7752"/>
                    </a:cubicBezTo>
                    <a:cubicBezTo>
                      <a:pt x="1816" y="7736"/>
                      <a:pt x="1827" y="7719"/>
                      <a:pt x="1838" y="7703"/>
                    </a:cubicBezTo>
                    <a:cubicBezTo>
                      <a:pt x="1865" y="7670"/>
                      <a:pt x="1887" y="7638"/>
                      <a:pt x="1908" y="7594"/>
                    </a:cubicBezTo>
                    <a:close/>
                    <a:moveTo>
                      <a:pt x="2484" y="7246"/>
                    </a:moveTo>
                    <a:cubicBezTo>
                      <a:pt x="2484" y="7295"/>
                      <a:pt x="2479" y="7344"/>
                      <a:pt x="2474" y="7393"/>
                    </a:cubicBezTo>
                    <a:cubicBezTo>
                      <a:pt x="2474" y="7437"/>
                      <a:pt x="2474" y="7480"/>
                      <a:pt x="2479" y="7518"/>
                    </a:cubicBezTo>
                    <a:cubicBezTo>
                      <a:pt x="2484" y="7562"/>
                      <a:pt x="2501" y="7594"/>
                      <a:pt x="2506" y="7632"/>
                    </a:cubicBezTo>
                    <a:cubicBezTo>
                      <a:pt x="2506" y="7670"/>
                      <a:pt x="2506" y="7714"/>
                      <a:pt x="2501" y="7752"/>
                    </a:cubicBezTo>
                    <a:cubicBezTo>
                      <a:pt x="2501" y="7795"/>
                      <a:pt x="2512" y="7839"/>
                      <a:pt x="2533" y="7877"/>
                    </a:cubicBezTo>
                    <a:cubicBezTo>
                      <a:pt x="2544" y="7904"/>
                      <a:pt x="2561" y="7931"/>
                      <a:pt x="2577" y="7964"/>
                    </a:cubicBezTo>
                    <a:cubicBezTo>
                      <a:pt x="2561" y="7969"/>
                      <a:pt x="2544" y="7969"/>
                      <a:pt x="2528" y="7975"/>
                    </a:cubicBezTo>
                    <a:lnTo>
                      <a:pt x="2528" y="7975"/>
                    </a:lnTo>
                    <a:cubicBezTo>
                      <a:pt x="2503" y="7974"/>
                      <a:pt x="2478" y="7969"/>
                      <a:pt x="2457" y="7959"/>
                    </a:cubicBezTo>
                    <a:cubicBezTo>
                      <a:pt x="2387" y="7942"/>
                      <a:pt x="2316" y="7931"/>
                      <a:pt x="2245" y="7910"/>
                    </a:cubicBezTo>
                    <a:lnTo>
                      <a:pt x="2120" y="7866"/>
                    </a:lnTo>
                    <a:lnTo>
                      <a:pt x="2147" y="7817"/>
                    </a:lnTo>
                    <a:cubicBezTo>
                      <a:pt x="2153" y="7806"/>
                      <a:pt x="2164" y="7790"/>
                      <a:pt x="2169" y="7774"/>
                    </a:cubicBezTo>
                    <a:lnTo>
                      <a:pt x="2175" y="7774"/>
                    </a:lnTo>
                    <a:cubicBezTo>
                      <a:pt x="2180" y="7777"/>
                      <a:pt x="2186" y="7779"/>
                      <a:pt x="2192" y="7779"/>
                    </a:cubicBezTo>
                    <a:cubicBezTo>
                      <a:pt x="2213" y="7779"/>
                      <a:pt x="2231" y="7757"/>
                      <a:pt x="2218" y="7736"/>
                    </a:cubicBezTo>
                    <a:lnTo>
                      <a:pt x="2207" y="7719"/>
                    </a:lnTo>
                    <a:cubicBezTo>
                      <a:pt x="2245" y="7665"/>
                      <a:pt x="2289" y="7605"/>
                      <a:pt x="2321" y="7545"/>
                    </a:cubicBezTo>
                    <a:cubicBezTo>
                      <a:pt x="2332" y="7529"/>
                      <a:pt x="2343" y="7513"/>
                      <a:pt x="2349" y="7491"/>
                    </a:cubicBezTo>
                    <a:cubicBezTo>
                      <a:pt x="2373" y="7503"/>
                      <a:pt x="2394" y="7509"/>
                      <a:pt x="2417" y="7509"/>
                    </a:cubicBezTo>
                    <a:cubicBezTo>
                      <a:pt x="2425" y="7509"/>
                      <a:pt x="2433" y="7509"/>
                      <a:pt x="2441" y="7507"/>
                    </a:cubicBezTo>
                    <a:cubicBezTo>
                      <a:pt x="2468" y="7507"/>
                      <a:pt x="2479" y="7469"/>
                      <a:pt x="2457" y="7458"/>
                    </a:cubicBezTo>
                    <a:cubicBezTo>
                      <a:pt x="2430" y="7442"/>
                      <a:pt x="2408" y="7431"/>
                      <a:pt x="2387" y="7409"/>
                    </a:cubicBezTo>
                    <a:cubicBezTo>
                      <a:pt x="2414" y="7355"/>
                      <a:pt x="2441" y="7301"/>
                      <a:pt x="2479" y="7252"/>
                    </a:cubicBezTo>
                    <a:cubicBezTo>
                      <a:pt x="2479" y="7252"/>
                      <a:pt x="2484" y="7246"/>
                      <a:pt x="2484" y="7246"/>
                    </a:cubicBezTo>
                    <a:close/>
                    <a:moveTo>
                      <a:pt x="5958" y="1577"/>
                    </a:moveTo>
                    <a:lnTo>
                      <a:pt x="5958" y="1577"/>
                    </a:lnTo>
                    <a:cubicBezTo>
                      <a:pt x="6006" y="1581"/>
                      <a:pt x="6036" y="1603"/>
                      <a:pt x="6075" y="1603"/>
                    </a:cubicBezTo>
                    <a:cubicBezTo>
                      <a:pt x="6084" y="1603"/>
                      <a:pt x="6094" y="1602"/>
                      <a:pt x="6105" y="1599"/>
                    </a:cubicBezTo>
                    <a:cubicBezTo>
                      <a:pt x="6121" y="1610"/>
                      <a:pt x="6143" y="1615"/>
                      <a:pt x="6164" y="1620"/>
                    </a:cubicBezTo>
                    <a:cubicBezTo>
                      <a:pt x="6208" y="1628"/>
                      <a:pt x="6252" y="1633"/>
                      <a:pt x="6296" y="1633"/>
                    </a:cubicBezTo>
                    <a:cubicBezTo>
                      <a:pt x="6312" y="1633"/>
                      <a:pt x="6328" y="1633"/>
                      <a:pt x="6344" y="1631"/>
                    </a:cubicBezTo>
                    <a:lnTo>
                      <a:pt x="6420" y="1626"/>
                    </a:lnTo>
                    <a:lnTo>
                      <a:pt x="6474" y="1626"/>
                    </a:lnTo>
                    <a:cubicBezTo>
                      <a:pt x="6480" y="1612"/>
                      <a:pt x="6484" y="1605"/>
                      <a:pt x="6485" y="1605"/>
                    </a:cubicBezTo>
                    <a:lnTo>
                      <a:pt x="6485" y="1605"/>
                    </a:lnTo>
                    <a:cubicBezTo>
                      <a:pt x="6487" y="1605"/>
                      <a:pt x="6485" y="1612"/>
                      <a:pt x="6480" y="1626"/>
                    </a:cubicBezTo>
                    <a:cubicBezTo>
                      <a:pt x="6480" y="1669"/>
                      <a:pt x="6469" y="1696"/>
                      <a:pt x="6501" y="1735"/>
                    </a:cubicBezTo>
                    <a:cubicBezTo>
                      <a:pt x="6501" y="1756"/>
                      <a:pt x="6501" y="1783"/>
                      <a:pt x="6496" y="1800"/>
                    </a:cubicBezTo>
                    <a:cubicBezTo>
                      <a:pt x="6485" y="1876"/>
                      <a:pt x="6480" y="1952"/>
                      <a:pt x="6474" y="2028"/>
                    </a:cubicBezTo>
                    <a:cubicBezTo>
                      <a:pt x="6469" y="2104"/>
                      <a:pt x="6474" y="2169"/>
                      <a:pt x="6469" y="2240"/>
                    </a:cubicBezTo>
                    <a:cubicBezTo>
                      <a:pt x="6463" y="2316"/>
                      <a:pt x="6431" y="2403"/>
                      <a:pt x="6425" y="2485"/>
                    </a:cubicBezTo>
                    <a:cubicBezTo>
                      <a:pt x="6420" y="2555"/>
                      <a:pt x="6431" y="2621"/>
                      <a:pt x="6447" y="2686"/>
                    </a:cubicBezTo>
                    <a:cubicBezTo>
                      <a:pt x="6458" y="2756"/>
                      <a:pt x="6447" y="2822"/>
                      <a:pt x="6458" y="2898"/>
                    </a:cubicBezTo>
                    <a:cubicBezTo>
                      <a:pt x="6469" y="2958"/>
                      <a:pt x="6474" y="3023"/>
                      <a:pt x="6469" y="3083"/>
                    </a:cubicBezTo>
                    <a:cubicBezTo>
                      <a:pt x="6474" y="3164"/>
                      <a:pt x="6480" y="3246"/>
                      <a:pt x="6491" y="3327"/>
                    </a:cubicBezTo>
                    <a:cubicBezTo>
                      <a:pt x="6501" y="3409"/>
                      <a:pt x="6485" y="3485"/>
                      <a:pt x="6491" y="3561"/>
                    </a:cubicBezTo>
                    <a:cubicBezTo>
                      <a:pt x="6496" y="3642"/>
                      <a:pt x="6523" y="3719"/>
                      <a:pt x="6529" y="3800"/>
                    </a:cubicBezTo>
                    <a:cubicBezTo>
                      <a:pt x="6534" y="3969"/>
                      <a:pt x="6545" y="4137"/>
                      <a:pt x="6550" y="4300"/>
                    </a:cubicBezTo>
                    <a:cubicBezTo>
                      <a:pt x="6550" y="4376"/>
                      <a:pt x="6556" y="4447"/>
                      <a:pt x="6556" y="4523"/>
                    </a:cubicBezTo>
                    <a:lnTo>
                      <a:pt x="6550" y="4518"/>
                    </a:lnTo>
                    <a:cubicBezTo>
                      <a:pt x="6550" y="4594"/>
                      <a:pt x="6523" y="4670"/>
                      <a:pt x="6518" y="4746"/>
                    </a:cubicBezTo>
                    <a:cubicBezTo>
                      <a:pt x="6501" y="4909"/>
                      <a:pt x="6518" y="5072"/>
                      <a:pt x="6518" y="5235"/>
                    </a:cubicBezTo>
                    <a:lnTo>
                      <a:pt x="6518" y="5795"/>
                    </a:lnTo>
                    <a:cubicBezTo>
                      <a:pt x="6518" y="5942"/>
                      <a:pt x="6496" y="6116"/>
                      <a:pt x="6540" y="6263"/>
                    </a:cubicBezTo>
                    <a:cubicBezTo>
                      <a:pt x="6529" y="6328"/>
                      <a:pt x="6523" y="6393"/>
                      <a:pt x="6512" y="6447"/>
                    </a:cubicBezTo>
                    <a:cubicBezTo>
                      <a:pt x="6496" y="6600"/>
                      <a:pt x="6333" y="6692"/>
                      <a:pt x="6213" y="6757"/>
                    </a:cubicBezTo>
                    <a:cubicBezTo>
                      <a:pt x="6148" y="6795"/>
                      <a:pt x="6067" y="6828"/>
                      <a:pt x="5991" y="6860"/>
                    </a:cubicBezTo>
                    <a:cubicBezTo>
                      <a:pt x="5920" y="6893"/>
                      <a:pt x="5849" y="6942"/>
                      <a:pt x="5768" y="6975"/>
                    </a:cubicBezTo>
                    <a:cubicBezTo>
                      <a:pt x="5632" y="7029"/>
                      <a:pt x="5496" y="7067"/>
                      <a:pt x="5371" y="7116"/>
                    </a:cubicBezTo>
                    <a:cubicBezTo>
                      <a:pt x="5202" y="7181"/>
                      <a:pt x="5039" y="7241"/>
                      <a:pt x="4865" y="7290"/>
                    </a:cubicBezTo>
                    <a:cubicBezTo>
                      <a:pt x="4784" y="7312"/>
                      <a:pt x="4708" y="7333"/>
                      <a:pt x="4626" y="7361"/>
                    </a:cubicBezTo>
                    <a:cubicBezTo>
                      <a:pt x="4561" y="7399"/>
                      <a:pt x="4485" y="7426"/>
                      <a:pt x="4414" y="7453"/>
                    </a:cubicBezTo>
                    <a:cubicBezTo>
                      <a:pt x="4349" y="7469"/>
                      <a:pt x="4289" y="7496"/>
                      <a:pt x="4224" y="7524"/>
                    </a:cubicBezTo>
                    <a:cubicBezTo>
                      <a:pt x="4153" y="7551"/>
                      <a:pt x="4077" y="7567"/>
                      <a:pt x="4001" y="7583"/>
                    </a:cubicBezTo>
                    <a:cubicBezTo>
                      <a:pt x="3936" y="7594"/>
                      <a:pt x="3876" y="7616"/>
                      <a:pt x="3822" y="7649"/>
                    </a:cubicBezTo>
                    <a:cubicBezTo>
                      <a:pt x="3751" y="7681"/>
                      <a:pt x="3675" y="7708"/>
                      <a:pt x="3599" y="7725"/>
                    </a:cubicBezTo>
                    <a:cubicBezTo>
                      <a:pt x="3512" y="7757"/>
                      <a:pt x="3430" y="7779"/>
                      <a:pt x="3343" y="7801"/>
                    </a:cubicBezTo>
                    <a:cubicBezTo>
                      <a:pt x="3251" y="7817"/>
                      <a:pt x="3186" y="7877"/>
                      <a:pt x="3099" y="7904"/>
                    </a:cubicBezTo>
                    <a:cubicBezTo>
                      <a:pt x="3012" y="7931"/>
                      <a:pt x="2946" y="7959"/>
                      <a:pt x="2865" y="7986"/>
                    </a:cubicBezTo>
                    <a:cubicBezTo>
                      <a:pt x="2849" y="7997"/>
                      <a:pt x="2832" y="7997"/>
                      <a:pt x="2811" y="8002"/>
                    </a:cubicBezTo>
                    <a:cubicBezTo>
                      <a:pt x="2816" y="7964"/>
                      <a:pt x="2811" y="7920"/>
                      <a:pt x="2794" y="7882"/>
                    </a:cubicBezTo>
                    <a:cubicBezTo>
                      <a:pt x="2767" y="7812"/>
                      <a:pt x="2724" y="7774"/>
                      <a:pt x="2729" y="7692"/>
                    </a:cubicBezTo>
                    <a:cubicBezTo>
                      <a:pt x="2729" y="7621"/>
                      <a:pt x="2713" y="7545"/>
                      <a:pt x="2696" y="7475"/>
                    </a:cubicBezTo>
                    <a:cubicBezTo>
                      <a:pt x="2691" y="7393"/>
                      <a:pt x="2691" y="7306"/>
                      <a:pt x="2696" y="7219"/>
                    </a:cubicBezTo>
                    <a:cubicBezTo>
                      <a:pt x="2702" y="7056"/>
                      <a:pt x="2696" y="6888"/>
                      <a:pt x="2686" y="6725"/>
                    </a:cubicBezTo>
                    <a:cubicBezTo>
                      <a:pt x="2664" y="6654"/>
                      <a:pt x="2648" y="6583"/>
                      <a:pt x="2637" y="6507"/>
                    </a:cubicBezTo>
                    <a:cubicBezTo>
                      <a:pt x="2631" y="6415"/>
                      <a:pt x="2631" y="6322"/>
                      <a:pt x="2631" y="6230"/>
                    </a:cubicBezTo>
                    <a:cubicBezTo>
                      <a:pt x="2631" y="6154"/>
                      <a:pt x="2626" y="6083"/>
                      <a:pt x="2615" y="6012"/>
                    </a:cubicBezTo>
                    <a:cubicBezTo>
                      <a:pt x="2620" y="5991"/>
                      <a:pt x="2620" y="5969"/>
                      <a:pt x="2609" y="5947"/>
                    </a:cubicBezTo>
                    <a:cubicBezTo>
                      <a:pt x="2599" y="5866"/>
                      <a:pt x="2599" y="5784"/>
                      <a:pt x="2599" y="5703"/>
                    </a:cubicBezTo>
                    <a:cubicBezTo>
                      <a:pt x="2615" y="5540"/>
                      <a:pt x="2615" y="5377"/>
                      <a:pt x="2599" y="5213"/>
                    </a:cubicBezTo>
                    <a:cubicBezTo>
                      <a:pt x="2544" y="4838"/>
                      <a:pt x="2528" y="4458"/>
                      <a:pt x="2544" y="4083"/>
                    </a:cubicBezTo>
                    <a:cubicBezTo>
                      <a:pt x="2550" y="3980"/>
                      <a:pt x="2571" y="3876"/>
                      <a:pt x="2577" y="3778"/>
                    </a:cubicBezTo>
                    <a:cubicBezTo>
                      <a:pt x="2582" y="3681"/>
                      <a:pt x="2582" y="3583"/>
                      <a:pt x="2577" y="3485"/>
                    </a:cubicBezTo>
                    <a:cubicBezTo>
                      <a:pt x="2582" y="3403"/>
                      <a:pt x="2582" y="3316"/>
                      <a:pt x="2571" y="3229"/>
                    </a:cubicBezTo>
                    <a:lnTo>
                      <a:pt x="2571" y="3229"/>
                    </a:lnTo>
                    <a:cubicBezTo>
                      <a:pt x="2648" y="3403"/>
                      <a:pt x="2767" y="3561"/>
                      <a:pt x="2914" y="3681"/>
                    </a:cubicBezTo>
                    <a:cubicBezTo>
                      <a:pt x="3001" y="3751"/>
                      <a:pt x="3093" y="3811"/>
                      <a:pt x="3186" y="3860"/>
                    </a:cubicBezTo>
                    <a:cubicBezTo>
                      <a:pt x="3300" y="3909"/>
                      <a:pt x="3419" y="3941"/>
                      <a:pt x="3539" y="3947"/>
                    </a:cubicBezTo>
                    <a:cubicBezTo>
                      <a:pt x="3729" y="3963"/>
                      <a:pt x="3905" y="4000"/>
                      <a:pt x="4087" y="4000"/>
                    </a:cubicBezTo>
                    <a:cubicBezTo>
                      <a:pt x="4150" y="4000"/>
                      <a:pt x="4213" y="3996"/>
                      <a:pt x="4278" y="3985"/>
                    </a:cubicBezTo>
                    <a:cubicBezTo>
                      <a:pt x="4496" y="3936"/>
                      <a:pt x="4708" y="3844"/>
                      <a:pt x="4887" y="3719"/>
                    </a:cubicBezTo>
                    <a:cubicBezTo>
                      <a:pt x="4979" y="3664"/>
                      <a:pt x="5077" y="3637"/>
                      <a:pt x="5159" y="3566"/>
                    </a:cubicBezTo>
                    <a:cubicBezTo>
                      <a:pt x="5186" y="3534"/>
                      <a:pt x="5213" y="3501"/>
                      <a:pt x="5230" y="3463"/>
                    </a:cubicBezTo>
                    <a:cubicBezTo>
                      <a:pt x="5268" y="3420"/>
                      <a:pt x="5311" y="3371"/>
                      <a:pt x="5355" y="3327"/>
                    </a:cubicBezTo>
                    <a:cubicBezTo>
                      <a:pt x="5539" y="3137"/>
                      <a:pt x="5697" y="2914"/>
                      <a:pt x="5811" y="2675"/>
                    </a:cubicBezTo>
                    <a:cubicBezTo>
                      <a:pt x="5914" y="2452"/>
                      <a:pt x="5952" y="2202"/>
                      <a:pt x="6154" y="2039"/>
                    </a:cubicBezTo>
                    <a:cubicBezTo>
                      <a:pt x="6197" y="1990"/>
                      <a:pt x="6170" y="1914"/>
                      <a:pt x="6105" y="1914"/>
                    </a:cubicBezTo>
                    <a:cubicBezTo>
                      <a:pt x="6039" y="1925"/>
                      <a:pt x="5974" y="1952"/>
                      <a:pt x="5925" y="2001"/>
                    </a:cubicBezTo>
                    <a:cubicBezTo>
                      <a:pt x="5925" y="1930"/>
                      <a:pt x="5942" y="1865"/>
                      <a:pt x="5952" y="1794"/>
                    </a:cubicBezTo>
                    <a:cubicBezTo>
                      <a:pt x="5958" y="1745"/>
                      <a:pt x="5958" y="1696"/>
                      <a:pt x="5958" y="1648"/>
                    </a:cubicBezTo>
                    <a:cubicBezTo>
                      <a:pt x="5969" y="1626"/>
                      <a:pt x="5969" y="1599"/>
                      <a:pt x="5958" y="1577"/>
                    </a:cubicBezTo>
                    <a:close/>
                    <a:moveTo>
                      <a:pt x="1352" y="1"/>
                    </a:moveTo>
                    <a:cubicBezTo>
                      <a:pt x="1315" y="1"/>
                      <a:pt x="1278" y="31"/>
                      <a:pt x="1278" y="71"/>
                    </a:cubicBezTo>
                    <a:cubicBezTo>
                      <a:pt x="1278" y="109"/>
                      <a:pt x="1272" y="142"/>
                      <a:pt x="1261" y="180"/>
                    </a:cubicBezTo>
                    <a:cubicBezTo>
                      <a:pt x="1234" y="251"/>
                      <a:pt x="1212" y="321"/>
                      <a:pt x="1202" y="392"/>
                    </a:cubicBezTo>
                    <a:cubicBezTo>
                      <a:pt x="1191" y="424"/>
                      <a:pt x="1185" y="452"/>
                      <a:pt x="1180" y="479"/>
                    </a:cubicBezTo>
                    <a:cubicBezTo>
                      <a:pt x="1153" y="571"/>
                      <a:pt x="1136" y="669"/>
                      <a:pt x="1104" y="762"/>
                    </a:cubicBezTo>
                    <a:cubicBezTo>
                      <a:pt x="1087" y="810"/>
                      <a:pt x="1071" y="859"/>
                      <a:pt x="1049" y="903"/>
                    </a:cubicBezTo>
                    <a:cubicBezTo>
                      <a:pt x="1042" y="898"/>
                      <a:pt x="1034" y="896"/>
                      <a:pt x="1026" y="896"/>
                    </a:cubicBezTo>
                    <a:cubicBezTo>
                      <a:pt x="1005" y="896"/>
                      <a:pt x="984" y="912"/>
                      <a:pt x="984" y="935"/>
                    </a:cubicBezTo>
                    <a:cubicBezTo>
                      <a:pt x="995" y="1093"/>
                      <a:pt x="962" y="1240"/>
                      <a:pt x="979" y="1392"/>
                    </a:cubicBezTo>
                    <a:cubicBezTo>
                      <a:pt x="1006" y="1533"/>
                      <a:pt x="1039" y="1675"/>
                      <a:pt x="1082" y="1811"/>
                    </a:cubicBezTo>
                    <a:cubicBezTo>
                      <a:pt x="1098" y="1876"/>
                      <a:pt x="1115" y="1936"/>
                      <a:pt x="1131" y="1995"/>
                    </a:cubicBezTo>
                    <a:lnTo>
                      <a:pt x="1115" y="1990"/>
                    </a:lnTo>
                    <a:cubicBezTo>
                      <a:pt x="1096" y="1987"/>
                      <a:pt x="1077" y="1986"/>
                      <a:pt x="1059" y="1986"/>
                    </a:cubicBezTo>
                    <a:cubicBezTo>
                      <a:pt x="1000" y="1986"/>
                      <a:pt x="941" y="1999"/>
                      <a:pt x="892" y="2028"/>
                    </a:cubicBezTo>
                    <a:cubicBezTo>
                      <a:pt x="761" y="2088"/>
                      <a:pt x="582" y="2159"/>
                      <a:pt x="511" y="2289"/>
                    </a:cubicBezTo>
                    <a:cubicBezTo>
                      <a:pt x="424" y="2365"/>
                      <a:pt x="370" y="2468"/>
                      <a:pt x="359" y="2588"/>
                    </a:cubicBezTo>
                    <a:cubicBezTo>
                      <a:pt x="370" y="2675"/>
                      <a:pt x="364" y="2767"/>
                      <a:pt x="348" y="2860"/>
                    </a:cubicBezTo>
                    <a:cubicBezTo>
                      <a:pt x="326" y="2952"/>
                      <a:pt x="310" y="3045"/>
                      <a:pt x="305" y="3142"/>
                    </a:cubicBezTo>
                    <a:cubicBezTo>
                      <a:pt x="294" y="3235"/>
                      <a:pt x="283" y="3322"/>
                      <a:pt x="267" y="3409"/>
                    </a:cubicBezTo>
                    <a:cubicBezTo>
                      <a:pt x="250" y="3496"/>
                      <a:pt x="261" y="3583"/>
                      <a:pt x="239" y="3664"/>
                    </a:cubicBezTo>
                    <a:cubicBezTo>
                      <a:pt x="223" y="3746"/>
                      <a:pt x="212" y="3827"/>
                      <a:pt x="218" y="3909"/>
                    </a:cubicBezTo>
                    <a:cubicBezTo>
                      <a:pt x="212" y="4012"/>
                      <a:pt x="201" y="4115"/>
                      <a:pt x="185" y="4213"/>
                    </a:cubicBezTo>
                    <a:cubicBezTo>
                      <a:pt x="185" y="4300"/>
                      <a:pt x="185" y="4387"/>
                      <a:pt x="174" y="4469"/>
                    </a:cubicBezTo>
                    <a:cubicBezTo>
                      <a:pt x="152" y="4550"/>
                      <a:pt x="152" y="4632"/>
                      <a:pt x="136" y="4713"/>
                    </a:cubicBezTo>
                    <a:cubicBezTo>
                      <a:pt x="104" y="4882"/>
                      <a:pt x="0" y="5061"/>
                      <a:pt x="33" y="5235"/>
                    </a:cubicBezTo>
                    <a:cubicBezTo>
                      <a:pt x="49" y="5322"/>
                      <a:pt x="131" y="5371"/>
                      <a:pt x="185" y="5436"/>
                    </a:cubicBezTo>
                    <a:cubicBezTo>
                      <a:pt x="229" y="5502"/>
                      <a:pt x="288" y="5550"/>
                      <a:pt x="364" y="5578"/>
                    </a:cubicBezTo>
                    <a:cubicBezTo>
                      <a:pt x="409" y="5595"/>
                      <a:pt x="464" y="5607"/>
                      <a:pt x="518" y="5607"/>
                    </a:cubicBezTo>
                    <a:cubicBezTo>
                      <a:pt x="584" y="5607"/>
                      <a:pt x="647" y="5590"/>
                      <a:pt x="685" y="5545"/>
                    </a:cubicBezTo>
                    <a:cubicBezTo>
                      <a:pt x="707" y="5567"/>
                      <a:pt x="729" y="5589"/>
                      <a:pt x="756" y="5610"/>
                    </a:cubicBezTo>
                    <a:cubicBezTo>
                      <a:pt x="750" y="5616"/>
                      <a:pt x="750" y="5627"/>
                      <a:pt x="756" y="5637"/>
                    </a:cubicBezTo>
                    <a:cubicBezTo>
                      <a:pt x="767" y="5648"/>
                      <a:pt x="745" y="5735"/>
                      <a:pt x="745" y="5757"/>
                    </a:cubicBezTo>
                    <a:cubicBezTo>
                      <a:pt x="734" y="5828"/>
                      <a:pt x="729" y="5893"/>
                      <a:pt x="718" y="5964"/>
                    </a:cubicBezTo>
                    <a:cubicBezTo>
                      <a:pt x="707" y="6105"/>
                      <a:pt x="712" y="6252"/>
                      <a:pt x="712" y="6393"/>
                    </a:cubicBezTo>
                    <a:lnTo>
                      <a:pt x="712" y="6621"/>
                    </a:lnTo>
                    <a:cubicBezTo>
                      <a:pt x="707" y="6692"/>
                      <a:pt x="696" y="6763"/>
                      <a:pt x="680" y="6833"/>
                    </a:cubicBezTo>
                    <a:cubicBezTo>
                      <a:pt x="663" y="6958"/>
                      <a:pt x="658" y="7089"/>
                      <a:pt x="669" y="7214"/>
                    </a:cubicBezTo>
                    <a:cubicBezTo>
                      <a:pt x="663" y="7328"/>
                      <a:pt x="696" y="7442"/>
                      <a:pt x="750" y="7540"/>
                    </a:cubicBezTo>
                    <a:cubicBezTo>
                      <a:pt x="821" y="7638"/>
                      <a:pt x="946" y="7665"/>
                      <a:pt x="1039" y="7730"/>
                    </a:cubicBezTo>
                    <a:cubicBezTo>
                      <a:pt x="1158" y="7801"/>
                      <a:pt x="1289" y="7850"/>
                      <a:pt x="1424" y="7882"/>
                    </a:cubicBezTo>
                    <a:cubicBezTo>
                      <a:pt x="1566" y="7920"/>
                      <a:pt x="1713" y="7980"/>
                      <a:pt x="1854" y="8024"/>
                    </a:cubicBezTo>
                    <a:cubicBezTo>
                      <a:pt x="2017" y="8078"/>
                      <a:pt x="2169" y="8143"/>
                      <a:pt x="2332" y="8181"/>
                    </a:cubicBezTo>
                    <a:cubicBezTo>
                      <a:pt x="2397" y="8203"/>
                      <a:pt x="2468" y="8214"/>
                      <a:pt x="2533" y="8214"/>
                    </a:cubicBezTo>
                    <a:cubicBezTo>
                      <a:pt x="2577" y="8209"/>
                      <a:pt x="2620" y="8187"/>
                      <a:pt x="2648" y="8154"/>
                    </a:cubicBezTo>
                    <a:cubicBezTo>
                      <a:pt x="2664" y="8165"/>
                      <a:pt x="2683" y="8171"/>
                      <a:pt x="2701" y="8171"/>
                    </a:cubicBezTo>
                    <a:cubicBezTo>
                      <a:pt x="2720" y="8171"/>
                      <a:pt x="2737" y="8165"/>
                      <a:pt x="2751" y="8154"/>
                    </a:cubicBezTo>
                    <a:lnTo>
                      <a:pt x="2821" y="8154"/>
                    </a:lnTo>
                    <a:cubicBezTo>
                      <a:pt x="2898" y="8138"/>
                      <a:pt x="2979" y="8116"/>
                      <a:pt x="3050" y="8084"/>
                    </a:cubicBezTo>
                    <a:cubicBezTo>
                      <a:pt x="3120" y="8073"/>
                      <a:pt x="3191" y="8051"/>
                      <a:pt x="3256" y="8024"/>
                    </a:cubicBezTo>
                    <a:cubicBezTo>
                      <a:pt x="3343" y="7980"/>
                      <a:pt x="3447" y="7980"/>
                      <a:pt x="3539" y="7948"/>
                    </a:cubicBezTo>
                    <a:cubicBezTo>
                      <a:pt x="3615" y="7926"/>
                      <a:pt x="3686" y="7904"/>
                      <a:pt x="3762" y="7882"/>
                    </a:cubicBezTo>
                    <a:cubicBezTo>
                      <a:pt x="3838" y="7855"/>
                      <a:pt x="3898" y="7817"/>
                      <a:pt x="3974" y="7795"/>
                    </a:cubicBezTo>
                    <a:cubicBezTo>
                      <a:pt x="4045" y="7774"/>
                      <a:pt x="4115" y="7763"/>
                      <a:pt x="4186" y="7752"/>
                    </a:cubicBezTo>
                    <a:cubicBezTo>
                      <a:pt x="4273" y="7730"/>
                      <a:pt x="4343" y="7681"/>
                      <a:pt x="4425" y="7660"/>
                    </a:cubicBezTo>
                    <a:cubicBezTo>
                      <a:pt x="4463" y="7654"/>
                      <a:pt x="4496" y="7649"/>
                      <a:pt x="4534" y="7632"/>
                    </a:cubicBezTo>
                    <a:cubicBezTo>
                      <a:pt x="4572" y="7616"/>
                      <a:pt x="4610" y="7594"/>
                      <a:pt x="4648" y="7578"/>
                    </a:cubicBezTo>
                    <a:cubicBezTo>
                      <a:pt x="4740" y="7545"/>
                      <a:pt x="4838" y="7518"/>
                      <a:pt x="4936" y="7491"/>
                    </a:cubicBezTo>
                    <a:cubicBezTo>
                      <a:pt x="5115" y="7437"/>
                      <a:pt x="5278" y="7371"/>
                      <a:pt x="5452" y="7312"/>
                    </a:cubicBezTo>
                    <a:cubicBezTo>
                      <a:pt x="5605" y="7263"/>
                      <a:pt x="5746" y="7214"/>
                      <a:pt x="5887" y="7154"/>
                    </a:cubicBezTo>
                    <a:cubicBezTo>
                      <a:pt x="5969" y="7116"/>
                      <a:pt x="6045" y="7067"/>
                      <a:pt x="6132" y="7029"/>
                    </a:cubicBezTo>
                    <a:cubicBezTo>
                      <a:pt x="6208" y="6996"/>
                      <a:pt x="6284" y="6964"/>
                      <a:pt x="6355" y="6920"/>
                    </a:cubicBezTo>
                    <a:cubicBezTo>
                      <a:pt x="6501" y="6833"/>
                      <a:pt x="6659" y="6714"/>
                      <a:pt x="6703" y="6545"/>
                    </a:cubicBezTo>
                    <a:cubicBezTo>
                      <a:pt x="6708" y="6507"/>
                      <a:pt x="6713" y="6469"/>
                      <a:pt x="6713" y="6431"/>
                    </a:cubicBezTo>
                    <a:cubicBezTo>
                      <a:pt x="6719" y="6388"/>
                      <a:pt x="6741" y="6344"/>
                      <a:pt x="6746" y="6295"/>
                    </a:cubicBezTo>
                    <a:cubicBezTo>
                      <a:pt x="6757" y="6252"/>
                      <a:pt x="6762" y="6208"/>
                      <a:pt x="6762" y="6159"/>
                    </a:cubicBezTo>
                    <a:cubicBezTo>
                      <a:pt x="6773" y="6083"/>
                      <a:pt x="6779" y="6002"/>
                      <a:pt x="6779" y="5920"/>
                    </a:cubicBezTo>
                    <a:lnTo>
                      <a:pt x="6773" y="5393"/>
                    </a:lnTo>
                    <a:lnTo>
                      <a:pt x="6773" y="4882"/>
                    </a:lnTo>
                    <a:cubicBezTo>
                      <a:pt x="6773" y="4730"/>
                      <a:pt x="6811" y="4583"/>
                      <a:pt x="6806" y="4431"/>
                    </a:cubicBezTo>
                    <a:cubicBezTo>
                      <a:pt x="6800" y="4268"/>
                      <a:pt x="6795" y="4099"/>
                      <a:pt x="6790" y="3936"/>
                    </a:cubicBezTo>
                    <a:cubicBezTo>
                      <a:pt x="6779" y="3768"/>
                      <a:pt x="6741" y="3604"/>
                      <a:pt x="6741" y="3441"/>
                    </a:cubicBezTo>
                    <a:cubicBezTo>
                      <a:pt x="6741" y="3365"/>
                      <a:pt x="6735" y="3289"/>
                      <a:pt x="6719" y="3218"/>
                    </a:cubicBezTo>
                    <a:cubicBezTo>
                      <a:pt x="6708" y="3132"/>
                      <a:pt x="6719" y="3050"/>
                      <a:pt x="6713" y="2968"/>
                    </a:cubicBezTo>
                    <a:cubicBezTo>
                      <a:pt x="6708" y="2909"/>
                      <a:pt x="6681" y="2849"/>
                      <a:pt x="6675" y="2789"/>
                    </a:cubicBezTo>
                    <a:cubicBezTo>
                      <a:pt x="6675" y="2751"/>
                      <a:pt x="6675" y="2718"/>
                      <a:pt x="6670" y="2680"/>
                    </a:cubicBezTo>
                    <a:cubicBezTo>
                      <a:pt x="6659" y="2642"/>
                      <a:pt x="6643" y="2604"/>
                      <a:pt x="6637" y="2561"/>
                    </a:cubicBezTo>
                    <a:cubicBezTo>
                      <a:pt x="6632" y="2479"/>
                      <a:pt x="6643" y="2398"/>
                      <a:pt x="6659" y="2316"/>
                    </a:cubicBezTo>
                    <a:cubicBezTo>
                      <a:pt x="6665" y="2229"/>
                      <a:pt x="6659" y="2142"/>
                      <a:pt x="6648" y="2055"/>
                    </a:cubicBezTo>
                    <a:cubicBezTo>
                      <a:pt x="6654" y="1936"/>
                      <a:pt x="6632" y="1821"/>
                      <a:pt x="6594" y="1713"/>
                    </a:cubicBezTo>
                    <a:cubicBezTo>
                      <a:pt x="6621" y="1680"/>
                      <a:pt x="6637" y="1642"/>
                      <a:pt x="6632" y="1599"/>
                    </a:cubicBezTo>
                    <a:cubicBezTo>
                      <a:pt x="6621" y="1533"/>
                      <a:pt x="6567" y="1484"/>
                      <a:pt x="6496" y="1479"/>
                    </a:cubicBezTo>
                    <a:cubicBezTo>
                      <a:pt x="6477" y="1478"/>
                      <a:pt x="6458" y="1477"/>
                      <a:pt x="6438" y="1477"/>
                    </a:cubicBezTo>
                    <a:cubicBezTo>
                      <a:pt x="6379" y="1477"/>
                      <a:pt x="6318" y="1483"/>
                      <a:pt x="6257" y="1495"/>
                    </a:cubicBezTo>
                    <a:cubicBezTo>
                      <a:pt x="6235" y="1498"/>
                      <a:pt x="6212" y="1499"/>
                      <a:pt x="6189" y="1499"/>
                    </a:cubicBezTo>
                    <a:cubicBezTo>
                      <a:pt x="6166" y="1499"/>
                      <a:pt x="6143" y="1498"/>
                      <a:pt x="6121" y="1495"/>
                    </a:cubicBezTo>
                    <a:lnTo>
                      <a:pt x="6110" y="1495"/>
                    </a:lnTo>
                    <a:cubicBezTo>
                      <a:pt x="6105" y="1490"/>
                      <a:pt x="6105" y="1484"/>
                      <a:pt x="6099" y="1479"/>
                    </a:cubicBezTo>
                    <a:cubicBezTo>
                      <a:pt x="6067" y="1452"/>
                      <a:pt x="6029" y="1436"/>
                      <a:pt x="5985" y="1430"/>
                    </a:cubicBezTo>
                    <a:cubicBezTo>
                      <a:pt x="5931" y="1430"/>
                      <a:pt x="5882" y="1419"/>
                      <a:pt x="5827" y="1419"/>
                    </a:cubicBezTo>
                    <a:cubicBezTo>
                      <a:pt x="5833" y="1392"/>
                      <a:pt x="5844" y="1365"/>
                      <a:pt x="5855" y="1338"/>
                    </a:cubicBezTo>
                    <a:cubicBezTo>
                      <a:pt x="5866" y="1272"/>
                      <a:pt x="5871" y="1213"/>
                      <a:pt x="5866" y="1147"/>
                    </a:cubicBezTo>
                    <a:cubicBezTo>
                      <a:pt x="5871" y="990"/>
                      <a:pt x="5893" y="838"/>
                      <a:pt x="5931" y="685"/>
                    </a:cubicBezTo>
                    <a:cubicBezTo>
                      <a:pt x="5947" y="604"/>
                      <a:pt x="5996" y="511"/>
                      <a:pt x="5996" y="424"/>
                    </a:cubicBezTo>
                    <a:cubicBezTo>
                      <a:pt x="5991" y="338"/>
                      <a:pt x="5904" y="310"/>
                      <a:pt x="5838" y="299"/>
                    </a:cubicBezTo>
                    <a:cubicBezTo>
                      <a:pt x="5626" y="269"/>
                      <a:pt x="5411" y="253"/>
                      <a:pt x="5198" y="253"/>
                    </a:cubicBezTo>
                    <a:cubicBezTo>
                      <a:pt x="5143" y="253"/>
                      <a:pt x="5088" y="254"/>
                      <a:pt x="5034" y="256"/>
                    </a:cubicBezTo>
                    <a:cubicBezTo>
                      <a:pt x="4963" y="256"/>
                      <a:pt x="4909" y="278"/>
                      <a:pt x="4887" y="348"/>
                    </a:cubicBezTo>
                    <a:cubicBezTo>
                      <a:pt x="4882" y="397"/>
                      <a:pt x="4876" y="452"/>
                      <a:pt x="4882" y="501"/>
                    </a:cubicBezTo>
                    <a:cubicBezTo>
                      <a:pt x="4876" y="566"/>
                      <a:pt x="4865" y="626"/>
                      <a:pt x="4849" y="685"/>
                    </a:cubicBezTo>
                    <a:cubicBezTo>
                      <a:pt x="4844" y="718"/>
                      <a:pt x="4844" y="745"/>
                      <a:pt x="4849" y="778"/>
                    </a:cubicBezTo>
                    <a:cubicBezTo>
                      <a:pt x="4838" y="772"/>
                      <a:pt x="4833" y="772"/>
                      <a:pt x="4822" y="772"/>
                    </a:cubicBezTo>
                    <a:cubicBezTo>
                      <a:pt x="4762" y="767"/>
                      <a:pt x="4702" y="740"/>
                      <a:pt x="4637" y="734"/>
                    </a:cubicBezTo>
                    <a:cubicBezTo>
                      <a:pt x="4577" y="729"/>
                      <a:pt x="4501" y="707"/>
                      <a:pt x="4436" y="702"/>
                    </a:cubicBezTo>
                    <a:lnTo>
                      <a:pt x="4371" y="702"/>
                    </a:lnTo>
                    <a:cubicBezTo>
                      <a:pt x="4376" y="696"/>
                      <a:pt x="4382" y="696"/>
                      <a:pt x="4387" y="691"/>
                    </a:cubicBezTo>
                    <a:cubicBezTo>
                      <a:pt x="4443" y="645"/>
                      <a:pt x="4384" y="565"/>
                      <a:pt x="4322" y="565"/>
                    </a:cubicBezTo>
                    <a:cubicBezTo>
                      <a:pt x="4318" y="565"/>
                      <a:pt x="4315" y="565"/>
                      <a:pt x="4311" y="566"/>
                    </a:cubicBezTo>
                    <a:cubicBezTo>
                      <a:pt x="4267" y="577"/>
                      <a:pt x="4224" y="577"/>
                      <a:pt x="4180" y="582"/>
                    </a:cubicBezTo>
                    <a:cubicBezTo>
                      <a:pt x="4137" y="582"/>
                      <a:pt x="4093" y="598"/>
                      <a:pt x="4045" y="604"/>
                    </a:cubicBezTo>
                    <a:cubicBezTo>
                      <a:pt x="4023" y="609"/>
                      <a:pt x="3998" y="609"/>
                      <a:pt x="3973" y="609"/>
                    </a:cubicBezTo>
                    <a:cubicBezTo>
                      <a:pt x="3948" y="609"/>
                      <a:pt x="3922" y="609"/>
                      <a:pt x="3898" y="615"/>
                    </a:cubicBezTo>
                    <a:cubicBezTo>
                      <a:pt x="3854" y="626"/>
                      <a:pt x="3811" y="642"/>
                      <a:pt x="3773" y="664"/>
                    </a:cubicBezTo>
                    <a:cubicBezTo>
                      <a:pt x="3555" y="745"/>
                      <a:pt x="3316" y="767"/>
                      <a:pt x="3093" y="843"/>
                    </a:cubicBezTo>
                    <a:cubicBezTo>
                      <a:pt x="2990" y="881"/>
                      <a:pt x="2881" y="908"/>
                      <a:pt x="2773" y="935"/>
                    </a:cubicBezTo>
                    <a:cubicBezTo>
                      <a:pt x="2669" y="963"/>
                      <a:pt x="2566" y="1012"/>
                      <a:pt x="2457" y="1044"/>
                    </a:cubicBezTo>
                    <a:cubicBezTo>
                      <a:pt x="2354" y="1082"/>
                      <a:pt x="2256" y="1099"/>
                      <a:pt x="2164" y="1137"/>
                    </a:cubicBezTo>
                    <a:cubicBezTo>
                      <a:pt x="2071" y="1175"/>
                      <a:pt x="1973" y="1251"/>
                      <a:pt x="1870" y="1289"/>
                    </a:cubicBezTo>
                    <a:lnTo>
                      <a:pt x="1870" y="1262"/>
                    </a:lnTo>
                    <a:cubicBezTo>
                      <a:pt x="1870" y="1164"/>
                      <a:pt x="1876" y="946"/>
                      <a:pt x="1756" y="897"/>
                    </a:cubicBezTo>
                    <a:cubicBezTo>
                      <a:pt x="1772" y="783"/>
                      <a:pt x="1669" y="653"/>
                      <a:pt x="1631" y="560"/>
                    </a:cubicBezTo>
                    <a:cubicBezTo>
                      <a:pt x="1604" y="501"/>
                      <a:pt x="1577" y="452"/>
                      <a:pt x="1544" y="403"/>
                    </a:cubicBezTo>
                    <a:cubicBezTo>
                      <a:pt x="1506" y="278"/>
                      <a:pt x="1463" y="153"/>
                      <a:pt x="1408" y="39"/>
                    </a:cubicBezTo>
                    <a:cubicBezTo>
                      <a:pt x="1396" y="12"/>
                      <a:pt x="1374" y="1"/>
                      <a:pt x="13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20"/>
              <p:cNvSpPr/>
              <p:nvPr/>
            </p:nvSpPr>
            <p:spPr>
              <a:xfrm>
                <a:off x="5326975" y="2247650"/>
                <a:ext cx="41200" cy="65450"/>
              </a:xfrm>
              <a:custGeom>
                <a:rect b="b" l="l" r="r" t="t"/>
                <a:pathLst>
                  <a:path extrusionOk="0" h="2618" w="1648">
                    <a:moveTo>
                      <a:pt x="1210" y="128"/>
                    </a:moveTo>
                    <a:cubicBezTo>
                      <a:pt x="1240" y="128"/>
                      <a:pt x="1269" y="134"/>
                      <a:pt x="1294" y="143"/>
                    </a:cubicBezTo>
                    <a:cubicBezTo>
                      <a:pt x="1403" y="197"/>
                      <a:pt x="1375" y="350"/>
                      <a:pt x="1386" y="447"/>
                    </a:cubicBezTo>
                    <a:cubicBezTo>
                      <a:pt x="1397" y="513"/>
                      <a:pt x="1403" y="583"/>
                      <a:pt x="1403" y="654"/>
                    </a:cubicBezTo>
                    <a:cubicBezTo>
                      <a:pt x="1397" y="730"/>
                      <a:pt x="1392" y="812"/>
                      <a:pt x="1392" y="893"/>
                    </a:cubicBezTo>
                    <a:lnTo>
                      <a:pt x="1392" y="953"/>
                    </a:lnTo>
                    <a:cubicBezTo>
                      <a:pt x="1343" y="975"/>
                      <a:pt x="1294" y="1007"/>
                      <a:pt x="1256" y="1040"/>
                    </a:cubicBezTo>
                    <a:cubicBezTo>
                      <a:pt x="1239" y="1056"/>
                      <a:pt x="1218" y="1067"/>
                      <a:pt x="1201" y="1083"/>
                    </a:cubicBezTo>
                    <a:lnTo>
                      <a:pt x="1191" y="1089"/>
                    </a:lnTo>
                    <a:cubicBezTo>
                      <a:pt x="1196" y="1029"/>
                      <a:pt x="1191" y="975"/>
                      <a:pt x="1174" y="920"/>
                    </a:cubicBezTo>
                    <a:cubicBezTo>
                      <a:pt x="1138" y="848"/>
                      <a:pt x="1064" y="806"/>
                      <a:pt x="982" y="806"/>
                    </a:cubicBezTo>
                    <a:cubicBezTo>
                      <a:pt x="977" y="806"/>
                      <a:pt x="973" y="806"/>
                      <a:pt x="968" y="806"/>
                    </a:cubicBezTo>
                    <a:cubicBezTo>
                      <a:pt x="951" y="812"/>
                      <a:pt x="941" y="822"/>
                      <a:pt x="930" y="839"/>
                    </a:cubicBezTo>
                    <a:cubicBezTo>
                      <a:pt x="911" y="834"/>
                      <a:pt x="893" y="832"/>
                      <a:pt x="875" y="832"/>
                    </a:cubicBezTo>
                    <a:cubicBezTo>
                      <a:pt x="806" y="832"/>
                      <a:pt x="738" y="863"/>
                      <a:pt x="690" y="915"/>
                    </a:cubicBezTo>
                    <a:cubicBezTo>
                      <a:pt x="642" y="996"/>
                      <a:pt x="625" y="1089"/>
                      <a:pt x="642" y="1181"/>
                    </a:cubicBezTo>
                    <a:lnTo>
                      <a:pt x="642" y="1192"/>
                    </a:lnTo>
                    <a:lnTo>
                      <a:pt x="625" y="1192"/>
                    </a:lnTo>
                    <a:cubicBezTo>
                      <a:pt x="570" y="1192"/>
                      <a:pt x="509" y="1196"/>
                      <a:pt x="447" y="1196"/>
                    </a:cubicBezTo>
                    <a:cubicBezTo>
                      <a:pt x="362" y="1196"/>
                      <a:pt x="276" y="1189"/>
                      <a:pt x="207" y="1154"/>
                    </a:cubicBezTo>
                    <a:cubicBezTo>
                      <a:pt x="201" y="1121"/>
                      <a:pt x="196" y="1083"/>
                      <a:pt x="190" y="1051"/>
                    </a:cubicBezTo>
                    <a:lnTo>
                      <a:pt x="185" y="1056"/>
                    </a:lnTo>
                    <a:cubicBezTo>
                      <a:pt x="163" y="915"/>
                      <a:pt x="152" y="768"/>
                      <a:pt x="152" y="627"/>
                    </a:cubicBezTo>
                    <a:cubicBezTo>
                      <a:pt x="158" y="453"/>
                      <a:pt x="277" y="415"/>
                      <a:pt x="424" y="366"/>
                    </a:cubicBezTo>
                    <a:cubicBezTo>
                      <a:pt x="571" y="312"/>
                      <a:pt x="729" y="301"/>
                      <a:pt x="864" y="241"/>
                    </a:cubicBezTo>
                    <a:cubicBezTo>
                      <a:pt x="919" y="208"/>
                      <a:pt x="973" y="186"/>
                      <a:pt x="1038" y="170"/>
                    </a:cubicBezTo>
                    <a:cubicBezTo>
                      <a:pt x="1076" y="165"/>
                      <a:pt x="1114" y="154"/>
                      <a:pt x="1147" y="138"/>
                    </a:cubicBezTo>
                    <a:cubicBezTo>
                      <a:pt x="1168" y="131"/>
                      <a:pt x="1189" y="128"/>
                      <a:pt x="1210" y="128"/>
                    </a:cubicBezTo>
                    <a:close/>
                    <a:moveTo>
                      <a:pt x="919" y="920"/>
                    </a:moveTo>
                    <a:cubicBezTo>
                      <a:pt x="924" y="937"/>
                      <a:pt x="941" y="948"/>
                      <a:pt x="962" y="948"/>
                    </a:cubicBezTo>
                    <a:cubicBezTo>
                      <a:pt x="973" y="958"/>
                      <a:pt x="984" y="969"/>
                      <a:pt x="995" y="980"/>
                    </a:cubicBezTo>
                    <a:cubicBezTo>
                      <a:pt x="1027" y="1007"/>
                      <a:pt x="1022" y="1002"/>
                      <a:pt x="1022" y="1051"/>
                    </a:cubicBezTo>
                    <a:lnTo>
                      <a:pt x="1027" y="1056"/>
                    </a:lnTo>
                    <a:cubicBezTo>
                      <a:pt x="1033" y="1127"/>
                      <a:pt x="1049" y="1203"/>
                      <a:pt x="1071" y="1274"/>
                    </a:cubicBezTo>
                    <a:cubicBezTo>
                      <a:pt x="1087" y="1344"/>
                      <a:pt x="1120" y="1437"/>
                      <a:pt x="1049" y="1480"/>
                    </a:cubicBezTo>
                    <a:cubicBezTo>
                      <a:pt x="1017" y="1497"/>
                      <a:pt x="984" y="1507"/>
                      <a:pt x="951" y="1518"/>
                    </a:cubicBezTo>
                    <a:cubicBezTo>
                      <a:pt x="926" y="1523"/>
                      <a:pt x="887" y="1551"/>
                      <a:pt x="856" y="1551"/>
                    </a:cubicBezTo>
                    <a:cubicBezTo>
                      <a:pt x="853" y="1551"/>
                      <a:pt x="851" y="1551"/>
                      <a:pt x="848" y="1551"/>
                    </a:cubicBezTo>
                    <a:cubicBezTo>
                      <a:pt x="772" y="1535"/>
                      <a:pt x="799" y="1301"/>
                      <a:pt x="783" y="1236"/>
                    </a:cubicBezTo>
                    <a:cubicBezTo>
                      <a:pt x="756" y="1165"/>
                      <a:pt x="750" y="1089"/>
                      <a:pt x="767" y="1018"/>
                    </a:cubicBezTo>
                    <a:cubicBezTo>
                      <a:pt x="794" y="958"/>
                      <a:pt x="854" y="920"/>
                      <a:pt x="919" y="920"/>
                    </a:cubicBezTo>
                    <a:close/>
                    <a:moveTo>
                      <a:pt x="1381" y="1143"/>
                    </a:moveTo>
                    <a:lnTo>
                      <a:pt x="1381" y="1149"/>
                    </a:lnTo>
                    <a:cubicBezTo>
                      <a:pt x="1392" y="1219"/>
                      <a:pt x="1403" y="1295"/>
                      <a:pt x="1408" y="1366"/>
                    </a:cubicBezTo>
                    <a:cubicBezTo>
                      <a:pt x="1408" y="1524"/>
                      <a:pt x="1392" y="1687"/>
                      <a:pt x="1392" y="1844"/>
                    </a:cubicBezTo>
                    <a:cubicBezTo>
                      <a:pt x="1392" y="1904"/>
                      <a:pt x="1403" y="1964"/>
                      <a:pt x="1403" y="2024"/>
                    </a:cubicBezTo>
                    <a:lnTo>
                      <a:pt x="1408" y="2024"/>
                    </a:lnTo>
                    <a:lnTo>
                      <a:pt x="1408" y="2073"/>
                    </a:lnTo>
                    <a:cubicBezTo>
                      <a:pt x="1397" y="2084"/>
                      <a:pt x="1343" y="2089"/>
                      <a:pt x="1326" y="2094"/>
                    </a:cubicBezTo>
                    <a:cubicBezTo>
                      <a:pt x="1261" y="2122"/>
                      <a:pt x="1207" y="2154"/>
                      <a:pt x="1153" y="2192"/>
                    </a:cubicBezTo>
                    <a:cubicBezTo>
                      <a:pt x="1087" y="2219"/>
                      <a:pt x="1027" y="2236"/>
                      <a:pt x="962" y="2247"/>
                    </a:cubicBezTo>
                    <a:cubicBezTo>
                      <a:pt x="897" y="2263"/>
                      <a:pt x="837" y="2285"/>
                      <a:pt x="777" y="2306"/>
                    </a:cubicBezTo>
                    <a:cubicBezTo>
                      <a:pt x="767" y="2312"/>
                      <a:pt x="756" y="2323"/>
                      <a:pt x="745" y="2328"/>
                    </a:cubicBezTo>
                    <a:lnTo>
                      <a:pt x="674" y="2345"/>
                    </a:lnTo>
                    <a:cubicBezTo>
                      <a:pt x="625" y="2355"/>
                      <a:pt x="576" y="2372"/>
                      <a:pt x="527" y="2383"/>
                    </a:cubicBezTo>
                    <a:cubicBezTo>
                      <a:pt x="513" y="2385"/>
                      <a:pt x="498" y="2386"/>
                      <a:pt x="484" y="2386"/>
                    </a:cubicBezTo>
                    <a:cubicBezTo>
                      <a:pt x="423" y="2386"/>
                      <a:pt x="364" y="2367"/>
                      <a:pt x="315" y="2323"/>
                    </a:cubicBezTo>
                    <a:cubicBezTo>
                      <a:pt x="277" y="2274"/>
                      <a:pt x="256" y="2209"/>
                      <a:pt x="261" y="2138"/>
                    </a:cubicBezTo>
                    <a:cubicBezTo>
                      <a:pt x="256" y="1959"/>
                      <a:pt x="234" y="1785"/>
                      <a:pt x="228" y="1605"/>
                    </a:cubicBezTo>
                    <a:cubicBezTo>
                      <a:pt x="223" y="1497"/>
                      <a:pt x="218" y="1388"/>
                      <a:pt x="207" y="1274"/>
                    </a:cubicBezTo>
                    <a:lnTo>
                      <a:pt x="207" y="1274"/>
                    </a:lnTo>
                    <a:cubicBezTo>
                      <a:pt x="286" y="1317"/>
                      <a:pt x="385" y="1329"/>
                      <a:pt x="480" y="1329"/>
                    </a:cubicBezTo>
                    <a:cubicBezTo>
                      <a:pt x="527" y="1329"/>
                      <a:pt x="573" y="1326"/>
                      <a:pt x="614" y="1323"/>
                    </a:cubicBezTo>
                    <a:cubicBezTo>
                      <a:pt x="625" y="1323"/>
                      <a:pt x="636" y="1317"/>
                      <a:pt x="647" y="1312"/>
                    </a:cubicBezTo>
                    <a:cubicBezTo>
                      <a:pt x="652" y="1339"/>
                      <a:pt x="652" y="1371"/>
                      <a:pt x="652" y="1404"/>
                    </a:cubicBezTo>
                    <a:cubicBezTo>
                      <a:pt x="647" y="1453"/>
                      <a:pt x="652" y="1502"/>
                      <a:pt x="663" y="1551"/>
                    </a:cubicBezTo>
                    <a:cubicBezTo>
                      <a:pt x="674" y="1638"/>
                      <a:pt x="745" y="1703"/>
                      <a:pt x="832" y="1709"/>
                    </a:cubicBezTo>
                    <a:cubicBezTo>
                      <a:pt x="886" y="1709"/>
                      <a:pt x="935" y="1692"/>
                      <a:pt x="979" y="1670"/>
                    </a:cubicBezTo>
                    <a:cubicBezTo>
                      <a:pt x="1038" y="1654"/>
                      <a:pt x="1093" y="1632"/>
                      <a:pt x="1142" y="1600"/>
                    </a:cubicBezTo>
                    <a:cubicBezTo>
                      <a:pt x="1239" y="1535"/>
                      <a:pt x="1245" y="1410"/>
                      <a:pt x="1229" y="1301"/>
                    </a:cubicBezTo>
                    <a:cubicBezTo>
                      <a:pt x="1218" y="1268"/>
                      <a:pt x="1212" y="1236"/>
                      <a:pt x="1201" y="1198"/>
                    </a:cubicBezTo>
                    <a:lnTo>
                      <a:pt x="1201" y="1198"/>
                    </a:lnTo>
                    <a:cubicBezTo>
                      <a:pt x="1211" y="1199"/>
                      <a:pt x="1220" y="1200"/>
                      <a:pt x="1229" y="1200"/>
                    </a:cubicBezTo>
                    <a:cubicBezTo>
                      <a:pt x="1256" y="1200"/>
                      <a:pt x="1280" y="1193"/>
                      <a:pt x="1305" y="1181"/>
                    </a:cubicBezTo>
                    <a:cubicBezTo>
                      <a:pt x="1332" y="1170"/>
                      <a:pt x="1359" y="1159"/>
                      <a:pt x="1381" y="1143"/>
                    </a:cubicBezTo>
                    <a:close/>
                    <a:moveTo>
                      <a:pt x="1218" y="0"/>
                    </a:moveTo>
                    <a:cubicBezTo>
                      <a:pt x="1191" y="0"/>
                      <a:pt x="1163" y="4"/>
                      <a:pt x="1136" y="13"/>
                    </a:cubicBezTo>
                    <a:cubicBezTo>
                      <a:pt x="1132" y="11"/>
                      <a:pt x="1128" y="10"/>
                      <a:pt x="1124" y="10"/>
                    </a:cubicBezTo>
                    <a:cubicBezTo>
                      <a:pt x="1114" y="10"/>
                      <a:pt x="1106" y="15"/>
                      <a:pt x="1098" y="23"/>
                    </a:cubicBezTo>
                    <a:cubicBezTo>
                      <a:pt x="1071" y="29"/>
                      <a:pt x="1044" y="40"/>
                      <a:pt x="1022" y="51"/>
                    </a:cubicBezTo>
                    <a:cubicBezTo>
                      <a:pt x="989" y="51"/>
                      <a:pt x="957" y="51"/>
                      <a:pt x="924" y="56"/>
                    </a:cubicBezTo>
                    <a:cubicBezTo>
                      <a:pt x="864" y="72"/>
                      <a:pt x="810" y="116"/>
                      <a:pt x="745" y="132"/>
                    </a:cubicBezTo>
                    <a:cubicBezTo>
                      <a:pt x="609" y="159"/>
                      <a:pt x="468" y="197"/>
                      <a:pt x="332" y="241"/>
                    </a:cubicBezTo>
                    <a:cubicBezTo>
                      <a:pt x="223" y="284"/>
                      <a:pt x="109" y="328"/>
                      <a:pt x="54" y="437"/>
                    </a:cubicBezTo>
                    <a:cubicBezTo>
                      <a:pt x="16" y="540"/>
                      <a:pt x="0" y="649"/>
                      <a:pt x="16" y="757"/>
                    </a:cubicBezTo>
                    <a:cubicBezTo>
                      <a:pt x="27" y="1094"/>
                      <a:pt x="11" y="1420"/>
                      <a:pt x="6" y="1757"/>
                    </a:cubicBezTo>
                    <a:cubicBezTo>
                      <a:pt x="6" y="1839"/>
                      <a:pt x="22" y="1915"/>
                      <a:pt x="22" y="1997"/>
                    </a:cubicBezTo>
                    <a:cubicBezTo>
                      <a:pt x="22" y="2078"/>
                      <a:pt x="22" y="2160"/>
                      <a:pt x="27" y="2247"/>
                    </a:cubicBezTo>
                    <a:cubicBezTo>
                      <a:pt x="38" y="2388"/>
                      <a:pt x="125" y="2513"/>
                      <a:pt x="256" y="2573"/>
                    </a:cubicBezTo>
                    <a:cubicBezTo>
                      <a:pt x="321" y="2604"/>
                      <a:pt x="384" y="2618"/>
                      <a:pt x="446" y="2618"/>
                    </a:cubicBezTo>
                    <a:cubicBezTo>
                      <a:pt x="523" y="2618"/>
                      <a:pt x="601" y="2597"/>
                      <a:pt x="685" y="2567"/>
                    </a:cubicBezTo>
                    <a:cubicBezTo>
                      <a:pt x="761" y="2546"/>
                      <a:pt x="826" y="2513"/>
                      <a:pt x="886" y="2464"/>
                    </a:cubicBezTo>
                    <a:cubicBezTo>
                      <a:pt x="908" y="2459"/>
                      <a:pt x="930" y="2448"/>
                      <a:pt x="951" y="2442"/>
                    </a:cubicBezTo>
                    <a:cubicBezTo>
                      <a:pt x="1011" y="2426"/>
                      <a:pt x="1071" y="2415"/>
                      <a:pt x="1136" y="2410"/>
                    </a:cubicBezTo>
                    <a:cubicBezTo>
                      <a:pt x="1201" y="2393"/>
                      <a:pt x="1261" y="2366"/>
                      <a:pt x="1321" y="2328"/>
                    </a:cubicBezTo>
                    <a:cubicBezTo>
                      <a:pt x="1413" y="2268"/>
                      <a:pt x="1533" y="2290"/>
                      <a:pt x="1593" y="2181"/>
                    </a:cubicBezTo>
                    <a:cubicBezTo>
                      <a:pt x="1647" y="2084"/>
                      <a:pt x="1620" y="1964"/>
                      <a:pt x="1615" y="1861"/>
                    </a:cubicBezTo>
                    <a:lnTo>
                      <a:pt x="1620" y="1861"/>
                    </a:lnTo>
                    <a:cubicBezTo>
                      <a:pt x="1620" y="1714"/>
                      <a:pt x="1625" y="1567"/>
                      <a:pt x="1625" y="1420"/>
                    </a:cubicBezTo>
                    <a:cubicBezTo>
                      <a:pt x="1625" y="1274"/>
                      <a:pt x="1582" y="1127"/>
                      <a:pt x="1577" y="975"/>
                    </a:cubicBezTo>
                    <a:cubicBezTo>
                      <a:pt x="1582" y="828"/>
                      <a:pt x="1577" y="687"/>
                      <a:pt x="1555" y="545"/>
                    </a:cubicBezTo>
                    <a:cubicBezTo>
                      <a:pt x="1538" y="485"/>
                      <a:pt x="1528" y="431"/>
                      <a:pt x="1522" y="377"/>
                    </a:cubicBezTo>
                    <a:cubicBezTo>
                      <a:pt x="1522" y="322"/>
                      <a:pt x="1517" y="273"/>
                      <a:pt x="1500" y="219"/>
                    </a:cubicBezTo>
                    <a:cubicBezTo>
                      <a:pt x="1479" y="116"/>
                      <a:pt x="1403" y="40"/>
                      <a:pt x="1299" y="13"/>
                    </a:cubicBezTo>
                    <a:cubicBezTo>
                      <a:pt x="1272" y="4"/>
                      <a:pt x="1245" y="0"/>
                      <a:pt x="1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20"/>
              <p:cNvSpPr/>
              <p:nvPr/>
            </p:nvSpPr>
            <p:spPr>
              <a:xfrm>
                <a:off x="5346950" y="2274350"/>
                <a:ext cx="5600" cy="8400"/>
              </a:xfrm>
              <a:custGeom>
                <a:rect b="b" l="l" r="r" t="t"/>
                <a:pathLst>
                  <a:path extrusionOk="0" h="336" w="224">
                    <a:moveTo>
                      <a:pt x="101" y="0"/>
                    </a:moveTo>
                    <a:cubicBezTo>
                      <a:pt x="69" y="0"/>
                      <a:pt x="38" y="18"/>
                      <a:pt x="27" y="53"/>
                    </a:cubicBezTo>
                    <a:cubicBezTo>
                      <a:pt x="0" y="119"/>
                      <a:pt x="0" y="184"/>
                      <a:pt x="27" y="249"/>
                    </a:cubicBezTo>
                    <a:cubicBezTo>
                      <a:pt x="46" y="290"/>
                      <a:pt x="83" y="336"/>
                      <a:pt x="131" y="336"/>
                    </a:cubicBezTo>
                    <a:cubicBezTo>
                      <a:pt x="139" y="336"/>
                      <a:pt x="149" y="334"/>
                      <a:pt x="158" y="331"/>
                    </a:cubicBezTo>
                    <a:cubicBezTo>
                      <a:pt x="196" y="320"/>
                      <a:pt x="223" y="287"/>
                      <a:pt x="223" y="244"/>
                    </a:cubicBezTo>
                    <a:cubicBezTo>
                      <a:pt x="223" y="211"/>
                      <a:pt x="212" y="178"/>
                      <a:pt x="201" y="151"/>
                    </a:cubicBezTo>
                    <a:lnTo>
                      <a:pt x="196" y="151"/>
                    </a:lnTo>
                    <a:cubicBezTo>
                      <a:pt x="190" y="119"/>
                      <a:pt x="185" y="86"/>
                      <a:pt x="174" y="53"/>
                    </a:cubicBezTo>
                    <a:cubicBezTo>
                      <a:pt x="163" y="18"/>
                      <a:pt x="132"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20"/>
              <p:cNvSpPr/>
              <p:nvPr/>
            </p:nvSpPr>
            <p:spPr>
              <a:xfrm>
                <a:off x="5369500" y="2233875"/>
                <a:ext cx="41200" cy="65400"/>
              </a:xfrm>
              <a:custGeom>
                <a:rect b="b" l="l" r="r" t="t"/>
                <a:pathLst>
                  <a:path extrusionOk="0" h="2616" w="1648">
                    <a:moveTo>
                      <a:pt x="1208" y="127"/>
                    </a:moveTo>
                    <a:cubicBezTo>
                      <a:pt x="1237" y="127"/>
                      <a:pt x="1266" y="132"/>
                      <a:pt x="1294" y="145"/>
                    </a:cubicBezTo>
                    <a:cubicBezTo>
                      <a:pt x="1403" y="194"/>
                      <a:pt x="1376" y="346"/>
                      <a:pt x="1381" y="449"/>
                    </a:cubicBezTo>
                    <a:cubicBezTo>
                      <a:pt x="1392" y="515"/>
                      <a:pt x="1403" y="580"/>
                      <a:pt x="1403" y="651"/>
                    </a:cubicBezTo>
                    <a:cubicBezTo>
                      <a:pt x="1398" y="732"/>
                      <a:pt x="1392" y="814"/>
                      <a:pt x="1387" y="895"/>
                    </a:cubicBezTo>
                    <a:lnTo>
                      <a:pt x="1387" y="955"/>
                    </a:lnTo>
                    <a:cubicBezTo>
                      <a:pt x="1338" y="977"/>
                      <a:pt x="1294" y="1004"/>
                      <a:pt x="1251" y="1042"/>
                    </a:cubicBezTo>
                    <a:cubicBezTo>
                      <a:pt x="1234" y="1058"/>
                      <a:pt x="1218" y="1069"/>
                      <a:pt x="1196" y="1080"/>
                    </a:cubicBezTo>
                    <a:lnTo>
                      <a:pt x="1191" y="1085"/>
                    </a:lnTo>
                    <a:cubicBezTo>
                      <a:pt x="1196" y="1031"/>
                      <a:pt x="1186" y="971"/>
                      <a:pt x="1169" y="922"/>
                    </a:cubicBezTo>
                    <a:cubicBezTo>
                      <a:pt x="1135" y="849"/>
                      <a:pt x="1066" y="807"/>
                      <a:pt x="993" y="807"/>
                    </a:cubicBezTo>
                    <a:cubicBezTo>
                      <a:pt x="985" y="807"/>
                      <a:pt x="976" y="807"/>
                      <a:pt x="968" y="808"/>
                    </a:cubicBezTo>
                    <a:cubicBezTo>
                      <a:pt x="952" y="814"/>
                      <a:pt x="935" y="824"/>
                      <a:pt x="925" y="835"/>
                    </a:cubicBezTo>
                    <a:cubicBezTo>
                      <a:pt x="908" y="832"/>
                      <a:pt x="892" y="831"/>
                      <a:pt x="875" y="831"/>
                    </a:cubicBezTo>
                    <a:cubicBezTo>
                      <a:pt x="804" y="831"/>
                      <a:pt x="734" y="859"/>
                      <a:pt x="685" y="917"/>
                    </a:cubicBezTo>
                    <a:cubicBezTo>
                      <a:pt x="637" y="993"/>
                      <a:pt x="620" y="1091"/>
                      <a:pt x="637" y="1183"/>
                    </a:cubicBezTo>
                    <a:cubicBezTo>
                      <a:pt x="637" y="1183"/>
                      <a:pt x="637" y="1189"/>
                      <a:pt x="637" y="1189"/>
                    </a:cubicBezTo>
                    <a:lnTo>
                      <a:pt x="626" y="1189"/>
                    </a:lnTo>
                    <a:cubicBezTo>
                      <a:pt x="566" y="1189"/>
                      <a:pt x="499" y="1194"/>
                      <a:pt x="432" y="1194"/>
                    </a:cubicBezTo>
                    <a:cubicBezTo>
                      <a:pt x="351" y="1194"/>
                      <a:pt x="270" y="1186"/>
                      <a:pt x="202" y="1151"/>
                    </a:cubicBezTo>
                    <a:cubicBezTo>
                      <a:pt x="202" y="1118"/>
                      <a:pt x="191" y="1085"/>
                      <a:pt x="191" y="1047"/>
                    </a:cubicBezTo>
                    <a:lnTo>
                      <a:pt x="185" y="1053"/>
                    </a:lnTo>
                    <a:cubicBezTo>
                      <a:pt x="158" y="911"/>
                      <a:pt x="147" y="770"/>
                      <a:pt x="147" y="623"/>
                    </a:cubicBezTo>
                    <a:cubicBezTo>
                      <a:pt x="158" y="455"/>
                      <a:pt x="272" y="411"/>
                      <a:pt x="419" y="362"/>
                    </a:cubicBezTo>
                    <a:cubicBezTo>
                      <a:pt x="566" y="313"/>
                      <a:pt x="723" y="303"/>
                      <a:pt x="865" y="237"/>
                    </a:cubicBezTo>
                    <a:cubicBezTo>
                      <a:pt x="914" y="210"/>
                      <a:pt x="974" y="188"/>
                      <a:pt x="1033" y="172"/>
                    </a:cubicBezTo>
                    <a:cubicBezTo>
                      <a:pt x="1071" y="167"/>
                      <a:pt x="1109" y="156"/>
                      <a:pt x="1147" y="134"/>
                    </a:cubicBezTo>
                    <a:cubicBezTo>
                      <a:pt x="1168" y="130"/>
                      <a:pt x="1188" y="127"/>
                      <a:pt x="1208" y="127"/>
                    </a:cubicBezTo>
                    <a:close/>
                    <a:moveTo>
                      <a:pt x="914" y="917"/>
                    </a:moveTo>
                    <a:cubicBezTo>
                      <a:pt x="919" y="939"/>
                      <a:pt x="935" y="949"/>
                      <a:pt x="957" y="949"/>
                    </a:cubicBezTo>
                    <a:cubicBezTo>
                      <a:pt x="968" y="960"/>
                      <a:pt x="984" y="966"/>
                      <a:pt x="995" y="977"/>
                    </a:cubicBezTo>
                    <a:cubicBezTo>
                      <a:pt x="1028" y="1009"/>
                      <a:pt x="1017" y="1004"/>
                      <a:pt x="1022" y="1047"/>
                    </a:cubicBezTo>
                    <a:lnTo>
                      <a:pt x="1022" y="1053"/>
                    </a:lnTo>
                    <a:cubicBezTo>
                      <a:pt x="1028" y="1129"/>
                      <a:pt x="1044" y="1205"/>
                      <a:pt x="1066" y="1276"/>
                    </a:cubicBezTo>
                    <a:cubicBezTo>
                      <a:pt x="1082" y="1341"/>
                      <a:pt x="1115" y="1433"/>
                      <a:pt x="1050" y="1477"/>
                    </a:cubicBezTo>
                    <a:cubicBezTo>
                      <a:pt x="1017" y="1493"/>
                      <a:pt x="984" y="1509"/>
                      <a:pt x="952" y="1515"/>
                    </a:cubicBezTo>
                    <a:cubicBezTo>
                      <a:pt x="927" y="1525"/>
                      <a:pt x="883" y="1553"/>
                      <a:pt x="855" y="1553"/>
                    </a:cubicBezTo>
                    <a:cubicBezTo>
                      <a:pt x="853" y="1553"/>
                      <a:pt x="851" y="1553"/>
                      <a:pt x="849" y="1553"/>
                    </a:cubicBezTo>
                    <a:cubicBezTo>
                      <a:pt x="767" y="1537"/>
                      <a:pt x="800" y="1297"/>
                      <a:pt x="778" y="1232"/>
                    </a:cubicBezTo>
                    <a:cubicBezTo>
                      <a:pt x="751" y="1167"/>
                      <a:pt x="745" y="1091"/>
                      <a:pt x="762" y="1015"/>
                    </a:cubicBezTo>
                    <a:cubicBezTo>
                      <a:pt x="794" y="960"/>
                      <a:pt x="849" y="922"/>
                      <a:pt x="914" y="917"/>
                    </a:cubicBezTo>
                    <a:close/>
                    <a:moveTo>
                      <a:pt x="1376" y="1145"/>
                    </a:moveTo>
                    <a:lnTo>
                      <a:pt x="1376" y="1151"/>
                    </a:lnTo>
                    <a:cubicBezTo>
                      <a:pt x="1392" y="1221"/>
                      <a:pt x="1398" y="1297"/>
                      <a:pt x="1403" y="1368"/>
                    </a:cubicBezTo>
                    <a:cubicBezTo>
                      <a:pt x="1403" y="1526"/>
                      <a:pt x="1392" y="1683"/>
                      <a:pt x="1392" y="1846"/>
                    </a:cubicBezTo>
                    <a:cubicBezTo>
                      <a:pt x="1392" y="1906"/>
                      <a:pt x="1398" y="1966"/>
                      <a:pt x="1398" y="2026"/>
                    </a:cubicBezTo>
                    <a:lnTo>
                      <a:pt x="1408" y="2020"/>
                    </a:lnTo>
                    <a:lnTo>
                      <a:pt x="1408" y="2069"/>
                    </a:lnTo>
                    <a:cubicBezTo>
                      <a:pt x="1398" y="2086"/>
                      <a:pt x="1343" y="2086"/>
                      <a:pt x="1327" y="2091"/>
                    </a:cubicBezTo>
                    <a:cubicBezTo>
                      <a:pt x="1262" y="2118"/>
                      <a:pt x="1202" y="2151"/>
                      <a:pt x="1147" y="2194"/>
                    </a:cubicBezTo>
                    <a:cubicBezTo>
                      <a:pt x="1088" y="2221"/>
                      <a:pt x="1022" y="2238"/>
                      <a:pt x="957" y="2249"/>
                    </a:cubicBezTo>
                    <a:cubicBezTo>
                      <a:pt x="897" y="2265"/>
                      <a:pt x="838" y="2281"/>
                      <a:pt x="778" y="2308"/>
                    </a:cubicBezTo>
                    <a:cubicBezTo>
                      <a:pt x="762" y="2314"/>
                      <a:pt x="751" y="2319"/>
                      <a:pt x="740" y="2330"/>
                    </a:cubicBezTo>
                    <a:cubicBezTo>
                      <a:pt x="718" y="2330"/>
                      <a:pt x="696" y="2336"/>
                      <a:pt x="675" y="2341"/>
                    </a:cubicBezTo>
                    <a:cubicBezTo>
                      <a:pt x="626" y="2352"/>
                      <a:pt x="571" y="2374"/>
                      <a:pt x="522" y="2379"/>
                    </a:cubicBezTo>
                    <a:cubicBezTo>
                      <a:pt x="507" y="2383"/>
                      <a:pt x="491" y="2384"/>
                      <a:pt x="474" y="2384"/>
                    </a:cubicBezTo>
                    <a:cubicBezTo>
                      <a:pt x="417" y="2384"/>
                      <a:pt x="358" y="2363"/>
                      <a:pt x="316" y="2325"/>
                    </a:cubicBezTo>
                    <a:cubicBezTo>
                      <a:pt x="272" y="2270"/>
                      <a:pt x="256" y="2205"/>
                      <a:pt x="261" y="2140"/>
                    </a:cubicBezTo>
                    <a:cubicBezTo>
                      <a:pt x="251" y="1961"/>
                      <a:pt x="234" y="1787"/>
                      <a:pt x="223" y="1607"/>
                    </a:cubicBezTo>
                    <a:cubicBezTo>
                      <a:pt x="223" y="1493"/>
                      <a:pt x="218" y="1384"/>
                      <a:pt x="207" y="1276"/>
                    </a:cubicBezTo>
                    <a:lnTo>
                      <a:pt x="207" y="1276"/>
                    </a:lnTo>
                    <a:cubicBezTo>
                      <a:pt x="282" y="1315"/>
                      <a:pt x="380" y="1326"/>
                      <a:pt x="474" y="1326"/>
                    </a:cubicBezTo>
                    <a:cubicBezTo>
                      <a:pt x="523" y="1326"/>
                      <a:pt x="572" y="1323"/>
                      <a:pt x="615" y="1319"/>
                    </a:cubicBezTo>
                    <a:cubicBezTo>
                      <a:pt x="626" y="1319"/>
                      <a:pt x="637" y="1314"/>
                      <a:pt x="647" y="1308"/>
                    </a:cubicBezTo>
                    <a:cubicBezTo>
                      <a:pt x="647" y="1341"/>
                      <a:pt x="653" y="1373"/>
                      <a:pt x="653" y="1401"/>
                    </a:cubicBezTo>
                    <a:cubicBezTo>
                      <a:pt x="647" y="1450"/>
                      <a:pt x="647" y="1499"/>
                      <a:pt x="658" y="1547"/>
                    </a:cubicBezTo>
                    <a:cubicBezTo>
                      <a:pt x="669" y="1634"/>
                      <a:pt x="740" y="1705"/>
                      <a:pt x="832" y="1710"/>
                    </a:cubicBezTo>
                    <a:cubicBezTo>
                      <a:pt x="881" y="1705"/>
                      <a:pt x="930" y="1694"/>
                      <a:pt x="979" y="1672"/>
                    </a:cubicBezTo>
                    <a:cubicBezTo>
                      <a:pt x="1033" y="1656"/>
                      <a:pt x="1088" y="1629"/>
                      <a:pt x="1142" y="1602"/>
                    </a:cubicBezTo>
                    <a:cubicBezTo>
                      <a:pt x="1240" y="1537"/>
                      <a:pt x="1245" y="1412"/>
                      <a:pt x="1224" y="1303"/>
                    </a:cubicBezTo>
                    <a:cubicBezTo>
                      <a:pt x="1218" y="1270"/>
                      <a:pt x="1213" y="1238"/>
                      <a:pt x="1202" y="1200"/>
                    </a:cubicBezTo>
                    <a:lnTo>
                      <a:pt x="1202" y="1200"/>
                    </a:lnTo>
                    <a:cubicBezTo>
                      <a:pt x="1210" y="1201"/>
                      <a:pt x="1218" y="1202"/>
                      <a:pt x="1227" y="1202"/>
                    </a:cubicBezTo>
                    <a:cubicBezTo>
                      <a:pt x="1253" y="1202"/>
                      <a:pt x="1281" y="1195"/>
                      <a:pt x="1305" y="1183"/>
                    </a:cubicBezTo>
                    <a:cubicBezTo>
                      <a:pt x="1332" y="1172"/>
                      <a:pt x="1354" y="1161"/>
                      <a:pt x="1376" y="1145"/>
                    </a:cubicBezTo>
                    <a:close/>
                    <a:moveTo>
                      <a:pt x="1213" y="1"/>
                    </a:moveTo>
                    <a:cubicBezTo>
                      <a:pt x="1187" y="1"/>
                      <a:pt x="1161" y="4"/>
                      <a:pt x="1137" y="9"/>
                    </a:cubicBezTo>
                    <a:cubicBezTo>
                      <a:pt x="1120" y="9"/>
                      <a:pt x="1104" y="15"/>
                      <a:pt x="1093" y="20"/>
                    </a:cubicBezTo>
                    <a:cubicBezTo>
                      <a:pt x="1071" y="31"/>
                      <a:pt x="1044" y="42"/>
                      <a:pt x="1017" y="47"/>
                    </a:cubicBezTo>
                    <a:cubicBezTo>
                      <a:pt x="984" y="47"/>
                      <a:pt x="957" y="53"/>
                      <a:pt x="925" y="58"/>
                    </a:cubicBezTo>
                    <a:cubicBezTo>
                      <a:pt x="854" y="74"/>
                      <a:pt x="810" y="118"/>
                      <a:pt x="745" y="134"/>
                    </a:cubicBezTo>
                    <a:cubicBezTo>
                      <a:pt x="604" y="161"/>
                      <a:pt x="468" y="199"/>
                      <a:pt x="332" y="243"/>
                    </a:cubicBezTo>
                    <a:cubicBezTo>
                      <a:pt x="223" y="281"/>
                      <a:pt x="104" y="330"/>
                      <a:pt x="49" y="439"/>
                    </a:cubicBezTo>
                    <a:cubicBezTo>
                      <a:pt x="11" y="542"/>
                      <a:pt x="1" y="651"/>
                      <a:pt x="17" y="759"/>
                    </a:cubicBezTo>
                    <a:cubicBezTo>
                      <a:pt x="28" y="1091"/>
                      <a:pt x="6" y="1422"/>
                      <a:pt x="1" y="1754"/>
                    </a:cubicBezTo>
                    <a:cubicBezTo>
                      <a:pt x="1" y="1836"/>
                      <a:pt x="17" y="1912"/>
                      <a:pt x="22" y="1993"/>
                    </a:cubicBezTo>
                    <a:cubicBezTo>
                      <a:pt x="17" y="2080"/>
                      <a:pt x="22" y="2162"/>
                      <a:pt x="28" y="2243"/>
                    </a:cubicBezTo>
                    <a:cubicBezTo>
                      <a:pt x="39" y="2385"/>
                      <a:pt x="126" y="2510"/>
                      <a:pt x="251" y="2575"/>
                    </a:cubicBezTo>
                    <a:cubicBezTo>
                      <a:pt x="315" y="2604"/>
                      <a:pt x="378" y="2615"/>
                      <a:pt x="441" y="2615"/>
                    </a:cubicBezTo>
                    <a:cubicBezTo>
                      <a:pt x="520" y="2615"/>
                      <a:pt x="598" y="2597"/>
                      <a:pt x="680" y="2569"/>
                    </a:cubicBezTo>
                    <a:cubicBezTo>
                      <a:pt x="756" y="2548"/>
                      <a:pt x="827" y="2510"/>
                      <a:pt x="887" y="2466"/>
                    </a:cubicBezTo>
                    <a:cubicBezTo>
                      <a:pt x="903" y="2455"/>
                      <a:pt x="925" y="2450"/>
                      <a:pt x="946" y="2444"/>
                    </a:cubicBezTo>
                    <a:cubicBezTo>
                      <a:pt x="1006" y="2428"/>
                      <a:pt x="1071" y="2417"/>
                      <a:pt x="1131" y="2406"/>
                    </a:cubicBezTo>
                    <a:cubicBezTo>
                      <a:pt x="1196" y="2395"/>
                      <a:pt x="1262" y="2368"/>
                      <a:pt x="1316" y="2330"/>
                    </a:cubicBezTo>
                    <a:cubicBezTo>
                      <a:pt x="1414" y="2270"/>
                      <a:pt x="1528" y="2292"/>
                      <a:pt x="1593" y="2178"/>
                    </a:cubicBezTo>
                    <a:cubicBezTo>
                      <a:pt x="1648" y="2086"/>
                      <a:pt x="1615" y="1966"/>
                      <a:pt x="1615" y="1863"/>
                    </a:cubicBezTo>
                    <a:lnTo>
                      <a:pt x="1620" y="1863"/>
                    </a:lnTo>
                    <a:cubicBezTo>
                      <a:pt x="1620" y="1716"/>
                      <a:pt x="1626" y="1569"/>
                      <a:pt x="1626" y="1422"/>
                    </a:cubicBezTo>
                    <a:cubicBezTo>
                      <a:pt x="1626" y="1276"/>
                      <a:pt x="1577" y="1129"/>
                      <a:pt x="1577" y="977"/>
                    </a:cubicBezTo>
                    <a:cubicBezTo>
                      <a:pt x="1582" y="830"/>
                      <a:pt x="1571" y="683"/>
                      <a:pt x="1550" y="542"/>
                    </a:cubicBezTo>
                    <a:cubicBezTo>
                      <a:pt x="1533" y="487"/>
                      <a:pt x="1523" y="433"/>
                      <a:pt x="1523" y="373"/>
                    </a:cubicBezTo>
                    <a:cubicBezTo>
                      <a:pt x="1517" y="324"/>
                      <a:pt x="1512" y="270"/>
                      <a:pt x="1501" y="221"/>
                    </a:cubicBezTo>
                    <a:cubicBezTo>
                      <a:pt x="1479" y="118"/>
                      <a:pt x="1398" y="36"/>
                      <a:pt x="1294" y="9"/>
                    </a:cubicBezTo>
                    <a:cubicBezTo>
                      <a:pt x="1267" y="4"/>
                      <a:pt x="1240" y="1"/>
                      <a:pt x="1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20"/>
              <p:cNvSpPr/>
              <p:nvPr/>
            </p:nvSpPr>
            <p:spPr>
              <a:xfrm>
                <a:off x="5389475" y="2260625"/>
                <a:ext cx="5600" cy="8400"/>
              </a:xfrm>
              <a:custGeom>
                <a:rect b="b" l="l" r="r" t="t"/>
                <a:pathLst>
                  <a:path extrusionOk="0" h="336" w="224">
                    <a:moveTo>
                      <a:pt x="99" y="0"/>
                    </a:moveTo>
                    <a:cubicBezTo>
                      <a:pt x="69" y="0"/>
                      <a:pt x="39" y="18"/>
                      <a:pt x="28" y="53"/>
                    </a:cubicBezTo>
                    <a:cubicBezTo>
                      <a:pt x="1" y="119"/>
                      <a:pt x="1" y="184"/>
                      <a:pt x="28" y="249"/>
                    </a:cubicBezTo>
                    <a:cubicBezTo>
                      <a:pt x="46" y="290"/>
                      <a:pt x="80" y="336"/>
                      <a:pt x="126" y="336"/>
                    </a:cubicBezTo>
                    <a:cubicBezTo>
                      <a:pt x="135" y="336"/>
                      <a:pt x="143" y="334"/>
                      <a:pt x="153" y="331"/>
                    </a:cubicBezTo>
                    <a:cubicBezTo>
                      <a:pt x="196" y="320"/>
                      <a:pt x="223" y="287"/>
                      <a:pt x="223" y="244"/>
                    </a:cubicBezTo>
                    <a:cubicBezTo>
                      <a:pt x="218" y="211"/>
                      <a:pt x="213" y="178"/>
                      <a:pt x="196" y="151"/>
                    </a:cubicBezTo>
                    <a:cubicBezTo>
                      <a:pt x="185" y="124"/>
                      <a:pt x="185" y="81"/>
                      <a:pt x="175" y="53"/>
                    </a:cubicBezTo>
                    <a:cubicBezTo>
                      <a:pt x="161" y="18"/>
                      <a:pt x="130"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120"/>
            <p:cNvGrpSpPr/>
            <p:nvPr/>
          </p:nvGrpSpPr>
          <p:grpSpPr>
            <a:xfrm>
              <a:off x="5089999" y="1491429"/>
              <a:ext cx="261266" cy="274328"/>
              <a:chOff x="4784325" y="2201125"/>
              <a:chExt cx="184575" cy="193325"/>
            </a:xfrm>
          </p:grpSpPr>
          <p:sp>
            <p:nvSpPr>
              <p:cNvPr id="4642" name="Google Shape;4642;p120"/>
              <p:cNvSpPr/>
              <p:nvPr/>
            </p:nvSpPr>
            <p:spPr>
              <a:xfrm>
                <a:off x="4835500" y="2254600"/>
                <a:ext cx="133125" cy="139850"/>
              </a:xfrm>
              <a:custGeom>
                <a:rect b="b" l="l" r="r" t="t"/>
                <a:pathLst>
                  <a:path extrusionOk="0" h="5594" w="5325">
                    <a:moveTo>
                      <a:pt x="4042" y="1838"/>
                    </a:moveTo>
                    <a:cubicBezTo>
                      <a:pt x="4069" y="1936"/>
                      <a:pt x="4113" y="2023"/>
                      <a:pt x="4167" y="2105"/>
                    </a:cubicBezTo>
                    <a:cubicBezTo>
                      <a:pt x="4249" y="2230"/>
                      <a:pt x="4346" y="2349"/>
                      <a:pt x="4455" y="2452"/>
                    </a:cubicBezTo>
                    <a:cubicBezTo>
                      <a:pt x="4526" y="2518"/>
                      <a:pt x="4580" y="2567"/>
                      <a:pt x="4667" y="2572"/>
                    </a:cubicBezTo>
                    <a:cubicBezTo>
                      <a:pt x="4586" y="2675"/>
                      <a:pt x="4564" y="2871"/>
                      <a:pt x="4564" y="2963"/>
                    </a:cubicBezTo>
                    <a:cubicBezTo>
                      <a:pt x="4564" y="3028"/>
                      <a:pt x="4575" y="3098"/>
                      <a:pt x="4585" y="3162"/>
                    </a:cubicBezTo>
                    <a:lnTo>
                      <a:pt x="4585" y="3162"/>
                    </a:lnTo>
                    <a:cubicBezTo>
                      <a:pt x="4584" y="3159"/>
                      <a:pt x="4579" y="3159"/>
                      <a:pt x="4575" y="3159"/>
                    </a:cubicBezTo>
                    <a:cubicBezTo>
                      <a:pt x="4561" y="3156"/>
                      <a:pt x="4548" y="3155"/>
                      <a:pt x="4533" y="3155"/>
                    </a:cubicBezTo>
                    <a:cubicBezTo>
                      <a:pt x="4519" y="3155"/>
                      <a:pt x="4504" y="3156"/>
                      <a:pt x="4488" y="3159"/>
                    </a:cubicBezTo>
                    <a:cubicBezTo>
                      <a:pt x="4428" y="3159"/>
                      <a:pt x="4368" y="3154"/>
                      <a:pt x="4308" y="3143"/>
                    </a:cubicBezTo>
                    <a:cubicBezTo>
                      <a:pt x="4227" y="3137"/>
                      <a:pt x="4140" y="3110"/>
                      <a:pt x="4053" y="3110"/>
                    </a:cubicBezTo>
                    <a:cubicBezTo>
                      <a:pt x="4048" y="3094"/>
                      <a:pt x="4042" y="3072"/>
                      <a:pt x="4037" y="3050"/>
                    </a:cubicBezTo>
                    <a:cubicBezTo>
                      <a:pt x="3955" y="2741"/>
                      <a:pt x="3901" y="2420"/>
                      <a:pt x="3874" y="2094"/>
                    </a:cubicBezTo>
                    <a:cubicBezTo>
                      <a:pt x="3912" y="2034"/>
                      <a:pt x="3944" y="1974"/>
                      <a:pt x="3988" y="1914"/>
                    </a:cubicBezTo>
                    <a:lnTo>
                      <a:pt x="3988" y="1920"/>
                    </a:lnTo>
                    <a:lnTo>
                      <a:pt x="4042" y="1838"/>
                    </a:lnTo>
                    <a:close/>
                    <a:moveTo>
                      <a:pt x="2922" y="1490"/>
                    </a:moveTo>
                    <a:cubicBezTo>
                      <a:pt x="2960" y="1528"/>
                      <a:pt x="3004" y="1566"/>
                      <a:pt x="3042" y="1604"/>
                    </a:cubicBezTo>
                    <a:cubicBezTo>
                      <a:pt x="3080" y="1653"/>
                      <a:pt x="3129" y="1697"/>
                      <a:pt x="3178" y="1729"/>
                    </a:cubicBezTo>
                    <a:cubicBezTo>
                      <a:pt x="3308" y="1800"/>
                      <a:pt x="3444" y="1844"/>
                      <a:pt x="3585" y="1860"/>
                    </a:cubicBezTo>
                    <a:cubicBezTo>
                      <a:pt x="3605" y="1861"/>
                      <a:pt x="3624" y="1862"/>
                      <a:pt x="3643" y="1862"/>
                    </a:cubicBezTo>
                    <a:cubicBezTo>
                      <a:pt x="3705" y="1862"/>
                      <a:pt x="3765" y="1855"/>
                      <a:pt x="3819" y="1838"/>
                    </a:cubicBezTo>
                    <a:lnTo>
                      <a:pt x="3819" y="1838"/>
                    </a:lnTo>
                    <a:cubicBezTo>
                      <a:pt x="3792" y="1882"/>
                      <a:pt x="3765" y="1931"/>
                      <a:pt x="3738" y="1974"/>
                    </a:cubicBezTo>
                    <a:cubicBezTo>
                      <a:pt x="3705" y="1980"/>
                      <a:pt x="3678" y="1990"/>
                      <a:pt x="3651" y="1996"/>
                    </a:cubicBezTo>
                    <a:cubicBezTo>
                      <a:pt x="3558" y="2028"/>
                      <a:pt x="3471" y="2067"/>
                      <a:pt x="3379" y="2099"/>
                    </a:cubicBezTo>
                    <a:cubicBezTo>
                      <a:pt x="3270" y="2132"/>
                      <a:pt x="3156" y="2170"/>
                      <a:pt x="3042" y="2202"/>
                    </a:cubicBezTo>
                    <a:cubicBezTo>
                      <a:pt x="2949" y="2164"/>
                      <a:pt x="2841" y="2143"/>
                      <a:pt x="2770" y="2067"/>
                    </a:cubicBezTo>
                    <a:cubicBezTo>
                      <a:pt x="2732" y="2012"/>
                      <a:pt x="2699" y="1952"/>
                      <a:pt x="2678" y="1887"/>
                    </a:cubicBezTo>
                    <a:cubicBezTo>
                      <a:pt x="2661" y="1855"/>
                      <a:pt x="2651" y="1855"/>
                      <a:pt x="2629" y="1822"/>
                    </a:cubicBezTo>
                    <a:cubicBezTo>
                      <a:pt x="2626" y="1819"/>
                      <a:pt x="2623" y="1818"/>
                      <a:pt x="2621" y="1818"/>
                    </a:cubicBezTo>
                    <a:cubicBezTo>
                      <a:pt x="2611" y="1818"/>
                      <a:pt x="2603" y="1830"/>
                      <a:pt x="2607" y="1838"/>
                    </a:cubicBezTo>
                    <a:cubicBezTo>
                      <a:pt x="2629" y="1887"/>
                      <a:pt x="2651" y="1931"/>
                      <a:pt x="2667" y="1980"/>
                    </a:cubicBezTo>
                    <a:cubicBezTo>
                      <a:pt x="2710" y="2110"/>
                      <a:pt x="2824" y="2202"/>
                      <a:pt x="2955" y="2230"/>
                    </a:cubicBezTo>
                    <a:lnTo>
                      <a:pt x="2797" y="2273"/>
                    </a:lnTo>
                    <a:cubicBezTo>
                      <a:pt x="2612" y="2322"/>
                      <a:pt x="2422" y="2365"/>
                      <a:pt x="2227" y="2398"/>
                    </a:cubicBezTo>
                    <a:lnTo>
                      <a:pt x="2167" y="2409"/>
                    </a:lnTo>
                    <a:cubicBezTo>
                      <a:pt x="2112" y="2371"/>
                      <a:pt x="2063" y="2333"/>
                      <a:pt x="2015" y="2295"/>
                    </a:cubicBezTo>
                    <a:cubicBezTo>
                      <a:pt x="1960" y="2240"/>
                      <a:pt x="1906" y="2175"/>
                      <a:pt x="1824" y="2170"/>
                    </a:cubicBezTo>
                    <a:cubicBezTo>
                      <a:pt x="1786" y="2170"/>
                      <a:pt x="1786" y="2230"/>
                      <a:pt x="1824" y="2230"/>
                    </a:cubicBezTo>
                    <a:cubicBezTo>
                      <a:pt x="1900" y="2235"/>
                      <a:pt x="1960" y="2338"/>
                      <a:pt x="2015" y="2382"/>
                    </a:cubicBezTo>
                    <a:cubicBezTo>
                      <a:pt x="2031" y="2398"/>
                      <a:pt x="2047" y="2409"/>
                      <a:pt x="2063" y="2420"/>
                    </a:cubicBezTo>
                    <a:cubicBezTo>
                      <a:pt x="2009" y="2431"/>
                      <a:pt x="1955" y="2431"/>
                      <a:pt x="1895" y="2431"/>
                    </a:cubicBezTo>
                    <a:cubicBezTo>
                      <a:pt x="1846" y="2431"/>
                      <a:pt x="1792" y="2420"/>
                      <a:pt x="1737" y="2414"/>
                    </a:cubicBezTo>
                    <a:cubicBezTo>
                      <a:pt x="1699" y="2414"/>
                      <a:pt x="1656" y="2414"/>
                      <a:pt x="1612" y="2404"/>
                    </a:cubicBezTo>
                    <a:cubicBezTo>
                      <a:pt x="1611" y="2403"/>
                      <a:pt x="1609" y="2403"/>
                      <a:pt x="1607" y="2403"/>
                    </a:cubicBezTo>
                    <a:cubicBezTo>
                      <a:pt x="1592" y="2403"/>
                      <a:pt x="1576" y="2422"/>
                      <a:pt x="1591" y="2436"/>
                    </a:cubicBezTo>
                    <a:cubicBezTo>
                      <a:pt x="1639" y="2485"/>
                      <a:pt x="1732" y="2485"/>
                      <a:pt x="1803" y="2501"/>
                    </a:cubicBezTo>
                    <a:cubicBezTo>
                      <a:pt x="1852" y="2513"/>
                      <a:pt x="1903" y="2518"/>
                      <a:pt x="1954" y="2518"/>
                    </a:cubicBezTo>
                    <a:cubicBezTo>
                      <a:pt x="1998" y="2518"/>
                      <a:pt x="2042" y="2514"/>
                      <a:pt x="2085" y="2507"/>
                    </a:cubicBezTo>
                    <a:lnTo>
                      <a:pt x="2205" y="2496"/>
                    </a:lnTo>
                    <a:lnTo>
                      <a:pt x="2221" y="2496"/>
                    </a:lnTo>
                    <a:cubicBezTo>
                      <a:pt x="2384" y="2474"/>
                      <a:pt x="2547" y="2442"/>
                      <a:pt x="2705" y="2398"/>
                    </a:cubicBezTo>
                    <a:cubicBezTo>
                      <a:pt x="2917" y="2344"/>
                      <a:pt x="3123" y="2284"/>
                      <a:pt x="3325" y="2213"/>
                    </a:cubicBezTo>
                    <a:cubicBezTo>
                      <a:pt x="3412" y="2181"/>
                      <a:pt x="3504" y="2148"/>
                      <a:pt x="3591" y="2110"/>
                    </a:cubicBezTo>
                    <a:cubicBezTo>
                      <a:pt x="3618" y="2099"/>
                      <a:pt x="3651" y="2083"/>
                      <a:pt x="3678" y="2072"/>
                    </a:cubicBezTo>
                    <a:lnTo>
                      <a:pt x="3678" y="2072"/>
                    </a:lnTo>
                    <a:cubicBezTo>
                      <a:pt x="3662" y="2099"/>
                      <a:pt x="3640" y="2126"/>
                      <a:pt x="3624" y="2153"/>
                    </a:cubicBezTo>
                    <a:cubicBezTo>
                      <a:pt x="3531" y="2284"/>
                      <a:pt x="3450" y="2420"/>
                      <a:pt x="3379" y="2561"/>
                    </a:cubicBezTo>
                    <a:cubicBezTo>
                      <a:pt x="3368" y="2583"/>
                      <a:pt x="3357" y="2605"/>
                      <a:pt x="3346" y="2626"/>
                    </a:cubicBezTo>
                    <a:cubicBezTo>
                      <a:pt x="3303" y="2637"/>
                      <a:pt x="3259" y="2654"/>
                      <a:pt x="3221" y="2675"/>
                    </a:cubicBezTo>
                    <a:cubicBezTo>
                      <a:pt x="3156" y="2702"/>
                      <a:pt x="3091" y="2724"/>
                      <a:pt x="3020" y="2746"/>
                    </a:cubicBezTo>
                    <a:cubicBezTo>
                      <a:pt x="2949" y="2768"/>
                      <a:pt x="2873" y="2779"/>
                      <a:pt x="2797" y="2784"/>
                    </a:cubicBezTo>
                    <a:cubicBezTo>
                      <a:pt x="2758" y="2791"/>
                      <a:pt x="2704" y="2799"/>
                      <a:pt x="2653" y="2799"/>
                    </a:cubicBezTo>
                    <a:cubicBezTo>
                      <a:pt x="2618" y="2799"/>
                      <a:pt x="2584" y="2795"/>
                      <a:pt x="2558" y="2784"/>
                    </a:cubicBezTo>
                    <a:cubicBezTo>
                      <a:pt x="2554" y="2782"/>
                      <a:pt x="2549" y="2781"/>
                      <a:pt x="2545" y="2781"/>
                    </a:cubicBezTo>
                    <a:cubicBezTo>
                      <a:pt x="2518" y="2781"/>
                      <a:pt x="2497" y="2819"/>
                      <a:pt x="2525" y="2833"/>
                    </a:cubicBezTo>
                    <a:cubicBezTo>
                      <a:pt x="2577" y="2862"/>
                      <a:pt x="2639" y="2872"/>
                      <a:pt x="2704" y="2872"/>
                    </a:cubicBezTo>
                    <a:cubicBezTo>
                      <a:pt x="2797" y="2872"/>
                      <a:pt x="2896" y="2851"/>
                      <a:pt x="2977" y="2838"/>
                    </a:cubicBezTo>
                    <a:cubicBezTo>
                      <a:pt x="3042" y="2828"/>
                      <a:pt x="3107" y="2811"/>
                      <a:pt x="3167" y="2779"/>
                    </a:cubicBezTo>
                    <a:cubicBezTo>
                      <a:pt x="3205" y="2762"/>
                      <a:pt x="3238" y="2746"/>
                      <a:pt x="3276" y="2730"/>
                    </a:cubicBezTo>
                    <a:lnTo>
                      <a:pt x="3281" y="2724"/>
                    </a:lnTo>
                    <a:lnTo>
                      <a:pt x="3281" y="2724"/>
                    </a:lnTo>
                    <a:cubicBezTo>
                      <a:pt x="3151" y="2898"/>
                      <a:pt x="3009" y="3061"/>
                      <a:pt x="2863" y="3224"/>
                    </a:cubicBezTo>
                    <a:cubicBezTo>
                      <a:pt x="2819" y="3241"/>
                      <a:pt x="2770" y="3257"/>
                      <a:pt x="2727" y="3268"/>
                    </a:cubicBezTo>
                    <a:cubicBezTo>
                      <a:pt x="2640" y="3290"/>
                      <a:pt x="2553" y="3306"/>
                      <a:pt x="2466" y="3306"/>
                    </a:cubicBezTo>
                    <a:cubicBezTo>
                      <a:pt x="2390" y="3306"/>
                      <a:pt x="2313" y="3311"/>
                      <a:pt x="2243" y="3333"/>
                    </a:cubicBezTo>
                    <a:cubicBezTo>
                      <a:pt x="2207" y="3343"/>
                      <a:pt x="2220" y="3393"/>
                      <a:pt x="2254" y="3393"/>
                    </a:cubicBezTo>
                    <a:cubicBezTo>
                      <a:pt x="2256" y="3393"/>
                      <a:pt x="2257" y="3393"/>
                      <a:pt x="2259" y="3393"/>
                    </a:cubicBezTo>
                    <a:cubicBezTo>
                      <a:pt x="2305" y="3377"/>
                      <a:pt x="2354" y="3374"/>
                      <a:pt x="2405" y="3374"/>
                    </a:cubicBezTo>
                    <a:cubicBezTo>
                      <a:pt x="2430" y="3374"/>
                      <a:pt x="2455" y="3374"/>
                      <a:pt x="2481" y="3374"/>
                    </a:cubicBezTo>
                    <a:cubicBezTo>
                      <a:pt x="2506" y="3374"/>
                      <a:pt x="2532" y="3374"/>
                      <a:pt x="2558" y="3371"/>
                    </a:cubicBezTo>
                    <a:cubicBezTo>
                      <a:pt x="2629" y="3366"/>
                      <a:pt x="2699" y="3355"/>
                      <a:pt x="2770" y="3333"/>
                    </a:cubicBezTo>
                    <a:lnTo>
                      <a:pt x="2770" y="3333"/>
                    </a:lnTo>
                    <a:lnTo>
                      <a:pt x="2748" y="3360"/>
                    </a:lnTo>
                    <a:cubicBezTo>
                      <a:pt x="2694" y="3431"/>
                      <a:pt x="2645" y="3496"/>
                      <a:pt x="2591" y="3567"/>
                    </a:cubicBezTo>
                    <a:cubicBezTo>
                      <a:pt x="2569" y="3594"/>
                      <a:pt x="2553" y="3627"/>
                      <a:pt x="2531" y="3659"/>
                    </a:cubicBezTo>
                    <a:cubicBezTo>
                      <a:pt x="2455" y="3708"/>
                      <a:pt x="2373" y="3752"/>
                      <a:pt x="2286" y="3790"/>
                    </a:cubicBezTo>
                    <a:cubicBezTo>
                      <a:pt x="2140" y="3849"/>
                      <a:pt x="2004" y="3936"/>
                      <a:pt x="1846" y="3942"/>
                    </a:cubicBezTo>
                    <a:cubicBezTo>
                      <a:pt x="1803" y="3942"/>
                      <a:pt x="1803" y="4002"/>
                      <a:pt x="1846" y="4002"/>
                    </a:cubicBezTo>
                    <a:cubicBezTo>
                      <a:pt x="2020" y="4002"/>
                      <a:pt x="2172" y="3915"/>
                      <a:pt x="2335" y="3860"/>
                    </a:cubicBezTo>
                    <a:cubicBezTo>
                      <a:pt x="2373" y="3844"/>
                      <a:pt x="2406" y="3833"/>
                      <a:pt x="2444" y="3817"/>
                    </a:cubicBezTo>
                    <a:lnTo>
                      <a:pt x="2444" y="3817"/>
                    </a:lnTo>
                    <a:cubicBezTo>
                      <a:pt x="2406" y="3860"/>
                      <a:pt x="2379" y="3915"/>
                      <a:pt x="2362" y="3974"/>
                    </a:cubicBezTo>
                    <a:cubicBezTo>
                      <a:pt x="2357" y="4013"/>
                      <a:pt x="2357" y="4056"/>
                      <a:pt x="2352" y="4094"/>
                    </a:cubicBezTo>
                    <a:cubicBezTo>
                      <a:pt x="2308" y="4181"/>
                      <a:pt x="2259" y="4268"/>
                      <a:pt x="2221" y="4355"/>
                    </a:cubicBezTo>
                    <a:cubicBezTo>
                      <a:pt x="2118" y="4556"/>
                      <a:pt x="1987" y="4735"/>
                      <a:pt x="1868" y="4920"/>
                    </a:cubicBezTo>
                    <a:cubicBezTo>
                      <a:pt x="1863" y="4934"/>
                      <a:pt x="1874" y="4943"/>
                      <a:pt x="1883" y="4943"/>
                    </a:cubicBezTo>
                    <a:cubicBezTo>
                      <a:pt x="1885" y="4943"/>
                      <a:pt x="1888" y="4943"/>
                      <a:pt x="1890" y="4942"/>
                    </a:cubicBezTo>
                    <a:cubicBezTo>
                      <a:pt x="2058" y="4828"/>
                      <a:pt x="2156" y="4621"/>
                      <a:pt x="2254" y="4447"/>
                    </a:cubicBezTo>
                    <a:cubicBezTo>
                      <a:pt x="2286" y="4382"/>
                      <a:pt x="2319" y="4317"/>
                      <a:pt x="2352" y="4252"/>
                    </a:cubicBezTo>
                    <a:cubicBezTo>
                      <a:pt x="2362" y="4252"/>
                      <a:pt x="2368" y="4246"/>
                      <a:pt x="2373" y="4241"/>
                    </a:cubicBezTo>
                    <a:cubicBezTo>
                      <a:pt x="2466" y="4165"/>
                      <a:pt x="2455" y="4029"/>
                      <a:pt x="2520" y="3936"/>
                    </a:cubicBezTo>
                    <a:cubicBezTo>
                      <a:pt x="2569" y="3866"/>
                      <a:pt x="2612" y="3801"/>
                      <a:pt x="2656" y="3735"/>
                    </a:cubicBezTo>
                    <a:lnTo>
                      <a:pt x="2656" y="3735"/>
                    </a:lnTo>
                    <a:cubicBezTo>
                      <a:pt x="2645" y="3773"/>
                      <a:pt x="2640" y="3817"/>
                      <a:pt x="2629" y="3860"/>
                    </a:cubicBezTo>
                    <a:cubicBezTo>
                      <a:pt x="2602" y="3947"/>
                      <a:pt x="2574" y="4034"/>
                      <a:pt x="2553" y="4121"/>
                    </a:cubicBezTo>
                    <a:cubicBezTo>
                      <a:pt x="2520" y="4290"/>
                      <a:pt x="2444" y="4458"/>
                      <a:pt x="2460" y="4632"/>
                    </a:cubicBezTo>
                    <a:cubicBezTo>
                      <a:pt x="2460" y="4651"/>
                      <a:pt x="2477" y="4663"/>
                      <a:pt x="2492" y="4663"/>
                    </a:cubicBezTo>
                    <a:cubicBezTo>
                      <a:pt x="2502" y="4663"/>
                      <a:pt x="2512" y="4657"/>
                      <a:pt x="2515" y="4643"/>
                    </a:cubicBezTo>
                    <a:cubicBezTo>
                      <a:pt x="2525" y="4562"/>
                      <a:pt x="2547" y="4485"/>
                      <a:pt x="2558" y="4409"/>
                    </a:cubicBezTo>
                    <a:cubicBezTo>
                      <a:pt x="2569" y="4333"/>
                      <a:pt x="2602" y="4241"/>
                      <a:pt x="2618" y="4159"/>
                    </a:cubicBezTo>
                    <a:cubicBezTo>
                      <a:pt x="2640" y="4072"/>
                      <a:pt x="2651" y="3996"/>
                      <a:pt x="2678" y="3915"/>
                    </a:cubicBezTo>
                    <a:cubicBezTo>
                      <a:pt x="2689" y="3844"/>
                      <a:pt x="2710" y="3779"/>
                      <a:pt x="2737" y="3714"/>
                    </a:cubicBezTo>
                    <a:cubicBezTo>
                      <a:pt x="2748" y="3692"/>
                      <a:pt x="2732" y="3670"/>
                      <a:pt x="2710" y="3670"/>
                    </a:cubicBezTo>
                    <a:cubicBezTo>
                      <a:pt x="2737" y="3632"/>
                      <a:pt x="2765" y="3594"/>
                      <a:pt x="2797" y="3556"/>
                    </a:cubicBezTo>
                    <a:cubicBezTo>
                      <a:pt x="2863" y="3469"/>
                      <a:pt x="2939" y="3382"/>
                      <a:pt x="3015" y="3300"/>
                    </a:cubicBezTo>
                    <a:lnTo>
                      <a:pt x="3015" y="3300"/>
                    </a:lnTo>
                    <a:cubicBezTo>
                      <a:pt x="3004" y="3338"/>
                      <a:pt x="2993" y="3371"/>
                      <a:pt x="2988" y="3409"/>
                    </a:cubicBezTo>
                    <a:cubicBezTo>
                      <a:pt x="2966" y="3523"/>
                      <a:pt x="2939" y="3632"/>
                      <a:pt x="2922" y="3746"/>
                    </a:cubicBezTo>
                    <a:cubicBezTo>
                      <a:pt x="2884" y="3969"/>
                      <a:pt x="2835" y="4176"/>
                      <a:pt x="2868" y="4404"/>
                    </a:cubicBezTo>
                    <a:cubicBezTo>
                      <a:pt x="2873" y="4415"/>
                      <a:pt x="2884" y="4420"/>
                      <a:pt x="2894" y="4420"/>
                    </a:cubicBezTo>
                    <a:cubicBezTo>
                      <a:pt x="2905" y="4420"/>
                      <a:pt x="2914" y="4415"/>
                      <a:pt x="2917" y="4404"/>
                    </a:cubicBezTo>
                    <a:cubicBezTo>
                      <a:pt x="2928" y="4311"/>
                      <a:pt x="2922" y="4219"/>
                      <a:pt x="2928" y="4127"/>
                    </a:cubicBezTo>
                    <a:cubicBezTo>
                      <a:pt x="2933" y="4029"/>
                      <a:pt x="2955" y="3926"/>
                      <a:pt x="2971" y="3822"/>
                    </a:cubicBezTo>
                    <a:cubicBezTo>
                      <a:pt x="2982" y="3724"/>
                      <a:pt x="2998" y="3605"/>
                      <a:pt x="3020" y="3496"/>
                    </a:cubicBezTo>
                    <a:cubicBezTo>
                      <a:pt x="3036" y="3409"/>
                      <a:pt x="3031" y="3300"/>
                      <a:pt x="3091" y="3230"/>
                    </a:cubicBezTo>
                    <a:cubicBezTo>
                      <a:pt x="3096" y="3224"/>
                      <a:pt x="3096" y="3219"/>
                      <a:pt x="3091" y="3208"/>
                    </a:cubicBezTo>
                    <a:lnTo>
                      <a:pt x="3145" y="3148"/>
                    </a:lnTo>
                    <a:cubicBezTo>
                      <a:pt x="3210" y="3083"/>
                      <a:pt x="3270" y="3018"/>
                      <a:pt x="3330" y="2953"/>
                    </a:cubicBezTo>
                    <a:lnTo>
                      <a:pt x="3330" y="2953"/>
                    </a:lnTo>
                    <a:cubicBezTo>
                      <a:pt x="3325" y="3029"/>
                      <a:pt x="3319" y="3105"/>
                      <a:pt x="3308" y="3175"/>
                    </a:cubicBezTo>
                    <a:cubicBezTo>
                      <a:pt x="3303" y="3317"/>
                      <a:pt x="3303" y="3458"/>
                      <a:pt x="3308" y="3599"/>
                    </a:cubicBezTo>
                    <a:cubicBezTo>
                      <a:pt x="3314" y="3714"/>
                      <a:pt x="3330" y="3828"/>
                      <a:pt x="3352" y="3936"/>
                    </a:cubicBezTo>
                    <a:cubicBezTo>
                      <a:pt x="3363" y="3991"/>
                      <a:pt x="3379" y="4072"/>
                      <a:pt x="3444" y="4072"/>
                    </a:cubicBezTo>
                    <a:cubicBezTo>
                      <a:pt x="3466" y="4072"/>
                      <a:pt x="3477" y="4045"/>
                      <a:pt x="3466" y="4029"/>
                    </a:cubicBezTo>
                    <a:cubicBezTo>
                      <a:pt x="3428" y="3991"/>
                      <a:pt x="3433" y="3887"/>
                      <a:pt x="3422" y="3839"/>
                    </a:cubicBezTo>
                    <a:cubicBezTo>
                      <a:pt x="3406" y="3724"/>
                      <a:pt x="3395" y="3610"/>
                      <a:pt x="3395" y="3491"/>
                    </a:cubicBezTo>
                    <a:cubicBezTo>
                      <a:pt x="3384" y="3279"/>
                      <a:pt x="3390" y="3067"/>
                      <a:pt x="3412" y="2849"/>
                    </a:cubicBezTo>
                    <a:cubicBezTo>
                      <a:pt x="3433" y="2822"/>
                      <a:pt x="3455" y="2795"/>
                      <a:pt x="3471" y="2762"/>
                    </a:cubicBezTo>
                    <a:cubicBezTo>
                      <a:pt x="3558" y="2621"/>
                      <a:pt x="3624" y="2469"/>
                      <a:pt x="3716" y="2333"/>
                    </a:cubicBezTo>
                    <a:cubicBezTo>
                      <a:pt x="3754" y="2278"/>
                      <a:pt x="3797" y="2224"/>
                      <a:pt x="3836" y="2164"/>
                    </a:cubicBezTo>
                    <a:cubicBezTo>
                      <a:pt x="3846" y="2485"/>
                      <a:pt x="3884" y="2800"/>
                      <a:pt x="3955" y="3110"/>
                    </a:cubicBezTo>
                    <a:lnTo>
                      <a:pt x="3955" y="3121"/>
                    </a:lnTo>
                    <a:cubicBezTo>
                      <a:pt x="3951" y="3119"/>
                      <a:pt x="3947" y="3118"/>
                      <a:pt x="3944" y="3118"/>
                    </a:cubicBezTo>
                    <a:cubicBezTo>
                      <a:pt x="3930" y="3118"/>
                      <a:pt x="3917" y="3130"/>
                      <a:pt x="3917" y="3143"/>
                    </a:cubicBezTo>
                    <a:cubicBezTo>
                      <a:pt x="3901" y="3241"/>
                      <a:pt x="3863" y="3333"/>
                      <a:pt x="3808" y="3415"/>
                    </a:cubicBezTo>
                    <a:cubicBezTo>
                      <a:pt x="3759" y="3485"/>
                      <a:pt x="3727" y="3561"/>
                      <a:pt x="3683" y="3627"/>
                    </a:cubicBezTo>
                    <a:cubicBezTo>
                      <a:pt x="3675" y="3644"/>
                      <a:pt x="3690" y="3657"/>
                      <a:pt x="3704" y="3657"/>
                    </a:cubicBezTo>
                    <a:cubicBezTo>
                      <a:pt x="3708" y="3657"/>
                      <a:pt x="3712" y="3656"/>
                      <a:pt x="3716" y="3654"/>
                    </a:cubicBezTo>
                    <a:cubicBezTo>
                      <a:pt x="3749" y="3621"/>
                      <a:pt x="3781" y="3583"/>
                      <a:pt x="3797" y="3540"/>
                    </a:cubicBezTo>
                    <a:cubicBezTo>
                      <a:pt x="3825" y="3496"/>
                      <a:pt x="3857" y="3458"/>
                      <a:pt x="3884" y="3415"/>
                    </a:cubicBezTo>
                    <a:cubicBezTo>
                      <a:pt x="3928" y="3338"/>
                      <a:pt x="3955" y="3257"/>
                      <a:pt x="3966" y="3170"/>
                    </a:cubicBezTo>
                    <a:cubicBezTo>
                      <a:pt x="3999" y="3322"/>
                      <a:pt x="4053" y="3469"/>
                      <a:pt x="4124" y="3605"/>
                    </a:cubicBezTo>
                    <a:cubicBezTo>
                      <a:pt x="4124" y="3610"/>
                      <a:pt x="4118" y="3610"/>
                      <a:pt x="4118" y="3616"/>
                    </a:cubicBezTo>
                    <a:cubicBezTo>
                      <a:pt x="4113" y="3675"/>
                      <a:pt x="4096" y="3735"/>
                      <a:pt x="4075" y="3795"/>
                    </a:cubicBezTo>
                    <a:cubicBezTo>
                      <a:pt x="4053" y="3828"/>
                      <a:pt x="4037" y="3871"/>
                      <a:pt x="4031" y="3915"/>
                    </a:cubicBezTo>
                    <a:cubicBezTo>
                      <a:pt x="4031" y="3929"/>
                      <a:pt x="4040" y="3936"/>
                      <a:pt x="4050" y="3936"/>
                    </a:cubicBezTo>
                    <a:cubicBezTo>
                      <a:pt x="4060" y="3936"/>
                      <a:pt x="4070" y="3930"/>
                      <a:pt x="4075" y="3920"/>
                    </a:cubicBezTo>
                    <a:cubicBezTo>
                      <a:pt x="4091" y="3877"/>
                      <a:pt x="4118" y="3833"/>
                      <a:pt x="4134" y="3784"/>
                    </a:cubicBezTo>
                    <a:cubicBezTo>
                      <a:pt x="4145" y="3746"/>
                      <a:pt x="4156" y="3708"/>
                      <a:pt x="4162" y="3665"/>
                    </a:cubicBezTo>
                    <a:cubicBezTo>
                      <a:pt x="4227" y="3773"/>
                      <a:pt x="4319" y="3871"/>
                      <a:pt x="4428" y="3936"/>
                    </a:cubicBezTo>
                    <a:cubicBezTo>
                      <a:pt x="4433" y="3940"/>
                      <a:pt x="4438" y="3941"/>
                      <a:pt x="4443" y="3941"/>
                    </a:cubicBezTo>
                    <a:cubicBezTo>
                      <a:pt x="4461" y="3941"/>
                      <a:pt x="4479" y="3920"/>
                      <a:pt x="4466" y="3898"/>
                    </a:cubicBezTo>
                    <a:cubicBezTo>
                      <a:pt x="4417" y="3839"/>
                      <a:pt x="4374" y="3784"/>
                      <a:pt x="4319" y="3730"/>
                    </a:cubicBezTo>
                    <a:cubicBezTo>
                      <a:pt x="4270" y="3659"/>
                      <a:pt x="4232" y="3583"/>
                      <a:pt x="4194" y="3502"/>
                    </a:cubicBezTo>
                    <a:cubicBezTo>
                      <a:pt x="4145" y="3393"/>
                      <a:pt x="4102" y="3279"/>
                      <a:pt x="4064" y="3165"/>
                    </a:cubicBezTo>
                    <a:lnTo>
                      <a:pt x="4064" y="3165"/>
                    </a:lnTo>
                    <a:cubicBezTo>
                      <a:pt x="4151" y="3170"/>
                      <a:pt x="4238" y="3197"/>
                      <a:pt x="4319" y="3208"/>
                    </a:cubicBezTo>
                    <a:cubicBezTo>
                      <a:pt x="4363" y="3213"/>
                      <a:pt x="4406" y="3219"/>
                      <a:pt x="4455" y="3219"/>
                    </a:cubicBezTo>
                    <a:cubicBezTo>
                      <a:pt x="4493" y="3213"/>
                      <a:pt x="4531" y="3203"/>
                      <a:pt x="4569" y="3186"/>
                    </a:cubicBezTo>
                    <a:cubicBezTo>
                      <a:pt x="4580" y="3186"/>
                      <a:pt x="4586" y="3181"/>
                      <a:pt x="4586" y="3170"/>
                    </a:cubicBezTo>
                    <a:cubicBezTo>
                      <a:pt x="4635" y="3382"/>
                      <a:pt x="4727" y="3572"/>
                      <a:pt x="4868" y="3735"/>
                    </a:cubicBezTo>
                    <a:cubicBezTo>
                      <a:pt x="4912" y="3795"/>
                      <a:pt x="4950" y="3855"/>
                      <a:pt x="4999" y="3915"/>
                    </a:cubicBezTo>
                    <a:cubicBezTo>
                      <a:pt x="5015" y="3931"/>
                      <a:pt x="5031" y="3953"/>
                      <a:pt x="5048" y="3974"/>
                    </a:cubicBezTo>
                    <a:cubicBezTo>
                      <a:pt x="5042" y="3980"/>
                      <a:pt x="5037" y="3985"/>
                      <a:pt x="5026" y="3991"/>
                    </a:cubicBezTo>
                    <a:lnTo>
                      <a:pt x="5037" y="3996"/>
                    </a:lnTo>
                    <a:cubicBezTo>
                      <a:pt x="4923" y="4094"/>
                      <a:pt x="4879" y="4246"/>
                      <a:pt x="4803" y="4371"/>
                    </a:cubicBezTo>
                    <a:cubicBezTo>
                      <a:pt x="4765" y="4431"/>
                      <a:pt x="4727" y="4496"/>
                      <a:pt x="4694" y="4562"/>
                    </a:cubicBezTo>
                    <a:cubicBezTo>
                      <a:pt x="4667" y="4621"/>
                      <a:pt x="4656" y="4687"/>
                      <a:pt x="4635" y="4752"/>
                    </a:cubicBezTo>
                    <a:cubicBezTo>
                      <a:pt x="4624" y="4779"/>
                      <a:pt x="4607" y="4806"/>
                      <a:pt x="4602" y="4833"/>
                    </a:cubicBezTo>
                    <a:cubicBezTo>
                      <a:pt x="4531" y="4757"/>
                      <a:pt x="4461" y="4687"/>
                      <a:pt x="4379" y="4621"/>
                    </a:cubicBezTo>
                    <a:cubicBezTo>
                      <a:pt x="4296" y="4546"/>
                      <a:pt x="4190" y="4506"/>
                      <a:pt x="4083" y="4506"/>
                    </a:cubicBezTo>
                    <a:cubicBezTo>
                      <a:pt x="4042" y="4506"/>
                      <a:pt x="4001" y="4512"/>
                      <a:pt x="3961" y="4523"/>
                    </a:cubicBezTo>
                    <a:cubicBezTo>
                      <a:pt x="3966" y="4464"/>
                      <a:pt x="3971" y="4404"/>
                      <a:pt x="3971" y="4344"/>
                    </a:cubicBezTo>
                    <a:cubicBezTo>
                      <a:pt x="3966" y="4290"/>
                      <a:pt x="3955" y="4235"/>
                      <a:pt x="3928" y="4186"/>
                    </a:cubicBezTo>
                    <a:cubicBezTo>
                      <a:pt x="3912" y="4159"/>
                      <a:pt x="3895" y="4138"/>
                      <a:pt x="3874" y="4116"/>
                    </a:cubicBezTo>
                    <a:cubicBezTo>
                      <a:pt x="3868" y="4105"/>
                      <a:pt x="3863" y="4094"/>
                      <a:pt x="3857" y="4083"/>
                    </a:cubicBezTo>
                    <a:cubicBezTo>
                      <a:pt x="3846" y="4072"/>
                      <a:pt x="3830" y="4061"/>
                      <a:pt x="3819" y="4056"/>
                    </a:cubicBezTo>
                    <a:cubicBezTo>
                      <a:pt x="3814" y="4051"/>
                      <a:pt x="3808" y="4040"/>
                      <a:pt x="3803" y="4034"/>
                    </a:cubicBezTo>
                    <a:cubicBezTo>
                      <a:pt x="3798" y="4027"/>
                      <a:pt x="3791" y="4024"/>
                      <a:pt x="3783" y="4024"/>
                    </a:cubicBezTo>
                    <a:cubicBezTo>
                      <a:pt x="3773" y="4024"/>
                      <a:pt x="3763" y="4030"/>
                      <a:pt x="3759" y="4040"/>
                    </a:cubicBezTo>
                    <a:cubicBezTo>
                      <a:pt x="3689" y="4040"/>
                      <a:pt x="3613" y="4056"/>
                      <a:pt x="3547" y="4089"/>
                    </a:cubicBezTo>
                    <a:cubicBezTo>
                      <a:pt x="3417" y="4143"/>
                      <a:pt x="3297" y="4219"/>
                      <a:pt x="3200" y="4322"/>
                    </a:cubicBezTo>
                    <a:cubicBezTo>
                      <a:pt x="3091" y="4437"/>
                      <a:pt x="2988" y="4567"/>
                      <a:pt x="2906" y="4708"/>
                    </a:cubicBezTo>
                    <a:cubicBezTo>
                      <a:pt x="2846" y="4801"/>
                      <a:pt x="2797" y="4909"/>
                      <a:pt x="2776" y="5024"/>
                    </a:cubicBezTo>
                    <a:cubicBezTo>
                      <a:pt x="2748" y="5024"/>
                      <a:pt x="2716" y="5018"/>
                      <a:pt x="2694" y="5018"/>
                    </a:cubicBezTo>
                    <a:lnTo>
                      <a:pt x="2477" y="5018"/>
                    </a:lnTo>
                    <a:cubicBezTo>
                      <a:pt x="2460" y="5018"/>
                      <a:pt x="2444" y="5017"/>
                      <a:pt x="2428" y="5017"/>
                    </a:cubicBezTo>
                    <a:cubicBezTo>
                      <a:pt x="2282" y="5017"/>
                      <a:pt x="2140" y="5039"/>
                      <a:pt x="1998" y="5083"/>
                    </a:cubicBezTo>
                    <a:cubicBezTo>
                      <a:pt x="1933" y="5105"/>
                      <a:pt x="1862" y="5138"/>
                      <a:pt x="1792" y="5165"/>
                    </a:cubicBezTo>
                    <a:cubicBezTo>
                      <a:pt x="1721" y="5187"/>
                      <a:pt x="1656" y="5214"/>
                      <a:pt x="1591" y="5252"/>
                    </a:cubicBezTo>
                    <a:cubicBezTo>
                      <a:pt x="1563" y="5274"/>
                      <a:pt x="1531" y="5295"/>
                      <a:pt x="1509" y="5323"/>
                    </a:cubicBezTo>
                    <a:cubicBezTo>
                      <a:pt x="1514" y="5295"/>
                      <a:pt x="1520" y="5268"/>
                      <a:pt x="1525" y="5252"/>
                    </a:cubicBezTo>
                    <a:cubicBezTo>
                      <a:pt x="1569" y="5078"/>
                      <a:pt x="1585" y="4893"/>
                      <a:pt x="1580" y="4714"/>
                    </a:cubicBezTo>
                    <a:cubicBezTo>
                      <a:pt x="1569" y="4545"/>
                      <a:pt x="1531" y="4377"/>
                      <a:pt x="1460" y="4225"/>
                    </a:cubicBezTo>
                    <a:cubicBezTo>
                      <a:pt x="1433" y="4165"/>
                      <a:pt x="1389" y="4110"/>
                      <a:pt x="1340" y="4067"/>
                    </a:cubicBezTo>
                    <a:cubicBezTo>
                      <a:pt x="1330" y="4056"/>
                      <a:pt x="1319" y="4051"/>
                      <a:pt x="1308" y="4045"/>
                    </a:cubicBezTo>
                    <a:cubicBezTo>
                      <a:pt x="1351" y="4002"/>
                      <a:pt x="1411" y="3969"/>
                      <a:pt x="1455" y="3931"/>
                    </a:cubicBezTo>
                    <a:cubicBezTo>
                      <a:pt x="1531" y="3860"/>
                      <a:pt x="1645" y="3762"/>
                      <a:pt x="1678" y="3659"/>
                    </a:cubicBezTo>
                    <a:cubicBezTo>
                      <a:pt x="1732" y="3610"/>
                      <a:pt x="1732" y="3556"/>
                      <a:pt x="1726" y="3474"/>
                    </a:cubicBezTo>
                    <a:cubicBezTo>
                      <a:pt x="1726" y="3436"/>
                      <a:pt x="1726" y="3398"/>
                      <a:pt x="1721" y="3366"/>
                    </a:cubicBezTo>
                    <a:lnTo>
                      <a:pt x="1732" y="3355"/>
                    </a:lnTo>
                    <a:cubicBezTo>
                      <a:pt x="1781" y="3333"/>
                      <a:pt x="1824" y="3311"/>
                      <a:pt x="1879" y="3300"/>
                    </a:cubicBezTo>
                    <a:cubicBezTo>
                      <a:pt x="1976" y="3262"/>
                      <a:pt x="2063" y="3213"/>
                      <a:pt x="2150" y="3148"/>
                    </a:cubicBezTo>
                    <a:cubicBezTo>
                      <a:pt x="2216" y="3094"/>
                      <a:pt x="2275" y="3029"/>
                      <a:pt x="2319" y="2947"/>
                    </a:cubicBezTo>
                    <a:cubicBezTo>
                      <a:pt x="2352" y="2904"/>
                      <a:pt x="2373" y="2855"/>
                      <a:pt x="2384" y="2800"/>
                    </a:cubicBezTo>
                    <a:lnTo>
                      <a:pt x="2411" y="2789"/>
                    </a:lnTo>
                    <a:cubicBezTo>
                      <a:pt x="2455" y="2779"/>
                      <a:pt x="2455" y="2708"/>
                      <a:pt x="2411" y="2692"/>
                    </a:cubicBezTo>
                    <a:cubicBezTo>
                      <a:pt x="2344" y="2666"/>
                      <a:pt x="2272" y="2655"/>
                      <a:pt x="2198" y="2655"/>
                    </a:cubicBezTo>
                    <a:cubicBezTo>
                      <a:pt x="1989" y="2655"/>
                      <a:pt x="1764" y="2740"/>
                      <a:pt x="1596" y="2817"/>
                    </a:cubicBezTo>
                    <a:cubicBezTo>
                      <a:pt x="1482" y="2866"/>
                      <a:pt x="1389" y="2947"/>
                      <a:pt x="1319" y="3045"/>
                    </a:cubicBezTo>
                    <a:cubicBezTo>
                      <a:pt x="1264" y="3029"/>
                      <a:pt x="1215" y="3012"/>
                      <a:pt x="1161" y="3007"/>
                    </a:cubicBezTo>
                    <a:cubicBezTo>
                      <a:pt x="1096" y="2991"/>
                      <a:pt x="1025" y="3001"/>
                      <a:pt x="960" y="2991"/>
                    </a:cubicBezTo>
                    <a:cubicBezTo>
                      <a:pt x="906" y="2980"/>
                      <a:pt x="851" y="2974"/>
                      <a:pt x="802" y="2969"/>
                    </a:cubicBezTo>
                    <a:cubicBezTo>
                      <a:pt x="737" y="2969"/>
                      <a:pt x="683" y="2953"/>
                      <a:pt x="623" y="2947"/>
                    </a:cubicBezTo>
                    <a:cubicBezTo>
                      <a:pt x="609" y="2944"/>
                      <a:pt x="597" y="2943"/>
                      <a:pt x="586" y="2943"/>
                    </a:cubicBezTo>
                    <a:cubicBezTo>
                      <a:pt x="574" y="2943"/>
                      <a:pt x="563" y="2944"/>
                      <a:pt x="552" y="2947"/>
                    </a:cubicBezTo>
                    <a:cubicBezTo>
                      <a:pt x="645" y="2904"/>
                      <a:pt x="732" y="2855"/>
                      <a:pt x="813" y="2800"/>
                    </a:cubicBezTo>
                    <a:cubicBezTo>
                      <a:pt x="873" y="2768"/>
                      <a:pt x="927" y="2724"/>
                      <a:pt x="976" y="2681"/>
                    </a:cubicBezTo>
                    <a:cubicBezTo>
                      <a:pt x="1014" y="2643"/>
                      <a:pt x="1085" y="2594"/>
                      <a:pt x="1101" y="2545"/>
                    </a:cubicBezTo>
                    <a:lnTo>
                      <a:pt x="1134" y="2534"/>
                    </a:lnTo>
                    <a:cubicBezTo>
                      <a:pt x="1167" y="2523"/>
                      <a:pt x="1199" y="2507"/>
                      <a:pt x="1226" y="2485"/>
                    </a:cubicBezTo>
                    <a:cubicBezTo>
                      <a:pt x="1286" y="2447"/>
                      <a:pt x="1346" y="2404"/>
                      <a:pt x="1400" y="2360"/>
                    </a:cubicBezTo>
                    <a:cubicBezTo>
                      <a:pt x="1455" y="2311"/>
                      <a:pt x="1504" y="2257"/>
                      <a:pt x="1552" y="2202"/>
                    </a:cubicBezTo>
                    <a:cubicBezTo>
                      <a:pt x="1591" y="2153"/>
                      <a:pt x="1645" y="2115"/>
                      <a:pt x="1688" y="2067"/>
                    </a:cubicBezTo>
                    <a:cubicBezTo>
                      <a:pt x="1764" y="1974"/>
                      <a:pt x="1792" y="1822"/>
                      <a:pt x="1824" y="1708"/>
                    </a:cubicBezTo>
                    <a:cubicBezTo>
                      <a:pt x="1851" y="1637"/>
                      <a:pt x="1879" y="1566"/>
                      <a:pt x="1911" y="1496"/>
                    </a:cubicBezTo>
                    <a:cubicBezTo>
                      <a:pt x="1944" y="1523"/>
                      <a:pt x="1982" y="1545"/>
                      <a:pt x="2020" y="1556"/>
                    </a:cubicBezTo>
                    <a:cubicBezTo>
                      <a:pt x="2129" y="1604"/>
                      <a:pt x="2221" y="1664"/>
                      <a:pt x="2335" y="1670"/>
                    </a:cubicBezTo>
                    <a:cubicBezTo>
                      <a:pt x="2395" y="1664"/>
                      <a:pt x="2449" y="1659"/>
                      <a:pt x="2504" y="1643"/>
                    </a:cubicBezTo>
                    <a:cubicBezTo>
                      <a:pt x="2558" y="1632"/>
                      <a:pt x="2607" y="1637"/>
                      <a:pt x="2661" y="1621"/>
                    </a:cubicBezTo>
                    <a:cubicBezTo>
                      <a:pt x="2754" y="1588"/>
                      <a:pt x="2841" y="1545"/>
                      <a:pt x="2922" y="1490"/>
                    </a:cubicBezTo>
                    <a:close/>
                    <a:moveTo>
                      <a:pt x="4723" y="1"/>
                    </a:moveTo>
                    <a:cubicBezTo>
                      <a:pt x="4711" y="1"/>
                      <a:pt x="4699" y="7"/>
                      <a:pt x="4694" y="23"/>
                    </a:cubicBezTo>
                    <a:cubicBezTo>
                      <a:pt x="4684" y="99"/>
                      <a:pt x="4645" y="159"/>
                      <a:pt x="4629" y="229"/>
                    </a:cubicBezTo>
                    <a:cubicBezTo>
                      <a:pt x="4602" y="322"/>
                      <a:pt x="4569" y="409"/>
                      <a:pt x="4526" y="496"/>
                    </a:cubicBezTo>
                    <a:cubicBezTo>
                      <a:pt x="4450" y="642"/>
                      <a:pt x="4385" y="795"/>
                      <a:pt x="4330" y="947"/>
                    </a:cubicBezTo>
                    <a:cubicBezTo>
                      <a:pt x="4281" y="1099"/>
                      <a:pt x="4211" y="1246"/>
                      <a:pt x="4129" y="1376"/>
                    </a:cubicBezTo>
                    <a:cubicBezTo>
                      <a:pt x="4086" y="1436"/>
                      <a:pt x="4064" y="1501"/>
                      <a:pt x="4026" y="1566"/>
                    </a:cubicBezTo>
                    <a:cubicBezTo>
                      <a:pt x="4015" y="1583"/>
                      <a:pt x="4004" y="1599"/>
                      <a:pt x="3993" y="1615"/>
                    </a:cubicBezTo>
                    <a:cubicBezTo>
                      <a:pt x="3944" y="1637"/>
                      <a:pt x="3879" y="1653"/>
                      <a:pt x="3841" y="1675"/>
                    </a:cubicBezTo>
                    <a:cubicBezTo>
                      <a:pt x="3808" y="1694"/>
                      <a:pt x="3770" y="1701"/>
                      <a:pt x="3732" y="1701"/>
                    </a:cubicBezTo>
                    <a:cubicBezTo>
                      <a:pt x="3670" y="1701"/>
                      <a:pt x="3604" y="1683"/>
                      <a:pt x="3547" y="1670"/>
                    </a:cubicBezTo>
                    <a:cubicBezTo>
                      <a:pt x="3433" y="1648"/>
                      <a:pt x="3325" y="1604"/>
                      <a:pt x="3232" y="1539"/>
                    </a:cubicBezTo>
                    <a:cubicBezTo>
                      <a:pt x="3161" y="1469"/>
                      <a:pt x="3080" y="1403"/>
                      <a:pt x="3009" y="1333"/>
                    </a:cubicBezTo>
                    <a:cubicBezTo>
                      <a:pt x="2993" y="1316"/>
                      <a:pt x="2973" y="1309"/>
                      <a:pt x="2950" y="1309"/>
                    </a:cubicBezTo>
                    <a:cubicBezTo>
                      <a:pt x="2943" y="1309"/>
                      <a:pt x="2935" y="1310"/>
                      <a:pt x="2928" y="1311"/>
                    </a:cubicBezTo>
                    <a:cubicBezTo>
                      <a:pt x="2879" y="1327"/>
                      <a:pt x="2830" y="1338"/>
                      <a:pt x="2776" y="1354"/>
                    </a:cubicBezTo>
                    <a:cubicBezTo>
                      <a:pt x="2727" y="1376"/>
                      <a:pt x="2689" y="1398"/>
                      <a:pt x="2640" y="1409"/>
                    </a:cubicBezTo>
                    <a:cubicBezTo>
                      <a:pt x="2602" y="1414"/>
                      <a:pt x="2558" y="1420"/>
                      <a:pt x="2515" y="1420"/>
                    </a:cubicBezTo>
                    <a:cubicBezTo>
                      <a:pt x="2471" y="1425"/>
                      <a:pt x="2422" y="1447"/>
                      <a:pt x="2379" y="1447"/>
                    </a:cubicBezTo>
                    <a:cubicBezTo>
                      <a:pt x="2375" y="1447"/>
                      <a:pt x="2371" y="1447"/>
                      <a:pt x="2368" y="1447"/>
                    </a:cubicBezTo>
                    <a:cubicBezTo>
                      <a:pt x="2285" y="1447"/>
                      <a:pt x="2207" y="1391"/>
                      <a:pt x="2129" y="1360"/>
                    </a:cubicBezTo>
                    <a:cubicBezTo>
                      <a:pt x="2118" y="1354"/>
                      <a:pt x="2101" y="1349"/>
                      <a:pt x="2091" y="1349"/>
                    </a:cubicBezTo>
                    <a:cubicBezTo>
                      <a:pt x="2091" y="1349"/>
                      <a:pt x="2074" y="1333"/>
                      <a:pt x="2063" y="1327"/>
                    </a:cubicBezTo>
                    <a:cubicBezTo>
                      <a:pt x="2031" y="1289"/>
                      <a:pt x="1982" y="1278"/>
                      <a:pt x="1944" y="1246"/>
                    </a:cubicBezTo>
                    <a:cubicBezTo>
                      <a:pt x="1926" y="1227"/>
                      <a:pt x="1904" y="1219"/>
                      <a:pt x="1882" y="1219"/>
                    </a:cubicBezTo>
                    <a:cubicBezTo>
                      <a:pt x="1828" y="1219"/>
                      <a:pt x="1776" y="1272"/>
                      <a:pt x="1792" y="1338"/>
                    </a:cubicBezTo>
                    <a:cubicBezTo>
                      <a:pt x="1808" y="1447"/>
                      <a:pt x="1716" y="1577"/>
                      <a:pt x="1683" y="1681"/>
                    </a:cubicBezTo>
                    <a:cubicBezTo>
                      <a:pt x="1650" y="1784"/>
                      <a:pt x="1623" y="1914"/>
                      <a:pt x="1536" y="1985"/>
                    </a:cubicBezTo>
                    <a:cubicBezTo>
                      <a:pt x="1449" y="2050"/>
                      <a:pt x="1379" y="2143"/>
                      <a:pt x="1292" y="2213"/>
                    </a:cubicBezTo>
                    <a:cubicBezTo>
                      <a:pt x="1243" y="2257"/>
                      <a:pt x="1188" y="2295"/>
                      <a:pt x="1128" y="2327"/>
                    </a:cubicBezTo>
                    <a:cubicBezTo>
                      <a:pt x="1085" y="2344"/>
                      <a:pt x="1036" y="2360"/>
                      <a:pt x="993" y="2382"/>
                    </a:cubicBezTo>
                    <a:cubicBezTo>
                      <a:pt x="955" y="2404"/>
                      <a:pt x="944" y="2447"/>
                      <a:pt x="916" y="2480"/>
                    </a:cubicBezTo>
                    <a:cubicBezTo>
                      <a:pt x="878" y="2523"/>
                      <a:pt x="840" y="2561"/>
                      <a:pt x="797" y="2599"/>
                    </a:cubicBezTo>
                    <a:cubicBezTo>
                      <a:pt x="710" y="2664"/>
                      <a:pt x="618" y="2730"/>
                      <a:pt x="514" y="2779"/>
                    </a:cubicBezTo>
                    <a:cubicBezTo>
                      <a:pt x="433" y="2817"/>
                      <a:pt x="362" y="2860"/>
                      <a:pt x="281" y="2898"/>
                    </a:cubicBezTo>
                    <a:cubicBezTo>
                      <a:pt x="237" y="2918"/>
                      <a:pt x="149" y="2977"/>
                      <a:pt x="88" y="2977"/>
                    </a:cubicBezTo>
                    <a:cubicBezTo>
                      <a:pt x="81" y="2977"/>
                      <a:pt x="75" y="2976"/>
                      <a:pt x="69" y="2974"/>
                    </a:cubicBezTo>
                    <a:cubicBezTo>
                      <a:pt x="64" y="2973"/>
                      <a:pt x="60" y="2973"/>
                      <a:pt x="57" y="2973"/>
                    </a:cubicBezTo>
                    <a:cubicBezTo>
                      <a:pt x="24" y="2973"/>
                      <a:pt x="0" y="3010"/>
                      <a:pt x="20" y="3040"/>
                    </a:cubicBezTo>
                    <a:cubicBezTo>
                      <a:pt x="36" y="3067"/>
                      <a:pt x="63" y="3088"/>
                      <a:pt x="96" y="3094"/>
                    </a:cubicBezTo>
                    <a:cubicBezTo>
                      <a:pt x="90" y="3105"/>
                      <a:pt x="101" y="3121"/>
                      <a:pt x="112" y="3121"/>
                    </a:cubicBezTo>
                    <a:cubicBezTo>
                      <a:pt x="204" y="3121"/>
                      <a:pt x="286" y="3072"/>
                      <a:pt x="384" y="3072"/>
                    </a:cubicBezTo>
                    <a:cubicBezTo>
                      <a:pt x="444" y="3078"/>
                      <a:pt x="509" y="3078"/>
                      <a:pt x="569" y="3083"/>
                    </a:cubicBezTo>
                    <a:cubicBezTo>
                      <a:pt x="628" y="3088"/>
                      <a:pt x="688" y="3099"/>
                      <a:pt x="743" y="3116"/>
                    </a:cubicBezTo>
                    <a:cubicBezTo>
                      <a:pt x="851" y="3132"/>
                      <a:pt x="955" y="3154"/>
                      <a:pt x="1058" y="3165"/>
                    </a:cubicBezTo>
                    <a:cubicBezTo>
                      <a:pt x="1161" y="3170"/>
                      <a:pt x="1259" y="3208"/>
                      <a:pt x="1340" y="3273"/>
                    </a:cubicBezTo>
                    <a:cubicBezTo>
                      <a:pt x="1363" y="3294"/>
                      <a:pt x="1388" y="3303"/>
                      <a:pt x="1414" y="3303"/>
                    </a:cubicBezTo>
                    <a:cubicBezTo>
                      <a:pt x="1481" y="3303"/>
                      <a:pt x="1542" y="3238"/>
                      <a:pt x="1514" y="3159"/>
                    </a:cubicBezTo>
                    <a:cubicBezTo>
                      <a:pt x="1525" y="3148"/>
                      <a:pt x="1536" y="3137"/>
                      <a:pt x="1542" y="3126"/>
                    </a:cubicBezTo>
                    <a:cubicBezTo>
                      <a:pt x="1558" y="3105"/>
                      <a:pt x="1580" y="3088"/>
                      <a:pt x="1601" y="3072"/>
                    </a:cubicBezTo>
                    <a:cubicBezTo>
                      <a:pt x="1672" y="3018"/>
                      <a:pt x="1754" y="2980"/>
                      <a:pt x="1841" y="2958"/>
                    </a:cubicBezTo>
                    <a:cubicBezTo>
                      <a:pt x="1933" y="2925"/>
                      <a:pt x="2020" y="2893"/>
                      <a:pt x="2112" y="2871"/>
                    </a:cubicBezTo>
                    <a:cubicBezTo>
                      <a:pt x="2161" y="2860"/>
                      <a:pt x="2210" y="2849"/>
                      <a:pt x="2259" y="2838"/>
                    </a:cubicBezTo>
                    <a:lnTo>
                      <a:pt x="2259" y="2838"/>
                    </a:lnTo>
                    <a:cubicBezTo>
                      <a:pt x="2237" y="2860"/>
                      <a:pt x="2216" y="2887"/>
                      <a:pt x="2199" y="2909"/>
                    </a:cubicBezTo>
                    <a:cubicBezTo>
                      <a:pt x="2150" y="2969"/>
                      <a:pt x="2096" y="3023"/>
                      <a:pt x="2031" y="3061"/>
                    </a:cubicBezTo>
                    <a:cubicBezTo>
                      <a:pt x="1998" y="3083"/>
                      <a:pt x="1971" y="3110"/>
                      <a:pt x="1938" y="3132"/>
                    </a:cubicBezTo>
                    <a:cubicBezTo>
                      <a:pt x="1900" y="3148"/>
                      <a:pt x="1862" y="3159"/>
                      <a:pt x="1830" y="3170"/>
                    </a:cubicBezTo>
                    <a:cubicBezTo>
                      <a:pt x="1792" y="3186"/>
                      <a:pt x="1759" y="3197"/>
                      <a:pt x="1721" y="3213"/>
                    </a:cubicBezTo>
                    <a:cubicBezTo>
                      <a:pt x="1705" y="3224"/>
                      <a:pt x="1667" y="3262"/>
                      <a:pt x="1645" y="3262"/>
                    </a:cubicBezTo>
                    <a:cubicBezTo>
                      <a:pt x="1591" y="3262"/>
                      <a:pt x="1558" y="3333"/>
                      <a:pt x="1596" y="3377"/>
                    </a:cubicBezTo>
                    <a:cubicBezTo>
                      <a:pt x="1612" y="3387"/>
                      <a:pt x="1591" y="3453"/>
                      <a:pt x="1585" y="3469"/>
                    </a:cubicBezTo>
                    <a:cubicBezTo>
                      <a:pt x="1585" y="3485"/>
                      <a:pt x="1585" y="3496"/>
                      <a:pt x="1585" y="3507"/>
                    </a:cubicBezTo>
                    <a:lnTo>
                      <a:pt x="1585" y="3540"/>
                    </a:lnTo>
                    <a:lnTo>
                      <a:pt x="1574" y="3540"/>
                    </a:lnTo>
                    <a:cubicBezTo>
                      <a:pt x="1552" y="3567"/>
                      <a:pt x="1536" y="3594"/>
                      <a:pt x="1514" y="3621"/>
                    </a:cubicBezTo>
                    <a:cubicBezTo>
                      <a:pt x="1487" y="3659"/>
                      <a:pt x="1455" y="3697"/>
                      <a:pt x="1417" y="3730"/>
                    </a:cubicBezTo>
                    <a:cubicBezTo>
                      <a:pt x="1362" y="3779"/>
                      <a:pt x="1308" y="3828"/>
                      <a:pt x="1243" y="3871"/>
                    </a:cubicBezTo>
                    <a:cubicBezTo>
                      <a:pt x="1183" y="3915"/>
                      <a:pt x="1128" y="3969"/>
                      <a:pt x="1096" y="4034"/>
                    </a:cubicBezTo>
                    <a:cubicBezTo>
                      <a:pt x="1074" y="4061"/>
                      <a:pt x="1074" y="4099"/>
                      <a:pt x="1096" y="4127"/>
                    </a:cubicBezTo>
                    <a:cubicBezTo>
                      <a:pt x="1134" y="4181"/>
                      <a:pt x="1161" y="4176"/>
                      <a:pt x="1210" y="4203"/>
                    </a:cubicBezTo>
                    <a:cubicBezTo>
                      <a:pt x="1248" y="4230"/>
                      <a:pt x="1281" y="4263"/>
                      <a:pt x="1302" y="4306"/>
                    </a:cubicBezTo>
                    <a:cubicBezTo>
                      <a:pt x="1373" y="4437"/>
                      <a:pt x="1406" y="4589"/>
                      <a:pt x="1406" y="4735"/>
                    </a:cubicBezTo>
                    <a:cubicBezTo>
                      <a:pt x="1411" y="4893"/>
                      <a:pt x="1395" y="5045"/>
                      <a:pt x="1357" y="5192"/>
                    </a:cubicBezTo>
                    <a:cubicBezTo>
                      <a:pt x="1330" y="5290"/>
                      <a:pt x="1270" y="5404"/>
                      <a:pt x="1297" y="5507"/>
                    </a:cubicBezTo>
                    <a:cubicBezTo>
                      <a:pt x="1302" y="5529"/>
                      <a:pt x="1324" y="5551"/>
                      <a:pt x="1346" y="5556"/>
                    </a:cubicBezTo>
                    <a:cubicBezTo>
                      <a:pt x="1346" y="5556"/>
                      <a:pt x="1346" y="5562"/>
                      <a:pt x="1346" y="5562"/>
                    </a:cubicBezTo>
                    <a:cubicBezTo>
                      <a:pt x="1333" y="5574"/>
                      <a:pt x="1347" y="5594"/>
                      <a:pt x="1362" y="5594"/>
                    </a:cubicBezTo>
                    <a:cubicBezTo>
                      <a:pt x="1366" y="5594"/>
                      <a:pt x="1370" y="5592"/>
                      <a:pt x="1373" y="5589"/>
                    </a:cubicBezTo>
                    <a:cubicBezTo>
                      <a:pt x="1487" y="5507"/>
                      <a:pt x="1601" y="5410"/>
                      <a:pt x="1737" y="5366"/>
                    </a:cubicBezTo>
                    <a:cubicBezTo>
                      <a:pt x="1808" y="5339"/>
                      <a:pt x="1884" y="5328"/>
                      <a:pt x="1955" y="5301"/>
                    </a:cubicBezTo>
                    <a:cubicBezTo>
                      <a:pt x="2025" y="5279"/>
                      <a:pt x="2096" y="5257"/>
                      <a:pt x="2167" y="5246"/>
                    </a:cubicBezTo>
                    <a:cubicBezTo>
                      <a:pt x="2263" y="5236"/>
                      <a:pt x="2362" y="5232"/>
                      <a:pt x="2461" y="5232"/>
                    </a:cubicBezTo>
                    <a:cubicBezTo>
                      <a:pt x="2519" y="5232"/>
                      <a:pt x="2577" y="5234"/>
                      <a:pt x="2634" y="5236"/>
                    </a:cubicBezTo>
                    <a:cubicBezTo>
                      <a:pt x="2688" y="5236"/>
                      <a:pt x="2748" y="5244"/>
                      <a:pt x="2806" y="5244"/>
                    </a:cubicBezTo>
                    <a:cubicBezTo>
                      <a:pt x="2859" y="5244"/>
                      <a:pt x="2911" y="5237"/>
                      <a:pt x="2955" y="5208"/>
                    </a:cubicBezTo>
                    <a:cubicBezTo>
                      <a:pt x="2993" y="5187"/>
                      <a:pt x="3015" y="5149"/>
                      <a:pt x="3015" y="5111"/>
                    </a:cubicBezTo>
                    <a:cubicBezTo>
                      <a:pt x="3004" y="5007"/>
                      <a:pt x="3075" y="4899"/>
                      <a:pt x="3123" y="4812"/>
                    </a:cubicBezTo>
                    <a:cubicBezTo>
                      <a:pt x="3189" y="4692"/>
                      <a:pt x="3265" y="4583"/>
                      <a:pt x="3352" y="4485"/>
                    </a:cubicBezTo>
                    <a:cubicBezTo>
                      <a:pt x="3428" y="4398"/>
                      <a:pt x="3520" y="4328"/>
                      <a:pt x="3624" y="4279"/>
                    </a:cubicBezTo>
                    <a:cubicBezTo>
                      <a:pt x="3689" y="4252"/>
                      <a:pt x="3765" y="4235"/>
                      <a:pt x="3830" y="4203"/>
                    </a:cubicBezTo>
                    <a:cubicBezTo>
                      <a:pt x="3841" y="4252"/>
                      <a:pt x="3841" y="4306"/>
                      <a:pt x="3830" y="4360"/>
                    </a:cubicBezTo>
                    <a:cubicBezTo>
                      <a:pt x="3797" y="4469"/>
                      <a:pt x="3781" y="4578"/>
                      <a:pt x="3743" y="4687"/>
                    </a:cubicBezTo>
                    <a:cubicBezTo>
                      <a:pt x="3717" y="4752"/>
                      <a:pt x="3778" y="4799"/>
                      <a:pt x="3836" y="4799"/>
                    </a:cubicBezTo>
                    <a:cubicBezTo>
                      <a:pt x="3851" y="4799"/>
                      <a:pt x="3866" y="4796"/>
                      <a:pt x="3879" y="4790"/>
                    </a:cubicBezTo>
                    <a:cubicBezTo>
                      <a:pt x="3917" y="4774"/>
                      <a:pt x="3944" y="4735"/>
                      <a:pt x="3982" y="4714"/>
                    </a:cubicBezTo>
                    <a:cubicBezTo>
                      <a:pt x="4014" y="4698"/>
                      <a:pt x="4052" y="4688"/>
                      <a:pt x="4089" y="4688"/>
                    </a:cubicBezTo>
                    <a:cubicBezTo>
                      <a:pt x="4102" y="4688"/>
                      <a:pt x="4116" y="4689"/>
                      <a:pt x="4129" y="4692"/>
                    </a:cubicBezTo>
                    <a:cubicBezTo>
                      <a:pt x="4221" y="4708"/>
                      <a:pt x="4303" y="4795"/>
                      <a:pt x="4363" y="4861"/>
                    </a:cubicBezTo>
                    <a:cubicBezTo>
                      <a:pt x="4423" y="4931"/>
                      <a:pt x="4477" y="5007"/>
                      <a:pt x="4526" y="5083"/>
                    </a:cubicBezTo>
                    <a:cubicBezTo>
                      <a:pt x="4575" y="5165"/>
                      <a:pt x="4569" y="5246"/>
                      <a:pt x="4678" y="5279"/>
                    </a:cubicBezTo>
                    <a:cubicBezTo>
                      <a:pt x="4687" y="5281"/>
                      <a:pt x="4695" y="5282"/>
                      <a:pt x="4704" y="5282"/>
                    </a:cubicBezTo>
                    <a:cubicBezTo>
                      <a:pt x="4778" y="5282"/>
                      <a:pt x="4831" y="5201"/>
                      <a:pt x="4792" y="5132"/>
                    </a:cubicBezTo>
                    <a:cubicBezTo>
                      <a:pt x="4770" y="5089"/>
                      <a:pt x="4760" y="5045"/>
                      <a:pt x="4738" y="5002"/>
                    </a:cubicBezTo>
                    <a:cubicBezTo>
                      <a:pt x="4732" y="4991"/>
                      <a:pt x="4727" y="4980"/>
                      <a:pt x="4716" y="4975"/>
                    </a:cubicBezTo>
                    <a:cubicBezTo>
                      <a:pt x="4722" y="4937"/>
                      <a:pt x="4727" y="4899"/>
                      <a:pt x="4749" y="4866"/>
                    </a:cubicBezTo>
                    <a:cubicBezTo>
                      <a:pt x="4770" y="4817"/>
                      <a:pt x="4798" y="4763"/>
                      <a:pt x="4814" y="4708"/>
                    </a:cubicBezTo>
                    <a:cubicBezTo>
                      <a:pt x="4863" y="4578"/>
                      <a:pt x="4955" y="4475"/>
                      <a:pt x="5021" y="4355"/>
                    </a:cubicBezTo>
                    <a:cubicBezTo>
                      <a:pt x="5053" y="4301"/>
                      <a:pt x="5086" y="4246"/>
                      <a:pt x="5124" y="4192"/>
                    </a:cubicBezTo>
                    <a:cubicBezTo>
                      <a:pt x="5156" y="4148"/>
                      <a:pt x="5211" y="4127"/>
                      <a:pt x="5243" y="4089"/>
                    </a:cubicBezTo>
                    <a:cubicBezTo>
                      <a:pt x="5325" y="3996"/>
                      <a:pt x="5260" y="3893"/>
                      <a:pt x="5200" y="3811"/>
                    </a:cubicBezTo>
                    <a:lnTo>
                      <a:pt x="5194" y="3806"/>
                    </a:lnTo>
                    <a:cubicBezTo>
                      <a:pt x="5156" y="3757"/>
                      <a:pt x="5129" y="3703"/>
                      <a:pt x="5091" y="3654"/>
                    </a:cubicBezTo>
                    <a:cubicBezTo>
                      <a:pt x="5053" y="3605"/>
                      <a:pt x="5010" y="3567"/>
                      <a:pt x="4972" y="3518"/>
                    </a:cubicBezTo>
                    <a:cubicBezTo>
                      <a:pt x="4901" y="3409"/>
                      <a:pt x="4847" y="3290"/>
                      <a:pt x="4809" y="3165"/>
                    </a:cubicBezTo>
                    <a:cubicBezTo>
                      <a:pt x="4770" y="3056"/>
                      <a:pt x="4754" y="2942"/>
                      <a:pt x="4770" y="2828"/>
                    </a:cubicBezTo>
                    <a:cubicBezTo>
                      <a:pt x="4776" y="2789"/>
                      <a:pt x="4776" y="2751"/>
                      <a:pt x="4781" y="2713"/>
                    </a:cubicBezTo>
                    <a:cubicBezTo>
                      <a:pt x="4787" y="2675"/>
                      <a:pt x="4776" y="2610"/>
                      <a:pt x="4803" y="2588"/>
                    </a:cubicBezTo>
                    <a:cubicBezTo>
                      <a:pt x="4825" y="2572"/>
                      <a:pt x="4825" y="2507"/>
                      <a:pt x="4781" y="2507"/>
                    </a:cubicBezTo>
                    <a:lnTo>
                      <a:pt x="4765" y="2507"/>
                    </a:lnTo>
                    <a:cubicBezTo>
                      <a:pt x="4760" y="2496"/>
                      <a:pt x="4749" y="2485"/>
                      <a:pt x="4738" y="2480"/>
                    </a:cubicBezTo>
                    <a:cubicBezTo>
                      <a:pt x="4694" y="2469"/>
                      <a:pt x="4678" y="2431"/>
                      <a:pt x="4656" y="2398"/>
                    </a:cubicBezTo>
                    <a:cubicBezTo>
                      <a:pt x="4629" y="2365"/>
                      <a:pt x="4591" y="2317"/>
                      <a:pt x="4558" y="2273"/>
                    </a:cubicBezTo>
                    <a:cubicBezTo>
                      <a:pt x="4493" y="2197"/>
                      <a:pt x="4428" y="2110"/>
                      <a:pt x="4368" y="2023"/>
                    </a:cubicBezTo>
                    <a:cubicBezTo>
                      <a:pt x="4319" y="1947"/>
                      <a:pt x="4270" y="1860"/>
                      <a:pt x="4238" y="1778"/>
                    </a:cubicBezTo>
                    <a:cubicBezTo>
                      <a:pt x="4221" y="1735"/>
                      <a:pt x="4211" y="1691"/>
                      <a:pt x="4194" y="1648"/>
                    </a:cubicBezTo>
                    <a:lnTo>
                      <a:pt x="4194" y="1643"/>
                    </a:lnTo>
                    <a:cubicBezTo>
                      <a:pt x="4216" y="1604"/>
                      <a:pt x="4221" y="1566"/>
                      <a:pt x="4238" y="1534"/>
                    </a:cubicBezTo>
                    <a:cubicBezTo>
                      <a:pt x="4276" y="1463"/>
                      <a:pt x="4325" y="1414"/>
                      <a:pt x="4357" y="1344"/>
                    </a:cubicBezTo>
                    <a:cubicBezTo>
                      <a:pt x="4395" y="1273"/>
                      <a:pt x="4433" y="1191"/>
                      <a:pt x="4461" y="1115"/>
                    </a:cubicBezTo>
                    <a:cubicBezTo>
                      <a:pt x="4526" y="936"/>
                      <a:pt x="4575" y="751"/>
                      <a:pt x="4656" y="577"/>
                    </a:cubicBezTo>
                    <a:cubicBezTo>
                      <a:pt x="4738" y="409"/>
                      <a:pt x="4770" y="218"/>
                      <a:pt x="4760" y="34"/>
                    </a:cubicBezTo>
                    <a:cubicBezTo>
                      <a:pt x="4760" y="14"/>
                      <a:pt x="4741" y="1"/>
                      <a:pt x="4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20"/>
              <p:cNvSpPr/>
              <p:nvPr/>
            </p:nvSpPr>
            <p:spPr>
              <a:xfrm>
                <a:off x="4784325" y="2201125"/>
                <a:ext cx="97875" cy="107050"/>
              </a:xfrm>
              <a:custGeom>
                <a:rect b="b" l="l" r="r" t="t"/>
                <a:pathLst>
                  <a:path extrusionOk="0" h="4282" w="3915">
                    <a:moveTo>
                      <a:pt x="1396" y="0"/>
                    </a:moveTo>
                    <a:cubicBezTo>
                      <a:pt x="1373" y="0"/>
                      <a:pt x="1352" y="15"/>
                      <a:pt x="1354" y="47"/>
                    </a:cubicBezTo>
                    <a:cubicBezTo>
                      <a:pt x="1360" y="172"/>
                      <a:pt x="1289" y="313"/>
                      <a:pt x="1257" y="433"/>
                    </a:cubicBezTo>
                    <a:cubicBezTo>
                      <a:pt x="1219" y="558"/>
                      <a:pt x="1191" y="694"/>
                      <a:pt x="1181" y="830"/>
                    </a:cubicBezTo>
                    <a:cubicBezTo>
                      <a:pt x="1175" y="928"/>
                      <a:pt x="1175" y="1026"/>
                      <a:pt x="1175" y="1123"/>
                    </a:cubicBezTo>
                    <a:cubicBezTo>
                      <a:pt x="1164" y="1123"/>
                      <a:pt x="1153" y="1123"/>
                      <a:pt x="1137" y="1134"/>
                    </a:cubicBezTo>
                    <a:cubicBezTo>
                      <a:pt x="1126" y="1140"/>
                      <a:pt x="1121" y="1161"/>
                      <a:pt x="1137" y="1172"/>
                    </a:cubicBezTo>
                    <a:cubicBezTo>
                      <a:pt x="1148" y="1183"/>
                      <a:pt x="1050" y="1319"/>
                      <a:pt x="1045" y="1335"/>
                    </a:cubicBezTo>
                    <a:cubicBezTo>
                      <a:pt x="990" y="1433"/>
                      <a:pt x="931" y="1526"/>
                      <a:pt x="854" y="1607"/>
                    </a:cubicBezTo>
                    <a:cubicBezTo>
                      <a:pt x="778" y="1672"/>
                      <a:pt x="697" y="1738"/>
                      <a:pt x="615" y="1797"/>
                    </a:cubicBezTo>
                    <a:cubicBezTo>
                      <a:pt x="577" y="1830"/>
                      <a:pt x="534" y="1863"/>
                      <a:pt x="490" y="1895"/>
                    </a:cubicBezTo>
                    <a:cubicBezTo>
                      <a:pt x="452" y="1912"/>
                      <a:pt x="420" y="1933"/>
                      <a:pt x="392" y="1961"/>
                    </a:cubicBezTo>
                    <a:cubicBezTo>
                      <a:pt x="349" y="2031"/>
                      <a:pt x="371" y="2145"/>
                      <a:pt x="360" y="2227"/>
                    </a:cubicBezTo>
                    <a:cubicBezTo>
                      <a:pt x="343" y="2330"/>
                      <a:pt x="311" y="2433"/>
                      <a:pt x="262" y="2526"/>
                    </a:cubicBezTo>
                    <a:cubicBezTo>
                      <a:pt x="213" y="2624"/>
                      <a:pt x="191" y="2732"/>
                      <a:pt x="131" y="2825"/>
                    </a:cubicBezTo>
                    <a:cubicBezTo>
                      <a:pt x="66" y="2906"/>
                      <a:pt x="23" y="3010"/>
                      <a:pt x="1" y="3113"/>
                    </a:cubicBezTo>
                    <a:cubicBezTo>
                      <a:pt x="1" y="3129"/>
                      <a:pt x="6" y="3146"/>
                      <a:pt x="17" y="3156"/>
                    </a:cubicBezTo>
                    <a:cubicBezTo>
                      <a:pt x="1" y="3156"/>
                      <a:pt x="1" y="3178"/>
                      <a:pt x="17" y="3184"/>
                    </a:cubicBezTo>
                    <a:cubicBezTo>
                      <a:pt x="25" y="3186"/>
                      <a:pt x="35" y="3188"/>
                      <a:pt x="44" y="3188"/>
                    </a:cubicBezTo>
                    <a:cubicBezTo>
                      <a:pt x="54" y="3188"/>
                      <a:pt x="63" y="3186"/>
                      <a:pt x="72" y="3184"/>
                    </a:cubicBezTo>
                    <a:cubicBezTo>
                      <a:pt x="75" y="3184"/>
                      <a:pt x="79" y="3185"/>
                      <a:pt x="82" y="3185"/>
                    </a:cubicBezTo>
                    <a:cubicBezTo>
                      <a:pt x="106" y="3185"/>
                      <a:pt x="127" y="3170"/>
                      <a:pt x="137" y="3151"/>
                    </a:cubicBezTo>
                    <a:lnTo>
                      <a:pt x="148" y="3124"/>
                    </a:lnTo>
                    <a:cubicBezTo>
                      <a:pt x="186" y="3102"/>
                      <a:pt x="229" y="3102"/>
                      <a:pt x="267" y="3080"/>
                    </a:cubicBezTo>
                    <a:cubicBezTo>
                      <a:pt x="311" y="3053"/>
                      <a:pt x="360" y="3037"/>
                      <a:pt x="409" y="3026"/>
                    </a:cubicBezTo>
                    <a:cubicBezTo>
                      <a:pt x="532" y="3001"/>
                      <a:pt x="691" y="2945"/>
                      <a:pt x="834" y="2945"/>
                    </a:cubicBezTo>
                    <a:cubicBezTo>
                      <a:pt x="912" y="2945"/>
                      <a:pt x="985" y="2962"/>
                      <a:pt x="1045" y="3010"/>
                    </a:cubicBezTo>
                    <a:cubicBezTo>
                      <a:pt x="1077" y="3042"/>
                      <a:pt x="1099" y="3075"/>
                      <a:pt x="1115" y="3118"/>
                    </a:cubicBezTo>
                    <a:cubicBezTo>
                      <a:pt x="1137" y="3151"/>
                      <a:pt x="1159" y="3189"/>
                      <a:pt x="1181" y="3222"/>
                    </a:cubicBezTo>
                    <a:cubicBezTo>
                      <a:pt x="1197" y="3271"/>
                      <a:pt x="1219" y="3303"/>
                      <a:pt x="1240" y="3347"/>
                    </a:cubicBezTo>
                    <a:cubicBezTo>
                      <a:pt x="1251" y="3385"/>
                      <a:pt x="1257" y="3428"/>
                      <a:pt x="1257" y="3472"/>
                    </a:cubicBezTo>
                    <a:cubicBezTo>
                      <a:pt x="1257" y="3564"/>
                      <a:pt x="1262" y="3667"/>
                      <a:pt x="1262" y="3760"/>
                    </a:cubicBezTo>
                    <a:cubicBezTo>
                      <a:pt x="1262" y="3858"/>
                      <a:pt x="1251" y="3945"/>
                      <a:pt x="1251" y="4042"/>
                    </a:cubicBezTo>
                    <a:cubicBezTo>
                      <a:pt x="1219" y="4075"/>
                      <a:pt x="1208" y="4119"/>
                      <a:pt x="1257" y="4151"/>
                    </a:cubicBezTo>
                    <a:cubicBezTo>
                      <a:pt x="1259" y="4154"/>
                      <a:pt x="1263" y="4155"/>
                      <a:pt x="1268" y="4155"/>
                    </a:cubicBezTo>
                    <a:cubicBezTo>
                      <a:pt x="1272" y="4155"/>
                      <a:pt x="1276" y="4154"/>
                      <a:pt x="1278" y="4151"/>
                    </a:cubicBezTo>
                    <a:lnTo>
                      <a:pt x="1284" y="4146"/>
                    </a:lnTo>
                    <a:cubicBezTo>
                      <a:pt x="1288" y="4149"/>
                      <a:pt x="1293" y="4150"/>
                      <a:pt x="1299" y="4150"/>
                    </a:cubicBezTo>
                    <a:cubicBezTo>
                      <a:pt x="1313" y="4150"/>
                      <a:pt x="1327" y="4140"/>
                      <a:pt x="1327" y="4124"/>
                    </a:cubicBezTo>
                    <a:lnTo>
                      <a:pt x="1327" y="4108"/>
                    </a:lnTo>
                    <a:cubicBezTo>
                      <a:pt x="1360" y="4097"/>
                      <a:pt x="1387" y="4086"/>
                      <a:pt x="1420" y="4075"/>
                    </a:cubicBezTo>
                    <a:cubicBezTo>
                      <a:pt x="1474" y="4048"/>
                      <a:pt x="1534" y="4026"/>
                      <a:pt x="1599" y="4010"/>
                    </a:cubicBezTo>
                    <a:cubicBezTo>
                      <a:pt x="1646" y="4005"/>
                      <a:pt x="1694" y="4002"/>
                      <a:pt x="1742" y="4002"/>
                    </a:cubicBezTo>
                    <a:cubicBezTo>
                      <a:pt x="1848" y="4002"/>
                      <a:pt x="1956" y="4014"/>
                      <a:pt x="2061" y="4037"/>
                    </a:cubicBezTo>
                    <a:cubicBezTo>
                      <a:pt x="2137" y="4048"/>
                      <a:pt x="2208" y="4059"/>
                      <a:pt x="2279" y="4080"/>
                    </a:cubicBezTo>
                    <a:cubicBezTo>
                      <a:pt x="2360" y="4113"/>
                      <a:pt x="2436" y="4151"/>
                      <a:pt x="2507" y="4195"/>
                    </a:cubicBezTo>
                    <a:cubicBezTo>
                      <a:pt x="2587" y="4237"/>
                      <a:pt x="2679" y="4282"/>
                      <a:pt x="2767" y="4282"/>
                    </a:cubicBezTo>
                    <a:cubicBezTo>
                      <a:pt x="2804" y="4282"/>
                      <a:pt x="2841" y="4274"/>
                      <a:pt x="2877" y="4254"/>
                    </a:cubicBezTo>
                    <a:cubicBezTo>
                      <a:pt x="2920" y="4233"/>
                      <a:pt x="2925" y="4173"/>
                      <a:pt x="2882" y="4146"/>
                    </a:cubicBezTo>
                    <a:cubicBezTo>
                      <a:pt x="2877" y="4075"/>
                      <a:pt x="2866" y="4010"/>
                      <a:pt x="2849" y="3945"/>
                    </a:cubicBezTo>
                    <a:cubicBezTo>
                      <a:pt x="2838" y="3830"/>
                      <a:pt x="2838" y="3711"/>
                      <a:pt x="2860" y="3597"/>
                    </a:cubicBezTo>
                    <a:cubicBezTo>
                      <a:pt x="2866" y="3488"/>
                      <a:pt x="2920" y="3390"/>
                      <a:pt x="3002" y="3319"/>
                    </a:cubicBezTo>
                    <a:cubicBezTo>
                      <a:pt x="3072" y="3276"/>
                      <a:pt x="3121" y="3194"/>
                      <a:pt x="3050" y="3124"/>
                    </a:cubicBezTo>
                    <a:lnTo>
                      <a:pt x="3050" y="3113"/>
                    </a:lnTo>
                    <a:cubicBezTo>
                      <a:pt x="3050" y="3107"/>
                      <a:pt x="3045" y="3107"/>
                      <a:pt x="3045" y="3107"/>
                    </a:cubicBezTo>
                    <a:cubicBezTo>
                      <a:pt x="2969" y="2982"/>
                      <a:pt x="2915" y="2847"/>
                      <a:pt x="2882" y="2705"/>
                    </a:cubicBezTo>
                    <a:cubicBezTo>
                      <a:pt x="2866" y="2602"/>
                      <a:pt x="2855" y="2493"/>
                      <a:pt x="2849" y="2385"/>
                    </a:cubicBezTo>
                    <a:lnTo>
                      <a:pt x="2849" y="2330"/>
                    </a:lnTo>
                    <a:cubicBezTo>
                      <a:pt x="2898" y="2314"/>
                      <a:pt x="2942" y="2281"/>
                      <a:pt x="2974" y="2238"/>
                    </a:cubicBezTo>
                    <a:cubicBezTo>
                      <a:pt x="3034" y="2167"/>
                      <a:pt x="3056" y="2080"/>
                      <a:pt x="3127" y="2020"/>
                    </a:cubicBezTo>
                    <a:cubicBezTo>
                      <a:pt x="3214" y="1950"/>
                      <a:pt x="3311" y="1884"/>
                      <a:pt x="3415" y="1830"/>
                    </a:cubicBezTo>
                    <a:cubicBezTo>
                      <a:pt x="3436" y="1819"/>
                      <a:pt x="3578" y="1754"/>
                      <a:pt x="3681" y="1716"/>
                    </a:cubicBezTo>
                    <a:cubicBezTo>
                      <a:pt x="3714" y="1710"/>
                      <a:pt x="3752" y="1705"/>
                      <a:pt x="3784" y="1694"/>
                    </a:cubicBezTo>
                    <a:cubicBezTo>
                      <a:pt x="3790" y="1694"/>
                      <a:pt x="3801" y="1694"/>
                      <a:pt x="3801" y="1683"/>
                    </a:cubicBezTo>
                    <a:cubicBezTo>
                      <a:pt x="3828" y="1678"/>
                      <a:pt x="3855" y="1662"/>
                      <a:pt x="3877" y="1651"/>
                    </a:cubicBezTo>
                    <a:cubicBezTo>
                      <a:pt x="3915" y="1623"/>
                      <a:pt x="3915" y="1547"/>
                      <a:pt x="3860" y="1537"/>
                    </a:cubicBezTo>
                    <a:lnTo>
                      <a:pt x="3855" y="1537"/>
                    </a:lnTo>
                    <a:cubicBezTo>
                      <a:pt x="3703" y="1509"/>
                      <a:pt x="3551" y="1537"/>
                      <a:pt x="3404" y="1493"/>
                    </a:cubicBezTo>
                    <a:cubicBezTo>
                      <a:pt x="3328" y="1477"/>
                      <a:pt x="3262" y="1444"/>
                      <a:pt x="3197" y="1406"/>
                    </a:cubicBezTo>
                    <a:cubicBezTo>
                      <a:pt x="3148" y="1379"/>
                      <a:pt x="3089" y="1368"/>
                      <a:pt x="3040" y="1346"/>
                    </a:cubicBezTo>
                    <a:cubicBezTo>
                      <a:pt x="2991" y="1319"/>
                      <a:pt x="2953" y="1286"/>
                      <a:pt x="2904" y="1270"/>
                    </a:cubicBezTo>
                    <a:cubicBezTo>
                      <a:pt x="2855" y="1248"/>
                      <a:pt x="2784" y="1232"/>
                      <a:pt x="2730" y="1210"/>
                    </a:cubicBezTo>
                    <a:cubicBezTo>
                      <a:pt x="2665" y="1189"/>
                      <a:pt x="2605" y="1145"/>
                      <a:pt x="2561" y="1096"/>
                    </a:cubicBezTo>
                    <a:cubicBezTo>
                      <a:pt x="2518" y="1053"/>
                      <a:pt x="2496" y="993"/>
                      <a:pt x="2496" y="939"/>
                    </a:cubicBezTo>
                    <a:cubicBezTo>
                      <a:pt x="2485" y="901"/>
                      <a:pt x="2458" y="879"/>
                      <a:pt x="2420" y="879"/>
                    </a:cubicBezTo>
                    <a:cubicBezTo>
                      <a:pt x="2333" y="890"/>
                      <a:pt x="2246" y="917"/>
                      <a:pt x="2164" y="955"/>
                    </a:cubicBezTo>
                    <a:cubicBezTo>
                      <a:pt x="2072" y="993"/>
                      <a:pt x="1980" y="1031"/>
                      <a:pt x="1882" y="1064"/>
                    </a:cubicBezTo>
                    <a:cubicBezTo>
                      <a:pt x="1806" y="1096"/>
                      <a:pt x="1724" y="1113"/>
                      <a:pt x="1643" y="1113"/>
                    </a:cubicBezTo>
                    <a:cubicBezTo>
                      <a:pt x="1556" y="1113"/>
                      <a:pt x="1485" y="1058"/>
                      <a:pt x="1398" y="1058"/>
                    </a:cubicBezTo>
                    <a:cubicBezTo>
                      <a:pt x="1365" y="1058"/>
                      <a:pt x="1354" y="1107"/>
                      <a:pt x="1382" y="1123"/>
                    </a:cubicBezTo>
                    <a:cubicBezTo>
                      <a:pt x="1458" y="1167"/>
                      <a:pt x="1507" y="1232"/>
                      <a:pt x="1599" y="1248"/>
                    </a:cubicBezTo>
                    <a:cubicBezTo>
                      <a:pt x="1640" y="1257"/>
                      <a:pt x="1682" y="1261"/>
                      <a:pt x="1725" y="1261"/>
                    </a:cubicBezTo>
                    <a:cubicBezTo>
                      <a:pt x="1768" y="1261"/>
                      <a:pt x="1811" y="1257"/>
                      <a:pt x="1855" y="1248"/>
                    </a:cubicBezTo>
                    <a:cubicBezTo>
                      <a:pt x="1958" y="1221"/>
                      <a:pt x="2061" y="1189"/>
                      <a:pt x="2159" y="1145"/>
                    </a:cubicBezTo>
                    <a:cubicBezTo>
                      <a:pt x="2230" y="1123"/>
                      <a:pt x="2295" y="1091"/>
                      <a:pt x="2360" y="1064"/>
                    </a:cubicBezTo>
                    <a:cubicBezTo>
                      <a:pt x="2366" y="1096"/>
                      <a:pt x="2376" y="1123"/>
                      <a:pt x="2393" y="1151"/>
                    </a:cubicBezTo>
                    <a:cubicBezTo>
                      <a:pt x="2442" y="1210"/>
                      <a:pt x="2496" y="1270"/>
                      <a:pt x="2556" y="1319"/>
                    </a:cubicBezTo>
                    <a:cubicBezTo>
                      <a:pt x="2616" y="1357"/>
                      <a:pt x="2675" y="1384"/>
                      <a:pt x="2741" y="1406"/>
                    </a:cubicBezTo>
                    <a:cubicBezTo>
                      <a:pt x="2811" y="1433"/>
                      <a:pt x="2871" y="1471"/>
                      <a:pt x="2931" y="1509"/>
                    </a:cubicBezTo>
                    <a:cubicBezTo>
                      <a:pt x="2991" y="1547"/>
                      <a:pt x="3061" y="1564"/>
                      <a:pt x="3121" y="1596"/>
                    </a:cubicBezTo>
                    <a:cubicBezTo>
                      <a:pt x="3170" y="1629"/>
                      <a:pt x="3230" y="1656"/>
                      <a:pt x="3284" y="1678"/>
                    </a:cubicBezTo>
                    <a:cubicBezTo>
                      <a:pt x="3241" y="1700"/>
                      <a:pt x="3192" y="1727"/>
                      <a:pt x="3143" y="1754"/>
                    </a:cubicBezTo>
                    <a:cubicBezTo>
                      <a:pt x="3034" y="1803"/>
                      <a:pt x="2936" y="1890"/>
                      <a:pt x="2877" y="1999"/>
                    </a:cubicBezTo>
                    <a:cubicBezTo>
                      <a:pt x="2866" y="2020"/>
                      <a:pt x="2855" y="2047"/>
                      <a:pt x="2844" y="2069"/>
                    </a:cubicBezTo>
                    <a:cubicBezTo>
                      <a:pt x="2837" y="2055"/>
                      <a:pt x="2825" y="2047"/>
                      <a:pt x="2811" y="2047"/>
                    </a:cubicBezTo>
                    <a:cubicBezTo>
                      <a:pt x="2804" y="2047"/>
                      <a:pt x="2797" y="2049"/>
                      <a:pt x="2790" y="2053"/>
                    </a:cubicBezTo>
                    <a:cubicBezTo>
                      <a:pt x="2741" y="2080"/>
                      <a:pt x="2708" y="2096"/>
                      <a:pt x="2686" y="2151"/>
                    </a:cubicBezTo>
                    <a:cubicBezTo>
                      <a:pt x="2665" y="2216"/>
                      <a:pt x="2659" y="2281"/>
                      <a:pt x="2670" y="2346"/>
                    </a:cubicBezTo>
                    <a:cubicBezTo>
                      <a:pt x="2665" y="2488"/>
                      <a:pt x="2675" y="2629"/>
                      <a:pt x="2703" y="2765"/>
                    </a:cubicBezTo>
                    <a:cubicBezTo>
                      <a:pt x="2713" y="2885"/>
                      <a:pt x="2762" y="2999"/>
                      <a:pt x="2838" y="3086"/>
                    </a:cubicBezTo>
                    <a:cubicBezTo>
                      <a:pt x="2866" y="3113"/>
                      <a:pt x="2893" y="3135"/>
                      <a:pt x="2925" y="3151"/>
                    </a:cubicBezTo>
                    <a:cubicBezTo>
                      <a:pt x="2860" y="3184"/>
                      <a:pt x="2811" y="3232"/>
                      <a:pt x="2773" y="3287"/>
                    </a:cubicBezTo>
                    <a:cubicBezTo>
                      <a:pt x="2713" y="3396"/>
                      <a:pt x="2675" y="3510"/>
                      <a:pt x="2665" y="3629"/>
                    </a:cubicBezTo>
                    <a:cubicBezTo>
                      <a:pt x="2648" y="3771"/>
                      <a:pt x="2659" y="3917"/>
                      <a:pt x="2703" y="4059"/>
                    </a:cubicBezTo>
                    <a:cubicBezTo>
                      <a:pt x="2599" y="4004"/>
                      <a:pt x="2496" y="3945"/>
                      <a:pt x="2387" y="3896"/>
                    </a:cubicBezTo>
                    <a:cubicBezTo>
                      <a:pt x="2238" y="3844"/>
                      <a:pt x="2082" y="3817"/>
                      <a:pt x="1927" y="3817"/>
                    </a:cubicBezTo>
                    <a:cubicBezTo>
                      <a:pt x="1901" y="3817"/>
                      <a:pt x="1875" y="3818"/>
                      <a:pt x="1849" y="3820"/>
                    </a:cubicBezTo>
                    <a:cubicBezTo>
                      <a:pt x="1762" y="3820"/>
                      <a:pt x="1675" y="3825"/>
                      <a:pt x="1594" y="3836"/>
                    </a:cubicBezTo>
                    <a:cubicBezTo>
                      <a:pt x="1512" y="3858"/>
                      <a:pt x="1441" y="3896"/>
                      <a:pt x="1376" y="3939"/>
                    </a:cubicBezTo>
                    <a:lnTo>
                      <a:pt x="1371" y="3939"/>
                    </a:lnTo>
                    <a:cubicBezTo>
                      <a:pt x="1393" y="3879"/>
                      <a:pt x="1409" y="3814"/>
                      <a:pt x="1425" y="3749"/>
                    </a:cubicBezTo>
                    <a:cubicBezTo>
                      <a:pt x="1447" y="3635"/>
                      <a:pt x="1458" y="3521"/>
                      <a:pt x="1463" y="3406"/>
                    </a:cubicBezTo>
                    <a:cubicBezTo>
                      <a:pt x="1463" y="3352"/>
                      <a:pt x="1452" y="3298"/>
                      <a:pt x="1436" y="3249"/>
                    </a:cubicBezTo>
                    <a:cubicBezTo>
                      <a:pt x="1425" y="3227"/>
                      <a:pt x="1409" y="3211"/>
                      <a:pt x="1398" y="3189"/>
                    </a:cubicBezTo>
                    <a:cubicBezTo>
                      <a:pt x="1393" y="3173"/>
                      <a:pt x="1393" y="3146"/>
                      <a:pt x="1382" y="3124"/>
                    </a:cubicBezTo>
                    <a:cubicBezTo>
                      <a:pt x="1349" y="3080"/>
                      <a:pt x="1316" y="3037"/>
                      <a:pt x="1284" y="2999"/>
                    </a:cubicBezTo>
                    <a:cubicBezTo>
                      <a:pt x="1257" y="2955"/>
                      <a:pt x="1224" y="2917"/>
                      <a:pt x="1186" y="2885"/>
                    </a:cubicBezTo>
                    <a:cubicBezTo>
                      <a:pt x="1100" y="2809"/>
                      <a:pt x="995" y="2782"/>
                      <a:pt x="886" y="2782"/>
                    </a:cubicBezTo>
                    <a:cubicBezTo>
                      <a:pt x="761" y="2782"/>
                      <a:pt x="631" y="2817"/>
                      <a:pt x="517" y="2852"/>
                    </a:cubicBezTo>
                    <a:cubicBezTo>
                      <a:pt x="420" y="2874"/>
                      <a:pt x="322" y="2912"/>
                      <a:pt x="240" y="2972"/>
                    </a:cubicBezTo>
                    <a:lnTo>
                      <a:pt x="224" y="2982"/>
                    </a:lnTo>
                    <a:cubicBezTo>
                      <a:pt x="256" y="2928"/>
                      <a:pt x="295" y="2868"/>
                      <a:pt x="322" y="2809"/>
                    </a:cubicBezTo>
                    <a:cubicBezTo>
                      <a:pt x="343" y="2754"/>
                      <a:pt x="360" y="2700"/>
                      <a:pt x="376" y="2645"/>
                    </a:cubicBezTo>
                    <a:cubicBezTo>
                      <a:pt x="398" y="2591"/>
                      <a:pt x="425" y="2542"/>
                      <a:pt x="447" y="2493"/>
                    </a:cubicBezTo>
                    <a:cubicBezTo>
                      <a:pt x="485" y="2374"/>
                      <a:pt x="501" y="2254"/>
                      <a:pt x="496" y="2134"/>
                    </a:cubicBezTo>
                    <a:cubicBezTo>
                      <a:pt x="490" y="2102"/>
                      <a:pt x="490" y="2075"/>
                      <a:pt x="496" y="2047"/>
                    </a:cubicBezTo>
                    <a:cubicBezTo>
                      <a:pt x="507" y="2020"/>
                      <a:pt x="545" y="2015"/>
                      <a:pt x="572" y="2004"/>
                    </a:cubicBezTo>
                    <a:cubicBezTo>
                      <a:pt x="621" y="1982"/>
                      <a:pt x="670" y="1955"/>
                      <a:pt x="708" y="1922"/>
                    </a:cubicBezTo>
                    <a:cubicBezTo>
                      <a:pt x="800" y="1863"/>
                      <a:pt x="887" y="1792"/>
                      <a:pt x="969" y="1710"/>
                    </a:cubicBezTo>
                    <a:cubicBezTo>
                      <a:pt x="1050" y="1623"/>
                      <a:pt x="1115" y="1520"/>
                      <a:pt x="1159" y="1412"/>
                    </a:cubicBezTo>
                    <a:cubicBezTo>
                      <a:pt x="1170" y="1384"/>
                      <a:pt x="1186" y="1352"/>
                      <a:pt x="1197" y="1319"/>
                    </a:cubicBezTo>
                    <a:cubicBezTo>
                      <a:pt x="1213" y="1428"/>
                      <a:pt x="1240" y="1537"/>
                      <a:pt x="1278" y="1640"/>
                    </a:cubicBezTo>
                    <a:cubicBezTo>
                      <a:pt x="1268" y="1678"/>
                      <a:pt x="1262" y="1710"/>
                      <a:pt x="1257" y="1743"/>
                    </a:cubicBezTo>
                    <a:cubicBezTo>
                      <a:pt x="1224" y="1857"/>
                      <a:pt x="1181" y="1966"/>
                      <a:pt x="1126" y="2075"/>
                    </a:cubicBezTo>
                    <a:cubicBezTo>
                      <a:pt x="1072" y="2178"/>
                      <a:pt x="1012" y="2276"/>
                      <a:pt x="952" y="2374"/>
                    </a:cubicBezTo>
                    <a:cubicBezTo>
                      <a:pt x="898" y="2461"/>
                      <a:pt x="860" y="2553"/>
                      <a:pt x="800" y="2635"/>
                    </a:cubicBezTo>
                    <a:cubicBezTo>
                      <a:pt x="796" y="2643"/>
                      <a:pt x="802" y="2652"/>
                      <a:pt x="810" y="2652"/>
                    </a:cubicBezTo>
                    <a:cubicBezTo>
                      <a:pt x="812" y="2652"/>
                      <a:pt x="814" y="2652"/>
                      <a:pt x="816" y="2651"/>
                    </a:cubicBezTo>
                    <a:cubicBezTo>
                      <a:pt x="887" y="2607"/>
                      <a:pt x="925" y="2526"/>
                      <a:pt x="974" y="2455"/>
                    </a:cubicBezTo>
                    <a:cubicBezTo>
                      <a:pt x="1045" y="2352"/>
                      <a:pt x="1104" y="2243"/>
                      <a:pt x="1164" y="2134"/>
                    </a:cubicBezTo>
                    <a:cubicBezTo>
                      <a:pt x="1213" y="2037"/>
                      <a:pt x="1251" y="1933"/>
                      <a:pt x="1284" y="1830"/>
                    </a:cubicBezTo>
                    <a:cubicBezTo>
                      <a:pt x="1295" y="1797"/>
                      <a:pt x="1300" y="1759"/>
                      <a:pt x="1306" y="1721"/>
                    </a:cubicBezTo>
                    <a:cubicBezTo>
                      <a:pt x="1327" y="1770"/>
                      <a:pt x="1344" y="1819"/>
                      <a:pt x="1360" y="1863"/>
                    </a:cubicBezTo>
                    <a:cubicBezTo>
                      <a:pt x="1387" y="1933"/>
                      <a:pt x="1441" y="1988"/>
                      <a:pt x="1469" y="2053"/>
                    </a:cubicBezTo>
                    <a:cubicBezTo>
                      <a:pt x="1485" y="2091"/>
                      <a:pt x="1496" y="2129"/>
                      <a:pt x="1512" y="2167"/>
                    </a:cubicBezTo>
                    <a:cubicBezTo>
                      <a:pt x="1507" y="2205"/>
                      <a:pt x="1496" y="2243"/>
                      <a:pt x="1490" y="2259"/>
                    </a:cubicBezTo>
                    <a:cubicBezTo>
                      <a:pt x="1463" y="2346"/>
                      <a:pt x="1431" y="2433"/>
                      <a:pt x="1403" y="2520"/>
                    </a:cubicBezTo>
                    <a:cubicBezTo>
                      <a:pt x="1376" y="2586"/>
                      <a:pt x="1387" y="2662"/>
                      <a:pt x="1344" y="2722"/>
                    </a:cubicBezTo>
                    <a:cubicBezTo>
                      <a:pt x="1334" y="2735"/>
                      <a:pt x="1348" y="2757"/>
                      <a:pt x="1366" y="2757"/>
                    </a:cubicBezTo>
                    <a:cubicBezTo>
                      <a:pt x="1369" y="2757"/>
                      <a:pt x="1373" y="2756"/>
                      <a:pt x="1376" y="2754"/>
                    </a:cubicBezTo>
                    <a:cubicBezTo>
                      <a:pt x="1420" y="2722"/>
                      <a:pt x="1518" y="2466"/>
                      <a:pt x="1561" y="2249"/>
                    </a:cubicBezTo>
                    <a:cubicBezTo>
                      <a:pt x="1583" y="2298"/>
                      <a:pt x="1605" y="2352"/>
                      <a:pt x="1632" y="2395"/>
                    </a:cubicBezTo>
                    <a:cubicBezTo>
                      <a:pt x="1670" y="2444"/>
                      <a:pt x="1708" y="2493"/>
                      <a:pt x="1751" y="2531"/>
                    </a:cubicBezTo>
                    <a:cubicBezTo>
                      <a:pt x="1800" y="2673"/>
                      <a:pt x="1817" y="2819"/>
                      <a:pt x="1800" y="2972"/>
                    </a:cubicBezTo>
                    <a:cubicBezTo>
                      <a:pt x="1784" y="3162"/>
                      <a:pt x="1773" y="3352"/>
                      <a:pt x="1762" y="3542"/>
                    </a:cubicBezTo>
                    <a:cubicBezTo>
                      <a:pt x="1762" y="3560"/>
                      <a:pt x="1775" y="3570"/>
                      <a:pt x="1789" y="3570"/>
                    </a:cubicBezTo>
                    <a:cubicBezTo>
                      <a:pt x="1797" y="3570"/>
                      <a:pt x="1805" y="3567"/>
                      <a:pt x="1811" y="3559"/>
                    </a:cubicBezTo>
                    <a:cubicBezTo>
                      <a:pt x="1844" y="3466"/>
                      <a:pt x="1860" y="3363"/>
                      <a:pt x="1860" y="3265"/>
                    </a:cubicBezTo>
                    <a:cubicBezTo>
                      <a:pt x="1876" y="3146"/>
                      <a:pt x="1882" y="3020"/>
                      <a:pt x="1887" y="2901"/>
                    </a:cubicBezTo>
                    <a:cubicBezTo>
                      <a:pt x="1887" y="2814"/>
                      <a:pt x="1876" y="2732"/>
                      <a:pt x="1860" y="2656"/>
                    </a:cubicBezTo>
                    <a:lnTo>
                      <a:pt x="1860" y="2656"/>
                    </a:lnTo>
                    <a:lnTo>
                      <a:pt x="1871" y="2667"/>
                    </a:lnTo>
                    <a:cubicBezTo>
                      <a:pt x="1904" y="2694"/>
                      <a:pt x="1942" y="2716"/>
                      <a:pt x="1974" y="2743"/>
                    </a:cubicBezTo>
                    <a:cubicBezTo>
                      <a:pt x="1990" y="2781"/>
                      <a:pt x="2007" y="2819"/>
                      <a:pt x="2018" y="2863"/>
                    </a:cubicBezTo>
                    <a:cubicBezTo>
                      <a:pt x="2034" y="2950"/>
                      <a:pt x="2067" y="3031"/>
                      <a:pt x="2105" y="3107"/>
                    </a:cubicBezTo>
                    <a:cubicBezTo>
                      <a:pt x="2143" y="3184"/>
                      <a:pt x="2186" y="3249"/>
                      <a:pt x="2235" y="3314"/>
                    </a:cubicBezTo>
                    <a:cubicBezTo>
                      <a:pt x="2295" y="3363"/>
                      <a:pt x="2355" y="3406"/>
                      <a:pt x="2420" y="3450"/>
                    </a:cubicBezTo>
                    <a:cubicBezTo>
                      <a:pt x="2424" y="3454"/>
                      <a:pt x="2428" y="3455"/>
                      <a:pt x="2433" y="3455"/>
                    </a:cubicBezTo>
                    <a:cubicBezTo>
                      <a:pt x="2443" y="3455"/>
                      <a:pt x="2453" y="3448"/>
                      <a:pt x="2453" y="3434"/>
                    </a:cubicBezTo>
                    <a:cubicBezTo>
                      <a:pt x="2453" y="3385"/>
                      <a:pt x="2404" y="3352"/>
                      <a:pt x="2366" y="3319"/>
                    </a:cubicBezTo>
                    <a:cubicBezTo>
                      <a:pt x="2295" y="3260"/>
                      <a:pt x="2235" y="3194"/>
                      <a:pt x="2192" y="3113"/>
                    </a:cubicBezTo>
                    <a:cubicBezTo>
                      <a:pt x="2137" y="3031"/>
                      <a:pt x="2099" y="2944"/>
                      <a:pt x="2072" y="2852"/>
                    </a:cubicBezTo>
                    <a:cubicBezTo>
                      <a:pt x="2067" y="2825"/>
                      <a:pt x="2056" y="2803"/>
                      <a:pt x="2050" y="2781"/>
                    </a:cubicBezTo>
                    <a:lnTo>
                      <a:pt x="2050" y="2781"/>
                    </a:lnTo>
                    <a:cubicBezTo>
                      <a:pt x="2061" y="2787"/>
                      <a:pt x="2077" y="2787"/>
                      <a:pt x="2094" y="2787"/>
                    </a:cubicBezTo>
                    <a:cubicBezTo>
                      <a:pt x="2126" y="2787"/>
                      <a:pt x="2137" y="2738"/>
                      <a:pt x="2105" y="2727"/>
                    </a:cubicBezTo>
                    <a:cubicBezTo>
                      <a:pt x="2050" y="2705"/>
                      <a:pt x="2007" y="2667"/>
                      <a:pt x="1980" y="2624"/>
                    </a:cubicBezTo>
                    <a:lnTo>
                      <a:pt x="1974" y="2602"/>
                    </a:lnTo>
                    <a:cubicBezTo>
                      <a:pt x="1974" y="2597"/>
                      <a:pt x="1969" y="2591"/>
                      <a:pt x="1958" y="2591"/>
                    </a:cubicBezTo>
                    <a:cubicBezTo>
                      <a:pt x="1942" y="2558"/>
                      <a:pt x="1925" y="2531"/>
                      <a:pt x="1909" y="2510"/>
                    </a:cubicBezTo>
                    <a:cubicBezTo>
                      <a:pt x="1898" y="2488"/>
                      <a:pt x="1887" y="2477"/>
                      <a:pt x="1876" y="2461"/>
                    </a:cubicBezTo>
                    <a:lnTo>
                      <a:pt x="1876" y="2461"/>
                    </a:lnTo>
                    <a:cubicBezTo>
                      <a:pt x="1936" y="2504"/>
                      <a:pt x="2007" y="2542"/>
                      <a:pt x="2077" y="2575"/>
                    </a:cubicBezTo>
                    <a:cubicBezTo>
                      <a:pt x="2140" y="2599"/>
                      <a:pt x="2211" y="2618"/>
                      <a:pt x="2279" y="2618"/>
                    </a:cubicBezTo>
                    <a:cubicBezTo>
                      <a:pt x="2347" y="2618"/>
                      <a:pt x="2412" y="2599"/>
                      <a:pt x="2463" y="2548"/>
                    </a:cubicBezTo>
                    <a:cubicBezTo>
                      <a:pt x="2477" y="2534"/>
                      <a:pt x="2465" y="2517"/>
                      <a:pt x="2451" y="2517"/>
                    </a:cubicBezTo>
                    <a:cubicBezTo>
                      <a:pt x="2448" y="2517"/>
                      <a:pt x="2445" y="2518"/>
                      <a:pt x="2442" y="2520"/>
                    </a:cubicBezTo>
                    <a:cubicBezTo>
                      <a:pt x="2404" y="2538"/>
                      <a:pt x="2364" y="2545"/>
                      <a:pt x="2323" y="2545"/>
                    </a:cubicBezTo>
                    <a:cubicBezTo>
                      <a:pt x="2226" y="2545"/>
                      <a:pt x="2125" y="2506"/>
                      <a:pt x="2045" y="2471"/>
                    </a:cubicBezTo>
                    <a:cubicBezTo>
                      <a:pt x="1931" y="2412"/>
                      <a:pt x="1827" y="2341"/>
                      <a:pt x="1740" y="2249"/>
                    </a:cubicBezTo>
                    <a:cubicBezTo>
                      <a:pt x="1735" y="2238"/>
                      <a:pt x="1730" y="2227"/>
                      <a:pt x="1724" y="2211"/>
                    </a:cubicBezTo>
                    <a:cubicBezTo>
                      <a:pt x="1697" y="2151"/>
                      <a:pt x="1648" y="2107"/>
                      <a:pt x="1626" y="2047"/>
                    </a:cubicBezTo>
                    <a:cubicBezTo>
                      <a:pt x="1610" y="1993"/>
                      <a:pt x="1583" y="1939"/>
                      <a:pt x="1550" y="1895"/>
                    </a:cubicBezTo>
                    <a:cubicBezTo>
                      <a:pt x="1485" y="1776"/>
                      <a:pt x="1431" y="1651"/>
                      <a:pt x="1398" y="1526"/>
                    </a:cubicBezTo>
                    <a:cubicBezTo>
                      <a:pt x="1354" y="1395"/>
                      <a:pt x="1333" y="1265"/>
                      <a:pt x="1338" y="1134"/>
                    </a:cubicBezTo>
                    <a:cubicBezTo>
                      <a:pt x="1327" y="998"/>
                      <a:pt x="1327" y="862"/>
                      <a:pt x="1338" y="732"/>
                    </a:cubicBezTo>
                    <a:cubicBezTo>
                      <a:pt x="1349" y="607"/>
                      <a:pt x="1376" y="477"/>
                      <a:pt x="1398" y="352"/>
                    </a:cubicBezTo>
                    <a:cubicBezTo>
                      <a:pt x="1420" y="254"/>
                      <a:pt x="1463" y="150"/>
                      <a:pt x="1452" y="47"/>
                    </a:cubicBezTo>
                    <a:cubicBezTo>
                      <a:pt x="1447" y="17"/>
                      <a:pt x="1420" y="0"/>
                      <a:pt x="1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20"/>
              <p:cNvSpPr/>
              <p:nvPr/>
            </p:nvSpPr>
            <p:spPr>
              <a:xfrm>
                <a:off x="4799525" y="2299750"/>
                <a:ext cx="12100" cy="19225"/>
              </a:xfrm>
              <a:custGeom>
                <a:rect b="b" l="l" r="r" t="t"/>
                <a:pathLst>
                  <a:path extrusionOk="0" h="769" w="484">
                    <a:moveTo>
                      <a:pt x="78" y="1"/>
                    </a:moveTo>
                    <a:cubicBezTo>
                      <a:pt x="40" y="1"/>
                      <a:pt x="0" y="45"/>
                      <a:pt x="29" y="87"/>
                    </a:cubicBezTo>
                    <a:cubicBezTo>
                      <a:pt x="72" y="146"/>
                      <a:pt x="67" y="222"/>
                      <a:pt x="89" y="288"/>
                    </a:cubicBezTo>
                    <a:cubicBezTo>
                      <a:pt x="111" y="347"/>
                      <a:pt x="138" y="407"/>
                      <a:pt x="170" y="462"/>
                    </a:cubicBezTo>
                    <a:cubicBezTo>
                      <a:pt x="225" y="592"/>
                      <a:pt x="328" y="701"/>
                      <a:pt x="453" y="766"/>
                    </a:cubicBezTo>
                    <a:cubicBezTo>
                      <a:pt x="456" y="768"/>
                      <a:pt x="459" y="769"/>
                      <a:pt x="462" y="769"/>
                    </a:cubicBezTo>
                    <a:cubicBezTo>
                      <a:pt x="475" y="769"/>
                      <a:pt x="484" y="753"/>
                      <a:pt x="475" y="744"/>
                    </a:cubicBezTo>
                    <a:lnTo>
                      <a:pt x="480" y="739"/>
                    </a:lnTo>
                    <a:cubicBezTo>
                      <a:pt x="409" y="608"/>
                      <a:pt x="333" y="483"/>
                      <a:pt x="257" y="358"/>
                    </a:cubicBezTo>
                    <a:cubicBezTo>
                      <a:pt x="219" y="299"/>
                      <a:pt x="192" y="233"/>
                      <a:pt x="181" y="163"/>
                    </a:cubicBezTo>
                    <a:cubicBezTo>
                      <a:pt x="170" y="108"/>
                      <a:pt x="149" y="59"/>
                      <a:pt x="111" y="16"/>
                    </a:cubicBezTo>
                    <a:cubicBezTo>
                      <a:pt x="101" y="5"/>
                      <a:pt x="90"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20"/>
              <p:cNvSpPr/>
              <p:nvPr/>
            </p:nvSpPr>
            <p:spPr>
              <a:xfrm>
                <a:off x="4794525" y="2302025"/>
                <a:ext cx="15125" cy="22475"/>
              </a:xfrm>
              <a:custGeom>
                <a:rect b="b" l="l" r="r" t="t"/>
                <a:pathLst>
                  <a:path extrusionOk="0" h="899" w="605">
                    <a:moveTo>
                      <a:pt x="57" y="1"/>
                    </a:moveTo>
                    <a:cubicBezTo>
                      <a:pt x="47" y="1"/>
                      <a:pt x="36" y="6"/>
                      <a:pt x="33" y="17"/>
                    </a:cubicBezTo>
                    <a:cubicBezTo>
                      <a:pt x="6" y="208"/>
                      <a:pt x="1" y="414"/>
                      <a:pt x="93" y="593"/>
                    </a:cubicBezTo>
                    <a:cubicBezTo>
                      <a:pt x="131" y="670"/>
                      <a:pt x="196" y="740"/>
                      <a:pt x="272" y="789"/>
                    </a:cubicBezTo>
                    <a:cubicBezTo>
                      <a:pt x="349" y="833"/>
                      <a:pt x="430" y="871"/>
                      <a:pt x="512" y="898"/>
                    </a:cubicBezTo>
                    <a:cubicBezTo>
                      <a:pt x="515" y="899"/>
                      <a:pt x="519" y="899"/>
                      <a:pt x="522" y="899"/>
                    </a:cubicBezTo>
                    <a:cubicBezTo>
                      <a:pt x="544" y="899"/>
                      <a:pt x="562" y="884"/>
                      <a:pt x="571" y="865"/>
                    </a:cubicBezTo>
                    <a:cubicBezTo>
                      <a:pt x="604" y="729"/>
                      <a:pt x="338" y="642"/>
                      <a:pt x="267" y="566"/>
                    </a:cubicBezTo>
                    <a:cubicBezTo>
                      <a:pt x="131" y="414"/>
                      <a:pt x="104" y="202"/>
                      <a:pt x="77" y="17"/>
                    </a:cubicBezTo>
                    <a:cubicBezTo>
                      <a:pt x="77" y="6"/>
                      <a:pt x="67"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20"/>
              <p:cNvSpPr/>
              <p:nvPr/>
            </p:nvSpPr>
            <p:spPr>
              <a:xfrm>
                <a:off x="4833800" y="2347450"/>
                <a:ext cx="12400" cy="21575"/>
              </a:xfrm>
              <a:custGeom>
                <a:rect b="b" l="l" r="r" t="t"/>
                <a:pathLst>
                  <a:path extrusionOk="0" h="863" w="496">
                    <a:moveTo>
                      <a:pt x="92" y="1"/>
                    </a:moveTo>
                    <a:cubicBezTo>
                      <a:pt x="63" y="1"/>
                      <a:pt x="33" y="19"/>
                      <a:pt x="28" y="54"/>
                    </a:cubicBezTo>
                    <a:cubicBezTo>
                      <a:pt x="22" y="228"/>
                      <a:pt x="1" y="429"/>
                      <a:pt x="88" y="592"/>
                    </a:cubicBezTo>
                    <a:cubicBezTo>
                      <a:pt x="153" y="702"/>
                      <a:pt x="263" y="862"/>
                      <a:pt x="403" y="862"/>
                    </a:cubicBezTo>
                    <a:cubicBezTo>
                      <a:pt x="416" y="862"/>
                      <a:pt x="428" y="861"/>
                      <a:pt x="441" y="858"/>
                    </a:cubicBezTo>
                    <a:cubicBezTo>
                      <a:pt x="474" y="848"/>
                      <a:pt x="495" y="804"/>
                      <a:pt x="474" y="771"/>
                    </a:cubicBezTo>
                    <a:cubicBezTo>
                      <a:pt x="397" y="674"/>
                      <a:pt x="294" y="608"/>
                      <a:pt x="229" y="494"/>
                    </a:cubicBezTo>
                    <a:cubicBezTo>
                      <a:pt x="164" y="364"/>
                      <a:pt x="158" y="195"/>
                      <a:pt x="153" y="54"/>
                    </a:cubicBezTo>
                    <a:cubicBezTo>
                      <a:pt x="150" y="19"/>
                      <a:pt x="122"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20"/>
              <p:cNvSpPr/>
              <p:nvPr/>
            </p:nvSpPr>
            <p:spPr>
              <a:xfrm>
                <a:off x="4826200" y="2355250"/>
                <a:ext cx="14400" cy="17900"/>
              </a:xfrm>
              <a:custGeom>
                <a:rect b="b" l="l" r="r" t="t"/>
                <a:pathLst>
                  <a:path extrusionOk="0" h="716" w="576">
                    <a:moveTo>
                      <a:pt x="62" y="0"/>
                    </a:moveTo>
                    <a:cubicBezTo>
                      <a:pt x="30" y="0"/>
                      <a:pt x="0" y="37"/>
                      <a:pt x="17" y="73"/>
                    </a:cubicBezTo>
                    <a:cubicBezTo>
                      <a:pt x="49" y="128"/>
                      <a:pt x="65" y="193"/>
                      <a:pt x="93" y="247"/>
                    </a:cubicBezTo>
                    <a:cubicBezTo>
                      <a:pt x="131" y="313"/>
                      <a:pt x="169" y="378"/>
                      <a:pt x="212" y="438"/>
                    </a:cubicBezTo>
                    <a:cubicBezTo>
                      <a:pt x="277" y="525"/>
                      <a:pt x="375" y="693"/>
                      <a:pt x="484" y="715"/>
                    </a:cubicBezTo>
                    <a:cubicBezTo>
                      <a:pt x="487" y="715"/>
                      <a:pt x="490" y="716"/>
                      <a:pt x="494" y="716"/>
                    </a:cubicBezTo>
                    <a:cubicBezTo>
                      <a:pt x="534" y="716"/>
                      <a:pt x="575" y="684"/>
                      <a:pt x="560" y="639"/>
                    </a:cubicBezTo>
                    <a:cubicBezTo>
                      <a:pt x="522" y="519"/>
                      <a:pt x="413" y="421"/>
                      <a:pt x="337" y="324"/>
                    </a:cubicBezTo>
                    <a:cubicBezTo>
                      <a:pt x="288" y="269"/>
                      <a:pt x="234" y="220"/>
                      <a:pt x="190" y="160"/>
                    </a:cubicBezTo>
                    <a:cubicBezTo>
                      <a:pt x="163" y="106"/>
                      <a:pt x="131" y="57"/>
                      <a:pt x="93" y="14"/>
                    </a:cubicBezTo>
                    <a:cubicBezTo>
                      <a:pt x="83" y="4"/>
                      <a:pt x="72" y="0"/>
                      <a:pt x="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20"/>
              <p:cNvSpPr/>
              <p:nvPr/>
            </p:nvSpPr>
            <p:spPr>
              <a:xfrm>
                <a:off x="4955075" y="2296700"/>
                <a:ext cx="9475" cy="18200"/>
              </a:xfrm>
              <a:custGeom>
                <a:rect b="b" l="l" r="r" t="t"/>
                <a:pathLst>
                  <a:path extrusionOk="0" h="728" w="379">
                    <a:moveTo>
                      <a:pt x="84" y="0"/>
                    </a:moveTo>
                    <a:cubicBezTo>
                      <a:pt x="45" y="0"/>
                      <a:pt x="0" y="37"/>
                      <a:pt x="15" y="84"/>
                    </a:cubicBezTo>
                    <a:cubicBezTo>
                      <a:pt x="58" y="203"/>
                      <a:pt x="91" y="323"/>
                      <a:pt x="123" y="448"/>
                    </a:cubicBezTo>
                    <a:cubicBezTo>
                      <a:pt x="145" y="529"/>
                      <a:pt x="140" y="671"/>
                      <a:pt x="216" y="720"/>
                    </a:cubicBezTo>
                    <a:cubicBezTo>
                      <a:pt x="224" y="725"/>
                      <a:pt x="233" y="728"/>
                      <a:pt x="243" y="728"/>
                    </a:cubicBezTo>
                    <a:cubicBezTo>
                      <a:pt x="252" y="728"/>
                      <a:pt x="262" y="725"/>
                      <a:pt x="270" y="720"/>
                    </a:cubicBezTo>
                    <a:cubicBezTo>
                      <a:pt x="379" y="665"/>
                      <a:pt x="319" y="497"/>
                      <a:pt x="292" y="415"/>
                    </a:cubicBezTo>
                    <a:cubicBezTo>
                      <a:pt x="243" y="285"/>
                      <a:pt x="194" y="160"/>
                      <a:pt x="134" y="35"/>
                    </a:cubicBezTo>
                    <a:cubicBezTo>
                      <a:pt x="125" y="10"/>
                      <a:pt x="105"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20"/>
              <p:cNvSpPr/>
              <p:nvPr/>
            </p:nvSpPr>
            <p:spPr>
              <a:xfrm>
                <a:off x="4961375" y="2296600"/>
                <a:ext cx="7525" cy="18925"/>
              </a:xfrm>
              <a:custGeom>
                <a:rect b="b" l="l" r="r" t="t"/>
                <a:pathLst>
                  <a:path extrusionOk="0" h="757" w="301">
                    <a:moveTo>
                      <a:pt x="84" y="0"/>
                    </a:moveTo>
                    <a:cubicBezTo>
                      <a:pt x="44" y="0"/>
                      <a:pt x="1" y="35"/>
                      <a:pt x="7" y="88"/>
                    </a:cubicBezTo>
                    <a:cubicBezTo>
                      <a:pt x="34" y="229"/>
                      <a:pt x="67" y="370"/>
                      <a:pt x="111" y="506"/>
                    </a:cubicBezTo>
                    <a:cubicBezTo>
                      <a:pt x="138" y="593"/>
                      <a:pt x="121" y="713"/>
                      <a:pt x="230" y="756"/>
                    </a:cubicBezTo>
                    <a:cubicBezTo>
                      <a:pt x="233" y="757"/>
                      <a:pt x="236" y="757"/>
                      <a:pt x="238" y="757"/>
                    </a:cubicBezTo>
                    <a:cubicBezTo>
                      <a:pt x="273" y="757"/>
                      <a:pt x="300" y="726"/>
                      <a:pt x="290" y="691"/>
                    </a:cubicBezTo>
                    <a:cubicBezTo>
                      <a:pt x="284" y="658"/>
                      <a:pt x="284" y="620"/>
                      <a:pt x="295" y="582"/>
                    </a:cubicBezTo>
                    <a:cubicBezTo>
                      <a:pt x="301" y="522"/>
                      <a:pt x="290" y="468"/>
                      <a:pt x="268" y="414"/>
                    </a:cubicBezTo>
                    <a:cubicBezTo>
                      <a:pt x="225" y="294"/>
                      <a:pt x="176" y="175"/>
                      <a:pt x="143" y="49"/>
                    </a:cubicBezTo>
                    <a:cubicBezTo>
                      <a:pt x="135" y="15"/>
                      <a:pt x="11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20"/>
              <p:cNvSpPr/>
              <p:nvPr/>
            </p:nvSpPr>
            <p:spPr>
              <a:xfrm>
                <a:off x="4823150" y="2247325"/>
                <a:ext cx="23325" cy="5675"/>
              </a:xfrm>
              <a:custGeom>
                <a:rect b="b" l="l" r="r" t="t"/>
                <a:pathLst>
                  <a:path extrusionOk="0" h="227" w="933">
                    <a:moveTo>
                      <a:pt x="27" y="0"/>
                    </a:moveTo>
                    <a:cubicBezTo>
                      <a:pt x="14" y="0"/>
                      <a:pt x="0" y="16"/>
                      <a:pt x="8" y="31"/>
                    </a:cubicBezTo>
                    <a:cubicBezTo>
                      <a:pt x="95" y="178"/>
                      <a:pt x="280" y="227"/>
                      <a:pt x="448" y="227"/>
                    </a:cubicBezTo>
                    <a:cubicBezTo>
                      <a:pt x="563" y="221"/>
                      <a:pt x="682" y="199"/>
                      <a:pt x="796" y="172"/>
                    </a:cubicBezTo>
                    <a:cubicBezTo>
                      <a:pt x="851" y="161"/>
                      <a:pt x="932" y="145"/>
                      <a:pt x="932" y="74"/>
                    </a:cubicBezTo>
                    <a:cubicBezTo>
                      <a:pt x="932" y="64"/>
                      <a:pt x="923" y="56"/>
                      <a:pt x="912" y="56"/>
                    </a:cubicBezTo>
                    <a:cubicBezTo>
                      <a:pt x="906" y="56"/>
                      <a:pt x="900" y="58"/>
                      <a:pt x="894" y="64"/>
                    </a:cubicBezTo>
                    <a:lnTo>
                      <a:pt x="900" y="64"/>
                    </a:lnTo>
                    <a:cubicBezTo>
                      <a:pt x="861" y="96"/>
                      <a:pt x="758" y="102"/>
                      <a:pt x="709" y="113"/>
                    </a:cubicBezTo>
                    <a:cubicBezTo>
                      <a:pt x="617" y="129"/>
                      <a:pt x="524" y="145"/>
                      <a:pt x="437" y="151"/>
                    </a:cubicBezTo>
                    <a:cubicBezTo>
                      <a:pt x="425" y="151"/>
                      <a:pt x="413" y="151"/>
                      <a:pt x="400" y="151"/>
                    </a:cubicBezTo>
                    <a:cubicBezTo>
                      <a:pt x="270" y="151"/>
                      <a:pt x="115" y="123"/>
                      <a:pt x="41" y="9"/>
                    </a:cubicBezTo>
                    <a:cubicBezTo>
                      <a:pt x="37" y="3"/>
                      <a:pt x="32"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20"/>
              <p:cNvSpPr/>
              <p:nvPr/>
            </p:nvSpPr>
            <p:spPr>
              <a:xfrm>
                <a:off x="4888975" y="2297250"/>
                <a:ext cx="14500" cy="14325"/>
              </a:xfrm>
              <a:custGeom>
                <a:rect b="b" l="l" r="r" t="t"/>
                <a:pathLst>
                  <a:path extrusionOk="0" h="573" w="580">
                    <a:moveTo>
                      <a:pt x="15" y="0"/>
                    </a:moveTo>
                    <a:cubicBezTo>
                      <a:pt x="7" y="0"/>
                      <a:pt x="1" y="4"/>
                      <a:pt x="1" y="13"/>
                    </a:cubicBezTo>
                    <a:cubicBezTo>
                      <a:pt x="11" y="149"/>
                      <a:pt x="98" y="225"/>
                      <a:pt x="202" y="295"/>
                    </a:cubicBezTo>
                    <a:cubicBezTo>
                      <a:pt x="321" y="377"/>
                      <a:pt x="435" y="469"/>
                      <a:pt x="539" y="567"/>
                    </a:cubicBezTo>
                    <a:cubicBezTo>
                      <a:pt x="543" y="571"/>
                      <a:pt x="548" y="572"/>
                      <a:pt x="553" y="572"/>
                    </a:cubicBezTo>
                    <a:cubicBezTo>
                      <a:pt x="568" y="572"/>
                      <a:pt x="580" y="553"/>
                      <a:pt x="571" y="540"/>
                    </a:cubicBezTo>
                    <a:lnTo>
                      <a:pt x="566" y="534"/>
                    </a:lnTo>
                    <a:cubicBezTo>
                      <a:pt x="490" y="447"/>
                      <a:pt x="403" y="366"/>
                      <a:pt x="316" y="290"/>
                    </a:cubicBezTo>
                    <a:cubicBezTo>
                      <a:pt x="207" y="203"/>
                      <a:pt x="82" y="154"/>
                      <a:pt x="33" y="13"/>
                    </a:cubicBezTo>
                    <a:cubicBezTo>
                      <a:pt x="30" y="4"/>
                      <a:pt x="22" y="0"/>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120"/>
            <p:cNvGrpSpPr/>
            <p:nvPr/>
          </p:nvGrpSpPr>
          <p:grpSpPr>
            <a:xfrm>
              <a:off x="5472489" y="1491968"/>
              <a:ext cx="265975" cy="273250"/>
              <a:chOff x="5532575" y="2121275"/>
              <a:chExt cx="265975" cy="273250"/>
            </a:xfrm>
          </p:grpSpPr>
          <p:sp>
            <p:nvSpPr>
              <p:cNvPr id="4653" name="Google Shape;4653;p120"/>
              <p:cNvSpPr/>
              <p:nvPr/>
            </p:nvSpPr>
            <p:spPr>
              <a:xfrm>
                <a:off x="5532575" y="2121275"/>
                <a:ext cx="265975" cy="273250"/>
              </a:xfrm>
              <a:custGeom>
                <a:rect b="b" l="l" r="r" t="t"/>
                <a:pathLst>
                  <a:path extrusionOk="0" h="10930" w="10639">
                    <a:moveTo>
                      <a:pt x="6784" y="534"/>
                    </a:moveTo>
                    <a:cubicBezTo>
                      <a:pt x="6844" y="550"/>
                      <a:pt x="6909" y="561"/>
                      <a:pt x="6969" y="578"/>
                    </a:cubicBezTo>
                    <a:cubicBezTo>
                      <a:pt x="7111" y="621"/>
                      <a:pt x="7241" y="675"/>
                      <a:pt x="7366" y="741"/>
                    </a:cubicBezTo>
                    <a:cubicBezTo>
                      <a:pt x="7605" y="844"/>
                      <a:pt x="7833" y="958"/>
                      <a:pt x="8056" y="1094"/>
                    </a:cubicBezTo>
                    <a:cubicBezTo>
                      <a:pt x="8094" y="1116"/>
                      <a:pt x="8138" y="1143"/>
                      <a:pt x="8176" y="1170"/>
                    </a:cubicBezTo>
                    <a:cubicBezTo>
                      <a:pt x="8089" y="1170"/>
                      <a:pt x="8002" y="1170"/>
                      <a:pt x="7915" y="1176"/>
                    </a:cubicBezTo>
                    <a:cubicBezTo>
                      <a:pt x="7692" y="1181"/>
                      <a:pt x="7464" y="1203"/>
                      <a:pt x="7246" y="1230"/>
                    </a:cubicBezTo>
                    <a:cubicBezTo>
                      <a:pt x="7029" y="1252"/>
                      <a:pt x="6822" y="1295"/>
                      <a:pt x="6616" y="1360"/>
                    </a:cubicBezTo>
                    <a:cubicBezTo>
                      <a:pt x="6496" y="1404"/>
                      <a:pt x="6382" y="1447"/>
                      <a:pt x="6263" y="1496"/>
                    </a:cubicBezTo>
                    <a:cubicBezTo>
                      <a:pt x="6230" y="1426"/>
                      <a:pt x="6208" y="1355"/>
                      <a:pt x="6203" y="1279"/>
                    </a:cubicBezTo>
                    <a:cubicBezTo>
                      <a:pt x="6181" y="947"/>
                      <a:pt x="6485" y="665"/>
                      <a:pt x="6784" y="534"/>
                    </a:cubicBezTo>
                    <a:close/>
                    <a:moveTo>
                      <a:pt x="5077" y="367"/>
                    </a:moveTo>
                    <a:cubicBezTo>
                      <a:pt x="5148" y="367"/>
                      <a:pt x="5219" y="368"/>
                      <a:pt x="5290" y="371"/>
                    </a:cubicBezTo>
                    <a:lnTo>
                      <a:pt x="5752" y="371"/>
                    </a:lnTo>
                    <a:cubicBezTo>
                      <a:pt x="5860" y="376"/>
                      <a:pt x="5964" y="387"/>
                      <a:pt x="6061" y="409"/>
                    </a:cubicBezTo>
                    <a:cubicBezTo>
                      <a:pt x="6023" y="453"/>
                      <a:pt x="5985" y="496"/>
                      <a:pt x="5947" y="534"/>
                    </a:cubicBezTo>
                    <a:cubicBezTo>
                      <a:pt x="5800" y="670"/>
                      <a:pt x="5681" y="838"/>
                      <a:pt x="5610" y="1029"/>
                    </a:cubicBezTo>
                    <a:cubicBezTo>
                      <a:pt x="5529" y="1214"/>
                      <a:pt x="5512" y="1426"/>
                      <a:pt x="5567" y="1621"/>
                    </a:cubicBezTo>
                    <a:cubicBezTo>
                      <a:pt x="5583" y="1665"/>
                      <a:pt x="5599" y="1703"/>
                      <a:pt x="5616" y="1746"/>
                    </a:cubicBezTo>
                    <a:cubicBezTo>
                      <a:pt x="5453" y="1828"/>
                      <a:pt x="5290" y="1915"/>
                      <a:pt x="5126" y="1996"/>
                    </a:cubicBezTo>
                    <a:cubicBezTo>
                      <a:pt x="5039" y="2034"/>
                      <a:pt x="4963" y="2083"/>
                      <a:pt x="4887" y="2143"/>
                    </a:cubicBezTo>
                    <a:cubicBezTo>
                      <a:pt x="4708" y="2062"/>
                      <a:pt x="4518" y="1996"/>
                      <a:pt x="4355" y="1898"/>
                    </a:cubicBezTo>
                    <a:cubicBezTo>
                      <a:pt x="4268" y="1850"/>
                      <a:pt x="4175" y="1812"/>
                      <a:pt x="4077" y="1795"/>
                    </a:cubicBezTo>
                    <a:cubicBezTo>
                      <a:pt x="3963" y="1752"/>
                      <a:pt x="3849" y="1719"/>
                      <a:pt x="3729" y="1692"/>
                    </a:cubicBezTo>
                    <a:cubicBezTo>
                      <a:pt x="3458" y="1638"/>
                      <a:pt x="3191" y="1572"/>
                      <a:pt x="2914" y="1534"/>
                    </a:cubicBezTo>
                    <a:cubicBezTo>
                      <a:pt x="2669" y="1502"/>
                      <a:pt x="2419" y="1502"/>
                      <a:pt x="2175" y="1474"/>
                    </a:cubicBezTo>
                    <a:cubicBezTo>
                      <a:pt x="2148" y="1470"/>
                      <a:pt x="2121" y="1469"/>
                      <a:pt x="2094" y="1469"/>
                    </a:cubicBezTo>
                    <a:cubicBezTo>
                      <a:pt x="2051" y="1469"/>
                      <a:pt x="2009" y="1473"/>
                      <a:pt x="1968" y="1480"/>
                    </a:cubicBezTo>
                    <a:cubicBezTo>
                      <a:pt x="2028" y="1420"/>
                      <a:pt x="2088" y="1366"/>
                      <a:pt x="2158" y="1317"/>
                    </a:cubicBezTo>
                    <a:cubicBezTo>
                      <a:pt x="2284" y="1230"/>
                      <a:pt x="2414" y="1143"/>
                      <a:pt x="2544" y="1056"/>
                    </a:cubicBezTo>
                    <a:cubicBezTo>
                      <a:pt x="2572" y="1056"/>
                      <a:pt x="2593" y="1045"/>
                      <a:pt x="2615" y="1034"/>
                    </a:cubicBezTo>
                    <a:cubicBezTo>
                      <a:pt x="2702" y="958"/>
                      <a:pt x="2843" y="936"/>
                      <a:pt x="2947" y="877"/>
                    </a:cubicBezTo>
                    <a:cubicBezTo>
                      <a:pt x="3072" y="811"/>
                      <a:pt x="3191" y="735"/>
                      <a:pt x="3316" y="675"/>
                    </a:cubicBezTo>
                    <a:cubicBezTo>
                      <a:pt x="3561" y="567"/>
                      <a:pt x="3811" y="485"/>
                      <a:pt x="4066" y="431"/>
                    </a:cubicBezTo>
                    <a:cubicBezTo>
                      <a:pt x="4113" y="420"/>
                      <a:pt x="4162" y="418"/>
                      <a:pt x="4213" y="418"/>
                    </a:cubicBezTo>
                    <a:cubicBezTo>
                      <a:pt x="4242" y="418"/>
                      <a:pt x="4271" y="418"/>
                      <a:pt x="4300" y="418"/>
                    </a:cubicBezTo>
                    <a:cubicBezTo>
                      <a:pt x="4344" y="418"/>
                      <a:pt x="4388" y="417"/>
                      <a:pt x="4431" y="409"/>
                    </a:cubicBezTo>
                    <a:cubicBezTo>
                      <a:pt x="4572" y="387"/>
                      <a:pt x="4719" y="387"/>
                      <a:pt x="4860" y="371"/>
                    </a:cubicBezTo>
                    <a:cubicBezTo>
                      <a:pt x="4933" y="368"/>
                      <a:pt x="5005" y="367"/>
                      <a:pt x="5077" y="367"/>
                    </a:cubicBezTo>
                    <a:close/>
                    <a:moveTo>
                      <a:pt x="8486" y="1912"/>
                    </a:moveTo>
                    <a:cubicBezTo>
                      <a:pt x="8531" y="1912"/>
                      <a:pt x="8577" y="1913"/>
                      <a:pt x="8622" y="1915"/>
                    </a:cubicBezTo>
                    <a:cubicBezTo>
                      <a:pt x="8736" y="1920"/>
                      <a:pt x="8839" y="1942"/>
                      <a:pt x="8948" y="1947"/>
                    </a:cubicBezTo>
                    <a:lnTo>
                      <a:pt x="9008" y="1947"/>
                    </a:lnTo>
                    <a:cubicBezTo>
                      <a:pt x="9062" y="2002"/>
                      <a:pt x="9116" y="2062"/>
                      <a:pt x="9165" y="2121"/>
                    </a:cubicBezTo>
                    <a:cubicBezTo>
                      <a:pt x="9116" y="2138"/>
                      <a:pt x="9062" y="2149"/>
                      <a:pt x="9018" y="2159"/>
                    </a:cubicBezTo>
                    <a:cubicBezTo>
                      <a:pt x="8921" y="2192"/>
                      <a:pt x="8828" y="2219"/>
                      <a:pt x="8730" y="2252"/>
                    </a:cubicBezTo>
                    <a:cubicBezTo>
                      <a:pt x="8551" y="2305"/>
                      <a:pt x="8349" y="2363"/>
                      <a:pt x="8157" y="2363"/>
                    </a:cubicBezTo>
                    <a:cubicBezTo>
                      <a:pt x="8134" y="2363"/>
                      <a:pt x="8111" y="2362"/>
                      <a:pt x="8089" y="2361"/>
                    </a:cubicBezTo>
                    <a:cubicBezTo>
                      <a:pt x="7714" y="2333"/>
                      <a:pt x="7344" y="2257"/>
                      <a:pt x="6991" y="2132"/>
                    </a:cubicBezTo>
                    <a:lnTo>
                      <a:pt x="7214" y="2089"/>
                    </a:lnTo>
                    <a:cubicBezTo>
                      <a:pt x="7448" y="2040"/>
                      <a:pt x="7687" y="2029"/>
                      <a:pt x="7915" y="1975"/>
                    </a:cubicBezTo>
                    <a:cubicBezTo>
                      <a:pt x="8104" y="1931"/>
                      <a:pt x="8296" y="1912"/>
                      <a:pt x="8486" y="1912"/>
                    </a:cubicBezTo>
                    <a:close/>
                    <a:moveTo>
                      <a:pt x="2013" y="2186"/>
                    </a:moveTo>
                    <a:cubicBezTo>
                      <a:pt x="2060" y="2186"/>
                      <a:pt x="2107" y="2188"/>
                      <a:pt x="2153" y="2192"/>
                    </a:cubicBezTo>
                    <a:cubicBezTo>
                      <a:pt x="2577" y="2203"/>
                      <a:pt x="3034" y="2230"/>
                      <a:pt x="3430" y="2382"/>
                    </a:cubicBezTo>
                    <a:cubicBezTo>
                      <a:pt x="3604" y="2442"/>
                      <a:pt x="3778" y="2518"/>
                      <a:pt x="3941" y="2611"/>
                    </a:cubicBezTo>
                    <a:lnTo>
                      <a:pt x="4105" y="2708"/>
                    </a:lnTo>
                    <a:lnTo>
                      <a:pt x="4105" y="2736"/>
                    </a:lnTo>
                    <a:cubicBezTo>
                      <a:pt x="3806" y="2991"/>
                      <a:pt x="3507" y="3236"/>
                      <a:pt x="3257" y="3535"/>
                    </a:cubicBezTo>
                    <a:cubicBezTo>
                      <a:pt x="3202" y="3605"/>
                      <a:pt x="3153" y="3665"/>
                      <a:pt x="3099" y="3736"/>
                    </a:cubicBezTo>
                    <a:lnTo>
                      <a:pt x="2974" y="3709"/>
                    </a:lnTo>
                    <a:cubicBezTo>
                      <a:pt x="2834" y="3691"/>
                      <a:pt x="2695" y="3680"/>
                      <a:pt x="2555" y="3680"/>
                    </a:cubicBezTo>
                    <a:cubicBezTo>
                      <a:pt x="2526" y="3680"/>
                      <a:pt x="2497" y="3680"/>
                      <a:pt x="2468" y="3681"/>
                    </a:cubicBezTo>
                    <a:cubicBezTo>
                      <a:pt x="2066" y="3687"/>
                      <a:pt x="1669" y="3790"/>
                      <a:pt x="1311" y="3975"/>
                    </a:cubicBezTo>
                    <a:cubicBezTo>
                      <a:pt x="1109" y="4078"/>
                      <a:pt x="914" y="4182"/>
                      <a:pt x="713" y="4285"/>
                    </a:cubicBezTo>
                    <a:cubicBezTo>
                      <a:pt x="658" y="4312"/>
                      <a:pt x="598" y="4339"/>
                      <a:pt x="544" y="4372"/>
                    </a:cubicBezTo>
                    <a:cubicBezTo>
                      <a:pt x="571" y="4268"/>
                      <a:pt x="604" y="4160"/>
                      <a:pt x="636" y="4056"/>
                    </a:cubicBezTo>
                    <a:cubicBezTo>
                      <a:pt x="723" y="3790"/>
                      <a:pt x="810" y="3529"/>
                      <a:pt x="903" y="3263"/>
                    </a:cubicBezTo>
                    <a:cubicBezTo>
                      <a:pt x="952" y="3127"/>
                      <a:pt x="1022" y="2997"/>
                      <a:pt x="1088" y="2866"/>
                    </a:cubicBezTo>
                    <a:cubicBezTo>
                      <a:pt x="1142" y="2746"/>
                      <a:pt x="1169" y="2632"/>
                      <a:pt x="1234" y="2518"/>
                    </a:cubicBezTo>
                    <a:cubicBezTo>
                      <a:pt x="1267" y="2458"/>
                      <a:pt x="1294" y="2393"/>
                      <a:pt x="1321" y="2328"/>
                    </a:cubicBezTo>
                    <a:cubicBezTo>
                      <a:pt x="1376" y="2301"/>
                      <a:pt x="1430" y="2284"/>
                      <a:pt x="1490" y="2268"/>
                    </a:cubicBezTo>
                    <a:cubicBezTo>
                      <a:pt x="1582" y="2257"/>
                      <a:pt x="1664" y="2219"/>
                      <a:pt x="1756" y="2203"/>
                    </a:cubicBezTo>
                    <a:cubicBezTo>
                      <a:pt x="1840" y="2192"/>
                      <a:pt x="1927" y="2186"/>
                      <a:pt x="2013" y="2186"/>
                    </a:cubicBezTo>
                    <a:close/>
                    <a:moveTo>
                      <a:pt x="2271" y="4402"/>
                    </a:moveTo>
                    <a:cubicBezTo>
                      <a:pt x="2386" y="4402"/>
                      <a:pt x="2502" y="4410"/>
                      <a:pt x="2615" y="4426"/>
                    </a:cubicBezTo>
                    <a:cubicBezTo>
                      <a:pt x="2610" y="4432"/>
                      <a:pt x="2610" y="4437"/>
                      <a:pt x="2604" y="4448"/>
                    </a:cubicBezTo>
                    <a:cubicBezTo>
                      <a:pt x="2512" y="4611"/>
                      <a:pt x="2398" y="4758"/>
                      <a:pt x="2316" y="4932"/>
                    </a:cubicBezTo>
                    <a:cubicBezTo>
                      <a:pt x="2218" y="5127"/>
                      <a:pt x="2131" y="5328"/>
                      <a:pt x="2028" y="5524"/>
                    </a:cubicBezTo>
                    <a:cubicBezTo>
                      <a:pt x="1854" y="5883"/>
                      <a:pt x="1713" y="6263"/>
                      <a:pt x="1615" y="6655"/>
                    </a:cubicBezTo>
                    <a:cubicBezTo>
                      <a:pt x="1544" y="6883"/>
                      <a:pt x="1463" y="7095"/>
                      <a:pt x="1425" y="7334"/>
                    </a:cubicBezTo>
                    <a:cubicBezTo>
                      <a:pt x="1387" y="7568"/>
                      <a:pt x="1354" y="7796"/>
                      <a:pt x="1338" y="8030"/>
                    </a:cubicBezTo>
                    <a:cubicBezTo>
                      <a:pt x="1327" y="8150"/>
                      <a:pt x="1327" y="8264"/>
                      <a:pt x="1332" y="8383"/>
                    </a:cubicBezTo>
                    <a:cubicBezTo>
                      <a:pt x="1338" y="8508"/>
                      <a:pt x="1370" y="8628"/>
                      <a:pt x="1381" y="8748"/>
                    </a:cubicBezTo>
                    <a:cubicBezTo>
                      <a:pt x="1381" y="8797"/>
                      <a:pt x="1387" y="8845"/>
                      <a:pt x="1392" y="8894"/>
                    </a:cubicBezTo>
                    <a:cubicBezTo>
                      <a:pt x="1370" y="8862"/>
                      <a:pt x="1354" y="8829"/>
                      <a:pt x="1332" y="8797"/>
                    </a:cubicBezTo>
                    <a:cubicBezTo>
                      <a:pt x="1196" y="8563"/>
                      <a:pt x="1104" y="8302"/>
                      <a:pt x="968" y="8063"/>
                    </a:cubicBezTo>
                    <a:cubicBezTo>
                      <a:pt x="838" y="7834"/>
                      <a:pt x="778" y="7590"/>
                      <a:pt x="675" y="7351"/>
                    </a:cubicBezTo>
                    <a:cubicBezTo>
                      <a:pt x="615" y="7215"/>
                      <a:pt x="571" y="7079"/>
                      <a:pt x="539" y="6943"/>
                    </a:cubicBezTo>
                    <a:cubicBezTo>
                      <a:pt x="495" y="6796"/>
                      <a:pt x="457" y="6644"/>
                      <a:pt x="430" y="6492"/>
                    </a:cubicBezTo>
                    <a:cubicBezTo>
                      <a:pt x="397" y="6220"/>
                      <a:pt x="381" y="5954"/>
                      <a:pt x="386" y="5682"/>
                    </a:cubicBezTo>
                    <a:cubicBezTo>
                      <a:pt x="386" y="5557"/>
                      <a:pt x="392" y="5437"/>
                      <a:pt x="397" y="5318"/>
                    </a:cubicBezTo>
                    <a:lnTo>
                      <a:pt x="430" y="5290"/>
                    </a:lnTo>
                    <a:cubicBezTo>
                      <a:pt x="479" y="5247"/>
                      <a:pt x="517" y="5198"/>
                      <a:pt x="560" y="5149"/>
                    </a:cubicBezTo>
                    <a:cubicBezTo>
                      <a:pt x="675" y="5029"/>
                      <a:pt x="794" y="4921"/>
                      <a:pt x="930" y="4828"/>
                    </a:cubicBezTo>
                    <a:cubicBezTo>
                      <a:pt x="1196" y="4649"/>
                      <a:pt x="1495" y="4519"/>
                      <a:pt x="1811" y="4448"/>
                    </a:cubicBezTo>
                    <a:cubicBezTo>
                      <a:pt x="1960" y="4417"/>
                      <a:pt x="2115" y="4402"/>
                      <a:pt x="2271" y="4402"/>
                    </a:cubicBezTo>
                    <a:close/>
                    <a:moveTo>
                      <a:pt x="6072" y="2366"/>
                    </a:moveTo>
                    <a:cubicBezTo>
                      <a:pt x="6159" y="2437"/>
                      <a:pt x="6252" y="2496"/>
                      <a:pt x="6339" y="2567"/>
                    </a:cubicBezTo>
                    <a:cubicBezTo>
                      <a:pt x="6513" y="2692"/>
                      <a:pt x="6725" y="2741"/>
                      <a:pt x="6909" y="2839"/>
                    </a:cubicBezTo>
                    <a:cubicBezTo>
                      <a:pt x="7083" y="2926"/>
                      <a:pt x="7268" y="2920"/>
                      <a:pt x="7453" y="2942"/>
                    </a:cubicBezTo>
                    <a:cubicBezTo>
                      <a:pt x="7517" y="2949"/>
                      <a:pt x="7580" y="2952"/>
                      <a:pt x="7644" y="2952"/>
                    </a:cubicBezTo>
                    <a:cubicBezTo>
                      <a:pt x="7819" y="2952"/>
                      <a:pt x="7995" y="2929"/>
                      <a:pt x="8170" y="2910"/>
                    </a:cubicBezTo>
                    <a:cubicBezTo>
                      <a:pt x="8301" y="2899"/>
                      <a:pt x="8431" y="2871"/>
                      <a:pt x="8556" y="2844"/>
                    </a:cubicBezTo>
                    <a:cubicBezTo>
                      <a:pt x="8616" y="2833"/>
                      <a:pt x="8676" y="2806"/>
                      <a:pt x="8736" y="2795"/>
                    </a:cubicBezTo>
                    <a:cubicBezTo>
                      <a:pt x="8796" y="2785"/>
                      <a:pt x="8839" y="2795"/>
                      <a:pt x="8888" y="2779"/>
                    </a:cubicBezTo>
                    <a:cubicBezTo>
                      <a:pt x="9018" y="2746"/>
                      <a:pt x="9149" y="2703"/>
                      <a:pt x="9279" y="2670"/>
                    </a:cubicBezTo>
                    <a:cubicBezTo>
                      <a:pt x="9355" y="2659"/>
                      <a:pt x="9432" y="2632"/>
                      <a:pt x="9502" y="2594"/>
                    </a:cubicBezTo>
                    <a:cubicBezTo>
                      <a:pt x="9589" y="2741"/>
                      <a:pt x="9671" y="2888"/>
                      <a:pt x="9752" y="3040"/>
                    </a:cubicBezTo>
                    <a:cubicBezTo>
                      <a:pt x="9818" y="3149"/>
                      <a:pt x="9877" y="3268"/>
                      <a:pt x="9926" y="3388"/>
                    </a:cubicBezTo>
                    <a:cubicBezTo>
                      <a:pt x="9981" y="3535"/>
                      <a:pt x="10019" y="3692"/>
                      <a:pt x="10057" y="3844"/>
                    </a:cubicBezTo>
                    <a:cubicBezTo>
                      <a:pt x="10133" y="4122"/>
                      <a:pt x="10231" y="4383"/>
                      <a:pt x="10242" y="4676"/>
                    </a:cubicBezTo>
                    <a:cubicBezTo>
                      <a:pt x="10258" y="4964"/>
                      <a:pt x="10263" y="5258"/>
                      <a:pt x="10252" y="5540"/>
                    </a:cubicBezTo>
                    <a:lnTo>
                      <a:pt x="10258" y="5540"/>
                    </a:lnTo>
                    <a:cubicBezTo>
                      <a:pt x="10247" y="5829"/>
                      <a:pt x="10165" y="6133"/>
                      <a:pt x="10106" y="6410"/>
                    </a:cubicBezTo>
                    <a:cubicBezTo>
                      <a:pt x="9975" y="6976"/>
                      <a:pt x="9790" y="7525"/>
                      <a:pt x="9557" y="8057"/>
                    </a:cubicBezTo>
                    <a:cubicBezTo>
                      <a:pt x="9448" y="8302"/>
                      <a:pt x="9247" y="8481"/>
                      <a:pt x="9111" y="8715"/>
                    </a:cubicBezTo>
                    <a:cubicBezTo>
                      <a:pt x="8980" y="8943"/>
                      <a:pt x="8812" y="9144"/>
                      <a:pt x="8611" y="9307"/>
                    </a:cubicBezTo>
                    <a:cubicBezTo>
                      <a:pt x="8285" y="9574"/>
                      <a:pt x="7931" y="9797"/>
                      <a:pt x="7556" y="9987"/>
                    </a:cubicBezTo>
                    <a:cubicBezTo>
                      <a:pt x="7567" y="9954"/>
                      <a:pt x="7578" y="9927"/>
                      <a:pt x="7594" y="9895"/>
                    </a:cubicBezTo>
                    <a:cubicBezTo>
                      <a:pt x="7676" y="9683"/>
                      <a:pt x="7757" y="9471"/>
                      <a:pt x="7828" y="9253"/>
                    </a:cubicBezTo>
                    <a:cubicBezTo>
                      <a:pt x="7899" y="9036"/>
                      <a:pt x="7964" y="8818"/>
                      <a:pt x="8035" y="8601"/>
                    </a:cubicBezTo>
                    <a:cubicBezTo>
                      <a:pt x="8105" y="8405"/>
                      <a:pt x="8160" y="8209"/>
                      <a:pt x="8203" y="8003"/>
                    </a:cubicBezTo>
                    <a:cubicBezTo>
                      <a:pt x="8219" y="7894"/>
                      <a:pt x="8252" y="7785"/>
                      <a:pt x="8268" y="7677"/>
                    </a:cubicBezTo>
                    <a:cubicBezTo>
                      <a:pt x="8279" y="7552"/>
                      <a:pt x="8279" y="7432"/>
                      <a:pt x="8274" y="7313"/>
                    </a:cubicBezTo>
                    <a:cubicBezTo>
                      <a:pt x="8274" y="7084"/>
                      <a:pt x="8257" y="6856"/>
                      <a:pt x="8225" y="6633"/>
                    </a:cubicBezTo>
                    <a:cubicBezTo>
                      <a:pt x="8225" y="6530"/>
                      <a:pt x="8209" y="6432"/>
                      <a:pt x="8187" y="6334"/>
                    </a:cubicBezTo>
                    <a:cubicBezTo>
                      <a:pt x="8160" y="6242"/>
                      <a:pt x="8132" y="6149"/>
                      <a:pt x="8116" y="6057"/>
                    </a:cubicBezTo>
                    <a:cubicBezTo>
                      <a:pt x="8062" y="5829"/>
                      <a:pt x="7986" y="5606"/>
                      <a:pt x="7882" y="5394"/>
                    </a:cubicBezTo>
                    <a:cubicBezTo>
                      <a:pt x="7790" y="5198"/>
                      <a:pt x="7676" y="5008"/>
                      <a:pt x="7583" y="4812"/>
                    </a:cubicBezTo>
                    <a:cubicBezTo>
                      <a:pt x="7496" y="4622"/>
                      <a:pt x="7339" y="4470"/>
                      <a:pt x="7214" y="4307"/>
                    </a:cubicBezTo>
                    <a:cubicBezTo>
                      <a:pt x="6947" y="3959"/>
                      <a:pt x="6665" y="3627"/>
                      <a:pt x="6388" y="3290"/>
                    </a:cubicBezTo>
                    <a:cubicBezTo>
                      <a:pt x="6252" y="3138"/>
                      <a:pt x="6105" y="3002"/>
                      <a:pt x="5947" y="2882"/>
                    </a:cubicBezTo>
                    <a:cubicBezTo>
                      <a:pt x="5833" y="2779"/>
                      <a:pt x="5714" y="2670"/>
                      <a:pt x="5588" y="2578"/>
                    </a:cubicBezTo>
                    <a:cubicBezTo>
                      <a:pt x="5692" y="2518"/>
                      <a:pt x="5800" y="2469"/>
                      <a:pt x="5909" y="2426"/>
                    </a:cubicBezTo>
                    <a:cubicBezTo>
                      <a:pt x="5964" y="2404"/>
                      <a:pt x="6018" y="2382"/>
                      <a:pt x="6072" y="2366"/>
                    </a:cubicBezTo>
                    <a:close/>
                    <a:moveTo>
                      <a:pt x="3229" y="4529"/>
                    </a:moveTo>
                    <a:cubicBezTo>
                      <a:pt x="3251" y="4540"/>
                      <a:pt x="3273" y="4557"/>
                      <a:pt x="3295" y="4567"/>
                    </a:cubicBezTo>
                    <a:cubicBezTo>
                      <a:pt x="3409" y="4638"/>
                      <a:pt x="3512" y="4747"/>
                      <a:pt x="3615" y="4834"/>
                    </a:cubicBezTo>
                    <a:cubicBezTo>
                      <a:pt x="3757" y="4937"/>
                      <a:pt x="3887" y="5051"/>
                      <a:pt x="3958" y="5220"/>
                    </a:cubicBezTo>
                    <a:cubicBezTo>
                      <a:pt x="4012" y="5377"/>
                      <a:pt x="4045" y="5546"/>
                      <a:pt x="4050" y="5709"/>
                    </a:cubicBezTo>
                    <a:cubicBezTo>
                      <a:pt x="4066" y="6057"/>
                      <a:pt x="3990" y="6416"/>
                      <a:pt x="3963" y="6758"/>
                    </a:cubicBezTo>
                    <a:cubicBezTo>
                      <a:pt x="3936" y="7095"/>
                      <a:pt x="3871" y="7432"/>
                      <a:pt x="3860" y="7764"/>
                    </a:cubicBezTo>
                    <a:cubicBezTo>
                      <a:pt x="3849" y="8095"/>
                      <a:pt x="3778" y="8421"/>
                      <a:pt x="3762" y="8753"/>
                    </a:cubicBezTo>
                    <a:cubicBezTo>
                      <a:pt x="3740" y="9128"/>
                      <a:pt x="3762" y="9503"/>
                      <a:pt x="3844" y="9873"/>
                    </a:cubicBezTo>
                    <a:cubicBezTo>
                      <a:pt x="3887" y="10058"/>
                      <a:pt x="3952" y="10232"/>
                      <a:pt x="4034" y="10400"/>
                    </a:cubicBezTo>
                    <a:cubicBezTo>
                      <a:pt x="4039" y="10416"/>
                      <a:pt x="4050" y="10433"/>
                      <a:pt x="4061" y="10444"/>
                    </a:cubicBezTo>
                    <a:lnTo>
                      <a:pt x="3974" y="10433"/>
                    </a:lnTo>
                    <a:lnTo>
                      <a:pt x="3979" y="10438"/>
                    </a:lnTo>
                    <a:cubicBezTo>
                      <a:pt x="3849" y="10411"/>
                      <a:pt x="3719" y="10384"/>
                      <a:pt x="3594" y="10351"/>
                    </a:cubicBezTo>
                    <a:cubicBezTo>
                      <a:pt x="3447" y="10313"/>
                      <a:pt x="3311" y="10248"/>
                      <a:pt x="3164" y="10204"/>
                    </a:cubicBezTo>
                    <a:cubicBezTo>
                      <a:pt x="3045" y="10172"/>
                      <a:pt x="2930" y="10134"/>
                      <a:pt x="2816" y="10085"/>
                    </a:cubicBezTo>
                    <a:cubicBezTo>
                      <a:pt x="2767" y="10058"/>
                      <a:pt x="2718" y="10025"/>
                      <a:pt x="2680" y="9982"/>
                    </a:cubicBezTo>
                    <a:cubicBezTo>
                      <a:pt x="2626" y="9949"/>
                      <a:pt x="2566" y="9916"/>
                      <a:pt x="2506" y="9895"/>
                    </a:cubicBezTo>
                    <a:cubicBezTo>
                      <a:pt x="2316" y="9797"/>
                      <a:pt x="2137" y="9683"/>
                      <a:pt x="1979" y="9541"/>
                    </a:cubicBezTo>
                    <a:cubicBezTo>
                      <a:pt x="1990" y="9389"/>
                      <a:pt x="1990" y="9231"/>
                      <a:pt x="1995" y="9074"/>
                    </a:cubicBezTo>
                    <a:cubicBezTo>
                      <a:pt x="1995" y="8835"/>
                      <a:pt x="1974" y="8579"/>
                      <a:pt x="2006" y="8340"/>
                    </a:cubicBezTo>
                    <a:cubicBezTo>
                      <a:pt x="2055" y="7954"/>
                      <a:pt x="2104" y="7573"/>
                      <a:pt x="2158" y="7188"/>
                    </a:cubicBezTo>
                    <a:cubicBezTo>
                      <a:pt x="2191" y="6986"/>
                      <a:pt x="2224" y="6774"/>
                      <a:pt x="2267" y="6579"/>
                    </a:cubicBezTo>
                    <a:cubicBezTo>
                      <a:pt x="2294" y="6486"/>
                      <a:pt x="2327" y="6394"/>
                      <a:pt x="2365" y="6307"/>
                    </a:cubicBezTo>
                    <a:cubicBezTo>
                      <a:pt x="2392" y="6204"/>
                      <a:pt x="2430" y="6106"/>
                      <a:pt x="2468" y="6008"/>
                    </a:cubicBezTo>
                    <a:cubicBezTo>
                      <a:pt x="2648" y="5665"/>
                      <a:pt x="2767" y="5290"/>
                      <a:pt x="2947" y="4948"/>
                    </a:cubicBezTo>
                    <a:cubicBezTo>
                      <a:pt x="2990" y="4883"/>
                      <a:pt x="3039" y="4817"/>
                      <a:pt x="3093" y="4763"/>
                    </a:cubicBezTo>
                    <a:cubicBezTo>
                      <a:pt x="3142" y="4692"/>
                      <a:pt x="3159" y="4611"/>
                      <a:pt x="3213" y="4546"/>
                    </a:cubicBezTo>
                    <a:lnTo>
                      <a:pt x="3229" y="4529"/>
                    </a:lnTo>
                    <a:close/>
                    <a:moveTo>
                      <a:pt x="6214" y="425"/>
                    </a:moveTo>
                    <a:cubicBezTo>
                      <a:pt x="6328" y="442"/>
                      <a:pt x="6442" y="453"/>
                      <a:pt x="6561" y="480"/>
                    </a:cubicBezTo>
                    <a:lnTo>
                      <a:pt x="6578" y="480"/>
                    </a:lnTo>
                    <a:cubicBezTo>
                      <a:pt x="6518" y="523"/>
                      <a:pt x="6453" y="567"/>
                      <a:pt x="6398" y="610"/>
                    </a:cubicBezTo>
                    <a:cubicBezTo>
                      <a:pt x="6246" y="724"/>
                      <a:pt x="6110" y="877"/>
                      <a:pt x="6067" y="1067"/>
                    </a:cubicBezTo>
                    <a:cubicBezTo>
                      <a:pt x="6040" y="1192"/>
                      <a:pt x="6045" y="1317"/>
                      <a:pt x="6083" y="1436"/>
                    </a:cubicBezTo>
                    <a:cubicBezTo>
                      <a:pt x="6099" y="1447"/>
                      <a:pt x="6116" y="1469"/>
                      <a:pt x="6127" y="1485"/>
                    </a:cubicBezTo>
                    <a:cubicBezTo>
                      <a:pt x="6159" y="1561"/>
                      <a:pt x="6197" y="1632"/>
                      <a:pt x="6241" y="1697"/>
                    </a:cubicBezTo>
                    <a:cubicBezTo>
                      <a:pt x="6284" y="1692"/>
                      <a:pt x="6328" y="1686"/>
                      <a:pt x="6371" y="1681"/>
                    </a:cubicBezTo>
                    <a:lnTo>
                      <a:pt x="6344" y="1643"/>
                    </a:lnTo>
                    <a:cubicBezTo>
                      <a:pt x="6404" y="1627"/>
                      <a:pt x="6458" y="1605"/>
                      <a:pt x="6513" y="1583"/>
                    </a:cubicBezTo>
                    <a:cubicBezTo>
                      <a:pt x="6730" y="1496"/>
                      <a:pt x="6958" y="1436"/>
                      <a:pt x="7192" y="1409"/>
                    </a:cubicBezTo>
                    <a:cubicBezTo>
                      <a:pt x="7426" y="1388"/>
                      <a:pt x="7649" y="1355"/>
                      <a:pt x="7882" y="1349"/>
                    </a:cubicBezTo>
                    <a:cubicBezTo>
                      <a:pt x="7942" y="1341"/>
                      <a:pt x="8002" y="1337"/>
                      <a:pt x="8062" y="1337"/>
                    </a:cubicBezTo>
                    <a:cubicBezTo>
                      <a:pt x="8122" y="1337"/>
                      <a:pt x="8181" y="1341"/>
                      <a:pt x="8241" y="1349"/>
                    </a:cubicBezTo>
                    <a:cubicBezTo>
                      <a:pt x="8301" y="1360"/>
                      <a:pt x="8361" y="1366"/>
                      <a:pt x="8415" y="1366"/>
                    </a:cubicBezTo>
                    <a:cubicBezTo>
                      <a:pt x="8518" y="1447"/>
                      <a:pt x="8611" y="1540"/>
                      <a:pt x="8703" y="1638"/>
                    </a:cubicBezTo>
                    <a:cubicBezTo>
                      <a:pt x="8752" y="1681"/>
                      <a:pt x="8796" y="1725"/>
                      <a:pt x="8839" y="1773"/>
                    </a:cubicBezTo>
                    <a:cubicBezTo>
                      <a:pt x="8785" y="1763"/>
                      <a:pt x="8730" y="1757"/>
                      <a:pt x="8676" y="1752"/>
                    </a:cubicBezTo>
                    <a:cubicBezTo>
                      <a:pt x="8621" y="1749"/>
                      <a:pt x="8566" y="1748"/>
                      <a:pt x="8511" y="1748"/>
                    </a:cubicBezTo>
                    <a:cubicBezTo>
                      <a:pt x="8340" y="1748"/>
                      <a:pt x="8171" y="1761"/>
                      <a:pt x="8002" y="1790"/>
                    </a:cubicBezTo>
                    <a:cubicBezTo>
                      <a:pt x="7611" y="1855"/>
                      <a:pt x="7208" y="1915"/>
                      <a:pt x="6822" y="2002"/>
                    </a:cubicBezTo>
                    <a:lnTo>
                      <a:pt x="6551" y="2083"/>
                    </a:lnTo>
                    <a:cubicBezTo>
                      <a:pt x="6583" y="2110"/>
                      <a:pt x="6616" y="2138"/>
                      <a:pt x="6654" y="2165"/>
                    </a:cubicBezTo>
                    <a:cubicBezTo>
                      <a:pt x="6670" y="2176"/>
                      <a:pt x="6687" y="2187"/>
                      <a:pt x="6703" y="2197"/>
                    </a:cubicBezTo>
                    <a:lnTo>
                      <a:pt x="6725" y="2192"/>
                    </a:lnTo>
                    <a:cubicBezTo>
                      <a:pt x="6871" y="2263"/>
                      <a:pt x="7024" y="2317"/>
                      <a:pt x="7181" y="2355"/>
                    </a:cubicBezTo>
                    <a:cubicBezTo>
                      <a:pt x="7453" y="2420"/>
                      <a:pt x="7725" y="2475"/>
                      <a:pt x="8002" y="2507"/>
                    </a:cubicBezTo>
                    <a:cubicBezTo>
                      <a:pt x="8049" y="2514"/>
                      <a:pt x="8096" y="2517"/>
                      <a:pt x="8143" y="2517"/>
                    </a:cubicBezTo>
                    <a:cubicBezTo>
                      <a:pt x="8336" y="2517"/>
                      <a:pt x="8530" y="2468"/>
                      <a:pt x="8714" y="2420"/>
                    </a:cubicBezTo>
                    <a:cubicBezTo>
                      <a:pt x="8839" y="2388"/>
                      <a:pt x="8959" y="2344"/>
                      <a:pt x="9078" y="2306"/>
                    </a:cubicBezTo>
                    <a:cubicBezTo>
                      <a:pt x="9138" y="2290"/>
                      <a:pt x="9198" y="2268"/>
                      <a:pt x="9252" y="2235"/>
                    </a:cubicBezTo>
                    <a:lnTo>
                      <a:pt x="9307" y="2306"/>
                    </a:lnTo>
                    <a:cubicBezTo>
                      <a:pt x="9345" y="2355"/>
                      <a:pt x="9383" y="2409"/>
                      <a:pt x="9415" y="2464"/>
                    </a:cubicBezTo>
                    <a:cubicBezTo>
                      <a:pt x="9214" y="2556"/>
                      <a:pt x="8959" y="2594"/>
                      <a:pt x="8752" y="2638"/>
                    </a:cubicBezTo>
                    <a:cubicBezTo>
                      <a:pt x="8529" y="2692"/>
                      <a:pt x="8306" y="2730"/>
                      <a:pt x="8084" y="2757"/>
                    </a:cubicBezTo>
                    <a:cubicBezTo>
                      <a:pt x="7953" y="2768"/>
                      <a:pt x="7823" y="2795"/>
                      <a:pt x="7692" y="2801"/>
                    </a:cubicBezTo>
                    <a:cubicBezTo>
                      <a:pt x="7567" y="2795"/>
                      <a:pt x="7442" y="2790"/>
                      <a:pt x="7317" y="2768"/>
                    </a:cubicBezTo>
                    <a:cubicBezTo>
                      <a:pt x="7203" y="2768"/>
                      <a:pt x="7089" y="2746"/>
                      <a:pt x="6985" y="2703"/>
                    </a:cubicBezTo>
                    <a:cubicBezTo>
                      <a:pt x="6904" y="2665"/>
                      <a:pt x="6822" y="2632"/>
                      <a:pt x="6741" y="2600"/>
                    </a:cubicBezTo>
                    <a:cubicBezTo>
                      <a:pt x="6567" y="2524"/>
                      <a:pt x="6398" y="2431"/>
                      <a:pt x="6246" y="2317"/>
                    </a:cubicBezTo>
                    <a:lnTo>
                      <a:pt x="6279" y="2312"/>
                    </a:lnTo>
                    <a:cubicBezTo>
                      <a:pt x="6241" y="2279"/>
                      <a:pt x="6203" y="2241"/>
                      <a:pt x="6176" y="2197"/>
                    </a:cubicBezTo>
                    <a:cubicBezTo>
                      <a:pt x="6040" y="2241"/>
                      <a:pt x="5904" y="2284"/>
                      <a:pt x="5762" y="2322"/>
                    </a:cubicBezTo>
                    <a:lnTo>
                      <a:pt x="5632" y="2377"/>
                    </a:lnTo>
                    <a:cubicBezTo>
                      <a:pt x="5624" y="2361"/>
                      <a:pt x="5604" y="2351"/>
                      <a:pt x="5586" y="2351"/>
                    </a:cubicBezTo>
                    <a:cubicBezTo>
                      <a:pt x="5579" y="2351"/>
                      <a:pt x="5573" y="2352"/>
                      <a:pt x="5567" y="2355"/>
                    </a:cubicBezTo>
                    <a:cubicBezTo>
                      <a:pt x="5545" y="2366"/>
                      <a:pt x="5529" y="2382"/>
                      <a:pt x="5512" y="2388"/>
                    </a:cubicBezTo>
                    <a:cubicBezTo>
                      <a:pt x="5491" y="2399"/>
                      <a:pt x="5463" y="2409"/>
                      <a:pt x="5436" y="2420"/>
                    </a:cubicBezTo>
                    <a:cubicBezTo>
                      <a:pt x="5393" y="2442"/>
                      <a:pt x="5360" y="2475"/>
                      <a:pt x="5338" y="2518"/>
                    </a:cubicBezTo>
                    <a:lnTo>
                      <a:pt x="5257" y="2567"/>
                    </a:lnTo>
                    <a:lnTo>
                      <a:pt x="5262" y="2573"/>
                    </a:lnTo>
                    <a:lnTo>
                      <a:pt x="5241" y="2589"/>
                    </a:lnTo>
                    <a:cubicBezTo>
                      <a:pt x="5284" y="2627"/>
                      <a:pt x="5322" y="2665"/>
                      <a:pt x="5360" y="2703"/>
                    </a:cubicBezTo>
                    <a:lnTo>
                      <a:pt x="5376" y="2692"/>
                    </a:lnTo>
                    <a:lnTo>
                      <a:pt x="5382" y="2692"/>
                    </a:lnTo>
                    <a:cubicBezTo>
                      <a:pt x="5404" y="2719"/>
                      <a:pt x="5431" y="2736"/>
                      <a:pt x="5458" y="2746"/>
                    </a:cubicBezTo>
                    <a:cubicBezTo>
                      <a:pt x="5474" y="2746"/>
                      <a:pt x="5485" y="2741"/>
                      <a:pt x="5496" y="2736"/>
                    </a:cubicBezTo>
                    <a:cubicBezTo>
                      <a:pt x="5534" y="2757"/>
                      <a:pt x="5572" y="2785"/>
                      <a:pt x="5605" y="2817"/>
                    </a:cubicBezTo>
                    <a:cubicBezTo>
                      <a:pt x="5773" y="2942"/>
                      <a:pt x="5936" y="3089"/>
                      <a:pt x="6094" y="3230"/>
                    </a:cubicBezTo>
                    <a:cubicBezTo>
                      <a:pt x="6235" y="3372"/>
                      <a:pt x="6360" y="3524"/>
                      <a:pt x="6480" y="3687"/>
                    </a:cubicBezTo>
                    <a:cubicBezTo>
                      <a:pt x="6621" y="3861"/>
                      <a:pt x="6768" y="4035"/>
                      <a:pt x="6909" y="4214"/>
                    </a:cubicBezTo>
                    <a:cubicBezTo>
                      <a:pt x="7018" y="4355"/>
                      <a:pt x="7121" y="4502"/>
                      <a:pt x="7246" y="4633"/>
                    </a:cubicBezTo>
                    <a:cubicBezTo>
                      <a:pt x="7393" y="4796"/>
                      <a:pt x="7469" y="4986"/>
                      <a:pt x="7573" y="5176"/>
                    </a:cubicBezTo>
                    <a:cubicBezTo>
                      <a:pt x="7681" y="5372"/>
                      <a:pt x="7774" y="5568"/>
                      <a:pt x="7850" y="5774"/>
                    </a:cubicBezTo>
                    <a:cubicBezTo>
                      <a:pt x="7920" y="5975"/>
                      <a:pt x="7948" y="6182"/>
                      <a:pt x="8013" y="6378"/>
                    </a:cubicBezTo>
                    <a:cubicBezTo>
                      <a:pt x="8035" y="6475"/>
                      <a:pt x="8051" y="6573"/>
                      <a:pt x="8051" y="6677"/>
                    </a:cubicBezTo>
                    <a:cubicBezTo>
                      <a:pt x="8073" y="6796"/>
                      <a:pt x="8094" y="6916"/>
                      <a:pt x="8100" y="7035"/>
                    </a:cubicBezTo>
                    <a:cubicBezTo>
                      <a:pt x="8122" y="7274"/>
                      <a:pt x="8111" y="7519"/>
                      <a:pt x="8073" y="7758"/>
                    </a:cubicBezTo>
                    <a:cubicBezTo>
                      <a:pt x="7969" y="8237"/>
                      <a:pt x="7823" y="8688"/>
                      <a:pt x="7676" y="9150"/>
                    </a:cubicBezTo>
                    <a:cubicBezTo>
                      <a:pt x="7605" y="9367"/>
                      <a:pt x="7524" y="9585"/>
                      <a:pt x="7442" y="9797"/>
                    </a:cubicBezTo>
                    <a:cubicBezTo>
                      <a:pt x="7399" y="9905"/>
                      <a:pt x="7333" y="10009"/>
                      <a:pt x="7284" y="10112"/>
                    </a:cubicBezTo>
                    <a:lnTo>
                      <a:pt x="7263" y="10123"/>
                    </a:lnTo>
                    <a:cubicBezTo>
                      <a:pt x="7132" y="10183"/>
                      <a:pt x="7024" y="10259"/>
                      <a:pt x="6882" y="10291"/>
                    </a:cubicBezTo>
                    <a:lnTo>
                      <a:pt x="6828" y="10308"/>
                    </a:lnTo>
                    <a:cubicBezTo>
                      <a:pt x="6844" y="10275"/>
                      <a:pt x="6866" y="10248"/>
                      <a:pt x="6888" y="10221"/>
                    </a:cubicBezTo>
                    <a:cubicBezTo>
                      <a:pt x="7018" y="10058"/>
                      <a:pt x="7127" y="9873"/>
                      <a:pt x="7208" y="9677"/>
                    </a:cubicBezTo>
                    <a:cubicBezTo>
                      <a:pt x="7382" y="9269"/>
                      <a:pt x="7496" y="8840"/>
                      <a:pt x="7545" y="8400"/>
                    </a:cubicBezTo>
                    <a:cubicBezTo>
                      <a:pt x="7589" y="7970"/>
                      <a:pt x="7643" y="7546"/>
                      <a:pt x="7556" y="7117"/>
                    </a:cubicBezTo>
                    <a:cubicBezTo>
                      <a:pt x="7513" y="6905"/>
                      <a:pt x="7415" y="6698"/>
                      <a:pt x="7361" y="6486"/>
                    </a:cubicBezTo>
                    <a:cubicBezTo>
                      <a:pt x="7301" y="6280"/>
                      <a:pt x="7274" y="6041"/>
                      <a:pt x="7170" y="5856"/>
                    </a:cubicBezTo>
                    <a:cubicBezTo>
                      <a:pt x="7083" y="5698"/>
                      <a:pt x="7062" y="5524"/>
                      <a:pt x="6985" y="5361"/>
                    </a:cubicBezTo>
                    <a:cubicBezTo>
                      <a:pt x="6888" y="5160"/>
                      <a:pt x="6735" y="4991"/>
                      <a:pt x="6621" y="4796"/>
                    </a:cubicBezTo>
                    <a:cubicBezTo>
                      <a:pt x="6529" y="4627"/>
                      <a:pt x="6415" y="4470"/>
                      <a:pt x="6284" y="4328"/>
                    </a:cubicBezTo>
                    <a:cubicBezTo>
                      <a:pt x="6132" y="4171"/>
                      <a:pt x="6034" y="3980"/>
                      <a:pt x="5882" y="3823"/>
                    </a:cubicBezTo>
                    <a:cubicBezTo>
                      <a:pt x="5583" y="3524"/>
                      <a:pt x="5213" y="3295"/>
                      <a:pt x="4887" y="3024"/>
                    </a:cubicBezTo>
                    <a:lnTo>
                      <a:pt x="4860" y="3024"/>
                    </a:lnTo>
                    <a:cubicBezTo>
                      <a:pt x="4850" y="2935"/>
                      <a:pt x="4769" y="2864"/>
                      <a:pt x="4680" y="2864"/>
                    </a:cubicBezTo>
                    <a:cubicBezTo>
                      <a:pt x="4671" y="2864"/>
                      <a:pt x="4662" y="2865"/>
                      <a:pt x="4654" y="2866"/>
                    </a:cubicBezTo>
                    <a:cubicBezTo>
                      <a:pt x="4583" y="2882"/>
                      <a:pt x="4523" y="2920"/>
                      <a:pt x="4474" y="2969"/>
                    </a:cubicBezTo>
                    <a:cubicBezTo>
                      <a:pt x="4382" y="3045"/>
                      <a:pt x="4284" y="3111"/>
                      <a:pt x="4197" y="3198"/>
                    </a:cubicBezTo>
                    <a:cubicBezTo>
                      <a:pt x="4083" y="3312"/>
                      <a:pt x="3979" y="3431"/>
                      <a:pt x="3887" y="3562"/>
                    </a:cubicBezTo>
                    <a:cubicBezTo>
                      <a:pt x="3811" y="3627"/>
                      <a:pt x="3740" y="3692"/>
                      <a:pt x="3670" y="3768"/>
                    </a:cubicBezTo>
                    <a:cubicBezTo>
                      <a:pt x="3637" y="3801"/>
                      <a:pt x="3604" y="3839"/>
                      <a:pt x="3577" y="3877"/>
                    </a:cubicBezTo>
                    <a:lnTo>
                      <a:pt x="3555" y="3872"/>
                    </a:lnTo>
                    <a:cubicBezTo>
                      <a:pt x="3539" y="3893"/>
                      <a:pt x="3523" y="3915"/>
                      <a:pt x="3507" y="3942"/>
                    </a:cubicBezTo>
                    <a:cubicBezTo>
                      <a:pt x="3561" y="3986"/>
                      <a:pt x="3615" y="4029"/>
                      <a:pt x="3664" y="4084"/>
                    </a:cubicBezTo>
                    <a:cubicBezTo>
                      <a:pt x="3675" y="4095"/>
                      <a:pt x="3686" y="4111"/>
                      <a:pt x="3686" y="4122"/>
                    </a:cubicBezTo>
                    <a:cubicBezTo>
                      <a:pt x="3811" y="4182"/>
                      <a:pt x="3925" y="4258"/>
                      <a:pt x="4023" y="4350"/>
                    </a:cubicBezTo>
                    <a:cubicBezTo>
                      <a:pt x="4066" y="4394"/>
                      <a:pt x="4115" y="4426"/>
                      <a:pt x="4159" y="4475"/>
                    </a:cubicBezTo>
                    <a:cubicBezTo>
                      <a:pt x="4197" y="4529"/>
                      <a:pt x="4230" y="4589"/>
                      <a:pt x="4251" y="4649"/>
                    </a:cubicBezTo>
                    <a:cubicBezTo>
                      <a:pt x="4349" y="4850"/>
                      <a:pt x="4469" y="5013"/>
                      <a:pt x="4528" y="5231"/>
                    </a:cubicBezTo>
                    <a:cubicBezTo>
                      <a:pt x="4583" y="5426"/>
                      <a:pt x="4615" y="5622"/>
                      <a:pt x="4632" y="5823"/>
                    </a:cubicBezTo>
                    <a:cubicBezTo>
                      <a:pt x="4632" y="5899"/>
                      <a:pt x="4643" y="5970"/>
                      <a:pt x="4654" y="6051"/>
                    </a:cubicBezTo>
                    <a:cubicBezTo>
                      <a:pt x="4670" y="6155"/>
                      <a:pt x="4643" y="6263"/>
                      <a:pt x="4654" y="6367"/>
                    </a:cubicBezTo>
                    <a:cubicBezTo>
                      <a:pt x="4670" y="6437"/>
                      <a:pt x="4686" y="6508"/>
                      <a:pt x="4692" y="6579"/>
                    </a:cubicBezTo>
                    <a:cubicBezTo>
                      <a:pt x="4692" y="6671"/>
                      <a:pt x="4686" y="6764"/>
                      <a:pt x="4686" y="6850"/>
                    </a:cubicBezTo>
                    <a:cubicBezTo>
                      <a:pt x="4670" y="7079"/>
                      <a:pt x="4637" y="7302"/>
                      <a:pt x="4594" y="7525"/>
                    </a:cubicBezTo>
                    <a:cubicBezTo>
                      <a:pt x="4577" y="7677"/>
                      <a:pt x="4550" y="7823"/>
                      <a:pt x="4512" y="7970"/>
                    </a:cubicBezTo>
                    <a:cubicBezTo>
                      <a:pt x="4463" y="8144"/>
                      <a:pt x="4436" y="8324"/>
                      <a:pt x="4436" y="8508"/>
                    </a:cubicBezTo>
                    <a:cubicBezTo>
                      <a:pt x="4436" y="8612"/>
                      <a:pt x="4403" y="8720"/>
                      <a:pt x="4403" y="8829"/>
                    </a:cubicBezTo>
                    <a:lnTo>
                      <a:pt x="4403" y="9106"/>
                    </a:lnTo>
                    <a:cubicBezTo>
                      <a:pt x="4393" y="9324"/>
                      <a:pt x="4414" y="9547"/>
                      <a:pt x="4458" y="9759"/>
                    </a:cubicBezTo>
                    <a:cubicBezTo>
                      <a:pt x="4496" y="9943"/>
                      <a:pt x="4507" y="10134"/>
                      <a:pt x="4594" y="10302"/>
                    </a:cubicBezTo>
                    <a:cubicBezTo>
                      <a:pt x="4632" y="10384"/>
                      <a:pt x="4659" y="10465"/>
                      <a:pt x="4702" y="10536"/>
                    </a:cubicBezTo>
                    <a:cubicBezTo>
                      <a:pt x="4577" y="10531"/>
                      <a:pt x="4458" y="10514"/>
                      <a:pt x="4338" y="10498"/>
                    </a:cubicBezTo>
                    <a:cubicBezTo>
                      <a:pt x="4355" y="10449"/>
                      <a:pt x="4322" y="10389"/>
                      <a:pt x="4268" y="10389"/>
                    </a:cubicBezTo>
                    <a:cubicBezTo>
                      <a:pt x="4186" y="10378"/>
                      <a:pt x="4170" y="10253"/>
                      <a:pt x="4143" y="10194"/>
                    </a:cubicBezTo>
                    <a:cubicBezTo>
                      <a:pt x="4105" y="10107"/>
                      <a:pt x="4066" y="10014"/>
                      <a:pt x="4039" y="9922"/>
                    </a:cubicBezTo>
                    <a:cubicBezTo>
                      <a:pt x="3985" y="9721"/>
                      <a:pt x="3958" y="9519"/>
                      <a:pt x="3947" y="9313"/>
                    </a:cubicBezTo>
                    <a:cubicBezTo>
                      <a:pt x="3936" y="8943"/>
                      <a:pt x="3947" y="8579"/>
                      <a:pt x="3985" y="8215"/>
                    </a:cubicBezTo>
                    <a:cubicBezTo>
                      <a:pt x="4045" y="7503"/>
                      <a:pt x="4115" y="6780"/>
                      <a:pt x="4202" y="6068"/>
                    </a:cubicBezTo>
                    <a:cubicBezTo>
                      <a:pt x="4240" y="5747"/>
                      <a:pt x="4230" y="5394"/>
                      <a:pt x="4083" y="5100"/>
                    </a:cubicBezTo>
                    <a:cubicBezTo>
                      <a:pt x="4012" y="4970"/>
                      <a:pt x="3914" y="4861"/>
                      <a:pt x="3800" y="4774"/>
                    </a:cubicBezTo>
                    <a:cubicBezTo>
                      <a:pt x="3675" y="4676"/>
                      <a:pt x="3555" y="4567"/>
                      <a:pt x="3430" y="4475"/>
                    </a:cubicBezTo>
                    <a:lnTo>
                      <a:pt x="3398" y="4453"/>
                    </a:lnTo>
                    <a:cubicBezTo>
                      <a:pt x="3387" y="4448"/>
                      <a:pt x="3376" y="4442"/>
                      <a:pt x="3365" y="4437"/>
                    </a:cubicBezTo>
                    <a:cubicBezTo>
                      <a:pt x="3316" y="4404"/>
                      <a:pt x="3262" y="4377"/>
                      <a:pt x="3213" y="4350"/>
                    </a:cubicBezTo>
                    <a:lnTo>
                      <a:pt x="3202" y="4355"/>
                    </a:lnTo>
                    <a:lnTo>
                      <a:pt x="3191" y="4355"/>
                    </a:lnTo>
                    <a:cubicBezTo>
                      <a:pt x="3131" y="4437"/>
                      <a:pt x="3077" y="4529"/>
                      <a:pt x="3028" y="4622"/>
                    </a:cubicBezTo>
                    <a:cubicBezTo>
                      <a:pt x="3023" y="4644"/>
                      <a:pt x="3001" y="4654"/>
                      <a:pt x="2979" y="4654"/>
                    </a:cubicBezTo>
                    <a:cubicBezTo>
                      <a:pt x="2740" y="4970"/>
                      <a:pt x="2582" y="5334"/>
                      <a:pt x="2441" y="5709"/>
                    </a:cubicBezTo>
                    <a:cubicBezTo>
                      <a:pt x="2387" y="5867"/>
                      <a:pt x="2311" y="6008"/>
                      <a:pt x="2256" y="6166"/>
                    </a:cubicBezTo>
                    <a:cubicBezTo>
                      <a:pt x="2180" y="6378"/>
                      <a:pt x="2120" y="6590"/>
                      <a:pt x="2082" y="6812"/>
                    </a:cubicBezTo>
                    <a:cubicBezTo>
                      <a:pt x="1995" y="7258"/>
                      <a:pt x="1930" y="7709"/>
                      <a:pt x="1876" y="8161"/>
                    </a:cubicBezTo>
                    <a:cubicBezTo>
                      <a:pt x="1832" y="8590"/>
                      <a:pt x="1827" y="9019"/>
                      <a:pt x="1865" y="9454"/>
                    </a:cubicBezTo>
                    <a:cubicBezTo>
                      <a:pt x="1751" y="9356"/>
                      <a:pt x="1648" y="9248"/>
                      <a:pt x="1555" y="9134"/>
                    </a:cubicBezTo>
                    <a:cubicBezTo>
                      <a:pt x="1555" y="9106"/>
                      <a:pt x="1555" y="9085"/>
                      <a:pt x="1555" y="9057"/>
                    </a:cubicBezTo>
                    <a:cubicBezTo>
                      <a:pt x="1555" y="8987"/>
                      <a:pt x="1528" y="8922"/>
                      <a:pt x="1528" y="8845"/>
                    </a:cubicBezTo>
                    <a:cubicBezTo>
                      <a:pt x="1517" y="8655"/>
                      <a:pt x="1484" y="8465"/>
                      <a:pt x="1490" y="8275"/>
                    </a:cubicBezTo>
                    <a:cubicBezTo>
                      <a:pt x="1495" y="8046"/>
                      <a:pt x="1517" y="7823"/>
                      <a:pt x="1555" y="7601"/>
                    </a:cubicBezTo>
                    <a:cubicBezTo>
                      <a:pt x="1577" y="7405"/>
                      <a:pt x="1615" y="7209"/>
                      <a:pt x="1664" y="7019"/>
                    </a:cubicBezTo>
                    <a:cubicBezTo>
                      <a:pt x="1696" y="6910"/>
                      <a:pt x="1745" y="6818"/>
                      <a:pt x="1778" y="6704"/>
                    </a:cubicBezTo>
                    <a:cubicBezTo>
                      <a:pt x="1800" y="6617"/>
                      <a:pt x="1821" y="6530"/>
                      <a:pt x="1854" y="6443"/>
                    </a:cubicBezTo>
                    <a:cubicBezTo>
                      <a:pt x="1930" y="6258"/>
                      <a:pt x="1968" y="6062"/>
                      <a:pt x="2050" y="5877"/>
                    </a:cubicBezTo>
                    <a:cubicBezTo>
                      <a:pt x="2131" y="5693"/>
                      <a:pt x="2235" y="5502"/>
                      <a:pt x="2322" y="5318"/>
                    </a:cubicBezTo>
                    <a:cubicBezTo>
                      <a:pt x="2414" y="5133"/>
                      <a:pt x="2490" y="4948"/>
                      <a:pt x="2588" y="4779"/>
                    </a:cubicBezTo>
                    <a:cubicBezTo>
                      <a:pt x="2610" y="4747"/>
                      <a:pt x="2637" y="4714"/>
                      <a:pt x="2659" y="4676"/>
                    </a:cubicBezTo>
                    <a:cubicBezTo>
                      <a:pt x="2724" y="4633"/>
                      <a:pt x="2762" y="4546"/>
                      <a:pt x="2805" y="4480"/>
                    </a:cubicBezTo>
                    <a:lnTo>
                      <a:pt x="2827" y="4459"/>
                    </a:lnTo>
                    <a:lnTo>
                      <a:pt x="2838" y="4459"/>
                    </a:lnTo>
                    <a:cubicBezTo>
                      <a:pt x="2860" y="4410"/>
                      <a:pt x="2887" y="4361"/>
                      <a:pt x="2914" y="4312"/>
                    </a:cubicBezTo>
                    <a:cubicBezTo>
                      <a:pt x="2909" y="4312"/>
                      <a:pt x="2898" y="4307"/>
                      <a:pt x="2892" y="4301"/>
                    </a:cubicBezTo>
                    <a:cubicBezTo>
                      <a:pt x="2892" y="4268"/>
                      <a:pt x="2881" y="4236"/>
                      <a:pt x="2865" y="4209"/>
                    </a:cubicBezTo>
                    <a:cubicBezTo>
                      <a:pt x="2850" y="4186"/>
                      <a:pt x="2825" y="4174"/>
                      <a:pt x="2798" y="4174"/>
                    </a:cubicBezTo>
                    <a:cubicBezTo>
                      <a:pt x="2786" y="4174"/>
                      <a:pt x="2774" y="4176"/>
                      <a:pt x="2762" y="4182"/>
                    </a:cubicBezTo>
                    <a:lnTo>
                      <a:pt x="2746" y="4192"/>
                    </a:lnTo>
                    <a:lnTo>
                      <a:pt x="2740" y="4192"/>
                    </a:lnTo>
                    <a:lnTo>
                      <a:pt x="2740" y="4198"/>
                    </a:lnTo>
                    <a:cubicBezTo>
                      <a:pt x="2680" y="4225"/>
                      <a:pt x="2615" y="4236"/>
                      <a:pt x="2550" y="4241"/>
                    </a:cubicBezTo>
                    <a:lnTo>
                      <a:pt x="2474" y="4247"/>
                    </a:lnTo>
                    <a:cubicBezTo>
                      <a:pt x="2415" y="4242"/>
                      <a:pt x="2356" y="4240"/>
                      <a:pt x="2298" y="4240"/>
                    </a:cubicBezTo>
                    <a:cubicBezTo>
                      <a:pt x="2063" y="4240"/>
                      <a:pt x="1831" y="4275"/>
                      <a:pt x="1609" y="4345"/>
                    </a:cubicBezTo>
                    <a:cubicBezTo>
                      <a:pt x="1272" y="4448"/>
                      <a:pt x="930" y="4600"/>
                      <a:pt x="675" y="4845"/>
                    </a:cubicBezTo>
                    <a:cubicBezTo>
                      <a:pt x="577" y="4937"/>
                      <a:pt x="495" y="5024"/>
                      <a:pt x="414" y="5116"/>
                    </a:cubicBezTo>
                    <a:cubicBezTo>
                      <a:pt x="430" y="4932"/>
                      <a:pt x="463" y="4747"/>
                      <a:pt x="501" y="4567"/>
                    </a:cubicBezTo>
                    <a:cubicBezTo>
                      <a:pt x="528" y="4540"/>
                      <a:pt x="555" y="4519"/>
                      <a:pt x="588" y="4497"/>
                    </a:cubicBezTo>
                    <a:cubicBezTo>
                      <a:pt x="756" y="4394"/>
                      <a:pt x="952" y="4328"/>
                      <a:pt x="1126" y="4236"/>
                    </a:cubicBezTo>
                    <a:cubicBezTo>
                      <a:pt x="1457" y="4051"/>
                      <a:pt x="1811" y="3926"/>
                      <a:pt x="2186" y="3861"/>
                    </a:cubicBezTo>
                    <a:cubicBezTo>
                      <a:pt x="2293" y="3841"/>
                      <a:pt x="2403" y="3831"/>
                      <a:pt x="2513" y="3831"/>
                    </a:cubicBezTo>
                    <a:cubicBezTo>
                      <a:pt x="2587" y="3831"/>
                      <a:pt x="2661" y="3836"/>
                      <a:pt x="2735" y="3844"/>
                    </a:cubicBezTo>
                    <a:lnTo>
                      <a:pt x="2751" y="3850"/>
                    </a:lnTo>
                    <a:cubicBezTo>
                      <a:pt x="2762" y="3844"/>
                      <a:pt x="2767" y="3844"/>
                      <a:pt x="2778" y="3844"/>
                    </a:cubicBezTo>
                    <a:cubicBezTo>
                      <a:pt x="2792" y="3844"/>
                      <a:pt x="2805" y="3843"/>
                      <a:pt x="2818" y="3843"/>
                    </a:cubicBezTo>
                    <a:cubicBezTo>
                      <a:pt x="2909" y="3843"/>
                      <a:pt x="3004" y="3859"/>
                      <a:pt x="3093" y="3883"/>
                    </a:cubicBezTo>
                    <a:cubicBezTo>
                      <a:pt x="3131" y="3888"/>
                      <a:pt x="3164" y="3899"/>
                      <a:pt x="3202" y="3915"/>
                    </a:cubicBezTo>
                    <a:cubicBezTo>
                      <a:pt x="3224" y="3888"/>
                      <a:pt x="3246" y="3866"/>
                      <a:pt x="3267" y="3839"/>
                    </a:cubicBezTo>
                    <a:cubicBezTo>
                      <a:pt x="3305" y="3828"/>
                      <a:pt x="3338" y="3806"/>
                      <a:pt x="3365" y="3779"/>
                    </a:cubicBezTo>
                    <a:cubicBezTo>
                      <a:pt x="3512" y="3627"/>
                      <a:pt x="3621" y="3431"/>
                      <a:pt x="3773" y="3274"/>
                    </a:cubicBezTo>
                    <a:cubicBezTo>
                      <a:pt x="3909" y="3132"/>
                      <a:pt x="4088" y="3040"/>
                      <a:pt x="4219" y="2893"/>
                    </a:cubicBezTo>
                    <a:cubicBezTo>
                      <a:pt x="4235" y="2877"/>
                      <a:pt x="4246" y="2861"/>
                      <a:pt x="4257" y="2844"/>
                    </a:cubicBezTo>
                    <a:lnTo>
                      <a:pt x="4278" y="2823"/>
                    </a:lnTo>
                    <a:lnTo>
                      <a:pt x="4295" y="2833"/>
                    </a:lnTo>
                    <a:cubicBezTo>
                      <a:pt x="4349" y="2779"/>
                      <a:pt x="4403" y="2730"/>
                      <a:pt x="4463" y="2676"/>
                    </a:cubicBezTo>
                    <a:cubicBezTo>
                      <a:pt x="4403" y="2654"/>
                      <a:pt x="4349" y="2621"/>
                      <a:pt x="4300" y="2578"/>
                    </a:cubicBezTo>
                    <a:lnTo>
                      <a:pt x="4262" y="2605"/>
                    </a:lnTo>
                    <a:cubicBezTo>
                      <a:pt x="4121" y="2513"/>
                      <a:pt x="3969" y="2426"/>
                      <a:pt x="3811" y="2355"/>
                    </a:cubicBezTo>
                    <a:cubicBezTo>
                      <a:pt x="3382" y="2170"/>
                      <a:pt x="2925" y="2062"/>
                      <a:pt x="2457" y="2040"/>
                    </a:cubicBezTo>
                    <a:cubicBezTo>
                      <a:pt x="2341" y="2032"/>
                      <a:pt x="2212" y="2023"/>
                      <a:pt x="2083" y="2023"/>
                    </a:cubicBezTo>
                    <a:cubicBezTo>
                      <a:pt x="1936" y="2023"/>
                      <a:pt x="1789" y="2035"/>
                      <a:pt x="1658" y="2072"/>
                    </a:cubicBezTo>
                    <a:cubicBezTo>
                      <a:pt x="1577" y="2100"/>
                      <a:pt x="1479" y="2121"/>
                      <a:pt x="1397" y="2154"/>
                    </a:cubicBezTo>
                    <a:cubicBezTo>
                      <a:pt x="1463" y="2034"/>
                      <a:pt x="1544" y="1931"/>
                      <a:pt x="1642" y="1844"/>
                    </a:cubicBezTo>
                    <a:cubicBezTo>
                      <a:pt x="1707" y="1784"/>
                      <a:pt x="1767" y="1714"/>
                      <a:pt x="1821" y="1643"/>
                    </a:cubicBezTo>
                    <a:lnTo>
                      <a:pt x="1838" y="1643"/>
                    </a:lnTo>
                    <a:cubicBezTo>
                      <a:pt x="1907" y="1638"/>
                      <a:pt x="1976" y="1615"/>
                      <a:pt x="2046" y="1615"/>
                    </a:cubicBezTo>
                    <a:cubicBezTo>
                      <a:pt x="2052" y="1615"/>
                      <a:pt x="2059" y="1615"/>
                      <a:pt x="2066" y="1616"/>
                    </a:cubicBezTo>
                    <a:cubicBezTo>
                      <a:pt x="2148" y="1616"/>
                      <a:pt x="2229" y="1643"/>
                      <a:pt x="2311" y="1648"/>
                    </a:cubicBezTo>
                    <a:cubicBezTo>
                      <a:pt x="2436" y="1665"/>
                      <a:pt x="2561" y="1659"/>
                      <a:pt x="2686" y="1665"/>
                    </a:cubicBezTo>
                    <a:cubicBezTo>
                      <a:pt x="3153" y="1703"/>
                      <a:pt x="3610" y="1833"/>
                      <a:pt x="4056" y="1958"/>
                    </a:cubicBezTo>
                    <a:cubicBezTo>
                      <a:pt x="4240" y="2023"/>
                      <a:pt x="4425" y="2100"/>
                      <a:pt x="4599" y="2192"/>
                    </a:cubicBezTo>
                    <a:cubicBezTo>
                      <a:pt x="4643" y="2208"/>
                      <a:pt x="4692" y="2230"/>
                      <a:pt x="4735" y="2252"/>
                    </a:cubicBezTo>
                    <a:lnTo>
                      <a:pt x="4713" y="2268"/>
                    </a:lnTo>
                    <a:cubicBezTo>
                      <a:pt x="4751" y="2301"/>
                      <a:pt x="4795" y="2328"/>
                      <a:pt x="4833" y="2361"/>
                    </a:cubicBezTo>
                    <a:lnTo>
                      <a:pt x="4849" y="2371"/>
                    </a:lnTo>
                    <a:cubicBezTo>
                      <a:pt x="4920" y="2322"/>
                      <a:pt x="5001" y="2284"/>
                      <a:pt x="5078" y="2246"/>
                    </a:cubicBezTo>
                    <a:lnTo>
                      <a:pt x="5061" y="2235"/>
                    </a:lnTo>
                    <a:cubicBezTo>
                      <a:pt x="5203" y="2143"/>
                      <a:pt x="5355" y="2062"/>
                      <a:pt x="5512" y="1991"/>
                    </a:cubicBezTo>
                    <a:cubicBezTo>
                      <a:pt x="5599" y="1937"/>
                      <a:pt x="5692" y="1893"/>
                      <a:pt x="5784" y="1850"/>
                    </a:cubicBezTo>
                    <a:cubicBezTo>
                      <a:pt x="5773" y="1790"/>
                      <a:pt x="5768" y="1730"/>
                      <a:pt x="5768" y="1670"/>
                    </a:cubicBezTo>
                    <a:lnTo>
                      <a:pt x="5746" y="1681"/>
                    </a:lnTo>
                    <a:cubicBezTo>
                      <a:pt x="5735" y="1659"/>
                      <a:pt x="5724" y="1638"/>
                      <a:pt x="5714" y="1621"/>
                    </a:cubicBezTo>
                    <a:cubicBezTo>
                      <a:pt x="5616" y="1377"/>
                      <a:pt x="5697" y="1089"/>
                      <a:pt x="5828" y="871"/>
                    </a:cubicBezTo>
                    <a:cubicBezTo>
                      <a:pt x="5904" y="757"/>
                      <a:pt x="5996" y="654"/>
                      <a:pt x="6099" y="561"/>
                    </a:cubicBezTo>
                    <a:cubicBezTo>
                      <a:pt x="6132" y="529"/>
                      <a:pt x="6170" y="474"/>
                      <a:pt x="6214" y="425"/>
                    </a:cubicBezTo>
                    <a:close/>
                    <a:moveTo>
                      <a:pt x="4713" y="3105"/>
                    </a:moveTo>
                    <a:lnTo>
                      <a:pt x="4719" y="3111"/>
                    </a:lnTo>
                    <a:cubicBezTo>
                      <a:pt x="4789" y="3170"/>
                      <a:pt x="4855" y="3225"/>
                      <a:pt x="4931" y="3279"/>
                    </a:cubicBezTo>
                    <a:cubicBezTo>
                      <a:pt x="5121" y="3404"/>
                      <a:pt x="5284" y="3556"/>
                      <a:pt x="5463" y="3698"/>
                    </a:cubicBezTo>
                    <a:cubicBezTo>
                      <a:pt x="5627" y="3812"/>
                      <a:pt x="5773" y="3948"/>
                      <a:pt x="5898" y="4100"/>
                    </a:cubicBezTo>
                    <a:cubicBezTo>
                      <a:pt x="5953" y="4171"/>
                      <a:pt x="5996" y="4252"/>
                      <a:pt x="6051" y="4328"/>
                    </a:cubicBezTo>
                    <a:cubicBezTo>
                      <a:pt x="6105" y="4404"/>
                      <a:pt x="6170" y="4464"/>
                      <a:pt x="6230" y="4535"/>
                    </a:cubicBezTo>
                    <a:cubicBezTo>
                      <a:pt x="6360" y="4682"/>
                      <a:pt x="6447" y="4856"/>
                      <a:pt x="6551" y="5024"/>
                    </a:cubicBezTo>
                    <a:cubicBezTo>
                      <a:pt x="6665" y="5203"/>
                      <a:pt x="6812" y="5361"/>
                      <a:pt x="6877" y="5573"/>
                    </a:cubicBezTo>
                    <a:cubicBezTo>
                      <a:pt x="6899" y="5649"/>
                      <a:pt x="6915" y="5731"/>
                      <a:pt x="6942" y="5801"/>
                    </a:cubicBezTo>
                    <a:cubicBezTo>
                      <a:pt x="6985" y="5888"/>
                      <a:pt x="7029" y="5970"/>
                      <a:pt x="7062" y="6057"/>
                    </a:cubicBezTo>
                    <a:cubicBezTo>
                      <a:pt x="7116" y="6253"/>
                      <a:pt x="7165" y="6454"/>
                      <a:pt x="7219" y="6649"/>
                    </a:cubicBezTo>
                    <a:cubicBezTo>
                      <a:pt x="7279" y="6845"/>
                      <a:pt x="7377" y="7041"/>
                      <a:pt x="7399" y="7247"/>
                    </a:cubicBezTo>
                    <a:cubicBezTo>
                      <a:pt x="7431" y="7470"/>
                      <a:pt x="7437" y="7698"/>
                      <a:pt x="7420" y="7927"/>
                    </a:cubicBezTo>
                    <a:cubicBezTo>
                      <a:pt x="7393" y="8383"/>
                      <a:pt x="7306" y="8829"/>
                      <a:pt x="7170" y="9269"/>
                    </a:cubicBezTo>
                    <a:cubicBezTo>
                      <a:pt x="7100" y="9503"/>
                      <a:pt x="7002" y="9731"/>
                      <a:pt x="6877" y="9949"/>
                    </a:cubicBezTo>
                    <a:cubicBezTo>
                      <a:pt x="6817" y="10036"/>
                      <a:pt x="6746" y="10117"/>
                      <a:pt x="6687" y="10204"/>
                    </a:cubicBezTo>
                    <a:lnTo>
                      <a:pt x="6687" y="10199"/>
                    </a:lnTo>
                    <a:cubicBezTo>
                      <a:pt x="6654" y="10242"/>
                      <a:pt x="6627" y="10324"/>
                      <a:pt x="6594" y="10384"/>
                    </a:cubicBezTo>
                    <a:cubicBezTo>
                      <a:pt x="6567" y="10395"/>
                      <a:pt x="6545" y="10400"/>
                      <a:pt x="6518" y="10405"/>
                    </a:cubicBezTo>
                    <a:cubicBezTo>
                      <a:pt x="6246" y="10476"/>
                      <a:pt x="5974" y="10509"/>
                      <a:pt x="5697" y="10558"/>
                    </a:cubicBezTo>
                    <a:cubicBezTo>
                      <a:pt x="5610" y="10572"/>
                      <a:pt x="5523" y="10578"/>
                      <a:pt x="5435" y="10578"/>
                    </a:cubicBezTo>
                    <a:cubicBezTo>
                      <a:pt x="5265" y="10578"/>
                      <a:pt x="5094" y="10558"/>
                      <a:pt x="4925" y="10547"/>
                    </a:cubicBezTo>
                    <a:cubicBezTo>
                      <a:pt x="4844" y="10433"/>
                      <a:pt x="4779" y="10302"/>
                      <a:pt x="4730" y="10172"/>
                    </a:cubicBezTo>
                    <a:cubicBezTo>
                      <a:pt x="4664" y="10003"/>
                      <a:pt x="4637" y="9791"/>
                      <a:pt x="4605" y="9612"/>
                    </a:cubicBezTo>
                    <a:cubicBezTo>
                      <a:pt x="4528" y="9226"/>
                      <a:pt x="4577" y="8813"/>
                      <a:pt x="4605" y="8421"/>
                    </a:cubicBezTo>
                    <a:cubicBezTo>
                      <a:pt x="4615" y="8226"/>
                      <a:pt x="4686" y="8046"/>
                      <a:pt x="4724" y="7856"/>
                    </a:cubicBezTo>
                    <a:cubicBezTo>
                      <a:pt x="4762" y="7666"/>
                      <a:pt x="4779" y="7481"/>
                      <a:pt x="4811" y="7296"/>
                    </a:cubicBezTo>
                    <a:cubicBezTo>
                      <a:pt x="4844" y="7095"/>
                      <a:pt x="4855" y="6899"/>
                      <a:pt x="4855" y="6698"/>
                    </a:cubicBezTo>
                    <a:cubicBezTo>
                      <a:pt x="4860" y="6524"/>
                      <a:pt x="4817" y="6367"/>
                      <a:pt x="4822" y="6193"/>
                    </a:cubicBezTo>
                    <a:cubicBezTo>
                      <a:pt x="4822" y="6100"/>
                      <a:pt x="4811" y="6008"/>
                      <a:pt x="4795" y="5916"/>
                    </a:cubicBezTo>
                    <a:cubicBezTo>
                      <a:pt x="4784" y="5829"/>
                      <a:pt x="4789" y="5742"/>
                      <a:pt x="4779" y="5660"/>
                    </a:cubicBezTo>
                    <a:cubicBezTo>
                      <a:pt x="4751" y="5464"/>
                      <a:pt x="4713" y="5269"/>
                      <a:pt x="4654" y="5084"/>
                    </a:cubicBezTo>
                    <a:cubicBezTo>
                      <a:pt x="4594" y="4899"/>
                      <a:pt x="4485" y="4752"/>
                      <a:pt x="4398" y="4584"/>
                    </a:cubicBezTo>
                    <a:cubicBezTo>
                      <a:pt x="4365" y="4524"/>
                      <a:pt x="4344" y="4459"/>
                      <a:pt x="4311" y="4399"/>
                    </a:cubicBezTo>
                    <a:cubicBezTo>
                      <a:pt x="4273" y="4345"/>
                      <a:pt x="4213" y="4317"/>
                      <a:pt x="4164" y="4268"/>
                    </a:cubicBezTo>
                    <a:cubicBezTo>
                      <a:pt x="4115" y="4214"/>
                      <a:pt x="4056" y="4160"/>
                      <a:pt x="4001" y="4111"/>
                    </a:cubicBezTo>
                    <a:cubicBezTo>
                      <a:pt x="3941" y="4073"/>
                      <a:pt x="3876" y="4035"/>
                      <a:pt x="3811" y="4002"/>
                    </a:cubicBezTo>
                    <a:lnTo>
                      <a:pt x="3719" y="3948"/>
                    </a:lnTo>
                    <a:cubicBezTo>
                      <a:pt x="3941" y="3714"/>
                      <a:pt x="4181" y="3497"/>
                      <a:pt x="4442" y="3301"/>
                    </a:cubicBezTo>
                    <a:cubicBezTo>
                      <a:pt x="4528" y="3230"/>
                      <a:pt x="4621" y="3170"/>
                      <a:pt x="4713" y="3105"/>
                    </a:cubicBezTo>
                    <a:close/>
                    <a:moveTo>
                      <a:pt x="5399" y="1"/>
                    </a:moveTo>
                    <a:cubicBezTo>
                      <a:pt x="5163" y="1"/>
                      <a:pt x="4927" y="14"/>
                      <a:pt x="4692" y="39"/>
                    </a:cubicBezTo>
                    <a:cubicBezTo>
                      <a:pt x="4420" y="72"/>
                      <a:pt x="4137" y="45"/>
                      <a:pt x="3882" y="137"/>
                    </a:cubicBezTo>
                    <a:cubicBezTo>
                      <a:pt x="3757" y="181"/>
                      <a:pt x="3626" y="197"/>
                      <a:pt x="3501" y="241"/>
                    </a:cubicBezTo>
                    <a:cubicBezTo>
                      <a:pt x="3343" y="295"/>
                      <a:pt x="3191" y="360"/>
                      <a:pt x="3050" y="436"/>
                    </a:cubicBezTo>
                    <a:cubicBezTo>
                      <a:pt x="2925" y="507"/>
                      <a:pt x="2816" y="588"/>
                      <a:pt x="2702" y="670"/>
                    </a:cubicBezTo>
                    <a:cubicBezTo>
                      <a:pt x="2610" y="719"/>
                      <a:pt x="2523" y="790"/>
                      <a:pt x="2447" y="866"/>
                    </a:cubicBezTo>
                    <a:cubicBezTo>
                      <a:pt x="2387" y="909"/>
                      <a:pt x="2322" y="953"/>
                      <a:pt x="2256" y="996"/>
                    </a:cubicBezTo>
                    <a:cubicBezTo>
                      <a:pt x="2148" y="1056"/>
                      <a:pt x="2039" y="1121"/>
                      <a:pt x="1941" y="1192"/>
                    </a:cubicBezTo>
                    <a:cubicBezTo>
                      <a:pt x="1816" y="1301"/>
                      <a:pt x="1696" y="1420"/>
                      <a:pt x="1582" y="1545"/>
                    </a:cubicBezTo>
                    <a:lnTo>
                      <a:pt x="1571" y="1545"/>
                    </a:lnTo>
                    <a:cubicBezTo>
                      <a:pt x="1555" y="1551"/>
                      <a:pt x="1550" y="1567"/>
                      <a:pt x="1550" y="1583"/>
                    </a:cubicBezTo>
                    <a:cubicBezTo>
                      <a:pt x="1495" y="1643"/>
                      <a:pt x="1436" y="1703"/>
                      <a:pt x="1376" y="1763"/>
                    </a:cubicBezTo>
                    <a:cubicBezTo>
                      <a:pt x="1175" y="1958"/>
                      <a:pt x="1093" y="2241"/>
                      <a:pt x="957" y="2480"/>
                    </a:cubicBezTo>
                    <a:cubicBezTo>
                      <a:pt x="892" y="2589"/>
                      <a:pt x="859" y="2703"/>
                      <a:pt x="794" y="2812"/>
                    </a:cubicBezTo>
                    <a:cubicBezTo>
                      <a:pt x="718" y="2937"/>
                      <a:pt x="653" y="3073"/>
                      <a:pt x="604" y="3214"/>
                    </a:cubicBezTo>
                    <a:cubicBezTo>
                      <a:pt x="408" y="3790"/>
                      <a:pt x="164" y="4366"/>
                      <a:pt x="98" y="4981"/>
                    </a:cubicBezTo>
                    <a:cubicBezTo>
                      <a:pt x="33" y="5535"/>
                      <a:pt x="0" y="6149"/>
                      <a:pt x="131" y="6698"/>
                    </a:cubicBezTo>
                    <a:cubicBezTo>
                      <a:pt x="196" y="6992"/>
                      <a:pt x="289" y="7285"/>
                      <a:pt x="408" y="7563"/>
                    </a:cubicBezTo>
                    <a:cubicBezTo>
                      <a:pt x="463" y="7693"/>
                      <a:pt x="495" y="7829"/>
                      <a:pt x="549" y="7959"/>
                    </a:cubicBezTo>
                    <a:cubicBezTo>
                      <a:pt x="604" y="8084"/>
                      <a:pt x="664" y="8204"/>
                      <a:pt x="734" y="8318"/>
                    </a:cubicBezTo>
                    <a:cubicBezTo>
                      <a:pt x="881" y="8585"/>
                      <a:pt x="973" y="8873"/>
                      <a:pt x="1147" y="9128"/>
                    </a:cubicBezTo>
                    <a:cubicBezTo>
                      <a:pt x="1316" y="9378"/>
                      <a:pt x="1523" y="9601"/>
                      <a:pt x="1762" y="9786"/>
                    </a:cubicBezTo>
                    <a:cubicBezTo>
                      <a:pt x="1870" y="9873"/>
                      <a:pt x="1990" y="9949"/>
                      <a:pt x="2099" y="10036"/>
                    </a:cubicBezTo>
                    <a:cubicBezTo>
                      <a:pt x="2207" y="10107"/>
                      <a:pt x="2322" y="10172"/>
                      <a:pt x="2441" y="10221"/>
                    </a:cubicBezTo>
                    <a:cubicBezTo>
                      <a:pt x="2544" y="10280"/>
                      <a:pt x="2615" y="10367"/>
                      <a:pt x="2735" y="10405"/>
                    </a:cubicBezTo>
                    <a:cubicBezTo>
                      <a:pt x="2881" y="10454"/>
                      <a:pt x="3028" y="10498"/>
                      <a:pt x="3170" y="10552"/>
                    </a:cubicBezTo>
                    <a:cubicBezTo>
                      <a:pt x="3463" y="10650"/>
                      <a:pt x="3762" y="10732"/>
                      <a:pt x="4066" y="10797"/>
                    </a:cubicBezTo>
                    <a:cubicBezTo>
                      <a:pt x="4360" y="10862"/>
                      <a:pt x="4664" y="10862"/>
                      <a:pt x="4963" y="10900"/>
                    </a:cubicBezTo>
                    <a:cubicBezTo>
                      <a:pt x="5099" y="10919"/>
                      <a:pt x="5236" y="10929"/>
                      <a:pt x="5374" y="10929"/>
                    </a:cubicBezTo>
                    <a:cubicBezTo>
                      <a:pt x="5546" y="10929"/>
                      <a:pt x="5718" y="10914"/>
                      <a:pt x="5887" y="10884"/>
                    </a:cubicBezTo>
                    <a:cubicBezTo>
                      <a:pt x="6023" y="10857"/>
                      <a:pt x="6159" y="10868"/>
                      <a:pt x="6295" y="10835"/>
                    </a:cubicBezTo>
                    <a:cubicBezTo>
                      <a:pt x="6447" y="10808"/>
                      <a:pt x="6594" y="10770"/>
                      <a:pt x="6735" y="10721"/>
                    </a:cubicBezTo>
                    <a:cubicBezTo>
                      <a:pt x="6871" y="10666"/>
                      <a:pt x="7013" y="10650"/>
                      <a:pt x="7143" y="10596"/>
                    </a:cubicBezTo>
                    <a:cubicBezTo>
                      <a:pt x="7279" y="10541"/>
                      <a:pt x="7399" y="10465"/>
                      <a:pt x="7529" y="10405"/>
                    </a:cubicBezTo>
                    <a:cubicBezTo>
                      <a:pt x="7790" y="10291"/>
                      <a:pt x="8040" y="10155"/>
                      <a:pt x="8279" y="9998"/>
                    </a:cubicBezTo>
                    <a:cubicBezTo>
                      <a:pt x="8524" y="9846"/>
                      <a:pt x="8758" y="9672"/>
                      <a:pt x="8975" y="9481"/>
                    </a:cubicBezTo>
                    <a:cubicBezTo>
                      <a:pt x="9187" y="9286"/>
                      <a:pt x="9334" y="9052"/>
                      <a:pt x="9486" y="8813"/>
                    </a:cubicBezTo>
                    <a:cubicBezTo>
                      <a:pt x="9557" y="8704"/>
                      <a:pt x="9649" y="8606"/>
                      <a:pt x="9725" y="8508"/>
                    </a:cubicBezTo>
                    <a:cubicBezTo>
                      <a:pt x="9818" y="8383"/>
                      <a:pt x="9888" y="8247"/>
                      <a:pt x="9943" y="8101"/>
                    </a:cubicBezTo>
                    <a:cubicBezTo>
                      <a:pt x="10057" y="7823"/>
                      <a:pt x="10160" y="7541"/>
                      <a:pt x="10258" y="7253"/>
                    </a:cubicBezTo>
                    <a:cubicBezTo>
                      <a:pt x="10361" y="6943"/>
                      <a:pt x="10448" y="6628"/>
                      <a:pt x="10508" y="6307"/>
                    </a:cubicBezTo>
                    <a:cubicBezTo>
                      <a:pt x="10573" y="5997"/>
                      <a:pt x="10638" y="5687"/>
                      <a:pt x="10622" y="5377"/>
                    </a:cubicBezTo>
                    <a:cubicBezTo>
                      <a:pt x="10606" y="5068"/>
                      <a:pt x="10633" y="4763"/>
                      <a:pt x="10595" y="4453"/>
                    </a:cubicBezTo>
                    <a:cubicBezTo>
                      <a:pt x="10551" y="4149"/>
                      <a:pt x="10448" y="3850"/>
                      <a:pt x="10361" y="3551"/>
                    </a:cubicBezTo>
                    <a:cubicBezTo>
                      <a:pt x="10280" y="3247"/>
                      <a:pt x="10138" y="2986"/>
                      <a:pt x="9997" y="2708"/>
                    </a:cubicBezTo>
                    <a:cubicBezTo>
                      <a:pt x="9856" y="2437"/>
                      <a:pt x="9687" y="2181"/>
                      <a:pt x="9497" y="1947"/>
                    </a:cubicBezTo>
                    <a:cubicBezTo>
                      <a:pt x="9116" y="1469"/>
                      <a:pt x="8654" y="1007"/>
                      <a:pt x="8122" y="703"/>
                    </a:cubicBezTo>
                    <a:cubicBezTo>
                      <a:pt x="7882" y="567"/>
                      <a:pt x="7627" y="458"/>
                      <a:pt x="7377" y="338"/>
                    </a:cubicBezTo>
                    <a:cubicBezTo>
                      <a:pt x="7100" y="219"/>
                      <a:pt x="6806" y="137"/>
                      <a:pt x="6502" y="99"/>
                    </a:cubicBezTo>
                    <a:cubicBezTo>
                      <a:pt x="6137" y="33"/>
                      <a:pt x="5768" y="1"/>
                      <a:pt x="53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20"/>
              <p:cNvSpPr/>
              <p:nvPr/>
            </p:nvSpPr>
            <p:spPr>
              <a:xfrm>
                <a:off x="5592650" y="2338550"/>
                <a:ext cx="6150" cy="15350"/>
              </a:xfrm>
              <a:custGeom>
                <a:rect b="b" l="l" r="r" t="t"/>
                <a:pathLst>
                  <a:path extrusionOk="0" h="614" w="246">
                    <a:moveTo>
                      <a:pt x="150" y="0"/>
                    </a:moveTo>
                    <a:cubicBezTo>
                      <a:pt x="116" y="0"/>
                      <a:pt x="84" y="22"/>
                      <a:pt x="87" y="67"/>
                    </a:cubicBezTo>
                    <a:cubicBezTo>
                      <a:pt x="87" y="89"/>
                      <a:pt x="60" y="116"/>
                      <a:pt x="54" y="138"/>
                    </a:cubicBezTo>
                    <a:cubicBezTo>
                      <a:pt x="38" y="171"/>
                      <a:pt x="33" y="203"/>
                      <a:pt x="22" y="236"/>
                    </a:cubicBezTo>
                    <a:cubicBezTo>
                      <a:pt x="11" y="279"/>
                      <a:pt x="6" y="323"/>
                      <a:pt x="6" y="372"/>
                    </a:cubicBezTo>
                    <a:cubicBezTo>
                      <a:pt x="0" y="470"/>
                      <a:pt x="16" y="573"/>
                      <a:pt x="125" y="611"/>
                    </a:cubicBezTo>
                    <a:cubicBezTo>
                      <a:pt x="131" y="612"/>
                      <a:pt x="137" y="613"/>
                      <a:pt x="142" y="613"/>
                    </a:cubicBezTo>
                    <a:cubicBezTo>
                      <a:pt x="204" y="613"/>
                      <a:pt x="246" y="536"/>
                      <a:pt x="196" y="486"/>
                    </a:cubicBezTo>
                    <a:cubicBezTo>
                      <a:pt x="158" y="448"/>
                      <a:pt x="174" y="350"/>
                      <a:pt x="174" y="307"/>
                    </a:cubicBezTo>
                    <a:cubicBezTo>
                      <a:pt x="179" y="263"/>
                      <a:pt x="185" y="220"/>
                      <a:pt x="196" y="182"/>
                    </a:cubicBezTo>
                    <a:cubicBezTo>
                      <a:pt x="212" y="138"/>
                      <a:pt x="234" y="116"/>
                      <a:pt x="228" y="67"/>
                    </a:cubicBezTo>
                    <a:cubicBezTo>
                      <a:pt x="223" y="23"/>
                      <a:pt x="185" y="0"/>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20"/>
              <p:cNvSpPr/>
              <p:nvPr/>
            </p:nvSpPr>
            <p:spPr>
              <a:xfrm>
                <a:off x="5599575" y="2342625"/>
                <a:ext cx="6950" cy="14575"/>
              </a:xfrm>
              <a:custGeom>
                <a:rect b="b" l="l" r="r" t="t"/>
                <a:pathLst>
                  <a:path extrusionOk="0" h="583" w="278">
                    <a:moveTo>
                      <a:pt x="101" y="1"/>
                    </a:moveTo>
                    <a:cubicBezTo>
                      <a:pt x="70" y="1"/>
                      <a:pt x="38" y="21"/>
                      <a:pt x="38" y="62"/>
                    </a:cubicBezTo>
                    <a:cubicBezTo>
                      <a:pt x="38" y="100"/>
                      <a:pt x="17" y="138"/>
                      <a:pt x="11" y="176"/>
                    </a:cubicBezTo>
                    <a:cubicBezTo>
                      <a:pt x="6" y="231"/>
                      <a:pt x="0" y="290"/>
                      <a:pt x="0" y="345"/>
                    </a:cubicBezTo>
                    <a:cubicBezTo>
                      <a:pt x="0" y="425"/>
                      <a:pt x="28" y="582"/>
                      <a:pt x="133" y="582"/>
                    </a:cubicBezTo>
                    <a:cubicBezTo>
                      <a:pt x="143" y="582"/>
                      <a:pt x="153" y="581"/>
                      <a:pt x="163" y="578"/>
                    </a:cubicBezTo>
                    <a:cubicBezTo>
                      <a:pt x="278" y="546"/>
                      <a:pt x="201" y="426"/>
                      <a:pt x="191" y="350"/>
                    </a:cubicBezTo>
                    <a:cubicBezTo>
                      <a:pt x="180" y="258"/>
                      <a:pt x="169" y="154"/>
                      <a:pt x="163" y="62"/>
                    </a:cubicBezTo>
                    <a:cubicBezTo>
                      <a:pt x="163" y="21"/>
                      <a:pt x="132" y="1"/>
                      <a:pt x="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20"/>
              <p:cNvSpPr/>
              <p:nvPr/>
            </p:nvSpPr>
            <p:spPr>
              <a:xfrm>
                <a:off x="5605675" y="2347050"/>
                <a:ext cx="7500" cy="13450"/>
              </a:xfrm>
              <a:custGeom>
                <a:rect b="b" l="l" r="r" t="t"/>
                <a:pathLst>
                  <a:path extrusionOk="0" h="538" w="300">
                    <a:moveTo>
                      <a:pt x="142" y="1"/>
                    </a:moveTo>
                    <a:cubicBezTo>
                      <a:pt x="111" y="1"/>
                      <a:pt x="80" y="18"/>
                      <a:pt x="66" y="54"/>
                    </a:cubicBezTo>
                    <a:cubicBezTo>
                      <a:pt x="44" y="200"/>
                      <a:pt x="1" y="537"/>
                      <a:pt x="240" y="537"/>
                    </a:cubicBezTo>
                    <a:cubicBezTo>
                      <a:pt x="273" y="537"/>
                      <a:pt x="300" y="505"/>
                      <a:pt x="289" y="472"/>
                    </a:cubicBezTo>
                    <a:cubicBezTo>
                      <a:pt x="278" y="401"/>
                      <a:pt x="246" y="342"/>
                      <a:pt x="235" y="276"/>
                    </a:cubicBezTo>
                    <a:cubicBezTo>
                      <a:pt x="224" y="206"/>
                      <a:pt x="229" y="130"/>
                      <a:pt x="218" y="54"/>
                    </a:cubicBezTo>
                    <a:cubicBezTo>
                      <a:pt x="205" y="18"/>
                      <a:pt x="174"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20"/>
              <p:cNvSpPr/>
              <p:nvPr/>
            </p:nvSpPr>
            <p:spPr>
              <a:xfrm>
                <a:off x="5658550" y="2355475"/>
                <a:ext cx="7175" cy="14200"/>
              </a:xfrm>
              <a:custGeom>
                <a:rect b="b" l="l" r="r" t="t"/>
                <a:pathLst>
                  <a:path extrusionOk="0" h="568" w="287">
                    <a:moveTo>
                      <a:pt x="85" y="1"/>
                    </a:moveTo>
                    <a:cubicBezTo>
                      <a:pt x="43" y="1"/>
                      <a:pt x="0" y="29"/>
                      <a:pt x="0" y="86"/>
                    </a:cubicBezTo>
                    <a:cubicBezTo>
                      <a:pt x="0" y="157"/>
                      <a:pt x="17" y="228"/>
                      <a:pt x="22" y="298"/>
                    </a:cubicBezTo>
                    <a:cubicBezTo>
                      <a:pt x="33" y="369"/>
                      <a:pt x="55" y="434"/>
                      <a:pt x="82" y="499"/>
                    </a:cubicBezTo>
                    <a:cubicBezTo>
                      <a:pt x="95" y="547"/>
                      <a:pt x="132" y="568"/>
                      <a:pt x="170" y="568"/>
                    </a:cubicBezTo>
                    <a:cubicBezTo>
                      <a:pt x="227" y="568"/>
                      <a:pt x="286" y="520"/>
                      <a:pt x="267" y="445"/>
                    </a:cubicBezTo>
                    <a:cubicBezTo>
                      <a:pt x="251" y="385"/>
                      <a:pt x="218" y="336"/>
                      <a:pt x="207" y="276"/>
                    </a:cubicBezTo>
                    <a:cubicBezTo>
                      <a:pt x="191" y="211"/>
                      <a:pt x="174" y="151"/>
                      <a:pt x="169" y="86"/>
                    </a:cubicBezTo>
                    <a:cubicBezTo>
                      <a:pt x="169" y="29"/>
                      <a:pt x="127"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20"/>
              <p:cNvSpPr/>
              <p:nvPr/>
            </p:nvSpPr>
            <p:spPr>
              <a:xfrm>
                <a:off x="5667250" y="2355725"/>
                <a:ext cx="5725" cy="13025"/>
              </a:xfrm>
              <a:custGeom>
                <a:rect b="b" l="l" r="r" t="t"/>
                <a:pathLst>
                  <a:path extrusionOk="0" h="521" w="229">
                    <a:moveTo>
                      <a:pt x="117" y="0"/>
                    </a:moveTo>
                    <a:cubicBezTo>
                      <a:pt x="64" y="0"/>
                      <a:pt x="17" y="63"/>
                      <a:pt x="51" y="119"/>
                    </a:cubicBezTo>
                    <a:lnTo>
                      <a:pt x="51" y="119"/>
                    </a:lnTo>
                    <a:cubicBezTo>
                      <a:pt x="48" y="113"/>
                      <a:pt x="47" y="111"/>
                      <a:pt x="47" y="111"/>
                    </a:cubicBezTo>
                    <a:lnTo>
                      <a:pt x="47" y="111"/>
                    </a:lnTo>
                    <a:cubicBezTo>
                      <a:pt x="46" y="111"/>
                      <a:pt x="49" y="119"/>
                      <a:pt x="49" y="136"/>
                    </a:cubicBezTo>
                    <a:cubicBezTo>
                      <a:pt x="49" y="152"/>
                      <a:pt x="49" y="163"/>
                      <a:pt x="44" y="180"/>
                    </a:cubicBezTo>
                    <a:cubicBezTo>
                      <a:pt x="38" y="212"/>
                      <a:pt x="28" y="245"/>
                      <a:pt x="22" y="283"/>
                    </a:cubicBezTo>
                    <a:cubicBezTo>
                      <a:pt x="11" y="348"/>
                      <a:pt x="0" y="446"/>
                      <a:pt x="55" y="495"/>
                    </a:cubicBezTo>
                    <a:cubicBezTo>
                      <a:pt x="72" y="512"/>
                      <a:pt x="94" y="520"/>
                      <a:pt x="115" y="520"/>
                    </a:cubicBezTo>
                    <a:cubicBezTo>
                      <a:pt x="159" y="520"/>
                      <a:pt x="201" y="486"/>
                      <a:pt x="201" y="435"/>
                    </a:cubicBezTo>
                    <a:lnTo>
                      <a:pt x="201" y="348"/>
                    </a:lnTo>
                    <a:cubicBezTo>
                      <a:pt x="201" y="310"/>
                      <a:pt x="212" y="266"/>
                      <a:pt x="218" y="223"/>
                    </a:cubicBezTo>
                    <a:cubicBezTo>
                      <a:pt x="229" y="152"/>
                      <a:pt x="212" y="76"/>
                      <a:pt x="169" y="22"/>
                    </a:cubicBezTo>
                    <a:cubicBezTo>
                      <a:pt x="153" y="7"/>
                      <a:pt x="135"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20"/>
              <p:cNvSpPr/>
              <p:nvPr/>
            </p:nvSpPr>
            <p:spPr>
              <a:xfrm>
                <a:off x="5675675" y="2359250"/>
                <a:ext cx="6050" cy="10225"/>
              </a:xfrm>
              <a:custGeom>
                <a:rect b="b" l="l" r="r" t="t"/>
                <a:pathLst>
                  <a:path extrusionOk="0" h="409" w="242">
                    <a:moveTo>
                      <a:pt x="133" y="1"/>
                    </a:moveTo>
                    <a:cubicBezTo>
                      <a:pt x="107" y="1"/>
                      <a:pt x="81" y="11"/>
                      <a:pt x="60" y="33"/>
                    </a:cubicBezTo>
                    <a:lnTo>
                      <a:pt x="60" y="28"/>
                    </a:lnTo>
                    <a:lnTo>
                      <a:pt x="60" y="28"/>
                    </a:lnTo>
                    <a:cubicBezTo>
                      <a:pt x="44" y="49"/>
                      <a:pt x="44" y="82"/>
                      <a:pt x="66" y="98"/>
                    </a:cubicBezTo>
                    <a:cubicBezTo>
                      <a:pt x="55" y="120"/>
                      <a:pt x="49" y="136"/>
                      <a:pt x="38" y="158"/>
                    </a:cubicBezTo>
                    <a:cubicBezTo>
                      <a:pt x="0" y="234"/>
                      <a:pt x="6" y="321"/>
                      <a:pt x="49" y="392"/>
                    </a:cubicBezTo>
                    <a:cubicBezTo>
                      <a:pt x="63" y="403"/>
                      <a:pt x="78" y="408"/>
                      <a:pt x="93" y="408"/>
                    </a:cubicBezTo>
                    <a:cubicBezTo>
                      <a:pt x="108" y="408"/>
                      <a:pt x="123" y="403"/>
                      <a:pt x="136" y="392"/>
                    </a:cubicBezTo>
                    <a:cubicBezTo>
                      <a:pt x="169" y="337"/>
                      <a:pt x="196" y="283"/>
                      <a:pt x="207" y="223"/>
                    </a:cubicBezTo>
                    <a:cubicBezTo>
                      <a:pt x="223" y="185"/>
                      <a:pt x="234" y="147"/>
                      <a:pt x="234" y="109"/>
                    </a:cubicBezTo>
                    <a:cubicBezTo>
                      <a:pt x="242" y="46"/>
                      <a:pt x="188"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20"/>
              <p:cNvSpPr/>
              <p:nvPr/>
            </p:nvSpPr>
            <p:spPr>
              <a:xfrm>
                <a:off x="5747375" y="2318700"/>
                <a:ext cx="6200" cy="10675"/>
              </a:xfrm>
              <a:custGeom>
                <a:rect b="b" l="l" r="r" t="t"/>
                <a:pathLst>
                  <a:path extrusionOk="0" h="427" w="248">
                    <a:moveTo>
                      <a:pt x="104" y="0"/>
                    </a:moveTo>
                    <a:cubicBezTo>
                      <a:pt x="49" y="0"/>
                      <a:pt x="0" y="70"/>
                      <a:pt x="51" y="117"/>
                    </a:cubicBezTo>
                    <a:cubicBezTo>
                      <a:pt x="79" y="149"/>
                      <a:pt x="46" y="220"/>
                      <a:pt x="46" y="253"/>
                    </a:cubicBezTo>
                    <a:cubicBezTo>
                      <a:pt x="35" y="318"/>
                      <a:pt x="62" y="378"/>
                      <a:pt x="111" y="416"/>
                    </a:cubicBezTo>
                    <a:cubicBezTo>
                      <a:pt x="124" y="423"/>
                      <a:pt x="139" y="427"/>
                      <a:pt x="153" y="427"/>
                    </a:cubicBezTo>
                    <a:cubicBezTo>
                      <a:pt x="180" y="427"/>
                      <a:pt x="207" y="414"/>
                      <a:pt x="225" y="389"/>
                    </a:cubicBezTo>
                    <a:cubicBezTo>
                      <a:pt x="247" y="350"/>
                      <a:pt x="247" y="307"/>
                      <a:pt x="231" y="274"/>
                    </a:cubicBezTo>
                    <a:lnTo>
                      <a:pt x="231" y="269"/>
                    </a:lnTo>
                    <a:cubicBezTo>
                      <a:pt x="225" y="264"/>
                      <a:pt x="220" y="258"/>
                      <a:pt x="209" y="253"/>
                    </a:cubicBezTo>
                    <a:lnTo>
                      <a:pt x="209" y="177"/>
                    </a:lnTo>
                    <a:cubicBezTo>
                      <a:pt x="214" y="117"/>
                      <a:pt x="193" y="62"/>
                      <a:pt x="149" y="19"/>
                    </a:cubicBezTo>
                    <a:cubicBezTo>
                      <a:pt x="135" y="6"/>
                      <a:pt x="119" y="0"/>
                      <a:pt x="1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20"/>
              <p:cNvSpPr/>
              <p:nvPr/>
            </p:nvSpPr>
            <p:spPr>
              <a:xfrm>
                <a:off x="5754900" y="2316025"/>
                <a:ext cx="6275" cy="9925"/>
              </a:xfrm>
              <a:custGeom>
                <a:rect b="b" l="l" r="r" t="t"/>
                <a:pathLst>
                  <a:path extrusionOk="0" h="397" w="251">
                    <a:moveTo>
                      <a:pt x="60" y="1"/>
                    </a:moveTo>
                    <a:cubicBezTo>
                      <a:pt x="28" y="1"/>
                      <a:pt x="0" y="33"/>
                      <a:pt x="0" y="61"/>
                    </a:cubicBezTo>
                    <a:lnTo>
                      <a:pt x="0" y="82"/>
                    </a:lnTo>
                    <a:cubicBezTo>
                      <a:pt x="0" y="115"/>
                      <a:pt x="22" y="137"/>
                      <a:pt x="55" y="137"/>
                    </a:cubicBezTo>
                    <a:cubicBezTo>
                      <a:pt x="66" y="159"/>
                      <a:pt x="66" y="180"/>
                      <a:pt x="66" y="202"/>
                    </a:cubicBezTo>
                    <a:cubicBezTo>
                      <a:pt x="66" y="245"/>
                      <a:pt x="71" y="294"/>
                      <a:pt x="82" y="343"/>
                    </a:cubicBezTo>
                    <a:cubicBezTo>
                      <a:pt x="87" y="365"/>
                      <a:pt x="109" y="387"/>
                      <a:pt x="131" y="392"/>
                    </a:cubicBezTo>
                    <a:cubicBezTo>
                      <a:pt x="139" y="395"/>
                      <a:pt x="146" y="396"/>
                      <a:pt x="152" y="396"/>
                    </a:cubicBezTo>
                    <a:cubicBezTo>
                      <a:pt x="158" y="396"/>
                      <a:pt x="164" y="395"/>
                      <a:pt x="169" y="392"/>
                    </a:cubicBezTo>
                    <a:cubicBezTo>
                      <a:pt x="196" y="387"/>
                      <a:pt x="212" y="365"/>
                      <a:pt x="223" y="343"/>
                    </a:cubicBezTo>
                    <a:cubicBezTo>
                      <a:pt x="245" y="273"/>
                      <a:pt x="250" y="202"/>
                      <a:pt x="229" y="131"/>
                    </a:cubicBezTo>
                    <a:cubicBezTo>
                      <a:pt x="207" y="55"/>
                      <a:pt x="136" y="6"/>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120"/>
            <p:cNvGrpSpPr/>
            <p:nvPr/>
          </p:nvGrpSpPr>
          <p:grpSpPr>
            <a:xfrm>
              <a:off x="5912795" y="1491435"/>
              <a:ext cx="155052" cy="274316"/>
              <a:chOff x="3251725" y="2530625"/>
              <a:chExt cx="122175" cy="207125"/>
            </a:xfrm>
          </p:grpSpPr>
          <p:sp>
            <p:nvSpPr>
              <p:cNvPr id="4663" name="Google Shape;4663;p120"/>
              <p:cNvSpPr/>
              <p:nvPr/>
            </p:nvSpPr>
            <p:spPr>
              <a:xfrm>
                <a:off x="3251725" y="2530625"/>
                <a:ext cx="122175" cy="201475"/>
              </a:xfrm>
              <a:custGeom>
                <a:rect b="b" l="l" r="r" t="t"/>
                <a:pathLst>
                  <a:path extrusionOk="0" h="8059" w="4887">
                    <a:moveTo>
                      <a:pt x="2477" y="141"/>
                    </a:moveTo>
                    <a:cubicBezTo>
                      <a:pt x="2619" y="141"/>
                      <a:pt x="2761" y="176"/>
                      <a:pt x="2876" y="245"/>
                    </a:cubicBezTo>
                    <a:cubicBezTo>
                      <a:pt x="3071" y="359"/>
                      <a:pt x="3142" y="603"/>
                      <a:pt x="3142" y="815"/>
                    </a:cubicBezTo>
                    <a:cubicBezTo>
                      <a:pt x="3153" y="930"/>
                      <a:pt x="3147" y="1044"/>
                      <a:pt x="3131" y="1158"/>
                    </a:cubicBezTo>
                    <a:cubicBezTo>
                      <a:pt x="3104" y="1256"/>
                      <a:pt x="3060" y="1348"/>
                      <a:pt x="3033" y="1440"/>
                    </a:cubicBezTo>
                    <a:cubicBezTo>
                      <a:pt x="2995" y="1549"/>
                      <a:pt x="2941" y="1658"/>
                      <a:pt x="2876" y="1756"/>
                    </a:cubicBezTo>
                    <a:cubicBezTo>
                      <a:pt x="2832" y="1843"/>
                      <a:pt x="2800" y="1941"/>
                      <a:pt x="2789" y="2044"/>
                    </a:cubicBezTo>
                    <a:cubicBezTo>
                      <a:pt x="2767" y="2169"/>
                      <a:pt x="2756" y="2299"/>
                      <a:pt x="2756" y="2430"/>
                    </a:cubicBezTo>
                    <a:cubicBezTo>
                      <a:pt x="2729" y="2484"/>
                      <a:pt x="2707" y="2544"/>
                      <a:pt x="2696" y="2604"/>
                    </a:cubicBezTo>
                    <a:cubicBezTo>
                      <a:pt x="2685" y="2696"/>
                      <a:pt x="2664" y="2789"/>
                      <a:pt x="2631" y="2876"/>
                    </a:cubicBezTo>
                    <a:cubicBezTo>
                      <a:pt x="2611" y="2919"/>
                      <a:pt x="2580" y="2931"/>
                      <a:pt x="2544" y="2931"/>
                    </a:cubicBezTo>
                    <a:cubicBezTo>
                      <a:pt x="2512" y="2931"/>
                      <a:pt x="2477" y="2921"/>
                      <a:pt x="2441" y="2914"/>
                    </a:cubicBezTo>
                    <a:cubicBezTo>
                      <a:pt x="2365" y="2908"/>
                      <a:pt x="2294" y="2876"/>
                      <a:pt x="2234" y="2832"/>
                    </a:cubicBezTo>
                    <a:cubicBezTo>
                      <a:pt x="2164" y="2761"/>
                      <a:pt x="2120" y="2674"/>
                      <a:pt x="2104" y="2582"/>
                    </a:cubicBezTo>
                    <a:cubicBezTo>
                      <a:pt x="2136" y="2457"/>
                      <a:pt x="2142" y="2327"/>
                      <a:pt x="2125" y="2202"/>
                    </a:cubicBezTo>
                    <a:cubicBezTo>
                      <a:pt x="2104" y="2104"/>
                      <a:pt x="2098" y="2000"/>
                      <a:pt x="2098" y="1903"/>
                    </a:cubicBezTo>
                    <a:cubicBezTo>
                      <a:pt x="2098" y="1821"/>
                      <a:pt x="2071" y="1745"/>
                      <a:pt x="2017" y="1685"/>
                    </a:cubicBezTo>
                    <a:cubicBezTo>
                      <a:pt x="1913" y="1511"/>
                      <a:pt x="1810" y="1310"/>
                      <a:pt x="1805" y="1109"/>
                    </a:cubicBezTo>
                    <a:cubicBezTo>
                      <a:pt x="1799" y="891"/>
                      <a:pt x="1778" y="658"/>
                      <a:pt x="1875" y="467"/>
                    </a:cubicBezTo>
                    <a:cubicBezTo>
                      <a:pt x="1989" y="245"/>
                      <a:pt x="2234" y="141"/>
                      <a:pt x="2477" y="141"/>
                    </a:cubicBezTo>
                    <a:close/>
                    <a:moveTo>
                      <a:pt x="2935" y="2408"/>
                    </a:moveTo>
                    <a:cubicBezTo>
                      <a:pt x="3050" y="2473"/>
                      <a:pt x="3185" y="2511"/>
                      <a:pt x="3305" y="2571"/>
                    </a:cubicBezTo>
                    <a:cubicBezTo>
                      <a:pt x="3452" y="2636"/>
                      <a:pt x="3588" y="2729"/>
                      <a:pt x="3702" y="2843"/>
                    </a:cubicBezTo>
                    <a:cubicBezTo>
                      <a:pt x="3821" y="2957"/>
                      <a:pt x="3914" y="3093"/>
                      <a:pt x="3974" y="3240"/>
                    </a:cubicBezTo>
                    <a:cubicBezTo>
                      <a:pt x="4039" y="3397"/>
                      <a:pt x="4082" y="3560"/>
                      <a:pt x="4099" y="3724"/>
                    </a:cubicBezTo>
                    <a:cubicBezTo>
                      <a:pt x="4110" y="3805"/>
                      <a:pt x="4120" y="3881"/>
                      <a:pt x="4142" y="3957"/>
                    </a:cubicBezTo>
                    <a:cubicBezTo>
                      <a:pt x="4158" y="4039"/>
                      <a:pt x="4175" y="4126"/>
                      <a:pt x="4180" y="4218"/>
                    </a:cubicBezTo>
                    <a:cubicBezTo>
                      <a:pt x="4202" y="4381"/>
                      <a:pt x="4224" y="4544"/>
                      <a:pt x="4251" y="4713"/>
                    </a:cubicBezTo>
                    <a:cubicBezTo>
                      <a:pt x="4273" y="4876"/>
                      <a:pt x="4251" y="5034"/>
                      <a:pt x="4278" y="5197"/>
                    </a:cubicBezTo>
                    <a:cubicBezTo>
                      <a:pt x="4305" y="5333"/>
                      <a:pt x="4365" y="5463"/>
                      <a:pt x="4452" y="5577"/>
                    </a:cubicBezTo>
                    <a:lnTo>
                      <a:pt x="4436" y="5583"/>
                    </a:lnTo>
                    <a:cubicBezTo>
                      <a:pt x="4360" y="5599"/>
                      <a:pt x="4283" y="5631"/>
                      <a:pt x="4207" y="5648"/>
                    </a:cubicBezTo>
                    <a:cubicBezTo>
                      <a:pt x="4050" y="5691"/>
                      <a:pt x="3887" y="5718"/>
                      <a:pt x="3729" y="5735"/>
                    </a:cubicBezTo>
                    <a:cubicBezTo>
                      <a:pt x="3588" y="5751"/>
                      <a:pt x="3441" y="5767"/>
                      <a:pt x="3305" y="5800"/>
                    </a:cubicBezTo>
                    <a:cubicBezTo>
                      <a:pt x="3164" y="5827"/>
                      <a:pt x="3033" y="5822"/>
                      <a:pt x="2892" y="5843"/>
                    </a:cubicBezTo>
                    <a:cubicBezTo>
                      <a:pt x="2725" y="5866"/>
                      <a:pt x="2555" y="5873"/>
                      <a:pt x="2385" y="5873"/>
                    </a:cubicBezTo>
                    <a:cubicBezTo>
                      <a:pt x="2233" y="5873"/>
                      <a:pt x="2081" y="5868"/>
                      <a:pt x="1930" y="5865"/>
                    </a:cubicBezTo>
                    <a:cubicBezTo>
                      <a:pt x="1778" y="5865"/>
                      <a:pt x="1625" y="5860"/>
                      <a:pt x="1479" y="5843"/>
                    </a:cubicBezTo>
                    <a:cubicBezTo>
                      <a:pt x="1326" y="5827"/>
                      <a:pt x="1174" y="5789"/>
                      <a:pt x="1022" y="5773"/>
                    </a:cubicBezTo>
                    <a:cubicBezTo>
                      <a:pt x="853" y="5767"/>
                      <a:pt x="690" y="5757"/>
                      <a:pt x="527" y="5735"/>
                    </a:cubicBezTo>
                    <a:lnTo>
                      <a:pt x="440" y="5718"/>
                    </a:lnTo>
                    <a:cubicBezTo>
                      <a:pt x="522" y="5686"/>
                      <a:pt x="593" y="5631"/>
                      <a:pt x="647" y="5566"/>
                    </a:cubicBezTo>
                    <a:lnTo>
                      <a:pt x="652" y="5566"/>
                    </a:lnTo>
                    <a:cubicBezTo>
                      <a:pt x="734" y="5436"/>
                      <a:pt x="772" y="5289"/>
                      <a:pt x="767" y="5137"/>
                    </a:cubicBezTo>
                    <a:cubicBezTo>
                      <a:pt x="761" y="4968"/>
                      <a:pt x="745" y="4800"/>
                      <a:pt x="712" y="4637"/>
                    </a:cubicBezTo>
                    <a:cubicBezTo>
                      <a:pt x="685" y="4457"/>
                      <a:pt x="728" y="4289"/>
                      <a:pt x="728" y="4109"/>
                    </a:cubicBezTo>
                    <a:cubicBezTo>
                      <a:pt x="745" y="3941"/>
                      <a:pt x="783" y="3778"/>
                      <a:pt x="843" y="3620"/>
                    </a:cubicBezTo>
                    <a:cubicBezTo>
                      <a:pt x="892" y="3452"/>
                      <a:pt x="973" y="3300"/>
                      <a:pt x="1087" y="3164"/>
                    </a:cubicBezTo>
                    <a:cubicBezTo>
                      <a:pt x="1218" y="3022"/>
                      <a:pt x="1359" y="2897"/>
                      <a:pt x="1511" y="2783"/>
                    </a:cubicBezTo>
                    <a:cubicBezTo>
                      <a:pt x="1647" y="2669"/>
                      <a:pt x="1799" y="2582"/>
                      <a:pt x="1968" y="2522"/>
                    </a:cubicBezTo>
                    <a:lnTo>
                      <a:pt x="1968" y="2522"/>
                    </a:lnTo>
                    <a:cubicBezTo>
                      <a:pt x="1962" y="2598"/>
                      <a:pt x="1973" y="2674"/>
                      <a:pt x="1995" y="2745"/>
                    </a:cubicBezTo>
                    <a:cubicBezTo>
                      <a:pt x="2022" y="2827"/>
                      <a:pt x="2066" y="2903"/>
                      <a:pt x="2125" y="2963"/>
                    </a:cubicBezTo>
                    <a:cubicBezTo>
                      <a:pt x="2191" y="3022"/>
                      <a:pt x="2267" y="3060"/>
                      <a:pt x="2354" y="3077"/>
                    </a:cubicBezTo>
                    <a:cubicBezTo>
                      <a:pt x="2423" y="3098"/>
                      <a:pt x="2494" y="3115"/>
                      <a:pt x="2560" y="3115"/>
                    </a:cubicBezTo>
                    <a:cubicBezTo>
                      <a:pt x="2660" y="3115"/>
                      <a:pt x="2749" y="3077"/>
                      <a:pt x="2805" y="2963"/>
                    </a:cubicBezTo>
                    <a:cubicBezTo>
                      <a:pt x="2838" y="2881"/>
                      <a:pt x="2865" y="2805"/>
                      <a:pt x="2876" y="2718"/>
                    </a:cubicBezTo>
                    <a:cubicBezTo>
                      <a:pt x="2914" y="2620"/>
                      <a:pt x="2935" y="2511"/>
                      <a:pt x="2935" y="2408"/>
                    </a:cubicBezTo>
                    <a:close/>
                    <a:moveTo>
                      <a:pt x="4572" y="5718"/>
                    </a:moveTo>
                    <a:cubicBezTo>
                      <a:pt x="4626" y="5773"/>
                      <a:pt x="4648" y="5849"/>
                      <a:pt x="4642" y="5925"/>
                    </a:cubicBezTo>
                    <a:cubicBezTo>
                      <a:pt x="4631" y="6007"/>
                      <a:pt x="4620" y="6094"/>
                      <a:pt x="4615" y="6181"/>
                    </a:cubicBezTo>
                    <a:cubicBezTo>
                      <a:pt x="4610" y="6251"/>
                      <a:pt x="4593" y="6316"/>
                      <a:pt x="4588" y="6387"/>
                    </a:cubicBezTo>
                    <a:cubicBezTo>
                      <a:pt x="4550" y="6393"/>
                      <a:pt x="4517" y="6409"/>
                      <a:pt x="4485" y="6431"/>
                    </a:cubicBezTo>
                    <a:cubicBezTo>
                      <a:pt x="4419" y="6469"/>
                      <a:pt x="4354" y="6507"/>
                      <a:pt x="4289" y="6534"/>
                    </a:cubicBezTo>
                    <a:cubicBezTo>
                      <a:pt x="4142" y="6594"/>
                      <a:pt x="3990" y="6637"/>
                      <a:pt x="3838" y="6659"/>
                    </a:cubicBezTo>
                    <a:cubicBezTo>
                      <a:pt x="3680" y="6691"/>
                      <a:pt x="3522" y="6740"/>
                      <a:pt x="3365" y="6762"/>
                    </a:cubicBezTo>
                    <a:cubicBezTo>
                      <a:pt x="3286" y="6773"/>
                      <a:pt x="3211" y="6774"/>
                      <a:pt x="3137" y="6774"/>
                    </a:cubicBezTo>
                    <a:cubicBezTo>
                      <a:pt x="3113" y="6774"/>
                      <a:pt x="3088" y="6774"/>
                      <a:pt x="3063" y="6774"/>
                    </a:cubicBezTo>
                    <a:cubicBezTo>
                      <a:pt x="3014" y="6774"/>
                      <a:pt x="2964" y="6775"/>
                      <a:pt x="2914" y="6778"/>
                    </a:cubicBezTo>
                    <a:cubicBezTo>
                      <a:pt x="2854" y="6784"/>
                      <a:pt x="2800" y="6800"/>
                      <a:pt x="2745" y="6811"/>
                    </a:cubicBezTo>
                    <a:cubicBezTo>
                      <a:pt x="2710" y="6814"/>
                      <a:pt x="2674" y="6815"/>
                      <a:pt x="2639" y="6815"/>
                    </a:cubicBezTo>
                    <a:cubicBezTo>
                      <a:pt x="2604" y="6815"/>
                      <a:pt x="2568" y="6814"/>
                      <a:pt x="2533" y="6811"/>
                    </a:cubicBezTo>
                    <a:cubicBezTo>
                      <a:pt x="2370" y="6811"/>
                      <a:pt x="2212" y="6816"/>
                      <a:pt x="2049" y="6816"/>
                    </a:cubicBezTo>
                    <a:cubicBezTo>
                      <a:pt x="1973" y="6811"/>
                      <a:pt x="1897" y="6800"/>
                      <a:pt x="1821" y="6789"/>
                    </a:cubicBezTo>
                    <a:cubicBezTo>
                      <a:pt x="1783" y="6787"/>
                      <a:pt x="1746" y="6785"/>
                      <a:pt x="1710" y="6785"/>
                    </a:cubicBezTo>
                    <a:cubicBezTo>
                      <a:pt x="1674" y="6785"/>
                      <a:pt x="1639" y="6787"/>
                      <a:pt x="1604" y="6789"/>
                    </a:cubicBezTo>
                    <a:cubicBezTo>
                      <a:pt x="1575" y="6790"/>
                      <a:pt x="1546" y="6791"/>
                      <a:pt x="1517" y="6791"/>
                    </a:cubicBezTo>
                    <a:cubicBezTo>
                      <a:pt x="1377" y="6791"/>
                      <a:pt x="1239" y="6780"/>
                      <a:pt x="1104" y="6762"/>
                    </a:cubicBezTo>
                    <a:cubicBezTo>
                      <a:pt x="930" y="6735"/>
                      <a:pt x="756" y="6702"/>
                      <a:pt x="582" y="6670"/>
                    </a:cubicBezTo>
                    <a:cubicBezTo>
                      <a:pt x="468" y="6653"/>
                      <a:pt x="353" y="6621"/>
                      <a:pt x="239" y="6599"/>
                    </a:cubicBezTo>
                    <a:cubicBezTo>
                      <a:pt x="245" y="6583"/>
                      <a:pt x="245" y="6572"/>
                      <a:pt x="250" y="6561"/>
                    </a:cubicBezTo>
                    <a:cubicBezTo>
                      <a:pt x="256" y="6523"/>
                      <a:pt x="256" y="6485"/>
                      <a:pt x="256" y="6447"/>
                    </a:cubicBezTo>
                    <a:cubicBezTo>
                      <a:pt x="261" y="6349"/>
                      <a:pt x="266" y="6251"/>
                      <a:pt x="266" y="6159"/>
                    </a:cubicBezTo>
                    <a:cubicBezTo>
                      <a:pt x="266" y="6034"/>
                      <a:pt x="174" y="5887"/>
                      <a:pt x="294" y="5800"/>
                    </a:cubicBezTo>
                    <a:cubicBezTo>
                      <a:pt x="364" y="5822"/>
                      <a:pt x="440" y="5838"/>
                      <a:pt x="511" y="5849"/>
                    </a:cubicBezTo>
                    <a:cubicBezTo>
                      <a:pt x="571" y="5860"/>
                      <a:pt x="631" y="5865"/>
                      <a:pt x="690" y="5865"/>
                    </a:cubicBezTo>
                    <a:cubicBezTo>
                      <a:pt x="756" y="5871"/>
                      <a:pt x="826" y="5887"/>
                      <a:pt x="897" y="5892"/>
                    </a:cubicBezTo>
                    <a:cubicBezTo>
                      <a:pt x="1212" y="5920"/>
                      <a:pt x="1522" y="5979"/>
                      <a:pt x="1843" y="5979"/>
                    </a:cubicBezTo>
                    <a:lnTo>
                      <a:pt x="2321" y="5979"/>
                    </a:lnTo>
                    <a:cubicBezTo>
                      <a:pt x="2400" y="5982"/>
                      <a:pt x="2479" y="5983"/>
                      <a:pt x="2558" y="5983"/>
                    </a:cubicBezTo>
                    <a:cubicBezTo>
                      <a:pt x="2638" y="5983"/>
                      <a:pt x="2718" y="5982"/>
                      <a:pt x="2800" y="5979"/>
                    </a:cubicBezTo>
                    <a:cubicBezTo>
                      <a:pt x="2941" y="5963"/>
                      <a:pt x="3082" y="5969"/>
                      <a:pt x="3223" y="5952"/>
                    </a:cubicBezTo>
                    <a:cubicBezTo>
                      <a:pt x="3365" y="5936"/>
                      <a:pt x="3512" y="5920"/>
                      <a:pt x="3653" y="5903"/>
                    </a:cubicBezTo>
                    <a:cubicBezTo>
                      <a:pt x="3827" y="5882"/>
                      <a:pt x="3995" y="5871"/>
                      <a:pt x="4169" y="5838"/>
                    </a:cubicBezTo>
                    <a:cubicBezTo>
                      <a:pt x="4305" y="5816"/>
                      <a:pt x="4441" y="5778"/>
                      <a:pt x="4572" y="5718"/>
                    </a:cubicBezTo>
                    <a:close/>
                    <a:moveTo>
                      <a:pt x="2348" y="7023"/>
                    </a:moveTo>
                    <a:cubicBezTo>
                      <a:pt x="2446" y="7023"/>
                      <a:pt x="2548" y="7035"/>
                      <a:pt x="2647" y="7035"/>
                    </a:cubicBezTo>
                    <a:cubicBezTo>
                      <a:pt x="2663" y="7035"/>
                      <a:pt x="2680" y="7035"/>
                      <a:pt x="2696" y="7034"/>
                    </a:cubicBezTo>
                    <a:lnTo>
                      <a:pt x="2696" y="7034"/>
                    </a:lnTo>
                    <a:cubicBezTo>
                      <a:pt x="2691" y="7045"/>
                      <a:pt x="2685" y="7056"/>
                      <a:pt x="2685" y="7067"/>
                    </a:cubicBezTo>
                    <a:cubicBezTo>
                      <a:pt x="2685" y="7175"/>
                      <a:pt x="2685" y="7251"/>
                      <a:pt x="2778" y="7322"/>
                    </a:cubicBezTo>
                    <a:cubicBezTo>
                      <a:pt x="2886" y="7387"/>
                      <a:pt x="2930" y="7523"/>
                      <a:pt x="2881" y="7643"/>
                    </a:cubicBezTo>
                    <a:lnTo>
                      <a:pt x="2876" y="7643"/>
                    </a:lnTo>
                    <a:cubicBezTo>
                      <a:pt x="2843" y="7757"/>
                      <a:pt x="2756" y="7844"/>
                      <a:pt x="2647" y="7887"/>
                    </a:cubicBezTo>
                    <a:cubicBezTo>
                      <a:pt x="2599" y="7898"/>
                      <a:pt x="2549" y="7903"/>
                      <a:pt x="2499" y="7903"/>
                    </a:cubicBezTo>
                    <a:cubicBezTo>
                      <a:pt x="2444" y="7903"/>
                      <a:pt x="2389" y="7896"/>
                      <a:pt x="2337" y="7882"/>
                    </a:cubicBezTo>
                    <a:cubicBezTo>
                      <a:pt x="2234" y="7855"/>
                      <a:pt x="2109" y="7811"/>
                      <a:pt x="2049" y="7724"/>
                    </a:cubicBezTo>
                    <a:cubicBezTo>
                      <a:pt x="1984" y="7632"/>
                      <a:pt x="1995" y="7507"/>
                      <a:pt x="2077" y="7425"/>
                    </a:cubicBezTo>
                    <a:cubicBezTo>
                      <a:pt x="2142" y="7344"/>
                      <a:pt x="2202" y="7268"/>
                      <a:pt x="2212" y="7159"/>
                    </a:cubicBezTo>
                    <a:cubicBezTo>
                      <a:pt x="2212" y="7115"/>
                      <a:pt x="2207" y="7067"/>
                      <a:pt x="2191" y="7023"/>
                    </a:cubicBezTo>
                    <a:close/>
                    <a:moveTo>
                      <a:pt x="2524" y="0"/>
                    </a:moveTo>
                    <a:cubicBezTo>
                      <a:pt x="2329" y="0"/>
                      <a:pt x="2131" y="60"/>
                      <a:pt x="1973" y="163"/>
                    </a:cubicBezTo>
                    <a:cubicBezTo>
                      <a:pt x="1810" y="272"/>
                      <a:pt x="1701" y="451"/>
                      <a:pt x="1674" y="652"/>
                    </a:cubicBezTo>
                    <a:cubicBezTo>
                      <a:pt x="1663" y="761"/>
                      <a:pt x="1663" y="875"/>
                      <a:pt x="1669" y="984"/>
                    </a:cubicBezTo>
                    <a:cubicBezTo>
                      <a:pt x="1663" y="1103"/>
                      <a:pt x="1674" y="1223"/>
                      <a:pt x="1701" y="1337"/>
                    </a:cubicBezTo>
                    <a:cubicBezTo>
                      <a:pt x="1740" y="1451"/>
                      <a:pt x="1788" y="1560"/>
                      <a:pt x="1848" y="1663"/>
                    </a:cubicBezTo>
                    <a:cubicBezTo>
                      <a:pt x="1875" y="1712"/>
                      <a:pt x="1908" y="1756"/>
                      <a:pt x="1935" y="1799"/>
                    </a:cubicBezTo>
                    <a:cubicBezTo>
                      <a:pt x="1957" y="1854"/>
                      <a:pt x="1968" y="1913"/>
                      <a:pt x="1962" y="1973"/>
                    </a:cubicBezTo>
                    <a:cubicBezTo>
                      <a:pt x="1962" y="2066"/>
                      <a:pt x="1979" y="2153"/>
                      <a:pt x="1990" y="2245"/>
                    </a:cubicBezTo>
                    <a:lnTo>
                      <a:pt x="1984" y="2261"/>
                    </a:lnTo>
                    <a:cubicBezTo>
                      <a:pt x="1973" y="2305"/>
                      <a:pt x="1968" y="2354"/>
                      <a:pt x="1968" y="2397"/>
                    </a:cubicBezTo>
                    <a:lnTo>
                      <a:pt x="1968" y="2408"/>
                    </a:lnTo>
                    <a:cubicBezTo>
                      <a:pt x="1954" y="2407"/>
                      <a:pt x="1941" y="2406"/>
                      <a:pt x="1927" y="2406"/>
                    </a:cubicBezTo>
                    <a:cubicBezTo>
                      <a:pt x="1886" y="2406"/>
                      <a:pt x="1846" y="2412"/>
                      <a:pt x="1805" y="2424"/>
                    </a:cubicBezTo>
                    <a:cubicBezTo>
                      <a:pt x="1723" y="2457"/>
                      <a:pt x="1647" y="2500"/>
                      <a:pt x="1571" y="2549"/>
                    </a:cubicBezTo>
                    <a:cubicBezTo>
                      <a:pt x="1424" y="2642"/>
                      <a:pt x="1288" y="2745"/>
                      <a:pt x="1158" y="2859"/>
                    </a:cubicBezTo>
                    <a:cubicBezTo>
                      <a:pt x="1017" y="2973"/>
                      <a:pt x="897" y="3104"/>
                      <a:pt x="805" y="3256"/>
                    </a:cubicBezTo>
                    <a:cubicBezTo>
                      <a:pt x="718" y="3419"/>
                      <a:pt x="647" y="3588"/>
                      <a:pt x="598" y="3762"/>
                    </a:cubicBezTo>
                    <a:cubicBezTo>
                      <a:pt x="571" y="3843"/>
                      <a:pt x="549" y="3930"/>
                      <a:pt x="527" y="4017"/>
                    </a:cubicBezTo>
                    <a:cubicBezTo>
                      <a:pt x="506" y="4104"/>
                      <a:pt x="516" y="4191"/>
                      <a:pt x="500" y="4278"/>
                    </a:cubicBezTo>
                    <a:cubicBezTo>
                      <a:pt x="462" y="4468"/>
                      <a:pt x="500" y="4658"/>
                      <a:pt x="527" y="4843"/>
                    </a:cubicBezTo>
                    <a:cubicBezTo>
                      <a:pt x="555" y="5001"/>
                      <a:pt x="571" y="5191"/>
                      <a:pt x="516" y="5343"/>
                    </a:cubicBezTo>
                    <a:cubicBezTo>
                      <a:pt x="457" y="5523"/>
                      <a:pt x="288" y="5534"/>
                      <a:pt x="152" y="5637"/>
                    </a:cubicBezTo>
                    <a:cubicBezTo>
                      <a:pt x="22" y="5740"/>
                      <a:pt x="0" y="5882"/>
                      <a:pt x="33" y="6039"/>
                    </a:cubicBezTo>
                    <a:cubicBezTo>
                      <a:pt x="49" y="6142"/>
                      <a:pt x="54" y="6246"/>
                      <a:pt x="49" y="6349"/>
                    </a:cubicBezTo>
                    <a:cubicBezTo>
                      <a:pt x="49" y="6409"/>
                      <a:pt x="49" y="6474"/>
                      <a:pt x="60" y="6534"/>
                    </a:cubicBezTo>
                    <a:cubicBezTo>
                      <a:pt x="65" y="6588"/>
                      <a:pt x="82" y="6643"/>
                      <a:pt x="109" y="6691"/>
                    </a:cubicBezTo>
                    <a:cubicBezTo>
                      <a:pt x="116" y="6710"/>
                      <a:pt x="133" y="6723"/>
                      <a:pt x="152" y="6723"/>
                    </a:cubicBezTo>
                    <a:cubicBezTo>
                      <a:pt x="161" y="6723"/>
                      <a:pt x="171" y="6720"/>
                      <a:pt x="179" y="6713"/>
                    </a:cubicBezTo>
                    <a:cubicBezTo>
                      <a:pt x="245" y="6757"/>
                      <a:pt x="321" y="6789"/>
                      <a:pt x="397" y="6806"/>
                    </a:cubicBezTo>
                    <a:cubicBezTo>
                      <a:pt x="549" y="6855"/>
                      <a:pt x="712" y="6876"/>
                      <a:pt x="864" y="6909"/>
                    </a:cubicBezTo>
                    <a:cubicBezTo>
                      <a:pt x="1027" y="6947"/>
                      <a:pt x="1191" y="6969"/>
                      <a:pt x="1354" y="6980"/>
                    </a:cubicBezTo>
                    <a:cubicBezTo>
                      <a:pt x="1396" y="6982"/>
                      <a:pt x="1438" y="6983"/>
                      <a:pt x="1481" y="6983"/>
                    </a:cubicBezTo>
                    <a:cubicBezTo>
                      <a:pt x="1523" y="6983"/>
                      <a:pt x="1566" y="6982"/>
                      <a:pt x="1608" y="6982"/>
                    </a:cubicBezTo>
                    <a:cubicBezTo>
                      <a:pt x="1693" y="6982"/>
                      <a:pt x="1778" y="6985"/>
                      <a:pt x="1859" y="7001"/>
                    </a:cubicBezTo>
                    <a:cubicBezTo>
                      <a:pt x="1919" y="7018"/>
                      <a:pt x="1984" y="7023"/>
                      <a:pt x="2044" y="7023"/>
                    </a:cubicBezTo>
                    <a:lnTo>
                      <a:pt x="2044" y="7050"/>
                    </a:lnTo>
                    <a:cubicBezTo>
                      <a:pt x="2049" y="7115"/>
                      <a:pt x="2033" y="7175"/>
                      <a:pt x="2000" y="7230"/>
                    </a:cubicBezTo>
                    <a:cubicBezTo>
                      <a:pt x="1924" y="7344"/>
                      <a:pt x="1821" y="7414"/>
                      <a:pt x="1826" y="7572"/>
                    </a:cubicBezTo>
                    <a:cubicBezTo>
                      <a:pt x="1832" y="7849"/>
                      <a:pt x="2098" y="8001"/>
                      <a:pt x="2337" y="8045"/>
                    </a:cubicBezTo>
                    <a:cubicBezTo>
                      <a:pt x="2390" y="8054"/>
                      <a:pt x="2443" y="8059"/>
                      <a:pt x="2493" y="8059"/>
                    </a:cubicBezTo>
                    <a:cubicBezTo>
                      <a:pt x="2693" y="8059"/>
                      <a:pt x="2871" y="7985"/>
                      <a:pt x="2979" y="7790"/>
                    </a:cubicBezTo>
                    <a:cubicBezTo>
                      <a:pt x="3050" y="7670"/>
                      <a:pt x="3066" y="7529"/>
                      <a:pt x="3028" y="7398"/>
                    </a:cubicBezTo>
                    <a:cubicBezTo>
                      <a:pt x="3011" y="7338"/>
                      <a:pt x="2979" y="7284"/>
                      <a:pt x="2935" y="7240"/>
                    </a:cubicBezTo>
                    <a:cubicBezTo>
                      <a:pt x="2914" y="7219"/>
                      <a:pt x="2859" y="7197"/>
                      <a:pt x="2848" y="7170"/>
                    </a:cubicBezTo>
                    <a:cubicBezTo>
                      <a:pt x="2832" y="7148"/>
                      <a:pt x="2838" y="7094"/>
                      <a:pt x="2843" y="7061"/>
                    </a:cubicBezTo>
                    <a:cubicBezTo>
                      <a:pt x="2843" y="7039"/>
                      <a:pt x="2832" y="7023"/>
                      <a:pt x="2821" y="7007"/>
                    </a:cubicBezTo>
                    <a:cubicBezTo>
                      <a:pt x="2942" y="6993"/>
                      <a:pt x="3059" y="6984"/>
                      <a:pt x="3179" y="6984"/>
                    </a:cubicBezTo>
                    <a:cubicBezTo>
                      <a:pt x="3204" y="6984"/>
                      <a:pt x="3230" y="6984"/>
                      <a:pt x="3256" y="6985"/>
                    </a:cubicBezTo>
                    <a:cubicBezTo>
                      <a:pt x="3425" y="6969"/>
                      <a:pt x="3588" y="6942"/>
                      <a:pt x="3745" y="6898"/>
                    </a:cubicBezTo>
                    <a:cubicBezTo>
                      <a:pt x="3925" y="6876"/>
                      <a:pt x="4104" y="6833"/>
                      <a:pt x="4273" y="6773"/>
                    </a:cubicBezTo>
                    <a:cubicBezTo>
                      <a:pt x="4354" y="6746"/>
                      <a:pt x="4436" y="6708"/>
                      <a:pt x="4512" y="6670"/>
                    </a:cubicBezTo>
                    <a:cubicBezTo>
                      <a:pt x="4544" y="6648"/>
                      <a:pt x="4572" y="6632"/>
                      <a:pt x="4604" y="6610"/>
                    </a:cubicBezTo>
                    <a:cubicBezTo>
                      <a:pt x="4631" y="6588"/>
                      <a:pt x="4648" y="6566"/>
                      <a:pt x="4669" y="6545"/>
                    </a:cubicBezTo>
                    <a:cubicBezTo>
                      <a:pt x="4682" y="6551"/>
                      <a:pt x="4696" y="6554"/>
                      <a:pt x="4710" y="6554"/>
                    </a:cubicBezTo>
                    <a:cubicBezTo>
                      <a:pt x="4754" y="6554"/>
                      <a:pt x="4796" y="6524"/>
                      <a:pt x="4800" y="6474"/>
                    </a:cubicBezTo>
                    <a:cubicBezTo>
                      <a:pt x="4827" y="6306"/>
                      <a:pt x="4832" y="6137"/>
                      <a:pt x="4860" y="5969"/>
                    </a:cubicBezTo>
                    <a:cubicBezTo>
                      <a:pt x="4887" y="5833"/>
                      <a:pt x="4843" y="5691"/>
                      <a:pt x="4751" y="5583"/>
                    </a:cubicBezTo>
                    <a:lnTo>
                      <a:pt x="4751" y="5588"/>
                    </a:lnTo>
                    <a:cubicBezTo>
                      <a:pt x="4659" y="5474"/>
                      <a:pt x="4561" y="5371"/>
                      <a:pt x="4512" y="5224"/>
                    </a:cubicBezTo>
                    <a:cubicBezTo>
                      <a:pt x="4463" y="5055"/>
                      <a:pt x="4495" y="4876"/>
                      <a:pt x="4474" y="4702"/>
                    </a:cubicBezTo>
                    <a:cubicBezTo>
                      <a:pt x="4457" y="4620"/>
                      <a:pt x="4452" y="4539"/>
                      <a:pt x="4441" y="4457"/>
                    </a:cubicBezTo>
                    <a:cubicBezTo>
                      <a:pt x="4425" y="4360"/>
                      <a:pt x="4403" y="4256"/>
                      <a:pt x="4398" y="4164"/>
                    </a:cubicBezTo>
                    <a:cubicBezTo>
                      <a:pt x="4381" y="3984"/>
                      <a:pt x="4327" y="3821"/>
                      <a:pt x="4311" y="3642"/>
                    </a:cubicBezTo>
                    <a:cubicBezTo>
                      <a:pt x="4273" y="3289"/>
                      <a:pt x="4110" y="2957"/>
                      <a:pt x="3859" y="2707"/>
                    </a:cubicBezTo>
                    <a:cubicBezTo>
                      <a:pt x="3724" y="2571"/>
                      <a:pt x="3566" y="2468"/>
                      <a:pt x="3397" y="2392"/>
                    </a:cubicBezTo>
                    <a:cubicBezTo>
                      <a:pt x="3291" y="2348"/>
                      <a:pt x="3150" y="2289"/>
                      <a:pt x="3021" y="2289"/>
                    </a:cubicBezTo>
                    <a:cubicBezTo>
                      <a:pt x="2992" y="2289"/>
                      <a:pt x="2963" y="2292"/>
                      <a:pt x="2935" y="2299"/>
                    </a:cubicBezTo>
                    <a:cubicBezTo>
                      <a:pt x="2935" y="2229"/>
                      <a:pt x="2946" y="2158"/>
                      <a:pt x="2963" y="2087"/>
                    </a:cubicBezTo>
                    <a:cubicBezTo>
                      <a:pt x="2979" y="1990"/>
                      <a:pt x="3017" y="1897"/>
                      <a:pt x="3071" y="1810"/>
                    </a:cubicBezTo>
                    <a:cubicBezTo>
                      <a:pt x="3137" y="1712"/>
                      <a:pt x="3185" y="1604"/>
                      <a:pt x="3223" y="1489"/>
                    </a:cubicBezTo>
                    <a:cubicBezTo>
                      <a:pt x="3262" y="1386"/>
                      <a:pt x="3294" y="1283"/>
                      <a:pt x="3321" y="1180"/>
                    </a:cubicBezTo>
                    <a:cubicBezTo>
                      <a:pt x="3332" y="1044"/>
                      <a:pt x="3327" y="913"/>
                      <a:pt x="3310" y="777"/>
                    </a:cubicBezTo>
                    <a:cubicBezTo>
                      <a:pt x="3305" y="560"/>
                      <a:pt x="3213" y="348"/>
                      <a:pt x="3055" y="196"/>
                    </a:cubicBezTo>
                    <a:cubicBezTo>
                      <a:pt x="2911" y="60"/>
                      <a:pt x="2719" y="0"/>
                      <a:pt x="2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20"/>
              <p:cNvSpPr/>
              <p:nvPr/>
            </p:nvSpPr>
            <p:spPr>
              <a:xfrm>
                <a:off x="3280150" y="2664325"/>
                <a:ext cx="60300" cy="6425"/>
              </a:xfrm>
              <a:custGeom>
                <a:rect b="b" l="l" r="r" t="t"/>
                <a:pathLst>
                  <a:path extrusionOk="0" h="257" w="2412">
                    <a:moveTo>
                      <a:pt x="2390" y="0"/>
                    </a:moveTo>
                    <a:cubicBezTo>
                      <a:pt x="2388" y="0"/>
                      <a:pt x="2387" y="0"/>
                      <a:pt x="2385" y="1"/>
                    </a:cubicBezTo>
                    <a:cubicBezTo>
                      <a:pt x="2347" y="12"/>
                      <a:pt x="2320" y="33"/>
                      <a:pt x="2282" y="44"/>
                    </a:cubicBezTo>
                    <a:cubicBezTo>
                      <a:pt x="2233" y="55"/>
                      <a:pt x="2184" y="66"/>
                      <a:pt x="2135" y="71"/>
                    </a:cubicBezTo>
                    <a:cubicBezTo>
                      <a:pt x="2027" y="88"/>
                      <a:pt x="1923" y="99"/>
                      <a:pt x="1815" y="104"/>
                    </a:cubicBezTo>
                    <a:cubicBezTo>
                      <a:pt x="1769" y="99"/>
                      <a:pt x="1721" y="96"/>
                      <a:pt x="1673" y="96"/>
                    </a:cubicBezTo>
                    <a:cubicBezTo>
                      <a:pt x="1626" y="96"/>
                      <a:pt x="1578" y="99"/>
                      <a:pt x="1532" y="104"/>
                    </a:cubicBezTo>
                    <a:cubicBezTo>
                      <a:pt x="1418" y="126"/>
                      <a:pt x="1304" y="131"/>
                      <a:pt x="1190" y="131"/>
                    </a:cubicBezTo>
                    <a:cubicBezTo>
                      <a:pt x="1141" y="126"/>
                      <a:pt x="1092" y="120"/>
                      <a:pt x="1043" y="104"/>
                    </a:cubicBezTo>
                    <a:lnTo>
                      <a:pt x="912" y="104"/>
                    </a:lnTo>
                    <a:cubicBezTo>
                      <a:pt x="820" y="104"/>
                      <a:pt x="728" y="82"/>
                      <a:pt x="635" y="77"/>
                    </a:cubicBezTo>
                    <a:cubicBezTo>
                      <a:pt x="536" y="77"/>
                      <a:pt x="446" y="54"/>
                      <a:pt x="349" y="54"/>
                    </a:cubicBezTo>
                    <a:cubicBezTo>
                      <a:pt x="340" y="54"/>
                      <a:pt x="330" y="55"/>
                      <a:pt x="320" y="55"/>
                    </a:cubicBezTo>
                    <a:cubicBezTo>
                      <a:pt x="266" y="55"/>
                      <a:pt x="211" y="44"/>
                      <a:pt x="162" y="28"/>
                    </a:cubicBezTo>
                    <a:cubicBezTo>
                      <a:pt x="113" y="28"/>
                      <a:pt x="70" y="17"/>
                      <a:pt x="26" y="6"/>
                    </a:cubicBezTo>
                    <a:cubicBezTo>
                      <a:pt x="24" y="5"/>
                      <a:pt x="22" y="5"/>
                      <a:pt x="20" y="5"/>
                    </a:cubicBezTo>
                    <a:cubicBezTo>
                      <a:pt x="10" y="5"/>
                      <a:pt x="0" y="14"/>
                      <a:pt x="5" y="23"/>
                    </a:cubicBezTo>
                    <a:cubicBezTo>
                      <a:pt x="130" y="180"/>
                      <a:pt x="352" y="153"/>
                      <a:pt x="526" y="180"/>
                    </a:cubicBezTo>
                    <a:cubicBezTo>
                      <a:pt x="630" y="202"/>
                      <a:pt x="728" y="191"/>
                      <a:pt x="836" y="213"/>
                    </a:cubicBezTo>
                    <a:cubicBezTo>
                      <a:pt x="885" y="218"/>
                      <a:pt x="934" y="218"/>
                      <a:pt x="983" y="218"/>
                    </a:cubicBezTo>
                    <a:cubicBezTo>
                      <a:pt x="1037" y="218"/>
                      <a:pt x="1092" y="245"/>
                      <a:pt x="1152" y="251"/>
                    </a:cubicBezTo>
                    <a:cubicBezTo>
                      <a:pt x="1190" y="255"/>
                      <a:pt x="1229" y="257"/>
                      <a:pt x="1267" y="257"/>
                    </a:cubicBezTo>
                    <a:cubicBezTo>
                      <a:pt x="1337" y="257"/>
                      <a:pt x="1406" y="251"/>
                      <a:pt x="1472" y="240"/>
                    </a:cubicBezTo>
                    <a:cubicBezTo>
                      <a:pt x="1566" y="228"/>
                      <a:pt x="1657" y="222"/>
                      <a:pt x="1747" y="222"/>
                    </a:cubicBezTo>
                    <a:cubicBezTo>
                      <a:pt x="1777" y="222"/>
                      <a:pt x="1807" y="222"/>
                      <a:pt x="1836" y="224"/>
                    </a:cubicBezTo>
                    <a:cubicBezTo>
                      <a:pt x="1940" y="218"/>
                      <a:pt x="2038" y="202"/>
                      <a:pt x="2135" y="175"/>
                    </a:cubicBezTo>
                    <a:cubicBezTo>
                      <a:pt x="2244" y="148"/>
                      <a:pt x="2304" y="88"/>
                      <a:pt x="2396" y="28"/>
                    </a:cubicBezTo>
                    <a:cubicBezTo>
                      <a:pt x="2411" y="23"/>
                      <a:pt x="2404" y="0"/>
                      <a:pt x="2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20"/>
              <p:cNvSpPr/>
              <p:nvPr/>
            </p:nvSpPr>
            <p:spPr>
              <a:xfrm>
                <a:off x="3286375" y="2717075"/>
                <a:ext cx="8450" cy="17575"/>
              </a:xfrm>
              <a:custGeom>
                <a:rect b="b" l="l" r="r" t="t"/>
                <a:pathLst>
                  <a:path extrusionOk="0" h="703" w="338">
                    <a:moveTo>
                      <a:pt x="118" y="1"/>
                    </a:moveTo>
                    <a:cubicBezTo>
                      <a:pt x="109" y="1"/>
                      <a:pt x="101" y="6"/>
                      <a:pt x="98" y="16"/>
                    </a:cubicBezTo>
                    <a:cubicBezTo>
                      <a:pt x="60" y="152"/>
                      <a:pt x="0" y="288"/>
                      <a:pt x="44" y="429"/>
                    </a:cubicBezTo>
                    <a:cubicBezTo>
                      <a:pt x="76" y="527"/>
                      <a:pt x="174" y="685"/>
                      <a:pt x="283" y="701"/>
                    </a:cubicBezTo>
                    <a:cubicBezTo>
                      <a:pt x="286" y="702"/>
                      <a:pt x="289" y="702"/>
                      <a:pt x="291" y="702"/>
                    </a:cubicBezTo>
                    <a:cubicBezTo>
                      <a:pt x="311" y="702"/>
                      <a:pt x="332" y="687"/>
                      <a:pt x="332" y="663"/>
                    </a:cubicBezTo>
                    <a:cubicBezTo>
                      <a:pt x="337" y="560"/>
                      <a:pt x="228" y="484"/>
                      <a:pt x="180" y="408"/>
                    </a:cubicBezTo>
                    <a:cubicBezTo>
                      <a:pt x="109" y="293"/>
                      <a:pt x="131" y="141"/>
                      <a:pt x="136" y="22"/>
                    </a:cubicBezTo>
                    <a:cubicBezTo>
                      <a:pt x="136" y="7"/>
                      <a:pt x="127" y="1"/>
                      <a:pt x="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20"/>
              <p:cNvSpPr/>
              <p:nvPr/>
            </p:nvSpPr>
            <p:spPr>
              <a:xfrm>
                <a:off x="3280650" y="2720125"/>
                <a:ext cx="8550" cy="17625"/>
              </a:xfrm>
              <a:custGeom>
                <a:rect b="b" l="l" r="r" t="t"/>
                <a:pathLst>
                  <a:path extrusionOk="0" h="705" w="342">
                    <a:moveTo>
                      <a:pt x="53" y="0"/>
                    </a:moveTo>
                    <a:cubicBezTo>
                      <a:pt x="32" y="0"/>
                      <a:pt x="12" y="14"/>
                      <a:pt x="12" y="41"/>
                    </a:cubicBezTo>
                    <a:cubicBezTo>
                      <a:pt x="1" y="182"/>
                      <a:pt x="23" y="318"/>
                      <a:pt x="66" y="449"/>
                    </a:cubicBezTo>
                    <a:cubicBezTo>
                      <a:pt x="99" y="547"/>
                      <a:pt x="164" y="677"/>
                      <a:pt x="273" y="704"/>
                    </a:cubicBezTo>
                    <a:cubicBezTo>
                      <a:pt x="276" y="705"/>
                      <a:pt x="278" y="705"/>
                      <a:pt x="281" y="705"/>
                    </a:cubicBezTo>
                    <a:cubicBezTo>
                      <a:pt x="311" y="705"/>
                      <a:pt x="342" y="680"/>
                      <a:pt x="327" y="650"/>
                    </a:cubicBezTo>
                    <a:lnTo>
                      <a:pt x="327" y="644"/>
                    </a:lnTo>
                    <a:cubicBezTo>
                      <a:pt x="289" y="557"/>
                      <a:pt x="240" y="476"/>
                      <a:pt x="207" y="383"/>
                    </a:cubicBezTo>
                    <a:cubicBezTo>
                      <a:pt x="153" y="275"/>
                      <a:pt x="115" y="161"/>
                      <a:pt x="93" y="41"/>
                    </a:cubicBezTo>
                    <a:cubicBezTo>
                      <a:pt x="93" y="14"/>
                      <a:pt x="7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20"/>
              <p:cNvSpPr/>
              <p:nvPr/>
            </p:nvSpPr>
            <p:spPr>
              <a:xfrm>
                <a:off x="3330400" y="2710275"/>
                <a:ext cx="5325" cy="18525"/>
              </a:xfrm>
              <a:custGeom>
                <a:rect b="b" l="l" r="r" t="t"/>
                <a:pathLst>
                  <a:path extrusionOk="0" h="741" w="213">
                    <a:moveTo>
                      <a:pt x="55" y="0"/>
                    </a:moveTo>
                    <a:cubicBezTo>
                      <a:pt x="28" y="0"/>
                      <a:pt x="22" y="33"/>
                      <a:pt x="44" y="49"/>
                    </a:cubicBezTo>
                    <a:cubicBezTo>
                      <a:pt x="109" y="93"/>
                      <a:pt x="82" y="261"/>
                      <a:pt x="76" y="332"/>
                    </a:cubicBezTo>
                    <a:cubicBezTo>
                      <a:pt x="71" y="451"/>
                      <a:pt x="0" y="625"/>
                      <a:pt x="87" y="729"/>
                    </a:cubicBezTo>
                    <a:cubicBezTo>
                      <a:pt x="96" y="737"/>
                      <a:pt x="105" y="741"/>
                      <a:pt x="115" y="741"/>
                    </a:cubicBezTo>
                    <a:cubicBezTo>
                      <a:pt x="124" y="741"/>
                      <a:pt x="134" y="737"/>
                      <a:pt x="142" y="729"/>
                    </a:cubicBezTo>
                    <a:cubicBezTo>
                      <a:pt x="202" y="663"/>
                      <a:pt x="196" y="571"/>
                      <a:pt x="202" y="489"/>
                    </a:cubicBezTo>
                    <a:cubicBezTo>
                      <a:pt x="212" y="402"/>
                      <a:pt x="212" y="321"/>
                      <a:pt x="202" y="234"/>
                    </a:cubicBezTo>
                    <a:lnTo>
                      <a:pt x="207" y="234"/>
                    </a:lnTo>
                    <a:cubicBezTo>
                      <a:pt x="196" y="147"/>
                      <a:pt x="163" y="11"/>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20"/>
              <p:cNvSpPr/>
              <p:nvPr/>
            </p:nvSpPr>
            <p:spPr>
              <a:xfrm>
                <a:off x="3338550" y="2714125"/>
                <a:ext cx="4775" cy="12850"/>
              </a:xfrm>
              <a:custGeom>
                <a:rect b="b" l="l" r="r" t="t"/>
                <a:pathLst>
                  <a:path extrusionOk="0" h="514" w="191">
                    <a:moveTo>
                      <a:pt x="80" y="0"/>
                    </a:moveTo>
                    <a:cubicBezTo>
                      <a:pt x="41" y="0"/>
                      <a:pt x="11" y="46"/>
                      <a:pt x="44" y="80"/>
                    </a:cubicBezTo>
                    <a:cubicBezTo>
                      <a:pt x="82" y="123"/>
                      <a:pt x="44" y="216"/>
                      <a:pt x="39" y="270"/>
                    </a:cubicBezTo>
                    <a:cubicBezTo>
                      <a:pt x="33" y="335"/>
                      <a:pt x="1" y="411"/>
                      <a:pt x="22" y="471"/>
                    </a:cubicBezTo>
                    <a:cubicBezTo>
                      <a:pt x="33" y="499"/>
                      <a:pt x="56" y="513"/>
                      <a:pt x="79" y="513"/>
                    </a:cubicBezTo>
                    <a:cubicBezTo>
                      <a:pt x="92" y="513"/>
                      <a:pt x="105" y="508"/>
                      <a:pt x="115" y="498"/>
                    </a:cubicBezTo>
                    <a:cubicBezTo>
                      <a:pt x="191" y="417"/>
                      <a:pt x="180" y="330"/>
                      <a:pt x="174" y="227"/>
                    </a:cubicBezTo>
                    <a:cubicBezTo>
                      <a:pt x="169" y="151"/>
                      <a:pt x="174" y="69"/>
                      <a:pt x="115" y="15"/>
                    </a:cubicBezTo>
                    <a:cubicBezTo>
                      <a:pt x="103" y="5"/>
                      <a:pt x="91" y="0"/>
                      <a:pt x="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20"/>
              <p:cNvSpPr/>
              <p:nvPr/>
            </p:nvSpPr>
            <p:spPr>
              <a:xfrm>
                <a:off x="3300375" y="2544575"/>
                <a:ext cx="5225" cy="9175"/>
              </a:xfrm>
              <a:custGeom>
                <a:rect b="b" l="l" r="r" t="t"/>
                <a:pathLst>
                  <a:path extrusionOk="0" h="367" w="209">
                    <a:moveTo>
                      <a:pt x="163" y="0"/>
                    </a:moveTo>
                    <a:cubicBezTo>
                      <a:pt x="152" y="0"/>
                      <a:pt x="141" y="6"/>
                      <a:pt x="136" y="18"/>
                    </a:cubicBezTo>
                    <a:lnTo>
                      <a:pt x="131" y="18"/>
                    </a:lnTo>
                    <a:cubicBezTo>
                      <a:pt x="103" y="73"/>
                      <a:pt x="76" y="121"/>
                      <a:pt x="49" y="176"/>
                    </a:cubicBezTo>
                    <a:cubicBezTo>
                      <a:pt x="22" y="219"/>
                      <a:pt x="6" y="268"/>
                      <a:pt x="0" y="317"/>
                    </a:cubicBezTo>
                    <a:cubicBezTo>
                      <a:pt x="0" y="348"/>
                      <a:pt x="26" y="366"/>
                      <a:pt x="50" y="366"/>
                    </a:cubicBezTo>
                    <a:cubicBezTo>
                      <a:pt x="69" y="366"/>
                      <a:pt x="88" y="354"/>
                      <a:pt x="92" y="328"/>
                    </a:cubicBezTo>
                    <a:cubicBezTo>
                      <a:pt x="114" y="230"/>
                      <a:pt x="179" y="149"/>
                      <a:pt x="201" y="51"/>
                    </a:cubicBezTo>
                    <a:cubicBezTo>
                      <a:pt x="208" y="22"/>
                      <a:pt x="184"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20"/>
              <p:cNvSpPr/>
              <p:nvPr/>
            </p:nvSpPr>
            <p:spPr>
              <a:xfrm>
                <a:off x="3301725" y="2551150"/>
                <a:ext cx="5050" cy="6975"/>
              </a:xfrm>
              <a:custGeom>
                <a:rect b="b" l="l" r="r" t="t"/>
                <a:pathLst>
                  <a:path extrusionOk="0" h="279" w="202">
                    <a:moveTo>
                      <a:pt x="153" y="0"/>
                    </a:moveTo>
                    <a:cubicBezTo>
                      <a:pt x="138" y="0"/>
                      <a:pt x="123" y="11"/>
                      <a:pt x="120" y="32"/>
                    </a:cubicBezTo>
                    <a:cubicBezTo>
                      <a:pt x="120" y="43"/>
                      <a:pt x="87" y="70"/>
                      <a:pt x="82" y="81"/>
                    </a:cubicBezTo>
                    <a:cubicBezTo>
                      <a:pt x="66" y="98"/>
                      <a:pt x="55" y="119"/>
                      <a:pt x="44" y="136"/>
                    </a:cubicBezTo>
                    <a:cubicBezTo>
                      <a:pt x="28" y="174"/>
                      <a:pt x="0" y="223"/>
                      <a:pt x="28" y="261"/>
                    </a:cubicBezTo>
                    <a:cubicBezTo>
                      <a:pt x="34" y="273"/>
                      <a:pt x="46" y="279"/>
                      <a:pt x="58" y="279"/>
                    </a:cubicBezTo>
                    <a:cubicBezTo>
                      <a:pt x="67" y="279"/>
                      <a:pt x="75" y="276"/>
                      <a:pt x="82" y="272"/>
                    </a:cubicBezTo>
                    <a:cubicBezTo>
                      <a:pt x="115" y="234"/>
                      <a:pt x="136" y="190"/>
                      <a:pt x="158" y="147"/>
                    </a:cubicBezTo>
                    <a:cubicBezTo>
                      <a:pt x="180" y="103"/>
                      <a:pt x="202" y="70"/>
                      <a:pt x="191" y="22"/>
                    </a:cubicBezTo>
                    <a:lnTo>
                      <a:pt x="185" y="22"/>
                    </a:lnTo>
                    <a:cubicBezTo>
                      <a:pt x="178" y="7"/>
                      <a:pt x="166"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20"/>
              <p:cNvSpPr/>
              <p:nvPr/>
            </p:nvSpPr>
            <p:spPr>
              <a:xfrm>
                <a:off x="3303750" y="2557350"/>
                <a:ext cx="3150" cy="6475"/>
              </a:xfrm>
              <a:custGeom>
                <a:rect b="b" l="l" r="r" t="t"/>
                <a:pathLst>
                  <a:path extrusionOk="0" h="259" w="126">
                    <a:moveTo>
                      <a:pt x="88" y="0"/>
                    </a:moveTo>
                    <a:cubicBezTo>
                      <a:pt x="81" y="0"/>
                      <a:pt x="74" y="5"/>
                      <a:pt x="72" y="13"/>
                    </a:cubicBezTo>
                    <a:cubicBezTo>
                      <a:pt x="55" y="51"/>
                      <a:pt x="50" y="100"/>
                      <a:pt x="34" y="138"/>
                    </a:cubicBezTo>
                    <a:cubicBezTo>
                      <a:pt x="12" y="181"/>
                      <a:pt x="1" y="214"/>
                      <a:pt x="23" y="246"/>
                    </a:cubicBezTo>
                    <a:cubicBezTo>
                      <a:pt x="28" y="255"/>
                      <a:pt x="39" y="259"/>
                      <a:pt x="50" y="259"/>
                    </a:cubicBezTo>
                    <a:cubicBezTo>
                      <a:pt x="61" y="259"/>
                      <a:pt x="72" y="255"/>
                      <a:pt x="77" y="246"/>
                    </a:cubicBezTo>
                    <a:cubicBezTo>
                      <a:pt x="115" y="176"/>
                      <a:pt x="126" y="89"/>
                      <a:pt x="104" y="13"/>
                    </a:cubicBezTo>
                    <a:cubicBezTo>
                      <a:pt x="102" y="5"/>
                      <a:pt x="95"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20"/>
              <p:cNvSpPr/>
              <p:nvPr/>
            </p:nvSpPr>
            <p:spPr>
              <a:xfrm>
                <a:off x="3281200" y="2613650"/>
                <a:ext cx="10075" cy="6950"/>
              </a:xfrm>
              <a:custGeom>
                <a:rect b="b" l="l" r="r" t="t"/>
                <a:pathLst>
                  <a:path extrusionOk="0" h="278" w="403">
                    <a:moveTo>
                      <a:pt x="365" y="0"/>
                    </a:moveTo>
                    <a:cubicBezTo>
                      <a:pt x="278" y="6"/>
                      <a:pt x="196" y="44"/>
                      <a:pt x="131" y="98"/>
                    </a:cubicBezTo>
                    <a:cubicBezTo>
                      <a:pt x="88" y="131"/>
                      <a:pt x="1" y="207"/>
                      <a:pt x="50" y="267"/>
                    </a:cubicBezTo>
                    <a:cubicBezTo>
                      <a:pt x="60" y="272"/>
                      <a:pt x="71" y="278"/>
                      <a:pt x="82" y="278"/>
                    </a:cubicBezTo>
                    <a:cubicBezTo>
                      <a:pt x="126" y="261"/>
                      <a:pt x="164" y="207"/>
                      <a:pt x="196" y="174"/>
                    </a:cubicBezTo>
                    <a:cubicBezTo>
                      <a:pt x="245" y="120"/>
                      <a:pt x="305" y="82"/>
                      <a:pt x="376" y="60"/>
                    </a:cubicBezTo>
                    <a:cubicBezTo>
                      <a:pt x="403" y="49"/>
                      <a:pt x="397"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20"/>
              <p:cNvSpPr/>
              <p:nvPr/>
            </p:nvSpPr>
            <p:spPr>
              <a:xfrm>
                <a:off x="3279250" y="2620825"/>
                <a:ext cx="8300" cy="6550"/>
              </a:xfrm>
              <a:custGeom>
                <a:rect b="b" l="l" r="r" t="t"/>
                <a:pathLst>
                  <a:path extrusionOk="0" h="262" w="332">
                    <a:moveTo>
                      <a:pt x="287" y="1"/>
                    </a:moveTo>
                    <a:cubicBezTo>
                      <a:pt x="281" y="1"/>
                      <a:pt x="275" y="3"/>
                      <a:pt x="269" y="7"/>
                    </a:cubicBezTo>
                    <a:cubicBezTo>
                      <a:pt x="225" y="34"/>
                      <a:pt x="176" y="61"/>
                      <a:pt x="128" y="77"/>
                    </a:cubicBezTo>
                    <a:cubicBezTo>
                      <a:pt x="79" y="99"/>
                      <a:pt x="19" y="137"/>
                      <a:pt x="8" y="197"/>
                    </a:cubicBezTo>
                    <a:cubicBezTo>
                      <a:pt x="0" y="232"/>
                      <a:pt x="29" y="261"/>
                      <a:pt x="61" y="261"/>
                    </a:cubicBezTo>
                    <a:cubicBezTo>
                      <a:pt x="74" y="261"/>
                      <a:pt x="88" y="257"/>
                      <a:pt x="100" y="246"/>
                    </a:cubicBezTo>
                    <a:cubicBezTo>
                      <a:pt x="117" y="230"/>
                      <a:pt x="133" y="208"/>
                      <a:pt x="149" y="192"/>
                    </a:cubicBezTo>
                    <a:cubicBezTo>
                      <a:pt x="171" y="175"/>
                      <a:pt x="187" y="164"/>
                      <a:pt x="209" y="154"/>
                    </a:cubicBezTo>
                    <a:cubicBezTo>
                      <a:pt x="253" y="132"/>
                      <a:pt x="291" y="94"/>
                      <a:pt x="318" y="56"/>
                    </a:cubicBezTo>
                    <a:cubicBezTo>
                      <a:pt x="331" y="34"/>
                      <a:pt x="312"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20"/>
              <p:cNvSpPr/>
              <p:nvPr/>
            </p:nvSpPr>
            <p:spPr>
              <a:xfrm>
                <a:off x="3275500" y="2626150"/>
                <a:ext cx="10125" cy="7550"/>
              </a:xfrm>
              <a:custGeom>
                <a:rect b="b" l="l" r="r" t="t"/>
                <a:pathLst>
                  <a:path extrusionOk="0" h="302" w="405">
                    <a:moveTo>
                      <a:pt x="361" y="0"/>
                    </a:moveTo>
                    <a:cubicBezTo>
                      <a:pt x="356" y="0"/>
                      <a:pt x="349" y="2"/>
                      <a:pt x="343" y="6"/>
                    </a:cubicBezTo>
                    <a:cubicBezTo>
                      <a:pt x="272" y="55"/>
                      <a:pt x="201" y="87"/>
                      <a:pt x="136" y="136"/>
                    </a:cubicBezTo>
                    <a:cubicBezTo>
                      <a:pt x="98" y="174"/>
                      <a:pt x="0" y="223"/>
                      <a:pt x="44" y="288"/>
                    </a:cubicBezTo>
                    <a:cubicBezTo>
                      <a:pt x="48" y="296"/>
                      <a:pt x="58" y="301"/>
                      <a:pt x="67" y="301"/>
                    </a:cubicBezTo>
                    <a:cubicBezTo>
                      <a:pt x="70" y="301"/>
                      <a:pt x="74" y="301"/>
                      <a:pt x="76" y="299"/>
                    </a:cubicBezTo>
                    <a:cubicBezTo>
                      <a:pt x="131" y="288"/>
                      <a:pt x="180" y="229"/>
                      <a:pt x="223" y="191"/>
                    </a:cubicBezTo>
                    <a:cubicBezTo>
                      <a:pt x="283" y="153"/>
                      <a:pt x="337" y="109"/>
                      <a:pt x="386" y="60"/>
                    </a:cubicBezTo>
                    <a:cubicBezTo>
                      <a:pt x="404" y="38"/>
                      <a:pt x="389" y="0"/>
                      <a:pt x="3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20"/>
              <p:cNvSpPr/>
              <p:nvPr/>
            </p:nvSpPr>
            <p:spPr>
              <a:xfrm>
                <a:off x="3275500" y="2632850"/>
                <a:ext cx="6700" cy="6350"/>
              </a:xfrm>
              <a:custGeom>
                <a:rect b="b" l="l" r="r" t="t"/>
                <a:pathLst>
                  <a:path extrusionOk="0" h="254" w="268">
                    <a:moveTo>
                      <a:pt x="204" y="1"/>
                    </a:moveTo>
                    <a:cubicBezTo>
                      <a:pt x="194" y="1"/>
                      <a:pt x="183" y="5"/>
                      <a:pt x="174" y="15"/>
                    </a:cubicBezTo>
                    <a:cubicBezTo>
                      <a:pt x="109" y="75"/>
                      <a:pt x="6" y="107"/>
                      <a:pt x="0" y="211"/>
                    </a:cubicBezTo>
                    <a:cubicBezTo>
                      <a:pt x="4" y="237"/>
                      <a:pt x="27" y="254"/>
                      <a:pt x="50" y="254"/>
                    </a:cubicBezTo>
                    <a:cubicBezTo>
                      <a:pt x="65" y="254"/>
                      <a:pt x="79" y="247"/>
                      <a:pt x="87" y="232"/>
                    </a:cubicBezTo>
                    <a:cubicBezTo>
                      <a:pt x="104" y="200"/>
                      <a:pt x="125" y="173"/>
                      <a:pt x="153" y="151"/>
                    </a:cubicBezTo>
                    <a:cubicBezTo>
                      <a:pt x="180" y="124"/>
                      <a:pt x="207" y="102"/>
                      <a:pt x="234" y="75"/>
                    </a:cubicBezTo>
                    <a:cubicBezTo>
                      <a:pt x="267" y="46"/>
                      <a:pt x="237"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20"/>
              <p:cNvSpPr/>
              <p:nvPr/>
            </p:nvSpPr>
            <p:spPr>
              <a:xfrm>
                <a:off x="3273600" y="2644525"/>
                <a:ext cx="6375" cy="7800"/>
              </a:xfrm>
              <a:custGeom>
                <a:rect b="b" l="l" r="r" t="t"/>
                <a:pathLst>
                  <a:path extrusionOk="0" h="312" w="255">
                    <a:moveTo>
                      <a:pt x="200" y="1"/>
                    </a:moveTo>
                    <a:cubicBezTo>
                      <a:pt x="182" y="1"/>
                      <a:pt x="164" y="10"/>
                      <a:pt x="158" y="32"/>
                    </a:cubicBezTo>
                    <a:cubicBezTo>
                      <a:pt x="152" y="48"/>
                      <a:pt x="125" y="64"/>
                      <a:pt x="114" y="81"/>
                    </a:cubicBezTo>
                    <a:cubicBezTo>
                      <a:pt x="104" y="92"/>
                      <a:pt x="82" y="108"/>
                      <a:pt x="71" y="124"/>
                    </a:cubicBezTo>
                    <a:cubicBezTo>
                      <a:pt x="33" y="162"/>
                      <a:pt x="6" y="211"/>
                      <a:pt x="0" y="266"/>
                    </a:cubicBezTo>
                    <a:cubicBezTo>
                      <a:pt x="0" y="296"/>
                      <a:pt x="23" y="311"/>
                      <a:pt x="45" y="311"/>
                    </a:cubicBezTo>
                    <a:cubicBezTo>
                      <a:pt x="59" y="311"/>
                      <a:pt x="73" y="305"/>
                      <a:pt x="82" y="293"/>
                    </a:cubicBezTo>
                    <a:cubicBezTo>
                      <a:pt x="109" y="244"/>
                      <a:pt x="136" y="206"/>
                      <a:pt x="169" y="168"/>
                    </a:cubicBezTo>
                    <a:cubicBezTo>
                      <a:pt x="201" y="135"/>
                      <a:pt x="229" y="97"/>
                      <a:pt x="245" y="59"/>
                    </a:cubicBezTo>
                    <a:cubicBezTo>
                      <a:pt x="255" y="23"/>
                      <a:pt x="227"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20"/>
              <p:cNvSpPr/>
              <p:nvPr/>
            </p:nvSpPr>
            <p:spPr>
              <a:xfrm>
                <a:off x="3275100" y="2651700"/>
                <a:ext cx="3150" cy="4875"/>
              </a:xfrm>
              <a:custGeom>
                <a:rect b="b" l="l" r="r" t="t"/>
                <a:pathLst>
                  <a:path extrusionOk="0" h="195" w="126">
                    <a:moveTo>
                      <a:pt x="81" y="1"/>
                    </a:moveTo>
                    <a:cubicBezTo>
                      <a:pt x="63" y="1"/>
                      <a:pt x="46" y="12"/>
                      <a:pt x="49" y="33"/>
                    </a:cubicBezTo>
                    <a:cubicBezTo>
                      <a:pt x="49" y="44"/>
                      <a:pt x="44" y="55"/>
                      <a:pt x="38" y="66"/>
                    </a:cubicBezTo>
                    <a:cubicBezTo>
                      <a:pt x="33" y="82"/>
                      <a:pt x="27" y="93"/>
                      <a:pt x="22" y="109"/>
                    </a:cubicBezTo>
                    <a:cubicBezTo>
                      <a:pt x="5" y="136"/>
                      <a:pt x="0" y="174"/>
                      <a:pt x="27" y="191"/>
                    </a:cubicBezTo>
                    <a:cubicBezTo>
                      <a:pt x="32" y="193"/>
                      <a:pt x="37" y="194"/>
                      <a:pt x="42" y="194"/>
                    </a:cubicBezTo>
                    <a:cubicBezTo>
                      <a:pt x="50" y="194"/>
                      <a:pt x="57" y="191"/>
                      <a:pt x="60" y="185"/>
                    </a:cubicBezTo>
                    <a:cubicBezTo>
                      <a:pt x="71" y="174"/>
                      <a:pt x="71" y="163"/>
                      <a:pt x="76" y="147"/>
                    </a:cubicBezTo>
                    <a:cubicBezTo>
                      <a:pt x="82" y="136"/>
                      <a:pt x="87" y="120"/>
                      <a:pt x="98" y="109"/>
                    </a:cubicBezTo>
                    <a:cubicBezTo>
                      <a:pt x="120" y="87"/>
                      <a:pt x="125" y="55"/>
                      <a:pt x="114" y="22"/>
                    </a:cubicBezTo>
                    <a:cubicBezTo>
                      <a:pt x="109" y="8"/>
                      <a:pt x="95" y="1"/>
                      <a:pt x="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20"/>
              <p:cNvSpPr/>
              <p:nvPr/>
            </p:nvSpPr>
            <p:spPr>
              <a:xfrm>
                <a:off x="3327550" y="2609025"/>
                <a:ext cx="20000" cy="30650"/>
              </a:xfrm>
              <a:custGeom>
                <a:rect b="b" l="l" r="r" t="t"/>
                <a:pathLst>
                  <a:path extrusionOk="0" h="1226" w="800">
                    <a:moveTo>
                      <a:pt x="385" y="1"/>
                    </a:moveTo>
                    <a:cubicBezTo>
                      <a:pt x="365" y="1"/>
                      <a:pt x="344" y="2"/>
                      <a:pt x="321" y="6"/>
                    </a:cubicBezTo>
                    <a:cubicBezTo>
                      <a:pt x="223" y="22"/>
                      <a:pt x="136" y="71"/>
                      <a:pt x="71" y="142"/>
                    </a:cubicBezTo>
                    <a:cubicBezTo>
                      <a:pt x="0" y="234"/>
                      <a:pt x="76" y="321"/>
                      <a:pt x="120" y="403"/>
                    </a:cubicBezTo>
                    <a:cubicBezTo>
                      <a:pt x="207" y="571"/>
                      <a:pt x="245" y="756"/>
                      <a:pt x="229" y="941"/>
                    </a:cubicBezTo>
                    <a:cubicBezTo>
                      <a:pt x="218" y="1022"/>
                      <a:pt x="196" y="1126"/>
                      <a:pt x="267" y="1191"/>
                    </a:cubicBezTo>
                    <a:cubicBezTo>
                      <a:pt x="291" y="1215"/>
                      <a:pt x="317" y="1225"/>
                      <a:pt x="344" y="1225"/>
                    </a:cubicBezTo>
                    <a:cubicBezTo>
                      <a:pt x="389" y="1225"/>
                      <a:pt x="435" y="1196"/>
                      <a:pt x="473" y="1158"/>
                    </a:cubicBezTo>
                    <a:cubicBezTo>
                      <a:pt x="566" y="1071"/>
                      <a:pt x="642" y="968"/>
                      <a:pt x="701" y="854"/>
                    </a:cubicBezTo>
                    <a:cubicBezTo>
                      <a:pt x="740" y="789"/>
                      <a:pt x="772" y="718"/>
                      <a:pt x="794" y="642"/>
                    </a:cubicBezTo>
                    <a:cubicBezTo>
                      <a:pt x="799" y="571"/>
                      <a:pt x="794" y="495"/>
                      <a:pt x="772" y="430"/>
                    </a:cubicBezTo>
                    <a:lnTo>
                      <a:pt x="772" y="424"/>
                    </a:lnTo>
                    <a:cubicBezTo>
                      <a:pt x="772" y="418"/>
                      <a:pt x="767" y="415"/>
                      <a:pt x="762" y="415"/>
                    </a:cubicBezTo>
                    <a:cubicBezTo>
                      <a:pt x="754" y="415"/>
                      <a:pt x="745" y="420"/>
                      <a:pt x="745" y="430"/>
                    </a:cubicBezTo>
                    <a:cubicBezTo>
                      <a:pt x="750" y="501"/>
                      <a:pt x="740" y="577"/>
                      <a:pt x="723" y="642"/>
                    </a:cubicBezTo>
                    <a:cubicBezTo>
                      <a:pt x="707" y="691"/>
                      <a:pt x="674" y="740"/>
                      <a:pt x="647" y="783"/>
                    </a:cubicBezTo>
                    <a:cubicBezTo>
                      <a:pt x="609" y="876"/>
                      <a:pt x="555" y="968"/>
                      <a:pt x="489" y="1044"/>
                    </a:cubicBezTo>
                    <a:cubicBezTo>
                      <a:pt x="468" y="1071"/>
                      <a:pt x="446" y="1093"/>
                      <a:pt x="419" y="1120"/>
                    </a:cubicBezTo>
                    <a:cubicBezTo>
                      <a:pt x="397" y="1140"/>
                      <a:pt x="373" y="1150"/>
                      <a:pt x="352" y="1150"/>
                    </a:cubicBezTo>
                    <a:cubicBezTo>
                      <a:pt x="316" y="1150"/>
                      <a:pt x="286" y="1121"/>
                      <a:pt x="283" y="1066"/>
                    </a:cubicBezTo>
                    <a:cubicBezTo>
                      <a:pt x="283" y="979"/>
                      <a:pt x="310" y="897"/>
                      <a:pt x="305" y="816"/>
                    </a:cubicBezTo>
                    <a:cubicBezTo>
                      <a:pt x="294" y="718"/>
                      <a:pt x="272" y="626"/>
                      <a:pt x="239" y="533"/>
                    </a:cubicBezTo>
                    <a:cubicBezTo>
                      <a:pt x="223" y="490"/>
                      <a:pt x="212" y="441"/>
                      <a:pt x="190" y="397"/>
                    </a:cubicBezTo>
                    <a:cubicBezTo>
                      <a:pt x="163" y="348"/>
                      <a:pt x="136" y="299"/>
                      <a:pt x="109" y="245"/>
                    </a:cubicBezTo>
                    <a:cubicBezTo>
                      <a:pt x="87" y="153"/>
                      <a:pt x="234" y="98"/>
                      <a:pt x="305" y="77"/>
                    </a:cubicBezTo>
                    <a:cubicBezTo>
                      <a:pt x="343" y="66"/>
                      <a:pt x="381" y="66"/>
                      <a:pt x="419" y="66"/>
                    </a:cubicBezTo>
                    <a:cubicBezTo>
                      <a:pt x="489" y="77"/>
                      <a:pt x="555" y="115"/>
                      <a:pt x="598" y="174"/>
                    </a:cubicBezTo>
                    <a:cubicBezTo>
                      <a:pt x="605" y="181"/>
                      <a:pt x="612" y="184"/>
                      <a:pt x="620" y="184"/>
                    </a:cubicBezTo>
                    <a:cubicBezTo>
                      <a:pt x="642" y="184"/>
                      <a:pt x="662" y="157"/>
                      <a:pt x="642" y="136"/>
                    </a:cubicBezTo>
                    <a:cubicBezTo>
                      <a:pt x="564" y="49"/>
                      <a:pt x="494" y="1"/>
                      <a:pt x="3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20"/>
              <p:cNvSpPr/>
              <p:nvPr/>
            </p:nvSpPr>
            <p:spPr>
              <a:xfrm>
                <a:off x="3338425" y="2648000"/>
                <a:ext cx="9525" cy="7975"/>
              </a:xfrm>
              <a:custGeom>
                <a:rect b="b" l="l" r="r" t="t"/>
                <a:pathLst>
                  <a:path extrusionOk="0" h="319" w="381">
                    <a:moveTo>
                      <a:pt x="206" y="1"/>
                    </a:moveTo>
                    <a:cubicBezTo>
                      <a:pt x="188" y="1"/>
                      <a:pt x="180" y="20"/>
                      <a:pt x="185" y="34"/>
                    </a:cubicBezTo>
                    <a:cubicBezTo>
                      <a:pt x="212" y="67"/>
                      <a:pt x="234" y="105"/>
                      <a:pt x="239" y="148"/>
                    </a:cubicBezTo>
                    <a:cubicBezTo>
                      <a:pt x="239" y="192"/>
                      <a:pt x="201" y="235"/>
                      <a:pt x="152" y="235"/>
                    </a:cubicBezTo>
                    <a:cubicBezTo>
                      <a:pt x="71" y="235"/>
                      <a:pt x="54" y="127"/>
                      <a:pt x="49" y="61"/>
                    </a:cubicBezTo>
                    <a:cubicBezTo>
                      <a:pt x="46" y="50"/>
                      <a:pt x="38" y="45"/>
                      <a:pt x="30" y="45"/>
                    </a:cubicBezTo>
                    <a:cubicBezTo>
                      <a:pt x="22" y="45"/>
                      <a:pt x="14" y="50"/>
                      <a:pt x="11" y="61"/>
                    </a:cubicBezTo>
                    <a:cubicBezTo>
                      <a:pt x="0" y="121"/>
                      <a:pt x="11" y="181"/>
                      <a:pt x="33" y="241"/>
                    </a:cubicBezTo>
                    <a:cubicBezTo>
                      <a:pt x="61" y="288"/>
                      <a:pt x="114" y="319"/>
                      <a:pt x="171" y="319"/>
                    </a:cubicBezTo>
                    <a:cubicBezTo>
                      <a:pt x="179" y="319"/>
                      <a:pt x="187" y="318"/>
                      <a:pt x="196" y="317"/>
                    </a:cubicBezTo>
                    <a:cubicBezTo>
                      <a:pt x="364" y="290"/>
                      <a:pt x="381" y="45"/>
                      <a:pt x="212" y="2"/>
                    </a:cubicBezTo>
                    <a:cubicBezTo>
                      <a:pt x="210" y="1"/>
                      <a:pt x="208" y="1"/>
                      <a:pt x="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20"/>
              <p:cNvSpPr/>
              <p:nvPr/>
            </p:nvSpPr>
            <p:spPr>
              <a:xfrm>
                <a:off x="3262950" y="2682400"/>
                <a:ext cx="4425" cy="7550"/>
              </a:xfrm>
              <a:custGeom>
                <a:rect b="b" l="l" r="r" t="t"/>
                <a:pathLst>
                  <a:path extrusionOk="0" h="302" w="177">
                    <a:moveTo>
                      <a:pt x="138" y="1"/>
                    </a:moveTo>
                    <a:cubicBezTo>
                      <a:pt x="122" y="1"/>
                      <a:pt x="106" y="12"/>
                      <a:pt x="106" y="33"/>
                    </a:cubicBezTo>
                    <a:cubicBezTo>
                      <a:pt x="95" y="71"/>
                      <a:pt x="78" y="104"/>
                      <a:pt x="57" y="131"/>
                    </a:cubicBezTo>
                    <a:cubicBezTo>
                      <a:pt x="40" y="164"/>
                      <a:pt x="24" y="202"/>
                      <a:pt x="13" y="235"/>
                    </a:cubicBezTo>
                    <a:cubicBezTo>
                      <a:pt x="1" y="263"/>
                      <a:pt x="26" y="302"/>
                      <a:pt x="53" y="302"/>
                    </a:cubicBezTo>
                    <a:cubicBezTo>
                      <a:pt x="62" y="302"/>
                      <a:pt x="71" y="298"/>
                      <a:pt x="78" y="289"/>
                    </a:cubicBezTo>
                    <a:cubicBezTo>
                      <a:pt x="106" y="245"/>
                      <a:pt x="127" y="202"/>
                      <a:pt x="144" y="158"/>
                    </a:cubicBezTo>
                    <a:cubicBezTo>
                      <a:pt x="165" y="120"/>
                      <a:pt x="176" y="77"/>
                      <a:pt x="171" y="33"/>
                    </a:cubicBezTo>
                    <a:cubicBezTo>
                      <a:pt x="171" y="12"/>
                      <a:pt x="154"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20"/>
              <p:cNvSpPr/>
              <p:nvPr/>
            </p:nvSpPr>
            <p:spPr>
              <a:xfrm>
                <a:off x="3264500" y="2686225"/>
                <a:ext cx="6900" cy="7175"/>
              </a:xfrm>
              <a:custGeom>
                <a:rect b="b" l="l" r="r" t="t"/>
                <a:pathLst>
                  <a:path extrusionOk="0" h="287" w="276">
                    <a:moveTo>
                      <a:pt x="216" y="1"/>
                    </a:moveTo>
                    <a:cubicBezTo>
                      <a:pt x="207" y="1"/>
                      <a:pt x="198" y="4"/>
                      <a:pt x="190" y="11"/>
                    </a:cubicBezTo>
                    <a:lnTo>
                      <a:pt x="185" y="11"/>
                    </a:lnTo>
                    <a:cubicBezTo>
                      <a:pt x="141" y="49"/>
                      <a:pt x="109" y="98"/>
                      <a:pt x="65" y="147"/>
                    </a:cubicBezTo>
                    <a:cubicBezTo>
                      <a:pt x="22" y="190"/>
                      <a:pt x="0" y="217"/>
                      <a:pt x="22" y="266"/>
                    </a:cubicBezTo>
                    <a:cubicBezTo>
                      <a:pt x="30" y="280"/>
                      <a:pt x="44" y="287"/>
                      <a:pt x="57" y="287"/>
                    </a:cubicBezTo>
                    <a:cubicBezTo>
                      <a:pt x="71" y="287"/>
                      <a:pt x="84" y="280"/>
                      <a:pt x="92" y="266"/>
                    </a:cubicBezTo>
                    <a:cubicBezTo>
                      <a:pt x="109" y="239"/>
                      <a:pt x="130" y="212"/>
                      <a:pt x="158" y="190"/>
                    </a:cubicBezTo>
                    <a:cubicBezTo>
                      <a:pt x="190" y="152"/>
                      <a:pt x="217" y="109"/>
                      <a:pt x="250" y="71"/>
                    </a:cubicBezTo>
                    <a:cubicBezTo>
                      <a:pt x="276" y="41"/>
                      <a:pt x="248" y="1"/>
                      <a:pt x="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20"/>
              <p:cNvSpPr/>
              <p:nvPr/>
            </p:nvSpPr>
            <p:spPr>
              <a:xfrm>
                <a:off x="3269250" y="2688650"/>
                <a:ext cx="4800" cy="5000"/>
              </a:xfrm>
              <a:custGeom>
                <a:rect b="b" l="l" r="r" t="t"/>
                <a:pathLst>
                  <a:path extrusionOk="0" h="200" w="192">
                    <a:moveTo>
                      <a:pt x="142" y="1"/>
                    </a:moveTo>
                    <a:cubicBezTo>
                      <a:pt x="137" y="1"/>
                      <a:pt x="131" y="3"/>
                      <a:pt x="125" y="6"/>
                    </a:cubicBezTo>
                    <a:cubicBezTo>
                      <a:pt x="87" y="23"/>
                      <a:pt x="60" y="50"/>
                      <a:pt x="38" y="82"/>
                    </a:cubicBezTo>
                    <a:cubicBezTo>
                      <a:pt x="22" y="110"/>
                      <a:pt x="0" y="164"/>
                      <a:pt x="27" y="191"/>
                    </a:cubicBezTo>
                    <a:cubicBezTo>
                      <a:pt x="34" y="197"/>
                      <a:pt x="40" y="200"/>
                      <a:pt x="46" y="200"/>
                    </a:cubicBezTo>
                    <a:cubicBezTo>
                      <a:pt x="69" y="200"/>
                      <a:pt x="91" y="170"/>
                      <a:pt x="104" y="153"/>
                    </a:cubicBezTo>
                    <a:cubicBezTo>
                      <a:pt x="120" y="137"/>
                      <a:pt x="142" y="93"/>
                      <a:pt x="169" y="66"/>
                    </a:cubicBezTo>
                    <a:cubicBezTo>
                      <a:pt x="191" y="39"/>
                      <a:pt x="169"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120"/>
            <p:cNvGrpSpPr/>
            <p:nvPr/>
          </p:nvGrpSpPr>
          <p:grpSpPr>
            <a:xfrm>
              <a:off x="6255152" y="1491437"/>
              <a:ext cx="240025" cy="274313"/>
              <a:chOff x="3889050" y="2500075"/>
              <a:chExt cx="187975" cy="223400"/>
            </a:xfrm>
          </p:grpSpPr>
          <p:sp>
            <p:nvSpPr>
              <p:cNvPr id="4684" name="Google Shape;4684;p120"/>
              <p:cNvSpPr/>
              <p:nvPr/>
            </p:nvSpPr>
            <p:spPr>
              <a:xfrm>
                <a:off x="3889050" y="2500075"/>
                <a:ext cx="187975" cy="223400"/>
              </a:xfrm>
              <a:custGeom>
                <a:rect b="b" l="l" r="r" t="t"/>
                <a:pathLst>
                  <a:path extrusionOk="0" h="8936" w="7519">
                    <a:moveTo>
                      <a:pt x="2186" y="254"/>
                    </a:moveTo>
                    <a:cubicBezTo>
                      <a:pt x="2268" y="265"/>
                      <a:pt x="2349" y="282"/>
                      <a:pt x="2425" y="303"/>
                    </a:cubicBezTo>
                    <a:cubicBezTo>
                      <a:pt x="2491" y="314"/>
                      <a:pt x="2567" y="325"/>
                      <a:pt x="2637" y="341"/>
                    </a:cubicBezTo>
                    <a:cubicBezTo>
                      <a:pt x="2703" y="363"/>
                      <a:pt x="2768" y="390"/>
                      <a:pt x="2833" y="423"/>
                    </a:cubicBezTo>
                    <a:cubicBezTo>
                      <a:pt x="2909" y="450"/>
                      <a:pt x="2980" y="488"/>
                      <a:pt x="3045" y="532"/>
                    </a:cubicBezTo>
                    <a:cubicBezTo>
                      <a:pt x="3105" y="570"/>
                      <a:pt x="3154" y="624"/>
                      <a:pt x="3181" y="689"/>
                    </a:cubicBezTo>
                    <a:cubicBezTo>
                      <a:pt x="3192" y="700"/>
                      <a:pt x="3208" y="727"/>
                      <a:pt x="3224" y="755"/>
                    </a:cubicBezTo>
                    <a:cubicBezTo>
                      <a:pt x="3224" y="760"/>
                      <a:pt x="3224" y="760"/>
                      <a:pt x="3224" y="765"/>
                    </a:cubicBezTo>
                    <a:cubicBezTo>
                      <a:pt x="3235" y="852"/>
                      <a:pt x="3252" y="945"/>
                      <a:pt x="3279" y="1032"/>
                    </a:cubicBezTo>
                    <a:cubicBezTo>
                      <a:pt x="3219" y="961"/>
                      <a:pt x="3148" y="907"/>
                      <a:pt x="3067" y="858"/>
                    </a:cubicBezTo>
                    <a:cubicBezTo>
                      <a:pt x="2991" y="820"/>
                      <a:pt x="2915" y="782"/>
                      <a:pt x="2838" y="744"/>
                    </a:cubicBezTo>
                    <a:cubicBezTo>
                      <a:pt x="2751" y="700"/>
                      <a:pt x="2654" y="678"/>
                      <a:pt x="2567" y="630"/>
                    </a:cubicBezTo>
                    <a:cubicBezTo>
                      <a:pt x="2564" y="627"/>
                      <a:pt x="2561" y="627"/>
                      <a:pt x="2558" y="627"/>
                    </a:cubicBezTo>
                    <a:cubicBezTo>
                      <a:pt x="2545" y="627"/>
                      <a:pt x="2537" y="643"/>
                      <a:pt x="2550" y="657"/>
                    </a:cubicBezTo>
                    <a:cubicBezTo>
                      <a:pt x="2670" y="765"/>
                      <a:pt x="2800" y="863"/>
                      <a:pt x="2947" y="945"/>
                    </a:cubicBezTo>
                    <a:cubicBezTo>
                      <a:pt x="3029" y="988"/>
                      <a:pt x="3094" y="1053"/>
                      <a:pt x="3148" y="1124"/>
                    </a:cubicBezTo>
                    <a:cubicBezTo>
                      <a:pt x="3099" y="1119"/>
                      <a:pt x="3050" y="1119"/>
                      <a:pt x="3002" y="1119"/>
                    </a:cubicBezTo>
                    <a:cubicBezTo>
                      <a:pt x="2915" y="1119"/>
                      <a:pt x="2822" y="1097"/>
                      <a:pt x="2741" y="1059"/>
                    </a:cubicBezTo>
                    <a:cubicBezTo>
                      <a:pt x="2594" y="994"/>
                      <a:pt x="2431" y="934"/>
                      <a:pt x="2311" y="820"/>
                    </a:cubicBezTo>
                    <a:cubicBezTo>
                      <a:pt x="2202" y="727"/>
                      <a:pt x="2115" y="613"/>
                      <a:pt x="2045" y="488"/>
                    </a:cubicBezTo>
                    <a:lnTo>
                      <a:pt x="2039" y="483"/>
                    </a:lnTo>
                    <a:cubicBezTo>
                      <a:pt x="2023" y="450"/>
                      <a:pt x="2007" y="412"/>
                      <a:pt x="1996" y="385"/>
                    </a:cubicBezTo>
                    <a:cubicBezTo>
                      <a:pt x="1980" y="352"/>
                      <a:pt x="1974" y="303"/>
                      <a:pt x="1963" y="271"/>
                    </a:cubicBezTo>
                    <a:lnTo>
                      <a:pt x="1985" y="271"/>
                    </a:lnTo>
                    <a:cubicBezTo>
                      <a:pt x="2000" y="274"/>
                      <a:pt x="2014" y="276"/>
                      <a:pt x="2029" y="276"/>
                    </a:cubicBezTo>
                    <a:cubicBezTo>
                      <a:pt x="2080" y="276"/>
                      <a:pt x="2131" y="259"/>
                      <a:pt x="2186" y="254"/>
                    </a:cubicBezTo>
                    <a:close/>
                    <a:moveTo>
                      <a:pt x="3716" y="134"/>
                    </a:moveTo>
                    <a:cubicBezTo>
                      <a:pt x="3719" y="134"/>
                      <a:pt x="3722" y="134"/>
                      <a:pt x="3724" y="135"/>
                    </a:cubicBezTo>
                    <a:cubicBezTo>
                      <a:pt x="3773" y="146"/>
                      <a:pt x="3752" y="167"/>
                      <a:pt x="3741" y="200"/>
                    </a:cubicBezTo>
                    <a:cubicBezTo>
                      <a:pt x="3730" y="238"/>
                      <a:pt x="3697" y="282"/>
                      <a:pt x="3681" y="325"/>
                    </a:cubicBezTo>
                    <a:cubicBezTo>
                      <a:pt x="3638" y="434"/>
                      <a:pt x="3594" y="548"/>
                      <a:pt x="3556" y="657"/>
                    </a:cubicBezTo>
                    <a:cubicBezTo>
                      <a:pt x="3529" y="760"/>
                      <a:pt x="3512" y="863"/>
                      <a:pt x="3502" y="972"/>
                    </a:cubicBezTo>
                    <a:cubicBezTo>
                      <a:pt x="3485" y="1048"/>
                      <a:pt x="3502" y="1124"/>
                      <a:pt x="3545" y="1189"/>
                    </a:cubicBezTo>
                    <a:lnTo>
                      <a:pt x="3485" y="1217"/>
                    </a:lnTo>
                    <a:cubicBezTo>
                      <a:pt x="3447" y="1075"/>
                      <a:pt x="3409" y="928"/>
                      <a:pt x="3382" y="782"/>
                    </a:cubicBezTo>
                    <a:cubicBezTo>
                      <a:pt x="3360" y="722"/>
                      <a:pt x="3355" y="651"/>
                      <a:pt x="3360" y="586"/>
                    </a:cubicBezTo>
                    <a:lnTo>
                      <a:pt x="3360" y="581"/>
                    </a:lnTo>
                    <a:cubicBezTo>
                      <a:pt x="3377" y="537"/>
                      <a:pt x="3393" y="488"/>
                      <a:pt x="3420" y="445"/>
                    </a:cubicBezTo>
                    <a:cubicBezTo>
                      <a:pt x="3469" y="331"/>
                      <a:pt x="3551" y="238"/>
                      <a:pt x="3654" y="162"/>
                    </a:cubicBezTo>
                    <a:cubicBezTo>
                      <a:pt x="3668" y="152"/>
                      <a:pt x="3692" y="134"/>
                      <a:pt x="3716" y="134"/>
                    </a:cubicBezTo>
                    <a:close/>
                    <a:moveTo>
                      <a:pt x="3197" y="1211"/>
                    </a:moveTo>
                    <a:cubicBezTo>
                      <a:pt x="3203" y="1217"/>
                      <a:pt x="3208" y="1227"/>
                      <a:pt x="3214" y="1233"/>
                    </a:cubicBezTo>
                    <a:cubicBezTo>
                      <a:pt x="3203" y="1236"/>
                      <a:pt x="3192" y="1237"/>
                      <a:pt x="3182" y="1237"/>
                    </a:cubicBezTo>
                    <a:cubicBezTo>
                      <a:pt x="3171" y="1237"/>
                      <a:pt x="3162" y="1236"/>
                      <a:pt x="3154" y="1233"/>
                    </a:cubicBezTo>
                    <a:lnTo>
                      <a:pt x="3186" y="1217"/>
                    </a:lnTo>
                    <a:cubicBezTo>
                      <a:pt x="3186" y="1217"/>
                      <a:pt x="3192" y="1211"/>
                      <a:pt x="3197" y="1211"/>
                    </a:cubicBezTo>
                    <a:close/>
                    <a:moveTo>
                      <a:pt x="4121" y="604"/>
                    </a:moveTo>
                    <a:cubicBezTo>
                      <a:pt x="4145" y="604"/>
                      <a:pt x="4168" y="605"/>
                      <a:pt x="4192" y="608"/>
                    </a:cubicBezTo>
                    <a:cubicBezTo>
                      <a:pt x="4377" y="635"/>
                      <a:pt x="4556" y="755"/>
                      <a:pt x="4708" y="863"/>
                    </a:cubicBezTo>
                    <a:cubicBezTo>
                      <a:pt x="4855" y="977"/>
                      <a:pt x="4975" y="1124"/>
                      <a:pt x="5056" y="1293"/>
                    </a:cubicBezTo>
                    <a:cubicBezTo>
                      <a:pt x="5154" y="1450"/>
                      <a:pt x="5208" y="1630"/>
                      <a:pt x="5225" y="1815"/>
                    </a:cubicBezTo>
                    <a:cubicBezTo>
                      <a:pt x="5225" y="1912"/>
                      <a:pt x="5214" y="2016"/>
                      <a:pt x="5187" y="2113"/>
                    </a:cubicBezTo>
                    <a:cubicBezTo>
                      <a:pt x="5176" y="2206"/>
                      <a:pt x="5160" y="2293"/>
                      <a:pt x="5143" y="2385"/>
                    </a:cubicBezTo>
                    <a:cubicBezTo>
                      <a:pt x="5083" y="2570"/>
                      <a:pt x="5029" y="2782"/>
                      <a:pt x="4926" y="2951"/>
                    </a:cubicBezTo>
                    <a:cubicBezTo>
                      <a:pt x="4823" y="3108"/>
                      <a:pt x="4687" y="3244"/>
                      <a:pt x="4524" y="3342"/>
                    </a:cubicBezTo>
                    <a:cubicBezTo>
                      <a:pt x="4458" y="3402"/>
                      <a:pt x="4382" y="3451"/>
                      <a:pt x="4306" y="3494"/>
                    </a:cubicBezTo>
                    <a:cubicBezTo>
                      <a:pt x="4257" y="3505"/>
                      <a:pt x="4214" y="3521"/>
                      <a:pt x="4170" y="3538"/>
                    </a:cubicBezTo>
                    <a:cubicBezTo>
                      <a:pt x="4143" y="3554"/>
                      <a:pt x="4116" y="3576"/>
                      <a:pt x="4094" y="3592"/>
                    </a:cubicBezTo>
                    <a:lnTo>
                      <a:pt x="4045" y="3608"/>
                    </a:lnTo>
                    <a:cubicBezTo>
                      <a:pt x="4032" y="3611"/>
                      <a:pt x="4021" y="3612"/>
                      <a:pt x="4013" y="3612"/>
                    </a:cubicBezTo>
                    <a:cubicBezTo>
                      <a:pt x="3988" y="3612"/>
                      <a:pt x="3979" y="3600"/>
                      <a:pt x="3942" y="3576"/>
                    </a:cubicBezTo>
                    <a:cubicBezTo>
                      <a:pt x="3904" y="3549"/>
                      <a:pt x="3866" y="3521"/>
                      <a:pt x="3828" y="3494"/>
                    </a:cubicBezTo>
                    <a:cubicBezTo>
                      <a:pt x="3768" y="3462"/>
                      <a:pt x="3708" y="3434"/>
                      <a:pt x="3654" y="3402"/>
                    </a:cubicBezTo>
                    <a:cubicBezTo>
                      <a:pt x="3617" y="3374"/>
                      <a:pt x="3573" y="3362"/>
                      <a:pt x="3528" y="3362"/>
                    </a:cubicBezTo>
                    <a:cubicBezTo>
                      <a:pt x="3519" y="3362"/>
                      <a:pt x="3510" y="3363"/>
                      <a:pt x="3502" y="3364"/>
                    </a:cubicBezTo>
                    <a:cubicBezTo>
                      <a:pt x="3447" y="3380"/>
                      <a:pt x="3398" y="3407"/>
                      <a:pt x="3360" y="3445"/>
                    </a:cubicBezTo>
                    <a:cubicBezTo>
                      <a:pt x="3284" y="3489"/>
                      <a:pt x="3197" y="3521"/>
                      <a:pt x="3116" y="3538"/>
                    </a:cubicBezTo>
                    <a:cubicBezTo>
                      <a:pt x="3091" y="3546"/>
                      <a:pt x="3063" y="3546"/>
                      <a:pt x="3032" y="3546"/>
                    </a:cubicBezTo>
                    <a:cubicBezTo>
                      <a:pt x="3002" y="3546"/>
                      <a:pt x="2969" y="3546"/>
                      <a:pt x="2936" y="3554"/>
                    </a:cubicBezTo>
                    <a:cubicBezTo>
                      <a:pt x="2904" y="3565"/>
                      <a:pt x="2871" y="3576"/>
                      <a:pt x="2833" y="3581"/>
                    </a:cubicBezTo>
                    <a:cubicBezTo>
                      <a:pt x="2790" y="3576"/>
                      <a:pt x="2746" y="3570"/>
                      <a:pt x="2697" y="3559"/>
                    </a:cubicBezTo>
                    <a:cubicBezTo>
                      <a:pt x="2621" y="3543"/>
                      <a:pt x="2556" y="3510"/>
                      <a:pt x="2496" y="3456"/>
                    </a:cubicBezTo>
                    <a:cubicBezTo>
                      <a:pt x="2420" y="3407"/>
                      <a:pt x="2344" y="3347"/>
                      <a:pt x="2279" y="3288"/>
                    </a:cubicBezTo>
                    <a:lnTo>
                      <a:pt x="2279" y="3288"/>
                    </a:lnTo>
                    <a:lnTo>
                      <a:pt x="2284" y="3293"/>
                    </a:lnTo>
                    <a:cubicBezTo>
                      <a:pt x="2143" y="3168"/>
                      <a:pt x="2029" y="3021"/>
                      <a:pt x="1936" y="2858"/>
                    </a:cubicBezTo>
                    <a:cubicBezTo>
                      <a:pt x="1855" y="2701"/>
                      <a:pt x="1789" y="2532"/>
                      <a:pt x="1740" y="2358"/>
                    </a:cubicBezTo>
                    <a:cubicBezTo>
                      <a:pt x="1686" y="2184"/>
                      <a:pt x="1643" y="1978"/>
                      <a:pt x="1681" y="1798"/>
                    </a:cubicBezTo>
                    <a:cubicBezTo>
                      <a:pt x="1713" y="1613"/>
                      <a:pt x="1800" y="1396"/>
                      <a:pt x="1931" y="1265"/>
                    </a:cubicBezTo>
                    <a:cubicBezTo>
                      <a:pt x="2034" y="1162"/>
                      <a:pt x="2159" y="1070"/>
                      <a:pt x="2295" y="1005"/>
                    </a:cubicBezTo>
                    <a:cubicBezTo>
                      <a:pt x="2425" y="1097"/>
                      <a:pt x="2567" y="1173"/>
                      <a:pt x="2713" y="1233"/>
                    </a:cubicBezTo>
                    <a:cubicBezTo>
                      <a:pt x="2795" y="1265"/>
                      <a:pt x="2887" y="1287"/>
                      <a:pt x="2974" y="1287"/>
                    </a:cubicBezTo>
                    <a:cubicBezTo>
                      <a:pt x="3078" y="1376"/>
                      <a:pt x="3204" y="1425"/>
                      <a:pt x="3336" y="1425"/>
                    </a:cubicBezTo>
                    <a:cubicBezTo>
                      <a:pt x="3350" y="1425"/>
                      <a:pt x="3363" y="1424"/>
                      <a:pt x="3377" y="1423"/>
                    </a:cubicBezTo>
                    <a:cubicBezTo>
                      <a:pt x="3431" y="1423"/>
                      <a:pt x="3485" y="1407"/>
                      <a:pt x="3534" y="1391"/>
                    </a:cubicBezTo>
                    <a:cubicBezTo>
                      <a:pt x="3556" y="1380"/>
                      <a:pt x="3578" y="1374"/>
                      <a:pt x="3605" y="1363"/>
                    </a:cubicBezTo>
                    <a:cubicBezTo>
                      <a:pt x="3773" y="1298"/>
                      <a:pt x="3953" y="1222"/>
                      <a:pt x="4034" y="1043"/>
                    </a:cubicBezTo>
                    <a:cubicBezTo>
                      <a:pt x="4051" y="1010"/>
                      <a:pt x="4045" y="967"/>
                      <a:pt x="4018" y="934"/>
                    </a:cubicBezTo>
                    <a:cubicBezTo>
                      <a:pt x="3999" y="917"/>
                      <a:pt x="3980" y="910"/>
                      <a:pt x="3961" y="910"/>
                    </a:cubicBezTo>
                    <a:cubicBezTo>
                      <a:pt x="3931" y="910"/>
                      <a:pt x="3901" y="927"/>
                      <a:pt x="3871" y="950"/>
                    </a:cubicBezTo>
                    <a:cubicBezTo>
                      <a:pt x="3839" y="983"/>
                      <a:pt x="3811" y="1021"/>
                      <a:pt x="3784" y="1053"/>
                    </a:cubicBezTo>
                    <a:cubicBezTo>
                      <a:pt x="3763" y="1081"/>
                      <a:pt x="3730" y="1102"/>
                      <a:pt x="3697" y="1119"/>
                    </a:cubicBezTo>
                    <a:cubicBezTo>
                      <a:pt x="3686" y="1064"/>
                      <a:pt x="3681" y="1010"/>
                      <a:pt x="3686" y="956"/>
                    </a:cubicBezTo>
                    <a:cubicBezTo>
                      <a:pt x="3697" y="880"/>
                      <a:pt x="3703" y="803"/>
                      <a:pt x="3719" y="727"/>
                    </a:cubicBezTo>
                    <a:cubicBezTo>
                      <a:pt x="3730" y="695"/>
                      <a:pt x="3741" y="657"/>
                      <a:pt x="3757" y="624"/>
                    </a:cubicBezTo>
                    <a:cubicBezTo>
                      <a:pt x="3773" y="625"/>
                      <a:pt x="3789" y="626"/>
                      <a:pt x="3805" y="626"/>
                    </a:cubicBezTo>
                    <a:cubicBezTo>
                      <a:pt x="3909" y="626"/>
                      <a:pt x="4015" y="604"/>
                      <a:pt x="4121" y="604"/>
                    </a:cubicBezTo>
                    <a:close/>
                    <a:moveTo>
                      <a:pt x="3545" y="3516"/>
                    </a:moveTo>
                    <a:cubicBezTo>
                      <a:pt x="3556" y="3516"/>
                      <a:pt x="3568" y="3519"/>
                      <a:pt x="3583" y="3527"/>
                    </a:cubicBezTo>
                    <a:cubicBezTo>
                      <a:pt x="3659" y="3576"/>
                      <a:pt x="3730" y="3635"/>
                      <a:pt x="3790" y="3701"/>
                    </a:cubicBezTo>
                    <a:lnTo>
                      <a:pt x="3284" y="3701"/>
                    </a:lnTo>
                    <a:lnTo>
                      <a:pt x="3339" y="3663"/>
                    </a:lnTo>
                    <a:cubicBezTo>
                      <a:pt x="3377" y="3641"/>
                      <a:pt x="3415" y="3614"/>
                      <a:pt x="3447" y="3587"/>
                    </a:cubicBezTo>
                    <a:cubicBezTo>
                      <a:pt x="3485" y="3553"/>
                      <a:pt x="3507" y="3516"/>
                      <a:pt x="3545" y="3516"/>
                    </a:cubicBezTo>
                    <a:close/>
                    <a:moveTo>
                      <a:pt x="3996" y="4201"/>
                    </a:moveTo>
                    <a:cubicBezTo>
                      <a:pt x="4083" y="4201"/>
                      <a:pt x="4159" y="4223"/>
                      <a:pt x="4246" y="4228"/>
                    </a:cubicBezTo>
                    <a:cubicBezTo>
                      <a:pt x="4275" y="4230"/>
                      <a:pt x="4302" y="4230"/>
                      <a:pt x="4329" y="4230"/>
                    </a:cubicBezTo>
                    <a:cubicBezTo>
                      <a:pt x="4381" y="4230"/>
                      <a:pt x="4429" y="4228"/>
                      <a:pt x="4480" y="4228"/>
                    </a:cubicBezTo>
                    <a:cubicBezTo>
                      <a:pt x="4649" y="4228"/>
                      <a:pt x="4823" y="4223"/>
                      <a:pt x="4991" y="4223"/>
                    </a:cubicBezTo>
                    <a:cubicBezTo>
                      <a:pt x="5160" y="4223"/>
                      <a:pt x="5328" y="4250"/>
                      <a:pt x="5502" y="4250"/>
                    </a:cubicBezTo>
                    <a:cubicBezTo>
                      <a:pt x="5670" y="4250"/>
                      <a:pt x="5844" y="4271"/>
                      <a:pt x="6018" y="4271"/>
                    </a:cubicBezTo>
                    <a:cubicBezTo>
                      <a:pt x="6173" y="4276"/>
                      <a:pt x="6324" y="4294"/>
                      <a:pt x="6474" y="4294"/>
                    </a:cubicBezTo>
                    <a:cubicBezTo>
                      <a:pt x="6492" y="4294"/>
                      <a:pt x="6511" y="4294"/>
                      <a:pt x="6529" y="4293"/>
                    </a:cubicBezTo>
                    <a:lnTo>
                      <a:pt x="6605" y="4293"/>
                    </a:lnTo>
                    <a:lnTo>
                      <a:pt x="6595" y="4304"/>
                    </a:lnTo>
                    <a:lnTo>
                      <a:pt x="6589" y="4299"/>
                    </a:lnTo>
                    <a:cubicBezTo>
                      <a:pt x="6567" y="4315"/>
                      <a:pt x="6562" y="4337"/>
                      <a:pt x="6551" y="4358"/>
                    </a:cubicBezTo>
                    <a:cubicBezTo>
                      <a:pt x="6524" y="4386"/>
                      <a:pt x="6502" y="4407"/>
                      <a:pt x="6475" y="4435"/>
                    </a:cubicBezTo>
                    <a:cubicBezTo>
                      <a:pt x="6377" y="4538"/>
                      <a:pt x="6312" y="4663"/>
                      <a:pt x="6279" y="4799"/>
                    </a:cubicBezTo>
                    <a:cubicBezTo>
                      <a:pt x="6247" y="5016"/>
                      <a:pt x="6181" y="5359"/>
                      <a:pt x="6317" y="5560"/>
                    </a:cubicBezTo>
                    <a:cubicBezTo>
                      <a:pt x="6274" y="5554"/>
                      <a:pt x="6236" y="5549"/>
                      <a:pt x="6198" y="5549"/>
                    </a:cubicBezTo>
                    <a:cubicBezTo>
                      <a:pt x="6062" y="5549"/>
                      <a:pt x="5926" y="5576"/>
                      <a:pt x="5785" y="5576"/>
                    </a:cubicBezTo>
                    <a:cubicBezTo>
                      <a:pt x="5703" y="5576"/>
                      <a:pt x="5627" y="5576"/>
                      <a:pt x="5545" y="5571"/>
                    </a:cubicBezTo>
                    <a:cubicBezTo>
                      <a:pt x="5475" y="5560"/>
                      <a:pt x="5404" y="5549"/>
                      <a:pt x="5333" y="5549"/>
                    </a:cubicBezTo>
                    <a:cubicBezTo>
                      <a:pt x="5268" y="5549"/>
                      <a:pt x="5198" y="5571"/>
                      <a:pt x="5132" y="5576"/>
                    </a:cubicBezTo>
                    <a:cubicBezTo>
                      <a:pt x="5117" y="5577"/>
                      <a:pt x="5102" y="5578"/>
                      <a:pt x="5086" y="5578"/>
                    </a:cubicBezTo>
                    <a:cubicBezTo>
                      <a:pt x="5043" y="5578"/>
                      <a:pt x="4998" y="5575"/>
                      <a:pt x="4953" y="5575"/>
                    </a:cubicBezTo>
                    <a:cubicBezTo>
                      <a:pt x="4936" y="5575"/>
                      <a:pt x="4920" y="5575"/>
                      <a:pt x="4904" y="5576"/>
                    </a:cubicBezTo>
                    <a:cubicBezTo>
                      <a:pt x="4769" y="5581"/>
                      <a:pt x="4637" y="5599"/>
                      <a:pt x="4499" y="5599"/>
                    </a:cubicBezTo>
                    <a:cubicBezTo>
                      <a:pt x="4482" y="5599"/>
                      <a:pt x="4465" y="5598"/>
                      <a:pt x="4447" y="5598"/>
                    </a:cubicBezTo>
                    <a:cubicBezTo>
                      <a:pt x="4371" y="5592"/>
                      <a:pt x="4295" y="5590"/>
                      <a:pt x="4219" y="5590"/>
                    </a:cubicBezTo>
                    <a:cubicBezTo>
                      <a:pt x="4143" y="5590"/>
                      <a:pt x="4067" y="5592"/>
                      <a:pt x="3991" y="5598"/>
                    </a:cubicBezTo>
                    <a:cubicBezTo>
                      <a:pt x="3910" y="5605"/>
                      <a:pt x="3828" y="5609"/>
                      <a:pt x="3746" y="5609"/>
                    </a:cubicBezTo>
                    <a:cubicBezTo>
                      <a:pt x="3650" y="5609"/>
                      <a:pt x="3554" y="5604"/>
                      <a:pt x="3458" y="5592"/>
                    </a:cubicBezTo>
                    <a:cubicBezTo>
                      <a:pt x="3447" y="5592"/>
                      <a:pt x="3435" y="5592"/>
                      <a:pt x="3423" y="5592"/>
                    </a:cubicBezTo>
                    <a:cubicBezTo>
                      <a:pt x="3317" y="5592"/>
                      <a:pt x="3208" y="5606"/>
                      <a:pt x="3101" y="5606"/>
                    </a:cubicBezTo>
                    <a:cubicBezTo>
                      <a:pt x="3049" y="5606"/>
                      <a:pt x="2997" y="5602"/>
                      <a:pt x="2947" y="5592"/>
                    </a:cubicBezTo>
                    <a:cubicBezTo>
                      <a:pt x="2909" y="5582"/>
                      <a:pt x="2871" y="5578"/>
                      <a:pt x="2832" y="5578"/>
                    </a:cubicBezTo>
                    <a:cubicBezTo>
                      <a:pt x="2809" y="5578"/>
                      <a:pt x="2786" y="5580"/>
                      <a:pt x="2762" y="5582"/>
                    </a:cubicBezTo>
                    <a:cubicBezTo>
                      <a:pt x="2697" y="5592"/>
                      <a:pt x="2632" y="5598"/>
                      <a:pt x="2567" y="5598"/>
                    </a:cubicBezTo>
                    <a:cubicBezTo>
                      <a:pt x="2561" y="5484"/>
                      <a:pt x="2556" y="5370"/>
                      <a:pt x="2556" y="5255"/>
                    </a:cubicBezTo>
                    <a:cubicBezTo>
                      <a:pt x="2556" y="5190"/>
                      <a:pt x="2556" y="5119"/>
                      <a:pt x="2561" y="5054"/>
                    </a:cubicBezTo>
                    <a:cubicBezTo>
                      <a:pt x="2572" y="5000"/>
                      <a:pt x="2561" y="4940"/>
                      <a:pt x="2539" y="4891"/>
                    </a:cubicBezTo>
                    <a:cubicBezTo>
                      <a:pt x="2480" y="4810"/>
                      <a:pt x="2355" y="4804"/>
                      <a:pt x="2268" y="4799"/>
                    </a:cubicBezTo>
                    <a:cubicBezTo>
                      <a:pt x="2164" y="4799"/>
                      <a:pt x="2061" y="4810"/>
                      <a:pt x="1958" y="4826"/>
                    </a:cubicBezTo>
                    <a:cubicBezTo>
                      <a:pt x="1871" y="4826"/>
                      <a:pt x="1789" y="4869"/>
                      <a:pt x="1735" y="4935"/>
                    </a:cubicBezTo>
                    <a:cubicBezTo>
                      <a:pt x="1708" y="4973"/>
                      <a:pt x="1697" y="5022"/>
                      <a:pt x="1702" y="5071"/>
                    </a:cubicBezTo>
                    <a:cubicBezTo>
                      <a:pt x="1621" y="5065"/>
                      <a:pt x="1541" y="5064"/>
                      <a:pt x="1460" y="5064"/>
                    </a:cubicBezTo>
                    <a:cubicBezTo>
                      <a:pt x="1380" y="5064"/>
                      <a:pt x="1300" y="5065"/>
                      <a:pt x="1219" y="5065"/>
                    </a:cubicBezTo>
                    <a:cubicBezTo>
                      <a:pt x="1186" y="5065"/>
                      <a:pt x="1186" y="5109"/>
                      <a:pt x="1219" y="5109"/>
                    </a:cubicBezTo>
                    <a:cubicBezTo>
                      <a:pt x="1300" y="5109"/>
                      <a:pt x="1382" y="5110"/>
                      <a:pt x="1463" y="5110"/>
                    </a:cubicBezTo>
                    <a:cubicBezTo>
                      <a:pt x="1545" y="5110"/>
                      <a:pt x="1626" y="5109"/>
                      <a:pt x="1708" y="5103"/>
                    </a:cubicBezTo>
                    <a:cubicBezTo>
                      <a:pt x="1719" y="5168"/>
                      <a:pt x="1740" y="5239"/>
                      <a:pt x="1768" y="5304"/>
                    </a:cubicBezTo>
                    <a:cubicBezTo>
                      <a:pt x="1773" y="5315"/>
                      <a:pt x="1778" y="5326"/>
                      <a:pt x="1789" y="5331"/>
                    </a:cubicBezTo>
                    <a:cubicBezTo>
                      <a:pt x="1778" y="5435"/>
                      <a:pt x="1778" y="5533"/>
                      <a:pt x="1773" y="5636"/>
                    </a:cubicBezTo>
                    <a:cubicBezTo>
                      <a:pt x="1748" y="5632"/>
                      <a:pt x="1722" y="5631"/>
                      <a:pt x="1696" y="5631"/>
                    </a:cubicBezTo>
                    <a:cubicBezTo>
                      <a:pt x="1642" y="5631"/>
                      <a:pt x="1587" y="5636"/>
                      <a:pt x="1534" y="5636"/>
                    </a:cubicBezTo>
                    <a:cubicBezTo>
                      <a:pt x="1497" y="5636"/>
                      <a:pt x="1460" y="5634"/>
                      <a:pt x="1425" y="5625"/>
                    </a:cubicBezTo>
                    <a:cubicBezTo>
                      <a:pt x="1300" y="5598"/>
                      <a:pt x="1099" y="5603"/>
                      <a:pt x="1023" y="5478"/>
                    </a:cubicBezTo>
                    <a:cubicBezTo>
                      <a:pt x="947" y="5348"/>
                      <a:pt x="969" y="5136"/>
                      <a:pt x="969" y="4989"/>
                    </a:cubicBezTo>
                    <a:cubicBezTo>
                      <a:pt x="974" y="4907"/>
                      <a:pt x="985" y="4831"/>
                      <a:pt x="1012" y="4755"/>
                    </a:cubicBezTo>
                    <a:cubicBezTo>
                      <a:pt x="1023" y="4679"/>
                      <a:pt x="1039" y="4603"/>
                      <a:pt x="1066" y="4532"/>
                    </a:cubicBezTo>
                    <a:cubicBezTo>
                      <a:pt x="1153" y="4369"/>
                      <a:pt x="1316" y="4397"/>
                      <a:pt x="1469" y="4358"/>
                    </a:cubicBezTo>
                    <a:cubicBezTo>
                      <a:pt x="1626" y="4320"/>
                      <a:pt x="1795" y="4315"/>
                      <a:pt x="1958" y="4293"/>
                    </a:cubicBezTo>
                    <a:cubicBezTo>
                      <a:pt x="2121" y="4271"/>
                      <a:pt x="2284" y="4261"/>
                      <a:pt x="2452" y="4261"/>
                    </a:cubicBezTo>
                    <a:cubicBezTo>
                      <a:pt x="2529" y="4261"/>
                      <a:pt x="2610" y="4266"/>
                      <a:pt x="2686" y="4271"/>
                    </a:cubicBezTo>
                    <a:cubicBezTo>
                      <a:pt x="2768" y="4271"/>
                      <a:pt x="2860" y="4255"/>
                      <a:pt x="2947" y="4250"/>
                    </a:cubicBezTo>
                    <a:cubicBezTo>
                      <a:pt x="3121" y="4233"/>
                      <a:pt x="3295" y="4250"/>
                      <a:pt x="3469" y="4228"/>
                    </a:cubicBezTo>
                    <a:cubicBezTo>
                      <a:pt x="3648" y="4212"/>
                      <a:pt x="3822" y="4201"/>
                      <a:pt x="3996" y="4201"/>
                    </a:cubicBezTo>
                    <a:close/>
                    <a:moveTo>
                      <a:pt x="4179" y="3901"/>
                    </a:moveTo>
                    <a:cubicBezTo>
                      <a:pt x="4288" y="3901"/>
                      <a:pt x="4390" y="3924"/>
                      <a:pt x="4499" y="3924"/>
                    </a:cubicBezTo>
                    <a:cubicBezTo>
                      <a:pt x="4509" y="3924"/>
                      <a:pt x="4519" y="3924"/>
                      <a:pt x="4529" y="3924"/>
                    </a:cubicBezTo>
                    <a:cubicBezTo>
                      <a:pt x="4681" y="3924"/>
                      <a:pt x="4833" y="3924"/>
                      <a:pt x="4991" y="3918"/>
                    </a:cubicBezTo>
                    <a:cubicBezTo>
                      <a:pt x="5119" y="3918"/>
                      <a:pt x="5243" y="3941"/>
                      <a:pt x="5371" y="3941"/>
                    </a:cubicBezTo>
                    <a:cubicBezTo>
                      <a:pt x="5384" y="3941"/>
                      <a:pt x="5397" y="3940"/>
                      <a:pt x="5410" y="3940"/>
                    </a:cubicBezTo>
                    <a:cubicBezTo>
                      <a:pt x="5567" y="3934"/>
                      <a:pt x="5730" y="3934"/>
                      <a:pt x="5888" y="3929"/>
                    </a:cubicBezTo>
                    <a:cubicBezTo>
                      <a:pt x="5985" y="3926"/>
                      <a:pt x="6083" y="3910"/>
                      <a:pt x="6178" y="3910"/>
                    </a:cubicBezTo>
                    <a:cubicBezTo>
                      <a:pt x="6237" y="3910"/>
                      <a:pt x="6294" y="3916"/>
                      <a:pt x="6350" y="3934"/>
                    </a:cubicBezTo>
                    <a:cubicBezTo>
                      <a:pt x="6356" y="3936"/>
                      <a:pt x="6363" y="3936"/>
                      <a:pt x="6369" y="3936"/>
                    </a:cubicBezTo>
                    <a:cubicBezTo>
                      <a:pt x="6389" y="3936"/>
                      <a:pt x="6407" y="3929"/>
                      <a:pt x="6415" y="3913"/>
                    </a:cubicBezTo>
                    <a:lnTo>
                      <a:pt x="6453" y="3913"/>
                    </a:lnTo>
                    <a:cubicBezTo>
                      <a:pt x="6524" y="3913"/>
                      <a:pt x="6595" y="3913"/>
                      <a:pt x="6665" y="3907"/>
                    </a:cubicBezTo>
                    <a:cubicBezTo>
                      <a:pt x="6675" y="3906"/>
                      <a:pt x="6685" y="3905"/>
                      <a:pt x="6695" y="3905"/>
                    </a:cubicBezTo>
                    <a:cubicBezTo>
                      <a:pt x="6721" y="3905"/>
                      <a:pt x="6746" y="3910"/>
                      <a:pt x="6774" y="3918"/>
                    </a:cubicBezTo>
                    <a:cubicBezTo>
                      <a:pt x="6785" y="3924"/>
                      <a:pt x="6823" y="3934"/>
                      <a:pt x="6845" y="3945"/>
                    </a:cubicBezTo>
                    <a:cubicBezTo>
                      <a:pt x="6845" y="3951"/>
                      <a:pt x="6845" y="3967"/>
                      <a:pt x="6845" y="3983"/>
                    </a:cubicBezTo>
                    <a:cubicBezTo>
                      <a:pt x="6845" y="4011"/>
                      <a:pt x="6850" y="4038"/>
                      <a:pt x="6850" y="4065"/>
                    </a:cubicBezTo>
                    <a:cubicBezTo>
                      <a:pt x="6850" y="4081"/>
                      <a:pt x="6866" y="4152"/>
                      <a:pt x="6850" y="4163"/>
                    </a:cubicBezTo>
                    <a:cubicBezTo>
                      <a:pt x="6828" y="4152"/>
                      <a:pt x="6807" y="4146"/>
                      <a:pt x="6779" y="4136"/>
                    </a:cubicBezTo>
                    <a:cubicBezTo>
                      <a:pt x="6717" y="4121"/>
                      <a:pt x="6654" y="4118"/>
                      <a:pt x="6591" y="4118"/>
                    </a:cubicBezTo>
                    <a:cubicBezTo>
                      <a:pt x="6551" y="4118"/>
                      <a:pt x="6510" y="4120"/>
                      <a:pt x="6470" y="4120"/>
                    </a:cubicBezTo>
                    <a:cubicBezTo>
                      <a:pt x="6430" y="4120"/>
                      <a:pt x="6390" y="4118"/>
                      <a:pt x="6350" y="4114"/>
                    </a:cubicBezTo>
                    <a:cubicBezTo>
                      <a:pt x="6260" y="4103"/>
                      <a:pt x="6169" y="4103"/>
                      <a:pt x="6078" y="4103"/>
                    </a:cubicBezTo>
                    <a:cubicBezTo>
                      <a:pt x="5987" y="4103"/>
                      <a:pt x="5896" y="4103"/>
                      <a:pt x="5806" y="4092"/>
                    </a:cubicBezTo>
                    <a:cubicBezTo>
                      <a:pt x="5622" y="4076"/>
                      <a:pt x="5464" y="4092"/>
                      <a:pt x="5295" y="4070"/>
                    </a:cubicBezTo>
                    <a:cubicBezTo>
                      <a:pt x="5102" y="4055"/>
                      <a:pt x="4909" y="4046"/>
                      <a:pt x="4717" y="4046"/>
                    </a:cubicBezTo>
                    <a:cubicBezTo>
                      <a:pt x="4579" y="4046"/>
                      <a:pt x="4442" y="4050"/>
                      <a:pt x="4306" y="4059"/>
                    </a:cubicBezTo>
                    <a:cubicBezTo>
                      <a:pt x="4230" y="4054"/>
                      <a:pt x="4159" y="4049"/>
                      <a:pt x="4089" y="4032"/>
                    </a:cubicBezTo>
                    <a:cubicBezTo>
                      <a:pt x="4060" y="4030"/>
                      <a:pt x="4030" y="4030"/>
                      <a:pt x="4000" y="4030"/>
                    </a:cubicBezTo>
                    <a:cubicBezTo>
                      <a:pt x="3940" y="4030"/>
                      <a:pt x="3878" y="4032"/>
                      <a:pt x="3817" y="4032"/>
                    </a:cubicBezTo>
                    <a:cubicBezTo>
                      <a:pt x="3648" y="4038"/>
                      <a:pt x="3480" y="4070"/>
                      <a:pt x="3311" y="4081"/>
                    </a:cubicBezTo>
                    <a:lnTo>
                      <a:pt x="3023" y="4081"/>
                    </a:lnTo>
                    <a:cubicBezTo>
                      <a:pt x="2931" y="4081"/>
                      <a:pt x="2849" y="4098"/>
                      <a:pt x="2757" y="4108"/>
                    </a:cubicBezTo>
                    <a:cubicBezTo>
                      <a:pt x="2721" y="4111"/>
                      <a:pt x="2685" y="4112"/>
                      <a:pt x="2649" y="4112"/>
                    </a:cubicBezTo>
                    <a:cubicBezTo>
                      <a:pt x="2569" y="4112"/>
                      <a:pt x="2488" y="4108"/>
                      <a:pt x="2408" y="4108"/>
                    </a:cubicBezTo>
                    <a:cubicBezTo>
                      <a:pt x="2359" y="4108"/>
                      <a:pt x="2310" y="4109"/>
                      <a:pt x="2262" y="4114"/>
                    </a:cubicBezTo>
                    <a:cubicBezTo>
                      <a:pt x="2099" y="4130"/>
                      <a:pt x="1942" y="4141"/>
                      <a:pt x="1784" y="4157"/>
                    </a:cubicBezTo>
                    <a:cubicBezTo>
                      <a:pt x="1708" y="4168"/>
                      <a:pt x="1632" y="4168"/>
                      <a:pt x="1561" y="4179"/>
                    </a:cubicBezTo>
                    <a:cubicBezTo>
                      <a:pt x="1485" y="4190"/>
                      <a:pt x="1398" y="4217"/>
                      <a:pt x="1316" y="4228"/>
                    </a:cubicBezTo>
                    <a:cubicBezTo>
                      <a:pt x="1191" y="4233"/>
                      <a:pt x="1072" y="4282"/>
                      <a:pt x="974" y="4364"/>
                    </a:cubicBezTo>
                    <a:cubicBezTo>
                      <a:pt x="871" y="4462"/>
                      <a:pt x="860" y="4587"/>
                      <a:pt x="827" y="4717"/>
                    </a:cubicBezTo>
                    <a:cubicBezTo>
                      <a:pt x="784" y="4897"/>
                      <a:pt x="767" y="5081"/>
                      <a:pt x="784" y="5261"/>
                    </a:cubicBezTo>
                    <a:cubicBezTo>
                      <a:pt x="789" y="5408"/>
                      <a:pt x="816" y="5560"/>
                      <a:pt x="941" y="5652"/>
                    </a:cubicBezTo>
                    <a:cubicBezTo>
                      <a:pt x="1061" y="5750"/>
                      <a:pt x="1229" y="5750"/>
                      <a:pt x="1371" y="5766"/>
                    </a:cubicBezTo>
                    <a:cubicBezTo>
                      <a:pt x="1398" y="5772"/>
                      <a:pt x="1425" y="5774"/>
                      <a:pt x="1452" y="5774"/>
                    </a:cubicBezTo>
                    <a:cubicBezTo>
                      <a:pt x="1479" y="5774"/>
                      <a:pt x="1507" y="5772"/>
                      <a:pt x="1534" y="5766"/>
                    </a:cubicBezTo>
                    <a:cubicBezTo>
                      <a:pt x="1566" y="5755"/>
                      <a:pt x="1599" y="5755"/>
                      <a:pt x="1637" y="5750"/>
                    </a:cubicBezTo>
                    <a:cubicBezTo>
                      <a:pt x="1670" y="5739"/>
                      <a:pt x="1719" y="5717"/>
                      <a:pt x="1762" y="5701"/>
                    </a:cubicBezTo>
                    <a:lnTo>
                      <a:pt x="1762" y="5701"/>
                    </a:lnTo>
                    <a:cubicBezTo>
                      <a:pt x="1762" y="5772"/>
                      <a:pt x="1762" y="5837"/>
                      <a:pt x="1757" y="5913"/>
                    </a:cubicBezTo>
                    <a:lnTo>
                      <a:pt x="1757" y="5929"/>
                    </a:lnTo>
                    <a:cubicBezTo>
                      <a:pt x="1746" y="5924"/>
                      <a:pt x="1735" y="5919"/>
                      <a:pt x="1724" y="5919"/>
                    </a:cubicBezTo>
                    <a:cubicBezTo>
                      <a:pt x="1615" y="5919"/>
                      <a:pt x="1507" y="5929"/>
                      <a:pt x="1398" y="5929"/>
                    </a:cubicBezTo>
                    <a:cubicBezTo>
                      <a:pt x="1379" y="5927"/>
                      <a:pt x="1360" y="5925"/>
                      <a:pt x="1341" y="5925"/>
                    </a:cubicBezTo>
                    <a:cubicBezTo>
                      <a:pt x="1322" y="5925"/>
                      <a:pt x="1303" y="5927"/>
                      <a:pt x="1284" y="5929"/>
                    </a:cubicBezTo>
                    <a:cubicBezTo>
                      <a:pt x="1236" y="5919"/>
                      <a:pt x="1183" y="5915"/>
                      <a:pt x="1130" y="5915"/>
                    </a:cubicBezTo>
                    <a:cubicBezTo>
                      <a:pt x="1100" y="5915"/>
                      <a:pt x="1069" y="5917"/>
                      <a:pt x="1039" y="5919"/>
                    </a:cubicBezTo>
                    <a:cubicBezTo>
                      <a:pt x="998" y="5929"/>
                      <a:pt x="954" y="5933"/>
                      <a:pt x="911" y="5933"/>
                    </a:cubicBezTo>
                    <a:cubicBezTo>
                      <a:pt x="887" y="5933"/>
                      <a:pt x="862" y="5931"/>
                      <a:pt x="838" y="5929"/>
                    </a:cubicBezTo>
                    <a:cubicBezTo>
                      <a:pt x="784" y="5929"/>
                      <a:pt x="735" y="5924"/>
                      <a:pt x="680" y="5913"/>
                    </a:cubicBezTo>
                    <a:lnTo>
                      <a:pt x="691" y="5913"/>
                    </a:lnTo>
                    <a:cubicBezTo>
                      <a:pt x="599" y="5880"/>
                      <a:pt x="577" y="5777"/>
                      <a:pt x="561" y="5696"/>
                    </a:cubicBezTo>
                    <a:cubicBezTo>
                      <a:pt x="545" y="5560"/>
                      <a:pt x="539" y="5418"/>
                      <a:pt x="539" y="5277"/>
                    </a:cubicBezTo>
                    <a:cubicBezTo>
                      <a:pt x="528" y="5147"/>
                      <a:pt x="539" y="5016"/>
                      <a:pt x="572" y="4886"/>
                    </a:cubicBezTo>
                    <a:cubicBezTo>
                      <a:pt x="604" y="4766"/>
                      <a:pt x="648" y="4641"/>
                      <a:pt x="691" y="4522"/>
                    </a:cubicBezTo>
                    <a:cubicBezTo>
                      <a:pt x="729" y="4402"/>
                      <a:pt x="805" y="4299"/>
                      <a:pt x="903" y="4217"/>
                    </a:cubicBezTo>
                    <a:cubicBezTo>
                      <a:pt x="1012" y="4152"/>
                      <a:pt x="1137" y="4108"/>
                      <a:pt x="1262" y="4092"/>
                    </a:cubicBezTo>
                    <a:cubicBezTo>
                      <a:pt x="1539" y="4032"/>
                      <a:pt x="1822" y="3983"/>
                      <a:pt x="2105" y="3951"/>
                    </a:cubicBezTo>
                    <a:cubicBezTo>
                      <a:pt x="2241" y="3940"/>
                      <a:pt x="2371" y="3934"/>
                      <a:pt x="2507" y="3934"/>
                    </a:cubicBezTo>
                    <a:cubicBezTo>
                      <a:pt x="2654" y="3934"/>
                      <a:pt x="2795" y="3907"/>
                      <a:pt x="2942" y="3907"/>
                    </a:cubicBezTo>
                    <a:lnTo>
                      <a:pt x="3768" y="3907"/>
                    </a:lnTo>
                    <a:cubicBezTo>
                      <a:pt x="3893" y="3907"/>
                      <a:pt x="4023" y="3907"/>
                      <a:pt x="4148" y="3902"/>
                    </a:cubicBezTo>
                    <a:cubicBezTo>
                      <a:pt x="4159" y="3901"/>
                      <a:pt x="4169" y="3901"/>
                      <a:pt x="4179" y="3901"/>
                    </a:cubicBezTo>
                    <a:close/>
                    <a:moveTo>
                      <a:pt x="6098" y="5732"/>
                    </a:moveTo>
                    <a:cubicBezTo>
                      <a:pt x="6202" y="5732"/>
                      <a:pt x="6305" y="5739"/>
                      <a:pt x="6404" y="5755"/>
                    </a:cubicBezTo>
                    <a:lnTo>
                      <a:pt x="6410" y="5750"/>
                    </a:lnTo>
                    <a:cubicBezTo>
                      <a:pt x="6491" y="5761"/>
                      <a:pt x="6535" y="5734"/>
                      <a:pt x="6546" y="5837"/>
                    </a:cubicBezTo>
                    <a:lnTo>
                      <a:pt x="6546" y="5908"/>
                    </a:lnTo>
                    <a:cubicBezTo>
                      <a:pt x="6548" y="5938"/>
                      <a:pt x="6551" y="5946"/>
                      <a:pt x="6548" y="5946"/>
                    </a:cubicBezTo>
                    <a:cubicBezTo>
                      <a:pt x="6546" y="5946"/>
                      <a:pt x="6537" y="5938"/>
                      <a:pt x="6518" y="5935"/>
                    </a:cubicBezTo>
                    <a:cubicBezTo>
                      <a:pt x="6399" y="5935"/>
                      <a:pt x="6279" y="5919"/>
                      <a:pt x="6160" y="5908"/>
                    </a:cubicBezTo>
                    <a:cubicBezTo>
                      <a:pt x="6082" y="5897"/>
                      <a:pt x="6005" y="5891"/>
                      <a:pt x="5928" y="5891"/>
                    </a:cubicBezTo>
                    <a:cubicBezTo>
                      <a:pt x="5886" y="5891"/>
                      <a:pt x="5843" y="5893"/>
                      <a:pt x="5801" y="5897"/>
                    </a:cubicBezTo>
                    <a:cubicBezTo>
                      <a:pt x="5694" y="5905"/>
                      <a:pt x="5583" y="5910"/>
                      <a:pt x="5472" y="5910"/>
                    </a:cubicBezTo>
                    <a:cubicBezTo>
                      <a:pt x="5431" y="5910"/>
                      <a:pt x="5391" y="5909"/>
                      <a:pt x="5350" y="5908"/>
                    </a:cubicBezTo>
                    <a:lnTo>
                      <a:pt x="4437" y="5908"/>
                    </a:lnTo>
                    <a:cubicBezTo>
                      <a:pt x="4264" y="5908"/>
                      <a:pt x="4091" y="5899"/>
                      <a:pt x="3918" y="5899"/>
                    </a:cubicBezTo>
                    <a:cubicBezTo>
                      <a:pt x="3780" y="5899"/>
                      <a:pt x="3642" y="5905"/>
                      <a:pt x="3507" y="5924"/>
                    </a:cubicBezTo>
                    <a:cubicBezTo>
                      <a:pt x="3385" y="5942"/>
                      <a:pt x="3260" y="5953"/>
                      <a:pt x="3137" y="5953"/>
                    </a:cubicBezTo>
                    <a:cubicBezTo>
                      <a:pt x="3112" y="5953"/>
                      <a:pt x="3086" y="5952"/>
                      <a:pt x="3061" y="5951"/>
                    </a:cubicBezTo>
                    <a:cubicBezTo>
                      <a:pt x="2935" y="5951"/>
                      <a:pt x="2816" y="5930"/>
                      <a:pt x="2693" y="5930"/>
                    </a:cubicBezTo>
                    <a:cubicBezTo>
                      <a:pt x="2662" y="5930"/>
                      <a:pt x="2631" y="5932"/>
                      <a:pt x="2599" y="5935"/>
                    </a:cubicBezTo>
                    <a:cubicBezTo>
                      <a:pt x="2588" y="5935"/>
                      <a:pt x="2583" y="5935"/>
                      <a:pt x="2572" y="5940"/>
                    </a:cubicBezTo>
                    <a:cubicBezTo>
                      <a:pt x="2572" y="5886"/>
                      <a:pt x="2572" y="5832"/>
                      <a:pt x="2572" y="5777"/>
                    </a:cubicBezTo>
                    <a:cubicBezTo>
                      <a:pt x="2591" y="5774"/>
                      <a:pt x="2610" y="5773"/>
                      <a:pt x="2630" y="5773"/>
                    </a:cubicBezTo>
                    <a:cubicBezTo>
                      <a:pt x="2650" y="5773"/>
                      <a:pt x="2670" y="5774"/>
                      <a:pt x="2692" y="5777"/>
                    </a:cubicBezTo>
                    <a:cubicBezTo>
                      <a:pt x="2697" y="5778"/>
                      <a:pt x="2703" y="5778"/>
                      <a:pt x="2708" y="5778"/>
                    </a:cubicBezTo>
                    <a:cubicBezTo>
                      <a:pt x="2755" y="5778"/>
                      <a:pt x="2797" y="5760"/>
                      <a:pt x="2844" y="5760"/>
                    </a:cubicBezTo>
                    <a:cubicBezTo>
                      <a:pt x="2849" y="5760"/>
                      <a:pt x="2855" y="5760"/>
                      <a:pt x="2860" y="5761"/>
                    </a:cubicBezTo>
                    <a:cubicBezTo>
                      <a:pt x="2991" y="5777"/>
                      <a:pt x="3127" y="5783"/>
                      <a:pt x="3262" y="5783"/>
                    </a:cubicBezTo>
                    <a:cubicBezTo>
                      <a:pt x="3297" y="5781"/>
                      <a:pt x="3333" y="5781"/>
                      <a:pt x="3368" y="5781"/>
                    </a:cubicBezTo>
                    <a:cubicBezTo>
                      <a:pt x="3466" y="5781"/>
                      <a:pt x="3565" y="5786"/>
                      <a:pt x="3665" y="5794"/>
                    </a:cubicBezTo>
                    <a:cubicBezTo>
                      <a:pt x="3696" y="5795"/>
                      <a:pt x="3728" y="5796"/>
                      <a:pt x="3759" y="5796"/>
                    </a:cubicBezTo>
                    <a:cubicBezTo>
                      <a:pt x="3855" y="5796"/>
                      <a:pt x="3953" y="5789"/>
                      <a:pt x="4051" y="5777"/>
                    </a:cubicBezTo>
                    <a:cubicBezTo>
                      <a:pt x="4105" y="5775"/>
                      <a:pt x="4159" y="5774"/>
                      <a:pt x="4213" y="5774"/>
                    </a:cubicBezTo>
                    <a:cubicBezTo>
                      <a:pt x="4289" y="5774"/>
                      <a:pt x="4366" y="5776"/>
                      <a:pt x="4442" y="5783"/>
                    </a:cubicBezTo>
                    <a:cubicBezTo>
                      <a:pt x="4467" y="5784"/>
                      <a:pt x="4492" y="5784"/>
                      <a:pt x="4517" y="5784"/>
                    </a:cubicBezTo>
                    <a:cubicBezTo>
                      <a:pt x="4631" y="5784"/>
                      <a:pt x="4743" y="5774"/>
                      <a:pt x="4855" y="5761"/>
                    </a:cubicBezTo>
                    <a:cubicBezTo>
                      <a:pt x="4986" y="5745"/>
                      <a:pt x="5111" y="5761"/>
                      <a:pt x="5241" y="5739"/>
                    </a:cubicBezTo>
                    <a:cubicBezTo>
                      <a:pt x="5270" y="5734"/>
                      <a:pt x="5300" y="5732"/>
                      <a:pt x="5329" y="5732"/>
                    </a:cubicBezTo>
                    <a:cubicBezTo>
                      <a:pt x="5434" y="5732"/>
                      <a:pt x="5543" y="5755"/>
                      <a:pt x="5649" y="5755"/>
                    </a:cubicBezTo>
                    <a:cubicBezTo>
                      <a:pt x="5768" y="5755"/>
                      <a:pt x="5882" y="5745"/>
                      <a:pt x="6002" y="5734"/>
                    </a:cubicBezTo>
                    <a:cubicBezTo>
                      <a:pt x="6034" y="5732"/>
                      <a:pt x="6066" y="5732"/>
                      <a:pt x="6098" y="5732"/>
                    </a:cubicBezTo>
                    <a:close/>
                    <a:moveTo>
                      <a:pt x="2295" y="4984"/>
                    </a:moveTo>
                    <a:cubicBezTo>
                      <a:pt x="2317" y="4989"/>
                      <a:pt x="2338" y="4989"/>
                      <a:pt x="2360" y="4994"/>
                    </a:cubicBezTo>
                    <a:cubicBezTo>
                      <a:pt x="2366" y="4994"/>
                      <a:pt x="2370" y="4993"/>
                      <a:pt x="2375" y="4993"/>
                    </a:cubicBezTo>
                    <a:cubicBezTo>
                      <a:pt x="2394" y="4993"/>
                      <a:pt x="2395" y="5004"/>
                      <a:pt x="2382" y="5022"/>
                    </a:cubicBezTo>
                    <a:cubicBezTo>
                      <a:pt x="2387" y="5060"/>
                      <a:pt x="2387" y="5103"/>
                      <a:pt x="2382" y="5147"/>
                    </a:cubicBezTo>
                    <a:cubicBezTo>
                      <a:pt x="2382" y="5353"/>
                      <a:pt x="2404" y="5554"/>
                      <a:pt x="2409" y="5755"/>
                    </a:cubicBezTo>
                    <a:cubicBezTo>
                      <a:pt x="2414" y="5859"/>
                      <a:pt x="2409" y="5967"/>
                      <a:pt x="2409" y="6076"/>
                    </a:cubicBezTo>
                    <a:cubicBezTo>
                      <a:pt x="2409" y="6131"/>
                      <a:pt x="2404" y="6190"/>
                      <a:pt x="2398" y="6250"/>
                    </a:cubicBezTo>
                    <a:cubicBezTo>
                      <a:pt x="2398" y="6261"/>
                      <a:pt x="2398" y="6277"/>
                      <a:pt x="2393" y="6294"/>
                    </a:cubicBezTo>
                    <a:cubicBezTo>
                      <a:pt x="2344" y="6245"/>
                      <a:pt x="2300" y="6196"/>
                      <a:pt x="2268" y="6136"/>
                    </a:cubicBezTo>
                    <a:cubicBezTo>
                      <a:pt x="2241" y="6076"/>
                      <a:pt x="2186" y="6038"/>
                      <a:pt x="2121" y="6033"/>
                    </a:cubicBezTo>
                    <a:cubicBezTo>
                      <a:pt x="2056" y="6044"/>
                      <a:pt x="2001" y="6087"/>
                      <a:pt x="1969" y="6141"/>
                    </a:cubicBezTo>
                    <a:cubicBezTo>
                      <a:pt x="1952" y="6163"/>
                      <a:pt x="1942" y="6179"/>
                      <a:pt x="1925" y="6196"/>
                    </a:cubicBezTo>
                    <a:lnTo>
                      <a:pt x="1925" y="6152"/>
                    </a:lnTo>
                    <a:lnTo>
                      <a:pt x="1920" y="6152"/>
                    </a:lnTo>
                    <a:cubicBezTo>
                      <a:pt x="1914" y="6022"/>
                      <a:pt x="1914" y="5897"/>
                      <a:pt x="1909" y="5766"/>
                    </a:cubicBezTo>
                    <a:cubicBezTo>
                      <a:pt x="1903" y="5582"/>
                      <a:pt x="1903" y="5397"/>
                      <a:pt x="1887" y="5212"/>
                    </a:cubicBezTo>
                    <a:cubicBezTo>
                      <a:pt x="1887" y="5196"/>
                      <a:pt x="1893" y="5185"/>
                      <a:pt x="1893" y="5168"/>
                    </a:cubicBezTo>
                    <a:cubicBezTo>
                      <a:pt x="1893" y="5136"/>
                      <a:pt x="1860" y="5065"/>
                      <a:pt x="1887" y="5032"/>
                    </a:cubicBezTo>
                    <a:cubicBezTo>
                      <a:pt x="1914" y="5000"/>
                      <a:pt x="2007" y="5011"/>
                      <a:pt x="2045" y="5005"/>
                    </a:cubicBezTo>
                    <a:cubicBezTo>
                      <a:pt x="2126" y="4989"/>
                      <a:pt x="2208" y="4984"/>
                      <a:pt x="2295" y="4984"/>
                    </a:cubicBezTo>
                    <a:close/>
                    <a:moveTo>
                      <a:pt x="1376" y="6652"/>
                    </a:moveTo>
                    <a:cubicBezTo>
                      <a:pt x="1436" y="6652"/>
                      <a:pt x="1490" y="6690"/>
                      <a:pt x="1556" y="6696"/>
                    </a:cubicBezTo>
                    <a:cubicBezTo>
                      <a:pt x="1617" y="6700"/>
                      <a:pt x="1676" y="6704"/>
                      <a:pt x="1736" y="6704"/>
                    </a:cubicBezTo>
                    <a:cubicBezTo>
                      <a:pt x="1761" y="6704"/>
                      <a:pt x="1786" y="6703"/>
                      <a:pt x="1811" y="6701"/>
                    </a:cubicBezTo>
                    <a:cubicBezTo>
                      <a:pt x="1928" y="6701"/>
                      <a:pt x="2049" y="6715"/>
                      <a:pt x="2168" y="6715"/>
                    </a:cubicBezTo>
                    <a:cubicBezTo>
                      <a:pt x="2198" y="6715"/>
                      <a:pt x="2227" y="6714"/>
                      <a:pt x="2257" y="6712"/>
                    </a:cubicBezTo>
                    <a:cubicBezTo>
                      <a:pt x="2327" y="6707"/>
                      <a:pt x="2387" y="6690"/>
                      <a:pt x="2452" y="6685"/>
                    </a:cubicBezTo>
                    <a:cubicBezTo>
                      <a:pt x="2469" y="6684"/>
                      <a:pt x="2485" y="6683"/>
                      <a:pt x="2501" y="6683"/>
                    </a:cubicBezTo>
                    <a:cubicBezTo>
                      <a:pt x="2547" y="6683"/>
                      <a:pt x="2593" y="6687"/>
                      <a:pt x="2640" y="6687"/>
                    </a:cubicBezTo>
                    <a:cubicBezTo>
                      <a:pt x="2657" y="6687"/>
                      <a:pt x="2674" y="6686"/>
                      <a:pt x="2692" y="6685"/>
                    </a:cubicBezTo>
                    <a:cubicBezTo>
                      <a:pt x="2762" y="6674"/>
                      <a:pt x="2833" y="6669"/>
                      <a:pt x="2904" y="6669"/>
                    </a:cubicBezTo>
                    <a:cubicBezTo>
                      <a:pt x="2974" y="6680"/>
                      <a:pt x="3040" y="6685"/>
                      <a:pt x="3110" y="6690"/>
                    </a:cubicBezTo>
                    <a:cubicBezTo>
                      <a:pt x="3181" y="6690"/>
                      <a:pt x="3246" y="6685"/>
                      <a:pt x="3317" y="6685"/>
                    </a:cubicBezTo>
                    <a:cubicBezTo>
                      <a:pt x="3397" y="6685"/>
                      <a:pt x="3477" y="6713"/>
                      <a:pt x="3558" y="6713"/>
                    </a:cubicBezTo>
                    <a:cubicBezTo>
                      <a:pt x="3564" y="6713"/>
                      <a:pt x="3571" y="6713"/>
                      <a:pt x="3578" y="6712"/>
                    </a:cubicBezTo>
                    <a:cubicBezTo>
                      <a:pt x="3632" y="6712"/>
                      <a:pt x="3681" y="6690"/>
                      <a:pt x="3735" y="6685"/>
                    </a:cubicBezTo>
                    <a:cubicBezTo>
                      <a:pt x="3811" y="6690"/>
                      <a:pt x="3888" y="6696"/>
                      <a:pt x="3964" y="6712"/>
                    </a:cubicBezTo>
                    <a:cubicBezTo>
                      <a:pt x="4016" y="6716"/>
                      <a:pt x="4069" y="6717"/>
                      <a:pt x="4122" y="6717"/>
                    </a:cubicBezTo>
                    <a:cubicBezTo>
                      <a:pt x="4229" y="6717"/>
                      <a:pt x="4335" y="6712"/>
                      <a:pt x="4437" y="6712"/>
                    </a:cubicBezTo>
                    <a:cubicBezTo>
                      <a:pt x="4752" y="6712"/>
                      <a:pt x="5067" y="6690"/>
                      <a:pt x="5382" y="6690"/>
                    </a:cubicBezTo>
                    <a:cubicBezTo>
                      <a:pt x="5422" y="6689"/>
                      <a:pt x="5461" y="6688"/>
                      <a:pt x="5500" y="6688"/>
                    </a:cubicBezTo>
                    <a:cubicBezTo>
                      <a:pt x="5616" y="6688"/>
                      <a:pt x="5732" y="6694"/>
                      <a:pt x="5850" y="6707"/>
                    </a:cubicBezTo>
                    <a:cubicBezTo>
                      <a:pt x="5878" y="6710"/>
                      <a:pt x="5906" y="6711"/>
                      <a:pt x="5934" y="6711"/>
                    </a:cubicBezTo>
                    <a:cubicBezTo>
                      <a:pt x="6030" y="6711"/>
                      <a:pt x="6126" y="6697"/>
                      <a:pt x="6223" y="6697"/>
                    </a:cubicBezTo>
                    <a:cubicBezTo>
                      <a:pt x="6251" y="6697"/>
                      <a:pt x="6279" y="6698"/>
                      <a:pt x="6306" y="6701"/>
                    </a:cubicBezTo>
                    <a:cubicBezTo>
                      <a:pt x="6459" y="6712"/>
                      <a:pt x="6595" y="6712"/>
                      <a:pt x="6741" y="6712"/>
                    </a:cubicBezTo>
                    <a:lnTo>
                      <a:pt x="6861" y="6712"/>
                    </a:lnTo>
                    <a:cubicBezTo>
                      <a:pt x="6845" y="6728"/>
                      <a:pt x="6834" y="6739"/>
                      <a:pt x="6823" y="6750"/>
                    </a:cubicBezTo>
                    <a:lnTo>
                      <a:pt x="6823" y="6756"/>
                    </a:lnTo>
                    <a:cubicBezTo>
                      <a:pt x="6785" y="6815"/>
                      <a:pt x="6758" y="6881"/>
                      <a:pt x="6741" y="6951"/>
                    </a:cubicBezTo>
                    <a:cubicBezTo>
                      <a:pt x="6714" y="7038"/>
                      <a:pt x="6692" y="7120"/>
                      <a:pt x="6676" y="7207"/>
                    </a:cubicBezTo>
                    <a:cubicBezTo>
                      <a:pt x="6654" y="7375"/>
                      <a:pt x="6654" y="7544"/>
                      <a:pt x="6676" y="7712"/>
                    </a:cubicBezTo>
                    <a:cubicBezTo>
                      <a:pt x="6682" y="7794"/>
                      <a:pt x="6692" y="7875"/>
                      <a:pt x="6720" y="7957"/>
                    </a:cubicBezTo>
                    <a:cubicBezTo>
                      <a:pt x="6741" y="8022"/>
                      <a:pt x="6763" y="8093"/>
                      <a:pt x="6779" y="8164"/>
                    </a:cubicBezTo>
                    <a:cubicBezTo>
                      <a:pt x="6643" y="8169"/>
                      <a:pt x="6502" y="8180"/>
                      <a:pt x="6361" y="8180"/>
                    </a:cubicBezTo>
                    <a:lnTo>
                      <a:pt x="6056" y="8180"/>
                    </a:lnTo>
                    <a:cubicBezTo>
                      <a:pt x="5953" y="8180"/>
                      <a:pt x="5853" y="8157"/>
                      <a:pt x="5750" y="8157"/>
                    </a:cubicBezTo>
                    <a:cubicBezTo>
                      <a:pt x="5740" y="8157"/>
                      <a:pt x="5730" y="8158"/>
                      <a:pt x="5719" y="8158"/>
                    </a:cubicBezTo>
                    <a:cubicBezTo>
                      <a:pt x="5600" y="8164"/>
                      <a:pt x="5507" y="8180"/>
                      <a:pt x="5399" y="8180"/>
                    </a:cubicBezTo>
                    <a:cubicBezTo>
                      <a:pt x="5290" y="8180"/>
                      <a:pt x="5170" y="8180"/>
                      <a:pt x="5056" y="8185"/>
                    </a:cubicBezTo>
                    <a:cubicBezTo>
                      <a:pt x="4920" y="8200"/>
                      <a:pt x="4783" y="8204"/>
                      <a:pt x="4645" y="8204"/>
                    </a:cubicBezTo>
                    <a:cubicBezTo>
                      <a:pt x="4535" y="8204"/>
                      <a:pt x="4426" y="8202"/>
                      <a:pt x="4317" y="8202"/>
                    </a:cubicBezTo>
                    <a:cubicBezTo>
                      <a:pt x="4072" y="8202"/>
                      <a:pt x="3844" y="8223"/>
                      <a:pt x="3610" y="8229"/>
                    </a:cubicBezTo>
                    <a:cubicBezTo>
                      <a:pt x="3483" y="8229"/>
                      <a:pt x="3360" y="8224"/>
                      <a:pt x="3238" y="8224"/>
                    </a:cubicBezTo>
                    <a:cubicBezTo>
                      <a:pt x="3136" y="8224"/>
                      <a:pt x="3035" y="8227"/>
                      <a:pt x="2931" y="8240"/>
                    </a:cubicBezTo>
                    <a:cubicBezTo>
                      <a:pt x="2925" y="8125"/>
                      <a:pt x="2925" y="8011"/>
                      <a:pt x="2931" y="7897"/>
                    </a:cubicBezTo>
                    <a:cubicBezTo>
                      <a:pt x="2963" y="7685"/>
                      <a:pt x="2963" y="7473"/>
                      <a:pt x="2931" y="7261"/>
                    </a:cubicBezTo>
                    <a:cubicBezTo>
                      <a:pt x="2922" y="7219"/>
                      <a:pt x="2885" y="7194"/>
                      <a:pt x="2844" y="7194"/>
                    </a:cubicBezTo>
                    <a:cubicBezTo>
                      <a:pt x="2837" y="7194"/>
                      <a:pt x="2829" y="7194"/>
                      <a:pt x="2822" y="7196"/>
                    </a:cubicBezTo>
                    <a:cubicBezTo>
                      <a:pt x="2804" y="7202"/>
                      <a:pt x="2789" y="7204"/>
                      <a:pt x="2774" y="7204"/>
                    </a:cubicBezTo>
                    <a:cubicBezTo>
                      <a:pt x="2737" y="7204"/>
                      <a:pt x="2708" y="7190"/>
                      <a:pt x="2664" y="7190"/>
                    </a:cubicBezTo>
                    <a:cubicBezTo>
                      <a:pt x="2659" y="7190"/>
                      <a:pt x="2654" y="7190"/>
                      <a:pt x="2648" y="7191"/>
                    </a:cubicBezTo>
                    <a:cubicBezTo>
                      <a:pt x="2583" y="7191"/>
                      <a:pt x="2534" y="7212"/>
                      <a:pt x="2474" y="7218"/>
                    </a:cubicBezTo>
                    <a:cubicBezTo>
                      <a:pt x="2338" y="7218"/>
                      <a:pt x="2202" y="7212"/>
                      <a:pt x="2067" y="7196"/>
                    </a:cubicBezTo>
                    <a:cubicBezTo>
                      <a:pt x="2059" y="7194"/>
                      <a:pt x="2052" y="7194"/>
                      <a:pt x="2045" y="7194"/>
                    </a:cubicBezTo>
                    <a:cubicBezTo>
                      <a:pt x="1961" y="7194"/>
                      <a:pt x="1921" y="7309"/>
                      <a:pt x="2001" y="7359"/>
                    </a:cubicBezTo>
                    <a:cubicBezTo>
                      <a:pt x="1974" y="7566"/>
                      <a:pt x="1963" y="7778"/>
                      <a:pt x="1969" y="7990"/>
                    </a:cubicBezTo>
                    <a:cubicBezTo>
                      <a:pt x="1969" y="8077"/>
                      <a:pt x="1969" y="8158"/>
                      <a:pt x="1980" y="8245"/>
                    </a:cubicBezTo>
                    <a:cubicBezTo>
                      <a:pt x="1954" y="8211"/>
                      <a:pt x="1915" y="8202"/>
                      <a:pt x="1874" y="8202"/>
                    </a:cubicBezTo>
                    <a:cubicBezTo>
                      <a:pt x="1835" y="8202"/>
                      <a:pt x="1793" y="8210"/>
                      <a:pt x="1757" y="8212"/>
                    </a:cubicBezTo>
                    <a:cubicBezTo>
                      <a:pt x="1637" y="8218"/>
                      <a:pt x="1512" y="8223"/>
                      <a:pt x="1387" y="8234"/>
                    </a:cubicBezTo>
                    <a:cubicBezTo>
                      <a:pt x="1316" y="8240"/>
                      <a:pt x="1246" y="8240"/>
                      <a:pt x="1175" y="8240"/>
                    </a:cubicBezTo>
                    <a:cubicBezTo>
                      <a:pt x="1140" y="8245"/>
                      <a:pt x="1104" y="8248"/>
                      <a:pt x="1069" y="8248"/>
                    </a:cubicBezTo>
                    <a:cubicBezTo>
                      <a:pt x="1034" y="8248"/>
                      <a:pt x="998" y="8245"/>
                      <a:pt x="963" y="8240"/>
                    </a:cubicBezTo>
                    <a:cubicBezTo>
                      <a:pt x="860" y="8218"/>
                      <a:pt x="778" y="8071"/>
                      <a:pt x="746" y="7984"/>
                    </a:cubicBezTo>
                    <a:cubicBezTo>
                      <a:pt x="708" y="7865"/>
                      <a:pt x="735" y="7745"/>
                      <a:pt x="718" y="7625"/>
                    </a:cubicBezTo>
                    <a:cubicBezTo>
                      <a:pt x="697" y="7479"/>
                      <a:pt x="708" y="7332"/>
                      <a:pt x="746" y="7191"/>
                    </a:cubicBezTo>
                    <a:cubicBezTo>
                      <a:pt x="784" y="7055"/>
                      <a:pt x="811" y="6924"/>
                      <a:pt x="920" y="6832"/>
                    </a:cubicBezTo>
                    <a:cubicBezTo>
                      <a:pt x="958" y="6799"/>
                      <a:pt x="1001" y="6761"/>
                      <a:pt x="1045" y="6723"/>
                    </a:cubicBezTo>
                    <a:cubicBezTo>
                      <a:pt x="1088" y="6701"/>
                      <a:pt x="1132" y="6690"/>
                      <a:pt x="1181" y="6680"/>
                    </a:cubicBezTo>
                    <a:cubicBezTo>
                      <a:pt x="1246" y="6669"/>
                      <a:pt x="1311" y="6658"/>
                      <a:pt x="1376" y="6652"/>
                    </a:cubicBezTo>
                    <a:close/>
                    <a:moveTo>
                      <a:pt x="2681" y="7375"/>
                    </a:moveTo>
                    <a:cubicBezTo>
                      <a:pt x="2713" y="7381"/>
                      <a:pt x="2741" y="7381"/>
                      <a:pt x="2773" y="7381"/>
                    </a:cubicBezTo>
                    <a:cubicBezTo>
                      <a:pt x="2790" y="7555"/>
                      <a:pt x="2784" y="7729"/>
                      <a:pt x="2762" y="7897"/>
                    </a:cubicBezTo>
                    <a:cubicBezTo>
                      <a:pt x="2751" y="8017"/>
                      <a:pt x="2751" y="8136"/>
                      <a:pt x="2762" y="8256"/>
                    </a:cubicBezTo>
                    <a:lnTo>
                      <a:pt x="2762" y="8261"/>
                    </a:lnTo>
                    <a:cubicBezTo>
                      <a:pt x="2762" y="8299"/>
                      <a:pt x="2757" y="8348"/>
                      <a:pt x="2762" y="8397"/>
                    </a:cubicBezTo>
                    <a:cubicBezTo>
                      <a:pt x="2713" y="8332"/>
                      <a:pt x="2654" y="8272"/>
                      <a:pt x="2605" y="8212"/>
                    </a:cubicBezTo>
                    <a:cubicBezTo>
                      <a:pt x="2567" y="8155"/>
                      <a:pt x="2533" y="8123"/>
                      <a:pt x="2474" y="8123"/>
                    </a:cubicBezTo>
                    <a:cubicBezTo>
                      <a:pt x="2466" y="8123"/>
                      <a:pt x="2457" y="8124"/>
                      <a:pt x="2447" y="8125"/>
                    </a:cubicBezTo>
                    <a:cubicBezTo>
                      <a:pt x="2376" y="8136"/>
                      <a:pt x="2322" y="8202"/>
                      <a:pt x="2268" y="8245"/>
                    </a:cubicBezTo>
                    <a:cubicBezTo>
                      <a:pt x="2213" y="8294"/>
                      <a:pt x="2170" y="8327"/>
                      <a:pt x="2132" y="8370"/>
                    </a:cubicBezTo>
                    <a:cubicBezTo>
                      <a:pt x="2115" y="8294"/>
                      <a:pt x="2110" y="8207"/>
                      <a:pt x="2115" y="8125"/>
                    </a:cubicBezTo>
                    <a:lnTo>
                      <a:pt x="2115" y="7821"/>
                    </a:lnTo>
                    <a:cubicBezTo>
                      <a:pt x="2115" y="7723"/>
                      <a:pt x="2105" y="7620"/>
                      <a:pt x="2110" y="7522"/>
                    </a:cubicBezTo>
                    <a:cubicBezTo>
                      <a:pt x="2115" y="7473"/>
                      <a:pt x="2121" y="7430"/>
                      <a:pt x="2126" y="7386"/>
                    </a:cubicBezTo>
                    <a:cubicBezTo>
                      <a:pt x="2193" y="7393"/>
                      <a:pt x="2262" y="7395"/>
                      <a:pt x="2331" y="7395"/>
                    </a:cubicBezTo>
                    <a:cubicBezTo>
                      <a:pt x="2381" y="7395"/>
                      <a:pt x="2430" y="7394"/>
                      <a:pt x="2480" y="7392"/>
                    </a:cubicBezTo>
                    <a:cubicBezTo>
                      <a:pt x="2545" y="7381"/>
                      <a:pt x="2610" y="7375"/>
                      <a:pt x="2681" y="7375"/>
                    </a:cubicBezTo>
                    <a:close/>
                    <a:moveTo>
                      <a:pt x="2578" y="6065"/>
                    </a:moveTo>
                    <a:cubicBezTo>
                      <a:pt x="2583" y="6065"/>
                      <a:pt x="2594" y="6071"/>
                      <a:pt x="2605" y="6071"/>
                    </a:cubicBezTo>
                    <a:cubicBezTo>
                      <a:pt x="2832" y="6088"/>
                      <a:pt x="3056" y="6117"/>
                      <a:pt x="3282" y="6117"/>
                    </a:cubicBezTo>
                    <a:cubicBezTo>
                      <a:pt x="3348" y="6117"/>
                      <a:pt x="3414" y="6115"/>
                      <a:pt x="3480" y="6109"/>
                    </a:cubicBezTo>
                    <a:cubicBezTo>
                      <a:pt x="3635" y="6092"/>
                      <a:pt x="3791" y="6088"/>
                      <a:pt x="3947" y="6088"/>
                    </a:cubicBezTo>
                    <a:cubicBezTo>
                      <a:pt x="4104" y="6088"/>
                      <a:pt x="4260" y="6092"/>
                      <a:pt x="4415" y="6092"/>
                    </a:cubicBezTo>
                    <a:lnTo>
                      <a:pt x="5078" y="6092"/>
                    </a:lnTo>
                    <a:cubicBezTo>
                      <a:pt x="5140" y="6098"/>
                      <a:pt x="5203" y="6099"/>
                      <a:pt x="5266" y="6099"/>
                    </a:cubicBezTo>
                    <a:cubicBezTo>
                      <a:pt x="5329" y="6099"/>
                      <a:pt x="5393" y="6098"/>
                      <a:pt x="5458" y="6098"/>
                    </a:cubicBezTo>
                    <a:cubicBezTo>
                      <a:pt x="5527" y="6098"/>
                      <a:pt x="5599" y="6095"/>
                      <a:pt x="5669" y="6095"/>
                    </a:cubicBezTo>
                    <a:cubicBezTo>
                      <a:pt x="5704" y="6095"/>
                      <a:pt x="5739" y="6096"/>
                      <a:pt x="5774" y="6098"/>
                    </a:cubicBezTo>
                    <a:cubicBezTo>
                      <a:pt x="5823" y="6103"/>
                      <a:pt x="5866" y="6114"/>
                      <a:pt x="5910" y="6125"/>
                    </a:cubicBezTo>
                    <a:cubicBezTo>
                      <a:pt x="5921" y="6141"/>
                      <a:pt x="5931" y="6152"/>
                      <a:pt x="5953" y="6152"/>
                    </a:cubicBezTo>
                    <a:cubicBezTo>
                      <a:pt x="5996" y="6156"/>
                      <a:pt x="6038" y="6158"/>
                      <a:pt x="6080" y="6158"/>
                    </a:cubicBezTo>
                    <a:cubicBezTo>
                      <a:pt x="6158" y="6158"/>
                      <a:pt x="6237" y="6152"/>
                      <a:pt x="6317" y="6141"/>
                    </a:cubicBezTo>
                    <a:cubicBezTo>
                      <a:pt x="6332" y="6141"/>
                      <a:pt x="6347" y="6140"/>
                      <a:pt x="6362" y="6140"/>
                    </a:cubicBezTo>
                    <a:cubicBezTo>
                      <a:pt x="6429" y="6140"/>
                      <a:pt x="6498" y="6146"/>
                      <a:pt x="6565" y="6146"/>
                    </a:cubicBezTo>
                    <a:cubicBezTo>
                      <a:pt x="6610" y="6146"/>
                      <a:pt x="6654" y="6144"/>
                      <a:pt x="6698" y="6136"/>
                    </a:cubicBezTo>
                    <a:cubicBezTo>
                      <a:pt x="6732" y="6129"/>
                      <a:pt x="6765" y="6126"/>
                      <a:pt x="6799" y="6126"/>
                    </a:cubicBezTo>
                    <a:cubicBezTo>
                      <a:pt x="6900" y="6126"/>
                      <a:pt x="7000" y="6151"/>
                      <a:pt x="7106" y="6163"/>
                    </a:cubicBezTo>
                    <a:cubicBezTo>
                      <a:pt x="7115" y="6164"/>
                      <a:pt x="7125" y="6164"/>
                      <a:pt x="7134" y="6164"/>
                    </a:cubicBezTo>
                    <a:cubicBezTo>
                      <a:pt x="7149" y="6164"/>
                      <a:pt x="7164" y="6164"/>
                      <a:pt x="7178" y="6164"/>
                    </a:cubicBezTo>
                    <a:cubicBezTo>
                      <a:pt x="7217" y="6164"/>
                      <a:pt x="7252" y="6168"/>
                      <a:pt x="7279" y="6207"/>
                    </a:cubicBezTo>
                    <a:cubicBezTo>
                      <a:pt x="7312" y="6266"/>
                      <a:pt x="7323" y="6337"/>
                      <a:pt x="7323" y="6402"/>
                    </a:cubicBezTo>
                    <a:cubicBezTo>
                      <a:pt x="7323" y="6429"/>
                      <a:pt x="7323" y="6451"/>
                      <a:pt x="7328" y="6478"/>
                    </a:cubicBezTo>
                    <a:cubicBezTo>
                      <a:pt x="7328" y="6489"/>
                      <a:pt x="7323" y="6516"/>
                      <a:pt x="7328" y="6516"/>
                    </a:cubicBezTo>
                    <a:cubicBezTo>
                      <a:pt x="7296" y="6527"/>
                      <a:pt x="7263" y="6533"/>
                      <a:pt x="7231" y="6533"/>
                    </a:cubicBezTo>
                    <a:cubicBezTo>
                      <a:pt x="7120" y="6545"/>
                      <a:pt x="7010" y="6551"/>
                      <a:pt x="6900" y="6551"/>
                    </a:cubicBezTo>
                    <a:cubicBezTo>
                      <a:pt x="6864" y="6551"/>
                      <a:pt x="6827" y="6550"/>
                      <a:pt x="6790" y="6549"/>
                    </a:cubicBezTo>
                    <a:cubicBezTo>
                      <a:pt x="6752" y="6551"/>
                      <a:pt x="6715" y="6551"/>
                      <a:pt x="6677" y="6551"/>
                    </a:cubicBezTo>
                    <a:cubicBezTo>
                      <a:pt x="6573" y="6551"/>
                      <a:pt x="6470" y="6546"/>
                      <a:pt x="6366" y="6538"/>
                    </a:cubicBezTo>
                    <a:cubicBezTo>
                      <a:pt x="6336" y="6535"/>
                      <a:pt x="6307" y="6534"/>
                      <a:pt x="6277" y="6534"/>
                    </a:cubicBezTo>
                    <a:cubicBezTo>
                      <a:pt x="6173" y="6534"/>
                      <a:pt x="6071" y="6550"/>
                      <a:pt x="5966" y="6550"/>
                    </a:cubicBezTo>
                    <a:cubicBezTo>
                      <a:pt x="5954" y="6550"/>
                      <a:pt x="5943" y="6550"/>
                      <a:pt x="5931" y="6549"/>
                    </a:cubicBezTo>
                    <a:cubicBezTo>
                      <a:pt x="5785" y="6544"/>
                      <a:pt x="5654" y="6527"/>
                      <a:pt x="5513" y="6527"/>
                    </a:cubicBezTo>
                    <a:cubicBezTo>
                      <a:pt x="5411" y="6527"/>
                      <a:pt x="5305" y="6523"/>
                      <a:pt x="5200" y="6523"/>
                    </a:cubicBezTo>
                    <a:cubicBezTo>
                      <a:pt x="5148" y="6523"/>
                      <a:pt x="5096" y="6524"/>
                      <a:pt x="5045" y="6527"/>
                    </a:cubicBezTo>
                    <a:cubicBezTo>
                      <a:pt x="4915" y="6533"/>
                      <a:pt x="4784" y="6549"/>
                      <a:pt x="4654" y="6549"/>
                    </a:cubicBezTo>
                    <a:cubicBezTo>
                      <a:pt x="4502" y="6549"/>
                      <a:pt x="4350" y="6549"/>
                      <a:pt x="4197" y="6555"/>
                    </a:cubicBezTo>
                    <a:cubicBezTo>
                      <a:pt x="4072" y="6555"/>
                      <a:pt x="3942" y="6544"/>
                      <a:pt x="3811" y="6533"/>
                    </a:cubicBezTo>
                    <a:cubicBezTo>
                      <a:pt x="3794" y="6531"/>
                      <a:pt x="3776" y="6531"/>
                      <a:pt x="3758" y="6531"/>
                    </a:cubicBezTo>
                    <a:cubicBezTo>
                      <a:pt x="3714" y="6531"/>
                      <a:pt x="3669" y="6534"/>
                      <a:pt x="3627" y="6538"/>
                    </a:cubicBezTo>
                    <a:cubicBezTo>
                      <a:pt x="3608" y="6540"/>
                      <a:pt x="3589" y="6540"/>
                      <a:pt x="3571" y="6540"/>
                    </a:cubicBezTo>
                    <a:cubicBezTo>
                      <a:pt x="3521" y="6540"/>
                      <a:pt x="3472" y="6535"/>
                      <a:pt x="3420" y="6527"/>
                    </a:cubicBezTo>
                    <a:cubicBezTo>
                      <a:pt x="3395" y="6525"/>
                      <a:pt x="3370" y="6525"/>
                      <a:pt x="3345" y="6525"/>
                    </a:cubicBezTo>
                    <a:cubicBezTo>
                      <a:pt x="3262" y="6525"/>
                      <a:pt x="3177" y="6533"/>
                      <a:pt x="3092" y="6533"/>
                    </a:cubicBezTo>
                    <a:cubicBezTo>
                      <a:pt x="3056" y="6533"/>
                      <a:pt x="3021" y="6531"/>
                      <a:pt x="2985" y="6527"/>
                    </a:cubicBezTo>
                    <a:cubicBezTo>
                      <a:pt x="2946" y="6521"/>
                      <a:pt x="2909" y="6519"/>
                      <a:pt x="2873" y="6519"/>
                    </a:cubicBezTo>
                    <a:cubicBezTo>
                      <a:pt x="2783" y="6519"/>
                      <a:pt x="2698" y="6533"/>
                      <a:pt x="2605" y="6533"/>
                    </a:cubicBezTo>
                    <a:cubicBezTo>
                      <a:pt x="2463" y="6533"/>
                      <a:pt x="2321" y="6566"/>
                      <a:pt x="2179" y="6566"/>
                    </a:cubicBezTo>
                    <a:cubicBezTo>
                      <a:pt x="2168" y="6566"/>
                      <a:pt x="2158" y="6566"/>
                      <a:pt x="2148" y="6565"/>
                    </a:cubicBezTo>
                    <a:cubicBezTo>
                      <a:pt x="2047" y="6565"/>
                      <a:pt x="1940" y="6563"/>
                      <a:pt x="1832" y="6563"/>
                    </a:cubicBezTo>
                    <a:cubicBezTo>
                      <a:pt x="1778" y="6563"/>
                      <a:pt x="1724" y="6564"/>
                      <a:pt x="1670" y="6565"/>
                    </a:cubicBezTo>
                    <a:cubicBezTo>
                      <a:pt x="1565" y="6565"/>
                      <a:pt x="1468" y="6524"/>
                      <a:pt x="1366" y="6524"/>
                    </a:cubicBezTo>
                    <a:cubicBezTo>
                      <a:pt x="1341" y="6524"/>
                      <a:pt x="1315" y="6526"/>
                      <a:pt x="1289" y="6533"/>
                    </a:cubicBezTo>
                    <a:cubicBezTo>
                      <a:pt x="1267" y="6544"/>
                      <a:pt x="1246" y="6544"/>
                      <a:pt x="1229" y="6549"/>
                    </a:cubicBezTo>
                    <a:cubicBezTo>
                      <a:pt x="1226" y="6549"/>
                      <a:pt x="1222" y="6547"/>
                      <a:pt x="1217" y="6547"/>
                    </a:cubicBezTo>
                    <a:cubicBezTo>
                      <a:pt x="1214" y="6547"/>
                      <a:pt x="1211" y="6547"/>
                      <a:pt x="1208" y="6549"/>
                    </a:cubicBezTo>
                    <a:cubicBezTo>
                      <a:pt x="1126" y="6565"/>
                      <a:pt x="1072" y="6555"/>
                      <a:pt x="1001" y="6609"/>
                    </a:cubicBezTo>
                    <a:cubicBezTo>
                      <a:pt x="947" y="6647"/>
                      <a:pt x="892" y="6696"/>
                      <a:pt x="844" y="6734"/>
                    </a:cubicBezTo>
                    <a:cubicBezTo>
                      <a:pt x="729" y="6821"/>
                      <a:pt x="691" y="6913"/>
                      <a:pt x="648" y="7049"/>
                    </a:cubicBezTo>
                    <a:cubicBezTo>
                      <a:pt x="593" y="7196"/>
                      <a:pt x="561" y="7354"/>
                      <a:pt x="561" y="7517"/>
                    </a:cubicBezTo>
                    <a:cubicBezTo>
                      <a:pt x="561" y="7593"/>
                      <a:pt x="583" y="7663"/>
                      <a:pt x="583" y="7740"/>
                    </a:cubicBezTo>
                    <a:cubicBezTo>
                      <a:pt x="577" y="7810"/>
                      <a:pt x="583" y="7881"/>
                      <a:pt x="593" y="7957"/>
                    </a:cubicBezTo>
                    <a:cubicBezTo>
                      <a:pt x="604" y="8022"/>
                      <a:pt x="632" y="8087"/>
                      <a:pt x="664" y="8147"/>
                    </a:cubicBezTo>
                    <a:cubicBezTo>
                      <a:pt x="691" y="8196"/>
                      <a:pt x="724" y="8245"/>
                      <a:pt x="757" y="8294"/>
                    </a:cubicBezTo>
                    <a:cubicBezTo>
                      <a:pt x="834" y="8372"/>
                      <a:pt x="931" y="8388"/>
                      <a:pt x="1031" y="8388"/>
                    </a:cubicBezTo>
                    <a:cubicBezTo>
                      <a:pt x="1050" y="8388"/>
                      <a:pt x="1069" y="8387"/>
                      <a:pt x="1088" y="8386"/>
                    </a:cubicBezTo>
                    <a:cubicBezTo>
                      <a:pt x="1120" y="8387"/>
                      <a:pt x="1152" y="8388"/>
                      <a:pt x="1184" y="8388"/>
                    </a:cubicBezTo>
                    <a:cubicBezTo>
                      <a:pt x="1333" y="8388"/>
                      <a:pt x="1484" y="8378"/>
                      <a:pt x="1632" y="8365"/>
                    </a:cubicBezTo>
                    <a:cubicBezTo>
                      <a:pt x="1650" y="8361"/>
                      <a:pt x="1668" y="8360"/>
                      <a:pt x="1686" y="8360"/>
                    </a:cubicBezTo>
                    <a:cubicBezTo>
                      <a:pt x="1722" y="8360"/>
                      <a:pt x="1759" y="8365"/>
                      <a:pt x="1795" y="8365"/>
                    </a:cubicBezTo>
                    <a:cubicBezTo>
                      <a:pt x="1807" y="8363"/>
                      <a:pt x="1820" y="8362"/>
                      <a:pt x="1833" y="8362"/>
                    </a:cubicBezTo>
                    <a:cubicBezTo>
                      <a:pt x="1858" y="8362"/>
                      <a:pt x="1884" y="8365"/>
                      <a:pt x="1909" y="8365"/>
                    </a:cubicBezTo>
                    <a:cubicBezTo>
                      <a:pt x="1931" y="8365"/>
                      <a:pt x="1958" y="8359"/>
                      <a:pt x="1980" y="8343"/>
                    </a:cubicBezTo>
                    <a:cubicBezTo>
                      <a:pt x="1985" y="8337"/>
                      <a:pt x="1990" y="8337"/>
                      <a:pt x="1990" y="8332"/>
                    </a:cubicBezTo>
                    <a:cubicBezTo>
                      <a:pt x="1990" y="8348"/>
                      <a:pt x="1990" y="8365"/>
                      <a:pt x="1996" y="8376"/>
                    </a:cubicBezTo>
                    <a:cubicBezTo>
                      <a:pt x="2007" y="8457"/>
                      <a:pt x="2012" y="8528"/>
                      <a:pt x="2094" y="8566"/>
                    </a:cubicBezTo>
                    <a:cubicBezTo>
                      <a:pt x="2104" y="8571"/>
                      <a:pt x="2115" y="8573"/>
                      <a:pt x="2126" y="8573"/>
                    </a:cubicBezTo>
                    <a:cubicBezTo>
                      <a:pt x="2151" y="8573"/>
                      <a:pt x="2177" y="8561"/>
                      <a:pt x="2192" y="8539"/>
                    </a:cubicBezTo>
                    <a:cubicBezTo>
                      <a:pt x="2257" y="8457"/>
                      <a:pt x="2333" y="8381"/>
                      <a:pt x="2420" y="8321"/>
                    </a:cubicBezTo>
                    <a:cubicBezTo>
                      <a:pt x="2437" y="8307"/>
                      <a:pt x="2451" y="8301"/>
                      <a:pt x="2463" y="8301"/>
                    </a:cubicBezTo>
                    <a:cubicBezTo>
                      <a:pt x="2493" y="8301"/>
                      <a:pt x="2511" y="8337"/>
                      <a:pt x="2534" y="8376"/>
                    </a:cubicBezTo>
                    <a:cubicBezTo>
                      <a:pt x="2556" y="8414"/>
                      <a:pt x="2583" y="8452"/>
                      <a:pt x="2616" y="8490"/>
                    </a:cubicBezTo>
                    <a:cubicBezTo>
                      <a:pt x="2665" y="8546"/>
                      <a:pt x="2748" y="8625"/>
                      <a:pt x="2822" y="8625"/>
                    </a:cubicBezTo>
                    <a:cubicBezTo>
                      <a:pt x="2862" y="8625"/>
                      <a:pt x="2899" y="8602"/>
                      <a:pt x="2925" y="8539"/>
                    </a:cubicBezTo>
                    <a:cubicBezTo>
                      <a:pt x="2942" y="8479"/>
                      <a:pt x="2947" y="8414"/>
                      <a:pt x="2942" y="8354"/>
                    </a:cubicBezTo>
                    <a:lnTo>
                      <a:pt x="2942" y="8354"/>
                    </a:lnTo>
                    <a:cubicBezTo>
                      <a:pt x="3172" y="8380"/>
                      <a:pt x="3405" y="8406"/>
                      <a:pt x="3635" y="8406"/>
                    </a:cubicBezTo>
                    <a:cubicBezTo>
                      <a:pt x="3742" y="8406"/>
                      <a:pt x="3848" y="8400"/>
                      <a:pt x="3953" y="8386"/>
                    </a:cubicBezTo>
                    <a:cubicBezTo>
                      <a:pt x="4056" y="8381"/>
                      <a:pt x="4158" y="8378"/>
                      <a:pt x="4260" y="8378"/>
                    </a:cubicBezTo>
                    <a:cubicBezTo>
                      <a:pt x="4362" y="8378"/>
                      <a:pt x="4464" y="8381"/>
                      <a:pt x="4567" y="8386"/>
                    </a:cubicBezTo>
                    <a:cubicBezTo>
                      <a:pt x="4774" y="8386"/>
                      <a:pt x="4980" y="8365"/>
                      <a:pt x="5187" y="8365"/>
                    </a:cubicBezTo>
                    <a:lnTo>
                      <a:pt x="5475" y="8365"/>
                    </a:lnTo>
                    <a:cubicBezTo>
                      <a:pt x="5567" y="8365"/>
                      <a:pt x="5665" y="8343"/>
                      <a:pt x="5763" y="8343"/>
                    </a:cubicBezTo>
                    <a:cubicBezTo>
                      <a:pt x="5850" y="8343"/>
                      <a:pt x="5937" y="8365"/>
                      <a:pt x="6018" y="8365"/>
                    </a:cubicBezTo>
                    <a:lnTo>
                      <a:pt x="6306" y="8365"/>
                    </a:lnTo>
                    <a:cubicBezTo>
                      <a:pt x="6513" y="8365"/>
                      <a:pt x="6709" y="8343"/>
                      <a:pt x="6910" y="8343"/>
                    </a:cubicBezTo>
                    <a:lnTo>
                      <a:pt x="6904" y="8332"/>
                    </a:lnTo>
                    <a:cubicBezTo>
                      <a:pt x="6997" y="8332"/>
                      <a:pt x="7089" y="8332"/>
                      <a:pt x="7182" y="8327"/>
                    </a:cubicBezTo>
                    <a:cubicBezTo>
                      <a:pt x="7198" y="8327"/>
                      <a:pt x="7206" y="8324"/>
                      <a:pt x="7212" y="8324"/>
                    </a:cubicBezTo>
                    <a:cubicBezTo>
                      <a:pt x="7218" y="8324"/>
                      <a:pt x="7222" y="8327"/>
                      <a:pt x="7231" y="8337"/>
                    </a:cubicBezTo>
                    <a:cubicBezTo>
                      <a:pt x="7236" y="8359"/>
                      <a:pt x="7241" y="8386"/>
                      <a:pt x="7241" y="8414"/>
                    </a:cubicBezTo>
                    <a:cubicBezTo>
                      <a:pt x="7247" y="8452"/>
                      <a:pt x="7247" y="8484"/>
                      <a:pt x="7247" y="8522"/>
                    </a:cubicBezTo>
                    <a:lnTo>
                      <a:pt x="7247" y="8560"/>
                    </a:lnTo>
                    <a:lnTo>
                      <a:pt x="6981" y="8560"/>
                    </a:lnTo>
                    <a:cubicBezTo>
                      <a:pt x="6910" y="8560"/>
                      <a:pt x="6839" y="8566"/>
                      <a:pt x="6763" y="8577"/>
                    </a:cubicBezTo>
                    <a:cubicBezTo>
                      <a:pt x="6748" y="8569"/>
                      <a:pt x="6733" y="8565"/>
                      <a:pt x="6718" y="8565"/>
                    </a:cubicBezTo>
                    <a:cubicBezTo>
                      <a:pt x="6700" y="8565"/>
                      <a:pt x="6683" y="8570"/>
                      <a:pt x="6665" y="8582"/>
                    </a:cubicBezTo>
                    <a:cubicBezTo>
                      <a:pt x="6622" y="8582"/>
                      <a:pt x="6573" y="8588"/>
                      <a:pt x="6524" y="8598"/>
                    </a:cubicBezTo>
                    <a:cubicBezTo>
                      <a:pt x="6502" y="8598"/>
                      <a:pt x="6480" y="8598"/>
                      <a:pt x="6459" y="8593"/>
                    </a:cubicBezTo>
                    <a:cubicBezTo>
                      <a:pt x="6426" y="8588"/>
                      <a:pt x="6395" y="8585"/>
                      <a:pt x="6364" y="8585"/>
                    </a:cubicBezTo>
                    <a:cubicBezTo>
                      <a:pt x="6332" y="8585"/>
                      <a:pt x="6301" y="8588"/>
                      <a:pt x="6268" y="8593"/>
                    </a:cubicBezTo>
                    <a:cubicBezTo>
                      <a:pt x="6195" y="8601"/>
                      <a:pt x="6122" y="8601"/>
                      <a:pt x="6048" y="8601"/>
                    </a:cubicBezTo>
                    <a:cubicBezTo>
                      <a:pt x="5975" y="8601"/>
                      <a:pt x="5902" y="8601"/>
                      <a:pt x="5828" y="8609"/>
                    </a:cubicBezTo>
                    <a:cubicBezTo>
                      <a:pt x="5662" y="8636"/>
                      <a:pt x="5493" y="8643"/>
                      <a:pt x="5324" y="8643"/>
                    </a:cubicBezTo>
                    <a:cubicBezTo>
                      <a:pt x="5187" y="8643"/>
                      <a:pt x="5051" y="8639"/>
                      <a:pt x="4915" y="8636"/>
                    </a:cubicBezTo>
                    <a:cubicBezTo>
                      <a:pt x="4791" y="8634"/>
                      <a:pt x="4664" y="8632"/>
                      <a:pt x="4535" y="8632"/>
                    </a:cubicBezTo>
                    <a:cubicBezTo>
                      <a:pt x="4350" y="8632"/>
                      <a:pt x="4161" y="8637"/>
                      <a:pt x="3975" y="8653"/>
                    </a:cubicBezTo>
                    <a:cubicBezTo>
                      <a:pt x="3953" y="8655"/>
                      <a:pt x="3930" y="8655"/>
                      <a:pt x="3908" y="8655"/>
                    </a:cubicBezTo>
                    <a:cubicBezTo>
                      <a:pt x="3863" y="8655"/>
                      <a:pt x="3817" y="8653"/>
                      <a:pt x="3773" y="8653"/>
                    </a:cubicBezTo>
                    <a:cubicBezTo>
                      <a:pt x="3703" y="8653"/>
                      <a:pt x="3632" y="8674"/>
                      <a:pt x="3556" y="8680"/>
                    </a:cubicBezTo>
                    <a:cubicBezTo>
                      <a:pt x="3420" y="8680"/>
                      <a:pt x="3295" y="8713"/>
                      <a:pt x="3159" y="8718"/>
                    </a:cubicBezTo>
                    <a:cubicBezTo>
                      <a:pt x="3105" y="8718"/>
                      <a:pt x="3053" y="8716"/>
                      <a:pt x="3000" y="8716"/>
                    </a:cubicBezTo>
                    <a:cubicBezTo>
                      <a:pt x="2974" y="8716"/>
                      <a:pt x="2947" y="8716"/>
                      <a:pt x="2920" y="8718"/>
                    </a:cubicBezTo>
                    <a:cubicBezTo>
                      <a:pt x="2849" y="8718"/>
                      <a:pt x="2784" y="8740"/>
                      <a:pt x="2713" y="8740"/>
                    </a:cubicBezTo>
                    <a:cubicBezTo>
                      <a:pt x="2648" y="8740"/>
                      <a:pt x="2567" y="8729"/>
                      <a:pt x="2491" y="8723"/>
                    </a:cubicBezTo>
                    <a:cubicBezTo>
                      <a:pt x="2404" y="8723"/>
                      <a:pt x="2317" y="8723"/>
                      <a:pt x="2230" y="8718"/>
                    </a:cubicBezTo>
                    <a:cubicBezTo>
                      <a:pt x="2132" y="8706"/>
                      <a:pt x="2034" y="8700"/>
                      <a:pt x="1936" y="8700"/>
                    </a:cubicBezTo>
                    <a:cubicBezTo>
                      <a:pt x="1903" y="8700"/>
                      <a:pt x="1871" y="8700"/>
                      <a:pt x="1838" y="8702"/>
                    </a:cubicBezTo>
                    <a:cubicBezTo>
                      <a:pt x="1686" y="8702"/>
                      <a:pt x="1539" y="8680"/>
                      <a:pt x="1387" y="8680"/>
                    </a:cubicBezTo>
                    <a:cubicBezTo>
                      <a:pt x="1246" y="8680"/>
                      <a:pt x="1099" y="8664"/>
                      <a:pt x="958" y="8631"/>
                    </a:cubicBezTo>
                    <a:cubicBezTo>
                      <a:pt x="811" y="8615"/>
                      <a:pt x="670" y="8560"/>
                      <a:pt x="550" y="8468"/>
                    </a:cubicBezTo>
                    <a:cubicBezTo>
                      <a:pt x="338" y="8289"/>
                      <a:pt x="256" y="8022"/>
                      <a:pt x="224" y="7756"/>
                    </a:cubicBezTo>
                    <a:cubicBezTo>
                      <a:pt x="202" y="7576"/>
                      <a:pt x="197" y="7397"/>
                      <a:pt x="213" y="7218"/>
                    </a:cubicBezTo>
                    <a:cubicBezTo>
                      <a:pt x="235" y="7060"/>
                      <a:pt x="311" y="6913"/>
                      <a:pt x="376" y="6772"/>
                    </a:cubicBezTo>
                    <a:cubicBezTo>
                      <a:pt x="430" y="6620"/>
                      <a:pt x="534" y="6489"/>
                      <a:pt x="659" y="6391"/>
                    </a:cubicBezTo>
                    <a:cubicBezTo>
                      <a:pt x="718" y="6348"/>
                      <a:pt x="784" y="6315"/>
                      <a:pt x="844" y="6272"/>
                    </a:cubicBezTo>
                    <a:cubicBezTo>
                      <a:pt x="898" y="6232"/>
                      <a:pt x="983" y="6144"/>
                      <a:pt x="1047" y="6144"/>
                    </a:cubicBezTo>
                    <a:cubicBezTo>
                      <a:pt x="1054" y="6144"/>
                      <a:pt x="1060" y="6145"/>
                      <a:pt x="1066" y="6147"/>
                    </a:cubicBezTo>
                    <a:cubicBezTo>
                      <a:pt x="1072" y="6148"/>
                      <a:pt x="1077" y="6149"/>
                      <a:pt x="1082" y="6149"/>
                    </a:cubicBezTo>
                    <a:cubicBezTo>
                      <a:pt x="1100" y="6149"/>
                      <a:pt x="1118" y="6142"/>
                      <a:pt x="1126" y="6125"/>
                    </a:cubicBezTo>
                    <a:lnTo>
                      <a:pt x="1159" y="6120"/>
                    </a:lnTo>
                    <a:cubicBezTo>
                      <a:pt x="1229" y="6114"/>
                      <a:pt x="1300" y="6109"/>
                      <a:pt x="1371" y="6098"/>
                    </a:cubicBezTo>
                    <a:cubicBezTo>
                      <a:pt x="1459" y="6118"/>
                      <a:pt x="1548" y="6129"/>
                      <a:pt x="1639" y="6129"/>
                    </a:cubicBezTo>
                    <a:cubicBezTo>
                      <a:pt x="1671" y="6129"/>
                      <a:pt x="1703" y="6128"/>
                      <a:pt x="1735" y="6125"/>
                    </a:cubicBezTo>
                    <a:cubicBezTo>
                      <a:pt x="1746" y="6125"/>
                      <a:pt x="1757" y="6125"/>
                      <a:pt x="1768" y="6120"/>
                    </a:cubicBezTo>
                    <a:lnTo>
                      <a:pt x="1768" y="6120"/>
                    </a:lnTo>
                    <a:cubicBezTo>
                      <a:pt x="1773" y="6185"/>
                      <a:pt x="1762" y="6245"/>
                      <a:pt x="1751" y="6304"/>
                    </a:cubicBezTo>
                    <a:cubicBezTo>
                      <a:pt x="1730" y="6391"/>
                      <a:pt x="1724" y="6462"/>
                      <a:pt x="1800" y="6516"/>
                    </a:cubicBezTo>
                    <a:cubicBezTo>
                      <a:pt x="1814" y="6525"/>
                      <a:pt x="1829" y="6529"/>
                      <a:pt x="1844" y="6529"/>
                    </a:cubicBezTo>
                    <a:cubicBezTo>
                      <a:pt x="1859" y="6529"/>
                      <a:pt x="1874" y="6525"/>
                      <a:pt x="1887" y="6516"/>
                    </a:cubicBezTo>
                    <a:cubicBezTo>
                      <a:pt x="1947" y="6478"/>
                      <a:pt x="1990" y="6419"/>
                      <a:pt x="2018" y="6353"/>
                    </a:cubicBezTo>
                    <a:cubicBezTo>
                      <a:pt x="2029" y="6337"/>
                      <a:pt x="2099" y="6185"/>
                      <a:pt x="2121" y="6185"/>
                    </a:cubicBezTo>
                    <a:cubicBezTo>
                      <a:pt x="2137" y="6190"/>
                      <a:pt x="2175" y="6288"/>
                      <a:pt x="2192" y="6310"/>
                    </a:cubicBezTo>
                    <a:cubicBezTo>
                      <a:pt x="2246" y="6381"/>
                      <a:pt x="2311" y="6440"/>
                      <a:pt x="2387" y="6489"/>
                    </a:cubicBezTo>
                    <a:cubicBezTo>
                      <a:pt x="2401" y="6498"/>
                      <a:pt x="2416" y="6503"/>
                      <a:pt x="2432" y="6503"/>
                    </a:cubicBezTo>
                    <a:cubicBezTo>
                      <a:pt x="2453" y="6503"/>
                      <a:pt x="2475" y="6494"/>
                      <a:pt x="2491" y="6478"/>
                    </a:cubicBezTo>
                    <a:cubicBezTo>
                      <a:pt x="2567" y="6419"/>
                      <a:pt x="2572" y="6266"/>
                      <a:pt x="2578" y="6179"/>
                    </a:cubicBezTo>
                    <a:lnTo>
                      <a:pt x="2578" y="6065"/>
                    </a:lnTo>
                    <a:close/>
                    <a:moveTo>
                      <a:pt x="3715" y="1"/>
                    </a:moveTo>
                    <a:cubicBezTo>
                      <a:pt x="3653" y="1"/>
                      <a:pt x="3591" y="24"/>
                      <a:pt x="3545" y="70"/>
                    </a:cubicBezTo>
                    <a:cubicBezTo>
                      <a:pt x="3447" y="151"/>
                      <a:pt x="3328" y="249"/>
                      <a:pt x="3284" y="374"/>
                    </a:cubicBezTo>
                    <a:cubicBezTo>
                      <a:pt x="3268" y="412"/>
                      <a:pt x="3241" y="450"/>
                      <a:pt x="3224" y="488"/>
                    </a:cubicBezTo>
                    <a:cubicBezTo>
                      <a:pt x="3181" y="445"/>
                      <a:pt x="3132" y="401"/>
                      <a:pt x="3083" y="363"/>
                    </a:cubicBezTo>
                    <a:cubicBezTo>
                      <a:pt x="3007" y="325"/>
                      <a:pt x="2931" y="282"/>
                      <a:pt x="2855" y="249"/>
                    </a:cubicBezTo>
                    <a:cubicBezTo>
                      <a:pt x="2790" y="211"/>
                      <a:pt x="2719" y="184"/>
                      <a:pt x="2643" y="162"/>
                    </a:cubicBezTo>
                    <a:cubicBezTo>
                      <a:pt x="2503" y="132"/>
                      <a:pt x="2345" y="79"/>
                      <a:pt x="2198" y="79"/>
                    </a:cubicBezTo>
                    <a:cubicBezTo>
                      <a:pt x="2185" y="79"/>
                      <a:pt x="2172" y="80"/>
                      <a:pt x="2159" y="80"/>
                    </a:cubicBezTo>
                    <a:cubicBezTo>
                      <a:pt x="2132" y="80"/>
                      <a:pt x="2099" y="86"/>
                      <a:pt x="2067" y="91"/>
                    </a:cubicBezTo>
                    <a:cubicBezTo>
                      <a:pt x="2048" y="94"/>
                      <a:pt x="2029" y="95"/>
                      <a:pt x="2009" y="95"/>
                    </a:cubicBezTo>
                    <a:cubicBezTo>
                      <a:pt x="1990" y="95"/>
                      <a:pt x="1971" y="94"/>
                      <a:pt x="1952" y="91"/>
                    </a:cubicBezTo>
                    <a:cubicBezTo>
                      <a:pt x="1948" y="91"/>
                      <a:pt x="1943" y="90"/>
                      <a:pt x="1938" y="90"/>
                    </a:cubicBezTo>
                    <a:cubicBezTo>
                      <a:pt x="1904" y="90"/>
                      <a:pt x="1867" y="107"/>
                      <a:pt x="1844" y="140"/>
                    </a:cubicBezTo>
                    <a:cubicBezTo>
                      <a:pt x="1806" y="200"/>
                      <a:pt x="1838" y="287"/>
                      <a:pt x="1855" y="352"/>
                    </a:cubicBezTo>
                    <a:cubicBezTo>
                      <a:pt x="1920" y="548"/>
                      <a:pt x="2023" y="727"/>
                      <a:pt x="2164" y="885"/>
                    </a:cubicBezTo>
                    <a:cubicBezTo>
                      <a:pt x="2072" y="907"/>
                      <a:pt x="1990" y="956"/>
                      <a:pt x="1920" y="1021"/>
                    </a:cubicBezTo>
                    <a:cubicBezTo>
                      <a:pt x="1855" y="1075"/>
                      <a:pt x="1789" y="1140"/>
                      <a:pt x="1730" y="1206"/>
                    </a:cubicBezTo>
                    <a:cubicBezTo>
                      <a:pt x="1670" y="1293"/>
                      <a:pt x="1621" y="1391"/>
                      <a:pt x="1577" y="1488"/>
                    </a:cubicBezTo>
                    <a:cubicBezTo>
                      <a:pt x="1496" y="1657"/>
                      <a:pt x="1458" y="1847"/>
                      <a:pt x="1474" y="2043"/>
                    </a:cubicBezTo>
                    <a:cubicBezTo>
                      <a:pt x="1501" y="2260"/>
                      <a:pt x="1550" y="2472"/>
                      <a:pt x="1615" y="2684"/>
                    </a:cubicBezTo>
                    <a:cubicBezTo>
                      <a:pt x="1740" y="3070"/>
                      <a:pt x="1996" y="3407"/>
                      <a:pt x="2333" y="3641"/>
                    </a:cubicBezTo>
                    <a:cubicBezTo>
                      <a:pt x="2371" y="3668"/>
                      <a:pt x="2404" y="3690"/>
                      <a:pt x="2436" y="3712"/>
                    </a:cubicBezTo>
                    <a:cubicBezTo>
                      <a:pt x="2246" y="3717"/>
                      <a:pt x="2050" y="3728"/>
                      <a:pt x="1860" y="3755"/>
                    </a:cubicBezTo>
                    <a:cubicBezTo>
                      <a:pt x="1713" y="3777"/>
                      <a:pt x="1566" y="3804"/>
                      <a:pt x="1425" y="3831"/>
                    </a:cubicBezTo>
                    <a:cubicBezTo>
                      <a:pt x="1267" y="3847"/>
                      <a:pt x="1110" y="3880"/>
                      <a:pt x="958" y="3929"/>
                    </a:cubicBezTo>
                    <a:cubicBezTo>
                      <a:pt x="697" y="4016"/>
                      <a:pt x="539" y="4233"/>
                      <a:pt x="452" y="4489"/>
                    </a:cubicBezTo>
                    <a:cubicBezTo>
                      <a:pt x="409" y="4614"/>
                      <a:pt x="360" y="4744"/>
                      <a:pt x="333" y="4875"/>
                    </a:cubicBezTo>
                    <a:cubicBezTo>
                      <a:pt x="305" y="5022"/>
                      <a:pt x="300" y="5168"/>
                      <a:pt x="311" y="5315"/>
                    </a:cubicBezTo>
                    <a:cubicBezTo>
                      <a:pt x="316" y="5576"/>
                      <a:pt x="294" y="5913"/>
                      <a:pt x="545" y="6082"/>
                    </a:cubicBezTo>
                    <a:cubicBezTo>
                      <a:pt x="588" y="6109"/>
                      <a:pt x="642" y="6125"/>
                      <a:pt x="702" y="6131"/>
                    </a:cubicBezTo>
                    <a:lnTo>
                      <a:pt x="729" y="6131"/>
                    </a:lnTo>
                    <a:cubicBezTo>
                      <a:pt x="615" y="6185"/>
                      <a:pt x="512" y="6261"/>
                      <a:pt x="414" y="6343"/>
                    </a:cubicBezTo>
                    <a:cubicBezTo>
                      <a:pt x="376" y="6391"/>
                      <a:pt x="338" y="6446"/>
                      <a:pt x="305" y="6500"/>
                    </a:cubicBezTo>
                    <a:cubicBezTo>
                      <a:pt x="262" y="6555"/>
                      <a:pt x="224" y="6614"/>
                      <a:pt x="197" y="6680"/>
                    </a:cubicBezTo>
                    <a:cubicBezTo>
                      <a:pt x="126" y="6826"/>
                      <a:pt x="66" y="6973"/>
                      <a:pt x="28" y="7125"/>
                    </a:cubicBezTo>
                    <a:cubicBezTo>
                      <a:pt x="6" y="7299"/>
                      <a:pt x="1" y="7473"/>
                      <a:pt x="12" y="7647"/>
                    </a:cubicBezTo>
                    <a:cubicBezTo>
                      <a:pt x="17" y="7805"/>
                      <a:pt x="39" y="7962"/>
                      <a:pt x="88" y="8115"/>
                    </a:cubicBezTo>
                    <a:cubicBezTo>
                      <a:pt x="164" y="8381"/>
                      <a:pt x="349" y="8609"/>
                      <a:pt x="599" y="8734"/>
                    </a:cubicBezTo>
                    <a:cubicBezTo>
                      <a:pt x="871" y="8865"/>
                      <a:pt x="1213" y="8870"/>
                      <a:pt x="1512" y="8870"/>
                    </a:cubicBezTo>
                    <a:cubicBezTo>
                      <a:pt x="1599" y="8870"/>
                      <a:pt x="1686" y="8892"/>
                      <a:pt x="1773" y="8897"/>
                    </a:cubicBezTo>
                    <a:lnTo>
                      <a:pt x="2012" y="8897"/>
                    </a:lnTo>
                    <a:cubicBezTo>
                      <a:pt x="2088" y="8897"/>
                      <a:pt x="2164" y="8903"/>
                      <a:pt x="2241" y="8914"/>
                    </a:cubicBezTo>
                    <a:cubicBezTo>
                      <a:pt x="2284" y="8919"/>
                      <a:pt x="2327" y="8919"/>
                      <a:pt x="2371" y="8919"/>
                    </a:cubicBezTo>
                    <a:cubicBezTo>
                      <a:pt x="2414" y="8919"/>
                      <a:pt x="2458" y="8919"/>
                      <a:pt x="2501" y="8925"/>
                    </a:cubicBezTo>
                    <a:cubicBezTo>
                      <a:pt x="2583" y="8930"/>
                      <a:pt x="2664" y="8935"/>
                      <a:pt x="2746" y="8935"/>
                    </a:cubicBezTo>
                    <a:cubicBezTo>
                      <a:pt x="2826" y="8931"/>
                      <a:pt x="2901" y="8918"/>
                      <a:pt x="2976" y="8918"/>
                    </a:cubicBezTo>
                    <a:cubicBezTo>
                      <a:pt x="2988" y="8918"/>
                      <a:pt x="3000" y="8918"/>
                      <a:pt x="3012" y="8919"/>
                    </a:cubicBezTo>
                    <a:cubicBezTo>
                      <a:pt x="3181" y="8919"/>
                      <a:pt x="3333" y="8886"/>
                      <a:pt x="3496" y="8881"/>
                    </a:cubicBezTo>
                    <a:cubicBezTo>
                      <a:pt x="3567" y="8881"/>
                      <a:pt x="3638" y="8876"/>
                      <a:pt x="3703" y="8865"/>
                    </a:cubicBezTo>
                    <a:cubicBezTo>
                      <a:pt x="3790" y="8854"/>
                      <a:pt x="3877" y="8848"/>
                      <a:pt x="3964" y="8848"/>
                    </a:cubicBezTo>
                    <a:cubicBezTo>
                      <a:pt x="4132" y="8838"/>
                      <a:pt x="4290" y="8832"/>
                      <a:pt x="4453" y="8832"/>
                    </a:cubicBezTo>
                    <a:cubicBezTo>
                      <a:pt x="4749" y="8832"/>
                      <a:pt x="5046" y="8844"/>
                      <a:pt x="5342" y="8844"/>
                    </a:cubicBezTo>
                    <a:cubicBezTo>
                      <a:pt x="5454" y="8844"/>
                      <a:pt x="5565" y="8842"/>
                      <a:pt x="5676" y="8838"/>
                    </a:cubicBezTo>
                    <a:cubicBezTo>
                      <a:pt x="5757" y="8832"/>
                      <a:pt x="5834" y="8805"/>
                      <a:pt x="5915" y="8805"/>
                    </a:cubicBezTo>
                    <a:cubicBezTo>
                      <a:pt x="5942" y="8807"/>
                      <a:pt x="5969" y="8807"/>
                      <a:pt x="5996" y="8807"/>
                    </a:cubicBezTo>
                    <a:cubicBezTo>
                      <a:pt x="6062" y="8807"/>
                      <a:pt x="6129" y="8803"/>
                      <a:pt x="6198" y="8800"/>
                    </a:cubicBezTo>
                    <a:cubicBezTo>
                      <a:pt x="6244" y="8794"/>
                      <a:pt x="6292" y="8791"/>
                      <a:pt x="6339" y="8791"/>
                    </a:cubicBezTo>
                    <a:cubicBezTo>
                      <a:pt x="6387" y="8791"/>
                      <a:pt x="6434" y="8794"/>
                      <a:pt x="6480" y="8800"/>
                    </a:cubicBezTo>
                    <a:cubicBezTo>
                      <a:pt x="6508" y="8805"/>
                      <a:pt x="6535" y="8805"/>
                      <a:pt x="6562" y="8805"/>
                    </a:cubicBezTo>
                    <a:cubicBezTo>
                      <a:pt x="6579" y="8807"/>
                      <a:pt x="6596" y="8808"/>
                      <a:pt x="6614" y="8808"/>
                    </a:cubicBezTo>
                    <a:cubicBezTo>
                      <a:pt x="6719" y="8808"/>
                      <a:pt x="6829" y="8772"/>
                      <a:pt x="6932" y="8772"/>
                    </a:cubicBezTo>
                    <a:cubicBezTo>
                      <a:pt x="6941" y="8772"/>
                      <a:pt x="6951" y="8772"/>
                      <a:pt x="6962" y="8772"/>
                    </a:cubicBezTo>
                    <a:cubicBezTo>
                      <a:pt x="7001" y="8772"/>
                      <a:pt x="7047" y="8774"/>
                      <a:pt x="7095" y="8774"/>
                    </a:cubicBezTo>
                    <a:cubicBezTo>
                      <a:pt x="7213" y="8774"/>
                      <a:pt x="7342" y="8762"/>
                      <a:pt x="7399" y="8680"/>
                    </a:cubicBezTo>
                    <a:cubicBezTo>
                      <a:pt x="7470" y="8582"/>
                      <a:pt x="7426" y="8414"/>
                      <a:pt x="7399" y="8305"/>
                    </a:cubicBezTo>
                    <a:cubicBezTo>
                      <a:pt x="7394" y="8245"/>
                      <a:pt x="7356" y="8191"/>
                      <a:pt x="7301" y="8158"/>
                    </a:cubicBezTo>
                    <a:cubicBezTo>
                      <a:pt x="7276" y="8142"/>
                      <a:pt x="7246" y="8137"/>
                      <a:pt x="7214" y="8137"/>
                    </a:cubicBezTo>
                    <a:cubicBezTo>
                      <a:pt x="7159" y="8137"/>
                      <a:pt x="7100" y="8153"/>
                      <a:pt x="7051" y="8153"/>
                    </a:cubicBezTo>
                    <a:lnTo>
                      <a:pt x="7013" y="8153"/>
                    </a:lnTo>
                    <a:cubicBezTo>
                      <a:pt x="7013" y="8125"/>
                      <a:pt x="7002" y="8098"/>
                      <a:pt x="6986" y="8077"/>
                    </a:cubicBezTo>
                    <a:cubicBezTo>
                      <a:pt x="6975" y="8071"/>
                      <a:pt x="6970" y="8060"/>
                      <a:pt x="6959" y="8055"/>
                    </a:cubicBezTo>
                    <a:cubicBezTo>
                      <a:pt x="6915" y="7973"/>
                      <a:pt x="6888" y="7886"/>
                      <a:pt x="6861" y="7794"/>
                    </a:cubicBezTo>
                    <a:cubicBezTo>
                      <a:pt x="6839" y="7658"/>
                      <a:pt x="6828" y="7522"/>
                      <a:pt x="6834" y="7386"/>
                    </a:cubicBezTo>
                    <a:cubicBezTo>
                      <a:pt x="6834" y="7245"/>
                      <a:pt x="6855" y="7109"/>
                      <a:pt x="6899" y="6973"/>
                    </a:cubicBezTo>
                    <a:cubicBezTo>
                      <a:pt x="6910" y="6919"/>
                      <a:pt x="6932" y="6864"/>
                      <a:pt x="6959" y="6815"/>
                    </a:cubicBezTo>
                    <a:lnTo>
                      <a:pt x="6964" y="6821"/>
                    </a:lnTo>
                    <a:cubicBezTo>
                      <a:pt x="6981" y="6794"/>
                      <a:pt x="7035" y="6723"/>
                      <a:pt x="7062" y="6718"/>
                    </a:cubicBezTo>
                    <a:cubicBezTo>
                      <a:pt x="7106" y="6718"/>
                      <a:pt x="7154" y="6712"/>
                      <a:pt x="7198" y="6707"/>
                    </a:cubicBezTo>
                    <a:cubicBezTo>
                      <a:pt x="7274" y="6696"/>
                      <a:pt x="7394" y="6690"/>
                      <a:pt x="7448" y="6641"/>
                    </a:cubicBezTo>
                    <a:cubicBezTo>
                      <a:pt x="7519" y="6571"/>
                      <a:pt x="7491" y="6440"/>
                      <a:pt x="7486" y="6359"/>
                    </a:cubicBezTo>
                    <a:cubicBezTo>
                      <a:pt x="7475" y="6234"/>
                      <a:pt x="7448" y="6087"/>
                      <a:pt x="7334" y="6016"/>
                    </a:cubicBezTo>
                    <a:cubicBezTo>
                      <a:pt x="7279" y="5989"/>
                      <a:pt x="7220" y="5978"/>
                      <a:pt x="7160" y="5978"/>
                    </a:cubicBezTo>
                    <a:cubicBezTo>
                      <a:pt x="7067" y="5973"/>
                      <a:pt x="6981" y="5962"/>
                      <a:pt x="6888" y="5940"/>
                    </a:cubicBezTo>
                    <a:cubicBezTo>
                      <a:pt x="6854" y="5936"/>
                      <a:pt x="6816" y="5933"/>
                      <a:pt x="6778" y="5933"/>
                    </a:cubicBezTo>
                    <a:cubicBezTo>
                      <a:pt x="6762" y="5933"/>
                      <a:pt x="6746" y="5933"/>
                      <a:pt x="6730" y="5935"/>
                    </a:cubicBezTo>
                    <a:lnTo>
                      <a:pt x="6730" y="5804"/>
                    </a:lnTo>
                    <a:cubicBezTo>
                      <a:pt x="6725" y="5696"/>
                      <a:pt x="6676" y="5603"/>
                      <a:pt x="6562" y="5582"/>
                    </a:cubicBezTo>
                    <a:cubicBezTo>
                      <a:pt x="6546" y="5576"/>
                      <a:pt x="6529" y="5576"/>
                      <a:pt x="6513" y="5576"/>
                    </a:cubicBezTo>
                    <a:cubicBezTo>
                      <a:pt x="6513" y="5560"/>
                      <a:pt x="6513" y="5549"/>
                      <a:pt x="6502" y="5538"/>
                    </a:cubicBezTo>
                    <a:cubicBezTo>
                      <a:pt x="6437" y="5440"/>
                      <a:pt x="6399" y="5326"/>
                      <a:pt x="6399" y="5212"/>
                    </a:cubicBezTo>
                    <a:cubicBezTo>
                      <a:pt x="6393" y="5071"/>
                      <a:pt x="6399" y="4935"/>
                      <a:pt x="6426" y="4793"/>
                    </a:cubicBezTo>
                    <a:cubicBezTo>
                      <a:pt x="6459" y="4685"/>
                      <a:pt x="6518" y="4581"/>
                      <a:pt x="6600" y="4494"/>
                    </a:cubicBezTo>
                    <a:cubicBezTo>
                      <a:pt x="6660" y="4435"/>
                      <a:pt x="6698" y="4364"/>
                      <a:pt x="6752" y="4304"/>
                    </a:cubicBezTo>
                    <a:cubicBezTo>
                      <a:pt x="6796" y="4315"/>
                      <a:pt x="6839" y="4320"/>
                      <a:pt x="6883" y="4320"/>
                    </a:cubicBezTo>
                    <a:cubicBezTo>
                      <a:pt x="7019" y="4304"/>
                      <a:pt x="7024" y="4163"/>
                      <a:pt x="7019" y="4054"/>
                    </a:cubicBezTo>
                    <a:cubicBezTo>
                      <a:pt x="7008" y="3940"/>
                      <a:pt x="7029" y="3831"/>
                      <a:pt x="6899" y="3793"/>
                    </a:cubicBezTo>
                    <a:cubicBezTo>
                      <a:pt x="6845" y="3771"/>
                      <a:pt x="6785" y="3750"/>
                      <a:pt x="6730" y="3744"/>
                    </a:cubicBezTo>
                    <a:cubicBezTo>
                      <a:pt x="6705" y="3741"/>
                      <a:pt x="6679" y="3739"/>
                      <a:pt x="6653" y="3739"/>
                    </a:cubicBezTo>
                    <a:cubicBezTo>
                      <a:pt x="6601" y="3739"/>
                      <a:pt x="6547" y="3744"/>
                      <a:pt x="6497" y="3744"/>
                    </a:cubicBezTo>
                    <a:cubicBezTo>
                      <a:pt x="6399" y="3744"/>
                      <a:pt x="6308" y="3730"/>
                      <a:pt x="6218" y="3730"/>
                    </a:cubicBezTo>
                    <a:cubicBezTo>
                      <a:pt x="6144" y="3730"/>
                      <a:pt x="6071" y="3740"/>
                      <a:pt x="5997" y="3777"/>
                    </a:cubicBezTo>
                    <a:cubicBezTo>
                      <a:pt x="5828" y="3777"/>
                      <a:pt x="5654" y="3766"/>
                      <a:pt x="5491" y="3766"/>
                    </a:cubicBezTo>
                    <a:cubicBezTo>
                      <a:pt x="5344" y="3766"/>
                      <a:pt x="5208" y="3744"/>
                      <a:pt x="5067" y="3739"/>
                    </a:cubicBezTo>
                    <a:cubicBezTo>
                      <a:pt x="4994" y="3733"/>
                      <a:pt x="4916" y="3732"/>
                      <a:pt x="4838" y="3732"/>
                    </a:cubicBezTo>
                    <a:cubicBezTo>
                      <a:pt x="4760" y="3732"/>
                      <a:pt x="4681" y="3733"/>
                      <a:pt x="4605" y="3733"/>
                    </a:cubicBezTo>
                    <a:cubicBezTo>
                      <a:pt x="4540" y="3733"/>
                      <a:pt x="4469" y="3733"/>
                      <a:pt x="4404" y="3728"/>
                    </a:cubicBezTo>
                    <a:cubicBezTo>
                      <a:pt x="4458" y="3701"/>
                      <a:pt x="4513" y="3668"/>
                      <a:pt x="4562" y="3630"/>
                    </a:cubicBezTo>
                    <a:cubicBezTo>
                      <a:pt x="4697" y="3527"/>
                      <a:pt x="4844" y="3434"/>
                      <a:pt x="4964" y="3320"/>
                    </a:cubicBezTo>
                    <a:cubicBezTo>
                      <a:pt x="5089" y="3190"/>
                      <a:pt x="5181" y="3032"/>
                      <a:pt x="5236" y="2864"/>
                    </a:cubicBezTo>
                    <a:cubicBezTo>
                      <a:pt x="5312" y="2690"/>
                      <a:pt x="5366" y="2510"/>
                      <a:pt x="5399" y="2325"/>
                    </a:cubicBezTo>
                    <a:cubicBezTo>
                      <a:pt x="5420" y="2152"/>
                      <a:pt x="5464" y="1978"/>
                      <a:pt x="5453" y="1804"/>
                    </a:cubicBezTo>
                    <a:cubicBezTo>
                      <a:pt x="5437" y="1635"/>
                      <a:pt x="5393" y="1477"/>
                      <a:pt x="5323" y="1331"/>
                    </a:cubicBezTo>
                    <a:cubicBezTo>
                      <a:pt x="5246" y="1179"/>
                      <a:pt x="5154" y="1032"/>
                      <a:pt x="5051" y="896"/>
                    </a:cubicBezTo>
                    <a:cubicBezTo>
                      <a:pt x="4937" y="765"/>
                      <a:pt x="4801" y="657"/>
                      <a:pt x="4649" y="575"/>
                    </a:cubicBezTo>
                    <a:cubicBezTo>
                      <a:pt x="4491" y="472"/>
                      <a:pt x="4312" y="418"/>
                      <a:pt x="4127" y="407"/>
                    </a:cubicBezTo>
                    <a:cubicBezTo>
                      <a:pt x="4115" y="406"/>
                      <a:pt x="4104" y="406"/>
                      <a:pt x="4092" y="406"/>
                    </a:cubicBezTo>
                    <a:cubicBezTo>
                      <a:pt x="3991" y="406"/>
                      <a:pt x="3894" y="427"/>
                      <a:pt x="3806" y="466"/>
                    </a:cubicBezTo>
                    <a:cubicBezTo>
                      <a:pt x="3822" y="401"/>
                      <a:pt x="3839" y="336"/>
                      <a:pt x="3866" y="271"/>
                    </a:cubicBezTo>
                    <a:cubicBezTo>
                      <a:pt x="3909" y="178"/>
                      <a:pt x="3920" y="75"/>
                      <a:pt x="3811" y="21"/>
                    </a:cubicBezTo>
                    <a:cubicBezTo>
                      <a:pt x="3781" y="7"/>
                      <a:pt x="3748" y="1"/>
                      <a:pt x="3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20"/>
              <p:cNvSpPr/>
              <p:nvPr/>
            </p:nvSpPr>
            <p:spPr>
              <a:xfrm>
                <a:off x="3939625" y="2542675"/>
                <a:ext cx="6750" cy="10650"/>
              </a:xfrm>
              <a:custGeom>
                <a:rect b="b" l="l" r="r" t="t"/>
                <a:pathLst>
                  <a:path extrusionOk="0" h="426" w="270">
                    <a:moveTo>
                      <a:pt x="189" y="1"/>
                    </a:moveTo>
                    <a:cubicBezTo>
                      <a:pt x="176" y="1"/>
                      <a:pt x="163" y="6"/>
                      <a:pt x="152" y="18"/>
                    </a:cubicBezTo>
                    <a:lnTo>
                      <a:pt x="158" y="18"/>
                    </a:lnTo>
                    <a:cubicBezTo>
                      <a:pt x="98" y="94"/>
                      <a:pt x="54" y="176"/>
                      <a:pt x="22" y="263"/>
                    </a:cubicBezTo>
                    <a:cubicBezTo>
                      <a:pt x="0" y="301"/>
                      <a:pt x="0" y="350"/>
                      <a:pt x="16" y="393"/>
                    </a:cubicBezTo>
                    <a:cubicBezTo>
                      <a:pt x="28" y="414"/>
                      <a:pt x="52" y="425"/>
                      <a:pt x="77" y="425"/>
                    </a:cubicBezTo>
                    <a:cubicBezTo>
                      <a:pt x="96" y="425"/>
                      <a:pt x="116" y="418"/>
                      <a:pt x="131" y="404"/>
                    </a:cubicBezTo>
                    <a:cubicBezTo>
                      <a:pt x="147" y="388"/>
                      <a:pt x="147" y="361"/>
                      <a:pt x="131" y="350"/>
                    </a:cubicBezTo>
                    <a:cubicBezTo>
                      <a:pt x="131" y="339"/>
                      <a:pt x="131" y="328"/>
                      <a:pt x="136" y="323"/>
                    </a:cubicBezTo>
                    <a:cubicBezTo>
                      <a:pt x="141" y="290"/>
                      <a:pt x="158" y="263"/>
                      <a:pt x="169" y="230"/>
                    </a:cubicBezTo>
                    <a:cubicBezTo>
                      <a:pt x="190" y="181"/>
                      <a:pt x="212" y="132"/>
                      <a:pt x="245" y="89"/>
                    </a:cubicBezTo>
                    <a:cubicBezTo>
                      <a:pt x="269" y="48"/>
                      <a:pt x="229" y="1"/>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20"/>
              <p:cNvSpPr/>
              <p:nvPr/>
            </p:nvSpPr>
            <p:spPr>
              <a:xfrm>
                <a:off x="3940975" y="2550225"/>
                <a:ext cx="8050" cy="9125"/>
              </a:xfrm>
              <a:custGeom>
                <a:rect b="b" l="l" r="r" t="t"/>
                <a:pathLst>
                  <a:path extrusionOk="0" h="365" w="322">
                    <a:moveTo>
                      <a:pt x="253" y="1"/>
                    </a:moveTo>
                    <a:cubicBezTo>
                      <a:pt x="241" y="1"/>
                      <a:pt x="229" y="5"/>
                      <a:pt x="218" y="15"/>
                    </a:cubicBezTo>
                    <a:cubicBezTo>
                      <a:pt x="131" y="86"/>
                      <a:pt x="0" y="173"/>
                      <a:pt x="11" y="303"/>
                    </a:cubicBezTo>
                    <a:cubicBezTo>
                      <a:pt x="11" y="344"/>
                      <a:pt x="41" y="364"/>
                      <a:pt x="71" y="364"/>
                    </a:cubicBezTo>
                    <a:cubicBezTo>
                      <a:pt x="101" y="364"/>
                      <a:pt x="131" y="344"/>
                      <a:pt x="131" y="303"/>
                    </a:cubicBezTo>
                    <a:cubicBezTo>
                      <a:pt x="142" y="216"/>
                      <a:pt x="234" y="151"/>
                      <a:pt x="289" y="86"/>
                    </a:cubicBezTo>
                    <a:cubicBezTo>
                      <a:pt x="322" y="48"/>
                      <a:pt x="291" y="1"/>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20"/>
              <p:cNvSpPr/>
              <p:nvPr/>
            </p:nvSpPr>
            <p:spPr>
              <a:xfrm>
                <a:off x="3943825" y="2558725"/>
                <a:ext cx="5325" cy="7550"/>
              </a:xfrm>
              <a:custGeom>
                <a:rect b="b" l="l" r="r" t="t"/>
                <a:pathLst>
                  <a:path extrusionOk="0" h="302" w="213">
                    <a:moveTo>
                      <a:pt x="160" y="1"/>
                    </a:moveTo>
                    <a:cubicBezTo>
                      <a:pt x="146" y="1"/>
                      <a:pt x="134" y="7"/>
                      <a:pt x="126" y="23"/>
                    </a:cubicBezTo>
                    <a:cubicBezTo>
                      <a:pt x="109" y="56"/>
                      <a:pt x="88" y="94"/>
                      <a:pt x="60" y="126"/>
                    </a:cubicBezTo>
                    <a:cubicBezTo>
                      <a:pt x="39" y="148"/>
                      <a:pt x="28" y="181"/>
                      <a:pt x="17" y="213"/>
                    </a:cubicBezTo>
                    <a:cubicBezTo>
                      <a:pt x="17" y="219"/>
                      <a:pt x="11" y="219"/>
                      <a:pt x="11" y="224"/>
                    </a:cubicBezTo>
                    <a:cubicBezTo>
                      <a:pt x="1" y="246"/>
                      <a:pt x="6" y="273"/>
                      <a:pt x="28" y="289"/>
                    </a:cubicBezTo>
                    <a:cubicBezTo>
                      <a:pt x="33" y="295"/>
                      <a:pt x="44" y="295"/>
                      <a:pt x="55" y="300"/>
                    </a:cubicBezTo>
                    <a:cubicBezTo>
                      <a:pt x="59" y="301"/>
                      <a:pt x="63" y="302"/>
                      <a:pt x="66" y="302"/>
                    </a:cubicBezTo>
                    <a:cubicBezTo>
                      <a:pt x="86" y="302"/>
                      <a:pt x="106" y="291"/>
                      <a:pt x="115" y="273"/>
                    </a:cubicBezTo>
                    <a:cubicBezTo>
                      <a:pt x="147" y="202"/>
                      <a:pt x="213" y="121"/>
                      <a:pt x="207" y="45"/>
                    </a:cubicBezTo>
                    <a:cubicBezTo>
                      <a:pt x="207" y="20"/>
                      <a:pt x="183" y="1"/>
                      <a:pt x="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20"/>
              <p:cNvSpPr/>
              <p:nvPr/>
            </p:nvSpPr>
            <p:spPr>
              <a:xfrm>
                <a:off x="3942750" y="2613700"/>
                <a:ext cx="76925" cy="3000"/>
              </a:xfrm>
              <a:custGeom>
                <a:rect b="b" l="l" r="r" t="t"/>
                <a:pathLst>
                  <a:path extrusionOk="0" h="120" w="3077">
                    <a:moveTo>
                      <a:pt x="1296" y="0"/>
                    </a:moveTo>
                    <a:cubicBezTo>
                      <a:pt x="1126" y="0"/>
                      <a:pt x="953" y="15"/>
                      <a:pt x="783" y="15"/>
                    </a:cubicBezTo>
                    <a:cubicBezTo>
                      <a:pt x="533" y="15"/>
                      <a:pt x="283" y="64"/>
                      <a:pt x="27" y="69"/>
                    </a:cubicBezTo>
                    <a:cubicBezTo>
                      <a:pt x="0" y="69"/>
                      <a:pt x="0" y="112"/>
                      <a:pt x="27" y="112"/>
                    </a:cubicBezTo>
                    <a:cubicBezTo>
                      <a:pt x="272" y="112"/>
                      <a:pt x="516" y="74"/>
                      <a:pt x="761" y="74"/>
                    </a:cubicBezTo>
                    <a:cubicBezTo>
                      <a:pt x="897" y="74"/>
                      <a:pt x="1034" y="70"/>
                      <a:pt x="1171" y="70"/>
                    </a:cubicBezTo>
                    <a:cubicBezTo>
                      <a:pt x="1307" y="70"/>
                      <a:pt x="1443" y="74"/>
                      <a:pt x="1576" y="91"/>
                    </a:cubicBezTo>
                    <a:cubicBezTo>
                      <a:pt x="1672" y="104"/>
                      <a:pt x="1769" y="107"/>
                      <a:pt x="1865" y="107"/>
                    </a:cubicBezTo>
                    <a:cubicBezTo>
                      <a:pt x="1959" y="107"/>
                      <a:pt x="2053" y="104"/>
                      <a:pt x="2148" y="104"/>
                    </a:cubicBezTo>
                    <a:cubicBezTo>
                      <a:pt x="2193" y="104"/>
                      <a:pt x="2238" y="105"/>
                      <a:pt x="2283" y="107"/>
                    </a:cubicBezTo>
                    <a:cubicBezTo>
                      <a:pt x="2411" y="115"/>
                      <a:pt x="2539" y="119"/>
                      <a:pt x="2667" y="119"/>
                    </a:cubicBezTo>
                    <a:cubicBezTo>
                      <a:pt x="2795" y="119"/>
                      <a:pt x="2925" y="115"/>
                      <a:pt x="3055" y="107"/>
                    </a:cubicBezTo>
                    <a:cubicBezTo>
                      <a:pt x="3077" y="107"/>
                      <a:pt x="3077" y="74"/>
                      <a:pt x="3055" y="69"/>
                    </a:cubicBezTo>
                    <a:cubicBezTo>
                      <a:pt x="2930" y="58"/>
                      <a:pt x="2805" y="58"/>
                      <a:pt x="2680" y="53"/>
                    </a:cubicBezTo>
                    <a:cubicBezTo>
                      <a:pt x="2555" y="53"/>
                      <a:pt x="2424" y="36"/>
                      <a:pt x="2299" y="31"/>
                    </a:cubicBezTo>
                    <a:cubicBezTo>
                      <a:pt x="2232" y="27"/>
                      <a:pt x="2165" y="25"/>
                      <a:pt x="2098" y="25"/>
                    </a:cubicBezTo>
                    <a:cubicBezTo>
                      <a:pt x="2010" y="25"/>
                      <a:pt x="1922" y="27"/>
                      <a:pt x="1834" y="27"/>
                    </a:cubicBezTo>
                    <a:cubicBezTo>
                      <a:pt x="1739" y="27"/>
                      <a:pt x="1644" y="25"/>
                      <a:pt x="1549" y="15"/>
                    </a:cubicBezTo>
                    <a:cubicBezTo>
                      <a:pt x="1466" y="4"/>
                      <a:pt x="1381" y="0"/>
                      <a:pt x="1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20"/>
              <p:cNvSpPr/>
              <p:nvPr/>
            </p:nvSpPr>
            <p:spPr>
              <a:xfrm>
                <a:off x="3963975" y="2620975"/>
                <a:ext cx="51150" cy="3100"/>
              </a:xfrm>
              <a:custGeom>
                <a:rect b="b" l="l" r="r" t="t"/>
                <a:pathLst>
                  <a:path extrusionOk="0" h="124" w="2046">
                    <a:moveTo>
                      <a:pt x="32" y="0"/>
                    </a:moveTo>
                    <a:cubicBezTo>
                      <a:pt x="9" y="0"/>
                      <a:pt x="1" y="34"/>
                      <a:pt x="26" y="39"/>
                    </a:cubicBezTo>
                    <a:cubicBezTo>
                      <a:pt x="165" y="82"/>
                      <a:pt x="309" y="95"/>
                      <a:pt x="454" y="95"/>
                    </a:cubicBezTo>
                    <a:cubicBezTo>
                      <a:pt x="637" y="95"/>
                      <a:pt x="822" y="75"/>
                      <a:pt x="1005" y="71"/>
                    </a:cubicBezTo>
                    <a:cubicBezTo>
                      <a:pt x="1121" y="71"/>
                      <a:pt x="1239" y="69"/>
                      <a:pt x="1357" y="69"/>
                    </a:cubicBezTo>
                    <a:cubicBezTo>
                      <a:pt x="1415" y="69"/>
                      <a:pt x="1474" y="70"/>
                      <a:pt x="1532" y="71"/>
                    </a:cubicBezTo>
                    <a:cubicBezTo>
                      <a:pt x="1608" y="71"/>
                      <a:pt x="1690" y="82"/>
                      <a:pt x="1766" y="88"/>
                    </a:cubicBezTo>
                    <a:cubicBezTo>
                      <a:pt x="1836" y="99"/>
                      <a:pt x="1961" y="88"/>
                      <a:pt x="2021" y="120"/>
                    </a:cubicBezTo>
                    <a:cubicBezTo>
                      <a:pt x="2023" y="122"/>
                      <a:pt x="2026" y="123"/>
                      <a:pt x="2028" y="123"/>
                    </a:cubicBezTo>
                    <a:cubicBezTo>
                      <a:pt x="2037" y="123"/>
                      <a:pt x="2045" y="107"/>
                      <a:pt x="2032" y="99"/>
                    </a:cubicBezTo>
                    <a:cubicBezTo>
                      <a:pt x="1972" y="71"/>
                      <a:pt x="1907" y="55"/>
                      <a:pt x="1842" y="55"/>
                    </a:cubicBezTo>
                    <a:cubicBezTo>
                      <a:pt x="1771" y="44"/>
                      <a:pt x="1695" y="33"/>
                      <a:pt x="1624" y="23"/>
                    </a:cubicBezTo>
                    <a:cubicBezTo>
                      <a:pt x="1494" y="10"/>
                      <a:pt x="1363" y="4"/>
                      <a:pt x="1235" y="4"/>
                    </a:cubicBezTo>
                    <a:cubicBezTo>
                      <a:pt x="1193" y="4"/>
                      <a:pt x="1150" y="5"/>
                      <a:pt x="1108" y="6"/>
                    </a:cubicBezTo>
                    <a:cubicBezTo>
                      <a:pt x="877" y="6"/>
                      <a:pt x="637" y="46"/>
                      <a:pt x="402" y="46"/>
                    </a:cubicBezTo>
                    <a:cubicBezTo>
                      <a:pt x="278" y="46"/>
                      <a:pt x="156" y="35"/>
                      <a:pt x="37" y="1"/>
                    </a:cubicBezTo>
                    <a:cubicBezTo>
                      <a:pt x="35" y="0"/>
                      <a:pt x="34"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20"/>
              <p:cNvSpPr/>
              <p:nvPr/>
            </p:nvSpPr>
            <p:spPr>
              <a:xfrm>
                <a:off x="3959600" y="2629125"/>
                <a:ext cx="75175" cy="2275"/>
              </a:xfrm>
              <a:custGeom>
                <a:rect b="b" l="l" r="r" t="t"/>
                <a:pathLst>
                  <a:path extrusionOk="0" h="91" w="3007">
                    <a:moveTo>
                      <a:pt x="2569" y="0"/>
                    </a:moveTo>
                    <a:cubicBezTo>
                      <a:pt x="2460" y="0"/>
                      <a:pt x="2362" y="18"/>
                      <a:pt x="2256" y="23"/>
                    </a:cubicBezTo>
                    <a:cubicBezTo>
                      <a:pt x="2174" y="28"/>
                      <a:pt x="2093" y="30"/>
                      <a:pt x="2012" y="30"/>
                    </a:cubicBezTo>
                    <a:cubicBezTo>
                      <a:pt x="1849" y="30"/>
                      <a:pt x="1687" y="23"/>
                      <a:pt x="1528" y="23"/>
                    </a:cubicBezTo>
                    <a:cubicBezTo>
                      <a:pt x="1027" y="23"/>
                      <a:pt x="527" y="6"/>
                      <a:pt x="27" y="6"/>
                    </a:cubicBezTo>
                    <a:cubicBezTo>
                      <a:pt x="0" y="12"/>
                      <a:pt x="0" y="50"/>
                      <a:pt x="27" y="55"/>
                    </a:cubicBezTo>
                    <a:cubicBezTo>
                      <a:pt x="527" y="61"/>
                      <a:pt x="1027" y="82"/>
                      <a:pt x="1528" y="88"/>
                    </a:cubicBezTo>
                    <a:cubicBezTo>
                      <a:pt x="1683" y="88"/>
                      <a:pt x="1842" y="90"/>
                      <a:pt x="1999" y="90"/>
                    </a:cubicBezTo>
                    <a:cubicBezTo>
                      <a:pt x="2078" y="90"/>
                      <a:pt x="2156" y="90"/>
                      <a:pt x="2234" y="88"/>
                    </a:cubicBezTo>
                    <a:cubicBezTo>
                      <a:pt x="2345" y="88"/>
                      <a:pt x="2450" y="60"/>
                      <a:pt x="2560" y="60"/>
                    </a:cubicBezTo>
                    <a:cubicBezTo>
                      <a:pt x="2569" y="60"/>
                      <a:pt x="2578" y="60"/>
                      <a:pt x="2588" y="61"/>
                    </a:cubicBezTo>
                    <a:cubicBezTo>
                      <a:pt x="2723" y="61"/>
                      <a:pt x="2854" y="61"/>
                      <a:pt x="2984" y="50"/>
                    </a:cubicBezTo>
                    <a:cubicBezTo>
                      <a:pt x="3006" y="44"/>
                      <a:pt x="3006" y="12"/>
                      <a:pt x="2984" y="6"/>
                    </a:cubicBezTo>
                    <a:lnTo>
                      <a:pt x="2984" y="12"/>
                    </a:lnTo>
                    <a:cubicBezTo>
                      <a:pt x="2859" y="1"/>
                      <a:pt x="2734" y="1"/>
                      <a:pt x="2609" y="1"/>
                    </a:cubicBezTo>
                    <a:cubicBezTo>
                      <a:pt x="2596" y="0"/>
                      <a:pt x="2582" y="0"/>
                      <a:pt x="2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20"/>
              <p:cNvSpPr/>
              <p:nvPr/>
            </p:nvSpPr>
            <p:spPr>
              <a:xfrm>
                <a:off x="3939350" y="2669825"/>
                <a:ext cx="104650" cy="4200"/>
              </a:xfrm>
              <a:custGeom>
                <a:rect b="b" l="l" r="r" t="t"/>
                <a:pathLst>
                  <a:path extrusionOk="0" h="168" w="4186">
                    <a:moveTo>
                      <a:pt x="3430" y="1"/>
                    </a:moveTo>
                    <a:cubicBezTo>
                      <a:pt x="3323" y="1"/>
                      <a:pt x="3215" y="6"/>
                      <a:pt x="3109" y="9"/>
                    </a:cubicBezTo>
                    <a:cubicBezTo>
                      <a:pt x="2751" y="9"/>
                      <a:pt x="2392" y="31"/>
                      <a:pt x="2028" y="31"/>
                    </a:cubicBezTo>
                    <a:lnTo>
                      <a:pt x="1484" y="31"/>
                    </a:lnTo>
                    <a:cubicBezTo>
                      <a:pt x="1319" y="31"/>
                      <a:pt x="1153" y="59"/>
                      <a:pt x="987" y="59"/>
                    </a:cubicBezTo>
                    <a:cubicBezTo>
                      <a:pt x="974" y="59"/>
                      <a:pt x="960" y="58"/>
                      <a:pt x="946" y="58"/>
                    </a:cubicBezTo>
                    <a:cubicBezTo>
                      <a:pt x="908" y="57"/>
                      <a:pt x="869" y="56"/>
                      <a:pt x="830" y="56"/>
                    </a:cubicBezTo>
                    <a:cubicBezTo>
                      <a:pt x="706" y="56"/>
                      <a:pt x="580" y="63"/>
                      <a:pt x="451" y="80"/>
                    </a:cubicBezTo>
                    <a:cubicBezTo>
                      <a:pt x="305" y="96"/>
                      <a:pt x="158" y="140"/>
                      <a:pt x="6" y="150"/>
                    </a:cubicBezTo>
                    <a:cubicBezTo>
                      <a:pt x="0" y="156"/>
                      <a:pt x="0" y="161"/>
                      <a:pt x="6" y="161"/>
                    </a:cubicBezTo>
                    <a:cubicBezTo>
                      <a:pt x="38" y="166"/>
                      <a:pt x="71" y="168"/>
                      <a:pt x="103" y="168"/>
                    </a:cubicBezTo>
                    <a:cubicBezTo>
                      <a:pt x="219" y="168"/>
                      <a:pt x="332" y="143"/>
                      <a:pt x="451" y="134"/>
                    </a:cubicBezTo>
                    <a:cubicBezTo>
                      <a:pt x="575" y="126"/>
                      <a:pt x="695" y="121"/>
                      <a:pt x="815" y="121"/>
                    </a:cubicBezTo>
                    <a:cubicBezTo>
                      <a:pt x="859" y="121"/>
                      <a:pt x="902" y="122"/>
                      <a:pt x="946" y="123"/>
                    </a:cubicBezTo>
                    <a:cubicBezTo>
                      <a:pt x="962" y="124"/>
                      <a:pt x="978" y="124"/>
                      <a:pt x="995" y="124"/>
                    </a:cubicBezTo>
                    <a:cubicBezTo>
                      <a:pt x="1158" y="124"/>
                      <a:pt x="1321" y="101"/>
                      <a:pt x="1484" y="96"/>
                    </a:cubicBezTo>
                    <a:lnTo>
                      <a:pt x="2028" y="96"/>
                    </a:lnTo>
                    <a:cubicBezTo>
                      <a:pt x="2392" y="96"/>
                      <a:pt x="2751" y="80"/>
                      <a:pt x="3109" y="74"/>
                    </a:cubicBezTo>
                    <a:cubicBezTo>
                      <a:pt x="3240" y="74"/>
                      <a:pt x="3373" y="65"/>
                      <a:pt x="3505" y="65"/>
                    </a:cubicBezTo>
                    <a:cubicBezTo>
                      <a:pt x="3549" y="65"/>
                      <a:pt x="3593" y="66"/>
                      <a:pt x="3637" y="69"/>
                    </a:cubicBezTo>
                    <a:cubicBezTo>
                      <a:pt x="3735" y="78"/>
                      <a:pt x="3834" y="82"/>
                      <a:pt x="3934" y="82"/>
                    </a:cubicBezTo>
                    <a:cubicBezTo>
                      <a:pt x="4015" y="82"/>
                      <a:pt x="4097" y="79"/>
                      <a:pt x="4180" y="74"/>
                    </a:cubicBezTo>
                    <a:cubicBezTo>
                      <a:pt x="4186" y="74"/>
                      <a:pt x="4186" y="58"/>
                      <a:pt x="4180" y="58"/>
                    </a:cubicBezTo>
                    <a:lnTo>
                      <a:pt x="4175" y="53"/>
                    </a:lnTo>
                    <a:cubicBezTo>
                      <a:pt x="4077" y="47"/>
                      <a:pt x="3979" y="53"/>
                      <a:pt x="3881" y="42"/>
                    </a:cubicBezTo>
                    <a:cubicBezTo>
                      <a:pt x="3800" y="31"/>
                      <a:pt x="3718" y="15"/>
                      <a:pt x="3637" y="9"/>
                    </a:cubicBezTo>
                    <a:cubicBezTo>
                      <a:pt x="3568" y="3"/>
                      <a:pt x="3499" y="1"/>
                      <a:pt x="3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20"/>
              <p:cNvSpPr/>
              <p:nvPr/>
            </p:nvSpPr>
            <p:spPr>
              <a:xfrm>
                <a:off x="3971275" y="2681125"/>
                <a:ext cx="55750" cy="3200"/>
              </a:xfrm>
              <a:custGeom>
                <a:rect b="b" l="l" r="r" t="t"/>
                <a:pathLst>
                  <a:path extrusionOk="0" h="128" w="2230">
                    <a:moveTo>
                      <a:pt x="1792" y="1"/>
                    </a:moveTo>
                    <a:cubicBezTo>
                      <a:pt x="1746" y="1"/>
                      <a:pt x="1699" y="2"/>
                      <a:pt x="1653" y="3"/>
                    </a:cubicBezTo>
                    <a:cubicBezTo>
                      <a:pt x="1485" y="3"/>
                      <a:pt x="1317" y="25"/>
                      <a:pt x="1145" y="25"/>
                    </a:cubicBezTo>
                    <a:cubicBezTo>
                      <a:pt x="1128" y="25"/>
                      <a:pt x="1111" y="25"/>
                      <a:pt x="1093" y="25"/>
                    </a:cubicBezTo>
                    <a:cubicBezTo>
                      <a:pt x="740" y="25"/>
                      <a:pt x="381" y="68"/>
                      <a:pt x="28" y="79"/>
                    </a:cubicBezTo>
                    <a:cubicBezTo>
                      <a:pt x="1" y="84"/>
                      <a:pt x="1" y="122"/>
                      <a:pt x="28" y="128"/>
                    </a:cubicBezTo>
                    <a:cubicBezTo>
                      <a:pt x="202" y="128"/>
                      <a:pt x="370" y="112"/>
                      <a:pt x="544" y="112"/>
                    </a:cubicBezTo>
                    <a:cubicBezTo>
                      <a:pt x="712" y="112"/>
                      <a:pt x="876" y="89"/>
                      <a:pt x="1043" y="89"/>
                    </a:cubicBezTo>
                    <a:cubicBezTo>
                      <a:pt x="1060" y="89"/>
                      <a:pt x="1076" y="89"/>
                      <a:pt x="1093" y="90"/>
                    </a:cubicBezTo>
                    <a:cubicBezTo>
                      <a:pt x="1278" y="90"/>
                      <a:pt x="1452" y="68"/>
                      <a:pt x="1637" y="63"/>
                    </a:cubicBezTo>
                    <a:cubicBezTo>
                      <a:pt x="1739" y="63"/>
                      <a:pt x="1849" y="66"/>
                      <a:pt x="1960" y="66"/>
                    </a:cubicBezTo>
                    <a:cubicBezTo>
                      <a:pt x="2042" y="66"/>
                      <a:pt x="2126" y="64"/>
                      <a:pt x="2208" y="57"/>
                    </a:cubicBezTo>
                    <a:cubicBezTo>
                      <a:pt x="2229" y="57"/>
                      <a:pt x="2229" y="19"/>
                      <a:pt x="2208" y="19"/>
                    </a:cubicBezTo>
                    <a:lnTo>
                      <a:pt x="2202" y="19"/>
                    </a:lnTo>
                    <a:cubicBezTo>
                      <a:pt x="2068" y="7"/>
                      <a:pt x="1930" y="1"/>
                      <a:pt x="17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20"/>
              <p:cNvSpPr/>
              <p:nvPr/>
            </p:nvSpPr>
            <p:spPr>
              <a:xfrm>
                <a:off x="3975750" y="2694300"/>
                <a:ext cx="50000" cy="1950"/>
              </a:xfrm>
              <a:custGeom>
                <a:rect b="b" l="l" r="r" t="t"/>
                <a:pathLst>
                  <a:path extrusionOk="0" h="78" w="2000">
                    <a:moveTo>
                      <a:pt x="662" y="1"/>
                    </a:moveTo>
                    <a:cubicBezTo>
                      <a:pt x="609" y="1"/>
                      <a:pt x="557" y="1"/>
                      <a:pt x="507" y="3"/>
                    </a:cubicBezTo>
                    <a:cubicBezTo>
                      <a:pt x="349" y="14"/>
                      <a:pt x="175" y="36"/>
                      <a:pt x="6" y="41"/>
                    </a:cubicBezTo>
                    <a:cubicBezTo>
                      <a:pt x="1" y="41"/>
                      <a:pt x="1" y="52"/>
                      <a:pt x="6" y="57"/>
                    </a:cubicBezTo>
                    <a:cubicBezTo>
                      <a:pt x="175" y="57"/>
                      <a:pt x="338" y="47"/>
                      <a:pt x="507" y="41"/>
                    </a:cubicBezTo>
                    <a:cubicBezTo>
                      <a:pt x="550" y="40"/>
                      <a:pt x="595" y="39"/>
                      <a:pt x="641" y="39"/>
                    </a:cubicBezTo>
                    <a:cubicBezTo>
                      <a:pt x="765" y="39"/>
                      <a:pt x="894" y="44"/>
                      <a:pt x="1017" y="52"/>
                    </a:cubicBezTo>
                    <a:cubicBezTo>
                      <a:pt x="1191" y="63"/>
                      <a:pt x="1365" y="68"/>
                      <a:pt x="1534" y="74"/>
                    </a:cubicBezTo>
                    <a:cubicBezTo>
                      <a:pt x="1572" y="77"/>
                      <a:pt x="1610" y="78"/>
                      <a:pt x="1648" y="78"/>
                    </a:cubicBezTo>
                    <a:cubicBezTo>
                      <a:pt x="1762" y="78"/>
                      <a:pt x="1875" y="66"/>
                      <a:pt x="1985" y="41"/>
                    </a:cubicBezTo>
                    <a:cubicBezTo>
                      <a:pt x="2000" y="31"/>
                      <a:pt x="1997" y="13"/>
                      <a:pt x="1985" y="13"/>
                    </a:cubicBezTo>
                    <a:cubicBezTo>
                      <a:pt x="1983" y="13"/>
                      <a:pt x="1981" y="13"/>
                      <a:pt x="1980" y="14"/>
                    </a:cubicBezTo>
                    <a:cubicBezTo>
                      <a:pt x="1871" y="25"/>
                      <a:pt x="1762" y="31"/>
                      <a:pt x="1655" y="31"/>
                    </a:cubicBezTo>
                    <a:cubicBezTo>
                      <a:pt x="1596" y="31"/>
                      <a:pt x="1537" y="29"/>
                      <a:pt x="1480" y="25"/>
                    </a:cubicBezTo>
                    <a:cubicBezTo>
                      <a:pt x="1311" y="25"/>
                      <a:pt x="1143" y="9"/>
                      <a:pt x="974" y="3"/>
                    </a:cubicBezTo>
                    <a:cubicBezTo>
                      <a:pt x="873" y="3"/>
                      <a:pt x="766" y="1"/>
                      <a:pt x="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20"/>
              <p:cNvSpPr/>
              <p:nvPr/>
            </p:nvSpPr>
            <p:spPr>
              <a:xfrm>
                <a:off x="3915375" y="2678250"/>
                <a:ext cx="19650" cy="1625"/>
              </a:xfrm>
              <a:custGeom>
                <a:rect b="b" l="l" r="r" t="t"/>
                <a:pathLst>
                  <a:path extrusionOk="0" h="65" w="786">
                    <a:moveTo>
                      <a:pt x="24" y="0"/>
                    </a:moveTo>
                    <a:cubicBezTo>
                      <a:pt x="11" y="0"/>
                      <a:pt x="1" y="13"/>
                      <a:pt x="13" y="25"/>
                    </a:cubicBezTo>
                    <a:cubicBezTo>
                      <a:pt x="48" y="57"/>
                      <a:pt x="95" y="64"/>
                      <a:pt x="144" y="64"/>
                    </a:cubicBezTo>
                    <a:cubicBezTo>
                      <a:pt x="189" y="64"/>
                      <a:pt x="235" y="58"/>
                      <a:pt x="274" y="58"/>
                    </a:cubicBezTo>
                    <a:cubicBezTo>
                      <a:pt x="342" y="60"/>
                      <a:pt x="409" y="62"/>
                      <a:pt x="477" y="62"/>
                    </a:cubicBezTo>
                    <a:cubicBezTo>
                      <a:pt x="572" y="62"/>
                      <a:pt x="668" y="59"/>
                      <a:pt x="764" y="53"/>
                    </a:cubicBezTo>
                    <a:cubicBezTo>
                      <a:pt x="785" y="53"/>
                      <a:pt x="785" y="20"/>
                      <a:pt x="764" y="20"/>
                    </a:cubicBezTo>
                    <a:lnTo>
                      <a:pt x="764" y="25"/>
                    </a:lnTo>
                    <a:cubicBezTo>
                      <a:pt x="668" y="18"/>
                      <a:pt x="575" y="12"/>
                      <a:pt x="484" y="12"/>
                    </a:cubicBezTo>
                    <a:cubicBezTo>
                      <a:pt x="450" y="12"/>
                      <a:pt x="417" y="13"/>
                      <a:pt x="383" y="15"/>
                    </a:cubicBezTo>
                    <a:lnTo>
                      <a:pt x="193" y="15"/>
                    </a:lnTo>
                    <a:cubicBezTo>
                      <a:pt x="165" y="15"/>
                      <a:pt x="132" y="22"/>
                      <a:pt x="100" y="22"/>
                    </a:cubicBezTo>
                    <a:cubicBezTo>
                      <a:pt x="76" y="22"/>
                      <a:pt x="54" y="18"/>
                      <a:pt x="35" y="4"/>
                    </a:cubicBezTo>
                    <a:cubicBezTo>
                      <a:pt x="31" y="1"/>
                      <a:pt x="27"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20"/>
              <p:cNvSpPr/>
              <p:nvPr/>
            </p:nvSpPr>
            <p:spPr>
              <a:xfrm>
                <a:off x="3913325" y="2687700"/>
                <a:ext cx="17900" cy="3350"/>
              </a:xfrm>
              <a:custGeom>
                <a:rect b="b" l="l" r="r" t="t"/>
                <a:pathLst>
                  <a:path extrusionOk="0" h="134" w="716">
                    <a:moveTo>
                      <a:pt x="688" y="1"/>
                    </a:moveTo>
                    <a:cubicBezTo>
                      <a:pt x="563" y="12"/>
                      <a:pt x="438" y="23"/>
                      <a:pt x="313" y="39"/>
                    </a:cubicBezTo>
                    <a:cubicBezTo>
                      <a:pt x="215" y="39"/>
                      <a:pt x="117" y="55"/>
                      <a:pt x="25" y="88"/>
                    </a:cubicBezTo>
                    <a:cubicBezTo>
                      <a:pt x="1" y="102"/>
                      <a:pt x="19" y="133"/>
                      <a:pt x="42" y="133"/>
                    </a:cubicBezTo>
                    <a:cubicBezTo>
                      <a:pt x="45" y="133"/>
                      <a:pt x="49" y="133"/>
                      <a:pt x="52" y="131"/>
                    </a:cubicBezTo>
                    <a:cubicBezTo>
                      <a:pt x="144" y="88"/>
                      <a:pt x="269" y="104"/>
                      <a:pt x="373" y="88"/>
                    </a:cubicBezTo>
                    <a:cubicBezTo>
                      <a:pt x="470" y="71"/>
                      <a:pt x="585" y="55"/>
                      <a:pt x="693" y="39"/>
                    </a:cubicBezTo>
                    <a:cubicBezTo>
                      <a:pt x="715" y="39"/>
                      <a:pt x="710" y="1"/>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20"/>
              <p:cNvSpPr/>
              <p:nvPr/>
            </p:nvSpPr>
            <p:spPr>
              <a:xfrm>
                <a:off x="3915700" y="2616250"/>
                <a:ext cx="14825" cy="1525"/>
              </a:xfrm>
              <a:custGeom>
                <a:rect b="b" l="l" r="r" t="t"/>
                <a:pathLst>
                  <a:path extrusionOk="0" h="61" w="593">
                    <a:moveTo>
                      <a:pt x="376" y="0"/>
                    </a:moveTo>
                    <a:cubicBezTo>
                      <a:pt x="253" y="0"/>
                      <a:pt x="131" y="14"/>
                      <a:pt x="11" y="21"/>
                    </a:cubicBezTo>
                    <a:cubicBezTo>
                      <a:pt x="0" y="21"/>
                      <a:pt x="0" y="38"/>
                      <a:pt x="11" y="38"/>
                    </a:cubicBezTo>
                    <a:cubicBezTo>
                      <a:pt x="138" y="45"/>
                      <a:pt x="267" y="60"/>
                      <a:pt x="397" y="60"/>
                    </a:cubicBezTo>
                    <a:cubicBezTo>
                      <a:pt x="457" y="60"/>
                      <a:pt x="517" y="57"/>
                      <a:pt x="577" y="48"/>
                    </a:cubicBezTo>
                    <a:cubicBezTo>
                      <a:pt x="593" y="43"/>
                      <a:pt x="593" y="16"/>
                      <a:pt x="577" y="16"/>
                    </a:cubicBezTo>
                    <a:cubicBezTo>
                      <a:pt x="510" y="4"/>
                      <a:pt x="443"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20"/>
              <p:cNvSpPr/>
              <p:nvPr/>
            </p:nvSpPr>
            <p:spPr>
              <a:xfrm>
                <a:off x="4010550" y="2611225"/>
                <a:ext cx="21625" cy="2000"/>
              </a:xfrm>
              <a:custGeom>
                <a:rect b="b" l="l" r="r" t="t"/>
                <a:pathLst>
                  <a:path extrusionOk="0" h="80" w="865">
                    <a:moveTo>
                      <a:pt x="237" y="1"/>
                    </a:moveTo>
                    <a:cubicBezTo>
                      <a:pt x="168" y="1"/>
                      <a:pt x="98" y="2"/>
                      <a:pt x="28" y="5"/>
                    </a:cubicBezTo>
                    <a:cubicBezTo>
                      <a:pt x="1" y="10"/>
                      <a:pt x="1" y="48"/>
                      <a:pt x="28" y="54"/>
                    </a:cubicBezTo>
                    <a:cubicBezTo>
                      <a:pt x="169" y="54"/>
                      <a:pt x="316" y="54"/>
                      <a:pt x="463" y="65"/>
                    </a:cubicBezTo>
                    <a:cubicBezTo>
                      <a:pt x="535" y="74"/>
                      <a:pt x="608" y="80"/>
                      <a:pt x="682" y="80"/>
                    </a:cubicBezTo>
                    <a:cubicBezTo>
                      <a:pt x="735" y="80"/>
                      <a:pt x="788" y="77"/>
                      <a:pt x="843" y="70"/>
                    </a:cubicBezTo>
                    <a:cubicBezTo>
                      <a:pt x="865" y="70"/>
                      <a:pt x="854" y="32"/>
                      <a:pt x="832" y="32"/>
                    </a:cubicBezTo>
                    <a:cubicBezTo>
                      <a:pt x="635" y="12"/>
                      <a:pt x="437" y="1"/>
                      <a:pt x="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20"/>
              <p:cNvSpPr/>
              <p:nvPr/>
            </p:nvSpPr>
            <p:spPr>
              <a:xfrm>
                <a:off x="4018850" y="2620300"/>
                <a:ext cx="15500" cy="2250"/>
              </a:xfrm>
              <a:custGeom>
                <a:rect b="b" l="l" r="r" t="t"/>
                <a:pathLst>
                  <a:path extrusionOk="0" h="90" w="620">
                    <a:moveTo>
                      <a:pt x="33" y="1"/>
                    </a:moveTo>
                    <a:cubicBezTo>
                      <a:pt x="0" y="1"/>
                      <a:pt x="0" y="44"/>
                      <a:pt x="33" y="50"/>
                    </a:cubicBezTo>
                    <a:cubicBezTo>
                      <a:pt x="71" y="50"/>
                      <a:pt x="114" y="71"/>
                      <a:pt x="152" y="77"/>
                    </a:cubicBezTo>
                    <a:cubicBezTo>
                      <a:pt x="170" y="79"/>
                      <a:pt x="189" y="79"/>
                      <a:pt x="208" y="79"/>
                    </a:cubicBezTo>
                    <a:cubicBezTo>
                      <a:pt x="246" y="79"/>
                      <a:pt x="285" y="77"/>
                      <a:pt x="321" y="77"/>
                    </a:cubicBezTo>
                    <a:cubicBezTo>
                      <a:pt x="385" y="85"/>
                      <a:pt x="454" y="90"/>
                      <a:pt x="523" y="90"/>
                    </a:cubicBezTo>
                    <a:cubicBezTo>
                      <a:pt x="548" y="90"/>
                      <a:pt x="573" y="89"/>
                      <a:pt x="598" y="88"/>
                    </a:cubicBezTo>
                    <a:cubicBezTo>
                      <a:pt x="620" y="82"/>
                      <a:pt x="614" y="50"/>
                      <a:pt x="593" y="50"/>
                    </a:cubicBezTo>
                    <a:cubicBezTo>
                      <a:pt x="495" y="33"/>
                      <a:pt x="397" y="22"/>
                      <a:pt x="305" y="17"/>
                    </a:cubicBezTo>
                    <a:cubicBezTo>
                      <a:pt x="291" y="18"/>
                      <a:pt x="278" y="18"/>
                      <a:pt x="264" y="18"/>
                    </a:cubicBezTo>
                    <a:cubicBezTo>
                      <a:pt x="184" y="18"/>
                      <a:pt x="112" y="5"/>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20"/>
              <p:cNvSpPr/>
              <p:nvPr/>
            </p:nvSpPr>
            <p:spPr>
              <a:xfrm>
                <a:off x="3992000" y="2687525"/>
                <a:ext cx="32575" cy="3225"/>
              </a:xfrm>
              <a:custGeom>
                <a:rect b="b" l="l" r="r" t="t"/>
                <a:pathLst>
                  <a:path extrusionOk="0" h="129" w="1303">
                    <a:moveTo>
                      <a:pt x="995" y="0"/>
                    </a:moveTo>
                    <a:cubicBezTo>
                      <a:pt x="877" y="0"/>
                      <a:pt x="759" y="4"/>
                      <a:pt x="639" y="13"/>
                    </a:cubicBezTo>
                    <a:cubicBezTo>
                      <a:pt x="444" y="35"/>
                      <a:pt x="237" y="19"/>
                      <a:pt x="41" y="62"/>
                    </a:cubicBezTo>
                    <a:cubicBezTo>
                      <a:pt x="1" y="67"/>
                      <a:pt x="17" y="129"/>
                      <a:pt x="54" y="129"/>
                    </a:cubicBezTo>
                    <a:cubicBezTo>
                      <a:pt x="57" y="129"/>
                      <a:pt x="60" y="128"/>
                      <a:pt x="63" y="127"/>
                    </a:cubicBezTo>
                    <a:cubicBezTo>
                      <a:pt x="166" y="111"/>
                      <a:pt x="270" y="106"/>
                      <a:pt x="378" y="106"/>
                    </a:cubicBezTo>
                    <a:cubicBezTo>
                      <a:pt x="482" y="106"/>
                      <a:pt x="579" y="89"/>
                      <a:pt x="683" y="84"/>
                    </a:cubicBezTo>
                    <a:cubicBezTo>
                      <a:pt x="884" y="68"/>
                      <a:pt x="1085" y="57"/>
                      <a:pt x="1286" y="46"/>
                    </a:cubicBezTo>
                    <a:cubicBezTo>
                      <a:pt x="1302" y="40"/>
                      <a:pt x="1302" y="13"/>
                      <a:pt x="1286" y="8"/>
                    </a:cubicBezTo>
                    <a:cubicBezTo>
                      <a:pt x="1188" y="3"/>
                      <a:pt x="1092" y="0"/>
                      <a:pt x="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20"/>
              <p:cNvSpPr/>
              <p:nvPr/>
            </p:nvSpPr>
            <p:spPr>
              <a:xfrm>
                <a:off x="4007700" y="2675375"/>
                <a:ext cx="33725" cy="2300"/>
              </a:xfrm>
              <a:custGeom>
                <a:rect b="b" l="l" r="r" t="t"/>
                <a:pathLst>
                  <a:path extrusionOk="0" h="92" w="1349">
                    <a:moveTo>
                      <a:pt x="1211" y="1"/>
                    </a:moveTo>
                    <a:cubicBezTo>
                      <a:pt x="1154" y="1"/>
                      <a:pt x="1098" y="4"/>
                      <a:pt x="1044" y="10"/>
                    </a:cubicBezTo>
                    <a:cubicBezTo>
                      <a:pt x="919" y="26"/>
                      <a:pt x="794" y="15"/>
                      <a:pt x="669" y="26"/>
                    </a:cubicBezTo>
                    <a:cubicBezTo>
                      <a:pt x="566" y="32"/>
                      <a:pt x="462" y="48"/>
                      <a:pt x="359" y="48"/>
                    </a:cubicBezTo>
                    <a:cubicBezTo>
                      <a:pt x="264" y="48"/>
                      <a:pt x="159" y="20"/>
                      <a:pt x="54" y="20"/>
                    </a:cubicBezTo>
                    <a:cubicBezTo>
                      <a:pt x="45" y="20"/>
                      <a:pt x="36" y="20"/>
                      <a:pt x="28" y="21"/>
                    </a:cubicBezTo>
                    <a:cubicBezTo>
                      <a:pt x="0" y="21"/>
                      <a:pt x="0" y="64"/>
                      <a:pt x="28" y="64"/>
                    </a:cubicBezTo>
                    <a:cubicBezTo>
                      <a:pt x="136" y="64"/>
                      <a:pt x="234" y="86"/>
                      <a:pt x="337" y="92"/>
                    </a:cubicBezTo>
                    <a:cubicBezTo>
                      <a:pt x="446" y="92"/>
                      <a:pt x="560" y="81"/>
                      <a:pt x="669" y="70"/>
                    </a:cubicBezTo>
                    <a:cubicBezTo>
                      <a:pt x="695" y="69"/>
                      <a:pt x="720" y="68"/>
                      <a:pt x="745" y="68"/>
                    </a:cubicBezTo>
                    <a:cubicBezTo>
                      <a:pt x="790" y="68"/>
                      <a:pt x="833" y="69"/>
                      <a:pt x="876" y="69"/>
                    </a:cubicBezTo>
                    <a:cubicBezTo>
                      <a:pt x="916" y="69"/>
                      <a:pt x="955" y="68"/>
                      <a:pt x="995" y="64"/>
                    </a:cubicBezTo>
                    <a:cubicBezTo>
                      <a:pt x="1104" y="59"/>
                      <a:pt x="1218" y="43"/>
                      <a:pt x="1332" y="32"/>
                    </a:cubicBezTo>
                    <a:cubicBezTo>
                      <a:pt x="1348" y="32"/>
                      <a:pt x="1348" y="10"/>
                      <a:pt x="1332" y="5"/>
                    </a:cubicBezTo>
                    <a:cubicBezTo>
                      <a:pt x="1292" y="2"/>
                      <a:pt x="1251" y="1"/>
                      <a:pt x="1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20"/>
              <p:cNvSpPr/>
              <p:nvPr/>
            </p:nvSpPr>
            <p:spPr>
              <a:xfrm>
                <a:off x="4033825" y="2692200"/>
                <a:ext cx="11175" cy="2300"/>
              </a:xfrm>
              <a:custGeom>
                <a:rect b="b" l="l" r="r" t="t"/>
                <a:pathLst>
                  <a:path extrusionOk="0" h="92" w="447">
                    <a:moveTo>
                      <a:pt x="423" y="1"/>
                    </a:moveTo>
                    <a:cubicBezTo>
                      <a:pt x="420" y="1"/>
                      <a:pt x="416" y="2"/>
                      <a:pt x="412" y="6"/>
                    </a:cubicBezTo>
                    <a:cubicBezTo>
                      <a:pt x="386" y="20"/>
                      <a:pt x="357" y="25"/>
                      <a:pt x="326" y="25"/>
                    </a:cubicBezTo>
                    <a:cubicBezTo>
                      <a:pt x="264" y="25"/>
                      <a:pt x="195" y="5"/>
                      <a:pt x="132" y="5"/>
                    </a:cubicBezTo>
                    <a:cubicBezTo>
                      <a:pt x="91" y="5"/>
                      <a:pt x="52" y="14"/>
                      <a:pt x="21" y="44"/>
                    </a:cubicBezTo>
                    <a:cubicBezTo>
                      <a:pt x="0" y="64"/>
                      <a:pt x="17" y="91"/>
                      <a:pt x="38" y="91"/>
                    </a:cubicBezTo>
                    <a:cubicBezTo>
                      <a:pt x="45" y="91"/>
                      <a:pt x="52" y="88"/>
                      <a:pt x="59" y="82"/>
                    </a:cubicBezTo>
                    <a:cubicBezTo>
                      <a:pt x="77" y="66"/>
                      <a:pt x="107" y="61"/>
                      <a:pt x="139" y="61"/>
                    </a:cubicBezTo>
                    <a:cubicBezTo>
                      <a:pt x="186" y="61"/>
                      <a:pt x="239" y="71"/>
                      <a:pt x="271" y="71"/>
                    </a:cubicBezTo>
                    <a:cubicBezTo>
                      <a:pt x="285" y="73"/>
                      <a:pt x="300" y="75"/>
                      <a:pt x="313" y="75"/>
                    </a:cubicBezTo>
                    <a:cubicBezTo>
                      <a:pt x="357" y="75"/>
                      <a:pt x="397" y="62"/>
                      <a:pt x="434" y="33"/>
                    </a:cubicBezTo>
                    <a:cubicBezTo>
                      <a:pt x="447" y="20"/>
                      <a:pt x="436" y="1"/>
                      <a:pt x="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20"/>
            <p:cNvGrpSpPr/>
            <p:nvPr/>
          </p:nvGrpSpPr>
          <p:grpSpPr>
            <a:xfrm>
              <a:off x="3858505" y="1467308"/>
              <a:ext cx="262391" cy="274320"/>
              <a:chOff x="3532325" y="2530700"/>
              <a:chExt cx="198300" cy="207175"/>
            </a:xfrm>
          </p:grpSpPr>
          <p:sp>
            <p:nvSpPr>
              <p:cNvPr id="4703" name="Google Shape;4703;p120"/>
              <p:cNvSpPr/>
              <p:nvPr/>
            </p:nvSpPr>
            <p:spPr>
              <a:xfrm>
                <a:off x="3532325" y="2530700"/>
                <a:ext cx="198300" cy="207175"/>
              </a:xfrm>
              <a:custGeom>
                <a:rect b="b" l="l" r="r" t="t"/>
                <a:pathLst>
                  <a:path extrusionOk="0" h="8287" w="7932">
                    <a:moveTo>
                      <a:pt x="5589" y="127"/>
                    </a:moveTo>
                    <a:cubicBezTo>
                      <a:pt x="5611" y="176"/>
                      <a:pt x="5616" y="236"/>
                      <a:pt x="5632" y="285"/>
                    </a:cubicBezTo>
                    <a:cubicBezTo>
                      <a:pt x="5665" y="361"/>
                      <a:pt x="5665" y="443"/>
                      <a:pt x="5687" y="519"/>
                    </a:cubicBezTo>
                    <a:cubicBezTo>
                      <a:pt x="5703" y="573"/>
                      <a:pt x="5725" y="628"/>
                      <a:pt x="5752" y="682"/>
                    </a:cubicBezTo>
                    <a:cubicBezTo>
                      <a:pt x="5660" y="666"/>
                      <a:pt x="5562" y="660"/>
                      <a:pt x="5469" y="633"/>
                    </a:cubicBezTo>
                    <a:cubicBezTo>
                      <a:pt x="5382" y="600"/>
                      <a:pt x="5295" y="562"/>
                      <a:pt x="5214" y="508"/>
                    </a:cubicBezTo>
                    <a:cubicBezTo>
                      <a:pt x="5127" y="459"/>
                      <a:pt x="5045" y="426"/>
                      <a:pt x="4991" y="334"/>
                    </a:cubicBezTo>
                    <a:cubicBezTo>
                      <a:pt x="4969" y="301"/>
                      <a:pt x="4953" y="263"/>
                      <a:pt x="4937" y="225"/>
                    </a:cubicBezTo>
                    <a:lnTo>
                      <a:pt x="4991" y="220"/>
                    </a:lnTo>
                    <a:cubicBezTo>
                      <a:pt x="5105" y="220"/>
                      <a:pt x="5214" y="204"/>
                      <a:pt x="5328" y="187"/>
                    </a:cubicBezTo>
                    <a:cubicBezTo>
                      <a:pt x="5388" y="176"/>
                      <a:pt x="5442" y="149"/>
                      <a:pt x="5502" y="144"/>
                    </a:cubicBezTo>
                    <a:cubicBezTo>
                      <a:pt x="5535" y="144"/>
                      <a:pt x="5562" y="133"/>
                      <a:pt x="5589" y="127"/>
                    </a:cubicBezTo>
                    <a:close/>
                    <a:moveTo>
                      <a:pt x="7470" y="4172"/>
                    </a:moveTo>
                    <a:cubicBezTo>
                      <a:pt x="7481" y="4199"/>
                      <a:pt x="7497" y="4221"/>
                      <a:pt x="7508" y="4248"/>
                    </a:cubicBezTo>
                    <a:cubicBezTo>
                      <a:pt x="7584" y="4395"/>
                      <a:pt x="7627" y="4574"/>
                      <a:pt x="7758" y="4688"/>
                    </a:cubicBezTo>
                    <a:cubicBezTo>
                      <a:pt x="7736" y="4704"/>
                      <a:pt x="7725" y="4721"/>
                      <a:pt x="7709" y="4737"/>
                    </a:cubicBezTo>
                    <a:cubicBezTo>
                      <a:pt x="7676" y="4791"/>
                      <a:pt x="7627" y="4835"/>
                      <a:pt x="7573" y="4867"/>
                    </a:cubicBezTo>
                    <a:cubicBezTo>
                      <a:pt x="7437" y="4927"/>
                      <a:pt x="7274" y="4933"/>
                      <a:pt x="7133" y="4971"/>
                    </a:cubicBezTo>
                    <a:cubicBezTo>
                      <a:pt x="7144" y="4911"/>
                      <a:pt x="7138" y="4840"/>
                      <a:pt x="7149" y="4781"/>
                    </a:cubicBezTo>
                    <a:cubicBezTo>
                      <a:pt x="7154" y="4732"/>
                      <a:pt x="7165" y="4688"/>
                      <a:pt x="7182" y="4645"/>
                    </a:cubicBezTo>
                    <a:cubicBezTo>
                      <a:pt x="7198" y="4607"/>
                      <a:pt x="7225" y="4579"/>
                      <a:pt x="7241" y="4547"/>
                    </a:cubicBezTo>
                    <a:cubicBezTo>
                      <a:pt x="7252" y="4503"/>
                      <a:pt x="7269" y="4460"/>
                      <a:pt x="7285" y="4416"/>
                    </a:cubicBezTo>
                    <a:cubicBezTo>
                      <a:pt x="7312" y="4373"/>
                      <a:pt x="7345" y="4335"/>
                      <a:pt x="7377" y="4297"/>
                    </a:cubicBezTo>
                    <a:cubicBezTo>
                      <a:pt x="7410" y="4264"/>
                      <a:pt x="7432" y="4221"/>
                      <a:pt x="7459" y="4183"/>
                    </a:cubicBezTo>
                    <a:lnTo>
                      <a:pt x="7470" y="4172"/>
                    </a:lnTo>
                    <a:close/>
                    <a:moveTo>
                      <a:pt x="1099" y="975"/>
                    </a:moveTo>
                    <a:cubicBezTo>
                      <a:pt x="1099" y="1095"/>
                      <a:pt x="1181" y="1225"/>
                      <a:pt x="1235" y="1329"/>
                    </a:cubicBezTo>
                    <a:cubicBezTo>
                      <a:pt x="1268" y="1394"/>
                      <a:pt x="1311" y="1465"/>
                      <a:pt x="1355" y="1530"/>
                    </a:cubicBezTo>
                    <a:cubicBezTo>
                      <a:pt x="1393" y="1601"/>
                      <a:pt x="1420" y="1693"/>
                      <a:pt x="1458" y="1769"/>
                    </a:cubicBezTo>
                    <a:cubicBezTo>
                      <a:pt x="1534" y="1932"/>
                      <a:pt x="1643" y="2073"/>
                      <a:pt x="1724" y="2237"/>
                    </a:cubicBezTo>
                    <a:cubicBezTo>
                      <a:pt x="1757" y="2307"/>
                      <a:pt x="1789" y="2372"/>
                      <a:pt x="1833" y="2438"/>
                    </a:cubicBezTo>
                    <a:cubicBezTo>
                      <a:pt x="1887" y="2508"/>
                      <a:pt x="1931" y="2584"/>
                      <a:pt x="1958" y="2666"/>
                    </a:cubicBezTo>
                    <a:cubicBezTo>
                      <a:pt x="2077" y="3036"/>
                      <a:pt x="2186" y="3411"/>
                      <a:pt x="2289" y="3791"/>
                    </a:cubicBezTo>
                    <a:cubicBezTo>
                      <a:pt x="2338" y="3981"/>
                      <a:pt x="2398" y="4166"/>
                      <a:pt x="2453" y="4357"/>
                    </a:cubicBezTo>
                    <a:cubicBezTo>
                      <a:pt x="2501" y="4525"/>
                      <a:pt x="2545" y="4704"/>
                      <a:pt x="2605" y="4873"/>
                    </a:cubicBezTo>
                    <a:cubicBezTo>
                      <a:pt x="2616" y="4906"/>
                      <a:pt x="2632" y="4933"/>
                      <a:pt x="2648" y="4960"/>
                    </a:cubicBezTo>
                    <a:cubicBezTo>
                      <a:pt x="2512" y="4976"/>
                      <a:pt x="2382" y="5036"/>
                      <a:pt x="2289" y="5134"/>
                    </a:cubicBezTo>
                    <a:cubicBezTo>
                      <a:pt x="2181" y="5243"/>
                      <a:pt x="2088" y="5368"/>
                      <a:pt x="2007" y="5498"/>
                    </a:cubicBezTo>
                    <a:cubicBezTo>
                      <a:pt x="1963" y="5569"/>
                      <a:pt x="1925" y="5645"/>
                      <a:pt x="1876" y="5715"/>
                    </a:cubicBezTo>
                    <a:cubicBezTo>
                      <a:pt x="1838" y="5770"/>
                      <a:pt x="1806" y="5830"/>
                      <a:pt x="1778" y="5889"/>
                    </a:cubicBezTo>
                    <a:cubicBezTo>
                      <a:pt x="1757" y="5933"/>
                      <a:pt x="1740" y="5976"/>
                      <a:pt x="1724" y="6025"/>
                    </a:cubicBezTo>
                    <a:cubicBezTo>
                      <a:pt x="1702" y="6009"/>
                      <a:pt x="1681" y="5993"/>
                      <a:pt x="1653" y="5976"/>
                    </a:cubicBezTo>
                    <a:cubicBezTo>
                      <a:pt x="1577" y="5922"/>
                      <a:pt x="1518" y="5846"/>
                      <a:pt x="1490" y="5754"/>
                    </a:cubicBezTo>
                    <a:cubicBezTo>
                      <a:pt x="1463" y="5650"/>
                      <a:pt x="1518" y="5634"/>
                      <a:pt x="1561" y="5558"/>
                    </a:cubicBezTo>
                    <a:cubicBezTo>
                      <a:pt x="1577" y="5525"/>
                      <a:pt x="1583" y="5487"/>
                      <a:pt x="1577" y="5455"/>
                    </a:cubicBezTo>
                    <a:cubicBezTo>
                      <a:pt x="1632" y="5330"/>
                      <a:pt x="1686" y="5204"/>
                      <a:pt x="1740" y="5085"/>
                    </a:cubicBezTo>
                    <a:cubicBezTo>
                      <a:pt x="1762" y="5025"/>
                      <a:pt x="1784" y="4971"/>
                      <a:pt x="1811" y="4922"/>
                    </a:cubicBezTo>
                    <a:cubicBezTo>
                      <a:pt x="1844" y="4867"/>
                      <a:pt x="1893" y="4819"/>
                      <a:pt x="1931" y="4770"/>
                    </a:cubicBezTo>
                    <a:cubicBezTo>
                      <a:pt x="2007" y="4672"/>
                      <a:pt x="2105" y="4601"/>
                      <a:pt x="2186" y="4509"/>
                    </a:cubicBezTo>
                    <a:cubicBezTo>
                      <a:pt x="2197" y="4487"/>
                      <a:pt x="2192" y="4454"/>
                      <a:pt x="2164" y="4454"/>
                    </a:cubicBezTo>
                    <a:cubicBezTo>
                      <a:pt x="2050" y="4465"/>
                      <a:pt x="1931" y="4585"/>
                      <a:pt x="1860" y="4666"/>
                    </a:cubicBezTo>
                    <a:cubicBezTo>
                      <a:pt x="1817" y="4715"/>
                      <a:pt x="1773" y="4764"/>
                      <a:pt x="1735" y="4819"/>
                    </a:cubicBezTo>
                    <a:cubicBezTo>
                      <a:pt x="1692" y="4873"/>
                      <a:pt x="1659" y="4938"/>
                      <a:pt x="1637" y="4998"/>
                    </a:cubicBezTo>
                    <a:cubicBezTo>
                      <a:pt x="1588" y="5096"/>
                      <a:pt x="1550" y="5188"/>
                      <a:pt x="1507" y="5286"/>
                    </a:cubicBezTo>
                    <a:cubicBezTo>
                      <a:pt x="1431" y="5145"/>
                      <a:pt x="1349" y="5014"/>
                      <a:pt x="1278" y="4867"/>
                    </a:cubicBezTo>
                    <a:cubicBezTo>
                      <a:pt x="1240" y="4786"/>
                      <a:pt x="1191" y="4710"/>
                      <a:pt x="1148" y="4634"/>
                    </a:cubicBezTo>
                    <a:cubicBezTo>
                      <a:pt x="1099" y="4530"/>
                      <a:pt x="1061" y="4422"/>
                      <a:pt x="1045" y="4313"/>
                    </a:cubicBezTo>
                    <a:cubicBezTo>
                      <a:pt x="1034" y="4264"/>
                      <a:pt x="1023" y="4221"/>
                      <a:pt x="1007" y="4177"/>
                    </a:cubicBezTo>
                    <a:cubicBezTo>
                      <a:pt x="1023" y="4161"/>
                      <a:pt x="1028" y="4134"/>
                      <a:pt x="1012" y="4117"/>
                    </a:cubicBezTo>
                    <a:cubicBezTo>
                      <a:pt x="1028" y="4068"/>
                      <a:pt x="1050" y="4025"/>
                      <a:pt x="1061" y="3981"/>
                    </a:cubicBezTo>
                    <a:cubicBezTo>
                      <a:pt x="1072" y="3922"/>
                      <a:pt x="1083" y="3862"/>
                      <a:pt x="1099" y="3802"/>
                    </a:cubicBezTo>
                    <a:cubicBezTo>
                      <a:pt x="1121" y="3753"/>
                      <a:pt x="1132" y="3710"/>
                      <a:pt x="1153" y="3661"/>
                    </a:cubicBezTo>
                    <a:cubicBezTo>
                      <a:pt x="1181" y="3596"/>
                      <a:pt x="1213" y="3536"/>
                      <a:pt x="1257" y="3481"/>
                    </a:cubicBezTo>
                    <a:cubicBezTo>
                      <a:pt x="1333" y="3356"/>
                      <a:pt x="1436" y="3248"/>
                      <a:pt x="1545" y="3155"/>
                    </a:cubicBezTo>
                    <a:cubicBezTo>
                      <a:pt x="1648" y="3057"/>
                      <a:pt x="1768" y="2987"/>
                      <a:pt x="1871" y="2894"/>
                    </a:cubicBezTo>
                    <a:cubicBezTo>
                      <a:pt x="1887" y="2873"/>
                      <a:pt x="1876" y="2840"/>
                      <a:pt x="1844" y="2840"/>
                    </a:cubicBezTo>
                    <a:cubicBezTo>
                      <a:pt x="1840" y="2840"/>
                      <a:pt x="1837" y="2840"/>
                      <a:pt x="1834" y="2840"/>
                    </a:cubicBezTo>
                    <a:cubicBezTo>
                      <a:pt x="1685" y="2840"/>
                      <a:pt x="1548" y="2956"/>
                      <a:pt x="1441" y="3052"/>
                    </a:cubicBezTo>
                    <a:cubicBezTo>
                      <a:pt x="1333" y="3144"/>
                      <a:pt x="1181" y="3253"/>
                      <a:pt x="1104" y="3389"/>
                    </a:cubicBezTo>
                    <a:cubicBezTo>
                      <a:pt x="1077" y="3432"/>
                      <a:pt x="1066" y="3470"/>
                      <a:pt x="1034" y="3509"/>
                    </a:cubicBezTo>
                    <a:cubicBezTo>
                      <a:pt x="1012" y="3536"/>
                      <a:pt x="996" y="3563"/>
                      <a:pt x="985" y="3596"/>
                    </a:cubicBezTo>
                    <a:cubicBezTo>
                      <a:pt x="969" y="3655"/>
                      <a:pt x="952" y="3704"/>
                      <a:pt x="931" y="3759"/>
                    </a:cubicBezTo>
                    <a:cubicBezTo>
                      <a:pt x="909" y="3835"/>
                      <a:pt x="898" y="3911"/>
                      <a:pt x="887" y="3987"/>
                    </a:cubicBezTo>
                    <a:cubicBezTo>
                      <a:pt x="887" y="3992"/>
                      <a:pt x="882" y="3998"/>
                      <a:pt x="882" y="4009"/>
                    </a:cubicBezTo>
                    <a:cubicBezTo>
                      <a:pt x="854" y="3981"/>
                      <a:pt x="822" y="3965"/>
                      <a:pt x="789" y="3938"/>
                    </a:cubicBezTo>
                    <a:cubicBezTo>
                      <a:pt x="757" y="3916"/>
                      <a:pt x="729" y="3889"/>
                      <a:pt x="708" y="3856"/>
                    </a:cubicBezTo>
                    <a:cubicBezTo>
                      <a:pt x="686" y="3835"/>
                      <a:pt x="642" y="3824"/>
                      <a:pt x="626" y="3797"/>
                    </a:cubicBezTo>
                    <a:cubicBezTo>
                      <a:pt x="577" y="3737"/>
                      <a:pt x="599" y="3634"/>
                      <a:pt x="604" y="3568"/>
                    </a:cubicBezTo>
                    <a:cubicBezTo>
                      <a:pt x="610" y="3514"/>
                      <a:pt x="610" y="3460"/>
                      <a:pt x="593" y="3405"/>
                    </a:cubicBezTo>
                    <a:cubicBezTo>
                      <a:pt x="626" y="3345"/>
                      <a:pt x="648" y="3280"/>
                      <a:pt x="686" y="3215"/>
                    </a:cubicBezTo>
                    <a:cubicBezTo>
                      <a:pt x="767" y="3057"/>
                      <a:pt x="860" y="2905"/>
                      <a:pt x="963" y="2764"/>
                    </a:cubicBezTo>
                    <a:cubicBezTo>
                      <a:pt x="1061" y="2633"/>
                      <a:pt x="1229" y="2546"/>
                      <a:pt x="1371" y="2481"/>
                    </a:cubicBezTo>
                    <a:cubicBezTo>
                      <a:pt x="1441" y="2449"/>
                      <a:pt x="1577" y="2405"/>
                      <a:pt x="1566" y="2307"/>
                    </a:cubicBezTo>
                    <a:cubicBezTo>
                      <a:pt x="1563" y="2288"/>
                      <a:pt x="1547" y="2280"/>
                      <a:pt x="1530" y="2280"/>
                    </a:cubicBezTo>
                    <a:cubicBezTo>
                      <a:pt x="1518" y="2280"/>
                      <a:pt x="1505" y="2284"/>
                      <a:pt x="1496" y="2291"/>
                    </a:cubicBezTo>
                    <a:cubicBezTo>
                      <a:pt x="1447" y="2313"/>
                      <a:pt x="1398" y="2329"/>
                      <a:pt x="1349" y="2340"/>
                    </a:cubicBezTo>
                    <a:cubicBezTo>
                      <a:pt x="1278" y="2362"/>
                      <a:pt x="1219" y="2389"/>
                      <a:pt x="1159" y="2427"/>
                    </a:cubicBezTo>
                    <a:cubicBezTo>
                      <a:pt x="1034" y="2492"/>
                      <a:pt x="925" y="2579"/>
                      <a:pt x="833" y="2688"/>
                    </a:cubicBezTo>
                    <a:cubicBezTo>
                      <a:pt x="740" y="2824"/>
                      <a:pt x="653" y="2965"/>
                      <a:pt x="577" y="3112"/>
                    </a:cubicBezTo>
                    <a:cubicBezTo>
                      <a:pt x="550" y="3166"/>
                      <a:pt x="528" y="3220"/>
                      <a:pt x="517" y="3275"/>
                    </a:cubicBezTo>
                    <a:cubicBezTo>
                      <a:pt x="474" y="3204"/>
                      <a:pt x="441" y="3139"/>
                      <a:pt x="403" y="3068"/>
                    </a:cubicBezTo>
                    <a:cubicBezTo>
                      <a:pt x="376" y="3025"/>
                      <a:pt x="343" y="2987"/>
                      <a:pt x="316" y="2943"/>
                    </a:cubicBezTo>
                    <a:lnTo>
                      <a:pt x="300" y="2916"/>
                    </a:lnTo>
                    <a:cubicBezTo>
                      <a:pt x="311" y="2900"/>
                      <a:pt x="305" y="2873"/>
                      <a:pt x="295" y="2856"/>
                    </a:cubicBezTo>
                    <a:cubicBezTo>
                      <a:pt x="213" y="2769"/>
                      <a:pt x="246" y="2671"/>
                      <a:pt x="213" y="2568"/>
                    </a:cubicBezTo>
                    <a:cubicBezTo>
                      <a:pt x="209" y="2556"/>
                      <a:pt x="208" y="2550"/>
                      <a:pt x="205" y="2550"/>
                    </a:cubicBezTo>
                    <a:cubicBezTo>
                      <a:pt x="204" y="2550"/>
                      <a:pt x="203" y="2550"/>
                      <a:pt x="202" y="2552"/>
                    </a:cubicBezTo>
                    <a:cubicBezTo>
                      <a:pt x="202" y="2546"/>
                      <a:pt x="202" y="2541"/>
                      <a:pt x="202" y="2536"/>
                    </a:cubicBezTo>
                    <a:cubicBezTo>
                      <a:pt x="202" y="2525"/>
                      <a:pt x="202" y="2508"/>
                      <a:pt x="208" y="2492"/>
                    </a:cubicBezTo>
                    <a:cubicBezTo>
                      <a:pt x="208" y="2438"/>
                      <a:pt x="202" y="2378"/>
                      <a:pt x="202" y="2318"/>
                    </a:cubicBezTo>
                    <a:cubicBezTo>
                      <a:pt x="191" y="2090"/>
                      <a:pt x="311" y="1894"/>
                      <a:pt x="371" y="1688"/>
                    </a:cubicBezTo>
                    <a:cubicBezTo>
                      <a:pt x="430" y="1476"/>
                      <a:pt x="604" y="1312"/>
                      <a:pt x="762" y="1177"/>
                    </a:cubicBezTo>
                    <a:cubicBezTo>
                      <a:pt x="849" y="1117"/>
                      <a:pt x="941" y="1062"/>
                      <a:pt x="1034" y="1013"/>
                    </a:cubicBezTo>
                    <a:lnTo>
                      <a:pt x="1099" y="975"/>
                    </a:lnTo>
                    <a:close/>
                    <a:moveTo>
                      <a:pt x="7356" y="5145"/>
                    </a:moveTo>
                    <a:cubicBezTo>
                      <a:pt x="7187" y="5308"/>
                      <a:pt x="7073" y="5525"/>
                      <a:pt x="7035" y="5759"/>
                    </a:cubicBezTo>
                    <a:lnTo>
                      <a:pt x="7046" y="5770"/>
                    </a:lnTo>
                    <a:cubicBezTo>
                      <a:pt x="7029" y="5884"/>
                      <a:pt x="7035" y="6004"/>
                      <a:pt x="7062" y="6118"/>
                    </a:cubicBezTo>
                    <a:cubicBezTo>
                      <a:pt x="7073" y="6172"/>
                      <a:pt x="7089" y="6226"/>
                      <a:pt x="7122" y="6270"/>
                    </a:cubicBezTo>
                    <a:cubicBezTo>
                      <a:pt x="7084" y="6286"/>
                      <a:pt x="7051" y="6303"/>
                      <a:pt x="7013" y="6319"/>
                    </a:cubicBezTo>
                    <a:lnTo>
                      <a:pt x="6676" y="6422"/>
                    </a:lnTo>
                    <a:cubicBezTo>
                      <a:pt x="6426" y="6493"/>
                      <a:pt x="6187" y="6601"/>
                      <a:pt x="5942" y="6678"/>
                    </a:cubicBezTo>
                    <a:cubicBezTo>
                      <a:pt x="5698" y="6759"/>
                      <a:pt x="5464" y="6813"/>
                      <a:pt x="5219" y="6873"/>
                    </a:cubicBezTo>
                    <a:cubicBezTo>
                      <a:pt x="5160" y="6890"/>
                      <a:pt x="5100" y="6900"/>
                      <a:pt x="5040" y="6917"/>
                    </a:cubicBezTo>
                    <a:cubicBezTo>
                      <a:pt x="5013" y="6917"/>
                      <a:pt x="4991" y="6922"/>
                      <a:pt x="4969" y="6933"/>
                    </a:cubicBezTo>
                    <a:cubicBezTo>
                      <a:pt x="4958" y="6939"/>
                      <a:pt x="4942" y="6955"/>
                      <a:pt x="4931" y="6955"/>
                    </a:cubicBezTo>
                    <a:cubicBezTo>
                      <a:pt x="4899" y="6960"/>
                      <a:pt x="4866" y="6971"/>
                      <a:pt x="4828" y="6977"/>
                    </a:cubicBezTo>
                    <a:cubicBezTo>
                      <a:pt x="4795" y="6993"/>
                      <a:pt x="4763" y="7015"/>
                      <a:pt x="4736" y="7031"/>
                    </a:cubicBezTo>
                    <a:cubicBezTo>
                      <a:pt x="4703" y="6960"/>
                      <a:pt x="4665" y="6895"/>
                      <a:pt x="4632" y="6824"/>
                    </a:cubicBezTo>
                    <a:cubicBezTo>
                      <a:pt x="4616" y="6797"/>
                      <a:pt x="4605" y="6765"/>
                      <a:pt x="4594" y="6732"/>
                    </a:cubicBezTo>
                    <a:lnTo>
                      <a:pt x="4643" y="6721"/>
                    </a:lnTo>
                    <a:cubicBezTo>
                      <a:pt x="5111" y="6650"/>
                      <a:pt x="5573" y="6547"/>
                      <a:pt x="6024" y="6417"/>
                    </a:cubicBezTo>
                    <a:cubicBezTo>
                      <a:pt x="6051" y="6406"/>
                      <a:pt x="6046" y="6368"/>
                      <a:pt x="6013" y="6362"/>
                    </a:cubicBezTo>
                    <a:cubicBezTo>
                      <a:pt x="5910" y="6368"/>
                      <a:pt x="5812" y="6384"/>
                      <a:pt x="5714" y="6417"/>
                    </a:cubicBezTo>
                    <a:cubicBezTo>
                      <a:pt x="5605" y="6444"/>
                      <a:pt x="5497" y="6466"/>
                      <a:pt x="5388" y="6493"/>
                    </a:cubicBezTo>
                    <a:cubicBezTo>
                      <a:pt x="5154" y="6558"/>
                      <a:pt x="4915" y="6591"/>
                      <a:pt x="4681" y="6629"/>
                    </a:cubicBezTo>
                    <a:cubicBezTo>
                      <a:pt x="4638" y="6640"/>
                      <a:pt x="4594" y="6645"/>
                      <a:pt x="4551" y="6650"/>
                    </a:cubicBezTo>
                    <a:cubicBezTo>
                      <a:pt x="4534" y="6623"/>
                      <a:pt x="4507" y="6607"/>
                      <a:pt x="4475" y="6607"/>
                    </a:cubicBezTo>
                    <a:cubicBezTo>
                      <a:pt x="4420" y="6607"/>
                      <a:pt x="4371" y="6618"/>
                      <a:pt x="4322" y="6640"/>
                    </a:cubicBezTo>
                    <a:cubicBezTo>
                      <a:pt x="4241" y="6650"/>
                      <a:pt x="4165" y="6672"/>
                      <a:pt x="4094" y="6699"/>
                    </a:cubicBezTo>
                    <a:cubicBezTo>
                      <a:pt x="4040" y="6716"/>
                      <a:pt x="3991" y="6743"/>
                      <a:pt x="3937" y="6759"/>
                    </a:cubicBezTo>
                    <a:lnTo>
                      <a:pt x="3822" y="6781"/>
                    </a:lnTo>
                    <a:lnTo>
                      <a:pt x="3790" y="6786"/>
                    </a:lnTo>
                    <a:lnTo>
                      <a:pt x="3752" y="6770"/>
                    </a:lnTo>
                    <a:cubicBezTo>
                      <a:pt x="3749" y="6768"/>
                      <a:pt x="3745" y="6767"/>
                      <a:pt x="3742" y="6767"/>
                    </a:cubicBezTo>
                    <a:cubicBezTo>
                      <a:pt x="3729" y="6767"/>
                      <a:pt x="3717" y="6784"/>
                      <a:pt x="3730" y="6797"/>
                    </a:cubicBezTo>
                    <a:lnTo>
                      <a:pt x="3665" y="6813"/>
                    </a:lnTo>
                    <a:cubicBezTo>
                      <a:pt x="3605" y="6824"/>
                      <a:pt x="3545" y="6835"/>
                      <a:pt x="3485" y="6852"/>
                    </a:cubicBezTo>
                    <a:cubicBezTo>
                      <a:pt x="3431" y="6873"/>
                      <a:pt x="3377" y="6890"/>
                      <a:pt x="3317" y="6906"/>
                    </a:cubicBezTo>
                    <a:cubicBezTo>
                      <a:pt x="3295" y="6906"/>
                      <a:pt x="3295" y="6944"/>
                      <a:pt x="3317" y="6944"/>
                    </a:cubicBezTo>
                    <a:cubicBezTo>
                      <a:pt x="3415" y="6939"/>
                      <a:pt x="3513" y="6922"/>
                      <a:pt x="3610" y="6900"/>
                    </a:cubicBezTo>
                    <a:lnTo>
                      <a:pt x="3686" y="6884"/>
                    </a:lnTo>
                    <a:cubicBezTo>
                      <a:pt x="3694" y="6911"/>
                      <a:pt x="3715" y="6927"/>
                      <a:pt x="3737" y="6927"/>
                    </a:cubicBezTo>
                    <a:cubicBezTo>
                      <a:pt x="3748" y="6927"/>
                      <a:pt x="3758" y="6923"/>
                      <a:pt x="3768" y="6917"/>
                    </a:cubicBezTo>
                    <a:cubicBezTo>
                      <a:pt x="3784" y="6906"/>
                      <a:pt x="3806" y="6895"/>
                      <a:pt x="3828" y="6895"/>
                    </a:cubicBezTo>
                    <a:cubicBezTo>
                      <a:pt x="3833" y="6900"/>
                      <a:pt x="3839" y="6911"/>
                      <a:pt x="3844" y="6922"/>
                    </a:cubicBezTo>
                    <a:cubicBezTo>
                      <a:pt x="3877" y="6982"/>
                      <a:pt x="3898" y="7047"/>
                      <a:pt x="3915" y="7118"/>
                    </a:cubicBezTo>
                    <a:lnTo>
                      <a:pt x="3931" y="7172"/>
                    </a:lnTo>
                    <a:cubicBezTo>
                      <a:pt x="3926" y="7170"/>
                      <a:pt x="3922" y="7168"/>
                      <a:pt x="3917" y="7168"/>
                    </a:cubicBezTo>
                    <a:cubicBezTo>
                      <a:pt x="3913" y="7168"/>
                      <a:pt x="3909" y="7170"/>
                      <a:pt x="3904" y="7172"/>
                    </a:cubicBezTo>
                    <a:cubicBezTo>
                      <a:pt x="3719" y="7189"/>
                      <a:pt x="3545" y="7276"/>
                      <a:pt x="3360" y="7292"/>
                    </a:cubicBezTo>
                    <a:cubicBezTo>
                      <a:pt x="3328" y="7296"/>
                      <a:pt x="3296" y="7297"/>
                      <a:pt x="3264" y="7297"/>
                    </a:cubicBezTo>
                    <a:cubicBezTo>
                      <a:pt x="3229" y="7297"/>
                      <a:pt x="3194" y="7296"/>
                      <a:pt x="3158" y="7296"/>
                    </a:cubicBezTo>
                    <a:cubicBezTo>
                      <a:pt x="3139" y="7296"/>
                      <a:pt x="3119" y="7296"/>
                      <a:pt x="3099" y="7297"/>
                    </a:cubicBezTo>
                    <a:cubicBezTo>
                      <a:pt x="3083" y="7303"/>
                      <a:pt x="3072" y="7303"/>
                      <a:pt x="3061" y="7308"/>
                    </a:cubicBezTo>
                    <a:cubicBezTo>
                      <a:pt x="2974" y="7276"/>
                      <a:pt x="2893" y="7243"/>
                      <a:pt x="2811" y="7210"/>
                    </a:cubicBezTo>
                    <a:cubicBezTo>
                      <a:pt x="2735" y="7183"/>
                      <a:pt x="2675" y="7123"/>
                      <a:pt x="2643" y="7047"/>
                    </a:cubicBezTo>
                    <a:cubicBezTo>
                      <a:pt x="2599" y="6944"/>
                      <a:pt x="2610" y="6819"/>
                      <a:pt x="2616" y="6710"/>
                    </a:cubicBezTo>
                    <a:cubicBezTo>
                      <a:pt x="2610" y="6596"/>
                      <a:pt x="2654" y="6487"/>
                      <a:pt x="2730" y="6411"/>
                    </a:cubicBezTo>
                    <a:cubicBezTo>
                      <a:pt x="2800" y="6324"/>
                      <a:pt x="2887" y="6254"/>
                      <a:pt x="2980" y="6194"/>
                    </a:cubicBezTo>
                    <a:cubicBezTo>
                      <a:pt x="3094" y="6129"/>
                      <a:pt x="3214" y="6080"/>
                      <a:pt x="3339" y="6036"/>
                    </a:cubicBezTo>
                    <a:cubicBezTo>
                      <a:pt x="3447" y="5993"/>
                      <a:pt x="3561" y="5944"/>
                      <a:pt x="3670" y="5900"/>
                    </a:cubicBezTo>
                    <a:cubicBezTo>
                      <a:pt x="3725" y="5884"/>
                      <a:pt x="3784" y="5879"/>
                      <a:pt x="3833" y="5857"/>
                    </a:cubicBezTo>
                    <a:cubicBezTo>
                      <a:pt x="3850" y="5857"/>
                      <a:pt x="3860" y="5851"/>
                      <a:pt x="3871" y="5840"/>
                    </a:cubicBezTo>
                    <a:cubicBezTo>
                      <a:pt x="3915" y="5835"/>
                      <a:pt x="3953" y="5830"/>
                      <a:pt x="3996" y="5819"/>
                    </a:cubicBezTo>
                    <a:cubicBezTo>
                      <a:pt x="4067" y="5802"/>
                      <a:pt x="4138" y="5781"/>
                      <a:pt x="4208" y="5764"/>
                    </a:cubicBezTo>
                    <a:cubicBezTo>
                      <a:pt x="4279" y="5754"/>
                      <a:pt x="4377" y="5748"/>
                      <a:pt x="4458" y="5737"/>
                    </a:cubicBezTo>
                    <a:cubicBezTo>
                      <a:pt x="4616" y="5710"/>
                      <a:pt x="4784" y="5699"/>
                      <a:pt x="4942" y="5667"/>
                    </a:cubicBezTo>
                    <a:cubicBezTo>
                      <a:pt x="5100" y="5639"/>
                      <a:pt x="5241" y="5569"/>
                      <a:pt x="5393" y="5558"/>
                    </a:cubicBezTo>
                    <a:cubicBezTo>
                      <a:pt x="5556" y="5542"/>
                      <a:pt x="5714" y="5460"/>
                      <a:pt x="5877" y="5444"/>
                    </a:cubicBezTo>
                    <a:cubicBezTo>
                      <a:pt x="6040" y="5416"/>
                      <a:pt x="6203" y="5384"/>
                      <a:pt x="6361" y="5335"/>
                    </a:cubicBezTo>
                    <a:cubicBezTo>
                      <a:pt x="6442" y="5313"/>
                      <a:pt x="6519" y="5297"/>
                      <a:pt x="6600" y="5286"/>
                    </a:cubicBezTo>
                    <a:cubicBezTo>
                      <a:pt x="6676" y="5275"/>
                      <a:pt x="6758" y="5281"/>
                      <a:pt x="6834" y="5270"/>
                    </a:cubicBezTo>
                    <a:cubicBezTo>
                      <a:pt x="6997" y="5248"/>
                      <a:pt x="7149" y="5188"/>
                      <a:pt x="7312" y="5150"/>
                    </a:cubicBezTo>
                    <a:lnTo>
                      <a:pt x="7356" y="5145"/>
                    </a:lnTo>
                    <a:close/>
                    <a:moveTo>
                      <a:pt x="7236" y="5976"/>
                    </a:moveTo>
                    <a:lnTo>
                      <a:pt x="7247" y="5987"/>
                    </a:lnTo>
                    <a:cubicBezTo>
                      <a:pt x="7269" y="6004"/>
                      <a:pt x="7290" y="6014"/>
                      <a:pt x="7318" y="6020"/>
                    </a:cubicBezTo>
                    <a:cubicBezTo>
                      <a:pt x="7345" y="6063"/>
                      <a:pt x="7383" y="6101"/>
                      <a:pt x="7426" y="6134"/>
                    </a:cubicBezTo>
                    <a:cubicBezTo>
                      <a:pt x="7464" y="6161"/>
                      <a:pt x="7502" y="6194"/>
                      <a:pt x="7540" y="6232"/>
                    </a:cubicBezTo>
                    <a:cubicBezTo>
                      <a:pt x="7595" y="6292"/>
                      <a:pt x="7600" y="6379"/>
                      <a:pt x="7551" y="6444"/>
                    </a:cubicBezTo>
                    <a:cubicBezTo>
                      <a:pt x="7524" y="6498"/>
                      <a:pt x="7475" y="6547"/>
                      <a:pt x="7415" y="6574"/>
                    </a:cubicBezTo>
                    <a:cubicBezTo>
                      <a:pt x="7339" y="6607"/>
                      <a:pt x="7258" y="6634"/>
                      <a:pt x="7176" y="6661"/>
                    </a:cubicBezTo>
                    <a:cubicBezTo>
                      <a:pt x="6997" y="6721"/>
                      <a:pt x="6823" y="6770"/>
                      <a:pt x="6644" y="6813"/>
                    </a:cubicBezTo>
                    <a:cubicBezTo>
                      <a:pt x="6464" y="6857"/>
                      <a:pt x="6296" y="6900"/>
                      <a:pt x="6127" y="6944"/>
                    </a:cubicBezTo>
                    <a:cubicBezTo>
                      <a:pt x="5953" y="6987"/>
                      <a:pt x="5790" y="7053"/>
                      <a:pt x="5622" y="7102"/>
                    </a:cubicBezTo>
                    <a:cubicBezTo>
                      <a:pt x="5453" y="7145"/>
                      <a:pt x="5274" y="7189"/>
                      <a:pt x="5100" y="7243"/>
                    </a:cubicBezTo>
                    <a:cubicBezTo>
                      <a:pt x="5018" y="7270"/>
                      <a:pt x="4942" y="7292"/>
                      <a:pt x="4861" y="7314"/>
                    </a:cubicBezTo>
                    <a:lnTo>
                      <a:pt x="4839" y="7319"/>
                    </a:lnTo>
                    <a:cubicBezTo>
                      <a:pt x="4839" y="7308"/>
                      <a:pt x="4833" y="7297"/>
                      <a:pt x="4833" y="7286"/>
                    </a:cubicBezTo>
                    <a:cubicBezTo>
                      <a:pt x="4817" y="7227"/>
                      <a:pt x="4795" y="7167"/>
                      <a:pt x="4774" y="7107"/>
                    </a:cubicBezTo>
                    <a:lnTo>
                      <a:pt x="4839" y="7096"/>
                    </a:lnTo>
                    <a:cubicBezTo>
                      <a:pt x="4863" y="7091"/>
                      <a:pt x="4888" y="7091"/>
                      <a:pt x="4912" y="7091"/>
                    </a:cubicBezTo>
                    <a:cubicBezTo>
                      <a:pt x="4935" y="7091"/>
                      <a:pt x="4958" y="7091"/>
                      <a:pt x="4980" y="7085"/>
                    </a:cubicBezTo>
                    <a:cubicBezTo>
                      <a:pt x="5078" y="7058"/>
                      <a:pt x="5176" y="7031"/>
                      <a:pt x="5274" y="7009"/>
                    </a:cubicBezTo>
                    <a:cubicBezTo>
                      <a:pt x="5529" y="6955"/>
                      <a:pt x="5774" y="6895"/>
                      <a:pt x="6024" y="6813"/>
                    </a:cubicBezTo>
                    <a:cubicBezTo>
                      <a:pt x="6268" y="6737"/>
                      <a:pt x="6497" y="6634"/>
                      <a:pt x="6736" y="6563"/>
                    </a:cubicBezTo>
                    <a:cubicBezTo>
                      <a:pt x="6926" y="6515"/>
                      <a:pt x="7116" y="6449"/>
                      <a:pt x="7296" y="6368"/>
                    </a:cubicBezTo>
                    <a:cubicBezTo>
                      <a:pt x="7323" y="6368"/>
                      <a:pt x="7345" y="6357"/>
                      <a:pt x="7356" y="6335"/>
                    </a:cubicBezTo>
                    <a:lnTo>
                      <a:pt x="7366" y="6319"/>
                    </a:lnTo>
                    <a:cubicBezTo>
                      <a:pt x="7377" y="6297"/>
                      <a:pt x="7377" y="6270"/>
                      <a:pt x="7366" y="6248"/>
                    </a:cubicBezTo>
                    <a:lnTo>
                      <a:pt x="7361" y="6248"/>
                    </a:lnTo>
                    <a:cubicBezTo>
                      <a:pt x="7366" y="6199"/>
                      <a:pt x="7334" y="6156"/>
                      <a:pt x="7285" y="6139"/>
                    </a:cubicBezTo>
                    <a:cubicBezTo>
                      <a:pt x="7296" y="6139"/>
                      <a:pt x="7274" y="6118"/>
                      <a:pt x="7269" y="6101"/>
                    </a:cubicBezTo>
                    <a:cubicBezTo>
                      <a:pt x="7258" y="6069"/>
                      <a:pt x="7252" y="6036"/>
                      <a:pt x="7247" y="6004"/>
                    </a:cubicBezTo>
                    <a:cubicBezTo>
                      <a:pt x="7247" y="5993"/>
                      <a:pt x="7241" y="5987"/>
                      <a:pt x="7236" y="5976"/>
                    </a:cubicBezTo>
                    <a:close/>
                    <a:moveTo>
                      <a:pt x="4866" y="236"/>
                    </a:moveTo>
                    <a:cubicBezTo>
                      <a:pt x="4877" y="307"/>
                      <a:pt x="4899" y="378"/>
                      <a:pt x="4931" y="443"/>
                    </a:cubicBezTo>
                    <a:cubicBezTo>
                      <a:pt x="4996" y="513"/>
                      <a:pt x="5078" y="573"/>
                      <a:pt x="5170" y="617"/>
                    </a:cubicBezTo>
                    <a:cubicBezTo>
                      <a:pt x="5326" y="711"/>
                      <a:pt x="5502" y="797"/>
                      <a:pt x="5691" y="797"/>
                    </a:cubicBezTo>
                    <a:cubicBezTo>
                      <a:pt x="5720" y="797"/>
                      <a:pt x="5750" y="795"/>
                      <a:pt x="5779" y="791"/>
                    </a:cubicBezTo>
                    <a:cubicBezTo>
                      <a:pt x="5785" y="785"/>
                      <a:pt x="5790" y="785"/>
                      <a:pt x="5796" y="780"/>
                    </a:cubicBezTo>
                    <a:cubicBezTo>
                      <a:pt x="5828" y="856"/>
                      <a:pt x="5855" y="932"/>
                      <a:pt x="5872" y="1008"/>
                    </a:cubicBezTo>
                    <a:cubicBezTo>
                      <a:pt x="5893" y="1068"/>
                      <a:pt x="5921" y="1128"/>
                      <a:pt x="5953" y="1187"/>
                    </a:cubicBezTo>
                    <a:cubicBezTo>
                      <a:pt x="5975" y="1264"/>
                      <a:pt x="5997" y="1334"/>
                      <a:pt x="6029" y="1410"/>
                    </a:cubicBezTo>
                    <a:cubicBezTo>
                      <a:pt x="6067" y="1476"/>
                      <a:pt x="6116" y="1546"/>
                      <a:pt x="6149" y="1617"/>
                    </a:cubicBezTo>
                    <a:cubicBezTo>
                      <a:pt x="6187" y="1688"/>
                      <a:pt x="6198" y="1785"/>
                      <a:pt x="6241" y="1861"/>
                    </a:cubicBezTo>
                    <a:cubicBezTo>
                      <a:pt x="6279" y="1938"/>
                      <a:pt x="6317" y="2014"/>
                      <a:pt x="6350" y="2095"/>
                    </a:cubicBezTo>
                    <a:cubicBezTo>
                      <a:pt x="6377" y="2182"/>
                      <a:pt x="6415" y="2264"/>
                      <a:pt x="6464" y="2340"/>
                    </a:cubicBezTo>
                    <a:cubicBezTo>
                      <a:pt x="6519" y="2405"/>
                      <a:pt x="6567" y="2481"/>
                      <a:pt x="6600" y="2563"/>
                    </a:cubicBezTo>
                    <a:cubicBezTo>
                      <a:pt x="6627" y="2639"/>
                      <a:pt x="6665" y="2715"/>
                      <a:pt x="6709" y="2780"/>
                    </a:cubicBezTo>
                    <a:cubicBezTo>
                      <a:pt x="6758" y="2851"/>
                      <a:pt x="6796" y="2927"/>
                      <a:pt x="6834" y="3003"/>
                    </a:cubicBezTo>
                    <a:cubicBezTo>
                      <a:pt x="6866" y="3090"/>
                      <a:pt x="6899" y="3172"/>
                      <a:pt x="6948" y="3258"/>
                    </a:cubicBezTo>
                    <a:cubicBezTo>
                      <a:pt x="7029" y="3422"/>
                      <a:pt x="7127" y="3574"/>
                      <a:pt x="7214" y="3737"/>
                    </a:cubicBezTo>
                    <a:cubicBezTo>
                      <a:pt x="7280" y="3867"/>
                      <a:pt x="7361" y="3987"/>
                      <a:pt x="7432" y="4117"/>
                    </a:cubicBezTo>
                    <a:cubicBezTo>
                      <a:pt x="7426" y="4117"/>
                      <a:pt x="7426" y="4123"/>
                      <a:pt x="7421" y="4123"/>
                    </a:cubicBezTo>
                    <a:cubicBezTo>
                      <a:pt x="7383" y="4155"/>
                      <a:pt x="7345" y="4193"/>
                      <a:pt x="7312" y="4237"/>
                    </a:cubicBezTo>
                    <a:cubicBezTo>
                      <a:pt x="7274" y="4270"/>
                      <a:pt x="7241" y="4308"/>
                      <a:pt x="7214" y="4346"/>
                    </a:cubicBezTo>
                    <a:cubicBezTo>
                      <a:pt x="7182" y="4395"/>
                      <a:pt x="7160" y="4443"/>
                      <a:pt x="7144" y="4498"/>
                    </a:cubicBezTo>
                    <a:cubicBezTo>
                      <a:pt x="7127" y="4536"/>
                      <a:pt x="7095" y="4563"/>
                      <a:pt x="7078" y="4601"/>
                    </a:cubicBezTo>
                    <a:cubicBezTo>
                      <a:pt x="7057" y="4650"/>
                      <a:pt x="7040" y="4699"/>
                      <a:pt x="7029" y="4753"/>
                    </a:cubicBezTo>
                    <a:cubicBezTo>
                      <a:pt x="7002" y="4835"/>
                      <a:pt x="6997" y="4922"/>
                      <a:pt x="7008" y="5009"/>
                    </a:cubicBezTo>
                    <a:cubicBezTo>
                      <a:pt x="6975" y="5014"/>
                      <a:pt x="6942" y="5025"/>
                      <a:pt x="6915" y="5036"/>
                    </a:cubicBezTo>
                    <a:cubicBezTo>
                      <a:pt x="6834" y="5052"/>
                      <a:pt x="6758" y="5063"/>
                      <a:pt x="6676" y="5063"/>
                    </a:cubicBezTo>
                    <a:cubicBezTo>
                      <a:pt x="6519" y="5079"/>
                      <a:pt x="6366" y="5118"/>
                      <a:pt x="6220" y="5177"/>
                    </a:cubicBezTo>
                    <a:cubicBezTo>
                      <a:pt x="6067" y="5226"/>
                      <a:pt x="5921" y="5248"/>
                      <a:pt x="5768" y="5286"/>
                    </a:cubicBezTo>
                    <a:cubicBezTo>
                      <a:pt x="5692" y="5308"/>
                      <a:pt x="5622" y="5330"/>
                      <a:pt x="5551" y="5357"/>
                    </a:cubicBezTo>
                    <a:cubicBezTo>
                      <a:pt x="5513" y="5368"/>
                      <a:pt x="5475" y="5389"/>
                      <a:pt x="5437" y="5400"/>
                    </a:cubicBezTo>
                    <a:cubicBezTo>
                      <a:pt x="5393" y="5411"/>
                      <a:pt x="5339" y="5411"/>
                      <a:pt x="5301" y="5422"/>
                    </a:cubicBezTo>
                    <a:cubicBezTo>
                      <a:pt x="5236" y="5438"/>
                      <a:pt x="5170" y="5460"/>
                      <a:pt x="5111" y="5487"/>
                    </a:cubicBezTo>
                    <a:cubicBezTo>
                      <a:pt x="5035" y="5509"/>
                      <a:pt x="4958" y="5531"/>
                      <a:pt x="4882" y="5547"/>
                    </a:cubicBezTo>
                    <a:cubicBezTo>
                      <a:pt x="4730" y="5574"/>
                      <a:pt x="4572" y="5596"/>
                      <a:pt x="4420" y="5618"/>
                    </a:cubicBezTo>
                    <a:cubicBezTo>
                      <a:pt x="4339" y="5634"/>
                      <a:pt x="4257" y="5639"/>
                      <a:pt x="4176" y="5661"/>
                    </a:cubicBezTo>
                    <a:cubicBezTo>
                      <a:pt x="4094" y="5677"/>
                      <a:pt x="4007" y="5710"/>
                      <a:pt x="3926" y="5726"/>
                    </a:cubicBezTo>
                    <a:cubicBezTo>
                      <a:pt x="3860" y="5743"/>
                      <a:pt x="3801" y="5759"/>
                      <a:pt x="3735" y="5781"/>
                    </a:cubicBezTo>
                    <a:cubicBezTo>
                      <a:pt x="3725" y="5778"/>
                      <a:pt x="3714" y="5777"/>
                      <a:pt x="3703" y="5777"/>
                    </a:cubicBezTo>
                    <a:cubicBezTo>
                      <a:pt x="3692" y="5777"/>
                      <a:pt x="3681" y="5778"/>
                      <a:pt x="3670" y="5781"/>
                    </a:cubicBezTo>
                    <a:cubicBezTo>
                      <a:pt x="3518" y="5802"/>
                      <a:pt x="3360" y="5879"/>
                      <a:pt x="3214" y="5933"/>
                    </a:cubicBezTo>
                    <a:cubicBezTo>
                      <a:pt x="2958" y="6025"/>
                      <a:pt x="2686" y="6156"/>
                      <a:pt x="2534" y="6400"/>
                    </a:cubicBezTo>
                    <a:cubicBezTo>
                      <a:pt x="2474" y="6509"/>
                      <a:pt x="2447" y="6640"/>
                      <a:pt x="2453" y="6770"/>
                    </a:cubicBezTo>
                    <a:cubicBezTo>
                      <a:pt x="2436" y="6900"/>
                      <a:pt x="2458" y="7036"/>
                      <a:pt x="2512" y="7161"/>
                    </a:cubicBezTo>
                    <a:cubicBezTo>
                      <a:pt x="2621" y="7379"/>
                      <a:pt x="2920" y="7444"/>
                      <a:pt x="3143" y="7444"/>
                    </a:cubicBezTo>
                    <a:cubicBezTo>
                      <a:pt x="3154" y="7444"/>
                      <a:pt x="3170" y="7439"/>
                      <a:pt x="3175" y="7433"/>
                    </a:cubicBezTo>
                    <a:lnTo>
                      <a:pt x="3366" y="7433"/>
                    </a:lnTo>
                    <a:cubicBezTo>
                      <a:pt x="3480" y="7417"/>
                      <a:pt x="3589" y="7395"/>
                      <a:pt x="3697" y="7363"/>
                    </a:cubicBezTo>
                    <a:cubicBezTo>
                      <a:pt x="3763" y="7346"/>
                      <a:pt x="3822" y="7335"/>
                      <a:pt x="3888" y="7324"/>
                    </a:cubicBezTo>
                    <a:cubicBezTo>
                      <a:pt x="3926" y="7319"/>
                      <a:pt x="3953" y="7319"/>
                      <a:pt x="3980" y="7292"/>
                    </a:cubicBezTo>
                    <a:cubicBezTo>
                      <a:pt x="4002" y="7352"/>
                      <a:pt x="4018" y="7417"/>
                      <a:pt x="4040" y="7477"/>
                    </a:cubicBezTo>
                    <a:cubicBezTo>
                      <a:pt x="4051" y="7526"/>
                      <a:pt x="4056" y="7569"/>
                      <a:pt x="4062" y="7613"/>
                    </a:cubicBezTo>
                    <a:cubicBezTo>
                      <a:pt x="4056" y="7602"/>
                      <a:pt x="4051" y="7585"/>
                      <a:pt x="4034" y="7580"/>
                    </a:cubicBezTo>
                    <a:lnTo>
                      <a:pt x="4034" y="7585"/>
                    </a:lnTo>
                    <a:cubicBezTo>
                      <a:pt x="4008" y="7568"/>
                      <a:pt x="3980" y="7562"/>
                      <a:pt x="3951" y="7562"/>
                    </a:cubicBezTo>
                    <a:cubicBezTo>
                      <a:pt x="3899" y="7562"/>
                      <a:pt x="3845" y="7584"/>
                      <a:pt x="3795" y="7602"/>
                    </a:cubicBezTo>
                    <a:cubicBezTo>
                      <a:pt x="3703" y="7634"/>
                      <a:pt x="3605" y="7661"/>
                      <a:pt x="3507" y="7678"/>
                    </a:cubicBezTo>
                    <a:cubicBezTo>
                      <a:pt x="3379" y="7699"/>
                      <a:pt x="3231" y="7725"/>
                      <a:pt x="3091" y="7725"/>
                    </a:cubicBezTo>
                    <a:cubicBezTo>
                      <a:pt x="3018" y="7725"/>
                      <a:pt x="2947" y="7718"/>
                      <a:pt x="2882" y="7700"/>
                    </a:cubicBezTo>
                    <a:cubicBezTo>
                      <a:pt x="2790" y="7672"/>
                      <a:pt x="2708" y="7634"/>
                      <a:pt x="2632" y="7580"/>
                    </a:cubicBezTo>
                    <a:cubicBezTo>
                      <a:pt x="2556" y="7526"/>
                      <a:pt x="2463" y="7509"/>
                      <a:pt x="2393" y="7449"/>
                    </a:cubicBezTo>
                    <a:cubicBezTo>
                      <a:pt x="2317" y="7395"/>
                      <a:pt x="2246" y="7324"/>
                      <a:pt x="2186" y="7254"/>
                    </a:cubicBezTo>
                    <a:cubicBezTo>
                      <a:pt x="2241" y="7227"/>
                      <a:pt x="2257" y="7161"/>
                      <a:pt x="2224" y="7118"/>
                    </a:cubicBezTo>
                    <a:cubicBezTo>
                      <a:pt x="2181" y="7047"/>
                      <a:pt x="2148" y="6971"/>
                      <a:pt x="2126" y="6890"/>
                    </a:cubicBezTo>
                    <a:cubicBezTo>
                      <a:pt x="2099" y="6808"/>
                      <a:pt x="2061" y="6721"/>
                      <a:pt x="2034" y="6640"/>
                    </a:cubicBezTo>
                    <a:cubicBezTo>
                      <a:pt x="2001" y="6553"/>
                      <a:pt x="1985" y="6449"/>
                      <a:pt x="1947" y="6368"/>
                    </a:cubicBezTo>
                    <a:cubicBezTo>
                      <a:pt x="1909" y="6275"/>
                      <a:pt x="1865" y="6194"/>
                      <a:pt x="1811" y="6118"/>
                    </a:cubicBezTo>
                    <a:lnTo>
                      <a:pt x="1806" y="6107"/>
                    </a:lnTo>
                    <a:cubicBezTo>
                      <a:pt x="1833" y="6047"/>
                      <a:pt x="1855" y="5987"/>
                      <a:pt x="1882" y="5933"/>
                    </a:cubicBezTo>
                    <a:cubicBezTo>
                      <a:pt x="1914" y="5879"/>
                      <a:pt x="1963" y="5819"/>
                      <a:pt x="1996" y="5759"/>
                    </a:cubicBezTo>
                    <a:cubicBezTo>
                      <a:pt x="2034" y="5699"/>
                      <a:pt x="2067" y="5639"/>
                      <a:pt x="2105" y="5585"/>
                    </a:cubicBezTo>
                    <a:cubicBezTo>
                      <a:pt x="2181" y="5455"/>
                      <a:pt x="2273" y="5335"/>
                      <a:pt x="2376" y="5226"/>
                    </a:cubicBezTo>
                    <a:cubicBezTo>
                      <a:pt x="2458" y="5134"/>
                      <a:pt x="2572" y="5085"/>
                      <a:pt x="2665" y="5009"/>
                    </a:cubicBezTo>
                    <a:cubicBezTo>
                      <a:pt x="2692" y="5047"/>
                      <a:pt x="2713" y="5085"/>
                      <a:pt x="2735" y="5123"/>
                    </a:cubicBezTo>
                    <a:cubicBezTo>
                      <a:pt x="2779" y="5215"/>
                      <a:pt x="2800" y="5308"/>
                      <a:pt x="2849" y="5395"/>
                    </a:cubicBezTo>
                    <a:cubicBezTo>
                      <a:pt x="2893" y="5487"/>
                      <a:pt x="2931" y="5569"/>
                      <a:pt x="2980" y="5656"/>
                    </a:cubicBezTo>
                    <a:cubicBezTo>
                      <a:pt x="3023" y="5715"/>
                      <a:pt x="3072" y="5775"/>
                      <a:pt x="3132" y="5830"/>
                    </a:cubicBezTo>
                    <a:cubicBezTo>
                      <a:pt x="3142" y="5843"/>
                      <a:pt x="3155" y="5849"/>
                      <a:pt x="3167" y="5849"/>
                    </a:cubicBezTo>
                    <a:cubicBezTo>
                      <a:pt x="3201" y="5849"/>
                      <a:pt x="3234" y="5809"/>
                      <a:pt x="3230" y="5770"/>
                    </a:cubicBezTo>
                    <a:cubicBezTo>
                      <a:pt x="3214" y="5715"/>
                      <a:pt x="3186" y="5667"/>
                      <a:pt x="3148" y="5623"/>
                    </a:cubicBezTo>
                    <a:cubicBezTo>
                      <a:pt x="3105" y="5547"/>
                      <a:pt x="3067" y="5471"/>
                      <a:pt x="3023" y="5395"/>
                    </a:cubicBezTo>
                    <a:cubicBezTo>
                      <a:pt x="2947" y="5248"/>
                      <a:pt x="2904" y="5090"/>
                      <a:pt x="2817" y="4949"/>
                    </a:cubicBezTo>
                    <a:cubicBezTo>
                      <a:pt x="2719" y="4802"/>
                      <a:pt x="2692" y="4612"/>
                      <a:pt x="2637" y="4449"/>
                    </a:cubicBezTo>
                    <a:cubicBezTo>
                      <a:pt x="2583" y="4286"/>
                      <a:pt x="2518" y="4101"/>
                      <a:pt x="2458" y="3927"/>
                    </a:cubicBezTo>
                    <a:cubicBezTo>
                      <a:pt x="2333" y="3557"/>
                      <a:pt x="2202" y="3188"/>
                      <a:pt x="2099" y="2813"/>
                    </a:cubicBezTo>
                    <a:cubicBezTo>
                      <a:pt x="2083" y="2737"/>
                      <a:pt x="2056" y="2661"/>
                      <a:pt x="2034" y="2584"/>
                    </a:cubicBezTo>
                    <a:cubicBezTo>
                      <a:pt x="2001" y="2519"/>
                      <a:pt x="1963" y="2454"/>
                      <a:pt x="1914" y="2400"/>
                    </a:cubicBezTo>
                    <a:cubicBezTo>
                      <a:pt x="1822" y="2269"/>
                      <a:pt x="1768" y="2112"/>
                      <a:pt x="1686" y="1976"/>
                    </a:cubicBezTo>
                    <a:cubicBezTo>
                      <a:pt x="1626" y="1883"/>
                      <a:pt x="1577" y="1785"/>
                      <a:pt x="1539" y="1688"/>
                    </a:cubicBezTo>
                    <a:cubicBezTo>
                      <a:pt x="1512" y="1606"/>
                      <a:pt x="1474" y="1530"/>
                      <a:pt x="1431" y="1454"/>
                    </a:cubicBezTo>
                    <a:cubicBezTo>
                      <a:pt x="1382" y="1378"/>
                      <a:pt x="1333" y="1296"/>
                      <a:pt x="1295" y="1215"/>
                    </a:cubicBezTo>
                    <a:cubicBezTo>
                      <a:pt x="1273" y="1177"/>
                      <a:pt x="1257" y="1133"/>
                      <a:pt x="1229" y="1090"/>
                    </a:cubicBezTo>
                    <a:cubicBezTo>
                      <a:pt x="1197" y="1052"/>
                      <a:pt x="1170" y="1008"/>
                      <a:pt x="1148" y="959"/>
                    </a:cubicBezTo>
                    <a:cubicBezTo>
                      <a:pt x="1213" y="927"/>
                      <a:pt x="1284" y="905"/>
                      <a:pt x="1360" y="894"/>
                    </a:cubicBezTo>
                    <a:cubicBezTo>
                      <a:pt x="1588" y="878"/>
                      <a:pt x="1811" y="791"/>
                      <a:pt x="2039" y="747"/>
                    </a:cubicBezTo>
                    <a:cubicBezTo>
                      <a:pt x="2262" y="698"/>
                      <a:pt x="2512" y="671"/>
                      <a:pt x="2752" y="628"/>
                    </a:cubicBezTo>
                    <a:cubicBezTo>
                      <a:pt x="2860" y="606"/>
                      <a:pt x="2969" y="590"/>
                      <a:pt x="3083" y="573"/>
                    </a:cubicBezTo>
                    <a:cubicBezTo>
                      <a:pt x="3192" y="562"/>
                      <a:pt x="3317" y="513"/>
                      <a:pt x="3436" y="486"/>
                    </a:cubicBezTo>
                    <a:cubicBezTo>
                      <a:pt x="3681" y="432"/>
                      <a:pt x="3926" y="383"/>
                      <a:pt x="4176" y="339"/>
                    </a:cubicBezTo>
                    <a:cubicBezTo>
                      <a:pt x="4317" y="312"/>
                      <a:pt x="4464" y="301"/>
                      <a:pt x="4605" y="285"/>
                    </a:cubicBezTo>
                    <a:cubicBezTo>
                      <a:pt x="4692" y="274"/>
                      <a:pt x="4779" y="252"/>
                      <a:pt x="4866" y="236"/>
                    </a:cubicBezTo>
                    <a:close/>
                    <a:moveTo>
                      <a:pt x="4469" y="6754"/>
                    </a:moveTo>
                    <a:cubicBezTo>
                      <a:pt x="4486" y="6786"/>
                      <a:pt x="4496" y="6813"/>
                      <a:pt x="4507" y="6852"/>
                    </a:cubicBezTo>
                    <a:cubicBezTo>
                      <a:pt x="4556" y="6966"/>
                      <a:pt x="4621" y="7069"/>
                      <a:pt x="4665" y="7189"/>
                    </a:cubicBezTo>
                    <a:cubicBezTo>
                      <a:pt x="4687" y="7243"/>
                      <a:pt x="4703" y="7303"/>
                      <a:pt x="4714" y="7363"/>
                    </a:cubicBezTo>
                    <a:cubicBezTo>
                      <a:pt x="4698" y="7373"/>
                      <a:pt x="4687" y="7384"/>
                      <a:pt x="4670" y="7395"/>
                    </a:cubicBezTo>
                    <a:cubicBezTo>
                      <a:pt x="4607" y="7448"/>
                      <a:pt x="4667" y="7531"/>
                      <a:pt x="4740" y="7531"/>
                    </a:cubicBezTo>
                    <a:cubicBezTo>
                      <a:pt x="4742" y="7531"/>
                      <a:pt x="4744" y="7531"/>
                      <a:pt x="4746" y="7531"/>
                    </a:cubicBezTo>
                    <a:cubicBezTo>
                      <a:pt x="4768" y="7634"/>
                      <a:pt x="4790" y="7738"/>
                      <a:pt x="4795" y="7841"/>
                    </a:cubicBezTo>
                    <a:cubicBezTo>
                      <a:pt x="4801" y="7868"/>
                      <a:pt x="4801" y="7895"/>
                      <a:pt x="4795" y="7922"/>
                    </a:cubicBezTo>
                    <a:cubicBezTo>
                      <a:pt x="4790" y="7922"/>
                      <a:pt x="4779" y="7917"/>
                      <a:pt x="4779" y="7912"/>
                    </a:cubicBezTo>
                    <a:cubicBezTo>
                      <a:pt x="4746" y="7890"/>
                      <a:pt x="4725" y="7868"/>
                      <a:pt x="4703" y="7835"/>
                    </a:cubicBezTo>
                    <a:cubicBezTo>
                      <a:pt x="4649" y="7765"/>
                      <a:pt x="4600" y="7694"/>
                      <a:pt x="4556" y="7618"/>
                    </a:cubicBezTo>
                    <a:cubicBezTo>
                      <a:pt x="4549" y="7605"/>
                      <a:pt x="4538" y="7599"/>
                      <a:pt x="4527" y="7599"/>
                    </a:cubicBezTo>
                    <a:cubicBezTo>
                      <a:pt x="4507" y="7599"/>
                      <a:pt x="4487" y="7618"/>
                      <a:pt x="4491" y="7640"/>
                    </a:cubicBezTo>
                    <a:cubicBezTo>
                      <a:pt x="4518" y="7841"/>
                      <a:pt x="4339" y="7966"/>
                      <a:pt x="4192" y="8064"/>
                    </a:cubicBezTo>
                    <a:cubicBezTo>
                      <a:pt x="4181" y="8075"/>
                      <a:pt x="4165" y="8080"/>
                      <a:pt x="4148" y="8091"/>
                    </a:cubicBezTo>
                    <a:cubicBezTo>
                      <a:pt x="4148" y="8075"/>
                      <a:pt x="4154" y="8058"/>
                      <a:pt x="4159" y="8047"/>
                    </a:cubicBezTo>
                    <a:cubicBezTo>
                      <a:pt x="4181" y="7960"/>
                      <a:pt x="4192" y="7863"/>
                      <a:pt x="4197" y="7770"/>
                    </a:cubicBezTo>
                    <a:cubicBezTo>
                      <a:pt x="4203" y="7672"/>
                      <a:pt x="4192" y="7575"/>
                      <a:pt x="4170" y="7482"/>
                    </a:cubicBezTo>
                    <a:cubicBezTo>
                      <a:pt x="4143" y="7379"/>
                      <a:pt x="4100" y="7276"/>
                      <a:pt x="4067" y="7178"/>
                    </a:cubicBezTo>
                    <a:cubicBezTo>
                      <a:pt x="4040" y="7085"/>
                      <a:pt x="4002" y="6998"/>
                      <a:pt x="3953" y="6917"/>
                    </a:cubicBezTo>
                    <a:cubicBezTo>
                      <a:pt x="3947" y="6906"/>
                      <a:pt x="3942" y="6900"/>
                      <a:pt x="3937" y="6895"/>
                    </a:cubicBezTo>
                    <a:cubicBezTo>
                      <a:pt x="3975" y="6884"/>
                      <a:pt x="4013" y="6873"/>
                      <a:pt x="4051" y="6857"/>
                    </a:cubicBezTo>
                    <a:cubicBezTo>
                      <a:pt x="4132" y="6824"/>
                      <a:pt x="4214" y="6797"/>
                      <a:pt x="4301" y="6775"/>
                    </a:cubicBezTo>
                    <a:lnTo>
                      <a:pt x="4306" y="6775"/>
                    </a:lnTo>
                    <a:cubicBezTo>
                      <a:pt x="4360" y="6770"/>
                      <a:pt x="4415" y="6765"/>
                      <a:pt x="4469" y="6754"/>
                    </a:cubicBezTo>
                    <a:close/>
                    <a:moveTo>
                      <a:pt x="5611" y="0"/>
                    </a:moveTo>
                    <a:cubicBezTo>
                      <a:pt x="5605" y="0"/>
                      <a:pt x="5600" y="1"/>
                      <a:pt x="5594" y="2"/>
                    </a:cubicBezTo>
                    <a:cubicBezTo>
                      <a:pt x="5576" y="10"/>
                      <a:pt x="5557" y="12"/>
                      <a:pt x="5537" y="12"/>
                    </a:cubicBezTo>
                    <a:cubicBezTo>
                      <a:pt x="5497" y="12"/>
                      <a:pt x="5455" y="2"/>
                      <a:pt x="5415" y="2"/>
                    </a:cubicBezTo>
                    <a:cubicBezTo>
                      <a:pt x="5366" y="8"/>
                      <a:pt x="5317" y="19"/>
                      <a:pt x="5268" y="19"/>
                    </a:cubicBezTo>
                    <a:cubicBezTo>
                      <a:pt x="5219" y="24"/>
                      <a:pt x="5181" y="35"/>
                      <a:pt x="5132" y="35"/>
                    </a:cubicBezTo>
                    <a:cubicBezTo>
                      <a:pt x="5115" y="38"/>
                      <a:pt x="5098" y="39"/>
                      <a:pt x="5080" y="39"/>
                    </a:cubicBezTo>
                    <a:cubicBezTo>
                      <a:pt x="5040" y="39"/>
                      <a:pt x="4999" y="34"/>
                      <a:pt x="4958" y="34"/>
                    </a:cubicBezTo>
                    <a:cubicBezTo>
                      <a:pt x="4947" y="34"/>
                      <a:pt x="4936" y="34"/>
                      <a:pt x="4926" y="35"/>
                    </a:cubicBezTo>
                    <a:cubicBezTo>
                      <a:pt x="4806" y="46"/>
                      <a:pt x="4687" y="73"/>
                      <a:pt x="4567" y="84"/>
                    </a:cubicBezTo>
                    <a:cubicBezTo>
                      <a:pt x="4431" y="100"/>
                      <a:pt x="4290" y="111"/>
                      <a:pt x="4154" y="133"/>
                    </a:cubicBezTo>
                    <a:cubicBezTo>
                      <a:pt x="3882" y="176"/>
                      <a:pt x="3610" y="231"/>
                      <a:pt x="3344" y="291"/>
                    </a:cubicBezTo>
                    <a:cubicBezTo>
                      <a:pt x="3235" y="323"/>
                      <a:pt x="3127" y="350"/>
                      <a:pt x="3012" y="372"/>
                    </a:cubicBezTo>
                    <a:cubicBezTo>
                      <a:pt x="2877" y="388"/>
                      <a:pt x="2741" y="421"/>
                      <a:pt x="2599" y="448"/>
                    </a:cubicBezTo>
                    <a:cubicBezTo>
                      <a:pt x="2349" y="497"/>
                      <a:pt x="2094" y="524"/>
                      <a:pt x="1849" y="590"/>
                    </a:cubicBezTo>
                    <a:cubicBezTo>
                      <a:pt x="1735" y="617"/>
                      <a:pt x="1621" y="649"/>
                      <a:pt x="1507" y="671"/>
                    </a:cubicBezTo>
                    <a:cubicBezTo>
                      <a:pt x="1382" y="698"/>
                      <a:pt x="1251" y="698"/>
                      <a:pt x="1132" y="747"/>
                    </a:cubicBezTo>
                    <a:cubicBezTo>
                      <a:pt x="920" y="829"/>
                      <a:pt x="724" y="948"/>
                      <a:pt x="555" y="1106"/>
                    </a:cubicBezTo>
                    <a:cubicBezTo>
                      <a:pt x="398" y="1258"/>
                      <a:pt x="240" y="1421"/>
                      <a:pt x="175" y="1639"/>
                    </a:cubicBezTo>
                    <a:cubicBezTo>
                      <a:pt x="137" y="1764"/>
                      <a:pt x="77" y="1878"/>
                      <a:pt x="44" y="2008"/>
                    </a:cubicBezTo>
                    <a:cubicBezTo>
                      <a:pt x="12" y="2139"/>
                      <a:pt x="1" y="2280"/>
                      <a:pt x="6" y="2416"/>
                    </a:cubicBezTo>
                    <a:cubicBezTo>
                      <a:pt x="12" y="2465"/>
                      <a:pt x="6" y="2519"/>
                      <a:pt x="6" y="2568"/>
                    </a:cubicBezTo>
                    <a:cubicBezTo>
                      <a:pt x="6" y="2590"/>
                      <a:pt x="12" y="2612"/>
                      <a:pt x="23" y="2633"/>
                    </a:cubicBezTo>
                    <a:cubicBezTo>
                      <a:pt x="34" y="2650"/>
                      <a:pt x="44" y="2671"/>
                      <a:pt x="50" y="2688"/>
                    </a:cubicBezTo>
                    <a:cubicBezTo>
                      <a:pt x="66" y="2758"/>
                      <a:pt x="99" y="2818"/>
                      <a:pt x="142" y="2873"/>
                    </a:cubicBezTo>
                    <a:lnTo>
                      <a:pt x="142" y="2878"/>
                    </a:lnTo>
                    <a:cubicBezTo>
                      <a:pt x="164" y="2960"/>
                      <a:pt x="197" y="3041"/>
                      <a:pt x="240" y="3117"/>
                    </a:cubicBezTo>
                    <a:cubicBezTo>
                      <a:pt x="316" y="3258"/>
                      <a:pt x="392" y="3422"/>
                      <a:pt x="376" y="3585"/>
                    </a:cubicBezTo>
                    <a:cubicBezTo>
                      <a:pt x="360" y="3748"/>
                      <a:pt x="376" y="3905"/>
                      <a:pt x="534" y="3992"/>
                    </a:cubicBezTo>
                    <a:cubicBezTo>
                      <a:pt x="599" y="4030"/>
                      <a:pt x="648" y="4079"/>
                      <a:pt x="719" y="4106"/>
                    </a:cubicBezTo>
                    <a:cubicBezTo>
                      <a:pt x="757" y="4123"/>
                      <a:pt x="795" y="4145"/>
                      <a:pt x="827" y="4177"/>
                    </a:cubicBezTo>
                    <a:cubicBezTo>
                      <a:pt x="860" y="4221"/>
                      <a:pt x="876" y="4264"/>
                      <a:pt x="882" y="4318"/>
                    </a:cubicBezTo>
                    <a:cubicBezTo>
                      <a:pt x="920" y="4509"/>
                      <a:pt x="974" y="4699"/>
                      <a:pt x="1050" y="4884"/>
                    </a:cubicBezTo>
                    <a:cubicBezTo>
                      <a:pt x="1088" y="4960"/>
                      <a:pt x="1115" y="5036"/>
                      <a:pt x="1153" y="5118"/>
                    </a:cubicBezTo>
                    <a:cubicBezTo>
                      <a:pt x="1197" y="5210"/>
                      <a:pt x="1251" y="5291"/>
                      <a:pt x="1300" y="5384"/>
                    </a:cubicBezTo>
                    <a:cubicBezTo>
                      <a:pt x="1333" y="5427"/>
                      <a:pt x="1349" y="5482"/>
                      <a:pt x="1355" y="5536"/>
                    </a:cubicBezTo>
                    <a:cubicBezTo>
                      <a:pt x="1338" y="5618"/>
                      <a:pt x="1311" y="5672"/>
                      <a:pt x="1327" y="5759"/>
                    </a:cubicBezTo>
                    <a:cubicBezTo>
                      <a:pt x="1365" y="5911"/>
                      <a:pt x="1458" y="6042"/>
                      <a:pt x="1588" y="6134"/>
                    </a:cubicBezTo>
                    <a:cubicBezTo>
                      <a:pt x="1675" y="6199"/>
                      <a:pt x="1697" y="6308"/>
                      <a:pt x="1730" y="6411"/>
                    </a:cubicBezTo>
                    <a:cubicBezTo>
                      <a:pt x="1762" y="6515"/>
                      <a:pt x="1784" y="6612"/>
                      <a:pt x="1817" y="6716"/>
                    </a:cubicBezTo>
                    <a:cubicBezTo>
                      <a:pt x="1849" y="6819"/>
                      <a:pt x="1882" y="6900"/>
                      <a:pt x="1914" y="6993"/>
                    </a:cubicBezTo>
                    <a:cubicBezTo>
                      <a:pt x="1936" y="7074"/>
                      <a:pt x="1969" y="7145"/>
                      <a:pt x="2018" y="7210"/>
                    </a:cubicBezTo>
                    <a:cubicBezTo>
                      <a:pt x="2029" y="7254"/>
                      <a:pt x="2045" y="7297"/>
                      <a:pt x="2067" y="7335"/>
                    </a:cubicBezTo>
                    <a:cubicBezTo>
                      <a:pt x="2121" y="7428"/>
                      <a:pt x="2192" y="7509"/>
                      <a:pt x="2273" y="7580"/>
                    </a:cubicBezTo>
                    <a:cubicBezTo>
                      <a:pt x="2344" y="7640"/>
                      <a:pt x="2431" y="7661"/>
                      <a:pt x="2512" y="7716"/>
                    </a:cubicBezTo>
                    <a:cubicBezTo>
                      <a:pt x="2545" y="7743"/>
                      <a:pt x="2583" y="7770"/>
                      <a:pt x="2621" y="7797"/>
                    </a:cubicBezTo>
                    <a:cubicBezTo>
                      <a:pt x="2670" y="7819"/>
                      <a:pt x="2724" y="7841"/>
                      <a:pt x="2773" y="7857"/>
                    </a:cubicBezTo>
                    <a:cubicBezTo>
                      <a:pt x="2859" y="7891"/>
                      <a:pt x="2948" y="7903"/>
                      <a:pt x="3038" y="7903"/>
                    </a:cubicBezTo>
                    <a:cubicBezTo>
                      <a:pt x="3163" y="7903"/>
                      <a:pt x="3289" y="7879"/>
                      <a:pt x="3409" y="7857"/>
                    </a:cubicBezTo>
                    <a:cubicBezTo>
                      <a:pt x="3513" y="7841"/>
                      <a:pt x="3616" y="7819"/>
                      <a:pt x="3719" y="7787"/>
                    </a:cubicBezTo>
                    <a:cubicBezTo>
                      <a:pt x="3773" y="7770"/>
                      <a:pt x="3828" y="7748"/>
                      <a:pt x="3882" y="7727"/>
                    </a:cubicBezTo>
                    <a:cubicBezTo>
                      <a:pt x="3931" y="7721"/>
                      <a:pt x="3975" y="7705"/>
                      <a:pt x="4023" y="7683"/>
                    </a:cubicBezTo>
                    <a:cubicBezTo>
                      <a:pt x="4034" y="7672"/>
                      <a:pt x="4045" y="7656"/>
                      <a:pt x="4045" y="7640"/>
                    </a:cubicBezTo>
                    <a:lnTo>
                      <a:pt x="4045" y="7640"/>
                    </a:lnTo>
                    <a:cubicBezTo>
                      <a:pt x="4056" y="7727"/>
                      <a:pt x="4051" y="7819"/>
                      <a:pt x="4034" y="7906"/>
                    </a:cubicBezTo>
                    <a:cubicBezTo>
                      <a:pt x="4013" y="7998"/>
                      <a:pt x="3947" y="8113"/>
                      <a:pt x="3980" y="8205"/>
                    </a:cubicBezTo>
                    <a:cubicBezTo>
                      <a:pt x="4003" y="8265"/>
                      <a:pt x="4037" y="8286"/>
                      <a:pt x="4076" y="8286"/>
                    </a:cubicBezTo>
                    <a:cubicBezTo>
                      <a:pt x="4158" y="8286"/>
                      <a:pt x="4260" y="8190"/>
                      <a:pt x="4312" y="8145"/>
                    </a:cubicBezTo>
                    <a:cubicBezTo>
                      <a:pt x="4431" y="8058"/>
                      <a:pt x="4513" y="7928"/>
                      <a:pt x="4529" y="7781"/>
                    </a:cubicBezTo>
                    <a:cubicBezTo>
                      <a:pt x="4589" y="7901"/>
                      <a:pt x="4685" y="8057"/>
                      <a:pt x="4786" y="8057"/>
                    </a:cubicBezTo>
                    <a:cubicBezTo>
                      <a:pt x="4803" y="8057"/>
                      <a:pt x="4821" y="8052"/>
                      <a:pt x="4839" y="8042"/>
                    </a:cubicBezTo>
                    <a:cubicBezTo>
                      <a:pt x="4931" y="7993"/>
                      <a:pt x="4904" y="7825"/>
                      <a:pt x="4893" y="7738"/>
                    </a:cubicBezTo>
                    <a:cubicBezTo>
                      <a:pt x="4882" y="7656"/>
                      <a:pt x="4871" y="7575"/>
                      <a:pt x="4855" y="7488"/>
                    </a:cubicBezTo>
                    <a:cubicBezTo>
                      <a:pt x="4882" y="7482"/>
                      <a:pt x="4915" y="7482"/>
                      <a:pt x="4942" y="7471"/>
                    </a:cubicBezTo>
                    <a:cubicBezTo>
                      <a:pt x="5007" y="7455"/>
                      <a:pt x="5078" y="7428"/>
                      <a:pt x="5143" y="7406"/>
                    </a:cubicBezTo>
                    <a:cubicBezTo>
                      <a:pt x="5290" y="7363"/>
                      <a:pt x="5437" y="7330"/>
                      <a:pt x="5578" y="7286"/>
                    </a:cubicBezTo>
                    <a:cubicBezTo>
                      <a:pt x="5866" y="7205"/>
                      <a:pt x="6143" y="7118"/>
                      <a:pt x="6432" y="7042"/>
                    </a:cubicBezTo>
                    <a:cubicBezTo>
                      <a:pt x="6725" y="6966"/>
                      <a:pt x="7029" y="6900"/>
                      <a:pt x="7323" y="6813"/>
                    </a:cubicBezTo>
                    <a:cubicBezTo>
                      <a:pt x="7426" y="6781"/>
                      <a:pt x="7551" y="6743"/>
                      <a:pt x="7622" y="6656"/>
                    </a:cubicBezTo>
                    <a:cubicBezTo>
                      <a:pt x="7687" y="6585"/>
                      <a:pt x="7758" y="6466"/>
                      <a:pt x="7742" y="6362"/>
                    </a:cubicBezTo>
                    <a:cubicBezTo>
                      <a:pt x="7714" y="6259"/>
                      <a:pt x="7655" y="6167"/>
                      <a:pt x="7568" y="6107"/>
                    </a:cubicBezTo>
                    <a:cubicBezTo>
                      <a:pt x="7519" y="6069"/>
                      <a:pt x="7432" y="6036"/>
                      <a:pt x="7372" y="5987"/>
                    </a:cubicBezTo>
                    <a:cubicBezTo>
                      <a:pt x="7372" y="5982"/>
                      <a:pt x="7372" y="5976"/>
                      <a:pt x="7366" y="5971"/>
                    </a:cubicBezTo>
                    <a:cubicBezTo>
                      <a:pt x="7361" y="5960"/>
                      <a:pt x="7361" y="5955"/>
                      <a:pt x="7350" y="5949"/>
                    </a:cubicBezTo>
                    <a:lnTo>
                      <a:pt x="7339" y="5927"/>
                    </a:lnTo>
                    <a:cubicBezTo>
                      <a:pt x="7328" y="5911"/>
                      <a:pt x="7323" y="5895"/>
                      <a:pt x="7312" y="5879"/>
                    </a:cubicBezTo>
                    <a:cubicBezTo>
                      <a:pt x="7307" y="5868"/>
                      <a:pt x="7301" y="5862"/>
                      <a:pt x="7296" y="5851"/>
                    </a:cubicBezTo>
                    <a:cubicBezTo>
                      <a:pt x="7290" y="5846"/>
                      <a:pt x="7285" y="5840"/>
                      <a:pt x="7280" y="5835"/>
                    </a:cubicBezTo>
                    <a:cubicBezTo>
                      <a:pt x="7267" y="5818"/>
                      <a:pt x="7248" y="5811"/>
                      <a:pt x="7228" y="5811"/>
                    </a:cubicBezTo>
                    <a:cubicBezTo>
                      <a:pt x="7222" y="5811"/>
                      <a:pt x="7215" y="5812"/>
                      <a:pt x="7209" y="5813"/>
                    </a:cubicBezTo>
                    <a:cubicBezTo>
                      <a:pt x="7214" y="5775"/>
                      <a:pt x="7220" y="5737"/>
                      <a:pt x="7225" y="5699"/>
                    </a:cubicBezTo>
                    <a:cubicBezTo>
                      <a:pt x="7280" y="5493"/>
                      <a:pt x="7372" y="5302"/>
                      <a:pt x="7497" y="5134"/>
                    </a:cubicBezTo>
                    <a:cubicBezTo>
                      <a:pt x="7600" y="5112"/>
                      <a:pt x="7693" y="5069"/>
                      <a:pt x="7769" y="5003"/>
                    </a:cubicBezTo>
                    <a:cubicBezTo>
                      <a:pt x="7872" y="4922"/>
                      <a:pt x="7926" y="4791"/>
                      <a:pt x="7921" y="4661"/>
                    </a:cubicBezTo>
                    <a:cubicBezTo>
                      <a:pt x="7932" y="4628"/>
                      <a:pt x="7921" y="4596"/>
                      <a:pt x="7899" y="4569"/>
                    </a:cubicBezTo>
                    <a:lnTo>
                      <a:pt x="7916" y="4558"/>
                    </a:lnTo>
                    <a:cubicBezTo>
                      <a:pt x="7872" y="4498"/>
                      <a:pt x="7839" y="4433"/>
                      <a:pt x="7818" y="4367"/>
                    </a:cubicBezTo>
                    <a:cubicBezTo>
                      <a:pt x="7780" y="4280"/>
                      <a:pt x="7736" y="4199"/>
                      <a:pt x="7698" y="4117"/>
                    </a:cubicBezTo>
                    <a:cubicBezTo>
                      <a:pt x="7617" y="3960"/>
                      <a:pt x="7513" y="3818"/>
                      <a:pt x="7432" y="3661"/>
                    </a:cubicBezTo>
                    <a:cubicBezTo>
                      <a:pt x="7350" y="3509"/>
                      <a:pt x="7252" y="3345"/>
                      <a:pt x="7160" y="3188"/>
                    </a:cubicBezTo>
                    <a:cubicBezTo>
                      <a:pt x="7068" y="3030"/>
                      <a:pt x="7024" y="2873"/>
                      <a:pt x="6932" y="2726"/>
                    </a:cubicBezTo>
                    <a:cubicBezTo>
                      <a:pt x="6883" y="2655"/>
                      <a:pt x="6839" y="2579"/>
                      <a:pt x="6807" y="2503"/>
                    </a:cubicBezTo>
                    <a:cubicBezTo>
                      <a:pt x="6779" y="2416"/>
                      <a:pt x="6741" y="2340"/>
                      <a:pt x="6687" y="2269"/>
                    </a:cubicBezTo>
                    <a:cubicBezTo>
                      <a:pt x="6578" y="2128"/>
                      <a:pt x="6546" y="1954"/>
                      <a:pt x="6459" y="1807"/>
                    </a:cubicBezTo>
                    <a:cubicBezTo>
                      <a:pt x="6421" y="1731"/>
                      <a:pt x="6388" y="1655"/>
                      <a:pt x="6361" y="1579"/>
                    </a:cubicBezTo>
                    <a:cubicBezTo>
                      <a:pt x="6328" y="1497"/>
                      <a:pt x="6285" y="1427"/>
                      <a:pt x="6236" y="1356"/>
                    </a:cubicBezTo>
                    <a:cubicBezTo>
                      <a:pt x="6198" y="1291"/>
                      <a:pt x="6171" y="1220"/>
                      <a:pt x="6149" y="1144"/>
                    </a:cubicBezTo>
                    <a:cubicBezTo>
                      <a:pt x="6127" y="1079"/>
                      <a:pt x="6084" y="1024"/>
                      <a:pt x="6062" y="954"/>
                    </a:cubicBezTo>
                    <a:cubicBezTo>
                      <a:pt x="6018" y="769"/>
                      <a:pt x="5899" y="611"/>
                      <a:pt x="5839" y="426"/>
                    </a:cubicBezTo>
                    <a:cubicBezTo>
                      <a:pt x="5823" y="388"/>
                      <a:pt x="5823" y="345"/>
                      <a:pt x="5806" y="301"/>
                    </a:cubicBezTo>
                    <a:cubicBezTo>
                      <a:pt x="5790" y="263"/>
                      <a:pt x="5763" y="236"/>
                      <a:pt x="5747" y="204"/>
                    </a:cubicBezTo>
                    <a:cubicBezTo>
                      <a:pt x="5725" y="138"/>
                      <a:pt x="5692" y="73"/>
                      <a:pt x="5654" y="19"/>
                    </a:cubicBezTo>
                    <a:cubicBezTo>
                      <a:pt x="5642" y="7"/>
                      <a:pt x="5627" y="0"/>
                      <a:pt x="56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20"/>
              <p:cNvSpPr/>
              <p:nvPr/>
            </p:nvSpPr>
            <p:spPr>
              <a:xfrm>
                <a:off x="3598925" y="2556575"/>
                <a:ext cx="79400" cy="46425"/>
              </a:xfrm>
              <a:custGeom>
                <a:rect b="b" l="l" r="r" t="t"/>
                <a:pathLst>
                  <a:path extrusionOk="0" h="1857" w="3176">
                    <a:moveTo>
                      <a:pt x="2376" y="125"/>
                    </a:moveTo>
                    <a:cubicBezTo>
                      <a:pt x="2403" y="169"/>
                      <a:pt x="2419" y="207"/>
                      <a:pt x="2441" y="250"/>
                    </a:cubicBezTo>
                    <a:cubicBezTo>
                      <a:pt x="2468" y="305"/>
                      <a:pt x="2490" y="364"/>
                      <a:pt x="2523" y="419"/>
                    </a:cubicBezTo>
                    <a:cubicBezTo>
                      <a:pt x="2588" y="533"/>
                      <a:pt x="2680" y="631"/>
                      <a:pt x="2746" y="745"/>
                    </a:cubicBezTo>
                    <a:cubicBezTo>
                      <a:pt x="2816" y="854"/>
                      <a:pt x="2838" y="995"/>
                      <a:pt x="2903" y="1109"/>
                    </a:cubicBezTo>
                    <a:cubicBezTo>
                      <a:pt x="2930" y="1164"/>
                      <a:pt x="3012" y="1245"/>
                      <a:pt x="3028" y="1316"/>
                    </a:cubicBezTo>
                    <a:cubicBezTo>
                      <a:pt x="3003" y="1316"/>
                      <a:pt x="2978" y="1313"/>
                      <a:pt x="2952" y="1313"/>
                    </a:cubicBezTo>
                    <a:cubicBezTo>
                      <a:pt x="2939" y="1313"/>
                      <a:pt x="2927" y="1314"/>
                      <a:pt x="2914" y="1316"/>
                    </a:cubicBezTo>
                    <a:lnTo>
                      <a:pt x="2909" y="1310"/>
                    </a:lnTo>
                    <a:cubicBezTo>
                      <a:pt x="2865" y="1316"/>
                      <a:pt x="2816" y="1327"/>
                      <a:pt x="2767" y="1337"/>
                    </a:cubicBezTo>
                    <a:cubicBezTo>
                      <a:pt x="2659" y="1359"/>
                      <a:pt x="2550" y="1381"/>
                      <a:pt x="2441" y="1408"/>
                    </a:cubicBezTo>
                    <a:cubicBezTo>
                      <a:pt x="2229" y="1468"/>
                      <a:pt x="2012" y="1517"/>
                      <a:pt x="1794" y="1560"/>
                    </a:cubicBezTo>
                    <a:cubicBezTo>
                      <a:pt x="1571" y="1598"/>
                      <a:pt x="1359" y="1636"/>
                      <a:pt x="1142" y="1669"/>
                    </a:cubicBezTo>
                    <a:cubicBezTo>
                      <a:pt x="1039" y="1685"/>
                      <a:pt x="925" y="1680"/>
                      <a:pt x="821" y="1702"/>
                    </a:cubicBezTo>
                    <a:cubicBezTo>
                      <a:pt x="772" y="1713"/>
                      <a:pt x="723" y="1718"/>
                      <a:pt x="680" y="1723"/>
                    </a:cubicBezTo>
                    <a:cubicBezTo>
                      <a:pt x="647" y="1723"/>
                      <a:pt x="609" y="1745"/>
                      <a:pt x="577" y="1751"/>
                    </a:cubicBezTo>
                    <a:cubicBezTo>
                      <a:pt x="571" y="1702"/>
                      <a:pt x="566" y="1647"/>
                      <a:pt x="550" y="1598"/>
                    </a:cubicBezTo>
                    <a:cubicBezTo>
                      <a:pt x="533" y="1549"/>
                      <a:pt x="511" y="1501"/>
                      <a:pt x="490" y="1452"/>
                    </a:cubicBezTo>
                    <a:cubicBezTo>
                      <a:pt x="463" y="1392"/>
                      <a:pt x="446" y="1327"/>
                      <a:pt x="419" y="1267"/>
                    </a:cubicBezTo>
                    <a:cubicBezTo>
                      <a:pt x="392" y="1212"/>
                      <a:pt x="359" y="1164"/>
                      <a:pt x="321" y="1115"/>
                    </a:cubicBezTo>
                    <a:cubicBezTo>
                      <a:pt x="267" y="1028"/>
                      <a:pt x="278" y="913"/>
                      <a:pt x="223" y="826"/>
                    </a:cubicBezTo>
                    <a:cubicBezTo>
                      <a:pt x="196" y="772"/>
                      <a:pt x="180" y="718"/>
                      <a:pt x="164" y="658"/>
                    </a:cubicBezTo>
                    <a:cubicBezTo>
                      <a:pt x="147" y="598"/>
                      <a:pt x="115" y="549"/>
                      <a:pt x="98" y="495"/>
                    </a:cubicBezTo>
                    <a:lnTo>
                      <a:pt x="104" y="495"/>
                    </a:lnTo>
                    <a:cubicBezTo>
                      <a:pt x="120" y="495"/>
                      <a:pt x="136" y="484"/>
                      <a:pt x="142" y="468"/>
                    </a:cubicBezTo>
                    <a:cubicBezTo>
                      <a:pt x="142" y="473"/>
                      <a:pt x="153" y="479"/>
                      <a:pt x="158" y="479"/>
                    </a:cubicBezTo>
                    <a:cubicBezTo>
                      <a:pt x="212" y="485"/>
                      <a:pt x="266" y="490"/>
                      <a:pt x="319" y="490"/>
                    </a:cubicBezTo>
                    <a:cubicBezTo>
                      <a:pt x="353" y="490"/>
                      <a:pt x="386" y="488"/>
                      <a:pt x="419" y="484"/>
                    </a:cubicBezTo>
                    <a:cubicBezTo>
                      <a:pt x="522" y="468"/>
                      <a:pt x="626" y="446"/>
                      <a:pt x="729" y="424"/>
                    </a:cubicBezTo>
                    <a:cubicBezTo>
                      <a:pt x="941" y="386"/>
                      <a:pt x="1147" y="332"/>
                      <a:pt x="1359" y="299"/>
                    </a:cubicBezTo>
                    <a:cubicBezTo>
                      <a:pt x="1555" y="267"/>
                      <a:pt x="1756" y="245"/>
                      <a:pt x="1952" y="196"/>
                    </a:cubicBezTo>
                    <a:cubicBezTo>
                      <a:pt x="2044" y="169"/>
                      <a:pt x="2137" y="147"/>
                      <a:pt x="2235" y="142"/>
                    </a:cubicBezTo>
                    <a:cubicBezTo>
                      <a:pt x="2284" y="142"/>
                      <a:pt x="2332" y="142"/>
                      <a:pt x="2376" y="125"/>
                    </a:cubicBezTo>
                    <a:close/>
                    <a:moveTo>
                      <a:pt x="2383" y="0"/>
                    </a:moveTo>
                    <a:cubicBezTo>
                      <a:pt x="2373" y="0"/>
                      <a:pt x="2364" y="2"/>
                      <a:pt x="2354" y="6"/>
                    </a:cubicBezTo>
                    <a:cubicBezTo>
                      <a:pt x="2342" y="13"/>
                      <a:pt x="2328" y="15"/>
                      <a:pt x="2315" y="15"/>
                    </a:cubicBezTo>
                    <a:cubicBezTo>
                      <a:pt x="2287" y="15"/>
                      <a:pt x="2258" y="6"/>
                      <a:pt x="2229" y="6"/>
                    </a:cubicBezTo>
                    <a:cubicBezTo>
                      <a:pt x="2197" y="6"/>
                      <a:pt x="2159" y="11"/>
                      <a:pt x="2126" y="17"/>
                    </a:cubicBezTo>
                    <a:cubicBezTo>
                      <a:pt x="2034" y="33"/>
                      <a:pt x="1947" y="55"/>
                      <a:pt x="1860" y="76"/>
                    </a:cubicBezTo>
                    <a:cubicBezTo>
                      <a:pt x="1680" y="120"/>
                      <a:pt x="1490" y="136"/>
                      <a:pt x="1305" y="169"/>
                    </a:cubicBezTo>
                    <a:cubicBezTo>
                      <a:pt x="919" y="239"/>
                      <a:pt x="550" y="397"/>
                      <a:pt x="158" y="424"/>
                    </a:cubicBezTo>
                    <a:cubicBezTo>
                      <a:pt x="147" y="424"/>
                      <a:pt x="142" y="424"/>
                      <a:pt x="136" y="435"/>
                    </a:cubicBezTo>
                    <a:cubicBezTo>
                      <a:pt x="131" y="419"/>
                      <a:pt x="115" y="408"/>
                      <a:pt x="98" y="408"/>
                    </a:cubicBezTo>
                    <a:cubicBezTo>
                      <a:pt x="92" y="406"/>
                      <a:pt x="86" y="406"/>
                      <a:pt x="79" y="406"/>
                    </a:cubicBezTo>
                    <a:cubicBezTo>
                      <a:pt x="64" y="406"/>
                      <a:pt x="49" y="410"/>
                      <a:pt x="33" y="413"/>
                    </a:cubicBezTo>
                    <a:cubicBezTo>
                      <a:pt x="17" y="419"/>
                      <a:pt x="1" y="435"/>
                      <a:pt x="1" y="451"/>
                    </a:cubicBezTo>
                    <a:cubicBezTo>
                      <a:pt x="6" y="506"/>
                      <a:pt x="22" y="555"/>
                      <a:pt x="49" y="604"/>
                    </a:cubicBezTo>
                    <a:cubicBezTo>
                      <a:pt x="82" y="669"/>
                      <a:pt x="88" y="740"/>
                      <a:pt x="109" y="805"/>
                    </a:cubicBezTo>
                    <a:cubicBezTo>
                      <a:pt x="136" y="854"/>
                      <a:pt x="153" y="897"/>
                      <a:pt x="169" y="946"/>
                    </a:cubicBezTo>
                    <a:cubicBezTo>
                      <a:pt x="180" y="1000"/>
                      <a:pt x="191" y="1055"/>
                      <a:pt x="207" y="1104"/>
                    </a:cubicBezTo>
                    <a:cubicBezTo>
                      <a:pt x="229" y="1147"/>
                      <a:pt x="251" y="1191"/>
                      <a:pt x="283" y="1229"/>
                    </a:cubicBezTo>
                    <a:cubicBezTo>
                      <a:pt x="316" y="1294"/>
                      <a:pt x="343" y="1365"/>
                      <a:pt x="359" y="1435"/>
                    </a:cubicBezTo>
                    <a:cubicBezTo>
                      <a:pt x="386" y="1490"/>
                      <a:pt x="419" y="1539"/>
                      <a:pt x="435" y="1593"/>
                    </a:cubicBezTo>
                    <a:cubicBezTo>
                      <a:pt x="457" y="1664"/>
                      <a:pt x="473" y="1740"/>
                      <a:pt x="484" y="1810"/>
                    </a:cubicBezTo>
                    <a:cubicBezTo>
                      <a:pt x="490" y="1827"/>
                      <a:pt x="501" y="1843"/>
                      <a:pt x="522" y="1848"/>
                    </a:cubicBezTo>
                    <a:cubicBezTo>
                      <a:pt x="539" y="1854"/>
                      <a:pt x="555" y="1857"/>
                      <a:pt x="571" y="1857"/>
                    </a:cubicBezTo>
                    <a:cubicBezTo>
                      <a:pt x="588" y="1857"/>
                      <a:pt x="604" y="1854"/>
                      <a:pt x="620" y="1848"/>
                    </a:cubicBezTo>
                    <a:cubicBezTo>
                      <a:pt x="664" y="1838"/>
                      <a:pt x="713" y="1832"/>
                      <a:pt x="762" y="1832"/>
                    </a:cubicBezTo>
                    <a:cubicBezTo>
                      <a:pt x="805" y="1832"/>
                      <a:pt x="849" y="1810"/>
                      <a:pt x="887" y="1805"/>
                    </a:cubicBezTo>
                    <a:cubicBezTo>
                      <a:pt x="946" y="1799"/>
                      <a:pt x="1001" y="1805"/>
                      <a:pt x="1055" y="1794"/>
                    </a:cubicBezTo>
                    <a:cubicBezTo>
                      <a:pt x="1289" y="1767"/>
                      <a:pt x="1523" y="1723"/>
                      <a:pt x="1751" y="1685"/>
                    </a:cubicBezTo>
                    <a:cubicBezTo>
                      <a:pt x="1979" y="1647"/>
                      <a:pt x="2202" y="1598"/>
                      <a:pt x="2425" y="1539"/>
                    </a:cubicBezTo>
                    <a:cubicBezTo>
                      <a:pt x="2539" y="1506"/>
                      <a:pt x="2648" y="1479"/>
                      <a:pt x="2762" y="1457"/>
                    </a:cubicBezTo>
                    <a:cubicBezTo>
                      <a:pt x="2822" y="1446"/>
                      <a:pt x="2881" y="1435"/>
                      <a:pt x="2941" y="1430"/>
                    </a:cubicBezTo>
                    <a:cubicBezTo>
                      <a:pt x="2957" y="1431"/>
                      <a:pt x="2973" y="1432"/>
                      <a:pt x="2989" y="1432"/>
                    </a:cubicBezTo>
                    <a:cubicBezTo>
                      <a:pt x="3027" y="1432"/>
                      <a:pt x="3066" y="1428"/>
                      <a:pt x="3104" y="1424"/>
                    </a:cubicBezTo>
                    <a:cubicBezTo>
                      <a:pt x="3126" y="1419"/>
                      <a:pt x="3142" y="1403"/>
                      <a:pt x="3148" y="1381"/>
                    </a:cubicBezTo>
                    <a:cubicBezTo>
                      <a:pt x="3175" y="1283"/>
                      <a:pt x="3104" y="1185"/>
                      <a:pt x="3050" y="1109"/>
                    </a:cubicBezTo>
                    <a:lnTo>
                      <a:pt x="3050" y="1109"/>
                    </a:lnTo>
                    <a:lnTo>
                      <a:pt x="3055" y="1115"/>
                    </a:lnTo>
                    <a:cubicBezTo>
                      <a:pt x="2968" y="995"/>
                      <a:pt x="2936" y="854"/>
                      <a:pt x="2871" y="723"/>
                    </a:cubicBezTo>
                    <a:cubicBezTo>
                      <a:pt x="2805" y="598"/>
                      <a:pt x="2686" y="479"/>
                      <a:pt x="2615" y="348"/>
                    </a:cubicBezTo>
                    <a:cubicBezTo>
                      <a:pt x="2555" y="245"/>
                      <a:pt x="2523" y="93"/>
                      <a:pt x="2425" y="17"/>
                    </a:cubicBezTo>
                    <a:cubicBezTo>
                      <a:pt x="2414" y="6"/>
                      <a:pt x="2399" y="0"/>
                      <a:pt x="23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20"/>
              <p:cNvSpPr/>
              <p:nvPr/>
            </p:nvSpPr>
            <p:spPr>
              <a:xfrm>
                <a:off x="3613650" y="2684150"/>
                <a:ext cx="62575" cy="12850"/>
              </a:xfrm>
              <a:custGeom>
                <a:rect b="b" l="l" r="r" t="t"/>
                <a:pathLst>
                  <a:path extrusionOk="0" h="514" w="2503">
                    <a:moveTo>
                      <a:pt x="2468" y="1"/>
                    </a:moveTo>
                    <a:cubicBezTo>
                      <a:pt x="2466" y="1"/>
                      <a:pt x="2463" y="1"/>
                      <a:pt x="2461" y="1"/>
                    </a:cubicBezTo>
                    <a:lnTo>
                      <a:pt x="2466" y="7"/>
                    </a:lnTo>
                    <a:cubicBezTo>
                      <a:pt x="2418" y="23"/>
                      <a:pt x="2369" y="34"/>
                      <a:pt x="2320" y="40"/>
                    </a:cubicBezTo>
                    <a:cubicBezTo>
                      <a:pt x="2271" y="50"/>
                      <a:pt x="2222" y="67"/>
                      <a:pt x="2173" y="72"/>
                    </a:cubicBezTo>
                    <a:cubicBezTo>
                      <a:pt x="2070" y="94"/>
                      <a:pt x="1972" y="105"/>
                      <a:pt x="1869" y="137"/>
                    </a:cubicBezTo>
                    <a:cubicBezTo>
                      <a:pt x="1765" y="170"/>
                      <a:pt x="1662" y="175"/>
                      <a:pt x="1564" y="197"/>
                    </a:cubicBezTo>
                    <a:cubicBezTo>
                      <a:pt x="1455" y="219"/>
                      <a:pt x="1341" y="246"/>
                      <a:pt x="1227" y="262"/>
                    </a:cubicBezTo>
                    <a:cubicBezTo>
                      <a:pt x="1135" y="279"/>
                      <a:pt x="1037" y="300"/>
                      <a:pt x="950" y="328"/>
                    </a:cubicBezTo>
                    <a:cubicBezTo>
                      <a:pt x="852" y="355"/>
                      <a:pt x="754" y="360"/>
                      <a:pt x="656" y="382"/>
                    </a:cubicBezTo>
                    <a:cubicBezTo>
                      <a:pt x="439" y="420"/>
                      <a:pt x="216" y="442"/>
                      <a:pt x="9" y="502"/>
                    </a:cubicBezTo>
                    <a:cubicBezTo>
                      <a:pt x="0" y="502"/>
                      <a:pt x="3" y="514"/>
                      <a:pt x="11" y="514"/>
                    </a:cubicBezTo>
                    <a:cubicBezTo>
                      <a:pt x="12" y="514"/>
                      <a:pt x="13" y="513"/>
                      <a:pt x="15" y="512"/>
                    </a:cubicBezTo>
                    <a:cubicBezTo>
                      <a:pt x="227" y="474"/>
                      <a:pt x="450" y="458"/>
                      <a:pt x="667" y="431"/>
                    </a:cubicBezTo>
                    <a:cubicBezTo>
                      <a:pt x="776" y="420"/>
                      <a:pt x="885" y="398"/>
                      <a:pt x="993" y="377"/>
                    </a:cubicBezTo>
                    <a:cubicBezTo>
                      <a:pt x="1091" y="349"/>
                      <a:pt x="1194" y="322"/>
                      <a:pt x="1298" y="306"/>
                    </a:cubicBezTo>
                    <a:cubicBezTo>
                      <a:pt x="1515" y="273"/>
                      <a:pt x="1733" y="230"/>
                      <a:pt x="1945" y="170"/>
                    </a:cubicBezTo>
                    <a:cubicBezTo>
                      <a:pt x="2048" y="148"/>
                      <a:pt x="2151" y="137"/>
                      <a:pt x="2254" y="116"/>
                    </a:cubicBezTo>
                    <a:cubicBezTo>
                      <a:pt x="2331" y="94"/>
                      <a:pt x="2428" y="88"/>
                      <a:pt x="2488" y="40"/>
                    </a:cubicBezTo>
                    <a:cubicBezTo>
                      <a:pt x="2503" y="20"/>
                      <a:pt x="2487" y="1"/>
                      <a:pt x="2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20"/>
              <p:cNvSpPr/>
              <p:nvPr/>
            </p:nvSpPr>
            <p:spPr>
              <a:xfrm>
                <a:off x="3618450" y="2671325"/>
                <a:ext cx="77475" cy="17825"/>
              </a:xfrm>
              <a:custGeom>
                <a:rect b="b" l="l" r="r" t="t"/>
                <a:pathLst>
                  <a:path extrusionOk="0" h="713" w="3099">
                    <a:moveTo>
                      <a:pt x="3071" y="1"/>
                    </a:moveTo>
                    <a:cubicBezTo>
                      <a:pt x="3068" y="1"/>
                      <a:pt x="3065" y="2"/>
                      <a:pt x="3063" y="3"/>
                    </a:cubicBezTo>
                    <a:cubicBezTo>
                      <a:pt x="3008" y="31"/>
                      <a:pt x="2948" y="47"/>
                      <a:pt x="2889" y="63"/>
                    </a:cubicBezTo>
                    <a:cubicBezTo>
                      <a:pt x="2834" y="80"/>
                      <a:pt x="2780" y="96"/>
                      <a:pt x="2726" y="112"/>
                    </a:cubicBezTo>
                    <a:cubicBezTo>
                      <a:pt x="2606" y="145"/>
                      <a:pt x="2486" y="172"/>
                      <a:pt x="2361" y="199"/>
                    </a:cubicBezTo>
                    <a:cubicBezTo>
                      <a:pt x="2242" y="221"/>
                      <a:pt x="2117" y="254"/>
                      <a:pt x="1986" y="281"/>
                    </a:cubicBezTo>
                    <a:cubicBezTo>
                      <a:pt x="1850" y="302"/>
                      <a:pt x="1709" y="335"/>
                      <a:pt x="1573" y="362"/>
                    </a:cubicBezTo>
                    <a:cubicBezTo>
                      <a:pt x="1301" y="417"/>
                      <a:pt x="1024" y="460"/>
                      <a:pt x="752" y="525"/>
                    </a:cubicBezTo>
                    <a:cubicBezTo>
                      <a:pt x="622" y="553"/>
                      <a:pt x="492" y="591"/>
                      <a:pt x="356" y="612"/>
                    </a:cubicBezTo>
                    <a:cubicBezTo>
                      <a:pt x="247" y="634"/>
                      <a:pt x="122" y="629"/>
                      <a:pt x="24" y="678"/>
                    </a:cubicBezTo>
                    <a:cubicBezTo>
                      <a:pt x="1" y="687"/>
                      <a:pt x="13" y="712"/>
                      <a:pt x="35" y="712"/>
                    </a:cubicBezTo>
                    <a:cubicBezTo>
                      <a:pt x="38" y="712"/>
                      <a:pt x="42" y="712"/>
                      <a:pt x="46" y="710"/>
                    </a:cubicBezTo>
                    <a:cubicBezTo>
                      <a:pt x="116" y="688"/>
                      <a:pt x="193" y="678"/>
                      <a:pt x="274" y="678"/>
                    </a:cubicBezTo>
                    <a:cubicBezTo>
                      <a:pt x="328" y="667"/>
                      <a:pt x="388" y="661"/>
                      <a:pt x="443" y="650"/>
                    </a:cubicBezTo>
                    <a:cubicBezTo>
                      <a:pt x="578" y="623"/>
                      <a:pt x="709" y="591"/>
                      <a:pt x="845" y="563"/>
                    </a:cubicBezTo>
                    <a:cubicBezTo>
                      <a:pt x="1122" y="504"/>
                      <a:pt x="1405" y="460"/>
                      <a:pt x="1682" y="406"/>
                    </a:cubicBezTo>
                    <a:cubicBezTo>
                      <a:pt x="1812" y="379"/>
                      <a:pt x="1943" y="351"/>
                      <a:pt x="2079" y="330"/>
                    </a:cubicBezTo>
                    <a:cubicBezTo>
                      <a:pt x="2209" y="308"/>
                      <a:pt x="2323" y="275"/>
                      <a:pt x="2448" y="248"/>
                    </a:cubicBezTo>
                    <a:cubicBezTo>
                      <a:pt x="2573" y="226"/>
                      <a:pt x="2688" y="194"/>
                      <a:pt x="2807" y="156"/>
                    </a:cubicBezTo>
                    <a:cubicBezTo>
                      <a:pt x="2894" y="129"/>
                      <a:pt x="3019" y="96"/>
                      <a:pt x="3084" y="36"/>
                    </a:cubicBezTo>
                    <a:cubicBezTo>
                      <a:pt x="3098" y="22"/>
                      <a:pt x="3085" y="1"/>
                      <a:pt x="3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20"/>
              <p:cNvSpPr/>
              <p:nvPr/>
            </p:nvSpPr>
            <p:spPr>
              <a:xfrm>
                <a:off x="3656625" y="2667850"/>
                <a:ext cx="40975" cy="9325"/>
              </a:xfrm>
              <a:custGeom>
                <a:rect b="b" l="l" r="r" t="t"/>
                <a:pathLst>
                  <a:path extrusionOk="0" h="373" w="1639">
                    <a:moveTo>
                      <a:pt x="1481" y="0"/>
                    </a:moveTo>
                    <a:cubicBezTo>
                      <a:pt x="1268" y="0"/>
                      <a:pt x="1044" y="67"/>
                      <a:pt x="845" y="115"/>
                    </a:cubicBezTo>
                    <a:cubicBezTo>
                      <a:pt x="568" y="186"/>
                      <a:pt x="296" y="251"/>
                      <a:pt x="24" y="333"/>
                    </a:cubicBezTo>
                    <a:cubicBezTo>
                      <a:pt x="0" y="338"/>
                      <a:pt x="6" y="373"/>
                      <a:pt x="27" y="373"/>
                    </a:cubicBezTo>
                    <a:cubicBezTo>
                      <a:pt x="30" y="373"/>
                      <a:pt x="32" y="372"/>
                      <a:pt x="35" y="371"/>
                    </a:cubicBezTo>
                    <a:cubicBezTo>
                      <a:pt x="296" y="295"/>
                      <a:pt x="563" y="235"/>
                      <a:pt x="824" y="175"/>
                    </a:cubicBezTo>
                    <a:cubicBezTo>
                      <a:pt x="954" y="142"/>
                      <a:pt x="1079" y="110"/>
                      <a:pt x="1209" y="94"/>
                    </a:cubicBezTo>
                    <a:cubicBezTo>
                      <a:pt x="1345" y="66"/>
                      <a:pt x="1487" y="66"/>
                      <a:pt x="1628" y="39"/>
                    </a:cubicBezTo>
                    <a:cubicBezTo>
                      <a:pt x="1639" y="34"/>
                      <a:pt x="1639" y="17"/>
                      <a:pt x="1628" y="12"/>
                    </a:cubicBezTo>
                    <a:cubicBezTo>
                      <a:pt x="1580" y="4"/>
                      <a:pt x="1531" y="0"/>
                      <a:pt x="14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20"/>
              <p:cNvSpPr/>
              <p:nvPr/>
            </p:nvSpPr>
            <p:spPr>
              <a:xfrm>
                <a:off x="3681275" y="2678175"/>
                <a:ext cx="25975" cy="6450"/>
              </a:xfrm>
              <a:custGeom>
                <a:rect b="b" l="l" r="r" t="t"/>
                <a:pathLst>
                  <a:path extrusionOk="0" h="258" w="1039">
                    <a:moveTo>
                      <a:pt x="1018" y="0"/>
                    </a:moveTo>
                    <a:cubicBezTo>
                      <a:pt x="1016" y="0"/>
                      <a:pt x="1014" y="1"/>
                      <a:pt x="1012" y="1"/>
                    </a:cubicBezTo>
                    <a:cubicBezTo>
                      <a:pt x="957" y="34"/>
                      <a:pt x="859" y="28"/>
                      <a:pt x="794" y="45"/>
                    </a:cubicBezTo>
                    <a:cubicBezTo>
                      <a:pt x="707" y="61"/>
                      <a:pt x="626" y="83"/>
                      <a:pt x="544" y="105"/>
                    </a:cubicBezTo>
                    <a:cubicBezTo>
                      <a:pt x="376" y="143"/>
                      <a:pt x="207" y="175"/>
                      <a:pt x="39" y="197"/>
                    </a:cubicBezTo>
                    <a:cubicBezTo>
                      <a:pt x="2" y="202"/>
                      <a:pt x="1" y="257"/>
                      <a:pt x="34" y="257"/>
                    </a:cubicBezTo>
                    <a:cubicBezTo>
                      <a:pt x="35" y="257"/>
                      <a:pt x="37" y="257"/>
                      <a:pt x="39" y="257"/>
                    </a:cubicBezTo>
                    <a:cubicBezTo>
                      <a:pt x="218" y="235"/>
                      <a:pt x="397" y="197"/>
                      <a:pt x="577" y="159"/>
                    </a:cubicBezTo>
                    <a:cubicBezTo>
                      <a:pt x="669" y="137"/>
                      <a:pt x="767" y="115"/>
                      <a:pt x="859" y="88"/>
                    </a:cubicBezTo>
                    <a:cubicBezTo>
                      <a:pt x="914" y="77"/>
                      <a:pt x="990" y="72"/>
                      <a:pt x="1033" y="23"/>
                    </a:cubicBezTo>
                    <a:cubicBezTo>
                      <a:pt x="1038" y="14"/>
                      <a:pt x="1031" y="0"/>
                      <a:pt x="10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20"/>
              <p:cNvSpPr/>
              <p:nvPr/>
            </p:nvSpPr>
            <p:spPr>
              <a:xfrm>
                <a:off x="3612200" y="2677750"/>
                <a:ext cx="32150" cy="9075"/>
              </a:xfrm>
              <a:custGeom>
                <a:rect b="b" l="l" r="r" t="t"/>
                <a:pathLst>
                  <a:path extrusionOk="0" h="363" w="1286">
                    <a:moveTo>
                      <a:pt x="1227" y="1"/>
                    </a:moveTo>
                    <a:cubicBezTo>
                      <a:pt x="1155" y="1"/>
                      <a:pt x="1087" y="13"/>
                      <a:pt x="1019" y="40"/>
                    </a:cubicBezTo>
                    <a:cubicBezTo>
                      <a:pt x="910" y="62"/>
                      <a:pt x="801" y="84"/>
                      <a:pt x="693" y="116"/>
                    </a:cubicBezTo>
                    <a:cubicBezTo>
                      <a:pt x="470" y="187"/>
                      <a:pt x="231" y="219"/>
                      <a:pt x="24" y="323"/>
                    </a:cubicBezTo>
                    <a:cubicBezTo>
                      <a:pt x="0" y="332"/>
                      <a:pt x="18" y="363"/>
                      <a:pt x="38" y="363"/>
                    </a:cubicBezTo>
                    <a:cubicBezTo>
                      <a:pt x="40" y="363"/>
                      <a:pt x="43" y="362"/>
                      <a:pt x="46" y="361"/>
                    </a:cubicBezTo>
                    <a:cubicBezTo>
                      <a:pt x="247" y="268"/>
                      <a:pt x="481" y="241"/>
                      <a:pt x="687" y="170"/>
                    </a:cubicBezTo>
                    <a:cubicBezTo>
                      <a:pt x="785" y="143"/>
                      <a:pt x="877" y="116"/>
                      <a:pt x="975" y="100"/>
                    </a:cubicBezTo>
                    <a:cubicBezTo>
                      <a:pt x="1073" y="67"/>
                      <a:pt x="1165" y="45"/>
                      <a:pt x="1263" y="29"/>
                    </a:cubicBezTo>
                    <a:cubicBezTo>
                      <a:pt x="1280" y="29"/>
                      <a:pt x="1285" y="2"/>
                      <a:pt x="1269" y="2"/>
                    </a:cubicBezTo>
                    <a:cubicBezTo>
                      <a:pt x="1255" y="1"/>
                      <a:pt x="1241" y="1"/>
                      <a:pt x="1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20"/>
              <p:cNvSpPr/>
              <p:nvPr/>
            </p:nvSpPr>
            <p:spPr>
              <a:xfrm>
                <a:off x="3602325" y="2692975"/>
                <a:ext cx="13750" cy="4225"/>
              </a:xfrm>
              <a:custGeom>
                <a:rect b="b" l="l" r="r" t="t"/>
                <a:pathLst>
                  <a:path extrusionOk="0" h="169" w="550">
                    <a:moveTo>
                      <a:pt x="505" y="0"/>
                    </a:moveTo>
                    <a:cubicBezTo>
                      <a:pt x="442" y="0"/>
                      <a:pt x="379" y="37"/>
                      <a:pt x="321" y="56"/>
                    </a:cubicBezTo>
                    <a:cubicBezTo>
                      <a:pt x="223" y="100"/>
                      <a:pt x="115" y="132"/>
                      <a:pt x="6" y="149"/>
                    </a:cubicBezTo>
                    <a:cubicBezTo>
                      <a:pt x="0" y="149"/>
                      <a:pt x="0" y="159"/>
                      <a:pt x="6" y="159"/>
                    </a:cubicBezTo>
                    <a:cubicBezTo>
                      <a:pt x="28" y="166"/>
                      <a:pt x="50" y="168"/>
                      <a:pt x="73" y="168"/>
                    </a:cubicBezTo>
                    <a:cubicBezTo>
                      <a:pt x="88" y="168"/>
                      <a:pt x="104" y="167"/>
                      <a:pt x="120" y="165"/>
                    </a:cubicBezTo>
                    <a:cubicBezTo>
                      <a:pt x="169" y="159"/>
                      <a:pt x="212" y="138"/>
                      <a:pt x="256" y="121"/>
                    </a:cubicBezTo>
                    <a:cubicBezTo>
                      <a:pt x="305" y="110"/>
                      <a:pt x="348" y="105"/>
                      <a:pt x="392" y="89"/>
                    </a:cubicBezTo>
                    <a:cubicBezTo>
                      <a:pt x="435" y="67"/>
                      <a:pt x="479" y="51"/>
                      <a:pt x="528" y="40"/>
                    </a:cubicBezTo>
                    <a:cubicBezTo>
                      <a:pt x="544" y="40"/>
                      <a:pt x="549" y="7"/>
                      <a:pt x="533" y="2"/>
                    </a:cubicBezTo>
                    <a:lnTo>
                      <a:pt x="528" y="2"/>
                    </a:lnTo>
                    <a:cubicBezTo>
                      <a:pt x="520" y="1"/>
                      <a:pt x="512" y="0"/>
                      <a:pt x="5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20"/>
              <p:cNvSpPr/>
              <p:nvPr/>
            </p:nvSpPr>
            <p:spPr>
              <a:xfrm>
                <a:off x="3602775" y="2700625"/>
                <a:ext cx="18600" cy="4925"/>
              </a:xfrm>
              <a:custGeom>
                <a:rect b="b" l="l" r="r" t="t"/>
                <a:pathLst>
                  <a:path extrusionOk="0" h="197" w="744">
                    <a:moveTo>
                      <a:pt x="716" y="0"/>
                    </a:moveTo>
                    <a:cubicBezTo>
                      <a:pt x="608" y="11"/>
                      <a:pt x="493" y="33"/>
                      <a:pt x="390" y="65"/>
                    </a:cubicBezTo>
                    <a:cubicBezTo>
                      <a:pt x="265" y="98"/>
                      <a:pt x="140" y="120"/>
                      <a:pt x="20" y="158"/>
                    </a:cubicBezTo>
                    <a:cubicBezTo>
                      <a:pt x="0" y="163"/>
                      <a:pt x="8" y="196"/>
                      <a:pt x="27" y="196"/>
                    </a:cubicBezTo>
                    <a:cubicBezTo>
                      <a:pt x="29" y="196"/>
                      <a:pt x="30" y="196"/>
                      <a:pt x="31" y="196"/>
                    </a:cubicBezTo>
                    <a:cubicBezTo>
                      <a:pt x="260" y="131"/>
                      <a:pt x="493" y="93"/>
                      <a:pt x="722" y="38"/>
                    </a:cubicBezTo>
                    <a:cubicBezTo>
                      <a:pt x="743" y="33"/>
                      <a:pt x="743" y="0"/>
                      <a:pt x="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20"/>
              <p:cNvSpPr/>
              <p:nvPr/>
            </p:nvSpPr>
            <p:spPr>
              <a:xfrm>
                <a:off x="3612450" y="2705975"/>
                <a:ext cx="11725" cy="3675"/>
              </a:xfrm>
              <a:custGeom>
                <a:rect b="b" l="l" r="r" t="t"/>
                <a:pathLst>
                  <a:path extrusionOk="0" h="147" w="469">
                    <a:moveTo>
                      <a:pt x="449" y="1"/>
                    </a:moveTo>
                    <a:cubicBezTo>
                      <a:pt x="446" y="1"/>
                      <a:pt x="442" y="2"/>
                      <a:pt x="438" y="4"/>
                    </a:cubicBezTo>
                    <a:cubicBezTo>
                      <a:pt x="394" y="36"/>
                      <a:pt x="329" y="20"/>
                      <a:pt x="280" y="31"/>
                    </a:cubicBezTo>
                    <a:cubicBezTo>
                      <a:pt x="199" y="42"/>
                      <a:pt x="117" y="63"/>
                      <a:pt x="36" y="85"/>
                    </a:cubicBezTo>
                    <a:cubicBezTo>
                      <a:pt x="1" y="95"/>
                      <a:pt x="12" y="146"/>
                      <a:pt x="43" y="146"/>
                    </a:cubicBezTo>
                    <a:cubicBezTo>
                      <a:pt x="46" y="146"/>
                      <a:pt x="49" y="146"/>
                      <a:pt x="52" y="145"/>
                    </a:cubicBezTo>
                    <a:cubicBezTo>
                      <a:pt x="139" y="118"/>
                      <a:pt x="226" y="96"/>
                      <a:pt x="318" y="80"/>
                    </a:cubicBezTo>
                    <a:cubicBezTo>
                      <a:pt x="367" y="80"/>
                      <a:pt x="422" y="63"/>
                      <a:pt x="460" y="31"/>
                    </a:cubicBezTo>
                    <a:cubicBezTo>
                      <a:pt x="469" y="18"/>
                      <a:pt x="463" y="1"/>
                      <a:pt x="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20"/>
              <p:cNvSpPr/>
              <p:nvPr/>
            </p:nvSpPr>
            <p:spPr>
              <a:xfrm>
                <a:off x="3539275" y="2585125"/>
                <a:ext cx="4900" cy="12025"/>
              </a:xfrm>
              <a:custGeom>
                <a:rect b="b" l="l" r="r" t="t"/>
                <a:pathLst>
                  <a:path extrusionOk="0" h="481" w="196">
                    <a:moveTo>
                      <a:pt x="168" y="1"/>
                    </a:moveTo>
                    <a:cubicBezTo>
                      <a:pt x="150" y="1"/>
                      <a:pt x="131" y="14"/>
                      <a:pt x="131" y="32"/>
                    </a:cubicBezTo>
                    <a:cubicBezTo>
                      <a:pt x="120" y="70"/>
                      <a:pt x="109" y="108"/>
                      <a:pt x="93" y="141"/>
                    </a:cubicBezTo>
                    <a:cubicBezTo>
                      <a:pt x="82" y="190"/>
                      <a:pt x="65" y="233"/>
                      <a:pt x="55" y="277"/>
                    </a:cubicBezTo>
                    <a:cubicBezTo>
                      <a:pt x="33" y="348"/>
                      <a:pt x="0" y="413"/>
                      <a:pt x="49" y="473"/>
                    </a:cubicBezTo>
                    <a:cubicBezTo>
                      <a:pt x="55" y="478"/>
                      <a:pt x="61" y="481"/>
                      <a:pt x="67" y="481"/>
                    </a:cubicBezTo>
                    <a:cubicBezTo>
                      <a:pt x="74" y="481"/>
                      <a:pt x="79" y="478"/>
                      <a:pt x="82" y="473"/>
                    </a:cubicBezTo>
                    <a:cubicBezTo>
                      <a:pt x="136" y="418"/>
                      <a:pt x="152" y="310"/>
                      <a:pt x="169" y="239"/>
                    </a:cubicBezTo>
                    <a:cubicBezTo>
                      <a:pt x="190" y="168"/>
                      <a:pt x="196" y="98"/>
                      <a:pt x="196" y="27"/>
                    </a:cubicBezTo>
                    <a:cubicBezTo>
                      <a:pt x="194" y="8"/>
                      <a:pt x="181"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20"/>
              <p:cNvSpPr/>
              <p:nvPr/>
            </p:nvSpPr>
            <p:spPr>
              <a:xfrm>
                <a:off x="3541300" y="2588725"/>
                <a:ext cx="6675" cy="10225"/>
              </a:xfrm>
              <a:custGeom>
                <a:rect b="b" l="l" r="r" t="t"/>
                <a:pathLst>
                  <a:path extrusionOk="0" h="409" w="267">
                    <a:moveTo>
                      <a:pt x="214" y="1"/>
                    </a:moveTo>
                    <a:cubicBezTo>
                      <a:pt x="201" y="1"/>
                      <a:pt x="188" y="6"/>
                      <a:pt x="180" y="19"/>
                    </a:cubicBezTo>
                    <a:lnTo>
                      <a:pt x="77" y="231"/>
                    </a:lnTo>
                    <a:cubicBezTo>
                      <a:pt x="50" y="274"/>
                      <a:pt x="1" y="345"/>
                      <a:pt x="44" y="394"/>
                    </a:cubicBezTo>
                    <a:cubicBezTo>
                      <a:pt x="48" y="404"/>
                      <a:pt x="55" y="408"/>
                      <a:pt x="64" y="408"/>
                    </a:cubicBezTo>
                    <a:cubicBezTo>
                      <a:pt x="68" y="408"/>
                      <a:pt x="73" y="407"/>
                      <a:pt x="77" y="405"/>
                    </a:cubicBezTo>
                    <a:cubicBezTo>
                      <a:pt x="126" y="383"/>
                      <a:pt x="153" y="296"/>
                      <a:pt x="175" y="247"/>
                    </a:cubicBezTo>
                    <a:cubicBezTo>
                      <a:pt x="202" y="176"/>
                      <a:pt x="229" y="117"/>
                      <a:pt x="256" y="46"/>
                    </a:cubicBezTo>
                    <a:cubicBezTo>
                      <a:pt x="267" y="21"/>
                      <a:pt x="240" y="1"/>
                      <a:pt x="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20"/>
              <p:cNvSpPr/>
              <p:nvPr/>
            </p:nvSpPr>
            <p:spPr>
              <a:xfrm>
                <a:off x="3545925" y="2593850"/>
                <a:ext cx="3700" cy="6525"/>
              </a:xfrm>
              <a:custGeom>
                <a:rect b="b" l="l" r="r" t="t"/>
                <a:pathLst>
                  <a:path extrusionOk="0" h="261" w="148">
                    <a:moveTo>
                      <a:pt x="91" y="1"/>
                    </a:moveTo>
                    <a:cubicBezTo>
                      <a:pt x="75" y="1"/>
                      <a:pt x="60" y="7"/>
                      <a:pt x="49" y="20"/>
                    </a:cubicBezTo>
                    <a:cubicBezTo>
                      <a:pt x="33" y="42"/>
                      <a:pt x="44" y="69"/>
                      <a:pt x="66" y="75"/>
                    </a:cubicBezTo>
                    <a:lnTo>
                      <a:pt x="60" y="96"/>
                    </a:lnTo>
                    <a:cubicBezTo>
                      <a:pt x="55" y="107"/>
                      <a:pt x="49" y="124"/>
                      <a:pt x="44" y="135"/>
                    </a:cubicBezTo>
                    <a:cubicBezTo>
                      <a:pt x="28" y="167"/>
                      <a:pt x="1" y="222"/>
                      <a:pt x="33" y="254"/>
                    </a:cubicBezTo>
                    <a:cubicBezTo>
                      <a:pt x="37" y="258"/>
                      <a:pt x="43" y="260"/>
                      <a:pt x="49" y="260"/>
                    </a:cubicBezTo>
                    <a:cubicBezTo>
                      <a:pt x="58" y="260"/>
                      <a:pt x="68" y="255"/>
                      <a:pt x="71" y="249"/>
                    </a:cubicBezTo>
                    <a:cubicBezTo>
                      <a:pt x="98" y="200"/>
                      <a:pt x="120" y="151"/>
                      <a:pt x="142" y="96"/>
                    </a:cubicBezTo>
                    <a:cubicBezTo>
                      <a:pt x="147" y="75"/>
                      <a:pt x="147" y="53"/>
                      <a:pt x="142" y="31"/>
                    </a:cubicBezTo>
                    <a:lnTo>
                      <a:pt x="136" y="26"/>
                    </a:lnTo>
                    <a:cubicBezTo>
                      <a:pt x="125" y="9"/>
                      <a:pt x="108" y="1"/>
                      <a:pt x="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20"/>
              <p:cNvSpPr/>
              <p:nvPr/>
            </p:nvSpPr>
            <p:spPr>
              <a:xfrm>
                <a:off x="3561550" y="2628025"/>
                <a:ext cx="4775" cy="11675"/>
              </a:xfrm>
              <a:custGeom>
                <a:rect b="b" l="l" r="r" t="t"/>
                <a:pathLst>
                  <a:path extrusionOk="0" h="467" w="191">
                    <a:moveTo>
                      <a:pt x="158" y="0"/>
                    </a:moveTo>
                    <a:cubicBezTo>
                      <a:pt x="143" y="0"/>
                      <a:pt x="128" y="10"/>
                      <a:pt x="126" y="29"/>
                    </a:cubicBezTo>
                    <a:cubicBezTo>
                      <a:pt x="104" y="165"/>
                      <a:pt x="1" y="300"/>
                      <a:pt x="44" y="442"/>
                    </a:cubicBezTo>
                    <a:cubicBezTo>
                      <a:pt x="50" y="458"/>
                      <a:pt x="65" y="466"/>
                      <a:pt x="80" y="466"/>
                    </a:cubicBezTo>
                    <a:cubicBezTo>
                      <a:pt x="94" y="466"/>
                      <a:pt x="109" y="458"/>
                      <a:pt x="115" y="442"/>
                    </a:cubicBezTo>
                    <a:cubicBezTo>
                      <a:pt x="137" y="371"/>
                      <a:pt x="158" y="300"/>
                      <a:pt x="169" y="224"/>
                    </a:cubicBezTo>
                    <a:cubicBezTo>
                      <a:pt x="185" y="161"/>
                      <a:pt x="191" y="97"/>
                      <a:pt x="191" y="29"/>
                    </a:cubicBezTo>
                    <a:lnTo>
                      <a:pt x="191" y="29"/>
                    </a:lnTo>
                    <a:cubicBezTo>
                      <a:pt x="191" y="29"/>
                      <a:pt x="191" y="29"/>
                      <a:pt x="191" y="29"/>
                    </a:cubicBezTo>
                    <a:lnTo>
                      <a:pt x="191" y="23"/>
                    </a:lnTo>
                    <a:cubicBezTo>
                      <a:pt x="191" y="25"/>
                      <a:pt x="191" y="27"/>
                      <a:pt x="191" y="29"/>
                    </a:cubicBezTo>
                    <a:lnTo>
                      <a:pt x="191" y="29"/>
                    </a:lnTo>
                    <a:cubicBezTo>
                      <a:pt x="188" y="10"/>
                      <a:pt x="173"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20"/>
              <p:cNvSpPr/>
              <p:nvPr/>
            </p:nvSpPr>
            <p:spPr>
              <a:xfrm>
                <a:off x="3564950" y="2632150"/>
                <a:ext cx="5475" cy="11250"/>
              </a:xfrm>
              <a:custGeom>
                <a:rect b="b" l="l" r="r" t="t"/>
                <a:pathLst>
                  <a:path extrusionOk="0" h="450" w="219">
                    <a:moveTo>
                      <a:pt x="175" y="1"/>
                    </a:moveTo>
                    <a:cubicBezTo>
                      <a:pt x="153" y="1"/>
                      <a:pt x="134" y="26"/>
                      <a:pt x="147" y="48"/>
                    </a:cubicBezTo>
                    <a:cubicBezTo>
                      <a:pt x="136" y="81"/>
                      <a:pt x="115" y="108"/>
                      <a:pt x="98" y="141"/>
                    </a:cubicBezTo>
                    <a:cubicBezTo>
                      <a:pt x="82" y="184"/>
                      <a:pt x="66" y="222"/>
                      <a:pt x="44" y="266"/>
                    </a:cubicBezTo>
                    <a:cubicBezTo>
                      <a:pt x="11" y="315"/>
                      <a:pt x="1" y="375"/>
                      <a:pt x="33" y="429"/>
                    </a:cubicBezTo>
                    <a:cubicBezTo>
                      <a:pt x="40" y="442"/>
                      <a:pt x="52" y="449"/>
                      <a:pt x="65" y="449"/>
                    </a:cubicBezTo>
                    <a:cubicBezTo>
                      <a:pt x="73" y="449"/>
                      <a:pt x="81" y="446"/>
                      <a:pt x="88" y="440"/>
                    </a:cubicBezTo>
                    <a:lnTo>
                      <a:pt x="93" y="434"/>
                    </a:lnTo>
                    <a:cubicBezTo>
                      <a:pt x="104" y="424"/>
                      <a:pt x="104" y="413"/>
                      <a:pt x="93" y="402"/>
                    </a:cubicBezTo>
                    <a:cubicBezTo>
                      <a:pt x="77" y="364"/>
                      <a:pt x="147" y="282"/>
                      <a:pt x="158" y="244"/>
                    </a:cubicBezTo>
                    <a:cubicBezTo>
                      <a:pt x="169" y="206"/>
                      <a:pt x="175" y="173"/>
                      <a:pt x="185" y="135"/>
                    </a:cubicBezTo>
                    <a:cubicBezTo>
                      <a:pt x="196" y="108"/>
                      <a:pt x="207" y="81"/>
                      <a:pt x="218" y="48"/>
                    </a:cubicBezTo>
                    <a:cubicBezTo>
                      <a:pt x="218" y="32"/>
                      <a:pt x="213" y="16"/>
                      <a:pt x="202" y="10"/>
                    </a:cubicBezTo>
                    <a:lnTo>
                      <a:pt x="191" y="5"/>
                    </a:lnTo>
                    <a:cubicBezTo>
                      <a:pt x="186" y="2"/>
                      <a:pt x="181" y="1"/>
                      <a:pt x="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20"/>
              <p:cNvSpPr/>
              <p:nvPr/>
            </p:nvSpPr>
            <p:spPr>
              <a:xfrm>
                <a:off x="3568625" y="2640050"/>
                <a:ext cx="2875" cy="7850"/>
              </a:xfrm>
              <a:custGeom>
                <a:rect b="b" l="l" r="r" t="t"/>
                <a:pathLst>
                  <a:path extrusionOk="0" h="314" w="115">
                    <a:moveTo>
                      <a:pt x="66" y="0"/>
                    </a:moveTo>
                    <a:cubicBezTo>
                      <a:pt x="45" y="0"/>
                      <a:pt x="25" y="12"/>
                      <a:pt x="22" y="37"/>
                    </a:cubicBezTo>
                    <a:lnTo>
                      <a:pt x="22" y="42"/>
                    </a:lnTo>
                    <a:cubicBezTo>
                      <a:pt x="22" y="86"/>
                      <a:pt x="0" y="129"/>
                      <a:pt x="6" y="178"/>
                    </a:cubicBezTo>
                    <a:cubicBezTo>
                      <a:pt x="6" y="222"/>
                      <a:pt x="11" y="265"/>
                      <a:pt x="28" y="303"/>
                    </a:cubicBezTo>
                    <a:cubicBezTo>
                      <a:pt x="32" y="310"/>
                      <a:pt x="39" y="313"/>
                      <a:pt x="45" y="313"/>
                    </a:cubicBezTo>
                    <a:cubicBezTo>
                      <a:pt x="54" y="313"/>
                      <a:pt x="62" y="307"/>
                      <a:pt x="66" y="298"/>
                    </a:cubicBezTo>
                    <a:cubicBezTo>
                      <a:pt x="82" y="254"/>
                      <a:pt x="93" y="205"/>
                      <a:pt x="98" y="162"/>
                    </a:cubicBezTo>
                    <a:cubicBezTo>
                      <a:pt x="109" y="124"/>
                      <a:pt x="114" y="80"/>
                      <a:pt x="109" y="37"/>
                    </a:cubicBezTo>
                    <a:cubicBezTo>
                      <a:pt x="106" y="12"/>
                      <a:pt x="86"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20"/>
              <p:cNvSpPr/>
              <p:nvPr/>
            </p:nvSpPr>
            <p:spPr>
              <a:xfrm>
                <a:off x="3582350" y="2675975"/>
                <a:ext cx="5700" cy="10125"/>
              </a:xfrm>
              <a:custGeom>
                <a:rect b="b" l="l" r="r" t="t"/>
                <a:pathLst>
                  <a:path extrusionOk="0" h="405" w="228">
                    <a:moveTo>
                      <a:pt x="166" y="0"/>
                    </a:moveTo>
                    <a:cubicBezTo>
                      <a:pt x="152" y="0"/>
                      <a:pt x="139" y="7"/>
                      <a:pt x="131" y="24"/>
                    </a:cubicBezTo>
                    <a:cubicBezTo>
                      <a:pt x="115" y="51"/>
                      <a:pt x="98" y="78"/>
                      <a:pt x="87" y="106"/>
                    </a:cubicBezTo>
                    <a:cubicBezTo>
                      <a:pt x="76" y="144"/>
                      <a:pt x="76" y="176"/>
                      <a:pt x="66" y="214"/>
                    </a:cubicBezTo>
                    <a:cubicBezTo>
                      <a:pt x="44" y="269"/>
                      <a:pt x="0" y="334"/>
                      <a:pt x="44" y="388"/>
                    </a:cubicBezTo>
                    <a:cubicBezTo>
                      <a:pt x="52" y="399"/>
                      <a:pt x="64" y="405"/>
                      <a:pt x="76" y="405"/>
                    </a:cubicBezTo>
                    <a:cubicBezTo>
                      <a:pt x="87" y="405"/>
                      <a:pt x="98" y="399"/>
                      <a:pt x="104" y="388"/>
                    </a:cubicBezTo>
                    <a:cubicBezTo>
                      <a:pt x="125" y="345"/>
                      <a:pt x="147" y="290"/>
                      <a:pt x="158" y="241"/>
                    </a:cubicBezTo>
                    <a:cubicBezTo>
                      <a:pt x="169" y="220"/>
                      <a:pt x="169" y="193"/>
                      <a:pt x="174" y="171"/>
                    </a:cubicBezTo>
                    <a:cubicBezTo>
                      <a:pt x="180" y="138"/>
                      <a:pt x="191" y="100"/>
                      <a:pt x="212" y="73"/>
                    </a:cubicBezTo>
                    <a:cubicBezTo>
                      <a:pt x="227" y="35"/>
                      <a:pt x="19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20"/>
              <p:cNvSpPr/>
              <p:nvPr/>
            </p:nvSpPr>
            <p:spPr>
              <a:xfrm>
                <a:off x="3586825" y="2683725"/>
                <a:ext cx="3575" cy="7975"/>
              </a:xfrm>
              <a:custGeom>
                <a:rect b="b" l="l" r="r" t="t"/>
                <a:pathLst>
                  <a:path extrusionOk="0" h="319" w="143">
                    <a:moveTo>
                      <a:pt x="88" y="1"/>
                    </a:moveTo>
                    <a:cubicBezTo>
                      <a:pt x="66" y="1"/>
                      <a:pt x="44" y="16"/>
                      <a:pt x="44" y="46"/>
                    </a:cubicBezTo>
                    <a:cubicBezTo>
                      <a:pt x="39" y="133"/>
                      <a:pt x="1" y="225"/>
                      <a:pt x="44" y="307"/>
                    </a:cubicBezTo>
                    <a:cubicBezTo>
                      <a:pt x="50" y="315"/>
                      <a:pt x="59" y="319"/>
                      <a:pt x="69" y="319"/>
                    </a:cubicBezTo>
                    <a:cubicBezTo>
                      <a:pt x="78" y="319"/>
                      <a:pt x="88" y="315"/>
                      <a:pt x="93" y="307"/>
                    </a:cubicBezTo>
                    <a:cubicBezTo>
                      <a:pt x="126" y="225"/>
                      <a:pt x="142" y="133"/>
                      <a:pt x="131" y="46"/>
                    </a:cubicBezTo>
                    <a:cubicBezTo>
                      <a:pt x="131" y="16"/>
                      <a:pt x="109" y="1"/>
                      <a:pt x="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20"/>
              <p:cNvSpPr/>
              <p:nvPr/>
            </p:nvSpPr>
            <p:spPr>
              <a:xfrm>
                <a:off x="3617525" y="2662650"/>
                <a:ext cx="30150" cy="7450"/>
              </a:xfrm>
              <a:custGeom>
                <a:rect b="b" l="l" r="r" t="t"/>
                <a:pathLst>
                  <a:path extrusionOk="0" h="298" w="1206">
                    <a:moveTo>
                      <a:pt x="1169" y="1"/>
                    </a:moveTo>
                    <a:cubicBezTo>
                      <a:pt x="1166" y="1"/>
                      <a:pt x="1162" y="1"/>
                      <a:pt x="1159" y="3"/>
                    </a:cubicBezTo>
                    <a:cubicBezTo>
                      <a:pt x="1061" y="30"/>
                      <a:pt x="963" y="46"/>
                      <a:pt x="860" y="52"/>
                    </a:cubicBezTo>
                    <a:cubicBezTo>
                      <a:pt x="746" y="62"/>
                      <a:pt x="632" y="84"/>
                      <a:pt x="523" y="111"/>
                    </a:cubicBezTo>
                    <a:lnTo>
                      <a:pt x="191" y="193"/>
                    </a:lnTo>
                    <a:cubicBezTo>
                      <a:pt x="126" y="198"/>
                      <a:pt x="66" y="220"/>
                      <a:pt x="18" y="258"/>
                    </a:cubicBezTo>
                    <a:cubicBezTo>
                      <a:pt x="1" y="275"/>
                      <a:pt x="16" y="298"/>
                      <a:pt x="34" y="298"/>
                    </a:cubicBezTo>
                    <a:cubicBezTo>
                      <a:pt x="39" y="298"/>
                      <a:pt x="45" y="296"/>
                      <a:pt x="50" y="291"/>
                    </a:cubicBezTo>
                    <a:cubicBezTo>
                      <a:pt x="105" y="242"/>
                      <a:pt x="251" y="242"/>
                      <a:pt x="322" y="231"/>
                    </a:cubicBezTo>
                    <a:cubicBezTo>
                      <a:pt x="431" y="215"/>
                      <a:pt x="539" y="187"/>
                      <a:pt x="654" y="171"/>
                    </a:cubicBezTo>
                    <a:cubicBezTo>
                      <a:pt x="762" y="155"/>
                      <a:pt x="866" y="133"/>
                      <a:pt x="974" y="117"/>
                    </a:cubicBezTo>
                    <a:cubicBezTo>
                      <a:pt x="1050" y="111"/>
                      <a:pt x="1126" y="84"/>
                      <a:pt x="1186" y="41"/>
                    </a:cubicBezTo>
                    <a:cubicBezTo>
                      <a:pt x="1205" y="31"/>
                      <a:pt x="1191" y="1"/>
                      <a:pt x="1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20"/>
              <p:cNvSpPr/>
              <p:nvPr/>
            </p:nvSpPr>
            <p:spPr>
              <a:xfrm>
                <a:off x="3662400" y="2654150"/>
                <a:ext cx="31950" cy="7225"/>
              </a:xfrm>
              <a:custGeom>
                <a:rect b="b" l="l" r="r" t="t"/>
                <a:pathLst>
                  <a:path extrusionOk="0" h="289" w="1278">
                    <a:moveTo>
                      <a:pt x="1256" y="0"/>
                    </a:moveTo>
                    <a:cubicBezTo>
                      <a:pt x="1055" y="27"/>
                      <a:pt x="848" y="65"/>
                      <a:pt x="652" y="114"/>
                    </a:cubicBezTo>
                    <a:cubicBezTo>
                      <a:pt x="544" y="136"/>
                      <a:pt x="435" y="141"/>
                      <a:pt x="326" y="158"/>
                    </a:cubicBezTo>
                    <a:cubicBezTo>
                      <a:pt x="223" y="180"/>
                      <a:pt x="120" y="212"/>
                      <a:pt x="22" y="250"/>
                    </a:cubicBezTo>
                    <a:cubicBezTo>
                      <a:pt x="0" y="256"/>
                      <a:pt x="5" y="288"/>
                      <a:pt x="33" y="288"/>
                    </a:cubicBezTo>
                    <a:cubicBezTo>
                      <a:pt x="440" y="185"/>
                      <a:pt x="875" y="207"/>
                      <a:pt x="1267" y="33"/>
                    </a:cubicBezTo>
                    <a:cubicBezTo>
                      <a:pt x="1277" y="22"/>
                      <a:pt x="1272" y="0"/>
                      <a:pt x="1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20"/>
              <p:cNvSpPr/>
              <p:nvPr/>
            </p:nvSpPr>
            <p:spPr>
              <a:xfrm>
                <a:off x="3686175" y="2598075"/>
                <a:ext cx="20125" cy="31525"/>
              </a:xfrm>
              <a:custGeom>
                <a:rect b="b" l="l" r="r" t="t"/>
                <a:pathLst>
                  <a:path extrusionOk="0" h="1261" w="805">
                    <a:moveTo>
                      <a:pt x="52" y="1"/>
                    </a:moveTo>
                    <a:cubicBezTo>
                      <a:pt x="41" y="1"/>
                      <a:pt x="29" y="3"/>
                      <a:pt x="17" y="9"/>
                    </a:cubicBezTo>
                    <a:cubicBezTo>
                      <a:pt x="6" y="14"/>
                      <a:pt x="0" y="25"/>
                      <a:pt x="0" y="36"/>
                    </a:cubicBezTo>
                    <a:cubicBezTo>
                      <a:pt x="17" y="139"/>
                      <a:pt x="49" y="243"/>
                      <a:pt x="93" y="341"/>
                    </a:cubicBezTo>
                    <a:cubicBezTo>
                      <a:pt x="136" y="438"/>
                      <a:pt x="191" y="525"/>
                      <a:pt x="229" y="623"/>
                    </a:cubicBezTo>
                    <a:cubicBezTo>
                      <a:pt x="316" y="819"/>
                      <a:pt x="392" y="1009"/>
                      <a:pt x="544" y="1167"/>
                    </a:cubicBezTo>
                    <a:cubicBezTo>
                      <a:pt x="578" y="1201"/>
                      <a:pt x="650" y="1260"/>
                      <a:pt x="706" y="1260"/>
                    </a:cubicBezTo>
                    <a:cubicBezTo>
                      <a:pt x="731" y="1260"/>
                      <a:pt x="753" y="1248"/>
                      <a:pt x="767" y="1216"/>
                    </a:cubicBezTo>
                    <a:cubicBezTo>
                      <a:pt x="805" y="1134"/>
                      <a:pt x="734" y="1026"/>
                      <a:pt x="707" y="949"/>
                    </a:cubicBezTo>
                    <a:lnTo>
                      <a:pt x="707" y="955"/>
                    </a:lnTo>
                    <a:cubicBezTo>
                      <a:pt x="680" y="862"/>
                      <a:pt x="636" y="775"/>
                      <a:pt x="582" y="699"/>
                    </a:cubicBezTo>
                    <a:cubicBezTo>
                      <a:pt x="579" y="696"/>
                      <a:pt x="576" y="695"/>
                      <a:pt x="573" y="695"/>
                    </a:cubicBezTo>
                    <a:cubicBezTo>
                      <a:pt x="566" y="695"/>
                      <a:pt x="562" y="703"/>
                      <a:pt x="566" y="710"/>
                    </a:cubicBezTo>
                    <a:cubicBezTo>
                      <a:pt x="631" y="797"/>
                      <a:pt x="642" y="928"/>
                      <a:pt x="680" y="1026"/>
                    </a:cubicBezTo>
                    <a:cubicBezTo>
                      <a:pt x="696" y="1069"/>
                      <a:pt x="745" y="1151"/>
                      <a:pt x="712" y="1194"/>
                    </a:cubicBezTo>
                    <a:cubicBezTo>
                      <a:pt x="703" y="1206"/>
                      <a:pt x="695" y="1211"/>
                      <a:pt x="688" y="1211"/>
                    </a:cubicBezTo>
                    <a:cubicBezTo>
                      <a:pt x="678" y="1211"/>
                      <a:pt x="668" y="1203"/>
                      <a:pt x="653" y="1194"/>
                    </a:cubicBezTo>
                    <a:cubicBezTo>
                      <a:pt x="636" y="1183"/>
                      <a:pt x="620" y="1172"/>
                      <a:pt x="609" y="1161"/>
                    </a:cubicBezTo>
                    <a:cubicBezTo>
                      <a:pt x="435" y="1036"/>
                      <a:pt x="343" y="835"/>
                      <a:pt x="267" y="645"/>
                    </a:cubicBezTo>
                    <a:cubicBezTo>
                      <a:pt x="229" y="558"/>
                      <a:pt x="185" y="471"/>
                      <a:pt x="153" y="379"/>
                    </a:cubicBezTo>
                    <a:cubicBezTo>
                      <a:pt x="136" y="324"/>
                      <a:pt x="114" y="275"/>
                      <a:pt x="104" y="221"/>
                    </a:cubicBezTo>
                    <a:cubicBezTo>
                      <a:pt x="87" y="178"/>
                      <a:pt x="71" y="129"/>
                      <a:pt x="66" y="85"/>
                    </a:cubicBezTo>
                    <a:cubicBezTo>
                      <a:pt x="70" y="79"/>
                      <a:pt x="74" y="77"/>
                      <a:pt x="79" y="77"/>
                    </a:cubicBezTo>
                    <a:cubicBezTo>
                      <a:pt x="102" y="77"/>
                      <a:pt x="133" y="125"/>
                      <a:pt x="142" y="134"/>
                    </a:cubicBezTo>
                    <a:cubicBezTo>
                      <a:pt x="185" y="167"/>
                      <a:pt x="223" y="205"/>
                      <a:pt x="256" y="248"/>
                    </a:cubicBezTo>
                    <a:cubicBezTo>
                      <a:pt x="310" y="330"/>
                      <a:pt x="343" y="422"/>
                      <a:pt x="403" y="504"/>
                    </a:cubicBezTo>
                    <a:cubicBezTo>
                      <a:pt x="407" y="510"/>
                      <a:pt x="414" y="513"/>
                      <a:pt x="421" y="513"/>
                    </a:cubicBezTo>
                    <a:cubicBezTo>
                      <a:pt x="436" y="513"/>
                      <a:pt x="452" y="497"/>
                      <a:pt x="441" y="482"/>
                    </a:cubicBezTo>
                    <a:cubicBezTo>
                      <a:pt x="397" y="417"/>
                      <a:pt x="370" y="346"/>
                      <a:pt x="332" y="275"/>
                    </a:cubicBezTo>
                    <a:cubicBezTo>
                      <a:pt x="299" y="221"/>
                      <a:pt x="256" y="167"/>
                      <a:pt x="207" y="123"/>
                    </a:cubicBezTo>
                    <a:cubicBezTo>
                      <a:pt x="165" y="82"/>
                      <a:pt x="116" y="1"/>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20"/>
              <p:cNvSpPr/>
              <p:nvPr/>
            </p:nvSpPr>
            <p:spPr>
              <a:xfrm>
                <a:off x="3673750" y="2566750"/>
                <a:ext cx="10500" cy="11875"/>
              </a:xfrm>
              <a:custGeom>
                <a:rect b="b" l="l" r="r" t="t"/>
                <a:pathLst>
                  <a:path extrusionOk="0" h="475" w="420">
                    <a:moveTo>
                      <a:pt x="38" y="1"/>
                    </a:moveTo>
                    <a:cubicBezTo>
                      <a:pt x="20" y="1"/>
                      <a:pt x="0" y="21"/>
                      <a:pt x="8" y="44"/>
                    </a:cubicBezTo>
                    <a:cubicBezTo>
                      <a:pt x="52" y="142"/>
                      <a:pt x="100" y="235"/>
                      <a:pt x="155" y="327"/>
                    </a:cubicBezTo>
                    <a:cubicBezTo>
                      <a:pt x="187" y="371"/>
                      <a:pt x="247" y="474"/>
                      <a:pt x="307" y="474"/>
                    </a:cubicBezTo>
                    <a:cubicBezTo>
                      <a:pt x="309" y="474"/>
                      <a:pt x="312" y="474"/>
                      <a:pt x="314" y="474"/>
                    </a:cubicBezTo>
                    <a:cubicBezTo>
                      <a:pt x="419" y="474"/>
                      <a:pt x="376" y="223"/>
                      <a:pt x="312" y="186"/>
                    </a:cubicBezTo>
                    <a:lnTo>
                      <a:pt x="312" y="191"/>
                    </a:lnTo>
                    <a:cubicBezTo>
                      <a:pt x="309" y="189"/>
                      <a:pt x="305" y="188"/>
                      <a:pt x="301" y="188"/>
                    </a:cubicBezTo>
                    <a:cubicBezTo>
                      <a:pt x="290" y="188"/>
                      <a:pt x="281" y="199"/>
                      <a:pt x="285" y="207"/>
                    </a:cubicBezTo>
                    <a:cubicBezTo>
                      <a:pt x="302" y="256"/>
                      <a:pt x="312" y="311"/>
                      <a:pt x="312" y="360"/>
                    </a:cubicBezTo>
                    <a:cubicBezTo>
                      <a:pt x="312" y="371"/>
                      <a:pt x="312" y="414"/>
                      <a:pt x="307" y="414"/>
                    </a:cubicBezTo>
                    <a:cubicBezTo>
                      <a:pt x="307" y="414"/>
                      <a:pt x="306" y="414"/>
                      <a:pt x="306" y="414"/>
                    </a:cubicBezTo>
                    <a:cubicBezTo>
                      <a:pt x="297" y="414"/>
                      <a:pt x="247" y="359"/>
                      <a:pt x="242" y="349"/>
                    </a:cubicBezTo>
                    <a:cubicBezTo>
                      <a:pt x="166" y="246"/>
                      <a:pt x="106" y="131"/>
                      <a:pt x="57" y="12"/>
                    </a:cubicBezTo>
                    <a:cubicBezTo>
                      <a:pt x="52" y="4"/>
                      <a:pt x="45" y="1"/>
                      <a:pt x="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120"/>
            <p:cNvGrpSpPr/>
            <p:nvPr/>
          </p:nvGrpSpPr>
          <p:grpSpPr>
            <a:xfrm>
              <a:off x="6628559" y="1491435"/>
              <a:ext cx="262886" cy="274317"/>
              <a:chOff x="4364400" y="2500025"/>
              <a:chExt cx="212450" cy="220725"/>
            </a:xfrm>
          </p:grpSpPr>
          <p:sp>
            <p:nvSpPr>
              <p:cNvPr id="4726" name="Google Shape;4726;p120"/>
              <p:cNvSpPr/>
              <p:nvPr/>
            </p:nvSpPr>
            <p:spPr>
              <a:xfrm>
                <a:off x="4372975" y="2558350"/>
                <a:ext cx="203875" cy="145150"/>
              </a:xfrm>
              <a:custGeom>
                <a:rect b="b" l="l" r="r" t="t"/>
                <a:pathLst>
                  <a:path extrusionOk="0" h="5806" w="8155">
                    <a:moveTo>
                      <a:pt x="5491" y="304"/>
                    </a:moveTo>
                    <a:cubicBezTo>
                      <a:pt x="5553" y="304"/>
                      <a:pt x="5614" y="308"/>
                      <a:pt x="5676" y="315"/>
                    </a:cubicBezTo>
                    <a:cubicBezTo>
                      <a:pt x="5861" y="342"/>
                      <a:pt x="6040" y="413"/>
                      <a:pt x="6192" y="516"/>
                    </a:cubicBezTo>
                    <a:cubicBezTo>
                      <a:pt x="6225" y="538"/>
                      <a:pt x="6257" y="554"/>
                      <a:pt x="6290" y="571"/>
                    </a:cubicBezTo>
                    <a:cubicBezTo>
                      <a:pt x="6143" y="592"/>
                      <a:pt x="6007" y="636"/>
                      <a:pt x="5882" y="707"/>
                    </a:cubicBezTo>
                    <a:cubicBezTo>
                      <a:pt x="5714" y="804"/>
                      <a:pt x="5556" y="919"/>
                      <a:pt x="5415" y="1054"/>
                    </a:cubicBezTo>
                    <a:cubicBezTo>
                      <a:pt x="5404" y="1033"/>
                      <a:pt x="5388" y="1016"/>
                      <a:pt x="5377" y="1000"/>
                    </a:cubicBezTo>
                    <a:cubicBezTo>
                      <a:pt x="5284" y="891"/>
                      <a:pt x="5159" y="815"/>
                      <a:pt x="5024" y="777"/>
                    </a:cubicBezTo>
                    <a:cubicBezTo>
                      <a:pt x="4915" y="750"/>
                      <a:pt x="4806" y="739"/>
                      <a:pt x="4697" y="739"/>
                    </a:cubicBezTo>
                    <a:cubicBezTo>
                      <a:pt x="4676" y="739"/>
                      <a:pt x="4654" y="745"/>
                      <a:pt x="4627" y="745"/>
                    </a:cubicBezTo>
                    <a:cubicBezTo>
                      <a:pt x="4627" y="712"/>
                      <a:pt x="4632" y="674"/>
                      <a:pt x="4648" y="647"/>
                    </a:cubicBezTo>
                    <a:cubicBezTo>
                      <a:pt x="4688" y="589"/>
                      <a:pt x="4634" y="521"/>
                      <a:pt x="4578" y="521"/>
                    </a:cubicBezTo>
                    <a:cubicBezTo>
                      <a:pt x="4565" y="521"/>
                      <a:pt x="4552" y="525"/>
                      <a:pt x="4540" y="533"/>
                    </a:cubicBezTo>
                    <a:cubicBezTo>
                      <a:pt x="4464" y="598"/>
                      <a:pt x="4415" y="690"/>
                      <a:pt x="4404" y="788"/>
                    </a:cubicBezTo>
                    <a:cubicBezTo>
                      <a:pt x="4382" y="886"/>
                      <a:pt x="4311" y="1087"/>
                      <a:pt x="4426" y="1158"/>
                    </a:cubicBezTo>
                    <a:cubicBezTo>
                      <a:pt x="4448" y="1171"/>
                      <a:pt x="4468" y="1177"/>
                      <a:pt x="4485" y="1177"/>
                    </a:cubicBezTo>
                    <a:cubicBezTo>
                      <a:pt x="4551" y="1177"/>
                      <a:pt x="4582" y="1091"/>
                      <a:pt x="4600" y="1022"/>
                    </a:cubicBezTo>
                    <a:lnTo>
                      <a:pt x="4605" y="1022"/>
                    </a:lnTo>
                    <a:cubicBezTo>
                      <a:pt x="4627" y="1016"/>
                      <a:pt x="4643" y="1006"/>
                      <a:pt x="4659" y="989"/>
                    </a:cubicBezTo>
                    <a:cubicBezTo>
                      <a:pt x="4684" y="992"/>
                      <a:pt x="4711" y="992"/>
                      <a:pt x="4738" y="992"/>
                    </a:cubicBezTo>
                    <a:cubicBezTo>
                      <a:pt x="4765" y="992"/>
                      <a:pt x="4792" y="992"/>
                      <a:pt x="4817" y="995"/>
                    </a:cubicBezTo>
                    <a:cubicBezTo>
                      <a:pt x="4920" y="1000"/>
                      <a:pt x="5024" y="1027"/>
                      <a:pt x="5116" y="1071"/>
                    </a:cubicBezTo>
                    <a:cubicBezTo>
                      <a:pt x="5176" y="1098"/>
                      <a:pt x="5235" y="1136"/>
                      <a:pt x="5290" y="1174"/>
                    </a:cubicBezTo>
                    <a:cubicBezTo>
                      <a:pt x="5241" y="1223"/>
                      <a:pt x="5203" y="1277"/>
                      <a:pt x="5176" y="1337"/>
                    </a:cubicBezTo>
                    <a:cubicBezTo>
                      <a:pt x="5149" y="1381"/>
                      <a:pt x="5127" y="1430"/>
                      <a:pt x="5105" y="1473"/>
                    </a:cubicBezTo>
                    <a:cubicBezTo>
                      <a:pt x="5078" y="1549"/>
                      <a:pt x="5045" y="1625"/>
                      <a:pt x="5013" y="1701"/>
                    </a:cubicBezTo>
                    <a:cubicBezTo>
                      <a:pt x="4919" y="1632"/>
                      <a:pt x="4805" y="1597"/>
                      <a:pt x="4689" y="1597"/>
                    </a:cubicBezTo>
                    <a:cubicBezTo>
                      <a:pt x="4650" y="1597"/>
                      <a:pt x="4611" y="1601"/>
                      <a:pt x="4572" y="1609"/>
                    </a:cubicBezTo>
                    <a:cubicBezTo>
                      <a:pt x="4485" y="1631"/>
                      <a:pt x="4404" y="1669"/>
                      <a:pt x="4328" y="1718"/>
                    </a:cubicBezTo>
                    <a:lnTo>
                      <a:pt x="4295" y="1745"/>
                    </a:lnTo>
                    <a:cubicBezTo>
                      <a:pt x="4252" y="1690"/>
                      <a:pt x="4203" y="1642"/>
                      <a:pt x="4154" y="1593"/>
                    </a:cubicBezTo>
                    <a:cubicBezTo>
                      <a:pt x="4142" y="1585"/>
                      <a:pt x="4129" y="1582"/>
                      <a:pt x="4117" y="1582"/>
                    </a:cubicBezTo>
                    <a:cubicBezTo>
                      <a:pt x="4075" y="1582"/>
                      <a:pt x="4038" y="1622"/>
                      <a:pt x="4050" y="1669"/>
                    </a:cubicBezTo>
                    <a:cubicBezTo>
                      <a:pt x="4089" y="1723"/>
                      <a:pt x="4116" y="1788"/>
                      <a:pt x="4127" y="1854"/>
                    </a:cubicBezTo>
                    <a:cubicBezTo>
                      <a:pt x="4127" y="1924"/>
                      <a:pt x="4121" y="1995"/>
                      <a:pt x="4105" y="2066"/>
                    </a:cubicBezTo>
                    <a:cubicBezTo>
                      <a:pt x="4100" y="2135"/>
                      <a:pt x="4124" y="2261"/>
                      <a:pt x="4202" y="2261"/>
                    </a:cubicBezTo>
                    <a:cubicBezTo>
                      <a:pt x="4215" y="2261"/>
                      <a:pt x="4230" y="2258"/>
                      <a:pt x="4246" y="2250"/>
                    </a:cubicBezTo>
                    <a:cubicBezTo>
                      <a:pt x="4333" y="2207"/>
                      <a:pt x="4355" y="2049"/>
                      <a:pt x="4355" y="1946"/>
                    </a:cubicBezTo>
                    <a:cubicBezTo>
                      <a:pt x="4426" y="1919"/>
                      <a:pt x="4496" y="1886"/>
                      <a:pt x="4561" y="1848"/>
                    </a:cubicBezTo>
                    <a:cubicBezTo>
                      <a:pt x="4631" y="1822"/>
                      <a:pt x="4703" y="1810"/>
                      <a:pt x="4775" y="1810"/>
                    </a:cubicBezTo>
                    <a:cubicBezTo>
                      <a:pt x="4839" y="1810"/>
                      <a:pt x="4903" y="1819"/>
                      <a:pt x="4964" y="1837"/>
                    </a:cubicBezTo>
                    <a:cubicBezTo>
                      <a:pt x="4964" y="1848"/>
                      <a:pt x="4958" y="1854"/>
                      <a:pt x="4958" y="1864"/>
                    </a:cubicBezTo>
                    <a:cubicBezTo>
                      <a:pt x="4931" y="1940"/>
                      <a:pt x="4915" y="2022"/>
                      <a:pt x="4915" y="2104"/>
                    </a:cubicBezTo>
                    <a:lnTo>
                      <a:pt x="4882" y="2120"/>
                    </a:lnTo>
                    <a:cubicBezTo>
                      <a:pt x="4817" y="2163"/>
                      <a:pt x="4752" y="2201"/>
                      <a:pt x="4686" y="2234"/>
                    </a:cubicBezTo>
                    <a:cubicBezTo>
                      <a:pt x="4598" y="2244"/>
                      <a:pt x="4609" y="2371"/>
                      <a:pt x="4692" y="2371"/>
                    </a:cubicBezTo>
                    <a:cubicBezTo>
                      <a:pt x="4696" y="2371"/>
                      <a:pt x="4699" y="2370"/>
                      <a:pt x="4703" y="2370"/>
                    </a:cubicBezTo>
                    <a:cubicBezTo>
                      <a:pt x="4773" y="2370"/>
                      <a:pt x="4844" y="2359"/>
                      <a:pt x="4909" y="2343"/>
                    </a:cubicBezTo>
                    <a:cubicBezTo>
                      <a:pt x="4959" y="2339"/>
                      <a:pt x="5007" y="2335"/>
                      <a:pt x="5055" y="2335"/>
                    </a:cubicBezTo>
                    <a:cubicBezTo>
                      <a:pt x="5075" y="2335"/>
                      <a:pt x="5095" y="2336"/>
                      <a:pt x="5116" y="2337"/>
                    </a:cubicBezTo>
                    <a:cubicBezTo>
                      <a:pt x="5257" y="2332"/>
                      <a:pt x="5284" y="2136"/>
                      <a:pt x="5149" y="2093"/>
                    </a:cubicBezTo>
                    <a:cubicBezTo>
                      <a:pt x="5149" y="2076"/>
                      <a:pt x="5149" y="2060"/>
                      <a:pt x="5149" y="2044"/>
                    </a:cubicBezTo>
                    <a:cubicBezTo>
                      <a:pt x="5165" y="1946"/>
                      <a:pt x="5187" y="1848"/>
                      <a:pt x="5219" y="1756"/>
                    </a:cubicBezTo>
                    <a:lnTo>
                      <a:pt x="5263" y="1598"/>
                    </a:lnTo>
                    <a:cubicBezTo>
                      <a:pt x="5290" y="1598"/>
                      <a:pt x="5312" y="1582"/>
                      <a:pt x="5322" y="1560"/>
                    </a:cubicBezTo>
                    <a:cubicBezTo>
                      <a:pt x="5339" y="1500"/>
                      <a:pt x="5366" y="1446"/>
                      <a:pt x="5399" y="1391"/>
                    </a:cubicBezTo>
                    <a:cubicBezTo>
                      <a:pt x="5437" y="1332"/>
                      <a:pt x="5491" y="1283"/>
                      <a:pt x="5551" y="1239"/>
                    </a:cubicBezTo>
                    <a:cubicBezTo>
                      <a:pt x="5665" y="1136"/>
                      <a:pt x="5795" y="1033"/>
                      <a:pt x="5926" y="946"/>
                    </a:cubicBezTo>
                    <a:cubicBezTo>
                      <a:pt x="6040" y="870"/>
                      <a:pt x="6170" y="815"/>
                      <a:pt x="6306" y="794"/>
                    </a:cubicBezTo>
                    <a:cubicBezTo>
                      <a:pt x="6328" y="791"/>
                      <a:pt x="6348" y="789"/>
                      <a:pt x="6369" y="789"/>
                    </a:cubicBezTo>
                    <a:cubicBezTo>
                      <a:pt x="6389" y="789"/>
                      <a:pt x="6410" y="791"/>
                      <a:pt x="6431" y="794"/>
                    </a:cubicBezTo>
                    <a:cubicBezTo>
                      <a:pt x="6589" y="886"/>
                      <a:pt x="6763" y="881"/>
                      <a:pt x="6937" y="935"/>
                    </a:cubicBezTo>
                    <a:cubicBezTo>
                      <a:pt x="7018" y="957"/>
                      <a:pt x="7089" y="1006"/>
                      <a:pt x="7133" y="1071"/>
                    </a:cubicBezTo>
                    <a:cubicBezTo>
                      <a:pt x="7192" y="1158"/>
                      <a:pt x="7203" y="1256"/>
                      <a:pt x="7241" y="1353"/>
                    </a:cubicBezTo>
                    <a:cubicBezTo>
                      <a:pt x="7268" y="1430"/>
                      <a:pt x="7279" y="1511"/>
                      <a:pt x="7268" y="1593"/>
                    </a:cubicBezTo>
                    <a:lnTo>
                      <a:pt x="7263" y="1593"/>
                    </a:lnTo>
                    <a:cubicBezTo>
                      <a:pt x="7187" y="1593"/>
                      <a:pt x="7116" y="1582"/>
                      <a:pt x="7046" y="1571"/>
                    </a:cubicBezTo>
                    <a:cubicBezTo>
                      <a:pt x="7038" y="1570"/>
                      <a:pt x="7029" y="1570"/>
                      <a:pt x="7020" y="1570"/>
                    </a:cubicBezTo>
                    <a:cubicBezTo>
                      <a:pt x="6987" y="1570"/>
                      <a:pt x="6948" y="1573"/>
                      <a:pt x="6908" y="1573"/>
                    </a:cubicBezTo>
                    <a:cubicBezTo>
                      <a:pt x="6831" y="1573"/>
                      <a:pt x="6752" y="1564"/>
                      <a:pt x="6719" y="1511"/>
                    </a:cubicBezTo>
                    <a:cubicBezTo>
                      <a:pt x="6714" y="1503"/>
                      <a:pt x="6706" y="1499"/>
                      <a:pt x="6699" y="1499"/>
                    </a:cubicBezTo>
                    <a:cubicBezTo>
                      <a:pt x="6692" y="1499"/>
                      <a:pt x="6687" y="1503"/>
                      <a:pt x="6687" y="1511"/>
                    </a:cubicBezTo>
                    <a:cubicBezTo>
                      <a:pt x="6643" y="1663"/>
                      <a:pt x="6855" y="1734"/>
                      <a:pt x="6959" y="1761"/>
                    </a:cubicBezTo>
                    <a:cubicBezTo>
                      <a:pt x="7048" y="1786"/>
                      <a:pt x="7182" y="1833"/>
                      <a:pt x="7296" y="1833"/>
                    </a:cubicBezTo>
                    <a:cubicBezTo>
                      <a:pt x="7307" y="1833"/>
                      <a:pt x="7318" y="1833"/>
                      <a:pt x="7328" y="1832"/>
                    </a:cubicBezTo>
                    <a:cubicBezTo>
                      <a:pt x="7350" y="1870"/>
                      <a:pt x="7372" y="1902"/>
                      <a:pt x="7394" y="1935"/>
                    </a:cubicBezTo>
                    <a:cubicBezTo>
                      <a:pt x="7464" y="2006"/>
                      <a:pt x="7529" y="2087"/>
                      <a:pt x="7584" y="2174"/>
                    </a:cubicBezTo>
                    <a:cubicBezTo>
                      <a:pt x="7638" y="2261"/>
                      <a:pt x="7676" y="2364"/>
                      <a:pt x="7736" y="2451"/>
                    </a:cubicBezTo>
                    <a:cubicBezTo>
                      <a:pt x="7790" y="2517"/>
                      <a:pt x="7823" y="2598"/>
                      <a:pt x="7834" y="2685"/>
                    </a:cubicBezTo>
                    <a:cubicBezTo>
                      <a:pt x="7839" y="2799"/>
                      <a:pt x="7807" y="2913"/>
                      <a:pt x="7801" y="3022"/>
                    </a:cubicBezTo>
                    <a:lnTo>
                      <a:pt x="7807" y="3022"/>
                    </a:lnTo>
                    <a:cubicBezTo>
                      <a:pt x="7790" y="3131"/>
                      <a:pt x="7769" y="3234"/>
                      <a:pt x="7736" y="3337"/>
                    </a:cubicBezTo>
                    <a:cubicBezTo>
                      <a:pt x="7725" y="3397"/>
                      <a:pt x="7709" y="3452"/>
                      <a:pt x="7682" y="3501"/>
                    </a:cubicBezTo>
                    <a:cubicBezTo>
                      <a:pt x="7649" y="3544"/>
                      <a:pt x="7611" y="3582"/>
                      <a:pt x="7584" y="3631"/>
                    </a:cubicBezTo>
                    <a:cubicBezTo>
                      <a:pt x="7529" y="3707"/>
                      <a:pt x="7502" y="3800"/>
                      <a:pt x="7497" y="3897"/>
                    </a:cubicBezTo>
                    <a:cubicBezTo>
                      <a:pt x="7491" y="4006"/>
                      <a:pt x="7524" y="4109"/>
                      <a:pt x="7524" y="4218"/>
                    </a:cubicBezTo>
                    <a:cubicBezTo>
                      <a:pt x="7519" y="4316"/>
                      <a:pt x="7508" y="4408"/>
                      <a:pt x="7486" y="4506"/>
                    </a:cubicBezTo>
                    <a:cubicBezTo>
                      <a:pt x="7464" y="4609"/>
                      <a:pt x="7383" y="4707"/>
                      <a:pt x="7339" y="4800"/>
                    </a:cubicBezTo>
                    <a:cubicBezTo>
                      <a:pt x="7241" y="5001"/>
                      <a:pt x="7105" y="5180"/>
                      <a:pt x="6942" y="5327"/>
                    </a:cubicBezTo>
                    <a:cubicBezTo>
                      <a:pt x="6819" y="5424"/>
                      <a:pt x="6664" y="5478"/>
                      <a:pt x="6509" y="5478"/>
                    </a:cubicBezTo>
                    <a:cubicBezTo>
                      <a:pt x="6472" y="5478"/>
                      <a:pt x="6435" y="5475"/>
                      <a:pt x="6399" y="5468"/>
                    </a:cubicBezTo>
                    <a:cubicBezTo>
                      <a:pt x="6323" y="5463"/>
                      <a:pt x="6247" y="5441"/>
                      <a:pt x="6181" y="5403"/>
                    </a:cubicBezTo>
                    <a:cubicBezTo>
                      <a:pt x="6160" y="5381"/>
                      <a:pt x="6127" y="5365"/>
                      <a:pt x="6100" y="5354"/>
                    </a:cubicBezTo>
                    <a:cubicBezTo>
                      <a:pt x="6176" y="5289"/>
                      <a:pt x="6252" y="5218"/>
                      <a:pt x="6323" y="5142"/>
                    </a:cubicBezTo>
                    <a:cubicBezTo>
                      <a:pt x="6377" y="5093"/>
                      <a:pt x="6426" y="5044"/>
                      <a:pt x="6475" y="4990"/>
                    </a:cubicBezTo>
                    <a:cubicBezTo>
                      <a:pt x="6507" y="4930"/>
                      <a:pt x="6540" y="4865"/>
                      <a:pt x="6556" y="4794"/>
                    </a:cubicBezTo>
                    <a:cubicBezTo>
                      <a:pt x="6573" y="4751"/>
                      <a:pt x="6594" y="4713"/>
                      <a:pt x="6622" y="4675"/>
                    </a:cubicBezTo>
                    <a:cubicBezTo>
                      <a:pt x="6643" y="4680"/>
                      <a:pt x="6665" y="4686"/>
                      <a:pt x="6687" y="4686"/>
                    </a:cubicBezTo>
                    <a:cubicBezTo>
                      <a:pt x="6728" y="4690"/>
                      <a:pt x="6777" y="4694"/>
                      <a:pt x="6827" y="4694"/>
                    </a:cubicBezTo>
                    <a:cubicBezTo>
                      <a:pt x="6909" y="4694"/>
                      <a:pt x="6994" y="4683"/>
                      <a:pt x="7051" y="4642"/>
                    </a:cubicBezTo>
                    <a:cubicBezTo>
                      <a:pt x="7111" y="4604"/>
                      <a:pt x="7111" y="4512"/>
                      <a:pt x="7051" y="4474"/>
                    </a:cubicBezTo>
                    <a:cubicBezTo>
                      <a:pt x="6999" y="4436"/>
                      <a:pt x="6940" y="4429"/>
                      <a:pt x="6879" y="4429"/>
                    </a:cubicBezTo>
                    <a:cubicBezTo>
                      <a:pt x="6836" y="4429"/>
                      <a:pt x="6793" y="4432"/>
                      <a:pt x="6750" y="4432"/>
                    </a:cubicBezTo>
                    <a:cubicBezTo>
                      <a:pt x="6721" y="4432"/>
                      <a:pt x="6693" y="4431"/>
                      <a:pt x="6665" y="4425"/>
                    </a:cubicBezTo>
                    <a:cubicBezTo>
                      <a:pt x="6665" y="4419"/>
                      <a:pt x="6660" y="4414"/>
                      <a:pt x="6660" y="4408"/>
                    </a:cubicBezTo>
                    <a:cubicBezTo>
                      <a:pt x="6649" y="4381"/>
                      <a:pt x="6627" y="4365"/>
                      <a:pt x="6600" y="4359"/>
                    </a:cubicBezTo>
                    <a:cubicBezTo>
                      <a:pt x="6594" y="4294"/>
                      <a:pt x="6611" y="4229"/>
                      <a:pt x="6654" y="4180"/>
                    </a:cubicBezTo>
                    <a:cubicBezTo>
                      <a:pt x="6700" y="4130"/>
                      <a:pt x="6656" y="4063"/>
                      <a:pt x="6603" y="4063"/>
                    </a:cubicBezTo>
                    <a:cubicBezTo>
                      <a:pt x="6587" y="4063"/>
                      <a:pt x="6571" y="4069"/>
                      <a:pt x="6556" y="4082"/>
                    </a:cubicBezTo>
                    <a:cubicBezTo>
                      <a:pt x="6491" y="4147"/>
                      <a:pt x="6442" y="4229"/>
                      <a:pt x="6421" y="4321"/>
                    </a:cubicBezTo>
                    <a:cubicBezTo>
                      <a:pt x="6388" y="4403"/>
                      <a:pt x="6377" y="4484"/>
                      <a:pt x="6437" y="4555"/>
                    </a:cubicBezTo>
                    <a:cubicBezTo>
                      <a:pt x="6410" y="4615"/>
                      <a:pt x="6361" y="4675"/>
                      <a:pt x="6339" y="4734"/>
                    </a:cubicBezTo>
                    <a:cubicBezTo>
                      <a:pt x="6301" y="4838"/>
                      <a:pt x="6241" y="4936"/>
                      <a:pt x="6160" y="5012"/>
                    </a:cubicBezTo>
                    <a:cubicBezTo>
                      <a:pt x="6100" y="5088"/>
                      <a:pt x="6040" y="5164"/>
                      <a:pt x="5969" y="5235"/>
                    </a:cubicBezTo>
                    <a:cubicBezTo>
                      <a:pt x="5937" y="5267"/>
                      <a:pt x="5899" y="5300"/>
                      <a:pt x="5855" y="5338"/>
                    </a:cubicBezTo>
                    <a:cubicBezTo>
                      <a:pt x="5831" y="5337"/>
                      <a:pt x="5806" y="5336"/>
                      <a:pt x="5782" y="5336"/>
                    </a:cubicBezTo>
                    <a:cubicBezTo>
                      <a:pt x="5709" y="5336"/>
                      <a:pt x="5636" y="5342"/>
                      <a:pt x="5567" y="5354"/>
                    </a:cubicBezTo>
                    <a:cubicBezTo>
                      <a:pt x="5521" y="5369"/>
                      <a:pt x="5475" y="5376"/>
                      <a:pt x="5428" y="5376"/>
                    </a:cubicBezTo>
                    <a:cubicBezTo>
                      <a:pt x="5370" y="5376"/>
                      <a:pt x="5312" y="5365"/>
                      <a:pt x="5257" y="5343"/>
                    </a:cubicBezTo>
                    <a:cubicBezTo>
                      <a:pt x="5083" y="5284"/>
                      <a:pt x="4909" y="5158"/>
                      <a:pt x="4855" y="4979"/>
                    </a:cubicBezTo>
                    <a:cubicBezTo>
                      <a:pt x="4795" y="4805"/>
                      <a:pt x="4708" y="4620"/>
                      <a:pt x="4534" y="4522"/>
                    </a:cubicBezTo>
                    <a:cubicBezTo>
                      <a:pt x="4507" y="4506"/>
                      <a:pt x="4485" y="4495"/>
                      <a:pt x="4458" y="4484"/>
                    </a:cubicBezTo>
                    <a:cubicBezTo>
                      <a:pt x="4556" y="4408"/>
                      <a:pt x="4654" y="4327"/>
                      <a:pt x="4752" y="4251"/>
                    </a:cubicBezTo>
                    <a:cubicBezTo>
                      <a:pt x="4801" y="4218"/>
                      <a:pt x="4850" y="4180"/>
                      <a:pt x="4888" y="4137"/>
                    </a:cubicBezTo>
                    <a:cubicBezTo>
                      <a:pt x="4975" y="4191"/>
                      <a:pt x="5062" y="4229"/>
                      <a:pt x="5154" y="4251"/>
                    </a:cubicBezTo>
                    <a:cubicBezTo>
                      <a:pt x="5280" y="4285"/>
                      <a:pt x="5410" y="4302"/>
                      <a:pt x="5540" y="4302"/>
                    </a:cubicBezTo>
                    <a:cubicBezTo>
                      <a:pt x="5618" y="4302"/>
                      <a:pt x="5696" y="4296"/>
                      <a:pt x="5774" y="4283"/>
                    </a:cubicBezTo>
                    <a:cubicBezTo>
                      <a:pt x="5953" y="4256"/>
                      <a:pt x="6116" y="4185"/>
                      <a:pt x="6263" y="4077"/>
                    </a:cubicBezTo>
                    <a:cubicBezTo>
                      <a:pt x="6372" y="3995"/>
                      <a:pt x="6464" y="3859"/>
                      <a:pt x="6426" y="3718"/>
                    </a:cubicBezTo>
                    <a:cubicBezTo>
                      <a:pt x="6418" y="3691"/>
                      <a:pt x="6395" y="3677"/>
                      <a:pt x="6372" y="3677"/>
                    </a:cubicBezTo>
                    <a:cubicBezTo>
                      <a:pt x="6348" y="3677"/>
                      <a:pt x="6325" y="3691"/>
                      <a:pt x="6317" y="3718"/>
                    </a:cubicBezTo>
                    <a:cubicBezTo>
                      <a:pt x="6279" y="3810"/>
                      <a:pt x="6143" y="3854"/>
                      <a:pt x="6062" y="3892"/>
                    </a:cubicBezTo>
                    <a:cubicBezTo>
                      <a:pt x="6018" y="3914"/>
                      <a:pt x="5980" y="3930"/>
                      <a:pt x="5942" y="3946"/>
                    </a:cubicBezTo>
                    <a:cubicBezTo>
                      <a:pt x="5942" y="3800"/>
                      <a:pt x="5937" y="3653"/>
                      <a:pt x="5915" y="3506"/>
                    </a:cubicBezTo>
                    <a:cubicBezTo>
                      <a:pt x="5904" y="3414"/>
                      <a:pt x="5882" y="3321"/>
                      <a:pt x="5871" y="3234"/>
                    </a:cubicBezTo>
                    <a:cubicBezTo>
                      <a:pt x="5866" y="3169"/>
                      <a:pt x="5871" y="3098"/>
                      <a:pt x="5888" y="3033"/>
                    </a:cubicBezTo>
                    <a:cubicBezTo>
                      <a:pt x="5904" y="3028"/>
                      <a:pt x="5920" y="3022"/>
                      <a:pt x="5937" y="3017"/>
                    </a:cubicBezTo>
                    <a:cubicBezTo>
                      <a:pt x="6029" y="3006"/>
                      <a:pt x="6122" y="3000"/>
                      <a:pt x="6209" y="3000"/>
                    </a:cubicBezTo>
                    <a:cubicBezTo>
                      <a:pt x="6309" y="2997"/>
                      <a:pt x="6411" y="2994"/>
                      <a:pt x="6512" y="2994"/>
                    </a:cubicBezTo>
                    <a:cubicBezTo>
                      <a:pt x="6586" y="2994"/>
                      <a:pt x="6659" y="2996"/>
                      <a:pt x="6730" y="3000"/>
                    </a:cubicBezTo>
                    <a:cubicBezTo>
                      <a:pt x="6743" y="2999"/>
                      <a:pt x="6756" y="2998"/>
                      <a:pt x="6769" y="2998"/>
                    </a:cubicBezTo>
                    <a:cubicBezTo>
                      <a:pt x="6906" y="2998"/>
                      <a:pt x="7025" y="3100"/>
                      <a:pt x="7040" y="3240"/>
                    </a:cubicBezTo>
                    <a:cubicBezTo>
                      <a:pt x="7056" y="3289"/>
                      <a:pt x="7073" y="3337"/>
                      <a:pt x="7095" y="3386"/>
                    </a:cubicBezTo>
                    <a:cubicBezTo>
                      <a:pt x="7040" y="3501"/>
                      <a:pt x="7073" y="3642"/>
                      <a:pt x="7165" y="3729"/>
                    </a:cubicBezTo>
                    <a:cubicBezTo>
                      <a:pt x="7191" y="3752"/>
                      <a:pt x="7220" y="3762"/>
                      <a:pt x="7247" y="3762"/>
                    </a:cubicBezTo>
                    <a:cubicBezTo>
                      <a:pt x="7331" y="3762"/>
                      <a:pt x="7404" y="3672"/>
                      <a:pt x="7355" y="3582"/>
                    </a:cubicBezTo>
                    <a:cubicBezTo>
                      <a:pt x="7339" y="3549"/>
                      <a:pt x="7323" y="3539"/>
                      <a:pt x="7323" y="3501"/>
                    </a:cubicBezTo>
                    <a:cubicBezTo>
                      <a:pt x="7328" y="3452"/>
                      <a:pt x="7345" y="3403"/>
                      <a:pt x="7377" y="3365"/>
                    </a:cubicBezTo>
                    <a:cubicBezTo>
                      <a:pt x="7410" y="3299"/>
                      <a:pt x="7453" y="3240"/>
                      <a:pt x="7508" y="3185"/>
                    </a:cubicBezTo>
                    <a:cubicBezTo>
                      <a:pt x="7587" y="3136"/>
                      <a:pt x="7549" y="3019"/>
                      <a:pt x="7463" y="3019"/>
                    </a:cubicBezTo>
                    <a:cubicBezTo>
                      <a:pt x="7455" y="3019"/>
                      <a:pt x="7446" y="3020"/>
                      <a:pt x="7437" y="3022"/>
                    </a:cubicBezTo>
                    <a:cubicBezTo>
                      <a:pt x="7377" y="3039"/>
                      <a:pt x="7317" y="3077"/>
                      <a:pt x="7279" y="3131"/>
                    </a:cubicBezTo>
                    <a:lnTo>
                      <a:pt x="7263" y="3147"/>
                    </a:lnTo>
                    <a:cubicBezTo>
                      <a:pt x="7252" y="3109"/>
                      <a:pt x="7241" y="3066"/>
                      <a:pt x="7225" y="3028"/>
                    </a:cubicBezTo>
                    <a:cubicBezTo>
                      <a:pt x="7154" y="2848"/>
                      <a:pt x="6964" y="2772"/>
                      <a:pt x="6785" y="2756"/>
                    </a:cubicBezTo>
                    <a:cubicBezTo>
                      <a:pt x="6722" y="2751"/>
                      <a:pt x="6660" y="2748"/>
                      <a:pt x="6598" y="2748"/>
                    </a:cubicBezTo>
                    <a:cubicBezTo>
                      <a:pt x="6459" y="2748"/>
                      <a:pt x="6320" y="2761"/>
                      <a:pt x="6181" y="2783"/>
                    </a:cubicBezTo>
                    <a:cubicBezTo>
                      <a:pt x="6094" y="2799"/>
                      <a:pt x="6007" y="2821"/>
                      <a:pt x="5920" y="2854"/>
                    </a:cubicBezTo>
                    <a:cubicBezTo>
                      <a:pt x="5937" y="2750"/>
                      <a:pt x="5958" y="2647"/>
                      <a:pt x="5997" y="2549"/>
                    </a:cubicBezTo>
                    <a:cubicBezTo>
                      <a:pt x="6035" y="2435"/>
                      <a:pt x="6111" y="2337"/>
                      <a:pt x="6203" y="2261"/>
                    </a:cubicBezTo>
                    <a:cubicBezTo>
                      <a:pt x="6285" y="2310"/>
                      <a:pt x="6382" y="2337"/>
                      <a:pt x="6475" y="2343"/>
                    </a:cubicBezTo>
                    <a:cubicBezTo>
                      <a:pt x="6484" y="2343"/>
                      <a:pt x="6493" y="2344"/>
                      <a:pt x="6502" y="2344"/>
                    </a:cubicBezTo>
                    <a:cubicBezTo>
                      <a:pt x="6592" y="2344"/>
                      <a:pt x="6708" y="2319"/>
                      <a:pt x="6758" y="2245"/>
                    </a:cubicBezTo>
                    <a:cubicBezTo>
                      <a:pt x="6774" y="2223"/>
                      <a:pt x="6774" y="2201"/>
                      <a:pt x="6758" y="2180"/>
                    </a:cubicBezTo>
                    <a:cubicBezTo>
                      <a:pt x="6676" y="2055"/>
                      <a:pt x="6480" y="2087"/>
                      <a:pt x="6355" y="2038"/>
                    </a:cubicBezTo>
                    <a:cubicBezTo>
                      <a:pt x="6290" y="2006"/>
                      <a:pt x="6236" y="1946"/>
                      <a:pt x="6203" y="1881"/>
                    </a:cubicBezTo>
                    <a:cubicBezTo>
                      <a:pt x="6160" y="1783"/>
                      <a:pt x="6149" y="1674"/>
                      <a:pt x="6181" y="1571"/>
                    </a:cubicBezTo>
                    <a:cubicBezTo>
                      <a:pt x="6188" y="1516"/>
                      <a:pt x="6144" y="1480"/>
                      <a:pt x="6102" y="1480"/>
                    </a:cubicBezTo>
                    <a:cubicBezTo>
                      <a:pt x="6075" y="1480"/>
                      <a:pt x="6049" y="1496"/>
                      <a:pt x="6040" y="1533"/>
                    </a:cubicBezTo>
                    <a:cubicBezTo>
                      <a:pt x="6007" y="1652"/>
                      <a:pt x="5958" y="1772"/>
                      <a:pt x="5980" y="1908"/>
                    </a:cubicBezTo>
                    <a:cubicBezTo>
                      <a:pt x="5991" y="1968"/>
                      <a:pt x="6013" y="2027"/>
                      <a:pt x="6040" y="2082"/>
                    </a:cubicBezTo>
                    <a:cubicBezTo>
                      <a:pt x="5844" y="2278"/>
                      <a:pt x="5779" y="2615"/>
                      <a:pt x="5736" y="2870"/>
                    </a:cubicBezTo>
                    <a:cubicBezTo>
                      <a:pt x="5719" y="2952"/>
                      <a:pt x="5698" y="3033"/>
                      <a:pt x="5692" y="3115"/>
                    </a:cubicBezTo>
                    <a:cubicBezTo>
                      <a:pt x="5687" y="3212"/>
                      <a:pt x="5698" y="3316"/>
                      <a:pt x="5719" y="3408"/>
                    </a:cubicBezTo>
                    <a:cubicBezTo>
                      <a:pt x="5746" y="3609"/>
                      <a:pt x="5790" y="3805"/>
                      <a:pt x="5812" y="4001"/>
                    </a:cubicBezTo>
                    <a:cubicBezTo>
                      <a:pt x="5763" y="4017"/>
                      <a:pt x="5719" y="4022"/>
                      <a:pt x="5670" y="4028"/>
                    </a:cubicBezTo>
                    <a:cubicBezTo>
                      <a:pt x="5606" y="4034"/>
                      <a:pt x="5542" y="4037"/>
                      <a:pt x="5477" y="4037"/>
                    </a:cubicBezTo>
                    <a:cubicBezTo>
                      <a:pt x="5379" y="4037"/>
                      <a:pt x="5280" y="4030"/>
                      <a:pt x="5181" y="4017"/>
                    </a:cubicBezTo>
                    <a:cubicBezTo>
                      <a:pt x="5132" y="4012"/>
                      <a:pt x="5072" y="4006"/>
                      <a:pt x="5018" y="4001"/>
                    </a:cubicBezTo>
                    <a:lnTo>
                      <a:pt x="5045" y="3968"/>
                    </a:lnTo>
                    <a:cubicBezTo>
                      <a:pt x="5159" y="3821"/>
                      <a:pt x="5252" y="3658"/>
                      <a:pt x="5322" y="3484"/>
                    </a:cubicBezTo>
                    <a:cubicBezTo>
                      <a:pt x="5344" y="3419"/>
                      <a:pt x="5361" y="3354"/>
                      <a:pt x="5366" y="3283"/>
                    </a:cubicBezTo>
                    <a:cubicBezTo>
                      <a:pt x="5415" y="3272"/>
                      <a:pt x="5464" y="3251"/>
                      <a:pt x="5507" y="3218"/>
                    </a:cubicBezTo>
                    <a:cubicBezTo>
                      <a:pt x="5545" y="3196"/>
                      <a:pt x="5545" y="3142"/>
                      <a:pt x="5507" y="3120"/>
                    </a:cubicBezTo>
                    <a:cubicBezTo>
                      <a:pt x="5417" y="3060"/>
                      <a:pt x="5334" y="3047"/>
                      <a:pt x="5236" y="3047"/>
                    </a:cubicBezTo>
                    <a:cubicBezTo>
                      <a:pt x="5210" y="3047"/>
                      <a:pt x="5183" y="3048"/>
                      <a:pt x="5154" y="3049"/>
                    </a:cubicBezTo>
                    <a:cubicBezTo>
                      <a:pt x="5105" y="3049"/>
                      <a:pt x="4969" y="3049"/>
                      <a:pt x="4958" y="2984"/>
                    </a:cubicBezTo>
                    <a:cubicBezTo>
                      <a:pt x="4949" y="2948"/>
                      <a:pt x="4919" y="2931"/>
                      <a:pt x="4888" y="2931"/>
                    </a:cubicBezTo>
                    <a:cubicBezTo>
                      <a:pt x="4850" y="2931"/>
                      <a:pt x="4812" y="2958"/>
                      <a:pt x="4812" y="3006"/>
                    </a:cubicBezTo>
                    <a:cubicBezTo>
                      <a:pt x="4812" y="3125"/>
                      <a:pt x="4920" y="3212"/>
                      <a:pt x="5018" y="3261"/>
                    </a:cubicBezTo>
                    <a:cubicBezTo>
                      <a:pt x="5056" y="3278"/>
                      <a:pt x="5100" y="3294"/>
                      <a:pt x="5143" y="3299"/>
                    </a:cubicBezTo>
                    <a:cubicBezTo>
                      <a:pt x="5138" y="3321"/>
                      <a:pt x="5138" y="3343"/>
                      <a:pt x="5132" y="3365"/>
                    </a:cubicBezTo>
                    <a:cubicBezTo>
                      <a:pt x="5110" y="3424"/>
                      <a:pt x="5089" y="3484"/>
                      <a:pt x="5062" y="3544"/>
                    </a:cubicBezTo>
                    <a:cubicBezTo>
                      <a:pt x="4991" y="3685"/>
                      <a:pt x="4904" y="3821"/>
                      <a:pt x="4795" y="3941"/>
                    </a:cubicBezTo>
                    <a:cubicBezTo>
                      <a:pt x="4719" y="4017"/>
                      <a:pt x="4638" y="4088"/>
                      <a:pt x="4545" y="4147"/>
                    </a:cubicBezTo>
                    <a:cubicBezTo>
                      <a:pt x="4469" y="4207"/>
                      <a:pt x="4398" y="4278"/>
                      <a:pt x="4322" y="4343"/>
                    </a:cubicBezTo>
                    <a:cubicBezTo>
                      <a:pt x="4268" y="4392"/>
                      <a:pt x="4208" y="4436"/>
                      <a:pt x="4148" y="4474"/>
                    </a:cubicBezTo>
                    <a:cubicBezTo>
                      <a:pt x="4072" y="4484"/>
                      <a:pt x="4002" y="4506"/>
                      <a:pt x="3931" y="4539"/>
                    </a:cubicBezTo>
                    <a:cubicBezTo>
                      <a:pt x="3775" y="4612"/>
                      <a:pt x="3610" y="4711"/>
                      <a:pt x="3432" y="4711"/>
                    </a:cubicBezTo>
                    <a:cubicBezTo>
                      <a:pt x="3412" y="4711"/>
                      <a:pt x="3392" y="4710"/>
                      <a:pt x="3371" y="4707"/>
                    </a:cubicBezTo>
                    <a:cubicBezTo>
                      <a:pt x="3268" y="4696"/>
                      <a:pt x="3224" y="4593"/>
                      <a:pt x="3137" y="4544"/>
                    </a:cubicBezTo>
                    <a:cubicBezTo>
                      <a:pt x="3116" y="4528"/>
                      <a:pt x="3088" y="4517"/>
                      <a:pt x="3067" y="4512"/>
                    </a:cubicBezTo>
                    <a:cubicBezTo>
                      <a:pt x="3105" y="4490"/>
                      <a:pt x="3148" y="4463"/>
                      <a:pt x="3181" y="4430"/>
                    </a:cubicBezTo>
                    <a:cubicBezTo>
                      <a:pt x="3251" y="4365"/>
                      <a:pt x="3306" y="4294"/>
                      <a:pt x="3360" y="4218"/>
                    </a:cubicBezTo>
                    <a:cubicBezTo>
                      <a:pt x="3409" y="4158"/>
                      <a:pt x="3453" y="4093"/>
                      <a:pt x="3485" y="4022"/>
                    </a:cubicBezTo>
                    <a:cubicBezTo>
                      <a:pt x="3518" y="3914"/>
                      <a:pt x="3534" y="3794"/>
                      <a:pt x="3523" y="3680"/>
                    </a:cubicBezTo>
                    <a:lnTo>
                      <a:pt x="3523" y="3680"/>
                    </a:lnTo>
                    <a:cubicBezTo>
                      <a:pt x="3613" y="3735"/>
                      <a:pt x="3716" y="3762"/>
                      <a:pt x="3821" y="3762"/>
                    </a:cubicBezTo>
                    <a:cubicBezTo>
                      <a:pt x="3830" y="3762"/>
                      <a:pt x="3840" y="3762"/>
                      <a:pt x="3849" y="3761"/>
                    </a:cubicBezTo>
                    <a:cubicBezTo>
                      <a:pt x="3861" y="3762"/>
                      <a:pt x="3874" y="3763"/>
                      <a:pt x="3886" y="3763"/>
                    </a:cubicBezTo>
                    <a:cubicBezTo>
                      <a:pt x="3944" y="3763"/>
                      <a:pt x="4002" y="3752"/>
                      <a:pt x="4056" y="3734"/>
                    </a:cubicBezTo>
                    <a:cubicBezTo>
                      <a:pt x="4121" y="3713"/>
                      <a:pt x="4176" y="3658"/>
                      <a:pt x="4246" y="3642"/>
                    </a:cubicBezTo>
                    <a:cubicBezTo>
                      <a:pt x="4322" y="3615"/>
                      <a:pt x="4306" y="3506"/>
                      <a:pt x="4224" y="3501"/>
                    </a:cubicBezTo>
                    <a:cubicBezTo>
                      <a:pt x="4207" y="3498"/>
                      <a:pt x="4190" y="3496"/>
                      <a:pt x="4174" y="3496"/>
                    </a:cubicBezTo>
                    <a:cubicBezTo>
                      <a:pt x="4096" y="3496"/>
                      <a:pt x="4022" y="3522"/>
                      <a:pt x="3942" y="3522"/>
                    </a:cubicBezTo>
                    <a:cubicBezTo>
                      <a:pt x="3929" y="3523"/>
                      <a:pt x="3916" y="3523"/>
                      <a:pt x="3902" y="3523"/>
                    </a:cubicBezTo>
                    <a:cubicBezTo>
                      <a:pt x="3812" y="3523"/>
                      <a:pt x="3723" y="3507"/>
                      <a:pt x="3637" y="3479"/>
                    </a:cubicBezTo>
                    <a:cubicBezTo>
                      <a:pt x="3540" y="3441"/>
                      <a:pt x="3496" y="3376"/>
                      <a:pt x="3420" y="3310"/>
                    </a:cubicBezTo>
                    <a:cubicBezTo>
                      <a:pt x="3387" y="3278"/>
                      <a:pt x="3355" y="3267"/>
                      <a:pt x="3317" y="3240"/>
                    </a:cubicBezTo>
                    <a:cubicBezTo>
                      <a:pt x="3257" y="3191"/>
                      <a:pt x="3219" y="3120"/>
                      <a:pt x="3213" y="3039"/>
                    </a:cubicBezTo>
                    <a:cubicBezTo>
                      <a:pt x="3211" y="3009"/>
                      <a:pt x="3186" y="2994"/>
                      <a:pt x="3163" y="2994"/>
                    </a:cubicBezTo>
                    <a:cubicBezTo>
                      <a:pt x="3140" y="2994"/>
                      <a:pt x="3118" y="3009"/>
                      <a:pt x="3121" y="3039"/>
                    </a:cubicBezTo>
                    <a:cubicBezTo>
                      <a:pt x="3126" y="3164"/>
                      <a:pt x="3170" y="3278"/>
                      <a:pt x="3246" y="3376"/>
                    </a:cubicBezTo>
                    <a:cubicBezTo>
                      <a:pt x="3295" y="3457"/>
                      <a:pt x="3355" y="3528"/>
                      <a:pt x="3415" y="3598"/>
                    </a:cubicBezTo>
                    <a:cubicBezTo>
                      <a:pt x="3409" y="3642"/>
                      <a:pt x="3398" y="3680"/>
                      <a:pt x="3387" y="3718"/>
                    </a:cubicBezTo>
                    <a:cubicBezTo>
                      <a:pt x="3355" y="3789"/>
                      <a:pt x="3328" y="3870"/>
                      <a:pt x="3295" y="3941"/>
                    </a:cubicBezTo>
                    <a:cubicBezTo>
                      <a:pt x="3257" y="4001"/>
                      <a:pt x="3219" y="4055"/>
                      <a:pt x="3175" y="4109"/>
                    </a:cubicBezTo>
                    <a:lnTo>
                      <a:pt x="3121" y="4180"/>
                    </a:lnTo>
                    <a:cubicBezTo>
                      <a:pt x="3111" y="4177"/>
                      <a:pt x="3101" y="4175"/>
                      <a:pt x="3090" y="4175"/>
                    </a:cubicBezTo>
                    <a:cubicBezTo>
                      <a:pt x="3052" y="4175"/>
                      <a:pt x="3009" y="4192"/>
                      <a:pt x="2967" y="4192"/>
                    </a:cubicBezTo>
                    <a:cubicBezTo>
                      <a:pt x="2962" y="4192"/>
                      <a:pt x="2957" y="4191"/>
                      <a:pt x="2952" y="4191"/>
                    </a:cubicBezTo>
                    <a:cubicBezTo>
                      <a:pt x="2822" y="4175"/>
                      <a:pt x="2751" y="4098"/>
                      <a:pt x="2670" y="4006"/>
                    </a:cubicBezTo>
                    <a:cubicBezTo>
                      <a:pt x="2583" y="3914"/>
                      <a:pt x="2572" y="3816"/>
                      <a:pt x="2512" y="3718"/>
                    </a:cubicBezTo>
                    <a:cubicBezTo>
                      <a:pt x="2480" y="3658"/>
                      <a:pt x="2463" y="3588"/>
                      <a:pt x="2463" y="3517"/>
                    </a:cubicBezTo>
                    <a:cubicBezTo>
                      <a:pt x="2469" y="3484"/>
                      <a:pt x="2463" y="3452"/>
                      <a:pt x="2458" y="3419"/>
                    </a:cubicBezTo>
                    <a:cubicBezTo>
                      <a:pt x="2496" y="3397"/>
                      <a:pt x="2523" y="3365"/>
                      <a:pt x="2545" y="3327"/>
                    </a:cubicBezTo>
                    <a:cubicBezTo>
                      <a:pt x="2584" y="3252"/>
                      <a:pt x="2524" y="3170"/>
                      <a:pt x="2451" y="3170"/>
                    </a:cubicBezTo>
                    <a:cubicBezTo>
                      <a:pt x="2434" y="3170"/>
                      <a:pt x="2416" y="3175"/>
                      <a:pt x="2398" y="3185"/>
                    </a:cubicBezTo>
                    <a:cubicBezTo>
                      <a:pt x="2327" y="3218"/>
                      <a:pt x="2262" y="3261"/>
                      <a:pt x="2197" y="3305"/>
                    </a:cubicBezTo>
                    <a:cubicBezTo>
                      <a:pt x="2164" y="3327"/>
                      <a:pt x="2099" y="3386"/>
                      <a:pt x="2050" y="3392"/>
                    </a:cubicBezTo>
                    <a:cubicBezTo>
                      <a:pt x="2050" y="3386"/>
                      <a:pt x="2045" y="3386"/>
                      <a:pt x="2045" y="3386"/>
                    </a:cubicBezTo>
                    <a:lnTo>
                      <a:pt x="2018" y="3381"/>
                    </a:lnTo>
                    <a:cubicBezTo>
                      <a:pt x="2015" y="3380"/>
                      <a:pt x="2012" y="3380"/>
                      <a:pt x="2008" y="3380"/>
                    </a:cubicBezTo>
                    <a:cubicBezTo>
                      <a:pt x="1994" y="3380"/>
                      <a:pt x="1978" y="3389"/>
                      <a:pt x="1974" y="3403"/>
                    </a:cubicBezTo>
                    <a:cubicBezTo>
                      <a:pt x="1957" y="3500"/>
                      <a:pt x="2052" y="3528"/>
                      <a:pt x="2134" y="3528"/>
                    </a:cubicBezTo>
                    <a:cubicBezTo>
                      <a:pt x="2157" y="3528"/>
                      <a:pt x="2179" y="3526"/>
                      <a:pt x="2197" y="3522"/>
                    </a:cubicBezTo>
                    <a:cubicBezTo>
                      <a:pt x="2224" y="3522"/>
                      <a:pt x="2246" y="3517"/>
                      <a:pt x="2268" y="3511"/>
                    </a:cubicBezTo>
                    <a:cubicBezTo>
                      <a:pt x="2268" y="3604"/>
                      <a:pt x="2289" y="3696"/>
                      <a:pt x="2327" y="3783"/>
                    </a:cubicBezTo>
                    <a:cubicBezTo>
                      <a:pt x="2349" y="3816"/>
                      <a:pt x="2376" y="3848"/>
                      <a:pt x="2393" y="3887"/>
                    </a:cubicBezTo>
                    <a:cubicBezTo>
                      <a:pt x="2393" y="3892"/>
                      <a:pt x="2398" y="3903"/>
                      <a:pt x="2398" y="3908"/>
                    </a:cubicBezTo>
                    <a:lnTo>
                      <a:pt x="2376" y="3925"/>
                    </a:lnTo>
                    <a:cubicBezTo>
                      <a:pt x="2300" y="3979"/>
                      <a:pt x="2213" y="4022"/>
                      <a:pt x="2115" y="4044"/>
                    </a:cubicBezTo>
                    <a:cubicBezTo>
                      <a:pt x="2029" y="4078"/>
                      <a:pt x="1939" y="4109"/>
                      <a:pt x="1851" y="4109"/>
                    </a:cubicBezTo>
                    <a:cubicBezTo>
                      <a:pt x="1785" y="4109"/>
                      <a:pt x="1720" y="4091"/>
                      <a:pt x="1659" y="4044"/>
                    </a:cubicBezTo>
                    <a:cubicBezTo>
                      <a:pt x="1641" y="4032"/>
                      <a:pt x="1624" y="4027"/>
                      <a:pt x="1608" y="4027"/>
                    </a:cubicBezTo>
                    <a:cubicBezTo>
                      <a:pt x="1535" y="4027"/>
                      <a:pt x="1486" y="4134"/>
                      <a:pt x="1539" y="4196"/>
                    </a:cubicBezTo>
                    <a:cubicBezTo>
                      <a:pt x="1602" y="4272"/>
                      <a:pt x="1695" y="4300"/>
                      <a:pt x="1793" y="4300"/>
                    </a:cubicBezTo>
                    <a:cubicBezTo>
                      <a:pt x="1891" y="4300"/>
                      <a:pt x="1993" y="4272"/>
                      <a:pt x="2072" y="4240"/>
                    </a:cubicBezTo>
                    <a:cubicBezTo>
                      <a:pt x="2164" y="4207"/>
                      <a:pt x="2257" y="4169"/>
                      <a:pt x="2344" y="4126"/>
                    </a:cubicBezTo>
                    <a:cubicBezTo>
                      <a:pt x="2382" y="4109"/>
                      <a:pt x="2414" y="4088"/>
                      <a:pt x="2441" y="4055"/>
                    </a:cubicBezTo>
                    <a:cubicBezTo>
                      <a:pt x="2447" y="4055"/>
                      <a:pt x="2447" y="4050"/>
                      <a:pt x="2452" y="4044"/>
                    </a:cubicBezTo>
                    <a:cubicBezTo>
                      <a:pt x="2480" y="4077"/>
                      <a:pt x="2507" y="4109"/>
                      <a:pt x="2534" y="4137"/>
                    </a:cubicBezTo>
                    <a:cubicBezTo>
                      <a:pt x="2626" y="4234"/>
                      <a:pt x="2724" y="4327"/>
                      <a:pt x="2860" y="4338"/>
                    </a:cubicBezTo>
                    <a:lnTo>
                      <a:pt x="2920" y="4343"/>
                    </a:lnTo>
                    <a:cubicBezTo>
                      <a:pt x="2876" y="4365"/>
                      <a:pt x="2833" y="4387"/>
                      <a:pt x="2789" y="4414"/>
                    </a:cubicBezTo>
                    <a:cubicBezTo>
                      <a:pt x="2740" y="4452"/>
                      <a:pt x="2686" y="4479"/>
                      <a:pt x="2626" y="4495"/>
                    </a:cubicBezTo>
                    <a:cubicBezTo>
                      <a:pt x="2556" y="4517"/>
                      <a:pt x="2474" y="4517"/>
                      <a:pt x="2398" y="4539"/>
                    </a:cubicBezTo>
                    <a:cubicBezTo>
                      <a:pt x="2382" y="4544"/>
                      <a:pt x="2360" y="4550"/>
                      <a:pt x="2338" y="4555"/>
                    </a:cubicBezTo>
                    <a:cubicBezTo>
                      <a:pt x="2257" y="4571"/>
                      <a:pt x="2170" y="4588"/>
                      <a:pt x="2083" y="4593"/>
                    </a:cubicBezTo>
                    <a:cubicBezTo>
                      <a:pt x="2045" y="4597"/>
                      <a:pt x="2006" y="4599"/>
                      <a:pt x="1967" y="4599"/>
                    </a:cubicBezTo>
                    <a:cubicBezTo>
                      <a:pt x="1889" y="4599"/>
                      <a:pt x="1811" y="4591"/>
                      <a:pt x="1735" y="4577"/>
                    </a:cubicBezTo>
                    <a:cubicBezTo>
                      <a:pt x="1615" y="4555"/>
                      <a:pt x="1496" y="4522"/>
                      <a:pt x="1382" y="4479"/>
                    </a:cubicBezTo>
                    <a:cubicBezTo>
                      <a:pt x="1284" y="4446"/>
                      <a:pt x="1191" y="4397"/>
                      <a:pt x="1110" y="4338"/>
                    </a:cubicBezTo>
                    <a:lnTo>
                      <a:pt x="1159" y="4332"/>
                    </a:lnTo>
                    <a:cubicBezTo>
                      <a:pt x="1202" y="4327"/>
                      <a:pt x="1202" y="4256"/>
                      <a:pt x="1159" y="4251"/>
                    </a:cubicBezTo>
                    <a:cubicBezTo>
                      <a:pt x="1012" y="4218"/>
                      <a:pt x="903" y="4104"/>
                      <a:pt x="794" y="4012"/>
                    </a:cubicBezTo>
                    <a:cubicBezTo>
                      <a:pt x="680" y="3914"/>
                      <a:pt x="577" y="3805"/>
                      <a:pt x="495" y="3675"/>
                    </a:cubicBezTo>
                    <a:cubicBezTo>
                      <a:pt x="430" y="3571"/>
                      <a:pt x="376" y="3457"/>
                      <a:pt x="343" y="3337"/>
                    </a:cubicBezTo>
                    <a:lnTo>
                      <a:pt x="343" y="3337"/>
                    </a:lnTo>
                    <a:cubicBezTo>
                      <a:pt x="441" y="3468"/>
                      <a:pt x="588" y="3549"/>
                      <a:pt x="751" y="3571"/>
                    </a:cubicBezTo>
                    <a:cubicBezTo>
                      <a:pt x="773" y="3572"/>
                      <a:pt x="795" y="3573"/>
                      <a:pt x="818" y="3573"/>
                    </a:cubicBezTo>
                    <a:cubicBezTo>
                      <a:pt x="996" y="3573"/>
                      <a:pt x="1173" y="3534"/>
                      <a:pt x="1333" y="3452"/>
                    </a:cubicBezTo>
                    <a:cubicBezTo>
                      <a:pt x="1409" y="3414"/>
                      <a:pt x="1485" y="3370"/>
                      <a:pt x="1555" y="3316"/>
                    </a:cubicBezTo>
                    <a:cubicBezTo>
                      <a:pt x="1621" y="3278"/>
                      <a:pt x="1653" y="3202"/>
                      <a:pt x="1642" y="3125"/>
                    </a:cubicBezTo>
                    <a:cubicBezTo>
                      <a:pt x="1634" y="3079"/>
                      <a:pt x="1592" y="3057"/>
                      <a:pt x="1550" y="3057"/>
                    </a:cubicBezTo>
                    <a:cubicBezTo>
                      <a:pt x="1513" y="3057"/>
                      <a:pt x="1475" y="3073"/>
                      <a:pt x="1458" y="3104"/>
                    </a:cubicBezTo>
                    <a:cubicBezTo>
                      <a:pt x="1441" y="3136"/>
                      <a:pt x="1392" y="3142"/>
                      <a:pt x="1360" y="3164"/>
                    </a:cubicBezTo>
                    <a:cubicBezTo>
                      <a:pt x="1305" y="3202"/>
                      <a:pt x="1246" y="3240"/>
                      <a:pt x="1186" y="3267"/>
                    </a:cubicBezTo>
                    <a:cubicBezTo>
                      <a:pt x="1056" y="3308"/>
                      <a:pt x="926" y="3365"/>
                      <a:pt x="786" y="3365"/>
                    </a:cubicBezTo>
                    <a:cubicBezTo>
                      <a:pt x="780" y="3365"/>
                      <a:pt x="774" y="3365"/>
                      <a:pt x="767" y="3365"/>
                    </a:cubicBezTo>
                    <a:cubicBezTo>
                      <a:pt x="642" y="3359"/>
                      <a:pt x="528" y="3305"/>
                      <a:pt x="441" y="3207"/>
                    </a:cubicBezTo>
                    <a:cubicBezTo>
                      <a:pt x="392" y="3158"/>
                      <a:pt x="343" y="3104"/>
                      <a:pt x="294" y="3044"/>
                    </a:cubicBezTo>
                    <a:cubicBezTo>
                      <a:pt x="294" y="2968"/>
                      <a:pt x="305" y="2892"/>
                      <a:pt x="322" y="2816"/>
                    </a:cubicBezTo>
                    <a:cubicBezTo>
                      <a:pt x="365" y="2680"/>
                      <a:pt x="425" y="2544"/>
                      <a:pt x="501" y="2419"/>
                    </a:cubicBezTo>
                    <a:cubicBezTo>
                      <a:pt x="539" y="2354"/>
                      <a:pt x="572" y="2288"/>
                      <a:pt x="588" y="2212"/>
                    </a:cubicBezTo>
                    <a:cubicBezTo>
                      <a:pt x="610" y="2131"/>
                      <a:pt x="604" y="2044"/>
                      <a:pt x="621" y="1962"/>
                    </a:cubicBezTo>
                    <a:cubicBezTo>
                      <a:pt x="637" y="1805"/>
                      <a:pt x="686" y="1658"/>
                      <a:pt x="756" y="1522"/>
                    </a:cubicBezTo>
                    <a:cubicBezTo>
                      <a:pt x="827" y="1408"/>
                      <a:pt x="919" y="1310"/>
                      <a:pt x="1028" y="1228"/>
                    </a:cubicBezTo>
                    <a:cubicBezTo>
                      <a:pt x="1267" y="1049"/>
                      <a:pt x="1534" y="908"/>
                      <a:pt x="1822" y="815"/>
                    </a:cubicBezTo>
                    <a:lnTo>
                      <a:pt x="1941" y="772"/>
                    </a:lnTo>
                    <a:lnTo>
                      <a:pt x="1941" y="772"/>
                    </a:lnTo>
                    <a:cubicBezTo>
                      <a:pt x="1925" y="832"/>
                      <a:pt x="1898" y="886"/>
                      <a:pt x="1871" y="940"/>
                    </a:cubicBezTo>
                    <a:cubicBezTo>
                      <a:pt x="1789" y="1076"/>
                      <a:pt x="1729" y="1218"/>
                      <a:pt x="1686" y="1364"/>
                    </a:cubicBezTo>
                    <a:cubicBezTo>
                      <a:pt x="1610" y="1587"/>
                      <a:pt x="1615" y="1832"/>
                      <a:pt x="1697" y="2049"/>
                    </a:cubicBezTo>
                    <a:cubicBezTo>
                      <a:pt x="1643" y="2034"/>
                      <a:pt x="1584" y="2028"/>
                      <a:pt x="1524" y="2028"/>
                    </a:cubicBezTo>
                    <a:cubicBezTo>
                      <a:pt x="1346" y="2028"/>
                      <a:pt x="1151" y="2083"/>
                      <a:pt x="1017" y="2136"/>
                    </a:cubicBezTo>
                    <a:cubicBezTo>
                      <a:pt x="876" y="2196"/>
                      <a:pt x="751" y="2283"/>
                      <a:pt x="648" y="2403"/>
                    </a:cubicBezTo>
                    <a:cubicBezTo>
                      <a:pt x="572" y="2506"/>
                      <a:pt x="593" y="2636"/>
                      <a:pt x="653" y="2745"/>
                    </a:cubicBezTo>
                    <a:cubicBezTo>
                      <a:pt x="659" y="2756"/>
                      <a:pt x="669" y="2761"/>
                      <a:pt x="681" y="2761"/>
                    </a:cubicBezTo>
                    <a:cubicBezTo>
                      <a:pt x="693" y="2761"/>
                      <a:pt x="705" y="2756"/>
                      <a:pt x="713" y="2745"/>
                    </a:cubicBezTo>
                    <a:cubicBezTo>
                      <a:pt x="746" y="2674"/>
                      <a:pt x="756" y="2587"/>
                      <a:pt x="816" y="2528"/>
                    </a:cubicBezTo>
                    <a:cubicBezTo>
                      <a:pt x="887" y="2451"/>
                      <a:pt x="979" y="2392"/>
                      <a:pt x="1077" y="2348"/>
                    </a:cubicBezTo>
                    <a:cubicBezTo>
                      <a:pt x="1083" y="2354"/>
                      <a:pt x="1088" y="2359"/>
                      <a:pt x="1093" y="2359"/>
                    </a:cubicBezTo>
                    <a:cubicBezTo>
                      <a:pt x="1153" y="2386"/>
                      <a:pt x="1153" y="2490"/>
                      <a:pt x="1159" y="2549"/>
                    </a:cubicBezTo>
                    <a:cubicBezTo>
                      <a:pt x="1159" y="2642"/>
                      <a:pt x="1131" y="2723"/>
                      <a:pt x="1148" y="2821"/>
                    </a:cubicBezTo>
                    <a:cubicBezTo>
                      <a:pt x="1148" y="2832"/>
                      <a:pt x="1153" y="2837"/>
                      <a:pt x="1159" y="2848"/>
                    </a:cubicBezTo>
                    <a:cubicBezTo>
                      <a:pt x="1153" y="2847"/>
                      <a:pt x="1147" y="2847"/>
                      <a:pt x="1141" y="2847"/>
                    </a:cubicBezTo>
                    <a:cubicBezTo>
                      <a:pt x="1114" y="2847"/>
                      <a:pt x="1088" y="2857"/>
                      <a:pt x="1061" y="2870"/>
                    </a:cubicBezTo>
                    <a:lnTo>
                      <a:pt x="1044" y="2870"/>
                    </a:lnTo>
                    <a:cubicBezTo>
                      <a:pt x="1043" y="2870"/>
                      <a:pt x="1041" y="2870"/>
                      <a:pt x="1040" y="2870"/>
                    </a:cubicBezTo>
                    <a:cubicBezTo>
                      <a:pt x="974" y="2870"/>
                      <a:pt x="970" y="2979"/>
                      <a:pt x="1039" y="2984"/>
                    </a:cubicBezTo>
                    <a:cubicBezTo>
                      <a:pt x="1061" y="3000"/>
                      <a:pt x="1083" y="3022"/>
                      <a:pt x="1104" y="3033"/>
                    </a:cubicBezTo>
                    <a:cubicBezTo>
                      <a:pt x="1134" y="3052"/>
                      <a:pt x="1171" y="3062"/>
                      <a:pt x="1207" y="3062"/>
                    </a:cubicBezTo>
                    <a:cubicBezTo>
                      <a:pt x="1224" y="3062"/>
                      <a:pt x="1241" y="3060"/>
                      <a:pt x="1256" y="3055"/>
                    </a:cubicBezTo>
                    <a:cubicBezTo>
                      <a:pt x="1300" y="3044"/>
                      <a:pt x="1333" y="3006"/>
                      <a:pt x="1333" y="2957"/>
                    </a:cubicBezTo>
                    <a:cubicBezTo>
                      <a:pt x="1333" y="2930"/>
                      <a:pt x="1322" y="2903"/>
                      <a:pt x="1295" y="2881"/>
                    </a:cubicBezTo>
                    <a:cubicBezTo>
                      <a:pt x="1316" y="2875"/>
                      <a:pt x="1327" y="2859"/>
                      <a:pt x="1333" y="2843"/>
                    </a:cubicBezTo>
                    <a:cubicBezTo>
                      <a:pt x="1403" y="2680"/>
                      <a:pt x="1403" y="2408"/>
                      <a:pt x="1262" y="2288"/>
                    </a:cubicBezTo>
                    <a:cubicBezTo>
                      <a:pt x="1327" y="2272"/>
                      <a:pt x="1398" y="2256"/>
                      <a:pt x="1468" y="2245"/>
                    </a:cubicBezTo>
                    <a:cubicBezTo>
                      <a:pt x="1525" y="2234"/>
                      <a:pt x="1612" y="2215"/>
                      <a:pt x="1691" y="2215"/>
                    </a:cubicBezTo>
                    <a:cubicBezTo>
                      <a:pt x="1727" y="2215"/>
                      <a:pt x="1761" y="2218"/>
                      <a:pt x="1789" y="2229"/>
                    </a:cubicBezTo>
                    <a:cubicBezTo>
                      <a:pt x="1860" y="2343"/>
                      <a:pt x="1952" y="2441"/>
                      <a:pt x="2061" y="2511"/>
                    </a:cubicBezTo>
                    <a:cubicBezTo>
                      <a:pt x="2032" y="2531"/>
                      <a:pt x="2001" y="2544"/>
                      <a:pt x="1972" y="2544"/>
                    </a:cubicBezTo>
                    <a:cubicBezTo>
                      <a:pt x="1952" y="2544"/>
                      <a:pt x="1932" y="2538"/>
                      <a:pt x="1914" y="2522"/>
                    </a:cubicBezTo>
                    <a:cubicBezTo>
                      <a:pt x="1904" y="2514"/>
                      <a:pt x="1892" y="2511"/>
                      <a:pt x="1880" y="2511"/>
                    </a:cubicBezTo>
                    <a:cubicBezTo>
                      <a:pt x="1841" y="2511"/>
                      <a:pt x="1802" y="2547"/>
                      <a:pt x="1827" y="2593"/>
                    </a:cubicBezTo>
                    <a:cubicBezTo>
                      <a:pt x="1885" y="2682"/>
                      <a:pt x="1975" y="2720"/>
                      <a:pt x="2069" y="2720"/>
                    </a:cubicBezTo>
                    <a:cubicBezTo>
                      <a:pt x="2152" y="2720"/>
                      <a:pt x="2240" y="2690"/>
                      <a:pt x="2311" y="2642"/>
                    </a:cubicBezTo>
                    <a:cubicBezTo>
                      <a:pt x="2441" y="2555"/>
                      <a:pt x="2621" y="2348"/>
                      <a:pt x="2556" y="2180"/>
                    </a:cubicBezTo>
                    <a:cubicBezTo>
                      <a:pt x="2541" y="2140"/>
                      <a:pt x="2501" y="2110"/>
                      <a:pt x="2462" y="2110"/>
                    </a:cubicBezTo>
                    <a:cubicBezTo>
                      <a:pt x="2443" y="2110"/>
                      <a:pt x="2424" y="2118"/>
                      <a:pt x="2409" y="2136"/>
                    </a:cubicBezTo>
                    <a:cubicBezTo>
                      <a:pt x="2382" y="2174"/>
                      <a:pt x="2338" y="2196"/>
                      <a:pt x="2311" y="2229"/>
                    </a:cubicBezTo>
                    <a:cubicBezTo>
                      <a:pt x="2278" y="2261"/>
                      <a:pt x="2251" y="2299"/>
                      <a:pt x="2224" y="2343"/>
                    </a:cubicBezTo>
                    <a:cubicBezTo>
                      <a:pt x="2213" y="2354"/>
                      <a:pt x="2202" y="2370"/>
                      <a:pt x="2186" y="2386"/>
                    </a:cubicBezTo>
                    <a:cubicBezTo>
                      <a:pt x="2159" y="2354"/>
                      <a:pt x="2137" y="2321"/>
                      <a:pt x="2110" y="2288"/>
                    </a:cubicBezTo>
                    <a:cubicBezTo>
                      <a:pt x="2050" y="2212"/>
                      <a:pt x="1996" y="2131"/>
                      <a:pt x="1952" y="2044"/>
                    </a:cubicBezTo>
                    <a:cubicBezTo>
                      <a:pt x="1914" y="1973"/>
                      <a:pt x="1892" y="1902"/>
                      <a:pt x="1876" y="1826"/>
                    </a:cubicBezTo>
                    <a:cubicBezTo>
                      <a:pt x="1914" y="1783"/>
                      <a:pt x="1952" y="1745"/>
                      <a:pt x="2001" y="1712"/>
                    </a:cubicBezTo>
                    <a:cubicBezTo>
                      <a:pt x="2126" y="1625"/>
                      <a:pt x="2262" y="1544"/>
                      <a:pt x="2409" y="1484"/>
                    </a:cubicBezTo>
                    <a:cubicBezTo>
                      <a:pt x="2550" y="1413"/>
                      <a:pt x="2697" y="1424"/>
                      <a:pt x="2855" y="1413"/>
                    </a:cubicBezTo>
                    <a:cubicBezTo>
                      <a:pt x="2904" y="1408"/>
                      <a:pt x="2952" y="1397"/>
                      <a:pt x="3007" y="1386"/>
                    </a:cubicBezTo>
                    <a:lnTo>
                      <a:pt x="3099" y="1408"/>
                    </a:lnTo>
                    <a:cubicBezTo>
                      <a:pt x="3094" y="1430"/>
                      <a:pt x="3088" y="1446"/>
                      <a:pt x="3083" y="1468"/>
                    </a:cubicBezTo>
                    <a:cubicBezTo>
                      <a:pt x="3077" y="1538"/>
                      <a:pt x="3072" y="1609"/>
                      <a:pt x="3072" y="1680"/>
                    </a:cubicBezTo>
                    <a:cubicBezTo>
                      <a:pt x="3067" y="1815"/>
                      <a:pt x="3088" y="1957"/>
                      <a:pt x="3143" y="2087"/>
                    </a:cubicBezTo>
                    <a:cubicBezTo>
                      <a:pt x="3197" y="2207"/>
                      <a:pt x="3284" y="2310"/>
                      <a:pt x="3398" y="2381"/>
                    </a:cubicBezTo>
                    <a:cubicBezTo>
                      <a:pt x="3453" y="2408"/>
                      <a:pt x="3507" y="2430"/>
                      <a:pt x="3567" y="2435"/>
                    </a:cubicBezTo>
                    <a:cubicBezTo>
                      <a:pt x="3550" y="2479"/>
                      <a:pt x="3529" y="2528"/>
                      <a:pt x="3512" y="2576"/>
                    </a:cubicBezTo>
                    <a:cubicBezTo>
                      <a:pt x="3480" y="2663"/>
                      <a:pt x="3447" y="2745"/>
                      <a:pt x="3512" y="2832"/>
                    </a:cubicBezTo>
                    <a:cubicBezTo>
                      <a:pt x="3538" y="2871"/>
                      <a:pt x="3576" y="2888"/>
                      <a:pt x="3612" y="2888"/>
                    </a:cubicBezTo>
                    <a:cubicBezTo>
                      <a:pt x="3683" y="2888"/>
                      <a:pt x="3751" y="2825"/>
                      <a:pt x="3730" y="2740"/>
                    </a:cubicBezTo>
                    <a:cubicBezTo>
                      <a:pt x="3746" y="2707"/>
                      <a:pt x="3757" y="2680"/>
                      <a:pt x="3768" y="2647"/>
                    </a:cubicBezTo>
                    <a:cubicBezTo>
                      <a:pt x="3790" y="2587"/>
                      <a:pt x="3811" y="2528"/>
                      <a:pt x="3833" y="2468"/>
                    </a:cubicBezTo>
                    <a:cubicBezTo>
                      <a:pt x="3844" y="2435"/>
                      <a:pt x="3860" y="2403"/>
                      <a:pt x="3877" y="2370"/>
                    </a:cubicBezTo>
                    <a:cubicBezTo>
                      <a:pt x="3882" y="2348"/>
                      <a:pt x="3898" y="2337"/>
                      <a:pt x="3904" y="2316"/>
                    </a:cubicBezTo>
                    <a:cubicBezTo>
                      <a:pt x="3915" y="2299"/>
                      <a:pt x="3915" y="2299"/>
                      <a:pt x="3920" y="2299"/>
                    </a:cubicBezTo>
                    <a:cubicBezTo>
                      <a:pt x="3922" y="2299"/>
                      <a:pt x="3924" y="2300"/>
                      <a:pt x="3926" y="2300"/>
                    </a:cubicBezTo>
                    <a:cubicBezTo>
                      <a:pt x="3982" y="2300"/>
                      <a:pt x="4011" y="2232"/>
                      <a:pt x="3974" y="2191"/>
                    </a:cubicBezTo>
                    <a:cubicBezTo>
                      <a:pt x="3929" y="2149"/>
                      <a:pt x="3886" y="2132"/>
                      <a:pt x="3846" y="2132"/>
                    </a:cubicBezTo>
                    <a:cubicBezTo>
                      <a:pt x="3772" y="2132"/>
                      <a:pt x="3707" y="2192"/>
                      <a:pt x="3654" y="2267"/>
                    </a:cubicBezTo>
                    <a:cubicBezTo>
                      <a:pt x="3545" y="2212"/>
                      <a:pt x="3447" y="2131"/>
                      <a:pt x="3366" y="2033"/>
                    </a:cubicBezTo>
                    <a:cubicBezTo>
                      <a:pt x="3289" y="1924"/>
                      <a:pt x="3273" y="1767"/>
                      <a:pt x="3262" y="1642"/>
                    </a:cubicBezTo>
                    <a:cubicBezTo>
                      <a:pt x="3251" y="1582"/>
                      <a:pt x="3251" y="1522"/>
                      <a:pt x="3251" y="1462"/>
                    </a:cubicBezTo>
                    <a:lnTo>
                      <a:pt x="3251" y="1462"/>
                    </a:lnTo>
                    <a:cubicBezTo>
                      <a:pt x="3328" y="1500"/>
                      <a:pt x="3404" y="1533"/>
                      <a:pt x="3485" y="1544"/>
                    </a:cubicBezTo>
                    <a:cubicBezTo>
                      <a:pt x="3512" y="1657"/>
                      <a:pt x="3604" y="1801"/>
                      <a:pt x="3716" y="1801"/>
                    </a:cubicBezTo>
                    <a:cubicBezTo>
                      <a:pt x="3738" y="1801"/>
                      <a:pt x="3761" y="1795"/>
                      <a:pt x="3784" y="1783"/>
                    </a:cubicBezTo>
                    <a:cubicBezTo>
                      <a:pt x="3806" y="1772"/>
                      <a:pt x="3817" y="1750"/>
                      <a:pt x="3811" y="1728"/>
                    </a:cubicBezTo>
                    <a:cubicBezTo>
                      <a:pt x="3790" y="1663"/>
                      <a:pt x="3735" y="1631"/>
                      <a:pt x="3697" y="1582"/>
                    </a:cubicBezTo>
                    <a:cubicBezTo>
                      <a:pt x="3648" y="1516"/>
                      <a:pt x="3637" y="1430"/>
                      <a:pt x="3665" y="1348"/>
                    </a:cubicBezTo>
                    <a:cubicBezTo>
                      <a:pt x="3703" y="1218"/>
                      <a:pt x="3828" y="1087"/>
                      <a:pt x="3757" y="940"/>
                    </a:cubicBezTo>
                    <a:cubicBezTo>
                      <a:pt x="3743" y="919"/>
                      <a:pt x="3720" y="908"/>
                      <a:pt x="3697" y="908"/>
                    </a:cubicBezTo>
                    <a:cubicBezTo>
                      <a:pt x="3674" y="908"/>
                      <a:pt x="3651" y="919"/>
                      <a:pt x="3637" y="940"/>
                    </a:cubicBezTo>
                    <a:cubicBezTo>
                      <a:pt x="3594" y="1038"/>
                      <a:pt x="3561" y="1136"/>
                      <a:pt x="3523" y="1234"/>
                    </a:cubicBezTo>
                    <a:cubicBezTo>
                      <a:pt x="3507" y="1266"/>
                      <a:pt x="3496" y="1304"/>
                      <a:pt x="3491" y="1343"/>
                    </a:cubicBezTo>
                    <a:cubicBezTo>
                      <a:pt x="3366" y="1266"/>
                      <a:pt x="3224" y="1223"/>
                      <a:pt x="3083" y="1207"/>
                    </a:cubicBezTo>
                    <a:cubicBezTo>
                      <a:pt x="3032" y="1198"/>
                      <a:pt x="2983" y="1194"/>
                      <a:pt x="2933" y="1194"/>
                    </a:cubicBezTo>
                    <a:cubicBezTo>
                      <a:pt x="2893" y="1194"/>
                      <a:pt x="2853" y="1196"/>
                      <a:pt x="2811" y="1201"/>
                    </a:cubicBezTo>
                    <a:cubicBezTo>
                      <a:pt x="2798" y="1201"/>
                      <a:pt x="2784" y="1201"/>
                      <a:pt x="2770" y="1201"/>
                    </a:cubicBezTo>
                    <a:cubicBezTo>
                      <a:pt x="2621" y="1201"/>
                      <a:pt x="2472" y="1228"/>
                      <a:pt x="2327" y="1283"/>
                    </a:cubicBezTo>
                    <a:cubicBezTo>
                      <a:pt x="2159" y="1359"/>
                      <a:pt x="2001" y="1451"/>
                      <a:pt x="1860" y="1571"/>
                    </a:cubicBezTo>
                    <a:cubicBezTo>
                      <a:pt x="1876" y="1495"/>
                      <a:pt x="1898" y="1424"/>
                      <a:pt x="1925" y="1353"/>
                    </a:cubicBezTo>
                    <a:cubicBezTo>
                      <a:pt x="1958" y="1245"/>
                      <a:pt x="2001" y="1136"/>
                      <a:pt x="2061" y="1038"/>
                    </a:cubicBezTo>
                    <a:cubicBezTo>
                      <a:pt x="2110" y="951"/>
                      <a:pt x="2115" y="848"/>
                      <a:pt x="2175" y="766"/>
                    </a:cubicBezTo>
                    <a:cubicBezTo>
                      <a:pt x="2208" y="723"/>
                      <a:pt x="2240" y="679"/>
                      <a:pt x="2273" y="636"/>
                    </a:cubicBezTo>
                    <a:lnTo>
                      <a:pt x="2284" y="630"/>
                    </a:lnTo>
                    <a:cubicBezTo>
                      <a:pt x="2349" y="598"/>
                      <a:pt x="2425" y="560"/>
                      <a:pt x="2490" y="516"/>
                    </a:cubicBezTo>
                    <a:cubicBezTo>
                      <a:pt x="2518" y="500"/>
                      <a:pt x="2545" y="473"/>
                      <a:pt x="2572" y="462"/>
                    </a:cubicBezTo>
                    <a:cubicBezTo>
                      <a:pt x="2610" y="446"/>
                      <a:pt x="2648" y="440"/>
                      <a:pt x="2686" y="435"/>
                    </a:cubicBezTo>
                    <a:cubicBezTo>
                      <a:pt x="2740" y="413"/>
                      <a:pt x="2795" y="391"/>
                      <a:pt x="2849" y="380"/>
                    </a:cubicBezTo>
                    <a:lnTo>
                      <a:pt x="2909" y="370"/>
                    </a:lnTo>
                    <a:lnTo>
                      <a:pt x="2909" y="370"/>
                    </a:lnTo>
                    <a:cubicBezTo>
                      <a:pt x="2909" y="375"/>
                      <a:pt x="2909" y="380"/>
                      <a:pt x="2904" y="380"/>
                    </a:cubicBezTo>
                    <a:cubicBezTo>
                      <a:pt x="2871" y="462"/>
                      <a:pt x="2844" y="549"/>
                      <a:pt x="2827" y="636"/>
                    </a:cubicBezTo>
                    <a:cubicBezTo>
                      <a:pt x="2817" y="739"/>
                      <a:pt x="2746" y="870"/>
                      <a:pt x="2822" y="957"/>
                    </a:cubicBezTo>
                    <a:cubicBezTo>
                      <a:pt x="2847" y="986"/>
                      <a:pt x="2887" y="1017"/>
                      <a:pt x="2924" y="1017"/>
                    </a:cubicBezTo>
                    <a:cubicBezTo>
                      <a:pt x="2942" y="1017"/>
                      <a:pt x="2960" y="1009"/>
                      <a:pt x="2974" y="989"/>
                    </a:cubicBezTo>
                    <a:cubicBezTo>
                      <a:pt x="3001" y="957"/>
                      <a:pt x="2991" y="913"/>
                      <a:pt x="3001" y="875"/>
                    </a:cubicBezTo>
                    <a:cubicBezTo>
                      <a:pt x="3018" y="821"/>
                      <a:pt x="3034" y="772"/>
                      <a:pt x="3039" y="717"/>
                    </a:cubicBezTo>
                    <a:cubicBezTo>
                      <a:pt x="3050" y="625"/>
                      <a:pt x="3067" y="533"/>
                      <a:pt x="3088" y="446"/>
                    </a:cubicBezTo>
                    <a:cubicBezTo>
                      <a:pt x="3094" y="413"/>
                      <a:pt x="3099" y="380"/>
                      <a:pt x="3110" y="342"/>
                    </a:cubicBezTo>
                    <a:cubicBezTo>
                      <a:pt x="3237" y="326"/>
                      <a:pt x="3365" y="316"/>
                      <a:pt x="3490" y="316"/>
                    </a:cubicBezTo>
                    <a:cubicBezTo>
                      <a:pt x="3536" y="316"/>
                      <a:pt x="3581" y="318"/>
                      <a:pt x="3627" y="321"/>
                    </a:cubicBezTo>
                    <a:cubicBezTo>
                      <a:pt x="3800" y="331"/>
                      <a:pt x="3969" y="402"/>
                      <a:pt x="4143" y="435"/>
                    </a:cubicBezTo>
                    <a:cubicBezTo>
                      <a:pt x="4216" y="448"/>
                      <a:pt x="4288" y="455"/>
                      <a:pt x="4361" y="455"/>
                    </a:cubicBezTo>
                    <a:cubicBezTo>
                      <a:pt x="4440" y="455"/>
                      <a:pt x="4520" y="446"/>
                      <a:pt x="4600" y="429"/>
                    </a:cubicBezTo>
                    <a:cubicBezTo>
                      <a:pt x="4779" y="391"/>
                      <a:pt x="4964" y="375"/>
                      <a:pt x="5143" y="342"/>
                    </a:cubicBezTo>
                    <a:cubicBezTo>
                      <a:pt x="5257" y="317"/>
                      <a:pt x="5374" y="304"/>
                      <a:pt x="5491" y="304"/>
                    </a:cubicBezTo>
                    <a:close/>
                    <a:moveTo>
                      <a:pt x="5536" y="1"/>
                    </a:moveTo>
                    <a:cubicBezTo>
                      <a:pt x="5305" y="1"/>
                      <a:pt x="5076" y="46"/>
                      <a:pt x="4844" y="87"/>
                    </a:cubicBezTo>
                    <a:cubicBezTo>
                      <a:pt x="4757" y="103"/>
                      <a:pt x="4676" y="109"/>
                      <a:pt x="4589" y="125"/>
                    </a:cubicBezTo>
                    <a:cubicBezTo>
                      <a:pt x="4502" y="147"/>
                      <a:pt x="4409" y="158"/>
                      <a:pt x="4317" y="163"/>
                    </a:cubicBezTo>
                    <a:cubicBezTo>
                      <a:pt x="4137" y="158"/>
                      <a:pt x="3964" y="92"/>
                      <a:pt x="3784" y="65"/>
                    </a:cubicBezTo>
                    <a:cubicBezTo>
                      <a:pt x="3705" y="56"/>
                      <a:pt x="3624" y="52"/>
                      <a:pt x="3544" y="52"/>
                    </a:cubicBezTo>
                    <a:cubicBezTo>
                      <a:pt x="3431" y="52"/>
                      <a:pt x="3319" y="60"/>
                      <a:pt x="3208" y="76"/>
                    </a:cubicBezTo>
                    <a:cubicBezTo>
                      <a:pt x="3110" y="87"/>
                      <a:pt x="3012" y="103"/>
                      <a:pt x="2920" y="119"/>
                    </a:cubicBezTo>
                    <a:cubicBezTo>
                      <a:pt x="2833" y="119"/>
                      <a:pt x="2746" y="141"/>
                      <a:pt x="2664" y="168"/>
                    </a:cubicBezTo>
                    <a:cubicBezTo>
                      <a:pt x="2605" y="196"/>
                      <a:pt x="2545" y="196"/>
                      <a:pt x="2480" y="223"/>
                    </a:cubicBezTo>
                    <a:cubicBezTo>
                      <a:pt x="2403" y="255"/>
                      <a:pt x="2327" y="315"/>
                      <a:pt x="2251" y="359"/>
                    </a:cubicBezTo>
                    <a:cubicBezTo>
                      <a:pt x="2088" y="440"/>
                      <a:pt x="1914" y="505"/>
                      <a:pt x="1740" y="554"/>
                    </a:cubicBezTo>
                    <a:cubicBezTo>
                      <a:pt x="1414" y="652"/>
                      <a:pt x="1110" y="799"/>
                      <a:pt x="833" y="1000"/>
                    </a:cubicBezTo>
                    <a:cubicBezTo>
                      <a:pt x="707" y="1093"/>
                      <a:pt x="599" y="1201"/>
                      <a:pt x="506" y="1326"/>
                    </a:cubicBezTo>
                    <a:cubicBezTo>
                      <a:pt x="414" y="1468"/>
                      <a:pt x="354" y="1620"/>
                      <a:pt x="332" y="1783"/>
                    </a:cubicBezTo>
                    <a:cubicBezTo>
                      <a:pt x="311" y="1875"/>
                      <a:pt x="294" y="1973"/>
                      <a:pt x="289" y="2066"/>
                    </a:cubicBezTo>
                    <a:cubicBezTo>
                      <a:pt x="283" y="2152"/>
                      <a:pt x="262" y="2239"/>
                      <a:pt x="218" y="2321"/>
                    </a:cubicBezTo>
                    <a:cubicBezTo>
                      <a:pt x="142" y="2468"/>
                      <a:pt x="82" y="2620"/>
                      <a:pt x="50" y="2783"/>
                    </a:cubicBezTo>
                    <a:cubicBezTo>
                      <a:pt x="1" y="3147"/>
                      <a:pt x="93" y="3522"/>
                      <a:pt x="316" y="3816"/>
                    </a:cubicBezTo>
                    <a:cubicBezTo>
                      <a:pt x="425" y="3968"/>
                      <a:pt x="561" y="4098"/>
                      <a:pt x="707" y="4207"/>
                    </a:cubicBezTo>
                    <a:cubicBezTo>
                      <a:pt x="746" y="4234"/>
                      <a:pt x="784" y="4262"/>
                      <a:pt x="822" y="4283"/>
                    </a:cubicBezTo>
                    <a:cubicBezTo>
                      <a:pt x="843" y="4327"/>
                      <a:pt x="871" y="4370"/>
                      <a:pt x="898" y="4414"/>
                    </a:cubicBezTo>
                    <a:cubicBezTo>
                      <a:pt x="963" y="4506"/>
                      <a:pt x="1050" y="4588"/>
                      <a:pt x="1153" y="4648"/>
                    </a:cubicBezTo>
                    <a:cubicBezTo>
                      <a:pt x="1251" y="4702"/>
                      <a:pt x="1354" y="4740"/>
                      <a:pt x="1458" y="4773"/>
                    </a:cubicBezTo>
                    <a:cubicBezTo>
                      <a:pt x="1572" y="4811"/>
                      <a:pt x="1686" y="4838"/>
                      <a:pt x="1800" y="4860"/>
                    </a:cubicBezTo>
                    <a:cubicBezTo>
                      <a:pt x="1862" y="4865"/>
                      <a:pt x="1923" y="4868"/>
                      <a:pt x="1984" y="4868"/>
                    </a:cubicBezTo>
                    <a:cubicBezTo>
                      <a:pt x="2156" y="4868"/>
                      <a:pt x="2328" y="4847"/>
                      <a:pt x="2496" y="4811"/>
                    </a:cubicBezTo>
                    <a:cubicBezTo>
                      <a:pt x="2605" y="4789"/>
                      <a:pt x="2713" y="4783"/>
                      <a:pt x="2822" y="4767"/>
                    </a:cubicBezTo>
                    <a:cubicBezTo>
                      <a:pt x="2841" y="4764"/>
                      <a:pt x="2858" y="4763"/>
                      <a:pt x="2874" y="4763"/>
                    </a:cubicBezTo>
                    <a:cubicBezTo>
                      <a:pt x="2970" y="4763"/>
                      <a:pt x="3009" y="4817"/>
                      <a:pt x="3088" y="4892"/>
                    </a:cubicBezTo>
                    <a:cubicBezTo>
                      <a:pt x="3177" y="4978"/>
                      <a:pt x="3308" y="5010"/>
                      <a:pt x="3439" y="5010"/>
                    </a:cubicBezTo>
                    <a:cubicBezTo>
                      <a:pt x="3532" y="5010"/>
                      <a:pt x="3625" y="4993"/>
                      <a:pt x="3703" y="4968"/>
                    </a:cubicBezTo>
                    <a:cubicBezTo>
                      <a:pt x="3800" y="4930"/>
                      <a:pt x="3898" y="4887"/>
                      <a:pt x="3996" y="4838"/>
                    </a:cubicBezTo>
                    <a:cubicBezTo>
                      <a:pt x="4050" y="4811"/>
                      <a:pt x="4105" y="4789"/>
                      <a:pt x="4165" y="4773"/>
                    </a:cubicBezTo>
                    <a:cubicBezTo>
                      <a:pt x="4192" y="4767"/>
                      <a:pt x="4219" y="4767"/>
                      <a:pt x="4241" y="4762"/>
                    </a:cubicBezTo>
                    <a:cubicBezTo>
                      <a:pt x="4241" y="4762"/>
                      <a:pt x="4316" y="4737"/>
                      <a:pt x="4303" y="4735"/>
                    </a:cubicBezTo>
                    <a:lnTo>
                      <a:pt x="4303" y="4735"/>
                    </a:lnTo>
                    <a:cubicBezTo>
                      <a:pt x="4400" y="4741"/>
                      <a:pt x="4491" y="4795"/>
                      <a:pt x="4540" y="4881"/>
                    </a:cubicBezTo>
                    <a:cubicBezTo>
                      <a:pt x="4600" y="4974"/>
                      <a:pt x="4610" y="5093"/>
                      <a:pt x="4670" y="5191"/>
                    </a:cubicBezTo>
                    <a:cubicBezTo>
                      <a:pt x="4773" y="5365"/>
                      <a:pt x="4931" y="5501"/>
                      <a:pt x="5121" y="5577"/>
                    </a:cubicBezTo>
                    <a:cubicBezTo>
                      <a:pt x="5218" y="5631"/>
                      <a:pt x="5328" y="5659"/>
                      <a:pt x="5437" y="5659"/>
                    </a:cubicBezTo>
                    <a:cubicBezTo>
                      <a:pt x="5494" y="5659"/>
                      <a:pt x="5550" y="5652"/>
                      <a:pt x="5605" y="5637"/>
                    </a:cubicBezTo>
                    <a:cubicBezTo>
                      <a:pt x="5653" y="5626"/>
                      <a:pt x="5704" y="5623"/>
                      <a:pt x="5754" y="5623"/>
                    </a:cubicBezTo>
                    <a:cubicBezTo>
                      <a:pt x="5782" y="5623"/>
                      <a:pt x="5811" y="5624"/>
                      <a:pt x="5839" y="5626"/>
                    </a:cubicBezTo>
                    <a:cubicBezTo>
                      <a:pt x="5888" y="5631"/>
                      <a:pt x="5931" y="5631"/>
                      <a:pt x="5975" y="5631"/>
                    </a:cubicBezTo>
                    <a:cubicBezTo>
                      <a:pt x="5991" y="5642"/>
                      <a:pt x="6002" y="5659"/>
                      <a:pt x="6018" y="5669"/>
                    </a:cubicBezTo>
                    <a:cubicBezTo>
                      <a:pt x="6105" y="5735"/>
                      <a:pt x="6203" y="5773"/>
                      <a:pt x="6312" y="5784"/>
                    </a:cubicBezTo>
                    <a:cubicBezTo>
                      <a:pt x="6383" y="5798"/>
                      <a:pt x="6454" y="5806"/>
                      <a:pt x="6525" y="5806"/>
                    </a:cubicBezTo>
                    <a:cubicBezTo>
                      <a:pt x="6688" y="5806"/>
                      <a:pt x="6849" y="5767"/>
                      <a:pt x="6997" y="5691"/>
                    </a:cubicBezTo>
                    <a:cubicBezTo>
                      <a:pt x="7209" y="5577"/>
                      <a:pt x="7355" y="5370"/>
                      <a:pt x="7486" y="5180"/>
                    </a:cubicBezTo>
                    <a:cubicBezTo>
                      <a:pt x="7546" y="5077"/>
                      <a:pt x="7600" y="4974"/>
                      <a:pt x="7644" y="4865"/>
                    </a:cubicBezTo>
                    <a:cubicBezTo>
                      <a:pt x="7698" y="4745"/>
                      <a:pt x="7758" y="4653"/>
                      <a:pt x="7774" y="4522"/>
                    </a:cubicBezTo>
                    <a:cubicBezTo>
                      <a:pt x="7790" y="4419"/>
                      <a:pt x="7801" y="4316"/>
                      <a:pt x="7801" y="4213"/>
                    </a:cubicBezTo>
                    <a:cubicBezTo>
                      <a:pt x="7801" y="4104"/>
                      <a:pt x="7758" y="3990"/>
                      <a:pt x="7769" y="3881"/>
                    </a:cubicBezTo>
                    <a:cubicBezTo>
                      <a:pt x="7785" y="3772"/>
                      <a:pt x="7872" y="3707"/>
                      <a:pt x="7926" y="3620"/>
                    </a:cubicBezTo>
                    <a:cubicBezTo>
                      <a:pt x="7991" y="3511"/>
                      <a:pt x="8040" y="3392"/>
                      <a:pt x="8062" y="3261"/>
                    </a:cubicBezTo>
                    <a:cubicBezTo>
                      <a:pt x="8089" y="3153"/>
                      <a:pt x="8106" y="3039"/>
                      <a:pt x="8111" y="2924"/>
                    </a:cubicBezTo>
                    <a:cubicBezTo>
                      <a:pt x="8127" y="2799"/>
                      <a:pt x="8155" y="2685"/>
                      <a:pt x="8133" y="2560"/>
                    </a:cubicBezTo>
                    <a:lnTo>
                      <a:pt x="8133" y="2560"/>
                    </a:lnTo>
                    <a:lnTo>
                      <a:pt x="8133" y="2566"/>
                    </a:lnTo>
                    <a:cubicBezTo>
                      <a:pt x="8106" y="2451"/>
                      <a:pt x="8051" y="2348"/>
                      <a:pt x="7986" y="2256"/>
                    </a:cubicBezTo>
                    <a:cubicBezTo>
                      <a:pt x="7915" y="2147"/>
                      <a:pt x="7872" y="2027"/>
                      <a:pt x="7801" y="1919"/>
                    </a:cubicBezTo>
                    <a:cubicBezTo>
                      <a:pt x="7758" y="1864"/>
                      <a:pt x="7714" y="1810"/>
                      <a:pt x="7671" y="1761"/>
                    </a:cubicBezTo>
                    <a:cubicBezTo>
                      <a:pt x="7627" y="1728"/>
                      <a:pt x="7600" y="1680"/>
                      <a:pt x="7584" y="1631"/>
                    </a:cubicBezTo>
                    <a:cubicBezTo>
                      <a:pt x="7578" y="1571"/>
                      <a:pt x="7578" y="1516"/>
                      <a:pt x="7584" y="1457"/>
                    </a:cubicBezTo>
                    <a:cubicBezTo>
                      <a:pt x="7578" y="1381"/>
                      <a:pt x="7562" y="1304"/>
                      <a:pt x="7535" y="1239"/>
                    </a:cubicBezTo>
                    <a:cubicBezTo>
                      <a:pt x="7491" y="1125"/>
                      <a:pt x="7475" y="1011"/>
                      <a:pt x="7404" y="908"/>
                    </a:cubicBezTo>
                    <a:cubicBezTo>
                      <a:pt x="7339" y="804"/>
                      <a:pt x="7247" y="723"/>
                      <a:pt x="7138" y="669"/>
                    </a:cubicBezTo>
                    <a:cubicBezTo>
                      <a:pt x="7035" y="620"/>
                      <a:pt x="6921" y="587"/>
                      <a:pt x="6806" y="582"/>
                    </a:cubicBezTo>
                    <a:cubicBezTo>
                      <a:pt x="6709" y="462"/>
                      <a:pt x="6567" y="391"/>
                      <a:pt x="6437" y="310"/>
                    </a:cubicBezTo>
                    <a:cubicBezTo>
                      <a:pt x="6290" y="206"/>
                      <a:pt x="6122" y="119"/>
                      <a:pt x="5953" y="60"/>
                    </a:cubicBezTo>
                    <a:cubicBezTo>
                      <a:pt x="5813" y="17"/>
                      <a:pt x="5674" y="1"/>
                      <a:pt x="5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20"/>
              <p:cNvSpPr/>
              <p:nvPr/>
            </p:nvSpPr>
            <p:spPr>
              <a:xfrm>
                <a:off x="4364400" y="2547050"/>
                <a:ext cx="19750" cy="23450"/>
              </a:xfrm>
              <a:custGeom>
                <a:rect b="b" l="l" r="r" t="t"/>
                <a:pathLst>
                  <a:path extrusionOk="0" h="938" w="790">
                    <a:moveTo>
                      <a:pt x="491" y="1"/>
                    </a:moveTo>
                    <a:cubicBezTo>
                      <a:pt x="465" y="1"/>
                      <a:pt x="439" y="17"/>
                      <a:pt x="436" y="50"/>
                    </a:cubicBezTo>
                    <a:cubicBezTo>
                      <a:pt x="420" y="126"/>
                      <a:pt x="398" y="196"/>
                      <a:pt x="371" y="267"/>
                    </a:cubicBezTo>
                    <a:cubicBezTo>
                      <a:pt x="273" y="234"/>
                      <a:pt x="170" y="207"/>
                      <a:pt x="72" y="169"/>
                    </a:cubicBezTo>
                    <a:cubicBezTo>
                      <a:pt x="67" y="168"/>
                      <a:pt x="63" y="167"/>
                      <a:pt x="59" y="167"/>
                    </a:cubicBezTo>
                    <a:cubicBezTo>
                      <a:pt x="19" y="167"/>
                      <a:pt x="0" y="231"/>
                      <a:pt x="39" y="251"/>
                    </a:cubicBezTo>
                    <a:cubicBezTo>
                      <a:pt x="137" y="316"/>
                      <a:pt x="241" y="370"/>
                      <a:pt x="344" y="425"/>
                    </a:cubicBezTo>
                    <a:cubicBezTo>
                      <a:pt x="338" y="452"/>
                      <a:pt x="328" y="485"/>
                      <a:pt x="317" y="512"/>
                    </a:cubicBezTo>
                    <a:cubicBezTo>
                      <a:pt x="279" y="615"/>
                      <a:pt x="230" y="756"/>
                      <a:pt x="262" y="870"/>
                    </a:cubicBezTo>
                    <a:cubicBezTo>
                      <a:pt x="268" y="898"/>
                      <a:pt x="295" y="919"/>
                      <a:pt x="322" y="930"/>
                    </a:cubicBezTo>
                    <a:lnTo>
                      <a:pt x="344" y="936"/>
                    </a:lnTo>
                    <a:cubicBezTo>
                      <a:pt x="348" y="937"/>
                      <a:pt x="353" y="937"/>
                      <a:pt x="358" y="937"/>
                    </a:cubicBezTo>
                    <a:cubicBezTo>
                      <a:pt x="380" y="937"/>
                      <a:pt x="400" y="927"/>
                      <a:pt x="409" y="909"/>
                    </a:cubicBezTo>
                    <a:cubicBezTo>
                      <a:pt x="431" y="849"/>
                      <a:pt x="436" y="783"/>
                      <a:pt x="436" y="724"/>
                    </a:cubicBezTo>
                    <a:cubicBezTo>
                      <a:pt x="447" y="653"/>
                      <a:pt x="463" y="588"/>
                      <a:pt x="485" y="523"/>
                    </a:cubicBezTo>
                    <a:lnTo>
                      <a:pt x="485" y="506"/>
                    </a:lnTo>
                    <a:cubicBezTo>
                      <a:pt x="556" y="555"/>
                      <a:pt x="637" y="588"/>
                      <a:pt x="724" y="604"/>
                    </a:cubicBezTo>
                    <a:cubicBezTo>
                      <a:pt x="726" y="604"/>
                      <a:pt x="728" y="604"/>
                      <a:pt x="730" y="604"/>
                    </a:cubicBezTo>
                    <a:cubicBezTo>
                      <a:pt x="775" y="604"/>
                      <a:pt x="789" y="548"/>
                      <a:pt x="779" y="512"/>
                    </a:cubicBezTo>
                    <a:cubicBezTo>
                      <a:pt x="735" y="414"/>
                      <a:pt x="610" y="359"/>
                      <a:pt x="507" y="321"/>
                    </a:cubicBezTo>
                    <a:lnTo>
                      <a:pt x="507" y="294"/>
                    </a:lnTo>
                    <a:cubicBezTo>
                      <a:pt x="529" y="213"/>
                      <a:pt x="540" y="131"/>
                      <a:pt x="550" y="50"/>
                    </a:cubicBezTo>
                    <a:cubicBezTo>
                      <a:pt x="545" y="17"/>
                      <a:pt x="518" y="1"/>
                      <a:pt x="4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20"/>
              <p:cNvSpPr/>
              <p:nvPr/>
            </p:nvSpPr>
            <p:spPr>
              <a:xfrm>
                <a:off x="4383450" y="2541625"/>
                <a:ext cx="12350" cy="14850"/>
              </a:xfrm>
              <a:custGeom>
                <a:rect b="b" l="l" r="r" t="t"/>
                <a:pathLst>
                  <a:path extrusionOk="0" h="594" w="494">
                    <a:moveTo>
                      <a:pt x="130" y="1"/>
                    </a:moveTo>
                    <a:cubicBezTo>
                      <a:pt x="110" y="1"/>
                      <a:pt x="91" y="19"/>
                      <a:pt x="98" y="44"/>
                    </a:cubicBezTo>
                    <a:cubicBezTo>
                      <a:pt x="120" y="120"/>
                      <a:pt x="147" y="201"/>
                      <a:pt x="185" y="272"/>
                    </a:cubicBezTo>
                    <a:cubicBezTo>
                      <a:pt x="125" y="316"/>
                      <a:pt x="76" y="370"/>
                      <a:pt x="17" y="408"/>
                    </a:cubicBezTo>
                    <a:cubicBezTo>
                      <a:pt x="0" y="419"/>
                      <a:pt x="0" y="457"/>
                      <a:pt x="22" y="457"/>
                    </a:cubicBezTo>
                    <a:cubicBezTo>
                      <a:pt x="37" y="459"/>
                      <a:pt x="52" y="460"/>
                      <a:pt x="67" y="460"/>
                    </a:cubicBezTo>
                    <a:cubicBezTo>
                      <a:pt x="124" y="460"/>
                      <a:pt x="183" y="445"/>
                      <a:pt x="234" y="419"/>
                    </a:cubicBezTo>
                    <a:cubicBezTo>
                      <a:pt x="250" y="479"/>
                      <a:pt x="278" y="528"/>
                      <a:pt x="316" y="576"/>
                    </a:cubicBezTo>
                    <a:cubicBezTo>
                      <a:pt x="327" y="588"/>
                      <a:pt x="342" y="594"/>
                      <a:pt x="357" y="594"/>
                    </a:cubicBezTo>
                    <a:cubicBezTo>
                      <a:pt x="383" y="594"/>
                      <a:pt x="409" y="577"/>
                      <a:pt x="419" y="549"/>
                    </a:cubicBezTo>
                    <a:cubicBezTo>
                      <a:pt x="435" y="484"/>
                      <a:pt x="430" y="413"/>
                      <a:pt x="392" y="354"/>
                    </a:cubicBezTo>
                    <a:cubicBezTo>
                      <a:pt x="446" y="326"/>
                      <a:pt x="490" y="278"/>
                      <a:pt x="490" y="218"/>
                    </a:cubicBezTo>
                    <a:lnTo>
                      <a:pt x="490" y="212"/>
                    </a:lnTo>
                    <a:cubicBezTo>
                      <a:pt x="494" y="172"/>
                      <a:pt x="462" y="140"/>
                      <a:pt x="425" y="140"/>
                    </a:cubicBezTo>
                    <a:cubicBezTo>
                      <a:pt x="413" y="140"/>
                      <a:pt x="401" y="144"/>
                      <a:pt x="390" y="150"/>
                    </a:cubicBezTo>
                    <a:lnTo>
                      <a:pt x="390" y="150"/>
                    </a:lnTo>
                    <a:cubicBezTo>
                      <a:pt x="401" y="143"/>
                      <a:pt x="404" y="141"/>
                      <a:pt x="403" y="141"/>
                    </a:cubicBezTo>
                    <a:cubicBezTo>
                      <a:pt x="399" y="141"/>
                      <a:pt x="372" y="154"/>
                      <a:pt x="365" y="158"/>
                    </a:cubicBezTo>
                    <a:cubicBezTo>
                      <a:pt x="348" y="169"/>
                      <a:pt x="332" y="180"/>
                      <a:pt x="321" y="185"/>
                    </a:cubicBezTo>
                    <a:lnTo>
                      <a:pt x="305" y="196"/>
                    </a:lnTo>
                    <a:cubicBezTo>
                      <a:pt x="250" y="142"/>
                      <a:pt x="202" y="82"/>
                      <a:pt x="158" y="17"/>
                    </a:cubicBezTo>
                    <a:cubicBezTo>
                      <a:pt x="151" y="6"/>
                      <a:pt x="140"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20"/>
              <p:cNvSpPr/>
              <p:nvPr/>
            </p:nvSpPr>
            <p:spPr>
              <a:xfrm>
                <a:off x="4395300" y="2533875"/>
                <a:ext cx="21200" cy="26800"/>
              </a:xfrm>
              <a:custGeom>
                <a:rect b="b" l="l" r="r" t="t"/>
                <a:pathLst>
                  <a:path extrusionOk="0" h="1072" w="848">
                    <a:moveTo>
                      <a:pt x="395" y="0"/>
                    </a:moveTo>
                    <a:cubicBezTo>
                      <a:pt x="348" y="0"/>
                      <a:pt x="310" y="64"/>
                      <a:pt x="353" y="98"/>
                    </a:cubicBezTo>
                    <a:lnTo>
                      <a:pt x="385" y="136"/>
                    </a:lnTo>
                    <a:cubicBezTo>
                      <a:pt x="396" y="180"/>
                      <a:pt x="407" y="229"/>
                      <a:pt x="407" y="278"/>
                    </a:cubicBezTo>
                    <a:cubicBezTo>
                      <a:pt x="412" y="337"/>
                      <a:pt x="412" y="348"/>
                      <a:pt x="363" y="381"/>
                    </a:cubicBezTo>
                    <a:cubicBezTo>
                      <a:pt x="349" y="390"/>
                      <a:pt x="323" y="404"/>
                      <a:pt x="302" y="404"/>
                    </a:cubicBezTo>
                    <a:cubicBezTo>
                      <a:pt x="299" y="404"/>
                      <a:pt x="296" y="403"/>
                      <a:pt x="293" y="403"/>
                    </a:cubicBezTo>
                    <a:cubicBezTo>
                      <a:pt x="233" y="392"/>
                      <a:pt x="173" y="245"/>
                      <a:pt x="124" y="202"/>
                    </a:cubicBezTo>
                    <a:cubicBezTo>
                      <a:pt x="112" y="192"/>
                      <a:pt x="99" y="188"/>
                      <a:pt x="87" y="188"/>
                    </a:cubicBezTo>
                    <a:cubicBezTo>
                      <a:pt x="41" y="188"/>
                      <a:pt x="0" y="241"/>
                      <a:pt x="43" y="283"/>
                    </a:cubicBezTo>
                    <a:cubicBezTo>
                      <a:pt x="128" y="368"/>
                      <a:pt x="164" y="552"/>
                      <a:pt x="297" y="552"/>
                    </a:cubicBezTo>
                    <a:cubicBezTo>
                      <a:pt x="317" y="552"/>
                      <a:pt x="339" y="548"/>
                      <a:pt x="363" y="539"/>
                    </a:cubicBezTo>
                    <a:cubicBezTo>
                      <a:pt x="505" y="490"/>
                      <a:pt x="499" y="376"/>
                      <a:pt x="478" y="256"/>
                    </a:cubicBezTo>
                    <a:lnTo>
                      <a:pt x="478" y="256"/>
                    </a:lnTo>
                    <a:cubicBezTo>
                      <a:pt x="565" y="354"/>
                      <a:pt x="619" y="468"/>
                      <a:pt x="646" y="593"/>
                    </a:cubicBezTo>
                    <a:cubicBezTo>
                      <a:pt x="679" y="805"/>
                      <a:pt x="412" y="968"/>
                      <a:pt x="238" y="1012"/>
                    </a:cubicBezTo>
                    <a:cubicBezTo>
                      <a:pt x="217" y="1017"/>
                      <a:pt x="211" y="1060"/>
                      <a:pt x="238" y="1066"/>
                    </a:cubicBezTo>
                    <a:cubicBezTo>
                      <a:pt x="264" y="1070"/>
                      <a:pt x="291" y="1072"/>
                      <a:pt x="317" y="1072"/>
                    </a:cubicBezTo>
                    <a:cubicBezTo>
                      <a:pt x="552" y="1072"/>
                      <a:pt x="796" y="923"/>
                      <a:pt x="820" y="669"/>
                    </a:cubicBezTo>
                    <a:cubicBezTo>
                      <a:pt x="847" y="403"/>
                      <a:pt x="608" y="180"/>
                      <a:pt x="434" y="17"/>
                    </a:cubicBezTo>
                    <a:cubicBezTo>
                      <a:pt x="421" y="5"/>
                      <a:pt x="408" y="0"/>
                      <a:pt x="3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20"/>
              <p:cNvSpPr/>
              <p:nvPr/>
            </p:nvSpPr>
            <p:spPr>
              <a:xfrm>
                <a:off x="4368775" y="2683350"/>
                <a:ext cx="59000" cy="37400"/>
              </a:xfrm>
              <a:custGeom>
                <a:rect b="b" l="l" r="r" t="t"/>
                <a:pathLst>
                  <a:path extrusionOk="0" h="1496" w="2360">
                    <a:moveTo>
                      <a:pt x="918" y="173"/>
                    </a:moveTo>
                    <a:cubicBezTo>
                      <a:pt x="961" y="173"/>
                      <a:pt x="1042" y="253"/>
                      <a:pt x="1077" y="273"/>
                    </a:cubicBezTo>
                    <a:cubicBezTo>
                      <a:pt x="1126" y="305"/>
                      <a:pt x="1174" y="332"/>
                      <a:pt x="1223" y="365"/>
                    </a:cubicBezTo>
                    <a:cubicBezTo>
                      <a:pt x="1202" y="387"/>
                      <a:pt x="1180" y="409"/>
                      <a:pt x="1158" y="430"/>
                    </a:cubicBezTo>
                    <a:cubicBezTo>
                      <a:pt x="1119" y="475"/>
                      <a:pt x="1079" y="569"/>
                      <a:pt x="1015" y="569"/>
                    </a:cubicBezTo>
                    <a:cubicBezTo>
                      <a:pt x="1008" y="569"/>
                      <a:pt x="1002" y="568"/>
                      <a:pt x="995" y="566"/>
                    </a:cubicBezTo>
                    <a:cubicBezTo>
                      <a:pt x="924" y="550"/>
                      <a:pt x="870" y="468"/>
                      <a:pt x="810" y="430"/>
                    </a:cubicBezTo>
                    <a:cubicBezTo>
                      <a:pt x="789" y="419"/>
                      <a:pt x="767" y="403"/>
                      <a:pt x="740" y="392"/>
                    </a:cubicBezTo>
                    <a:lnTo>
                      <a:pt x="750" y="387"/>
                    </a:lnTo>
                    <a:lnTo>
                      <a:pt x="745" y="387"/>
                    </a:lnTo>
                    <a:cubicBezTo>
                      <a:pt x="761" y="376"/>
                      <a:pt x="772" y="365"/>
                      <a:pt x="789" y="354"/>
                    </a:cubicBezTo>
                    <a:cubicBezTo>
                      <a:pt x="799" y="349"/>
                      <a:pt x="810" y="338"/>
                      <a:pt x="816" y="327"/>
                    </a:cubicBezTo>
                    <a:cubicBezTo>
                      <a:pt x="832" y="294"/>
                      <a:pt x="870" y="191"/>
                      <a:pt x="908" y="175"/>
                    </a:cubicBezTo>
                    <a:cubicBezTo>
                      <a:pt x="911" y="173"/>
                      <a:pt x="915" y="173"/>
                      <a:pt x="918" y="173"/>
                    </a:cubicBezTo>
                    <a:close/>
                    <a:moveTo>
                      <a:pt x="1908" y="729"/>
                    </a:moveTo>
                    <a:cubicBezTo>
                      <a:pt x="2022" y="773"/>
                      <a:pt x="2126" y="843"/>
                      <a:pt x="2213" y="925"/>
                    </a:cubicBezTo>
                    <a:cubicBezTo>
                      <a:pt x="2153" y="930"/>
                      <a:pt x="2093" y="936"/>
                      <a:pt x="2033" y="941"/>
                    </a:cubicBezTo>
                    <a:cubicBezTo>
                      <a:pt x="1984" y="947"/>
                      <a:pt x="1935" y="963"/>
                      <a:pt x="1887" y="974"/>
                    </a:cubicBezTo>
                    <a:lnTo>
                      <a:pt x="1887" y="936"/>
                    </a:lnTo>
                    <a:cubicBezTo>
                      <a:pt x="1887" y="892"/>
                      <a:pt x="1887" y="854"/>
                      <a:pt x="1887" y="816"/>
                    </a:cubicBezTo>
                    <a:cubicBezTo>
                      <a:pt x="1892" y="784"/>
                      <a:pt x="1897" y="756"/>
                      <a:pt x="1908" y="729"/>
                    </a:cubicBezTo>
                    <a:close/>
                    <a:moveTo>
                      <a:pt x="1348" y="447"/>
                    </a:moveTo>
                    <a:cubicBezTo>
                      <a:pt x="1392" y="479"/>
                      <a:pt x="1441" y="512"/>
                      <a:pt x="1490" y="534"/>
                    </a:cubicBezTo>
                    <a:cubicBezTo>
                      <a:pt x="1560" y="555"/>
                      <a:pt x="1631" y="588"/>
                      <a:pt x="1696" y="626"/>
                    </a:cubicBezTo>
                    <a:cubicBezTo>
                      <a:pt x="1718" y="642"/>
                      <a:pt x="1745" y="653"/>
                      <a:pt x="1772" y="664"/>
                    </a:cubicBezTo>
                    <a:cubicBezTo>
                      <a:pt x="1751" y="707"/>
                      <a:pt x="1740" y="751"/>
                      <a:pt x="1734" y="800"/>
                    </a:cubicBezTo>
                    <a:cubicBezTo>
                      <a:pt x="1723" y="849"/>
                      <a:pt x="1723" y="903"/>
                      <a:pt x="1729" y="952"/>
                    </a:cubicBezTo>
                    <a:lnTo>
                      <a:pt x="1729" y="958"/>
                    </a:lnTo>
                    <a:cubicBezTo>
                      <a:pt x="1734" y="968"/>
                      <a:pt x="1734" y="985"/>
                      <a:pt x="1740" y="1001"/>
                    </a:cubicBezTo>
                    <a:cubicBezTo>
                      <a:pt x="1555" y="1023"/>
                      <a:pt x="1376" y="1066"/>
                      <a:pt x="1185" y="1093"/>
                    </a:cubicBezTo>
                    <a:cubicBezTo>
                      <a:pt x="1001" y="1121"/>
                      <a:pt x="810" y="1175"/>
                      <a:pt x="620" y="1213"/>
                    </a:cubicBezTo>
                    <a:cubicBezTo>
                      <a:pt x="620" y="1142"/>
                      <a:pt x="598" y="1066"/>
                      <a:pt x="555" y="1012"/>
                    </a:cubicBezTo>
                    <a:cubicBezTo>
                      <a:pt x="517" y="947"/>
                      <a:pt x="451" y="903"/>
                      <a:pt x="381" y="892"/>
                    </a:cubicBezTo>
                    <a:cubicBezTo>
                      <a:pt x="430" y="827"/>
                      <a:pt x="479" y="767"/>
                      <a:pt x="533" y="707"/>
                    </a:cubicBezTo>
                    <a:cubicBezTo>
                      <a:pt x="566" y="664"/>
                      <a:pt x="604" y="615"/>
                      <a:pt x="631" y="572"/>
                    </a:cubicBezTo>
                    <a:cubicBezTo>
                      <a:pt x="653" y="544"/>
                      <a:pt x="663" y="517"/>
                      <a:pt x="680" y="490"/>
                    </a:cubicBezTo>
                    <a:cubicBezTo>
                      <a:pt x="782" y="579"/>
                      <a:pt x="892" y="726"/>
                      <a:pt x="1026" y="726"/>
                    </a:cubicBezTo>
                    <a:cubicBezTo>
                      <a:pt x="1056" y="726"/>
                      <a:pt x="1087" y="719"/>
                      <a:pt x="1120" y="702"/>
                    </a:cubicBezTo>
                    <a:cubicBezTo>
                      <a:pt x="1202" y="659"/>
                      <a:pt x="1251" y="566"/>
                      <a:pt x="1305" y="495"/>
                    </a:cubicBezTo>
                    <a:cubicBezTo>
                      <a:pt x="1321" y="479"/>
                      <a:pt x="1338" y="463"/>
                      <a:pt x="1348" y="447"/>
                    </a:cubicBezTo>
                    <a:close/>
                    <a:moveTo>
                      <a:pt x="332" y="952"/>
                    </a:moveTo>
                    <a:cubicBezTo>
                      <a:pt x="424" y="1001"/>
                      <a:pt x="468" y="1126"/>
                      <a:pt x="484" y="1240"/>
                    </a:cubicBezTo>
                    <a:cubicBezTo>
                      <a:pt x="424" y="1251"/>
                      <a:pt x="365" y="1267"/>
                      <a:pt x="305" y="1289"/>
                    </a:cubicBezTo>
                    <a:cubicBezTo>
                      <a:pt x="245" y="1305"/>
                      <a:pt x="185" y="1349"/>
                      <a:pt x="125" y="1371"/>
                    </a:cubicBezTo>
                    <a:cubicBezTo>
                      <a:pt x="163" y="1218"/>
                      <a:pt x="234" y="1077"/>
                      <a:pt x="332" y="952"/>
                    </a:cubicBezTo>
                    <a:close/>
                    <a:moveTo>
                      <a:pt x="935" y="1"/>
                    </a:moveTo>
                    <a:cubicBezTo>
                      <a:pt x="870" y="6"/>
                      <a:pt x="816" y="44"/>
                      <a:pt x="794" y="99"/>
                    </a:cubicBezTo>
                    <a:cubicBezTo>
                      <a:pt x="767" y="126"/>
                      <a:pt x="750" y="164"/>
                      <a:pt x="740" y="202"/>
                    </a:cubicBezTo>
                    <a:cubicBezTo>
                      <a:pt x="718" y="267"/>
                      <a:pt x="674" y="278"/>
                      <a:pt x="631" y="332"/>
                    </a:cubicBezTo>
                    <a:cubicBezTo>
                      <a:pt x="587" y="387"/>
                      <a:pt x="555" y="447"/>
                      <a:pt x="522" y="512"/>
                    </a:cubicBezTo>
                    <a:cubicBezTo>
                      <a:pt x="473" y="577"/>
                      <a:pt x="419" y="642"/>
                      <a:pt x="365" y="707"/>
                    </a:cubicBezTo>
                    <a:cubicBezTo>
                      <a:pt x="191" y="925"/>
                      <a:pt x="27" y="1153"/>
                      <a:pt x="0" y="1441"/>
                    </a:cubicBezTo>
                    <a:cubicBezTo>
                      <a:pt x="0" y="1469"/>
                      <a:pt x="22" y="1496"/>
                      <a:pt x="55" y="1496"/>
                    </a:cubicBezTo>
                    <a:cubicBezTo>
                      <a:pt x="136" y="1490"/>
                      <a:pt x="212" y="1463"/>
                      <a:pt x="278" y="1425"/>
                    </a:cubicBezTo>
                    <a:cubicBezTo>
                      <a:pt x="348" y="1392"/>
                      <a:pt x="424" y="1371"/>
                      <a:pt x="500" y="1354"/>
                    </a:cubicBezTo>
                    <a:lnTo>
                      <a:pt x="500" y="1382"/>
                    </a:lnTo>
                    <a:cubicBezTo>
                      <a:pt x="500" y="1388"/>
                      <a:pt x="509" y="1393"/>
                      <a:pt x="516" y="1393"/>
                    </a:cubicBezTo>
                    <a:cubicBezTo>
                      <a:pt x="521" y="1393"/>
                      <a:pt x="526" y="1391"/>
                      <a:pt x="528" y="1387"/>
                    </a:cubicBezTo>
                    <a:cubicBezTo>
                      <a:pt x="538" y="1371"/>
                      <a:pt x="549" y="1354"/>
                      <a:pt x="560" y="1343"/>
                    </a:cubicBezTo>
                    <a:lnTo>
                      <a:pt x="577" y="1338"/>
                    </a:lnTo>
                    <a:cubicBezTo>
                      <a:pt x="805" y="1295"/>
                      <a:pt x="1022" y="1235"/>
                      <a:pt x="1256" y="1202"/>
                    </a:cubicBezTo>
                    <a:cubicBezTo>
                      <a:pt x="1354" y="1186"/>
                      <a:pt x="1452" y="1164"/>
                      <a:pt x="1555" y="1142"/>
                    </a:cubicBezTo>
                    <a:cubicBezTo>
                      <a:pt x="1642" y="1126"/>
                      <a:pt x="1729" y="1121"/>
                      <a:pt x="1821" y="1110"/>
                    </a:cubicBezTo>
                    <a:cubicBezTo>
                      <a:pt x="1826" y="1116"/>
                      <a:pt x="1832" y="1119"/>
                      <a:pt x="1840" y="1119"/>
                    </a:cubicBezTo>
                    <a:cubicBezTo>
                      <a:pt x="1851" y="1119"/>
                      <a:pt x="1864" y="1112"/>
                      <a:pt x="1870" y="1099"/>
                    </a:cubicBezTo>
                    <a:lnTo>
                      <a:pt x="1897" y="1093"/>
                    </a:lnTo>
                    <a:cubicBezTo>
                      <a:pt x="1979" y="1072"/>
                      <a:pt x="2066" y="1055"/>
                      <a:pt x="2153" y="1045"/>
                    </a:cubicBezTo>
                    <a:cubicBezTo>
                      <a:pt x="2218" y="1045"/>
                      <a:pt x="2283" y="1028"/>
                      <a:pt x="2338" y="985"/>
                    </a:cubicBezTo>
                    <a:cubicBezTo>
                      <a:pt x="2354" y="968"/>
                      <a:pt x="2359" y="941"/>
                      <a:pt x="2343" y="919"/>
                    </a:cubicBezTo>
                    <a:lnTo>
                      <a:pt x="2343" y="914"/>
                    </a:lnTo>
                    <a:cubicBezTo>
                      <a:pt x="2234" y="767"/>
                      <a:pt x="2071" y="675"/>
                      <a:pt x="1914" y="582"/>
                    </a:cubicBezTo>
                    <a:cubicBezTo>
                      <a:pt x="1876" y="566"/>
                      <a:pt x="1832" y="544"/>
                      <a:pt x="1800" y="523"/>
                    </a:cubicBezTo>
                    <a:cubicBezTo>
                      <a:pt x="1767" y="495"/>
                      <a:pt x="1740" y="468"/>
                      <a:pt x="1702" y="452"/>
                    </a:cubicBezTo>
                    <a:cubicBezTo>
                      <a:pt x="1658" y="430"/>
                      <a:pt x="1615" y="414"/>
                      <a:pt x="1571" y="398"/>
                    </a:cubicBezTo>
                    <a:cubicBezTo>
                      <a:pt x="1511" y="370"/>
                      <a:pt x="1452" y="332"/>
                      <a:pt x="1403" y="289"/>
                    </a:cubicBezTo>
                    <a:cubicBezTo>
                      <a:pt x="1316" y="218"/>
                      <a:pt x="1218" y="175"/>
                      <a:pt x="1131" y="115"/>
                    </a:cubicBezTo>
                    <a:cubicBezTo>
                      <a:pt x="1071" y="72"/>
                      <a:pt x="1017" y="1"/>
                      <a:pt x="9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20"/>
              <p:cNvSpPr/>
              <p:nvPr/>
            </p:nvSpPr>
            <p:spPr>
              <a:xfrm>
                <a:off x="4390925" y="2689600"/>
                <a:ext cx="4775" cy="3575"/>
              </a:xfrm>
              <a:custGeom>
                <a:rect b="b" l="l" r="r" t="t"/>
                <a:pathLst>
                  <a:path extrusionOk="0" h="143" w="191">
                    <a:moveTo>
                      <a:pt x="93" y="1"/>
                    </a:moveTo>
                    <a:cubicBezTo>
                      <a:pt x="0" y="1"/>
                      <a:pt x="0" y="142"/>
                      <a:pt x="93" y="142"/>
                    </a:cubicBezTo>
                    <a:cubicBezTo>
                      <a:pt x="191" y="142"/>
                      <a:pt x="191"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20"/>
              <p:cNvSpPr/>
              <p:nvPr/>
            </p:nvSpPr>
            <p:spPr>
              <a:xfrm>
                <a:off x="4502300" y="2531875"/>
                <a:ext cx="13675" cy="19150"/>
              </a:xfrm>
              <a:custGeom>
                <a:rect b="b" l="l" r="r" t="t"/>
                <a:pathLst>
                  <a:path extrusionOk="0" h="766" w="547">
                    <a:moveTo>
                      <a:pt x="460" y="0"/>
                    </a:moveTo>
                    <a:cubicBezTo>
                      <a:pt x="353" y="0"/>
                      <a:pt x="178" y="120"/>
                      <a:pt x="144" y="184"/>
                    </a:cubicBezTo>
                    <a:cubicBezTo>
                      <a:pt x="79" y="303"/>
                      <a:pt x="198" y="417"/>
                      <a:pt x="258" y="510"/>
                    </a:cubicBezTo>
                    <a:cubicBezTo>
                      <a:pt x="264" y="521"/>
                      <a:pt x="274" y="532"/>
                      <a:pt x="280" y="548"/>
                    </a:cubicBezTo>
                    <a:lnTo>
                      <a:pt x="264" y="564"/>
                    </a:lnTo>
                    <a:cubicBezTo>
                      <a:pt x="247" y="575"/>
                      <a:pt x="226" y="586"/>
                      <a:pt x="209" y="597"/>
                    </a:cubicBezTo>
                    <a:cubicBezTo>
                      <a:pt x="192" y="603"/>
                      <a:pt x="179" y="607"/>
                      <a:pt x="169" y="607"/>
                    </a:cubicBezTo>
                    <a:cubicBezTo>
                      <a:pt x="153" y="607"/>
                      <a:pt x="143" y="598"/>
                      <a:pt x="133" y="575"/>
                    </a:cubicBezTo>
                    <a:cubicBezTo>
                      <a:pt x="127" y="563"/>
                      <a:pt x="117" y="558"/>
                      <a:pt x="107" y="558"/>
                    </a:cubicBezTo>
                    <a:cubicBezTo>
                      <a:pt x="98" y="558"/>
                      <a:pt x="89" y="562"/>
                      <a:pt x="84" y="570"/>
                    </a:cubicBezTo>
                    <a:cubicBezTo>
                      <a:pt x="0" y="633"/>
                      <a:pt x="48" y="766"/>
                      <a:pt x="149" y="766"/>
                    </a:cubicBezTo>
                    <a:cubicBezTo>
                      <a:pt x="152" y="766"/>
                      <a:pt x="156" y="766"/>
                      <a:pt x="160" y="765"/>
                    </a:cubicBezTo>
                    <a:cubicBezTo>
                      <a:pt x="253" y="765"/>
                      <a:pt x="394" y="700"/>
                      <a:pt x="427" y="602"/>
                    </a:cubicBezTo>
                    <a:cubicBezTo>
                      <a:pt x="438" y="548"/>
                      <a:pt x="427" y="494"/>
                      <a:pt x="389" y="456"/>
                    </a:cubicBezTo>
                    <a:cubicBezTo>
                      <a:pt x="356" y="412"/>
                      <a:pt x="253" y="325"/>
                      <a:pt x="264" y="265"/>
                    </a:cubicBezTo>
                    <a:cubicBezTo>
                      <a:pt x="269" y="200"/>
                      <a:pt x="405" y="151"/>
                      <a:pt x="476" y="129"/>
                    </a:cubicBezTo>
                    <a:cubicBezTo>
                      <a:pt x="483" y="133"/>
                      <a:pt x="491" y="135"/>
                      <a:pt x="499" y="135"/>
                    </a:cubicBezTo>
                    <a:cubicBezTo>
                      <a:pt x="524" y="135"/>
                      <a:pt x="546" y="116"/>
                      <a:pt x="546" y="91"/>
                    </a:cubicBezTo>
                    <a:cubicBezTo>
                      <a:pt x="545" y="25"/>
                      <a:pt x="509" y="0"/>
                      <a:pt x="4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20"/>
              <p:cNvSpPr/>
              <p:nvPr/>
            </p:nvSpPr>
            <p:spPr>
              <a:xfrm>
                <a:off x="4517175" y="2536250"/>
                <a:ext cx="4900" cy="10825"/>
              </a:xfrm>
              <a:custGeom>
                <a:rect b="b" l="l" r="r" t="t"/>
                <a:pathLst>
                  <a:path extrusionOk="0" h="433" w="196">
                    <a:moveTo>
                      <a:pt x="106" y="1"/>
                    </a:moveTo>
                    <a:cubicBezTo>
                      <a:pt x="99" y="1"/>
                      <a:pt x="93" y="3"/>
                      <a:pt x="87" y="9"/>
                    </a:cubicBezTo>
                    <a:cubicBezTo>
                      <a:pt x="60" y="69"/>
                      <a:pt x="44" y="128"/>
                      <a:pt x="38" y="194"/>
                    </a:cubicBezTo>
                    <a:cubicBezTo>
                      <a:pt x="17" y="253"/>
                      <a:pt x="6" y="313"/>
                      <a:pt x="6" y="373"/>
                    </a:cubicBezTo>
                    <a:cubicBezTo>
                      <a:pt x="0" y="384"/>
                      <a:pt x="6" y="395"/>
                      <a:pt x="11" y="406"/>
                    </a:cubicBezTo>
                    <a:lnTo>
                      <a:pt x="22" y="416"/>
                    </a:lnTo>
                    <a:cubicBezTo>
                      <a:pt x="36" y="427"/>
                      <a:pt x="50" y="433"/>
                      <a:pt x="65" y="433"/>
                    </a:cubicBezTo>
                    <a:cubicBezTo>
                      <a:pt x="79" y="433"/>
                      <a:pt x="93" y="427"/>
                      <a:pt x="103" y="416"/>
                    </a:cubicBezTo>
                    <a:cubicBezTo>
                      <a:pt x="196" y="319"/>
                      <a:pt x="185" y="117"/>
                      <a:pt x="120" y="9"/>
                    </a:cubicBezTo>
                    <a:cubicBezTo>
                      <a:pt x="117" y="3"/>
                      <a:pt x="112" y="1"/>
                      <a:pt x="1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20"/>
              <p:cNvSpPr/>
              <p:nvPr/>
            </p:nvSpPr>
            <p:spPr>
              <a:xfrm>
                <a:off x="4518250" y="2529800"/>
                <a:ext cx="3150" cy="3150"/>
              </a:xfrm>
              <a:custGeom>
                <a:rect b="b" l="l" r="r" t="t"/>
                <a:pathLst>
                  <a:path extrusionOk="0" h="126" w="126">
                    <a:moveTo>
                      <a:pt x="60" y="0"/>
                    </a:moveTo>
                    <a:cubicBezTo>
                      <a:pt x="33" y="0"/>
                      <a:pt x="12" y="17"/>
                      <a:pt x="6" y="44"/>
                    </a:cubicBezTo>
                    <a:cubicBezTo>
                      <a:pt x="1" y="66"/>
                      <a:pt x="6" y="93"/>
                      <a:pt x="22" y="109"/>
                    </a:cubicBezTo>
                    <a:cubicBezTo>
                      <a:pt x="33" y="120"/>
                      <a:pt x="50" y="125"/>
                      <a:pt x="60" y="125"/>
                    </a:cubicBezTo>
                    <a:cubicBezTo>
                      <a:pt x="77" y="125"/>
                      <a:pt x="88" y="120"/>
                      <a:pt x="99" y="109"/>
                    </a:cubicBezTo>
                    <a:cubicBezTo>
                      <a:pt x="120" y="93"/>
                      <a:pt x="126" y="66"/>
                      <a:pt x="120" y="44"/>
                    </a:cubicBezTo>
                    <a:cubicBezTo>
                      <a:pt x="109" y="17"/>
                      <a:pt x="88"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20"/>
              <p:cNvSpPr/>
              <p:nvPr/>
            </p:nvSpPr>
            <p:spPr>
              <a:xfrm>
                <a:off x="4523275" y="2533700"/>
                <a:ext cx="14025" cy="15700"/>
              </a:xfrm>
              <a:custGeom>
                <a:rect b="b" l="l" r="r" t="t"/>
                <a:pathLst>
                  <a:path extrusionOk="0" h="628" w="561">
                    <a:moveTo>
                      <a:pt x="353" y="1"/>
                    </a:moveTo>
                    <a:cubicBezTo>
                      <a:pt x="346" y="1"/>
                      <a:pt x="339" y="1"/>
                      <a:pt x="332" y="2"/>
                    </a:cubicBezTo>
                    <a:cubicBezTo>
                      <a:pt x="235" y="13"/>
                      <a:pt x="148" y="62"/>
                      <a:pt x="93" y="143"/>
                    </a:cubicBezTo>
                    <a:cubicBezTo>
                      <a:pt x="66" y="149"/>
                      <a:pt x="50" y="176"/>
                      <a:pt x="55" y="203"/>
                    </a:cubicBezTo>
                    <a:cubicBezTo>
                      <a:pt x="12" y="279"/>
                      <a:pt x="1" y="372"/>
                      <a:pt x="23" y="459"/>
                    </a:cubicBezTo>
                    <a:cubicBezTo>
                      <a:pt x="30" y="500"/>
                      <a:pt x="61" y="518"/>
                      <a:pt x="92" y="518"/>
                    </a:cubicBezTo>
                    <a:cubicBezTo>
                      <a:pt x="130" y="518"/>
                      <a:pt x="167" y="490"/>
                      <a:pt x="158" y="442"/>
                    </a:cubicBezTo>
                    <a:cubicBezTo>
                      <a:pt x="175" y="339"/>
                      <a:pt x="191" y="165"/>
                      <a:pt x="332" y="160"/>
                    </a:cubicBezTo>
                    <a:cubicBezTo>
                      <a:pt x="398" y="160"/>
                      <a:pt x="381" y="203"/>
                      <a:pt x="376" y="258"/>
                    </a:cubicBezTo>
                    <a:cubicBezTo>
                      <a:pt x="370" y="312"/>
                      <a:pt x="349" y="377"/>
                      <a:pt x="349" y="437"/>
                    </a:cubicBezTo>
                    <a:cubicBezTo>
                      <a:pt x="278" y="508"/>
                      <a:pt x="327" y="622"/>
                      <a:pt x="425" y="627"/>
                    </a:cubicBezTo>
                    <a:cubicBezTo>
                      <a:pt x="506" y="622"/>
                      <a:pt x="561" y="524"/>
                      <a:pt x="512" y="453"/>
                    </a:cubicBezTo>
                    <a:cubicBezTo>
                      <a:pt x="539" y="361"/>
                      <a:pt x="550" y="263"/>
                      <a:pt x="539" y="165"/>
                    </a:cubicBezTo>
                    <a:cubicBezTo>
                      <a:pt x="524" y="69"/>
                      <a:pt x="447" y="1"/>
                      <a:pt x="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20"/>
              <p:cNvSpPr/>
              <p:nvPr/>
            </p:nvSpPr>
            <p:spPr>
              <a:xfrm>
                <a:off x="4538725" y="2530450"/>
                <a:ext cx="29575" cy="14650"/>
              </a:xfrm>
              <a:custGeom>
                <a:rect b="b" l="l" r="r" t="t"/>
                <a:pathLst>
                  <a:path extrusionOk="0" h="586" w="1183">
                    <a:moveTo>
                      <a:pt x="244" y="125"/>
                    </a:moveTo>
                    <a:cubicBezTo>
                      <a:pt x="392" y="125"/>
                      <a:pt x="464" y="242"/>
                      <a:pt x="541" y="349"/>
                    </a:cubicBezTo>
                    <a:lnTo>
                      <a:pt x="519" y="371"/>
                    </a:lnTo>
                    <a:cubicBezTo>
                      <a:pt x="463" y="415"/>
                      <a:pt x="397" y="437"/>
                      <a:pt x="331" y="437"/>
                    </a:cubicBezTo>
                    <a:cubicBezTo>
                      <a:pt x="281" y="437"/>
                      <a:pt x="232" y="424"/>
                      <a:pt x="187" y="398"/>
                    </a:cubicBezTo>
                    <a:cubicBezTo>
                      <a:pt x="144" y="366"/>
                      <a:pt x="111" y="317"/>
                      <a:pt x="106" y="262"/>
                    </a:cubicBezTo>
                    <a:cubicBezTo>
                      <a:pt x="85" y="194"/>
                      <a:pt x="135" y="126"/>
                      <a:pt x="206" y="126"/>
                    </a:cubicBezTo>
                    <a:cubicBezTo>
                      <a:pt x="209" y="126"/>
                      <a:pt x="212" y="126"/>
                      <a:pt x="214" y="127"/>
                    </a:cubicBezTo>
                    <a:cubicBezTo>
                      <a:pt x="225" y="126"/>
                      <a:pt x="234" y="125"/>
                      <a:pt x="244" y="125"/>
                    </a:cubicBezTo>
                    <a:close/>
                    <a:moveTo>
                      <a:pt x="897" y="0"/>
                    </a:moveTo>
                    <a:cubicBezTo>
                      <a:pt x="891" y="0"/>
                      <a:pt x="885" y="4"/>
                      <a:pt x="883" y="12"/>
                    </a:cubicBezTo>
                    <a:cubicBezTo>
                      <a:pt x="861" y="50"/>
                      <a:pt x="823" y="72"/>
                      <a:pt x="791" y="99"/>
                    </a:cubicBezTo>
                    <a:cubicBezTo>
                      <a:pt x="758" y="132"/>
                      <a:pt x="731" y="176"/>
                      <a:pt x="687" y="214"/>
                    </a:cubicBezTo>
                    <a:lnTo>
                      <a:pt x="644" y="252"/>
                    </a:lnTo>
                    <a:cubicBezTo>
                      <a:pt x="584" y="165"/>
                      <a:pt x="508" y="99"/>
                      <a:pt x="416" y="50"/>
                    </a:cubicBezTo>
                    <a:cubicBezTo>
                      <a:pt x="371" y="30"/>
                      <a:pt x="320" y="20"/>
                      <a:pt x="270" y="20"/>
                    </a:cubicBezTo>
                    <a:cubicBezTo>
                      <a:pt x="132" y="20"/>
                      <a:pt x="0" y="99"/>
                      <a:pt x="24" y="262"/>
                    </a:cubicBezTo>
                    <a:cubicBezTo>
                      <a:pt x="58" y="429"/>
                      <a:pt x="203" y="539"/>
                      <a:pt x="360" y="539"/>
                    </a:cubicBezTo>
                    <a:cubicBezTo>
                      <a:pt x="407" y="539"/>
                      <a:pt x="456" y="529"/>
                      <a:pt x="503" y="507"/>
                    </a:cubicBezTo>
                    <a:cubicBezTo>
                      <a:pt x="541" y="491"/>
                      <a:pt x="579" y="464"/>
                      <a:pt x="611" y="436"/>
                    </a:cubicBezTo>
                    <a:lnTo>
                      <a:pt x="617" y="442"/>
                    </a:lnTo>
                    <a:cubicBezTo>
                      <a:pt x="711" y="536"/>
                      <a:pt x="836" y="586"/>
                      <a:pt x="966" y="586"/>
                    </a:cubicBezTo>
                    <a:cubicBezTo>
                      <a:pt x="1024" y="586"/>
                      <a:pt x="1082" y="576"/>
                      <a:pt x="1139" y="556"/>
                    </a:cubicBezTo>
                    <a:cubicBezTo>
                      <a:pt x="1182" y="545"/>
                      <a:pt x="1182" y="480"/>
                      <a:pt x="1139" y="469"/>
                    </a:cubicBezTo>
                    <a:cubicBezTo>
                      <a:pt x="1057" y="447"/>
                      <a:pt x="965" y="453"/>
                      <a:pt x="878" y="431"/>
                    </a:cubicBezTo>
                    <a:cubicBezTo>
                      <a:pt x="818" y="415"/>
                      <a:pt x="764" y="382"/>
                      <a:pt x="720" y="333"/>
                    </a:cubicBezTo>
                    <a:lnTo>
                      <a:pt x="764" y="290"/>
                    </a:lnTo>
                    <a:cubicBezTo>
                      <a:pt x="802" y="241"/>
                      <a:pt x="840" y="192"/>
                      <a:pt x="872" y="137"/>
                    </a:cubicBezTo>
                    <a:cubicBezTo>
                      <a:pt x="899" y="105"/>
                      <a:pt x="916" y="61"/>
                      <a:pt x="916" y="18"/>
                    </a:cubicBezTo>
                    <a:cubicBezTo>
                      <a:pt x="916" y="8"/>
                      <a:pt x="906" y="0"/>
                      <a:pt x="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20"/>
              <p:cNvSpPr/>
              <p:nvPr/>
            </p:nvSpPr>
            <p:spPr>
              <a:xfrm>
                <a:off x="4467575" y="2500025"/>
                <a:ext cx="29500" cy="30825"/>
              </a:xfrm>
              <a:custGeom>
                <a:rect b="b" l="l" r="r" t="t"/>
                <a:pathLst>
                  <a:path extrusionOk="0" h="1233" w="1180">
                    <a:moveTo>
                      <a:pt x="1068" y="1"/>
                    </a:moveTo>
                    <a:cubicBezTo>
                      <a:pt x="1049" y="1"/>
                      <a:pt x="1030" y="12"/>
                      <a:pt x="1022" y="34"/>
                    </a:cubicBezTo>
                    <a:cubicBezTo>
                      <a:pt x="1011" y="44"/>
                      <a:pt x="1006" y="61"/>
                      <a:pt x="1006" y="72"/>
                    </a:cubicBezTo>
                    <a:cubicBezTo>
                      <a:pt x="984" y="77"/>
                      <a:pt x="968" y="77"/>
                      <a:pt x="951" y="82"/>
                    </a:cubicBezTo>
                    <a:cubicBezTo>
                      <a:pt x="848" y="88"/>
                      <a:pt x="745" y="110"/>
                      <a:pt x="642" y="115"/>
                    </a:cubicBezTo>
                    <a:cubicBezTo>
                      <a:pt x="564" y="115"/>
                      <a:pt x="455" y="94"/>
                      <a:pt x="351" y="94"/>
                    </a:cubicBezTo>
                    <a:cubicBezTo>
                      <a:pt x="259" y="94"/>
                      <a:pt x="171" y="111"/>
                      <a:pt x="114" y="175"/>
                    </a:cubicBezTo>
                    <a:cubicBezTo>
                      <a:pt x="0" y="305"/>
                      <a:pt x="196" y="409"/>
                      <a:pt x="294" y="458"/>
                    </a:cubicBezTo>
                    <a:cubicBezTo>
                      <a:pt x="364" y="506"/>
                      <a:pt x="446" y="550"/>
                      <a:pt x="527" y="583"/>
                    </a:cubicBezTo>
                    <a:cubicBezTo>
                      <a:pt x="555" y="593"/>
                      <a:pt x="620" y="599"/>
                      <a:pt x="669" y="610"/>
                    </a:cubicBezTo>
                    <a:cubicBezTo>
                      <a:pt x="609" y="642"/>
                      <a:pt x="544" y="670"/>
                      <a:pt x="478" y="686"/>
                    </a:cubicBezTo>
                    <a:cubicBezTo>
                      <a:pt x="402" y="708"/>
                      <a:pt x="326" y="729"/>
                      <a:pt x="250" y="757"/>
                    </a:cubicBezTo>
                    <a:cubicBezTo>
                      <a:pt x="147" y="800"/>
                      <a:pt x="0" y="865"/>
                      <a:pt x="0" y="996"/>
                    </a:cubicBezTo>
                    <a:cubicBezTo>
                      <a:pt x="0" y="1028"/>
                      <a:pt x="22" y="1061"/>
                      <a:pt x="54" y="1066"/>
                    </a:cubicBezTo>
                    <a:cubicBezTo>
                      <a:pt x="201" y="1094"/>
                      <a:pt x="353" y="1115"/>
                      <a:pt x="500" y="1148"/>
                    </a:cubicBezTo>
                    <a:cubicBezTo>
                      <a:pt x="555" y="1170"/>
                      <a:pt x="614" y="1181"/>
                      <a:pt x="674" y="1186"/>
                    </a:cubicBezTo>
                    <a:cubicBezTo>
                      <a:pt x="729" y="1186"/>
                      <a:pt x="788" y="1181"/>
                      <a:pt x="843" y="1164"/>
                    </a:cubicBezTo>
                    <a:lnTo>
                      <a:pt x="843" y="1170"/>
                    </a:lnTo>
                    <a:cubicBezTo>
                      <a:pt x="857" y="1213"/>
                      <a:pt x="892" y="1233"/>
                      <a:pt x="928" y="1233"/>
                    </a:cubicBezTo>
                    <a:cubicBezTo>
                      <a:pt x="973" y="1233"/>
                      <a:pt x="1019" y="1200"/>
                      <a:pt x="1022" y="1142"/>
                    </a:cubicBezTo>
                    <a:cubicBezTo>
                      <a:pt x="1011" y="1045"/>
                      <a:pt x="989" y="947"/>
                      <a:pt x="968" y="849"/>
                    </a:cubicBezTo>
                    <a:cubicBezTo>
                      <a:pt x="963" y="815"/>
                      <a:pt x="940" y="801"/>
                      <a:pt x="914" y="801"/>
                    </a:cubicBezTo>
                    <a:cubicBezTo>
                      <a:pt x="877" y="801"/>
                      <a:pt x="835" y="829"/>
                      <a:pt x="832" y="871"/>
                    </a:cubicBezTo>
                    <a:cubicBezTo>
                      <a:pt x="826" y="909"/>
                      <a:pt x="821" y="952"/>
                      <a:pt x="816" y="990"/>
                    </a:cubicBezTo>
                    <a:cubicBezTo>
                      <a:pt x="761" y="1007"/>
                      <a:pt x="707" y="1017"/>
                      <a:pt x="652" y="1017"/>
                    </a:cubicBezTo>
                    <a:cubicBezTo>
                      <a:pt x="598" y="1017"/>
                      <a:pt x="544" y="990"/>
                      <a:pt x="484" y="985"/>
                    </a:cubicBezTo>
                    <a:cubicBezTo>
                      <a:pt x="392" y="974"/>
                      <a:pt x="299" y="958"/>
                      <a:pt x="212" y="947"/>
                    </a:cubicBezTo>
                    <a:cubicBezTo>
                      <a:pt x="277" y="920"/>
                      <a:pt x="343" y="898"/>
                      <a:pt x="413" y="876"/>
                    </a:cubicBezTo>
                    <a:cubicBezTo>
                      <a:pt x="495" y="849"/>
                      <a:pt x="576" y="838"/>
                      <a:pt x="652" y="811"/>
                    </a:cubicBezTo>
                    <a:cubicBezTo>
                      <a:pt x="718" y="778"/>
                      <a:pt x="783" y="740"/>
                      <a:pt x="843" y="697"/>
                    </a:cubicBezTo>
                    <a:cubicBezTo>
                      <a:pt x="870" y="680"/>
                      <a:pt x="886" y="642"/>
                      <a:pt x="875" y="610"/>
                    </a:cubicBezTo>
                    <a:cubicBezTo>
                      <a:pt x="843" y="501"/>
                      <a:pt x="745" y="474"/>
                      <a:pt x="642" y="458"/>
                    </a:cubicBezTo>
                    <a:cubicBezTo>
                      <a:pt x="571" y="441"/>
                      <a:pt x="506" y="414"/>
                      <a:pt x="446" y="376"/>
                    </a:cubicBezTo>
                    <a:cubicBezTo>
                      <a:pt x="402" y="349"/>
                      <a:pt x="277" y="311"/>
                      <a:pt x="250" y="267"/>
                    </a:cubicBezTo>
                    <a:cubicBezTo>
                      <a:pt x="239" y="246"/>
                      <a:pt x="256" y="251"/>
                      <a:pt x="288" y="246"/>
                    </a:cubicBezTo>
                    <a:cubicBezTo>
                      <a:pt x="323" y="242"/>
                      <a:pt x="357" y="238"/>
                      <a:pt x="392" y="238"/>
                    </a:cubicBezTo>
                    <a:cubicBezTo>
                      <a:pt x="406" y="238"/>
                      <a:pt x="421" y="239"/>
                      <a:pt x="435" y="240"/>
                    </a:cubicBezTo>
                    <a:cubicBezTo>
                      <a:pt x="483" y="244"/>
                      <a:pt x="530" y="246"/>
                      <a:pt x="579" y="246"/>
                    </a:cubicBezTo>
                    <a:cubicBezTo>
                      <a:pt x="723" y="246"/>
                      <a:pt x="869" y="228"/>
                      <a:pt x="1011" y="191"/>
                    </a:cubicBezTo>
                    <a:cubicBezTo>
                      <a:pt x="1017" y="235"/>
                      <a:pt x="1033" y="278"/>
                      <a:pt x="1060" y="316"/>
                    </a:cubicBezTo>
                    <a:cubicBezTo>
                      <a:pt x="1072" y="328"/>
                      <a:pt x="1087" y="334"/>
                      <a:pt x="1101" y="334"/>
                    </a:cubicBezTo>
                    <a:cubicBezTo>
                      <a:pt x="1121" y="334"/>
                      <a:pt x="1140" y="324"/>
                      <a:pt x="1153" y="305"/>
                    </a:cubicBezTo>
                    <a:cubicBezTo>
                      <a:pt x="1174" y="256"/>
                      <a:pt x="1180" y="197"/>
                      <a:pt x="1163" y="142"/>
                    </a:cubicBezTo>
                    <a:lnTo>
                      <a:pt x="1158" y="142"/>
                    </a:lnTo>
                    <a:cubicBezTo>
                      <a:pt x="1158" y="137"/>
                      <a:pt x="1153" y="126"/>
                      <a:pt x="1147" y="121"/>
                    </a:cubicBezTo>
                    <a:cubicBezTo>
                      <a:pt x="1153" y="110"/>
                      <a:pt x="1153" y="99"/>
                      <a:pt x="1147" y="93"/>
                    </a:cubicBezTo>
                    <a:cubicBezTo>
                      <a:pt x="1136" y="72"/>
                      <a:pt x="1125" y="50"/>
                      <a:pt x="1109" y="34"/>
                    </a:cubicBezTo>
                    <a:cubicBezTo>
                      <a:pt x="1104" y="12"/>
                      <a:pt x="1086" y="1"/>
                      <a:pt x="10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20"/>
              <p:cNvSpPr/>
              <p:nvPr/>
            </p:nvSpPr>
            <p:spPr>
              <a:xfrm>
                <a:off x="4424300" y="2518825"/>
                <a:ext cx="46550" cy="36850"/>
              </a:xfrm>
              <a:custGeom>
                <a:rect b="b" l="l" r="r" t="t"/>
                <a:pathLst>
                  <a:path extrusionOk="0" h="1474" w="1862">
                    <a:moveTo>
                      <a:pt x="249" y="0"/>
                    </a:moveTo>
                    <a:cubicBezTo>
                      <a:pt x="245" y="0"/>
                      <a:pt x="241" y="1"/>
                      <a:pt x="236" y="5"/>
                    </a:cubicBezTo>
                    <a:cubicBezTo>
                      <a:pt x="133" y="108"/>
                      <a:pt x="51" y="238"/>
                      <a:pt x="13" y="380"/>
                    </a:cubicBezTo>
                    <a:cubicBezTo>
                      <a:pt x="0" y="419"/>
                      <a:pt x="29" y="451"/>
                      <a:pt x="64" y="451"/>
                    </a:cubicBezTo>
                    <a:cubicBezTo>
                      <a:pt x="72" y="451"/>
                      <a:pt x="81" y="449"/>
                      <a:pt x="90" y="445"/>
                    </a:cubicBezTo>
                    <a:cubicBezTo>
                      <a:pt x="138" y="412"/>
                      <a:pt x="171" y="358"/>
                      <a:pt x="187" y="303"/>
                    </a:cubicBezTo>
                    <a:cubicBezTo>
                      <a:pt x="197" y="256"/>
                      <a:pt x="215" y="174"/>
                      <a:pt x="260" y="174"/>
                    </a:cubicBezTo>
                    <a:cubicBezTo>
                      <a:pt x="266" y="174"/>
                      <a:pt x="273" y="175"/>
                      <a:pt x="280" y="178"/>
                    </a:cubicBezTo>
                    <a:cubicBezTo>
                      <a:pt x="274" y="200"/>
                      <a:pt x="274" y="227"/>
                      <a:pt x="280" y="249"/>
                    </a:cubicBezTo>
                    <a:cubicBezTo>
                      <a:pt x="291" y="293"/>
                      <a:pt x="302" y="336"/>
                      <a:pt x="307" y="380"/>
                    </a:cubicBezTo>
                    <a:cubicBezTo>
                      <a:pt x="302" y="429"/>
                      <a:pt x="302" y="477"/>
                      <a:pt x="307" y="526"/>
                    </a:cubicBezTo>
                    <a:cubicBezTo>
                      <a:pt x="318" y="592"/>
                      <a:pt x="329" y="662"/>
                      <a:pt x="334" y="727"/>
                    </a:cubicBezTo>
                    <a:cubicBezTo>
                      <a:pt x="340" y="842"/>
                      <a:pt x="350" y="950"/>
                      <a:pt x="367" y="1059"/>
                    </a:cubicBezTo>
                    <a:cubicBezTo>
                      <a:pt x="383" y="1119"/>
                      <a:pt x="399" y="1179"/>
                      <a:pt x="405" y="1238"/>
                    </a:cubicBezTo>
                    <a:cubicBezTo>
                      <a:pt x="410" y="1277"/>
                      <a:pt x="421" y="1315"/>
                      <a:pt x="443" y="1347"/>
                    </a:cubicBezTo>
                    <a:cubicBezTo>
                      <a:pt x="479" y="1398"/>
                      <a:pt x="531" y="1415"/>
                      <a:pt x="590" y="1415"/>
                    </a:cubicBezTo>
                    <a:cubicBezTo>
                      <a:pt x="702" y="1415"/>
                      <a:pt x="836" y="1354"/>
                      <a:pt x="921" y="1347"/>
                    </a:cubicBezTo>
                    <a:cubicBezTo>
                      <a:pt x="1150" y="1325"/>
                      <a:pt x="1367" y="1309"/>
                      <a:pt x="1590" y="1282"/>
                    </a:cubicBezTo>
                    <a:lnTo>
                      <a:pt x="1590" y="1282"/>
                    </a:lnTo>
                    <a:cubicBezTo>
                      <a:pt x="1552" y="1320"/>
                      <a:pt x="1530" y="1380"/>
                      <a:pt x="1530" y="1434"/>
                    </a:cubicBezTo>
                    <a:cubicBezTo>
                      <a:pt x="1534" y="1458"/>
                      <a:pt x="1555" y="1473"/>
                      <a:pt x="1577" y="1473"/>
                    </a:cubicBezTo>
                    <a:cubicBezTo>
                      <a:pt x="1585" y="1473"/>
                      <a:pt x="1593" y="1471"/>
                      <a:pt x="1601" y="1467"/>
                    </a:cubicBezTo>
                    <a:cubicBezTo>
                      <a:pt x="1650" y="1418"/>
                      <a:pt x="1715" y="1396"/>
                      <a:pt x="1758" y="1347"/>
                    </a:cubicBezTo>
                    <a:cubicBezTo>
                      <a:pt x="1807" y="1298"/>
                      <a:pt x="1845" y="1238"/>
                      <a:pt x="1856" y="1173"/>
                    </a:cubicBezTo>
                    <a:cubicBezTo>
                      <a:pt x="1862" y="1021"/>
                      <a:pt x="1655" y="994"/>
                      <a:pt x="1557" y="945"/>
                    </a:cubicBezTo>
                    <a:lnTo>
                      <a:pt x="1552" y="950"/>
                    </a:lnTo>
                    <a:cubicBezTo>
                      <a:pt x="1547" y="948"/>
                      <a:pt x="1542" y="946"/>
                      <a:pt x="1538" y="946"/>
                    </a:cubicBezTo>
                    <a:cubicBezTo>
                      <a:pt x="1514" y="946"/>
                      <a:pt x="1491" y="977"/>
                      <a:pt x="1514" y="1005"/>
                    </a:cubicBezTo>
                    <a:cubicBezTo>
                      <a:pt x="1541" y="1032"/>
                      <a:pt x="1590" y="1065"/>
                      <a:pt x="1622" y="1103"/>
                    </a:cubicBezTo>
                    <a:cubicBezTo>
                      <a:pt x="1633" y="1113"/>
                      <a:pt x="1650" y="1135"/>
                      <a:pt x="1660" y="1146"/>
                    </a:cubicBezTo>
                    <a:cubicBezTo>
                      <a:pt x="1646" y="1145"/>
                      <a:pt x="1631" y="1145"/>
                      <a:pt x="1616" y="1145"/>
                    </a:cubicBezTo>
                    <a:cubicBezTo>
                      <a:pt x="1424" y="1145"/>
                      <a:pt x="1232" y="1206"/>
                      <a:pt x="1035" y="1206"/>
                    </a:cubicBezTo>
                    <a:cubicBezTo>
                      <a:pt x="932" y="1206"/>
                      <a:pt x="829" y="1217"/>
                      <a:pt x="726" y="1238"/>
                    </a:cubicBezTo>
                    <a:cubicBezTo>
                      <a:pt x="693" y="1244"/>
                      <a:pt x="660" y="1255"/>
                      <a:pt x="622" y="1266"/>
                    </a:cubicBezTo>
                    <a:cubicBezTo>
                      <a:pt x="614" y="1267"/>
                      <a:pt x="607" y="1267"/>
                      <a:pt x="600" y="1267"/>
                    </a:cubicBezTo>
                    <a:cubicBezTo>
                      <a:pt x="575" y="1267"/>
                      <a:pt x="560" y="1259"/>
                      <a:pt x="552" y="1233"/>
                    </a:cubicBezTo>
                    <a:lnTo>
                      <a:pt x="552" y="1233"/>
                    </a:lnTo>
                    <a:cubicBezTo>
                      <a:pt x="566" y="1234"/>
                      <a:pt x="580" y="1235"/>
                      <a:pt x="594" y="1235"/>
                    </a:cubicBezTo>
                    <a:cubicBezTo>
                      <a:pt x="639" y="1235"/>
                      <a:pt x="683" y="1228"/>
                      <a:pt x="720" y="1211"/>
                    </a:cubicBezTo>
                    <a:cubicBezTo>
                      <a:pt x="802" y="1168"/>
                      <a:pt x="872" y="1113"/>
                      <a:pt x="943" y="1048"/>
                    </a:cubicBezTo>
                    <a:cubicBezTo>
                      <a:pt x="1019" y="994"/>
                      <a:pt x="1090" y="923"/>
                      <a:pt x="1144" y="847"/>
                    </a:cubicBezTo>
                    <a:cubicBezTo>
                      <a:pt x="1226" y="722"/>
                      <a:pt x="1264" y="581"/>
                      <a:pt x="1253" y="434"/>
                    </a:cubicBezTo>
                    <a:cubicBezTo>
                      <a:pt x="1253" y="383"/>
                      <a:pt x="1237" y="224"/>
                      <a:pt x="1160" y="224"/>
                    </a:cubicBezTo>
                    <a:cubicBezTo>
                      <a:pt x="1148" y="224"/>
                      <a:pt x="1133" y="228"/>
                      <a:pt x="1117" y="238"/>
                    </a:cubicBezTo>
                    <a:cubicBezTo>
                      <a:pt x="1090" y="255"/>
                      <a:pt x="1084" y="287"/>
                      <a:pt x="1095" y="314"/>
                    </a:cubicBezTo>
                    <a:cubicBezTo>
                      <a:pt x="1160" y="450"/>
                      <a:pt x="1111" y="668"/>
                      <a:pt x="1035" y="782"/>
                    </a:cubicBezTo>
                    <a:cubicBezTo>
                      <a:pt x="959" y="901"/>
                      <a:pt x="856" y="961"/>
                      <a:pt x="758" y="1048"/>
                    </a:cubicBezTo>
                    <a:cubicBezTo>
                      <a:pt x="698" y="1103"/>
                      <a:pt x="617" y="1141"/>
                      <a:pt x="535" y="1151"/>
                    </a:cubicBezTo>
                    <a:cubicBezTo>
                      <a:pt x="514" y="1081"/>
                      <a:pt x="497" y="1016"/>
                      <a:pt x="481" y="945"/>
                    </a:cubicBezTo>
                    <a:cubicBezTo>
                      <a:pt x="470" y="842"/>
                      <a:pt x="459" y="744"/>
                      <a:pt x="443" y="641"/>
                    </a:cubicBezTo>
                    <a:cubicBezTo>
                      <a:pt x="432" y="592"/>
                      <a:pt x="421" y="548"/>
                      <a:pt x="405" y="505"/>
                    </a:cubicBezTo>
                    <a:cubicBezTo>
                      <a:pt x="399" y="450"/>
                      <a:pt x="394" y="401"/>
                      <a:pt x="394" y="352"/>
                    </a:cubicBezTo>
                    <a:cubicBezTo>
                      <a:pt x="388" y="325"/>
                      <a:pt x="378" y="298"/>
                      <a:pt x="367" y="271"/>
                    </a:cubicBezTo>
                    <a:lnTo>
                      <a:pt x="367" y="271"/>
                    </a:lnTo>
                    <a:cubicBezTo>
                      <a:pt x="416" y="329"/>
                      <a:pt x="472" y="380"/>
                      <a:pt x="539" y="380"/>
                    </a:cubicBezTo>
                    <a:cubicBezTo>
                      <a:pt x="560" y="380"/>
                      <a:pt x="582" y="375"/>
                      <a:pt x="606" y="363"/>
                    </a:cubicBezTo>
                    <a:cubicBezTo>
                      <a:pt x="639" y="342"/>
                      <a:pt x="633" y="282"/>
                      <a:pt x="595" y="271"/>
                    </a:cubicBezTo>
                    <a:cubicBezTo>
                      <a:pt x="470" y="238"/>
                      <a:pt x="405" y="70"/>
                      <a:pt x="263" y="70"/>
                    </a:cubicBezTo>
                    <a:lnTo>
                      <a:pt x="253" y="70"/>
                    </a:lnTo>
                    <a:cubicBezTo>
                      <a:pt x="258" y="53"/>
                      <a:pt x="263" y="37"/>
                      <a:pt x="263" y="21"/>
                    </a:cubicBezTo>
                    <a:cubicBezTo>
                      <a:pt x="267" y="9"/>
                      <a:pt x="260"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20"/>
              <p:cNvSpPr/>
              <p:nvPr/>
            </p:nvSpPr>
            <p:spPr>
              <a:xfrm>
                <a:off x="4498675" y="2670175"/>
                <a:ext cx="4925" cy="10200"/>
              </a:xfrm>
              <a:custGeom>
                <a:rect b="b" l="l" r="r" t="t"/>
                <a:pathLst>
                  <a:path extrusionOk="0" h="408" w="197">
                    <a:moveTo>
                      <a:pt x="72" y="1"/>
                    </a:moveTo>
                    <a:cubicBezTo>
                      <a:pt x="54" y="1"/>
                      <a:pt x="36" y="11"/>
                      <a:pt x="34" y="33"/>
                    </a:cubicBezTo>
                    <a:cubicBezTo>
                      <a:pt x="34" y="93"/>
                      <a:pt x="28" y="158"/>
                      <a:pt x="12" y="218"/>
                    </a:cubicBezTo>
                    <a:cubicBezTo>
                      <a:pt x="1" y="256"/>
                      <a:pt x="1" y="294"/>
                      <a:pt x="12" y="332"/>
                    </a:cubicBezTo>
                    <a:cubicBezTo>
                      <a:pt x="26" y="380"/>
                      <a:pt x="68" y="407"/>
                      <a:pt x="112" y="407"/>
                    </a:cubicBezTo>
                    <a:cubicBezTo>
                      <a:pt x="133" y="407"/>
                      <a:pt x="155" y="401"/>
                      <a:pt x="175" y="387"/>
                    </a:cubicBezTo>
                    <a:cubicBezTo>
                      <a:pt x="191" y="376"/>
                      <a:pt x="197" y="354"/>
                      <a:pt x="186" y="343"/>
                    </a:cubicBezTo>
                    <a:cubicBezTo>
                      <a:pt x="142" y="305"/>
                      <a:pt x="104" y="300"/>
                      <a:pt x="110" y="234"/>
                    </a:cubicBezTo>
                    <a:cubicBezTo>
                      <a:pt x="115" y="169"/>
                      <a:pt x="115" y="98"/>
                      <a:pt x="110" y="33"/>
                    </a:cubicBezTo>
                    <a:cubicBezTo>
                      <a:pt x="107" y="11"/>
                      <a:pt x="89" y="1"/>
                      <a:pt x="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20"/>
              <p:cNvSpPr/>
              <p:nvPr/>
            </p:nvSpPr>
            <p:spPr>
              <a:xfrm>
                <a:off x="4502625" y="2672600"/>
                <a:ext cx="4775" cy="10700"/>
              </a:xfrm>
              <a:custGeom>
                <a:rect b="b" l="l" r="r" t="t"/>
                <a:pathLst>
                  <a:path extrusionOk="0" h="428" w="191">
                    <a:moveTo>
                      <a:pt x="142" y="0"/>
                    </a:moveTo>
                    <a:cubicBezTo>
                      <a:pt x="120" y="0"/>
                      <a:pt x="96" y="17"/>
                      <a:pt x="93" y="45"/>
                    </a:cubicBezTo>
                    <a:cubicBezTo>
                      <a:pt x="88" y="154"/>
                      <a:pt x="1" y="311"/>
                      <a:pt x="82" y="409"/>
                    </a:cubicBezTo>
                    <a:cubicBezTo>
                      <a:pt x="90" y="421"/>
                      <a:pt x="105" y="427"/>
                      <a:pt x="120" y="427"/>
                    </a:cubicBezTo>
                    <a:cubicBezTo>
                      <a:pt x="126" y="427"/>
                      <a:pt x="131" y="427"/>
                      <a:pt x="136" y="425"/>
                    </a:cubicBezTo>
                    <a:lnTo>
                      <a:pt x="153" y="420"/>
                    </a:lnTo>
                    <a:cubicBezTo>
                      <a:pt x="180" y="409"/>
                      <a:pt x="191" y="376"/>
                      <a:pt x="175" y="349"/>
                    </a:cubicBezTo>
                    <a:lnTo>
                      <a:pt x="175" y="219"/>
                    </a:lnTo>
                    <a:cubicBezTo>
                      <a:pt x="185" y="154"/>
                      <a:pt x="185" y="94"/>
                      <a:pt x="180" y="34"/>
                    </a:cubicBezTo>
                    <a:cubicBezTo>
                      <a:pt x="175" y="10"/>
                      <a:pt x="159" y="0"/>
                      <a:pt x="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20"/>
              <p:cNvSpPr/>
              <p:nvPr/>
            </p:nvSpPr>
            <p:spPr>
              <a:xfrm>
                <a:off x="4399900" y="2592475"/>
                <a:ext cx="10625" cy="9500"/>
              </a:xfrm>
              <a:custGeom>
                <a:rect b="b" l="l" r="r" t="t"/>
                <a:pathLst>
                  <a:path extrusionOk="0" h="380" w="425">
                    <a:moveTo>
                      <a:pt x="145" y="1"/>
                    </a:moveTo>
                    <a:cubicBezTo>
                      <a:pt x="139" y="1"/>
                      <a:pt x="132" y="3"/>
                      <a:pt x="125" y="10"/>
                    </a:cubicBezTo>
                    <a:cubicBezTo>
                      <a:pt x="71" y="75"/>
                      <a:pt x="0" y="151"/>
                      <a:pt x="11" y="244"/>
                    </a:cubicBezTo>
                    <a:cubicBezTo>
                      <a:pt x="16" y="304"/>
                      <a:pt x="60" y="380"/>
                      <a:pt x="131" y="380"/>
                    </a:cubicBezTo>
                    <a:cubicBezTo>
                      <a:pt x="158" y="380"/>
                      <a:pt x="185" y="363"/>
                      <a:pt x="201" y="342"/>
                    </a:cubicBezTo>
                    <a:cubicBezTo>
                      <a:pt x="234" y="309"/>
                      <a:pt x="272" y="287"/>
                      <a:pt x="310" y="255"/>
                    </a:cubicBezTo>
                    <a:cubicBezTo>
                      <a:pt x="375" y="195"/>
                      <a:pt x="424" y="86"/>
                      <a:pt x="359" y="10"/>
                    </a:cubicBezTo>
                    <a:lnTo>
                      <a:pt x="359" y="10"/>
                    </a:lnTo>
                    <a:lnTo>
                      <a:pt x="359" y="16"/>
                    </a:lnTo>
                    <a:cubicBezTo>
                      <a:pt x="354" y="9"/>
                      <a:pt x="348" y="7"/>
                      <a:pt x="343" y="7"/>
                    </a:cubicBezTo>
                    <a:cubicBezTo>
                      <a:pt x="329" y="7"/>
                      <a:pt x="317" y="22"/>
                      <a:pt x="321" y="37"/>
                    </a:cubicBezTo>
                    <a:cubicBezTo>
                      <a:pt x="348" y="113"/>
                      <a:pt x="315" y="195"/>
                      <a:pt x="245" y="238"/>
                    </a:cubicBezTo>
                    <a:cubicBezTo>
                      <a:pt x="223" y="249"/>
                      <a:pt x="207" y="266"/>
                      <a:pt x="190" y="277"/>
                    </a:cubicBezTo>
                    <a:cubicBezTo>
                      <a:pt x="179" y="293"/>
                      <a:pt x="163" y="315"/>
                      <a:pt x="147" y="320"/>
                    </a:cubicBezTo>
                    <a:cubicBezTo>
                      <a:pt x="139" y="325"/>
                      <a:pt x="132" y="328"/>
                      <a:pt x="124" y="328"/>
                    </a:cubicBezTo>
                    <a:cubicBezTo>
                      <a:pt x="87" y="328"/>
                      <a:pt x="60" y="264"/>
                      <a:pt x="60" y="228"/>
                    </a:cubicBezTo>
                    <a:cubicBezTo>
                      <a:pt x="60" y="157"/>
                      <a:pt x="120" y="92"/>
                      <a:pt x="163" y="43"/>
                    </a:cubicBezTo>
                    <a:cubicBezTo>
                      <a:pt x="180" y="26"/>
                      <a:pt x="165"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20"/>
              <p:cNvSpPr/>
              <p:nvPr/>
            </p:nvSpPr>
            <p:spPr>
              <a:xfrm>
                <a:off x="4427800" y="2579125"/>
                <a:ext cx="9475" cy="8200"/>
              </a:xfrm>
              <a:custGeom>
                <a:rect b="b" l="l" r="r" t="t"/>
                <a:pathLst>
                  <a:path extrusionOk="0" h="328" w="379">
                    <a:moveTo>
                      <a:pt x="292" y="1"/>
                    </a:moveTo>
                    <a:lnTo>
                      <a:pt x="292" y="6"/>
                    </a:lnTo>
                    <a:cubicBezTo>
                      <a:pt x="290" y="5"/>
                      <a:pt x="288" y="5"/>
                      <a:pt x="287" y="5"/>
                    </a:cubicBezTo>
                    <a:cubicBezTo>
                      <a:pt x="271" y="5"/>
                      <a:pt x="255" y="25"/>
                      <a:pt x="259" y="44"/>
                    </a:cubicBezTo>
                    <a:cubicBezTo>
                      <a:pt x="270" y="77"/>
                      <a:pt x="292" y="93"/>
                      <a:pt x="270" y="131"/>
                    </a:cubicBezTo>
                    <a:cubicBezTo>
                      <a:pt x="254" y="164"/>
                      <a:pt x="232" y="191"/>
                      <a:pt x="205" y="213"/>
                    </a:cubicBezTo>
                    <a:cubicBezTo>
                      <a:pt x="183" y="234"/>
                      <a:pt x="156" y="267"/>
                      <a:pt x="123" y="278"/>
                    </a:cubicBezTo>
                    <a:cubicBezTo>
                      <a:pt x="120" y="279"/>
                      <a:pt x="117" y="279"/>
                      <a:pt x="114" y="279"/>
                    </a:cubicBezTo>
                    <a:cubicBezTo>
                      <a:pt x="75" y="279"/>
                      <a:pt x="47" y="221"/>
                      <a:pt x="37" y="185"/>
                    </a:cubicBezTo>
                    <a:cubicBezTo>
                      <a:pt x="37" y="174"/>
                      <a:pt x="30" y="169"/>
                      <a:pt x="22" y="169"/>
                    </a:cubicBezTo>
                    <a:cubicBezTo>
                      <a:pt x="12" y="169"/>
                      <a:pt x="1" y="178"/>
                      <a:pt x="4" y="191"/>
                    </a:cubicBezTo>
                    <a:cubicBezTo>
                      <a:pt x="9" y="245"/>
                      <a:pt x="42" y="294"/>
                      <a:pt x="85" y="321"/>
                    </a:cubicBezTo>
                    <a:cubicBezTo>
                      <a:pt x="98" y="326"/>
                      <a:pt x="109" y="328"/>
                      <a:pt x="121" y="328"/>
                    </a:cubicBezTo>
                    <a:cubicBezTo>
                      <a:pt x="165" y="328"/>
                      <a:pt x="203" y="298"/>
                      <a:pt x="238" y="272"/>
                    </a:cubicBezTo>
                    <a:cubicBezTo>
                      <a:pt x="287" y="240"/>
                      <a:pt x="330" y="196"/>
                      <a:pt x="357" y="136"/>
                    </a:cubicBezTo>
                    <a:cubicBezTo>
                      <a:pt x="379" y="82"/>
                      <a:pt x="352" y="17"/>
                      <a:pt x="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20"/>
              <p:cNvSpPr/>
              <p:nvPr/>
            </p:nvSpPr>
            <p:spPr>
              <a:xfrm>
                <a:off x="4517300" y="2583875"/>
                <a:ext cx="19600" cy="11875"/>
              </a:xfrm>
              <a:custGeom>
                <a:rect b="b" l="l" r="r" t="t"/>
                <a:pathLst>
                  <a:path extrusionOk="0" h="475" w="784">
                    <a:moveTo>
                      <a:pt x="544" y="1"/>
                    </a:moveTo>
                    <a:cubicBezTo>
                      <a:pt x="392" y="1"/>
                      <a:pt x="240" y="126"/>
                      <a:pt x="137" y="235"/>
                    </a:cubicBezTo>
                    <a:cubicBezTo>
                      <a:pt x="77" y="294"/>
                      <a:pt x="1" y="409"/>
                      <a:pt x="109" y="457"/>
                    </a:cubicBezTo>
                    <a:cubicBezTo>
                      <a:pt x="139" y="469"/>
                      <a:pt x="170" y="474"/>
                      <a:pt x="202" y="474"/>
                    </a:cubicBezTo>
                    <a:cubicBezTo>
                      <a:pt x="316" y="474"/>
                      <a:pt x="436" y="408"/>
                      <a:pt x="517" y="349"/>
                    </a:cubicBezTo>
                    <a:cubicBezTo>
                      <a:pt x="626" y="273"/>
                      <a:pt x="783" y="186"/>
                      <a:pt x="713" y="39"/>
                    </a:cubicBezTo>
                    <a:cubicBezTo>
                      <a:pt x="707" y="33"/>
                      <a:pt x="702" y="28"/>
                      <a:pt x="696" y="28"/>
                    </a:cubicBezTo>
                    <a:lnTo>
                      <a:pt x="675" y="28"/>
                    </a:lnTo>
                    <a:cubicBezTo>
                      <a:pt x="664" y="28"/>
                      <a:pt x="653" y="50"/>
                      <a:pt x="669" y="55"/>
                    </a:cubicBezTo>
                    <a:cubicBezTo>
                      <a:pt x="718" y="77"/>
                      <a:pt x="637" y="186"/>
                      <a:pt x="615" y="207"/>
                    </a:cubicBezTo>
                    <a:cubicBezTo>
                      <a:pt x="577" y="240"/>
                      <a:pt x="533" y="273"/>
                      <a:pt x="490" y="300"/>
                    </a:cubicBezTo>
                    <a:cubicBezTo>
                      <a:pt x="408" y="370"/>
                      <a:pt x="305" y="414"/>
                      <a:pt x="196" y="414"/>
                    </a:cubicBezTo>
                    <a:cubicBezTo>
                      <a:pt x="126" y="414"/>
                      <a:pt x="109" y="354"/>
                      <a:pt x="153" y="300"/>
                    </a:cubicBezTo>
                    <a:cubicBezTo>
                      <a:pt x="175" y="267"/>
                      <a:pt x="202" y="240"/>
                      <a:pt x="229" y="218"/>
                    </a:cubicBezTo>
                    <a:cubicBezTo>
                      <a:pt x="305" y="148"/>
                      <a:pt x="436" y="50"/>
                      <a:pt x="544" y="44"/>
                    </a:cubicBezTo>
                    <a:cubicBezTo>
                      <a:pt x="566" y="39"/>
                      <a:pt x="566" y="6"/>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20"/>
              <p:cNvSpPr/>
              <p:nvPr/>
            </p:nvSpPr>
            <p:spPr>
              <a:xfrm>
                <a:off x="4469325" y="2617850"/>
                <a:ext cx="13625" cy="15875"/>
              </a:xfrm>
              <a:custGeom>
                <a:rect b="b" l="l" r="r" t="t"/>
                <a:pathLst>
                  <a:path extrusionOk="0" h="635" w="545">
                    <a:moveTo>
                      <a:pt x="496" y="0"/>
                    </a:moveTo>
                    <a:cubicBezTo>
                      <a:pt x="490" y="0"/>
                      <a:pt x="484" y="2"/>
                      <a:pt x="479" y="6"/>
                    </a:cubicBezTo>
                    <a:cubicBezTo>
                      <a:pt x="408" y="50"/>
                      <a:pt x="343" y="104"/>
                      <a:pt x="283" y="158"/>
                    </a:cubicBezTo>
                    <a:cubicBezTo>
                      <a:pt x="229" y="213"/>
                      <a:pt x="196" y="278"/>
                      <a:pt x="148" y="332"/>
                    </a:cubicBezTo>
                    <a:cubicBezTo>
                      <a:pt x="99" y="392"/>
                      <a:pt x="1" y="479"/>
                      <a:pt x="44" y="566"/>
                    </a:cubicBezTo>
                    <a:cubicBezTo>
                      <a:pt x="71" y="617"/>
                      <a:pt x="113" y="635"/>
                      <a:pt x="159" y="635"/>
                    </a:cubicBezTo>
                    <a:cubicBezTo>
                      <a:pt x="206" y="635"/>
                      <a:pt x="256" y="615"/>
                      <a:pt x="294" y="593"/>
                    </a:cubicBezTo>
                    <a:cubicBezTo>
                      <a:pt x="408" y="539"/>
                      <a:pt x="485" y="419"/>
                      <a:pt x="479" y="294"/>
                    </a:cubicBezTo>
                    <a:cubicBezTo>
                      <a:pt x="476" y="279"/>
                      <a:pt x="465" y="271"/>
                      <a:pt x="454" y="271"/>
                    </a:cubicBezTo>
                    <a:cubicBezTo>
                      <a:pt x="444" y="271"/>
                      <a:pt x="435" y="277"/>
                      <a:pt x="430" y="289"/>
                    </a:cubicBezTo>
                    <a:cubicBezTo>
                      <a:pt x="403" y="381"/>
                      <a:pt x="349" y="457"/>
                      <a:pt x="267" y="517"/>
                    </a:cubicBezTo>
                    <a:cubicBezTo>
                      <a:pt x="242" y="535"/>
                      <a:pt x="201" y="549"/>
                      <a:pt x="168" y="549"/>
                    </a:cubicBezTo>
                    <a:cubicBezTo>
                      <a:pt x="128" y="549"/>
                      <a:pt x="100" y="529"/>
                      <a:pt x="120" y="474"/>
                    </a:cubicBezTo>
                    <a:cubicBezTo>
                      <a:pt x="137" y="441"/>
                      <a:pt x="158" y="414"/>
                      <a:pt x="186" y="387"/>
                    </a:cubicBezTo>
                    <a:cubicBezTo>
                      <a:pt x="229" y="332"/>
                      <a:pt x="262" y="278"/>
                      <a:pt x="305" y="224"/>
                    </a:cubicBezTo>
                    <a:cubicBezTo>
                      <a:pt x="370" y="158"/>
                      <a:pt x="447" y="99"/>
                      <a:pt x="523" y="50"/>
                    </a:cubicBezTo>
                    <a:cubicBezTo>
                      <a:pt x="545" y="32"/>
                      <a:pt x="520" y="0"/>
                      <a:pt x="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20"/>
              <p:cNvSpPr/>
              <p:nvPr/>
            </p:nvSpPr>
            <p:spPr>
              <a:xfrm>
                <a:off x="4498950" y="2567975"/>
                <a:ext cx="8800" cy="8900"/>
              </a:xfrm>
              <a:custGeom>
                <a:rect b="b" l="l" r="r" t="t"/>
                <a:pathLst>
                  <a:path extrusionOk="0" h="356" w="352">
                    <a:moveTo>
                      <a:pt x="329" y="1"/>
                    </a:moveTo>
                    <a:cubicBezTo>
                      <a:pt x="325" y="1"/>
                      <a:pt x="320" y="2"/>
                      <a:pt x="316" y="6"/>
                    </a:cubicBezTo>
                    <a:cubicBezTo>
                      <a:pt x="278" y="39"/>
                      <a:pt x="235" y="72"/>
                      <a:pt x="186" y="99"/>
                    </a:cubicBezTo>
                    <a:cubicBezTo>
                      <a:pt x="158" y="120"/>
                      <a:pt x="131" y="142"/>
                      <a:pt x="104" y="164"/>
                    </a:cubicBezTo>
                    <a:cubicBezTo>
                      <a:pt x="61" y="197"/>
                      <a:pt x="1" y="245"/>
                      <a:pt x="17" y="300"/>
                    </a:cubicBezTo>
                    <a:cubicBezTo>
                      <a:pt x="31" y="341"/>
                      <a:pt x="72" y="355"/>
                      <a:pt x="111" y="355"/>
                    </a:cubicBezTo>
                    <a:cubicBezTo>
                      <a:pt x="118" y="355"/>
                      <a:pt x="125" y="355"/>
                      <a:pt x="131" y="354"/>
                    </a:cubicBezTo>
                    <a:cubicBezTo>
                      <a:pt x="138" y="355"/>
                      <a:pt x="144" y="355"/>
                      <a:pt x="151" y="355"/>
                    </a:cubicBezTo>
                    <a:cubicBezTo>
                      <a:pt x="194" y="355"/>
                      <a:pt x="240" y="340"/>
                      <a:pt x="278" y="322"/>
                    </a:cubicBezTo>
                    <a:cubicBezTo>
                      <a:pt x="289" y="311"/>
                      <a:pt x="289" y="300"/>
                      <a:pt x="278" y="289"/>
                    </a:cubicBezTo>
                    <a:cubicBezTo>
                      <a:pt x="271" y="283"/>
                      <a:pt x="260" y="281"/>
                      <a:pt x="247" y="281"/>
                    </a:cubicBezTo>
                    <a:cubicBezTo>
                      <a:pt x="208" y="281"/>
                      <a:pt x="146" y="301"/>
                      <a:pt x="106" y="301"/>
                    </a:cubicBezTo>
                    <a:cubicBezTo>
                      <a:pt x="85" y="301"/>
                      <a:pt x="69" y="295"/>
                      <a:pt x="66" y="278"/>
                    </a:cubicBezTo>
                    <a:cubicBezTo>
                      <a:pt x="61" y="240"/>
                      <a:pt x="148" y="180"/>
                      <a:pt x="169" y="158"/>
                    </a:cubicBezTo>
                    <a:lnTo>
                      <a:pt x="175" y="158"/>
                    </a:lnTo>
                    <a:cubicBezTo>
                      <a:pt x="224" y="110"/>
                      <a:pt x="289" y="77"/>
                      <a:pt x="343" y="28"/>
                    </a:cubicBezTo>
                    <a:cubicBezTo>
                      <a:pt x="351" y="16"/>
                      <a:pt x="341" y="1"/>
                      <a:pt x="3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120"/>
            <p:cNvGrpSpPr/>
            <p:nvPr/>
          </p:nvGrpSpPr>
          <p:grpSpPr>
            <a:xfrm>
              <a:off x="7024141" y="1491429"/>
              <a:ext cx="241404" cy="274330"/>
              <a:chOff x="4829600" y="2500025"/>
              <a:chExt cx="205625" cy="228000"/>
            </a:xfrm>
          </p:grpSpPr>
          <p:sp>
            <p:nvSpPr>
              <p:cNvPr id="4747" name="Google Shape;4747;p120"/>
              <p:cNvSpPr/>
              <p:nvPr/>
            </p:nvSpPr>
            <p:spPr>
              <a:xfrm>
                <a:off x="4885975" y="2558925"/>
                <a:ext cx="48675" cy="69725"/>
              </a:xfrm>
              <a:custGeom>
                <a:rect b="b" l="l" r="r" t="t"/>
                <a:pathLst>
                  <a:path extrusionOk="0" h="2789" w="1947">
                    <a:moveTo>
                      <a:pt x="919" y="892"/>
                    </a:moveTo>
                    <a:cubicBezTo>
                      <a:pt x="937" y="892"/>
                      <a:pt x="956" y="894"/>
                      <a:pt x="974" y="896"/>
                    </a:cubicBezTo>
                    <a:cubicBezTo>
                      <a:pt x="1137" y="928"/>
                      <a:pt x="1262" y="944"/>
                      <a:pt x="1393" y="1048"/>
                    </a:cubicBezTo>
                    <a:cubicBezTo>
                      <a:pt x="1403" y="1064"/>
                      <a:pt x="1409" y="1086"/>
                      <a:pt x="1414" y="1108"/>
                    </a:cubicBezTo>
                    <a:cubicBezTo>
                      <a:pt x="1414" y="1144"/>
                      <a:pt x="1414" y="1185"/>
                      <a:pt x="1414" y="1227"/>
                    </a:cubicBezTo>
                    <a:cubicBezTo>
                      <a:pt x="1414" y="1325"/>
                      <a:pt x="1398" y="1423"/>
                      <a:pt x="1393" y="1521"/>
                    </a:cubicBezTo>
                    <a:cubicBezTo>
                      <a:pt x="1393" y="1619"/>
                      <a:pt x="1376" y="1700"/>
                      <a:pt x="1371" y="1792"/>
                    </a:cubicBezTo>
                    <a:cubicBezTo>
                      <a:pt x="1365" y="1896"/>
                      <a:pt x="1371" y="2004"/>
                      <a:pt x="1365" y="2108"/>
                    </a:cubicBezTo>
                    <a:cubicBezTo>
                      <a:pt x="1354" y="2135"/>
                      <a:pt x="1344" y="2168"/>
                      <a:pt x="1327" y="2200"/>
                    </a:cubicBezTo>
                    <a:cubicBezTo>
                      <a:pt x="1289" y="2238"/>
                      <a:pt x="1257" y="2287"/>
                      <a:pt x="1224" y="2325"/>
                    </a:cubicBezTo>
                    <a:lnTo>
                      <a:pt x="1153" y="2325"/>
                    </a:lnTo>
                    <a:cubicBezTo>
                      <a:pt x="1099" y="2325"/>
                      <a:pt x="1121" y="2325"/>
                      <a:pt x="1083" y="2303"/>
                    </a:cubicBezTo>
                    <a:cubicBezTo>
                      <a:pt x="1048" y="2280"/>
                      <a:pt x="1009" y="2273"/>
                      <a:pt x="971" y="2273"/>
                    </a:cubicBezTo>
                    <a:cubicBezTo>
                      <a:pt x="924" y="2273"/>
                      <a:pt x="878" y="2283"/>
                      <a:pt x="843" y="2283"/>
                    </a:cubicBezTo>
                    <a:cubicBezTo>
                      <a:pt x="835" y="2283"/>
                      <a:pt x="828" y="2283"/>
                      <a:pt x="822" y="2282"/>
                    </a:cubicBezTo>
                    <a:cubicBezTo>
                      <a:pt x="746" y="2255"/>
                      <a:pt x="675" y="2222"/>
                      <a:pt x="604" y="2189"/>
                    </a:cubicBezTo>
                    <a:cubicBezTo>
                      <a:pt x="588" y="2184"/>
                      <a:pt x="566" y="2178"/>
                      <a:pt x="550" y="2173"/>
                    </a:cubicBezTo>
                    <a:lnTo>
                      <a:pt x="550" y="1928"/>
                    </a:lnTo>
                    <a:cubicBezTo>
                      <a:pt x="566" y="1798"/>
                      <a:pt x="561" y="1662"/>
                      <a:pt x="539" y="1537"/>
                    </a:cubicBezTo>
                    <a:lnTo>
                      <a:pt x="539" y="1428"/>
                    </a:lnTo>
                    <a:cubicBezTo>
                      <a:pt x="550" y="1407"/>
                      <a:pt x="561" y="1385"/>
                      <a:pt x="566" y="1358"/>
                    </a:cubicBezTo>
                    <a:cubicBezTo>
                      <a:pt x="583" y="1265"/>
                      <a:pt x="604" y="1178"/>
                      <a:pt x="626" y="1086"/>
                    </a:cubicBezTo>
                    <a:cubicBezTo>
                      <a:pt x="642" y="1070"/>
                      <a:pt x="664" y="1048"/>
                      <a:pt x="686" y="1031"/>
                    </a:cubicBezTo>
                    <a:cubicBezTo>
                      <a:pt x="740" y="999"/>
                      <a:pt x="789" y="955"/>
                      <a:pt x="822" y="906"/>
                    </a:cubicBezTo>
                    <a:cubicBezTo>
                      <a:pt x="853" y="896"/>
                      <a:pt x="886" y="892"/>
                      <a:pt x="919" y="892"/>
                    </a:cubicBezTo>
                    <a:close/>
                    <a:moveTo>
                      <a:pt x="947" y="0"/>
                    </a:moveTo>
                    <a:cubicBezTo>
                      <a:pt x="845" y="0"/>
                      <a:pt x="743" y="18"/>
                      <a:pt x="648" y="53"/>
                    </a:cubicBezTo>
                    <a:cubicBezTo>
                      <a:pt x="485" y="124"/>
                      <a:pt x="338" y="238"/>
                      <a:pt x="235" y="379"/>
                    </a:cubicBezTo>
                    <a:cubicBezTo>
                      <a:pt x="164" y="461"/>
                      <a:pt x="110" y="553"/>
                      <a:pt x="66" y="651"/>
                    </a:cubicBezTo>
                    <a:cubicBezTo>
                      <a:pt x="34" y="749"/>
                      <a:pt x="39" y="852"/>
                      <a:pt x="77" y="944"/>
                    </a:cubicBezTo>
                    <a:cubicBezTo>
                      <a:pt x="88" y="977"/>
                      <a:pt x="110" y="999"/>
                      <a:pt x="131" y="1021"/>
                    </a:cubicBezTo>
                    <a:lnTo>
                      <a:pt x="115" y="1200"/>
                    </a:lnTo>
                    <a:cubicBezTo>
                      <a:pt x="50" y="1499"/>
                      <a:pt x="1" y="1814"/>
                      <a:pt x="99" y="1934"/>
                    </a:cubicBezTo>
                    <a:cubicBezTo>
                      <a:pt x="99" y="1972"/>
                      <a:pt x="93" y="2015"/>
                      <a:pt x="93" y="2053"/>
                    </a:cubicBezTo>
                    <a:cubicBezTo>
                      <a:pt x="93" y="2091"/>
                      <a:pt x="93" y="2129"/>
                      <a:pt x="99" y="2162"/>
                    </a:cubicBezTo>
                    <a:lnTo>
                      <a:pt x="99" y="2168"/>
                    </a:lnTo>
                    <a:cubicBezTo>
                      <a:pt x="82" y="2358"/>
                      <a:pt x="137" y="2532"/>
                      <a:pt x="300" y="2640"/>
                    </a:cubicBezTo>
                    <a:cubicBezTo>
                      <a:pt x="452" y="2733"/>
                      <a:pt x="626" y="2776"/>
                      <a:pt x="805" y="2776"/>
                    </a:cubicBezTo>
                    <a:cubicBezTo>
                      <a:pt x="875" y="2776"/>
                      <a:pt x="949" y="2788"/>
                      <a:pt x="1024" y="2788"/>
                    </a:cubicBezTo>
                    <a:cubicBezTo>
                      <a:pt x="1036" y="2788"/>
                      <a:pt x="1049" y="2788"/>
                      <a:pt x="1061" y="2787"/>
                    </a:cubicBezTo>
                    <a:cubicBezTo>
                      <a:pt x="1126" y="2782"/>
                      <a:pt x="1197" y="2760"/>
                      <a:pt x="1257" y="2733"/>
                    </a:cubicBezTo>
                    <a:cubicBezTo>
                      <a:pt x="1316" y="2733"/>
                      <a:pt x="1371" y="2717"/>
                      <a:pt x="1425" y="2695"/>
                    </a:cubicBezTo>
                    <a:cubicBezTo>
                      <a:pt x="1507" y="2657"/>
                      <a:pt x="1577" y="2592"/>
                      <a:pt x="1653" y="2548"/>
                    </a:cubicBezTo>
                    <a:lnTo>
                      <a:pt x="1659" y="2553"/>
                    </a:lnTo>
                    <a:cubicBezTo>
                      <a:pt x="1757" y="2494"/>
                      <a:pt x="1833" y="2428"/>
                      <a:pt x="1827" y="2309"/>
                    </a:cubicBezTo>
                    <a:cubicBezTo>
                      <a:pt x="1827" y="2265"/>
                      <a:pt x="1811" y="2222"/>
                      <a:pt x="1784" y="2195"/>
                    </a:cubicBezTo>
                    <a:cubicBezTo>
                      <a:pt x="1789" y="2168"/>
                      <a:pt x="1789" y="2146"/>
                      <a:pt x="1784" y="2124"/>
                    </a:cubicBezTo>
                    <a:cubicBezTo>
                      <a:pt x="1806" y="2081"/>
                      <a:pt x="1822" y="2037"/>
                      <a:pt x="1833" y="1994"/>
                    </a:cubicBezTo>
                    <a:lnTo>
                      <a:pt x="1833" y="1977"/>
                    </a:lnTo>
                    <a:cubicBezTo>
                      <a:pt x="1865" y="1890"/>
                      <a:pt x="1893" y="1803"/>
                      <a:pt x="1914" y="1716"/>
                    </a:cubicBezTo>
                    <a:cubicBezTo>
                      <a:pt x="1931" y="1619"/>
                      <a:pt x="1942" y="1526"/>
                      <a:pt x="1947" y="1428"/>
                    </a:cubicBezTo>
                    <a:cubicBezTo>
                      <a:pt x="1942" y="1336"/>
                      <a:pt x="1936" y="1243"/>
                      <a:pt x="1925" y="1156"/>
                    </a:cubicBezTo>
                    <a:cubicBezTo>
                      <a:pt x="1914" y="999"/>
                      <a:pt x="1903" y="836"/>
                      <a:pt x="1898" y="678"/>
                    </a:cubicBezTo>
                    <a:cubicBezTo>
                      <a:pt x="1903" y="510"/>
                      <a:pt x="1833" y="347"/>
                      <a:pt x="1713" y="227"/>
                    </a:cubicBezTo>
                    <a:cubicBezTo>
                      <a:pt x="1643" y="167"/>
                      <a:pt x="1561" y="118"/>
                      <a:pt x="1474" y="91"/>
                    </a:cubicBezTo>
                    <a:cubicBezTo>
                      <a:pt x="1387" y="58"/>
                      <a:pt x="1300" y="69"/>
                      <a:pt x="1213" y="42"/>
                    </a:cubicBezTo>
                    <a:cubicBezTo>
                      <a:pt x="1127" y="14"/>
                      <a:pt x="1037" y="0"/>
                      <a:pt x="9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20"/>
              <p:cNvSpPr/>
              <p:nvPr/>
            </p:nvSpPr>
            <p:spPr>
              <a:xfrm>
                <a:off x="4942225" y="2557200"/>
                <a:ext cx="39075" cy="72650"/>
              </a:xfrm>
              <a:custGeom>
                <a:rect b="b" l="l" r="r" t="t"/>
                <a:pathLst>
                  <a:path extrusionOk="0" h="2906" w="1563">
                    <a:moveTo>
                      <a:pt x="856" y="0"/>
                    </a:moveTo>
                    <a:cubicBezTo>
                      <a:pt x="843" y="0"/>
                      <a:pt x="830" y="1"/>
                      <a:pt x="817" y="2"/>
                    </a:cubicBezTo>
                    <a:cubicBezTo>
                      <a:pt x="637" y="35"/>
                      <a:pt x="556" y="247"/>
                      <a:pt x="436" y="367"/>
                    </a:cubicBezTo>
                    <a:cubicBezTo>
                      <a:pt x="371" y="437"/>
                      <a:pt x="295" y="486"/>
                      <a:pt x="235" y="551"/>
                    </a:cubicBezTo>
                    <a:cubicBezTo>
                      <a:pt x="170" y="628"/>
                      <a:pt x="110" y="715"/>
                      <a:pt x="67" y="801"/>
                    </a:cubicBezTo>
                    <a:cubicBezTo>
                      <a:pt x="1" y="925"/>
                      <a:pt x="95" y="1059"/>
                      <a:pt x="214" y="1059"/>
                    </a:cubicBezTo>
                    <a:cubicBezTo>
                      <a:pt x="242" y="1059"/>
                      <a:pt x="272" y="1052"/>
                      <a:pt x="300" y="1035"/>
                    </a:cubicBezTo>
                    <a:cubicBezTo>
                      <a:pt x="306" y="1035"/>
                      <a:pt x="311" y="1030"/>
                      <a:pt x="317" y="1024"/>
                    </a:cubicBezTo>
                    <a:cubicBezTo>
                      <a:pt x="375" y="1058"/>
                      <a:pt x="441" y="1075"/>
                      <a:pt x="506" y="1075"/>
                    </a:cubicBezTo>
                    <a:cubicBezTo>
                      <a:pt x="556" y="1075"/>
                      <a:pt x="606" y="1065"/>
                      <a:pt x="654" y="1046"/>
                    </a:cubicBezTo>
                    <a:cubicBezTo>
                      <a:pt x="703" y="1019"/>
                      <a:pt x="746" y="992"/>
                      <a:pt x="790" y="948"/>
                    </a:cubicBezTo>
                    <a:cubicBezTo>
                      <a:pt x="790" y="970"/>
                      <a:pt x="790" y="986"/>
                      <a:pt x="795" y="1003"/>
                    </a:cubicBezTo>
                    <a:cubicBezTo>
                      <a:pt x="800" y="1171"/>
                      <a:pt x="795" y="1329"/>
                      <a:pt x="790" y="1497"/>
                    </a:cubicBezTo>
                    <a:cubicBezTo>
                      <a:pt x="790" y="1660"/>
                      <a:pt x="779" y="1823"/>
                      <a:pt x="757" y="1986"/>
                    </a:cubicBezTo>
                    <a:cubicBezTo>
                      <a:pt x="746" y="2084"/>
                      <a:pt x="741" y="2193"/>
                      <a:pt x="724" y="2296"/>
                    </a:cubicBezTo>
                    <a:cubicBezTo>
                      <a:pt x="686" y="2291"/>
                      <a:pt x="647" y="2288"/>
                      <a:pt x="607" y="2288"/>
                    </a:cubicBezTo>
                    <a:cubicBezTo>
                      <a:pt x="568" y="2288"/>
                      <a:pt x="529" y="2291"/>
                      <a:pt x="491" y="2296"/>
                    </a:cubicBezTo>
                    <a:cubicBezTo>
                      <a:pt x="387" y="2313"/>
                      <a:pt x="295" y="2280"/>
                      <a:pt x="208" y="2367"/>
                    </a:cubicBezTo>
                    <a:cubicBezTo>
                      <a:pt x="170" y="2405"/>
                      <a:pt x="143" y="2454"/>
                      <a:pt x="143" y="2514"/>
                    </a:cubicBezTo>
                    <a:cubicBezTo>
                      <a:pt x="143" y="2590"/>
                      <a:pt x="154" y="2546"/>
                      <a:pt x="143" y="2579"/>
                    </a:cubicBezTo>
                    <a:cubicBezTo>
                      <a:pt x="121" y="2650"/>
                      <a:pt x="143" y="2720"/>
                      <a:pt x="192" y="2769"/>
                    </a:cubicBezTo>
                    <a:cubicBezTo>
                      <a:pt x="268" y="2835"/>
                      <a:pt x="364" y="2873"/>
                      <a:pt x="465" y="2873"/>
                    </a:cubicBezTo>
                    <a:cubicBezTo>
                      <a:pt x="471" y="2873"/>
                      <a:pt x="478" y="2873"/>
                      <a:pt x="485" y="2873"/>
                    </a:cubicBezTo>
                    <a:cubicBezTo>
                      <a:pt x="526" y="2875"/>
                      <a:pt x="565" y="2877"/>
                      <a:pt x="605" y="2877"/>
                    </a:cubicBezTo>
                    <a:cubicBezTo>
                      <a:pt x="644" y="2877"/>
                      <a:pt x="684" y="2875"/>
                      <a:pt x="724" y="2873"/>
                    </a:cubicBezTo>
                    <a:lnTo>
                      <a:pt x="730" y="2873"/>
                    </a:lnTo>
                    <a:cubicBezTo>
                      <a:pt x="752" y="2881"/>
                      <a:pt x="774" y="2890"/>
                      <a:pt x="796" y="2890"/>
                    </a:cubicBezTo>
                    <a:cubicBezTo>
                      <a:pt x="801" y="2890"/>
                      <a:pt x="806" y="2890"/>
                      <a:pt x="811" y="2889"/>
                    </a:cubicBezTo>
                    <a:cubicBezTo>
                      <a:pt x="824" y="2890"/>
                      <a:pt x="836" y="2891"/>
                      <a:pt x="848" y="2891"/>
                    </a:cubicBezTo>
                    <a:cubicBezTo>
                      <a:pt x="884" y="2891"/>
                      <a:pt x="920" y="2885"/>
                      <a:pt x="953" y="2873"/>
                    </a:cubicBezTo>
                    <a:cubicBezTo>
                      <a:pt x="1002" y="2867"/>
                      <a:pt x="1050" y="2856"/>
                      <a:pt x="1094" y="2840"/>
                    </a:cubicBezTo>
                    <a:lnTo>
                      <a:pt x="1094" y="2851"/>
                    </a:lnTo>
                    <a:cubicBezTo>
                      <a:pt x="1115" y="2884"/>
                      <a:pt x="1149" y="2905"/>
                      <a:pt x="1184" y="2905"/>
                    </a:cubicBezTo>
                    <a:cubicBezTo>
                      <a:pt x="1194" y="2905"/>
                      <a:pt x="1204" y="2903"/>
                      <a:pt x="1214" y="2900"/>
                    </a:cubicBezTo>
                    <a:cubicBezTo>
                      <a:pt x="1317" y="2851"/>
                      <a:pt x="1393" y="2764"/>
                      <a:pt x="1426" y="2655"/>
                    </a:cubicBezTo>
                    <a:cubicBezTo>
                      <a:pt x="1436" y="2622"/>
                      <a:pt x="1453" y="2584"/>
                      <a:pt x="1464" y="2546"/>
                    </a:cubicBezTo>
                    <a:cubicBezTo>
                      <a:pt x="1474" y="2525"/>
                      <a:pt x="1480" y="2503"/>
                      <a:pt x="1485" y="2476"/>
                    </a:cubicBezTo>
                    <a:cubicBezTo>
                      <a:pt x="1502" y="2443"/>
                      <a:pt x="1518" y="2410"/>
                      <a:pt x="1529" y="2378"/>
                    </a:cubicBezTo>
                    <a:cubicBezTo>
                      <a:pt x="1563" y="2242"/>
                      <a:pt x="1458" y="2123"/>
                      <a:pt x="1326" y="2123"/>
                    </a:cubicBezTo>
                    <a:cubicBezTo>
                      <a:pt x="1311" y="2123"/>
                      <a:pt x="1295" y="2124"/>
                      <a:pt x="1279" y="2128"/>
                    </a:cubicBezTo>
                    <a:lnTo>
                      <a:pt x="1290" y="2133"/>
                    </a:lnTo>
                    <a:lnTo>
                      <a:pt x="1273" y="2144"/>
                    </a:lnTo>
                    <a:cubicBezTo>
                      <a:pt x="1219" y="2133"/>
                      <a:pt x="1170" y="2133"/>
                      <a:pt x="1121" y="2128"/>
                    </a:cubicBezTo>
                    <a:cubicBezTo>
                      <a:pt x="1121" y="2122"/>
                      <a:pt x="1121" y="2122"/>
                      <a:pt x="1121" y="2122"/>
                    </a:cubicBezTo>
                    <a:cubicBezTo>
                      <a:pt x="1132" y="1938"/>
                      <a:pt x="1148" y="1753"/>
                      <a:pt x="1159" y="1562"/>
                    </a:cubicBezTo>
                    <a:cubicBezTo>
                      <a:pt x="1170" y="1383"/>
                      <a:pt x="1170" y="1204"/>
                      <a:pt x="1159" y="1019"/>
                    </a:cubicBezTo>
                    <a:cubicBezTo>
                      <a:pt x="1154" y="948"/>
                      <a:pt x="1143" y="872"/>
                      <a:pt x="1132" y="796"/>
                    </a:cubicBezTo>
                    <a:cubicBezTo>
                      <a:pt x="1154" y="742"/>
                      <a:pt x="1176" y="682"/>
                      <a:pt x="1186" y="617"/>
                    </a:cubicBezTo>
                    <a:cubicBezTo>
                      <a:pt x="1208" y="519"/>
                      <a:pt x="1214" y="421"/>
                      <a:pt x="1208" y="318"/>
                    </a:cubicBezTo>
                    <a:cubicBezTo>
                      <a:pt x="1188" y="135"/>
                      <a:pt x="1035" y="0"/>
                      <a:pt x="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20"/>
              <p:cNvSpPr/>
              <p:nvPr/>
            </p:nvSpPr>
            <p:spPr>
              <a:xfrm>
                <a:off x="4883800" y="2642450"/>
                <a:ext cx="28450" cy="45000"/>
              </a:xfrm>
              <a:custGeom>
                <a:rect b="b" l="l" r="r" t="t"/>
                <a:pathLst>
                  <a:path extrusionOk="0" h="1800" w="1138">
                    <a:moveTo>
                      <a:pt x="838" y="1"/>
                    </a:moveTo>
                    <a:cubicBezTo>
                      <a:pt x="789" y="1"/>
                      <a:pt x="746" y="17"/>
                      <a:pt x="702" y="17"/>
                    </a:cubicBezTo>
                    <a:cubicBezTo>
                      <a:pt x="653" y="12"/>
                      <a:pt x="610" y="12"/>
                      <a:pt x="566" y="12"/>
                    </a:cubicBezTo>
                    <a:cubicBezTo>
                      <a:pt x="354" y="60"/>
                      <a:pt x="191" y="213"/>
                      <a:pt x="131" y="419"/>
                    </a:cubicBezTo>
                    <a:cubicBezTo>
                      <a:pt x="1" y="544"/>
                      <a:pt x="104" y="773"/>
                      <a:pt x="284" y="783"/>
                    </a:cubicBezTo>
                    <a:cubicBezTo>
                      <a:pt x="308" y="786"/>
                      <a:pt x="331" y="787"/>
                      <a:pt x="354" y="787"/>
                    </a:cubicBezTo>
                    <a:cubicBezTo>
                      <a:pt x="376" y="787"/>
                      <a:pt x="398" y="786"/>
                      <a:pt x="420" y="783"/>
                    </a:cubicBezTo>
                    <a:lnTo>
                      <a:pt x="528" y="800"/>
                    </a:lnTo>
                    <a:cubicBezTo>
                      <a:pt x="550" y="800"/>
                      <a:pt x="610" y="811"/>
                      <a:pt x="637" y="821"/>
                    </a:cubicBezTo>
                    <a:cubicBezTo>
                      <a:pt x="621" y="821"/>
                      <a:pt x="680" y="876"/>
                      <a:pt x="686" y="876"/>
                    </a:cubicBezTo>
                    <a:cubicBezTo>
                      <a:pt x="691" y="903"/>
                      <a:pt x="702" y="930"/>
                      <a:pt x="708" y="957"/>
                    </a:cubicBezTo>
                    <a:cubicBezTo>
                      <a:pt x="713" y="979"/>
                      <a:pt x="724" y="1001"/>
                      <a:pt x="740" y="1017"/>
                    </a:cubicBezTo>
                    <a:cubicBezTo>
                      <a:pt x="735" y="1066"/>
                      <a:pt x="724" y="1110"/>
                      <a:pt x="708" y="1148"/>
                    </a:cubicBezTo>
                    <a:cubicBezTo>
                      <a:pt x="675" y="1158"/>
                      <a:pt x="642" y="1180"/>
                      <a:pt x="604" y="1186"/>
                    </a:cubicBezTo>
                    <a:cubicBezTo>
                      <a:pt x="593" y="1186"/>
                      <a:pt x="583" y="1180"/>
                      <a:pt x="572" y="1180"/>
                    </a:cubicBezTo>
                    <a:lnTo>
                      <a:pt x="501" y="1180"/>
                    </a:lnTo>
                    <a:cubicBezTo>
                      <a:pt x="452" y="1175"/>
                      <a:pt x="403" y="1169"/>
                      <a:pt x="354" y="1164"/>
                    </a:cubicBezTo>
                    <a:cubicBezTo>
                      <a:pt x="311" y="1169"/>
                      <a:pt x="273" y="1180"/>
                      <a:pt x="240" y="1197"/>
                    </a:cubicBezTo>
                    <a:lnTo>
                      <a:pt x="218" y="1197"/>
                    </a:lnTo>
                    <a:cubicBezTo>
                      <a:pt x="186" y="1197"/>
                      <a:pt x="153" y="1207"/>
                      <a:pt x="126" y="1229"/>
                    </a:cubicBezTo>
                    <a:cubicBezTo>
                      <a:pt x="93" y="1256"/>
                      <a:pt x="66" y="1300"/>
                      <a:pt x="50" y="1343"/>
                    </a:cubicBezTo>
                    <a:cubicBezTo>
                      <a:pt x="23" y="1430"/>
                      <a:pt x="34" y="1528"/>
                      <a:pt x="77" y="1610"/>
                    </a:cubicBezTo>
                    <a:cubicBezTo>
                      <a:pt x="110" y="1686"/>
                      <a:pt x="175" y="1751"/>
                      <a:pt x="251" y="1778"/>
                    </a:cubicBezTo>
                    <a:cubicBezTo>
                      <a:pt x="297" y="1793"/>
                      <a:pt x="342" y="1800"/>
                      <a:pt x="388" y="1800"/>
                    </a:cubicBezTo>
                    <a:cubicBezTo>
                      <a:pt x="445" y="1800"/>
                      <a:pt x="501" y="1789"/>
                      <a:pt x="555" y="1767"/>
                    </a:cubicBezTo>
                    <a:cubicBezTo>
                      <a:pt x="664" y="1729"/>
                      <a:pt x="789" y="1735"/>
                      <a:pt x="887" y="1675"/>
                    </a:cubicBezTo>
                    <a:cubicBezTo>
                      <a:pt x="941" y="1648"/>
                      <a:pt x="985" y="1599"/>
                      <a:pt x="1001" y="1544"/>
                    </a:cubicBezTo>
                    <a:cubicBezTo>
                      <a:pt x="1012" y="1528"/>
                      <a:pt x="1017" y="1506"/>
                      <a:pt x="1017" y="1485"/>
                    </a:cubicBezTo>
                    <a:cubicBezTo>
                      <a:pt x="1017" y="1485"/>
                      <a:pt x="1004" y="1409"/>
                      <a:pt x="1004" y="1409"/>
                    </a:cubicBezTo>
                    <a:lnTo>
                      <a:pt x="1004" y="1409"/>
                    </a:lnTo>
                    <a:cubicBezTo>
                      <a:pt x="1003" y="1409"/>
                      <a:pt x="1004" y="1414"/>
                      <a:pt x="1006" y="1426"/>
                    </a:cubicBezTo>
                    <a:lnTo>
                      <a:pt x="1006" y="1426"/>
                    </a:lnTo>
                    <a:cubicBezTo>
                      <a:pt x="1005" y="1421"/>
                      <a:pt x="1001" y="1413"/>
                      <a:pt x="1001" y="1409"/>
                    </a:cubicBezTo>
                    <a:cubicBezTo>
                      <a:pt x="1045" y="1360"/>
                      <a:pt x="1077" y="1300"/>
                      <a:pt x="1099" y="1240"/>
                    </a:cubicBezTo>
                    <a:cubicBezTo>
                      <a:pt x="1126" y="1158"/>
                      <a:pt x="1137" y="1072"/>
                      <a:pt x="1137" y="990"/>
                    </a:cubicBezTo>
                    <a:cubicBezTo>
                      <a:pt x="1126" y="908"/>
                      <a:pt x="1104" y="827"/>
                      <a:pt x="1072" y="751"/>
                    </a:cubicBezTo>
                    <a:lnTo>
                      <a:pt x="1077" y="751"/>
                    </a:lnTo>
                    <a:cubicBezTo>
                      <a:pt x="1039" y="653"/>
                      <a:pt x="974" y="571"/>
                      <a:pt x="892" y="512"/>
                    </a:cubicBezTo>
                    <a:cubicBezTo>
                      <a:pt x="914" y="484"/>
                      <a:pt x="931" y="457"/>
                      <a:pt x="947" y="430"/>
                    </a:cubicBezTo>
                    <a:cubicBezTo>
                      <a:pt x="958" y="414"/>
                      <a:pt x="963" y="397"/>
                      <a:pt x="974" y="381"/>
                    </a:cubicBezTo>
                    <a:cubicBezTo>
                      <a:pt x="974" y="379"/>
                      <a:pt x="975" y="378"/>
                      <a:pt x="975" y="376"/>
                    </a:cubicBezTo>
                    <a:lnTo>
                      <a:pt x="975" y="376"/>
                    </a:lnTo>
                    <a:cubicBezTo>
                      <a:pt x="975" y="377"/>
                      <a:pt x="974" y="379"/>
                      <a:pt x="974" y="381"/>
                    </a:cubicBezTo>
                    <a:cubicBezTo>
                      <a:pt x="975" y="378"/>
                      <a:pt x="976" y="376"/>
                      <a:pt x="976" y="374"/>
                    </a:cubicBezTo>
                    <a:lnTo>
                      <a:pt x="976" y="374"/>
                    </a:lnTo>
                    <a:cubicBezTo>
                      <a:pt x="978" y="371"/>
                      <a:pt x="979" y="368"/>
                      <a:pt x="979" y="365"/>
                    </a:cubicBezTo>
                    <a:cubicBezTo>
                      <a:pt x="1001" y="349"/>
                      <a:pt x="1028" y="332"/>
                      <a:pt x="1045" y="311"/>
                    </a:cubicBezTo>
                    <a:cubicBezTo>
                      <a:pt x="1104" y="251"/>
                      <a:pt x="1104" y="158"/>
                      <a:pt x="1045" y="104"/>
                    </a:cubicBezTo>
                    <a:cubicBezTo>
                      <a:pt x="1028" y="88"/>
                      <a:pt x="1007" y="71"/>
                      <a:pt x="985" y="60"/>
                    </a:cubicBezTo>
                    <a:lnTo>
                      <a:pt x="952" y="33"/>
                    </a:lnTo>
                    <a:cubicBezTo>
                      <a:pt x="914" y="12"/>
                      <a:pt x="876" y="1"/>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20"/>
              <p:cNvSpPr/>
              <p:nvPr/>
            </p:nvSpPr>
            <p:spPr>
              <a:xfrm>
                <a:off x="4919700" y="2645825"/>
                <a:ext cx="24750" cy="41525"/>
              </a:xfrm>
              <a:custGeom>
                <a:rect b="b" l="l" r="r" t="t"/>
                <a:pathLst>
                  <a:path extrusionOk="0" h="1661" w="990">
                    <a:moveTo>
                      <a:pt x="641" y="0"/>
                    </a:moveTo>
                    <a:cubicBezTo>
                      <a:pt x="605" y="0"/>
                      <a:pt x="568" y="4"/>
                      <a:pt x="533" y="12"/>
                    </a:cubicBezTo>
                    <a:cubicBezTo>
                      <a:pt x="451" y="29"/>
                      <a:pt x="375" y="50"/>
                      <a:pt x="294" y="61"/>
                    </a:cubicBezTo>
                    <a:cubicBezTo>
                      <a:pt x="207" y="67"/>
                      <a:pt x="120" y="105"/>
                      <a:pt x="54" y="165"/>
                    </a:cubicBezTo>
                    <a:cubicBezTo>
                      <a:pt x="16" y="203"/>
                      <a:pt x="0" y="262"/>
                      <a:pt x="11" y="317"/>
                    </a:cubicBezTo>
                    <a:cubicBezTo>
                      <a:pt x="33" y="377"/>
                      <a:pt x="54" y="404"/>
                      <a:pt x="92" y="415"/>
                    </a:cubicBezTo>
                    <a:cubicBezTo>
                      <a:pt x="92" y="518"/>
                      <a:pt x="92" y="627"/>
                      <a:pt x="98" y="730"/>
                    </a:cubicBezTo>
                    <a:cubicBezTo>
                      <a:pt x="114" y="828"/>
                      <a:pt x="120" y="926"/>
                      <a:pt x="125" y="1029"/>
                    </a:cubicBezTo>
                    <a:cubicBezTo>
                      <a:pt x="120" y="1132"/>
                      <a:pt x="114" y="1241"/>
                      <a:pt x="120" y="1350"/>
                    </a:cubicBezTo>
                    <a:cubicBezTo>
                      <a:pt x="125" y="1426"/>
                      <a:pt x="114" y="1502"/>
                      <a:pt x="174" y="1562"/>
                    </a:cubicBezTo>
                    <a:cubicBezTo>
                      <a:pt x="207" y="1594"/>
                      <a:pt x="250" y="1611"/>
                      <a:pt x="294" y="1611"/>
                    </a:cubicBezTo>
                    <a:cubicBezTo>
                      <a:pt x="304" y="1611"/>
                      <a:pt x="315" y="1611"/>
                      <a:pt x="326" y="1605"/>
                    </a:cubicBezTo>
                    <a:cubicBezTo>
                      <a:pt x="342" y="1616"/>
                      <a:pt x="364" y="1621"/>
                      <a:pt x="381" y="1621"/>
                    </a:cubicBezTo>
                    <a:cubicBezTo>
                      <a:pt x="413" y="1621"/>
                      <a:pt x="451" y="1616"/>
                      <a:pt x="484" y="1611"/>
                    </a:cubicBezTo>
                    <a:cubicBezTo>
                      <a:pt x="488" y="1611"/>
                      <a:pt x="490" y="1610"/>
                      <a:pt x="491" y="1610"/>
                    </a:cubicBezTo>
                    <a:lnTo>
                      <a:pt x="491" y="1610"/>
                    </a:lnTo>
                    <a:cubicBezTo>
                      <a:pt x="492" y="1610"/>
                      <a:pt x="488" y="1613"/>
                      <a:pt x="511" y="1632"/>
                    </a:cubicBezTo>
                    <a:cubicBezTo>
                      <a:pt x="541" y="1651"/>
                      <a:pt x="575" y="1661"/>
                      <a:pt x="608" y="1661"/>
                    </a:cubicBezTo>
                    <a:cubicBezTo>
                      <a:pt x="641" y="1661"/>
                      <a:pt x="674" y="1651"/>
                      <a:pt x="701" y="1632"/>
                    </a:cubicBezTo>
                    <a:cubicBezTo>
                      <a:pt x="739" y="1600"/>
                      <a:pt x="766" y="1562"/>
                      <a:pt x="788" y="1518"/>
                    </a:cubicBezTo>
                    <a:cubicBezTo>
                      <a:pt x="837" y="1486"/>
                      <a:pt x="875" y="1447"/>
                      <a:pt x="913" y="1404"/>
                    </a:cubicBezTo>
                    <a:lnTo>
                      <a:pt x="902" y="1404"/>
                    </a:lnTo>
                    <a:cubicBezTo>
                      <a:pt x="930" y="1377"/>
                      <a:pt x="946" y="1344"/>
                      <a:pt x="951" y="1312"/>
                    </a:cubicBezTo>
                    <a:cubicBezTo>
                      <a:pt x="989" y="1263"/>
                      <a:pt x="984" y="1192"/>
                      <a:pt x="940" y="1149"/>
                    </a:cubicBezTo>
                    <a:cubicBezTo>
                      <a:pt x="914" y="1119"/>
                      <a:pt x="877" y="1104"/>
                      <a:pt x="839" y="1104"/>
                    </a:cubicBezTo>
                    <a:cubicBezTo>
                      <a:pt x="807" y="1104"/>
                      <a:pt x="775" y="1115"/>
                      <a:pt x="750" y="1138"/>
                    </a:cubicBezTo>
                    <a:lnTo>
                      <a:pt x="745" y="1138"/>
                    </a:lnTo>
                    <a:cubicBezTo>
                      <a:pt x="734" y="1138"/>
                      <a:pt x="723" y="1143"/>
                      <a:pt x="712" y="1149"/>
                    </a:cubicBezTo>
                    <a:cubicBezTo>
                      <a:pt x="701" y="1154"/>
                      <a:pt x="696" y="1159"/>
                      <a:pt x="685" y="1165"/>
                    </a:cubicBezTo>
                    <a:cubicBezTo>
                      <a:pt x="723" y="1056"/>
                      <a:pt x="739" y="942"/>
                      <a:pt x="739" y="828"/>
                    </a:cubicBezTo>
                    <a:cubicBezTo>
                      <a:pt x="739" y="730"/>
                      <a:pt x="734" y="638"/>
                      <a:pt x="718" y="545"/>
                    </a:cubicBezTo>
                    <a:cubicBezTo>
                      <a:pt x="736" y="531"/>
                      <a:pt x="727" y="531"/>
                      <a:pt x="736" y="531"/>
                    </a:cubicBezTo>
                    <a:lnTo>
                      <a:pt x="736" y="531"/>
                    </a:lnTo>
                    <a:cubicBezTo>
                      <a:pt x="740" y="531"/>
                      <a:pt x="748" y="531"/>
                      <a:pt x="766" y="529"/>
                    </a:cubicBezTo>
                    <a:cubicBezTo>
                      <a:pt x="799" y="523"/>
                      <a:pt x="832" y="518"/>
                      <a:pt x="859" y="502"/>
                    </a:cubicBezTo>
                    <a:cubicBezTo>
                      <a:pt x="908" y="464"/>
                      <a:pt x="946" y="404"/>
                      <a:pt x="946" y="344"/>
                    </a:cubicBezTo>
                    <a:cubicBezTo>
                      <a:pt x="962" y="252"/>
                      <a:pt x="924" y="214"/>
                      <a:pt x="881" y="137"/>
                    </a:cubicBezTo>
                    <a:cubicBezTo>
                      <a:pt x="843" y="83"/>
                      <a:pt x="826" y="34"/>
                      <a:pt x="750" y="12"/>
                    </a:cubicBezTo>
                    <a:cubicBezTo>
                      <a:pt x="715" y="4"/>
                      <a:pt x="678" y="0"/>
                      <a:pt x="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20"/>
              <p:cNvSpPr/>
              <p:nvPr/>
            </p:nvSpPr>
            <p:spPr>
              <a:xfrm>
                <a:off x="4952850" y="2643675"/>
                <a:ext cx="23250" cy="42325"/>
              </a:xfrm>
              <a:custGeom>
                <a:rect b="b" l="l" r="r" t="t"/>
                <a:pathLst>
                  <a:path extrusionOk="0" h="1693" w="930">
                    <a:moveTo>
                      <a:pt x="120" y="1408"/>
                    </a:moveTo>
                    <a:lnTo>
                      <a:pt x="120" y="1414"/>
                    </a:lnTo>
                    <a:cubicBezTo>
                      <a:pt x="120" y="1426"/>
                      <a:pt x="116" y="1431"/>
                      <a:pt x="113" y="1431"/>
                    </a:cubicBezTo>
                    <a:cubicBezTo>
                      <a:pt x="107" y="1431"/>
                      <a:pt x="103" y="1419"/>
                      <a:pt x="120" y="1408"/>
                    </a:cubicBezTo>
                    <a:close/>
                    <a:moveTo>
                      <a:pt x="490" y="1"/>
                    </a:moveTo>
                    <a:cubicBezTo>
                      <a:pt x="392" y="1"/>
                      <a:pt x="299" y="44"/>
                      <a:pt x="245" y="120"/>
                    </a:cubicBezTo>
                    <a:cubicBezTo>
                      <a:pt x="218" y="142"/>
                      <a:pt x="196" y="164"/>
                      <a:pt x="180" y="191"/>
                    </a:cubicBezTo>
                    <a:lnTo>
                      <a:pt x="158" y="191"/>
                    </a:lnTo>
                    <a:cubicBezTo>
                      <a:pt x="142" y="196"/>
                      <a:pt x="136" y="213"/>
                      <a:pt x="142" y="229"/>
                    </a:cubicBezTo>
                    <a:cubicBezTo>
                      <a:pt x="125" y="262"/>
                      <a:pt x="120" y="300"/>
                      <a:pt x="120" y="338"/>
                    </a:cubicBezTo>
                    <a:cubicBezTo>
                      <a:pt x="109" y="392"/>
                      <a:pt x="104" y="446"/>
                      <a:pt x="104" y="501"/>
                    </a:cubicBezTo>
                    <a:cubicBezTo>
                      <a:pt x="93" y="560"/>
                      <a:pt x="82" y="626"/>
                      <a:pt x="76" y="691"/>
                    </a:cubicBezTo>
                    <a:cubicBezTo>
                      <a:pt x="60" y="887"/>
                      <a:pt x="60" y="1082"/>
                      <a:pt x="66" y="1278"/>
                    </a:cubicBezTo>
                    <a:cubicBezTo>
                      <a:pt x="71" y="1398"/>
                      <a:pt x="0" y="1533"/>
                      <a:pt x="93" y="1637"/>
                    </a:cubicBezTo>
                    <a:cubicBezTo>
                      <a:pt x="131" y="1676"/>
                      <a:pt x="170" y="1692"/>
                      <a:pt x="207" y="1692"/>
                    </a:cubicBezTo>
                    <a:cubicBezTo>
                      <a:pt x="283" y="1692"/>
                      <a:pt x="352" y="1628"/>
                      <a:pt x="392" y="1566"/>
                    </a:cubicBezTo>
                    <a:cubicBezTo>
                      <a:pt x="413" y="1544"/>
                      <a:pt x="430" y="1523"/>
                      <a:pt x="441" y="1490"/>
                    </a:cubicBezTo>
                    <a:cubicBezTo>
                      <a:pt x="462" y="1387"/>
                      <a:pt x="462" y="1283"/>
                      <a:pt x="446" y="1180"/>
                    </a:cubicBezTo>
                    <a:cubicBezTo>
                      <a:pt x="446" y="1126"/>
                      <a:pt x="452" y="1071"/>
                      <a:pt x="457" y="1017"/>
                    </a:cubicBezTo>
                    <a:cubicBezTo>
                      <a:pt x="457" y="1001"/>
                      <a:pt x="457" y="984"/>
                      <a:pt x="457" y="968"/>
                    </a:cubicBezTo>
                    <a:lnTo>
                      <a:pt x="468" y="963"/>
                    </a:lnTo>
                    <a:lnTo>
                      <a:pt x="490" y="963"/>
                    </a:lnTo>
                    <a:cubicBezTo>
                      <a:pt x="604" y="941"/>
                      <a:pt x="707" y="881"/>
                      <a:pt x="778" y="794"/>
                    </a:cubicBezTo>
                    <a:cubicBezTo>
                      <a:pt x="843" y="707"/>
                      <a:pt x="881" y="609"/>
                      <a:pt x="892" y="501"/>
                    </a:cubicBezTo>
                    <a:cubicBezTo>
                      <a:pt x="914" y="397"/>
                      <a:pt x="930" y="289"/>
                      <a:pt x="848" y="213"/>
                    </a:cubicBezTo>
                    <a:cubicBezTo>
                      <a:pt x="843" y="153"/>
                      <a:pt x="805" y="98"/>
                      <a:pt x="756" y="71"/>
                    </a:cubicBezTo>
                    <a:lnTo>
                      <a:pt x="751" y="71"/>
                    </a:lnTo>
                    <a:lnTo>
                      <a:pt x="696" y="33"/>
                    </a:lnTo>
                    <a:cubicBezTo>
                      <a:pt x="667" y="15"/>
                      <a:pt x="632" y="4"/>
                      <a:pt x="596" y="4"/>
                    </a:cubicBezTo>
                    <a:cubicBezTo>
                      <a:pt x="579" y="4"/>
                      <a:pt x="561" y="6"/>
                      <a:pt x="544" y="11"/>
                    </a:cubicBezTo>
                    <a:cubicBezTo>
                      <a:pt x="517" y="6"/>
                      <a:pt x="490" y="6"/>
                      <a:pt x="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20"/>
              <p:cNvSpPr/>
              <p:nvPr/>
            </p:nvSpPr>
            <p:spPr>
              <a:xfrm>
                <a:off x="4829600" y="2500025"/>
                <a:ext cx="205625" cy="228000"/>
              </a:xfrm>
              <a:custGeom>
                <a:rect b="b" l="l" r="r" t="t"/>
                <a:pathLst>
                  <a:path extrusionOk="0" h="9120" w="8225">
                    <a:moveTo>
                      <a:pt x="1375" y="214"/>
                    </a:moveTo>
                    <a:cubicBezTo>
                      <a:pt x="1450" y="214"/>
                      <a:pt x="1545" y="231"/>
                      <a:pt x="1576" y="235"/>
                    </a:cubicBezTo>
                    <a:cubicBezTo>
                      <a:pt x="1674" y="240"/>
                      <a:pt x="1827" y="235"/>
                      <a:pt x="1892" y="327"/>
                    </a:cubicBezTo>
                    <a:cubicBezTo>
                      <a:pt x="1919" y="387"/>
                      <a:pt x="1930" y="458"/>
                      <a:pt x="1935" y="523"/>
                    </a:cubicBezTo>
                    <a:cubicBezTo>
                      <a:pt x="1952" y="615"/>
                      <a:pt x="1957" y="713"/>
                      <a:pt x="1957" y="811"/>
                    </a:cubicBezTo>
                    <a:cubicBezTo>
                      <a:pt x="1957" y="1007"/>
                      <a:pt x="1935" y="1197"/>
                      <a:pt x="1897" y="1393"/>
                    </a:cubicBezTo>
                    <a:cubicBezTo>
                      <a:pt x="1897" y="1420"/>
                      <a:pt x="1892" y="1452"/>
                      <a:pt x="1875" y="1485"/>
                    </a:cubicBezTo>
                    <a:cubicBezTo>
                      <a:pt x="1860" y="1509"/>
                      <a:pt x="1850" y="1516"/>
                      <a:pt x="1835" y="1516"/>
                    </a:cubicBezTo>
                    <a:cubicBezTo>
                      <a:pt x="1823" y="1516"/>
                      <a:pt x="1807" y="1512"/>
                      <a:pt x="1783" y="1507"/>
                    </a:cubicBezTo>
                    <a:cubicBezTo>
                      <a:pt x="1718" y="1490"/>
                      <a:pt x="1647" y="1485"/>
                      <a:pt x="1582" y="1485"/>
                    </a:cubicBezTo>
                    <a:cubicBezTo>
                      <a:pt x="1546" y="1485"/>
                      <a:pt x="1507" y="1490"/>
                      <a:pt x="1469" y="1490"/>
                    </a:cubicBezTo>
                    <a:cubicBezTo>
                      <a:pt x="1419" y="1490"/>
                      <a:pt x="1371" y="1481"/>
                      <a:pt x="1337" y="1441"/>
                    </a:cubicBezTo>
                    <a:cubicBezTo>
                      <a:pt x="1299" y="1376"/>
                      <a:pt x="1272" y="1306"/>
                      <a:pt x="1272" y="1229"/>
                    </a:cubicBezTo>
                    <a:cubicBezTo>
                      <a:pt x="1250" y="1045"/>
                      <a:pt x="1250" y="854"/>
                      <a:pt x="1272" y="670"/>
                    </a:cubicBezTo>
                    <a:lnTo>
                      <a:pt x="1272" y="664"/>
                    </a:lnTo>
                    <a:cubicBezTo>
                      <a:pt x="1278" y="588"/>
                      <a:pt x="1294" y="506"/>
                      <a:pt x="1299" y="430"/>
                    </a:cubicBezTo>
                    <a:cubicBezTo>
                      <a:pt x="1299" y="365"/>
                      <a:pt x="1294" y="300"/>
                      <a:pt x="1283" y="235"/>
                    </a:cubicBezTo>
                    <a:cubicBezTo>
                      <a:pt x="1298" y="219"/>
                      <a:pt x="1334" y="214"/>
                      <a:pt x="1375" y="214"/>
                    </a:cubicBezTo>
                    <a:close/>
                    <a:moveTo>
                      <a:pt x="2983" y="214"/>
                    </a:moveTo>
                    <a:cubicBezTo>
                      <a:pt x="3056" y="214"/>
                      <a:pt x="3150" y="231"/>
                      <a:pt x="3185" y="235"/>
                    </a:cubicBezTo>
                    <a:cubicBezTo>
                      <a:pt x="3283" y="240"/>
                      <a:pt x="3436" y="235"/>
                      <a:pt x="3501" y="327"/>
                    </a:cubicBezTo>
                    <a:cubicBezTo>
                      <a:pt x="3523" y="387"/>
                      <a:pt x="3539" y="458"/>
                      <a:pt x="3539" y="523"/>
                    </a:cubicBezTo>
                    <a:cubicBezTo>
                      <a:pt x="3555" y="615"/>
                      <a:pt x="3566" y="713"/>
                      <a:pt x="3561" y="811"/>
                    </a:cubicBezTo>
                    <a:cubicBezTo>
                      <a:pt x="3566" y="1007"/>
                      <a:pt x="3544" y="1197"/>
                      <a:pt x="3506" y="1393"/>
                    </a:cubicBezTo>
                    <a:cubicBezTo>
                      <a:pt x="3506" y="1420"/>
                      <a:pt x="3495" y="1452"/>
                      <a:pt x="3484" y="1485"/>
                    </a:cubicBezTo>
                    <a:cubicBezTo>
                      <a:pt x="3466" y="1509"/>
                      <a:pt x="3457" y="1516"/>
                      <a:pt x="3442" y="1516"/>
                    </a:cubicBezTo>
                    <a:cubicBezTo>
                      <a:pt x="3431" y="1516"/>
                      <a:pt x="3416" y="1512"/>
                      <a:pt x="3392" y="1507"/>
                    </a:cubicBezTo>
                    <a:cubicBezTo>
                      <a:pt x="3321" y="1490"/>
                      <a:pt x="3256" y="1485"/>
                      <a:pt x="3185" y="1485"/>
                    </a:cubicBezTo>
                    <a:cubicBezTo>
                      <a:pt x="3150" y="1485"/>
                      <a:pt x="3110" y="1490"/>
                      <a:pt x="3073" y="1490"/>
                    </a:cubicBezTo>
                    <a:cubicBezTo>
                      <a:pt x="3023" y="1490"/>
                      <a:pt x="2977" y="1481"/>
                      <a:pt x="2946" y="1441"/>
                    </a:cubicBezTo>
                    <a:cubicBezTo>
                      <a:pt x="2903" y="1376"/>
                      <a:pt x="2881" y="1306"/>
                      <a:pt x="2876" y="1229"/>
                    </a:cubicBezTo>
                    <a:cubicBezTo>
                      <a:pt x="2859" y="1045"/>
                      <a:pt x="2859" y="854"/>
                      <a:pt x="2876" y="670"/>
                    </a:cubicBezTo>
                    <a:lnTo>
                      <a:pt x="2876" y="664"/>
                    </a:lnTo>
                    <a:cubicBezTo>
                      <a:pt x="2881" y="588"/>
                      <a:pt x="2903" y="506"/>
                      <a:pt x="2908" y="430"/>
                    </a:cubicBezTo>
                    <a:cubicBezTo>
                      <a:pt x="2908" y="365"/>
                      <a:pt x="2903" y="300"/>
                      <a:pt x="2892" y="235"/>
                    </a:cubicBezTo>
                    <a:cubicBezTo>
                      <a:pt x="2907" y="219"/>
                      <a:pt x="2942" y="214"/>
                      <a:pt x="2983" y="214"/>
                    </a:cubicBezTo>
                    <a:close/>
                    <a:moveTo>
                      <a:pt x="4544" y="214"/>
                    </a:moveTo>
                    <a:cubicBezTo>
                      <a:pt x="4619" y="214"/>
                      <a:pt x="4714" y="231"/>
                      <a:pt x="4746" y="235"/>
                    </a:cubicBezTo>
                    <a:cubicBezTo>
                      <a:pt x="4843" y="240"/>
                      <a:pt x="4996" y="235"/>
                      <a:pt x="5061" y="327"/>
                    </a:cubicBezTo>
                    <a:cubicBezTo>
                      <a:pt x="5088" y="387"/>
                      <a:pt x="5099" y="458"/>
                      <a:pt x="5104" y="523"/>
                    </a:cubicBezTo>
                    <a:cubicBezTo>
                      <a:pt x="5121" y="615"/>
                      <a:pt x="5126" y="713"/>
                      <a:pt x="5126" y="811"/>
                    </a:cubicBezTo>
                    <a:cubicBezTo>
                      <a:pt x="5126" y="1007"/>
                      <a:pt x="5104" y="1197"/>
                      <a:pt x="5066" y="1393"/>
                    </a:cubicBezTo>
                    <a:cubicBezTo>
                      <a:pt x="5066" y="1420"/>
                      <a:pt x="5061" y="1452"/>
                      <a:pt x="5045" y="1485"/>
                    </a:cubicBezTo>
                    <a:cubicBezTo>
                      <a:pt x="5029" y="1509"/>
                      <a:pt x="5019" y="1516"/>
                      <a:pt x="5004" y="1516"/>
                    </a:cubicBezTo>
                    <a:cubicBezTo>
                      <a:pt x="4992" y="1516"/>
                      <a:pt x="4976" y="1512"/>
                      <a:pt x="4952" y="1507"/>
                    </a:cubicBezTo>
                    <a:cubicBezTo>
                      <a:pt x="4887" y="1490"/>
                      <a:pt x="4816" y="1485"/>
                      <a:pt x="4751" y="1485"/>
                    </a:cubicBezTo>
                    <a:cubicBezTo>
                      <a:pt x="4716" y="1485"/>
                      <a:pt x="4676" y="1490"/>
                      <a:pt x="4638" y="1490"/>
                    </a:cubicBezTo>
                    <a:cubicBezTo>
                      <a:pt x="4588" y="1490"/>
                      <a:pt x="4540" y="1481"/>
                      <a:pt x="4506" y="1441"/>
                    </a:cubicBezTo>
                    <a:cubicBezTo>
                      <a:pt x="4468" y="1376"/>
                      <a:pt x="4447" y="1306"/>
                      <a:pt x="4441" y="1229"/>
                    </a:cubicBezTo>
                    <a:cubicBezTo>
                      <a:pt x="4425" y="1045"/>
                      <a:pt x="4425" y="854"/>
                      <a:pt x="4441" y="670"/>
                    </a:cubicBezTo>
                    <a:lnTo>
                      <a:pt x="4441" y="664"/>
                    </a:lnTo>
                    <a:cubicBezTo>
                      <a:pt x="4447" y="588"/>
                      <a:pt x="4463" y="506"/>
                      <a:pt x="4468" y="430"/>
                    </a:cubicBezTo>
                    <a:cubicBezTo>
                      <a:pt x="4468" y="365"/>
                      <a:pt x="4463" y="300"/>
                      <a:pt x="4452" y="235"/>
                    </a:cubicBezTo>
                    <a:cubicBezTo>
                      <a:pt x="4467" y="219"/>
                      <a:pt x="4503" y="214"/>
                      <a:pt x="4544" y="214"/>
                    </a:cubicBezTo>
                    <a:close/>
                    <a:moveTo>
                      <a:pt x="6153" y="214"/>
                    </a:moveTo>
                    <a:cubicBezTo>
                      <a:pt x="6228" y="214"/>
                      <a:pt x="6323" y="231"/>
                      <a:pt x="6355" y="235"/>
                    </a:cubicBezTo>
                    <a:cubicBezTo>
                      <a:pt x="6452" y="240"/>
                      <a:pt x="6605" y="235"/>
                      <a:pt x="6670" y="327"/>
                    </a:cubicBezTo>
                    <a:cubicBezTo>
                      <a:pt x="6692" y="387"/>
                      <a:pt x="6708" y="458"/>
                      <a:pt x="6708" y="523"/>
                    </a:cubicBezTo>
                    <a:cubicBezTo>
                      <a:pt x="6724" y="615"/>
                      <a:pt x="6735" y="713"/>
                      <a:pt x="6730" y="811"/>
                    </a:cubicBezTo>
                    <a:cubicBezTo>
                      <a:pt x="6735" y="1007"/>
                      <a:pt x="6713" y="1197"/>
                      <a:pt x="6675" y="1393"/>
                    </a:cubicBezTo>
                    <a:cubicBezTo>
                      <a:pt x="6675" y="1420"/>
                      <a:pt x="6664" y="1452"/>
                      <a:pt x="6654" y="1485"/>
                    </a:cubicBezTo>
                    <a:cubicBezTo>
                      <a:pt x="6638" y="1509"/>
                      <a:pt x="6628" y="1516"/>
                      <a:pt x="6613" y="1516"/>
                    </a:cubicBezTo>
                    <a:cubicBezTo>
                      <a:pt x="6601" y="1516"/>
                      <a:pt x="6585" y="1512"/>
                      <a:pt x="6561" y="1507"/>
                    </a:cubicBezTo>
                    <a:cubicBezTo>
                      <a:pt x="6496" y="1490"/>
                      <a:pt x="6425" y="1485"/>
                      <a:pt x="6355" y="1485"/>
                    </a:cubicBezTo>
                    <a:cubicBezTo>
                      <a:pt x="6319" y="1485"/>
                      <a:pt x="6280" y="1490"/>
                      <a:pt x="6242" y="1490"/>
                    </a:cubicBezTo>
                    <a:cubicBezTo>
                      <a:pt x="6192" y="1490"/>
                      <a:pt x="6146" y="1481"/>
                      <a:pt x="6115" y="1441"/>
                    </a:cubicBezTo>
                    <a:cubicBezTo>
                      <a:pt x="6072" y="1376"/>
                      <a:pt x="6050" y="1306"/>
                      <a:pt x="6045" y="1229"/>
                    </a:cubicBezTo>
                    <a:cubicBezTo>
                      <a:pt x="6028" y="1045"/>
                      <a:pt x="6028" y="854"/>
                      <a:pt x="6045" y="670"/>
                    </a:cubicBezTo>
                    <a:lnTo>
                      <a:pt x="6045" y="664"/>
                    </a:lnTo>
                    <a:cubicBezTo>
                      <a:pt x="6050" y="588"/>
                      <a:pt x="6072" y="506"/>
                      <a:pt x="6077" y="430"/>
                    </a:cubicBezTo>
                    <a:cubicBezTo>
                      <a:pt x="6077" y="365"/>
                      <a:pt x="6072" y="300"/>
                      <a:pt x="6061" y="235"/>
                    </a:cubicBezTo>
                    <a:cubicBezTo>
                      <a:pt x="6076" y="219"/>
                      <a:pt x="6112" y="214"/>
                      <a:pt x="6153" y="214"/>
                    </a:cubicBezTo>
                    <a:close/>
                    <a:moveTo>
                      <a:pt x="6909" y="1126"/>
                    </a:moveTo>
                    <a:cubicBezTo>
                      <a:pt x="6969" y="1132"/>
                      <a:pt x="7029" y="1142"/>
                      <a:pt x="7083" y="1153"/>
                    </a:cubicBezTo>
                    <a:cubicBezTo>
                      <a:pt x="7143" y="1164"/>
                      <a:pt x="7213" y="1191"/>
                      <a:pt x="7279" y="1202"/>
                    </a:cubicBezTo>
                    <a:cubicBezTo>
                      <a:pt x="7385" y="1214"/>
                      <a:pt x="7488" y="1221"/>
                      <a:pt x="7592" y="1221"/>
                    </a:cubicBezTo>
                    <a:cubicBezTo>
                      <a:pt x="7627" y="1221"/>
                      <a:pt x="7662" y="1220"/>
                      <a:pt x="7697" y="1219"/>
                    </a:cubicBezTo>
                    <a:cubicBezTo>
                      <a:pt x="7714" y="1219"/>
                      <a:pt x="7730" y="1219"/>
                      <a:pt x="7746" y="1224"/>
                    </a:cubicBezTo>
                    <a:cubicBezTo>
                      <a:pt x="7730" y="1278"/>
                      <a:pt x="7724" y="1333"/>
                      <a:pt x="7724" y="1393"/>
                    </a:cubicBezTo>
                    <a:cubicBezTo>
                      <a:pt x="7719" y="1518"/>
                      <a:pt x="7697" y="1643"/>
                      <a:pt x="7665" y="1768"/>
                    </a:cubicBezTo>
                    <a:cubicBezTo>
                      <a:pt x="7610" y="2018"/>
                      <a:pt x="7567" y="2273"/>
                      <a:pt x="7529" y="2529"/>
                    </a:cubicBezTo>
                    <a:cubicBezTo>
                      <a:pt x="7512" y="2632"/>
                      <a:pt x="7502" y="2735"/>
                      <a:pt x="7496" y="2838"/>
                    </a:cubicBezTo>
                    <a:cubicBezTo>
                      <a:pt x="7491" y="2958"/>
                      <a:pt x="7474" y="3078"/>
                      <a:pt x="7458" y="3192"/>
                    </a:cubicBezTo>
                    <a:cubicBezTo>
                      <a:pt x="7425" y="3447"/>
                      <a:pt x="7420" y="3697"/>
                      <a:pt x="7382" y="3953"/>
                    </a:cubicBezTo>
                    <a:cubicBezTo>
                      <a:pt x="7366" y="4051"/>
                      <a:pt x="7355" y="4148"/>
                      <a:pt x="7349" y="4252"/>
                    </a:cubicBezTo>
                    <a:cubicBezTo>
                      <a:pt x="7349" y="4366"/>
                      <a:pt x="7311" y="4475"/>
                      <a:pt x="7306" y="4589"/>
                    </a:cubicBezTo>
                    <a:cubicBezTo>
                      <a:pt x="7300" y="4703"/>
                      <a:pt x="7306" y="4806"/>
                      <a:pt x="7306" y="4915"/>
                    </a:cubicBezTo>
                    <a:cubicBezTo>
                      <a:pt x="7306" y="5034"/>
                      <a:pt x="7295" y="5149"/>
                      <a:pt x="7273" y="5263"/>
                    </a:cubicBezTo>
                    <a:cubicBezTo>
                      <a:pt x="7257" y="5502"/>
                      <a:pt x="7251" y="5741"/>
                      <a:pt x="7257" y="5980"/>
                    </a:cubicBezTo>
                    <a:lnTo>
                      <a:pt x="7257" y="6758"/>
                    </a:lnTo>
                    <a:cubicBezTo>
                      <a:pt x="7257" y="7040"/>
                      <a:pt x="7251" y="7318"/>
                      <a:pt x="7257" y="7600"/>
                    </a:cubicBezTo>
                    <a:cubicBezTo>
                      <a:pt x="7257" y="7725"/>
                      <a:pt x="7284" y="7856"/>
                      <a:pt x="7257" y="7981"/>
                    </a:cubicBezTo>
                    <a:cubicBezTo>
                      <a:pt x="7246" y="8030"/>
                      <a:pt x="7230" y="8084"/>
                      <a:pt x="7213" y="8138"/>
                    </a:cubicBezTo>
                    <a:cubicBezTo>
                      <a:pt x="7201" y="8147"/>
                      <a:pt x="7177" y="8150"/>
                      <a:pt x="7150" y="8150"/>
                    </a:cubicBezTo>
                    <a:cubicBezTo>
                      <a:pt x="7094" y="8150"/>
                      <a:pt x="7023" y="8138"/>
                      <a:pt x="6991" y="8138"/>
                    </a:cubicBezTo>
                    <a:cubicBezTo>
                      <a:pt x="6953" y="8134"/>
                      <a:pt x="6915" y="8132"/>
                      <a:pt x="6877" y="8132"/>
                    </a:cubicBezTo>
                    <a:cubicBezTo>
                      <a:pt x="6815" y="8132"/>
                      <a:pt x="6752" y="8137"/>
                      <a:pt x="6692" y="8144"/>
                    </a:cubicBezTo>
                    <a:cubicBezTo>
                      <a:pt x="6577" y="8160"/>
                      <a:pt x="6458" y="8176"/>
                      <a:pt x="6338" y="8182"/>
                    </a:cubicBezTo>
                    <a:cubicBezTo>
                      <a:pt x="6213" y="8182"/>
                      <a:pt x="6088" y="8149"/>
                      <a:pt x="5958" y="8144"/>
                    </a:cubicBezTo>
                    <a:cubicBezTo>
                      <a:pt x="5880" y="8138"/>
                      <a:pt x="5803" y="8135"/>
                      <a:pt x="5727" y="8135"/>
                    </a:cubicBezTo>
                    <a:cubicBezTo>
                      <a:pt x="5536" y="8135"/>
                      <a:pt x="5347" y="8149"/>
                      <a:pt x="5153" y="8149"/>
                    </a:cubicBezTo>
                    <a:cubicBezTo>
                      <a:pt x="5028" y="8144"/>
                      <a:pt x="4903" y="8133"/>
                      <a:pt x="4778" y="8117"/>
                    </a:cubicBezTo>
                    <a:cubicBezTo>
                      <a:pt x="4683" y="8106"/>
                      <a:pt x="4589" y="8100"/>
                      <a:pt x="4494" y="8100"/>
                    </a:cubicBezTo>
                    <a:cubicBezTo>
                      <a:pt x="4442" y="8100"/>
                      <a:pt x="4390" y="8102"/>
                      <a:pt x="4338" y="8106"/>
                    </a:cubicBezTo>
                    <a:lnTo>
                      <a:pt x="3457" y="8106"/>
                    </a:lnTo>
                    <a:cubicBezTo>
                      <a:pt x="3318" y="8106"/>
                      <a:pt x="3181" y="8112"/>
                      <a:pt x="3044" y="8112"/>
                    </a:cubicBezTo>
                    <a:cubicBezTo>
                      <a:pt x="2924" y="8112"/>
                      <a:pt x="2805" y="8107"/>
                      <a:pt x="2685" y="8089"/>
                    </a:cubicBezTo>
                    <a:cubicBezTo>
                      <a:pt x="2577" y="8073"/>
                      <a:pt x="2468" y="8068"/>
                      <a:pt x="2354" y="8068"/>
                    </a:cubicBezTo>
                    <a:cubicBezTo>
                      <a:pt x="2218" y="8068"/>
                      <a:pt x="2098" y="8040"/>
                      <a:pt x="1968" y="8035"/>
                    </a:cubicBezTo>
                    <a:cubicBezTo>
                      <a:pt x="1837" y="8035"/>
                      <a:pt x="1707" y="8030"/>
                      <a:pt x="1582" y="8019"/>
                    </a:cubicBezTo>
                    <a:cubicBezTo>
                      <a:pt x="1502" y="8004"/>
                      <a:pt x="1422" y="7997"/>
                      <a:pt x="1343" y="7997"/>
                    </a:cubicBezTo>
                    <a:cubicBezTo>
                      <a:pt x="1303" y="7997"/>
                      <a:pt x="1263" y="7999"/>
                      <a:pt x="1223" y="8002"/>
                    </a:cubicBezTo>
                    <a:cubicBezTo>
                      <a:pt x="1158" y="8013"/>
                      <a:pt x="1098" y="8030"/>
                      <a:pt x="1033" y="8035"/>
                    </a:cubicBezTo>
                    <a:cubicBezTo>
                      <a:pt x="968" y="8040"/>
                      <a:pt x="924" y="8035"/>
                      <a:pt x="870" y="8046"/>
                    </a:cubicBezTo>
                    <a:lnTo>
                      <a:pt x="859" y="8046"/>
                    </a:lnTo>
                    <a:cubicBezTo>
                      <a:pt x="864" y="7850"/>
                      <a:pt x="854" y="7655"/>
                      <a:pt x="854" y="7464"/>
                    </a:cubicBezTo>
                    <a:cubicBezTo>
                      <a:pt x="864" y="7231"/>
                      <a:pt x="864" y="6997"/>
                      <a:pt x="843" y="6763"/>
                    </a:cubicBezTo>
                    <a:cubicBezTo>
                      <a:pt x="821" y="6513"/>
                      <a:pt x="810" y="6263"/>
                      <a:pt x="821" y="6013"/>
                    </a:cubicBezTo>
                    <a:cubicBezTo>
                      <a:pt x="821" y="5757"/>
                      <a:pt x="821" y="5502"/>
                      <a:pt x="815" y="5246"/>
                    </a:cubicBezTo>
                    <a:cubicBezTo>
                      <a:pt x="815" y="5007"/>
                      <a:pt x="794" y="4779"/>
                      <a:pt x="777" y="4540"/>
                    </a:cubicBezTo>
                    <a:cubicBezTo>
                      <a:pt x="767" y="4322"/>
                      <a:pt x="788" y="4100"/>
                      <a:pt x="750" y="3877"/>
                    </a:cubicBezTo>
                    <a:cubicBezTo>
                      <a:pt x="712" y="3637"/>
                      <a:pt x="750" y="3393"/>
                      <a:pt x="712" y="3148"/>
                    </a:cubicBezTo>
                    <a:cubicBezTo>
                      <a:pt x="674" y="2925"/>
                      <a:pt x="734" y="2703"/>
                      <a:pt x="718" y="2480"/>
                    </a:cubicBezTo>
                    <a:cubicBezTo>
                      <a:pt x="707" y="2360"/>
                      <a:pt x="669" y="2251"/>
                      <a:pt x="669" y="2132"/>
                    </a:cubicBezTo>
                    <a:cubicBezTo>
                      <a:pt x="669" y="2007"/>
                      <a:pt x="663" y="1876"/>
                      <a:pt x="652" y="1751"/>
                    </a:cubicBezTo>
                    <a:cubicBezTo>
                      <a:pt x="636" y="1691"/>
                      <a:pt x="631" y="1632"/>
                      <a:pt x="625" y="1572"/>
                    </a:cubicBezTo>
                    <a:cubicBezTo>
                      <a:pt x="631" y="1518"/>
                      <a:pt x="625" y="1469"/>
                      <a:pt x="620" y="1420"/>
                    </a:cubicBezTo>
                    <a:cubicBezTo>
                      <a:pt x="603" y="1360"/>
                      <a:pt x="587" y="1295"/>
                      <a:pt x="565" y="1229"/>
                    </a:cubicBezTo>
                    <a:lnTo>
                      <a:pt x="565" y="1229"/>
                    </a:lnTo>
                    <a:lnTo>
                      <a:pt x="582" y="1246"/>
                    </a:lnTo>
                    <a:cubicBezTo>
                      <a:pt x="647" y="1240"/>
                      <a:pt x="707" y="1235"/>
                      <a:pt x="767" y="1219"/>
                    </a:cubicBezTo>
                    <a:cubicBezTo>
                      <a:pt x="805" y="1208"/>
                      <a:pt x="846" y="1202"/>
                      <a:pt x="886" y="1202"/>
                    </a:cubicBezTo>
                    <a:cubicBezTo>
                      <a:pt x="908" y="1202"/>
                      <a:pt x="930" y="1204"/>
                      <a:pt x="951" y="1208"/>
                    </a:cubicBezTo>
                    <a:cubicBezTo>
                      <a:pt x="973" y="1210"/>
                      <a:pt x="995" y="1212"/>
                      <a:pt x="1017" y="1212"/>
                    </a:cubicBezTo>
                    <a:cubicBezTo>
                      <a:pt x="1038" y="1212"/>
                      <a:pt x="1060" y="1210"/>
                      <a:pt x="1082" y="1208"/>
                    </a:cubicBezTo>
                    <a:cubicBezTo>
                      <a:pt x="1082" y="1224"/>
                      <a:pt x="1082" y="1240"/>
                      <a:pt x="1087" y="1262"/>
                    </a:cubicBezTo>
                    <a:cubicBezTo>
                      <a:pt x="1022" y="1316"/>
                      <a:pt x="1000" y="1507"/>
                      <a:pt x="1000" y="1561"/>
                    </a:cubicBezTo>
                    <a:cubicBezTo>
                      <a:pt x="1011" y="1844"/>
                      <a:pt x="1239" y="1969"/>
                      <a:pt x="1506" y="1969"/>
                    </a:cubicBezTo>
                    <a:cubicBezTo>
                      <a:pt x="1582" y="1969"/>
                      <a:pt x="1663" y="1958"/>
                      <a:pt x="1745" y="1947"/>
                    </a:cubicBezTo>
                    <a:cubicBezTo>
                      <a:pt x="1821" y="1942"/>
                      <a:pt x="1897" y="1925"/>
                      <a:pt x="1973" y="1903"/>
                    </a:cubicBezTo>
                    <a:cubicBezTo>
                      <a:pt x="2066" y="1855"/>
                      <a:pt x="2131" y="1778"/>
                      <a:pt x="2169" y="1686"/>
                    </a:cubicBezTo>
                    <a:cubicBezTo>
                      <a:pt x="2212" y="1599"/>
                      <a:pt x="2229" y="1507"/>
                      <a:pt x="2212" y="1414"/>
                    </a:cubicBezTo>
                    <a:cubicBezTo>
                      <a:pt x="2202" y="1365"/>
                      <a:pt x="2164" y="1327"/>
                      <a:pt x="2115" y="1322"/>
                    </a:cubicBezTo>
                    <a:cubicBezTo>
                      <a:pt x="2120" y="1267"/>
                      <a:pt x="2131" y="1213"/>
                      <a:pt x="2136" y="1159"/>
                    </a:cubicBezTo>
                    <a:cubicBezTo>
                      <a:pt x="2169" y="1156"/>
                      <a:pt x="2202" y="1155"/>
                      <a:pt x="2234" y="1155"/>
                    </a:cubicBezTo>
                    <a:cubicBezTo>
                      <a:pt x="2267" y="1155"/>
                      <a:pt x="2299" y="1156"/>
                      <a:pt x="2332" y="1159"/>
                    </a:cubicBezTo>
                    <a:cubicBezTo>
                      <a:pt x="2435" y="1159"/>
                      <a:pt x="2533" y="1191"/>
                      <a:pt x="2636" y="1202"/>
                    </a:cubicBezTo>
                    <a:cubicBezTo>
                      <a:pt x="2653" y="1202"/>
                      <a:pt x="2669" y="1202"/>
                      <a:pt x="2685" y="1197"/>
                    </a:cubicBezTo>
                    <a:cubicBezTo>
                      <a:pt x="2685" y="1219"/>
                      <a:pt x="2691" y="1235"/>
                      <a:pt x="2696" y="1257"/>
                    </a:cubicBezTo>
                    <a:cubicBezTo>
                      <a:pt x="2626" y="1311"/>
                      <a:pt x="2604" y="1501"/>
                      <a:pt x="2609" y="1556"/>
                    </a:cubicBezTo>
                    <a:cubicBezTo>
                      <a:pt x="2620" y="1844"/>
                      <a:pt x="2848" y="1963"/>
                      <a:pt x="3109" y="1963"/>
                    </a:cubicBezTo>
                    <a:cubicBezTo>
                      <a:pt x="3191" y="1963"/>
                      <a:pt x="3272" y="1958"/>
                      <a:pt x="3349" y="1942"/>
                    </a:cubicBezTo>
                    <a:cubicBezTo>
                      <a:pt x="3430" y="1942"/>
                      <a:pt x="3506" y="1925"/>
                      <a:pt x="3582" y="1903"/>
                    </a:cubicBezTo>
                    <a:cubicBezTo>
                      <a:pt x="3669" y="1855"/>
                      <a:pt x="3740" y="1778"/>
                      <a:pt x="3773" y="1681"/>
                    </a:cubicBezTo>
                    <a:cubicBezTo>
                      <a:pt x="3816" y="1599"/>
                      <a:pt x="3838" y="1501"/>
                      <a:pt x="3821" y="1409"/>
                    </a:cubicBezTo>
                    <a:cubicBezTo>
                      <a:pt x="3811" y="1360"/>
                      <a:pt x="3767" y="1327"/>
                      <a:pt x="3718" y="1316"/>
                    </a:cubicBezTo>
                    <a:cubicBezTo>
                      <a:pt x="3729" y="1278"/>
                      <a:pt x="3734" y="1235"/>
                      <a:pt x="3740" y="1191"/>
                    </a:cubicBezTo>
                    <a:cubicBezTo>
                      <a:pt x="3777" y="1216"/>
                      <a:pt x="3822" y="1229"/>
                      <a:pt x="3866" y="1229"/>
                    </a:cubicBezTo>
                    <a:cubicBezTo>
                      <a:pt x="3899" y="1229"/>
                      <a:pt x="3933" y="1222"/>
                      <a:pt x="3963" y="1208"/>
                    </a:cubicBezTo>
                    <a:cubicBezTo>
                      <a:pt x="3987" y="1200"/>
                      <a:pt x="4011" y="1195"/>
                      <a:pt x="4034" y="1195"/>
                    </a:cubicBezTo>
                    <a:cubicBezTo>
                      <a:pt x="4043" y="1195"/>
                      <a:pt x="4052" y="1195"/>
                      <a:pt x="4061" y="1197"/>
                    </a:cubicBezTo>
                    <a:cubicBezTo>
                      <a:pt x="4079" y="1202"/>
                      <a:pt x="4098" y="1204"/>
                      <a:pt x="4117" y="1204"/>
                    </a:cubicBezTo>
                    <a:cubicBezTo>
                      <a:pt x="4160" y="1204"/>
                      <a:pt x="4202" y="1192"/>
                      <a:pt x="4240" y="1170"/>
                    </a:cubicBezTo>
                    <a:lnTo>
                      <a:pt x="4245" y="1164"/>
                    </a:lnTo>
                    <a:cubicBezTo>
                      <a:pt x="4245" y="1197"/>
                      <a:pt x="4251" y="1224"/>
                      <a:pt x="4256" y="1257"/>
                    </a:cubicBezTo>
                    <a:cubicBezTo>
                      <a:pt x="4191" y="1311"/>
                      <a:pt x="4169" y="1501"/>
                      <a:pt x="4169" y="1556"/>
                    </a:cubicBezTo>
                    <a:cubicBezTo>
                      <a:pt x="4180" y="1838"/>
                      <a:pt x="4409" y="1963"/>
                      <a:pt x="4675" y="1963"/>
                    </a:cubicBezTo>
                    <a:cubicBezTo>
                      <a:pt x="4751" y="1963"/>
                      <a:pt x="4833" y="1952"/>
                      <a:pt x="4914" y="1942"/>
                    </a:cubicBezTo>
                    <a:cubicBezTo>
                      <a:pt x="4990" y="1936"/>
                      <a:pt x="5066" y="1925"/>
                      <a:pt x="5142" y="1898"/>
                    </a:cubicBezTo>
                    <a:cubicBezTo>
                      <a:pt x="5235" y="1855"/>
                      <a:pt x="5300" y="1773"/>
                      <a:pt x="5333" y="1681"/>
                    </a:cubicBezTo>
                    <a:cubicBezTo>
                      <a:pt x="5382" y="1599"/>
                      <a:pt x="5398" y="1501"/>
                      <a:pt x="5382" y="1409"/>
                    </a:cubicBezTo>
                    <a:cubicBezTo>
                      <a:pt x="5371" y="1360"/>
                      <a:pt x="5333" y="1322"/>
                      <a:pt x="5284" y="1316"/>
                    </a:cubicBezTo>
                    <a:cubicBezTo>
                      <a:pt x="5295" y="1257"/>
                      <a:pt x="5300" y="1197"/>
                      <a:pt x="5305" y="1137"/>
                    </a:cubicBezTo>
                    <a:cubicBezTo>
                      <a:pt x="5359" y="1190"/>
                      <a:pt x="5423" y="1198"/>
                      <a:pt x="5490" y="1198"/>
                    </a:cubicBezTo>
                    <a:cubicBezTo>
                      <a:pt x="5519" y="1198"/>
                      <a:pt x="5548" y="1197"/>
                      <a:pt x="5577" y="1197"/>
                    </a:cubicBezTo>
                    <a:cubicBezTo>
                      <a:pt x="5633" y="1197"/>
                      <a:pt x="5686" y="1204"/>
                      <a:pt x="5737" y="1204"/>
                    </a:cubicBezTo>
                    <a:cubicBezTo>
                      <a:pt x="5776" y="1204"/>
                      <a:pt x="5815" y="1200"/>
                      <a:pt x="5854" y="1186"/>
                    </a:cubicBezTo>
                    <a:cubicBezTo>
                      <a:pt x="5854" y="1208"/>
                      <a:pt x="5854" y="1229"/>
                      <a:pt x="5860" y="1251"/>
                    </a:cubicBezTo>
                    <a:cubicBezTo>
                      <a:pt x="5795" y="1306"/>
                      <a:pt x="5773" y="1496"/>
                      <a:pt x="5773" y="1550"/>
                    </a:cubicBezTo>
                    <a:cubicBezTo>
                      <a:pt x="5784" y="1838"/>
                      <a:pt x="6012" y="1958"/>
                      <a:pt x="6278" y="1958"/>
                    </a:cubicBezTo>
                    <a:cubicBezTo>
                      <a:pt x="6355" y="1958"/>
                      <a:pt x="6436" y="1952"/>
                      <a:pt x="6518" y="1936"/>
                    </a:cubicBezTo>
                    <a:cubicBezTo>
                      <a:pt x="6594" y="1936"/>
                      <a:pt x="6670" y="1920"/>
                      <a:pt x="6746" y="1898"/>
                    </a:cubicBezTo>
                    <a:cubicBezTo>
                      <a:pt x="6833" y="1849"/>
                      <a:pt x="6904" y="1773"/>
                      <a:pt x="6936" y="1675"/>
                    </a:cubicBezTo>
                    <a:cubicBezTo>
                      <a:pt x="6985" y="1594"/>
                      <a:pt x="7001" y="1501"/>
                      <a:pt x="6985" y="1403"/>
                    </a:cubicBezTo>
                    <a:cubicBezTo>
                      <a:pt x="6974" y="1360"/>
                      <a:pt x="6936" y="1322"/>
                      <a:pt x="6887" y="1316"/>
                    </a:cubicBezTo>
                    <a:cubicBezTo>
                      <a:pt x="6898" y="1251"/>
                      <a:pt x="6904" y="1186"/>
                      <a:pt x="6909" y="1126"/>
                    </a:cubicBezTo>
                    <a:close/>
                    <a:moveTo>
                      <a:pt x="457" y="1251"/>
                    </a:moveTo>
                    <a:cubicBezTo>
                      <a:pt x="462" y="1300"/>
                      <a:pt x="473" y="1349"/>
                      <a:pt x="478" y="1393"/>
                    </a:cubicBezTo>
                    <a:cubicBezTo>
                      <a:pt x="500" y="1490"/>
                      <a:pt x="489" y="1583"/>
                      <a:pt x="506" y="1681"/>
                    </a:cubicBezTo>
                    <a:cubicBezTo>
                      <a:pt x="522" y="1789"/>
                      <a:pt x="527" y="1898"/>
                      <a:pt x="527" y="2012"/>
                    </a:cubicBezTo>
                    <a:cubicBezTo>
                      <a:pt x="522" y="2121"/>
                      <a:pt x="522" y="2230"/>
                      <a:pt x="538" y="2338"/>
                    </a:cubicBezTo>
                    <a:cubicBezTo>
                      <a:pt x="565" y="2447"/>
                      <a:pt x="576" y="2561"/>
                      <a:pt x="571" y="2675"/>
                    </a:cubicBezTo>
                    <a:cubicBezTo>
                      <a:pt x="565" y="2790"/>
                      <a:pt x="549" y="2898"/>
                      <a:pt x="555" y="3018"/>
                    </a:cubicBezTo>
                    <a:cubicBezTo>
                      <a:pt x="555" y="3121"/>
                      <a:pt x="582" y="3219"/>
                      <a:pt x="593" y="3317"/>
                    </a:cubicBezTo>
                    <a:cubicBezTo>
                      <a:pt x="609" y="3453"/>
                      <a:pt x="598" y="3583"/>
                      <a:pt x="603" y="3719"/>
                    </a:cubicBezTo>
                    <a:cubicBezTo>
                      <a:pt x="603" y="3828"/>
                      <a:pt x="631" y="3920"/>
                      <a:pt x="636" y="4029"/>
                    </a:cubicBezTo>
                    <a:cubicBezTo>
                      <a:pt x="652" y="4148"/>
                      <a:pt x="636" y="4273"/>
                      <a:pt x="636" y="4393"/>
                    </a:cubicBezTo>
                    <a:cubicBezTo>
                      <a:pt x="636" y="4627"/>
                      <a:pt x="674" y="4861"/>
                      <a:pt x="674" y="5089"/>
                    </a:cubicBezTo>
                    <a:cubicBezTo>
                      <a:pt x="674" y="5584"/>
                      <a:pt x="647" y="6084"/>
                      <a:pt x="669" y="6578"/>
                    </a:cubicBezTo>
                    <a:cubicBezTo>
                      <a:pt x="674" y="6714"/>
                      <a:pt x="701" y="6850"/>
                      <a:pt x="707" y="6986"/>
                    </a:cubicBezTo>
                    <a:cubicBezTo>
                      <a:pt x="712" y="7122"/>
                      <a:pt x="707" y="7258"/>
                      <a:pt x="707" y="7394"/>
                    </a:cubicBezTo>
                    <a:cubicBezTo>
                      <a:pt x="707" y="7638"/>
                      <a:pt x="690" y="7894"/>
                      <a:pt x="707" y="8144"/>
                    </a:cubicBezTo>
                    <a:cubicBezTo>
                      <a:pt x="696" y="8155"/>
                      <a:pt x="680" y="8166"/>
                      <a:pt x="669" y="8182"/>
                    </a:cubicBezTo>
                    <a:cubicBezTo>
                      <a:pt x="642" y="8209"/>
                      <a:pt x="620" y="8236"/>
                      <a:pt x="593" y="8263"/>
                    </a:cubicBezTo>
                    <a:cubicBezTo>
                      <a:pt x="576" y="8247"/>
                      <a:pt x="571" y="8225"/>
                      <a:pt x="560" y="8204"/>
                    </a:cubicBezTo>
                    <a:cubicBezTo>
                      <a:pt x="560" y="8198"/>
                      <a:pt x="560" y="8187"/>
                      <a:pt x="560" y="8182"/>
                    </a:cubicBezTo>
                    <a:cubicBezTo>
                      <a:pt x="565" y="8176"/>
                      <a:pt x="576" y="8166"/>
                      <a:pt x="576" y="8160"/>
                    </a:cubicBezTo>
                    <a:cubicBezTo>
                      <a:pt x="587" y="8084"/>
                      <a:pt x="587" y="8002"/>
                      <a:pt x="576" y="7926"/>
                    </a:cubicBezTo>
                    <a:cubicBezTo>
                      <a:pt x="555" y="7801"/>
                      <a:pt x="560" y="7671"/>
                      <a:pt x="582" y="7546"/>
                    </a:cubicBezTo>
                    <a:cubicBezTo>
                      <a:pt x="620" y="7323"/>
                      <a:pt x="593" y="7084"/>
                      <a:pt x="587" y="6866"/>
                    </a:cubicBezTo>
                    <a:lnTo>
                      <a:pt x="587" y="6529"/>
                    </a:lnTo>
                    <a:cubicBezTo>
                      <a:pt x="587" y="6415"/>
                      <a:pt x="565" y="6296"/>
                      <a:pt x="565" y="6181"/>
                    </a:cubicBezTo>
                    <a:cubicBezTo>
                      <a:pt x="565" y="6094"/>
                      <a:pt x="538" y="6008"/>
                      <a:pt x="538" y="5921"/>
                    </a:cubicBezTo>
                    <a:cubicBezTo>
                      <a:pt x="538" y="5801"/>
                      <a:pt x="544" y="5687"/>
                      <a:pt x="538" y="5567"/>
                    </a:cubicBezTo>
                    <a:cubicBezTo>
                      <a:pt x="533" y="5464"/>
                      <a:pt x="506" y="5372"/>
                      <a:pt x="506" y="5268"/>
                    </a:cubicBezTo>
                    <a:cubicBezTo>
                      <a:pt x="506" y="5154"/>
                      <a:pt x="522" y="5045"/>
                      <a:pt x="527" y="4931"/>
                    </a:cubicBezTo>
                    <a:cubicBezTo>
                      <a:pt x="538" y="4719"/>
                      <a:pt x="462" y="4502"/>
                      <a:pt x="489" y="4295"/>
                    </a:cubicBezTo>
                    <a:cubicBezTo>
                      <a:pt x="506" y="4208"/>
                      <a:pt x="506" y="4121"/>
                      <a:pt x="489" y="4040"/>
                    </a:cubicBezTo>
                    <a:cubicBezTo>
                      <a:pt x="478" y="3926"/>
                      <a:pt x="473" y="3806"/>
                      <a:pt x="478" y="3692"/>
                    </a:cubicBezTo>
                    <a:cubicBezTo>
                      <a:pt x="478" y="3464"/>
                      <a:pt x="468" y="3241"/>
                      <a:pt x="446" y="3018"/>
                    </a:cubicBezTo>
                    <a:cubicBezTo>
                      <a:pt x="419" y="2762"/>
                      <a:pt x="402" y="2507"/>
                      <a:pt x="386" y="2246"/>
                    </a:cubicBezTo>
                    <a:cubicBezTo>
                      <a:pt x="375" y="2115"/>
                      <a:pt x="381" y="1990"/>
                      <a:pt x="375" y="1860"/>
                    </a:cubicBezTo>
                    <a:cubicBezTo>
                      <a:pt x="381" y="1789"/>
                      <a:pt x="381" y="1724"/>
                      <a:pt x="375" y="1653"/>
                    </a:cubicBezTo>
                    <a:cubicBezTo>
                      <a:pt x="375" y="1643"/>
                      <a:pt x="375" y="1637"/>
                      <a:pt x="370" y="1626"/>
                    </a:cubicBezTo>
                    <a:cubicBezTo>
                      <a:pt x="370" y="1599"/>
                      <a:pt x="375" y="1577"/>
                      <a:pt x="381" y="1550"/>
                    </a:cubicBezTo>
                    <a:cubicBezTo>
                      <a:pt x="391" y="1474"/>
                      <a:pt x="370" y="1306"/>
                      <a:pt x="430" y="1262"/>
                    </a:cubicBezTo>
                    <a:cubicBezTo>
                      <a:pt x="440" y="1257"/>
                      <a:pt x="446" y="1257"/>
                      <a:pt x="457" y="1251"/>
                    </a:cubicBezTo>
                    <a:close/>
                    <a:moveTo>
                      <a:pt x="7828" y="1267"/>
                    </a:moveTo>
                    <a:lnTo>
                      <a:pt x="7828" y="1267"/>
                    </a:lnTo>
                    <a:cubicBezTo>
                      <a:pt x="7822" y="1501"/>
                      <a:pt x="7822" y="1735"/>
                      <a:pt x="7817" y="1969"/>
                    </a:cubicBezTo>
                    <a:cubicBezTo>
                      <a:pt x="7817" y="2202"/>
                      <a:pt x="7768" y="2458"/>
                      <a:pt x="7746" y="2703"/>
                    </a:cubicBezTo>
                    <a:cubicBezTo>
                      <a:pt x="7735" y="2817"/>
                      <a:pt x="7735" y="2936"/>
                      <a:pt x="7741" y="3050"/>
                    </a:cubicBezTo>
                    <a:cubicBezTo>
                      <a:pt x="7741" y="3165"/>
                      <a:pt x="7714" y="3268"/>
                      <a:pt x="7714" y="3377"/>
                    </a:cubicBezTo>
                    <a:cubicBezTo>
                      <a:pt x="7714" y="3436"/>
                      <a:pt x="7714" y="3502"/>
                      <a:pt x="7708" y="3561"/>
                    </a:cubicBezTo>
                    <a:cubicBezTo>
                      <a:pt x="7703" y="3599"/>
                      <a:pt x="7697" y="3637"/>
                      <a:pt x="7692" y="3676"/>
                    </a:cubicBezTo>
                    <a:cubicBezTo>
                      <a:pt x="7686" y="3790"/>
                      <a:pt x="7670" y="3904"/>
                      <a:pt x="7670" y="4018"/>
                    </a:cubicBezTo>
                    <a:cubicBezTo>
                      <a:pt x="7665" y="4132"/>
                      <a:pt x="7643" y="4235"/>
                      <a:pt x="7643" y="4344"/>
                    </a:cubicBezTo>
                    <a:cubicBezTo>
                      <a:pt x="7643" y="4469"/>
                      <a:pt x="7648" y="4594"/>
                      <a:pt x="7643" y="4725"/>
                    </a:cubicBezTo>
                    <a:cubicBezTo>
                      <a:pt x="7643" y="4833"/>
                      <a:pt x="7621" y="4942"/>
                      <a:pt x="7616" y="5051"/>
                    </a:cubicBezTo>
                    <a:cubicBezTo>
                      <a:pt x="7610" y="5176"/>
                      <a:pt x="7588" y="5301"/>
                      <a:pt x="7588" y="5426"/>
                    </a:cubicBezTo>
                    <a:cubicBezTo>
                      <a:pt x="7588" y="5910"/>
                      <a:pt x="7545" y="6388"/>
                      <a:pt x="7550" y="6872"/>
                    </a:cubicBezTo>
                    <a:lnTo>
                      <a:pt x="7556" y="6866"/>
                    </a:lnTo>
                    <a:lnTo>
                      <a:pt x="7556" y="6866"/>
                    </a:lnTo>
                    <a:cubicBezTo>
                      <a:pt x="7556" y="7116"/>
                      <a:pt x="7583" y="7388"/>
                      <a:pt x="7540" y="7638"/>
                    </a:cubicBezTo>
                    <a:cubicBezTo>
                      <a:pt x="7529" y="7763"/>
                      <a:pt x="7523" y="7888"/>
                      <a:pt x="7534" y="8019"/>
                    </a:cubicBezTo>
                    <a:cubicBezTo>
                      <a:pt x="7534" y="8117"/>
                      <a:pt x="7518" y="8209"/>
                      <a:pt x="7512" y="8307"/>
                    </a:cubicBezTo>
                    <a:cubicBezTo>
                      <a:pt x="7463" y="8269"/>
                      <a:pt x="7415" y="8231"/>
                      <a:pt x="7371" y="8193"/>
                    </a:cubicBezTo>
                    <a:cubicBezTo>
                      <a:pt x="7387" y="8133"/>
                      <a:pt x="7409" y="8073"/>
                      <a:pt x="7420" y="8013"/>
                    </a:cubicBezTo>
                    <a:cubicBezTo>
                      <a:pt x="7436" y="7910"/>
                      <a:pt x="7436" y="7807"/>
                      <a:pt x="7425" y="7703"/>
                    </a:cubicBezTo>
                    <a:cubicBezTo>
                      <a:pt x="7409" y="7464"/>
                      <a:pt x="7420" y="7220"/>
                      <a:pt x="7420" y="6981"/>
                    </a:cubicBezTo>
                    <a:cubicBezTo>
                      <a:pt x="7420" y="6475"/>
                      <a:pt x="7415" y="5975"/>
                      <a:pt x="7409" y="5475"/>
                    </a:cubicBezTo>
                    <a:cubicBezTo>
                      <a:pt x="7409" y="5366"/>
                      <a:pt x="7415" y="5257"/>
                      <a:pt x="7436" y="5154"/>
                    </a:cubicBezTo>
                    <a:cubicBezTo>
                      <a:pt x="7447" y="5040"/>
                      <a:pt x="7447" y="4931"/>
                      <a:pt x="7436" y="4817"/>
                    </a:cubicBezTo>
                    <a:cubicBezTo>
                      <a:pt x="7436" y="4594"/>
                      <a:pt x="7447" y="4371"/>
                      <a:pt x="7474" y="4148"/>
                    </a:cubicBezTo>
                    <a:cubicBezTo>
                      <a:pt x="7485" y="4034"/>
                      <a:pt x="7507" y="3926"/>
                      <a:pt x="7523" y="3811"/>
                    </a:cubicBezTo>
                    <a:cubicBezTo>
                      <a:pt x="7540" y="3697"/>
                      <a:pt x="7540" y="3567"/>
                      <a:pt x="7545" y="3447"/>
                    </a:cubicBezTo>
                    <a:cubicBezTo>
                      <a:pt x="7556" y="3328"/>
                      <a:pt x="7572" y="3214"/>
                      <a:pt x="7594" y="3094"/>
                    </a:cubicBezTo>
                    <a:cubicBezTo>
                      <a:pt x="7610" y="2985"/>
                      <a:pt x="7616" y="2876"/>
                      <a:pt x="7616" y="2768"/>
                    </a:cubicBezTo>
                    <a:cubicBezTo>
                      <a:pt x="7643" y="2480"/>
                      <a:pt x="7697" y="2192"/>
                      <a:pt x="7746" y="1914"/>
                    </a:cubicBezTo>
                    <a:cubicBezTo>
                      <a:pt x="7768" y="1795"/>
                      <a:pt x="7795" y="1675"/>
                      <a:pt x="7811" y="1556"/>
                    </a:cubicBezTo>
                    <a:cubicBezTo>
                      <a:pt x="7822" y="1490"/>
                      <a:pt x="7822" y="1425"/>
                      <a:pt x="7822" y="1360"/>
                    </a:cubicBezTo>
                    <a:cubicBezTo>
                      <a:pt x="7822" y="1327"/>
                      <a:pt x="7822" y="1295"/>
                      <a:pt x="7828" y="1267"/>
                    </a:cubicBezTo>
                    <a:close/>
                    <a:moveTo>
                      <a:pt x="1348" y="8128"/>
                    </a:moveTo>
                    <a:cubicBezTo>
                      <a:pt x="1421" y="8128"/>
                      <a:pt x="1494" y="8135"/>
                      <a:pt x="1566" y="8149"/>
                    </a:cubicBezTo>
                    <a:cubicBezTo>
                      <a:pt x="1655" y="8161"/>
                      <a:pt x="1751" y="8168"/>
                      <a:pt x="1846" y="8168"/>
                    </a:cubicBezTo>
                    <a:cubicBezTo>
                      <a:pt x="1878" y="8168"/>
                      <a:pt x="1909" y="8167"/>
                      <a:pt x="1941" y="8166"/>
                    </a:cubicBezTo>
                    <a:cubicBezTo>
                      <a:pt x="2055" y="8171"/>
                      <a:pt x="2169" y="8204"/>
                      <a:pt x="2289" y="8204"/>
                    </a:cubicBezTo>
                    <a:cubicBezTo>
                      <a:pt x="2435" y="8204"/>
                      <a:pt x="2582" y="8214"/>
                      <a:pt x="2729" y="8236"/>
                    </a:cubicBezTo>
                    <a:cubicBezTo>
                      <a:pt x="2825" y="8252"/>
                      <a:pt x="2924" y="8256"/>
                      <a:pt x="3024" y="8256"/>
                    </a:cubicBezTo>
                    <a:cubicBezTo>
                      <a:pt x="3167" y="8256"/>
                      <a:pt x="3311" y="8247"/>
                      <a:pt x="3452" y="8247"/>
                    </a:cubicBezTo>
                    <a:lnTo>
                      <a:pt x="4327" y="8247"/>
                    </a:lnTo>
                    <a:cubicBezTo>
                      <a:pt x="4474" y="8247"/>
                      <a:pt x="4621" y="8252"/>
                      <a:pt x="4762" y="8263"/>
                    </a:cubicBezTo>
                    <a:cubicBezTo>
                      <a:pt x="4898" y="8285"/>
                      <a:pt x="5034" y="8296"/>
                      <a:pt x="5170" y="8301"/>
                    </a:cubicBezTo>
                    <a:cubicBezTo>
                      <a:pt x="5347" y="8301"/>
                      <a:pt x="5527" y="8289"/>
                      <a:pt x="5706" y="8289"/>
                    </a:cubicBezTo>
                    <a:cubicBezTo>
                      <a:pt x="5796" y="8289"/>
                      <a:pt x="5885" y="8292"/>
                      <a:pt x="5974" y="8301"/>
                    </a:cubicBezTo>
                    <a:cubicBezTo>
                      <a:pt x="6115" y="8323"/>
                      <a:pt x="6257" y="8339"/>
                      <a:pt x="6393" y="8339"/>
                    </a:cubicBezTo>
                    <a:cubicBezTo>
                      <a:pt x="6528" y="8334"/>
                      <a:pt x="6664" y="8301"/>
                      <a:pt x="6806" y="8296"/>
                    </a:cubicBezTo>
                    <a:cubicBezTo>
                      <a:pt x="6813" y="8296"/>
                      <a:pt x="6821" y="8295"/>
                      <a:pt x="6830" y="8295"/>
                    </a:cubicBezTo>
                    <a:cubicBezTo>
                      <a:pt x="6906" y="8295"/>
                      <a:pt x="7010" y="8311"/>
                      <a:pt x="7104" y="8311"/>
                    </a:cubicBezTo>
                    <a:cubicBezTo>
                      <a:pt x="7131" y="8311"/>
                      <a:pt x="7156" y="8310"/>
                      <a:pt x="7181" y="8307"/>
                    </a:cubicBezTo>
                    <a:cubicBezTo>
                      <a:pt x="7181" y="8307"/>
                      <a:pt x="7181" y="8312"/>
                      <a:pt x="7181" y="8318"/>
                    </a:cubicBezTo>
                    <a:lnTo>
                      <a:pt x="7186" y="8312"/>
                    </a:lnTo>
                    <a:cubicBezTo>
                      <a:pt x="7186" y="8329"/>
                      <a:pt x="7192" y="8345"/>
                      <a:pt x="7203" y="8361"/>
                    </a:cubicBezTo>
                    <a:cubicBezTo>
                      <a:pt x="7072" y="8372"/>
                      <a:pt x="6947" y="8394"/>
                      <a:pt x="6811" y="8394"/>
                    </a:cubicBezTo>
                    <a:cubicBezTo>
                      <a:pt x="6702" y="8399"/>
                      <a:pt x="6588" y="8416"/>
                      <a:pt x="6480" y="8421"/>
                    </a:cubicBezTo>
                    <a:cubicBezTo>
                      <a:pt x="6461" y="8422"/>
                      <a:pt x="6442" y="8422"/>
                      <a:pt x="6423" y="8422"/>
                    </a:cubicBezTo>
                    <a:cubicBezTo>
                      <a:pt x="6348" y="8422"/>
                      <a:pt x="6273" y="8417"/>
                      <a:pt x="6198" y="8417"/>
                    </a:cubicBezTo>
                    <a:cubicBezTo>
                      <a:pt x="6165" y="8417"/>
                      <a:pt x="6132" y="8418"/>
                      <a:pt x="6099" y="8421"/>
                    </a:cubicBezTo>
                    <a:cubicBezTo>
                      <a:pt x="5990" y="8432"/>
                      <a:pt x="5882" y="8448"/>
                      <a:pt x="5773" y="8448"/>
                    </a:cubicBezTo>
                    <a:cubicBezTo>
                      <a:pt x="5700" y="8448"/>
                      <a:pt x="5630" y="8441"/>
                      <a:pt x="5561" y="8441"/>
                    </a:cubicBezTo>
                    <a:cubicBezTo>
                      <a:pt x="5526" y="8441"/>
                      <a:pt x="5492" y="8443"/>
                      <a:pt x="5458" y="8448"/>
                    </a:cubicBezTo>
                    <a:cubicBezTo>
                      <a:pt x="5426" y="8452"/>
                      <a:pt x="5395" y="8453"/>
                      <a:pt x="5364" y="8453"/>
                    </a:cubicBezTo>
                    <a:cubicBezTo>
                      <a:pt x="5203" y="8453"/>
                      <a:pt x="5041" y="8415"/>
                      <a:pt x="4876" y="8415"/>
                    </a:cubicBezTo>
                    <a:cubicBezTo>
                      <a:pt x="4867" y="8415"/>
                      <a:pt x="4858" y="8415"/>
                      <a:pt x="4849" y="8416"/>
                    </a:cubicBezTo>
                    <a:cubicBezTo>
                      <a:pt x="4756" y="8416"/>
                      <a:pt x="4675" y="8448"/>
                      <a:pt x="4582" y="8448"/>
                    </a:cubicBezTo>
                    <a:cubicBezTo>
                      <a:pt x="4479" y="8448"/>
                      <a:pt x="4370" y="8448"/>
                      <a:pt x="4262" y="8459"/>
                    </a:cubicBezTo>
                    <a:cubicBezTo>
                      <a:pt x="4142" y="8475"/>
                      <a:pt x="4020" y="8479"/>
                      <a:pt x="3897" y="8479"/>
                    </a:cubicBezTo>
                    <a:cubicBezTo>
                      <a:pt x="3774" y="8479"/>
                      <a:pt x="3650" y="8475"/>
                      <a:pt x="3528" y="8475"/>
                    </a:cubicBezTo>
                    <a:cubicBezTo>
                      <a:pt x="3365" y="8475"/>
                      <a:pt x="3197" y="8483"/>
                      <a:pt x="3029" y="8483"/>
                    </a:cubicBezTo>
                    <a:cubicBezTo>
                      <a:pt x="2945" y="8483"/>
                      <a:pt x="2861" y="8481"/>
                      <a:pt x="2778" y="8475"/>
                    </a:cubicBezTo>
                    <a:cubicBezTo>
                      <a:pt x="2625" y="8457"/>
                      <a:pt x="2473" y="8448"/>
                      <a:pt x="2321" y="8448"/>
                    </a:cubicBezTo>
                    <a:cubicBezTo>
                      <a:pt x="2250" y="8448"/>
                      <a:pt x="2180" y="8450"/>
                      <a:pt x="2109" y="8454"/>
                    </a:cubicBezTo>
                    <a:cubicBezTo>
                      <a:pt x="1990" y="8464"/>
                      <a:pt x="1870" y="8486"/>
                      <a:pt x="1745" y="8486"/>
                    </a:cubicBezTo>
                    <a:cubicBezTo>
                      <a:pt x="1625" y="8486"/>
                      <a:pt x="1500" y="8475"/>
                      <a:pt x="1381" y="8459"/>
                    </a:cubicBezTo>
                    <a:cubicBezTo>
                      <a:pt x="1348" y="8458"/>
                      <a:pt x="1315" y="8457"/>
                      <a:pt x="1282" y="8457"/>
                    </a:cubicBezTo>
                    <a:cubicBezTo>
                      <a:pt x="1249" y="8457"/>
                      <a:pt x="1216" y="8458"/>
                      <a:pt x="1182" y="8458"/>
                    </a:cubicBezTo>
                    <a:cubicBezTo>
                      <a:pt x="1116" y="8458"/>
                      <a:pt x="1049" y="8456"/>
                      <a:pt x="984" y="8448"/>
                    </a:cubicBezTo>
                    <a:cubicBezTo>
                      <a:pt x="924" y="8443"/>
                      <a:pt x="859" y="8421"/>
                      <a:pt x="794" y="8416"/>
                    </a:cubicBezTo>
                    <a:cubicBezTo>
                      <a:pt x="783" y="8416"/>
                      <a:pt x="773" y="8417"/>
                      <a:pt x="763" y="8417"/>
                    </a:cubicBezTo>
                    <a:cubicBezTo>
                      <a:pt x="715" y="8417"/>
                      <a:pt x="670" y="8406"/>
                      <a:pt x="625" y="8388"/>
                    </a:cubicBezTo>
                    <a:cubicBezTo>
                      <a:pt x="652" y="8350"/>
                      <a:pt x="685" y="8312"/>
                      <a:pt x="718" y="8274"/>
                    </a:cubicBezTo>
                    <a:cubicBezTo>
                      <a:pt x="727" y="8302"/>
                      <a:pt x="751" y="8315"/>
                      <a:pt x="774" y="8315"/>
                    </a:cubicBezTo>
                    <a:cubicBezTo>
                      <a:pt x="806" y="8315"/>
                      <a:pt x="837" y="8293"/>
                      <a:pt x="837" y="8252"/>
                    </a:cubicBezTo>
                    <a:cubicBezTo>
                      <a:pt x="837" y="8231"/>
                      <a:pt x="843" y="8204"/>
                      <a:pt x="843" y="8176"/>
                    </a:cubicBezTo>
                    <a:cubicBezTo>
                      <a:pt x="935" y="8144"/>
                      <a:pt x="1060" y="8160"/>
                      <a:pt x="1158" y="8144"/>
                    </a:cubicBezTo>
                    <a:cubicBezTo>
                      <a:pt x="1220" y="8134"/>
                      <a:pt x="1284" y="8128"/>
                      <a:pt x="1348" y="8128"/>
                    </a:cubicBezTo>
                    <a:close/>
                    <a:moveTo>
                      <a:pt x="315" y="2213"/>
                    </a:moveTo>
                    <a:cubicBezTo>
                      <a:pt x="326" y="2431"/>
                      <a:pt x="348" y="2643"/>
                      <a:pt x="359" y="2860"/>
                    </a:cubicBezTo>
                    <a:cubicBezTo>
                      <a:pt x="370" y="3078"/>
                      <a:pt x="408" y="3300"/>
                      <a:pt x="408" y="3518"/>
                    </a:cubicBezTo>
                    <a:lnTo>
                      <a:pt x="408" y="3839"/>
                    </a:lnTo>
                    <a:cubicBezTo>
                      <a:pt x="408" y="3942"/>
                      <a:pt x="435" y="4045"/>
                      <a:pt x="435" y="4154"/>
                    </a:cubicBezTo>
                    <a:cubicBezTo>
                      <a:pt x="435" y="4241"/>
                      <a:pt x="408" y="4322"/>
                      <a:pt x="419" y="4415"/>
                    </a:cubicBezTo>
                    <a:cubicBezTo>
                      <a:pt x="430" y="4524"/>
                      <a:pt x="424" y="4643"/>
                      <a:pt x="440" y="4752"/>
                    </a:cubicBezTo>
                    <a:cubicBezTo>
                      <a:pt x="473" y="4964"/>
                      <a:pt x="413" y="5170"/>
                      <a:pt x="440" y="5382"/>
                    </a:cubicBezTo>
                    <a:cubicBezTo>
                      <a:pt x="473" y="5600"/>
                      <a:pt x="435" y="5796"/>
                      <a:pt x="457" y="6002"/>
                    </a:cubicBezTo>
                    <a:cubicBezTo>
                      <a:pt x="484" y="6220"/>
                      <a:pt x="500" y="6437"/>
                      <a:pt x="500" y="6660"/>
                    </a:cubicBezTo>
                    <a:cubicBezTo>
                      <a:pt x="500" y="6921"/>
                      <a:pt x="517" y="7187"/>
                      <a:pt x="500" y="7443"/>
                    </a:cubicBezTo>
                    <a:cubicBezTo>
                      <a:pt x="484" y="7573"/>
                      <a:pt x="478" y="7703"/>
                      <a:pt x="473" y="7828"/>
                    </a:cubicBezTo>
                    <a:cubicBezTo>
                      <a:pt x="478" y="7937"/>
                      <a:pt x="500" y="8040"/>
                      <a:pt x="511" y="8144"/>
                    </a:cubicBezTo>
                    <a:cubicBezTo>
                      <a:pt x="511" y="8155"/>
                      <a:pt x="517" y="8166"/>
                      <a:pt x="522" y="8171"/>
                    </a:cubicBezTo>
                    <a:cubicBezTo>
                      <a:pt x="511" y="8198"/>
                      <a:pt x="511" y="8231"/>
                      <a:pt x="517" y="8263"/>
                    </a:cubicBezTo>
                    <a:cubicBezTo>
                      <a:pt x="522" y="8280"/>
                      <a:pt x="533" y="8291"/>
                      <a:pt x="533" y="8312"/>
                    </a:cubicBezTo>
                    <a:cubicBezTo>
                      <a:pt x="538" y="8329"/>
                      <a:pt x="533" y="8329"/>
                      <a:pt x="533" y="8334"/>
                    </a:cubicBezTo>
                    <a:cubicBezTo>
                      <a:pt x="489" y="8388"/>
                      <a:pt x="440" y="8443"/>
                      <a:pt x="397" y="8497"/>
                    </a:cubicBezTo>
                    <a:cubicBezTo>
                      <a:pt x="391" y="8508"/>
                      <a:pt x="381" y="8519"/>
                      <a:pt x="375" y="8530"/>
                    </a:cubicBezTo>
                    <a:lnTo>
                      <a:pt x="370" y="8524"/>
                    </a:lnTo>
                    <a:cubicBezTo>
                      <a:pt x="370" y="8475"/>
                      <a:pt x="364" y="8426"/>
                      <a:pt x="359" y="8388"/>
                    </a:cubicBezTo>
                    <a:cubicBezTo>
                      <a:pt x="348" y="8263"/>
                      <a:pt x="343" y="8144"/>
                      <a:pt x="359" y="8024"/>
                    </a:cubicBezTo>
                    <a:cubicBezTo>
                      <a:pt x="364" y="7970"/>
                      <a:pt x="386" y="7921"/>
                      <a:pt x="397" y="7872"/>
                    </a:cubicBezTo>
                    <a:cubicBezTo>
                      <a:pt x="408" y="7801"/>
                      <a:pt x="408" y="7736"/>
                      <a:pt x="402" y="7671"/>
                    </a:cubicBezTo>
                    <a:cubicBezTo>
                      <a:pt x="402" y="7551"/>
                      <a:pt x="370" y="7443"/>
                      <a:pt x="364" y="7323"/>
                    </a:cubicBezTo>
                    <a:cubicBezTo>
                      <a:pt x="364" y="7187"/>
                      <a:pt x="364" y="7046"/>
                      <a:pt x="364" y="6904"/>
                    </a:cubicBezTo>
                    <a:cubicBezTo>
                      <a:pt x="375" y="6633"/>
                      <a:pt x="370" y="6361"/>
                      <a:pt x="343" y="6089"/>
                    </a:cubicBezTo>
                    <a:cubicBezTo>
                      <a:pt x="326" y="5823"/>
                      <a:pt x="321" y="5556"/>
                      <a:pt x="326" y="5285"/>
                    </a:cubicBezTo>
                    <a:lnTo>
                      <a:pt x="326" y="4899"/>
                    </a:lnTo>
                    <a:cubicBezTo>
                      <a:pt x="326" y="4768"/>
                      <a:pt x="299" y="4632"/>
                      <a:pt x="288" y="4496"/>
                    </a:cubicBezTo>
                    <a:cubicBezTo>
                      <a:pt x="272" y="4225"/>
                      <a:pt x="283" y="3953"/>
                      <a:pt x="283" y="3681"/>
                    </a:cubicBezTo>
                    <a:lnTo>
                      <a:pt x="283" y="3230"/>
                    </a:lnTo>
                    <a:cubicBezTo>
                      <a:pt x="283" y="3094"/>
                      <a:pt x="256" y="2947"/>
                      <a:pt x="277" y="2811"/>
                    </a:cubicBezTo>
                    <a:cubicBezTo>
                      <a:pt x="299" y="2675"/>
                      <a:pt x="315" y="2539"/>
                      <a:pt x="315" y="2404"/>
                    </a:cubicBezTo>
                    <a:lnTo>
                      <a:pt x="315" y="2213"/>
                    </a:lnTo>
                    <a:close/>
                    <a:moveTo>
                      <a:pt x="7882" y="1496"/>
                    </a:moveTo>
                    <a:lnTo>
                      <a:pt x="7882" y="1496"/>
                    </a:lnTo>
                    <a:cubicBezTo>
                      <a:pt x="7909" y="1653"/>
                      <a:pt x="7931" y="1817"/>
                      <a:pt x="7936" y="1974"/>
                    </a:cubicBezTo>
                    <a:cubicBezTo>
                      <a:pt x="7947" y="2115"/>
                      <a:pt x="7942" y="2262"/>
                      <a:pt x="7920" y="2404"/>
                    </a:cubicBezTo>
                    <a:cubicBezTo>
                      <a:pt x="7898" y="2572"/>
                      <a:pt x="7904" y="2746"/>
                      <a:pt x="7925" y="2915"/>
                    </a:cubicBezTo>
                    <a:cubicBezTo>
                      <a:pt x="7958" y="3226"/>
                      <a:pt x="7932" y="3549"/>
                      <a:pt x="7931" y="3866"/>
                    </a:cubicBezTo>
                    <a:lnTo>
                      <a:pt x="7931" y="3866"/>
                    </a:lnTo>
                    <a:cubicBezTo>
                      <a:pt x="7931" y="3866"/>
                      <a:pt x="7931" y="3866"/>
                      <a:pt x="7931" y="3866"/>
                    </a:cubicBezTo>
                    <a:lnTo>
                      <a:pt x="7931" y="3866"/>
                    </a:lnTo>
                    <a:lnTo>
                      <a:pt x="7931" y="3877"/>
                    </a:lnTo>
                    <a:cubicBezTo>
                      <a:pt x="7931" y="3873"/>
                      <a:pt x="7931" y="3870"/>
                      <a:pt x="7931" y="3866"/>
                    </a:cubicBezTo>
                    <a:lnTo>
                      <a:pt x="7931" y="3866"/>
                    </a:lnTo>
                    <a:cubicBezTo>
                      <a:pt x="7936" y="4013"/>
                      <a:pt x="7936" y="4159"/>
                      <a:pt x="7920" y="4312"/>
                    </a:cubicBezTo>
                    <a:cubicBezTo>
                      <a:pt x="7898" y="4458"/>
                      <a:pt x="7887" y="4611"/>
                      <a:pt x="7887" y="4768"/>
                    </a:cubicBezTo>
                    <a:cubicBezTo>
                      <a:pt x="7887" y="4926"/>
                      <a:pt x="7904" y="5094"/>
                      <a:pt x="7898" y="5252"/>
                    </a:cubicBezTo>
                    <a:cubicBezTo>
                      <a:pt x="7893" y="5317"/>
                      <a:pt x="7882" y="5382"/>
                      <a:pt x="7866" y="5448"/>
                    </a:cubicBezTo>
                    <a:cubicBezTo>
                      <a:pt x="7860" y="5529"/>
                      <a:pt x="7855" y="5611"/>
                      <a:pt x="7855" y="5692"/>
                    </a:cubicBezTo>
                    <a:cubicBezTo>
                      <a:pt x="7849" y="5850"/>
                      <a:pt x="7817" y="5997"/>
                      <a:pt x="7806" y="6154"/>
                    </a:cubicBezTo>
                    <a:cubicBezTo>
                      <a:pt x="7800" y="6306"/>
                      <a:pt x="7817" y="6464"/>
                      <a:pt x="7817" y="6616"/>
                    </a:cubicBezTo>
                    <a:cubicBezTo>
                      <a:pt x="7817" y="6758"/>
                      <a:pt x="7806" y="6899"/>
                      <a:pt x="7784" y="7040"/>
                    </a:cubicBezTo>
                    <a:cubicBezTo>
                      <a:pt x="7768" y="7209"/>
                      <a:pt x="7768" y="7372"/>
                      <a:pt x="7779" y="7540"/>
                    </a:cubicBezTo>
                    <a:cubicBezTo>
                      <a:pt x="7779" y="7714"/>
                      <a:pt x="7768" y="7894"/>
                      <a:pt x="7773" y="8068"/>
                    </a:cubicBezTo>
                    <a:cubicBezTo>
                      <a:pt x="7773" y="8155"/>
                      <a:pt x="7800" y="8231"/>
                      <a:pt x="7811" y="8312"/>
                    </a:cubicBezTo>
                    <a:cubicBezTo>
                      <a:pt x="7817" y="8399"/>
                      <a:pt x="7817" y="8486"/>
                      <a:pt x="7811" y="8573"/>
                    </a:cubicBezTo>
                    <a:lnTo>
                      <a:pt x="7811" y="8622"/>
                    </a:lnTo>
                    <a:cubicBezTo>
                      <a:pt x="7741" y="8562"/>
                      <a:pt x="7681" y="8497"/>
                      <a:pt x="7632" y="8426"/>
                    </a:cubicBezTo>
                    <a:lnTo>
                      <a:pt x="7610" y="8405"/>
                    </a:lnTo>
                    <a:cubicBezTo>
                      <a:pt x="7610" y="8296"/>
                      <a:pt x="7632" y="8193"/>
                      <a:pt x="7643" y="8084"/>
                    </a:cubicBezTo>
                    <a:cubicBezTo>
                      <a:pt x="7654" y="7954"/>
                      <a:pt x="7627" y="7823"/>
                      <a:pt x="7643" y="7693"/>
                    </a:cubicBezTo>
                    <a:cubicBezTo>
                      <a:pt x="7659" y="7486"/>
                      <a:pt x="7665" y="7274"/>
                      <a:pt x="7659" y="7067"/>
                    </a:cubicBezTo>
                    <a:cubicBezTo>
                      <a:pt x="7659" y="6817"/>
                      <a:pt x="7643" y="6573"/>
                      <a:pt x="7648" y="6328"/>
                    </a:cubicBezTo>
                    <a:cubicBezTo>
                      <a:pt x="7648" y="6209"/>
                      <a:pt x="7675" y="6094"/>
                      <a:pt x="7675" y="5980"/>
                    </a:cubicBezTo>
                    <a:cubicBezTo>
                      <a:pt x="7681" y="5861"/>
                      <a:pt x="7675" y="5752"/>
                      <a:pt x="7675" y="5638"/>
                    </a:cubicBezTo>
                    <a:cubicBezTo>
                      <a:pt x="7675" y="5524"/>
                      <a:pt x="7670" y="5393"/>
                      <a:pt x="7675" y="5268"/>
                    </a:cubicBezTo>
                    <a:cubicBezTo>
                      <a:pt x="7686" y="5132"/>
                      <a:pt x="7692" y="4991"/>
                      <a:pt x="7714" y="4861"/>
                    </a:cubicBezTo>
                    <a:cubicBezTo>
                      <a:pt x="7746" y="4632"/>
                      <a:pt x="7697" y="4404"/>
                      <a:pt x="7735" y="4176"/>
                    </a:cubicBezTo>
                    <a:cubicBezTo>
                      <a:pt x="7752" y="4067"/>
                      <a:pt x="7746" y="3964"/>
                      <a:pt x="7762" y="3855"/>
                    </a:cubicBezTo>
                    <a:cubicBezTo>
                      <a:pt x="7779" y="3752"/>
                      <a:pt x="7773" y="3643"/>
                      <a:pt x="7790" y="3540"/>
                    </a:cubicBezTo>
                    <a:cubicBezTo>
                      <a:pt x="7795" y="3485"/>
                      <a:pt x="7790" y="3431"/>
                      <a:pt x="7790" y="3377"/>
                    </a:cubicBezTo>
                    <a:cubicBezTo>
                      <a:pt x="7795" y="3328"/>
                      <a:pt x="7800" y="3284"/>
                      <a:pt x="7811" y="3235"/>
                    </a:cubicBezTo>
                    <a:cubicBezTo>
                      <a:pt x="7817" y="3127"/>
                      <a:pt x="7817" y="3012"/>
                      <a:pt x="7811" y="2904"/>
                    </a:cubicBezTo>
                    <a:cubicBezTo>
                      <a:pt x="7811" y="2768"/>
                      <a:pt x="7828" y="2626"/>
                      <a:pt x="7844" y="2496"/>
                    </a:cubicBezTo>
                    <a:cubicBezTo>
                      <a:pt x="7866" y="2360"/>
                      <a:pt x="7866" y="2224"/>
                      <a:pt x="7882" y="2088"/>
                    </a:cubicBezTo>
                    <a:cubicBezTo>
                      <a:pt x="7898" y="1893"/>
                      <a:pt x="7898" y="1691"/>
                      <a:pt x="7882" y="1496"/>
                    </a:cubicBezTo>
                    <a:close/>
                    <a:moveTo>
                      <a:pt x="620" y="8399"/>
                    </a:moveTo>
                    <a:cubicBezTo>
                      <a:pt x="669" y="8432"/>
                      <a:pt x="729" y="8454"/>
                      <a:pt x="788" y="8454"/>
                    </a:cubicBezTo>
                    <a:cubicBezTo>
                      <a:pt x="892" y="8481"/>
                      <a:pt x="995" y="8503"/>
                      <a:pt x="1104" y="8508"/>
                    </a:cubicBezTo>
                    <a:cubicBezTo>
                      <a:pt x="1229" y="8508"/>
                      <a:pt x="1359" y="8513"/>
                      <a:pt x="1484" y="8530"/>
                    </a:cubicBezTo>
                    <a:cubicBezTo>
                      <a:pt x="1587" y="8541"/>
                      <a:pt x="1691" y="8546"/>
                      <a:pt x="1794" y="8546"/>
                    </a:cubicBezTo>
                    <a:cubicBezTo>
                      <a:pt x="1903" y="8546"/>
                      <a:pt x="2006" y="8524"/>
                      <a:pt x="2115" y="8519"/>
                    </a:cubicBezTo>
                    <a:cubicBezTo>
                      <a:pt x="2154" y="8515"/>
                      <a:pt x="2195" y="8514"/>
                      <a:pt x="2236" y="8514"/>
                    </a:cubicBezTo>
                    <a:cubicBezTo>
                      <a:pt x="2317" y="8514"/>
                      <a:pt x="2399" y="8519"/>
                      <a:pt x="2479" y="8519"/>
                    </a:cubicBezTo>
                    <a:cubicBezTo>
                      <a:pt x="2582" y="8519"/>
                      <a:pt x="2680" y="8535"/>
                      <a:pt x="2783" y="8541"/>
                    </a:cubicBezTo>
                    <a:cubicBezTo>
                      <a:pt x="2829" y="8544"/>
                      <a:pt x="2875" y="8545"/>
                      <a:pt x="2922" y="8545"/>
                    </a:cubicBezTo>
                    <a:cubicBezTo>
                      <a:pt x="3016" y="8545"/>
                      <a:pt x="3111" y="8541"/>
                      <a:pt x="3202" y="8541"/>
                    </a:cubicBezTo>
                    <a:lnTo>
                      <a:pt x="3957" y="8541"/>
                    </a:lnTo>
                    <a:cubicBezTo>
                      <a:pt x="3984" y="8542"/>
                      <a:pt x="4010" y="8543"/>
                      <a:pt x="4036" y="8543"/>
                    </a:cubicBezTo>
                    <a:cubicBezTo>
                      <a:pt x="4107" y="8543"/>
                      <a:pt x="4178" y="8538"/>
                      <a:pt x="4245" y="8530"/>
                    </a:cubicBezTo>
                    <a:cubicBezTo>
                      <a:pt x="4300" y="8521"/>
                      <a:pt x="4353" y="8519"/>
                      <a:pt x="4406" y="8519"/>
                    </a:cubicBezTo>
                    <a:cubicBezTo>
                      <a:pt x="4442" y="8519"/>
                      <a:pt x="4477" y="8520"/>
                      <a:pt x="4512" y="8520"/>
                    </a:cubicBezTo>
                    <a:cubicBezTo>
                      <a:pt x="4555" y="8520"/>
                      <a:pt x="4599" y="8519"/>
                      <a:pt x="4642" y="8513"/>
                    </a:cubicBezTo>
                    <a:cubicBezTo>
                      <a:pt x="4735" y="8497"/>
                      <a:pt x="4833" y="8486"/>
                      <a:pt x="4930" y="8486"/>
                    </a:cubicBezTo>
                    <a:cubicBezTo>
                      <a:pt x="5039" y="8492"/>
                      <a:pt x="5148" y="8508"/>
                      <a:pt x="5257" y="8519"/>
                    </a:cubicBezTo>
                    <a:cubicBezTo>
                      <a:pt x="5300" y="8530"/>
                      <a:pt x="5343" y="8535"/>
                      <a:pt x="5382" y="8535"/>
                    </a:cubicBezTo>
                    <a:cubicBezTo>
                      <a:pt x="5430" y="8535"/>
                      <a:pt x="5469" y="8519"/>
                      <a:pt x="5517" y="8519"/>
                    </a:cubicBezTo>
                    <a:lnTo>
                      <a:pt x="5865" y="8519"/>
                    </a:lnTo>
                    <a:cubicBezTo>
                      <a:pt x="5994" y="8514"/>
                      <a:pt x="6118" y="8491"/>
                      <a:pt x="6246" y="8491"/>
                    </a:cubicBezTo>
                    <a:cubicBezTo>
                      <a:pt x="6258" y="8491"/>
                      <a:pt x="6271" y="8491"/>
                      <a:pt x="6284" y="8492"/>
                    </a:cubicBezTo>
                    <a:cubicBezTo>
                      <a:pt x="6420" y="8492"/>
                      <a:pt x="6556" y="8492"/>
                      <a:pt x="6692" y="8475"/>
                    </a:cubicBezTo>
                    <a:cubicBezTo>
                      <a:pt x="6817" y="8470"/>
                      <a:pt x="6942" y="8464"/>
                      <a:pt x="7072" y="8454"/>
                    </a:cubicBezTo>
                    <a:cubicBezTo>
                      <a:pt x="7181" y="8443"/>
                      <a:pt x="7295" y="8432"/>
                      <a:pt x="7404" y="8426"/>
                    </a:cubicBezTo>
                    <a:cubicBezTo>
                      <a:pt x="7463" y="8492"/>
                      <a:pt x="7518" y="8557"/>
                      <a:pt x="7578" y="8628"/>
                    </a:cubicBezTo>
                    <a:lnTo>
                      <a:pt x="7594" y="8649"/>
                    </a:lnTo>
                    <a:lnTo>
                      <a:pt x="7550" y="8649"/>
                    </a:lnTo>
                    <a:lnTo>
                      <a:pt x="7545" y="8638"/>
                    </a:lnTo>
                    <a:cubicBezTo>
                      <a:pt x="7419" y="8626"/>
                      <a:pt x="7304" y="8583"/>
                      <a:pt x="7184" y="8583"/>
                    </a:cubicBezTo>
                    <a:cubicBezTo>
                      <a:pt x="7144" y="8583"/>
                      <a:pt x="7103" y="8588"/>
                      <a:pt x="7061" y="8600"/>
                    </a:cubicBezTo>
                    <a:cubicBezTo>
                      <a:pt x="7029" y="8611"/>
                      <a:pt x="7007" y="8633"/>
                      <a:pt x="6996" y="8666"/>
                    </a:cubicBezTo>
                    <a:cubicBezTo>
                      <a:pt x="6958" y="8663"/>
                      <a:pt x="6918" y="8662"/>
                      <a:pt x="6879" y="8662"/>
                    </a:cubicBezTo>
                    <a:cubicBezTo>
                      <a:pt x="6823" y="8662"/>
                      <a:pt x="6765" y="8665"/>
                      <a:pt x="6708" y="8671"/>
                    </a:cubicBezTo>
                    <a:cubicBezTo>
                      <a:pt x="6521" y="8698"/>
                      <a:pt x="6330" y="8711"/>
                      <a:pt x="6138" y="8711"/>
                    </a:cubicBezTo>
                    <a:cubicBezTo>
                      <a:pt x="6056" y="8711"/>
                      <a:pt x="5974" y="8709"/>
                      <a:pt x="5893" y="8704"/>
                    </a:cubicBezTo>
                    <a:cubicBezTo>
                      <a:pt x="5861" y="8703"/>
                      <a:pt x="5830" y="8703"/>
                      <a:pt x="5800" y="8703"/>
                    </a:cubicBezTo>
                    <a:cubicBezTo>
                      <a:pt x="5587" y="8703"/>
                      <a:pt x="5378" y="8719"/>
                      <a:pt x="5164" y="8747"/>
                    </a:cubicBezTo>
                    <a:cubicBezTo>
                      <a:pt x="5050" y="8758"/>
                      <a:pt x="4941" y="8780"/>
                      <a:pt x="4822" y="8791"/>
                    </a:cubicBezTo>
                    <a:cubicBezTo>
                      <a:pt x="4675" y="8802"/>
                      <a:pt x="4528" y="8807"/>
                      <a:pt x="4381" y="8818"/>
                    </a:cubicBezTo>
                    <a:cubicBezTo>
                      <a:pt x="4262" y="8829"/>
                      <a:pt x="4142" y="8861"/>
                      <a:pt x="4023" y="8861"/>
                    </a:cubicBezTo>
                    <a:cubicBezTo>
                      <a:pt x="3881" y="8861"/>
                      <a:pt x="3740" y="8829"/>
                      <a:pt x="3599" y="8823"/>
                    </a:cubicBezTo>
                    <a:cubicBezTo>
                      <a:pt x="3521" y="8820"/>
                      <a:pt x="3443" y="8819"/>
                      <a:pt x="3365" y="8819"/>
                    </a:cubicBezTo>
                    <a:cubicBezTo>
                      <a:pt x="3282" y="8819"/>
                      <a:pt x="3199" y="8820"/>
                      <a:pt x="3116" y="8820"/>
                    </a:cubicBezTo>
                    <a:cubicBezTo>
                      <a:pt x="3014" y="8820"/>
                      <a:pt x="2912" y="8819"/>
                      <a:pt x="2810" y="8812"/>
                    </a:cubicBezTo>
                    <a:cubicBezTo>
                      <a:pt x="2560" y="8797"/>
                      <a:pt x="2314" y="8736"/>
                      <a:pt x="2064" y="8736"/>
                    </a:cubicBezTo>
                    <a:cubicBezTo>
                      <a:pt x="2054" y="8736"/>
                      <a:pt x="2043" y="8736"/>
                      <a:pt x="2033" y="8736"/>
                    </a:cubicBezTo>
                    <a:cubicBezTo>
                      <a:pt x="1977" y="8741"/>
                      <a:pt x="1921" y="8744"/>
                      <a:pt x="1865" y="8744"/>
                    </a:cubicBezTo>
                    <a:cubicBezTo>
                      <a:pt x="1796" y="8744"/>
                      <a:pt x="1727" y="8740"/>
                      <a:pt x="1658" y="8731"/>
                    </a:cubicBezTo>
                    <a:cubicBezTo>
                      <a:pt x="1528" y="8715"/>
                      <a:pt x="1392" y="8704"/>
                      <a:pt x="1250" y="8698"/>
                    </a:cubicBezTo>
                    <a:cubicBezTo>
                      <a:pt x="1044" y="8693"/>
                      <a:pt x="838" y="8629"/>
                      <a:pt x="628" y="8629"/>
                    </a:cubicBezTo>
                    <a:cubicBezTo>
                      <a:pt x="600" y="8629"/>
                      <a:pt x="572" y="8630"/>
                      <a:pt x="544" y="8633"/>
                    </a:cubicBezTo>
                    <a:cubicBezTo>
                      <a:pt x="500" y="8633"/>
                      <a:pt x="457" y="8638"/>
                      <a:pt x="413" y="8644"/>
                    </a:cubicBezTo>
                    <a:lnTo>
                      <a:pt x="593" y="8432"/>
                    </a:lnTo>
                    <a:cubicBezTo>
                      <a:pt x="603" y="8426"/>
                      <a:pt x="609" y="8416"/>
                      <a:pt x="620" y="8399"/>
                    </a:cubicBezTo>
                    <a:close/>
                    <a:moveTo>
                      <a:pt x="6247" y="0"/>
                    </a:moveTo>
                    <a:cubicBezTo>
                      <a:pt x="6232" y="0"/>
                      <a:pt x="6217" y="0"/>
                      <a:pt x="6202" y="1"/>
                    </a:cubicBezTo>
                    <a:cubicBezTo>
                      <a:pt x="6072" y="1"/>
                      <a:pt x="5920" y="44"/>
                      <a:pt x="5914" y="197"/>
                    </a:cubicBezTo>
                    <a:cubicBezTo>
                      <a:pt x="5914" y="208"/>
                      <a:pt x="5914" y="213"/>
                      <a:pt x="5914" y="218"/>
                    </a:cubicBezTo>
                    <a:cubicBezTo>
                      <a:pt x="5909" y="267"/>
                      <a:pt x="5903" y="311"/>
                      <a:pt x="5903" y="354"/>
                    </a:cubicBezTo>
                    <a:cubicBezTo>
                      <a:pt x="5903" y="463"/>
                      <a:pt x="5871" y="561"/>
                      <a:pt x="5860" y="670"/>
                    </a:cubicBezTo>
                    <a:cubicBezTo>
                      <a:pt x="5854" y="762"/>
                      <a:pt x="5849" y="854"/>
                      <a:pt x="5849" y="952"/>
                    </a:cubicBezTo>
                    <a:cubicBezTo>
                      <a:pt x="5776" y="933"/>
                      <a:pt x="5702" y="924"/>
                      <a:pt x="5628" y="924"/>
                    </a:cubicBezTo>
                    <a:cubicBezTo>
                      <a:pt x="5533" y="924"/>
                      <a:pt x="5438" y="940"/>
                      <a:pt x="5349" y="974"/>
                    </a:cubicBezTo>
                    <a:cubicBezTo>
                      <a:pt x="5338" y="979"/>
                      <a:pt x="5327" y="990"/>
                      <a:pt x="5316" y="996"/>
                    </a:cubicBezTo>
                    <a:lnTo>
                      <a:pt x="5316" y="892"/>
                    </a:lnTo>
                    <a:cubicBezTo>
                      <a:pt x="5322" y="708"/>
                      <a:pt x="5305" y="517"/>
                      <a:pt x="5267" y="333"/>
                    </a:cubicBezTo>
                    <a:cubicBezTo>
                      <a:pt x="5235" y="208"/>
                      <a:pt x="5142" y="104"/>
                      <a:pt x="5023" y="61"/>
                    </a:cubicBezTo>
                    <a:cubicBezTo>
                      <a:pt x="4899" y="23"/>
                      <a:pt x="4775" y="5"/>
                      <a:pt x="4647" y="5"/>
                    </a:cubicBezTo>
                    <a:cubicBezTo>
                      <a:pt x="4629" y="5"/>
                      <a:pt x="4611" y="6"/>
                      <a:pt x="4593" y="6"/>
                    </a:cubicBezTo>
                    <a:cubicBezTo>
                      <a:pt x="4463" y="6"/>
                      <a:pt x="4311" y="50"/>
                      <a:pt x="4300" y="202"/>
                    </a:cubicBezTo>
                    <a:cubicBezTo>
                      <a:pt x="4300" y="208"/>
                      <a:pt x="4300" y="218"/>
                      <a:pt x="4300" y="224"/>
                    </a:cubicBezTo>
                    <a:cubicBezTo>
                      <a:pt x="4294" y="267"/>
                      <a:pt x="4289" y="316"/>
                      <a:pt x="4289" y="360"/>
                    </a:cubicBezTo>
                    <a:cubicBezTo>
                      <a:pt x="4289" y="463"/>
                      <a:pt x="4256" y="566"/>
                      <a:pt x="4251" y="670"/>
                    </a:cubicBezTo>
                    <a:cubicBezTo>
                      <a:pt x="4240" y="778"/>
                      <a:pt x="4235" y="876"/>
                      <a:pt x="4235" y="974"/>
                    </a:cubicBezTo>
                    <a:cubicBezTo>
                      <a:pt x="4175" y="943"/>
                      <a:pt x="4109" y="927"/>
                      <a:pt x="4042" y="927"/>
                    </a:cubicBezTo>
                    <a:cubicBezTo>
                      <a:pt x="4005" y="927"/>
                      <a:pt x="3967" y="932"/>
                      <a:pt x="3930" y="941"/>
                    </a:cubicBezTo>
                    <a:cubicBezTo>
                      <a:pt x="3881" y="958"/>
                      <a:pt x="3860" y="985"/>
                      <a:pt x="3816" y="1007"/>
                    </a:cubicBezTo>
                    <a:cubicBezTo>
                      <a:pt x="3794" y="1017"/>
                      <a:pt x="3773" y="1023"/>
                      <a:pt x="3745" y="1028"/>
                    </a:cubicBezTo>
                    <a:cubicBezTo>
                      <a:pt x="3745" y="985"/>
                      <a:pt x="3751" y="941"/>
                      <a:pt x="3751" y="892"/>
                    </a:cubicBezTo>
                    <a:cubicBezTo>
                      <a:pt x="3762" y="708"/>
                      <a:pt x="3745" y="517"/>
                      <a:pt x="3702" y="333"/>
                    </a:cubicBezTo>
                    <a:cubicBezTo>
                      <a:pt x="3675" y="208"/>
                      <a:pt x="3582" y="104"/>
                      <a:pt x="3463" y="61"/>
                    </a:cubicBezTo>
                    <a:cubicBezTo>
                      <a:pt x="3339" y="23"/>
                      <a:pt x="3211" y="5"/>
                      <a:pt x="3082" y="5"/>
                    </a:cubicBezTo>
                    <a:cubicBezTo>
                      <a:pt x="3064" y="5"/>
                      <a:pt x="3046" y="6"/>
                      <a:pt x="3028" y="6"/>
                    </a:cubicBezTo>
                    <a:cubicBezTo>
                      <a:pt x="2897" y="6"/>
                      <a:pt x="2745" y="50"/>
                      <a:pt x="2740" y="202"/>
                    </a:cubicBezTo>
                    <a:cubicBezTo>
                      <a:pt x="2740" y="208"/>
                      <a:pt x="2740" y="218"/>
                      <a:pt x="2740" y="224"/>
                    </a:cubicBezTo>
                    <a:cubicBezTo>
                      <a:pt x="2734" y="267"/>
                      <a:pt x="2729" y="316"/>
                      <a:pt x="2729" y="360"/>
                    </a:cubicBezTo>
                    <a:cubicBezTo>
                      <a:pt x="2729" y="463"/>
                      <a:pt x="2696" y="566"/>
                      <a:pt x="2685" y="670"/>
                    </a:cubicBezTo>
                    <a:cubicBezTo>
                      <a:pt x="2680" y="762"/>
                      <a:pt x="2675" y="860"/>
                      <a:pt x="2675" y="952"/>
                    </a:cubicBezTo>
                    <a:lnTo>
                      <a:pt x="2664" y="952"/>
                    </a:lnTo>
                    <a:cubicBezTo>
                      <a:pt x="2586" y="930"/>
                      <a:pt x="2505" y="919"/>
                      <a:pt x="2424" y="919"/>
                    </a:cubicBezTo>
                    <a:cubicBezTo>
                      <a:pt x="2328" y="919"/>
                      <a:pt x="2233" y="934"/>
                      <a:pt x="2142" y="963"/>
                    </a:cubicBezTo>
                    <a:lnTo>
                      <a:pt x="2142" y="898"/>
                    </a:lnTo>
                    <a:cubicBezTo>
                      <a:pt x="2147" y="713"/>
                      <a:pt x="2131" y="523"/>
                      <a:pt x="2093" y="338"/>
                    </a:cubicBezTo>
                    <a:cubicBezTo>
                      <a:pt x="2060" y="213"/>
                      <a:pt x="1973" y="110"/>
                      <a:pt x="1848" y="66"/>
                    </a:cubicBezTo>
                    <a:cubicBezTo>
                      <a:pt x="1729" y="28"/>
                      <a:pt x="1602" y="11"/>
                      <a:pt x="1473" y="11"/>
                    </a:cubicBezTo>
                    <a:cubicBezTo>
                      <a:pt x="1455" y="11"/>
                      <a:pt x="1437" y="11"/>
                      <a:pt x="1419" y="12"/>
                    </a:cubicBezTo>
                    <a:cubicBezTo>
                      <a:pt x="1288" y="12"/>
                      <a:pt x="1136" y="55"/>
                      <a:pt x="1131" y="208"/>
                    </a:cubicBezTo>
                    <a:cubicBezTo>
                      <a:pt x="1125" y="213"/>
                      <a:pt x="1125" y="224"/>
                      <a:pt x="1131" y="229"/>
                    </a:cubicBezTo>
                    <a:cubicBezTo>
                      <a:pt x="1120" y="273"/>
                      <a:pt x="1120" y="322"/>
                      <a:pt x="1120" y="365"/>
                    </a:cubicBezTo>
                    <a:cubicBezTo>
                      <a:pt x="1120" y="468"/>
                      <a:pt x="1087" y="566"/>
                      <a:pt x="1076" y="675"/>
                    </a:cubicBezTo>
                    <a:cubicBezTo>
                      <a:pt x="1071" y="784"/>
                      <a:pt x="1060" y="903"/>
                      <a:pt x="1060" y="1017"/>
                    </a:cubicBezTo>
                    <a:cubicBezTo>
                      <a:pt x="1027" y="1001"/>
                      <a:pt x="995" y="985"/>
                      <a:pt x="962" y="974"/>
                    </a:cubicBezTo>
                    <a:cubicBezTo>
                      <a:pt x="913" y="958"/>
                      <a:pt x="864" y="958"/>
                      <a:pt x="815" y="958"/>
                    </a:cubicBezTo>
                    <a:cubicBezTo>
                      <a:pt x="750" y="958"/>
                      <a:pt x="690" y="985"/>
                      <a:pt x="625" y="990"/>
                    </a:cubicBezTo>
                    <a:lnTo>
                      <a:pt x="462" y="990"/>
                    </a:lnTo>
                    <a:cubicBezTo>
                      <a:pt x="212" y="1017"/>
                      <a:pt x="120" y="1170"/>
                      <a:pt x="131" y="1398"/>
                    </a:cubicBezTo>
                    <a:cubicBezTo>
                      <a:pt x="136" y="1653"/>
                      <a:pt x="60" y="1909"/>
                      <a:pt x="60" y="2159"/>
                    </a:cubicBezTo>
                    <a:cubicBezTo>
                      <a:pt x="60" y="2295"/>
                      <a:pt x="76" y="2425"/>
                      <a:pt x="71" y="2561"/>
                    </a:cubicBezTo>
                    <a:cubicBezTo>
                      <a:pt x="65" y="2697"/>
                      <a:pt x="16" y="2828"/>
                      <a:pt x="22" y="2963"/>
                    </a:cubicBezTo>
                    <a:cubicBezTo>
                      <a:pt x="27" y="3246"/>
                      <a:pt x="27" y="3529"/>
                      <a:pt x="22" y="3806"/>
                    </a:cubicBezTo>
                    <a:cubicBezTo>
                      <a:pt x="16" y="4089"/>
                      <a:pt x="0" y="4382"/>
                      <a:pt x="38" y="4665"/>
                    </a:cubicBezTo>
                    <a:cubicBezTo>
                      <a:pt x="76" y="4948"/>
                      <a:pt x="49" y="5241"/>
                      <a:pt x="49" y="5529"/>
                    </a:cubicBezTo>
                    <a:lnTo>
                      <a:pt x="49" y="5937"/>
                    </a:lnTo>
                    <a:cubicBezTo>
                      <a:pt x="49" y="6073"/>
                      <a:pt x="82" y="6220"/>
                      <a:pt x="87" y="6361"/>
                    </a:cubicBezTo>
                    <a:cubicBezTo>
                      <a:pt x="98" y="6654"/>
                      <a:pt x="71" y="6948"/>
                      <a:pt x="76" y="7241"/>
                    </a:cubicBezTo>
                    <a:cubicBezTo>
                      <a:pt x="82" y="7366"/>
                      <a:pt x="93" y="7491"/>
                      <a:pt x="114" y="7617"/>
                    </a:cubicBezTo>
                    <a:cubicBezTo>
                      <a:pt x="120" y="7682"/>
                      <a:pt x="125" y="7742"/>
                      <a:pt x="120" y="7807"/>
                    </a:cubicBezTo>
                    <a:cubicBezTo>
                      <a:pt x="120" y="7872"/>
                      <a:pt x="93" y="7932"/>
                      <a:pt x="87" y="7992"/>
                    </a:cubicBezTo>
                    <a:cubicBezTo>
                      <a:pt x="76" y="8122"/>
                      <a:pt x="76" y="8247"/>
                      <a:pt x="87" y="8378"/>
                    </a:cubicBezTo>
                    <a:cubicBezTo>
                      <a:pt x="87" y="8481"/>
                      <a:pt x="71" y="8590"/>
                      <a:pt x="82" y="8693"/>
                    </a:cubicBezTo>
                    <a:cubicBezTo>
                      <a:pt x="103" y="8884"/>
                      <a:pt x="247" y="8922"/>
                      <a:pt x="402" y="8922"/>
                    </a:cubicBezTo>
                    <a:cubicBezTo>
                      <a:pt x="445" y="8922"/>
                      <a:pt x="490" y="8919"/>
                      <a:pt x="533" y="8916"/>
                    </a:cubicBezTo>
                    <a:cubicBezTo>
                      <a:pt x="562" y="8913"/>
                      <a:pt x="591" y="8912"/>
                      <a:pt x="621" y="8912"/>
                    </a:cubicBezTo>
                    <a:cubicBezTo>
                      <a:pt x="842" y="8912"/>
                      <a:pt x="1063" y="8976"/>
                      <a:pt x="1288" y="8981"/>
                    </a:cubicBezTo>
                    <a:cubicBezTo>
                      <a:pt x="1424" y="8981"/>
                      <a:pt x="1544" y="8997"/>
                      <a:pt x="1680" y="9008"/>
                    </a:cubicBezTo>
                    <a:cubicBezTo>
                      <a:pt x="1718" y="9010"/>
                      <a:pt x="1756" y="9010"/>
                      <a:pt x="1793" y="9010"/>
                    </a:cubicBezTo>
                    <a:cubicBezTo>
                      <a:pt x="1897" y="9010"/>
                      <a:pt x="2000" y="9005"/>
                      <a:pt x="2104" y="8997"/>
                    </a:cubicBezTo>
                    <a:cubicBezTo>
                      <a:pt x="2113" y="8997"/>
                      <a:pt x="2122" y="8997"/>
                      <a:pt x="2132" y="8997"/>
                    </a:cubicBezTo>
                    <a:cubicBezTo>
                      <a:pt x="2394" y="8997"/>
                      <a:pt x="2651" y="9068"/>
                      <a:pt x="2908" y="9079"/>
                    </a:cubicBezTo>
                    <a:cubicBezTo>
                      <a:pt x="2964" y="9081"/>
                      <a:pt x="3020" y="9082"/>
                      <a:pt x="3076" y="9082"/>
                    </a:cubicBezTo>
                    <a:cubicBezTo>
                      <a:pt x="3178" y="9082"/>
                      <a:pt x="3279" y="9079"/>
                      <a:pt x="3381" y="9079"/>
                    </a:cubicBezTo>
                    <a:cubicBezTo>
                      <a:pt x="3514" y="9079"/>
                      <a:pt x="3646" y="9083"/>
                      <a:pt x="3778" y="9100"/>
                    </a:cubicBezTo>
                    <a:cubicBezTo>
                      <a:pt x="3857" y="9113"/>
                      <a:pt x="3938" y="9120"/>
                      <a:pt x="4020" y="9120"/>
                    </a:cubicBezTo>
                    <a:cubicBezTo>
                      <a:pt x="4084" y="9120"/>
                      <a:pt x="4148" y="9115"/>
                      <a:pt x="4213" y="9106"/>
                    </a:cubicBezTo>
                    <a:cubicBezTo>
                      <a:pt x="4381" y="9084"/>
                      <a:pt x="4555" y="9079"/>
                      <a:pt x="4718" y="9068"/>
                    </a:cubicBezTo>
                    <a:cubicBezTo>
                      <a:pt x="5012" y="9046"/>
                      <a:pt x="5300" y="9008"/>
                      <a:pt x="5588" y="8975"/>
                    </a:cubicBezTo>
                    <a:cubicBezTo>
                      <a:pt x="5653" y="8970"/>
                      <a:pt x="5718" y="8968"/>
                      <a:pt x="5783" y="8968"/>
                    </a:cubicBezTo>
                    <a:cubicBezTo>
                      <a:pt x="5977" y="8968"/>
                      <a:pt x="6173" y="8986"/>
                      <a:pt x="6369" y="8986"/>
                    </a:cubicBezTo>
                    <a:cubicBezTo>
                      <a:pt x="6424" y="8986"/>
                      <a:pt x="6479" y="8985"/>
                      <a:pt x="6534" y="8981"/>
                    </a:cubicBezTo>
                    <a:cubicBezTo>
                      <a:pt x="6605" y="8975"/>
                      <a:pt x="6675" y="8959"/>
                      <a:pt x="6746" y="8948"/>
                    </a:cubicBezTo>
                    <a:cubicBezTo>
                      <a:pt x="6784" y="8946"/>
                      <a:pt x="6822" y="8944"/>
                      <a:pt x="6860" y="8944"/>
                    </a:cubicBezTo>
                    <a:cubicBezTo>
                      <a:pt x="6898" y="8944"/>
                      <a:pt x="6936" y="8946"/>
                      <a:pt x="6974" y="8948"/>
                    </a:cubicBezTo>
                    <a:lnTo>
                      <a:pt x="7387" y="8948"/>
                    </a:lnTo>
                    <a:cubicBezTo>
                      <a:pt x="7409" y="8954"/>
                      <a:pt x="7431" y="8959"/>
                      <a:pt x="7453" y="8965"/>
                    </a:cubicBezTo>
                    <a:cubicBezTo>
                      <a:pt x="7506" y="8968"/>
                      <a:pt x="7563" y="8972"/>
                      <a:pt x="7620" y="8972"/>
                    </a:cubicBezTo>
                    <a:cubicBezTo>
                      <a:pt x="7644" y="8972"/>
                      <a:pt x="7668" y="8972"/>
                      <a:pt x="7692" y="8970"/>
                    </a:cubicBezTo>
                    <a:cubicBezTo>
                      <a:pt x="7714" y="8973"/>
                      <a:pt x="7735" y="8974"/>
                      <a:pt x="7756" y="8974"/>
                    </a:cubicBezTo>
                    <a:cubicBezTo>
                      <a:pt x="7814" y="8974"/>
                      <a:pt x="7870" y="8964"/>
                      <a:pt x="7925" y="8948"/>
                    </a:cubicBezTo>
                    <a:cubicBezTo>
                      <a:pt x="8067" y="8894"/>
                      <a:pt x="8105" y="8763"/>
                      <a:pt x="8099" y="8622"/>
                    </a:cubicBezTo>
                    <a:cubicBezTo>
                      <a:pt x="8099" y="8541"/>
                      <a:pt x="8105" y="8454"/>
                      <a:pt x="8099" y="8372"/>
                    </a:cubicBezTo>
                    <a:cubicBezTo>
                      <a:pt x="8094" y="8274"/>
                      <a:pt x="8061" y="8182"/>
                      <a:pt x="8056" y="8084"/>
                    </a:cubicBezTo>
                    <a:cubicBezTo>
                      <a:pt x="8045" y="7921"/>
                      <a:pt x="8056" y="7758"/>
                      <a:pt x="8051" y="7595"/>
                    </a:cubicBezTo>
                    <a:cubicBezTo>
                      <a:pt x="8051" y="7415"/>
                      <a:pt x="8023" y="7231"/>
                      <a:pt x="8051" y="7051"/>
                    </a:cubicBezTo>
                    <a:cubicBezTo>
                      <a:pt x="8078" y="6899"/>
                      <a:pt x="8089" y="6741"/>
                      <a:pt x="8083" y="6584"/>
                    </a:cubicBezTo>
                    <a:cubicBezTo>
                      <a:pt x="8067" y="6404"/>
                      <a:pt x="8067" y="6220"/>
                      <a:pt x="8083" y="6035"/>
                    </a:cubicBezTo>
                    <a:cubicBezTo>
                      <a:pt x="8105" y="5866"/>
                      <a:pt x="8099" y="5703"/>
                      <a:pt x="8116" y="5535"/>
                    </a:cubicBezTo>
                    <a:cubicBezTo>
                      <a:pt x="8121" y="5475"/>
                      <a:pt x="8137" y="5410"/>
                      <a:pt x="8148" y="5350"/>
                    </a:cubicBezTo>
                    <a:cubicBezTo>
                      <a:pt x="8154" y="5246"/>
                      <a:pt x="8154" y="5143"/>
                      <a:pt x="8148" y="5040"/>
                    </a:cubicBezTo>
                    <a:cubicBezTo>
                      <a:pt x="8132" y="4861"/>
                      <a:pt x="8132" y="4687"/>
                      <a:pt x="8148" y="4513"/>
                    </a:cubicBezTo>
                    <a:cubicBezTo>
                      <a:pt x="8170" y="4350"/>
                      <a:pt x="8181" y="4192"/>
                      <a:pt x="8181" y="4029"/>
                    </a:cubicBezTo>
                    <a:lnTo>
                      <a:pt x="8203" y="4018"/>
                    </a:lnTo>
                    <a:cubicBezTo>
                      <a:pt x="8203" y="3665"/>
                      <a:pt x="8224" y="3300"/>
                      <a:pt x="8197" y="2947"/>
                    </a:cubicBezTo>
                    <a:cubicBezTo>
                      <a:pt x="8186" y="2768"/>
                      <a:pt x="8154" y="2605"/>
                      <a:pt x="8181" y="2425"/>
                    </a:cubicBezTo>
                    <a:cubicBezTo>
                      <a:pt x="8208" y="2257"/>
                      <a:pt x="8208" y="2088"/>
                      <a:pt x="8192" y="1920"/>
                    </a:cubicBezTo>
                    <a:cubicBezTo>
                      <a:pt x="8181" y="1719"/>
                      <a:pt x="8143" y="1523"/>
                      <a:pt x="8121" y="1322"/>
                    </a:cubicBezTo>
                    <a:cubicBezTo>
                      <a:pt x="8110" y="1186"/>
                      <a:pt x="8023" y="1066"/>
                      <a:pt x="7898" y="1017"/>
                    </a:cubicBezTo>
                    <a:cubicBezTo>
                      <a:pt x="7828" y="986"/>
                      <a:pt x="7753" y="977"/>
                      <a:pt x="7676" y="977"/>
                    </a:cubicBezTo>
                    <a:cubicBezTo>
                      <a:pt x="7582" y="977"/>
                      <a:pt x="7486" y="990"/>
                      <a:pt x="7393" y="990"/>
                    </a:cubicBezTo>
                    <a:cubicBezTo>
                      <a:pt x="7300" y="990"/>
                      <a:pt x="7208" y="969"/>
                      <a:pt x="7116" y="969"/>
                    </a:cubicBezTo>
                    <a:cubicBezTo>
                      <a:pt x="7050" y="974"/>
                      <a:pt x="6985" y="985"/>
                      <a:pt x="6925" y="1007"/>
                    </a:cubicBezTo>
                    <a:cubicBezTo>
                      <a:pt x="6925" y="969"/>
                      <a:pt x="6925" y="925"/>
                      <a:pt x="6925" y="892"/>
                    </a:cubicBezTo>
                    <a:cubicBezTo>
                      <a:pt x="6936" y="702"/>
                      <a:pt x="6920" y="512"/>
                      <a:pt x="6876" y="327"/>
                    </a:cubicBezTo>
                    <a:cubicBezTo>
                      <a:pt x="6849" y="202"/>
                      <a:pt x="6757" y="99"/>
                      <a:pt x="6637" y="55"/>
                    </a:cubicBezTo>
                    <a:cubicBezTo>
                      <a:pt x="6510" y="21"/>
                      <a:pt x="6379" y="0"/>
                      <a:pt x="62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20"/>
              <p:cNvSpPr/>
              <p:nvPr/>
            </p:nvSpPr>
            <p:spPr>
              <a:xfrm>
                <a:off x="4883000" y="2556750"/>
                <a:ext cx="55875" cy="75650"/>
              </a:xfrm>
              <a:custGeom>
                <a:rect b="b" l="l" r="r" t="t"/>
                <a:pathLst>
                  <a:path extrusionOk="0" h="3026" w="2235">
                    <a:moveTo>
                      <a:pt x="952" y="167"/>
                    </a:moveTo>
                    <a:cubicBezTo>
                      <a:pt x="957" y="178"/>
                      <a:pt x="963" y="183"/>
                      <a:pt x="968" y="183"/>
                    </a:cubicBezTo>
                    <a:cubicBezTo>
                      <a:pt x="1045" y="204"/>
                      <a:pt x="1124" y="214"/>
                      <a:pt x="1203" y="214"/>
                    </a:cubicBezTo>
                    <a:cubicBezTo>
                      <a:pt x="1248" y="214"/>
                      <a:pt x="1293" y="211"/>
                      <a:pt x="1338" y="205"/>
                    </a:cubicBezTo>
                    <a:cubicBezTo>
                      <a:pt x="1387" y="200"/>
                      <a:pt x="1451" y="194"/>
                      <a:pt x="1516" y="194"/>
                    </a:cubicBezTo>
                    <a:cubicBezTo>
                      <a:pt x="1593" y="194"/>
                      <a:pt x="1670" y="203"/>
                      <a:pt x="1724" y="232"/>
                    </a:cubicBezTo>
                    <a:cubicBezTo>
                      <a:pt x="1974" y="379"/>
                      <a:pt x="1908" y="678"/>
                      <a:pt x="1946" y="912"/>
                    </a:cubicBezTo>
                    <a:cubicBezTo>
                      <a:pt x="1974" y="1048"/>
                      <a:pt x="1990" y="1184"/>
                      <a:pt x="2001" y="1320"/>
                    </a:cubicBezTo>
                    <a:cubicBezTo>
                      <a:pt x="2001" y="1466"/>
                      <a:pt x="2006" y="1608"/>
                      <a:pt x="2006" y="1749"/>
                    </a:cubicBezTo>
                    <a:cubicBezTo>
                      <a:pt x="1995" y="1890"/>
                      <a:pt x="1968" y="2026"/>
                      <a:pt x="1925" y="2157"/>
                    </a:cubicBezTo>
                    <a:lnTo>
                      <a:pt x="1925" y="2162"/>
                    </a:lnTo>
                    <a:cubicBezTo>
                      <a:pt x="1892" y="2287"/>
                      <a:pt x="1887" y="2418"/>
                      <a:pt x="1827" y="2532"/>
                    </a:cubicBezTo>
                    <a:cubicBezTo>
                      <a:pt x="1722" y="2742"/>
                      <a:pt x="1425" y="2815"/>
                      <a:pt x="1204" y="2815"/>
                    </a:cubicBezTo>
                    <a:cubicBezTo>
                      <a:pt x="1196" y="2815"/>
                      <a:pt x="1188" y="2815"/>
                      <a:pt x="1180" y="2814"/>
                    </a:cubicBezTo>
                    <a:cubicBezTo>
                      <a:pt x="1055" y="2809"/>
                      <a:pt x="957" y="2760"/>
                      <a:pt x="843" y="2722"/>
                    </a:cubicBezTo>
                    <a:cubicBezTo>
                      <a:pt x="799" y="2714"/>
                      <a:pt x="758" y="2709"/>
                      <a:pt x="716" y="2709"/>
                    </a:cubicBezTo>
                    <a:cubicBezTo>
                      <a:pt x="701" y="2709"/>
                      <a:pt x="685" y="2710"/>
                      <a:pt x="669" y="2711"/>
                    </a:cubicBezTo>
                    <a:cubicBezTo>
                      <a:pt x="587" y="2711"/>
                      <a:pt x="555" y="2646"/>
                      <a:pt x="490" y="2608"/>
                    </a:cubicBezTo>
                    <a:cubicBezTo>
                      <a:pt x="446" y="2581"/>
                      <a:pt x="386" y="2570"/>
                      <a:pt x="348" y="2543"/>
                    </a:cubicBezTo>
                    <a:cubicBezTo>
                      <a:pt x="294" y="2505"/>
                      <a:pt x="299" y="2456"/>
                      <a:pt x="283" y="2390"/>
                    </a:cubicBezTo>
                    <a:cubicBezTo>
                      <a:pt x="245" y="2260"/>
                      <a:pt x="218" y="2124"/>
                      <a:pt x="196" y="1983"/>
                    </a:cubicBezTo>
                    <a:cubicBezTo>
                      <a:pt x="191" y="1847"/>
                      <a:pt x="196" y="1711"/>
                      <a:pt x="212" y="1575"/>
                    </a:cubicBezTo>
                    <a:cubicBezTo>
                      <a:pt x="234" y="1434"/>
                      <a:pt x="240" y="1292"/>
                      <a:pt x="267" y="1146"/>
                    </a:cubicBezTo>
                    <a:cubicBezTo>
                      <a:pt x="332" y="847"/>
                      <a:pt x="321" y="548"/>
                      <a:pt x="609" y="352"/>
                    </a:cubicBezTo>
                    <a:cubicBezTo>
                      <a:pt x="712" y="276"/>
                      <a:pt x="827" y="211"/>
                      <a:pt x="952" y="167"/>
                    </a:cubicBezTo>
                    <a:close/>
                    <a:moveTo>
                      <a:pt x="1601" y="1"/>
                    </a:moveTo>
                    <a:cubicBezTo>
                      <a:pt x="1571" y="1"/>
                      <a:pt x="1541" y="4"/>
                      <a:pt x="1512" y="10"/>
                    </a:cubicBezTo>
                    <a:cubicBezTo>
                      <a:pt x="1435" y="15"/>
                      <a:pt x="1365" y="31"/>
                      <a:pt x="1294" y="53"/>
                    </a:cubicBezTo>
                    <a:cubicBezTo>
                      <a:pt x="1261" y="37"/>
                      <a:pt x="1229" y="26"/>
                      <a:pt x="1191" y="20"/>
                    </a:cubicBezTo>
                    <a:cubicBezTo>
                      <a:pt x="1146" y="14"/>
                      <a:pt x="1100" y="11"/>
                      <a:pt x="1054" y="11"/>
                    </a:cubicBezTo>
                    <a:cubicBezTo>
                      <a:pt x="1021" y="11"/>
                      <a:pt x="989" y="13"/>
                      <a:pt x="957" y="15"/>
                    </a:cubicBezTo>
                    <a:cubicBezTo>
                      <a:pt x="810" y="42"/>
                      <a:pt x="680" y="97"/>
                      <a:pt x="560" y="183"/>
                    </a:cubicBezTo>
                    <a:cubicBezTo>
                      <a:pt x="452" y="243"/>
                      <a:pt x="359" y="330"/>
                      <a:pt x="283" y="428"/>
                    </a:cubicBezTo>
                    <a:cubicBezTo>
                      <a:pt x="201" y="564"/>
                      <a:pt x="147" y="722"/>
                      <a:pt x="136" y="885"/>
                    </a:cubicBezTo>
                    <a:cubicBezTo>
                      <a:pt x="87" y="1216"/>
                      <a:pt x="11" y="1548"/>
                      <a:pt x="6" y="1890"/>
                    </a:cubicBezTo>
                    <a:cubicBezTo>
                      <a:pt x="0" y="2043"/>
                      <a:pt x="22" y="2195"/>
                      <a:pt x="60" y="2342"/>
                    </a:cubicBezTo>
                    <a:cubicBezTo>
                      <a:pt x="87" y="2461"/>
                      <a:pt x="98" y="2630"/>
                      <a:pt x="212" y="2706"/>
                    </a:cubicBezTo>
                    <a:cubicBezTo>
                      <a:pt x="261" y="2738"/>
                      <a:pt x="321" y="2749"/>
                      <a:pt x="370" y="2776"/>
                    </a:cubicBezTo>
                    <a:cubicBezTo>
                      <a:pt x="430" y="2814"/>
                      <a:pt x="473" y="2874"/>
                      <a:pt x="544" y="2901"/>
                    </a:cubicBezTo>
                    <a:cubicBezTo>
                      <a:pt x="572" y="2913"/>
                      <a:pt x="601" y="2916"/>
                      <a:pt x="630" y="2916"/>
                    </a:cubicBezTo>
                    <a:cubicBezTo>
                      <a:pt x="652" y="2916"/>
                      <a:pt x="673" y="2914"/>
                      <a:pt x="696" y="2914"/>
                    </a:cubicBezTo>
                    <a:cubicBezTo>
                      <a:pt x="712" y="2914"/>
                      <a:pt x="728" y="2915"/>
                      <a:pt x="745" y="2918"/>
                    </a:cubicBezTo>
                    <a:cubicBezTo>
                      <a:pt x="832" y="2923"/>
                      <a:pt x="914" y="2983"/>
                      <a:pt x="1001" y="2999"/>
                    </a:cubicBezTo>
                    <a:cubicBezTo>
                      <a:pt x="1078" y="3017"/>
                      <a:pt x="1158" y="3025"/>
                      <a:pt x="1236" y="3025"/>
                    </a:cubicBezTo>
                    <a:cubicBezTo>
                      <a:pt x="1454" y="3025"/>
                      <a:pt x="1670" y="2960"/>
                      <a:pt x="1854" y="2836"/>
                    </a:cubicBezTo>
                    <a:cubicBezTo>
                      <a:pt x="2093" y="2657"/>
                      <a:pt x="2109" y="2331"/>
                      <a:pt x="2186" y="2070"/>
                    </a:cubicBezTo>
                    <a:cubicBezTo>
                      <a:pt x="2224" y="1923"/>
                      <a:pt x="2234" y="1776"/>
                      <a:pt x="2224" y="1629"/>
                    </a:cubicBezTo>
                    <a:lnTo>
                      <a:pt x="2218" y="1629"/>
                    </a:lnTo>
                    <a:cubicBezTo>
                      <a:pt x="2224" y="1445"/>
                      <a:pt x="2213" y="1260"/>
                      <a:pt x="2196" y="1075"/>
                    </a:cubicBezTo>
                    <a:cubicBezTo>
                      <a:pt x="2186" y="983"/>
                      <a:pt x="2153" y="896"/>
                      <a:pt x="2148" y="803"/>
                    </a:cubicBezTo>
                    <a:cubicBezTo>
                      <a:pt x="2142" y="711"/>
                      <a:pt x="2148" y="613"/>
                      <a:pt x="2137" y="521"/>
                    </a:cubicBezTo>
                    <a:cubicBezTo>
                      <a:pt x="2104" y="363"/>
                      <a:pt x="2022" y="222"/>
                      <a:pt x="1908" y="113"/>
                    </a:cubicBezTo>
                    <a:cubicBezTo>
                      <a:pt x="1818" y="40"/>
                      <a:pt x="1712" y="1"/>
                      <a:pt x="16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20"/>
              <p:cNvSpPr/>
              <p:nvPr/>
            </p:nvSpPr>
            <p:spPr>
              <a:xfrm>
                <a:off x="4898900" y="2579450"/>
                <a:ext cx="24350" cy="37700"/>
              </a:xfrm>
              <a:custGeom>
                <a:rect b="b" l="l" r="r" t="t"/>
                <a:pathLst>
                  <a:path extrusionOk="0" h="1508" w="974">
                    <a:moveTo>
                      <a:pt x="430" y="134"/>
                    </a:moveTo>
                    <a:cubicBezTo>
                      <a:pt x="412" y="174"/>
                      <a:pt x="452" y="211"/>
                      <a:pt x="492" y="211"/>
                    </a:cubicBezTo>
                    <a:cubicBezTo>
                      <a:pt x="500" y="211"/>
                      <a:pt x="509" y="209"/>
                      <a:pt x="517" y="205"/>
                    </a:cubicBezTo>
                    <a:cubicBezTo>
                      <a:pt x="541" y="194"/>
                      <a:pt x="564" y="189"/>
                      <a:pt x="586" y="189"/>
                    </a:cubicBezTo>
                    <a:cubicBezTo>
                      <a:pt x="684" y="189"/>
                      <a:pt x="761" y="287"/>
                      <a:pt x="783" y="384"/>
                    </a:cubicBezTo>
                    <a:cubicBezTo>
                      <a:pt x="821" y="547"/>
                      <a:pt x="821" y="721"/>
                      <a:pt x="789" y="884"/>
                    </a:cubicBezTo>
                    <a:lnTo>
                      <a:pt x="783" y="884"/>
                    </a:lnTo>
                    <a:cubicBezTo>
                      <a:pt x="761" y="1026"/>
                      <a:pt x="761" y="1194"/>
                      <a:pt x="647" y="1292"/>
                    </a:cubicBezTo>
                    <a:cubicBezTo>
                      <a:pt x="611" y="1325"/>
                      <a:pt x="566" y="1341"/>
                      <a:pt x="520" y="1341"/>
                    </a:cubicBezTo>
                    <a:cubicBezTo>
                      <a:pt x="497" y="1341"/>
                      <a:pt x="474" y="1337"/>
                      <a:pt x="452" y="1330"/>
                    </a:cubicBezTo>
                    <a:cubicBezTo>
                      <a:pt x="408" y="1322"/>
                      <a:pt x="361" y="1317"/>
                      <a:pt x="314" y="1317"/>
                    </a:cubicBezTo>
                    <a:cubicBezTo>
                      <a:pt x="296" y="1317"/>
                      <a:pt x="279" y="1318"/>
                      <a:pt x="261" y="1319"/>
                    </a:cubicBezTo>
                    <a:cubicBezTo>
                      <a:pt x="174" y="1314"/>
                      <a:pt x="163" y="1270"/>
                      <a:pt x="163" y="1200"/>
                    </a:cubicBezTo>
                    <a:cubicBezTo>
                      <a:pt x="163" y="1124"/>
                      <a:pt x="163" y="1053"/>
                      <a:pt x="163" y="982"/>
                    </a:cubicBezTo>
                    <a:cubicBezTo>
                      <a:pt x="163" y="841"/>
                      <a:pt x="153" y="694"/>
                      <a:pt x="163" y="553"/>
                    </a:cubicBezTo>
                    <a:cubicBezTo>
                      <a:pt x="169" y="450"/>
                      <a:pt x="180" y="303"/>
                      <a:pt x="256" y="221"/>
                    </a:cubicBezTo>
                    <a:cubicBezTo>
                      <a:pt x="305" y="178"/>
                      <a:pt x="365" y="145"/>
                      <a:pt x="430" y="134"/>
                    </a:cubicBezTo>
                    <a:close/>
                    <a:moveTo>
                      <a:pt x="456" y="0"/>
                    </a:moveTo>
                    <a:cubicBezTo>
                      <a:pt x="315" y="0"/>
                      <a:pt x="139" y="118"/>
                      <a:pt x="87" y="221"/>
                    </a:cubicBezTo>
                    <a:cubicBezTo>
                      <a:pt x="38" y="352"/>
                      <a:pt x="11" y="488"/>
                      <a:pt x="11" y="624"/>
                    </a:cubicBezTo>
                    <a:cubicBezTo>
                      <a:pt x="6" y="825"/>
                      <a:pt x="0" y="1026"/>
                      <a:pt x="6" y="1222"/>
                    </a:cubicBezTo>
                    <a:cubicBezTo>
                      <a:pt x="6" y="1352"/>
                      <a:pt x="66" y="1450"/>
                      <a:pt x="201" y="1472"/>
                    </a:cubicBezTo>
                    <a:cubicBezTo>
                      <a:pt x="288" y="1488"/>
                      <a:pt x="370" y="1477"/>
                      <a:pt x="462" y="1499"/>
                    </a:cubicBezTo>
                    <a:cubicBezTo>
                      <a:pt x="487" y="1505"/>
                      <a:pt x="511" y="1508"/>
                      <a:pt x="536" y="1508"/>
                    </a:cubicBezTo>
                    <a:cubicBezTo>
                      <a:pt x="576" y="1508"/>
                      <a:pt x="615" y="1499"/>
                      <a:pt x="653" y="1482"/>
                    </a:cubicBezTo>
                    <a:cubicBezTo>
                      <a:pt x="789" y="1412"/>
                      <a:pt x="886" y="1281"/>
                      <a:pt x="908" y="1129"/>
                    </a:cubicBezTo>
                    <a:cubicBezTo>
                      <a:pt x="957" y="944"/>
                      <a:pt x="973" y="754"/>
                      <a:pt x="962" y="558"/>
                    </a:cubicBezTo>
                    <a:lnTo>
                      <a:pt x="962" y="558"/>
                    </a:lnTo>
                    <a:lnTo>
                      <a:pt x="962" y="564"/>
                    </a:lnTo>
                    <a:cubicBezTo>
                      <a:pt x="952" y="384"/>
                      <a:pt x="924" y="216"/>
                      <a:pt x="783" y="85"/>
                    </a:cubicBezTo>
                    <a:cubicBezTo>
                      <a:pt x="739" y="41"/>
                      <a:pt x="679" y="17"/>
                      <a:pt x="617" y="17"/>
                    </a:cubicBezTo>
                    <a:cubicBezTo>
                      <a:pt x="597" y="17"/>
                      <a:pt x="576" y="20"/>
                      <a:pt x="555" y="26"/>
                    </a:cubicBezTo>
                    <a:cubicBezTo>
                      <a:pt x="526" y="8"/>
                      <a:pt x="492" y="0"/>
                      <a:pt x="4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20"/>
              <p:cNvSpPr/>
              <p:nvPr/>
            </p:nvSpPr>
            <p:spPr>
              <a:xfrm>
                <a:off x="4939925" y="2555125"/>
                <a:ext cx="44350" cy="77150"/>
              </a:xfrm>
              <a:custGeom>
                <a:rect b="b" l="l" r="r" t="t"/>
                <a:pathLst>
                  <a:path extrusionOk="0" h="3086" w="1774">
                    <a:moveTo>
                      <a:pt x="1175" y="162"/>
                    </a:moveTo>
                    <a:cubicBezTo>
                      <a:pt x="1229" y="167"/>
                      <a:pt x="1208" y="210"/>
                      <a:pt x="1208" y="243"/>
                    </a:cubicBezTo>
                    <a:cubicBezTo>
                      <a:pt x="1213" y="287"/>
                      <a:pt x="1219" y="335"/>
                      <a:pt x="1229" y="379"/>
                    </a:cubicBezTo>
                    <a:cubicBezTo>
                      <a:pt x="1240" y="488"/>
                      <a:pt x="1208" y="613"/>
                      <a:pt x="1208" y="727"/>
                    </a:cubicBezTo>
                    <a:lnTo>
                      <a:pt x="1208" y="1151"/>
                    </a:lnTo>
                    <a:cubicBezTo>
                      <a:pt x="1208" y="1395"/>
                      <a:pt x="1240" y="1635"/>
                      <a:pt x="1235" y="1879"/>
                    </a:cubicBezTo>
                    <a:cubicBezTo>
                      <a:pt x="1235" y="1999"/>
                      <a:pt x="1175" y="2178"/>
                      <a:pt x="1240" y="2287"/>
                    </a:cubicBezTo>
                    <a:cubicBezTo>
                      <a:pt x="1258" y="2313"/>
                      <a:pt x="1288" y="2328"/>
                      <a:pt x="1319" y="2328"/>
                    </a:cubicBezTo>
                    <a:cubicBezTo>
                      <a:pt x="1327" y="2328"/>
                      <a:pt x="1336" y="2327"/>
                      <a:pt x="1344" y="2325"/>
                    </a:cubicBezTo>
                    <a:cubicBezTo>
                      <a:pt x="1403" y="2302"/>
                      <a:pt x="1469" y="2291"/>
                      <a:pt x="1537" y="2291"/>
                    </a:cubicBezTo>
                    <a:cubicBezTo>
                      <a:pt x="1550" y="2291"/>
                      <a:pt x="1564" y="2291"/>
                      <a:pt x="1577" y="2292"/>
                    </a:cubicBezTo>
                    <a:cubicBezTo>
                      <a:pt x="1572" y="2390"/>
                      <a:pt x="1550" y="2488"/>
                      <a:pt x="1518" y="2580"/>
                    </a:cubicBezTo>
                    <a:lnTo>
                      <a:pt x="1512" y="2586"/>
                    </a:lnTo>
                    <a:cubicBezTo>
                      <a:pt x="1501" y="2624"/>
                      <a:pt x="1496" y="2662"/>
                      <a:pt x="1485" y="2700"/>
                    </a:cubicBezTo>
                    <a:cubicBezTo>
                      <a:pt x="1490" y="2738"/>
                      <a:pt x="1485" y="2782"/>
                      <a:pt x="1474" y="2820"/>
                    </a:cubicBezTo>
                    <a:cubicBezTo>
                      <a:pt x="1452" y="2869"/>
                      <a:pt x="1306" y="2879"/>
                      <a:pt x="1257" y="2890"/>
                    </a:cubicBezTo>
                    <a:cubicBezTo>
                      <a:pt x="1193" y="2897"/>
                      <a:pt x="1131" y="2902"/>
                      <a:pt x="1069" y="2902"/>
                    </a:cubicBezTo>
                    <a:cubicBezTo>
                      <a:pt x="1030" y="2902"/>
                      <a:pt x="992" y="2900"/>
                      <a:pt x="952" y="2896"/>
                    </a:cubicBezTo>
                    <a:cubicBezTo>
                      <a:pt x="854" y="2890"/>
                      <a:pt x="767" y="2863"/>
                      <a:pt x="670" y="2858"/>
                    </a:cubicBezTo>
                    <a:cubicBezTo>
                      <a:pt x="665" y="2857"/>
                      <a:pt x="660" y="2857"/>
                      <a:pt x="655" y="2857"/>
                    </a:cubicBezTo>
                    <a:cubicBezTo>
                      <a:pt x="598" y="2857"/>
                      <a:pt x="520" y="2878"/>
                      <a:pt x="455" y="2878"/>
                    </a:cubicBezTo>
                    <a:cubicBezTo>
                      <a:pt x="432" y="2878"/>
                      <a:pt x="411" y="2875"/>
                      <a:pt x="392" y="2869"/>
                    </a:cubicBezTo>
                    <a:cubicBezTo>
                      <a:pt x="338" y="2847"/>
                      <a:pt x="327" y="2754"/>
                      <a:pt x="305" y="2700"/>
                    </a:cubicBezTo>
                    <a:cubicBezTo>
                      <a:pt x="284" y="2646"/>
                      <a:pt x="218" y="2564"/>
                      <a:pt x="267" y="2521"/>
                    </a:cubicBezTo>
                    <a:cubicBezTo>
                      <a:pt x="316" y="2499"/>
                      <a:pt x="376" y="2483"/>
                      <a:pt x="436" y="2477"/>
                    </a:cubicBezTo>
                    <a:cubicBezTo>
                      <a:pt x="517" y="2466"/>
                      <a:pt x="604" y="2461"/>
                      <a:pt x="691" y="2455"/>
                    </a:cubicBezTo>
                    <a:cubicBezTo>
                      <a:pt x="838" y="2439"/>
                      <a:pt x="882" y="2320"/>
                      <a:pt x="898" y="2195"/>
                    </a:cubicBezTo>
                    <a:cubicBezTo>
                      <a:pt x="925" y="2004"/>
                      <a:pt x="936" y="1814"/>
                      <a:pt x="936" y="1624"/>
                    </a:cubicBezTo>
                    <a:cubicBezTo>
                      <a:pt x="930" y="1428"/>
                      <a:pt x="990" y="1232"/>
                      <a:pt x="947" y="1037"/>
                    </a:cubicBezTo>
                    <a:cubicBezTo>
                      <a:pt x="941" y="1004"/>
                      <a:pt x="914" y="982"/>
                      <a:pt x="882" y="982"/>
                    </a:cubicBezTo>
                    <a:cubicBezTo>
                      <a:pt x="735" y="999"/>
                      <a:pt x="621" y="1145"/>
                      <a:pt x="479" y="1151"/>
                    </a:cubicBezTo>
                    <a:cubicBezTo>
                      <a:pt x="436" y="1145"/>
                      <a:pt x="398" y="1135"/>
                      <a:pt x="360" y="1124"/>
                    </a:cubicBezTo>
                    <a:cubicBezTo>
                      <a:pt x="322" y="1113"/>
                      <a:pt x="240" y="1129"/>
                      <a:pt x="213" y="1096"/>
                    </a:cubicBezTo>
                    <a:cubicBezTo>
                      <a:pt x="175" y="1048"/>
                      <a:pt x="213" y="933"/>
                      <a:pt x="229" y="884"/>
                    </a:cubicBezTo>
                    <a:cubicBezTo>
                      <a:pt x="284" y="721"/>
                      <a:pt x="387" y="586"/>
                      <a:pt x="528" y="482"/>
                    </a:cubicBezTo>
                    <a:cubicBezTo>
                      <a:pt x="610" y="417"/>
                      <a:pt x="697" y="346"/>
                      <a:pt x="784" y="281"/>
                    </a:cubicBezTo>
                    <a:cubicBezTo>
                      <a:pt x="811" y="259"/>
                      <a:pt x="844" y="232"/>
                      <a:pt x="876" y="205"/>
                    </a:cubicBezTo>
                    <a:cubicBezTo>
                      <a:pt x="882" y="216"/>
                      <a:pt x="892" y="227"/>
                      <a:pt x="909" y="227"/>
                    </a:cubicBezTo>
                    <a:cubicBezTo>
                      <a:pt x="934" y="236"/>
                      <a:pt x="961" y="241"/>
                      <a:pt x="989" y="241"/>
                    </a:cubicBezTo>
                    <a:cubicBezTo>
                      <a:pt x="1038" y="241"/>
                      <a:pt x="1088" y="226"/>
                      <a:pt x="1126" y="194"/>
                    </a:cubicBezTo>
                    <a:cubicBezTo>
                      <a:pt x="1137" y="189"/>
                      <a:pt x="1164" y="162"/>
                      <a:pt x="1175" y="162"/>
                    </a:cubicBezTo>
                    <a:close/>
                    <a:moveTo>
                      <a:pt x="1201" y="1"/>
                    </a:moveTo>
                    <a:cubicBezTo>
                      <a:pt x="1191" y="1"/>
                      <a:pt x="1180" y="2"/>
                      <a:pt x="1170" y="4"/>
                    </a:cubicBezTo>
                    <a:cubicBezTo>
                      <a:pt x="1104" y="20"/>
                      <a:pt x="1045" y="53"/>
                      <a:pt x="990" y="91"/>
                    </a:cubicBezTo>
                    <a:cubicBezTo>
                      <a:pt x="986" y="72"/>
                      <a:pt x="973" y="57"/>
                      <a:pt x="955" y="57"/>
                    </a:cubicBezTo>
                    <a:cubicBezTo>
                      <a:pt x="952" y="57"/>
                      <a:pt x="950" y="58"/>
                      <a:pt x="947" y="58"/>
                    </a:cubicBezTo>
                    <a:cubicBezTo>
                      <a:pt x="934" y="56"/>
                      <a:pt x="921" y="55"/>
                      <a:pt x="908" y="55"/>
                    </a:cubicBezTo>
                    <a:cubicBezTo>
                      <a:pt x="845" y="55"/>
                      <a:pt x="784" y="77"/>
                      <a:pt x="735" y="113"/>
                    </a:cubicBezTo>
                    <a:cubicBezTo>
                      <a:pt x="615" y="189"/>
                      <a:pt x="507" y="270"/>
                      <a:pt x="398" y="357"/>
                    </a:cubicBezTo>
                    <a:cubicBezTo>
                      <a:pt x="218" y="493"/>
                      <a:pt x="93" y="689"/>
                      <a:pt x="39" y="906"/>
                    </a:cubicBezTo>
                    <a:cubicBezTo>
                      <a:pt x="1" y="1102"/>
                      <a:pt x="55" y="1270"/>
                      <a:pt x="267" y="1292"/>
                    </a:cubicBezTo>
                    <a:cubicBezTo>
                      <a:pt x="346" y="1299"/>
                      <a:pt x="415" y="1320"/>
                      <a:pt x="486" y="1320"/>
                    </a:cubicBezTo>
                    <a:cubicBezTo>
                      <a:pt x="524" y="1320"/>
                      <a:pt x="563" y="1315"/>
                      <a:pt x="604" y="1298"/>
                    </a:cubicBezTo>
                    <a:cubicBezTo>
                      <a:pt x="648" y="1276"/>
                      <a:pt x="691" y="1254"/>
                      <a:pt x="729" y="1222"/>
                    </a:cubicBezTo>
                    <a:cubicBezTo>
                      <a:pt x="757" y="1205"/>
                      <a:pt x="789" y="1173"/>
                      <a:pt x="827" y="1151"/>
                    </a:cubicBezTo>
                    <a:lnTo>
                      <a:pt x="827" y="1151"/>
                    </a:lnTo>
                    <a:cubicBezTo>
                      <a:pt x="838" y="1308"/>
                      <a:pt x="773" y="1488"/>
                      <a:pt x="767" y="1645"/>
                    </a:cubicBezTo>
                    <a:cubicBezTo>
                      <a:pt x="762" y="1738"/>
                      <a:pt x="746" y="1825"/>
                      <a:pt x="735" y="1917"/>
                    </a:cubicBezTo>
                    <a:cubicBezTo>
                      <a:pt x="724" y="2010"/>
                      <a:pt x="729" y="2108"/>
                      <a:pt x="713" y="2205"/>
                    </a:cubicBezTo>
                    <a:cubicBezTo>
                      <a:pt x="691" y="2298"/>
                      <a:pt x="642" y="2271"/>
                      <a:pt x="566" y="2281"/>
                    </a:cubicBezTo>
                    <a:cubicBezTo>
                      <a:pt x="496" y="2287"/>
                      <a:pt x="430" y="2298"/>
                      <a:pt x="365" y="2320"/>
                    </a:cubicBezTo>
                    <a:cubicBezTo>
                      <a:pt x="267" y="2347"/>
                      <a:pt x="131" y="2363"/>
                      <a:pt x="93" y="2472"/>
                    </a:cubicBezTo>
                    <a:cubicBezTo>
                      <a:pt x="39" y="2591"/>
                      <a:pt x="142" y="2722"/>
                      <a:pt x="175" y="2830"/>
                    </a:cubicBezTo>
                    <a:cubicBezTo>
                      <a:pt x="218" y="2956"/>
                      <a:pt x="251" y="3048"/>
                      <a:pt x="403" y="3059"/>
                    </a:cubicBezTo>
                    <a:cubicBezTo>
                      <a:pt x="474" y="3059"/>
                      <a:pt x="550" y="3042"/>
                      <a:pt x="621" y="3042"/>
                    </a:cubicBezTo>
                    <a:cubicBezTo>
                      <a:pt x="713" y="3048"/>
                      <a:pt x="805" y="3059"/>
                      <a:pt x="892" y="3075"/>
                    </a:cubicBezTo>
                    <a:cubicBezTo>
                      <a:pt x="985" y="3081"/>
                      <a:pt x="1077" y="3086"/>
                      <a:pt x="1164" y="3086"/>
                    </a:cubicBezTo>
                    <a:cubicBezTo>
                      <a:pt x="1251" y="3075"/>
                      <a:pt x="1333" y="3064"/>
                      <a:pt x="1414" y="3042"/>
                    </a:cubicBezTo>
                    <a:cubicBezTo>
                      <a:pt x="1496" y="3037"/>
                      <a:pt x="1556" y="3037"/>
                      <a:pt x="1615" y="2966"/>
                    </a:cubicBezTo>
                    <a:cubicBezTo>
                      <a:pt x="1659" y="2912"/>
                      <a:pt x="1675" y="2841"/>
                      <a:pt x="1675" y="2771"/>
                    </a:cubicBezTo>
                    <a:cubicBezTo>
                      <a:pt x="1692" y="2575"/>
                      <a:pt x="1773" y="2407"/>
                      <a:pt x="1735" y="2205"/>
                    </a:cubicBezTo>
                    <a:lnTo>
                      <a:pt x="1730" y="2205"/>
                    </a:lnTo>
                    <a:cubicBezTo>
                      <a:pt x="1719" y="2173"/>
                      <a:pt x="1697" y="2151"/>
                      <a:pt x="1670" y="2146"/>
                    </a:cubicBezTo>
                    <a:cubicBezTo>
                      <a:pt x="1616" y="2130"/>
                      <a:pt x="1560" y="2121"/>
                      <a:pt x="1505" y="2121"/>
                    </a:cubicBezTo>
                    <a:cubicBezTo>
                      <a:pt x="1465" y="2121"/>
                      <a:pt x="1426" y="2126"/>
                      <a:pt x="1387" y="2135"/>
                    </a:cubicBezTo>
                    <a:cubicBezTo>
                      <a:pt x="1387" y="2080"/>
                      <a:pt x="1403" y="2015"/>
                      <a:pt x="1403" y="1983"/>
                    </a:cubicBezTo>
                    <a:cubicBezTo>
                      <a:pt x="1414" y="1868"/>
                      <a:pt x="1414" y="1754"/>
                      <a:pt x="1409" y="1645"/>
                    </a:cubicBezTo>
                    <a:cubicBezTo>
                      <a:pt x="1409" y="1520"/>
                      <a:pt x="1371" y="1395"/>
                      <a:pt x="1371" y="1270"/>
                    </a:cubicBezTo>
                    <a:lnTo>
                      <a:pt x="1371" y="803"/>
                    </a:lnTo>
                    <a:cubicBezTo>
                      <a:pt x="1371" y="732"/>
                      <a:pt x="1365" y="667"/>
                      <a:pt x="1371" y="602"/>
                    </a:cubicBezTo>
                    <a:cubicBezTo>
                      <a:pt x="1371" y="542"/>
                      <a:pt x="1398" y="482"/>
                      <a:pt x="1398" y="417"/>
                    </a:cubicBezTo>
                    <a:cubicBezTo>
                      <a:pt x="1393" y="357"/>
                      <a:pt x="1371" y="314"/>
                      <a:pt x="1371" y="259"/>
                    </a:cubicBezTo>
                    <a:cubicBezTo>
                      <a:pt x="1371" y="216"/>
                      <a:pt x="1371" y="167"/>
                      <a:pt x="1360" y="118"/>
                    </a:cubicBezTo>
                    <a:cubicBezTo>
                      <a:pt x="1336" y="47"/>
                      <a:pt x="1271" y="1"/>
                      <a:pt x="1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20"/>
              <p:cNvSpPr/>
              <p:nvPr/>
            </p:nvSpPr>
            <p:spPr>
              <a:xfrm>
                <a:off x="4882050" y="2639675"/>
                <a:ext cx="33450" cy="50650"/>
              </a:xfrm>
              <a:custGeom>
                <a:rect b="b" l="l" r="r" t="t"/>
                <a:pathLst>
                  <a:path extrusionOk="0" h="2026" w="1338">
                    <a:moveTo>
                      <a:pt x="631" y="182"/>
                    </a:moveTo>
                    <a:cubicBezTo>
                      <a:pt x="723" y="199"/>
                      <a:pt x="816" y="210"/>
                      <a:pt x="903" y="215"/>
                    </a:cubicBezTo>
                    <a:cubicBezTo>
                      <a:pt x="913" y="228"/>
                      <a:pt x="928" y="235"/>
                      <a:pt x="943" y="235"/>
                    </a:cubicBezTo>
                    <a:cubicBezTo>
                      <a:pt x="952" y="235"/>
                      <a:pt x="961" y="232"/>
                      <a:pt x="968" y="226"/>
                    </a:cubicBezTo>
                    <a:cubicBezTo>
                      <a:pt x="1001" y="231"/>
                      <a:pt x="1028" y="242"/>
                      <a:pt x="1060" y="258"/>
                    </a:cubicBezTo>
                    <a:cubicBezTo>
                      <a:pt x="1142" y="307"/>
                      <a:pt x="1098" y="367"/>
                      <a:pt x="1060" y="438"/>
                    </a:cubicBezTo>
                    <a:cubicBezTo>
                      <a:pt x="1039" y="470"/>
                      <a:pt x="1022" y="503"/>
                      <a:pt x="1006" y="541"/>
                    </a:cubicBezTo>
                    <a:cubicBezTo>
                      <a:pt x="886" y="514"/>
                      <a:pt x="767" y="503"/>
                      <a:pt x="653" y="503"/>
                    </a:cubicBezTo>
                    <a:cubicBezTo>
                      <a:pt x="540" y="508"/>
                      <a:pt x="538" y="677"/>
                      <a:pt x="647" y="677"/>
                    </a:cubicBezTo>
                    <a:cubicBezTo>
                      <a:pt x="649" y="677"/>
                      <a:pt x="651" y="677"/>
                      <a:pt x="653" y="677"/>
                    </a:cubicBezTo>
                    <a:cubicBezTo>
                      <a:pt x="668" y="676"/>
                      <a:pt x="684" y="676"/>
                      <a:pt x="701" y="676"/>
                    </a:cubicBezTo>
                    <a:cubicBezTo>
                      <a:pt x="778" y="676"/>
                      <a:pt x="859" y="686"/>
                      <a:pt x="935" y="704"/>
                    </a:cubicBezTo>
                    <a:cubicBezTo>
                      <a:pt x="1044" y="726"/>
                      <a:pt x="1087" y="715"/>
                      <a:pt x="1109" y="840"/>
                    </a:cubicBezTo>
                    <a:cubicBezTo>
                      <a:pt x="1115" y="889"/>
                      <a:pt x="1115" y="938"/>
                      <a:pt x="1126" y="981"/>
                    </a:cubicBezTo>
                    <a:cubicBezTo>
                      <a:pt x="1142" y="1030"/>
                      <a:pt x="1153" y="1079"/>
                      <a:pt x="1164" y="1128"/>
                    </a:cubicBezTo>
                    <a:cubicBezTo>
                      <a:pt x="1169" y="1259"/>
                      <a:pt x="1142" y="1384"/>
                      <a:pt x="1077" y="1492"/>
                    </a:cubicBezTo>
                    <a:cubicBezTo>
                      <a:pt x="979" y="1672"/>
                      <a:pt x="827" y="1862"/>
                      <a:pt x="604" y="1873"/>
                    </a:cubicBezTo>
                    <a:cubicBezTo>
                      <a:pt x="577" y="1875"/>
                      <a:pt x="545" y="1876"/>
                      <a:pt x="510" y="1876"/>
                    </a:cubicBezTo>
                    <a:cubicBezTo>
                      <a:pt x="430" y="1876"/>
                      <a:pt x="338" y="1867"/>
                      <a:pt x="288" y="1829"/>
                    </a:cubicBezTo>
                    <a:cubicBezTo>
                      <a:pt x="196" y="1764"/>
                      <a:pt x="147" y="1655"/>
                      <a:pt x="153" y="1541"/>
                    </a:cubicBezTo>
                    <a:cubicBezTo>
                      <a:pt x="163" y="1454"/>
                      <a:pt x="158" y="1351"/>
                      <a:pt x="250" y="1313"/>
                    </a:cubicBezTo>
                    <a:cubicBezTo>
                      <a:pt x="282" y="1301"/>
                      <a:pt x="318" y="1296"/>
                      <a:pt x="353" y="1296"/>
                    </a:cubicBezTo>
                    <a:cubicBezTo>
                      <a:pt x="383" y="1296"/>
                      <a:pt x="413" y="1300"/>
                      <a:pt x="441" y="1308"/>
                    </a:cubicBezTo>
                    <a:cubicBezTo>
                      <a:pt x="495" y="1316"/>
                      <a:pt x="556" y="1328"/>
                      <a:pt x="615" y="1328"/>
                    </a:cubicBezTo>
                    <a:cubicBezTo>
                      <a:pt x="674" y="1328"/>
                      <a:pt x="731" y="1316"/>
                      <a:pt x="778" y="1275"/>
                    </a:cubicBezTo>
                    <a:cubicBezTo>
                      <a:pt x="886" y="1183"/>
                      <a:pt x="821" y="1025"/>
                      <a:pt x="745" y="932"/>
                    </a:cubicBezTo>
                    <a:cubicBezTo>
                      <a:pt x="686" y="855"/>
                      <a:pt x="618" y="840"/>
                      <a:pt x="544" y="840"/>
                    </a:cubicBezTo>
                    <a:cubicBezTo>
                      <a:pt x="494" y="840"/>
                      <a:pt x="442" y="847"/>
                      <a:pt x="387" y="847"/>
                    </a:cubicBezTo>
                    <a:cubicBezTo>
                      <a:pt x="374" y="847"/>
                      <a:pt x="361" y="846"/>
                      <a:pt x="348" y="845"/>
                    </a:cubicBezTo>
                    <a:cubicBezTo>
                      <a:pt x="60" y="818"/>
                      <a:pt x="256" y="541"/>
                      <a:pt x="343" y="405"/>
                    </a:cubicBezTo>
                    <a:cubicBezTo>
                      <a:pt x="397" y="307"/>
                      <a:pt x="479" y="237"/>
                      <a:pt x="582" y="199"/>
                    </a:cubicBezTo>
                    <a:lnTo>
                      <a:pt x="631" y="182"/>
                    </a:lnTo>
                    <a:close/>
                    <a:moveTo>
                      <a:pt x="727" y="0"/>
                    </a:moveTo>
                    <a:cubicBezTo>
                      <a:pt x="642" y="0"/>
                      <a:pt x="552" y="22"/>
                      <a:pt x="484" y="46"/>
                    </a:cubicBezTo>
                    <a:cubicBezTo>
                      <a:pt x="267" y="123"/>
                      <a:pt x="174" y="351"/>
                      <a:pt x="87" y="547"/>
                    </a:cubicBezTo>
                    <a:cubicBezTo>
                      <a:pt x="17" y="715"/>
                      <a:pt x="44" y="905"/>
                      <a:pt x="239" y="965"/>
                    </a:cubicBezTo>
                    <a:cubicBezTo>
                      <a:pt x="280" y="980"/>
                      <a:pt x="320" y="984"/>
                      <a:pt x="358" y="984"/>
                    </a:cubicBezTo>
                    <a:cubicBezTo>
                      <a:pt x="402" y="984"/>
                      <a:pt x="446" y="979"/>
                      <a:pt x="490" y="979"/>
                    </a:cubicBezTo>
                    <a:cubicBezTo>
                      <a:pt x="506" y="979"/>
                      <a:pt x="522" y="980"/>
                      <a:pt x="538" y="981"/>
                    </a:cubicBezTo>
                    <a:cubicBezTo>
                      <a:pt x="542" y="981"/>
                      <a:pt x="545" y="981"/>
                      <a:pt x="549" y="981"/>
                    </a:cubicBezTo>
                    <a:cubicBezTo>
                      <a:pt x="620" y="981"/>
                      <a:pt x="680" y="1034"/>
                      <a:pt x="685" y="1101"/>
                    </a:cubicBezTo>
                    <a:cubicBezTo>
                      <a:pt x="696" y="1166"/>
                      <a:pt x="663" y="1172"/>
                      <a:pt x="604" y="1172"/>
                    </a:cubicBezTo>
                    <a:cubicBezTo>
                      <a:pt x="598" y="1172"/>
                      <a:pt x="592" y="1172"/>
                      <a:pt x="586" y="1172"/>
                    </a:cubicBezTo>
                    <a:cubicBezTo>
                      <a:pt x="501" y="1172"/>
                      <a:pt x="417" y="1154"/>
                      <a:pt x="336" y="1154"/>
                    </a:cubicBezTo>
                    <a:cubicBezTo>
                      <a:pt x="262" y="1154"/>
                      <a:pt x="190" y="1169"/>
                      <a:pt x="120" y="1226"/>
                    </a:cubicBezTo>
                    <a:cubicBezTo>
                      <a:pt x="44" y="1280"/>
                      <a:pt x="44" y="1367"/>
                      <a:pt x="33" y="1454"/>
                    </a:cubicBezTo>
                    <a:cubicBezTo>
                      <a:pt x="11" y="1590"/>
                      <a:pt x="0" y="1672"/>
                      <a:pt x="82" y="1791"/>
                    </a:cubicBezTo>
                    <a:cubicBezTo>
                      <a:pt x="125" y="1878"/>
                      <a:pt x="191" y="1944"/>
                      <a:pt x="272" y="1987"/>
                    </a:cubicBezTo>
                    <a:cubicBezTo>
                      <a:pt x="358" y="2012"/>
                      <a:pt x="443" y="2025"/>
                      <a:pt x="529" y="2025"/>
                    </a:cubicBezTo>
                    <a:cubicBezTo>
                      <a:pt x="574" y="2025"/>
                      <a:pt x="619" y="2022"/>
                      <a:pt x="663" y="2014"/>
                    </a:cubicBezTo>
                    <a:cubicBezTo>
                      <a:pt x="903" y="1982"/>
                      <a:pt x="1082" y="1780"/>
                      <a:pt x="1191" y="1574"/>
                    </a:cubicBezTo>
                    <a:cubicBezTo>
                      <a:pt x="1267" y="1449"/>
                      <a:pt x="1310" y="1302"/>
                      <a:pt x="1310" y="1155"/>
                    </a:cubicBezTo>
                    <a:cubicBezTo>
                      <a:pt x="1305" y="1085"/>
                      <a:pt x="1294" y="1019"/>
                      <a:pt x="1278" y="954"/>
                    </a:cubicBezTo>
                    <a:lnTo>
                      <a:pt x="1272" y="960"/>
                    </a:lnTo>
                    <a:cubicBezTo>
                      <a:pt x="1267" y="884"/>
                      <a:pt x="1261" y="813"/>
                      <a:pt x="1245" y="737"/>
                    </a:cubicBezTo>
                    <a:cubicBezTo>
                      <a:pt x="1234" y="693"/>
                      <a:pt x="1213" y="650"/>
                      <a:pt x="1180" y="612"/>
                    </a:cubicBezTo>
                    <a:cubicBezTo>
                      <a:pt x="1283" y="498"/>
                      <a:pt x="1338" y="296"/>
                      <a:pt x="1229" y="199"/>
                    </a:cubicBezTo>
                    <a:cubicBezTo>
                      <a:pt x="1147" y="128"/>
                      <a:pt x="1049" y="90"/>
                      <a:pt x="941" y="84"/>
                    </a:cubicBezTo>
                    <a:cubicBezTo>
                      <a:pt x="892" y="22"/>
                      <a:pt x="812" y="0"/>
                      <a:pt x="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20"/>
              <p:cNvSpPr/>
              <p:nvPr/>
            </p:nvSpPr>
            <p:spPr>
              <a:xfrm>
                <a:off x="4917250" y="2643950"/>
                <a:ext cx="29650" cy="46250"/>
              </a:xfrm>
              <a:custGeom>
                <a:rect b="b" l="l" r="r" t="t"/>
                <a:pathLst>
                  <a:path extrusionOk="0" h="1850" w="1186">
                    <a:moveTo>
                      <a:pt x="637" y="0"/>
                    </a:moveTo>
                    <a:cubicBezTo>
                      <a:pt x="579" y="0"/>
                      <a:pt x="520" y="4"/>
                      <a:pt x="462" y="11"/>
                    </a:cubicBezTo>
                    <a:cubicBezTo>
                      <a:pt x="348" y="28"/>
                      <a:pt x="190" y="55"/>
                      <a:pt x="98" y="131"/>
                    </a:cubicBezTo>
                    <a:cubicBezTo>
                      <a:pt x="6" y="202"/>
                      <a:pt x="55" y="337"/>
                      <a:pt x="65" y="452"/>
                    </a:cubicBezTo>
                    <a:cubicBezTo>
                      <a:pt x="65" y="463"/>
                      <a:pt x="71" y="473"/>
                      <a:pt x="76" y="479"/>
                    </a:cubicBezTo>
                    <a:cubicBezTo>
                      <a:pt x="65" y="544"/>
                      <a:pt x="55" y="609"/>
                      <a:pt x="55" y="674"/>
                    </a:cubicBezTo>
                    <a:cubicBezTo>
                      <a:pt x="55" y="886"/>
                      <a:pt x="82" y="1093"/>
                      <a:pt x="38" y="1305"/>
                    </a:cubicBezTo>
                    <a:cubicBezTo>
                      <a:pt x="11" y="1457"/>
                      <a:pt x="0" y="1648"/>
                      <a:pt x="163" y="1729"/>
                    </a:cubicBezTo>
                    <a:cubicBezTo>
                      <a:pt x="234" y="1751"/>
                      <a:pt x="305" y="1767"/>
                      <a:pt x="381" y="1778"/>
                    </a:cubicBezTo>
                    <a:cubicBezTo>
                      <a:pt x="463" y="1804"/>
                      <a:pt x="536" y="1849"/>
                      <a:pt x="627" y="1849"/>
                    </a:cubicBezTo>
                    <a:cubicBezTo>
                      <a:pt x="632" y="1849"/>
                      <a:pt x="637" y="1849"/>
                      <a:pt x="642" y="1849"/>
                    </a:cubicBezTo>
                    <a:cubicBezTo>
                      <a:pt x="712" y="1832"/>
                      <a:pt x="778" y="1816"/>
                      <a:pt x="843" y="1789"/>
                    </a:cubicBezTo>
                    <a:cubicBezTo>
                      <a:pt x="892" y="1778"/>
                      <a:pt x="930" y="1751"/>
                      <a:pt x="951" y="1707"/>
                    </a:cubicBezTo>
                    <a:cubicBezTo>
                      <a:pt x="1033" y="1593"/>
                      <a:pt x="1093" y="1463"/>
                      <a:pt x="1136" y="1332"/>
                    </a:cubicBezTo>
                    <a:cubicBezTo>
                      <a:pt x="1163" y="1251"/>
                      <a:pt x="1185" y="1137"/>
                      <a:pt x="1098" y="1088"/>
                    </a:cubicBezTo>
                    <a:cubicBezTo>
                      <a:pt x="1078" y="1076"/>
                      <a:pt x="1055" y="1072"/>
                      <a:pt x="1032" y="1072"/>
                    </a:cubicBezTo>
                    <a:cubicBezTo>
                      <a:pt x="988" y="1072"/>
                      <a:pt x="940" y="1088"/>
                      <a:pt x="897" y="1098"/>
                    </a:cubicBezTo>
                    <a:cubicBezTo>
                      <a:pt x="826" y="1109"/>
                      <a:pt x="772" y="1126"/>
                      <a:pt x="707" y="1137"/>
                    </a:cubicBezTo>
                    <a:cubicBezTo>
                      <a:pt x="625" y="1147"/>
                      <a:pt x="544" y="1169"/>
                      <a:pt x="462" y="1191"/>
                    </a:cubicBezTo>
                    <a:cubicBezTo>
                      <a:pt x="386" y="1207"/>
                      <a:pt x="413" y="1310"/>
                      <a:pt x="479" y="1316"/>
                    </a:cubicBezTo>
                    <a:cubicBezTo>
                      <a:pt x="495" y="1317"/>
                      <a:pt x="511" y="1317"/>
                      <a:pt x="528" y="1317"/>
                    </a:cubicBezTo>
                    <a:cubicBezTo>
                      <a:pt x="604" y="1317"/>
                      <a:pt x="679" y="1308"/>
                      <a:pt x="750" y="1294"/>
                    </a:cubicBezTo>
                    <a:cubicBezTo>
                      <a:pt x="772" y="1294"/>
                      <a:pt x="799" y="1283"/>
                      <a:pt x="810" y="1262"/>
                    </a:cubicBezTo>
                    <a:cubicBezTo>
                      <a:pt x="870" y="1251"/>
                      <a:pt x="930" y="1234"/>
                      <a:pt x="990" y="1218"/>
                    </a:cubicBezTo>
                    <a:cubicBezTo>
                      <a:pt x="1007" y="1215"/>
                      <a:pt x="1018" y="1213"/>
                      <a:pt x="1025" y="1213"/>
                    </a:cubicBezTo>
                    <a:cubicBezTo>
                      <a:pt x="1043" y="1213"/>
                      <a:pt x="1034" y="1226"/>
                      <a:pt x="1022" y="1272"/>
                    </a:cubicBezTo>
                    <a:cubicBezTo>
                      <a:pt x="1006" y="1321"/>
                      <a:pt x="984" y="1365"/>
                      <a:pt x="962" y="1408"/>
                    </a:cubicBezTo>
                    <a:cubicBezTo>
                      <a:pt x="924" y="1474"/>
                      <a:pt x="881" y="1631"/>
                      <a:pt x="805" y="1653"/>
                    </a:cubicBezTo>
                    <a:cubicBezTo>
                      <a:pt x="756" y="1664"/>
                      <a:pt x="701" y="1675"/>
                      <a:pt x="652" y="1680"/>
                    </a:cubicBezTo>
                    <a:cubicBezTo>
                      <a:pt x="645" y="1681"/>
                      <a:pt x="638" y="1682"/>
                      <a:pt x="630" y="1682"/>
                    </a:cubicBezTo>
                    <a:cubicBezTo>
                      <a:pt x="564" y="1682"/>
                      <a:pt x="505" y="1640"/>
                      <a:pt x="446" y="1620"/>
                    </a:cubicBezTo>
                    <a:cubicBezTo>
                      <a:pt x="375" y="1599"/>
                      <a:pt x="321" y="1604"/>
                      <a:pt x="261" y="1582"/>
                    </a:cubicBezTo>
                    <a:cubicBezTo>
                      <a:pt x="174" y="1550"/>
                      <a:pt x="190" y="1446"/>
                      <a:pt x="201" y="1370"/>
                    </a:cubicBezTo>
                    <a:cubicBezTo>
                      <a:pt x="223" y="1218"/>
                      <a:pt x="234" y="1060"/>
                      <a:pt x="228" y="908"/>
                    </a:cubicBezTo>
                    <a:cubicBezTo>
                      <a:pt x="218" y="767"/>
                      <a:pt x="212" y="626"/>
                      <a:pt x="218" y="484"/>
                    </a:cubicBezTo>
                    <a:cubicBezTo>
                      <a:pt x="223" y="408"/>
                      <a:pt x="223" y="332"/>
                      <a:pt x="239" y="256"/>
                    </a:cubicBezTo>
                    <a:cubicBezTo>
                      <a:pt x="239" y="240"/>
                      <a:pt x="239" y="229"/>
                      <a:pt x="245" y="212"/>
                    </a:cubicBezTo>
                    <a:cubicBezTo>
                      <a:pt x="310" y="191"/>
                      <a:pt x="375" y="174"/>
                      <a:pt x="440" y="164"/>
                    </a:cubicBezTo>
                    <a:cubicBezTo>
                      <a:pt x="492" y="159"/>
                      <a:pt x="543" y="156"/>
                      <a:pt x="594" y="156"/>
                    </a:cubicBezTo>
                    <a:cubicBezTo>
                      <a:pt x="656" y="156"/>
                      <a:pt x="718" y="160"/>
                      <a:pt x="778" y="169"/>
                    </a:cubicBezTo>
                    <a:cubicBezTo>
                      <a:pt x="837" y="180"/>
                      <a:pt x="962" y="180"/>
                      <a:pt x="979" y="240"/>
                    </a:cubicBezTo>
                    <a:cubicBezTo>
                      <a:pt x="990" y="305"/>
                      <a:pt x="984" y="376"/>
                      <a:pt x="968" y="441"/>
                    </a:cubicBezTo>
                    <a:cubicBezTo>
                      <a:pt x="930" y="528"/>
                      <a:pt x="837" y="501"/>
                      <a:pt x="767" y="517"/>
                    </a:cubicBezTo>
                    <a:cubicBezTo>
                      <a:pt x="723" y="522"/>
                      <a:pt x="680" y="544"/>
                      <a:pt x="636" y="549"/>
                    </a:cubicBezTo>
                    <a:lnTo>
                      <a:pt x="604" y="555"/>
                    </a:lnTo>
                    <a:lnTo>
                      <a:pt x="582" y="555"/>
                    </a:lnTo>
                    <a:cubicBezTo>
                      <a:pt x="576" y="544"/>
                      <a:pt x="566" y="533"/>
                      <a:pt x="555" y="522"/>
                    </a:cubicBezTo>
                    <a:cubicBezTo>
                      <a:pt x="541" y="511"/>
                      <a:pt x="526" y="506"/>
                      <a:pt x="512" y="506"/>
                    </a:cubicBezTo>
                    <a:cubicBezTo>
                      <a:pt x="498" y="506"/>
                      <a:pt x="484" y="511"/>
                      <a:pt x="473" y="522"/>
                    </a:cubicBezTo>
                    <a:cubicBezTo>
                      <a:pt x="440" y="549"/>
                      <a:pt x="430" y="593"/>
                      <a:pt x="446" y="631"/>
                    </a:cubicBezTo>
                    <a:cubicBezTo>
                      <a:pt x="451" y="653"/>
                      <a:pt x="457" y="669"/>
                      <a:pt x="468" y="680"/>
                    </a:cubicBezTo>
                    <a:cubicBezTo>
                      <a:pt x="506" y="729"/>
                      <a:pt x="571" y="713"/>
                      <a:pt x="625" y="723"/>
                    </a:cubicBezTo>
                    <a:cubicBezTo>
                      <a:pt x="647" y="729"/>
                      <a:pt x="674" y="734"/>
                      <a:pt x="696" y="740"/>
                    </a:cubicBezTo>
                    <a:lnTo>
                      <a:pt x="767" y="740"/>
                    </a:lnTo>
                    <a:cubicBezTo>
                      <a:pt x="756" y="772"/>
                      <a:pt x="750" y="805"/>
                      <a:pt x="745" y="838"/>
                    </a:cubicBezTo>
                    <a:cubicBezTo>
                      <a:pt x="729" y="892"/>
                      <a:pt x="723" y="946"/>
                      <a:pt x="723" y="1006"/>
                    </a:cubicBezTo>
                    <a:cubicBezTo>
                      <a:pt x="718" y="1039"/>
                      <a:pt x="739" y="1071"/>
                      <a:pt x="772" y="1077"/>
                    </a:cubicBezTo>
                    <a:cubicBezTo>
                      <a:pt x="792" y="1093"/>
                      <a:pt x="815" y="1101"/>
                      <a:pt x="838" y="1101"/>
                    </a:cubicBezTo>
                    <a:cubicBezTo>
                      <a:pt x="890" y="1101"/>
                      <a:pt x="941" y="1061"/>
                      <a:pt x="941" y="1001"/>
                    </a:cubicBezTo>
                    <a:cubicBezTo>
                      <a:pt x="946" y="886"/>
                      <a:pt x="930" y="778"/>
                      <a:pt x="892" y="669"/>
                    </a:cubicBezTo>
                    <a:lnTo>
                      <a:pt x="892" y="669"/>
                    </a:lnTo>
                    <a:cubicBezTo>
                      <a:pt x="901" y="670"/>
                      <a:pt x="909" y="671"/>
                      <a:pt x="918" y="671"/>
                    </a:cubicBezTo>
                    <a:cubicBezTo>
                      <a:pt x="995" y="671"/>
                      <a:pt x="1065" y="629"/>
                      <a:pt x="1104" y="560"/>
                    </a:cubicBezTo>
                    <a:cubicBezTo>
                      <a:pt x="1163" y="468"/>
                      <a:pt x="1147" y="332"/>
                      <a:pt x="1142" y="223"/>
                    </a:cubicBezTo>
                    <a:cubicBezTo>
                      <a:pt x="1142" y="131"/>
                      <a:pt x="1076" y="55"/>
                      <a:pt x="984" y="44"/>
                    </a:cubicBezTo>
                    <a:cubicBezTo>
                      <a:pt x="872" y="15"/>
                      <a:pt x="755" y="0"/>
                      <a:pt x="6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20"/>
              <p:cNvSpPr/>
              <p:nvPr/>
            </p:nvSpPr>
            <p:spPr>
              <a:xfrm>
                <a:off x="4950525" y="2641250"/>
                <a:ext cx="30200" cy="47400"/>
              </a:xfrm>
              <a:custGeom>
                <a:rect b="b" l="l" r="r" t="t"/>
                <a:pathLst>
                  <a:path extrusionOk="0" h="1896" w="1208">
                    <a:moveTo>
                      <a:pt x="642" y="163"/>
                    </a:moveTo>
                    <a:cubicBezTo>
                      <a:pt x="664" y="163"/>
                      <a:pt x="686" y="165"/>
                      <a:pt x="708" y="168"/>
                    </a:cubicBezTo>
                    <a:cubicBezTo>
                      <a:pt x="778" y="185"/>
                      <a:pt x="816" y="233"/>
                      <a:pt x="876" y="277"/>
                    </a:cubicBezTo>
                    <a:cubicBezTo>
                      <a:pt x="930" y="320"/>
                      <a:pt x="996" y="348"/>
                      <a:pt x="1007" y="435"/>
                    </a:cubicBezTo>
                    <a:cubicBezTo>
                      <a:pt x="1001" y="505"/>
                      <a:pt x="985" y="571"/>
                      <a:pt x="969" y="641"/>
                    </a:cubicBezTo>
                    <a:cubicBezTo>
                      <a:pt x="958" y="723"/>
                      <a:pt x="925" y="804"/>
                      <a:pt x="871" y="864"/>
                    </a:cubicBezTo>
                    <a:cubicBezTo>
                      <a:pt x="773" y="956"/>
                      <a:pt x="653" y="1016"/>
                      <a:pt x="523" y="1033"/>
                    </a:cubicBezTo>
                    <a:cubicBezTo>
                      <a:pt x="496" y="1038"/>
                      <a:pt x="474" y="1060"/>
                      <a:pt x="463" y="1092"/>
                    </a:cubicBezTo>
                    <a:cubicBezTo>
                      <a:pt x="447" y="1185"/>
                      <a:pt x="496" y="1272"/>
                      <a:pt x="496" y="1370"/>
                    </a:cubicBezTo>
                    <a:cubicBezTo>
                      <a:pt x="490" y="1473"/>
                      <a:pt x="479" y="1576"/>
                      <a:pt x="458" y="1679"/>
                    </a:cubicBezTo>
                    <a:cubicBezTo>
                      <a:pt x="398" y="1679"/>
                      <a:pt x="338" y="1685"/>
                      <a:pt x="278" y="1696"/>
                    </a:cubicBezTo>
                    <a:cubicBezTo>
                      <a:pt x="256" y="1701"/>
                      <a:pt x="240" y="1707"/>
                      <a:pt x="218" y="1712"/>
                    </a:cubicBezTo>
                    <a:lnTo>
                      <a:pt x="218" y="1690"/>
                    </a:lnTo>
                    <a:cubicBezTo>
                      <a:pt x="218" y="1679"/>
                      <a:pt x="213" y="1669"/>
                      <a:pt x="208" y="1658"/>
                    </a:cubicBezTo>
                    <a:cubicBezTo>
                      <a:pt x="224" y="1603"/>
                      <a:pt x="229" y="1544"/>
                      <a:pt x="224" y="1484"/>
                    </a:cubicBezTo>
                    <a:cubicBezTo>
                      <a:pt x="224" y="1310"/>
                      <a:pt x="229" y="1136"/>
                      <a:pt x="224" y="962"/>
                    </a:cubicBezTo>
                    <a:cubicBezTo>
                      <a:pt x="224" y="821"/>
                      <a:pt x="197" y="674"/>
                      <a:pt x="224" y="527"/>
                    </a:cubicBezTo>
                    <a:cubicBezTo>
                      <a:pt x="240" y="445"/>
                      <a:pt x="256" y="282"/>
                      <a:pt x="333" y="228"/>
                    </a:cubicBezTo>
                    <a:cubicBezTo>
                      <a:pt x="376" y="201"/>
                      <a:pt x="463" y="201"/>
                      <a:pt x="512" y="185"/>
                    </a:cubicBezTo>
                    <a:cubicBezTo>
                      <a:pt x="555" y="170"/>
                      <a:pt x="599" y="163"/>
                      <a:pt x="642" y="163"/>
                    </a:cubicBezTo>
                    <a:close/>
                    <a:moveTo>
                      <a:pt x="668" y="0"/>
                    </a:moveTo>
                    <a:cubicBezTo>
                      <a:pt x="591" y="0"/>
                      <a:pt x="514" y="19"/>
                      <a:pt x="436" y="32"/>
                    </a:cubicBezTo>
                    <a:cubicBezTo>
                      <a:pt x="365" y="49"/>
                      <a:pt x="316" y="32"/>
                      <a:pt x="246" y="76"/>
                    </a:cubicBezTo>
                    <a:cubicBezTo>
                      <a:pt x="202" y="108"/>
                      <a:pt x="164" y="147"/>
                      <a:pt x="142" y="201"/>
                    </a:cubicBezTo>
                    <a:cubicBezTo>
                      <a:pt x="1" y="467"/>
                      <a:pt x="44" y="766"/>
                      <a:pt x="44" y="1054"/>
                    </a:cubicBezTo>
                    <a:cubicBezTo>
                      <a:pt x="44" y="1255"/>
                      <a:pt x="77" y="1473"/>
                      <a:pt x="39" y="1663"/>
                    </a:cubicBezTo>
                    <a:cubicBezTo>
                      <a:pt x="23" y="1707"/>
                      <a:pt x="34" y="1750"/>
                      <a:pt x="61" y="1788"/>
                    </a:cubicBezTo>
                    <a:cubicBezTo>
                      <a:pt x="61" y="1826"/>
                      <a:pt x="83" y="1859"/>
                      <a:pt x="115" y="1875"/>
                    </a:cubicBezTo>
                    <a:cubicBezTo>
                      <a:pt x="148" y="1889"/>
                      <a:pt x="180" y="1895"/>
                      <a:pt x="212" y="1895"/>
                    </a:cubicBezTo>
                    <a:cubicBezTo>
                      <a:pt x="244" y="1895"/>
                      <a:pt x="275" y="1889"/>
                      <a:pt x="305" y="1875"/>
                    </a:cubicBezTo>
                    <a:cubicBezTo>
                      <a:pt x="387" y="1859"/>
                      <a:pt x="474" y="1870"/>
                      <a:pt x="550" y="1842"/>
                    </a:cubicBezTo>
                    <a:cubicBezTo>
                      <a:pt x="588" y="1832"/>
                      <a:pt x="615" y="1799"/>
                      <a:pt x="615" y="1761"/>
                    </a:cubicBezTo>
                    <a:cubicBezTo>
                      <a:pt x="626" y="1641"/>
                      <a:pt x="648" y="1533"/>
                      <a:pt x="653" y="1413"/>
                    </a:cubicBezTo>
                    <a:cubicBezTo>
                      <a:pt x="659" y="1353"/>
                      <a:pt x="659" y="1299"/>
                      <a:pt x="653" y="1245"/>
                    </a:cubicBezTo>
                    <a:cubicBezTo>
                      <a:pt x="648" y="1223"/>
                      <a:pt x="642" y="1201"/>
                      <a:pt x="637" y="1185"/>
                    </a:cubicBezTo>
                    <a:cubicBezTo>
                      <a:pt x="746" y="1163"/>
                      <a:pt x="849" y="1120"/>
                      <a:pt x="936" y="1049"/>
                    </a:cubicBezTo>
                    <a:cubicBezTo>
                      <a:pt x="1050" y="956"/>
                      <a:pt x="1121" y="821"/>
                      <a:pt x="1137" y="679"/>
                    </a:cubicBezTo>
                    <a:cubicBezTo>
                      <a:pt x="1153" y="543"/>
                      <a:pt x="1208" y="386"/>
                      <a:pt x="1121" y="266"/>
                    </a:cubicBezTo>
                    <a:cubicBezTo>
                      <a:pt x="1083" y="223"/>
                      <a:pt x="1039" y="190"/>
                      <a:pt x="990" y="163"/>
                    </a:cubicBezTo>
                    <a:cubicBezTo>
                      <a:pt x="936" y="114"/>
                      <a:pt x="882" y="70"/>
                      <a:pt x="822" y="32"/>
                    </a:cubicBezTo>
                    <a:cubicBezTo>
                      <a:pt x="770" y="9"/>
                      <a:pt x="719" y="0"/>
                      <a:pt x="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20"/>
              <p:cNvSpPr/>
              <p:nvPr/>
            </p:nvSpPr>
            <p:spPr>
              <a:xfrm>
                <a:off x="4959500" y="2651825"/>
                <a:ext cx="9125" cy="7050"/>
              </a:xfrm>
              <a:custGeom>
                <a:rect b="b" l="l" r="r" t="t"/>
                <a:pathLst>
                  <a:path extrusionOk="0" h="282" w="365">
                    <a:moveTo>
                      <a:pt x="173" y="1"/>
                    </a:moveTo>
                    <a:cubicBezTo>
                      <a:pt x="148" y="1"/>
                      <a:pt x="125" y="7"/>
                      <a:pt x="104" y="17"/>
                    </a:cubicBezTo>
                    <a:cubicBezTo>
                      <a:pt x="1" y="82"/>
                      <a:pt x="17" y="240"/>
                      <a:pt x="137" y="273"/>
                    </a:cubicBezTo>
                    <a:cubicBezTo>
                      <a:pt x="157" y="279"/>
                      <a:pt x="178" y="282"/>
                      <a:pt x="199" y="282"/>
                    </a:cubicBezTo>
                    <a:cubicBezTo>
                      <a:pt x="234" y="282"/>
                      <a:pt x="267" y="273"/>
                      <a:pt x="294" y="256"/>
                    </a:cubicBezTo>
                    <a:cubicBezTo>
                      <a:pt x="338" y="229"/>
                      <a:pt x="365" y="186"/>
                      <a:pt x="365" y="131"/>
                    </a:cubicBezTo>
                    <a:cubicBezTo>
                      <a:pt x="365" y="120"/>
                      <a:pt x="359" y="104"/>
                      <a:pt x="359" y="93"/>
                    </a:cubicBezTo>
                    <a:cubicBezTo>
                      <a:pt x="354" y="71"/>
                      <a:pt x="343" y="50"/>
                      <a:pt x="327" y="39"/>
                    </a:cubicBezTo>
                    <a:lnTo>
                      <a:pt x="305" y="17"/>
                    </a:lnTo>
                    <a:cubicBezTo>
                      <a:pt x="289" y="12"/>
                      <a:pt x="278" y="6"/>
                      <a:pt x="262" y="6"/>
                    </a:cubicBezTo>
                    <a:cubicBezTo>
                      <a:pt x="256" y="3"/>
                      <a:pt x="249" y="2"/>
                      <a:pt x="243" y="2"/>
                    </a:cubicBezTo>
                    <a:cubicBezTo>
                      <a:pt x="236" y="2"/>
                      <a:pt x="229" y="3"/>
                      <a:pt x="224" y="6"/>
                    </a:cubicBezTo>
                    <a:lnTo>
                      <a:pt x="213" y="6"/>
                    </a:lnTo>
                    <a:cubicBezTo>
                      <a:pt x="199" y="2"/>
                      <a:pt x="186" y="1"/>
                      <a:pt x="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120"/>
            <p:cNvGrpSpPr/>
            <p:nvPr/>
          </p:nvGrpSpPr>
          <p:grpSpPr>
            <a:xfrm>
              <a:off x="2330318" y="1491437"/>
              <a:ext cx="240025" cy="274312"/>
              <a:chOff x="4577225" y="2500050"/>
              <a:chExt cx="196275" cy="223600"/>
            </a:xfrm>
          </p:grpSpPr>
          <p:sp>
            <p:nvSpPr>
              <p:cNvPr id="4761" name="Google Shape;4761;p120"/>
              <p:cNvSpPr/>
              <p:nvPr/>
            </p:nvSpPr>
            <p:spPr>
              <a:xfrm>
                <a:off x="4577225" y="2500050"/>
                <a:ext cx="196275" cy="223600"/>
              </a:xfrm>
              <a:custGeom>
                <a:rect b="b" l="l" r="r" t="t"/>
                <a:pathLst>
                  <a:path extrusionOk="0" h="8944" w="7851">
                    <a:moveTo>
                      <a:pt x="6393" y="276"/>
                    </a:moveTo>
                    <a:cubicBezTo>
                      <a:pt x="6402" y="276"/>
                      <a:pt x="6411" y="277"/>
                      <a:pt x="6421" y="277"/>
                    </a:cubicBezTo>
                    <a:cubicBezTo>
                      <a:pt x="6524" y="283"/>
                      <a:pt x="6627" y="293"/>
                      <a:pt x="6730" y="321"/>
                    </a:cubicBezTo>
                    <a:cubicBezTo>
                      <a:pt x="6752" y="326"/>
                      <a:pt x="6779" y="326"/>
                      <a:pt x="6806" y="332"/>
                    </a:cubicBezTo>
                    <a:cubicBezTo>
                      <a:pt x="6812" y="370"/>
                      <a:pt x="6817" y="424"/>
                      <a:pt x="6817" y="435"/>
                    </a:cubicBezTo>
                    <a:cubicBezTo>
                      <a:pt x="6834" y="560"/>
                      <a:pt x="6861" y="679"/>
                      <a:pt x="6888" y="799"/>
                    </a:cubicBezTo>
                    <a:cubicBezTo>
                      <a:pt x="6948" y="1033"/>
                      <a:pt x="6986" y="1277"/>
                      <a:pt x="6991" y="1522"/>
                    </a:cubicBezTo>
                    <a:cubicBezTo>
                      <a:pt x="6991" y="1767"/>
                      <a:pt x="7029" y="2011"/>
                      <a:pt x="7040" y="2256"/>
                    </a:cubicBezTo>
                    <a:cubicBezTo>
                      <a:pt x="7040" y="2375"/>
                      <a:pt x="7046" y="2490"/>
                      <a:pt x="7051" y="2609"/>
                    </a:cubicBezTo>
                    <a:cubicBezTo>
                      <a:pt x="7062" y="2745"/>
                      <a:pt x="7095" y="2875"/>
                      <a:pt x="7100" y="3011"/>
                    </a:cubicBezTo>
                    <a:cubicBezTo>
                      <a:pt x="7105" y="3490"/>
                      <a:pt x="7192" y="3963"/>
                      <a:pt x="7263" y="4436"/>
                    </a:cubicBezTo>
                    <a:cubicBezTo>
                      <a:pt x="7285" y="4577"/>
                      <a:pt x="7290" y="4718"/>
                      <a:pt x="7296" y="4860"/>
                    </a:cubicBezTo>
                    <a:cubicBezTo>
                      <a:pt x="7307" y="5001"/>
                      <a:pt x="7334" y="5126"/>
                      <a:pt x="7355" y="5262"/>
                    </a:cubicBezTo>
                    <a:cubicBezTo>
                      <a:pt x="7372" y="5398"/>
                      <a:pt x="7372" y="5523"/>
                      <a:pt x="7394" y="5653"/>
                    </a:cubicBezTo>
                    <a:cubicBezTo>
                      <a:pt x="7410" y="5784"/>
                      <a:pt x="7410" y="5914"/>
                      <a:pt x="7432" y="6045"/>
                    </a:cubicBezTo>
                    <a:cubicBezTo>
                      <a:pt x="7448" y="6099"/>
                      <a:pt x="7459" y="6148"/>
                      <a:pt x="7464" y="6208"/>
                    </a:cubicBezTo>
                    <a:cubicBezTo>
                      <a:pt x="7464" y="6273"/>
                      <a:pt x="7464" y="6344"/>
                      <a:pt x="7470" y="6409"/>
                    </a:cubicBezTo>
                    <a:cubicBezTo>
                      <a:pt x="7491" y="6539"/>
                      <a:pt x="7502" y="6670"/>
                      <a:pt x="7502" y="6800"/>
                    </a:cubicBezTo>
                    <a:cubicBezTo>
                      <a:pt x="7502" y="7050"/>
                      <a:pt x="7551" y="7300"/>
                      <a:pt x="7546" y="7556"/>
                    </a:cubicBezTo>
                    <a:cubicBezTo>
                      <a:pt x="7546" y="7561"/>
                      <a:pt x="7546" y="7567"/>
                      <a:pt x="7546" y="7572"/>
                    </a:cubicBezTo>
                    <a:lnTo>
                      <a:pt x="7540" y="7567"/>
                    </a:lnTo>
                    <a:cubicBezTo>
                      <a:pt x="7497" y="7560"/>
                      <a:pt x="7453" y="7555"/>
                      <a:pt x="7409" y="7555"/>
                    </a:cubicBezTo>
                    <a:cubicBezTo>
                      <a:pt x="7382" y="7555"/>
                      <a:pt x="7355" y="7557"/>
                      <a:pt x="7328" y="7561"/>
                    </a:cubicBezTo>
                    <a:cubicBezTo>
                      <a:pt x="7220" y="7583"/>
                      <a:pt x="7116" y="7594"/>
                      <a:pt x="7008" y="7605"/>
                    </a:cubicBezTo>
                    <a:cubicBezTo>
                      <a:pt x="6921" y="7616"/>
                      <a:pt x="6834" y="7621"/>
                      <a:pt x="6747" y="7621"/>
                    </a:cubicBezTo>
                    <a:cubicBezTo>
                      <a:pt x="6708" y="7619"/>
                      <a:pt x="6670" y="7617"/>
                      <a:pt x="6632" y="7617"/>
                    </a:cubicBezTo>
                    <a:cubicBezTo>
                      <a:pt x="6578" y="7617"/>
                      <a:pt x="6524" y="7620"/>
                      <a:pt x="6469" y="7626"/>
                    </a:cubicBezTo>
                    <a:cubicBezTo>
                      <a:pt x="6268" y="7659"/>
                      <a:pt x="6062" y="7648"/>
                      <a:pt x="5861" y="7670"/>
                    </a:cubicBezTo>
                    <a:cubicBezTo>
                      <a:pt x="5659" y="7697"/>
                      <a:pt x="5475" y="7702"/>
                      <a:pt x="5279" y="7708"/>
                    </a:cubicBezTo>
                    <a:cubicBezTo>
                      <a:pt x="5110" y="7717"/>
                      <a:pt x="4949" y="7731"/>
                      <a:pt x="4782" y="7731"/>
                    </a:cubicBezTo>
                    <a:cubicBezTo>
                      <a:pt x="4756" y="7731"/>
                      <a:pt x="4730" y="7730"/>
                      <a:pt x="4703" y="7730"/>
                    </a:cubicBezTo>
                    <a:cubicBezTo>
                      <a:pt x="4681" y="7728"/>
                      <a:pt x="4659" y="7728"/>
                      <a:pt x="4638" y="7728"/>
                    </a:cubicBezTo>
                    <a:cubicBezTo>
                      <a:pt x="4572" y="7728"/>
                      <a:pt x="4507" y="7734"/>
                      <a:pt x="4442" y="7746"/>
                    </a:cubicBezTo>
                    <a:cubicBezTo>
                      <a:pt x="4371" y="7753"/>
                      <a:pt x="4303" y="7757"/>
                      <a:pt x="4234" y="7757"/>
                    </a:cubicBezTo>
                    <a:cubicBezTo>
                      <a:pt x="4191" y="7757"/>
                      <a:pt x="4148" y="7756"/>
                      <a:pt x="4105" y="7751"/>
                    </a:cubicBezTo>
                    <a:cubicBezTo>
                      <a:pt x="3904" y="7751"/>
                      <a:pt x="3708" y="7762"/>
                      <a:pt x="3507" y="7773"/>
                    </a:cubicBezTo>
                    <a:cubicBezTo>
                      <a:pt x="3306" y="7784"/>
                      <a:pt x="3110" y="7768"/>
                      <a:pt x="2909" y="7795"/>
                    </a:cubicBezTo>
                    <a:cubicBezTo>
                      <a:pt x="2800" y="7811"/>
                      <a:pt x="2697" y="7827"/>
                      <a:pt x="2588" y="7844"/>
                    </a:cubicBezTo>
                    <a:cubicBezTo>
                      <a:pt x="2511" y="7848"/>
                      <a:pt x="2435" y="7851"/>
                      <a:pt x="2356" y="7851"/>
                    </a:cubicBezTo>
                    <a:cubicBezTo>
                      <a:pt x="2323" y="7851"/>
                      <a:pt x="2290" y="7851"/>
                      <a:pt x="2257" y="7849"/>
                    </a:cubicBezTo>
                    <a:cubicBezTo>
                      <a:pt x="2177" y="7849"/>
                      <a:pt x="2094" y="7861"/>
                      <a:pt x="2011" y="7861"/>
                    </a:cubicBezTo>
                    <a:cubicBezTo>
                      <a:pt x="1997" y="7861"/>
                      <a:pt x="1983" y="7861"/>
                      <a:pt x="1969" y="7860"/>
                    </a:cubicBezTo>
                    <a:lnTo>
                      <a:pt x="1941" y="7860"/>
                    </a:lnTo>
                    <a:cubicBezTo>
                      <a:pt x="1947" y="7784"/>
                      <a:pt x="1941" y="7708"/>
                      <a:pt x="1914" y="7637"/>
                    </a:cubicBezTo>
                    <a:cubicBezTo>
                      <a:pt x="1838" y="7344"/>
                      <a:pt x="1773" y="7039"/>
                      <a:pt x="1729" y="6740"/>
                    </a:cubicBezTo>
                    <a:cubicBezTo>
                      <a:pt x="1713" y="6604"/>
                      <a:pt x="1670" y="6479"/>
                      <a:pt x="1648" y="6349"/>
                    </a:cubicBezTo>
                    <a:cubicBezTo>
                      <a:pt x="1615" y="6191"/>
                      <a:pt x="1588" y="6039"/>
                      <a:pt x="1566" y="5887"/>
                    </a:cubicBezTo>
                    <a:cubicBezTo>
                      <a:pt x="1523" y="5615"/>
                      <a:pt x="1490" y="5343"/>
                      <a:pt x="1458" y="5072"/>
                    </a:cubicBezTo>
                    <a:cubicBezTo>
                      <a:pt x="1425" y="4800"/>
                      <a:pt x="1354" y="4517"/>
                      <a:pt x="1327" y="4240"/>
                    </a:cubicBezTo>
                    <a:cubicBezTo>
                      <a:pt x="1295" y="3925"/>
                      <a:pt x="1208" y="3615"/>
                      <a:pt x="1170" y="3294"/>
                    </a:cubicBezTo>
                    <a:cubicBezTo>
                      <a:pt x="1153" y="3147"/>
                      <a:pt x="1153" y="2990"/>
                      <a:pt x="1142" y="2843"/>
                    </a:cubicBezTo>
                    <a:cubicBezTo>
                      <a:pt x="1126" y="2691"/>
                      <a:pt x="1110" y="2522"/>
                      <a:pt x="1099" y="2365"/>
                    </a:cubicBezTo>
                    <a:cubicBezTo>
                      <a:pt x="1088" y="2207"/>
                      <a:pt x="1066" y="2044"/>
                      <a:pt x="1072" y="1886"/>
                    </a:cubicBezTo>
                    <a:cubicBezTo>
                      <a:pt x="1072" y="1701"/>
                      <a:pt x="1093" y="1517"/>
                      <a:pt x="1093" y="1337"/>
                    </a:cubicBezTo>
                    <a:cubicBezTo>
                      <a:pt x="1093" y="1152"/>
                      <a:pt x="1072" y="984"/>
                      <a:pt x="1061" y="810"/>
                    </a:cubicBezTo>
                    <a:cubicBezTo>
                      <a:pt x="1055" y="739"/>
                      <a:pt x="1039" y="663"/>
                      <a:pt x="1023" y="592"/>
                    </a:cubicBezTo>
                    <a:cubicBezTo>
                      <a:pt x="1055" y="592"/>
                      <a:pt x="1088" y="587"/>
                      <a:pt x="1121" y="576"/>
                    </a:cubicBezTo>
                    <a:cubicBezTo>
                      <a:pt x="1180" y="565"/>
                      <a:pt x="1235" y="538"/>
                      <a:pt x="1295" y="522"/>
                    </a:cubicBezTo>
                    <a:cubicBezTo>
                      <a:pt x="1413" y="489"/>
                      <a:pt x="1534" y="486"/>
                      <a:pt x="1655" y="486"/>
                    </a:cubicBezTo>
                    <a:cubicBezTo>
                      <a:pt x="1690" y="486"/>
                      <a:pt x="1724" y="486"/>
                      <a:pt x="1758" y="486"/>
                    </a:cubicBezTo>
                    <a:cubicBezTo>
                      <a:pt x="1825" y="486"/>
                      <a:pt x="1892" y="485"/>
                      <a:pt x="1958" y="478"/>
                    </a:cubicBezTo>
                    <a:cubicBezTo>
                      <a:pt x="2072" y="467"/>
                      <a:pt x="2186" y="451"/>
                      <a:pt x="2295" y="446"/>
                    </a:cubicBezTo>
                    <a:cubicBezTo>
                      <a:pt x="2321" y="444"/>
                      <a:pt x="2347" y="444"/>
                      <a:pt x="2375" y="444"/>
                    </a:cubicBezTo>
                    <a:cubicBezTo>
                      <a:pt x="2423" y="444"/>
                      <a:pt x="2474" y="445"/>
                      <a:pt x="2525" y="445"/>
                    </a:cubicBezTo>
                    <a:cubicBezTo>
                      <a:pt x="2571" y="445"/>
                      <a:pt x="2618" y="444"/>
                      <a:pt x="2664" y="440"/>
                    </a:cubicBezTo>
                    <a:cubicBezTo>
                      <a:pt x="2851" y="413"/>
                      <a:pt x="3042" y="401"/>
                      <a:pt x="3233" y="401"/>
                    </a:cubicBezTo>
                    <a:cubicBezTo>
                      <a:pt x="3270" y="401"/>
                      <a:pt x="3307" y="401"/>
                      <a:pt x="3344" y="402"/>
                    </a:cubicBezTo>
                    <a:cubicBezTo>
                      <a:pt x="3401" y="405"/>
                      <a:pt x="3457" y="406"/>
                      <a:pt x="3512" y="406"/>
                    </a:cubicBezTo>
                    <a:cubicBezTo>
                      <a:pt x="3568" y="406"/>
                      <a:pt x="3624" y="405"/>
                      <a:pt x="3681" y="402"/>
                    </a:cubicBezTo>
                    <a:cubicBezTo>
                      <a:pt x="3784" y="391"/>
                      <a:pt x="3893" y="391"/>
                      <a:pt x="3996" y="380"/>
                    </a:cubicBezTo>
                    <a:cubicBezTo>
                      <a:pt x="4105" y="370"/>
                      <a:pt x="4208" y="364"/>
                      <a:pt x="4317" y="364"/>
                    </a:cubicBezTo>
                    <a:cubicBezTo>
                      <a:pt x="4442" y="364"/>
                      <a:pt x="4567" y="353"/>
                      <a:pt x="4692" y="332"/>
                    </a:cubicBezTo>
                    <a:cubicBezTo>
                      <a:pt x="4767" y="320"/>
                      <a:pt x="4843" y="316"/>
                      <a:pt x="4919" y="316"/>
                    </a:cubicBezTo>
                    <a:cubicBezTo>
                      <a:pt x="5017" y="316"/>
                      <a:pt x="5115" y="322"/>
                      <a:pt x="5213" y="322"/>
                    </a:cubicBezTo>
                    <a:cubicBezTo>
                      <a:pt x="5282" y="322"/>
                      <a:pt x="5351" y="319"/>
                      <a:pt x="5420" y="310"/>
                    </a:cubicBezTo>
                    <a:cubicBezTo>
                      <a:pt x="5514" y="297"/>
                      <a:pt x="5606" y="293"/>
                      <a:pt x="5697" y="293"/>
                    </a:cubicBezTo>
                    <a:cubicBezTo>
                      <a:pt x="5816" y="293"/>
                      <a:pt x="5935" y="300"/>
                      <a:pt x="6054" y="300"/>
                    </a:cubicBezTo>
                    <a:cubicBezTo>
                      <a:pt x="6076" y="300"/>
                      <a:pt x="6099" y="299"/>
                      <a:pt x="6122" y="299"/>
                    </a:cubicBezTo>
                    <a:cubicBezTo>
                      <a:pt x="6215" y="299"/>
                      <a:pt x="6300" y="276"/>
                      <a:pt x="6393" y="276"/>
                    </a:cubicBezTo>
                    <a:close/>
                    <a:moveTo>
                      <a:pt x="909" y="647"/>
                    </a:moveTo>
                    <a:cubicBezTo>
                      <a:pt x="909" y="690"/>
                      <a:pt x="909" y="734"/>
                      <a:pt x="914" y="783"/>
                    </a:cubicBezTo>
                    <a:cubicBezTo>
                      <a:pt x="919" y="924"/>
                      <a:pt x="925" y="1071"/>
                      <a:pt x="930" y="1212"/>
                    </a:cubicBezTo>
                    <a:cubicBezTo>
                      <a:pt x="936" y="1522"/>
                      <a:pt x="865" y="1837"/>
                      <a:pt x="903" y="2142"/>
                    </a:cubicBezTo>
                    <a:cubicBezTo>
                      <a:pt x="941" y="2430"/>
                      <a:pt x="958" y="2723"/>
                      <a:pt x="985" y="3011"/>
                    </a:cubicBezTo>
                    <a:cubicBezTo>
                      <a:pt x="996" y="3142"/>
                      <a:pt x="990" y="3272"/>
                      <a:pt x="1012" y="3403"/>
                    </a:cubicBezTo>
                    <a:cubicBezTo>
                      <a:pt x="1039" y="3560"/>
                      <a:pt x="1061" y="3718"/>
                      <a:pt x="1093" y="3876"/>
                    </a:cubicBezTo>
                    <a:cubicBezTo>
                      <a:pt x="1148" y="4158"/>
                      <a:pt x="1180" y="4446"/>
                      <a:pt x="1224" y="4729"/>
                    </a:cubicBezTo>
                    <a:cubicBezTo>
                      <a:pt x="1246" y="4865"/>
                      <a:pt x="1278" y="5006"/>
                      <a:pt x="1295" y="5148"/>
                    </a:cubicBezTo>
                    <a:cubicBezTo>
                      <a:pt x="1305" y="5273"/>
                      <a:pt x="1316" y="5398"/>
                      <a:pt x="1343" y="5523"/>
                    </a:cubicBezTo>
                    <a:cubicBezTo>
                      <a:pt x="1392" y="5784"/>
                      <a:pt x="1409" y="6050"/>
                      <a:pt x="1463" y="6316"/>
                    </a:cubicBezTo>
                    <a:cubicBezTo>
                      <a:pt x="1523" y="6599"/>
                      <a:pt x="1588" y="6882"/>
                      <a:pt x="1637" y="7164"/>
                    </a:cubicBezTo>
                    <a:cubicBezTo>
                      <a:pt x="1664" y="7327"/>
                      <a:pt x="1702" y="7490"/>
                      <a:pt x="1740" y="7648"/>
                    </a:cubicBezTo>
                    <a:cubicBezTo>
                      <a:pt x="1757" y="7708"/>
                      <a:pt x="1795" y="7795"/>
                      <a:pt x="1767" y="7849"/>
                    </a:cubicBezTo>
                    <a:cubicBezTo>
                      <a:pt x="1729" y="7904"/>
                      <a:pt x="1691" y="7953"/>
                      <a:pt x="1648" y="8001"/>
                    </a:cubicBezTo>
                    <a:cubicBezTo>
                      <a:pt x="1604" y="8061"/>
                      <a:pt x="1583" y="8137"/>
                      <a:pt x="1545" y="8197"/>
                    </a:cubicBezTo>
                    <a:cubicBezTo>
                      <a:pt x="1507" y="8262"/>
                      <a:pt x="1458" y="8311"/>
                      <a:pt x="1425" y="8371"/>
                    </a:cubicBezTo>
                    <a:cubicBezTo>
                      <a:pt x="1387" y="8431"/>
                      <a:pt x="1354" y="8507"/>
                      <a:pt x="1305" y="8567"/>
                    </a:cubicBezTo>
                    <a:lnTo>
                      <a:pt x="1311" y="8567"/>
                    </a:lnTo>
                    <a:cubicBezTo>
                      <a:pt x="1295" y="8589"/>
                      <a:pt x="1289" y="8605"/>
                      <a:pt x="1284" y="8621"/>
                    </a:cubicBezTo>
                    <a:cubicBezTo>
                      <a:pt x="1267" y="8616"/>
                      <a:pt x="1256" y="8605"/>
                      <a:pt x="1246" y="8594"/>
                    </a:cubicBezTo>
                    <a:cubicBezTo>
                      <a:pt x="1246" y="8578"/>
                      <a:pt x="1246" y="8567"/>
                      <a:pt x="1246" y="8556"/>
                    </a:cubicBezTo>
                    <a:cubicBezTo>
                      <a:pt x="1213" y="8300"/>
                      <a:pt x="1131" y="8056"/>
                      <a:pt x="1077" y="7806"/>
                    </a:cubicBezTo>
                    <a:cubicBezTo>
                      <a:pt x="1017" y="7529"/>
                      <a:pt x="968" y="7246"/>
                      <a:pt x="909" y="6963"/>
                    </a:cubicBezTo>
                    <a:cubicBezTo>
                      <a:pt x="854" y="6697"/>
                      <a:pt x="805" y="6430"/>
                      <a:pt x="762" y="6164"/>
                    </a:cubicBezTo>
                    <a:cubicBezTo>
                      <a:pt x="707" y="5871"/>
                      <a:pt x="675" y="5583"/>
                      <a:pt x="664" y="5284"/>
                    </a:cubicBezTo>
                    <a:cubicBezTo>
                      <a:pt x="653" y="5012"/>
                      <a:pt x="626" y="4735"/>
                      <a:pt x="582" y="4463"/>
                    </a:cubicBezTo>
                    <a:cubicBezTo>
                      <a:pt x="544" y="4191"/>
                      <a:pt x="485" y="3919"/>
                      <a:pt x="441" y="3647"/>
                    </a:cubicBezTo>
                    <a:cubicBezTo>
                      <a:pt x="387" y="3386"/>
                      <a:pt x="349" y="3120"/>
                      <a:pt x="332" y="2854"/>
                    </a:cubicBezTo>
                    <a:cubicBezTo>
                      <a:pt x="327" y="2729"/>
                      <a:pt x="322" y="2609"/>
                      <a:pt x="305" y="2484"/>
                    </a:cubicBezTo>
                    <a:cubicBezTo>
                      <a:pt x="294" y="2430"/>
                      <a:pt x="283" y="2370"/>
                      <a:pt x="267" y="2316"/>
                    </a:cubicBezTo>
                    <a:cubicBezTo>
                      <a:pt x="251" y="2267"/>
                      <a:pt x="186" y="2191"/>
                      <a:pt x="191" y="2142"/>
                    </a:cubicBezTo>
                    <a:cubicBezTo>
                      <a:pt x="202" y="2087"/>
                      <a:pt x="224" y="2033"/>
                      <a:pt x="262" y="1989"/>
                    </a:cubicBezTo>
                    <a:cubicBezTo>
                      <a:pt x="289" y="1930"/>
                      <a:pt x="311" y="1875"/>
                      <a:pt x="338" y="1816"/>
                    </a:cubicBezTo>
                    <a:cubicBezTo>
                      <a:pt x="387" y="1701"/>
                      <a:pt x="436" y="1582"/>
                      <a:pt x="495" y="1468"/>
                    </a:cubicBezTo>
                    <a:cubicBezTo>
                      <a:pt x="566" y="1337"/>
                      <a:pt x="610" y="1201"/>
                      <a:pt x="675" y="1065"/>
                    </a:cubicBezTo>
                    <a:cubicBezTo>
                      <a:pt x="697" y="1022"/>
                      <a:pt x="713" y="973"/>
                      <a:pt x="735" y="919"/>
                    </a:cubicBezTo>
                    <a:cubicBezTo>
                      <a:pt x="767" y="870"/>
                      <a:pt x="800" y="826"/>
                      <a:pt x="833" y="777"/>
                    </a:cubicBezTo>
                    <a:cubicBezTo>
                      <a:pt x="860" y="739"/>
                      <a:pt x="881" y="701"/>
                      <a:pt x="903" y="669"/>
                    </a:cubicBezTo>
                    <a:cubicBezTo>
                      <a:pt x="903" y="663"/>
                      <a:pt x="909" y="658"/>
                      <a:pt x="909" y="647"/>
                    </a:cubicBezTo>
                    <a:close/>
                    <a:moveTo>
                      <a:pt x="7421" y="7724"/>
                    </a:moveTo>
                    <a:cubicBezTo>
                      <a:pt x="7410" y="7762"/>
                      <a:pt x="7388" y="7800"/>
                      <a:pt x="7366" y="7833"/>
                    </a:cubicBezTo>
                    <a:lnTo>
                      <a:pt x="7372" y="7838"/>
                    </a:lnTo>
                    <a:cubicBezTo>
                      <a:pt x="7323" y="7882"/>
                      <a:pt x="7274" y="7920"/>
                      <a:pt x="7220" y="7958"/>
                    </a:cubicBezTo>
                    <a:cubicBezTo>
                      <a:pt x="7187" y="7991"/>
                      <a:pt x="7160" y="8029"/>
                      <a:pt x="7138" y="8072"/>
                    </a:cubicBezTo>
                    <a:cubicBezTo>
                      <a:pt x="7111" y="8110"/>
                      <a:pt x="7084" y="8143"/>
                      <a:pt x="7051" y="8175"/>
                    </a:cubicBezTo>
                    <a:cubicBezTo>
                      <a:pt x="6975" y="8262"/>
                      <a:pt x="6877" y="8322"/>
                      <a:pt x="6763" y="8344"/>
                    </a:cubicBezTo>
                    <a:cubicBezTo>
                      <a:pt x="6654" y="8360"/>
                      <a:pt x="6551" y="8404"/>
                      <a:pt x="6442" y="8420"/>
                    </a:cubicBezTo>
                    <a:cubicBezTo>
                      <a:pt x="6312" y="8442"/>
                      <a:pt x="6176" y="8458"/>
                      <a:pt x="6045" y="8474"/>
                    </a:cubicBezTo>
                    <a:cubicBezTo>
                      <a:pt x="5812" y="8507"/>
                      <a:pt x="5578" y="8529"/>
                      <a:pt x="5344" y="8561"/>
                    </a:cubicBezTo>
                    <a:cubicBezTo>
                      <a:pt x="5094" y="8594"/>
                      <a:pt x="4844" y="8594"/>
                      <a:pt x="4589" y="8627"/>
                    </a:cubicBezTo>
                    <a:cubicBezTo>
                      <a:pt x="4502" y="8638"/>
                      <a:pt x="4418" y="8641"/>
                      <a:pt x="4334" y="8641"/>
                    </a:cubicBezTo>
                    <a:cubicBezTo>
                      <a:pt x="4250" y="8641"/>
                      <a:pt x="4166" y="8638"/>
                      <a:pt x="4082" y="8638"/>
                    </a:cubicBezTo>
                    <a:cubicBezTo>
                      <a:pt x="4009" y="8638"/>
                      <a:pt x="3935" y="8640"/>
                      <a:pt x="3860" y="8648"/>
                    </a:cubicBezTo>
                    <a:cubicBezTo>
                      <a:pt x="3683" y="8663"/>
                      <a:pt x="3505" y="8670"/>
                      <a:pt x="3328" y="8670"/>
                    </a:cubicBezTo>
                    <a:cubicBezTo>
                      <a:pt x="3239" y="8670"/>
                      <a:pt x="3150" y="8668"/>
                      <a:pt x="3061" y="8665"/>
                    </a:cubicBezTo>
                    <a:lnTo>
                      <a:pt x="1800" y="8665"/>
                    </a:lnTo>
                    <a:cubicBezTo>
                      <a:pt x="1686" y="8665"/>
                      <a:pt x="1572" y="8648"/>
                      <a:pt x="1458" y="8648"/>
                    </a:cubicBezTo>
                    <a:lnTo>
                      <a:pt x="1468" y="8632"/>
                    </a:lnTo>
                    <a:cubicBezTo>
                      <a:pt x="1507" y="8578"/>
                      <a:pt x="1539" y="8518"/>
                      <a:pt x="1566" y="8458"/>
                    </a:cubicBezTo>
                    <a:cubicBezTo>
                      <a:pt x="1599" y="8393"/>
                      <a:pt x="1648" y="8344"/>
                      <a:pt x="1686" y="8284"/>
                    </a:cubicBezTo>
                    <a:cubicBezTo>
                      <a:pt x="1719" y="8224"/>
                      <a:pt x="1746" y="8159"/>
                      <a:pt x="1784" y="8105"/>
                    </a:cubicBezTo>
                    <a:cubicBezTo>
                      <a:pt x="1816" y="8045"/>
                      <a:pt x="1854" y="8012"/>
                      <a:pt x="1892" y="7963"/>
                    </a:cubicBezTo>
                    <a:cubicBezTo>
                      <a:pt x="1936" y="7980"/>
                      <a:pt x="1979" y="7991"/>
                      <a:pt x="2028" y="8001"/>
                    </a:cubicBezTo>
                    <a:cubicBezTo>
                      <a:pt x="2132" y="8007"/>
                      <a:pt x="2230" y="8007"/>
                      <a:pt x="2338" y="8012"/>
                    </a:cubicBezTo>
                    <a:cubicBezTo>
                      <a:pt x="2512" y="8012"/>
                      <a:pt x="2692" y="7996"/>
                      <a:pt x="2865" y="7969"/>
                    </a:cubicBezTo>
                    <a:cubicBezTo>
                      <a:pt x="3035" y="7955"/>
                      <a:pt x="3202" y="7946"/>
                      <a:pt x="3370" y="7946"/>
                    </a:cubicBezTo>
                    <a:cubicBezTo>
                      <a:pt x="3407" y="7946"/>
                      <a:pt x="3443" y="7946"/>
                      <a:pt x="3480" y="7947"/>
                    </a:cubicBezTo>
                    <a:cubicBezTo>
                      <a:pt x="3578" y="7942"/>
                      <a:pt x="3670" y="7925"/>
                      <a:pt x="3768" y="7920"/>
                    </a:cubicBezTo>
                    <a:cubicBezTo>
                      <a:pt x="3877" y="7920"/>
                      <a:pt x="3991" y="7920"/>
                      <a:pt x="4099" y="7925"/>
                    </a:cubicBezTo>
                    <a:cubicBezTo>
                      <a:pt x="4146" y="7928"/>
                      <a:pt x="4193" y="7929"/>
                      <a:pt x="4241" y="7929"/>
                    </a:cubicBezTo>
                    <a:cubicBezTo>
                      <a:pt x="4288" y="7929"/>
                      <a:pt x="4336" y="7928"/>
                      <a:pt x="4382" y="7925"/>
                    </a:cubicBezTo>
                    <a:cubicBezTo>
                      <a:pt x="4480" y="7909"/>
                      <a:pt x="4578" y="7904"/>
                      <a:pt x="4676" y="7904"/>
                    </a:cubicBezTo>
                    <a:cubicBezTo>
                      <a:pt x="4860" y="7904"/>
                      <a:pt x="5045" y="7893"/>
                      <a:pt x="5230" y="7882"/>
                    </a:cubicBezTo>
                    <a:cubicBezTo>
                      <a:pt x="5431" y="7871"/>
                      <a:pt x="5632" y="7871"/>
                      <a:pt x="5828" y="7844"/>
                    </a:cubicBezTo>
                    <a:cubicBezTo>
                      <a:pt x="5920" y="7833"/>
                      <a:pt x="6018" y="7827"/>
                      <a:pt x="6111" y="7822"/>
                    </a:cubicBezTo>
                    <a:cubicBezTo>
                      <a:pt x="6203" y="7811"/>
                      <a:pt x="6306" y="7822"/>
                      <a:pt x="6404" y="7806"/>
                    </a:cubicBezTo>
                    <a:cubicBezTo>
                      <a:pt x="6488" y="7798"/>
                      <a:pt x="6568" y="7793"/>
                      <a:pt x="6648" y="7793"/>
                    </a:cubicBezTo>
                    <a:cubicBezTo>
                      <a:pt x="6678" y="7793"/>
                      <a:pt x="6707" y="7793"/>
                      <a:pt x="6736" y="7795"/>
                    </a:cubicBezTo>
                    <a:cubicBezTo>
                      <a:pt x="6839" y="7789"/>
                      <a:pt x="6942" y="7784"/>
                      <a:pt x="7040" y="7773"/>
                    </a:cubicBezTo>
                    <a:cubicBezTo>
                      <a:pt x="7138" y="7768"/>
                      <a:pt x="7230" y="7751"/>
                      <a:pt x="7328" y="7735"/>
                    </a:cubicBezTo>
                    <a:cubicBezTo>
                      <a:pt x="7361" y="7730"/>
                      <a:pt x="7394" y="7724"/>
                      <a:pt x="7421" y="7724"/>
                    </a:cubicBezTo>
                    <a:close/>
                    <a:moveTo>
                      <a:pt x="6376" y="1"/>
                    </a:moveTo>
                    <a:cubicBezTo>
                      <a:pt x="6313" y="1"/>
                      <a:pt x="6250" y="7"/>
                      <a:pt x="6187" y="16"/>
                    </a:cubicBezTo>
                    <a:cubicBezTo>
                      <a:pt x="6109" y="23"/>
                      <a:pt x="6034" y="28"/>
                      <a:pt x="5959" y="28"/>
                    </a:cubicBezTo>
                    <a:cubicBezTo>
                      <a:pt x="5912" y="28"/>
                      <a:pt x="5865" y="26"/>
                      <a:pt x="5817" y="22"/>
                    </a:cubicBezTo>
                    <a:cubicBezTo>
                      <a:pt x="5763" y="19"/>
                      <a:pt x="5708" y="18"/>
                      <a:pt x="5654" y="18"/>
                    </a:cubicBezTo>
                    <a:cubicBezTo>
                      <a:pt x="5600" y="18"/>
                      <a:pt x="5545" y="19"/>
                      <a:pt x="5491" y="22"/>
                    </a:cubicBezTo>
                    <a:cubicBezTo>
                      <a:pt x="5361" y="38"/>
                      <a:pt x="5219" y="49"/>
                      <a:pt x="5083" y="49"/>
                    </a:cubicBezTo>
                    <a:cubicBezTo>
                      <a:pt x="5034" y="47"/>
                      <a:pt x="4983" y="45"/>
                      <a:pt x="4932" y="45"/>
                    </a:cubicBezTo>
                    <a:cubicBezTo>
                      <a:pt x="4860" y="45"/>
                      <a:pt x="4787" y="48"/>
                      <a:pt x="4714" y="54"/>
                    </a:cubicBezTo>
                    <a:cubicBezTo>
                      <a:pt x="4589" y="76"/>
                      <a:pt x="4464" y="92"/>
                      <a:pt x="4339" y="92"/>
                    </a:cubicBezTo>
                    <a:cubicBezTo>
                      <a:pt x="4110" y="98"/>
                      <a:pt x="3882" y="109"/>
                      <a:pt x="3659" y="136"/>
                    </a:cubicBezTo>
                    <a:cubicBezTo>
                      <a:pt x="3574" y="144"/>
                      <a:pt x="3490" y="145"/>
                      <a:pt x="3406" y="145"/>
                    </a:cubicBezTo>
                    <a:cubicBezTo>
                      <a:pt x="3350" y="145"/>
                      <a:pt x="3295" y="144"/>
                      <a:pt x="3239" y="144"/>
                    </a:cubicBezTo>
                    <a:cubicBezTo>
                      <a:pt x="3143" y="144"/>
                      <a:pt x="3048" y="146"/>
                      <a:pt x="2952" y="158"/>
                    </a:cubicBezTo>
                    <a:cubicBezTo>
                      <a:pt x="2917" y="163"/>
                      <a:pt x="2882" y="163"/>
                      <a:pt x="2846" y="163"/>
                    </a:cubicBezTo>
                    <a:cubicBezTo>
                      <a:pt x="2811" y="163"/>
                      <a:pt x="2776" y="163"/>
                      <a:pt x="2740" y="168"/>
                    </a:cubicBezTo>
                    <a:cubicBezTo>
                      <a:pt x="2670" y="179"/>
                      <a:pt x="2610" y="190"/>
                      <a:pt x="2539" y="190"/>
                    </a:cubicBezTo>
                    <a:cubicBezTo>
                      <a:pt x="2403" y="190"/>
                      <a:pt x="2268" y="196"/>
                      <a:pt x="2132" y="212"/>
                    </a:cubicBezTo>
                    <a:cubicBezTo>
                      <a:pt x="1996" y="223"/>
                      <a:pt x="1849" y="234"/>
                      <a:pt x="1702" y="245"/>
                    </a:cubicBezTo>
                    <a:cubicBezTo>
                      <a:pt x="1583" y="255"/>
                      <a:pt x="1468" y="277"/>
                      <a:pt x="1354" y="304"/>
                    </a:cubicBezTo>
                    <a:cubicBezTo>
                      <a:pt x="1289" y="315"/>
                      <a:pt x="1229" y="332"/>
                      <a:pt x="1175" y="353"/>
                    </a:cubicBezTo>
                    <a:cubicBezTo>
                      <a:pt x="1115" y="386"/>
                      <a:pt x="1050" y="413"/>
                      <a:pt x="985" y="435"/>
                    </a:cubicBezTo>
                    <a:lnTo>
                      <a:pt x="979" y="435"/>
                    </a:lnTo>
                    <a:lnTo>
                      <a:pt x="979" y="419"/>
                    </a:lnTo>
                    <a:cubicBezTo>
                      <a:pt x="977" y="405"/>
                      <a:pt x="966" y="399"/>
                      <a:pt x="954" y="399"/>
                    </a:cubicBezTo>
                    <a:cubicBezTo>
                      <a:pt x="938" y="399"/>
                      <a:pt x="919" y="410"/>
                      <a:pt x="919" y="429"/>
                    </a:cubicBezTo>
                    <a:cubicBezTo>
                      <a:pt x="919" y="429"/>
                      <a:pt x="919" y="435"/>
                      <a:pt x="919" y="435"/>
                    </a:cubicBezTo>
                    <a:cubicBezTo>
                      <a:pt x="898" y="435"/>
                      <a:pt x="876" y="446"/>
                      <a:pt x="854" y="457"/>
                    </a:cubicBezTo>
                    <a:cubicBezTo>
                      <a:pt x="822" y="484"/>
                      <a:pt x="800" y="522"/>
                      <a:pt x="784" y="560"/>
                    </a:cubicBezTo>
                    <a:lnTo>
                      <a:pt x="767" y="587"/>
                    </a:lnTo>
                    <a:cubicBezTo>
                      <a:pt x="724" y="631"/>
                      <a:pt x="686" y="685"/>
                      <a:pt x="664" y="745"/>
                    </a:cubicBezTo>
                    <a:cubicBezTo>
                      <a:pt x="642" y="777"/>
                      <a:pt x="621" y="810"/>
                      <a:pt x="599" y="848"/>
                    </a:cubicBezTo>
                    <a:cubicBezTo>
                      <a:pt x="572" y="891"/>
                      <a:pt x="544" y="935"/>
                      <a:pt x="528" y="984"/>
                    </a:cubicBezTo>
                    <a:cubicBezTo>
                      <a:pt x="523" y="1000"/>
                      <a:pt x="517" y="1016"/>
                      <a:pt x="517" y="1033"/>
                    </a:cubicBezTo>
                    <a:cubicBezTo>
                      <a:pt x="485" y="1093"/>
                      <a:pt x="452" y="1158"/>
                      <a:pt x="425" y="1223"/>
                    </a:cubicBezTo>
                    <a:cubicBezTo>
                      <a:pt x="376" y="1337"/>
                      <a:pt x="311" y="1440"/>
                      <a:pt x="267" y="1555"/>
                    </a:cubicBezTo>
                    <a:cubicBezTo>
                      <a:pt x="224" y="1669"/>
                      <a:pt x="169" y="1783"/>
                      <a:pt x="110" y="1892"/>
                    </a:cubicBezTo>
                    <a:cubicBezTo>
                      <a:pt x="50" y="1968"/>
                      <a:pt x="12" y="2060"/>
                      <a:pt x="1" y="2158"/>
                    </a:cubicBezTo>
                    <a:cubicBezTo>
                      <a:pt x="1" y="2201"/>
                      <a:pt x="12" y="2245"/>
                      <a:pt x="39" y="2283"/>
                    </a:cubicBezTo>
                    <a:cubicBezTo>
                      <a:pt x="66" y="2348"/>
                      <a:pt x="88" y="2413"/>
                      <a:pt x="99" y="2484"/>
                    </a:cubicBezTo>
                    <a:cubicBezTo>
                      <a:pt x="115" y="2620"/>
                      <a:pt x="120" y="2756"/>
                      <a:pt x="120" y="2892"/>
                    </a:cubicBezTo>
                    <a:cubicBezTo>
                      <a:pt x="131" y="3028"/>
                      <a:pt x="148" y="3164"/>
                      <a:pt x="164" y="3299"/>
                    </a:cubicBezTo>
                    <a:cubicBezTo>
                      <a:pt x="197" y="3582"/>
                      <a:pt x="245" y="3865"/>
                      <a:pt x="283" y="4147"/>
                    </a:cubicBezTo>
                    <a:cubicBezTo>
                      <a:pt x="300" y="4278"/>
                      <a:pt x="332" y="4403"/>
                      <a:pt x="349" y="4533"/>
                    </a:cubicBezTo>
                    <a:cubicBezTo>
                      <a:pt x="365" y="4680"/>
                      <a:pt x="381" y="4822"/>
                      <a:pt x="403" y="4968"/>
                    </a:cubicBezTo>
                    <a:cubicBezTo>
                      <a:pt x="425" y="5115"/>
                      <a:pt x="414" y="5267"/>
                      <a:pt x="425" y="5414"/>
                    </a:cubicBezTo>
                    <a:cubicBezTo>
                      <a:pt x="436" y="5572"/>
                      <a:pt x="447" y="5735"/>
                      <a:pt x="468" y="5887"/>
                    </a:cubicBezTo>
                    <a:cubicBezTo>
                      <a:pt x="501" y="6159"/>
                      <a:pt x="555" y="6430"/>
                      <a:pt x="593" y="6702"/>
                    </a:cubicBezTo>
                    <a:cubicBezTo>
                      <a:pt x="691" y="7338"/>
                      <a:pt x="816" y="7969"/>
                      <a:pt x="963" y="8594"/>
                    </a:cubicBezTo>
                    <a:cubicBezTo>
                      <a:pt x="968" y="8627"/>
                      <a:pt x="990" y="8659"/>
                      <a:pt x="1023" y="8675"/>
                    </a:cubicBezTo>
                    <a:cubicBezTo>
                      <a:pt x="1050" y="8757"/>
                      <a:pt x="1104" y="8828"/>
                      <a:pt x="1180" y="8871"/>
                    </a:cubicBezTo>
                    <a:cubicBezTo>
                      <a:pt x="1284" y="8926"/>
                      <a:pt x="1409" y="8904"/>
                      <a:pt x="1523" y="8920"/>
                    </a:cubicBezTo>
                    <a:cubicBezTo>
                      <a:pt x="1625" y="8932"/>
                      <a:pt x="1724" y="8938"/>
                      <a:pt x="1824" y="8938"/>
                    </a:cubicBezTo>
                    <a:cubicBezTo>
                      <a:pt x="1857" y="8938"/>
                      <a:pt x="1891" y="8938"/>
                      <a:pt x="1925" y="8936"/>
                    </a:cubicBezTo>
                    <a:cubicBezTo>
                      <a:pt x="2395" y="8936"/>
                      <a:pt x="2864" y="8943"/>
                      <a:pt x="3331" y="8943"/>
                    </a:cubicBezTo>
                    <a:cubicBezTo>
                      <a:pt x="3448" y="8943"/>
                      <a:pt x="3565" y="8943"/>
                      <a:pt x="3681" y="8942"/>
                    </a:cubicBezTo>
                    <a:cubicBezTo>
                      <a:pt x="3799" y="8942"/>
                      <a:pt x="3914" y="8919"/>
                      <a:pt x="4031" y="8919"/>
                    </a:cubicBezTo>
                    <a:cubicBezTo>
                      <a:pt x="4043" y="8919"/>
                      <a:pt x="4055" y="8920"/>
                      <a:pt x="4067" y="8920"/>
                    </a:cubicBezTo>
                    <a:cubicBezTo>
                      <a:pt x="4208" y="8920"/>
                      <a:pt x="4349" y="8920"/>
                      <a:pt x="4491" y="8909"/>
                    </a:cubicBezTo>
                    <a:cubicBezTo>
                      <a:pt x="4611" y="8904"/>
                      <a:pt x="4727" y="8876"/>
                      <a:pt x="4843" y="8876"/>
                    </a:cubicBezTo>
                    <a:cubicBezTo>
                      <a:pt x="4852" y="8876"/>
                      <a:pt x="4862" y="8876"/>
                      <a:pt x="4871" y="8877"/>
                    </a:cubicBezTo>
                    <a:cubicBezTo>
                      <a:pt x="4937" y="8871"/>
                      <a:pt x="4996" y="8866"/>
                      <a:pt x="5062" y="8855"/>
                    </a:cubicBezTo>
                    <a:cubicBezTo>
                      <a:pt x="5132" y="8844"/>
                      <a:pt x="5208" y="8849"/>
                      <a:pt x="5279" y="8844"/>
                    </a:cubicBezTo>
                    <a:cubicBezTo>
                      <a:pt x="5409" y="8828"/>
                      <a:pt x="5534" y="8806"/>
                      <a:pt x="5665" y="8790"/>
                    </a:cubicBezTo>
                    <a:cubicBezTo>
                      <a:pt x="5795" y="8779"/>
                      <a:pt x="5904" y="8768"/>
                      <a:pt x="6024" y="8752"/>
                    </a:cubicBezTo>
                    <a:cubicBezTo>
                      <a:pt x="6160" y="8735"/>
                      <a:pt x="6290" y="8714"/>
                      <a:pt x="6421" y="8697"/>
                    </a:cubicBezTo>
                    <a:cubicBezTo>
                      <a:pt x="6556" y="8681"/>
                      <a:pt x="6681" y="8632"/>
                      <a:pt x="6817" y="8610"/>
                    </a:cubicBezTo>
                    <a:cubicBezTo>
                      <a:pt x="6948" y="8589"/>
                      <a:pt x="7067" y="8534"/>
                      <a:pt x="7160" y="8447"/>
                    </a:cubicBezTo>
                    <a:cubicBezTo>
                      <a:pt x="7209" y="8404"/>
                      <a:pt x="7258" y="8360"/>
                      <a:pt x="7301" y="8311"/>
                    </a:cubicBezTo>
                    <a:cubicBezTo>
                      <a:pt x="7334" y="8268"/>
                      <a:pt x="7361" y="8224"/>
                      <a:pt x="7388" y="8175"/>
                    </a:cubicBezTo>
                    <a:cubicBezTo>
                      <a:pt x="7432" y="8121"/>
                      <a:pt x="7508" y="8083"/>
                      <a:pt x="7557" y="8029"/>
                    </a:cubicBezTo>
                    <a:cubicBezTo>
                      <a:pt x="7595" y="7991"/>
                      <a:pt x="7622" y="7947"/>
                      <a:pt x="7644" y="7893"/>
                    </a:cubicBezTo>
                    <a:cubicBezTo>
                      <a:pt x="7671" y="7833"/>
                      <a:pt x="7709" y="7779"/>
                      <a:pt x="7752" y="7724"/>
                    </a:cubicBezTo>
                    <a:cubicBezTo>
                      <a:pt x="7769" y="7702"/>
                      <a:pt x="7779" y="7681"/>
                      <a:pt x="7796" y="7659"/>
                    </a:cubicBezTo>
                    <a:cubicBezTo>
                      <a:pt x="7823" y="7632"/>
                      <a:pt x="7834" y="7594"/>
                      <a:pt x="7834" y="7561"/>
                    </a:cubicBezTo>
                    <a:lnTo>
                      <a:pt x="7834" y="7556"/>
                    </a:lnTo>
                    <a:cubicBezTo>
                      <a:pt x="7834" y="7545"/>
                      <a:pt x="7839" y="7534"/>
                      <a:pt x="7839" y="7523"/>
                    </a:cubicBezTo>
                    <a:cubicBezTo>
                      <a:pt x="7850" y="7490"/>
                      <a:pt x="7845" y="7463"/>
                      <a:pt x="7828" y="7436"/>
                    </a:cubicBezTo>
                    <a:lnTo>
                      <a:pt x="7834" y="7425"/>
                    </a:lnTo>
                    <a:cubicBezTo>
                      <a:pt x="7823" y="7235"/>
                      <a:pt x="7796" y="7045"/>
                      <a:pt x="7785" y="6854"/>
                    </a:cubicBezTo>
                    <a:cubicBezTo>
                      <a:pt x="7779" y="6729"/>
                      <a:pt x="7779" y="6610"/>
                      <a:pt x="7763" y="6490"/>
                    </a:cubicBezTo>
                    <a:cubicBezTo>
                      <a:pt x="7747" y="6371"/>
                      <a:pt x="7747" y="6251"/>
                      <a:pt x="7736" y="6137"/>
                    </a:cubicBezTo>
                    <a:cubicBezTo>
                      <a:pt x="7725" y="6077"/>
                      <a:pt x="7709" y="6023"/>
                      <a:pt x="7698" y="5968"/>
                    </a:cubicBezTo>
                    <a:cubicBezTo>
                      <a:pt x="7692" y="5909"/>
                      <a:pt x="7698" y="5871"/>
                      <a:pt x="7692" y="5816"/>
                    </a:cubicBezTo>
                    <a:cubicBezTo>
                      <a:pt x="7676" y="5680"/>
                      <a:pt x="7654" y="5550"/>
                      <a:pt x="7638" y="5414"/>
                    </a:cubicBezTo>
                    <a:cubicBezTo>
                      <a:pt x="7616" y="5169"/>
                      <a:pt x="7573" y="4930"/>
                      <a:pt x="7551" y="4686"/>
                    </a:cubicBezTo>
                    <a:cubicBezTo>
                      <a:pt x="7535" y="4425"/>
                      <a:pt x="7464" y="4169"/>
                      <a:pt x="7432" y="3908"/>
                    </a:cubicBezTo>
                    <a:cubicBezTo>
                      <a:pt x="7399" y="3669"/>
                      <a:pt x="7355" y="3430"/>
                      <a:pt x="7345" y="3191"/>
                    </a:cubicBezTo>
                    <a:cubicBezTo>
                      <a:pt x="7345" y="3071"/>
                      <a:pt x="7339" y="2952"/>
                      <a:pt x="7328" y="2832"/>
                    </a:cubicBezTo>
                    <a:cubicBezTo>
                      <a:pt x="7307" y="2680"/>
                      <a:pt x="7296" y="2538"/>
                      <a:pt x="7285" y="2386"/>
                    </a:cubicBezTo>
                    <a:cubicBezTo>
                      <a:pt x="7279" y="2261"/>
                      <a:pt x="7274" y="2131"/>
                      <a:pt x="7263" y="2006"/>
                    </a:cubicBezTo>
                    <a:cubicBezTo>
                      <a:pt x="7241" y="1881"/>
                      <a:pt x="7230" y="1750"/>
                      <a:pt x="7225" y="1625"/>
                    </a:cubicBezTo>
                    <a:cubicBezTo>
                      <a:pt x="7225" y="1381"/>
                      <a:pt x="7203" y="1131"/>
                      <a:pt x="7149" y="891"/>
                    </a:cubicBezTo>
                    <a:cubicBezTo>
                      <a:pt x="7122" y="772"/>
                      <a:pt x="7100" y="652"/>
                      <a:pt x="7078" y="527"/>
                    </a:cubicBezTo>
                    <a:cubicBezTo>
                      <a:pt x="7067" y="424"/>
                      <a:pt x="7078" y="288"/>
                      <a:pt x="7046" y="185"/>
                    </a:cubicBezTo>
                    <a:cubicBezTo>
                      <a:pt x="7008" y="87"/>
                      <a:pt x="6926" y="76"/>
                      <a:pt x="6839" y="60"/>
                    </a:cubicBezTo>
                    <a:cubicBezTo>
                      <a:pt x="6730" y="43"/>
                      <a:pt x="6622" y="27"/>
                      <a:pt x="6513" y="11"/>
                    </a:cubicBezTo>
                    <a:cubicBezTo>
                      <a:pt x="6467" y="4"/>
                      <a:pt x="6422" y="1"/>
                      <a:pt x="6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20"/>
              <p:cNvSpPr/>
              <p:nvPr/>
            </p:nvSpPr>
            <p:spPr>
              <a:xfrm>
                <a:off x="4716125" y="2648850"/>
                <a:ext cx="425" cy="425"/>
              </a:xfrm>
              <a:custGeom>
                <a:rect b="b" l="l" r="r" t="t"/>
                <a:pathLst>
                  <a:path extrusionOk="0" h="17" w="17">
                    <a:moveTo>
                      <a:pt x="0" y="16"/>
                    </a:moveTo>
                    <a:cubicBezTo>
                      <a:pt x="6" y="11"/>
                      <a:pt x="17" y="0"/>
                      <a:pt x="0"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20"/>
              <p:cNvSpPr/>
              <p:nvPr/>
            </p:nvSpPr>
            <p:spPr>
              <a:xfrm>
                <a:off x="4623975" y="2574325"/>
                <a:ext cx="127775" cy="112000"/>
              </a:xfrm>
              <a:custGeom>
                <a:rect b="b" l="l" r="r" t="t"/>
                <a:pathLst>
                  <a:path extrusionOk="0" h="4480" w="5111">
                    <a:moveTo>
                      <a:pt x="4399" y="223"/>
                    </a:moveTo>
                    <a:cubicBezTo>
                      <a:pt x="4410" y="223"/>
                      <a:pt x="4420" y="224"/>
                      <a:pt x="4431" y="225"/>
                    </a:cubicBezTo>
                    <a:cubicBezTo>
                      <a:pt x="4458" y="236"/>
                      <a:pt x="4464" y="274"/>
                      <a:pt x="4474" y="307"/>
                    </a:cubicBezTo>
                    <a:cubicBezTo>
                      <a:pt x="4545" y="502"/>
                      <a:pt x="4545" y="709"/>
                      <a:pt x="4572" y="910"/>
                    </a:cubicBezTo>
                    <a:cubicBezTo>
                      <a:pt x="4572" y="932"/>
                      <a:pt x="4578" y="954"/>
                      <a:pt x="4583" y="975"/>
                    </a:cubicBezTo>
                    <a:lnTo>
                      <a:pt x="4512" y="975"/>
                    </a:lnTo>
                    <a:cubicBezTo>
                      <a:pt x="4442" y="981"/>
                      <a:pt x="4360" y="981"/>
                      <a:pt x="4290" y="997"/>
                    </a:cubicBezTo>
                    <a:cubicBezTo>
                      <a:pt x="4186" y="1008"/>
                      <a:pt x="4088" y="1013"/>
                      <a:pt x="3985" y="1013"/>
                    </a:cubicBezTo>
                    <a:cubicBezTo>
                      <a:pt x="3904" y="1013"/>
                      <a:pt x="3828" y="1030"/>
                      <a:pt x="3746" y="1035"/>
                    </a:cubicBezTo>
                    <a:cubicBezTo>
                      <a:pt x="3746" y="932"/>
                      <a:pt x="3741" y="829"/>
                      <a:pt x="3735" y="731"/>
                    </a:cubicBezTo>
                    <a:cubicBezTo>
                      <a:pt x="3724" y="644"/>
                      <a:pt x="3724" y="562"/>
                      <a:pt x="3713" y="481"/>
                    </a:cubicBezTo>
                    <a:cubicBezTo>
                      <a:pt x="3713" y="443"/>
                      <a:pt x="3703" y="410"/>
                      <a:pt x="3686" y="377"/>
                    </a:cubicBezTo>
                    <a:cubicBezTo>
                      <a:pt x="3800" y="350"/>
                      <a:pt x="3915" y="328"/>
                      <a:pt x="4029" y="301"/>
                    </a:cubicBezTo>
                    <a:lnTo>
                      <a:pt x="4029" y="296"/>
                    </a:lnTo>
                    <a:cubicBezTo>
                      <a:pt x="4127" y="280"/>
                      <a:pt x="4219" y="269"/>
                      <a:pt x="4311" y="242"/>
                    </a:cubicBezTo>
                    <a:cubicBezTo>
                      <a:pt x="4340" y="229"/>
                      <a:pt x="4368" y="223"/>
                      <a:pt x="4399" y="223"/>
                    </a:cubicBezTo>
                    <a:close/>
                    <a:moveTo>
                      <a:pt x="3583" y="394"/>
                    </a:moveTo>
                    <a:cubicBezTo>
                      <a:pt x="3588" y="432"/>
                      <a:pt x="3588" y="475"/>
                      <a:pt x="3588" y="513"/>
                    </a:cubicBezTo>
                    <a:cubicBezTo>
                      <a:pt x="3588" y="589"/>
                      <a:pt x="3588" y="671"/>
                      <a:pt x="3594" y="747"/>
                    </a:cubicBezTo>
                    <a:cubicBezTo>
                      <a:pt x="3599" y="845"/>
                      <a:pt x="3594" y="943"/>
                      <a:pt x="3588" y="1041"/>
                    </a:cubicBezTo>
                    <a:lnTo>
                      <a:pt x="3442" y="1057"/>
                    </a:lnTo>
                    <a:cubicBezTo>
                      <a:pt x="3338" y="1073"/>
                      <a:pt x="3235" y="1068"/>
                      <a:pt x="3126" y="1073"/>
                    </a:cubicBezTo>
                    <a:cubicBezTo>
                      <a:pt x="3045" y="1073"/>
                      <a:pt x="2969" y="1095"/>
                      <a:pt x="2887" y="1095"/>
                    </a:cubicBezTo>
                    <a:cubicBezTo>
                      <a:pt x="2811" y="1100"/>
                      <a:pt x="2713" y="1117"/>
                      <a:pt x="2626" y="1122"/>
                    </a:cubicBezTo>
                    <a:lnTo>
                      <a:pt x="2594" y="1122"/>
                    </a:lnTo>
                    <a:cubicBezTo>
                      <a:pt x="2583" y="970"/>
                      <a:pt x="2594" y="812"/>
                      <a:pt x="2577" y="660"/>
                    </a:cubicBezTo>
                    <a:cubicBezTo>
                      <a:pt x="2577" y="611"/>
                      <a:pt x="2566" y="562"/>
                      <a:pt x="2556" y="513"/>
                    </a:cubicBezTo>
                    <a:lnTo>
                      <a:pt x="2724" y="497"/>
                    </a:lnTo>
                    <a:lnTo>
                      <a:pt x="2730" y="502"/>
                    </a:lnTo>
                    <a:cubicBezTo>
                      <a:pt x="2947" y="492"/>
                      <a:pt x="3164" y="470"/>
                      <a:pt x="3376" y="432"/>
                    </a:cubicBezTo>
                    <a:lnTo>
                      <a:pt x="3583" y="394"/>
                    </a:lnTo>
                    <a:close/>
                    <a:moveTo>
                      <a:pt x="2431" y="524"/>
                    </a:moveTo>
                    <a:cubicBezTo>
                      <a:pt x="2431" y="530"/>
                      <a:pt x="2431" y="530"/>
                      <a:pt x="2431" y="535"/>
                    </a:cubicBezTo>
                    <a:cubicBezTo>
                      <a:pt x="2441" y="595"/>
                      <a:pt x="2441" y="660"/>
                      <a:pt x="2441" y="731"/>
                    </a:cubicBezTo>
                    <a:cubicBezTo>
                      <a:pt x="2436" y="867"/>
                      <a:pt x="2436" y="1003"/>
                      <a:pt x="2441" y="1138"/>
                    </a:cubicBezTo>
                    <a:cubicBezTo>
                      <a:pt x="2099" y="1160"/>
                      <a:pt x="1762" y="1204"/>
                      <a:pt x="1419" y="1215"/>
                    </a:cubicBezTo>
                    <a:cubicBezTo>
                      <a:pt x="1419" y="1013"/>
                      <a:pt x="1452" y="791"/>
                      <a:pt x="1398" y="595"/>
                    </a:cubicBezTo>
                    <a:lnTo>
                      <a:pt x="1452" y="595"/>
                    </a:lnTo>
                    <a:cubicBezTo>
                      <a:pt x="1784" y="595"/>
                      <a:pt x="2104" y="557"/>
                      <a:pt x="2431" y="524"/>
                    </a:cubicBezTo>
                    <a:close/>
                    <a:moveTo>
                      <a:pt x="255" y="545"/>
                    </a:moveTo>
                    <a:cubicBezTo>
                      <a:pt x="324" y="545"/>
                      <a:pt x="412" y="573"/>
                      <a:pt x="468" y="573"/>
                    </a:cubicBezTo>
                    <a:cubicBezTo>
                      <a:pt x="577" y="573"/>
                      <a:pt x="691" y="589"/>
                      <a:pt x="800" y="595"/>
                    </a:cubicBezTo>
                    <a:cubicBezTo>
                      <a:pt x="879" y="600"/>
                      <a:pt x="957" y="603"/>
                      <a:pt x="1036" y="603"/>
                    </a:cubicBezTo>
                    <a:cubicBezTo>
                      <a:pt x="1115" y="603"/>
                      <a:pt x="1194" y="600"/>
                      <a:pt x="1273" y="595"/>
                    </a:cubicBezTo>
                    <a:lnTo>
                      <a:pt x="1273" y="611"/>
                    </a:lnTo>
                    <a:cubicBezTo>
                      <a:pt x="1278" y="682"/>
                      <a:pt x="1284" y="747"/>
                      <a:pt x="1278" y="818"/>
                    </a:cubicBezTo>
                    <a:cubicBezTo>
                      <a:pt x="1278" y="954"/>
                      <a:pt x="1267" y="1089"/>
                      <a:pt x="1267" y="1225"/>
                    </a:cubicBezTo>
                    <a:cubicBezTo>
                      <a:pt x="1131" y="1231"/>
                      <a:pt x="995" y="1247"/>
                      <a:pt x="860" y="1263"/>
                    </a:cubicBezTo>
                    <a:cubicBezTo>
                      <a:pt x="658" y="1291"/>
                      <a:pt x="457" y="1323"/>
                      <a:pt x="256" y="1350"/>
                    </a:cubicBezTo>
                    <a:cubicBezTo>
                      <a:pt x="245" y="1350"/>
                      <a:pt x="240" y="1356"/>
                      <a:pt x="234" y="1356"/>
                    </a:cubicBezTo>
                    <a:cubicBezTo>
                      <a:pt x="202" y="1095"/>
                      <a:pt x="202" y="829"/>
                      <a:pt x="164" y="568"/>
                    </a:cubicBezTo>
                    <a:lnTo>
                      <a:pt x="169" y="568"/>
                    </a:lnTo>
                    <a:cubicBezTo>
                      <a:pt x="180" y="568"/>
                      <a:pt x="196" y="557"/>
                      <a:pt x="207" y="551"/>
                    </a:cubicBezTo>
                    <a:cubicBezTo>
                      <a:pt x="221" y="547"/>
                      <a:pt x="238" y="545"/>
                      <a:pt x="255" y="545"/>
                    </a:cubicBezTo>
                    <a:close/>
                    <a:moveTo>
                      <a:pt x="4616" y="1160"/>
                    </a:moveTo>
                    <a:cubicBezTo>
                      <a:pt x="4616" y="1182"/>
                      <a:pt x="4621" y="1204"/>
                      <a:pt x="4627" y="1225"/>
                    </a:cubicBezTo>
                    <a:cubicBezTo>
                      <a:pt x="4637" y="1334"/>
                      <a:pt x="4632" y="1448"/>
                      <a:pt x="4643" y="1557"/>
                    </a:cubicBezTo>
                    <a:cubicBezTo>
                      <a:pt x="4654" y="1677"/>
                      <a:pt x="4670" y="1796"/>
                      <a:pt x="4686" y="1921"/>
                    </a:cubicBezTo>
                    <a:cubicBezTo>
                      <a:pt x="4610" y="1937"/>
                      <a:pt x="4529" y="1948"/>
                      <a:pt x="4453" y="1959"/>
                    </a:cubicBezTo>
                    <a:cubicBezTo>
                      <a:pt x="4360" y="1959"/>
                      <a:pt x="4273" y="1986"/>
                      <a:pt x="4181" y="1997"/>
                    </a:cubicBezTo>
                    <a:cubicBezTo>
                      <a:pt x="4067" y="2008"/>
                      <a:pt x="3953" y="2019"/>
                      <a:pt x="3844" y="2024"/>
                    </a:cubicBezTo>
                    <a:cubicBezTo>
                      <a:pt x="3844" y="2003"/>
                      <a:pt x="3844" y="1986"/>
                      <a:pt x="3833" y="1965"/>
                    </a:cubicBezTo>
                    <a:lnTo>
                      <a:pt x="3833" y="1970"/>
                    </a:lnTo>
                    <a:cubicBezTo>
                      <a:pt x="3817" y="1889"/>
                      <a:pt x="3817" y="1807"/>
                      <a:pt x="3811" y="1725"/>
                    </a:cubicBezTo>
                    <a:cubicBezTo>
                      <a:pt x="3795" y="1639"/>
                      <a:pt x="3784" y="1552"/>
                      <a:pt x="3784" y="1465"/>
                    </a:cubicBezTo>
                    <a:cubicBezTo>
                      <a:pt x="3784" y="1394"/>
                      <a:pt x="3779" y="1323"/>
                      <a:pt x="3768" y="1253"/>
                    </a:cubicBezTo>
                    <a:cubicBezTo>
                      <a:pt x="3768" y="1236"/>
                      <a:pt x="3762" y="1225"/>
                      <a:pt x="3757" y="1209"/>
                    </a:cubicBezTo>
                    <a:cubicBezTo>
                      <a:pt x="3833" y="1204"/>
                      <a:pt x="3909" y="1187"/>
                      <a:pt x="3985" y="1187"/>
                    </a:cubicBezTo>
                    <a:cubicBezTo>
                      <a:pt x="4012" y="1189"/>
                      <a:pt x="4040" y="1190"/>
                      <a:pt x="4068" y="1190"/>
                    </a:cubicBezTo>
                    <a:cubicBezTo>
                      <a:pt x="4135" y="1190"/>
                      <a:pt x="4204" y="1186"/>
                      <a:pt x="4273" y="1182"/>
                    </a:cubicBezTo>
                    <a:cubicBezTo>
                      <a:pt x="4349" y="1166"/>
                      <a:pt x="4425" y="1160"/>
                      <a:pt x="4507" y="1160"/>
                    </a:cubicBezTo>
                    <a:close/>
                    <a:moveTo>
                      <a:pt x="3594" y="1225"/>
                    </a:moveTo>
                    <a:lnTo>
                      <a:pt x="3594" y="1247"/>
                    </a:lnTo>
                    <a:cubicBezTo>
                      <a:pt x="3616" y="1410"/>
                      <a:pt x="3610" y="1579"/>
                      <a:pt x="3616" y="1742"/>
                    </a:cubicBezTo>
                    <a:cubicBezTo>
                      <a:pt x="3621" y="1818"/>
                      <a:pt x="3616" y="1889"/>
                      <a:pt x="3626" y="1965"/>
                    </a:cubicBezTo>
                    <a:cubicBezTo>
                      <a:pt x="3632" y="1992"/>
                      <a:pt x="3632" y="2019"/>
                      <a:pt x="3632" y="2046"/>
                    </a:cubicBezTo>
                    <a:cubicBezTo>
                      <a:pt x="3534" y="2054"/>
                      <a:pt x="3435" y="2054"/>
                      <a:pt x="3336" y="2054"/>
                    </a:cubicBezTo>
                    <a:cubicBezTo>
                      <a:pt x="3236" y="2054"/>
                      <a:pt x="3137" y="2054"/>
                      <a:pt x="3039" y="2062"/>
                    </a:cubicBezTo>
                    <a:cubicBezTo>
                      <a:pt x="2931" y="2068"/>
                      <a:pt x="2822" y="2084"/>
                      <a:pt x="2713" y="2101"/>
                    </a:cubicBezTo>
                    <a:cubicBezTo>
                      <a:pt x="2686" y="1965"/>
                      <a:pt x="2664" y="1829"/>
                      <a:pt x="2648" y="1687"/>
                    </a:cubicBezTo>
                    <a:cubicBezTo>
                      <a:pt x="2637" y="1557"/>
                      <a:pt x="2626" y="1432"/>
                      <a:pt x="2615" y="1301"/>
                    </a:cubicBezTo>
                    <a:lnTo>
                      <a:pt x="2626" y="1301"/>
                    </a:lnTo>
                    <a:cubicBezTo>
                      <a:pt x="2719" y="1296"/>
                      <a:pt x="2806" y="1280"/>
                      <a:pt x="2893" y="1280"/>
                    </a:cubicBezTo>
                    <a:cubicBezTo>
                      <a:pt x="2980" y="1274"/>
                      <a:pt x="3050" y="1258"/>
                      <a:pt x="3126" y="1253"/>
                    </a:cubicBezTo>
                    <a:cubicBezTo>
                      <a:pt x="3235" y="1247"/>
                      <a:pt x="3338" y="1253"/>
                      <a:pt x="3447" y="1242"/>
                    </a:cubicBezTo>
                    <a:lnTo>
                      <a:pt x="3594" y="1225"/>
                    </a:lnTo>
                    <a:close/>
                    <a:moveTo>
                      <a:pt x="2458" y="1307"/>
                    </a:moveTo>
                    <a:cubicBezTo>
                      <a:pt x="2469" y="1459"/>
                      <a:pt x="2469" y="1617"/>
                      <a:pt x="2485" y="1764"/>
                    </a:cubicBezTo>
                    <a:lnTo>
                      <a:pt x="2485" y="1769"/>
                    </a:lnTo>
                    <a:cubicBezTo>
                      <a:pt x="2496" y="1889"/>
                      <a:pt x="2518" y="2003"/>
                      <a:pt x="2534" y="2122"/>
                    </a:cubicBezTo>
                    <a:lnTo>
                      <a:pt x="2501" y="2122"/>
                    </a:lnTo>
                    <a:cubicBezTo>
                      <a:pt x="2311" y="2144"/>
                      <a:pt x="2121" y="2144"/>
                      <a:pt x="1925" y="2160"/>
                    </a:cubicBezTo>
                    <a:cubicBezTo>
                      <a:pt x="1789" y="2177"/>
                      <a:pt x="1648" y="2193"/>
                      <a:pt x="1506" y="2198"/>
                    </a:cubicBezTo>
                    <a:lnTo>
                      <a:pt x="1506" y="2133"/>
                    </a:lnTo>
                    <a:cubicBezTo>
                      <a:pt x="1506" y="2046"/>
                      <a:pt x="1496" y="1959"/>
                      <a:pt x="1485" y="1872"/>
                    </a:cubicBezTo>
                    <a:cubicBezTo>
                      <a:pt x="1468" y="1780"/>
                      <a:pt x="1468" y="1682"/>
                      <a:pt x="1458" y="1584"/>
                    </a:cubicBezTo>
                    <a:cubicBezTo>
                      <a:pt x="1452" y="1519"/>
                      <a:pt x="1441" y="1448"/>
                      <a:pt x="1430" y="1378"/>
                    </a:cubicBezTo>
                    <a:cubicBezTo>
                      <a:pt x="1773" y="1372"/>
                      <a:pt x="2115" y="1334"/>
                      <a:pt x="2458" y="1307"/>
                    </a:cubicBezTo>
                    <a:close/>
                    <a:moveTo>
                      <a:pt x="1273" y="1388"/>
                    </a:moveTo>
                    <a:cubicBezTo>
                      <a:pt x="1284" y="1552"/>
                      <a:pt x="1300" y="1725"/>
                      <a:pt x="1322" y="1889"/>
                    </a:cubicBezTo>
                    <a:cubicBezTo>
                      <a:pt x="1333" y="1992"/>
                      <a:pt x="1333" y="2095"/>
                      <a:pt x="1343" y="2198"/>
                    </a:cubicBezTo>
                    <a:cubicBezTo>
                      <a:pt x="1159" y="2215"/>
                      <a:pt x="974" y="2231"/>
                      <a:pt x="789" y="2264"/>
                    </a:cubicBezTo>
                    <a:cubicBezTo>
                      <a:pt x="642" y="2280"/>
                      <a:pt x="495" y="2296"/>
                      <a:pt x="349" y="2313"/>
                    </a:cubicBezTo>
                    <a:cubicBezTo>
                      <a:pt x="316" y="2177"/>
                      <a:pt x="289" y="2041"/>
                      <a:pt x="278" y="1899"/>
                    </a:cubicBezTo>
                    <a:cubicBezTo>
                      <a:pt x="262" y="1758"/>
                      <a:pt x="262" y="1611"/>
                      <a:pt x="245" y="1470"/>
                    </a:cubicBezTo>
                    <a:lnTo>
                      <a:pt x="256" y="1470"/>
                    </a:lnTo>
                    <a:cubicBezTo>
                      <a:pt x="457" y="1465"/>
                      <a:pt x="658" y="1448"/>
                      <a:pt x="860" y="1421"/>
                    </a:cubicBezTo>
                    <a:cubicBezTo>
                      <a:pt x="995" y="1410"/>
                      <a:pt x="1131" y="1394"/>
                      <a:pt x="1273" y="1388"/>
                    </a:cubicBezTo>
                    <a:close/>
                    <a:moveTo>
                      <a:pt x="3643" y="2226"/>
                    </a:moveTo>
                    <a:cubicBezTo>
                      <a:pt x="3681" y="2476"/>
                      <a:pt x="3686" y="2731"/>
                      <a:pt x="3708" y="2981"/>
                    </a:cubicBezTo>
                    <a:cubicBezTo>
                      <a:pt x="3699" y="2986"/>
                      <a:pt x="3690" y="2990"/>
                      <a:pt x="3684" y="2997"/>
                    </a:cubicBezTo>
                    <a:lnTo>
                      <a:pt x="3681" y="2997"/>
                    </a:lnTo>
                    <a:cubicBezTo>
                      <a:pt x="3664" y="2992"/>
                      <a:pt x="3643" y="2992"/>
                      <a:pt x="3626" y="2992"/>
                    </a:cubicBezTo>
                    <a:cubicBezTo>
                      <a:pt x="3567" y="2992"/>
                      <a:pt x="3507" y="2997"/>
                      <a:pt x="3447" y="2997"/>
                    </a:cubicBezTo>
                    <a:cubicBezTo>
                      <a:pt x="3306" y="3003"/>
                      <a:pt x="3164" y="3014"/>
                      <a:pt x="3023" y="3036"/>
                    </a:cubicBezTo>
                    <a:cubicBezTo>
                      <a:pt x="2952" y="3046"/>
                      <a:pt x="2876" y="3063"/>
                      <a:pt x="2806" y="3079"/>
                    </a:cubicBezTo>
                    <a:cubicBezTo>
                      <a:pt x="2795" y="3036"/>
                      <a:pt x="2789" y="2997"/>
                      <a:pt x="2784" y="2954"/>
                    </a:cubicBezTo>
                    <a:cubicBezTo>
                      <a:pt x="2784" y="2862"/>
                      <a:pt x="2778" y="2769"/>
                      <a:pt x="2768" y="2671"/>
                    </a:cubicBezTo>
                    <a:cubicBezTo>
                      <a:pt x="2757" y="2541"/>
                      <a:pt x="2751" y="2405"/>
                      <a:pt x="2740" y="2274"/>
                    </a:cubicBezTo>
                    <a:cubicBezTo>
                      <a:pt x="2838" y="2264"/>
                      <a:pt x="2942" y="2247"/>
                      <a:pt x="3039" y="2236"/>
                    </a:cubicBezTo>
                    <a:cubicBezTo>
                      <a:pt x="3097" y="2233"/>
                      <a:pt x="3156" y="2232"/>
                      <a:pt x="3214" y="2232"/>
                    </a:cubicBezTo>
                    <a:cubicBezTo>
                      <a:pt x="3275" y="2232"/>
                      <a:pt x="3336" y="2233"/>
                      <a:pt x="3397" y="2233"/>
                    </a:cubicBezTo>
                    <a:cubicBezTo>
                      <a:pt x="3473" y="2233"/>
                      <a:pt x="3547" y="2232"/>
                      <a:pt x="3621" y="2226"/>
                    </a:cubicBezTo>
                    <a:close/>
                    <a:moveTo>
                      <a:pt x="2550" y="2302"/>
                    </a:moveTo>
                    <a:cubicBezTo>
                      <a:pt x="2561" y="2454"/>
                      <a:pt x="2566" y="2601"/>
                      <a:pt x="2583" y="2753"/>
                    </a:cubicBezTo>
                    <a:cubicBezTo>
                      <a:pt x="2594" y="2840"/>
                      <a:pt x="2583" y="2927"/>
                      <a:pt x="2594" y="3008"/>
                    </a:cubicBezTo>
                    <a:cubicBezTo>
                      <a:pt x="2594" y="3041"/>
                      <a:pt x="2599" y="3074"/>
                      <a:pt x="2604" y="3106"/>
                    </a:cubicBezTo>
                    <a:lnTo>
                      <a:pt x="2577" y="3106"/>
                    </a:lnTo>
                    <a:cubicBezTo>
                      <a:pt x="2559" y="3107"/>
                      <a:pt x="2541" y="3107"/>
                      <a:pt x="2524" y="3107"/>
                    </a:cubicBezTo>
                    <a:cubicBezTo>
                      <a:pt x="2443" y="3107"/>
                      <a:pt x="2364" y="3102"/>
                      <a:pt x="2284" y="3102"/>
                    </a:cubicBezTo>
                    <a:cubicBezTo>
                      <a:pt x="2232" y="3102"/>
                      <a:pt x="2179" y="3104"/>
                      <a:pt x="2126" y="3112"/>
                    </a:cubicBezTo>
                    <a:cubicBezTo>
                      <a:pt x="1974" y="3128"/>
                      <a:pt x="1833" y="3133"/>
                      <a:pt x="1691" y="3150"/>
                    </a:cubicBezTo>
                    <a:lnTo>
                      <a:pt x="1637" y="3161"/>
                    </a:lnTo>
                    <a:cubicBezTo>
                      <a:pt x="1626" y="3084"/>
                      <a:pt x="1599" y="3008"/>
                      <a:pt x="1588" y="2932"/>
                    </a:cubicBezTo>
                    <a:cubicBezTo>
                      <a:pt x="1566" y="2758"/>
                      <a:pt x="1566" y="2584"/>
                      <a:pt x="1539" y="2416"/>
                    </a:cubicBezTo>
                    <a:lnTo>
                      <a:pt x="1534" y="2372"/>
                    </a:lnTo>
                    <a:cubicBezTo>
                      <a:pt x="1664" y="2367"/>
                      <a:pt x="1795" y="2356"/>
                      <a:pt x="1930" y="2340"/>
                    </a:cubicBezTo>
                    <a:cubicBezTo>
                      <a:pt x="2121" y="2323"/>
                      <a:pt x="2311" y="2323"/>
                      <a:pt x="2501" y="2307"/>
                    </a:cubicBezTo>
                    <a:lnTo>
                      <a:pt x="2550" y="2302"/>
                    </a:lnTo>
                    <a:close/>
                    <a:moveTo>
                      <a:pt x="1360" y="2372"/>
                    </a:moveTo>
                    <a:cubicBezTo>
                      <a:pt x="1360" y="2383"/>
                      <a:pt x="1360" y="2394"/>
                      <a:pt x="1365" y="2400"/>
                    </a:cubicBezTo>
                    <a:cubicBezTo>
                      <a:pt x="1392" y="2573"/>
                      <a:pt x="1387" y="2758"/>
                      <a:pt x="1398" y="2932"/>
                    </a:cubicBezTo>
                    <a:cubicBezTo>
                      <a:pt x="1409" y="3019"/>
                      <a:pt x="1425" y="3101"/>
                      <a:pt x="1441" y="3182"/>
                    </a:cubicBezTo>
                    <a:cubicBezTo>
                      <a:pt x="1376" y="3193"/>
                      <a:pt x="1305" y="3199"/>
                      <a:pt x="1240" y="3199"/>
                    </a:cubicBezTo>
                    <a:cubicBezTo>
                      <a:pt x="1175" y="3199"/>
                      <a:pt x="1110" y="3204"/>
                      <a:pt x="1050" y="3220"/>
                    </a:cubicBezTo>
                    <a:cubicBezTo>
                      <a:pt x="979" y="3231"/>
                      <a:pt x="914" y="3226"/>
                      <a:pt x="843" y="3242"/>
                    </a:cubicBezTo>
                    <a:cubicBezTo>
                      <a:pt x="778" y="3264"/>
                      <a:pt x="724" y="3269"/>
                      <a:pt x="658" y="3286"/>
                    </a:cubicBezTo>
                    <a:cubicBezTo>
                      <a:pt x="610" y="3302"/>
                      <a:pt x="561" y="3313"/>
                      <a:pt x="512" y="3324"/>
                    </a:cubicBezTo>
                    <a:cubicBezTo>
                      <a:pt x="506" y="3318"/>
                      <a:pt x="501" y="3313"/>
                      <a:pt x="495" y="3313"/>
                    </a:cubicBezTo>
                    <a:lnTo>
                      <a:pt x="501" y="3313"/>
                    </a:lnTo>
                    <a:cubicBezTo>
                      <a:pt x="474" y="3188"/>
                      <a:pt x="452" y="3063"/>
                      <a:pt x="430" y="2938"/>
                    </a:cubicBezTo>
                    <a:cubicBezTo>
                      <a:pt x="408" y="2780"/>
                      <a:pt x="408" y="2622"/>
                      <a:pt x="376" y="2465"/>
                    </a:cubicBezTo>
                    <a:lnTo>
                      <a:pt x="376" y="2465"/>
                    </a:lnTo>
                    <a:cubicBezTo>
                      <a:pt x="392" y="2465"/>
                      <a:pt x="408" y="2466"/>
                      <a:pt x="425" y="2466"/>
                    </a:cubicBezTo>
                    <a:cubicBezTo>
                      <a:pt x="734" y="2466"/>
                      <a:pt x="1039" y="2372"/>
                      <a:pt x="1343" y="2372"/>
                    </a:cubicBezTo>
                    <a:close/>
                    <a:moveTo>
                      <a:pt x="4703" y="2106"/>
                    </a:moveTo>
                    <a:lnTo>
                      <a:pt x="4703" y="2198"/>
                    </a:lnTo>
                    <a:cubicBezTo>
                      <a:pt x="4697" y="2291"/>
                      <a:pt x="4703" y="2383"/>
                      <a:pt x="4714" y="2476"/>
                    </a:cubicBezTo>
                    <a:cubicBezTo>
                      <a:pt x="4730" y="2584"/>
                      <a:pt x="4730" y="2693"/>
                      <a:pt x="4752" y="2802"/>
                    </a:cubicBezTo>
                    <a:cubicBezTo>
                      <a:pt x="4784" y="3003"/>
                      <a:pt x="4866" y="3199"/>
                      <a:pt x="4866" y="3405"/>
                    </a:cubicBezTo>
                    <a:cubicBezTo>
                      <a:pt x="4855" y="3601"/>
                      <a:pt x="4860" y="3802"/>
                      <a:pt x="4877" y="3998"/>
                    </a:cubicBezTo>
                    <a:cubicBezTo>
                      <a:pt x="4877" y="4019"/>
                      <a:pt x="4877" y="4030"/>
                      <a:pt x="4882" y="4030"/>
                    </a:cubicBezTo>
                    <a:cubicBezTo>
                      <a:pt x="4871" y="4034"/>
                      <a:pt x="4859" y="4035"/>
                      <a:pt x="4845" y="4035"/>
                    </a:cubicBezTo>
                    <a:cubicBezTo>
                      <a:pt x="4819" y="4035"/>
                      <a:pt x="4791" y="4030"/>
                      <a:pt x="4773" y="4030"/>
                    </a:cubicBezTo>
                    <a:cubicBezTo>
                      <a:pt x="4670" y="4052"/>
                      <a:pt x="4572" y="4068"/>
                      <a:pt x="4469" y="4079"/>
                    </a:cubicBezTo>
                    <a:cubicBezTo>
                      <a:pt x="4417" y="4076"/>
                      <a:pt x="4366" y="4075"/>
                      <a:pt x="4314" y="4075"/>
                    </a:cubicBezTo>
                    <a:cubicBezTo>
                      <a:pt x="4262" y="4075"/>
                      <a:pt x="4211" y="4076"/>
                      <a:pt x="4159" y="4079"/>
                    </a:cubicBezTo>
                    <a:lnTo>
                      <a:pt x="4029" y="4095"/>
                    </a:lnTo>
                    <a:cubicBezTo>
                      <a:pt x="4056" y="3943"/>
                      <a:pt x="4018" y="3780"/>
                      <a:pt x="4007" y="3623"/>
                    </a:cubicBezTo>
                    <a:cubicBezTo>
                      <a:pt x="3991" y="3470"/>
                      <a:pt x="3980" y="3318"/>
                      <a:pt x="3958" y="3166"/>
                    </a:cubicBezTo>
                    <a:cubicBezTo>
                      <a:pt x="3942" y="3019"/>
                      <a:pt x="3931" y="2862"/>
                      <a:pt x="3909" y="2709"/>
                    </a:cubicBezTo>
                    <a:cubicBezTo>
                      <a:pt x="3887" y="2557"/>
                      <a:pt x="3882" y="2383"/>
                      <a:pt x="3849" y="2226"/>
                    </a:cubicBezTo>
                    <a:lnTo>
                      <a:pt x="3849" y="2215"/>
                    </a:lnTo>
                    <a:cubicBezTo>
                      <a:pt x="3963" y="2204"/>
                      <a:pt x="4072" y="2198"/>
                      <a:pt x="4181" y="2188"/>
                    </a:cubicBezTo>
                    <a:cubicBezTo>
                      <a:pt x="4273" y="2177"/>
                      <a:pt x="4366" y="2149"/>
                      <a:pt x="4453" y="2149"/>
                    </a:cubicBezTo>
                    <a:cubicBezTo>
                      <a:pt x="4502" y="2149"/>
                      <a:pt x="4545" y="2144"/>
                      <a:pt x="4589" y="2139"/>
                    </a:cubicBezTo>
                    <a:cubicBezTo>
                      <a:pt x="4627" y="2128"/>
                      <a:pt x="4665" y="2111"/>
                      <a:pt x="4703" y="2106"/>
                    </a:cubicBezTo>
                    <a:close/>
                    <a:moveTo>
                      <a:pt x="3735" y="3209"/>
                    </a:moveTo>
                    <a:cubicBezTo>
                      <a:pt x="3751" y="3345"/>
                      <a:pt x="3762" y="3487"/>
                      <a:pt x="3773" y="3623"/>
                    </a:cubicBezTo>
                    <a:cubicBezTo>
                      <a:pt x="3779" y="3699"/>
                      <a:pt x="3795" y="3780"/>
                      <a:pt x="3800" y="3856"/>
                    </a:cubicBezTo>
                    <a:cubicBezTo>
                      <a:pt x="3795" y="3943"/>
                      <a:pt x="3800" y="4030"/>
                      <a:pt x="3811" y="4117"/>
                    </a:cubicBezTo>
                    <a:cubicBezTo>
                      <a:pt x="3616" y="4134"/>
                      <a:pt x="3431" y="4139"/>
                      <a:pt x="3235" y="4139"/>
                    </a:cubicBezTo>
                    <a:cubicBezTo>
                      <a:pt x="3132" y="4139"/>
                      <a:pt x="3028" y="4144"/>
                      <a:pt x="2925" y="4155"/>
                    </a:cubicBezTo>
                    <a:cubicBezTo>
                      <a:pt x="2931" y="4128"/>
                      <a:pt x="2920" y="4095"/>
                      <a:pt x="2898" y="4074"/>
                    </a:cubicBezTo>
                    <a:cubicBezTo>
                      <a:pt x="2876" y="3927"/>
                      <a:pt x="2871" y="3775"/>
                      <a:pt x="2860" y="3623"/>
                    </a:cubicBezTo>
                    <a:cubicBezTo>
                      <a:pt x="2844" y="3552"/>
                      <a:pt x="2838" y="3481"/>
                      <a:pt x="2833" y="3411"/>
                    </a:cubicBezTo>
                    <a:cubicBezTo>
                      <a:pt x="2833" y="3367"/>
                      <a:pt x="2833" y="3324"/>
                      <a:pt x="2827" y="3280"/>
                    </a:cubicBezTo>
                    <a:cubicBezTo>
                      <a:pt x="2893" y="3269"/>
                      <a:pt x="2958" y="3258"/>
                      <a:pt x="3023" y="3248"/>
                    </a:cubicBezTo>
                    <a:cubicBezTo>
                      <a:pt x="3175" y="3226"/>
                      <a:pt x="3333" y="3215"/>
                      <a:pt x="3485" y="3215"/>
                    </a:cubicBezTo>
                    <a:cubicBezTo>
                      <a:pt x="3519" y="3217"/>
                      <a:pt x="3554" y="3218"/>
                      <a:pt x="3588" y="3218"/>
                    </a:cubicBezTo>
                    <a:cubicBezTo>
                      <a:pt x="3638" y="3218"/>
                      <a:pt x="3687" y="3216"/>
                      <a:pt x="3735" y="3209"/>
                    </a:cubicBezTo>
                    <a:close/>
                    <a:moveTo>
                      <a:pt x="1207" y="4204"/>
                    </a:moveTo>
                    <a:cubicBezTo>
                      <a:pt x="1209" y="4204"/>
                      <a:pt x="1210" y="4204"/>
                      <a:pt x="1211" y="4204"/>
                    </a:cubicBezTo>
                    <a:lnTo>
                      <a:pt x="1211" y="4204"/>
                    </a:lnTo>
                    <a:cubicBezTo>
                      <a:pt x="1212" y="4204"/>
                      <a:pt x="1212" y="4204"/>
                      <a:pt x="1213" y="4204"/>
                    </a:cubicBezTo>
                    <a:close/>
                    <a:moveTo>
                      <a:pt x="2344" y="3294"/>
                    </a:moveTo>
                    <a:cubicBezTo>
                      <a:pt x="2420" y="3294"/>
                      <a:pt x="2496" y="3296"/>
                      <a:pt x="2572" y="3302"/>
                    </a:cubicBezTo>
                    <a:lnTo>
                      <a:pt x="2621" y="3302"/>
                    </a:lnTo>
                    <a:cubicBezTo>
                      <a:pt x="2632" y="3585"/>
                      <a:pt x="2653" y="3873"/>
                      <a:pt x="2697" y="4161"/>
                    </a:cubicBezTo>
                    <a:cubicBezTo>
                      <a:pt x="2659" y="4161"/>
                      <a:pt x="2615" y="4161"/>
                      <a:pt x="2577" y="4166"/>
                    </a:cubicBezTo>
                    <a:lnTo>
                      <a:pt x="2583" y="4172"/>
                    </a:lnTo>
                    <a:cubicBezTo>
                      <a:pt x="2489" y="4188"/>
                      <a:pt x="2394" y="4190"/>
                      <a:pt x="2299" y="4190"/>
                    </a:cubicBezTo>
                    <a:cubicBezTo>
                      <a:pt x="2255" y="4190"/>
                      <a:pt x="2210" y="4190"/>
                      <a:pt x="2166" y="4190"/>
                    </a:cubicBezTo>
                    <a:cubicBezTo>
                      <a:pt x="2078" y="4190"/>
                      <a:pt x="1991" y="4192"/>
                      <a:pt x="1903" y="4204"/>
                    </a:cubicBezTo>
                    <a:cubicBezTo>
                      <a:pt x="1849" y="4210"/>
                      <a:pt x="1789" y="4215"/>
                      <a:pt x="1735" y="4221"/>
                    </a:cubicBezTo>
                    <a:cubicBezTo>
                      <a:pt x="1729" y="4101"/>
                      <a:pt x="1697" y="3976"/>
                      <a:pt x="1691" y="3856"/>
                    </a:cubicBezTo>
                    <a:cubicBezTo>
                      <a:pt x="1691" y="3775"/>
                      <a:pt x="1670" y="3699"/>
                      <a:pt x="1670" y="3617"/>
                    </a:cubicBezTo>
                    <a:cubicBezTo>
                      <a:pt x="1670" y="3546"/>
                      <a:pt x="1670" y="3476"/>
                      <a:pt x="1664" y="3405"/>
                    </a:cubicBezTo>
                    <a:cubicBezTo>
                      <a:pt x="1659" y="3383"/>
                      <a:pt x="1659" y="3356"/>
                      <a:pt x="1653" y="3334"/>
                    </a:cubicBezTo>
                    <a:cubicBezTo>
                      <a:pt x="1805" y="3318"/>
                      <a:pt x="1963" y="3318"/>
                      <a:pt x="2115" y="3302"/>
                    </a:cubicBezTo>
                    <a:cubicBezTo>
                      <a:pt x="2191" y="3296"/>
                      <a:pt x="2267" y="3294"/>
                      <a:pt x="2344" y="3294"/>
                    </a:cubicBezTo>
                    <a:close/>
                    <a:moveTo>
                      <a:pt x="1452" y="3345"/>
                    </a:moveTo>
                    <a:cubicBezTo>
                      <a:pt x="1452" y="3362"/>
                      <a:pt x="1452" y="3373"/>
                      <a:pt x="1458" y="3383"/>
                    </a:cubicBezTo>
                    <a:cubicBezTo>
                      <a:pt x="1474" y="3476"/>
                      <a:pt x="1463" y="3557"/>
                      <a:pt x="1468" y="3655"/>
                    </a:cubicBezTo>
                    <a:cubicBezTo>
                      <a:pt x="1479" y="3720"/>
                      <a:pt x="1490" y="3786"/>
                      <a:pt x="1490" y="3856"/>
                    </a:cubicBezTo>
                    <a:cubicBezTo>
                      <a:pt x="1496" y="3976"/>
                      <a:pt x="1506" y="4095"/>
                      <a:pt x="1528" y="4221"/>
                    </a:cubicBezTo>
                    <a:cubicBezTo>
                      <a:pt x="1421" y="4210"/>
                      <a:pt x="1313" y="4204"/>
                      <a:pt x="1211" y="4204"/>
                    </a:cubicBezTo>
                    <a:lnTo>
                      <a:pt x="1211" y="4204"/>
                    </a:lnTo>
                    <a:cubicBezTo>
                      <a:pt x="1103" y="4204"/>
                      <a:pt x="1000" y="4231"/>
                      <a:pt x="892" y="4242"/>
                    </a:cubicBezTo>
                    <a:cubicBezTo>
                      <a:pt x="838" y="4242"/>
                      <a:pt x="778" y="4242"/>
                      <a:pt x="724" y="4237"/>
                    </a:cubicBezTo>
                    <a:lnTo>
                      <a:pt x="680" y="4237"/>
                    </a:lnTo>
                    <a:cubicBezTo>
                      <a:pt x="675" y="4210"/>
                      <a:pt x="664" y="4182"/>
                      <a:pt x="658" y="4161"/>
                    </a:cubicBezTo>
                    <a:cubicBezTo>
                      <a:pt x="626" y="4079"/>
                      <a:pt x="610" y="3998"/>
                      <a:pt x="599" y="3911"/>
                    </a:cubicBezTo>
                    <a:cubicBezTo>
                      <a:pt x="582" y="3748"/>
                      <a:pt x="561" y="3590"/>
                      <a:pt x="528" y="3432"/>
                    </a:cubicBezTo>
                    <a:lnTo>
                      <a:pt x="528" y="3432"/>
                    </a:lnTo>
                    <a:cubicBezTo>
                      <a:pt x="548" y="3434"/>
                      <a:pt x="569" y="3434"/>
                      <a:pt x="589" y="3434"/>
                    </a:cubicBezTo>
                    <a:cubicBezTo>
                      <a:pt x="650" y="3434"/>
                      <a:pt x="711" y="3428"/>
                      <a:pt x="773" y="3416"/>
                    </a:cubicBezTo>
                    <a:cubicBezTo>
                      <a:pt x="838" y="3400"/>
                      <a:pt x="909" y="3389"/>
                      <a:pt x="979" y="3383"/>
                    </a:cubicBezTo>
                    <a:cubicBezTo>
                      <a:pt x="1044" y="3383"/>
                      <a:pt x="1115" y="3367"/>
                      <a:pt x="1180" y="3362"/>
                    </a:cubicBezTo>
                    <a:cubicBezTo>
                      <a:pt x="1273" y="3356"/>
                      <a:pt x="1365" y="3356"/>
                      <a:pt x="1452" y="3345"/>
                    </a:cubicBezTo>
                    <a:close/>
                    <a:moveTo>
                      <a:pt x="4418" y="0"/>
                    </a:moveTo>
                    <a:cubicBezTo>
                      <a:pt x="4319" y="0"/>
                      <a:pt x="4223" y="38"/>
                      <a:pt x="4127" y="51"/>
                    </a:cubicBezTo>
                    <a:cubicBezTo>
                      <a:pt x="3784" y="100"/>
                      <a:pt x="3447" y="193"/>
                      <a:pt x="3105" y="231"/>
                    </a:cubicBezTo>
                    <a:cubicBezTo>
                      <a:pt x="2768" y="263"/>
                      <a:pt x="2414" y="296"/>
                      <a:pt x="2066" y="318"/>
                    </a:cubicBezTo>
                    <a:cubicBezTo>
                      <a:pt x="1718" y="345"/>
                      <a:pt x="1381" y="345"/>
                      <a:pt x="1039" y="356"/>
                    </a:cubicBezTo>
                    <a:cubicBezTo>
                      <a:pt x="1023" y="356"/>
                      <a:pt x="1007" y="356"/>
                      <a:pt x="991" y="356"/>
                    </a:cubicBezTo>
                    <a:cubicBezTo>
                      <a:pt x="829" y="356"/>
                      <a:pt x="675" y="333"/>
                      <a:pt x="517" y="328"/>
                    </a:cubicBezTo>
                    <a:cubicBezTo>
                      <a:pt x="426" y="325"/>
                      <a:pt x="338" y="305"/>
                      <a:pt x="251" y="305"/>
                    </a:cubicBezTo>
                    <a:cubicBezTo>
                      <a:pt x="192" y="305"/>
                      <a:pt x="134" y="314"/>
                      <a:pt x="77" y="345"/>
                    </a:cubicBezTo>
                    <a:cubicBezTo>
                      <a:pt x="17" y="377"/>
                      <a:pt x="1" y="454"/>
                      <a:pt x="33" y="508"/>
                    </a:cubicBezTo>
                    <a:cubicBezTo>
                      <a:pt x="44" y="622"/>
                      <a:pt x="39" y="736"/>
                      <a:pt x="50" y="856"/>
                    </a:cubicBezTo>
                    <a:cubicBezTo>
                      <a:pt x="61" y="926"/>
                      <a:pt x="50" y="1003"/>
                      <a:pt x="50" y="1079"/>
                    </a:cubicBezTo>
                    <a:cubicBezTo>
                      <a:pt x="50" y="1171"/>
                      <a:pt x="66" y="1258"/>
                      <a:pt x="77" y="1350"/>
                    </a:cubicBezTo>
                    <a:cubicBezTo>
                      <a:pt x="88" y="1497"/>
                      <a:pt x="88" y="1644"/>
                      <a:pt x="93" y="1796"/>
                    </a:cubicBezTo>
                    <a:cubicBezTo>
                      <a:pt x="99" y="1954"/>
                      <a:pt x="115" y="2111"/>
                      <a:pt x="142" y="2269"/>
                    </a:cubicBezTo>
                    <a:cubicBezTo>
                      <a:pt x="169" y="2427"/>
                      <a:pt x="191" y="2579"/>
                      <a:pt x="196" y="2737"/>
                    </a:cubicBezTo>
                    <a:cubicBezTo>
                      <a:pt x="202" y="2894"/>
                      <a:pt x="218" y="3046"/>
                      <a:pt x="245" y="3204"/>
                    </a:cubicBezTo>
                    <a:cubicBezTo>
                      <a:pt x="267" y="3340"/>
                      <a:pt x="305" y="3476"/>
                      <a:pt x="327" y="3617"/>
                    </a:cubicBezTo>
                    <a:cubicBezTo>
                      <a:pt x="354" y="3775"/>
                      <a:pt x="360" y="3943"/>
                      <a:pt x="392" y="4101"/>
                    </a:cubicBezTo>
                    <a:cubicBezTo>
                      <a:pt x="408" y="4161"/>
                      <a:pt x="430" y="4221"/>
                      <a:pt x="452" y="4275"/>
                    </a:cubicBezTo>
                    <a:cubicBezTo>
                      <a:pt x="463" y="4318"/>
                      <a:pt x="479" y="4362"/>
                      <a:pt x="495" y="4405"/>
                    </a:cubicBezTo>
                    <a:cubicBezTo>
                      <a:pt x="534" y="4467"/>
                      <a:pt x="595" y="4480"/>
                      <a:pt x="658" y="4480"/>
                    </a:cubicBezTo>
                    <a:cubicBezTo>
                      <a:pt x="684" y="4480"/>
                      <a:pt x="710" y="4478"/>
                      <a:pt x="735" y="4476"/>
                    </a:cubicBezTo>
                    <a:cubicBezTo>
                      <a:pt x="805" y="4476"/>
                      <a:pt x="881" y="4476"/>
                      <a:pt x="952" y="4465"/>
                    </a:cubicBezTo>
                    <a:cubicBezTo>
                      <a:pt x="1012" y="4454"/>
                      <a:pt x="1072" y="4433"/>
                      <a:pt x="1137" y="4422"/>
                    </a:cubicBezTo>
                    <a:cubicBezTo>
                      <a:pt x="1174" y="4416"/>
                      <a:pt x="1211" y="4414"/>
                      <a:pt x="1248" y="4414"/>
                    </a:cubicBezTo>
                    <a:cubicBezTo>
                      <a:pt x="1361" y="4414"/>
                      <a:pt x="1473" y="4434"/>
                      <a:pt x="1588" y="4438"/>
                    </a:cubicBezTo>
                    <a:cubicBezTo>
                      <a:pt x="1718" y="4438"/>
                      <a:pt x="1849" y="4427"/>
                      <a:pt x="1974" y="4405"/>
                    </a:cubicBezTo>
                    <a:cubicBezTo>
                      <a:pt x="2022" y="4399"/>
                      <a:pt x="2070" y="4397"/>
                      <a:pt x="2117" y="4397"/>
                    </a:cubicBezTo>
                    <a:cubicBezTo>
                      <a:pt x="2215" y="4397"/>
                      <a:pt x="2313" y="4406"/>
                      <a:pt x="2412" y="4406"/>
                    </a:cubicBezTo>
                    <a:cubicBezTo>
                      <a:pt x="2427" y="4406"/>
                      <a:pt x="2442" y="4406"/>
                      <a:pt x="2458" y="4405"/>
                    </a:cubicBezTo>
                    <a:cubicBezTo>
                      <a:pt x="2518" y="4400"/>
                      <a:pt x="2577" y="4389"/>
                      <a:pt x="2632" y="4378"/>
                    </a:cubicBezTo>
                    <a:cubicBezTo>
                      <a:pt x="2713" y="4373"/>
                      <a:pt x="2789" y="4373"/>
                      <a:pt x="2865" y="4373"/>
                    </a:cubicBezTo>
                    <a:cubicBezTo>
                      <a:pt x="3007" y="4373"/>
                      <a:pt x="3143" y="4351"/>
                      <a:pt x="3284" y="4351"/>
                    </a:cubicBezTo>
                    <a:cubicBezTo>
                      <a:pt x="3583" y="4351"/>
                      <a:pt x="3876" y="4329"/>
                      <a:pt x="4170" y="4291"/>
                    </a:cubicBezTo>
                    <a:cubicBezTo>
                      <a:pt x="4204" y="4287"/>
                      <a:pt x="4238" y="4286"/>
                      <a:pt x="4272" y="4286"/>
                    </a:cubicBezTo>
                    <a:cubicBezTo>
                      <a:pt x="4340" y="4286"/>
                      <a:pt x="4409" y="4291"/>
                      <a:pt x="4478" y="4291"/>
                    </a:cubicBezTo>
                    <a:cubicBezTo>
                      <a:pt x="4513" y="4291"/>
                      <a:pt x="4548" y="4290"/>
                      <a:pt x="4583" y="4286"/>
                    </a:cubicBezTo>
                    <a:cubicBezTo>
                      <a:pt x="4648" y="4275"/>
                      <a:pt x="4719" y="4253"/>
                      <a:pt x="4784" y="4248"/>
                    </a:cubicBezTo>
                    <a:cubicBezTo>
                      <a:pt x="4849" y="4248"/>
                      <a:pt x="4909" y="4242"/>
                      <a:pt x="4969" y="4231"/>
                    </a:cubicBezTo>
                    <a:cubicBezTo>
                      <a:pt x="5056" y="4210"/>
                      <a:pt x="5110" y="4128"/>
                      <a:pt x="5105" y="4041"/>
                    </a:cubicBezTo>
                    <a:cubicBezTo>
                      <a:pt x="5105" y="4003"/>
                      <a:pt x="5100" y="3965"/>
                      <a:pt x="5089" y="3927"/>
                    </a:cubicBezTo>
                    <a:lnTo>
                      <a:pt x="5078" y="3927"/>
                    </a:lnTo>
                    <a:cubicBezTo>
                      <a:pt x="5072" y="3851"/>
                      <a:pt x="5067" y="3775"/>
                      <a:pt x="5072" y="3704"/>
                    </a:cubicBezTo>
                    <a:cubicBezTo>
                      <a:pt x="5078" y="3563"/>
                      <a:pt x="5072" y="3421"/>
                      <a:pt x="5067" y="3280"/>
                    </a:cubicBezTo>
                    <a:cubicBezTo>
                      <a:pt x="5045" y="3122"/>
                      <a:pt x="4996" y="2976"/>
                      <a:pt x="4969" y="2824"/>
                    </a:cubicBezTo>
                    <a:cubicBezTo>
                      <a:pt x="4942" y="2677"/>
                      <a:pt x="4926" y="2535"/>
                      <a:pt x="4920" y="2389"/>
                    </a:cubicBezTo>
                    <a:cubicBezTo>
                      <a:pt x="4904" y="2253"/>
                      <a:pt x="4931" y="2111"/>
                      <a:pt x="4909" y="1970"/>
                    </a:cubicBezTo>
                    <a:cubicBezTo>
                      <a:pt x="4893" y="1823"/>
                      <a:pt x="4866" y="1671"/>
                      <a:pt x="4860" y="1519"/>
                    </a:cubicBezTo>
                    <a:cubicBezTo>
                      <a:pt x="4855" y="1356"/>
                      <a:pt x="4839" y="1193"/>
                      <a:pt x="4817" y="1035"/>
                    </a:cubicBezTo>
                    <a:cubicBezTo>
                      <a:pt x="4762" y="763"/>
                      <a:pt x="4773" y="470"/>
                      <a:pt x="4681" y="209"/>
                    </a:cubicBezTo>
                    <a:cubicBezTo>
                      <a:pt x="4654" y="111"/>
                      <a:pt x="4583" y="40"/>
                      <a:pt x="4491" y="8"/>
                    </a:cubicBezTo>
                    <a:cubicBezTo>
                      <a:pt x="4466" y="2"/>
                      <a:pt x="4442" y="0"/>
                      <a:pt x="4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20"/>
              <p:cNvSpPr/>
              <p:nvPr/>
            </p:nvSpPr>
            <p:spPr>
              <a:xfrm>
                <a:off x="4618550" y="2517025"/>
                <a:ext cx="118925" cy="48375"/>
              </a:xfrm>
              <a:custGeom>
                <a:rect b="b" l="l" r="r" t="t"/>
                <a:pathLst>
                  <a:path extrusionOk="0" h="1935" w="4757">
                    <a:moveTo>
                      <a:pt x="3551" y="232"/>
                    </a:moveTo>
                    <a:cubicBezTo>
                      <a:pt x="3687" y="232"/>
                      <a:pt x="3823" y="240"/>
                      <a:pt x="3958" y="240"/>
                    </a:cubicBezTo>
                    <a:lnTo>
                      <a:pt x="4257" y="240"/>
                    </a:lnTo>
                    <a:cubicBezTo>
                      <a:pt x="4224" y="294"/>
                      <a:pt x="4175" y="348"/>
                      <a:pt x="4126" y="392"/>
                    </a:cubicBezTo>
                    <a:lnTo>
                      <a:pt x="4126" y="386"/>
                    </a:lnTo>
                    <a:cubicBezTo>
                      <a:pt x="4073" y="424"/>
                      <a:pt x="4014" y="433"/>
                      <a:pt x="3954" y="433"/>
                    </a:cubicBezTo>
                    <a:cubicBezTo>
                      <a:pt x="3928" y="433"/>
                      <a:pt x="3902" y="431"/>
                      <a:pt x="3876" y="430"/>
                    </a:cubicBezTo>
                    <a:lnTo>
                      <a:pt x="3588" y="430"/>
                    </a:lnTo>
                    <a:cubicBezTo>
                      <a:pt x="3398" y="430"/>
                      <a:pt x="3213" y="457"/>
                      <a:pt x="3028" y="457"/>
                    </a:cubicBezTo>
                    <a:cubicBezTo>
                      <a:pt x="3003" y="456"/>
                      <a:pt x="2977" y="456"/>
                      <a:pt x="2952" y="456"/>
                    </a:cubicBezTo>
                    <a:cubicBezTo>
                      <a:pt x="2790" y="456"/>
                      <a:pt x="2634" y="470"/>
                      <a:pt x="2474" y="484"/>
                    </a:cubicBezTo>
                    <a:cubicBezTo>
                      <a:pt x="2289" y="501"/>
                      <a:pt x="2093" y="495"/>
                      <a:pt x="1903" y="506"/>
                    </a:cubicBezTo>
                    <a:cubicBezTo>
                      <a:pt x="1702" y="517"/>
                      <a:pt x="1495" y="539"/>
                      <a:pt x="1289" y="555"/>
                    </a:cubicBezTo>
                    <a:cubicBezTo>
                      <a:pt x="1077" y="571"/>
                      <a:pt x="881" y="560"/>
                      <a:pt x="674" y="577"/>
                    </a:cubicBezTo>
                    <a:cubicBezTo>
                      <a:pt x="522" y="593"/>
                      <a:pt x="370" y="620"/>
                      <a:pt x="218" y="664"/>
                    </a:cubicBezTo>
                    <a:cubicBezTo>
                      <a:pt x="218" y="631"/>
                      <a:pt x="218" y="604"/>
                      <a:pt x="218" y="571"/>
                    </a:cubicBezTo>
                    <a:cubicBezTo>
                      <a:pt x="223" y="528"/>
                      <a:pt x="223" y="490"/>
                      <a:pt x="218" y="446"/>
                    </a:cubicBezTo>
                    <a:lnTo>
                      <a:pt x="288" y="446"/>
                    </a:lnTo>
                    <a:cubicBezTo>
                      <a:pt x="312" y="448"/>
                      <a:pt x="335" y="448"/>
                      <a:pt x="359" y="448"/>
                    </a:cubicBezTo>
                    <a:cubicBezTo>
                      <a:pt x="425" y="448"/>
                      <a:pt x="493" y="443"/>
                      <a:pt x="560" y="435"/>
                    </a:cubicBezTo>
                    <a:cubicBezTo>
                      <a:pt x="669" y="419"/>
                      <a:pt x="778" y="392"/>
                      <a:pt x="886" y="381"/>
                    </a:cubicBezTo>
                    <a:cubicBezTo>
                      <a:pt x="984" y="365"/>
                      <a:pt x="1082" y="375"/>
                      <a:pt x="1185" y="359"/>
                    </a:cubicBezTo>
                    <a:cubicBezTo>
                      <a:pt x="1283" y="348"/>
                      <a:pt x="1370" y="343"/>
                      <a:pt x="1463" y="337"/>
                    </a:cubicBezTo>
                    <a:cubicBezTo>
                      <a:pt x="1521" y="333"/>
                      <a:pt x="1580" y="332"/>
                      <a:pt x="1639" y="332"/>
                    </a:cubicBezTo>
                    <a:cubicBezTo>
                      <a:pt x="1716" y="332"/>
                      <a:pt x="1793" y="334"/>
                      <a:pt x="1869" y="334"/>
                    </a:cubicBezTo>
                    <a:cubicBezTo>
                      <a:pt x="1952" y="334"/>
                      <a:pt x="2034" y="331"/>
                      <a:pt x="2115" y="321"/>
                    </a:cubicBezTo>
                    <a:cubicBezTo>
                      <a:pt x="2327" y="299"/>
                      <a:pt x="2533" y="283"/>
                      <a:pt x="2745" y="283"/>
                    </a:cubicBezTo>
                    <a:cubicBezTo>
                      <a:pt x="2947" y="278"/>
                      <a:pt x="3148" y="267"/>
                      <a:pt x="3349" y="240"/>
                    </a:cubicBezTo>
                    <a:cubicBezTo>
                      <a:pt x="3416" y="234"/>
                      <a:pt x="3483" y="232"/>
                      <a:pt x="3551" y="232"/>
                    </a:cubicBezTo>
                    <a:close/>
                    <a:moveTo>
                      <a:pt x="4436" y="267"/>
                    </a:moveTo>
                    <a:cubicBezTo>
                      <a:pt x="4436" y="278"/>
                      <a:pt x="4436" y="283"/>
                      <a:pt x="4436" y="294"/>
                    </a:cubicBezTo>
                    <a:cubicBezTo>
                      <a:pt x="4436" y="354"/>
                      <a:pt x="4441" y="414"/>
                      <a:pt x="4441" y="473"/>
                    </a:cubicBezTo>
                    <a:cubicBezTo>
                      <a:pt x="4452" y="587"/>
                      <a:pt x="4441" y="707"/>
                      <a:pt x="4463" y="821"/>
                    </a:cubicBezTo>
                    <a:cubicBezTo>
                      <a:pt x="4485" y="935"/>
                      <a:pt x="4496" y="1033"/>
                      <a:pt x="4517" y="1142"/>
                    </a:cubicBezTo>
                    <a:cubicBezTo>
                      <a:pt x="4545" y="1262"/>
                      <a:pt x="4550" y="1392"/>
                      <a:pt x="4534" y="1517"/>
                    </a:cubicBezTo>
                    <a:cubicBezTo>
                      <a:pt x="4528" y="1539"/>
                      <a:pt x="4528" y="1566"/>
                      <a:pt x="4534" y="1588"/>
                    </a:cubicBezTo>
                    <a:lnTo>
                      <a:pt x="4534" y="1599"/>
                    </a:lnTo>
                    <a:cubicBezTo>
                      <a:pt x="4507" y="1609"/>
                      <a:pt x="4479" y="1615"/>
                      <a:pt x="4452" y="1620"/>
                    </a:cubicBezTo>
                    <a:cubicBezTo>
                      <a:pt x="4420" y="1626"/>
                      <a:pt x="4387" y="1631"/>
                      <a:pt x="4354" y="1637"/>
                    </a:cubicBezTo>
                    <a:lnTo>
                      <a:pt x="4354" y="1626"/>
                    </a:lnTo>
                    <a:cubicBezTo>
                      <a:pt x="4354" y="1599"/>
                      <a:pt x="4344" y="1577"/>
                      <a:pt x="4322" y="1566"/>
                    </a:cubicBezTo>
                    <a:cubicBezTo>
                      <a:pt x="4316" y="1495"/>
                      <a:pt x="4316" y="1419"/>
                      <a:pt x="4322" y="1349"/>
                    </a:cubicBezTo>
                    <a:cubicBezTo>
                      <a:pt x="4322" y="1240"/>
                      <a:pt x="4284" y="1142"/>
                      <a:pt x="4273" y="1044"/>
                    </a:cubicBezTo>
                    <a:cubicBezTo>
                      <a:pt x="4267" y="946"/>
                      <a:pt x="4257" y="854"/>
                      <a:pt x="4246" y="767"/>
                    </a:cubicBezTo>
                    <a:cubicBezTo>
                      <a:pt x="4224" y="685"/>
                      <a:pt x="4218" y="604"/>
                      <a:pt x="4202" y="522"/>
                    </a:cubicBezTo>
                    <a:cubicBezTo>
                      <a:pt x="4267" y="468"/>
                      <a:pt x="4322" y="408"/>
                      <a:pt x="4365" y="343"/>
                    </a:cubicBezTo>
                    <a:cubicBezTo>
                      <a:pt x="4387" y="316"/>
                      <a:pt x="4409" y="294"/>
                      <a:pt x="4436" y="267"/>
                    </a:cubicBezTo>
                    <a:close/>
                    <a:moveTo>
                      <a:pt x="4099" y="566"/>
                    </a:moveTo>
                    <a:cubicBezTo>
                      <a:pt x="4099" y="620"/>
                      <a:pt x="4115" y="674"/>
                      <a:pt x="4121" y="729"/>
                    </a:cubicBezTo>
                    <a:cubicBezTo>
                      <a:pt x="4126" y="778"/>
                      <a:pt x="4137" y="821"/>
                      <a:pt x="4137" y="865"/>
                    </a:cubicBezTo>
                    <a:cubicBezTo>
                      <a:pt x="4142" y="925"/>
                      <a:pt x="4132" y="984"/>
                      <a:pt x="4132" y="1044"/>
                    </a:cubicBezTo>
                    <a:cubicBezTo>
                      <a:pt x="4137" y="1147"/>
                      <a:pt x="4175" y="1245"/>
                      <a:pt x="4164" y="1354"/>
                    </a:cubicBezTo>
                    <a:lnTo>
                      <a:pt x="4170" y="1365"/>
                    </a:lnTo>
                    <a:cubicBezTo>
                      <a:pt x="4153" y="1457"/>
                      <a:pt x="4153" y="1555"/>
                      <a:pt x="4170" y="1647"/>
                    </a:cubicBezTo>
                    <a:cubicBezTo>
                      <a:pt x="4142" y="1647"/>
                      <a:pt x="4121" y="1647"/>
                      <a:pt x="4093" y="1653"/>
                    </a:cubicBezTo>
                    <a:cubicBezTo>
                      <a:pt x="3927" y="1667"/>
                      <a:pt x="3758" y="1672"/>
                      <a:pt x="3588" y="1672"/>
                    </a:cubicBezTo>
                    <a:cubicBezTo>
                      <a:pt x="3503" y="1672"/>
                      <a:pt x="3418" y="1671"/>
                      <a:pt x="3332" y="1669"/>
                    </a:cubicBezTo>
                    <a:cubicBezTo>
                      <a:pt x="3099" y="1669"/>
                      <a:pt x="2865" y="1691"/>
                      <a:pt x="2626" y="1691"/>
                    </a:cubicBezTo>
                    <a:cubicBezTo>
                      <a:pt x="2370" y="1691"/>
                      <a:pt x="2120" y="1740"/>
                      <a:pt x="1865" y="1745"/>
                    </a:cubicBezTo>
                    <a:cubicBezTo>
                      <a:pt x="1811" y="1746"/>
                      <a:pt x="1758" y="1747"/>
                      <a:pt x="1705" y="1747"/>
                    </a:cubicBezTo>
                    <a:cubicBezTo>
                      <a:pt x="1562" y="1747"/>
                      <a:pt x="1424" y="1744"/>
                      <a:pt x="1285" y="1744"/>
                    </a:cubicBezTo>
                    <a:cubicBezTo>
                      <a:pt x="1234" y="1744"/>
                      <a:pt x="1183" y="1744"/>
                      <a:pt x="1131" y="1745"/>
                    </a:cubicBezTo>
                    <a:cubicBezTo>
                      <a:pt x="1022" y="1745"/>
                      <a:pt x="918" y="1768"/>
                      <a:pt x="810" y="1768"/>
                    </a:cubicBezTo>
                    <a:cubicBezTo>
                      <a:pt x="799" y="1768"/>
                      <a:pt x="788" y="1768"/>
                      <a:pt x="778" y="1767"/>
                    </a:cubicBezTo>
                    <a:cubicBezTo>
                      <a:pt x="709" y="1757"/>
                      <a:pt x="638" y="1753"/>
                      <a:pt x="566" y="1753"/>
                    </a:cubicBezTo>
                    <a:cubicBezTo>
                      <a:pt x="524" y="1753"/>
                      <a:pt x="482" y="1754"/>
                      <a:pt x="441" y="1756"/>
                    </a:cubicBezTo>
                    <a:cubicBezTo>
                      <a:pt x="413" y="1760"/>
                      <a:pt x="364" y="1773"/>
                      <a:pt x="332" y="1773"/>
                    </a:cubicBezTo>
                    <a:cubicBezTo>
                      <a:pt x="320" y="1773"/>
                      <a:pt x="310" y="1771"/>
                      <a:pt x="305" y="1767"/>
                    </a:cubicBezTo>
                    <a:cubicBezTo>
                      <a:pt x="272" y="1745"/>
                      <a:pt x="245" y="1713"/>
                      <a:pt x="234" y="1680"/>
                    </a:cubicBezTo>
                    <a:cubicBezTo>
                      <a:pt x="196" y="1555"/>
                      <a:pt x="207" y="1419"/>
                      <a:pt x="185" y="1294"/>
                    </a:cubicBezTo>
                    <a:cubicBezTo>
                      <a:pt x="163" y="1153"/>
                      <a:pt x="153" y="1006"/>
                      <a:pt x="147" y="865"/>
                    </a:cubicBezTo>
                    <a:cubicBezTo>
                      <a:pt x="174" y="865"/>
                      <a:pt x="196" y="843"/>
                      <a:pt x="196" y="821"/>
                    </a:cubicBezTo>
                    <a:cubicBezTo>
                      <a:pt x="201" y="799"/>
                      <a:pt x="207" y="778"/>
                      <a:pt x="207" y="761"/>
                    </a:cubicBezTo>
                    <a:cubicBezTo>
                      <a:pt x="234" y="767"/>
                      <a:pt x="261" y="770"/>
                      <a:pt x="288" y="770"/>
                    </a:cubicBezTo>
                    <a:cubicBezTo>
                      <a:pt x="316" y="770"/>
                      <a:pt x="343" y="767"/>
                      <a:pt x="370" y="761"/>
                    </a:cubicBezTo>
                    <a:cubicBezTo>
                      <a:pt x="484" y="740"/>
                      <a:pt x="598" y="723"/>
                      <a:pt x="718" y="718"/>
                    </a:cubicBezTo>
                    <a:cubicBezTo>
                      <a:pt x="930" y="713"/>
                      <a:pt x="1136" y="718"/>
                      <a:pt x="1348" y="702"/>
                    </a:cubicBezTo>
                    <a:cubicBezTo>
                      <a:pt x="1560" y="680"/>
                      <a:pt x="1772" y="658"/>
                      <a:pt x="1990" y="653"/>
                    </a:cubicBezTo>
                    <a:cubicBezTo>
                      <a:pt x="2048" y="653"/>
                      <a:pt x="2108" y="655"/>
                      <a:pt x="2169" y="655"/>
                    </a:cubicBezTo>
                    <a:cubicBezTo>
                      <a:pt x="2200" y="655"/>
                      <a:pt x="2231" y="655"/>
                      <a:pt x="2262" y="653"/>
                    </a:cubicBezTo>
                    <a:cubicBezTo>
                      <a:pt x="2365" y="653"/>
                      <a:pt x="2468" y="631"/>
                      <a:pt x="2571" y="631"/>
                    </a:cubicBezTo>
                    <a:cubicBezTo>
                      <a:pt x="2675" y="626"/>
                      <a:pt x="2767" y="609"/>
                      <a:pt x="2865" y="609"/>
                    </a:cubicBezTo>
                    <a:cubicBezTo>
                      <a:pt x="2923" y="609"/>
                      <a:pt x="2983" y="612"/>
                      <a:pt x="3043" y="612"/>
                    </a:cubicBezTo>
                    <a:cubicBezTo>
                      <a:pt x="3073" y="612"/>
                      <a:pt x="3102" y="611"/>
                      <a:pt x="3131" y="609"/>
                    </a:cubicBezTo>
                    <a:cubicBezTo>
                      <a:pt x="3218" y="604"/>
                      <a:pt x="3316" y="582"/>
                      <a:pt x="3414" y="582"/>
                    </a:cubicBezTo>
                    <a:lnTo>
                      <a:pt x="3718" y="582"/>
                    </a:lnTo>
                    <a:cubicBezTo>
                      <a:pt x="3785" y="582"/>
                      <a:pt x="3855" y="588"/>
                      <a:pt x="3924" y="588"/>
                    </a:cubicBezTo>
                    <a:cubicBezTo>
                      <a:pt x="3984" y="588"/>
                      <a:pt x="4043" y="584"/>
                      <a:pt x="4099" y="566"/>
                    </a:cubicBezTo>
                    <a:close/>
                    <a:moveTo>
                      <a:pt x="3504" y="18"/>
                    </a:moveTo>
                    <a:cubicBezTo>
                      <a:pt x="3451" y="18"/>
                      <a:pt x="3398" y="19"/>
                      <a:pt x="3343" y="22"/>
                    </a:cubicBezTo>
                    <a:cubicBezTo>
                      <a:pt x="3224" y="33"/>
                      <a:pt x="3104" y="55"/>
                      <a:pt x="2985" y="66"/>
                    </a:cubicBezTo>
                    <a:cubicBezTo>
                      <a:pt x="2940" y="68"/>
                      <a:pt x="2897" y="68"/>
                      <a:pt x="2853" y="68"/>
                    </a:cubicBezTo>
                    <a:cubicBezTo>
                      <a:pt x="2760" y="68"/>
                      <a:pt x="2667" y="65"/>
                      <a:pt x="2575" y="65"/>
                    </a:cubicBezTo>
                    <a:cubicBezTo>
                      <a:pt x="2480" y="65"/>
                      <a:pt x="2385" y="69"/>
                      <a:pt x="2289" y="82"/>
                    </a:cubicBezTo>
                    <a:cubicBezTo>
                      <a:pt x="2022" y="115"/>
                      <a:pt x="1767" y="98"/>
                      <a:pt x="1501" y="115"/>
                    </a:cubicBezTo>
                    <a:cubicBezTo>
                      <a:pt x="1386" y="115"/>
                      <a:pt x="1272" y="125"/>
                      <a:pt x="1158" y="142"/>
                    </a:cubicBezTo>
                    <a:cubicBezTo>
                      <a:pt x="1033" y="158"/>
                      <a:pt x="903" y="147"/>
                      <a:pt x="778" y="169"/>
                    </a:cubicBezTo>
                    <a:cubicBezTo>
                      <a:pt x="653" y="202"/>
                      <a:pt x="533" y="218"/>
                      <a:pt x="408" y="223"/>
                    </a:cubicBezTo>
                    <a:cubicBezTo>
                      <a:pt x="356" y="223"/>
                      <a:pt x="298" y="215"/>
                      <a:pt x="242" y="215"/>
                    </a:cubicBezTo>
                    <a:cubicBezTo>
                      <a:pt x="185" y="215"/>
                      <a:pt x="131" y="223"/>
                      <a:pt x="87" y="256"/>
                    </a:cubicBezTo>
                    <a:cubicBezTo>
                      <a:pt x="27" y="310"/>
                      <a:pt x="0" y="392"/>
                      <a:pt x="17" y="473"/>
                    </a:cubicBezTo>
                    <a:cubicBezTo>
                      <a:pt x="17" y="484"/>
                      <a:pt x="17" y="490"/>
                      <a:pt x="22" y="501"/>
                    </a:cubicBezTo>
                    <a:cubicBezTo>
                      <a:pt x="6" y="718"/>
                      <a:pt x="6" y="941"/>
                      <a:pt x="17" y="1158"/>
                    </a:cubicBezTo>
                    <a:cubicBezTo>
                      <a:pt x="22" y="1251"/>
                      <a:pt x="33" y="1343"/>
                      <a:pt x="38" y="1441"/>
                    </a:cubicBezTo>
                    <a:cubicBezTo>
                      <a:pt x="44" y="1550"/>
                      <a:pt x="60" y="1658"/>
                      <a:pt x="87" y="1762"/>
                    </a:cubicBezTo>
                    <a:cubicBezTo>
                      <a:pt x="114" y="1811"/>
                      <a:pt x="147" y="1854"/>
                      <a:pt x="191" y="1887"/>
                    </a:cubicBezTo>
                    <a:cubicBezTo>
                      <a:pt x="236" y="1917"/>
                      <a:pt x="287" y="1934"/>
                      <a:pt x="338" y="1934"/>
                    </a:cubicBezTo>
                    <a:cubicBezTo>
                      <a:pt x="360" y="1934"/>
                      <a:pt x="381" y="1931"/>
                      <a:pt x="403" y="1925"/>
                    </a:cubicBezTo>
                    <a:cubicBezTo>
                      <a:pt x="449" y="1920"/>
                      <a:pt x="497" y="1917"/>
                      <a:pt x="544" y="1917"/>
                    </a:cubicBezTo>
                    <a:cubicBezTo>
                      <a:pt x="602" y="1917"/>
                      <a:pt x="661" y="1921"/>
                      <a:pt x="718" y="1930"/>
                    </a:cubicBezTo>
                    <a:cubicBezTo>
                      <a:pt x="832" y="1930"/>
                      <a:pt x="952" y="1930"/>
                      <a:pt x="1066" y="1914"/>
                    </a:cubicBezTo>
                    <a:cubicBezTo>
                      <a:pt x="1137" y="1910"/>
                      <a:pt x="1208" y="1909"/>
                      <a:pt x="1279" y="1909"/>
                    </a:cubicBezTo>
                    <a:cubicBezTo>
                      <a:pt x="1438" y="1909"/>
                      <a:pt x="1599" y="1916"/>
                      <a:pt x="1756" y="1919"/>
                    </a:cubicBezTo>
                    <a:cubicBezTo>
                      <a:pt x="2001" y="1919"/>
                      <a:pt x="2234" y="1876"/>
                      <a:pt x="2474" y="1870"/>
                    </a:cubicBezTo>
                    <a:cubicBezTo>
                      <a:pt x="2941" y="1865"/>
                      <a:pt x="3403" y="1854"/>
                      <a:pt x="3871" y="1854"/>
                    </a:cubicBezTo>
                    <a:cubicBezTo>
                      <a:pt x="3979" y="1854"/>
                      <a:pt x="4083" y="1843"/>
                      <a:pt x="4186" y="1838"/>
                    </a:cubicBezTo>
                    <a:cubicBezTo>
                      <a:pt x="4300" y="1838"/>
                      <a:pt x="4414" y="1827"/>
                      <a:pt x="4528" y="1805"/>
                    </a:cubicBezTo>
                    <a:cubicBezTo>
                      <a:pt x="4588" y="1794"/>
                      <a:pt x="4642" y="1772"/>
                      <a:pt x="4691" y="1734"/>
                    </a:cubicBezTo>
                    <a:cubicBezTo>
                      <a:pt x="4751" y="1669"/>
                      <a:pt x="4729" y="1550"/>
                      <a:pt x="4740" y="1468"/>
                    </a:cubicBezTo>
                    <a:cubicBezTo>
                      <a:pt x="4757" y="1376"/>
                      <a:pt x="4757" y="1278"/>
                      <a:pt x="4740" y="1185"/>
                    </a:cubicBezTo>
                    <a:lnTo>
                      <a:pt x="4735" y="1185"/>
                    </a:lnTo>
                    <a:cubicBezTo>
                      <a:pt x="4719" y="1077"/>
                      <a:pt x="4697" y="968"/>
                      <a:pt x="4681" y="859"/>
                    </a:cubicBezTo>
                    <a:cubicBezTo>
                      <a:pt x="4648" y="642"/>
                      <a:pt x="4637" y="419"/>
                      <a:pt x="4648" y="202"/>
                    </a:cubicBezTo>
                    <a:cubicBezTo>
                      <a:pt x="4653" y="0"/>
                      <a:pt x="4496" y="28"/>
                      <a:pt x="4344" y="22"/>
                    </a:cubicBezTo>
                    <a:lnTo>
                      <a:pt x="3664" y="22"/>
                    </a:lnTo>
                    <a:cubicBezTo>
                      <a:pt x="3610" y="19"/>
                      <a:pt x="3557" y="18"/>
                      <a:pt x="3504" y="1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20"/>
              <p:cNvSpPr/>
              <p:nvPr/>
            </p:nvSpPr>
            <p:spPr>
              <a:xfrm>
                <a:off x="4589325" y="2560400"/>
                <a:ext cx="5725" cy="11450"/>
              </a:xfrm>
              <a:custGeom>
                <a:rect b="b" l="l" r="r" t="t"/>
                <a:pathLst>
                  <a:path extrusionOk="0" h="458" w="229">
                    <a:moveTo>
                      <a:pt x="163" y="0"/>
                    </a:moveTo>
                    <a:cubicBezTo>
                      <a:pt x="146" y="0"/>
                      <a:pt x="130" y="10"/>
                      <a:pt x="126" y="32"/>
                    </a:cubicBezTo>
                    <a:cubicBezTo>
                      <a:pt x="109" y="108"/>
                      <a:pt x="60" y="168"/>
                      <a:pt x="39" y="244"/>
                    </a:cubicBezTo>
                    <a:cubicBezTo>
                      <a:pt x="22" y="298"/>
                      <a:pt x="6" y="364"/>
                      <a:pt x="1" y="423"/>
                    </a:cubicBezTo>
                    <a:cubicBezTo>
                      <a:pt x="1" y="442"/>
                      <a:pt x="17" y="457"/>
                      <a:pt x="36" y="457"/>
                    </a:cubicBezTo>
                    <a:cubicBezTo>
                      <a:pt x="38" y="457"/>
                      <a:pt x="41" y="457"/>
                      <a:pt x="44" y="456"/>
                    </a:cubicBezTo>
                    <a:cubicBezTo>
                      <a:pt x="115" y="445"/>
                      <a:pt x="137" y="353"/>
                      <a:pt x="153" y="298"/>
                    </a:cubicBezTo>
                    <a:cubicBezTo>
                      <a:pt x="175" y="217"/>
                      <a:pt x="229" y="130"/>
                      <a:pt x="218" y="48"/>
                    </a:cubicBezTo>
                    <a:cubicBezTo>
                      <a:pt x="215" y="20"/>
                      <a:pt x="187"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20"/>
              <p:cNvSpPr/>
              <p:nvPr/>
            </p:nvSpPr>
            <p:spPr>
              <a:xfrm>
                <a:off x="4589200" y="2568550"/>
                <a:ext cx="8975" cy="11150"/>
              </a:xfrm>
              <a:custGeom>
                <a:rect b="b" l="l" r="r" t="t"/>
                <a:pathLst>
                  <a:path extrusionOk="0" h="446" w="359">
                    <a:moveTo>
                      <a:pt x="299" y="0"/>
                    </a:moveTo>
                    <a:cubicBezTo>
                      <a:pt x="278" y="0"/>
                      <a:pt x="258" y="12"/>
                      <a:pt x="256" y="38"/>
                    </a:cubicBezTo>
                    <a:lnTo>
                      <a:pt x="256" y="43"/>
                    </a:lnTo>
                    <a:cubicBezTo>
                      <a:pt x="256" y="59"/>
                      <a:pt x="228" y="70"/>
                      <a:pt x="218" y="81"/>
                    </a:cubicBezTo>
                    <a:cubicBezTo>
                      <a:pt x="207" y="97"/>
                      <a:pt x="190" y="114"/>
                      <a:pt x="185" y="135"/>
                    </a:cubicBezTo>
                    <a:cubicBezTo>
                      <a:pt x="158" y="179"/>
                      <a:pt x="131" y="217"/>
                      <a:pt x="98" y="255"/>
                    </a:cubicBezTo>
                    <a:cubicBezTo>
                      <a:pt x="71" y="299"/>
                      <a:pt x="0" y="440"/>
                      <a:pt x="98" y="445"/>
                    </a:cubicBezTo>
                    <a:cubicBezTo>
                      <a:pt x="131" y="445"/>
                      <a:pt x="147" y="424"/>
                      <a:pt x="158" y="402"/>
                    </a:cubicBezTo>
                    <a:cubicBezTo>
                      <a:pt x="180" y="358"/>
                      <a:pt x="201" y="320"/>
                      <a:pt x="228" y="277"/>
                    </a:cubicBezTo>
                    <a:cubicBezTo>
                      <a:pt x="261" y="239"/>
                      <a:pt x="277" y="184"/>
                      <a:pt x="310" y="141"/>
                    </a:cubicBezTo>
                    <a:cubicBezTo>
                      <a:pt x="343" y="103"/>
                      <a:pt x="359" y="97"/>
                      <a:pt x="359" y="54"/>
                    </a:cubicBezTo>
                    <a:cubicBezTo>
                      <a:pt x="359" y="20"/>
                      <a:pt x="327" y="0"/>
                      <a:pt x="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20"/>
              <p:cNvSpPr/>
              <p:nvPr/>
            </p:nvSpPr>
            <p:spPr>
              <a:xfrm>
                <a:off x="4590975" y="2578925"/>
                <a:ext cx="6625" cy="7900"/>
              </a:xfrm>
              <a:custGeom>
                <a:rect b="b" l="l" r="r" t="t"/>
                <a:pathLst>
                  <a:path extrusionOk="0" h="316" w="265">
                    <a:moveTo>
                      <a:pt x="214" y="0"/>
                    </a:moveTo>
                    <a:cubicBezTo>
                      <a:pt x="202" y="0"/>
                      <a:pt x="191" y="6"/>
                      <a:pt x="185" y="19"/>
                    </a:cubicBezTo>
                    <a:lnTo>
                      <a:pt x="185" y="25"/>
                    </a:lnTo>
                    <a:cubicBezTo>
                      <a:pt x="152" y="68"/>
                      <a:pt x="109" y="101"/>
                      <a:pt x="81" y="144"/>
                    </a:cubicBezTo>
                    <a:cubicBezTo>
                      <a:pt x="49" y="183"/>
                      <a:pt x="22" y="226"/>
                      <a:pt x="5" y="280"/>
                    </a:cubicBezTo>
                    <a:cubicBezTo>
                      <a:pt x="1" y="298"/>
                      <a:pt x="18" y="316"/>
                      <a:pt x="39" y="316"/>
                    </a:cubicBezTo>
                    <a:cubicBezTo>
                      <a:pt x="44" y="316"/>
                      <a:pt x="49" y="315"/>
                      <a:pt x="54" y="313"/>
                    </a:cubicBezTo>
                    <a:cubicBezTo>
                      <a:pt x="103" y="291"/>
                      <a:pt x="119" y="237"/>
                      <a:pt x="152" y="193"/>
                    </a:cubicBezTo>
                    <a:cubicBezTo>
                      <a:pt x="185" y="144"/>
                      <a:pt x="223" y="106"/>
                      <a:pt x="250" y="58"/>
                    </a:cubicBezTo>
                    <a:cubicBezTo>
                      <a:pt x="265" y="28"/>
                      <a:pt x="239"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20"/>
              <p:cNvSpPr/>
              <p:nvPr/>
            </p:nvSpPr>
            <p:spPr>
              <a:xfrm>
                <a:off x="4592050" y="2585450"/>
                <a:ext cx="5275" cy="7725"/>
              </a:xfrm>
              <a:custGeom>
                <a:rect b="b" l="l" r="r" t="t"/>
                <a:pathLst>
                  <a:path extrusionOk="0" h="309" w="211">
                    <a:moveTo>
                      <a:pt x="147" y="1"/>
                    </a:moveTo>
                    <a:cubicBezTo>
                      <a:pt x="132" y="1"/>
                      <a:pt x="117" y="8"/>
                      <a:pt x="109" y="25"/>
                    </a:cubicBezTo>
                    <a:cubicBezTo>
                      <a:pt x="93" y="63"/>
                      <a:pt x="82" y="106"/>
                      <a:pt x="66" y="144"/>
                    </a:cubicBezTo>
                    <a:cubicBezTo>
                      <a:pt x="55" y="166"/>
                      <a:pt x="44" y="188"/>
                      <a:pt x="33" y="210"/>
                    </a:cubicBezTo>
                    <a:cubicBezTo>
                      <a:pt x="28" y="224"/>
                      <a:pt x="23" y="234"/>
                      <a:pt x="19" y="244"/>
                    </a:cubicBezTo>
                    <a:lnTo>
                      <a:pt x="19" y="244"/>
                    </a:lnTo>
                    <a:cubicBezTo>
                      <a:pt x="17" y="246"/>
                      <a:pt x="15" y="249"/>
                      <a:pt x="16" y="249"/>
                    </a:cubicBezTo>
                    <a:cubicBezTo>
                      <a:pt x="16" y="249"/>
                      <a:pt x="16" y="248"/>
                      <a:pt x="17" y="248"/>
                    </a:cubicBezTo>
                    <a:lnTo>
                      <a:pt x="17" y="248"/>
                    </a:lnTo>
                    <a:cubicBezTo>
                      <a:pt x="0" y="264"/>
                      <a:pt x="6" y="291"/>
                      <a:pt x="22" y="302"/>
                    </a:cubicBezTo>
                    <a:cubicBezTo>
                      <a:pt x="32" y="306"/>
                      <a:pt x="41" y="308"/>
                      <a:pt x="50" y="308"/>
                    </a:cubicBezTo>
                    <a:cubicBezTo>
                      <a:pt x="95" y="308"/>
                      <a:pt x="128" y="257"/>
                      <a:pt x="142" y="220"/>
                    </a:cubicBezTo>
                    <a:cubicBezTo>
                      <a:pt x="163" y="177"/>
                      <a:pt x="180" y="112"/>
                      <a:pt x="196" y="63"/>
                    </a:cubicBezTo>
                    <a:cubicBezTo>
                      <a:pt x="210" y="27"/>
                      <a:pt x="178" y="1"/>
                      <a:pt x="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20"/>
              <p:cNvSpPr/>
              <p:nvPr/>
            </p:nvSpPr>
            <p:spPr>
              <a:xfrm>
                <a:off x="4601275" y="2658000"/>
                <a:ext cx="5900" cy="10650"/>
              </a:xfrm>
              <a:custGeom>
                <a:rect b="b" l="l" r="r" t="t"/>
                <a:pathLst>
                  <a:path extrusionOk="0" h="426" w="236">
                    <a:moveTo>
                      <a:pt x="175" y="1"/>
                    </a:moveTo>
                    <a:cubicBezTo>
                      <a:pt x="158" y="1"/>
                      <a:pt x="141" y="11"/>
                      <a:pt x="137" y="36"/>
                    </a:cubicBezTo>
                    <a:cubicBezTo>
                      <a:pt x="110" y="145"/>
                      <a:pt x="1" y="292"/>
                      <a:pt x="61" y="406"/>
                    </a:cubicBezTo>
                    <a:cubicBezTo>
                      <a:pt x="68" y="420"/>
                      <a:pt x="80" y="426"/>
                      <a:pt x="93" y="426"/>
                    </a:cubicBezTo>
                    <a:cubicBezTo>
                      <a:pt x="111" y="426"/>
                      <a:pt x="131" y="414"/>
                      <a:pt x="137" y="395"/>
                    </a:cubicBezTo>
                    <a:cubicBezTo>
                      <a:pt x="153" y="341"/>
                      <a:pt x="169" y="286"/>
                      <a:pt x="186" y="232"/>
                    </a:cubicBezTo>
                    <a:cubicBezTo>
                      <a:pt x="197" y="172"/>
                      <a:pt x="224" y="118"/>
                      <a:pt x="229" y="64"/>
                    </a:cubicBezTo>
                    <a:cubicBezTo>
                      <a:pt x="236" y="27"/>
                      <a:pt x="204" y="1"/>
                      <a:pt x="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20"/>
              <p:cNvSpPr/>
              <p:nvPr/>
            </p:nvSpPr>
            <p:spPr>
              <a:xfrm>
                <a:off x="4604550" y="2665150"/>
                <a:ext cx="5050" cy="9125"/>
              </a:xfrm>
              <a:custGeom>
                <a:rect b="b" l="l" r="r" t="t"/>
                <a:pathLst>
                  <a:path extrusionOk="0" h="365" w="202">
                    <a:moveTo>
                      <a:pt x="150" y="0"/>
                    </a:moveTo>
                    <a:cubicBezTo>
                      <a:pt x="122" y="0"/>
                      <a:pt x="91" y="23"/>
                      <a:pt x="87" y="55"/>
                    </a:cubicBezTo>
                    <a:cubicBezTo>
                      <a:pt x="82" y="109"/>
                      <a:pt x="38" y="147"/>
                      <a:pt x="22" y="196"/>
                    </a:cubicBezTo>
                    <a:cubicBezTo>
                      <a:pt x="0" y="250"/>
                      <a:pt x="11" y="310"/>
                      <a:pt x="44" y="354"/>
                    </a:cubicBezTo>
                    <a:cubicBezTo>
                      <a:pt x="53" y="361"/>
                      <a:pt x="65" y="365"/>
                      <a:pt x="76" y="365"/>
                    </a:cubicBezTo>
                    <a:cubicBezTo>
                      <a:pt x="90" y="365"/>
                      <a:pt x="103" y="358"/>
                      <a:pt x="109" y="343"/>
                    </a:cubicBezTo>
                    <a:cubicBezTo>
                      <a:pt x="142" y="299"/>
                      <a:pt x="142" y="240"/>
                      <a:pt x="163" y="191"/>
                    </a:cubicBezTo>
                    <a:cubicBezTo>
                      <a:pt x="191" y="142"/>
                      <a:pt x="202" y="93"/>
                      <a:pt x="196" y="38"/>
                    </a:cubicBezTo>
                    <a:cubicBezTo>
                      <a:pt x="189" y="12"/>
                      <a:pt x="171" y="0"/>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20"/>
              <p:cNvSpPr/>
              <p:nvPr/>
            </p:nvSpPr>
            <p:spPr>
              <a:xfrm>
                <a:off x="4634025" y="2705600"/>
                <a:ext cx="4375" cy="6450"/>
              </a:xfrm>
              <a:custGeom>
                <a:rect b="b" l="l" r="r" t="t"/>
                <a:pathLst>
                  <a:path extrusionOk="0" h="258" w="175">
                    <a:moveTo>
                      <a:pt x="126" y="1"/>
                    </a:moveTo>
                    <a:cubicBezTo>
                      <a:pt x="103" y="1"/>
                      <a:pt x="80" y="16"/>
                      <a:pt x="77" y="46"/>
                    </a:cubicBezTo>
                    <a:cubicBezTo>
                      <a:pt x="72" y="73"/>
                      <a:pt x="61" y="95"/>
                      <a:pt x="44" y="116"/>
                    </a:cubicBezTo>
                    <a:cubicBezTo>
                      <a:pt x="23" y="149"/>
                      <a:pt x="6" y="187"/>
                      <a:pt x="1" y="220"/>
                    </a:cubicBezTo>
                    <a:cubicBezTo>
                      <a:pt x="1" y="241"/>
                      <a:pt x="17" y="258"/>
                      <a:pt x="39" y="258"/>
                    </a:cubicBezTo>
                    <a:cubicBezTo>
                      <a:pt x="93" y="258"/>
                      <a:pt x="121" y="209"/>
                      <a:pt x="142" y="165"/>
                    </a:cubicBezTo>
                    <a:cubicBezTo>
                      <a:pt x="164" y="127"/>
                      <a:pt x="175" y="84"/>
                      <a:pt x="175" y="46"/>
                    </a:cubicBezTo>
                    <a:cubicBezTo>
                      <a:pt x="172" y="16"/>
                      <a:pt x="149" y="1"/>
                      <a:pt x="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20"/>
              <p:cNvSpPr/>
              <p:nvPr/>
            </p:nvSpPr>
            <p:spPr>
              <a:xfrm>
                <a:off x="4639600" y="2707000"/>
                <a:ext cx="5050" cy="7775"/>
              </a:xfrm>
              <a:custGeom>
                <a:rect b="b" l="l" r="r" t="t"/>
                <a:pathLst>
                  <a:path extrusionOk="0" h="311" w="202">
                    <a:moveTo>
                      <a:pt x="126" y="1"/>
                    </a:moveTo>
                    <a:cubicBezTo>
                      <a:pt x="82" y="6"/>
                      <a:pt x="61" y="44"/>
                      <a:pt x="77" y="82"/>
                    </a:cubicBezTo>
                    <a:cubicBezTo>
                      <a:pt x="66" y="104"/>
                      <a:pt x="55" y="126"/>
                      <a:pt x="44" y="142"/>
                    </a:cubicBezTo>
                    <a:cubicBezTo>
                      <a:pt x="28" y="169"/>
                      <a:pt x="17" y="202"/>
                      <a:pt x="17" y="229"/>
                    </a:cubicBezTo>
                    <a:cubicBezTo>
                      <a:pt x="1" y="267"/>
                      <a:pt x="28" y="305"/>
                      <a:pt x="77" y="311"/>
                    </a:cubicBezTo>
                    <a:cubicBezTo>
                      <a:pt x="93" y="311"/>
                      <a:pt x="115" y="300"/>
                      <a:pt x="126" y="283"/>
                    </a:cubicBezTo>
                    <a:cubicBezTo>
                      <a:pt x="169" y="213"/>
                      <a:pt x="197" y="137"/>
                      <a:pt x="202" y="60"/>
                    </a:cubicBezTo>
                    <a:cubicBezTo>
                      <a:pt x="202" y="28"/>
                      <a:pt x="175"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120"/>
            <p:cNvGrpSpPr/>
            <p:nvPr/>
          </p:nvGrpSpPr>
          <p:grpSpPr>
            <a:xfrm>
              <a:off x="7392526" y="1511753"/>
              <a:ext cx="274329" cy="233682"/>
              <a:chOff x="5065775" y="2490100"/>
              <a:chExt cx="243675" cy="209900"/>
            </a:xfrm>
          </p:grpSpPr>
          <p:sp>
            <p:nvSpPr>
              <p:cNvPr id="4774" name="Google Shape;4774;p120"/>
              <p:cNvSpPr/>
              <p:nvPr/>
            </p:nvSpPr>
            <p:spPr>
              <a:xfrm>
                <a:off x="5110225" y="2635075"/>
                <a:ext cx="30425" cy="27150"/>
              </a:xfrm>
              <a:custGeom>
                <a:rect b="b" l="l" r="r" t="t"/>
                <a:pathLst>
                  <a:path extrusionOk="0" h="1086" w="1217">
                    <a:moveTo>
                      <a:pt x="835" y="0"/>
                    </a:moveTo>
                    <a:cubicBezTo>
                      <a:pt x="702" y="0"/>
                      <a:pt x="565" y="23"/>
                      <a:pt x="516" y="46"/>
                    </a:cubicBezTo>
                    <a:lnTo>
                      <a:pt x="516" y="40"/>
                    </a:lnTo>
                    <a:cubicBezTo>
                      <a:pt x="375" y="95"/>
                      <a:pt x="250" y="187"/>
                      <a:pt x="152" y="307"/>
                    </a:cubicBezTo>
                    <a:cubicBezTo>
                      <a:pt x="71" y="415"/>
                      <a:pt x="0" y="557"/>
                      <a:pt x="44" y="692"/>
                    </a:cubicBezTo>
                    <a:cubicBezTo>
                      <a:pt x="113" y="910"/>
                      <a:pt x="357" y="1086"/>
                      <a:pt x="591" y="1086"/>
                    </a:cubicBezTo>
                    <a:cubicBezTo>
                      <a:pt x="649" y="1086"/>
                      <a:pt x="707" y="1075"/>
                      <a:pt x="761" y="1051"/>
                    </a:cubicBezTo>
                    <a:cubicBezTo>
                      <a:pt x="1017" y="943"/>
                      <a:pt x="1060" y="616"/>
                      <a:pt x="902" y="404"/>
                    </a:cubicBezTo>
                    <a:cubicBezTo>
                      <a:pt x="853" y="341"/>
                      <a:pt x="795" y="315"/>
                      <a:pt x="736" y="315"/>
                    </a:cubicBezTo>
                    <a:cubicBezTo>
                      <a:pt x="534" y="315"/>
                      <a:pt x="332" y="619"/>
                      <a:pt x="522" y="741"/>
                    </a:cubicBezTo>
                    <a:cubicBezTo>
                      <a:pt x="532" y="748"/>
                      <a:pt x="542" y="750"/>
                      <a:pt x="551" y="750"/>
                    </a:cubicBezTo>
                    <a:cubicBezTo>
                      <a:pt x="590" y="750"/>
                      <a:pt x="616" y="701"/>
                      <a:pt x="598" y="665"/>
                    </a:cubicBezTo>
                    <a:cubicBezTo>
                      <a:pt x="576" y="616"/>
                      <a:pt x="631" y="535"/>
                      <a:pt x="663" y="508"/>
                    </a:cubicBezTo>
                    <a:cubicBezTo>
                      <a:pt x="679" y="491"/>
                      <a:pt x="703" y="483"/>
                      <a:pt x="726" y="483"/>
                    </a:cubicBezTo>
                    <a:cubicBezTo>
                      <a:pt x="750" y="483"/>
                      <a:pt x="775" y="491"/>
                      <a:pt x="794" y="508"/>
                    </a:cubicBezTo>
                    <a:cubicBezTo>
                      <a:pt x="853" y="557"/>
                      <a:pt x="875" y="703"/>
                      <a:pt x="853" y="769"/>
                    </a:cubicBezTo>
                    <a:cubicBezTo>
                      <a:pt x="814" y="894"/>
                      <a:pt x="715" y="941"/>
                      <a:pt x="604" y="941"/>
                    </a:cubicBezTo>
                    <a:cubicBezTo>
                      <a:pt x="470" y="941"/>
                      <a:pt x="320" y="871"/>
                      <a:pt x="239" y="785"/>
                    </a:cubicBezTo>
                    <a:cubicBezTo>
                      <a:pt x="163" y="698"/>
                      <a:pt x="114" y="616"/>
                      <a:pt x="158" y="502"/>
                    </a:cubicBezTo>
                    <a:cubicBezTo>
                      <a:pt x="207" y="372"/>
                      <a:pt x="299" y="263"/>
                      <a:pt x="419" y="192"/>
                    </a:cubicBezTo>
                    <a:cubicBezTo>
                      <a:pt x="522" y="133"/>
                      <a:pt x="636" y="100"/>
                      <a:pt x="756" y="95"/>
                    </a:cubicBezTo>
                    <a:cubicBezTo>
                      <a:pt x="870" y="95"/>
                      <a:pt x="1006" y="116"/>
                      <a:pt x="1060" y="220"/>
                    </a:cubicBezTo>
                    <a:cubicBezTo>
                      <a:pt x="1065" y="230"/>
                      <a:pt x="1078" y="236"/>
                      <a:pt x="1090" y="236"/>
                    </a:cubicBezTo>
                    <a:cubicBezTo>
                      <a:pt x="1102" y="236"/>
                      <a:pt x="1114" y="230"/>
                      <a:pt x="1120" y="220"/>
                    </a:cubicBezTo>
                    <a:cubicBezTo>
                      <a:pt x="1216" y="49"/>
                      <a:pt x="1029" y="0"/>
                      <a:pt x="8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20"/>
              <p:cNvSpPr/>
              <p:nvPr/>
            </p:nvSpPr>
            <p:spPr>
              <a:xfrm>
                <a:off x="5065775" y="2490100"/>
                <a:ext cx="243675" cy="209900"/>
              </a:xfrm>
              <a:custGeom>
                <a:rect b="b" l="l" r="r" t="t"/>
                <a:pathLst>
                  <a:path extrusionOk="0" h="8396" w="9747">
                    <a:moveTo>
                      <a:pt x="4128" y="217"/>
                    </a:moveTo>
                    <a:cubicBezTo>
                      <a:pt x="4227" y="217"/>
                      <a:pt x="4326" y="220"/>
                      <a:pt x="4425" y="224"/>
                    </a:cubicBezTo>
                    <a:lnTo>
                      <a:pt x="7219" y="224"/>
                    </a:lnTo>
                    <a:cubicBezTo>
                      <a:pt x="7355" y="224"/>
                      <a:pt x="7480" y="246"/>
                      <a:pt x="7611" y="246"/>
                    </a:cubicBezTo>
                    <a:cubicBezTo>
                      <a:pt x="7667" y="244"/>
                      <a:pt x="7724" y="244"/>
                      <a:pt x="7780" y="244"/>
                    </a:cubicBezTo>
                    <a:cubicBezTo>
                      <a:pt x="7962" y="244"/>
                      <a:pt x="8144" y="251"/>
                      <a:pt x="8323" y="267"/>
                    </a:cubicBezTo>
                    <a:cubicBezTo>
                      <a:pt x="8350" y="271"/>
                      <a:pt x="8381" y="271"/>
                      <a:pt x="8412" y="271"/>
                    </a:cubicBezTo>
                    <a:cubicBezTo>
                      <a:pt x="8441" y="271"/>
                      <a:pt x="8472" y="271"/>
                      <a:pt x="8503" y="271"/>
                    </a:cubicBezTo>
                    <a:cubicBezTo>
                      <a:pt x="8610" y="271"/>
                      <a:pt x="8716" y="279"/>
                      <a:pt x="8774" y="354"/>
                    </a:cubicBezTo>
                    <a:cubicBezTo>
                      <a:pt x="8671" y="409"/>
                      <a:pt x="8567" y="469"/>
                      <a:pt x="8469" y="534"/>
                    </a:cubicBezTo>
                    <a:cubicBezTo>
                      <a:pt x="8399" y="583"/>
                      <a:pt x="8334" y="632"/>
                      <a:pt x="8263" y="675"/>
                    </a:cubicBezTo>
                    <a:cubicBezTo>
                      <a:pt x="8209" y="730"/>
                      <a:pt x="8165" y="795"/>
                      <a:pt x="8138" y="865"/>
                    </a:cubicBezTo>
                    <a:lnTo>
                      <a:pt x="8116" y="849"/>
                    </a:lnTo>
                    <a:cubicBezTo>
                      <a:pt x="8053" y="819"/>
                      <a:pt x="7984" y="812"/>
                      <a:pt x="7915" y="812"/>
                    </a:cubicBezTo>
                    <a:cubicBezTo>
                      <a:pt x="7859" y="812"/>
                      <a:pt x="7802" y="817"/>
                      <a:pt x="7747" y="817"/>
                    </a:cubicBezTo>
                    <a:lnTo>
                      <a:pt x="7257" y="817"/>
                    </a:lnTo>
                    <a:cubicBezTo>
                      <a:pt x="6947" y="817"/>
                      <a:pt x="6638" y="800"/>
                      <a:pt x="6322" y="795"/>
                    </a:cubicBezTo>
                    <a:cubicBezTo>
                      <a:pt x="6057" y="795"/>
                      <a:pt x="5803" y="771"/>
                      <a:pt x="5544" y="771"/>
                    </a:cubicBezTo>
                    <a:cubicBezTo>
                      <a:pt x="5501" y="771"/>
                      <a:pt x="5458" y="771"/>
                      <a:pt x="5415" y="773"/>
                    </a:cubicBezTo>
                    <a:cubicBezTo>
                      <a:pt x="5262" y="773"/>
                      <a:pt x="5116" y="795"/>
                      <a:pt x="4963" y="800"/>
                    </a:cubicBezTo>
                    <a:cubicBezTo>
                      <a:pt x="4927" y="799"/>
                      <a:pt x="4890" y="798"/>
                      <a:pt x="4853" y="798"/>
                    </a:cubicBezTo>
                    <a:cubicBezTo>
                      <a:pt x="4752" y="798"/>
                      <a:pt x="4648" y="803"/>
                      <a:pt x="4545" y="811"/>
                    </a:cubicBezTo>
                    <a:cubicBezTo>
                      <a:pt x="4251" y="855"/>
                      <a:pt x="3952" y="833"/>
                      <a:pt x="3659" y="849"/>
                    </a:cubicBezTo>
                    <a:cubicBezTo>
                      <a:pt x="3523" y="855"/>
                      <a:pt x="3387" y="865"/>
                      <a:pt x="3251" y="882"/>
                    </a:cubicBezTo>
                    <a:cubicBezTo>
                      <a:pt x="3190" y="890"/>
                      <a:pt x="3128" y="892"/>
                      <a:pt x="3067" y="892"/>
                    </a:cubicBezTo>
                    <a:cubicBezTo>
                      <a:pt x="3025" y="892"/>
                      <a:pt x="2984" y="891"/>
                      <a:pt x="2943" y="891"/>
                    </a:cubicBezTo>
                    <a:cubicBezTo>
                      <a:pt x="2891" y="891"/>
                      <a:pt x="2840" y="893"/>
                      <a:pt x="2789" y="898"/>
                    </a:cubicBezTo>
                    <a:cubicBezTo>
                      <a:pt x="2669" y="909"/>
                      <a:pt x="2544" y="920"/>
                      <a:pt x="2430" y="936"/>
                    </a:cubicBezTo>
                    <a:cubicBezTo>
                      <a:pt x="2267" y="958"/>
                      <a:pt x="2110" y="969"/>
                      <a:pt x="1947" y="996"/>
                    </a:cubicBezTo>
                    <a:cubicBezTo>
                      <a:pt x="1805" y="1018"/>
                      <a:pt x="1631" y="1039"/>
                      <a:pt x="1517" y="1126"/>
                    </a:cubicBezTo>
                    <a:cubicBezTo>
                      <a:pt x="1506" y="1099"/>
                      <a:pt x="1495" y="1072"/>
                      <a:pt x="1479" y="1050"/>
                    </a:cubicBezTo>
                    <a:cubicBezTo>
                      <a:pt x="1425" y="969"/>
                      <a:pt x="1376" y="887"/>
                      <a:pt x="1332" y="800"/>
                    </a:cubicBezTo>
                    <a:cubicBezTo>
                      <a:pt x="1294" y="724"/>
                      <a:pt x="1245" y="653"/>
                      <a:pt x="1186" y="594"/>
                    </a:cubicBezTo>
                    <a:cubicBezTo>
                      <a:pt x="1142" y="561"/>
                      <a:pt x="1104" y="523"/>
                      <a:pt x="1066" y="490"/>
                    </a:cubicBezTo>
                    <a:cubicBezTo>
                      <a:pt x="1044" y="463"/>
                      <a:pt x="1028" y="436"/>
                      <a:pt x="1006" y="414"/>
                    </a:cubicBezTo>
                    <a:cubicBezTo>
                      <a:pt x="1017" y="414"/>
                      <a:pt x="1033" y="414"/>
                      <a:pt x="1044" y="403"/>
                    </a:cubicBezTo>
                    <a:lnTo>
                      <a:pt x="1055" y="409"/>
                    </a:lnTo>
                    <a:cubicBezTo>
                      <a:pt x="1066" y="403"/>
                      <a:pt x="1071" y="403"/>
                      <a:pt x="1082" y="403"/>
                    </a:cubicBezTo>
                    <a:cubicBezTo>
                      <a:pt x="1093" y="403"/>
                      <a:pt x="1099" y="409"/>
                      <a:pt x="1109" y="414"/>
                    </a:cubicBezTo>
                    <a:cubicBezTo>
                      <a:pt x="1120" y="420"/>
                      <a:pt x="1131" y="423"/>
                      <a:pt x="1141" y="423"/>
                    </a:cubicBezTo>
                    <a:cubicBezTo>
                      <a:pt x="1160" y="423"/>
                      <a:pt x="1177" y="415"/>
                      <a:pt x="1191" y="398"/>
                    </a:cubicBezTo>
                    <a:cubicBezTo>
                      <a:pt x="1234" y="398"/>
                      <a:pt x="1278" y="393"/>
                      <a:pt x="1327" y="387"/>
                    </a:cubicBezTo>
                    <a:cubicBezTo>
                      <a:pt x="1441" y="371"/>
                      <a:pt x="1561" y="349"/>
                      <a:pt x="1675" y="338"/>
                    </a:cubicBezTo>
                    <a:cubicBezTo>
                      <a:pt x="1778" y="333"/>
                      <a:pt x="1876" y="338"/>
                      <a:pt x="1974" y="327"/>
                    </a:cubicBezTo>
                    <a:cubicBezTo>
                      <a:pt x="2088" y="311"/>
                      <a:pt x="2202" y="311"/>
                      <a:pt x="2311" y="295"/>
                    </a:cubicBezTo>
                    <a:cubicBezTo>
                      <a:pt x="2506" y="272"/>
                      <a:pt x="2700" y="261"/>
                      <a:pt x="2892" y="261"/>
                    </a:cubicBezTo>
                    <a:cubicBezTo>
                      <a:pt x="2930" y="261"/>
                      <a:pt x="2968" y="261"/>
                      <a:pt x="3007" y="262"/>
                    </a:cubicBezTo>
                    <a:cubicBezTo>
                      <a:pt x="3034" y="263"/>
                      <a:pt x="3061" y="264"/>
                      <a:pt x="3088" y="264"/>
                    </a:cubicBezTo>
                    <a:cubicBezTo>
                      <a:pt x="3169" y="264"/>
                      <a:pt x="3250" y="258"/>
                      <a:pt x="3327" y="246"/>
                    </a:cubicBezTo>
                    <a:cubicBezTo>
                      <a:pt x="3378" y="239"/>
                      <a:pt x="3428" y="238"/>
                      <a:pt x="3477" y="238"/>
                    </a:cubicBezTo>
                    <a:cubicBezTo>
                      <a:pt x="3518" y="238"/>
                      <a:pt x="3558" y="239"/>
                      <a:pt x="3598" y="239"/>
                    </a:cubicBezTo>
                    <a:cubicBezTo>
                      <a:pt x="3636" y="239"/>
                      <a:pt x="3674" y="238"/>
                      <a:pt x="3713" y="235"/>
                    </a:cubicBezTo>
                    <a:cubicBezTo>
                      <a:pt x="3850" y="222"/>
                      <a:pt x="3989" y="217"/>
                      <a:pt x="4128" y="217"/>
                    </a:cubicBezTo>
                    <a:close/>
                    <a:moveTo>
                      <a:pt x="5658" y="918"/>
                    </a:moveTo>
                    <a:cubicBezTo>
                      <a:pt x="5687" y="918"/>
                      <a:pt x="5717" y="919"/>
                      <a:pt x="5746" y="920"/>
                    </a:cubicBezTo>
                    <a:cubicBezTo>
                      <a:pt x="5882" y="925"/>
                      <a:pt x="6023" y="947"/>
                      <a:pt x="6159" y="947"/>
                    </a:cubicBezTo>
                    <a:cubicBezTo>
                      <a:pt x="6212" y="951"/>
                      <a:pt x="6264" y="952"/>
                      <a:pt x="6317" y="952"/>
                    </a:cubicBezTo>
                    <a:cubicBezTo>
                      <a:pt x="6421" y="952"/>
                      <a:pt x="6525" y="947"/>
                      <a:pt x="6627" y="947"/>
                    </a:cubicBezTo>
                    <a:cubicBezTo>
                      <a:pt x="6763" y="947"/>
                      <a:pt x="6899" y="974"/>
                      <a:pt x="7045" y="974"/>
                    </a:cubicBezTo>
                    <a:lnTo>
                      <a:pt x="7535" y="974"/>
                    </a:lnTo>
                    <a:cubicBezTo>
                      <a:pt x="7625" y="974"/>
                      <a:pt x="7718" y="969"/>
                      <a:pt x="7812" y="969"/>
                    </a:cubicBezTo>
                    <a:cubicBezTo>
                      <a:pt x="7859" y="969"/>
                      <a:pt x="7906" y="971"/>
                      <a:pt x="7953" y="974"/>
                    </a:cubicBezTo>
                    <a:cubicBezTo>
                      <a:pt x="8122" y="990"/>
                      <a:pt x="8154" y="1121"/>
                      <a:pt x="8187" y="1262"/>
                    </a:cubicBezTo>
                    <a:cubicBezTo>
                      <a:pt x="8219" y="1387"/>
                      <a:pt x="8247" y="1518"/>
                      <a:pt x="8274" y="1643"/>
                    </a:cubicBezTo>
                    <a:cubicBezTo>
                      <a:pt x="8306" y="1779"/>
                      <a:pt x="8290" y="1925"/>
                      <a:pt x="8306" y="2067"/>
                    </a:cubicBezTo>
                    <a:cubicBezTo>
                      <a:pt x="8339" y="2333"/>
                      <a:pt x="8301" y="2616"/>
                      <a:pt x="8268" y="2882"/>
                    </a:cubicBezTo>
                    <a:cubicBezTo>
                      <a:pt x="8263" y="2947"/>
                      <a:pt x="8263" y="3018"/>
                      <a:pt x="8263" y="3083"/>
                    </a:cubicBezTo>
                    <a:cubicBezTo>
                      <a:pt x="8263" y="3159"/>
                      <a:pt x="8252" y="3235"/>
                      <a:pt x="8236" y="3306"/>
                    </a:cubicBezTo>
                    <a:cubicBezTo>
                      <a:pt x="8209" y="3458"/>
                      <a:pt x="8203" y="3611"/>
                      <a:pt x="8187" y="3763"/>
                    </a:cubicBezTo>
                    <a:cubicBezTo>
                      <a:pt x="8165" y="3926"/>
                      <a:pt x="8154" y="4100"/>
                      <a:pt x="8149" y="4263"/>
                    </a:cubicBezTo>
                    <a:cubicBezTo>
                      <a:pt x="8143" y="4415"/>
                      <a:pt x="8127" y="4562"/>
                      <a:pt x="8127" y="4714"/>
                    </a:cubicBezTo>
                    <a:cubicBezTo>
                      <a:pt x="8122" y="4866"/>
                      <a:pt x="8105" y="5035"/>
                      <a:pt x="8094" y="5192"/>
                    </a:cubicBezTo>
                    <a:cubicBezTo>
                      <a:pt x="8089" y="5350"/>
                      <a:pt x="8056" y="5502"/>
                      <a:pt x="8056" y="5654"/>
                    </a:cubicBezTo>
                    <a:cubicBezTo>
                      <a:pt x="8056" y="5801"/>
                      <a:pt x="8024" y="5942"/>
                      <a:pt x="8040" y="6084"/>
                    </a:cubicBezTo>
                    <a:cubicBezTo>
                      <a:pt x="8051" y="6154"/>
                      <a:pt x="8056" y="6231"/>
                      <a:pt x="8067" y="6301"/>
                    </a:cubicBezTo>
                    <a:cubicBezTo>
                      <a:pt x="8073" y="6334"/>
                      <a:pt x="8078" y="6366"/>
                      <a:pt x="8084" y="6399"/>
                    </a:cubicBezTo>
                    <a:cubicBezTo>
                      <a:pt x="7920" y="6410"/>
                      <a:pt x="7757" y="6437"/>
                      <a:pt x="7589" y="6437"/>
                    </a:cubicBezTo>
                    <a:cubicBezTo>
                      <a:pt x="7388" y="6437"/>
                      <a:pt x="7187" y="6421"/>
                      <a:pt x="6986" y="6399"/>
                    </a:cubicBezTo>
                    <a:cubicBezTo>
                      <a:pt x="6877" y="6383"/>
                      <a:pt x="6763" y="6361"/>
                      <a:pt x="6654" y="6350"/>
                    </a:cubicBezTo>
                    <a:cubicBezTo>
                      <a:pt x="6562" y="6345"/>
                      <a:pt x="6469" y="6345"/>
                      <a:pt x="6371" y="6334"/>
                    </a:cubicBezTo>
                    <a:cubicBezTo>
                      <a:pt x="6279" y="6323"/>
                      <a:pt x="6192" y="6334"/>
                      <a:pt x="6094" y="6318"/>
                    </a:cubicBezTo>
                    <a:cubicBezTo>
                      <a:pt x="6002" y="6301"/>
                      <a:pt x="5893" y="6301"/>
                      <a:pt x="5784" y="6290"/>
                    </a:cubicBezTo>
                    <a:cubicBezTo>
                      <a:pt x="5583" y="6279"/>
                      <a:pt x="5393" y="6247"/>
                      <a:pt x="5192" y="6241"/>
                    </a:cubicBezTo>
                    <a:cubicBezTo>
                      <a:pt x="4963" y="6231"/>
                      <a:pt x="4730" y="6231"/>
                      <a:pt x="4501" y="6203"/>
                    </a:cubicBezTo>
                    <a:cubicBezTo>
                      <a:pt x="4434" y="6200"/>
                      <a:pt x="4367" y="6198"/>
                      <a:pt x="4300" y="6198"/>
                    </a:cubicBezTo>
                    <a:cubicBezTo>
                      <a:pt x="4155" y="6198"/>
                      <a:pt x="4010" y="6207"/>
                      <a:pt x="3865" y="6225"/>
                    </a:cubicBezTo>
                    <a:cubicBezTo>
                      <a:pt x="3816" y="6228"/>
                      <a:pt x="3766" y="6228"/>
                      <a:pt x="3715" y="6228"/>
                    </a:cubicBezTo>
                    <a:cubicBezTo>
                      <a:pt x="3664" y="6228"/>
                      <a:pt x="3613" y="6228"/>
                      <a:pt x="3561" y="6231"/>
                    </a:cubicBezTo>
                    <a:cubicBezTo>
                      <a:pt x="3512" y="6241"/>
                      <a:pt x="3469" y="6258"/>
                      <a:pt x="3420" y="6285"/>
                    </a:cubicBezTo>
                    <a:cubicBezTo>
                      <a:pt x="3414" y="6111"/>
                      <a:pt x="3354" y="5948"/>
                      <a:pt x="3246" y="5817"/>
                    </a:cubicBezTo>
                    <a:lnTo>
                      <a:pt x="3240" y="5817"/>
                    </a:lnTo>
                    <a:cubicBezTo>
                      <a:pt x="3093" y="5654"/>
                      <a:pt x="2892" y="5540"/>
                      <a:pt x="2675" y="5502"/>
                    </a:cubicBezTo>
                    <a:cubicBezTo>
                      <a:pt x="2604" y="5490"/>
                      <a:pt x="2529" y="5483"/>
                      <a:pt x="2452" y="5483"/>
                    </a:cubicBezTo>
                    <a:cubicBezTo>
                      <a:pt x="2257" y="5483"/>
                      <a:pt x="2055" y="5526"/>
                      <a:pt x="1903" y="5627"/>
                    </a:cubicBezTo>
                    <a:cubicBezTo>
                      <a:pt x="1832" y="5671"/>
                      <a:pt x="1773" y="5725"/>
                      <a:pt x="1724" y="5785"/>
                    </a:cubicBezTo>
                    <a:cubicBezTo>
                      <a:pt x="1716" y="5782"/>
                      <a:pt x="1706" y="5781"/>
                      <a:pt x="1696" y="5781"/>
                    </a:cubicBezTo>
                    <a:cubicBezTo>
                      <a:pt x="1687" y="5781"/>
                      <a:pt x="1677" y="5782"/>
                      <a:pt x="1669" y="5785"/>
                    </a:cubicBezTo>
                    <a:cubicBezTo>
                      <a:pt x="1653" y="5796"/>
                      <a:pt x="1637" y="5807"/>
                      <a:pt x="1620" y="5812"/>
                    </a:cubicBezTo>
                    <a:cubicBezTo>
                      <a:pt x="1626" y="5720"/>
                      <a:pt x="1648" y="5622"/>
                      <a:pt x="1648" y="5524"/>
                    </a:cubicBezTo>
                    <a:cubicBezTo>
                      <a:pt x="1653" y="5388"/>
                      <a:pt x="1648" y="5252"/>
                      <a:pt x="1648" y="5116"/>
                    </a:cubicBezTo>
                    <a:cubicBezTo>
                      <a:pt x="1648" y="4959"/>
                      <a:pt x="1664" y="4812"/>
                      <a:pt x="1669" y="4660"/>
                    </a:cubicBezTo>
                    <a:cubicBezTo>
                      <a:pt x="1686" y="4366"/>
                      <a:pt x="1664" y="4067"/>
                      <a:pt x="1664" y="3774"/>
                    </a:cubicBezTo>
                    <a:cubicBezTo>
                      <a:pt x="1664" y="3485"/>
                      <a:pt x="1680" y="3165"/>
                      <a:pt x="1664" y="2860"/>
                    </a:cubicBezTo>
                    <a:cubicBezTo>
                      <a:pt x="1648" y="2594"/>
                      <a:pt x="1637" y="2328"/>
                      <a:pt x="1626" y="2056"/>
                    </a:cubicBezTo>
                    <a:cubicBezTo>
                      <a:pt x="1620" y="1920"/>
                      <a:pt x="1582" y="1795"/>
                      <a:pt x="1577" y="1659"/>
                    </a:cubicBezTo>
                    <a:cubicBezTo>
                      <a:pt x="1582" y="1599"/>
                      <a:pt x="1577" y="1545"/>
                      <a:pt x="1577" y="1491"/>
                    </a:cubicBezTo>
                    <a:cubicBezTo>
                      <a:pt x="1561" y="1398"/>
                      <a:pt x="1523" y="1300"/>
                      <a:pt x="1620" y="1235"/>
                    </a:cubicBezTo>
                    <a:cubicBezTo>
                      <a:pt x="1724" y="1175"/>
                      <a:pt x="1838" y="1143"/>
                      <a:pt x="1957" y="1132"/>
                    </a:cubicBezTo>
                    <a:cubicBezTo>
                      <a:pt x="2034" y="1121"/>
                      <a:pt x="2104" y="1105"/>
                      <a:pt x="2180" y="1099"/>
                    </a:cubicBezTo>
                    <a:cubicBezTo>
                      <a:pt x="2251" y="1099"/>
                      <a:pt x="2327" y="1094"/>
                      <a:pt x="2403" y="1083"/>
                    </a:cubicBezTo>
                    <a:cubicBezTo>
                      <a:pt x="2534" y="1061"/>
                      <a:pt x="2675" y="1050"/>
                      <a:pt x="2805" y="1034"/>
                    </a:cubicBezTo>
                    <a:cubicBezTo>
                      <a:pt x="2837" y="1032"/>
                      <a:pt x="2869" y="1031"/>
                      <a:pt x="2902" y="1031"/>
                    </a:cubicBezTo>
                    <a:cubicBezTo>
                      <a:pt x="2973" y="1031"/>
                      <a:pt x="3044" y="1035"/>
                      <a:pt x="3116" y="1035"/>
                    </a:cubicBezTo>
                    <a:cubicBezTo>
                      <a:pt x="3159" y="1035"/>
                      <a:pt x="3202" y="1033"/>
                      <a:pt x="3246" y="1029"/>
                    </a:cubicBezTo>
                    <a:cubicBezTo>
                      <a:pt x="3523" y="996"/>
                      <a:pt x="3800" y="1012"/>
                      <a:pt x="4077" y="985"/>
                    </a:cubicBezTo>
                    <a:cubicBezTo>
                      <a:pt x="4304" y="962"/>
                      <a:pt x="4530" y="951"/>
                      <a:pt x="4757" y="951"/>
                    </a:cubicBezTo>
                    <a:cubicBezTo>
                      <a:pt x="4802" y="951"/>
                      <a:pt x="4847" y="951"/>
                      <a:pt x="4893" y="952"/>
                    </a:cubicBezTo>
                    <a:cubicBezTo>
                      <a:pt x="5029" y="952"/>
                      <a:pt x="5165" y="931"/>
                      <a:pt x="5300" y="925"/>
                    </a:cubicBezTo>
                    <a:cubicBezTo>
                      <a:pt x="5422" y="925"/>
                      <a:pt x="5540" y="918"/>
                      <a:pt x="5658" y="918"/>
                    </a:cubicBezTo>
                    <a:close/>
                    <a:moveTo>
                      <a:pt x="903" y="528"/>
                    </a:moveTo>
                    <a:lnTo>
                      <a:pt x="908" y="534"/>
                    </a:lnTo>
                    <a:cubicBezTo>
                      <a:pt x="941" y="583"/>
                      <a:pt x="979" y="621"/>
                      <a:pt x="1017" y="659"/>
                    </a:cubicBezTo>
                    <a:cubicBezTo>
                      <a:pt x="1088" y="708"/>
                      <a:pt x="1147" y="778"/>
                      <a:pt x="1191" y="855"/>
                    </a:cubicBezTo>
                    <a:cubicBezTo>
                      <a:pt x="1234" y="925"/>
                      <a:pt x="1278" y="996"/>
                      <a:pt x="1327" y="1061"/>
                    </a:cubicBezTo>
                    <a:cubicBezTo>
                      <a:pt x="1359" y="1099"/>
                      <a:pt x="1441" y="1154"/>
                      <a:pt x="1457" y="1202"/>
                    </a:cubicBezTo>
                    <a:cubicBezTo>
                      <a:pt x="1436" y="1235"/>
                      <a:pt x="1419" y="1273"/>
                      <a:pt x="1408" y="1311"/>
                    </a:cubicBezTo>
                    <a:cubicBezTo>
                      <a:pt x="1403" y="1360"/>
                      <a:pt x="1403" y="1409"/>
                      <a:pt x="1414" y="1458"/>
                    </a:cubicBezTo>
                    <a:cubicBezTo>
                      <a:pt x="1425" y="1523"/>
                      <a:pt x="1425" y="1588"/>
                      <a:pt x="1425" y="1654"/>
                    </a:cubicBezTo>
                    <a:cubicBezTo>
                      <a:pt x="1425" y="1811"/>
                      <a:pt x="1468" y="1958"/>
                      <a:pt x="1474" y="2116"/>
                    </a:cubicBezTo>
                    <a:cubicBezTo>
                      <a:pt x="1474" y="2268"/>
                      <a:pt x="1495" y="2420"/>
                      <a:pt x="1490" y="2578"/>
                    </a:cubicBezTo>
                    <a:cubicBezTo>
                      <a:pt x="1484" y="2741"/>
                      <a:pt x="1512" y="2909"/>
                      <a:pt x="1512" y="3072"/>
                    </a:cubicBezTo>
                    <a:lnTo>
                      <a:pt x="1512" y="4143"/>
                    </a:lnTo>
                    <a:cubicBezTo>
                      <a:pt x="1512" y="4317"/>
                      <a:pt x="1528" y="4486"/>
                      <a:pt x="1517" y="4660"/>
                    </a:cubicBezTo>
                    <a:cubicBezTo>
                      <a:pt x="1506" y="4834"/>
                      <a:pt x="1490" y="4991"/>
                      <a:pt x="1490" y="5160"/>
                    </a:cubicBezTo>
                    <a:cubicBezTo>
                      <a:pt x="1495" y="5328"/>
                      <a:pt x="1490" y="5497"/>
                      <a:pt x="1474" y="5665"/>
                    </a:cubicBezTo>
                    <a:cubicBezTo>
                      <a:pt x="1463" y="5736"/>
                      <a:pt x="1463" y="5807"/>
                      <a:pt x="1468" y="5877"/>
                    </a:cubicBezTo>
                    <a:cubicBezTo>
                      <a:pt x="1474" y="5904"/>
                      <a:pt x="1484" y="5932"/>
                      <a:pt x="1495" y="5959"/>
                    </a:cubicBezTo>
                    <a:cubicBezTo>
                      <a:pt x="1490" y="5975"/>
                      <a:pt x="1484" y="5986"/>
                      <a:pt x="1479" y="6002"/>
                    </a:cubicBezTo>
                    <a:cubicBezTo>
                      <a:pt x="1463" y="6046"/>
                      <a:pt x="1457" y="6095"/>
                      <a:pt x="1452" y="6144"/>
                    </a:cubicBezTo>
                    <a:cubicBezTo>
                      <a:pt x="1452" y="6171"/>
                      <a:pt x="1446" y="6198"/>
                      <a:pt x="1441" y="6220"/>
                    </a:cubicBezTo>
                    <a:cubicBezTo>
                      <a:pt x="1433" y="6214"/>
                      <a:pt x="1422" y="6212"/>
                      <a:pt x="1410" y="6212"/>
                    </a:cubicBezTo>
                    <a:cubicBezTo>
                      <a:pt x="1399" y="6212"/>
                      <a:pt x="1387" y="6214"/>
                      <a:pt x="1376" y="6220"/>
                    </a:cubicBezTo>
                    <a:cubicBezTo>
                      <a:pt x="1278" y="6290"/>
                      <a:pt x="1186" y="6377"/>
                      <a:pt x="1115" y="6475"/>
                    </a:cubicBezTo>
                    <a:cubicBezTo>
                      <a:pt x="1077" y="6519"/>
                      <a:pt x="1044" y="6606"/>
                      <a:pt x="1001" y="6660"/>
                    </a:cubicBezTo>
                    <a:cubicBezTo>
                      <a:pt x="1001" y="6627"/>
                      <a:pt x="995" y="6589"/>
                      <a:pt x="995" y="6557"/>
                    </a:cubicBezTo>
                    <a:cubicBezTo>
                      <a:pt x="995" y="6426"/>
                      <a:pt x="1006" y="6296"/>
                      <a:pt x="995" y="6165"/>
                    </a:cubicBezTo>
                    <a:cubicBezTo>
                      <a:pt x="984" y="6057"/>
                      <a:pt x="979" y="5953"/>
                      <a:pt x="979" y="5839"/>
                    </a:cubicBezTo>
                    <a:cubicBezTo>
                      <a:pt x="974" y="5730"/>
                      <a:pt x="1006" y="5600"/>
                      <a:pt x="995" y="5480"/>
                    </a:cubicBezTo>
                    <a:cubicBezTo>
                      <a:pt x="990" y="5372"/>
                      <a:pt x="974" y="5268"/>
                      <a:pt x="974" y="5160"/>
                    </a:cubicBezTo>
                    <a:lnTo>
                      <a:pt x="974" y="4752"/>
                    </a:lnTo>
                    <a:cubicBezTo>
                      <a:pt x="974" y="4208"/>
                      <a:pt x="974" y="3665"/>
                      <a:pt x="968" y="3121"/>
                    </a:cubicBezTo>
                    <a:lnTo>
                      <a:pt x="968" y="2387"/>
                    </a:lnTo>
                    <a:cubicBezTo>
                      <a:pt x="968" y="2284"/>
                      <a:pt x="957" y="2175"/>
                      <a:pt x="935" y="2072"/>
                    </a:cubicBezTo>
                    <a:cubicBezTo>
                      <a:pt x="925" y="1936"/>
                      <a:pt x="925" y="1800"/>
                      <a:pt x="930" y="1664"/>
                    </a:cubicBezTo>
                    <a:cubicBezTo>
                      <a:pt x="930" y="1529"/>
                      <a:pt x="935" y="1398"/>
                      <a:pt x="930" y="1268"/>
                    </a:cubicBezTo>
                    <a:cubicBezTo>
                      <a:pt x="925" y="1132"/>
                      <a:pt x="892" y="1012"/>
                      <a:pt x="897" y="882"/>
                    </a:cubicBezTo>
                    <a:cubicBezTo>
                      <a:pt x="897" y="768"/>
                      <a:pt x="897" y="648"/>
                      <a:pt x="903" y="528"/>
                    </a:cubicBezTo>
                    <a:close/>
                    <a:moveTo>
                      <a:pt x="1425" y="6345"/>
                    </a:moveTo>
                    <a:cubicBezTo>
                      <a:pt x="1425" y="6459"/>
                      <a:pt x="1441" y="6572"/>
                      <a:pt x="1473" y="6681"/>
                    </a:cubicBezTo>
                    <a:lnTo>
                      <a:pt x="1473" y="6681"/>
                    </a:lnTo>
                    <a:cubicBezTo>
                      <a:pt x="1456" y="6679"/>
                      <a:pt x="1439" y="6678"/>
                      <a:pt x="1423" y="6678"/>
                    </a:cubicBezTo>
                    <a:cubicBezTo>
                      <a:pt x="1404" y="6678"/>
                      <a:pt x="1387" y="6679"/>
                      <a:pt x="1370" y="6682"/>
                    </a:cubicBezTo>
                    <a:cubicBezTo>
                      <a:pt x="1283" y="6693"/>
                      <a:pt x="1196" y="6698"/>
                      <a:pt x="1109" y="6698"/>
                    </a:cubicBezTo>
                    <a:cubicBezTo>
                      <a:pt x="1126" y="6682"/>
                      <a:pt x="1142" y="6660"/>
                      <a:pt x="1153" y="6644"/>
                    </a:cubicBezTo>
                    <a:cubicBezTo>
                      <a:pt x="1229" y="6530"/>
                      <a:pt x="1321" y="6432"/>
                      <a:pt x="1425" y="6345"/>
                    </a:cubicBezTo>
                    <a:close/>
                    <a:moveTo>
                      <a:pt x="8828" y="458"/>
                    </a:moveTo>
                    <a:cubicBezTo>
                      <a:pt x="8828" y="463"/>
                      <a:pt x="8828" y="469"/>
                      <a:pt x="8828" y="474"/>
                    </a:cubicBezTo>
                    <a:lnTo>
                      <a:pt x="8823" y="469"/>
                    </a:lnTo>
                    <a:lnTo>
                      <a:pt x="8823" y="469"/>
                    </a:lnTo>
                    <a:cubicBezTo>
                      <a:pt x="8866" y="708"/>
                      <a:pt x="8845" y="947"/>
                      <a:pt x="8845" y="1192"/>
                    </a:cubicBezTo>
                    <a:cubicBezTo>
                      <a:pt x="8855" y="1442"/>
                      <a:pt x="8845" y="1692"/>
                      <a:pt x="8828" y="1942"/>
                    </a:cubicBezTo>
                    <a:cubicBezTo>
                      <a:pt x="8801" y="2181"/>
                      <a:pt x="8845" y="2431"/>
                      <a:pt x="8845" y="2676"/>
                    </a:cubicBezTo>
                    <a:lnTo>
                      <a:pt x="8845" y="3442"/>
                    </a:lnTo>
                    <a:cubicBezTo>
                      <a:pt x="8845" y="3567"/>
                      <a:pt x="8834" y="3692"/>
                      <a:pt x="8828" y="3817"/>
                    </a:cubicBezTo>
                    <a:cubicBezTo>
                      <a:pt x="8817" y="3942"/>
                      <a:pt x="8796" y="4056"/>
                      <a:pt x="8796" y="4176"/>
                    </a:cubicBezTo>
                    <a:cubicBezTo>
                      <a:pt x="8801" y="4312"/>
                      <a:pt x="8801" y="4448"/>
                      <a:pt x="8796" y="4584"/>
                    </a:cubicBezTo>
                    <a:cubicBezTo>
                      <a:pt x="8779" y="4703"/>
                      <a:pt x="8768" y="4828"/>
                      <a:pt x="8758" y="4953"/>
                    </a:cubicBezTo>
                    <a:cubicBezTo>
                      <a:pt x="8736" y="5230"/>
                      <a:pt x="8752" y="5524"/>
                      <a:pt x="8758" y="5807"/>
                    </a:cubicBezTo>
                    <a:cubicBezTo>
                      <a:pt x="8758" y="5942"/>
                      <a:pt x="8785" y="6067"/>
                      <a:pt x="8785" y="6198"/>
                    </a:cubicBezTo>
                    <a:cubicBezTo>
                      <a:pt x="8785" y="6334"/>
                      <a:pt x="8752" y="6443"/>
                      <a:pt x="8752" y="6568"/>
                    </a:cubicBezTo>
                    <a:cubicBezTo>
                      <a:pt x="8752" y="6649"/>
                      <a:pt x="8752" y="6731"/>
                      <a:pt x="8747" y="6812"/>
                    </a:cubicBezTo>
                    <a:cubicBezTo>
                      <a:pt x="8730" y="6801"/>
                      <a:pt x="8714" y="6790"/>
                      <a:pt x="8692" y="6780"/>
                    </a:cubicBezTo>
                    <a:cubicBezTo>
                      <a:pt x="8633" y="6742"/>
                      <a:pt x="8573" y="6693"/>
                      <a:pt x="8524" y="6644"/>
                    </a:cubicBezTo>
                    <a:cubicBezTo>
                      <a:pt x="8459" y="6584"/>
                      <a:pt x="8388" y="6530"/>
                      <a:pt x="8312" y="6481"/>
                    </a:cubicBezTo>
                    <a:cubicBezTo>
                      <a:pt x="8312" y="6459"/>
                      <a:pt x="8301" y="6437"/>
                      <a:pt x="8290" y="6421"/>
                    </a:cubicBezTo>
                    <a:cubicBezTo>
                      <a:pt x="8274" y="6323"/>
                      <a:pt x="8252" y="6225"/>
                      <a:pt x="8241" y="6133"/>
                    </a:cubicBezTo>
                    <a:cubicBezTo>
                      <a:pt x="8230" y="6073"/>
                      <a:pt x="8225" y="6008"/>
                      <a:pt x="8225" y="5948"/>
                    </a:cubicBezTo>
                    <a:cubicBezTo>
                      <a:pt x="8236" y="5883"/>
                      <a:pt x="8241" y="5812"/>
                      <a:pt x="8247" y="5747"/>
                    </a:cubicBezTo>
                    <a:cubicBezTo>
                      <a:pt x="8247" y="5605"/>
                      <a:pt x="8263" y="5470"/>
                      <a:pt x="8268" y="5323"/>
                    </a:cubicBezTo>
                    <a:cubicBezTo>
                      <a:pt x="8279" y="5171"/>
                      <a:pt x="8279" y="5018"/>
                      <a:pt x="8301" y="4861"/>
                    </a:cubicBezTo>
                    <a:cubicBezTo>
                      <a:pt x="8306" y="4796"/>
                      <a:pt x="8306" y="4725"/>
                      <a:pt x="8306" y="4660"/>
                    </a:cubicBezTo>
                    <a:cubicBezTo>
                      <a:pt x="8306" y="4578"/>
                      <a:pt x="8328" y="4502"/>
                      <a:pt x="8334" y="4420"/>
                    </a:cubicBezTo>
                    <a:cubicBezTo>
                      <a:pt x="8334" y="4268"/>
                      <a:pt x="8344" y="4121"/>
                      <a:pt x="8350" y="3969"/>
                    </a:cubicBezTo>
                    <a:cubicBezTo>
                      <a:pt x="8355" y="3823"/>
                      <a:pt x="8377" y="3692"/>
                      <a:pt x="8388" y="3551"/>
                    </a:cubicBezTo>
                    <a:cubicBezTo>
                      <a:pt x="8399" y="3415"/>
                      <a:pt x="8437" y="3257"/>
                      <a:pt x="8437" y="3110"/>
                    </a:cubicBezTo>
                    <a:cubicBezTo>
                      <a:pt x="8437" y="2828"/>
                      <a:pt x="8486" y="2551"/>
                      <a:pt x="8486" y="2268"/>
                    </a:cubicBezTo>
                    <a:cubicBezTo>
                      <a:pt x="8486" y="2137"/>
                      <a:pt x="8453" y="2012"/>
                      <a:pt x="8453" y="1882"/>
                    </a:cubicBezTo>
                    <a:cubicBezTo>
                      <a:pt x="8453" y="1741"/>
                      <a:pt x="8431" y="1599"/>
                      <a:pt x="8393" y="1463"/>
                    </a:cubicBezTo>
                    <a:cubicBezTo>
                      <a:pt x="8355" y="1306"/>
                      <a:pt x="8339" y="1072"/>
                      <a:pt x="8225" y="942"/>
                    </a:cubicBezTo>
                    <a:cubicBezTo>
                      <a:pt x="8339" y="833"/>
                      <a:pt x="8464" y="730"/>
                      <a:pt x="8595" y="648"/>
                    </a:cubicBezTo>
                    <a:cubicBezTo>
                      <a:pt x="8665" y="599"/>
                      <a:pt x="8720" y="539"/>
                      <a:pt x="8785" y="490"/>
                    </a:cubicBezTo>
                    <a:cubicBezTo>
                      <a:pt x="8801" y="485"/>
                      <a:pt x="8812" y="474"/>
                      <a:pt x="8828" y="458"/>
                    </a:cubicBezTo>
                    <a:close/>
                    <a:moveTo>
                      <a:pt x="4215" y="6372"/>
                    </a:moveTo>
                    <a:cubicBezTo>
                      <a:pt x="4332" y="6372"/>
                      <a:pt x="4451" y="6379"/>
                      <a:pt x="4567" y="6394"/>
                    </a:cubicBezTo>
                    <a:cubicBezTo>
                      <a:pt x="4746" y="6415"/>
                      <a:pt x="4925" y="6410"/>
                      <a:pt x="5105" y="6421"/>
                    </a:cubicBezTo>
                    <a:cubicBezTo>
                      <a:pt x="5447" y="6448"/>
                      <a:pt x="5790" y="6475"/>
                      <a:pt x="6132" y="6519"/>
                    </a:cubicBezTo>
                    <a:cubicBezTo>
                      <a:pt x="6170" y="6524"/>
                      <a:pt x="6208" y="6524"/>
                      <a:pt x="6246" y="6524"/>
                    </a:cubicBezTo>
                    <a:cubicBezTo>
                      <a:pt x="6284" y="6524"/>
                      <a:pt x="6322" y="6524"/>
                      <a:pt x="6360" y="6530"/>
                    </a:cubicBezTo>
                    <a:cubicBezTo>
                      <a:pt x="6437" y="6535"/>
                      <a:pt x="6507" y="6546"/>
                      <a:pt x="6583" y="6546"/>
                    </a:cubicBezTo>
                    <a:cubicBezTo>
                      <a:pt x="6752" y="6546"/>
                      <a:pt x="6926" y="6595"/>
                      <a:pt x="7089" y="6611"/>
                    </a:cubicBezTo>
                    <a:cubicBezTo>
                      <a:pt x="7274" y="6622"/>
                      <a:pt x="7464" y="6638"/>
                      <a:pt x="7649" y="6638"/>
                    </a:cubicBezTo>
                    <a:cubicBezTo>
                      <a:pt x="7812" y="6638"/>
                      <a:pt x="7980" y="6622"/>
                      <a:pt x="8143" y="6600"/>
                    </a:cubicBezTo>
                    <a:cubicBezTo>
                      <a:pt x="8158" y="6608"/>
                      <a:pt x="8174" y="6611"/>
                      <a:pt x="8190" y="6611"/>
                    </a:cubicBezTo>
                    <a:cubicBezTo>
                      <a:pt x="8221" y="6611"/>
                      <a:pt x="8251" y="6598"/>
                      <a:pt x="8268" y="6573"/>
                    </a:cubicBezTo>
                    <a:cubicBezTo>
                      <a:pt x="8296" y="6600"/>
                      <a:pt x="8317" y="6627"/>
                      <a:pt x="8323" y="6633"/>
                    </a:cubicBezTo>
                    <a:cubicBezTo>
                      <a:pt x="8377" y="6698"/>
                      <a:pt x="8426" y="6785"/>
                      <a:pt x="8491" y="6850"/>
                    </a:cubicBezTo>
                    <a:cubicBezTo>
                      <a:pt x="8508" y="6867"/>
                      <a:pt x="8524" y="6877"/>
                      <a:pt x="8540" y="6894"/>
                    </a:cubicBezTo>
                    <a:lnTo>
                      <a:pt x="8480" y="6894"/>
                    </a:lnTo>
                    <a:cubicBezTo>
                      <a:pt x="8467" y="6894"/>
                      <a:pt x="8455" y="6895"/>
                      <a:pt x="8442" y="6895"/>
                    </a:cubicBezTo>
                    <a:cubicBezTo>
                      <a:pt x="8362" y="6895"/>
                      <a:pt x="8283" y="6882"/>
                      <a:pt x="8203" y="6877"/>
                    </a:cubicBezTo>
                    <a:cubicBezTo>
                      <a:pt x="8105" y="6877"/>
                      <a:pt x="8007" y="6877"/>
                      <a:pt x="7910" y="6888"/>
                    </a:cubicBezTo>
                    <a:cubicBezTo>
                      <a:pt x="7861" y="6894"/>
                      <a:pt x="7806" y="6905"/>
                      <a:pt x="7757" y="6921"/>
                    </a:cubicBezTo>
                    <a:cubicBezTo>
                      <a:pt x="7757" y="6905"/>
                      <a:pt x="7752" y="6888"/>
                      <a:pt x="7741" y="6877"/>
                    </a:cubicBezTo>
                    <a:cubicBezTo>
                      <a:pt x="7719" y="6839"/>
                      <a:pt x="7676" y="6812"/>
                      <a:pt x="7632" y="6807"/>
                    </a:cubicBezTo>
                    <a:cubicBezTo>
                      <a:pt x="7562" y="6796"/>
                      <a:pt x="7486" y="6790"/>
                      <a:pt x="7415" y="6785"/>
                    </a:cubicBezTo>
                    <a:lnTo>
                      <a:pt x="7410" y="6785"/>
                    </a:lnTo>
                    <a:cubicBezTo>
                      <a:pt x="7236" y="6780"/>
                      <a:pt x="7067" y="6769"/>
                      <a:pt x="6893" y="6752"/>
                    </a:cubicBezTo>
                    <a:cubicBezTo>
                      <a:pt x="6817" y="6747"/>
                      <a:pt x="6742" y="6747"/>
                      <a:pt x="6668" y="6747"/>
                    </a:cubicBezTo>
                    <a:cubicBezTo>
                      <a:pt x="6593" y="6747"/>
                      <a:pt x="6518" y="6747"/>
                      <a:pt x="6442" y="6742"/>
                    </a:cubicBezTo>
                    <a:cubicBezTo>
                      <a:pt x="6431" y="6741"/>
                      <a:pt x="6421" y="6741"/>
                      <a:pt x="6411" y="6741"/>
                    </a:cubicBezTo>
                    <a:cubicBezTo>
                      <a:pt x="6329" y="6741"/>
                      <a:pt x="6270" y="6763"/>
                      <a:pt x="6246" y="6845"/>
                    </a:cubicBezTo>
                    <a:lnTo>
                      <a:pt x="6225" y="6845"/>
                    </a:lnTo>
                    <a:cubicBezTo>
                      <a:pt x="6201" y="6843"/>
                      <a:pt x="6178" y="6843"/>
                      <a:pt x="6156" y="6843"/>
                    </a:cubicBezTo>
                    <a:cubicBezTo>
                      <a:pt x="6094" y="6843"/>
                      <a:pt x="6034" y="6848"/>
                      <a:pt x="5974" y="6856"/>
                    </a:cubicBezTo>
                    <a:cubicBezTo>
                      <a:pt x="5942" y="6861"/>
                      <a:pt x="5909" y="6872"/>
                      <a:pt x="5882" y="6888"/>
                    </a:cubicBezTo>
                    <a:cubicBezTo>
                      <a:pt x="5877" y="6877"/>
                      <a:pt x="5877" y="6867"/>
                      <a:pt x="5877" y="6861"/>
                    </a:cubicBezTo>
                    <a:cubicBezTo>
                      <a:pt x="5844" y="6725"/>
                      <a:pt x="5670" y="6736"/>
                      <a:pt x="5561" y="6725"/>
                    </a:cubicBezTo>
                    <a:cubicBezTo>
                      <a:pt x="5527" y="6720"/>
                      <a:pt x="5493" y="6717"/>
                      <a:pt x="5459" y="6717"/>
                    </a:cubicBezTo>
                    <a:cubicBezTo>
                      <a:pt x="5297" y="6717"/>
                      <a:pt x="5136" y="6771"/>
                      <a:pt x="4974" y="6780"/>
                    </a:cubicBezTo>
                    <a:cubicBezTo>
                      <a:pt x="4940" y="6782"/>
                      <a:pt x="4905" y="6783"/>
                      <a:pt x="4870" y="6783"/>
                    </a:cubicBezTo>
                    <a:cubicBezTo>
                      <a:pt x="4766" y="6783"/>
                      <a:pt x="4660" y="6774"/>
                      <a:pt x="4555" y="6774"/>
                    </a:cubicBezTo>
                    <a:cubicBezTo>
                      <a:pt x="4487" y="6774"/>
                      <a:pt x="4420" y="6778"/>
                      <a:pt x="4355" y="6790"/>
                    </a:cubicBezTo>
                    <a:cubicBezTo>
                      <a:pt x="4338" y="6796"/>
                      <a:pt x="4322" y="6807"/>
                      <a:pt x="4317" y="6823"/>
                    </a:cubicBezTo>
                    <a:cubicBezTo>
                      <a:pt x="4283" y="6809"/>
                      <a:pt x="4241" y="6804"/>
                      <a:pt x="4198" y="6804"/>
                    </a:cubicBezTo>
                    <a:cubicBezTo>
                      <a:pt x="4143" y="6804"/>
                      <a:pt x="4087" y="6812"/>
                      <a:pt x="4045" y="6818"/>
                    </a:cubicBezTo>
                    <a:cubicBezTo>
                      <a:pt x="4012" y="6818"/>
                      <a:pt x="3980" y="6828"/>
                      <a:pt x="3947" y="6845"/>
                    </a:cubicBezTo>
                    <a:lnTo>
                      <a:pt x="3757" y="6850"/>
                    </a:lnTo>
                    <a:cubicBezTo>
                      <a:pt x="3697" y="6853"/>
                      <a:pt x="3638" y="6854"/>
                      <a:pt x="3580" y="6854"/>
                    </a:cubicBezTo>
                    <a:cubicBezTo>
                      <a:pt x="3522" y="6854"/>
                      <a:pt x="3463" y="6853"/>
                      <a:pt x="3403" y="6850"/>
                    </a:cubicBezTo>
                    <a:cubicBezTo>
                      <a:pt x="3365" y="6839"/>
                      <a:pt x="3327" y="6839"/>
                      <a:pt x="3289" y="6834"/>
                    </a:cubicBezTo>
                    <a:cubicBezTo>
                      <a:pt x="3371" y="6698"/>
                      <a:pt x="3420" y="6540"/>
                      <a:pt x="3425" y="6383"/>
                    </a:cubicBezTo>
                    <a:cubicBezTo>
                      <a:pt x="3463" y="6383"/>
                      <a:pt x="3507" y="6377"/>
                      <a:pt x="3545" y="6377"/>
                    </a:cubicBezTo>
                    <a:cubicBezTo>
                      <a:pt x="3626" y="6383"/>
                      <a:pt x="3708" y="6385"/>
                      <a:pt x="3790" y="6385"/>
                    </a:cubicBezTo>
                    <a:cubicBezTo>
                      <a:pt x="3872" y="6385"/>
                      <a:pt x="3955" y="6383"/>
                      <a:pt x="4039" y="6377"/>
                    </a:cubicBezTo>
                    <a:cubicBezTo>
                      <a:pt x="4097" y="6374"/>
                      <a:pt x="4156" y="6372"/>
                      <a:pt x="4215" y="6372"/>
                    </a:cubicBezTo>
                    <a:close/>
                    <a:moveTo>
                      <a:pt x="6417" y="6857"/>
                    </a:moveTo>
                    <a:cubicBezTo>
                      <a:pt x="6432" y="6857"/>
                      <a:pt x="6450" y="6859"/>
                      <a:pt x="6469" y="6861"/>
                    </a:cubicBezTo>
                    <a:cubicBezTo>
                      <a:pt x="6534" y="6867"/>
                      <a:pt x="6583" y="6867"/>
                      <a:pt x="6643" y="6867"/>
                    </a:cubicBezTo>
                    <a:cubicBezTo>
                      <a:pt x="6801" y="6872"/>
                      <a:pt x="6964" y="6883"/>
                      <a:pt x="7121" y="6905"/>
                    </a:cubicBezTo>
                    <a:cubicBezTo>
                      <a:pt x="7208" y="6915"/>
                      <a:pt x="7290" y="6915"/>
                      <a:pt x="7371" y="6915"/>
                    </a:cubicBezTo>
                    <a:cubicBezTo>
                      <a:pt x="7420" y="6915"/>
                      <a:pt x="7464" y="6926"/>
                      <a:pt x="7507" y="6932"/>
                    </a:cubicBezTo>
                    <a:cubicBezTo>
                      <a:pt x="7518" y="6932"/>
                      <a:pt x="7583" y="6937"/>
                      <a:pt x="7594" y="6943"/>
                    </a:cubicBezTo>
                    <a:cubicBezTo>
                      <a:pt x="7600" y="6943"/>
                      <a:pt x="7605" y="6948"/>
                      <a:pt x="7611" y="6954"/>
                    </a:cubicBezTo>
                    <a:cubicBezTo>
                      <a:pt x="7557" y="6975"/>
                      <a:pt x="7556" y="7056"/>
                      <a:pt x="7615" y="7073"/>
                    </a:cubicBezTo>
                    <a:lnTo>
                      <a:pt x="7615" y="7073"/>
                    </a:lnTo>
                    <a:cubicBezTo>
                      <a:pt x="7610" y="7093"/>
                      <a:pt x="7606" y="7113"/>
                      <a:pt x="7611" y="7133"/>
                    </a:cubicBezTo>
                    <a:lnTo>
                      <a:pt x="7611" y="7171"/>
                    </a:lnTo>
                    <a:cubicBezTo>
                      <a:pt x="7623" y="7177"/>
                      <a:pt x="7631" y="7180"/>
                      <a:pt x="7630" y="7180"/>
                    </a:cubicBezTo>
                    <a:cubicBezTo>
                      <a:pt x="7629" y="7180"/>
                      <a:pt x="7625" y="7179"/>
                      <a:pt x="7616" y="7176"/>
                    </a:cubicBezTo>
                    <a:cubicBezTo>
                      <a:pt x="7600" y="7176"/>
                      <a:pt x="7551" y="7166"/>
                      <a:pt x="7540" y="7160"/>
                    </a:cubicBezTo>
                    <a:cubicBezTo>
                      <a:pt x="7531" y="7159"/>
                      <a:pt x="7521" y="7159"/>
                      <a:pt x="7512" y="7159"/>
                    </a:cubicBezTo>
                    <a:cubicBezTo>
                      <a:pt x="7401" y="7159"/>
                      <a:pt x="7298" y="7206"/>
                      <a:pt x="7189" y="7206"/>
                    </a:cubicBezTo>
                    <a:cubicBezTo>
                      <a:pt x="7165" y="7206"/>
                      <a:pt x="7141" y="7204"/>
                      <a:pt x="7116" y="7198"/>
                    </a:cubicBezTo>
                    <a:cubicBezTo>
                      <a:pt x="6964" y="7171"/>
                      <a:pt x="6833" y="7138"/>
                      <a:pt x="6692" y="7100"/>
                    </a:cubicBezTo>
                    <a:cubicBezTo>
                      <a:pt x="6643" y="7084"/>
                      <a:pt x="6594" y="7073"/>
                      <a:pt x="6545" y="7073"/>
                    </a:cubicBezTo>
                    <a:cubicBezTo>
                      <a:pt x="6515" y="7079"/>
                      <a:pt x="6485" y="7081"/>
                      <a:pt x="6456" y="7081"/>
                    </a:cubicBezTo>
                    <a:cubicBezTo>
                      <a:pt x="6427" y="7081"/>
                      <a:pt x="6398" y="7079"/>
                      <a:pt x="6371" y="7073"/>
                    </a:cubicBezTo>
                    <a:lnTo>
                      <a:pt x="6344" y="7073"/>
                    </a:lnTo>
                    <a:cubicBezTo>
                      <a:pt x="6350" y="7024"/>
                      <a:pt x="6344" y="6970"/>
                      <a:pt x="6355" y="6915"/>
                    </a:cubicBezTo>
                    <a:cubicBezTo>
                      <a:pt x="6362" y="6867"/>
                      <a:pt x="6385" y="6857"/>
                      <a:pt x="6417" y="6857"/>
                    </a:cubicBezTo>
                    <a:close/>
                    <a:moveTo>
                      <a:pt x="2456" y="5645"/>
                    </a:moveTo>
                    <a:cubicBezTo>
                      <a:pt x="2486" y="5645"/>
                      <a:pt x="2515" y="5646"/>
                      <a:pt x="2544" y="5649"/>
                    </a:cubicBezTo>
                    <a:cubicBezTo>
                      <a:pt x="2735" y="5660"/>
                      <a:pt x="2914" y="5736"/>
                      <a:pt x="3055" y="5861"/>
                    </a:cubicBezTo>
                    <a:cubicBezTo>
                      <a:pt x="3121" y="5915"/>
                      <a:pt x="3170" y="5981"/>
                      <a:pt x="3208" y="6057"/>
                    </a:cubicBezTo>
                    <a:cubicBezTo>
                      <a:pt x="3229" y="6127"/>
                      <a:pt x="3240" y="6198"/>
                      <a:pt x="3246" y="6274"/>
                    </a:cubicBezTo>
                    <a:cubicBezTo>
                      <a:pt x="3267" y="6470"/>
                      <a:pt x="3213" y="6665"/>
                      <a:pt x="3104" y="6828"/>
                    </a:cubicBezTo>
                    <a:cubicBezTo>
                      <a:pt x="3055" y="6894"/>
                      <a:pt x="2996" y="6948"/>
                      <a:pt x="2930" y="6997"/>
                    </a:cubicBezTo>
                    <a:cubicBezTo>
                      <a:pt x="2876" y="7051"/>
                      <a:pt x="2816" y="7106"/>
                      <a:pt x="2751" y="7155"/>
                    </a:cubicBezTo>
                    <a:cubicBezTo>
                      <a:pt x="2686" y="7193"/>
                      <a:pt x="2615" y="7214"/>
                      <a:pt x="2544" y="7225"/>
                    </a:cubicBezTo>
                    <a:cubicBezTo>
                      <a:pt x="2534" y="7227"/>
                      <a:pt x="2525" y="7227"/>
                      <a:pt x="2515" y="7227"/>
                    </a:cubicBezTo>
                    <a:cubicBezTo>
                      <a:pt x="2445" y="7227"/>
                      <a:pt x="2382" y="7197"/>
                      <a:pt x="2311" y="7187"/>
                    </a:cubicBezTo>
                    <a:cubicBezTo>
                      <a:pt x="2235" y="7166"/>
                      <a:pt x="2153" y="7144"/>
                      <a:pt x="2077" y="7111"/>
                    </a:cubicBezTo>
                    <a:cubicBezTo>
                      <a:pt x="2001" y="7073"/>
                      <a:pt x="1930" y="7019"/>
                      <a:pt x="1876" y="6948"/>
                    </a:cubicBezTo>
                    <a:cubicBezTo>
                      <a:pt x="1745" y="6801"/>
                      <a:pt x="1664" y="6617"/>
                      <a:pt x="1637" y="6421"/>
                    </a:cubicBezTo>
                    <a:cubicBezTo>
                      <a:pt x="1620" y="6372"/>
                      <a:pt x="1615" y="6323"/>
                      <a:pt x="1620" y="6269"/>
                    </a:cubicBezTo>
                    <a:cubicBezTo>
                      <a:pt x="1626" y="6231"/>
                      <a:pt x="1631" y="6198"/>
                      <a:pt x="1631" y="6160"/>
                    </a:cubicBezTo>
                    <a:cubicBezTo>
                      <a:pt x="1637" y="6106"/>
                      <a:pt x="1648" y="6057"/>
                      <a:pt x="1669" y="6013"/>
                    </a:cubicBezTo>
                    <a:cubicBezTo>
                      <a:pt x="1702" y="5975"/>
                      <a:pt x="1751" y="5942"/>
                      <a:pt x="1773" y="5921"/>
                    </a:cubicBezTo>
                    <a:cubicBezTo>
                      <a:pt x="1838" y="5861"/>
                      <a:pt x="1903" y="5807"/>
                      <a:pt x="1979" y="5763"/>
                    </a:cubicBezTo>
                    <a:cubicBezTo>
                      <a:pt x="2127" y="5685"/>
                      <a:pt x="2291" y="5645"/>
                      <a:pt x="2456" y="5645"/>
                    </a:cubicBezTo>
                    <a:close/>
                    <a:moveTo>
                      <a:pt x="5398" y="6850"/>
                    </a:moveTo>
                    <a:cubicBezTo>
                      <a:pt x="5469" y="6850"/>
                      <a:pt x="5540" y="6856"/>
                      <a:pt x="5605" y="6867"/>
                    </a:cubicBezTo>
                    <a:cubicBezTo>
                      <a:pt x="5637" y="6867"/>
                      <a:pt x="5670" y="6872"/>
                      <a:pt x="5697" y="6877"/>
                    </a:cubicBezTo>
                    <a:cubicBezTo>
                      <a:pt x="5710" y="6882"/>
                      <a:pt x="5718" y="6883"/>
                      <a:pt x="5722" y="6883"/>
                    </a:cubicBezTo>
                    <a:cubicBezTo>
                      <a:pt x="5726" y="6883"/>
                      <a:pt x="5727" y="6882"/>
                      <a:pt x="5728" y="6882"/>
                    </a:cubicBezTo>
                    <a:cubicBezTo>
                      <a:pt x="5730" y="6882"/>
                      <a:pt x="5726" y="6886"/>
                      <a:pt x="5735" y="6915"/>
                    </a:cubicBezTo>
                    <a:cubicBezTo>
                      <a:pt x="5746" y="6992"/>
                      <a:pt x="5741" y="7068"/>
                      <a:pt x="5730" y="7138"/>
                    </a:cubicBezTo>
                    <a:cubicBezTo>
                      <a:pt x="5730" y="7165"/>
                      <a:pt x="5730" y="7197"/>
                      <a:pt x="5730" y="7224"/>
                    </a:cubicBezTo>
                    <a:lnTo>
                      <a:pt x="5730" y="7224"/>
                    </a:lnTo>
                    <a:cubicBezTo>
                      <a:pt x="5710" y="7219"/>
                      <a:pt x="5690" y="7214"/>
                      <a:pt x="5665" y="7209"/>
                    </a:cubicBezTo>
                    <a:cubicBezTo>
                      <a:pt x="5630" y="7205"/>
                      <a:pt x="5595" y="7201"/>
                      <a:pt x="5563" y="7201"/>
                    </a:cubicBezTo>
                    <a:cubicBezTo>
                      <a:pt x="5549" y="7201"/>
                      <a:pt x="5536" y="7202"/>
                      <a:pt x="5523" y="7204"/>
                    </a:cubicBezTo>
                    <a:cubicBezTo>
                      <a:pt x="5398" y="7204"/>
                      <a:pt x="5279" y="7209"/>
                      <a:pt x="5154" y="7209"/>
                    </a:cubicBezTo>
                    <a:cubicBezTo>
                      <a:pt x="5034" y="7209"/>
                      <a:pt x="4920" y="7231"/>
                      <a:pt x="4800" y="7231"/>
                    </a:cubicBezTo>
                    <a:cubicBezTo>
                      <a:pt x="4686" y="7231"/>
                      <a:pt x="4572" y="7220"/>
                      <a:pt x="4458" y="7204"/>
                    </a:cubicBezTo>
                    <a:cubicBezTo>
                      <a:pt x="4452" y="7149"/>
                      <a:pt x="4452" y="7089"/>
                      <a:pt x="4458" y="7030"/>
                    </a:cubicBezTo>
                    <a:cubicBezTo>
                      <a:pt x="4458" y="6992"/>
                      <a:pt x="4458" y="6954"/>
                      <a:pt x="4447" y="6915"/>
                    </a:cubicBezTo>
                    <a:cubicBezTo>
                      <a:pt x="4487" y="6911"/>
                      <a:pt x="4527" y="6909"/>
                      <a:pt x="4568" y="6909"/>
                    </a:cubicBezTo>
                    <a:cubicBezTo>
                      <a:pt x="4676" y="6909"/>
                      <a:pt x="4786" y="6921"/>
                      <a:pt x="4893" y="6921"/>
                    </a:cubicBezTo>
                    <a:cubicBezTo>
                      <a:pt x="5061" y="6921"/>
                      <a:pt x="5230" y="6861"/>
                      <a:pt x="5398" y="6850"/>
                    </a:cubicBezTo>
                    <a:close/>
                    <a:moveTo>
                      <a:pt x="1544" y="6834"/>
                    </a:moveTo>
                    <a:cubicBezTo>
                      <a:pt x="1561" y="6877"/>
                      <a:pt x="1588" y="6915"/>
                      <a:pt x="1615" y="6954"/>
                    </a:cubicBezTo>
                    <a:cubicBezTo>
                      <a:pt x="1680" y="7040"/>
                      <a:pt x="1751" y="7117"/>
                      <a:pt x="1832" y="7187"/>
                    </a:cubicBezTo>
                    <a:cubicBezTo>
                      <a:pt x="1914" y="7263"/>
                      <a:pt x="2039" y="7285"/>
                      <a:pt x="2137" y="7318"/>
                    </a:cubicBezTo>
                    <a:cubicBezTo>
                      <a:pt x="2254" y="7358"/>
                      <a:pt x="2369" y="7384"/>
                      <a:pt x="2485" y="7384"/>
                    </a:cubicBezTo>
                    <a:cubicBezTo>
                      <a:pt x="2558" y="7384"/>
                      <a:pt x="2632" y="7373"/>
                      <a:pt x="2708" y="7350"/>
                    </a:cubicBezTo>
                    <a:cubicBezTo>
                      <a:pt x="2789" y="7318"/>
                      <a:pt x="2871" y="7269"/>
                      <a:pt x="2936" y="7209"/>
                    </a:cubicBezTo>
                    <a:cubicBezTo>
                      <a:pt x="3012" y="7133"/>
                      <a:pt x="3104" y="7068"/>
                      <a:pt x="3180" y="6986"/>
                    </a:cubicBezTo>
                    <a:cubicBezTo>
                      <a:pt x="3191" y="6975"/>
                      <a:pt x="3202" y="6964"/>
                      <a:pt x="3208" y="6948"/>
                    </a:cubicBezTo>
                    <a:cubicBezTo>
                      <a:pt x="3313" y="6982"/>
                      <a:pt x="3427" y="6988"/>
                      <a:pt x="3538" y="6988"/>
                    </a:cubicBezTo>
                    <a:cubicBezTo>
                      <a:pt x="3605" y="6988"/>
                      <a:pt x="3672" y="6986"/>
                      <a:pt x="3735" y="6986"/>
                    </a:cubicBezTo>
                    <a:cubicBezTo>
                      <a:pt x="3818" y="6986"/>
                      <a:pt x="3902" y="6989"/>
                      <a:pt x="3985" y="6989"/>
                    </a:cubicBezTo>
                    <a:cubicBezTo>
                      <a:pt x="4027" y="6989"/>
                      <a:pt x="4068" y="6988"/>
                      <a:pt x="4110" y="6986"/>
                    </a:cubicBezTo>
                    <a:lnTo>
                      <a:pt x="4159" y="6986"/>
                    </a:lnTo>
                    <a:cubicBezTo>
                      <a:pt x="4177" y="6990"/>
                      <a:pt x="4195" y="6992"/>
                      <a:pt x="4213" y="6992"/>
                    </a:cubicBezTo>
                    <a:cubicBezTo>
                      <a:pt x="4250" y="6992"/>
                      <a:pt x="4286" y="6984"/>
                      <a:pt x="4322" y="6970"/>
                    </a:cubicBezTo>
                    <a:cubicBezTo>
                      <a:pt x="4327" y="7062"/>
                      <a:pt x="4349" y="7155"/>
                      <a:pt x="4376" y="7242"/>
                    </a:cubicBezTo>
                    <a:lnTo>
                      <a:pt x="4376" y="7247"/>
                    </a:lnTo>
                    <a:cubicBezTo>
                      <a:pt x="4355" y="7296"/>
                      <a:pt x="4393" y="7345"/>
                      <a:pt x="4442" y="7345"/>
                    </a:cubicBezTo>
                    <a:cubicBezTo>
                      <a:pt x="4543" y="7345"/>
                      <a:pt x="4645" y="7362"/>
                      <a:pt x="4750" y="7362"/>
                    </a:cubicBezTo>
                    <a:cubicBezTo>
                      <a:pt x="4763" y="7362"/>
                      <a:pt x="4776" y="7362"/>
                      <a:pt x="4789" y="7361"/>
                    </a:cubicBezTo>
                    <a:cubicBezTo>
                      <a:pt x="4904" y="7356"/>
                      <a:pt x="5034" y="7345"/>
                      <a:pt x="5159" y="7345"/>
                    </a:cubicBezTo>
                    <a:cubicBezTo>
                      <a:pt x="5196" y="7343"/>
                      <a:pt x="5231" y="7343"/>
                      <a:pt x="5265" y="7343"/>
                    </a:cubicBezTo>
                    <a:cubicBezTo>
                      <a:pt x="5348" y="7343"/>
                      <a:pt x="5426" y="7346"/>
                      <a:pt x="5507" y="7350"/>
                    </a:cubicBezTo>
                    <a:cubicBezTo>
                      <a:pt x="5561" y="7350"/>
                      <a:pt x="5621" y="7356"/>
                      <a:pt x="5681" y="7372"/>
                    </a:cubicBezTo>
                    <a:cubicBezTo>
                      <a:pt x="5724" y="7388"/>
                      <a:pt x="5773" y="7399"/>
                      <a:pt x="5828" y="7405"/>
                    </a:cubicBezTo>
                    <a:cubicBezTo>
                      <a:pt x="5866" y="7405"/>
                      <a:pt x="5898" y="7378"/>
                      <a:pt x="5909" y="7339"/>
                    </a:cubicBezTo>
                    <a:cubicBezTo>
                      <a:pt x="5909" y="7269"/>
                      <a:pt x="5904" y="7204"/>
                      <a:pt x="5893" y="7138"/>
                    </a:cubicBezTo>
                    <a:lnTo>
                      <a:pt x="5893" y="7008"/>
                    </a:lnTo>
                    <a:cubicBezTo>
                      <a:pt x="5926" y="7013"/>
                      <a:pt x="5958" y="7024"/>
                      <a:pt x="6002" y="7024"/>
                    </a:cubicBezTo>
                    <a:cubicBezTo>
                      <a:pt x="6072" y="7035"/>
                      <a:pt x="6154" y="7035"/>
                      <a:pt x="6225" y="7035"/>
                    </a:cubicBezTo>
                    <a:lnTo>
                      <a:pt x="6252" y="7035"/>
                    </a:lnTo>
                    <a:cubicBezTo>
                      <a:pt x="6257" y="7068"/>
                      <a:pt x="6263" y="7100"/>
                      <a:pt x="6273" y="7133"/>
                    </a:cubicBezTo>
                    <a:cubicBezTo>
                      <a:pt x="6257" y="7171"/>
                      <a:pt x="6284" y="7214"/>
                      <a:pt x="6328" y="7214"/>
                    </a:cubicBezTo>
                    <a:cubicBezTo>
                      <a:pt x="6332" y="7214"/>
                      <a:pt x="6337" y="7214"/>
                      <a:pt x="6341" y="7214"/>
                    </a:cubicBezTo>
                    <a:cubicBezTo>
                      <a:pt x="6381" y="7214"/>
                      <a:pt x="6422" y="7231"/>
                      <a:pt x="6465" y="7231"/>
                    </a:cubicBezTo>
                    <a:cubicBezTo>
                      <a:pt x="6470" y="7231"/>
                      <a:pt x="6475" y="7231"/>
                      <a:pt x="6480" y="7231"/>
                    </a:cubicBezTo>
                    <a:cubicBezTo>
                      <a:pt x="6513" y="7220"/>
                      <a:pt x="6540" y="7214"/>
                      <a:pt x="6572" y="7209"/>
                    </a:cubicBezTo>
                    <a:cubicBezTo>
                      <a:pt x="6610" y="7209"/>
                      <a:pt x="6643" y="7225"/>
                      <a:pt x="6681" y="7225"/>
                    </a:cubicBezTo>
                    <a:cubicBezTo>
                      <a:pt x="6701" y="7227"/>
                      <a:pt x="6721" y="7228"/>
                      <a:pt x="6741" y="7228"/>
                    </a:cubicBezTo>
                    <a:cubicBezTo>
                      <a:pt x="6781" y="7228"/>
                      <a:pt x="6821" y="7225"/>
                      <a:pt x="6860" y="7225"/>
                    </a:cubicBezTo>
                    <a:cubicBezTo>
                      <a:pt x="6947" y="7236"/>
                      <a:pt x="7034" y="7252"/>
                      <a:pt x="7121" y="7263"/>
                    </a:cubicBezTo>
                    <a:cubicBezTo>
                      <a:pt x="7157" y="7266"/>
                      <a:pt x="7192" y="7266"/>
                      <a:pt x="7228" y="7266"/>
                    </a:cubicBezTo>
                    <a:cubicBezTo>
                      <a:pt x="7264" y="7266"/>
                      <a:pt x="7301" y="7266"/>
                      <a:pt x="7339" y="7269"/>
                    </a:cubicBezTo>
                    <a:cubicBezTo>
                      <a:pt x="7415" y="7274"/>
                      <a:pt x="7496" y="7291"/>
                      <a:pt x="7573" y="7312"/>
                    </a:cubicBezTo>
                    <a:cubicBezTo>
                      <a:pt x="7589" y="7316"/>
                      <a:pt x="7606" y="7318"/>
                      <a:pt x="7622" y="7318"/>
                    </a:cubicBezTo>
                    <a:cubicBezTo>
                      <a:pt x="7678" y="7318"/>
                      <a:pt x="7724" y="7293"/>
                      <a:pt x="7741" y="7225"/>
                    </a:cubicBezTo>
                    <a:cubicBezTo>
                      <a:pt x="7747" y="7171"/>
                      <a:pt x="7752" y="7122"/>
                      <a:pt x="7752" y="7068"/>
                    </a:cubicBezTo>
                    <a:cubicBezTo>
                      <a:pt x="7904" y="7073"/>
                      <a:pt x="8056" y="7084"/>
                      <a:pt x="8209" y="7095"/>
                    </a:cubicBezTo>
                    <a:cubicBezTo>
                      <a:pt x="8314" y="7109"/>
                      <a:pt x="8419" y="7117"/>
                      <a:pt x="8524" y="7117"/>
                    </a:cubicBezTo>
                    <a:cubicBezTo>
                      <a:pt x="8576" y="7117"/>
                      <a:pt x="8629" y="7115"/>
                      <a:pt x="8681" y="7111"/>
                    </a:cubicBezTo>
                    <a:cubicBezTo>
                      <a:pt x="8714" y="7111"/>
                      <a:pt x="8741" y="7122"/>
                      <a:pt x="8774" y="7133"/>
                    </a:cubicBezTo>
                    <a:cubicBezTo>
                      <a:pt x="8801" y="7155"/>
                      <a:pt x="8834" y="7182"/>
                      <a:pt x="8861" y="7214"/>
                    </a:cubicBezTo>
                    <a:cubicBezTo>
                      <a:pt x="8942" y="7285"/>
                      <a:pt x="9029" y="7350"/>
                      <a:pt x="9116" y="7410"/>
                    </a:cubicBezTo>
                    <a:cubicBezTo>
                      <a:pt x="9171" y="7443"/>
                      <a:pt x="9231" y="7470"/>
                      <a:pt x="9285" y="7503"/>
                    </a:cubicBezTo>
                    <a:cubicBezTo>
                      <a:pt x="9258" y="7508"/>
                      <a:pt x="9236" y="7513"/>
                      <a:pt x="9209" y="7519"/>
                    </a:cubicBezTo>
                    <a:cubicBezTo>
                      <a:pt x="9177" y="7522"/>
                      <a:pt x="9144" y="7523"/>
                      <a:pt x="9111" y="7523"/>
                    </a:cubicBezTo>
                    <a:cubicBezTo>
                      <a:pt x="8978" y="7523"/>
                      <a:pt x="8840" y="7501"/>
                      <a:pt x="8709" y="7497"/>
                    </a:cubicBezTo>
                    <a:cubicBezTo>
                      <a:pt x="8604" y="7497"/>
                      <a:pt x="8498" y="7495"/>
                      <a:pt x="8393" y="7495"/>
                    </a:cubicBezTo>
                    <a:cubicBezTo>
                      <a:pt x="8341" y="7495"/>
                      <a:pt x="8288" y="7495"/>
                      <a:pt x="8236" y="7497"/>
                    </a:cubicBezTo>
                    <a:cubicBezTo>
                      <a:pt x="8073" y="7508"/>
                      <a:pt x="7904" y="7541"/>
                      <a:pt x="7741" y="7551"/>
                    </a:cubicBezTo>
                    <a:cubicBezTo>
                      <a:pt x="7692" y="7557"/>
                      <a:pt x="7644" y="7559"/>
                      <a:pt x="7596" y="7559"/>
                    </a:cubicBezTo>
                    <a:cubicBezTo>
                      <a:pt x="7500" y="7559"/>
                      <a:pt x="7406" y="7551"/>
                      <a:pt x="7312" y="7551"/>
                    </a:cubicBezTo>
                    <a:cubicBezTo>
                      <a:pt x="7236" y="7557"/>
                      <a:pt x="7159" y="7579"/>
                      <a:pt x="7083" y="7584"/>
                    </a:cubicBezTo>
                    <a:cubicBezTo>
                      <a:pt x="7055" y="7588"/>
                      <a:pt x="7025" y="7589"/>
                      <a:pt x="6994" y="7589"/>
                    </a:cubicBezTo>
                    <a:cubicBezTo>
                      <a:pt x="6960" y="7589"/>
                      <a:pt x="6924" y="7588"/>
                      <a:pt x="6890" y="7588"/>
                    </a:cubicBezTo>
                    <a:cubicBezTo>
                      <a:pt x="6871" y="7588"/>
                      <a:pt x="6852" y="7588"/>
                      <a:pt x="6833" y="7590"/>
                    </a:cubicBezTo>
                    <a:cubicBezTo>
                      <a:pt x="6681" y="7590"/>
                      <a:pt x="6529" y="7595"/>
                      <a:pt x="6377" y="7600"/>
                    </a:cubicBezTo>
                    <a:cubicBezTo>
                      <a:pt x="6266" y="7600"/>
                      <a:pt x="6150" y="7589"/>
                      <a:pt x="6032" y="7589"/>
                    </a:cubicBezTo>
                    <a:cubicBezTo>
                      <a:pt x="5987" y="7589"/>
                      <a:pt x="5943" y="7590"/>
                      <a:pt x="5898" y="7595"/>
                    </a:cubicBezTo>
                    <a:cubicBezTo>
                      <a:pt x="5844" y="7602"/>
                      <a:pt x="5788" y="7605"/>
                      <a:pt x="5732" y="7605"/>
                    </a:cubicBezTo>
                    <a:cubicBezTo>
                      <a:pt x="5655" y="7605"/>
                      <a:pt x="5577" y="7599"/>
                      <a:pt x="5502" y="7590"/>
                    </a:cubicBezTo>
                    <a:cubicBezTo>
                      <a:pt x="5423" y="7584"/>
                      <a:pt x="5344" y="7581"/>
                      <a:pt x="5265" y="7581"/>
                    </a:cubicBezTo>
                    <a:cubicBezTo>
                      <a:pt x="5186" y="7581"/>
                      <a:pt x="5107" y="7584"/>
                      <a:pt x="5029" y="7590"/>
                    </a:cubicBezTo>
                    <a:cubicBezTo>
                      <a:pt x="4927" y="7590"/>
                      <a:pt x="4826" y="7592"/>
                      <a:pt x="4726" y="7592"/>
                    </a:cubicBezTo>
                    <a:cubicBezTo>
                      <a:pt x="4676" y="7592"/>
                      <a:pt x="4626" y="7591"/>
                      <a:pt x="4577" y="7590"/>
                    </a:cubicBezTo>
                    <a:cubicBezTo>
                      <a:pt x="4427" y="7584"/>
                      <a:pt x="4286" y="7556"/>
                      <a:pt x="4136" y="7556"/>
                    </a:cubicBezTo>
                    <a:cubicBezTo>
                      <a:pt x="4124" y="7556"/>
                      <a:pt x="4112" y="7556"/>
                      <a:pt x="4099" y="7557"/>
                    </a:cubicBezTo>
                    <a:cubicBezTo>
                      <a:pt x="3789" y="7568"/>
                      <a:pt x="3474" y="7568"/>
                      <a:pt x="3164" y="7568"/>
                    </a:cubicBezTo>
                    <a:cubicBezTo>
                      <a:pt x="3008" y="7568"/>
                      <a:pt x="2848" y="7573"/>
                      <a:pt x="2689" y="7573"/>
                    </a:cubicBezTo>
                    <a:cubicBezTo>
                      <a:pt x="2510" y="7573"/>
                      <a:pt x="2331" y="7566"/>
                      <a:pt x="2159" y="7541"/>
                    </a:cubicBezTo>
                    <a:cubicBezTo>
                      <a:pt x="2046" y="7526"/>
                      <a:pt x="1934" y="7519"/>
                      <a:pt x="1822" y="7519"/>
                    </a:cubicBezTo>
                    <a:cubicBezTo>
                      <a:pt x="1765" y="7519"/>
                      <a:pt x="1709" y="7521"/>
                      <a:pt x="1653" y="7524"/>
                    </a:cubicBezTo>
                    <a:cubicBezTo>
                      <a:pt x="1474" y="7519"/>
                      <a:pt x="1294" y="7508"/>
                      <a:pt x="1115" y="7486"/>
                    </a:cubicBezTo>
                    <a:cubicBezTo>
                      <a:pt x="1033" y="7475"/>
                      <a:pt x="946" y="7486"/>
                      <a:pt x="859" y="7470"/>
                    </a:cubicBezTo>
                    <a:cubicBezTo>
                      <a:pt x="778" y="7454"/>
                      <a:pt x="707" y="7437"/>
                      <a:pt x="626" y="7426"/>
                    </a:cubicBezTo>
                    <a:cubicBezTo>
                      <a:pt x="550" y="7421"/>
                      <a:pt x="463" y="7405"/>
                      <a:pt x="381" y="7394"/>
                    </a:cubicBezTo>
                    <a:cubicBezTo>
                      <a:pt x="370" y="7394"/>
                      <a:pt x="354" y="7394"/>
                      <a:pt x="338" y="7388"/>
                    </a:cubicBezTo>
                    <a:cubicBezTo>
                      <a:pt x="354" y="7378"/>
                      <a:pt x="370" y="7367"/>
                      <a:pt x="386" y="7356"/>
                    </a:cubicBezTo>
                    <a:lnTo>
                      <a:pt x="386" y="7361"/>
                    </a:lnTo>
                    <a:cubicBezTo>
                      <a:pt x="468" y="7296"/>
                      <a:pt x="555" y="7242"/>
                      <a:pt x="631" y="7171"/>
                    </a:cubicBezTo>
                    <a:cubicBezTo>
                      <a:pt x="669" y="7133"/>
                      <a:pt x="707" y="7100"/>
                      <a:pt x="745" y="7073"/>
                    </a:cubicBezTo>
                    <a:cubicBezTo>
                      <a:pt x="783" y="7051"/>
                      <a:pt x="821" y="7030"/>
                      <a:pt x="854" y="7002"/>
                    </a:cubicBezTo>
                    <a:cubicBezTo>
                      <a:pt x="892" y="6970"/>
                      <a:pt x="925" y="6937"/>
                      <a:pt x="963" y="6899"/>
                    </a:cubicBezTo>
                    <a:cubicBezTo>
                      <a:pt x="990" y="6899"/>
                      <a:pt x="1017" y="6894"/>
                      <a:pt x="1039" y="6888"/>
                    </a:cubicBezTo>
                    <a:cubicBezTo>
                      <a:pt x="1109" y="6872"/>
                      <a:pt x="1180" y="6872"/>
                      <a:pt x="1251" y="6872"/>
                    </a:cubicBezTo>
                    <a:cubicBezTo>
                      <a:pt x="1327" y="6872"/>
                      <a:pt x="1392" y="6850"/>
                      <a:pt x="1468" y="6845"/>
                    </a:cubicBezTo>
                    <a:lnTo>
                      <a:pt x="1544" y="6834"/>
                    </a:lnTo>
                    <a:close/>
                    <a:moveTo>
                      <a:pt x="283" y="7508"/>
                    </a:moveTo>
                    <a:lnTo>
                      <a:pt x="283" y="7508"/>
                    </a:lnTo>
                    <a:cubicBezTo>
                      <a:pt x="354" y="7524"/>
                      <a:pt x="425" y="7530"/>
                      <a:pt x="495" y="7546"/>
                    </a:cubicBezTo>
                    <a:cubicBezTo>
                      <a:pt x="637" y="7568"/>
                      <a:pt x="778" y="7611"/>
                      <a:pt x="919" y="7622"/>
                    </a:cubicBezTo>
                    <a:cubicBezTo>
                      <a:pt x="1060" y="7628"/>
                      <a:pt x="1218" y="7649"/>
                      <a:pt x="1365" y="7666"/>
                    </a:cubicBezTo>
                    <a:cubicBezTo>
                      <a:pt x="1446" y="7668"/>
                      <a:pt x="1528" y="7670"/>
                      <a:pt x="1610" y="7670"/>
                    </a:cubicBezTo>
                    <a:cubicBezTo>
                      <a:pt x="1691" y="7670"/>
                      <a:pt x="1773" y="7668"/>
                      <a:pt x="1854" y="7666"/>
                    </a:cubicBezTo>
                    <a:cubicBezTo>
                      <a:pt x="2006" y="7666"/>
                      <a:pt x="2153" y="7693"/>
                      <a:pt x="2300" y="7704"/>
                    </a:cubicBezTo>
                    <a:cubicBezTo>
                      <a:pt x="2360" y="7707"/>
                      <a:pt x="2419" y="7708"/>
                      <a:pt x="2479" y="7708"/>
                    </a:cubicBezTo>
                    <a:cubicBezTo>
                      <a:pt x="2598" y="7708"/>
                      <a:pt x="2717" y="7704"/>
                      <a:pt x="2833" y="7704"/>
                    </a:cubicBezTo>
                    <a:lnTo>
                      <a:pt x="3865" y="7704"/>
                    </a:lnTo>
                    <a:cubicBezTo>
                      <a:pt x="3948" y="7697"/>
                      <a:pt x="4033" y="7695"/>
                      <a:pt x="4118" y="7695"/>
                    </a:cubicBezTo>
                    <a:cubicBezTo>
                      <a:pt x="4179" y="7695"/>
                      <a:pt x="4239" y="7696"/>
                      <a:pt x="4300" y="7698"/>
                    </a:cubicBezTo>
                    <a:cubicBezTo>
                      <a:pt x="4458" y="7715"/>
                      <a:pt x="4621" y="7725"/>
                      <a:pt x="4779" y="7725"/>
                    </a:cubicBezTo>
                    <a:lnTo>
                      <a:pt x="5235" y="7725"/>
                    </a:lnTo>
                    <a:cubicBezTo>
                      <a:pt x="5276" y="7723"/>
                      <a:pt x="5318" y="7721"/>
                      <a:pt x="5360" y="7721"/>
                    </a:cubicBezTo>
                    <a:cubicBezTo>
                      <a:pt x="5402" y="7721"/>
                      <a:pt x="5444" y="7723"/>
                      <a:pt x="5485" y="7725"/>
                    </a:cubicBezTo>
                    <a:cubicBezTo>
                      <a:pt x="5550" y="7742"/>
                      <a:pt x="5621" y="7747"/>
                      <a:pt x="5692" y="7753"/>
                    </a:cubicBezTo>
                    <a:cubicBezTo>
                      <a:pt x="5800" y="7749"/>
                      <a:pt x="5914" y="7731"/>
                      <a:pt x="6026" y="7731"/>
                    </a:cubicBezTo>
                    <a:cubicBezTo>
                      <a:pt x="6071" y="7731"/>
                      <a:pt x="6116" y="7734"/>
                      <a:pt x="6159" y="7742"/>
                    </a:cubicBezTo>
                    <a:cubicBezTo>
                      <a:pt x="6285" y="7755"/>
                      <a:pt x="6413" y="7765"/>
                      <a:pt x="6540" y="7765"/>
                    </a:cubicBezTo>
                    <a:cubicBezTo>
                      <a:pt x="6567" y="7765"/>
                      <a:pt x="6594" y="7764"/>
                      <a:pt x="6621" y="7763"/>
                    </a:cubicBezTo>
                    <a:cubicBezTo>
                      <a:pt x="6735" y="7763"/>
                      <a:pt x="6853" y="7773"/>
                      <a:pt x="6968" y="7773"/>
                    </a:cubicBezTo>
                    <a:cubicBezTo>
                      <a:pt x="7007" y="7773"/>
                      <a:pt x="7045" y="7772"/>
                      <a:pt x="7083" y="7769"/>
                    </a:cubicBezTo>
                    <a:cubicBezTo>
                      <a:pt x="7159" y="7763"/>
                      <a:pt x="7236" y="7747"/>
                      <a:pt x="7312" y="7747"/>
                    </a:cubicBezTo>
                    <a:cubicBezTo>
                      <a:pt x="7327" y="7746"/>
                      <a:pt x="7342" y="7746"/>
                      <a:pt x="7357" y="7746"/>
                    </a:cubicBezTo>
                    <a:cubicBezTo>
                      <a:pt x="7418" y="7746"/>
                      <a:pt x="7479" y="7753"/>
                      <a:pt x="7540" y="7753"/>
                    </a:cubicBezTo>
                    <a:cubicBezTo>
                      <a:pt x="7719" y="7753"/>
                      <a:pt x="7893" y="7742"/>
                      <a:pt x="8073" y="7725"/>
                    </a:cubicBezTo>
                    <a:cubicBezTo>
                      <a:pt x="8162" y="7720"/>
                      <a:pt x="8255" y="7717"/>
                      <a:pt x="8348" y="7717"/>
                    </a:cubicBezTo>
                    <a:cubicBezTo>
                      <a:pt x="8441" y="7717"/>
                      <a:pt x="8535" y="7720"/>
                      <a:pt x="8627" y="7725"/>
                    </a:cubicBezTo>
                    <a:cubicBezTo>
                      <a:pt x="8807" y="7731"/>
                      <a:pt x="8986" y="7747"/>
                      <a:pt x="9171" y="7753"/>
                    </a:cubicBezTo>
                    <a:cubicBezTo>
                      <a:pt x="9236" y="7753"/>
                      <a:pt x="9307" y="7736"/>
                      <a:pt x="9372" y="7736"/>
                    </a:cubicBezTo>
                    <a:cubicBezTo>
                      <a:pt x="9399" y="7736"/>
                      <a:pt x="9432" y="7736"/>
                      <a:pt x="9459" y="7725"/>
                    </a:cubicBezTo>
                    <a:lnTo>
                      <a:pt x="9459" y="7725"/>
                    </a:lnTo>
                    <a:cubicBezTo>
                      <a:pt x="9459" y="7736"/>
                      <a:pt x="9453" y="7747"/>
                      <a:pt x="9453" y="7758"/>
                    </a:cubicBezTo>
                    <a:lnTo>
                      <a:pt x="9448" y="7758"/>
                    </a:lnTo>
                    <a:cubicBezTo>
                      <a:pt x="9426" y="7834"/>
                      <a:pt x="9415" y="7910"/>
                      <a:pt x="9399" y="7986"/>
                    </a:cubicBezTo>
                    <a:cubicBezTo>
                      <a:pt x="9383" y="8046"/>
                      <a:pt x="9383" y="8073"/>
                      <a:pt x="9339" y="8095"/>
                    </a:cubicBezTo>
                    <a:cubicBezTo>
                      <a:pt x="9323" y="8079"/>
                      <a:pt x="9296" y="8068"/>
                      <a:pt x="9274" y="8068"/>
                    </a:cubicBezTo>
                    <a:cubicBezTo>
                      <a:pt x="9203" y="8073"/>
                      <a:pt x="9138" y="8084"/>
                      <a:pt x="9073" y="8106"/>
                    </a:cubicBezTo>
                    <a:cubicBezTo>
                      <a:pt x="9032" y="8109"/>
                      <a:pt x="8990" y="8110"/>
                      <a:pt x="8948" y="8110"/>
                    </a:cubicBezTo>
                    <a:cubicBezTo>
                      <a:pt x="8906" y="8110"/>
                      <a:pt x="8864" y="8109"/>
                      <a:pt x="8823" y="8106"/>
                    </a:cubicBezTo>
                    <a:cubicBezTo>
                      <a:pt x="8654" y="8106"/>
                      <a:pt x="8486" y="8128"/>
                      <a:pt x="8317" y="8128"/>
                    </a:cubicBezTo>
                    <a:cubicBezTo>
                      <a:pt x="8165" y="8128"/>
                      <a:pt x="8018" y="8133"/>
                      <a:pt x="7866" y="8144"/>
                    </a:cubicBezTo>
                    <a:cubicBezTo>
                      <a:pt x="7808" y="8149"/>
                      <a:pt x="7750" y="8151"/>
                      <a:pt x="7691" y="8151"/>
                    </a:cubicBezTo>
                    <a:cubicBezTo>
                      <a:pt x="7573" y="8151"/>
                      <a:pt x="7455" y="8144"/>
                      <a:pt x="7339" y="8144"/>
                    </a:cubicBezTo>
                    <a:cubicBezTo>
                      <a:pt x="7187" y="8144"/>
                      <a:pt x="7040" y="8166"/>
                      <a:pt x="6888" y="8177"/>
                    </a:cubicBezTo>
                    <a:cubicBezTo>
                      <a:pt x="6786" y="8183"/>
                      <a:pt x="6686" y="8186"/>
                      <a:pt x="6585" y="8186"/>
                    </a:cubicBezTo>
                    <a:cubicBezTo>
                      <a:pt x="6514" y="8186"/>
                      <a:pt x="6443" y="8184"/>
                      <a:pt x="6371" y="8182"/>
                    </a:cubicBezTo>
                    <a:cubicBezTo>
                      <a:pt x="6236" y="8182"/>
                      <a:pt x="6105" y="8189"/>
                      <a:pt x="5975" y="8189"/>
                    </a:cubicBezTo>
                    <a:cubicBezTo>
                      <a:pt x="5942" y="8189"/>
                      <a:pt x="5909" y="8189"/>
                      <a:pt x="5877" y="8187"/>
                    </a:cubicBezTo>
                    <a:cubicBezTo>
                      <a:pt x="5714" y="8187"/>
                      <a:pt x="5567" y="8160"/>
                      <a:pt x="5415" y="8160"/>
                    </a:cubicBezTo>
                    <a:cubicBezTo>
                      <a:pt x="5194" y="8160"/>
                      <a:pt x="4972" y="8146"/>
                      <a:pt x="4753" y="8146"/>
                    </a:cubicBezTo>
                    <a:cubicBezTo>
                      <a:pt x="4643" y="8146"/>
                      <a:pt x="4534" y="8149"/>
                      <a:pt x="4425" y="8160"/>
                    </a:cubicBezTo>
                    <a:cubicBezTo>
                      <a:pt x="4259" y="8174"/>
                      <a:pt x="4096" y="8177"/>
                      <a:pt x="3934" y="8177"/>
                    </a:cubicBezTo>
                    <a:cubicBezTo>
                      <a:pt x="3826" y="8177"/>
                      <a:pt x="3718" y="8175"/>
                      <a:pt x="3610" y="8175"/>
                    </a:cubicBezTo>
                    <a:cubicBezTo>
                      <a:pt x="3555" y="8175"/>
                      <a:pt x="3501" y="8176"/>
                      <a:pt x="3447" y="8177"/>
                    </a:cubicBezTo>
                    <a:cubicBezTo>
                      <a:pt x="3147" y="8177"/>
                      <a:pt x="2848" y="8147"/>
                      <a:pt x="2544" y="8147"/>
                    </a:cubicBezTo>
                    <a:cubicBezTo>
                      <a:pt x="2501" y="8147"/>
                      <a:pt x="2457" y="8148"/>
                      <a:pt x="2414" y="8149"/>
                    </a:cubicBezTo>
                    <a:cubicBezTo>
                      <a:pt x="2332" y="8155"/>
                      <a:pt x="2256" y="8155"/>
                      <a:pt x="2175" y="8155"/>
                    </a:cubicBezTo>
                    <a:cubicBezTo>
                      <a:pt x="2115" y="8155"/>
                      <a:pt x="2066" y="8139"/>
                      <a:pt x="2006" y="8128"/>
                    </a:cubicBezTo>
                    <a:cubicBezTo>
                      <a:pt x="1958" y="8122"/>
                      <a:pt x="1910" y="8120"/>
                      <a:pt x="1861" y="8120"/>
                    </a:cubicBezTo>
                    <a:cubicBezTo>
                      <a:pt x="1782" y="8120"/>
                      <a:pt x="1703" y="8125"/>
                      <a:pt x="1624" y="8125"/>
                    </a:cubicBezTo>
                    <a:cubicBezTo>
                      <a:pt x="1576" y="8125"/>
                      <a:pt x="1527" y="8123"/>
                      <a:pt x="1479" y="8117"/>
                    </a:cubicBezTo>
                    <a:cubicBezTo>
                      <a:pt x="1300" y="8100"/>
                      <a:pt x="1131" y="8100"/>
                      <a:pt x="957" y="8079"/>
                    </a:cubicBezTo>
                    <a:cubicBezTo>
                      <a:pt x="810" y="8057"/>
                      <a:pt x="669" y="8035"/>
                      <a:pt x="522" y="8030"/>
                    </a:cubicBezTo>
                    <a:cubicBezTo>
                      <a:pt x="505" y="8030"/>
                      <a:pt x="477" y="8032"/>
                      <a:pt x="448" y="8032"/>
                    </a:cubicBezTo>
                    <a:cubicBezTo>
                      <a:pt x="403" y="8032"/>
                      <a:pt x="355" y="8028"/>
                      <a:pt x="332" y="8008"/>
                    </a:cubicBezTo>
                    <a:cubicBezTo>
                      <a:pt x="299" y="7981"/>
                      <a:pt x="299" y="7867"/>
                      <a:pt x="299" y="7818"/>
                    </a:cubicBezTo>
                    <a:cubicBezTo>
                      <a:pt x="305" y="7736"/>
                      <a:pt x="305" y="7649"/>
                      <a:pt x="294" y="7562"/>
                    </a:cubicBezTo>
                    <a:cubicBezTo>
                      <a:pt x="294" y="7546"/>
                      <a:pt x="289" y="7530"/>
                      <a:pt x="283" y="7508"/>
                    </a:cubicBezTo>
                    <a:close/>
                    <a:moveTo>
                      <a:pt x="3929" y="0"/>
                    </a:moveTo>
                    <a:cubicBezTo>
                      <a:pt x="3817" y="0"/>
                      <a:pt x="3713" y="23"/>
                      <a:pt x="3599" y="23"/>
                    </a:cubicBezTo>
                    <a:cubicBezTo>
                      <a:pt x="3552" y="23"/>
                      <a:pt x="3502" y="20"/>
                      <a:pt x="3454" y="20"/>
                    </a:cubicBezTo>
                    <a:cubicBezTo>
                      <a:pt x="3429" y="20"/>
                      <a:pt x="3405" y="21"/>
                      <a:pt x="3382" y="23"/>
                    </a:cubicBezTo>
                    <a:cubicBezTo>
                      <a:pt x="3316" y="28"/>
                      <a:pt x="3257" y="45"/>
                      <a:pt x="3191" y="50"/>
                    </a:cubicBezTo>
                    <a:cubicBezTo>
                      <a:pt x="3171" y="51"/>
                      <a:pt x="3150" y="51"/>
                      <a:pt x="3130" y="51"/>
                    </a:cubicBezTo>
                    <a:cubicBezTo>
                      <a:pt x="3049" y="51"/>
                      <a:pt x="2966" y="46"/>
                      <a:pt x="2884" y="46"/>
                    </a:cubicBezTo>
                    <a:cubicBezTo>
                      <a:pt x="2847" y="46"/>
                      <a:pt x="2810" y="47"/>
                      <a:pt x="2773" y="50"/>
                    </a:cubicBezTo>
                    <a:cubicBezTo>
                      <a:pt x="2631" y="61"/>
                      <a:pt x="2506" y="66"/>
                      <a:pt x="2376" y="83"/>
                    </a:cubicBezTo>
                    <a:cubicBezTo>
                      <a:pt x="2251" y="99"/>
                      <a:pt x="2131" y="115"/>
                      <a:pt x="2012" y="126"/>
                    </a:cubicBezTo>
                    <a:cubicBezTo>
                      <a:pt x="1963" y="132"/>
                      <a:pt x="1914" y="148"/>
                      <a:pt x="1865" y="148"/>
                    </a:cubicBezTo>
                    <a:cubicBezTo>
                      <a:pt x="1845" y="151"/>
                      <a:pt x="1826" y="152"/>
                      <a:pt x="1807" y="152"/>
                    </a:cubicBezTo>
                    <a:cubicBezTo>
                      <a:pt x="1776" y="152"/>
                      <a:pt x="1746" y="149"/>
                      <a:pt x="1714" y="149"/>
                    </a:cubicBezTo>
                    <a:cubicBezTo>
                      <a:pt x="1694" y="149"/>
                      <a:pt x="1674" y="150"/>
                      <a:pt x="1653" y="153"/>
                    </a:cubicBezTo>
                    <a:cubicBezTo>
                      <a:pt x="1528" y="175"/>
                      <a:pt x="1403" y="202"/>
                      <a:pt x="1283" y="229"/>
                    </a:cubicBezTo>
                    <a:cubicBezTo>
                      <a:pt x="1207" y="235"/>
                      <a:pt x="1137" y="251"/>
                      <a:pt x="1066" y="273"/>
                    </a:cubicBezTo>
                    <a:cubicBezTo>
                      <a:pt x="1048" y="270"/>
                      <a:pt x="1028" y="268"/>
                      <a:pt x="1009" y="268"/>
                    </a:cubicBezTo>
                    <a:cubicBezTo>
                      <a:pt x="926" y="268"/>
                      <a:pt x="838" y="297"/>
                      <a:pt x="794" y="354"/>
                    </a:cubicBezTo>
                    <a:cubicBezTo>
                      <a:pt x="751" y="420"/>
                      <a:pt x="751" y="539"/>
                      <a:pt x="751" y="610"/>
                    </a:cubicBezTo>
                    <a:cubicBezTo>
                      <a:pt x="740" y="751"/>
                      <a:pt x="740" y="898"/>
                      <a:pt x="751" y="1039"/>
                    </a:cubicBezTo>
                    <a:cubicBezTo>
                      <a:pt x="783" y="1317"/>
                      <a:pt x="756" y="1588"/>
                      <a:pt x="756" y="1871"/>
                    </a:cubicBezTo>
                    <a:cubicBezTo>
                      <a:pt x="756" y="2002"/>
                      <a:pt x="778" y="2127"/>
                      <a:pt x="789" y="2257"/>
                    </a:cubicBezTo>
                    <a:cubicBezTo>
                      <a:pt x="800" y="2387"/>
                      <a:pt x="783" y="2540"/>
                      <a:pt x="783" y="2676"/>
                    </a:cubicBezTo>
                    <a:cubicBezTo>
                      <a:pt x="783" y="3295"/>
                      <a:pt x="778" y="3909"/>
                      <a:pt x="778" y="4529"/>
                    </a:cubicBezTo>
                    <a:cubicBezTo>
                      <a:pt x="778" y="4812"/>
                      <a:pt x="745" y="5111"/>
                      <a:pt x="783" y="5393"/>
                    </a:cubicBezTo>
                    <a:cubicBezTo>
                      <a:pt x="800" y="5524"/>
                      <a:pt x="767" y="5633"/>
                      <a:pt x="767" y="5763"/>
                    </a:cubicBezTo>
                    <a:cubicBezTo>
                      <a:pt x="767" y="5904"/>
                      <a:pt x="783" y="6040"/>
                      <a:pt x="794" y="6182"/>
                    </a:cubicBezTo>
                    <a:cubicBezTo>
                      <a:pt x="800" y="6328"/>
                      <a:pt x="800" y="6481"/>
                      <a:pt x="794" y="6627"/>
                    </a:cubicBezTo>
                    <a:cubicBezTo>
                      <a:pt x="783" y="6703"/>
                      <a:pt x="794" y="6780"/>
                      <a:pt x="827" y="6850"/>
                    </a:cubicBezTo>
                    <a:cubicBezTo>
                      <a:pt x="767" y="6883"/>
                      <a:pt x="713" y="6915"/>
                      <a:pt x="658" y="6948"/>
                    </a:cubicBezTo>
                    <a:cubicBezTo>
                      <a:pt x="588" y="6986"/>
                      <a:pt x="533" y="7046"/>
                      <a:pt x="463" y="7084"/>
                    </a:cubicBezTo>
                    <a:cubicBezTo>
                      <a:pt x="397" y="7122"/>
                      <a:pt x="310" y="7171"/>
                      <a:pt x="240" y="7220"/>
                    </a:cubicBezTo>
                    <a:cubicBezTo>
                      <a:pt x="147" y="7274"/>
                      <a:pt x="1" y="7285"/>
                      <a:pt x="33" y="7432"/>
                    </a:cubicBezTo>
                    <a:cubicBezTo>
                      <a:pt x="66" y="7503"/>
                      <a:pt x="82" y="7579"/>
                      <a:pt x="93" y="7655"/>
                    </a:cubicBezTo>
                    <a:cubicBezTo>
                      <a:pt x="87" y="7753"/>
                      <a:pt x="87" y="7850"/>
                      <a:pt x="93" y="7954"/>
                    </a:cubicBezTo>
                    <a:cubicBezTo>
                      <a:pt x="109" y="8090"/>
                      <a:pt x="169" y="8193"/>
                      <a:pt x="310" y="8225"/>
                    </a:cubicBezTo>
                    <a:cubicBezTo>
                      <a:pt x="346" y="8228"/>
                      <a:pt x="381" y="8230"/>
                      <a:pt x="416" y="8230"/>
                    </a:cubicBezTo>
                    <a:cubicBezTo>
                      <a:pt x="450" y="8230"/>
                      <a:pt x="484" y="8228"/>
                      <a:pt x="517" y="8225"/>
                    </a:cubicBezTo>
                    <a:cubicBezTo>
                      <a:pt x="525" y="8225"/>
                      <a:pt x="534" y="8225"/>
                      <a:pt x="542" y="8225"/>
                    </a:cubicBezTo>
                    <a:cubicBezTo>
                      <a:pt x="625" y="8225"/>
                      <a:pt x="704" y="8247"/>
                      <a:pt x="783" y="8247"/>
                    </a:cubicBezTo>
                    <a:cubicBezTo>
                      <a:pt x="952" y="8247"/>
                      <a:pt x="1126" y="8280"/>
                      <a:pt x="1289" y="8285"/>
                    </a:cubicBezTo>
                    <a:cubicBezTo>
                      <a:pt x="1387" y="8285"/>
                      <a:pt x="1484" y="8302"/>
                      <a:pt x="1577" y="8307"/>
                    </a:cubicBezTo>
                    <a:cubicBezTo>
                      <a:pt x="1610" y="8309"/>
                      <a:pt x="1644" y="8309"/>
                      <a:pt x="1679" y="8309"/>
                    </a:cubicBezTo>
                    <a:cubicBezTo>
                      <a:pt x="1750" y="8309"/>
                      <a:pt x="1825" y="8307"/>
                      <a:pt x="1898" y="8307"/>
                    </a:cubicBezTo>
                    <a:cubicBezTo>
                      <a:pt x="1979" y="8307"/>
                      <a:pt x="2055" y="8334"/>
                      <a:pt x="2137" y="8340"/>
                    </a:cubicBezTo>
                    <a:cubicBezTo>
                      <a:pt x="2186" y="8342"/>
                      <a:pt x="2235" y="8344"/>
                      <a:pt x="2284" y="8344"/>
                    </a:cubicBezTo>
                    <a:cubicBezTo>
                      <a:pt x="2332" y="8344"/>
                      <a:pt x="2381" y="8342"/>
                      <a:pt x="2430" y="8340"/>
                    </a:cubicBezTo>
                    <a:cubicBezTo>
                      <a:pt x="2505" y="8336"/>
                      <a:pt x="2581" y="8334"/>
                      <a:pt x="2655" y="8334"/>
                    </a:cubicBezTo>
                    <a:cubicBezTo>
                      <a:pt x="2792" y="8334"/>
                      <a:pt x="2927" y="8340"/>
                      <a:pt x="3061" y="8351"/>
                    </a:cubicBezTo>
                    <a:cubicBezTo>
                      <a:pt x="3212" y="8363"/>
                      <a:pt x="3363" y="8369"/>
                      <a:pt x="3511" y="8369"/>
                    </a:cubicBezTo>
                    <a:cubicBezTo>
                      <a:pt x="3561" y="8369"/>
                      <a:pt x="3610" y="8368"/>
                      <a:pt x="3659" y="8367"/>
                    </a:cubicBezTo>
                    <a:lnTo>
                      <a:pt x="4284" y="8367"/>
                    </a:lnTo>
                    <a:cubicBezTo>
                      <a:pt x="4407" y="8356"/>
                      <a:pt x="4530" y="8350"/>
                      <a:pt x="4654" y="8350"/>
                    </a:cubicBezTo>
                    <a:cubicBezTo>
                      <a:pt x="4722" y="8350"/>
                      <a:pt x="4791" y="8352"/>
                      <a:pt x="4860" y="8356"/>
                    </a:cubicBezTo>
                    <a:cubicBezTo>
                      <a:pt x="4981" y="8366"/>
                      <a:pt x="5105" y="8368"/>
                      <a:pt x="5230" y="8368"/>
                    </a:cubicBezTo>
                    <a:cubicBezTo>
                      <a:pt x="5314" y="8368"/>
                      <a:pt x="5397" y="8367"/>
                      <a:pt x="5480" y="8367"/>
                    </a:cubicBezTo>
                    <a:cubicBezTo>
                      <a:pt x="5650" y="8367"/>
                      <a:pt x="5821" y="8395"/>
                      <a:pt x="5992" y="8395"/>
                    </a:cubicBezTo>
                    <a:cubicBezTo>
                      <a:pt x="6006" y="8395"/>
                      <a:pt x="6020" y="8394"/>
                      <a:pt x="6034" y="8394"/>
                    </a:cubicBezTo>
                    <a:cubicBezTo>
                      <a:pt x="6074" y="8393"/>
                      <a:pt x="6115" y="8392"/>
                      <a:pt x="6157" y="8392"/>
                    </a:cubicBezTo>
                    <a:cubicBezTo>
                      <a:pt x="6270" y="8392"/>
                      <a:pt x="6387" y="8396"/>
                      <a:pt x="6504" y="8396"/>
                    </a:cubicBezTo>
                    <a:cubicBezTo>
                      <a:pt x="6547" y="8396"/>
                      <a:pt x="6590" y="8395"/>
                      <a:pt x="6632" y="8394"/>
                    </a:cubicBezTo>
                    <a:cubicBezTo>
                      <a:pt x="6855" y="8394"/>
                      <a:pt x="7072" y="8361"/>
                      <a:pt x="7295" y="8361"/>
                    </a:cubicBezTo>
                    <a:cubicBezTo>
                      <a:pt x="7432" y="8361"/>
                      <a:pt x="7565" y="8367"/>
                      <a:pt x="7698" y="8367"/>
                    </a:cubicBezTo>
                    <a:cubicBezTo>
                      <a:pt x="7787" y="8367"/>
                      <a:pt x="7875" y="8365"/>
                      <a:pt x="7964" y="8356"/>
                    </a:cubicBezTo>
                    <a:cubicBezTo>
                      <a:pt x="8187" y="8340"/>
                      <a:pt x="8410" y="8351"/>
                      <a:pt x="8633" y="8334"/>
                    </a:cubicBezTo>
                    <a:cubicBezTo>
                      <a:pt x="8741" y="8329"/>
                      <a:pt x="8855" y="8329"/>
                      <a:pt x="8964" y="8329"/>
                    </a:cubicBezTo>
                    <a:cubicBezTo>
                      <a:pt x="8980" y="8330"/>
                      <a:pt x="8996" y="8331"/>
                      <a:pt x="9011" y="8331"/>
                    </a:cubicBezTo>
                    <a:cubicBezTo>
                      <a:pt x="9047" y="8331"/>
                      <a:pt x="9082" y="8327"/>
                      <a:pt x="9116" y="8323"/>
                    </a:cubicBezTo>
                    <a:cubicBezTo>
                      <a:pt x="9160" y="8318"/>
                      <a:pt x="9203" y="8291"/>
                      <a:pt x="9247" y="8280"/>
                    </a:cubicBezTo>
                    <a:cubicBezTo>
                      <a:pt x="9293" y="8301"/>
                      <a:pt x="9343" y="8309"/>
                      <a:pt x="9391" y="8309"/>
                    </a:cubicBezTo>
                    <a:cubicBezTo>
                      <a:pt x="9404" y="8309"/>
                      <a:pt x="9418" y="8308"/>
                      <a:pt x="9432" y="8307"/>
                    </a:cubicBezTo>
                    <a:cubicBezTo>
                      <a:pt x="9535" y="8285"/>
                      <a:pt x="9578" y="8209"/>
                      <a:pt x="9600" y="8117"/>
                    </a:cubicBezTo>
                    <a:cubicBezTo>
                      <a:pt x="9622" y="8008"/>
                      <a:pt x="9633" y="7899"/>
                      <a:pt x="9660" y="7791"/>
                    </a:cubicBezTo>
                    <a:cubicBezTo>
                      <a:pt x="9682" y="7698"/>
                      <a:pt x="9747" y="7622"/>
                      <a:pt x="9693" y="7524"/>
                    </a:cubicBezTo>
                    <a:lnTo>
                      <a:pt x="9693" y="7524"/>
                    </a:lnTo>
                    <a:lnTo>
                      <a:pt x="9693" y="7530"/>
                    </a:lnTo>
                    <a:cubicBezTo>
                      <a:pt x="9644" y="7470"/>
                      <a:pt x="9578" y="7416"/>
                      <a:pt x="9513" y="7378"/>
                    </a:cubicBezTo>
                    <a:cubicBezTo>
                      <a:pt x="9415" y="7312"/>
                      <a:pt x="9312" y="7258"/>
                      <a:pt x="9209" y="7204"/>
                    </a:cubicBezTo>
                    <a:cubicBezTo>
                      <a:pt x="9133" y="7160"/>
                      <a:pt x="9057" y="7111"/>
                      <a:pt x="8980" y="7062"/>
                    </a:cubicBezTo>
                    <a:cubicBezTo>
                      <a:pt x="9008" y="7019"/>
                      <a:pt x="9002" y="6964"/>
                      <a:pt x="8970" y="6926"/>
                    </a:cubicBezTo>
                    <a:cubicBezTo>
                      <a:pt x="8964" y="6867"/>
                      <a:pt x="8964" y="6801"/>
                      <a:pt x="8975" y="6742"/>
                    </a:cubicBezTo>
                    <a:cubicBezTo>
                      <a:pt x="8980" y="6633"/>
                      <a:pt x="8970" y="6524"/>
                      <a:pt x="8986" y="6415"/>
                    </a:cubicBezTo>
                    <a:cubicBezTo>
                      <a:pt x="9019" y="6171"/>
                      <a:pt x="8975" y="5937"/>
                      <a:pt x="8975" y="5698"/>
                    </a:cubicBezTo>
                    <a:cubicBezTo>
                      <a:pt x="8975" y="5453"/>
                      <a:pt x="8953" y="5181"/>
                      <a:pt x="8975" y="4931"/>
                    </a:cubicBezTo>
                    <a:cubicBezTo>
                      <a:pt x="8986" y="4812"/>
                      <a:pt x="8997" y="4692"/>
                      <a:pt x="9013" y="4578"/>
                    </a:cubicBezTo>
                    <a:cubicBezTo>
                      <a:pt x="9024" y="4458"/>
                      <a:pt x="9024" y="4333"/>
                      <a:pt x="9013" y="4214"/>
                    </a:cubicBezTo>
                    <a:cubicBezTo>
                      <a:pt x="9013" y="4094"/>
                      <a:pt x="9035" y="3975"/>
                      <a:pt x="9040" y="3861"/>
                    </a:cubicBezTo>
                    <a:cubicBezTo>
                      <a:pt x="9046" y="3741"/>
                      <a:pt x="9062" y="3611"/>
                      <a:pt x="9062" y="3485"/>
                    </a:cubicBezTo>
                    <a:lnTo>
                      <a:pt x="9062" y="2676"/>
                    </a:lnTo>
                    <a:cubicBezTo>
                      <a:pt x="9062" y="2426"/>
                      <a:pt x="9013" y="2165"/>
                      <a:pt x="9046" y="1915"/>
                    </a:cubicBezTo>
                    <a:cubicBezTo>
                      <a:pt x="9078" y="1664"/>
                      <a:pt x="9057" y="1398"/>
                      <a:pt x="9062" y="1148"/>
                    </a:cubicBezTo>
                    <a:cubicBezTo>
                      <a:pt x="9073" y="898"/>
                      <a:pt x="9067" y="653"/>
                      <a:pt x="9040" y="409"/>
                    </a:cubicBezTo>
                    <a:cubicBezTo>
                      <a:pt x="9002" y="219"/>
                      <a:pt x="8839" y="72"/>
                      <a:pt x="8643" y="55"/>
                    </a:cubicBezTo>
                    <a:cubicBezTo>
                      <a:pt x="8613" y="50"/>
                      <a:pt x="8581" y="48"/>
                      <a:pt x="8549" y="48"/>
                    </a:cubicBezTo>
                    <a:cubicBezTo>
                      <a:pt x="8505" y="48"/>
                      <a:pt x="8460" y="51"/>
                      <a:pt x="8415" y="51"/>
                    </a:cubicBezTo>
                    <a:cubicBezTo>
                      <a:pt x="8400" y="51"/>
                      <a:pt x="8386" y="51"/>
                      <a:pt x="8372" y="50"/>
                    </a:cubicBezTo>
                    <a:cubicBezTo>
                      <a:pt x="8317" y="45"/>
                      <a:pt x="8268" y="28"/>
                      <a:pt x="8214" y="23"/>
                    </a:cubicBezTo>
                    <a:cubicBezTo>
                      <a:pt x="8190" y="21"/>
                      <a:pt x="8167" y="20"/>
                      <a:pt x="8143" y="20"/>
                    </a:cubicBezTo>
                    <a:cubicBezTo>
                      <a:pt x="8096" y="20"/>
                      <a:pt x="8049" y="23"/>
                      <a:pt x="8002" y="23"/>
                    </a:cubicBezTo>
                    <a:lnTo>
                      <a:pt x="7632" y="23"/>
                    </a:lnTo>
                    <a:cubicBezTo>
                      <a:pt x="7509" y="23"/>
                      <a:pt x="7385" y="0"/>
                      <a:pt x="7262" y="0"/>
                    </a:cubicBezTo>
                    <a:cubicBezTo>
                      <a:pt x="7249" y="0"/>
                      <a:pt x="7237" y="1"/>
                      <a:pt x="7225" y="1"/>
                    </a:cubicBezTo>
                    <a:cubicBezTo>
                      <a:pt x="7043" y="3"/>
                      <a:pt x="6862" y="4"/>
                      <a:pt x="6680" y="4"/>
                    </a:cubicBezTo>
                    <a:cubicBezTo>
                      <a:pt x="6315" y="4"/>
                      <a:pt x="5949" y="1"/>
                      <a:pt x="5583" y="1"/>
                    </a:cubicBezTo>
                    <a:cubicBezTo>
                      <a:pt x="5221" y="1"/>
                      <a:pt x="4858" y="11"/>
                      <a:pt x="4499" y="11"/>
                    </a:cubicBezTo>
                    <a:cubicBezTo>
                      <a:pt x="4320" y="11"/>
                      <a:pt x="4141" y="8"/>
                      <a:pt x="3963" y="1"/>
                    </a:cubicBezTo>
                    <a:cubicBezTo>
                      <a:pt x="3952" y="1"/>
                      <a:pt x="3941" y="0"/>
                      <a:pt x="3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20"/>
              <p:cNvSpPr/>
              <p:nvPr/>
            </p:nvSpPr>
            <p:spPr>
              <a:xfrm>
                <a:off x="5111700" y="2547825"/>
                <a:ext cx="6650" cy="9975"/>
              </a:xfrm>
              <a:custGeom>
                <a:rect b="b" l="l" r="r" t="t"/>
                <a:pathLst>
                  <a:path extrusionOk="0" h="399" w="266">
                    <a:moveTo>
                      <a:pt x="211" y="0"/>
                    </a:moveTo>
                    <a:cubicBezTo>
                      <a:pt x="207" y="0"/>
                      <a:pt x="202" y="1"/>
                      <a:pt x="197" y="2"/>
                    </a:cubicBezTo>
                    <a:lnTo>
                      <a:pt x="186" y="2"/>
                    </a:lnTo>
                    <a:cubicBezTo>
                      <a:pt x="169" y="8"/>
                      <a:pt x="158" y="24"/>
                      <a:pt x="153" y="40"/>
                    </a:cubicBezTo>
                    <a:cubicBezTo>
                      <a:pt x="148" y="57"/>
                      <a:pt x="137" y="68"/>
                      <a:pt x="126" y="84"/>
                    </a:cubicBezTo>
                    <a:cubicBezTo>
                      <a:pt x="104" y="111"/>
                      <a:pt x="82" y="133"/>
                      <a:pt x="66" y="160"/>
                    </a:cubicBezTo>
                    <a:cubicBezTo>
                      <a:pt x="23" y="209"/>
                      <a:pt x="1" y="274"/>
                      <a:pt x="6" y="339"/>
                    </a:cubicBezTo>
                    <a:cubicBezTo>
                      <a:pt x="6" y="378"/>
                      <a:pt x="36" y="399"/>
                      <a:pt x="66" y="399"/>
                    </a:cubicBezTo>
                    <a:cubicBezTo>
                      <a:pt x="91" y="399"/>
                      <a:pt x="116" y="385"/>
                      <a:pt x="126" y="356"/>
                    </a:cubicBezTo>
                    <a:cubicBezTo>
                      <a:pt x="142" y="301"/>
                      <a:pt x="164" y="252"/>
                      <a:pt x="191" y="203"/>
                    </a:cubicBezTo>
                    <a:cubicBezTo>
                      <a:pt x="224" y="160"/>
                      <a:pt x="240" y="111"/>
                      <a:pt x="256" y="57"/>
                    </a:cubicBezTo>
                    <a:cubicBezTo>
                      <a:pt x="266" y="28"/>
                      <a:pt x="243"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20"/>
              <p:cNvSpPr/>
              <p:nvPr/>
            </p:nvSpPr>
            <p:spPr>
              <a:xfrm>
                <a:off x="5111975" y="2555000"/>
                <a:ext cx="8750" cy="9200"/>
              </a:xfrm>
              <a:custGeom>
                <a:rect b="b" l="l" r="r" t="t"/>
                <a:pathLst>
                  <a:path extrusionOk="0" h="368" w="350">
                    <a:moveTo>
                      <a:pt x="276" y="1"/>
                    </a:moveTo>
                    <a:cubicBezTo>
                      <a:pt x="266" y="1"/>
                      <a:pt x="255" y="5"/>
                      <a:pt x="245" y="14"/>
                    </a:cubicBezTo>
                    <a:lnTo>
                      <a:pt x="245" y="20"/>
                    </a:lnTo>
                    <a:cubicBezTo>
                      <a:pt x="158" y="96"/>
                      <a:pt x="1" y="194"/>
                      <a:pt x="22" y="330"/>
                    </a:cubicBezTo>
                    <a:cubicBezTo>
                      <a:pt x="28" y="356"/>
                      <a:pt x="51" y="368"/>
                      <a:pt x="74" y="368"/>
                    </a:cubicBezTo>
                    <a:cubicBezTo>
                      <a:pt x="95" y="368"/>
                      <a:pt x="116" y="358"/>
                      <a:pt x="126" y="340"/>
                    </a:cubicBezTo>
                    <a:cubicBezTo>
                      <a:pt x="153" y="297"/>
                      <a:pt x="180" y="248"/>
                      <a:pt x="213" y="205"/>
                    </a:cubicBezTo>
                    <a:cubicBezTo>
                      <a:pt x="245" y="167"/>
                      <a:pt x="278" y="128"/>
                      <a:pt x="316" y="90"/>
                    </a:cubicBezTo>
                    <a:cubicBezTo>
                      <a:pt x="350" y="52"/>
                      <a:pt x="314"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20"/>
              <p:cNvSpPr/>
              <p:nvPr/>
            </p:nvSpPr>
            <p:spPr>
              <a:xfrm>
                <a:off x="5113750" y="2563500"/>
                <a:ext cx="5425" cy="9375"/>
              </a:xfrm>
              <a:custGeom>
                <a:rect b="b" l="l" r="r" t="t"/>
                <a:pathLst>
                  <a:path extrusionOk="0" h="375" w="217">
                    <a:moveTo>
                      <a:pt x="186" y="0"/>
                    </a:moveTo>
                    <a:cubicBezTo>
                      <a:pt x="180" y="0"/>
                      <a:pt x="174" y="3"/>
                      <a:pt x="169" y="11"/>
                    </a:cubicBezTo>
                    <a:cubicBezTo>
                      <a:pt x="93" y="98"/>
                      <a:pt x="0" y="223"/>
                      <a:pt x="0" y="343"/>
                    </a:cubicBezTo>
                    <a:cubicBezTo>
                      <a:pt x="0" y="361"/>
                      <a:pt x="15" y="375"/>
                      <a:pt x="30" y="375"/>
                    </a:cubicBezTo>
                    <a:cubicBezTo>
                      <a:pt x="37" y="375"/>
                      <a:pt x="44" y="372"/>
                      <a:pt x="49" y="365"/>
                    </a:cubicBezTo>
                    <a:cubicBezTo>
                      <a:pt x="136" y="278"/>
                      <a:pt x="196" y="158"/>
                      <a:pt x="212" y="39"/>
                    </a:cubicBezTo>
                    <a:cubicBezTo>
                      <a:pt x="216" y="19"/>
                      <a:pt x="201"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20"/>
              <p:cNvSpPr/>
              <p:nvPr/>
            </p:nvSpPr>
            <p:spPr>
              <a:xfrm>
                <a:off x="5113200" y="2583600"/>
                <a:ext cx="7575" cy="10575"/>
              </a:xfrm>
              <a:custGeom>
                <a:rect b="b" l="l" r="r" t="t"/>
                <a:pathLst>
                  <a:path extrusionOk="0" h="423" w="303">
                    <a:moveTo>
                      <a:pt x="233" y="1"/>
                    </a:moveTo>
                    <a:cubicBezTo>
                      <a:pt x="212" y="1"/>
                      <a:pt x="190" y="11"/>
                      <a:pt x="180" y="34"/>
                    </a:cubicBezTo>
                    <a:lnTo>
                      <a:pt x="175" y="39"/>
                    </a:lnTo>
                    <a:lnTo>
                      <a:pt x="169" y="44"/>
                    </a:lnTo>
                    <a:cubicBezTo>
                      <a:pt x="164" y="44"/>
                      <a:pt x="153" y="55"/>
                      <a:pt x="147" y="61"/>
                    </a:cubicBezTo>
                    <a:cubicBezTo>
                      <a:pt x="137" y="72"/>
                      <a:pt x="126" y="88"/>
                      <a:pt x="120" y="99"/>
                    </a:cubicBezTo>
                    <a:cubicBezTo>
                      <a:pt x="104" y="131"/>
                      <a:pt x="88" y="164"/>
                      <a:pt x="71" y="197"/>
                    </a:cubicBezTo>
                    <a:cubicBezTo>
                      <a:pt x="60" y="229"/>
                      <a:pt x="55" y="262"/>
                      <a:pt x="44" y="289"/>
                    </a:cubicBezTo>
                    <a:cubicBezTo>
                      <a:pt x="28" y="322"/>
                      <a:pt x="11" y="333"/>
                      <a:pt x="6" y="360"/>
                    </a:cubicBezTo>
                    <a:cubicBezTo>
                      <a:pt x="1" y="381"/>
                      <a:pt x="11" y="403"/>
                      <a:pt x="28" y="409"/>
                    </a:cubicBezTo>
                    <a:cubicBezTo>
                      <a:pt x="41" y="418"/>
                      <a:pt x="54" y="422"/>
                      <a:pt x="67" y="422"/>
                    </a:cubicBezTo>
                    <a:cubicBezTo>
                      <a:pt x="124" y="422"/>
                      <a:pt x="168" y="333"/>
                      <a:pt x="185" y="284"/>
                    </a:cubicBezTo>
                    <a:cubicBezTo>
                      <a:pt x="196" y="251"/>
                      <a:pt x="207" y="218"/>
                      <a:pt x="218" y="186"/>
                    </a:cubicBezTo>
                    <a:cubicBezTo>
                      <a:pt x="234" y="148"/>
                      <a:pt x="272" y="115"/>
                      <a:pt x="289" y="72"/>
                    </a:cubicBezTo>
                    <a:cubicBezTo>
                      <a:pt x="302" y="28"/>
                      <a:pt x="268" y="1"/>
                      <a:pt x="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20"/>
              <p:cNvSpPr/>
              <p:nvPr/>
            </p:nvSpPr>
            <p:spPr>
              <a:xfrm>
                <a:off x="5114300" y="2592725"/>
                <a:ext cx="5725" cy="9300"/>
              </a:xfrm>
              <a:custGeom>
                <a:rect b="b" l="l" r="r" t="t"/>
                <a:pathLst>
                  <a:path extrusionOk="0" h="372" w="229">
                    <a:moveTo>
                      <a:pt x="167" y="0"/>
                    </a:moveTo>
                    <a:cubicBezTo>
                      <a:pt x="141" y="0"/>
                      <a:pt x="114" y="19"/>
                      <a:pt x="114" y="49"/>
                    </a:cubicBezTo>
                    <a:cubicBezTo>
                      <a:pt x="114" y="76"/>
                      <a:pt x="87" y="98"/>
                      <a:pt x="76" y="120"/>
                    </a:cubicBezTo>
                    <a:cubicBezTo>
                      <a:pt x="60" y="141"/>
                      <a:pt x="49" y="163"/>
                      <a:pt x="44" y="185"/>
                    </a:cubicBezTo>
                    <a:cubicBezTo>
                      <a:pt x="27" y="228"/>
                      <a:pt x="16" y="272"/>
                      <a:pt x="6" y="315"/>
                    </a:cubicBezTo>
                    <a:cubicBezTo>
                      <a:pt x="1" y="344"/>
                      <a:pt x="21" y="372"/>
                      <a:pt x="51" y="372"/>
                    </a:cubicBezTo>
                    <a:cubicBezTo>
                      <a:pt x="55" y="372"/>
                      <a:pt x="60" y="371"/>
                      <a:pt x="65" y="370"/>
                    </a:cubicBezTo>
                    <a:cubicBezTo>
                      <a:pt x="125" y="353"/>
                      <a:pt x="147" y="283"/>
                      <a:pt x="169" y="228"/>
                    </a:cubicBezTo>
                    <a:cubicBezTo>
                      <a:pt x="190" y="158"/>
                      <a:pt x="228" y="114"/>
                      <a:pt x="212" y="44"/>
                    </a:cubicBezTo>
                    <a:lnTo>
                      <a:pt x="212" y="38"/>
                    </a:lnTo>
                    <a:cubicBezTo>
                      <a:pt x="207" y="12"/>
                      <a:pt x="188"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20"/>
              <p:cNvSpPr/>
              <p:nvPr/>
            </p:nvSpPr>
            <p:spPr>
              <a:xfrm>
                <a:off x="5141600" y="2687000"/>
                <a:ext cx="4775" cy="6450"/>
              </a:xfrm>
              <a:custGeom>
                <a:rect b="b" l="l" r="r" t="t"/>
                <a:pathLst>
                  <a:path extrusionOk="0" h="258" w="191">
                    <a:moveTo>
                      <a:pt x="76" y="1"/>
                    </a:moveTo>
                    <a:cubicBezTo>
                      <a:pt x="73" y="1"/>
                      <a:pt x="69" y="1"/>
                      <a:pt x="66" y="2"/>
                    </a:cubicBezTo>
                    <a:lnTo>
                      <a:pt x="60" y="2"/>
                    </a:lnTo>
                    <a:cubicBezTo>
                      <a:pt x="17" y="7"/>
                      <a:pt x="1" y="56"/>
                      <a:pt x="28" y="83"/>
                    </a:cubicBezTo>
                    <a:cubicBezTo>
                      <a:pt x="28" y="99"/>
                      <a:pt x="39" y="110"/>
                      <a:pt x="39" y="127"/>
                    </a:cubicBezTo>
                    <a:cubicBezTo>
                      <a:pt x="44" y="143"/>
                      <a:pt x="44" y="154"/>
                      <a:pt x="44" y="170"/>
                    </a:cubicBezTo>
                    <a:cubicBezTo>
                      <a:pt x="44" y="218"/>
                      <a:pt x="81" y="256"/>
                      <a:pt x="128" y="257"/>
                    </a:cubicBezTo>
                    <a:lnTo>
                      <a:pt x="128" y="257"/>
                    </a:lnTo>
                    <a:cubicBezTo>
                      <a:pt x="144" y="257"/>
                      <a:pt x="159" y="251"/>
                      <a:pt x="175" y="241"/>
                    </a:cubicBezTo>
                    <a:cubicBezTo>
                      <a:pt x="186" y="224"/>
                      <a:pt x="191" y="203"/>
                      <a:pt x="180" y="186"/>
                    </a:cubicBezTo>
                    <a:lnTo>
                      <a:pt x="169" y="176"/>
                    </a:lnTo>
                    <a:cubicBezTo>
                      <a:pt x="175" y="165"/>
                      <a:pt x="175" y="154"/>
                      <a:pt x="169" y="143"/>
                    </a:cubicBezTo>
                    <a:cubicBezTo>
                      <a:pt x="169" y="121"/>
                      <a:pt x="164" y="99"/>
                      <a:pt x="153" y="83"/>
                    </a:cubicBezTo>
                    <a:cubicBezTo>
                      <a:pt x="147" y="67"/>
                      <a:pt x="137" y="56"/>
                      <a:pt x="131" y="40"/>
                    </a:cubicBezTo>
                    <a:cubicBezTo>
                      <a:pt x="122" y="16"/>
                      <a:pt x="100" y="1"/>
                      <a:pt x="76" y="1"/>
                    </a:cubicBezTo>
                    <a:close/>
                    <a:moveTo>
                      <a:pt x="128" y="257"/>
                    </a:moveTo>
                    <a:lnTo>
                      <a:pt x="128" y="257"/>
                    </a:lnTo>
                    <a:cubicBezTo>
                      <a:pt x="127" y="257"/>
                      <a:pt x="127" y="257"/>
                      <a:pt x="126" y="257"/>
                    </a:cubicBezTo>
                    <a:lnTo>
                      <a:pt x="131" y="257"/>
                    </a:lnTo>
                    <a:cubicBezTo>
                      <a:pt x="130" y="257"/>
                      <a:pt x="129" y="257"/>
                      <a:pt x="128" y="2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20"/>
              <p:cNvSpPr/>
              <p:nvPr/>
            </p:nvSpPr>
            <p:spPr>
              <a:xfrm>
                <a:off x="5148825" y="2687075"/>
                <a:ext cx="3675" cy="6000"/>
              </a:xfrm>
              <a:custGeom>
                <a:rect b="b" l="l" r="r" t="t"/>
                <a:pathLst>
                  <a:path extrusionOk="0" h="240" w="147">
                    <a:moveTo>
                      <a:pt x="60" y="1"/>
                    </a:moveTo>
                    <a:cubicBezTo>
                      <a:pt x="24" y="1"/>
                      <a:pt x="1" y="49"/>
                      <a:pt x="27" y="80"/>
                    </a:cubicBezTo>
                    <a:cubicBezTo>
                      <a:pt x="27" y="86"/>
                      <a:pt x="27" y="107"/>
                      <a:pt x="27" y="113"/>
                    </a:cubicBezTo>
                    <a:cubicBezTo>
                      <a:pt x="22" y="135"/>
                      <a:pt x="22" y="151"/>
                      <a:pt x="27" y="173"/>
                    </a:cubicBezTo>
                    <a:cubicBezTo>
                      <a:pt x="27" y="189"/>
                      <a:pt x="38" y="205"/>
                      <a:pt x="54" y="221"/>
                    </a:cubicBezTo>
                    <a:cubicBezTo>
                      <a:pt x="65" y="227"/>
                      <a:pt x="76" y="227"/>
                      <a:pt x="87" y="232"/>
                    </a:cubicBezTo>
                    <a:lnTo>
                      <a:pt x="81" y="232"/>
                    </a:lnTo>
                    <a:cubicBezTo>
                      <a:pt x="87" y="238"/>
                      <a:pt x="92" y="238"/>
                      <a:pt x="98" y="238"/>
                    </a:cubicBezTo>
                    <a:cubicBezTo>
                      <a:pt x="100" y="239"/>
                      <a:pt x="103" y="240"/>
                      <a:pt x="107" y="240"/>
                    </a:cubicBezTo>
                    <a:cubicBezTo>
                      <a:pt x="116" y="240"/>
                      <a:pt x="126" y="234"/>
                      <a:pt x="130" y="221"/>
                    </a:cubicBezTo>
                    <a:cubicBezTo>
                      <a:pt x="136" y="221"/>
                      <a:pt x="136" y="216"/>
                      <a:pt x="136" y="211"/>
                    </a:cubicBezTo>
                    <a:cubicBezTo>
                      <a:pt x="141" y="200"/>
                      <a:pt x="147" y="189"/>
                      <a:pt x="147" y="178"/>
                    </a:cubicBezTo>
                    <a:cubicBezTo>
                      <a:pt x="147" y="162"/>
                      <a:pt x="141" y="140"/>
                      <a:pt x="141" y="124"/>
                    </a:cubicBezTo>
                    <a:lnTo>
                      <a:pt x="147" y="118"/>
                    </a:lnTo>
                    <a:cubicBezTo>
                      <a:pt x="147" y="75"/>
                      <a:pt x="125" y="31"/>
                      <a:pt x="87" y="9"/>
                    </a:cubicBezTo>
                    <a:cubicBezTo>
                      <a:pt x="77" y="3"/>
                      <a:pt x="68"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20"/>
              <p:cNvSpPr/>
              <p:nvPr/>
            </p:nvSpPr>
            <p:spPr>
              <a:xfrm>
                <a:off x="5154925" y="2687575"/>
                <a:ext cx="3550" cy="5350"/>
              </a:xfrm>
              <a:custGeom>
                <a:rect b="b" l="l" r="r" t="t"/>
                <a:pathLst>
                  <a:path extrusionOk="0" h="214" w="142">
                    <a:moveTo>
                      <a:pt x="66" y="0"/>
                    </a:moveTo>
                    <a:cubicBezTo>
                      <a:pt x="38" y="0"/>
                      <a:pt x="17" y="28"/>
                      <a:pt x="22" y="55"/>
                    </a:cubicBezTo>
                    <a:cubicBezTo>
                      <a:pt x="0" y="93"/>
                      <a:pt x="0" y="131"/>
                      <a:pt x="6" y="169"/>
                    </a:cubicBezTo>
                    <a:cubicBezTo>
                      <a:pt x="14" y="199"/>
                      <a:pt x="40" y="214"/>
                      <a:pt x="66" y="214"/>
                    </a:cubicBezTo>
                    <a:cubicBezTo>
                      <a:pt x="91" y="214"/>
                      <a:pt x="117" y="199"/>
                      <a:pt x="125" y="169"/>
                    </a:cubicBezTo>
                    <a:cubicBezTo>
                      <a:pt x="131" y="153"/>
                      <a:pt x="131" y="131"/>
                      <a:pt x="125" y="109"/>
                    </a:cubicBezTo>
                    <a:cubicBezTo>
                      <a:pt x="125" y="98"/>
                      <a:pt x="125" y="82"/>
                      <a:pt x="125" y="66"/>
                    </a:cubicBezTo>
                    <a:lnTo>
                      <a:pt x="131" y="71"/>
                    </a:lnTo>
                    <a:cubicBezTo>
                      <a:pt x="142" y="33"/>
                      <a:pt x="115" y="0"/>
                      <a:pt x="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20"/>
              <p:cNvSpPr/>
              <p:nvPr/>
            </p:nvSpPr>
            <p:spPr>
              <a:xfrm>
                <a:off x="5185625" y="2688250"/>
                <a:ext cx="3025" cy="4650"/>
              </a:xfrm>
              <a:custGeom>
                <a:rect b="b" l="l" r="r" t="t"/>
                <a:pathLst>
                  <a:path extrusionOk="0" h="186" w="121">
                    <a:moveTo>
                      <a:pt x="49" y="1"/>
                    </a:moveTo>
                    <a:cubicBezTo>
                      <a:pt x="34" y="1"/>
                      <a:pt x="19" y="8"/>
                      <a:pt x="12" y="22"/>
                    </a:cubicBezTo>
                    <a:cubicBezTo>
                      <a:pt x="1" y="44"/>
                      <a:pt x="6" y="66"/>
                      <a:pt x="23" y="82"/>
                    </a:cubicBezTo>
                    <a:lnTo>
                      <a:pt x="23" y="88"/>
                    </a:lnTo>
                    <a:cubicBezTo>
                      <a:pt x="17" y="104"/>
                      <a:pt x="12" y="120"/>
                      <a:pt x="12" y="131"/>
                    </a:cubicBezTo>
                    <a:cubicBezTo>
                      <a:pt x="6" y="153"/>
                      <a:pt x="17" y="169"/>
                      <a:pt x="34" y="180"/>
                    </a:cubicBezTo>
                    <a:cubicBezTo>
                      <a:pt x="40" y="184"/>
                      <a:pt x="46" y="186"/>
                      <a:pt x="52" y="186"/>
                    </a:cubicBezTo>
                    <a:cubicBezTo>
                      <a:pt x="61" y="186"/>
                      <a:pt x="70" y="181"/>
                      <a:pt x="77" y="174"/>
                    </a:cubicBezTo>
                    <a:cubicBezTo>
                      <a:pt x="99" y="153"/>
                      <a:pt x="110" y="126"/>
                      <a:pt x="115" y="98"/>
                    </a:cubicBezTo>
                    <a:cubicBezTo>
                      <a:pt x="120" y="66"/>
                      <a:pt x="104" y="28"/>
                      <a:pt x="77" y="6"/>
                    </a:cubicBezTo>
                    <a:lnTo>
                      <a:pt x="72" y="6"/>
                    </a:lnTo>
                    <a:cubicBezTo>
                      <a:pt x="64" y="2"/>
                      <a:pt x="56"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20"/>
              <p:cNvSpPr/>
              <p:nvPr/>
            </p:nvSpPr>
            <p:spPr>
              <a:xfrm>
                <a:off x="5191350" y="2687300"/>
                <a:ext cx="3425" cy="4850"/>
              </a:xfrm>
              <a:custGeom>
                <a:rect b="b" l="l" r="r" t="t"/>
                <a:pathLst>
                  <a:path extrusionOk="0" h="194" w="137">
                    <a:moveTo>
                      <a:pt x="71" y="0"/>
                    </a:moveTo>
                    <a:cubicBezTo>
                      <a:pt x="44" y="0"/>
                      <a:pt x="17" y="17"/>
                      <a:pt x="11" y="44"/>
                    </a:cubicBezTo>
                    <a:cubicBezTo>
                      <a:pt x="6" y="66"/>
                      <a:pt x="0" y="87"/>
                      <a:pt x="0" y="109"/>
                    </a:cubicBezTo>
                    <a:cubicBezTo>
                      <a:pt x="0" y="115"/>
                      <a:pt x="0" y="120"/>
                      <a:pt x="0" y="131"/>
                    </a:cubicBezTo>
                    <a:cubicBezTo>
                      <a:pt x="7" y="141"/>
                      <a:pt x="10" y="145"/>
                      <a:pt x="9" y="145"/>
                    </a:cubicBezTo>
                    <a:cubicBezTo>
                      <a:pt x="9" y="145"/>
                      <a:pt x="8" y="144"/>
                      <a:pt x="6" y="142"/>
                    </a:cubicBezTo>
                    <a:lnTo>
                      <a:pt x="6" y="142"/>
                    </a:lnTo>
                    <a:cubicBezTo>
                      <a:pt x="11" y="153"/>
                      <a:pt x="17" y="158"/>
                      <a:pt x="22" y="169"/>
                    </a:cubicBezTo>
                    <a:cubicBezTo>
                      <a:pt x="33" y="185"/>
                      <a:pt x="49" y="193"/>
                      <a:pt x="65" y="193"/>
                    </a:cubicBezTo>
                    <a:cubicBezTo>
                      <a:pt x="82" y="193"/>
                      <a:pt x="98" y="185"/>
                      <a:pt x="109" y="169"/>
                    </a:cubicBezTo>
                    <a:cubicBezTo>
                      <a:pt x="114" y="159"/>
                      <a:pt x="119" y="154"/>
                      <a:pt x="124" y="145"/>
                    </a:cubicBezTo>
                    <a:lnTo>
                      <a:pt x="124" y="145"/>
                    </a:lnTo>
                    <a:cubicBezTo>
                      <a:pt x="125" y="143"/>
                      <a:pt x="128" y="139"/>
                      <a:pt x="131" y="131"/>
                    </a:cubicBezTo>
                    <a:cubicBezTo>
                      <a:pt x="131" y="120"/>
                      <a:pt x="131" y="115"/>
                      <a:pt x="131" y="109"/>
                    </a:cubicBezTo>
                    <a:lnTo>
                      <a:pt x="136" y="109"/>
                    </a:lnTo>
                    <a:cubicBezTo>
                      <a:pt x="136" y="87"/>
                      <a:pt x="131" y="66"/>
                      <a:pt x="131" y="44"/>
                    </a:cubicBezTo>
                    <a:cubicBezTo>
                      <a:pt x="120" y="17"/>
                      <a:pt x="98"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6" name="Google Shape;4786;p120"/>
            <p:cNvGrpSpPr/>
            <p:nvPr/>
          </p:nvGrpSpPr>
          <p:grpSpPr>
            <a:xfrm>
              <a:off x="7777374" y="1491429"/>
              <a:ext cx="274327" cy="274328"/>
              <a:chOff x="5309025" y="2489900"/>
              <a:chExt cx="221000" cy="217600"/>
            </a:xfrm>
          </p:grpSpPr>
          <p:sp>
            <p:nvSpPr>
              <p:cNvPr id="4787" name="Google Shape;4787;p120"/>
              <p:cNvSpPr/>
              <p:nvPr/>
            </p:nvSpPr>
            <p:spPr>
              <a:xfrm>
                <a:off x="5309025" y="2489900"/>
                <a:ext cx="221000" cy="217600"/>
              </a:xfrm>
              <a:custGeom>
                <a:rect b="b" l="l" r="r" t="t"/>
                <a:pathLst>
                  <a:path extrusionOk="0" h="8704" w="8840">
                    <a:moveTo>
                      <a:pt x="2338" y="226"/>
                    </a:moveTo>
                    <a:cubicBezTo>
                      <a:pt x="2401" y="226"/>
                      <a:pt x="2465" y="228"/>
                      <a:pt x="2528" y="232"/>
                    </a:cubicBezTo>
                    <a:lnTo>
                      <a:pt x="3686" y="237"/>
                    </a:lnTo>
                    <a:cubicBezTo>
                      <a:pt x="3753" y="233"/>
                      <a:pt x="3819" y="232"/>
                      <a:pt x="3885" y="232"/>
                    </a:cubicBezTo>
                    <a:cubicBezTo>
                      <a:pt x="3993" y="232"/>
                      <a:pt x="4100" y="236"/>
                      <a:pt x="4208" y="243"/>
                    </a:cubicBezTo>
                    <a:cubicBezTo>
                      <a:pt x="4387" y="265"/>
                      <a:pt x="4567" y="270"/>
                      <a:pt x="4741" y="270"/>
                    </a:cubicBezTo>
                    <a:cubicBezTo>
                      <a:pt x="5121" y="270"/>
                      <a:pt x="5496" y="275"/>
                      <a:pt x="5871" y="281"/>
                    </a:cubicBezTo>
                    <a:cubicBezTo>
                      <a:pt x="6045" y="281"/>
                      <a:pt x="6203" y="308"/>
                      <a:pt x="6371" y="319"/>
                    </a:cubicBezTo>
                    <a:cubicBezTo>
                      <a:pt x="6436" y="323"/>
                      <a:pt x="6501" y="325"/>
                      <a:pt x="6566" y="325"/>
                    </a:cubicBezTo>
                    <a:cubicBezTo>
                      <a:pt x="6672" y="325"/>
                      <a:pt x="6778" y="320"/>
                      <a:pt x="6882" y="314"/>
                    </a:cubicBezTo>
                    <a:cubicBezTo>
                      <a:pt x="7056" y="308"/>
                      <a:pt x="7236" y="308"/>
                      <a:pt x="7410" y="308"/>
                    </a:cubicBezTo>
                    <a:cubicBezTo>
                      <a:pt x="7589" y="314"/>
                      <a:pt x="7768" y="346"/>
                      <a:pt x="7953" y="346"/>
                    </a:cubicBezTo>
                    <a:cubicBezTo>
                      <a:pt x="7972" y="343"/>
                      <a:pt x="7991" y="342"/>
                      <a:pt x="8011" y="342"/>
                    </a:cubicBezTo>
                    <a:cubicBezTo>
                      <a:pt x="8031" y="342"/>
                      <a:pt x="8051" y="343"/>
                      <a:pt x="8073" y="346"/>
                    </a:cubicBezTo>
                    <a:cubicBezTo>
                      <a:pt x="8040" y="379"/>
                      <a:pt x="8013" y="417"/>
                      <a:pt x="7986" y="449"/>
                    </a:cubicBezTo>
                    <a:cubicBezTo>
                      <a:pt x="7931" y="509"/>
                      <a:pt x="7877" y="558"/>
                      <a:pt x="7823" y="607"/>
                    </a:cubicBezTo>
                    <a:cubicBezTo>
                      <a:pt x="7812" y="618"/>
                      <a:pt x="7768" y="661"/>
                      <a:pt x="7730" y="705"/>
                    </a:cubicBezTo>
                    <a:cubicBezTo>
                      <a:pt x="7690" y="699"/>
                      <a:pt x="7650" y="697"/>
                      <a:pt x="7611" y="697"/>
                    </a:cubicBezTo>
                    <a:cubicBezTo>
                      <a:pt x="7573" y="697"/>
                      <a:pt x="7535" y="699"/>
                      <a:pt x="7497" y="705"/>
                    </a:cubicBezTo>
                    <a:cubicBezTo>
                      <a:pt x="7465" y="706"/>
                      <a:pt x="7434" y="707"/>
                      <a:pt x="7404" y="707"/>
                    </a:cubicBezTo>
                    <a:cubicBezTo>
                      <a:pt x="7312" y="707"/>
                      <a:pt x="7223" y="701"/>
                      <a:pt x="7138" y="689"/>
                    </a:cubicBezTo>
                    <a:cubicBezTo>
                      <a:pt x="6986" y="662"/>
                      <a:pt x="6833" y="649"/>
                      <a:pt x="6681" y="649"/>
                    </a:cubicBezTo>
                    <a:cubicBezTo>
                      <a:pt x="6616" y="649"/>
                      <a:pt x="6551" y="651"/>
                      <a:pt x="6486" y="656"/>
                    </a:cubicBezTo>
                    <a:cubicBezTo>
                      <a:pt x="6377" y="661"/>
                      <a:pt x="6274" y="661"/>
                      <a:pt x="6165" y="661"/>
                    </a:cubicBezTo>
                    <a:cubicBezTo>
                      <a:pt x="6137" y="663"/>
                      <a:pt x="6108" y="663"/>
                      <a:pt x="6080" y="663"/>
                    </a:cubicBezTo>
                    <a:cubicBezTo>
                      <a:pt x="5989" y="663"/>
                      <a:pt x="5897" y="656"/>
                      <a:pt x="5806" y="640"/>
                    </a:cubicBezTo>
                    <a:cubicBezTo>
                      <a:pt x="5724" y="627"/>
                      <a:pt x="5640" y="621"/>
                      <a:pt x="5557" y="621"/>
                    </a:cubicBezTo>
                    <a:cubicBezTo>
                      <a:pt x="5529" y="621"/>
                      <a:pt x="5502" y="622"/>
                      <a:pt x="5474" y="623"/>
                    </a:cubicBezTo>
                    <a:cubicBezTo>
                      <a:pt x="5355" y="623"/>
                      <a:pt x="5230" y="618"/>
                      <a:pt x="5110" y="602"/>
                    </a:cubicBezTo>
                    <a:cubicBezTo>
                      <a:pt x="5056" y="596"/>
                      <a:pt x="5000" y="595"/>
                      <a:pt x="4944" y="595"/>
                    </a:cubicBezTo>
                    <a:cubicBezTo>
                      <a:pt x="4889" y="595"/>
                      <a:pt x="4833" y="596"/>
                      <a:pt x="4779" y="596"/>
                    </a:cubicBezTo>
                    <a:cubicBezTo>
                      <a:pt x="4654" y="596"/>
                      <a:pt x="4534" y="580"/>
                      <a:pt x="4409" y="564"/>
                    </a:cubicBezTo>
                    <a:cubicBezTo>
                      <a:pt x="4329" y="556"/>
                      <a:pt x="4249" y="554"/>
                      <a:pt x="4168" y="554"/>
                    </a:cubicBezTo>
                    <a:cubicBezTo>
                      <a:pt x="4007" y="554"/>
                      <a:pt x="3846" y="564"/>
                      <a:pt x="3686" y="564"/>
                    </a:cubicBezTo>
                    <a:cubicBezTo>
                      <a:pt x="3630" y="562"/>
                      <a:pt x="3573" y="562"/>
                      <a:pt x="3517" y="562"/>
                    </a:cubicBezTo>
                    <a:cubicBezTo>
                      <a:pt x="3334" y="562"/>
                      <a:pt x="3151" y="569"/>
                      <a:pt x="2969" y="585"/>
                    </a:cubicBezTo>
                    <a:cubicBezTo>
                      <a:pt x="2826" y="595"/>
                      <a:pt x="2686" y="601"/>
                      <a:pt x="2545" y="601"/>
                    </a:cubicBezTo>
                    <a:cubicBezTo>
                      <a:pt x="2444" y="601"/>
                      <a:pt x="2343" y="598"/>
                      <a:pt x="2240" y="591"/>
                    </a:cubicBezTo>
                    <a:cubicBezTo>
                      <a:pt x="2220" y="590"/>
                      <a:pt x="2200" y="590"/>
                      <a:pt x="2180" y="590"/>
                    </a:cubicBezTo>
                    <a:cubicBezTo>
                      <a:pt x="1939" y="590"/>
                      <a:pt x="1698" y="646"/>
                      <a:pt x="1457" y="656"/>
                    </a:cubicBezTo>
                    <a:cubicBezTo>
                      <a:pt x="1338" y="656"/>
                      <a:pt x="1218" y="661"/>
                      <a:pt x="1099" y="683"/>
                    </a:cubicBezTo>
                    <a:cubicBezTo>
                      <a:pt x="1017" y="699"/>
                      <a:pt x="936" y="716"/>
                      <a:pt x="854" y="738"/>
                    </a:cubicBezTo>
                    <a:cubicBezTo>
                      <a:pt x="827" y="710"/>
                      <a:pt x="800" y="683"/>
                      <a:pt x="772" y="656"/>
                    </a:cubicBezTo>
                    <a:cubicBezTo>
                      <a:pt x="718" y="607"/>
                      <a:pt x="669" y="547"/>
                      <a:pt x="620" y="498"/>
                    </a:cubicBezTo>
                    <a:cubicBezTo>
                      <a:pt x="571" y="449"/>
                      <a:pt x="517" y="406"/>
                      <a:pt x="463" y="368"/>
                    </a:cubicBezTo>
                    <a:cubicBezTo>
                      <a:pt x="446" y="357"/>
                      <a:pt x="435" y="352"/>
                      <a:pt x="419" y="341"/>
                    </a:cubicBezTo>
                    <a:lnTo>
                      <a:pt x="446" y="341"/>
                    </a:lnTo>
                    <a:cubicBezTo>
                      <a:pt x="509" y="327"/>
                      <a:pt x="579" y="318"/>
                      <a:pt x="647" y="318"/>
                    </a:cubicBezTo>
                    <a:cubicBezTo>
                      <a:pt x="662" y="318"/>
                      <a:pt x="676" y="318"/>
                      <a:pt x="691" y="319"/>
                    </a:cubicBezTo>
                    <a:cubicBezTo>
                      <a:pt x="778" y="319"/>
                      <a:pt x="865" y="319"/>
                      <a:pt x="952" y="308"/>
                    </a:cubicBezTo>
                    <a:cubicBezTo>
                      <a:pt x="1064" y="294"/>
                      <a:pt x="1177" y="294"/>
                      <a:pt x="1289" y="294"/>
                    </a:cubicBezTo>
                    <a:cubicBezTo>
                      <a:pt x="1345" y="294"/>
                      <a:pt x="1401" y="294"/>
                      <a:pt x="1457" y="292"/>
                    </a:cubicBezTo>
                    <a:cubicBezTo>
                      <a:pt x="1626" y="281"/>
                      <a:pt x="1822" y="270"/>
                      <a:pt x="1996" y="243"/>
                    </a:cubicBezTo>
                    <a:cubicBezTo>
                      <a:pt x="2108" y="232"/>
                      <a:pt x="2222" y="226"/>
                      <a:pt x="2338" y="226"/>
                    </a:cubicBezTo>
                    <a:close/>
                    <a:moveTo>
                      <a:pt x="6078" y="4140"/>
                    </a:moveTo>
                    <a:cubicBezTo>
                      <a:pt x="6105" y="4140"/>
                      <a:pt x="6132" y="4151"/>
                      <a:pt x="6154" y="4173"/>
                    </a:cubicBezTo>
                    <a:cubicBezTo>
                      <a:pt x="6143" y="4173"/>
                      <a:pt x="6132" y="4178"/>
                      <a:pt x="6127" y="4178"/>
                    </a:cubicBezTo>
                    <a:cubicBezTo>
                      <a:pt x="6107" y="4164"/>
                      <a:pt x="6093" y="4154"/>
                      <a:pt x="6074" y="4140"/>
                    </a:cubicBezTo>
                    <a:close/>
                    <a:moveTo>
                      <a:pt x="3007" y="4081"/>
                    </a:moveTo>
                    <a:lnTo>
                      <a:pt x="3007" y="4081"/>
                    </a:lnTo>
                    <a:cubicBezTo>
                      <a:pt x="3056" y="4102"/>
                      <a:pt x="3104" y="4135"/>
                      <a:pt x="3148" y="4173"/>
                    </a:cubicBezTo>
                    <a:cubicBezTo>
                      <a:pt x="3175" y="4195"/>
                      <a:pt x="3202" y="4222"/>
                      <a:pt x="3224" y="4249"/>
                    </a:cubicBezTo>
                    <a:cubicBezTo>
                      <a:pt x="3200" y="4237"/>
                      <a:pt x="3175" y="4231"/>
                      <a:pt x="3151" y="4231"/>
                    </a:cubicBezTo>
                    <a:cubicBezTo>
                      <a:pt x="3142" y="4231"/>
                      <a:pt x="3134" y="4231"/>
                      <a:pt x="3126" y="4233"/>
                    </a:cubicBezTo>
                    <a:cubicBezTo>
                      <a:pt x="3121" y="4178"/>
                      <a:pt x="3083" y="4129"/>
                      <a:pt x="3028" y="4119"/>
                    </a:cubicBezTo>
                    <a:cubicBezTo>
                      <a:pt x="3023" y="4102"/>
                      <a:pt x="3012" y="4091"/>
                      <a:pt x="3007" y="4081"/>
                    </a:cubicBezTo>
                    <a:close/>
                    <a:moveTo>
                      <a:pt x="4295" y="710"/>
                    </a:moveTo>
                    <a:cubicBezTo>
                      <a:pt x="4409" y="710"/>
                      <a:pt x="4512" y="738"/>
                      <a:pt x="4626" y="743"/>
                    </a:cubicBezTo>
                    <a:cubicBezTo>
                      <a:pt x="4663" y="745"/>
                      <a:pt x="4701" y="745"/>
                      <a:pt x="4740" y="745"/>
                    </a:cubicBezTo>
                    <a:cubicBezTo>
                      <a:pt x="4817" y="745"/>
                      <a:pt x="4898" y="743"/>
                      <a:pt x="4974" y="743"/>
                    </a:cubicBezTo>
                    <a:cubicBezTo>
                      <a:pt x="5094" y="743"/>
                      <a:pt x="5203" y="770"/>
                      <a:pt x="5317" y="776"/>
                    </a:cubicBezTo>
                    <a:cubicBezTo>
                      <a:pt x="5334" y="776"/>
                      <a:pt x="5351" y="777"/>
                      <a:pt x="5369" y="777"/>
                    </a:cubicBezTo>
                    <a:cubicBezTo>
                      <a:pt x="5438" y="777"/>
                      <a:pt x="5510" y="772"/>
                      <a:pt x="5583" y="772"/>
                    </a:cubicBezTo>
                    <a:cubicBezTo>
                      <a:pt x="5616" y="772"/>
                      <a:pt x="5648" y="773"/>
                      <a:pt x="5681" y="776"/>
                    </a:cubicBezTo>
                    <a:cubicBezTo>
                      <a:pt x="5784" y="781"/>
                      <a:pt x="5877" y="814"/>
                      <a:pt x="5985" y="814"/>
                    </a:cubicBezTo>
                    <a:lnTo>
                      <a:pt x="6339" y="814"/>
                    </a:lnTo>
                    <a:cubicBezTo>
                      <a:pt x="6472" y="811"/>
                      <a:pt x="6599" y="802"/>
                      <a:pt x="6726" y="802"/>
                    </a:cubicBezTo>
                    <a:cubicBezTo>
                      <a:pt x="6843" y="802"/>
                      <a:pt x="6958" y="809"/>
                      <a:pt x="7078" y="835"/>
                    </a:cubicBezTo>
                    <a:cubicBezTo>
                      <a:pt x="7169" y="852"/>
                      <a:pt x="7261" y="859"/>
                      <a:pt x="7352" y="859"/>
                    </a:cubicBezTo>
                    <a:cubicBezTo>
                      <a:pt x="7380" y="859"/>
                      <a:pt x="7409" y="858"/>
                      <a:pt x="7437" y="857"/>
                    </a:cubicBezTo>
                    <a:cubicBezTo>
                      <a:pt x="7507" y="857"/>
                      <a:pt x="7578" y="857"/>
                      <a:pt x="7649" y="852"/>
                    </a:cubicBezTo>
                    <a:lnTo>
                      <a:pt x="7649" y="852"/>
                    </a:lnTo>
                    <a:cubicBezTo>
                      <a:pt x="7643" y="901"/>
                      <a:pt x="7643" y="950"/>
                      <a:pt x="7643" y="998"/>
                    </a:cubicBezTo>
                    <a:cubicBezTo>
                      <a:pt x="7643" y="1075"/>
                      <a:pt x="7676" y="1151"/>
                      <a:pt x="7671" y="1227"/>
                    </a:cubicBezTo>
                    <a:cubicBezTo>
                      <a:pt x="7671" y="1319"/>
                      <a:pt x="7638" y="1406"/>
                      <a:pt x="7638" y="1493"/>
                    </a:cubicBezTo>
                    <a:cubicBezTo>
                      <a:pt x="7632" y="1586"/>
                      <a:pt x="7638" y="1689"/>
                      <a:pt x="7638" y="1787"/>
                    </a:cubicBezTo>
                    <a:cubicBezTo>
                      <a:pt x="7638" y="1971"/>
                      <a:pt x="7611" y="2151"/>
                      <a:pt x="7600" y="2330"/>
                    </a:cubicBezTo>
                    <a:cubicBezTo>
                      <a:pt x="7589" y="2515"/>
                      <a:pt x="7545" y="2673"/>
                      <a:pt x="7535" y="2852"/>
                    </a:cubicBezTo>
                    <a:cubicBezTo>
                      <a:pt x="7529" y="2934"/>
                      <a:pt x="7507" y="3015"/>
                      <a:pt x="7502" y="3097"/>
                    </a:cubicBezTo>
                    <a:cubicBezTo>
                      <a:pt x="7497" y="3195"/>
                      <a:pt x="7502" y="3287"/>
                      <a:pt x="7502" y="3385"/>
                    </a:cubicBezTo>
                    <a:cubicBezTo>
                      <a:pt x="7507" y="3477"/>
                      <a:pt x="7507" y="3575"/>
                      <a:pt x="7491" y="3673"/>
                    </a:cubicBezTo>
                    <a:cubicBezTo>
                      <a:pt x="7453" y="3825"/>
                      <a:pt x="7448" y="3988"/>
                      <a:pt x="7464" y="4146"/>
                    </a:cubicBezTo>
                    <a:cubicBezTo>
                      <a:pt x="7480" y="4216"/>
                      <a:pt x="7502" y="4222"/>
                      <a:pt x="7437" y="4249"/>
                    </a:cubicBezTo>
                    <a:cubicBezTo>
                      <a:pt x="7420" y="4260"/>
                      <a:pt x="7399" y="4265"/>
                      <a:pt x="7377" y="4271"/>
                    </a:cubicBezTo>
                    <a:cubicBezTo>
                      <a:pt x="7377" y="4244"/>
                      <a:pt x="7355" y="4222"/>
                      <a:pt x="7328" y="4222"/>
                    </a:cubicBezTo>
                    <a:cubicBezTo>
                      <a:pt x="7285" y="4222"/>
                      <a:pt x="7247" y="4227"/>
                      <a:pt x="7208" y="4227"/>
                    </a:cubicBezTo>
                    <a:cubicBezTo>
                      <a:pt x="7170" y="4189"/>
                      <a:pt x="7121" y="4168"/>
                      <a:pt x="7067" y="4162"/>
                    </a:cubicBezTo>
                    <a:cubicBezTo>
                      <a:pt x="7029" y="4162"/>
                      <a:pt x="6996" y="4189"/>
                      <a:pt x="6996" y="4227"/>
                    </a:cubicBezTo>
                    <a:cubicBezTo>
                      <a:pt x="6969" y="4227"/>
                      <a:pt x="6948" y="4227"/>
                      <a:pt x="6920" y="4233"/>
                    </a:cubicBezTo>
                    <a:cubicBezTo>
                      <a:pt x="6784" y="4249"/>
                      <a:pt x="6643" y="4276"/>
                      <a:pt x="6502" y="4287"/>
                    </a:cubicBezTo>
                    <a:cubicBezTo>
                      <a:pt x="6480" y="4249"/>
                      <a:pt x="6458" y="4206"/>
                      <a:pt x="6437" y="4168"/>
                    </a:cubicBezTo>
                    <a:cubicBezTo>
                      <a:pt x="6404" y="4081"/>
                      <a:pt x="6350" y="4010"/>
                      <a:pt x="6284" y="3950"/>
                    </a:cubicBezTo>
                    <a:cubicBezTo>
                      <a:pt x="6208" y="3901"/>
                      <a:pt x="6121" y="3874"/>
                      <a:pt x="6029" y="3869"/>
                    </a:cubicBezTo>
                    <a:cubicBezTo>
                      <a:pt x="5969" y="3858"/>
                      <a:pt x="5912" y="3852"/>
                      <a:pt x="5854" y="3852"/>
                    </a:cubicBezTo>
                    <a:cubicBezTo>
                      <a:pt x="5822" y="3852"/>
                      <a:pt x="5790" y="3854"/>
                      <a:pt x="5757" y="3858"/>
                    </a:cubicBezTo>
                    <a:cubicBezTo>
                      <a:pt x="5659" y="3869"/>
                      <a:pt x="5567" y="3896"/>
                      <a:pt x="5480" y="3950"/>
                    </a:cubicBezTo>
                    <a:cubicBezTo>
                      <a:pt x="5349" y="4004"/>
                      <a:pt x="5235" y="4091"/>
                      <a:pt x="5137" y="4200"/>
                    </a:cubicBezTo>
                    <a:cubicBezTo>
                      <a:pt x="5105" y="4238"/>
                      <a:pt x="5072" y="4276"/>
                      <a:pt x="5045" y="4320"/>
                    </a:cubicBezTo>
                    <a:lnTo>
                      <a:pt x="4366" y="4320"/>
                    </a:lnTo>
                    <a:cubicBezTo>
                      <a:pt x="4192" y="4320"/>
                      <a:pt x="4023" y="4325"/>
                      <a:pt x="3855" y="4347"/>
                    </a:cubicBezTo>
                    <a:cubicBezTo>
                      <a:pt x="3757" y="4358"/>
                      <a:pt x="3659" y="4363"/>
                      <a:pt x="3561" y="4363"/>
                    </a:cubicBezTo>
                    <a:cubicBezTo>
                      <a:pt x="3534" y="4260"/>
                      <a:pt x="3490" y="4162"/>
                      <a:pt x="3425" y="4075"/>
                    </a:cubicBezTo>
                    <a:cubicBezTo>
                      <a:pt x="3327" y="3966"/>
                      <a:pt x="3208" y="3879"/>
                      <a:pt x="3077" y="3820"/>
                    </a:cubicBezTo>
                    <a:cubicBezTo>
                      <a:pt x="3004" y="3788"/>
                      <a:pt x="2930" y="3776"/>
                      <a:pt x="2856" y="3776"/>
                    </a:cubicBezTo>
                    <a:cubicBezTo>
                      <a:pt x="2767" y="3776"/>
                      <a:pt x="2677" y="3793"/>
                      <a:pt x="2588" y="3814"/>
                    </a:cubicBezTo>
                    <a:cubicBezTo>
                      <a:pt x="2550" y="3825"/>
                      <a:pt x="2506" y="3836"/>
                      <a:pt x="2468" y="3852"/>
                    </a:cubicBezTo>
                    <a:cubicBezTo>
                      <a:pt x="2235" y="3858"/>
                      <a:pt x="1996" y="4037"/>
                      <a:pt x="1865" y="4254"/>
                    </a:cubicBezTo>
                    <a:cubicBezTo>
                      <a:pt x="1827" y="4254"/>
                      <a:pt x="1784" y="4265"/>
                      <a:pt x="1740" y="4271"/>
                    </a:cubicBezTo>
                    <a:cubicBezTo>
                      <a:pt x="1675" y="4265"/>
                      <a:pt x="1604" y="4265"/>
                      <a:pt x="1539" y="4254"/>
                    </a:cubicBezTo>
                    <a:cubicBezTo>
                      <a:pt x="1404" y="4254"/>
                      <a:pt x="1269" y="4266"/>
                      <a:pt x="1130" y="4266"/>
                    </a:cubicBezTo>
                    <a:cubicBezTo>
                      <a:pt x="1107" y="4266"/>
                      <a:pt x="1084" y="4266"/>
                      <a:pt x="1061" y="4265"/>
                    </a:cubicBezTo>
                    <a:cubicBezTo>
                      <a:pt x="1048" y="4265"/>
                      <a:pt x="1020" y="4269"/>
                      <a:pt x="994" y="4269"/>
                    </a:cubicBezTo>
                    <a:cubicBezTo>
                      <a:pt x="974" y="4269"/>
                      <a:pt x="956" y="4267"/>
                      <a:pt x="946" y="4260"/>
                    </a:cubicBezTo>
                    <a:cubicBezTo>
                      <a:pt x="946" y="4249"/>
                      <a:pt x="946" y="4238"/>
                      <a:pt x="952" y="4227"/>
                    </a:cubicBezTo>
                    <a:cubicBezTo>
                      <a:pt x="968" y="4178"/>
                      <a:pt x="979" y="4124"/>
                      <a:pt x="979" y="4070"/>
                    </a:cubicBezTo>
                    <a:cubicBezTo>
                      <a:pt x="968" y="3994"/>
                      <a:pt x="936" y="3923"/>
                      <a:pt x="930" y="3841"/>
                    </a:cubicBezTo>
                    <a:cubicBezTo>
                      <a:pt x="925" y="3760"/>
                      <a:pt x="930" y="3673"/>
                      <a:pt x="930" y="3586"/>
                    </a:cubicBezTo>
                    <a:cubicBezTo>
                      <a:pt x="936" y="3428"/>
                      <a:pt x="892" y="3281"/>
                      <a:pt x="892" y="3118"/>
                    </a:cubicBezTo>
                    <a:cubicBezTo>
                      <a:pt x="892" y="2732"/>
                      <a:pt x="887" y="2347"/>
                      <a:pt x="892" y="1961"/>
                    </a:cubicBezTo>
                    <a:cubicBezTo>
                      <a:pt x="892" y="1754"/>
                      <a:pt x="898" y="1547"/>
                      <a:pt x="898" y="1341"/>
                    </a:cubicBezTo>
                    <a:cubicBezTo>
                      <a:pt x="903" y="1172"/>
                      <a:pt x="898" y="1004"/>
                      <a:pt x="881" y="835"/>
                    </a:cubicBezTo>
                    <a:cubicBezTo>
                      <a:pt x="903" y="830"/>
                      <a:pt x="926" y="829"/>
                      <a:pt x="949" y="829"/>
                    </a:cubicBezTo>
                    <a:cubicBezTo>
                      <a:pt x="976" y="829"/>
                      <a:pt x="1005" y="831"/>
                      <a:pt x="1033" y="831"/>
                    </a:cubicBezTo>
                    <a:cubicBezTo>
                      <a:pt x="1057" y="831"/>
                      <a:pt x="1080" y="830"/>
                      <a:pt x="1104" y="825"/>
                    </a:cubicBezTo>
                    <a:cubicBezTo>
                      <a:pt x="1218" y="808"/>
                      <a:pt x="1338" y="803"/>
                      <a:pt x="1452" y="803"/>
                    </a:cubicBezTo>
                    <a:cubicBezTo>
                      <a:pt x="1686" y="803"/>
                      <a:pt x="1914" y="738"/>
                      <a:pt x="2148" y="738"/>
                    </a:cubicBezTo>
                    <a:cubicBezTo>
                      <a:pt x="2319" y="738"/>
                      <a:pt x="2496" y="747"/>
                      <a:pt x="2675" y="747"/>
                    </a:cubicBezTo>
                    <a:cubicBezTo>
                      <a:pt x="2735" y="747"/>
                      <a:pt x="2795" y="746"/>
                      <a:pt x="2854" y="743"/>
                    </a:cubicBezTo>
                    <a:cubicBezTo>
                      <a:pt x="2963" y="738"/>
                      <a:pt x="3077" y="716"/>
                      <a:pt x="3191" y="710"/>
                    </a:cubicBezTo>
                    <a:close/>
                    <a:moveTo>
                      <a:pt x="2251" y="4445"/>
                    </a:moveTo>
                    <a:cubicBezTo>
                      <a:pt x="2240" y="4456"/>
                      <a:pt x="2229" y="4466"/>
                      <a:pt x="2224" y="4477"/>
                    </a:cubicBezTo>
                    <a:lnTo>
                      <a:pt x="2197" y="4494"/>
                    </a:lnTo>
                    <a:lnTo>
                      <a:pt x="2224" y="4445"/>
                    </a:lnTo>
                    <a:close/>
                    <a:moveTo>
                      <a:pt x="8198" y="422"/>
                    </a:moveTo>
                    <a:cubicBezTo>
                      <a:pt x="8220" y="466"/>
                      <a:pt x="8230" y="520"/>
                      <a:pt x="8236" y="574"/>
                    </a:cubicBezTo>
                    <a:cubicBezTo>
                      <a:pt x="8236" y="651"/>
                      <a:pt x="8247" y="727"/>
                      <a:pt x="8258" y="797"/>
                    </a:cubicBezTo>
                    <a:cubicBezTo>
                      <a:pt x="8268" y="884"/>
                      <a:pt x="8274" y="977"/>
                      <a:pt x="8274" y="1064"/>
                    </a:cubicBezTo>
                    <a:cubicBezTo>
                      <a:pt x="8279" y="1412"/>
                      <a:pt x="8225" y="1749"/>
                      <a:pt x="8236" y="2096"/>
                    </a:cubicBezTo>
                    <a:cubicBezTo>
                      <a:pt x="8236" y="2129"/>
                      <a:pt x="8241" y="2167"/>
                      <a:pt x="8247" y="2205"/>
                    </a:cubicBezTo>
                    <a:cubicBezTo>
                      <a:pt x="8258" y="2232"/>
                      <a:pt x="8268" y="2265"/>
                      <a:pt x="8274" y="2298"/>
                    </a:cubicBezTo>
                    <a:cubicBezTo>
                      <a:pt x="8268" y="2325"/>
                      <a:pt x="8258" y="2357"/>
                      <a:pt x="8247" y="2385"/>
                    </a:cubicBezTo>
                    <a:cubicBezTo>
                      <a:pt x="8236" y="2428"/>
                      <a:pt x="8230" y="2477"/>
                      <a:pt x="8230" y="2526"/>
                    </a:cubicBezTo>
                    <a:cubicBezTo>
                      <a:pt x="8230" y="2607"/>
                      <a:pt x="8247" y="2689"/>
                      <a:pt x="8241" y="2771"/>
                    </a:cubicBezTo>
                    <a:cubicBezTo>
                      <a:pt x="8236" y="2852"/>
                      <a:pt x="8214" y="2944"/>
                      <a:pt x="8209" y="3031"/>
                    </a:cubicBezTo>
                    <a:cubicBezTo>
                      <a:pt x="8198" y="3211"/>
                      <a:pt x="8171" y="3390"/>
                      <a:pt x="8171" y="3564"/>
                    </a:cubicBezTo>
                    <a:cubicBezTo>
                      <a:pt x="8176" y="3744"/>
                      <a:pt x="8165" y="3923"/>
                      <a:pt x="8138" y="4102"/>
                    </a:cubicBezTo>
                    <a:cubicBezTo>
                      <a:pt x="8116" y="4238"/>
                      <a:pt x="8105" y="4374"/>
                      <a:pt x="8105" y="4510"/>
                    </a:cubicBezTo>
                    <a:cubicBezTo>
                      <a:pt x="8111" y="4543"/>
                      <a:pt x="8111" y="4575"/>
                      <a:pt x="8105" y="4608"/>
                    </a:cubicBezTo>
                    <a:cubicBezTo>
                      <a:pt x="8067" y="4592"/>
                      <a:pt x="8029" y="4575"/>
                      <a:pt x="7997" y="4553"/>
                    </a:cubicBezTo>
                    <a:cubicBezTo>
                      <a:pt x="7953" y="4510"/>
                      <a:pt x="7904" y="4466"/>
                      <a:pt x="7850" y="4428"/>
                    </a:cubicBezTo>
                    <a:cubicBezTo>
                      <a:pt x="7790" y="4390"/>
                      <a:pt x="7725" y="4363"/>
                      <a:pt x="7654" y="4341"/>
                    </a:cubicBezTo>
                    <a:cubicBezTo>
                      <a:pt x="7671" y="4314"/>
                      <a:pt x="7681" y="4282"/>
                      <a:pt x="7687" y="4249"/>
                    </a:cubicBezTo>
                    <a:cubicBezTo>
                      <a:pt x="7681" y="4168"/>
                      <a:pt x="7671" y="4086"/>
                      <a:pt x="7654" y="4010"/>
                    </a:cubicBezTo>
                    <a:cubicBezTo>
                      <a:pt x="7649" y="3912"/>
                      <a:pt x="7654" y="3814"/>
                      <a:pt x="7676" y="3716"/>
                    </a:cubicBezTo>
                    <a:cubicBezTo>
                      <a:pt x="7709" y="3521"/>
                      <a:pt x="7665" y="3309"/>
                      <a:pt x="7676" y="3113"/>
                    </a:cubicBezTo>
                    <a:cubicBezTo>
                      <a:pt x="7681" y="3026"/>
                      <a:pt x="7703" y="2939"/>
                      <a:pt x="7703" y="2847"/>
                    </a:cubicBezTo>
                    <a:cubicBezTo>
                      <a:pt x="7709" y="2743"/>
                      <a:pt x="7719" y="2640"/>
                      <a:pt x="7741" y="2537"/>
                    </a:cubicBezTo>
                    <a:cubicBezTo>
                      <a:pt x="7768" y="2341"/>
                      <a:pt x="7785" y="2145"/>
                      <a:pt x="7790" y="1944"/>
                    </a:cubicBezTo>
                    <a:cubicBezTo>
                      <a:pt x="7801" y="1836"/>
                      <a:pt x="7801" y="1727"/>
                      <a:pt x="7801" y="1618"/>
                    </a:cubicBezTo>
                    <a:cubicBezTo>
                      <a:pt x="7801" y="1515"/>
                      <a:pt x="7806" y="1406"/>
                      <a:pt x="7823" y="1303"/>
                    </a:cubicBezTo>
                    <a:cubicBezTo>
                      <a:pt x="7828" y="1216"/>
                      <a:pt x="7823" y="1129"/>
                      <a:pt x="7796" y="1042"/>
                    </a:cubicBezTo>
                    <a:cubicBezTo>
                      <a:pt x="7785" y="971"/>
                      <a:pt x="7790" y="895"/>
                      <a:pt x="7779" y="825"/>
                    </a:cubicBezTo>
                    <a:lnTo>
                      <a:pt x="7801" y="819"/>
                    </a:lnTo>
                    <a:cubicBezTo>
                      <a:pt x="7823" y="814"/>
                      <a:pt x="7834" y="792"/>
                      <a:pt x="7834" y="765"/>
                    </a:cubicBezTo>
                    <a:cubicBezTo>
                      <a:pt x="7975" y="672"/>
                      <a:pt x="8094" y="553"/>
                      <a:pt x="8198" y="422"/>
                    </a:cubicBezTo>
                    <a:close/>
                    <a:moveTo>
                      <a:pt x="354" y="411"/>
                    </a:moveTo>
                    <a:lnTo>
                      <a:pt x="354" y="411"/>
                    </a:lnTo>
                    <a:cubicBezTo>
                      <a:pt x="370" y="428"/>
                      <a:pt x="381" y="444"/>
                      <a:pt x="397" y="460"/>
                    </a:cubicBezTo>
                    <a:cubicBezTo>
                      <a:pt x="457" y="504"/>
                      <a:pt x="512" y="558"/>
                      <a:pt x="566" y="607"/>
                    </a:cubicBezTo>
                    <a:cubicBezTo>
                      <a:pt x="626" y="672"/>
                      <a:pt x="702" y="803"/>
                      <a:pt x="794" y="835"/>
                    </a:cubicBezTo>
                    <a:cubicBezTo>
                      <a:pt x="778" y="988"/>
                      <a:pt x="772" y="1145"/>
                      <a:pt x="778" y="1303"/>
                    </a:cubicBezTo>
                    <a:cubicBezTo>
                      <a:pt x="778" y="1482"/>
                      <a:pt x="778" y="1667"/>
                      <a:pt x="778" y="1852"/>
                    </a:cubicBezTo>
                    <a:cubicBezTo>
                      <a:pt x="783" y="2222"/>
                      <a:pt x="783" y="2591"/>
                      <a:pt x="778" y="2961"/>
                    </a:cubicBezTo>
                    <a:cubicBezTo>
                      <a:pt x="778" y="3048"/>
                      <a:pt x="772" y="3135"/>
                      <a:pt x="778" y="3222"/>
                    </a:cubicBezTo>
                    <a:cubicBezTo>
                      <a:pt x="778" y="3309"/>
                      <a:pt x="800" y="3390"/>
                      <a:pt x="805" y="3477"/>
                    </a:cubicBezTo>
                    <a:cubicBezTo>
                      <a:pt x="816" y="3640"/>
                      <a:pt x="772" y="3803"/>
                      <a:pt x="805" y="3972"/>
                    </a:cubicBezTo>
                    <a:cubicBezTo>
                      <a:pt x="827" y="4032"/>
                      <a:pt x="827" y="4102"/>
                      <a:pt x="816" y="4168"/>
                    </a:cubicBezTo>
                    <a:cubicBezTo>
                      <a:pt x="800" y="4200"/>
                      <a:pt x="794" y="4238"/>
                      <a:pt x="794" y="4282"/>
                    </a:cubicBezTo>
                    <a:cubicBezTo>
                      <a:pt x="762" y="4303"/>
                      <a:pt x="729" y="4320"/>
                      <a:pt x="691" y="4336"/>
                    </a:cubicBezTo>
                    <a:cubicBezTo>
                      <a:pt x="647" y="4363"/>
                      <a:pt x="604" y="4396"/>
                      <a:pt x="560" y="4423"/>
                    </a:cubicBezTo>
                    <a:cubicBezTo>
                      <a:pt x="479" y="4477"/>
                      <a:pt x="403" y="4543"/>
                      <a:pt x="338" y="4613"/>
                    </a:cubicBezTo>
                    <a:cubicBezTo>
                      <a:pt x="359" y="4510"/>
                      <a:pt x="376" y="4401"/>
                      <a:pt x="376" y="4287"/>
                    </a:cubicBezTo>
                    <a:cubicBezTo>
                      <a:pt x="376" y="4119"/>
                      <a:pt x="370" y="3945"/>
                      <a:pt x="365" y="3771"/>
                    </a:cubicBezTo>
                    <a:cubicBezTo>
                      <a:pt x="365" y="3684"/>
                      <a:pt x="359" y="3602"/>
                      <a:pt x="365" y="3521"/>
                    </a:cubicBezTo>
                    <a:cubicBezTo>
                      <a:pt x="370" y="3439"/>
                      <a:pt x="392" y="3347"/>
                      <a:pt x="397" y="3254"/>
                    </a:cubicBezTo>
                    <a:cubicBezTo>
                      <a:pt x="403" y="3173"/>
                      <a:pt x="403" y="3086"/>
                      <a:pt x="397" y="3004"/>
                    </a:cubicBezTo>
                    <a:cubicBezTo>
                      <a:pt x="397" y="2912"/>
                      <a:pt x="403" y="2814"/>
                      <a:pt x="419" y="2722"/>
                    </a:cubicBezTo>
                    <a:cubicBezTo>
                      <a:pt x="446" y="2548"/>
                      <a:pt x="452" y="2374"/>
                      <a:pt x="446" y="2194"/>
                    </a:cubicBezTo>
                    <a:cubicBezTo>
                      <a:pt x="441" y="1836"/>
                      <a:pt x="425" y="1482"/>
                      <a:pt x="392" y="1118"/>
                    </a:cubicBezTo>
                    <a:cubicBezTo>
                      <a:pt x="370" y="939"/>
                      <a:pt x="370" y="765"/>
                      <a:pt x="365" y="580"/>
                    </a:cubicBezTo>
                    <a:cubicBezTo>
                      <a:pt x="365" y="526"/>
                      <a:pt x="359" y="471"/>
                      <a:pt x="354" y="411"/>
                    </a:cubicBezTo>
                    <a:close/>
                    <a:moveTo>
                      <a:pt x="7121" y="4390"/>
                    </a:moveTo>
                    <a:cubicBezTo>
                      <a:pt x="7179" y="4443"/>
                      <a:pt x="7254" y="4471"/>
                      <a:pt x="7332" y="4471"/>
                    </a:cubicBezTo>
                    <a:cubicBezTo>
                      <a:pt x="7351" y="4471"/>
                      <a:pt x="7369" y="4470"/>
                      <a:pt x="7388" y="4466"/>
                    </a:cubicBezTo>
                    <a:cubicBezTo>
                      <a:pt x="7448" y="4461"/>
                      <a:pt x="7502" y="4445"/>
                      <a:pt x="7556" y="4418"/>
                    </a:cubicBezTo>
                    <a:cubicBezTo>
                      <a:pt x="7584" y="4439"/>
                      <a:pt x="7611" y="4456"/>
                      <a:pt x="7638" y="4466"/>
                    </a:cubicBezTo>
                    <a:cubicBezTo>
                      <a:pt x="7714" y="4499"/>
                      <a:pt x="7785" y="4548"/>
                      <a:pt x="7850" y="4602"/>
                    </a:cubicBezTo>
                    <a:cubicBezTo>
                      <a:pt x="7866" y="4619"/>
                      <a:pt x="7883" y="4640"/>
                      <a:pt x="7904" y="4657"/>
                    </a:cubicBezTo>
                    <a:cubicBezTo>
                      <a:pt x="7822" y="4647"/>
                      <a:pt x="7738" y="4641"/>
                      <a:pt x="7653" y="4641"/>
                    </a:cubicBezTo>
                    <a:cubicBezTo>
                      <a:pt x="7592" y="4641"/>
                      <a:pt x="7531" y="4644"/>
                      <a:pt x="7469" y="4651"/>
                    </a:cubicBezTo>
                    <a:lnTo>
                      <a:pt x="7469" y="4646"/>
                    </a:lnTo>
                    <a:cubicBezTo>
                      <a:pt x="7295" y="4662"/>
                      <a:pt x="7121" y="4678"/>
                      <a:pt x="6948" y="4678"/>
                    </a:cubicBezTo>
                    <a:cubicBezTo>
                      <a:pt x="6871" y="4678"/>
                      <a:pt x="6801" y="4678"/>
                      <a:pt x="6730" y="4689"/>
                    </a:cubicBezTo>
                    <a:lnTo>
                      <a:pt x="6665" y="4689"/>
                    </a:lnTo>
                    <a:cubicBezTo>
                      <a:pt x="6643" y="4613"/>
                      <a:pt x="6621" y="4532"/>
                      <a:pt x="6589" y="4461"/>
                    </a:cubicBezTo>
                    <a:lnTo>
                      <a:pt x="6583" y="4445"/>
                    </a:lnTo>
                    <a:cubicBezTo>
                      <a:pt x="6697" y="4434"/>
                      <a:pt x="6806" y="4418"/>
                      <a:pt x="6915" y="4401"/>
                    </a:cubicBezTo>
                    <a:cubicBezTo>
                      <a:pt x="6986" y="4390"/>
                      <a:pt x="7051" y="4396"/>
                      <a:pt x="7121" y="4390"/>
                    </a:cubicBezTo>
                    <a:close/>
                    <a:moveTo>
                      <a:pt x="4209" y="4481"/>
                    </a:moveTo>
                    <a:cubicBezTo>
                      <a:pt x="4331" y="4481"/>
                      <a:pt x="4453" y="4488"/>
                      <a:pt x="4572" y="4488"/>
                    </a:cubicBezTo>
                    <a:lnTo>
                      <a:pt x="4958" y="4483"/>
                    </a:lnTo>
                    <a:lnTo>
                      <a:pt x="4958" y="4483"/>
                    </a:lnTo>
                    <a:cubicBezTo>
                      <a:pt x="4931" y="4543"/>
                      <a:pt x="4915" y="4602"/>
                      <a:pt x="4904" y="4662"/>
                    </a:cubicBezTo>
                    <a:cubicBezTo>
                      <a:pt x="4849" y="4673"/>
                      <a:pt x="4800" y="4684"/>
                      <a:pt x="4746" y="4684"/>
                    </a:cubicBezTo>
                    <a:cubicBezTo>
                      <a:pt x="4669" y="4689"/>
                      <a:pt x="4593" y="4692"/>
                      <a:pt x="4518" y="4692"/>
                    </a:cubicBezTo>
                    <a:cubicBezTo>
                      <a:pt x="4257" y="4692"/>
                      <a:pt x="3999" y="4666"/>
                      <a:pt x="3740" y="4666"/>
                    </a:cubicBezTo>
                    <a:cubicBezTo>
                      <a:pt x="3706" y="4666"/>
                      <a:pt x="3672" y="4667"/>
                      <a:pt x="3637" y="4668"/>
                    </a:cubicBezTo>
                    <a:lnTo>
                      <a:pt x="3632" y="4668"/>
                    </a:lnTo>
                    <a:cubicBezTo>
                      <a:pt x="3621" y="4619"/>
                      <a:pt x="3610" y="4570"/>
                      <a:pt x="3599" y="4526"/>
                    </a:cubicBezTo>
                    <a:cubicBezTo>
                      <a:pt x="3746" y="4515"/>
                      <a:pt x="3887" y="4499"/>
                      <a:pt x="4029" y="4488"/>
                    </a:cubicBezTo>
                    <a:cubicBezTo>
                      <a:pt x="4088" y="4483"/>
                      <a:pt x="4149" y="4481"/>
                      <a:pt x="4209" y="4481"/>
                    </a:cubicBezTo>
                    <a:close/>
                    <a:moveTo>
                      <a:pt x="832" y="4369"/>
                    </a:moveTo>
                    <a:cubicBezTo>
                      <a:pt x="887" y="4428"/>
                      <a:pt x="1006" y="4428"/>
                      <a:pt x="1088" y="4428"/>
                    </a:cubicBezTo>
                    <a:cubicBezTo>
                      <a:pt x="1210" y="4428"/>
                      <a:pt x="1333" y="4417"/>
                      <a:pt x="1455" y="4417"/>
                    </a:cubicBezTo>
                    <a:cubicBezTo>
                      <a:pt x="1501" y="4417"/>
                      <a:pt x="1547" y="4419"/>
                      <a:pt x="1593" y="4423"/>
                    </a:cubicBezTo>
                    <a:cubicBezTo>
                      <a:pt x="1633" y="4431"/>
                      <a:pt x="1673" y="4436"/>
                      <a:pt x="1715" y="4436"/>
                    </a:cubicBezTo>
                    <a:cubicBezTo>
                      <a:pt x="1730" y="4436"/>
                      <a:pt x="1746" y="4435"/>
                      <a:pt x="1762" y="4434"/>
                    </a:cubicBezTo>
                    <a:lnTo>
                      <a:pt x="1794" y="4434"/>
                    </a:lnTo>
                    <a:cubicBezTo>
                      <a:pt x="1778" y="4521"/>
                      <a:pt x="1784" y="4635"/>
                      <a:pt x="1854" y="4689"/>
                    </a:cubicBezTo>
                    <a:lnTo>
                      <a:pt x="1811" y="4695"/>
                    </a:lnTo>
                    <a:lnTo>
                      <a:pt x="1533" y="4695"/>
                    </a:lnTo>
                    <a:cubicBezTo>
                      <a:pt x="1354" y="4695"/>
                      <a:pt x="1180" y="4711"/>
                      <a:pt x="1001" y="4722"/>
                    </a:cubicBezTo>
                    <a:cubicBezTo>
                      <a:pt x="947" y="4724"/>
                      <a:pt x="894" y="4724"/>
                      <a:pt x="842" y="4724"/>
                    </a:cubicBezTo>
                    <a:cubicBezTo>
                      <a:pt x="717" y="4724"/>
                      <a:pt x="598" y="4720"/>
                      <a:pt x="479" y="4717"/>
                    </a:cubicBezTo>
                    <a:lnTo>
                      <a:pt x="425" y="4717"/>
                    </a:lnTo>
                    <a:cubicBezTo>
                      <a:pt x="512" y="4630"/>
                      <a:pt x="604" y="4548"/>
                      <a:pt x="696" y="4466"/>
                    </a:cubicBezTo>
                    <a:cubicBezTo>
                      <a:pt x="740" y="4434"/>
                      <a:pt x="789" y="4401"/>
                      <a:pt x="832" y="4369"/>
                    </a:cubicBezTo>
                    <a:close/>
                    <a:moveTo>
                      <a:pt x="2093" y="4923"/>
                    </a:moveTo>
                    <a:cubicBezTo>
                      <a:pt x="2093" y="4929"/>
                      <a:pt x="2099" y="4939"/>
                      <a:pt x="2099" y="4945"/>
                    </a:cubicBezTo>
                    <a:cubicBezTo>
                      <a:pt x="2104" y="4950"/>
                      <a:pt x="2088" y="4961"/>
                      <a:pt x="2083" y="4967"/>
                    </a:cubicBezTo>
                    <a:cubicBezTo>
                      <a:pt x="2083" y="4972"/>
                      <a:pt x="2077" y="4977"/>
                      <a:pt x="2077" y="4983"/>
                    </a:cubicBezTo>
                    <a:cubicBezTo>
                      <a:pt x="2077" y="4972"/>
                      <a:pt x="2083" y="4967"/>
                      <a:pt x="2083" y="4961"/>
                    </a:cubicBezTo>
                    <a:cubicBezTo>
                      <a:pt x="2088" y="4950"/>
                      <a:pt x="2093" y="4939"/>
                      <a:pt x="2093" y="4923"/>
                    </a:cubicBezTo>
                    <a:close/>
                    <a:moveTo>
                      <a:pt x="2958" y="5048"/>
                    </a:moveTo>
                    <a:cubicBezTo>
                      <a:pt x="2974" y="5064"/>
                      <a:pt x="2996" y="5075"/>
                      <a:pt x="3023" y="5086"/>
                    </a:cubicBezTo>
                    <a:lnTo>
                      <a:pt x="3028" y="5086"/>
                    </a:lnTo>
                    <a:cubicBezTo>
                      <a:pt x="3023" y="5108"/>
                      <a:pt x="3017" y="5124"/>
                      <a:pt x="3012" y="5146"/>
                    </a:cubicBezTo>
                    <a:cubicBezTo>
                      <a:pt x="3007" y="5168"/>
                      <a:pt x="2996" y="5200"/>
                      <a:pt x="2985" y="5228"/>
                    </a:cubicBezTo>
                    <a:cubicBezTo>
                      <a:pt x="2969" y="5184"/>
                      <a:pt x="2947" y="5135"/>
                      <a:pt x="2936" y="5086"/>
                    </a:cubicBezTo>
                    <a:lnTo>
                      <a:pt x="2925" y="5054"/>
                    </a:lnTo>
                    <a:lnTo>
                      <a:pt x="2958" y="5048"/>
                    </a:lnTo>
                    <a:close/>
                    <a:moveTo>
                      <a:pt x="6116" y="5249"/>
                    </a:moveTo>
                    <a:cubicBezTo>
                      <a:pt x="6112" y="5251"/>
                      <a:pt x="6108" y="5253"/>
                      <a:pt x="6105" y="5255"/>
                    </a:cubicBezTo>
                    <a:lnTo>
                      <a:pt x="6105" y="5255"/>
                    </a:lnTo>
                    <a:lnTo>
                      <a:pt x="6110" y="5249"/>
                    </a:lnTo>
                    <a:close/>
                    <a:moveTo>
                      <a:pt x="6409" y="5255"/>
                    </a:moveTo>
                    <a:lnTo>
                      <a:pt x="6409" y="5255"/>
                    </a:lnTo>
                    <a:cubicBezTo>
                      <a:pt x="6399" y="5271"/>
                      <a:pt x="6382" y="5287"/>
                      <a:pt x="6371" y="5304"/>
                    </a:cubicBezTo>
                    <a:lnTo>
                      <a:pt x="6355" y="5298"/>
                    </a:lnTo>
                    <a:cubicBezTo>
                      <a:pt x="6344" y="5287"/>
                      <a:pt x="6333" y="5282"/>
                      <a:pt x="6328" y="5276"/>
                    </a:cubicBezTo>
                    <a:cubicBezTo>
                      <a:pt x="6339" y="5276"/>
                      <a:pt x="6355" y="5271"/>
                      <a:pt x="6366" y="5271"/>
                    </a:cubicBezTo>
                    <a:cubicBezTo>
                      <a:pt x="6382" y="5266"/>
                      <a:pt x="6393" y="5260"/>
                      <a:pt x="6409" y="5255"/>
                    </a:cubicBezTo>
                    <a:close/>
                    <a:moveTo>
                      <a:pt x="6062" y="5283"/>
                    </a:moveTo>
                    <a:lnTo>
                      <a:pt x="6062" y="5283"/>
                    </a:lnTo>
                    <a:cubicBezTo>
                      <a:pt x="6049" y="5292"/>
                      <a:pt x="6038" y="5303"/>
                      <a:pt x="6029" y="5314"/>
                    </a:cubicBezTo>
                    <a:lnTo>
                      <a:pt x="6002" y="5342"/>
                    </a:lnTo>
                    <a:cubicBezTo>
                      <a:pt x="5991" y="5331"/>
                      <a:pt x="5985" y="5325"/>
                      <a:pt x="5980" y="5314"/>
                    </a:cubicBezTo>
                    <a:cubicBezTo>
                      <a:pt x="6007" y="5307"/>
                      <a:pt x="6034" y="5296"/>
                      <a:pt x="6062" y="5283"/>
                    </a:cubicBezTo>
                    <a:close/>
                    <a:moveTo>
                      <a:pt x="5594" y="5407"/>
                    </a:moveTo>
                    <a:lnTo>
                      <a:pt x="5589" y="5418"/>
                    </a:lnTo>
                    <a:cubicBezTo>
                      <a:pt x="5578" y="5429"/>
                      <a:pt x="5572" y="5434"/>
                      <a:pt x="5567" y="5445"/>
                    </a:cubicBezTo>
                    <a:cubicBezTo>
                      <a:pt x="5556" y="5434"/>
                      <a:pt x="5551" y="5423"/>
                      <a:pt x="5545" y="5412"/>
                    </a:cubicBezTo>
                    <a:lnTo>
                      <a:pt x="5556" y="5412"/>
                    </a:lnTo>
                    <a:cubicBezTo>
                      <a:pt x="5567" y="5412"/>
                      <a:pt x="5583" y="5412"/>
                      <a:pt x="5594" y="5407"/>
                    </a:cubicBezTo>
                    <a:close/>
                    <a:moveTo>
                      <a:pt x="7480" y="5559"/>
                    </a:moveTo>
                    <a:cubicBezTo>
                      <a:pt x="7491" y="5565"/>
                      <a:pt x="7497" y="5570"/>
                      <a:pt x="7507" y="5570"/>
                    </a:cubicBezTo>
                    <a:cubicBezTo>
                      <a:pt x="7497" y="5575"/>
                      <a:pt x="7491" y="5581"/>
                      <a:pt x="7480" y="5586"/>
                    </a:cubicBezTo>
                    <a:lnTo>
                      <a:pt x="7480" y="5559"/>
                    </a:lnTo>
                    <a:close/>
                    <a:moveTo>
                      <a:pt x="1577" y="5565"/>
                    </a:moveTo>
                    <a:lnTo>
                      <a:pt x="1604" y="5575"/>
                    </a:lnTo>
                    <a:lnTo>
                      <a:pt x="1599" y="5575"/>
                    </a:lnTo>
                    <a:cubicBezTo>
                      <a:pt x="1593" y="5581"/>
                      <a:pt x="1582" y="5586"/>
                      <a:pt x="1577" y="5592"/>
                    </a:cubicBezTo>
                    <a:lnTo>
                      <a:pt x="1577" y="5565"/>
                    </a:lnTo>
                    <a:close/>
                    <a:moveTo>
                      <a:pt x="4545" y="5565"/>
                    </a:moveTo>
                    <a:cubicBezTo>
                      <a:pt x="4556" y="5565"/>
                      <a:pt x="4561" y="5570"/>
                      <a:pt x="4567" y="5575"/>
                    </a:cubicBezTo>
                    <a:cubicBezTo>
                      <a:pt x="4561" y="5575"/>
                      <a:pt x="4556" y="5581"/>
                      <a:pt x="4545" y="5592"/>
                    </a:cubicBezTo>
                    <a:lnTo>
                      <a:pt x="4545" y="5565"/>
                    </a:lnTo>
                    <a:close/>
                    <a:moveTo>
                      <a:pt x="3648" y="4852"/>
                    </a:moveTo>
                    <a:cubicBezTo>
                      <a:pt x="3768" y="4858"/>
                      <a:pt x="3893" y="4852"/>
                      <a:pt x="4012" y="4869"/>
                    </a:cubicBezTo>
                    <a:cubicBezTo>
                      <a:pt x="4094" y="4880"/>
                      <a:pt x="4175" y="4890"/>
                      <a:pt x="4257" y="4896"/>
                    </a:cubicBezTo>
                    <a:lnTo>
                      <a:pt x="4556" y="4896"/>
                    </a:lnTo>
                    <a:cubicBezTo>
                      <a:pt x="4592" y="4898"/>
                      <a:pt x="4629" y="4899"/>
                      <a:pt x="4666" y="4899"/>
                    </a:cubicBezTo>
                    <a:cubicBezTo>
                      <a:pt x="4718" y="4899"/>
                      <a:pt x="4771" y="4897"/>
                      <a:pt x="4822" y="4890"/>
                    </a:cubicBezTo>
                    <a:lnTo>
                      <a:pt x="4915" y="4880"/>
                    </a:lnTo>
                    <a:cubicBezTo>
                      <a:pt x="4936" y="4956"/>
                      <a:pt x="4991" y="5021"/>
                      <a:pt x="5061" y="5059"/>
                    </a:cubicBezTo>
                    <a:cubicBezTo>
                      <a:pt x="5029" y="5135"/>
                      <a:pt x="5007" y="5217"/>
                      <a:pt x="4996" y="5298"/>
                    </a:cubicBezTo>
                    <a:cubicBezTo>
                      <a:pt x="4991" y="5369"/>
                      <a:pt x="5023" y="5439"/>
                      <a:pt x="5083" y="5478"/>
                    </a:cubicBezTo>
                    <a:cubicBezTo>
                      <a:pt x="5061" y="5499"/>
                      <a:pt x="5040" y="5516"/>
                      <a:pt x="5023" y="5537"/>
                    </a:cubicBezTo>
                    <a:cubicBezTo>
                      <a:pt x="5012" y="5554"/>
                      <a:pt x="5002" y="5570"/>
                      <a:pt x="4985" y="5592"/>
                    </a:cubicBezTo>
                    <a:lnTo>
                      <a:pt x="4980" y="5586"/>
                    </a:lnTo>
                    <a:cubicBezTo>
                      <a:pt x="4882" y="5488"/>
                      <a:pt x="4762" y="5412"/>
                      <a:pt x="4637" y="5358"/>
                    </a:cubicBezTo>
                    <a:cubicBezTo>
                      <a:pt x="4534" y="5312"/>
                      <a:pt x="4419" y="5280"/>
                      <a:pt x="4309" y="5280"/>
                    </a:cubicBezTo>
                    <a:cubicBezTo>
                      <a:pt x="4211" y="5280"/>
                      <a:pt x="4116" y="5305"/>
                      <a:pt x="4034" y="5369"/>
                    </a:cubicBezTo>
                    <a:lnTo>
                      <a:pt x="3980" y="5412"/>
                    </a:lnTo>
                    <a:lnTo>
                      <a:pt x="3947" y="5423"/>
                    </a:lnTo>
                    <a:cubicBezTo>
                      <a:pt x="3844" y="5450"/>
                      <a:pt x="3751" y="5505"/>
                      <a:pt x="3681" y="5586"/>
                    </a:cubicBezTo>
                    <a:cubicBezTo>
                      <a:pt x="3664" y="5608"/>
                      <a:pt x="3653" y="5630"/>
                      <a:pt x="3643" y="5657"/>
                    </a:cubicBezTo>
                    <a:lnTo>
                      <a:pt x="3637" y="5646"/>
                    </a:lnTo>
                    <a:cubicBezTo>
                      <a:pt x="3610" y="5597"/>
                      <a:pt x="3599" y="5548"/>
                      <a:pt x="3572" y="5499"/>
                    </a:cubicBezTo>
                    <a:cubicBezTo>
                      <a:pt x="3523" y="5407"/>
                      <a:pt x="3447" y="5363"/>
                      <a:pt x="3371" y="5298"/>
                    </a:cubicBezTo>
                    <a:cubicBezTo>
                      <a:pt x="3382" y="5298"/>
                      <a:pt x="3393" y="5287"/>
                      <a:pt x="3403" y="5282"/>
                    </a:cubicBezTo>
                    <a:cubicBezTo>
                      <a:pt x="3452" y="5244"/>
                      <a:pt x="3490" y="5189"/>
                      <a:pt x="3512" y="5130"/>
                    </a:cubicBezTo>
                    <a:cubicBezTo>
                      <a:pt x="3523" y="5097"/>
                      <a:pt x="3528" y="5070"/>
                      <a:pt x="3539" y="5043"/>
                    </a:cubicBezTo>
                    <a:cubicBezTo>
                      <a:pt x="3539" y="5037"/>
                      <a:pt x="3545" y="5026"/>
                      <a:pt x="3545" y="5021"/>
                    </a:cubicBezTo>
                    <a:cubicBezTo>
                      <a:pt x="3588" y="5010"/>
                      <a:pt x="3621" y="4977"/>
                      <a:pt x="3632" y="4939"/>
                    </a:cubicBezTo>
                    <a:cubicBezTo>
                      <a:pt x="3643" y="4912"/>
                      <a:pt x="3648" y="4885"/>
                      <a:pt x="3648" y="4852"/>
                    </a:cubicBezTo>
                    <a:close/>
                    <a:moveTo>
                      <a:pt x="4751" y="5679"/>
                    </a:moveTo>
                    <a:lnTo>
                      <a:pt x="4751" y="5679"/>
                    </a:lnTo>
                    <a:cubicBezTo>
                      <a:pt x="4768" y="5690"/>
                      <a:pt x="4784" y="5706"/>
                      <a:pt x="4806" y="5717"/>
                    </a:cubicBezTo>
                    <a:cubicBezTo>
                      <a:pt x="4822" y="5728"/>
                      <a:pt x="4838" y="5749"/>
                      <a:pt x="4855" y="5766"/>
                    </a:cubicBezTo>
                    <a:cubicBezTo>
                      <a:pt x="4849" y="5771"/>
                      <a:pt x="4849" y="5771"/>
                      <a:pt x="4844" y="5777"/>
                    </a:cubicBezTo>
                    <a:cubicBezTo>
                      <a:pt x="4817" y="5777"/>
                      <a:pt x="4790" y="5782"/>
                      <a:pt x="4768" y="5793"/>
                    </a:cubicBezTo>
                    <a:cubicBezTo>
                      <a:pt x="4768" y="5755"/>
                      <a:pt x="4762" y="5717"/>
                      <a:pt x="4751" y="5679"/>
                    </a:cubicBezTo>
                    <a:close/>
                    <a:moveTo>
                      <a:pt x="7687" y="5679"/>
                    </a:moveTo>
                    <a:lnTo>
                      <a:pt x="7687" y="5679"/>
                    </a:lnTo>
                    <a:cubicBezTo>
                      <a:pt x="7709" y="5690"/>
                      <a:pt x="7725" y="5700"/>
                      <a:pt x="7741" y="5717"/>
                    </a:cubicBezTo>
                    <a:cubicBezTo>
                      <a:pt x="7763" y="5733"/>
                      <a:pt x="7785" y="5755"/>
                      <a:pt x="7801" y="5777"/>
                    </a:cubicBezTo>
                    <a:cubicBezTo>
                      <a:pt x="7793" y="5775"/>
                      <a:pt x="7785" y="5774"/>
                      <a:pt x="7777" y="5774"/>
                    </a:cubicBezTo>
                    <a:cubicBezTo>
                      <a:pt x="7752" y="5774"/>
                      <a:pt x="7729" y="5781"/>
                      <a:pt x="7709" y="5793"/>
                    </a:cubicBezTo>
                    <a:cubicBezTo>
                      <a:pt x="7703" y="5755"/>
                      <a:pt x="7698" y="5711"/>
                      <a:pt x="7687" y="5679"/>
                    </a:cubicBezTo>
                    <a:close/>
                    <a:moveTo>
                      <a:pt x="6806" y="6048"/>
                    </a:moveTo>
                    <a:lnTo>
                      <a:pt x="6806" y="6048"/>
                    </a:lnTo>
                    <a:cubicBezTo>
                      <a:pt x="6795" y="6092"/>
                      <a:pt x="6784" y="6141"/>
                      <a:pt x="6779" y="6184"/>
                    </a:cubicBezTo>
                    <a:lnTo>
                      <a:pt x="6768" y="6184"/>
                    </a:lnTo>
                    <a:cubicBezTo>
                      <a:pt x="6779" y="6141"/>
                      <a:pt x="6790" y="6097"/>
                      <a:pt x="6806" y="6048"/>
                    </a:cubicBezTo>
                    <a:close/>
                    <a:moveTo>
                      <a:pt x="3191" y="5298"/>
                    </a:moveTo>
                    <a:lnTo>
                      <a:pt x="3197" y="5304"/>
                    </a:lnTo>
                    <a:cubicBezTo>
                      <a:pt x="3251" y="5320"/>
                      <a:pt x="3300" y="5439"/>
                      <a:pt x="3333" y="5488"/>
                    </a:cubicBezTo>
                    <a:cubicBezTo>
                      <a:pt x="3371" y="5554"/>
                      <a:pt x="3398" y="5624"/>
                      <a:pt x="3414" y="5700"/>
                    </a:cubicBezTo>
                    <a:cubicBezTo>
                      <a:pt x="3441" y="5777"/>
                      <a:pt x="3480" y="5847"/>
                      <a:pt x="3528" y="5912"/>
                    </a:cubicBezTo>
                    <a:cubicBezTo>
                      <a:pt x="3550" y="5950"/>
                      <a:pt x="3577" y="5994"/>
                      <a:pt x="3605" y="6032"/>
                    </a:cubicBezTo>
                    <a:lnTo>
                      <a:pt x="3605" y="6059"/>
                    </a:lnTo>
                    <a:lnTo>
                      <a:pt x="3599" y="6065"/>
                    </a:lnTo>
                    <a:cubicBezTo>
                      <a:pt x="3594" y="6103"/>
                      <a:pt x="3583" y="6141"/>
                      <a:pt x="3566" y="6179"/>
                    </a:cubicBezTo>
                    <a:cubicBezTo>
                      <a:pt x="3512" y="6179"/>
                      <a:pt x="3463" y="6190"/>
                      <a:pt x="3414" y="6190"/>
                    </a:cubicBezTo>
                    <a:cubicBezTo>
                      <a:pt x="3240" y="6195"/>
                      <a:pt x="3066" y="6195"/>
                      <a:pt x="2892" y="6201"/>
                    </a:cubicBezTo>
                    <a:cubicBezTo>
                      <a:pt x="2811" y="6201"/>
                      <a:pt x="2728" y="6199"/>
                      <a:pt x="2644" y="6199"/>
                    </a:cubicBezTo>
                    <a:cubicBezTo>
                      <a:pt x="2561" y="6199"/>
                      <a:pt x="2477" y="6201"/>
                      <a:pt x="2392" y="6206"/>
                    </a:cubicBezTo>
                    <a:lnTo>
                      <a:pt x="2311" y="6211"/>
                    </a:lnTo>
                    <a:cubicBezTo>
                      <a:pt x="2311" y="6179"/>
                      <a:pt x="2305" y="6141"/>
                      <a:pt x="2300" y="6103"/>
                    </a:cubicBezTo>
                    <a:cubicBezTo>
                      <a:pt x="2295" y="6070"/>
                      <a:pt x="2289" y="6043"/>
                      <a:pt x="2273" y="6010"/>
                    </a:cubicBezTo>
                    <a:cubicBezTo>
                      <a:pt x="2262" y="5989"/>
                      <a:pt x="2235" y="5972"/>
                      <a:pt x="2224" y="5950"/>
                    </a:cubicBezTo>
                    <a:cubicBezTo>
                      <a:pt x="2208" y="5912"/>
                      <a:pt x="2213" y="5880"/>
                      <a:pt x="2186" y="5836"/>
                    </a:cubicBezTo>
                    <a:cubicBezTo>
                      <a:pt x="2153" y="5787"/>
                      <a:pt x="2121" y="5738"/>
                      <a:pt x="2093" y="5690"/>
                    </a:cubicBezTo>
                    <a:cubicBezTo>
                      <a:pt x="2088" y="5673"/>
                      <a:pt x="2077" y="5657"/>
                      <a:pt x="2066" y="5646"/>
                    </a:cubicBezTo>
                    <a:cubicBezTo>
                      <a:pt x="2083" y="5603"/>
                      <a:pt x="2104" y="5559"/>
                      <a:pt x="2126" y="5521"/>
                    </a:cubicBezTo>
                    <a:cubicBezTo>
                      <a:pt x="2175" y="5439"/>
                      <a:pt x="2240" y="5374"/>
                      <a:pt x="2322" y="5314"/>
                    </a:cubicBezTo>
                    <a:cubicBezTo>
                      <a:pt x="2327" y="5317"/>
                      <a:pt x="2334" y="5319"/>
                      <a:pt x="2341" y="5319"/>
                    </a:cubicBezTo>
                    <a:cubicBezTo>
                      <a:pt x="2349" y="5319"/>
                      <a:pt x="2357" y="5317"/>
                      <a:pt x="2365" y="5314"/>
                    </a:cubicBezTo>
                    <a:lnTo>
                      <a:pt x="2376" y="5314"/>
                    </a:lnTo>
                    <a:cubicBezTo>
                      <a:pt x="2381" y="5331"/>
                      <a:pt x="2392" y="5347"/>
                      <a:pt x="2398" y="5363"/>
                    </a:cubicBezTo>
                    <a:cubicBezTo>
                      <a:pt x="2441" y="5444"/>
                      <a:pt x="2508" y="5521"/>
                      <a:pt x="2601" y="5521"/>
                    </a:cubicBezTo>
                    <a:cubicBezTo>
                      <a:pt x="2614" y="5521"/>
                      <a:pt x="2628" y="5519"/>
                      <a:pt x="2642" y="5516"/>
                    </a:cubicBezTo>
                    <a:cubicBezTo>
                      <a:pt x="2713" y="5494"/>
                      <a:pt x="2773" y="5439"/>
                      <a:pt x="2800" y="5369"/>
                    </a:cubicBezTo>
                    <a:cubicBezTo>
                      <a:pt x="2816" y="5412"/>
                      <a:pt x="2849" y="5445"/>
                      <a:pt x="2887" y="5472"/>
                    </a:cubicBezTo>
                    <a:cubicBezTo>
                      <a:pt x="2915" y="5483"/>
                      <a:pt x="2943" y="5489"/>
                      <a:pt x="2971" y="5489"/>
                    </a:cubicBezTo>
                    <a:cubicBezTo>
                      <a:pt x="3037" y="5489"/>
                      <a:pt x="3099" y="5459"/>
                      <a:pt x="3137" y="5401"/>
                    </a:cubicBezTo>
                    <a:cubicBezTo>
                      <a:pt x="3164" y="5374"/>
                      <a:pt x="3181" y="5336"/>
                      <a:pt x="3191" y="5298"/>
                    </a:cubicBezTo>
                    <a:close/>
                    <a:moveTo>
                      <a:pt x="6203" y="5488"/>
                    </a:moveTo>
                    <a:cubicBezTo>
                      <a:pt x="6214" y="5494"/>
                      <a:pt x="6219" y="5499"/>
                      <a:pt x="6230" y="5510"/>
                    </a:cubicBezTo>
                    <a:cubicBezTo>
                      <a:pt x="6257" y="5526"/>
                      <a:pt x="6284" y="5537"/>
                      <a:pt x="6317" y="5548"/>
                    </a:cubicBezTo>
                    <a:cubicBezTo>
                      <a:pt x="6333" y="5551"/>
                      <a:pt x="6351" y="5552"/>
                      <a:pt x="6369" y="5552"/>
                    </a:cubicBezTo>
                    <a:cubicBezTo>
                      <a:pt x="6386" y="5552"/>
                      <a:pt x="6404" y="5551"/>
                      <a:pt x="6420" y="5548"/>
                    </a:cubicBezTo>
                    <a:cubicBezTo>
                      <a:pt x="6458" y="5603"/>
                      <a:pt x="6496" y="5662"/>
                      <a:pt x="6524" y="5722"/>
                    </a:cubicBezTo>
                    <a:lnTo>
                      <a:pt x="6545" y="5777"/>
                    </a:lnTo>
                    <a:cubicBezTo>
                      <a:pt x="6540" y="5809"/>
                      <a:pt x="6534" y="5847"/>
                      <a:pt x="6534" y="5880"/>
                    </a:cubicBezTo>
                    <a:cubicBezTo>
                      <a:pt x="6534" y="5940"/>
                      <a:pt x="6540" y="6005"/>
                      <a:pt x="6534" y="6065"/>
                    </a:cubicBezTo>
                    <a:lnTo>
                      <a:pt x="6534" y="6059"/>
                    </a:lnTo>
                    <a:cubicBezTo>
                      <a:pt x="6534" y="6092"/>
                      <a:pt x="6524" y="6124"/>
                      <a:pt x="6513" y="6152"/>
                    </a:cubicBezTo>
                    <a:lnTo>
                      <a:pt x="6339" y="6152"/>
                    </a:lnTo>
                    <a:cubicBezTo>
                      <a:pt x="6165" y="6152"/>
                      <a:pt x="5996" y="6222"/>
                      <a:pt x="5822" y="6222"/>
                    </a:cubicBezTo>
                    <a:cubicBezTo>
                      <a:pt x="5803" y="6221"/>
                      <a:pt x="5785" y="6220"/>
                      <a:pt x="5766" y="6220"/>
                    </a:cubicBezTo>
                    <a:cubicBezTo>
                      <a:pt x="5711" y="6220"/>
                      <a:pt x="5658" y="6226"/>
                      <a:pt x="5605" y="6239"/>
                    </a:cubicBezTo>
                    <a:cubicBezTo>
                      <a:pt x="5575" y="6247"/>
                      <a:pt x="5549" y="6250"/>
                      <a:pt x="5525" y="6250"/>
                    </a:cubicBezTo>
                    <a:cubicBezTo>
                      <a:pt x="5474" y="6250"/>
                      <a:pt x="5430" y="6237"/>
                      <a:pt x="5371" y="6233"/>
                    </a:cubicBezTo>
                    <a:lnTo>
                      <a:pt x="5279" y="6233"/>
                    </a:lnTo>
                    <a:cubicBezTo>
                      <a:pt x="5279" y="6190"/>
                      <a:pt x="5268" y="6152"/>
                      <a:pt x="5262" y="6108"/>
                    </a:cubicBezTo>
                    <a:cubicBezTo>
                      <a:pt x="5262" y="6075"/>
                      <a:pt x="5252" y="6043"/>
                      <a:pt x="5241" y="6010"/>
                    </a:cubicBezTo>
                    <a:cubicBezTo>
                      <a:pt x="5224" y="5989"/>
                      <a:pt x="5203" y="5972"/>
                      <a:pt x="5192" y="5956"/>
                    </a:cubicBezTo>
                    <a:cubicBezTo>
                      <a:pt x="5170" y="5918"/>
                      <a:pt x="5175" y="5880"/>
                      <a:pt x="5148" y="5836"/>
                    </a:cubicBezTo>
                    <a:cubicBezTo>
                      <a:pt x="5132" y="5815"/>
                      <a:pt x="5116" y="5787"/>
                      <a:pt x="5105" y="5766"/>
                    </a:cubicBezTo>
                    <a:cubicBezTo>
                      <a:pt x="5116" y="5744"/>
                      <a:pt x="5132" y="5717"/>
                      <a:pt x="5148" y="5695"/>
                    </a:cubicBezTo>
                    <a:cubicBezTo>
                      <a:pt x="5197" y="5630"/>
                      <a:pt x="5252" y="5570"/>
                      <a:pt x="5317" y="5516"/>
                    </a:cubicBezTo>
                    <a:cubicBezTo>
                      <a:pt x="5339" y="5570"/>
                      <a:pt x="5377" y="5613"/>
                      <a:pt x="5420" y="5657"/>
                    </a:cubicBezTo>
                    <a:cubicBezTo>
                      <a:pt x="5464" y="5692"/>
                      <a:pt x="5508" y="5707"/>
                      <a:pt x="5552" y="5707"/>
                    </a:cubicBezTo>
                    <a:cubicBezTo>
                      <a:pt x="5655" y="5707"/>
                      <a:pt x="5752" y="5624"/>
                      <a:pt x="5817" y="5532"/>
                    </a:cubicBezTo>
                    <a:lnTo>
                      <a:pt x="5822" y="5543"/>
                    </a:lnTo>
                    <a:cubicBezTo>
                      <a:pt x="5863" y="5591"/>
                      <a:pt x="5924" y="5618"/>
                      <a:pt x="5986" y="5618"/>
                    </a:cubicBezTo>
                    <a:cubicBezTo>
                      <a:pt x="6007" y="5618"/>
                      <a:pt x="6029" y="5615"/>
                      <a:pt x="6051" y="5608"/>
                    </a:cubicBezTo>
                    <a:cubicBezTo>
                      <a:pt x="6083" y="5597"/>
                      <a:pt x="6116" y="5575"/>
                      <a:pt x="6143" y="5548"/>
                    </a:cubicBezTo>
                    <a:cubicBezTo>
                      <a:pt x="6159" y="5537"/>
                      <a:pt x="6170" y="5521"/>
                      <a:pt x="6181" y="5510"/>
                    </a:cubicBezTo>
                    <a:lnTo>
                      <a:pt x="6203" y="5488"/>
                    </a:lnTo>
                    <a:close/>
                    <a:moveTo>
                      <a:pt x="3876" y="6048"/>
                    </a:moveTo>
                    <a:cubicBezTo>
                      <a:pt x="3860" y="6103"/>
                      <a:pt x="3849" y="6157"/>
                      <a:pt x="3838" y="6217"/>
                    </a:cubicBezTo>
                    <a:lnTo>
                      <a:pt x="3833" y="6266"/>
                    </a:lnTo>
                    <a:lnTo>
                      <a:pt x="3827" y="6271"/>
                    </a:lnTo>
                    <a:lnTo>
                      <a:pt x="3827" y="6260"/>
                    </a:lnTo>
                    <a:lnTo>
                      <a:pt x="3822" y="6260"/>
                    </a:lnTo>
                    <a:cubicBezTo>
                      <a:pt x="3833" y="6190"/>
                      <a:pt x="3849" y="6119"/>
                      <a:pt x="3876" y="6048"/>
                    </a:cubicBezTo>
                    <a:close/>
                    <a:moveTo>
                      <a:pt x="903" y="6054"/>
                    </a:moveTo>
                    <a:lnTo>
                      <a:pt x="903" y="6054"/>
                    </a:lnTo>
                    <a:cubicBezTo>
                      <a:pt x="892" y="6108"/>
                      <a:pt x="881" y="6162"/>
                      <a:pt x="870" y="6217"/>
                    </a:cubicBezTo>
                    <a:cubicBezTo>
                      <a:pt x="870" y="6233"/>
                      <a:pt x="865" y="6249"/>
                      <a:pt x="865" y="6266"/>
                    </a:cubicBezTo>
                    <a:lnTo>
                      <a:pt x="854" y="6277"/>
                    </a:lnTo>
                    <a:lnTo>
                      <a:pt x="854" y="6271"/>
                    </a:lnTo>
                    <a:cubicBezTo>
                      <a:pt x="865" y="6195"/>
                      <a:pt x="881" y="6124"/>
                      <a:pt x="903" y="6054"/>
                    </a:cubicBezTo>
                    <a:close/>
                    <a:moveTo>
                      <a:pt x="4474" y="5940"/>
                    </a:moveTo>
                    <a:lnTo>
                      <a:pt x="4474" y="5940"/>
                    </a:lnTo>
                    <a:cubicBezTo>
                      <a:pt x="4463" y="6027"/>
                      <a:pt x="4447" y="6114"/>
                      <a:pt x="4431" y="6201"/>
                    </a:cubicBezTo>
                    <a:cubicBezTo>
                      <a:pt x="4414" y="6282"/>
                      <a:pt x="4398" y="6374"/>
                      <a:pt x="4376" y="6456"/>
                    </a:cubicBezTo>
                    <a:cubicBezTo>
                      <a:pt x="4387" y="6391"/>
                      <a:pt x="4404" y="6320"/>
                      <a:pt x="4409" y="6287"/>
                    </a:cubicBezTo>
                    <a:cubicBezTo>
                      <a:pt x="4409" y="6255"/>
                      <a:pt x="4414" y="6222"/>
                      <a:pt x="4414" y="6184"/>
                    </a:cubicBezTo>
                    <a:cubicBezTo>
                      <a:pt x="4436" y="6103"/>
                      <a:pt x="4458" y="6021"/>
                      <a:pt x="4474" y="5940"/>
                    </a:cubicBezTo>
                    <a:close/>
                    <a:moveTo>
                      <a:pt x="7410" y="5940"/>
                    </a:moveTo>
                    <a:lnTo>
                      <a:pt x="7410" y="5940"/>
                    </a:lnTo>
                    <a:cubicBezTo>
                      <a:pt x="7399" y="6021"/>
                      <a:pt x="7382" y="6114"/>
                      <a:pt x="7366" y="6195"/>
                    </a:cubicBezTo>
                    <a:cubicBezTo>
                      <a:pt x="7350" y="6282"/>
                      <a:pt x="7333" y="6369"/>
                      <a:pt x="7312" y="6456"/>
                    </a:cubicBezTo>
                    <a:cubicBezTo>
                      <a:pt x="7323" y="6391"/>
                      <a:pt x="7339" y="6320"/>
                      <a:pt x="7344" y="6287"/>
                    </a:cubicBezTo>
                    <a:cubicBezTo>
                      <a:pt x="7350" y="6249"/>
                      <a:pt x="7350" y="6217"/>
                      <a:pt x="7350" y="6179"/>
                    </a:cubicBezTo>
                    <a:cubicBezTo>
                      <a:pt x="7372" y="6097"/>
                      <a:pt x="7393" y="6021"/>
                      <a:pt x="7410" y="5940"/>
                    </a:cubicBezTo>
                    <a:close/>
                    <a:moveTo>
                      <a:pt x="4132" y="6287"/>
                    </a:moveTo>
                    <a:lnTo>
                      <a:pt x="4132" y="6287"/>
                    </a:lnTo>
                    <a:cubicBezTo>
                      <a:pt x="4110" y="6353"/>
                      <a:pt x="4088" y="6429"/>
                      <a:pt x="4061" y="6494"/>
                    </a:cubicBezTo>
                    <a:cubicBezTo>
                      <a:pt x="4061" y="6456"/>
                      <a:pt x="4061" y="6418"/>
                      <a:pt x="4067" y="6380"/>
                    </a:cubicBezTo>
                    <a:cubicBezTo>
                      <a:pt x="4088" y="6347"/>
                      <a:pt x="4110" y="6315"/>
                      <a:pt x="4132" y="6287"/>
                    </a:cubicBezTo>
                    <a:close/>
                    <a:moveTo>
                      <a:pt x="7067" y="6282"/>
                    </a:moveTo>
                    <a:lnTo>
                      <a:pt x="7067" y="6282"/>
                    </a:lnTo>
                    <a:cubicBezTo>
                      <a:pt x="7045" y="6353"/>
                      <a:pt x="7024" y="6423"/>
                      <a:pt x="6996" y="6494"/>
                    </a:cubicBezTo>
                    <a:cubicBezTo>
                      <a:pt x="6996" y="6456"/>
                      <a:pt x="6996" y="6413"/>
                      <a:pt x="7002" y="6374"/>
                    </a:cubicBezTo>
                    <a:cubicBezTo>
                      <a:pt x="7024" y="6347"/>
                      <a:pt x="7045" y="6315"/>
                      <a:pt x="7067" y="6282"/>
                    </a:cubicBezTo>
                    <a:close/>
                    <a:moveTo>
                      <a:pt x="696" y="6554"/>
                    </a:moveTo>
                    <a:cubicBezTo>
                      <a:pt x="729" y="6570"/>
                      <a:pt x="767" y="6581"/>
                      <a:pt x="805" y="6581"/>
                    </a:cubicBezTo>
                    <a:cubicBezTo>
                      <a:pt x="816" y="6581"/>
                      <a:pt x="827" y="6576"/>
                      <a:pt x="843" y="6576"/>
                    </a:cubicBezTo>
                    <a:cubicBezTo>
                      <a:pt x="843" y="6581"/>
                      <a:pt x="843" y="6586"/>
                      <a:pt x="843" y="6592"/>
                    </a:cubicBezTo>
                    <a:lnTo>
                      <a:pt x="751" y="6592"/>
                    </a:lnTo>
                    <a:cubicBezTo>
                      <a:pt x="713" y="6586"/>
                      <a:pt x="702" y="6581"/>
                      <a:pt x="696" y="6559"/>
                    </a:cubicBezTo>
                    <a:cubicBezTo>
                      <a:pt x="696" y="6559"/>
                      <a:pt x="696" y="6554"/>
                      <a:pt x="696" y="6554"/>
                    </a:cubicBezTo>
                    <a:close/>
                    <a:moveTo>
                      <a:pt x="3670" y="6548"/>
                    </a:moveTo>
                    <a:cubicBezTo>
                      <a:pt x="3697" y="6566"/>
                      <a:pt x="3728" y="6577"/>
                      <a:pt x="3759" y="6577"/>
                    </a:cubicBezTo>
                    <a:cubicBezTo>
                      <a:pt x="3765" y="6577"/>
                      <a:pt x="3772" y="6577"/>
                      <a:pt x="3778" y="6576"/>
                    </a:cubicBezTo>
                    <a:lnTo>
                      <a:pt x="3811" y="6576"/>
                    </a:lnTo>
                    <a:lnTo>
                      <a:pt x="3811" y="6586"/>
                    </a:lnTo>
                    <a:cubicBezTo>
                      <a:pt x="3795" y="6589"/>
                      <a:pt x="3778" y="6591"/>
                      <a:pt x="3762" y="6591"/>
                    </a:cubicBezTo>
                    <a:cubicBezTo>
                      <a:pt x="3746" y="6591"/>
                      <a:pt x="3730" y="6589"/>
                      <a:pt x="3713" y="6586"/>
                    </a:cubicBezTo>
                    <a:lnTo>
                      <a:pt x="3713" y="6586"/>
                    </a:lnTo>
                    <a:lnTo>
                      <a:pt x="3719" y="6592"/>
                    </a:lnTo>
                    <a:cubicBezTo>
                      <a:pt x="3681" y="6586"/>
                      <a:pt x="3670" y="6581"/>
                      <a:pt x="3664" y="6559"/>
                    </a:cubicBezTo>
                    <a:lnTo>
                      <a:pt x="3670" y="6548"/>
                    </a:lnTo>
                    <a:close/>
                    <a:moveTo>
                      <a:pt x="6600" y="6548"/>
                    </a:moveTo>
                    <a:cubicBezTo>
                      <a:pt x="6627" y="6566"/>
                      <a:pt x="6657" y="6577"/>
                      <a:pt x="6689" y="6577"/>
                    </a:cubicBezTo>
                    <a:cubicBezTo>
                      <a:pt x="6695" y="6577"/>
                      <a:pt x="6702" y="6577"/>
                      <a:pt x="6708" y="6576"/>
                    </a:cubicBezTo>
                    <a:lnTo>
                      <a:pt x="6741" y="6576"/>
                    </a:lnTo>
                    <a:cubicBezTo>
                      <a:pt x="6741" y="6576"/>
                      <a:pt x="6741" y="6581"/>
                      <a:pt x="6741" y="6586"/>
                    </a:cubicBezTo>
                    <a:cubicBezTo>
                      <a:pt x="6725" y="6589"/>
                      <a:pt x="6708" y="6591"/>
                      <a:pt x="6692" y="6591"/>
                    </a:cubicBezTo>
                    <a:cubicBezTo>
                      <a:pt x="6676" y="6591"/>
                      <a:pt x="6659" y="6589"/>
                      <a:pt x="6643" y="6586"/>
                    </a:cubicBezTo>
                    <a:lnTo>
                      <a:pt x="6643" y="6586"/>
                    </a:lnTo>
                    <a:lnTo>
                      <a:pt x="6649" y="6592"/>
                    </a:lnTo>
                    <a:cubicBezTo>
                      <a:pt x="6611" y="6586"/>
                      <a:pt x="6600" y="6581"/>
                      <a:pt x="6600" y="6559"/>
                    </a:cubicBezTo>
                    <a:lnTo>
                      <a:pt x="6600" y="6548"/>
                    </a:lnTo>
                    <a:close/>
                    <a:moveTo>
                      <a:pt x="5083" y="6592"/>
                    </a:moveTo>
                    <a:cubicBezTo>
                      <a:pt x="5078" y="6619"/>
                      <a:pt x="5078" y="6646"/>
                      <a:pt x="5072" y="6673"/>
                    </a:cubicBezTo>
                    <a:lnTo>
                      <a:pt x="5078" y="6673"/>
                    </a:lnTo>
                    <a:cubicBezTo>
                      <a:pt x="5067" y="6701"/>
                      <a:pt x="5056" y="6733"/>
                      <a:pt x="5040" y="6755"/>
                    </a:cubicBezTo>
                    <a:lnTo>
                      <a:pt x="5040" y="6739"/>
                    </a:lnTo>
                    <a:cubicBezTo>
                      <a:pt x="5040" y="6717"/>
                      <a:pt x="5045" y="6690"/>
                      <a:pt x="5045" y="6668"/>
                    </a:cubicBezTo>
                    <a:cubicBezTo>
                      <a:pt x="5056" y="6646"/>
                      <a:pt x="5067" y="6625"/>
                      <a:pt x="5072" y="6597"/>
                    </a:cubicBezTo>
                    <a:lnTo>
                      <a:pt x="5083" y="6592"/>
                    </a:lnTo>
                    <a:close/>
                    <a:moveTo>
                      <a:pt x="2121" y="6592"/>
                    </a:moveTo>
                    <a:cubicBezTo>
                      <a:pt x="2121" y="6619"/>
                      <a:pt x="2115" y="6646"/>
                      <a:pt x="2110" y="6673"/>
                    </a:cubicBezTo>
                    <a:cubicBezTo>
                      <a:pt x="2104" y="6706"/>
                      <a:pt x="2088" y="6733"/>
                      <a:pt x="2072" y="6760"/>
                    </a:cubicBezTo>
                    <a:lnTo>
                      <a:pt x="2077" y="6744"/>
                    </a:lnTo>
                    <a:cubicBezTo>
                      <a:pt x="2077" y="6717"/>
                      <a:pt x="2083" y="6695"/>
                      <a:pt x="2083" y="6668"/>
                    </a:cubicBezTo>
                    <a:cubicBezTo>
                      <a:pt x="2093" y="6646"/>
                      <a:pt x="2104" y="6625"/>
                      <a:pt x="2115" y="6597"/>
                    </a:cubicBezTo>
                    <a:lnTo>
                      <a:pt x="2121" y="6592"/>
                    </a:lnTo>
                    <a:close/>
                    <a:moveTo>
                      <a:pt x="8024" y="6597"/>
                    </a:moveTo>
                    <a:cubicBezTo>
                      <a:pt x="8024" y="6625"/>
                      <a:pt x="8024" y="6652"/>
                      <a:pt x="8018" y="6679"/>
                    </a:cubicBezTo>
                    <a:cubicBezTo>
                      <a:pt x="8013" y="6706"/>
                      <a:pt x="7997" y="6739"/>
                      <a:pt x="7980" y="6760"/>
                    </a:cubicBezTo>
                    <a:cubicBezTo>
                      <a:pt x="7980" y="6760"/>
                      <a:pt x="7980" y="6755"/>
                      <a:pt x="7980" y="6750"/>
                    </a:cubicBezTo>
                    <a:cubicBezTo>
                      <a:pt x="7986" y="6722"/>
                      <a:pt x="7986" y="6695"/>
                      <a:pt x="7986" y="6673"/>
                    </a:cubicBezTo>
                    <a:cubicBezTo>
                      <a:pt x="8002" y="6652"/>
                      <a:pt x="8013" y="6630"/>
                      <a:pt x="8018" y="6603"/>
                    </a:cubicBezTo>
                    <a:cubicBezTo>
                      <a:pt x="8024" y="6603"/>
                      <a:pt x="8024" y="6597"/>
                      <a:pt x="8024" y="6597"/>
                    </a:cubicBezTo>
                    <a:close/>
                    <a:moveTo>
                      <a:pt x="3980" y="6820"/>
                    </a:moveTo>
                    <a:cubicBezTo>
                      <a:pt x="3985" y="6820"/>
                      <a:pt x="3996" y="6820"/>
                      <a:pt x="4001" y="6826"/>
                    </a:cubicBezTo>
                    <a:cubicBezTo>
                      <a:pt x="4007" y="6831"/>
                      <a:pt x="4012" y="6842"/>
                      <a:pt x="4018" y="6847"/>
                    </a:cubicBezTo>
                    <a:cubicBezTo>
                      <a:pt x="4023" y="6858"/>
                      <a:pt x="4034" y="6864"/>
                      <a:pt x="4039" y="6875"/>
                    </a:cubicBezTo>
                    <a:cubicBezTo>
                      <a:pt x="4018" y="6875"/>
                      <a:pt x="4001" y="6880"/>
                      <a:pt x="3980" y="6885"/>
                    </a:cubicBezTo>
                    <a:cubicBezTo>
                      <a:pt x="3985" y="6864"/>
                      <a:pt x="3985" y="6842"/>
                      <a:pt x="3980" y="6820"/>
                    </a:cubicBezTo>
                    <a:close/>
                    <a:moveTo>
                      <a:pt x="6915" y="6815"/>
                    </a:moveTo>
                    <a:cubicBezTo>
                      <a:pt x="6920" y="6820"/>
                      <a:pt x="6931" y="6820"/>
                      <a:pt x="6937" y="6820"/>
                    </a:cubicBezTo>
                    <a:cubicBezTo>
                      <a:pt x="6942" y="6831"/>
                      <a:pt x="6948" y="6836"/>
                      <a:pt x="6953" y="6847"/>
                    </a:cubicBezTo>
                    <a:cubicBezTo>
                      <a:pt x="6958" y="6853"/>
                      <a:pt x="6964" y="6864"/>
                      <a:pt x="6975" y="6869"/>
                    </a:cubicBezTo>
                    <a:cubicBezTo>
                      <a:pt x="6953" y="6875"/>
                      <a:pt x="6931" y="6880"/>
                      <a:pt x="6915" y="6885"/>
                    </a:cubicBezTo>
                    <a:cubicBezTo>
                      <a:pt x="6920" y="6864"/>
                      <a:pt x="6920" y="6842"/>
                      <a:pt x="6915" y="6815"/>
                    </a:cubicBezTo>
                    <a:close/>
                    <a:moveTo>
                      <a:pt x="1012" y="6820"/>
                    </a:moveTo>
                    <a:lnTo>
                      <a:pt x="1039" y="6826"/>
                    </a:lnTo>
                    <a:lnTo>
                      <a:pt x="1033" y="6826"/>
                    </a:lnTo>
                    <a:cubicBezTo>
                      <a:pt x="1039" y="6836"/>
                      <a:pt x="1044" y="6842"/>
                      <a:pt x="1050" y="6853"/>
                    </a:cubicBezTo>
                    <a:cubicBezTo>
                      <a:pt x="1055" y="6858"/>
                      <a:pt x="1061" y="6869"/>
                      <a:pt x="1071" y="6875"/>
                    </a:cubicBezTo>
                    <a:cubicBezTo>
                      <a:pt x="1050" y="6880"/>
                      <a:pt x="1033" y="6885"/>
                      <a:pt x="1012" y="6891"/>
                    </a:cubicBezTo>
                    <a:cubicBezTo>
                      <a:pt x="1017" y="6869"/>
                      <a:pt x="1017" y="6847"/>
                      <a:pt x="1012" y="6820"/>
                    </a:cubicBezTo>
                    <a:close/>
                    <a:moveTo>
                      <a:pt x="1271" y="7010"/>
                    </a:moveTo>
                    <a:cubicBezTo>
                      <a:pt x="1279" y="7010"/>
                      <a:pt x="1287" y="7012"/>
                      <a:pt x="1294" y="7016"/>
                    </a:cubicBezTo>
                    <a:cubicBezTo>
                      <a:pt x="1321" y="7027"/>
                      <a:pt x="1332" y="7065"/>
                      <a:pt x="1354" y="7087"/>
                    </a:cubicBezTo>
                    <a:cubicBezTo>
                      <a:pt x="1398" y="7146"/>
                      <a:pt x="1468" y="7179"/>
                      <a:pt x="1544" y="7184"/>
                    </a:cubicBezTo>
                    <a:cubicBezTo>
                      <a:pt x="1631" y="7184"/>
                      <a:pt x="1686" y="7108"/>
                      <a:pt x="1762" y="7092"/>
                    </a:cubicBezTo>
                    <a:lnTo>
                      <a:pt x="1832" y="7092"/>
                    </a:lnTo>
                    <a:cubicBezTo>
                      <a:pt x="1865" y="7217"/>
                      <a:pt x="2028" y="7320"/>
                      <a:pt x="2104" y="7407"/>
                    </a:cubicBezTo>
                    <a:lnTo>
                      <a:pt x="2110" y="7413"/>
                    </a:lnTo>
                    <a:cubicBezTo>
                      <a:pt x="2186" y="7505"/>
                      <a:pt x="2273" y="7608"/>
                      <a:pt x="2278" y="7733"/>
                    </a:cubicBezTo>
                    <a:lnTo>
                      <a:pt x="2240" y="7733"/>
                    </a:lnTo>
                    <a:lnTo>
                      <a:pt x="2131" y="7744"/>
                    </a:lnTo>
                    <a:cubicBezTo>
                      <a:pt x="2119" y="7744"/>
                      <a:pt x="2099" y="7741"/>
                      <a:pt x="2088" y="7741"/>
                    </a:cubicBezTo>
                    <a:cubicBezTo>
                      <a:pt x="2082" y="7741"/>
                      <a:pt x="2078" y="7742"/>
                      <a:pt x="2079" y="7745"/>
                    </a:cubicBezTo>
                    <a:lnTo>
                      <a:pt x="2079" y="7745"/>
                    </a:lnTo>
                    <a:cubicBezTo>
                      <a:pt x="2070" y="7733"/>
                      <a:pt x="2054" y="7726"/>
                      <a:pt x="2039" y="7726"/>
                    </a:cubicBezTo>
                    <a:cubicBezTo>
                      <a:pt x="2025" y="7726"/>
                      <a:pt x="2011" y="7732"/>
                      <a:pt x="2001" y="7744"/>
                    </a:cubicBezTo>
                    <a:cubicBezTo>
                      <a:pt x="1957" y="7733"/>
                      <a:pt x="1919" y="7723"/>
                      <a:pt x="1876" y="7717"/>
                    </a:cubicBezTo>
                    <a:cubicBezTo>
                      <a:pt x="1794" y="7717"/>
                      <a:pt x="1707" y="7717"/>
                      <a:pt x="1626" y="7712"/>
                    </a:cubicBezTo>
                    <a:cubicBezTo>
                      <a:pt x="1546" y="7691"/>
                      <a:pt x="1466" y="7681"/>
                      <a:pt x="1384" y="7681"/>
                    </a:cubicBezTo>
                    <a:cubicBezTo>
                      <a:pt x="1338" y="7681"/>
                      <a:pt x="1292" y="7684"/>
                      <a:pt x="1245" y="7690"/>
                    </a:cubicBezTo>
                    <a:cubicBezTo>
                      <a:pt x="1186" y="7706"/>
                      <a:pt x="1120" y="7717"/>
                      <a:pt x="1055" y="7723"/>
                    </a:cubicBezTo>
                    <a:cubicBezTo>
                      <a:pt x="990" y="7723"/>
                      <a:pt x="919" y="7717"/>
                      <a:pt x="854" y="7717"/>
                    </a:cubicBezTo>
                    <a:cubicBezTo>
                      <a:pt x="783" y="7717"/>
                      <a:pt x="740" y="7750"/>
                      <a:pt x="680" y="7750"/>
                    </a:cubicBezTo>
                    <a:cubicBezTo>
                      <a:pt x="653" y="7750"/>
                      <a:pt x="626" y="7733"/>
                      <a:pt x="599" y="7733"/>
                    </a:cubicBezTo>
                    <a:lnTo>
                      <a:pt x="588" y="7733"/>
                    </a:lnTo>
                    <a:cubicBezTo>
                      <a:pt x="577" y="7570"/>
                      <a:pt x="647" y="7407"/>
                      <a:pt x="718" y="7260"/>
                    </a:cubicBezTo>
                    <a:cubicBezTo>
                      <a:pt x="751" y="7184"/>
                      <a:pt x="794" y="7108"/>
                      <a:pt x="838" y="7038"/>
                    </a:cubicBezTo>
                    <a:cubicBezTo>
                      <a:pt x="875" y="7084"/>
                      <a:pt x="934" y="7102"/>
                      <a:pt x="997" y="7102"/>
                    </a:cubicBezTo>
                    <a:cubicBezTo>
                      <a:pt x="1052" y="7102"/>
                      <a:pt x="1110" y="7088"/>
                      <a:pt x="1158" y="7065"/>
                    </a:cubicBezTo>
                    <a:cubicBezTo>
                      <a:pt x="1190" y="7047"/>
                      <a:pt x="1232" y="7010"/>
                      <a:pt x="1271" y="7010"/>
                    </a:cubicBezTo>
                    <a:close/>
                    <a:moveTo>
                      <a:pt x="4239" y="7005"/>
                    </a:moveTo>
                    <a:cubicBezTo>
                      <a:pt x="4247" y="7005"/>
                      <a:pt x="4255" y="7007"/>
                      <a:pt x="4262" y="7010"/>
                    </a:cubicBezTo>
                    <a:cubicBezTo>
                      <a:pt x="4284" y="7021"/>
                      <a:pt x="4300" y="7059"/>
                      <a:pt x="4322" y="7081"/>
                    </a:cubicBezTo>
                    <a:cubicBezTo>
                      <a:pt x="4366" y="7141"/>
                      <a:pt x="4436" y="7179"/>
                      <a:pt x="4512" y="7179"/>
                    </a:cubicBezTo>
                    <a:cubicBezTo>
                      <a:pt x="4599" y="7179"/>
                      <a:pt x="4654" y="7108"/>
                      <a:pt x="4730" y="7092"/>
                    </a:cubicBezTo>
                    <a:cubicBezTo>
                      <a:pt x="4741" y="7089"/>
                      <a:pt x="4751" y="7088"/>
                      <a:pt x="4763" y="7088"/>
                    </a:cubicBezTo>
                    <a:cubicBezTo>
                      <a:pt x="4775" y="7088"/>
                      <a:pt x="4787" y="7089"/>
                      <a:pt x="4800" y="7092"/>
                    </a:cubicBezTo>
                    <a:cubicBezTo>
                      <a:pt x="4833" y="7217"/>
                      <a:pt x="4996" y="7315"/>
                      <a:pt x="5072" y="7407"/>
                    </a:cubicBezTo>
                    <a:lnTo>
                      <a:pt x="5078" y="7413"/>
                    </a:lnTo>
                    <a:cubicBezTo>
                      <a:pt x="5154" y="7500"/>
                      <a:pt x="5241" y="7603"/>
                      <a:pt x="5246" y="7728"/>
                    </a:cubicBezTo>
                    <a:lnTo>
                      <a:pt x="5208" y="7728"/>
                    </a:lnTo>
                    <a:lnTo>
                      <a:pt x="5099" y="7739"/>
                    </a:lnTo>
                    <a:cubicBezTo>
                      <a:pt x="5087" y="7739"/>
                      <a:pt x="5069" y="7735"/>
                      <a:pt x="5058" y="7735"/>
                    </a:cubicBezTo>
                    <a:cubicBezTo>
                      <a:pt x="5051" y="7735"/>
                      <a:pt x="5046" y="7737"/>
                      <a:pt x="5050" y="7743"/>
                    </a:cubicBezTo>
                    <a:lnTo>
                      <a:pt x="5050" y="7743"/>
                    </a:lnTo>
                    <a:cubicBezTo>
                      <a:pt x="5041" y="7729"/>
                      <a:pt x="5024" y="7721"/>
                      <a:pt x="5007" y="7721"/>
                    </a:cubicBezTo>
                    <a:cubicBezTo>
                      <a:pt x="4993" y="7721"/>
                      <a:pt x="4979" y="7727"/>
                      <a:pt x="4969" y="7739"/>
                    </a:cubicBezTo>
                    <a:cubicBezTo>
                      <a:pt x="4925" y="7728"/>
                      <a:pt x="4887" y="7717"/>
                      <a:pt x="4844" y="7712"/>
                    </a:cubicBezTo>
                    <a:cubicBezTo>
                      <a:pt x="4820" y="7713"/>
                      <a:pt x="4796" y="7714"/>
                      <a:pt x="4771" y="7714"/>
                    </a:cubicBezTo>
                    <a:cubicBezTo>
                      <a:pt x="4712" y="7714"/>
                      <a:pt x="4651" y="7710"/>
                      <a:pt x="4594" y="7706"/>
                    </a:cubicBezTo>
                    <a:cubicBezTo>
                      <a:pt x="4519" y="7687"/>
                      <a:pt x="4444" y="7677"/>
                      <a:pt x="4368" y="7677"/>
                    </a:cubicBezTo>
                    <a:cubicBezTo>
                      <a:pt x="4317" y="7677"/>
                      <a:pt x="4266" y="7681"/>
                      <a:pt x="4213" y="7690"/>
                    </a:cubicBezTo>
                    <a:cubicBezTo>
                      <a:pt x="4154" y="7701"/>
                      <a:pt x="4088" y="7712"/>
                      <a:pt x="4029" y="7717"/>
                    </a:cubicBezTo>
                    <a:cubicBezTo>
                      <a:pt x="3958" y="7717"/>
                      <a:pt x="3893" y="7712"/>
                      <a:pt x="3822" y="7712"/>
                    </a:cubicBezTo>
                    <a:cubicBezTo>
                      <a:pt x="3757" y="7717"/>
                      <a:pt x="3708" y="7744"/>
                      <a:pt x="3648" y="7750"/>
                    </a:cubicBezTo>
                    <a:cubicBezTo>
                      <a:pt x="3626" y="7750"/>
                      <a:pt x="3594" y="7728"/>
                      <a:pt x="3566" y="7728"/>
                    </a:cubicBezTo>
                    <a:lnTo>
                      <a:pt x="3556" y="7728"/>
                    </a:lnTo>
                    <a:cubicBezTo>
                      <a:pt x="3545" y="7565"/>
                      <a:pt x="3615" y="7402"/>
                      <a:pt x="3686" y="7255"/>
                    </a:cubicBezTo>
                    <a:cubicBezTo>
                      <a:pt x="3719" y="7179"/>
                      <a:pt x="3762" y="7103"/>
                      <a:pt x="3806" y="7032"/>
                    </a:cubicBezTo>
                    <a:cubicBezTo>
                      <a:pt x="3846" y="7078"/>
                      <a:pt x="3905" y="7097"/>
                      <a:pt x="3966" y="7097"/>
                    </a:cubicBezTo>
                    <a:cubicBezTo>
                      <a:pt x="4021" y="7097"/>
                      <a:pt x="4078" y="7082"/>
                      <a:pt x="4126" y="7059"/>
                    </a:cubicBezTo>
                    <a:cubicBezTo>
                      <a:pt x="4158" y="7041"/>
                      <a:pt x="4200" y="7005"/>
                      <a:pt x="4239" y="7005"/>
                    </a:cubicBezTo>
                    <a:close/>
                    <a:moveTo>
                      <a:pt x="7174" y="7010"/>
                    </a:moveTo>
                    <a:cubicBezTo>
                      <a:pt x="7182" y="7010"/>
                      <a:pt x="7190" y="7012"/>
                      <a:pt x="7198" y="7016"/>
                    </a:cubicBezTo>
                    <a:cubicBezTo>
                      <a:pt x="7219" y="7027"/>
                      <a:pt x="7236" y="7065"/>
                      <a:pt x="7257" y="7087"/>
                    </a:cubicBezTo>
                    <a:cubicBezTo>
                      <a:pt x="7301" y="7146"/>
                      <a:pt x="7372" y="7184"/>
                      <a:pt x="7448" y="7184"/>
                    </a:cubicBezTo>
                    <a:cubicBezTo>
                      <a:pt x="7535" y="7184"/>
                      <a:pt x="7589" y="7114"/>
                      <a:pt x="7665" y="7097"/>
                    </a:cubicBezTo>
                    <a:cubicBezTo>
                      <a:pt x="7676" y="7095"/>
                      <a:pt x="7687" y="7093"/>
                      <a:pt x="7698" y="7093"/>
                    </a:cubicBezTo>
                    <a:cubicBezTo>
                      <a:pt x="7710" y="7093"/>
                      <a:pt x="7722" y="7095"/>
                      <a:pt x="7736" y="7097"/>
                    </a:cubicBezTo>
                    <a:cubicBezTo>
                      <a:pt x="7768" y="7222"/>
                      <a:pt x="7931" y="7320"/>
                      <a:pt x="8008" y="7413"/>
                    </a:cubicBezTo>
                    <a:cubicBezTo>
                      <a:pt x="8078" y="7500"/>
                      <a:pt x="8165" y="7603"/>
                      <a:pt x="8176" y="7728"/>
                    </a:cubicBezTo>
                    <a:lnTo>
                      <a:pt x="8138" y="7728"/>
                    </a:lnTo>
                    <a:lnTo>
                      <a:pt x="8029" y="7739"/>
                    </a:lnTo>
                    <a:cubicBezTo>
                      <a:pt x="8017" y="7739"/>
                      <a:pt x="7997" y="7735"/>
                      <a:pt x="7986" y="7735"/>
                    </a:cubicBezTo>
                    <a:cubicBezTo>
                      <a:pt x="7979" y="7735"/>
                      <a:pt x="7975" y="7737"/>
                      <a:pt x="7978" y="7741"/>
                    </a:cubicBezTo>
                    <a:lnTo>
                      <a:pt x="7978" y="7741"/>
                    </a:lnTo>
                    <a:cubicBezTo>
                      <a:pt x="7966" y="7728"/>
                      <a:pt x="7950" y="7721"/>
                      <a:pt x="7935" y="7721"/>
                    </a:cubicBezTo>
                    <a:cubicBezTo>
                      <a:pt x="7922" y="7721"/>
                      <a:pt x="7909" y="7727"/>
                      <a:pt x="7899" y="7739"/>
                    </a:cubicBezTo>
                    <a:cubicBezTo>
                      <a:pt x="7855" y="7728"/>
                      <a:pt x="7812" y="7717"/>
                      <a:pt x="7774" y="7717"/>
                    </a:cubicBezTo>
                    <a:cubicBezTo>
                      <a:pt x="7687" y="7717"/>
                      <a:pt x="7605" y="7712"/>
                      <a:pt x="7524" y="7706"/>
                    </a:cubicBezTo>
                    <a:cubicBezTo>
                      <a:pt x="7449" y="7687"/>
                      <a:pt x="7372" y="7677"/>
                      <a:pt x="7295" y="7677"/>
                    </a:cubicBezTo>
                    <a:cubicBezTo>
                      <a:pt x="7244" y="7677"/>
                      <a:pt x="7193" y="7681"/>
                      <a:pt x="7143" y="7690"/>
                    </a:cubicBezTo>
                    <a:cubicBezTo>
                      <a:pt x="7083" y="7701"/>
                      <a:pt x="7018" y="7712"/>
                      <a:pt x="6953" y="7717"/>
                    </a:cubicBezTo>
                    <a:cubicBezTo>
                      <a:pt x="6888" y="7717"/>
                      <a:pt x="6817" y="7712"/>
                      <a:pt x="6752" y="7712"/>
                    </a:cubicBezTo>
                    <a:cubicBezTo>
                      <a:pt x="6681" y="7717"/>
                      <a:pt x="6632" y="7750"/>
                      <a:pt x="6578" y="7750"/>
                    </a:cubicBezTo>
                    <a:cubicBezTo>
                      <a:pt x="6551" y="7750"/>
                      <a:pt x="6524" y="7728"/>
                      <a:pt x="6496" y="7728"/>
                    </a:cubicBezTo>
                    <a:lnTo>
                      <a:pt x="6486" y="7728"/>
                    </a:lnTo>
                    <a:cubicBezTo>
                      <a:pt x="6475" y="7565"/>
                      <a:pt x="6545" y="7402"/>
                      <a:pt x="6616" y="7255"/>
                    </a:cubicBezTo>
                    <a:lnTo>
                      <a:pt x="6621" y="7260"/>
                    </a:lnTo>
                    <a:cubicBezTo>
                      <a:pt x="6654" y="7184"/>
                      <a:pt x="6697" y="7108"/>
                      <a:pt x="6741" y="7038"/>
                    </a:cubicBezTo>
                    <a:cubicBezTo>
                      <a:pt x="6781" y="7084"/>
                      <a:pt x="6840" y="7102"/>
                      <a:pt x="6902" y="7102"/>
                    </a:cubicBezTo>
                    <a:cubicBezTo>
                      <a:pt x="6956" y="7102"/>
                      <a:pt x="7013" y="7088"/>
                      <a:pt x="7062" y="7065"/>
                    </a:cubicBezTo>
                    <a:cubicBezTo>
                      <a:pt x="7093" y="7047"/>
                      <a:pt x="7136" y="7010"/>
                      <a:pt x="7174" y="7010"/>
                    </a:cubicBezTo>
                    <a:close/>
                    <a:moveTo>
                      <a:pt x="5628" y="7882"/>
                    </a:moveTo>
                    <a:lnTo>
                      <a:pt x="5628" y="7882"/>
                    </a:lnTo>
                    <a:cubicBezTo>
                      <a:pt x="5647" y="7884"/>
                      <a:pt x="5647" y="7886"/>
                      <a:pt x="5642" y="7886"/>
                    </a:cubicBezTo>
                    <a:cubicBezTo>
                      <a:pt x="5638" y="7886"/>
                      <a:pt x="5631" y="7885"/>
                      <a:pt x="5628" y="7882"/>
                    </a:cubicBezTo>
                    <a:close/>
                    <a:moveTo>
                      <a:pt x="2659" y="7886"/>
                    </a:moveTo>
                    <a:cubicBezTo>
                      <a:pt x="2683" y="7887"/>
                      <a:pt x="2678" y="7890"/>
                      <a:pt x="2670" y="7890"/>
                    </a:cubicBezTo>
                    <a:cubicBezTo>
                      <a:pt x="2666" y="7890"/>
                      <a:pt x="2661" y="7889"/>
                      <a:pt x="2659" y="7886"/>
                    </a:cubicBezTo>
                    <a:close/>
                    <a:moveTo>
                      <a:pt x="8562" y="7886"/>
                    </a:moveTo>
                    <a:cubicBezTo>
                      <a:pt x="8586" y="7887"/>
                      <a:pt x="8579" y="7890"/>
                      <a:pt x="8571" y="7890"/>
                    </a:cubicBezTo>
                    <a:cubicBezTo>
                      <a:pt x="8567" y="7890"/>
                      <a:pt x="8562" y="7889"/>
                      <a:pt x="8562" y="7886"/>
                    </a:cubicBezTo>
                    <a:close/>
                    <a:moveTo>
                      <a:pt x="4317" y="7858"/>
                    </a:moveTo>
                    <a:cubicBezTo>
                      <a:pt x="4393" y="7858"/>
                      <a:pt x="4474" y="7864"/>
                      <a:pt x="4550" y="7886"/>
                    </a:cubicBezTo>
                    <a:cubicBezTo>
                      <a:pt x="4606" y="7894"/>
                      <a:pt x="4665" y="7899"/>
                      <a:pt x="4722" y="7899"/>
                    </a:cubicBezTo>
                    <a:cubicBezTo>
                      <a:pt x="4743" y="7899"/>
                      <a:pt x="4764" y="7898"/>
                      <a:pt x="4784" y="7896"/>
                    </a:cubicBezTo>
                    <a:cubicBezTo>
                      <a:pt x="4860" y="7902"/>
                      <a:pt x="4936" y="7918"/>
                      <a:pt x="5007" y="7935"/>
                    </a:cubicBezTo>
                    <a:cubicBezTo>
                      <a:pt x="5031" y="7936"/>
                      <a:pt x="5053" y="7937"/>
                      <a:pt x="5076" y="7937"/>
                    </a:cubicBezTo>
                    <a:cubicBezTo>
                      <a:pt x="5122" y="7937"/>
                      <a:pt x="5166" y="7935"/>
                      <a:pt x="5214" y="7935"/>
                    </a:cubicBezTo>
                    <a:cubicBezTo>
                      <a:pt x="5222" y="7935"/>
                      <a:pt x="5231" y="7936"/>
                      <a:pt x="5240" y="7936"/>
                    </a:cubicBezTo>
                    <a:cubicBezTo>
                      <a:pt x="5287" y="7936"/>
                      <a:pt x="5336" y="7924"/>
                      <a:pt x="5377" y="7896"/>
                    </a:cubicBezTo>
                    <a:lnTo>
                      <a:pt x="5382" y="7896"/>
                    </a:lnTo>
                    <a:lnTo>
                      <a:pt x="5464" y="7886"/>
                    </a:lnTo>
                    <a:cubicBezTo>
                      <a:pt x="5518" y="7886"/>
                      <a:pt x="5567" y="7880"/>
                      <a:pt x="5616" y="7880"/>
                    </a:cubicBezTo>
                    <a:cubicBezTo>
                      <a:pt x="5620" y="7881"/>
                      <a:pt x="5624" y="7881"/>
                      <a:pt x="5627" y="7881"/>
                    </a:cubicBezTo>
                    <a:lnTo>
                      <a:pt x="5627" y="7881"/>
                    </a:lnTo>
                    <a:cubicBezTo>
                      <a:pt x="5632" y="7924"/>
                      <a:pt x="5632" y="7968"/>
                      <a:pt x="5643" y="8011"/>
                    </a:cubicBezTo>
                    <a:cubicBezTo>
                      <a:pt x="5665" y="8108"/>
                      <a:pt x="5670" y="8206"/>
                      <a:pt x="5670" y="8304"/>
                    </a:cubicBezTo>
                    <a:cubicBezTo>
                      <a:pt x="5670" y="8348"/>
                      <a:pt x="5665" y="8391"/>
                      <a:pt x="5654" y="8435"/>
                    </a:cubicBezTo>
                    <a:cubicBezTo>
                      <a:pt x="5643" y="8465"/>
                      <a:pt x="5631" y="8474"/>
                      <a:pt x="5614" y="8474"/>
                    </a:cubicBezTo>
                    <a:cubicBezTo>
                      <a:pt x="5598" y="8474"/>
                      <a:pt x="5578" y="8465"/>
                      <a:pt x="5551" y="8456"/>
                    </a:cubicBezTo>
                    <a:cubicBezTo>
                      <a:pt x="5523" y="8451"/>
                      <a:pt x="5496" y="8449"/>
                      <a:pt x="5468" y="8449"/>
                    </a:cubicBezTo>
                    <a:cubicBezTo>
                      <a:pt x="5412" y="8449"/>
                      <a:pt x="5355" y="8456"/>
                      <a:pt x="5300" y="8456"/>
                    </a:cubicBezTo>
                    <a:cubicBezTo>
                      <a:pt x="5230" y="8450"/>
                      <a:pt x="5159" y="8445"/>
                      <a:pt x="5089" y="8445"/>
                    </a:cubicBezTo>
                    <a:cubicBezTo>
                      <a:pt x="5045" y="8445"/>
                      <a:pt x="5002" y="8447"/>
                      <a:pt x="4958" y="8451"/>
                    </a:cubicBezTo>
                    <a:cubicBezTo>
                      <a:pt x="4757" y="8467"/>
                      <a:pt x="4550" y="8484"/>
                      <a:pt x="4355" y="8489"/>
                    </a:cubicBezTo>
                    <a:cubicBezTo>
                      <a:pt x="4316" y="8493"/>
                      <a:pt x="4278" y="8495"/>
                      <a:pt x="4241" y="8495"/>
                    </a:cubicBezTo>
                    <a:cubicBezTo>
                      <a:pt x="4173" y="8495"/>
                      <a:pt x="4106" y="8489"/>
                      <a:pt x="4039" y="8478"/>
                    </a:cubicBezTo>
                    <a:cubicBezTo>
                      <a:pt x="3993" y="8470"/>
                      <a:pt x="3947" y="8466"/>
                      <a:pt x="3901" y="8466"/>
                    </a:cubicBezTo>
                    <a:cubicBezTo>
                      <a:pt x="3855" y="8466"/>
                      <a:pt x="3808" y="8470"/>
                      <a:pt x="3762" y="8478"/>
                    </a:cubicBezTo>
                    <a:cubicBezTo>
                      <a:pt x="3728" y="8482"/>
                      <a:pt x="3693" y="8484"/>
                      <a:pt x="3659" y="8484"/>
                    </a:cubicBezTo>
                    <a:cubicBezTo>
                      <a:pt x="3590" y="8484"/>
                      <a:pt x="3521" y="8476"/>
                      <a:pt x="3452" y="8462"/>
                    </a:cubicBezTo>
                    <a:cubicBezTo>
                      <a:pt x="3432" y="8458"/>
                      <a:pt x="3408" y="8458"/>
                      <a:pt x="3383" y="8458"/>
                    </a:cubicBezTo>
                    <a:cubicBezTo>
                      <a:pt x="3333" y="8458"/>
                      <a:pt x="3280" y="8458"/>
                      <a:pt x="3251" y="8429"/>
                    </a:cubicBezTo>
                    <a:cubicBezTo>
                      <a:pt x="3159" y="8342"/>
                      <a:pt x="3142" y="8087"/>
                      <a:pt x="3202" y="7983"/>
                    </a:cubicBezTo>
                    <a:cubicBezTo>
                      <a:pt x="3224" y="7940"/>
                      <a:pt x="3246" y="7940"/>
                      <a:pt x="3300" y="7929"/>
                    </a:cubicBezTo>
                    <a:cubicBezTo>
                      <a:pt x="3316" y="7929"/>
                      <a:pt x="3333" y="7924"/>
                      <a:pt x="3354" y="7918"/>
                    </a:cubicBezTo>
                    <a:cubicBezTo>
                      <a:pt x="3360" y="7918"/>
                      <a:pt x="3409" y="7907"/>
                      <a:pt x="3398" y="7907"/>
                    </a:cubicBezTo>
                    <a:cubicBezTo>
                      <a:pt x="3409" y="7907"/>
                      <a:pt x="3420" y="7907"/>
                      <a:pt x="3436" y="7913"/>
                    </a:cubicBezTo>
                    <a:cubicBezTo>
                      <a:pt x="3447" y="7924"/>
                      <a:pt x="3469" y="7929"/>
                      <a:pt x="3485" y="7929"/>
                    </a:cubicBezTo>
                    <a:cubicBezTo>
                      <a:pt x="3512" y="7924"/>
                      <a:pt x="3539" y="7918"/>
                      <a:pt x="3566" y="7918"/>
                    </a:cubicBezTo>
                    <a:cubicBezTo>
                      <a:pt x="3599" y="7918"/>
                      <a:pt x="3626" y="7935"/>
                      <a:pt x="3659" y="7935"/>
                    </a:cubicBezTo>
                    <a:cubicBezTo>
                      <a:pt x="3735" y="7935"/>
                      <a:pt x="3800" y="7896"/>
                      <a:pt x="3882" y="7896"/>
                    </a:cubicBezTo>
                    <a:cubicBezTo>
                      <a:pt x="3917" y="7902"/>
                      <a:pt x="3952" y="7905"/>
                      <a:pt x="3988" y="7905"/>
                    </a:cubicBezTo>
                    <a:cubicBezTo>
                      <a:pt x="4024" y="7905"/>
                      <a:pt x="4061" y="7902"/>
                      <a:pt x="4099" y="7896"/>
                    </a:cubicBezTo>
                    <a:cubicBezTo>
                      <a:pt x="4170" y="7891"/>
                      <a:pt x="4241" y="7864"/>
                      <a:pt x="4317" y="7858"/>
                    </a:cubicBezTo>
                    <a:close/>
                    <a:moveTo>
                      <a:pt x="7293" y="7862"/>
                    </a:moveTo>
                    <a:cubicBezTo>
                      <a:pt x="7357" y="7862"/>
                      <a:pt x="7423" y="7872"/>
                      <a:pt x="7486" y="7886"/>
                    </a:cubicBezTo>
                    <a:cubicBezTo>
                      <a:pt x="7541" y="7894"/>
                      <a:pt x="7600" y="7899"/>
                      <a:pt x="7657" y="7899"/>
                    </a:cubicBezTo>
                    <a:cubicBezTo>
                      <a:pt x="7678" y="7899"/>
                      <a:pt x="7699" y="7898"/>
                      <a:pt x="7719" y="7896"/>
                    </a:cubicBezTo>
                    <a:cubicBezTo>
                      <a:pt x="7796" y="7907"/>
                      <a:pt x="7872" y="7918"/>
                      <a:pt x="7942" y="7935"/>
                    </a:cubicBezTo>
                    <a:cubicBezTo>
                      <a:pt x="7966" y="7936"/>
                      <a:pt x="7989" y="7937"/>
                      <a:pt x="8012" y="7937"/>
                    </a:cubicBezTo>
                    <a:cubicBezTo>
                      <a:pt x="8057" y="7937"/>
                      <a:pt x="8102" y="7935"/>
                      <a:pt x="8149" y="7935"/>
                    </a:cubicBezTo>
                    <a:cubicBezTo>
                      <a:pt x="8160" y="7937"/>
                      <a:pt x="8172" y="7938"/>
                      <a:pt x="8183" y="7938"/>
                    </a:cubicBezTo>
                    <a:cubicBezTo>
                      <a:pt x="8228" y="7938"/>
                      <a:pt x="8273" y="7922"/>
                      <a:pt x="8312" y="7896"/>
                    </a:cubicBezTo>
                    <a:lnTo>
                      <a:pt x="8399" y="7891"/>
                    </a:lnTo>
                    <a:cubicBezTo>
                      <a:pt x="8453" y="7891"/>
                      <a:pt x="8502" y="7886"/>
                      <a:pt x="8551" y="7886"/>
                    </a:cubicBezTo>
                    <a:cubicBezTo>
                      <a:pt x="8555" y="7886"/>
                      <a:pt x="8559" y="7886"/>
                      <a:pt x="8562" y="7886"/>
                    </a:cubicBezTo>
                    <a:lnTo>
                      <a:pt x="8562" y="7886"/>
                    </a:lnTo>
                    <a:cubicBezTo>
                      <a:pt x="8562" y="7929"/>
                      <a:pt x="8567" y="7973"/>
                      <a:pt x="8578" y="8016"/>
                    </a:cubicBezTo>
                    <a:cubicBezTo>
                      <a:pt x="8595" y="8108"/>
                      <a:pt x="8605" y="8206"/>
                      <a:pt x="8600" y="8304"/>
                    </a:cubicBezTo>
                    <a:cubicBezTo>
                      <a:pt x="8605" y="8348"/>
                      <a:pt x="8600" y="8391"/>
                      <a:pt x="8589" y="8435"/>
                    </a:cubicBezTo>
                    <a:cubicBezTo>
                      <a:pt x="8578" y="8466"/>
                      <a:pt x="8565" y="8475"/>
                      <a:pt x="8548" y="8475"/>
                    </a:cubicBezTo>
                    <a:cubicBezTo>
                      <a:pt x="8532" y="8475"/>
                      <a:pt x="8512" y="8467"/>
                      <a:pt x="8486" y="8462"/>
                    </a:cubicBezTo>
                    <a:cubicBezTo>
                      <a:pt x="8457" y="8454"/>
                      <a:pt x="8428" y="8452"/>
                      <a:pt x="8399" y="8452"/>
                    </a:cubicBezTo>
                    <a:cubicBezTo>
                      <a:pt x="8354" y="8452"/>
                      <a:pt x="8309" y="8457"/>
                      <a:pt x="8265" y="8457"/>
                    </a:cubicBezTo>
                    <a:cubicBezTo>
                      <a:pt x="8255" y="8457"/>
                      <a:pt x="8245" y="8457"/>
                      <a:pt x="8236" y="8456"/>
                    </a:cubicBezTo>
                    <a:cubicBezTo>
                      <a:pt x="8169" y="8450"/>
                      <a:pt x="8102" y="8447"/>
                      <a:pt x="8035" y="8447"/>
                    </a:cubicBezTo>
                    <a:cubicBezTo>
                      <a:pt x="7988" y="8447"/>
                      <a:pt x="7941" y="8449"/>
                      <a:pt x="7893" y="8451"/>
                    </a:cubicBezTo>
                    <a:cubicBezTo>
                      <a:pt x="7692" y="8467"/>
                      <a:pt x="7491" y="8484"/>
                      <a:pt x="7290" y="8494"/>
                    </a:cubicBezTo>
                    <a:cubicBezTo>
                      <a:pt x="7263" y="8496"/>
                      <a:pt x="7236" y="8496"/>
                      <a:pt x="7209" y="8496"/>
                    </a:cubicBezTo>
                    <a:cubicBezTo>
                      <a:pt x="7130" y="8496"/>
                      <a:pt x="7052" y="8490"/>
                      <a:pt x="6975" y="8478"/>
                    </a:cubicBezTo>
                    <a:cubicBezTo>
                      <a:pt x="6929" y="8470"/>
                      <a:pt x="6882" y="8466"/>
                      <a:pt x="6836" y="8466"/>
                    </a:cubicBezTo>
                    <a:cubicBezTo>
                      <a:pt x="6790" y="8466"/>
                      <a:pt x="6744" y="8470"/>
                      <a:pt x="6697" y="8478"/>
                    </a:cubicBezTo>
                    <a:cubicBezTo>
                      <a:pt x="6663" y="8482"/>
                      <a:pt x="6629" y="8484"/>
                      <a:pt x="6594" y="8484"/>
                    </a:cubicBezTo>
                    <a:cubicBezTo>
                      <a:pt x="6525" y="8484"/>
                      <a:pt x="6457" y="8476"/>
                      <a:pt x="6388" y="8462"/>
                    </a:cubicBezTo>
                    <a:cubicBezTo>
                      <a:pt x="6375" y="8460"/>
                      <a:pt x="6361" y="8459"/>
                      <a:pt x="6346" y="8459"/>
                    </a:cubicBezTo>
                    <a:cubicBezTo>
                      <a:pt x="6328" y="8459"/>
                      <a:pt x="6309" y="8460"/>
                      <a:pt x="6290" y="8460"/>
                    </a:cubicBezTo>
                    <a:cubicBezTo>
                      <a:pt x="6249" y="8460"/>
                      <a:pt x="6210" y="8456"/>
                      <a:pt x="6187" y="8429"/>
                    </a:cubicBezTo>
                    <a:cubicBezTo>
                      <a:pt x="6094" y="8342"/>
                      <a:pt x="6078" y="8092"/>
                      <a:pt x="6132" y="7983"/>
                    </a:cubicBezTo>
                    <a:cubicBezTo>
                      <a:pt x="6159" y="7940"/>
                      <a:pt x="6181" y="7940"/>
                      <a:pt x="6230" y="7929"/>
                    </a:cubicBezTo>
                    <a:cubicBezTo>
                      <a:pt x="6252" y="7929"/>
                      <a:pt x="6268" y="7924"/>
                      <a:pt x="6290" y="7924"/>
                    </a:cubicBezTo>
                    <a:cubicBezTo>
                      <a:pt x="6295" y="7924"/>
                      <a:pt x="6344" y="7913"/>
                      <a:pt x="6333" y="7907"/>
                    </a:cubicBezTo>
                    <a:lnTo>
                      <a:pt x="6333" y="7907"/>
                    </a:lnTo>
                    <a:cubicBezTo>
                      <a:pt x="6344" y="7913"/>
                      <a:pt x="6355" y="7913"/>
                      <a:pt x="6371" y="7913"/>
                    </a:cubicBezTo>
                    <a:cubicBezTo>
                      <a:pt x="6382" y="7924"/>
                      <a:pt x="6404" y="7929"/>
                      <a:pt x="6420" y="7929"/>
                    </a:cubicBezTo>
                    <a:cubicBezTo>
                      <a:pt x="6447" y="7924"/>
                      <a:pt x="6475" y="7918"/>
                      <a:pt x="6502" y="7918"/>
                    </a:cubicBezTo>
                    <a:cubicBezTo>
                      <a:pt x="6534" y="7918"/>
                      <a:pt x="6562" y="7935"/>
                      <a:pt x="6594" y="7935"/>
                    </a:cubicBezTo>
                    <a:cubicBezTo>
                      <a:pt x="6665" y="7935"/>
                      <a:pt x="6727" y="7901"/>
                      <a:pt x="6797" y="7901"/>
                    </a:cubicBezTo>
                    <a:cubicBezTo>
                      <a:pt x="6802" y="7901"/>
                      <a:pt x="6807" y="7902"/>
                      <a:pt x="6812" y="7902"/>
                    </a:cubicBezTo>
                    <a:cubicBezTo>
                      <a:pt x="6850" y="7905"/>
                      <a:pt x="6886" y="7906"/>
                      <a:pt x="6923" y="7906"/>
                    </a:cubicBezTo>
                    <a:cubicBezTo>
                      <a:pt x="6960" y="7906"/>
                      <a:pt x="6996" y="7905"/>
                      <a:pt x="7035" y="7902"/>
                    </a:cubicBezTo>
                    <a:cubicBezTo>
                      <a:pt x="7105" y="7891"/>
                      <a:pt x="7176" y="7869"/>
                      <a:pt x="7252" y="7864"/>
                    </a:cubicBezTo>
                    <a:cubicBezTo>
                      <a:pt x="7265" y="7863"/>
                      <a:pt x="7279" y="7862"/>
                      <a:pt x="7293" y="7862"/>
                    </a:cubicBezTo>
                    <a:close/>
                    <a:moveTo>
                      <a:pt x="1349" y="7858"/>
                    </a:moveTo>
                    <a:cubicBezTo>
                      <a:pt x="1425" y="7858"/>
                      <a:pt x="1501" y="7864"/>
                      <a:pt x="1582" y="7880"/>
                    </a:cubicBezTo>
                    <a:cubicBezTo>
                      <a:pt x="1659" y="7896"/>
                      <a:pt x="1735" y="7896"/>
                      <a:pt x="1816" y="7896"/>
                    </a:cubicBezTo>
                    <a:cubicBezTo>
                      <a:pt x="1892" y="7902"/>
                      <a:pt x="1963" y="7918"/>
                      <a:pt x="2039" y="7935"/>
                    </a:cubicBezTo>
                    <a:cubicBezTo>
                      <a:pt x="2063" y="7936"/>
                      <a:pt x="2086" y="7937"/>
                      <a:pt x="2108" y="7937"/>
                    </a:cubicBezTo>
                    <a:cubicBezTo>
                      <a:pt x="2154" y="7937"/>
                      <a:pt x="2198" y="7935"/>
                      <a:pt x="2246" y="7935"/>
                    </a:cubicBezTo>
                    <a:cubicBezTo>
                      <a:pt x="2254" y="7935"/>
                      <a:pt x="2263" y="7936"/>
                      <a:pt x="2272" y="7936"/>
                    </a:cubicBezTo>
                    <a:cubicBezTo>
                      <a:pt x="2319" y="7936"/>
                      <a:pt x="2368" y="7924"/>
                      <a:pt x="2409" y="7896"/>
                    </a:cubicBezTo>
                    <a:lnTo>
                      <a:pt x="2414" y="7896"/>
                    </a:lnTo>
                    <a:cubicBezTo>
                      <a:pt x="2447" y="7896"/>
                      <a:pt x="2479" y="7891"/>
                      <a:pt x="2496" y="7891"/>
                    </a:cubicBezTo>
                    <a:cubicBezTo>
                      <a:pt x="2550" y="7886"/>
                      <a:pt x="2599" y="7886"/>
                      <a:pt x="2648" y="7886"/>
                    </a:cubicBezTo>
                    <a:cubicBezTo>
                      <a:pt x="2652" y="7886"/>
                      <a:pt x="2656" y="7886"/>
                      <a:pt x="2659" y="7886"/>
                    </a:cubicBezTo>
                    <a:lnTo>
                      <a:pt x="2659" y="7886"/>
                    </a:lnTo>
                    <a:cubicBezTo>
                      <a:pt x="2664" y="7929"/>
                      <a:pt x="2664" y="7973"/>
                      <a:pt x="2675" y="8016"/>
                    </a:cubicBezTo>
                    <a:cubicBezTo>
                      <a:pt x="2697" y="8108"/>
                      <a:pt x="2702" y="8206"/>
                      <a:pt x="2702" y="8304"/>
                    </a:cubicBezTo>
                    <a:cubicBezTo>
                      <a:pt x="2702" y="8348"/>
                      <a:pt x="2697" y="8391"/>
                      <a:pt x="2686" y="8435"/>
                    </a:cubicBezTo>
                    <a:cubicBezTo>
                      <a:pt x="2675" y="8467"/>
                      <a:pt x="2663" y="8477"/>
                      <a:pt x="2646" y="8477"/>
                    </a:cubicBezTo>
                    <a:cubicBezTo>
                      <a:pt x="2630" y="8477"/>
                      <a:pt x="2610" y="8467"/>
                      <a:pt x="2583" y="8462"/>
                    </a:cubicBezTo>
                    <a:cubicBezTo>
                      <a:pt x="2554" y="8454"/>
                      <a:pt x="2525" y="8452"/>
                      <a:pt x="2496" y="8452"/>
                    </a:cubicBezTo>
                    <a:cubicBezTo>
                      <a:pt x="2451" y="8452"/>
                      <a:pt x="2406" y="8457"/>
                      <a:pt x="2362" y="8457"/>
                    </a:cubicBezTo>
                    <a:cubicBezTo>
                      <a:pt x="2352" y="8457"/>
                      <a:pt x="2342" y="8457"/>
                      <a:pt x="2333" y="8456"/>
                    </a:cubicBezTo>
                    <a:cubicBezTo>
                      <a:pt x="2275" y="8451"/>
                      <a:pt x="2218" y="8448"/>
                      <a:pt x="2161" y="8448"/>
                    </a:cubicBezTo>
                    <a:cubicBezTo>
                      <a:pt x="2104" y="8448"/>
                      <a:pt x="2047" y="8451"/>
                      <a:pt x="1990" y="8456"/>
                    </a:cubicBezTo>
                    <a:cubicBezTo>
                      <a:pt x="1789" y="8467"/>
                      <a:pt x="1588" y="8484"/>
                      <a:pt x="1387" y="8494"/>
                    </a:cubicBezTo>
                    <a:cubicBezTo>
                      <a:pt x="1347" y="8496"/>
                      <a:pt x="1308" y="8498"/>
                      <a:pt x="1269" y="8498"/>
                    </a:cubicBezTo>
                    <a:cubicBezTo>
                      <a:pt x="1202" y="8498"/>
                      <a:pt x="1137" y="8494"/>
                      <a:pt x="1071" y="8484"/>
                    </a:cubicBezTo>
                    <a:cubicBezTo>
                      <a:pt x="1025" y="8475"/>
                      <a:pt x="979" y="8471"/>
                      <a:pt x="933" y="8471"/>
                    </a:cubicBezTo>
                    <a:cubicBezTo>
                      <a:pt x="887" y="8471"/>
                      <a:pt x="840" y="8475"/>
                      <a:pt x="794" y="8484"/>
                    </a:cubicBezTo>
                    <a:cubicBezTo>
                      <a:pt x="770" y="8485"/>
                      <a:pt x="745" y="8486"/>
                      <a:pt x="720" y="8486"/>
                    </a:cubicBezTo>
                    <a:cubicBezTo>
                      <a:pt x="640" y="8486"/>
                      <a:pt x="559" y="8478"/>
                      <a:pt x="484" y="8462"/>
                    </a:cubicBezTo>
                    <a:cubicBezTo>
                      <a:pt x="477" y="8461"/>
                      <a:pt x="468" y="8461"/>
                      <a:pt x="460" y="8461"/>
                    </a:cubicBezTo>
                    <a:cubicBezTo>
                      <a:pt x="437" y="8461"/>
                      <a:pt x="411" y="8463"/>
                      <a:pt x="386" y="8463"/>
                    </a:cubicBezTo>
                    <a:cubicBezTo>
                      <a:pt x="345" y="8463"/>
                      <a:pt x="304" y="8458"/>
                      <a:pt x="278" y="8435"/>
                    </a:cubicBezTo>
                    <a:cubicBezTo>
                      <a:pt x="191" y="8342"/>
                      <a:pt x="175" y="8092"/>
                      <a:pt x="229" y="7989"/>
                    </a:cubicBezTo>
                    <a:cubicBezTo>
                      <a:pt x="256" y="7945"/>
                      <a:pt x="278" y="7940"/>
                      <a:pt x="327" y="7935"/>
                    </a:cubicBezTo>
                    <a:cubicBezTo>
                      <a:pt x="348" y="7935"/>
                      <a:pt x="365" y="7929"/>
                      <a:pt x="387" y="7924"/>
                    </a:cubicBezTo>
                    <a:cubicBezTo>
                      <a:pt x="392" y="7924"/>
                      <a:pt x="441" y="7913"/>
                      <a:pt x="430" y="7913"/>
                    </a:cubicBezTo>
                    <a:lnTo>
                      <a:pt x="468" y="7913"/>
                    </a:lnTo>
                    <a:cubicBezTo>
                      <a:pt x="479" y="7924"/>
                      <a:pt x="495" y="7929"/>
                      <a:pt x="517" y="7929"/>
                    </a:cubicBezTo>
                    <a:cubicBezTo>
                      <a:pt x="544" y="7929"/>
                      <a:pt x="571" y="7918"/>
                      <a:pt x="599" y="7918"/>
                    </a:cubicBezTo>
                    <a:cubicBezTo>
                      <a:pt x="626" y="7918"/>
                      <a:pt x="658" y="7935"/>
                      <a:pt x="686" y="7935"/>
                    </a:cubicBezTo>
                    <a:cubicBezTo>
                      <a:pt x="767" y="7935"/>
                      <a:pt x="832" y="7896"/>
                      <a:pt x="908" y="7896"/>
                    </a:cubicBezTo>
                    <a:cubicBezTo>
                      <a:pt x="946" y="7902"/>
                      <a:pt x="983" y="7905"/>
                      <a:pt x="1020" y="7905"/>
                    </a:cubicBezTo>
                    <a:cubicBezTo>
                      <a:pt x="1056" y="7905"/>
                      <a:pt x="1093" y="7902"/>
                      <a:pt x="1131" y="7896"/>
                    </a:cubicBezTo>
                    <a:cubicBezTo>
                      <a:pt x="1202" y="7891"/>
                      <a:pt x="1273" y="7864"/>
                      <a:pt x="1349" y="7858"/>
                    </a:cubicBezTo>
                    <a:close/>
                    <a:moveTo>
                      <a:pt x="3925" y="1"/>
                    </a:moveTo>
                    <a:cubicBezTo>
                      <a:pt x="3831" y="1"/>
                      <a:pt x="3738" y="4"/>
                      <a:pt x="3643" y="9"/>
                    </a:cubicBezTo>
                    <a:lnTo>
                      <a:pt x="2403" y="9"/>
                    </a:lnTo>
                    <a:cubicBezTo>
                      <a:pt x="2342" y="9"/>
                      <a:pt x="2278" y="7"/>
                      <a:pt x="2214" y="7"/>
                    </a:cubicBezTo>
                    <a:cubicBezTo>
                      <a:pt x="2183" y="7"/>
                      <a:pt x="2151" y="7"/>
                      <a:pt x="2121" y="9"/>
                    </a:cubicBezTo>
                    <a:cubicBezTo>
                      <a:pt x="2028" y="15"/>
                      <a:pt x="1925" y="42"/>
                      <a:pt x="1827" y="47"/>
                    </a:cubicBezTo>
                    <a:cubicBezTo>
                      <a:pt x="1631" y="53"/>
                      <a:pt x="1441" y="85"/>
                      <a:pt x="1245" y="85"/>
                    </a:cubicBezTo>
                    <a:cubicBezTo>
                      <a:pt x="1078" y="85"/>
                      <a:pt x="915" y="118"/>
                      <a:pt x="744" y="118"/>
                    </a:cubicBezTo>
                    <a:cubicBezTo>
                      <a:pt x="732" y="118"/>
                      <a:pt x="720" y="118"/>
                      <a:pt x="707" y="118"/>
                    </a:cubicBezTo>
                    <a:cubicBezTo>
                      <a:pt x="687" y="116"/>
                      <a:pt x="666" y="116"/>
                      <a:pt x="645" y="116"/>
                    </a:cubicBezTo>
                    <a:cubicBezTo>
                      <a:pt x="583" y="116"/>
                      <a:pt x="518" y="122"/>
                      <a:pt x="457" y="134"/>
                    </a:cubicBezTo>
                    <a:cubicBezTo>
                      <a:pt x="387" y="150"/>
                      <a:pt x="294" y="134"/>
                      <a:pt x="229" y="172"/>
                    </a:cubicBezTo>
                    <a:cubicBezTo>
                      <a:pt x="115" y="237"/>
                      <a:pt x="153" y="395"/>
                      <a:pt x="147" y="509"/>
                    </a:cubicBezTo>
                    <a:cubicBezTo>
                      <a:pt x="136" y="710"/>
                      <a:pt x="136" y="911"/>
                      <a:pt x="153" y="1107"/>
                    </a:cubicBezTo>
                    <a:cubicBezTo>
                      <a:pt x="169" y="1297"/>
                      <a:pt x="196" y="1493"/>
                      <a:pt x="202" y="1683"/>
                    </a:cubicBezTo>
                    <a:cubicBezTo>
                      <a:pt x="207" y="1879"/>
                      <a:pt x="213" y="2086"/>
                      <a:pt x="213" y="2287"/>
                    </a:cubicBezTo>
                    <a:cubicBezTo>
                      <a:pt x="213" y="2477"/>
                      <a:pt x="196" y="2667"/>
                      <a:pt x="169" y="2852"/>
                    </a:cubicBezTo>
                    <a:cubicBezTo>
                      <a:pt x="164" y="2944"/>
                      <a:pt x="164" y="3037"/>
                      <a:pt x="169" y="3124"/>
                    </a:cubicBezTo>
                    <a:cubicBezTo>
                      <a:pt x="169" y="3222"/>
                      <a:pt x="158" y="3320"/>
                      <a:pt x="142" y="3412"/>
                    </a:cubicBezTo>
                    <a:cubicBezTo>
                      <a:pt x="126" y="3602"/>
                      <a:pt x="126" y="3792"/>
                      <a:pt x="136" y="3983"/>
                    </a:cubicBezTo>
                    <a:cubicBezTo>
                      <a:pt x="147" y="4168"/>
                      <a:pt x="142" y="4352"/>
                      <a:pt x="120" y="4532"/>
                    </a:cubicBezTo>
                    <a:cubicBezTo>
                      <a:pt x="98" y="4657"/>
                      <a:pt x="6" y="4793"/>
                      <a:pt x="93" y="4907"/>
                    </a:cubicBezTo>
                    <a:cubicBezTo>
                      <a:pt x="133" y="4957"/>
                      <a:pt x="175" y="4972"/>
                      <a:pt x="217" y="4972"/>
                    </a:cubicBezTo>
                    <a:cubicBezTo>
                      <a:pt x="272" y="4972"/>
                      <a:pt x="328" y="4946"/>
                      <a:pt x="387" y="4934"/>
                    </a:cubicBezTo>
                    <a:cubicBezTo>
                      <a:pt x="427" y="4931"/>
                      <a:pt x="467" y="4930"/>
                      <a:pt x="505" y="4930"/>
                    </a:cubicBezTo>
                    <a:cubicBezTo>
                      <a:pt x="544" y="4930"/>
                      <a:pt x="582" y="4931"/>
                      <a:pt x="620" y="4934"/>
                    </a:cubicBezTo>
                    <a:lnTo>
                      <a:pt x="936" y="4934"/>
                    </a:lnTo>
                    <a:cubicBezTo>
                      <a:pt x="1131" y="4934"/>
                      <a:pt x="1321" y="4901"/>
                      <a:pt x="1512" y="4901"/>
                    </a:cubicBezTo>
                    <a:lnTo>
                      <a:pt x="1789" y="4901"/>
                    </a:lnTo>
                    <a:cubicBezTo>
                      <a:pt x="1838" y="4901"/>
                      <a:pt x="1881" y="4896"/>
                      <a:pt x="1925" y="4885"/>
                    </a:cubicBezTo>
                    <a:lnTo>
                      <a:pt x="1925" y="4885"/>
                    </a:lnTo>
                    <a:cubicBezTo>
                      <a:pt x="1903" y="4961"/>
                      <a:pt x="1914" y="5037"/>
                      <a:pt x="1947" y="5108"/>
                    </a:cubicBezTo>
                    <a:cubicBezTo>
                      <a:pt x="1986" y="5165"/>
                      <a:pt x="2025" y="5188"/>
                      <a:pt x="2062" y="5188"/>
                    </a:cubicBezTo>
                    <a:cubicBezTo>
                      <a:pt x="2107" y="5188"/>
                      <a:pt x="2150" y="5155"/>
                      <a:pt x="2191" y="5108"/>
                    </a:cubicBezTo>
                    <a:lnTo>
                      <a:pt x="2191" y="5108"/>
                    </a:lnTo>
                    <a:cubicBezTo>
                      <a:pt x="2186" y="5168"/>
                      <a:pt x="2202" y="5233"/>
                      <a:pt x="2246" y="5282"/>
                    </a:cubicBezTo>
                    <a:cubicBezTo>
                      <a:pt x="2142" y="5320"/>
                      <a:pt x="2055" y="5385"/>
                      <a:pt x="1990" y="5467"/>
                    </a:cubicBezTo>
                    <a:cubicBezTo>
                      <a:pt x="1974" y="5488"/>
                      <a:pt x="1963" y="5510"/>
                      <a:pt x="1947" y="5532"/>
                    </a:cubicBezTo>
                    <a:cubicBezTo>
                      <a:pt x="1865" y="5467"/>
                      <a:pt x="1773" y="5407"/>
                      <a:pt x="1669" y="5363"/>
                    </a:cubicBezTo>
                    <a:cubicBezTo>
                      <a:pt x="1570" y="5321"/>
                      <a:pt x="1458" y="5290"/>
                      <a:pt x="1349" y="5290"/>
                    </a:cubicBezTo>
                    <a:cubicBezTo>
                      <a:pt x="1250" y="5290"/>
                      <a:pt x="1154" y="5315"/>
                      <a:pt x="1071" y="5380"/>
                    </a:cubicBezTo>
                    <a:lnTo>
                      <a:pt x="1017" y="5423"/>
                    </a:lnTo>
                    <a:lnTo>
                      <a:pt x="984" y="5434"/>
                    </a:lnTo>
                    <a:cubicBezTo>
                      <a:pt x="881" y="5461"/>
                      <a:pt x="789" y="5516"/>
                      <a:pt x="718" y="5597"/>
                    </a:cubicBezTo>
                    <a:cubicBezTo>
                      <a:pt x="658" y="5684"/>
                      <a:pt x="626" y="5787"/>
                      <a:pt x="631" y="5891"/>
                    </a:cubicBezTo>
                    <a:cubicBezTo>
                      <a:pt x="631" y="5950"/>
                      <a:pt x="642" y="6010"/>
                      <a:pt x="631" y="6070"/>
                    </a:cubicBezTo>
                    <a:cubicBezTo>
                      <a:pt x="620" y="6135"/>
                      <a:pt x="599" y="6195"/>
                      <a:pt x="566" y="6255"/>
                    </a:cubicBezTo>
                    <a:cubicBezTo>
                      <a:pt x="544" y="6287"/>
                      <a:pt x="528" y="6326"/>
                      <a:pt x="512" y="6369"/>
                    </a:cubicBezTo>
                    <a:cubicBezTo>
                      <a:pt x="501" y="6396"/>
                      <a:pt x="495" y="6423"/>
                      <a:pt x="501" y="6451"/>
                    </a:cubicBezTo>
                    <a:lnTo>
                      <a:pt x="495" y="6456"/>
                    </a:lnTo>
                    <a:cubicBezTo>
                      <a:pt x="430" y="6538"/>
                      <a:pt x="463" y="6684"/>
                      <a:pt x="528" y="6755"/>
                    </a:cubicBezTo>
                    <a:cubicBezTo>
                      <a:pt x="594" y="6811"/>
                      <a:pt x="679" y="6848"/>
                      <a:pt x="766" y="6848"/>
                    </a:cubicBezTo>
                    <a:cubicBezTo>
                      <a:pt x="772" y="6848"/>
                      <a:pt x="777" y="6848"/>
                      <a:pt x="783" y="6847"/>
                    </a:cubicBezTo>
                    <a:cubicBezTo>
                      <a:pt x="783" y="6875"/>
                      <a:pt x="789" y="6902"/>
                      <a:pt x="794" y="6929"/>
                    </a:cubicBezTo>
                    <a:cubicBezTo>
                      <a:pt x="751" y="6956"/>
                      <a:pt x="713" y="6989"/>
                      <a:pt x="680" y="7027"/>
                    </a:cubicBezTo>
                    <a:cubicBezTo>
                      <a:pt x="620" y="7114"/>
                      <a:pt x="566" y="7201"/>
                      <a:pt x="522" y="7293"/>
                    </a:cubicBezTo>
                    <a:cubicBezTo>
                      <a:pt x="446" y="7434"/>
                      <a:pt x="408" y="7592"/>
                      <a:pt x="414" y="7750"/>
                    </a:cubicBezTo>
                    <a:cubicBezTo>
                      <a:pt x="365" y="7750"/>
                      <a:pt x="321" y="7755"/>
                      <a:pt x="278" y="7761"/>
                    </a:cubicBezTo>
                    <a:cubicBezTo>
                      <a:pt x="82" y="7788"/>
                      <a:pt x="17" y="7962"/>
                      <a:pt x="11" y="8136"/>
                    </a:cubicBezTo>
                    <a:cubicBezTo>
                      <a:pt x="1" y="8288"/>
                      <a:pt x="28" y="8500"/>
                      <a:pt x="153" y="8603"/>
                    </a:cubicBezTo>
                    <a:cubicBezTo>
                      <a:pt x="212" y="8647"/>
                      <a:pt x="283" y="8669"/>
                      <a:pt x="353" y="8669"/>
                    </a:cubicBezTo>
                    <a:cubicBezTo>
                      <a:pt x="360" y="8669"/>
                      <a:pt x="368" y="8669"/>
                      <a:pt x="376" y="8668"/>
                    </a:cubicBezTo>
                    <a:cubicBezTo>
                      <a:pt x="485" y="8673"/>
                      <a:pt x="583" y="8702"/>
                      <a:pt x="685" y="8702"/>
                    </a:cubicBezTo>
                    <a:cubicBezTo>
                      <a:pt x="710" y="8702"/>
                      <a:pt x="736" y="8700"/>
                      <a:pt x="762" y="8696"/>
                    </a:cubicBezTo>
                    <a:cubicBezTo>
                      <a:pt x="821" y="8679"/>
                      <a:pt x="887" y="8674"/>
                      <a:pt x="946" y="8674"/>
                    </a:cubicBezTo>
                    <a:cubicBezTo>
                      <a:pt x="1012" y="8674"/>
                      <a:pt x="1071" y="8696"/>
                      <a:pt x="1131" y="8701"/>
                    </a:cubicBezTo>
                    <a:cubicBezTo>
                      <a:pt x="1166" y="8702"/>
                      <a:pt x="1201" y="8703"/>
                      <a:pt x="1236" y="8703"/>
                    </a:cubicBezTo>
                    <a:cubicBezTo>
                      <a:pt x="1332" y="8703"/>
                      <a:pt x="1429" y="8698"/>
                      <a:pt x="1528" y="8690"/>
                    </a:cubicBezTo>
                    <a:cubicBezTo>
                      <a:pt x="1732" y="8686"/>
                      <a:pt x="1936" y="8645"/>
                      <a:pt x="2143" y="8645"/>
                    </a:cubicBezTo>
                    <a:cubicBezTo>
                      <a:pt x="2190" y="8645"/>
                      <a:pt x="2237" y="8647"/>
                      <a:pt x="2284" y="8652"/>
                    </a:cubicBezTo>
                    <a:cubicBezTo>
                      <a:pt x="2314" y="8655"/>
                      <a:pt x="2343" y="8656"/>
                      <a:pt x="2373" y="8656"/>
                    </a:cubicBezTo>
                    <a:cubicBezTo>
                      <a:pt x="2402" y="8656"/>
                      <a:pt x="2430" y="8655"/>
                      <a:pt x="2458" y="8652"/>
                    </a:cubicBezTo>
                    <a:cubicBezTo>
                      <a:pt x="2512" y="8657"/>
                      <a:pt x="2566" y="8668"/>
                      <a:pt x="2615" y="8685"/>
                    </a:cubicBezTo>
                    <a:cubicBezTo>
                      <a:pt x="2626" y="8686"/>
                      <a:pt x="2637" y="8687"/>
                      <a:pt x="2647" y="8687"/>
                    </a:cubicBezTo>
                    <a:cubicBezTo>
                      <a:pt x="2733" y="8687"/>
                      <a:pt x="2810" y="8631"/>
                      <a:pt x="2844" y="8549"/>
                    </a:cubicBezTo>
                    <a:cubicBezTo>
                      <a:pt x="2941" y="8348"/>
                      <a:pt x="2849" y="8098"/>
                      <a:pt x="2833" y="7891"/>
                    </a:cubicBezTo>
                    <a:cubicBezTo>
                      <a:pt x="2824" y="7740"/>
                      <a:pt x="2722" y="7712"/>
                      <a:pt x="2606" y="7712"/>
                    </a:cubicBezTo>
                    <a:cubicBezTo>
                      <a:pt x="2572" y="7712"/>
                      <a:pt x="2536" y="7715"/>
                      <a:pt x="2501" y="7717"/>
                    </a:cubicBezTo>
                    <a:lnTo>
                      <a:pt x="2452" y="7723"/>
                    </a:lnTo>
                    <a:cubicBezTo>
                      <a:pt x="2447" y="7646"/>
                      <a:pt x="2420" y="7570"/>
                      <a:pt x="2387" y="7505"/>
                    </a:cubicBezTo>
                    <a:cubicBezTo>
                      <a:pt x="2327" y="7402"/>
                      <a:pt x="2256" y="7304"/>
                      <a:pt x="2169" y="7222"/>
                    </a:cubicBezTo>
                    <a:cubicBezTo>
                      <a:pt x="2110" y="7168"/>
                      <a:pt x="2055" y="7114"/>
                      <a:pt x="2006" y="7059"/>
                    </a:cubicBezTo>
                    <a:cubicBezTo>
                      <a:pt x="2115" y="6972"/>
                      <a:pt x="2235" y="6864"/>
                      <a:pt x="2267" y="6722"/>
                    </a:cubicBezTo>
                    <a:cubicBezTo>
                      <a:pt x="2278" y="6673"/>
                      <a:pt x="2278" y="6625"/>
                      <a:pt x="2278" y="6576"/>
                    </a:cubicBezTo>
                    <a:cubicBezTo>
                      <a:pt x="2278" y="6516"/>
                      <a:pt x="2289" y="6456"/>
                      <a:pt x="2305" y="6402"/>
                    </a:cubicBezTo>
                    <a:cubicBezTo>
                      <a:pt x="2305" y="6385"/>
                      <a:pt x="2305" y="6374"/>
                      <a:pt x="2305" y="6364"/>
                    </a:cubicBezTo>
                    <a:cubicBezTo>
                      <a:pt x="2458" y="6364"/>
                      <a:pt x="2610" y="6364"/>
                      <a:pt x="2757" y="6369"/>
                    </a:cubicBezTo>
                    <a:cubicBezTo>
                      <a:pt x="2958" y="6369"/>
                      <a:pt x="3153" y="6374"/>
                      <a:pt x="3349" y="6374"/>
                    </a:cubicBezTo>
                    <a:lnTo>
                      <a:pt x="3469" y="6374"/>
                    </a:lnTo>
                    <a:cubicBezTo>
                      <a:pt x="3463" y="6396"/>
                      <a:pt x="3458" y="6423"/>
                      <a:pt x="3463" y="6445"/>
                    </a:cubicBezTo>
                    <a:cubicBezTo>
                      <a:pt x="3458" y="6445"/>
                      <a:pt x="3458" y="6451"/>
                      <a:pt x="3452" y="6451"/>
                    </a:cubicBezTo>
                    <a:cubicBezTo>
                      <a:pt x="3393" y="6532"/>
                      <a:pt x="3425" y="6679"/>
                      <a:pt x="3490" y="6750"/>
                    </a:cubicBezTo>
                    <a:cubicBezTo>
                      <a:pt x="3556" y="6810"/>
                      <a:pt x="3640" y="6843"/>
                      <a:pt x="3726" y="6843"/>
                    </a:cubicBezTo>
                    <a:cubicBezTo>
                      <a:pt x="3733" y="6843"/>
                      <a:pt x="3739" y="6842"/>
                      <a:pt x="3746" y="6842"/>
                    </a:cubicBezTo>
                    <a:cubicBezTo>
                      <a:pt x="3746" y="6869"/>
                      <a:pt x="3751" y="6902"/>
                      <a:pt x="3757" y="6929"/>
                    </a:cubicBezTo>
                    <a:cubicBezTo>
                      <a:pt x="3713" y="6951"/>
                      <a:pt x="3675" y="6983"/>
                      <a:pt x="3643" y="7021"/>
                    </a:cubicBezTo>
                    <a:cubicBezTo>
                      <a:pt x="3583" y="7108"/>
                      <a:pt x="3528" y="7195"/>
                      <a:pt x="3485" y="7288"/>
                    </a:cubicBezTo>
                    <a:cubicBezTo>
                      <a:pt x="3409" y="7429"/>
                      <a:pt x="3371" y="7587"/>
                      <a:pt x="3371" y="7744"/>
                    </a:cubicBezTo>
                    <a:cubicBezTo>
                      <a:pt x="3327" y="7744"/>
                      <a:pt x="3284" y="7750"/>
                      <a:pt x="3240" y="7761"/>
                    </a:cubicBezTo>
                    <a:cubicBezTo>
                      <a:pt x="3050" y="7782"/>
                      <a:pt x="2979" y="7956"/>
                      <a:pt x="2974" y="8130"/>
                    </a:cubicBezTo>
                    <a:cubicBezTo>
                      <a:pt x="2969" y="8282"/>
                      <a:pt x="2996" y="8494"/>
                      <a:pt x="3121" y="8598"/>
                    </a:cubicBezTo>
                    <a:cubicBezTo>
                      <a:pt x="3179" y="8642"/>
                      <a:pt x="3247" y="8664"/>
                      <a:pt x="3319" y="8664"/>
                    </a:cubicBezTo>
                    <a:cubicBezTo>
                      <a:pt x="3327" y="8664"/>
                      <a:pt x="3335" y="8663"/>
                      <a:pt x="3344" y="8663"/>
                    </a:cubicBezTo>
                    <a:cubicBezTo>
                      <a:pt x="3448" y="8667"/>
                      <a:pt x="3546" y="8696"/>
                      <a:pt x="3648" y="8696"/>
                    </a:cubicBezTo>
                    <a:cubicBezTo>
                      <a:pt x="3673" y="8696"/>
                      <a:pt x="3698" y="8694"/>
                      <a:pt x="3724" y="8690"/>
                    </a:cubicBezTo>
                    <a:cubicBezTo>
                      <a:pt x="3789" y="8679"/>
                      <a:pt x="3849" y="8668"/>
                      <a:pt x="3914" y="8668"/>
                    </a:cubicBezTo>
                    <a:cubicBezTo>
                      <a:pt x="3974" y="8668"/>
                      <a:pt x="4034" y="8690"/>
                      <a:pt x="4094" y="8696"/>
                    </a:cubicBezTo>
                    <a:cubicBezTo>
                      <a:pt x="4132" y="8697"/>
                      <a:pt x="4171" y="8698"/>
                      <a:pt x="4210" y="8698"/>
                    </a:cubicBezTo>
                    <a:cubicBezTo>
                      <a:pt x="4303" y="8698"/>
                      <a:pt x="4398" y="8694"/>
                      <a:pt x="4491" y="8690"/>
                    </a:cubicBezTo>
                    <a:cubicBezTo>
                      <a:pt x="4700" y="8681"/>
                      <a:pt x="4905" y="8640"/>
                      <a:pt x="5112" y="8640"/>
                    </a:cubicBezTo>
                    <a:cubicBezTo>
                      <a:pt x="5159" y="8640"/>
                      <a:pt x="5205" y="8642"/>
                      <a:pt x="5252" y="8647"/>
                    </a:cubicBezTo>
                    <a:cubicBezTo>
                      <a:pt x="5279" y="8649"/>
                      <a:pt x="5307" y="8651"/>
                      <a:pt x="5337" y="8651"/>
                    </a:cubicBezTo>
                    <a:cubicBezTo>
                      <a:pt x="5366" y="8651"/>
                      <a:pt x="5396" y="8649"/>
                      <a:pt x="5426" y="8647"/>
                    </a:cubicBezTo>
                    <a:cubicBezTo>
                      <a:pt x="5480" y="8652"/>
                      <a:pt x="5529" y="8663"/>
                      <a:pt x="5583" y="8679"/>
                    </a:cubicBezTo>
                    <a:cubicBezTo>
                      <a:pt x="5594" y="8681"/>
                      <a:pt x="5605" y="8682"/>
                      <a:pt x="5615" y="8682"/>
                    </a:cubicBezTo>
                    <a:cubicBezTo>
                      <a:pt x="5701" y="8682"/>
                      <a:pt x="5777" y="8626"/>
                      <a:pt x="5806" y="8543"/>
                    </a:cubicBezTo>
                    <a:cubicBezTo>
                      <a:pt x="5904" y="8342"/>
                      <a:pt x="5817" y="8092"/>
                      <a:pt x="5801" y="7886"/>
                    </a:cubicBezTo>
                    <a:cubicBezTo>
                      <a:pt x="5788" y="7735"/>
                      <a:pt x="5688" y="7707"/>
                      <a:pt x="5574" y="7707"/>
                    </a:cubicBezTo>
                    <a:cubicBezTo>
                      <a:pt x="5539" y="7707"/>
                      <a:pt x="5504" y="7709"/>
                      <a:pt x="5469" y="7712"/>
                    </a:cubicBezTo>
                    <a:lnTo>
                      <a:pt x="5420" y="7717"/>
                    </a:lnTo>
                    <a:cubicBezTo>
                      <a:pt x="5409" y="7641"/>
                      <a:pt x="5387" y="7570"/>
                      <a:pt x="5349" y="7505"/>
                    </a:cubicBezTo>
                    <a:cubicBezTo>
                      <a:pt x="5295" y="7396"/>
                      <a:pt x="5219" y="7299"/>
                      <a:pt x="5132" y="7217"/>
                    </a:cubicBezTo>
                    <a:cubicBezTo>
                      <a:pt x="5078" y="7163"/>
                      <a:pt x="5018" y="7108"/>
                      <a:pt x="4969" y="7054"/>
                    </a:cubicBezTo>
                    <a:cubicBezTo>
                      <a:pt x="5083" y="6967"/>
                      <a:pt x="5203" y="6858"/>
                      <a:pt x="5230" y="6722"/>
                    </a:cubicBezTo>
                    <a:cubicBezTo>
                      <a:pt x="5241" y="6673"/>
                      <a:pt x="5241" y="6619"/>
                      <a:pt x="5241" y="6570"/>
                    </a:cubicBezTo>
                    <a:cubicBezTo>
                      <a:pt x="5241" y="6532"/>
                      <a:pt x="5246" y="6494"/>
                      <a:pt x="5257" y="6456"/>
                    </a:cubicBezTo>
                    <a:cubicBezTo>
                      <a:pt x="5306" y="6456"/>
                      <a:pt x="5349" y="6467"/>
                      <a:pt x="5398" y="6478"/>
                    </a:cubicBezTo>
                    <a:cubicBezTo>
                      <a:pt x="5443" y="6490"/>
                      <a:pt x="5491" y="6496"/>
                      <a:pt x="5542" y="6496"/>
                    </a:cubicBezTo>
                    <a:cubicBezTo>
                      <a:pt x="5559" y="6496"/>
                      <a:pt x="5576" y="6495"/>
                      <a:pt x="5594" y="6494"/>
                    </a:cubicBezTo>
                    <a:cubicBezTo>
                      <a:pt x="5627" y="6489"/>
                      <a:pt x="5659" y="6472"/>
                      <a:pt x="5692" y="6467"/>
                    </a:cubicBezTo>
                    <a:cubicBezTo>
                      <a:pt x="5714" y="6464"/>
                      <a:pt x="5737" y="6463"/>
                      <a:pt x="5761" y="6463"/>
                    </a:cubicBezTo>
                    <a:cubicBezTo>
                      <a:pt x="5784" y="6463"/>
                      <a:pt x="5809" y="6464"/>
                      <a:pt x="5833" y="6467"/>
                    </a:cubicBezTo>
                    <a:cubicBezTo>
                      <a:pt x="6002" y="6467"/>
                      <a:pt x="6159" y="6402"/>
                      <a:pt x="6328" y="6402"/>
                    </a:cubicBezTo>
                    <a:lnTo>
                      <a:pt x="6399" y="6402"/>
                    </a:lnTo>
                    <a:cubicBezTo>
                      <a:pt x="6393" y="6413"/>
                      <a:pt x="6393" y="6423"/>
                      <a:pt x="6399" y="6434"/>
                    </a:cubicBezTo>
                    <a:cubicBezTo>
                      <a:pt x="6393" y="6434"/>
                      <a:pt x="6393" y="6440"/>
                      <a:pt x="6388" y="6440"/>
                    </a:cubicBezTo>
                    <a:cubicBezTo>
                      <a:pt x="6328" y="6521"/>
                      <a:pt x="6360" y="6668"/>
                      <a:pt x="6426" y="6739"/>
                    </a:cubicBezTo>
                    <a:cubicBezTo>
                      <a:pt x="6491" y="6799"/>
                      <a:pt x="6576" y="6832"/>
                      <a:pt x="6661" y="6832"/>
                    </a:cubicBezTo>
                    <a:cubicBezTo>
                      <a:pt x="6668" y="6832"/>
                      <a:pt x="6675" y="6831"/>
                      <a:pt x="6681" y="6831"/>
                    </a:cubicBezTo>
                    <a:cubicBezTo>
                      <a:pt x="6681" y="6858"/>
                      <a:pt x="6687" y="6891"/>
                      <a:pt x="6692" y="6918"/>
                    </a:cubicBezTo>
                    <a:cubicBezTo>
                      <a:pt x="6649" y="6945"/>
                      <a:pt x="6611" y="6978"/>
                      <a:pt x="6578" y="7016"/>
                    </a:cubicBezTo>
                    <a:cubicBezTo>
                      <a:pt x="6518" y="7097"/>
                      <a:pt x="6464" y="7184"/>
                      <a:pt x="6420" y="7277"/>
                    </a:cubicBezTo>
                    <a:cubicBezTo>
                      <a:pt x="6344" y="7418"/>
                      <a:pt x="6306" y="7576"/>
                      <a:pt x="6306" y="7733"/>
                    </a:cubicBezTo>
                    <a:cubicBezTo>
                      <a:pt x="6263" y="7733"/>
                      <a:pt x="6219" y="7739"/>
                      <a:pt x="6176" y="7750"/>
                    </a:cubicBezTo>
                    <a:cubicBezTo>
                      <a:pt x="5985" y="7771"/>
                      <a:pt x="5915" y="7945"/>
                      <a:pt x="5909" y="8119"/>
                    </a:cubicBezTo>
                    <a:cubicBezTo>
                      <a:pt x="5904" y="8272"/>
                      <a:pt x="5931" y="8484"/>
                      <a:pt x="6056" y="8587"/>
                    </a:cubicBezTo>
                    <a:cubicBezTo>
                      <a:pt x="6115" y="8631"/>
                      <a:pt x="6182" y="8653"/>
                      <a:pt x="6255" y="8653"/>
                    </a:cubicBezTo>
                    <a:cubicBezTo>
                      <a:pt x="6263" y="8653"/>
                      <a:pt x="6271" y="8653"/>
                      <a:pt x="6279" y="8652"/>
                    </a:cubicBezTo>
                    <a:cubicBezTo>
                      <a:pt x="6384" y="8656"/>
                      <a:pt x="6481" y="8685"/>
                      <a:pt x="6586" y="8685"/>
                    </a:cubicBezTo>
                    <a:cubicBezTo>
                      <a:pt x="6612" y="8685"/>
                      <a:pt x="6638" y="8684"/>
                      <a:pt x="6665" y="8679"/>
                    </a:cubicBezTo>
                    <a:cubicBezTo>
                      <a:pt x="6725" y="8668"/>
                      <a:pt x="6784" y="8657"/>
                      <a:pt x="6850" y="8657"/>
                    </a:cubicBezTo>
                    <a:cubicBezTo>
                      <a:pt x="6909" y="8657"/>
                      <a:pt x="6969" y="8679"/>
                      <a:pt x="7029" y="8685"/>
                    </a:cubicBezTo>
                    <a:cubicBezTo>
                      <a:pt x="7083" y="8687"/>
                      <a:pt x="7138" y="8688"/>
                      <a:pt x="7193" y="8688"/>
                    </a:cubicBezTo>
                    <a:cubicBezTo>
                      <a:pt x="7271" y="8688"/>
                      <a:pt x="7349" y="8686"/>
                      <a:pt x="7426" y="8679"/>
                    </a:cubicBezTo>
                    <a:cubicBezTo>
                      <a:pt x="7635" y="8670"/>
                      <a:pt x="7840" y="8629"/>
                      <a:pt x="8048" y="8629"/>
                    </a:cubicBezTo>
                    <a:cubicBezTo>
                      <a:pt x="8094" y="8629"/>
                      <a:pt x="8140" y="8631"/>
                      <a:pt x="8187" y="8636"/>
                    </a:cubicBezTo>
                    <a:cubicBezTo>
                      <a:pt x="8214" y="8638"/>
                      <a:pt x="8243" y="8640"/>
                      <a:pt x="8272" y="8640"/>
                    </a:cubicBezTo>
                    <a:cubicBezTo>
                      <a:pt x="8301" y="8640"/>
                      <a:pt x="8331" y="8638"/>
                      <a:pt x="8361" y="8636"/>
                    </a:cubicBezTo>
                    <a:cubicBezTo>
                      <a:pt x="8415" y="8641"/>
                      <a:pt x="8464" y="8652"/>
                      <a:pt x="8518" y="8668"/>
                    </a:cubicBezTo>
                    <a:cubicBezTo>
                      <a:pt x="8530" y="8670"/>
                      <a:pt x="8542" y="8671"/>
                      <a:pt x="8553" y="8671"/>
                    </a:cubicBezTo>
                    <a:cubicBezTo>
                      <a:pt x="8637" y="8671"/>
                      <a:pt x="8713" y="8619"/>
                      <a:pt x="8741" y="8532"/>
                    </a:cubicBezTo>
                    <a:cubicBezTo>
                      <a:pt x="8839" y="8331"/>
                      <a:pt x="8752" y="8081"/>
                      <a:pt x="8736" y="7875"/>
                    </a:cubicBezTo>
                    <a:lnTo>
                      <a:pt x="8736" y="7875"/>
                    </a:lnTo>
                    <a:lnTo>
                      <a:pt x="8747" y="7891"/>
                    </a:lnTo>
                    <a:cubicBezTo>
                      <a:pt x="8734" y="7740"/>
                      <a:pt x="8635" y="7712"/>
                      <a:pt x="8520" y="7712"/>
                    </a:cubicBezTo>
                    <a:cubicBezTo>
                      <a:pt x="8486" y="7712"/>
                      <a:pt x="8450" y="7715"/>
                      <a:pt x="8415" y="7717"/>
                    </a:cubicBezTo>
                    <a:lnTo>
                      <a:pt x="8366" y="7717"/>
                    </a:lnTo>
                    <a:cubicBezTo>
                      <a:pt x="8355" y="7646"/>
                      <a:pt x="8334" y="7570"/>
                      <a:pt x="8296" y="7505"/>
                    </a:cubicBezTo>
                    <a:cubicBezTo>
                      <a:pt x="8241" y="7402"/>
                      <a:pt x="8165" y="7304"/>
                      <a:pt x="8078" y="7217"/>
                    </a:cubicBezTo>
                    <a:cubicBezTo>
                      <a:pt x="8024" y="7168"/>
                      <a:pt x="7969" y="7114"/>
                      <a:pt x="7915" y="7054"/>
                    </a:cubicBezTo>
                    <a:cubicBezTo>
                      <a:pt x="8029" y="6972"/>
                      <a:pt x="8149" y="6858"/>
                      <a:pt x="8181" y="6722"/>
                    </a:cubicBezTo>
                    <a:cubicBezTo>
                      <a:pt x="8187" y="6673"/>
                      <a:pt x="8192" y="6625"/>
                      <a:pt x="8187" y="6576"/>
                    </a:cubicBezTo>
                    <a:cubicBezTo>
                      <a:pt x="8192" y="6516"/>
                      <a:pt x="8203" y="6456"/>
                      <a:pt x="8214" y="6402"/>
                    </a:cubicBezTo>
                    <a:cubicBezTo>
                      <a:pt x="8225" y="6304"/>
                      <a:pt x="8220" y="6206"/>
                      <a:pt x="8203" y="6108"/>
                    </a:cubicBezTo>
                    <a:cubicBezTo>
                      <a:pt x="8198" y="6081"/>
                      <a:pt x="8192" y="6048"/>
                      <a:pt x="8176" y="6016"/>
                    </a:cubicBezTo>
                    <a:cubicBezTo>
                      <a:pt x="8165" y="5994"/>
                      <a:pt x="8138" y="5978"/>
                      <a:pt x="8127" y="5961"/>
                    </a:cubicBezTo>
                    <a:cubicBezTo>
                      <a:pt x="8111" y="5918"/>
                      <a:pt x="8116" y="5885"/>
                      <a:pt x="8089" y="5842"/>
                    </a:cubicBezTo>
                    <a:cubicBezTo>
                      <a:pt x="8056" y="5798"/>
                      <a:pt x="8024" y="5749"/>
                      <a:pt x="8002" y="5695"/>
                    </a:cubicBezTo>
                    <a:cubicBezTo>
                      <a:pt x="7921" y="5548"/>
                      <a:pt x="7730" y="5429"/>
                      <a:pt x="7573" y="5358"/>
                    </a:cubicBezTo>
                    <a:cubicBezTo>
                      <a:pt x="7473" y="5315"/>
                      <a:pt x="7361" y="5284"/>
                      <a:pt x="7251" y="5284"/>
                    </a:cubicBezTo>
                    <a:cubicBezTo>
                      <a:pt x="7152" y="5284"/>
                      <a:pt x="7055" y="5310"/>
                      <a:pt x="6969" y="5374"/>
                    </a:cubicBezTo>
                    <a:lnTo>
                      <a:pt x="6915" y="5418"/>
                    </a:lnTo>
                    <a:lnTo>
                      <a:pt x="6882" y="5429"/>
                    </a:lnTo>
                    <a:cubicBezTo>
                      <a:pt x="6806" y="5450"/>
                      <a:pt x="6736" y="5483"/>
                      <a:pt x="6676" y="5537"/>
                    </a:cubicBezTo>
                    <a:lnTo>
                      <a:pt x="6665" y="5521"/>
                    </a:lnTo>
                    <a:cubicBezTo>
                      <a:pt x="6638" y="5488"/>
                      <a:pt x="6611" y="5456"/>
                      <a:pt x="6578" y="5429"/>
                    </a:cubicBezTo>
                    <a:cubicBezTo>
                      <a:pt x="6665" y="5309"/>
                      <a:pt x="6719" y="5162"/>
                      <a:pt x="6730" y="5016"/>
                    </a:cubicBezTo>
                    <a:cubicBezTo>
                      <a:pt x="6730" y="4983"/>
                      <a:pt x="6730" y="4945"/>
                      <a:pt x="6725" y="4912"/>
                    </a:cubicBezTo>
                    <a:cubicBezTo>
                      <a:pt x="6774" y="4912"/>
                      <a:pt x="6823" y="4907"/>
                      <a:pt x="6871" y="4907"/>
                    </a:cubicBezTo>
                    <a:cubicBezTo>
                      <a:pt x="6925" y="4911"/>
                      <a:pt x="6979" y="4912"/>
                      <a:pt x="7033" y="4912"/>
                    </a:cubicBezTo>
                    <a:cubicBezTo>
                      <a:pt x="7131" y="4912"/>
                      <a:pt x="7230" y="4906"/>
                      <a:pt x="7328" y="4896"/>
                    </a:cubicBezTo>
                    <a:cubicBezTo>
                      <a:pt x="7399" y="4896"/>
                      <a:pt x="7459" y="4890"/>
                      <a:pt x="7524" y="4885"/>
                    </a:cubicBezTo>
                    <a:lnTo>
                      <a:pt x="7573" y="4885"/>
                    </a:lnTo>
                    <a:cubicBezTo>
                      <a:pt x="7646" y="4897"/>
                      <a:pt x="7716" y="4903"/>
                      <a:pt x="7788" y="4903"/>
                    </a:cubicBezTo>
                    <a:cubicBezTo>
                      <a:pt x="7812" y="4903"/>
                      <a:pt x="7836" y="4903"/>
                      <a:pt x="7861" y="4901"/>
                    </a:cubicBezTo>
                    <a:cubicBezTo>
                      <a:pt x="7914" y="4915"/>
                      <a:pt x="7972" y="4925"/>
                      <a:pt x="8030" y="4925"/>
                    </a:cubicBezTo>
                    <a:cubicBezTo>
                      <a:pt x="8042" y="4925"/>
                      <a:pt x="8055" y="4924"/>
                      <a:pt x="8067" y="4923"/>
                    </a:cubicBezTo>
                    <a:cubicBezTo>
                      <a:pt x="8198" y="4918"/>
                      <a:pt x="8312" y="4825"/>
                      <a:pt x="8345" y="4700"/>
                    </a:cubicBezTo>
                    <a:cubicBezTo>
                      <a:pt x="8377" y="4586"/>
                      <a:pt x="8355" y="4472"/>
                      <a:pt x="8361" y="4363"/>
                    </a:cubicBezTo>
                    <a:cubicBezTo>
                      <a:pt x="8377" y="4162"/>
                      <a:pt x="8426" y="3977"/>
                      <a:pt x="8426" y="3776"/>
                    </a:cubicBezTo>
                    <a:lnTo>
                      <a:pt x="8426" y="3510"/>
                    </a:lnTo>
                    <a:cubicBezTo>
                      <a:pt x="8426" y="3412"/>
                      <a:pt x="8453" y="3314"/>
                      <a:pt x="8459" y="3216"/>
                    </a:cubicBezTo>
                    <a:cubicBezTo>
                      <a:pt x="8464" y="3113"/>
                      <a:pt x="8459" y="3031"/>
                      <a:pt x="8475" y="2944"/>
                    </a:cubicBezTo>
                    <a:cubicBezTo>
                      <a:pt x="8491" y="2847"/>
                      <a:pt x="8497" y="2743"/>
                      <a:pt x="8491" y="2645"/>
                    </a:cubicBezTo>
                    <a:cubicBezTo>
                      <a:pt x="8486" y="2564"/>
                      <a:pt x="8491" y="2477"/>
                      <a:pt x="8513" y="2395"/>
                    </a:cubicBezTo>
                    <a:cubicBezTo>
                      <a:pt x="8529" y="2319"/>
                      <a:pt x="8524" y="2243"/>
                      <a:pt x="8497" y="2173"/>
                    </a:cubicBezTo>
                    <a:cubicBezTo>
                      <a:pt x="8486" y="2080"/>
                      <a:pt x="8486" y="1988"/>
                      <a:pt x="8491" y="1895"/>
                    </a:cubicBezTo>
                    <a:cubicBezTo>
                      <a:pt x="8491" y="1803"/>
                      <a:pt x="8491" y="1716"/>
                      <a:pt x="8502" y="1624"/>
                    </a:cubicBezTo>
                    <a:cubicBezTo>
                      <a:pt x="8562" y="1259"/>
                      <a:pt x="8518" y="884"/>
                      <a:pt x="8486" y="520"/>
                    </a:cubicBezTo>
                    <a:cubicBezTo>
                      <a:pt x="8475" y="368"/>
                      <a:pt x="8388" y="227"/>
                      <a:pt x="8258" y="145"/>
                    </a:cubicBezTo>
                    <a:cubicBezTo>
                      <a:pt x="8178" y="105"/>
                      <a:pt x="8093" y="97"/>
                      <a:pt x="8006" y="97"/>
                    </a:cubicBezTo>
                    <a:cubicBezTo>
                      <a:pt x="7948" y="97"/>
                      <a:pt x="7891" y="101"/>
                      <a:pt x="7833" y="101"/>
                    </a:cubicBezTo>
                    <a:cubicBezTo>
                      <a:pt x="7788" y="101"/>
                      <a:pt x="7742" y="99"/>
                      <a:pt x="7698" y="91"/>
                    </a:cubicBezTo>
                    <a:cubicBezTo>
                      <a:pt x="7555" y="63"/>
                      <a:pt x="7409" y="55"/>
                      <a:pt x="7261" y="55"/>
                    </a:cubicBezTo>
                    <a:cubicBezTo>
                      <a:pt x="7027" y="55"/>
                      <a:pt x="6790" y="76"/>
                      <a:pt x="6556" y="80"/>
                    </a:cubicBezTo>
                    <a:cubicBezTo>
                      <a:pt x="6382" y="80"/>
                      <a:pt x="6208" y="36"/>
                      <a:pt x="6034" y="31"/>
                    </a:cubicBezTo>
                    <a:lnTo>
                      <a:pt x="5436" y="31"/>
                    </a:lnTo>
                    <a:cubicBezTo>
                      <a:pt x="5233" y="31"/>
                      <a:pt x="5027" y="36"/>
                      <a:pt x="4822" y="36"/>
                    </a:cubicBezTo>
                    <a:cubicBezTo>
                      <a:pt x="4617" y="36"/>
                      <a:pt x="4412" y="31"/>
                      <a:pt x="4208" y="9"/>
                    </a:cubicBezTo>
                    <a:cubicBezTo>
                      <a:pt x="4113" y="4"/>
                      <a:pt x="4019" y="1"/>
                      <a:pt x="39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20"/>
              <p:cNvSpPr/>
              <p:nvPr/>
            </p:nvSpPr>
            <p:spPr>
              <a:xfrm>
                <a:off x="5346575" y="2537475"/>
                <a:ext cx="24350" cy="22400"/>
              </a:xfrm>
              <a:custGeom>
                <a:rect b="b" l="l" r="r" t="t"/>
                <a:pathLst>
                  <a:path extrusionOk="0" h="896" w="974">
                    <a:moveTo>
                      <a:pt x="589" y="120"/>
                    </a:moveTo>
                    <a:cubicBezTo>
                      <a:pt x="608" y="120"/>
                      <a:pt x="627" y="123"/>
                      <a:pt x="646" y="128"/>
                    </a:cubicBezTo>
                    <a:cubicBezTo>
                      <a:pt x="646" y="134"/>
                      <a:pt x="646" y="134"/>
                      <a:pt x="646" y="139"/>
                    </a:cubicBezTo>
                    <a:lnTo>
                      <a:pt x="640" y="139"/>
                    </a:lnTo>
                    <a:cubicBezTo>
                      <a:pt x="624" y="291"/>
                      <a:pt x="657" y="465"/>
                      <a:pt x="548" y="590"/>
                    </a:cubicBezTo>
                    <a:cubicBezTo>
                      <a:pt x="514" y="632"/>
                      <a:pt x="460" y="655"/>
                      <a:pt x="408" y="655"/>
                    </a:cubicBezTo>
                    <a:cubicBezTo>
                      <a:pt x="351" y="655"/>
                      <a:pt x="296" y="628"/>
                      <a:pt x="271" y="569"/>
                    </a:cubicBezTo>
                    <a:cubicBezTo>
                      <a:pt x="196" y="385"/>
                      <a:pt x="393" y="120"/>
                      <a:pt x="589" y="120"/>
                    </a:cubicBezTo>
                    <a:close/>
                    <a:moveTo>
                      <a:pt x="525" y="0"/>
                    </a:moveTo>
                    <a:cubicBezTo>
                      <a:pt x="255" y="0"/>
                      <a:pt x="1" y="357"/>
                      <a:pt x="113" y="639"/>
                    </a:cubicBezTo>
                    <a:cubicBezTo>
                      <a:pt x="169" y="762"/>
                      <a:pt x="289" y="831"/>
                      <a:pt x="413" y="831"/>
                    </a:cubicBezTo>
                    <a:cubicBezTo>
                      <a:pt x="470" y="831"/>
                      <a:pt x="527" y="817"/>
                      <a:pt x="581" y="786"/>
                    </a:cubicBezTo>
                    <a:cubicBezTo>
                      <a:pt x="602" y="775"/>
                      <a:pt x="619" y="764"/>
                      <a:pt x="635" y="753"/>
                    </a:cubicBezTo>
                    <a:cubicBezTo>
                      <a:pt x="646" y="824"/>
                      <a:pt x="700" y="884"/>
                      <a:pt x="771" y="895"/>
                    </a:cubicBezTo>
                    <a:cubicBezTo>
                      <a:pt x="776" y="895"/>
                      <a:pt x="781" y="896"/>
                      <a:pt x="787" y="896"/>
                    </a:cubicBezTo>
                    <a:cubicBezTo>
                      <a:pt x="880" y="896"/>
                      <a:pt x="974" y="807"/>
                      <a:pt x="912" y="704"/>
                    </a:cubicBezTo>
                    <a:lnTo>
                      <a:pt x="912" y="704"/>
                    </a:lnTo>
                    <a:lnTo>
                      <a:pt x="912" y="710"/>
                    </a:lnTo>
                    <a:cubicBezTo>
                      <a:pt x="896" y="683"/>
                      <a:pt x="885" y="650"/>
                      <a:pt x="885" y="612"/>
                    </a:cubicBezTo>
                    <a:cubicBezTo>
                      <a:pt x="879" y="547"/>
                      <a:pt x="885" y="476"/>
                      <a:pt x="885" y="411"/>
                    </a:cubicBezTo>
                    <a:cubicBezTo>
                      <a:pt x="885" y="302"/>
                      <a:pt x="896" y="155"/>
                      <a:pt x="809" y="68"/>
                    </a:cubicBezTo>
                    <a:cubicBezTo>
                      <a:pt x="788" y="51"/>
                      <a:pt x="764" y="43"/>
                      <a:pt x="739" y="43"/>
                    </a:cubicBezTo>
                    <a:cubicBezTo>
                      <a:pt x="724" y="43"/>
                      <a:pt x="709" y="46"/>
                      <a:pt x="695" y="52"/>
                    </a:cubicBezTo>
                    <a:cubicBezTo>
                      <a:pt x="640" y="16"/>
                      <a:pt x="582" y="0"/>
                      <a:pt x="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20"/>
              <p:cNvSpPr/>
              <p:nvPr/>
            </p:nvSpPr>
            <p:spPr>
              <a:xfrm>
                <a:off x="5385275" y="2552775"/>
                <a:ext cx="150" cy="275"/>
              </a:xfrm>
              <a:custGeom>
                <a:rect b="b" l="l" r="r" t="t"/>
                <a:pathLst>
                  <a:path extrusionOk="0" h="11" w="6">
                    <a:moveTo>
                      <a:pt x="0" y="0"/>
                    </a:moveTo>
                    <a:cubicBezTo>
                      <a:pt x="6" y="5"/>
                      <a:pt x="6" y="6"/>
                      <a:pt x="6" y="11"/>
                    </a:cubicBezTo>
                    <a:lnTo>
                      <a:pt x="6" y="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20"/>
              <p:cNvSpPr/>
              <p:nvPr/>
            </p:nvSpPr>
            <p:spPr>
              <a:xfrm>
                <a:off x="5373725" y="2537925"/>
                <a:ext cx="16600" cy="18900"/>
              </a:xfrm>
              <a:custGeom>
                <a:rect b="b" l="l" r="r" t="t"/>
                <a:pathLst>
                  <a:path extrusionOk="0" h="756" w="664">
                    <a:moveTo>
                      <a:pt x="366" y="1"/>
                    </a:moveTo>
                    <a:cubicBezTo>
                      <a:pt x="341" y="1"/>
                      <a:pt x="314" y="19"/>
                      <a:pt x="304" y="45"/>
                    </a:cubicBezTo>
                    <a:cubicBezTo>
                      <a:pt x="283" y="105"/>
                      <a:pt x="272" y="175"/>
                      <a:pt x="266" y="241"/>
                    </a:cubicBezTo>
                    <a:cubicBezTo>
                      <a:pt x="196" y="252"/>
                      <a:pt x="130" y="268"/>
                      <a:pt x="60" y="290"/>
                    </a:cubicBezTo>
                    <a:cubicBezTo>
                      <a:pt x="22" y="306"/>
                      <a:pt x="0" y="382"/>
                      <a:pt x="60" y="393"/>
                    </a:cubicBezTo>
                    <a:cubicBezTo>
                      <a:pt x="125" y="409"/>
                      <a:pt x="174" y="420"/>
                      <a:pt x="234" y="431"/>
                    </a:cubicBezTo>
                    <a:cubicBezTo>
                      <a:pt x="223" y="469"/>
                      <a:pt x="217" y="513"/>
                      <a:pt x="217" y="556"/>
                    </a:cubicBezTo>
                    <a:cubicBezTo>
                      <a:pt x="212" y="627"/>
                      <a:pt x="245" y="697"/>
                      <a:pt x="310" y="735"/>
                    </a:cubicBezTo>
                    <a:cubicBezTo>
                      <a:pt x="330" y="749"/>
                      <a:pt x="352" y="756"/>
                      <a:pt x="375" y="756"/>
                    </a:cubicBezTo>
                    <a:cubicBezTo>
                      <a:pt x="415" y="756"/>
                      <a:pt x="456" y="735"/>
                      <a:pt x="484" y="697"/>
                    </a:cubicBezTo>
                    <a:cubicBezTo>
                      <a:pt x="495" y="676"/>
                      <a:pt x="495" y="648"/>
                      <a:pt x="484" y="632"/>
                    </a:cubicBezTo>
                    <a:lnTo>
                      <a:pt x="478" y="621"/>
                    </a:lnTo>
                    <a:cubicBezTo>
                      <a:pt x="473" y="616"/>
                      <a:pt x="473" y="610"/>
                      <a:pt x="473" y="610"/>
                    </a:cubicBezTo>
                    <a:lnTo>
                      <a:pt x="473" y="599"/>
                    </a:lnTo>
                    <a:lnTo>
                      <a:pt x="473" y="594"/>
                    </a:lnTo>
                    <a:cubicBezTo>
                      <a:pt x="468" y="540"/>
                      <a:pt x="468" y="491"/>
                      <a:pt x="473" y="442"/>
                    </a:cubicBezTo>
                    <a:lnTo>
                      <a:pt x="468" y="436"/>
                    </a:lnTo>
                    <a:cubicBezTo>
                      <a:pt x="554" y="426"/>
                      <a:pt x="663" y="404"/>
                      <a:pt x="663" y="306"/>
                    </a:cubicBezTo>
                    <a:cubicBezTo>
                      <a:pt x="663" y="225"/>
                      <a:pt x="597" y="201"/>
                      <a:pt x="529" y="201"/>
                    </a:cubicBezTo>
                    <a:cubicBezTo>
                      <a:pt x="506" y="201"/>
                      <a:pt x="483" y="204"/>
                      <a:pt x="462" y="208"/>
                    </a:cubicBezTo>
                    <a:cubicBezTo>
                      <a:pt x="451" y="143"/>
                      <a:pt x="435" y="89"/>
                      <a:pt x="408" y="29"/>
                    </a:cubicBezTo>
                    <a:cubicBezTo>
                      <a:pt x="399" y="9"/>
                      <a:pt x="383" y="1"/>
                      <a:pt x="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20"/>
              <p:cNvSpPr/>
              <p:nvPr/>
            </p:nvSpPr>
            <p:spPr>
              <a:xfrm>
                <a:off x="5395050" y="2526975"/>
                <a:ext cx="26525" cy="32050"/>
              </a:xfrm>
              <a:custGeom>
                <a:rect b="b" l="l" r="r" t="t"/>
                <a:pathLst>
                  <a:path extrusionOk="0" h="1282" w="1061">
                    <a:moveTo>
                      <a:pt x="544" y="760"/>
                    </a:moveTo>
                    <a:cubicBezTo>
                      <a:pt x="566" y="760"/>
                      <a:pt x="588" y="762"/>
                      <a:pt x="609" y="766"/>
                    </a:cubicBezTo>
                    <a:cubicBezTo>
                      <a:pt x="658" y="777"/>
                      <a:pt x="713" y="777"/>
                      <a:pt x="761" y="787"/>
                    </a:cubicBezTo>
                    <a:cubicBezTo>
                      <a:pt x="930" y="836"/>
                      <a:pt x="685" y="983"/>
                      <a:pt x="620" y="1010"/>
                    </a:cubicBezTo>
                    <a:cubicBezTo>
                      <a:pt x="593" y="1021"/>
                      <a:pt x="566" y="1027"/>
                      <a:pt x="544" y="1037"/>
                    </a:cubicBezTo>
                    <a:cubicBezTo>
                      <a:pt x="517" y="1048"/>
                      <a:pt x="501" y="1048"/>
                      <a:pt x="517" y="1059"/>
                    </a:cubicBezTo>
                    <a:cubicBezTo>
                      <a:pt x="484" y="1043"/>
                      <a:pt x="452" y="1027"/>
                      <a:pt x="408" y="1010"/>
                    </a:cubicBezTo>
                    <a:cubicBezTo>
                      <a:pt x="343" y="989"/>
                      <a:pt x="289" y="945"/>
                      <a:pt x="251" y="880"/>
                    </a:cubicBezTo>
                    <a:cubicBezTo>
                      <a:pt x="267" y="874"/>
                      <a:pt x="278" y="864"/>
                      <a:pt x="289" y="853"/>
                    </a:cubicBezTo>
                    <a:cubicBezTo>
                      <a:pt x="321" y="815"/>
                      <a:pt x="365" y="793"/>
                      <a:pt x="414" y="782"/>
                    </a:cubicBezTo>
                    <a:cubicBezTo>
                      <a:pt x="457" y="767"/>
                      <a:pt x="501" y="760"/>
                      <a:pt x="544" y="760"/>
                    </a:cubicBezTo>
                    <a:close/>
                    <a:moveTo>
                      <a:pt x="188" y="1"/>
                    </a:moveTo>
                    <a:cubicBezTo>
                      <a:pt x="176" y="1"/>
                      <a:pt x="164" y="7"/>
                      <a:pt x="158" y="21"/>
                    </a:cubicBezTo>
                    <a:cubicBezTo>
                      <a:pt x="120" y="151"/>
                      <a:pt x="93" y="282"/>
                      <a:pt x="71" y="418"/>
                    </a:cubicBezTo>
                    <a:cubicBezTo>
                      <a:pt x="66" y="532"/>
                      <a:pt x="0" y="635"/>
                      <a:pt x="6" y="749"/>
                    </a:cubicBezTo>
                    <a:cubicBezTo>
                      <a:pt x="6" y="793"/>
                      <a:pt x="28" y="836"/>
                      <a:pt x="55" y="869"/>
                    </a:cubicBezTo>
                    <a:cubicBezTo>
                      <a:pt x="17" y="972"/>
                      <a:pt x="77" y="1076"/>
                      <a:pt x="164" y="1141"/>
                    </a:cubicBezTo>
                    <a:cubicBezTo>
                      <a:pt x="212" y="1173"/>
                      <a:pt x="267" y="1206"/>
                      <a:pt x="321" y="1222"/>
                    </a:cubicBezTo>
                    <a:cubicBezTo>
                      <a:pt x="365" y="1244"/>
                      <a:pt x="408" y="1260"/>
                      <a:pt x="452" y="1277"/>
                    </a:cubicBezTo>
                    <a:cubicBezTo>
                      <a:pt x="465" y="1280"/>
                      <a:pt x="479" y="1281"/>
                      <a:pt x="494" y="1281"/>
                    </a:cubicBezTo>
                    <a:cubicBezTo>
                      <a:pt x="612" y="1281"/>
                      <a:pt x="766" y="1193"/>
                      <a:pt x="848" y="1135"/>
                    </a:cubicBezTo>
                    <a:cubicBezTo>
                      <a:pt x="952" y="1054"/>
                      <a:pt x="1060" y="929"/>
                      <a:pt x="1022" y="782"/>
                    </a:cubicBezTo>
                    <a:lnTo>
                      <a:pt x="1022" y="782"/>
                    </a:lnTo>
                    <a:lnTo>
                      <a:pt x="1028" y="787"/>
                    </a:lnTo>
                    <a:cubicBezTo>
                      <a:pt x="984" y="630"/>
                      <a:pt x="848" y="603"/>
                      <a:pt x="713" y="581"/>
                    </a:cubicBezTo>
                    <a:cubicBezTo>
                      <a:pt x="642" y="559"/>
                      <a:pt x="571" y="543"/>
                      <a:pt x="495" y="543"/>
                    </a:cubicBezTo>
                    <a:cubicBezTo>
                      <a:pt x="419" y="548"/>
                      <a:pt x="343" y="565"/>
                      <a:pt x="272" y="586"/>
                    </a:cubicBezTo>
                    <a:cubicBezTo>
                      <a:pt x="256" y="592"/>
                      <a:pt x="245" y="603"/>
                      <a:pt x="234" y="608"/>
                    </a:cubicBezTo>
                    <a:cubicBezTo>
                      <a:pt x="234" y="586"/>
                      <a:pt x="240" y="570"/>
                      <a:pt x="245" y="548"/>
                    </a:cubicBezTo>
                    <a:cubicBezTo>
                      <a:pt x="251" y="456"/>
                      <a:pt x="229" y="369"/>
                      <a:pt x="229" y="276"/>
                    </a:cubicBezTo>
                    <a:cubicBezTo>
                      <a:pt x="234" y="189"/>
                      <a:pt x="229" y="103"/>
                      <a:pt x="218" y="21"/>
                    </a:cubicBezTo>
                    <a:cubicBezTo>
                      <a:pt x="212" y="7"/>
                      <a:pt x="200" y="1"/>
                      <a:pt x="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20"/>
              <p:cNvSpPr/>
              <p:nvPr/>
            </p:nvSpPr>
            <p:spPr>
              <a:xfrm>
                <a:off x="5427125" y="2541750"/>
                <a:ext cx="15500" cy="5125"/>
              </a:xfrm>
              <a:custGeom>
                <a:rect b="b" l="l" r="r" t="t"/>
                <a:pathLst>
                  <a:path extrusionOk="0" h="205" w="620">
                    <a:moveTo>
                      <a:pt x="495" y="1"/>
                    </a:moveTo>
                    <a:cubicBezTo>
                      <a:pt x="424" y="1"/>
                      <a:pt x="359" y="12"/>
                      <a:pt x="288" y="33"/>
                    </a:cubicBezTo>
                    <a:cubicBezTo>
                      <a:pt x="212" y="44"/>
                      <a:pt x="136" y="50"/>
                      <a:pt x="55" y="66"/>
                    </a:cubicBezTo>
                    <a:cubicBezTo>
                      <a:pt x="0" y="82"/>
                      <a:pt x="0" y="164"/>
                      <a:pt x="55" y="180"/>
                    </a:cubicBezTo>
                    <a:cubicBezTo>
                      <a:pt x="131" y="196"/>
                      <a:pt x="210" y="205"/>
                      <a:pt x="288" y="205"/>
                    </a:cubicBezTo>
                    <a:cubicBezTo>
                      <a:pt x="366" y="205"/>
                      <a:pt x="443" y="196"/>
                      <a:pt x="517" y="180"/>
                    </a:cubicBezTo>
                    <a:cubicBezTo>
                      <a:pt x="620" y="148"/>
                      <a:pt x="598" y="6"/>
                      <a:pt x="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20"/>
              <p:cNvSpPr/>
              <p:nvPr/>
            </p:nvSpPr>
            <p:spPr>
              <a:xfrm>
                <a:off x="5426025" y="2548275"/>
                <a:ext cx="18100" cy="6350"/>
              </a:xfrm>
              <a:custGeom>
                <a:rect b="b" l="l" r="r" t="t"/>
                <a:pathLst>
                  <a:path extrusionOk="0" h="254" w="724">
                    <a:moveTo>
                      <a:pt x="569" y="1"/>
                    </a:moveTo>
                    <a:cubicBezTo>
                      <a:pt x="507" y="1"/>
                      <a:pt x="442" y="21"/>
                      <a:pt x="381" y="39"/>
                    </a:cubicBezTo>
                    <a:cubicBezTo>
                      <a:pt x="347" y="44"/>
                      <a:pt x="112" y="147"/>
                      <a:pt x="52" y="147"/>
                    </a:cubicBezTo>
                    <a:cubicBezTo>
                      <a:pt x="45" y="147"/>
                      <a:pt x="40" y="146"/>
                      <a:pt x="39" y="142"/>
                    </a:cubicBezTo>
                    <a:cubicBezTo>
                      <a:pt x="35" y="136"/>
                      <a:pt x="29" y="134"/>
                      <a:pt x="23" y="134"/>
                    </a:cubicBezTo>
                    <a:cubicBezTo>
                      <a:pt x="12" y="134"/>
                      <a:pt x="1" y="142"/>
                      <a:pt x="1" y="153"/>
                    </a:cubicBezTo>
                    <a:cubicBezTo>
                      <a:pt x="1" y="169"/>
                      <a:pt x="1" y="169"/>
                      <a:pt x="1" y="180"/>
                    </a:cubicBezTo>
                    <a:cubicBezTo>
                      <a:pt x="1" y="191"/>
                      <a:pt x="6" y="196"/>
                      <a:pt x="12" y="202"/>
                    </a:cubicBezTo>
                    <a:cubicBezTo>
                      <a:pt x="68" y="240"/>
                      <a:pt x="131" y="253"/>
                      <a:pt x="195" y="253"/>
                    </a:cubicBezTo>
                    <a:cubicBezTo>
                      <a:pt x="248" y="253"/>
                      <a:pt x="302" y="244"/>
                      <a:pt x="354" y="234"/>
                    </a:cubicBezTo>
                    <a:cubicBezTo>
                      <a:pt x="490" y="213"/>
                      <a:pt x="593" y="218"/>
                      <a:pt x="702" y="126"/>
                    </a:cubicBezTo>
                    <a:cubicBezTo>
                      <a:pt x="724" y="104"/>
                      <a:pt x="724" y="71"/>
                      <a:pt x="702" y="50"/>
                    </a:cubicBezTo>
                    <a:lnTo>
                      <a:pt x="707" y="50"/>
                    </a:lnTo>
                    <a:cubicBezTo>
                      <a:pt x="666" y="13"/>
                      <a:pt x="619" y="1"/>
                      <a:pt x="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20"/>
              <p:cNvSpPr/>
              <p:nvPr/>
            </p:nvSpPr>
            <p:spPr>
              <a:xfrm>
                <a:off x="5451175" y="2534025"/>
                <a:ext cx="22850" cy="22175"/>
              </a:xfrm>
              <a:custGeom>
                <a:rect b="b" l="l" r="r" t="t"/>
                <a:pathLst>
                  <a:path extrusionOk="0" h="887" w="914">
                    <a:moveTo>
                      <a:pt x="485" y="0"/>
                    </a:moveTo>
                    <a:cubicBezTo>
                      <a:pt x="449" y="0"/>
                      <a:pt x="416" y="4"/>
                      <a:pt x="386" y="11"/>
                    </a:cubicBezTo>
                    <a:cubicBezTo>
                      <a:pt x="158" y="76"/>
                      <a:pt x="0" y="288"/>
                      <a:pt x="0" y="527"/>
                    </a:cubicBezTo>
                    <a:cubicBezTo>
                      <a:pt x="6" y="762"/>
                      <a:pt x="196" y="887"/>
                      <a:pt x="409" y="887"/>
                    </a:cubicBezTo>
                    <a:cubicBezTo>
                      <a:pt x="417" y="887"/>
                      <a:pt x="426" y="886"/>
                      <a:pt x="435" y="886"/>
                    </a:cubicBezTo>
                    <a:cubicBezTo>
                      <a:pt x="555" y="886"/>
                      <a:pt x="669" y="853"/>
                      <a:pt x="772" y="794"/>
                    </a:cubicBezTo>
                    <a:cubicBezTo>
                      <a:pt x="827" y="750"/>
                      <a:pt x="914" y="690"/>
                      <a:pt x="886" y="609"/>
                    </a:cubicBezTo>
                    <a:cubicBezTo>
                      <a:pt x="879" y="582"/>
                      <a:pt x="856" y="566"/>
                      <a:pt x="831" y="566"/>
                    </a:cubicBezTo>
                    <a:cubicBezTo>
                      <a:pt x="820" y="566"/>
                      <a:pt x="809" y="569"/>
                      <a:pt x="800" y="576"/>
                    </a:cubicBezTo>
                    <a:cubicBezTo>
                      <a:pt x="761" y="587"/>
                      <a:pt x="723" y="592"/>
                      <a:pt x="685" y="592"/>
                    </a:cubicBezTo>
                    <a:cubicBezTo>
                      <a:pt x="626" y="592"/>
                      <a:pt x="566" y="614"/>
                      <a:pt x="511" y="620"/>
                    </a:cubicBezTo>
                    <a:cubicBezTo>
                      <a:pt x="479" y="624"/>
                      <a:pt x="434" y="630"/>
                      <a:pt x="391" y="630"/>
                    </a:cubicBezTo>
                    <a:cubicBezTo>
                      <a:pt x="318" y="630"/>
                      <a:pt x="248" y="613"/>
                      <a:pt x="234" y="538"/>
                    </a:cubicBezTo>
                    <a:cubicBezTo>
                      <a:pt x="212" y="413"/>
                      <a:pt x="299" y="293"/>
                      <a:pt x="386" y="239"/>
                    </a:cubicBezTo>
                    <a:cubicBezTo>
                      <a:pt x="427" y="216"/>
                      <a:pt x="512" y="188"/>
                      <a:pt x="584" y="188"/>
                    </a:cubicBezTo>
                    <a:cubicBezTo>
                      <a:pt x="630" y="188"/>
                      <a:pt x="670" y="199"/>
                      <a:pt x="691" y="228"/>
                    </a:cubicBezTo>
                    <a:cubicBezTo>
                      <a:pt x="701" y="243"/>
                      <a:pt x="717" y="250"/>
                      <a:pt x="732" y="250"/>
                    </a:cubicBezTo>
                    <a:cubicBezTo>
                      <a:pt x="755" y="250"/>
                      <a:pt x="778" y="233"/>
                      <a:pt x="778" y="206"/>
                    </a:cubicBezTo>
                    <a:cubicBezTo>
                      <a:pt x="778" y="55"/>
                      <a:pt x="620" y="0"/>
                      <a:pt x="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20"/>
              <p:cNvSpPr/>
              <p:nvPr/>
            </p:nvSpPr>
            <p:spPr>
              <a:xfrm>
                <a:off x="5333350" y="2525225"/>
                <a:ext cx="7100" cy="8675"/>
              </a:xfrm>
              <a:custGeom>
                <a:rect b="b" l="l" r="r" t="t"/>
                <a:pathLst>
                  <a:path extrusionOk="0" h="347" w="284">
                    <a:moveTo>
                      <a:pt x="235" y="0"/>
                    </a:moveTo>
                    <a:cubicBezTo>
                      <a:pt x="227" y="0"/>
                      <a:pt x="219" y="3"/>
                      <a:pt x="213" y="9"/>
                    </a:cubicBezTo>
                    <a:cubicBezTo>
                      <a:pt x="136" y="75"/>
                      <a:pt x="1" y="216"/>
                      <a:pt x="50" y="330"/>
                    </a:cubicBezTo>
                    <a:cubicBezTo>
                      <a:pt x="58" y="341"/>
                      <a:pt x="71" y="346"/>
                      <a:pt x="85" y="346"/>
                    </a:cubicBezTo>
                    <a:cubicBezTo>
                      <a:pt x="98" y="346"/>
                      <a:pt x="112" y="341"/>
                      <a:pt x="120" y="330"/>
                    </a:cubicBezTo>
                    <a:cubicBezTo>
                      <a:pt x="142" y="287"/>
                      <a:pt x="158" y="249"/>
                      <a:pt x="175" y="205"/>
                    </a:cubicBezTo>
                    <a:cubicBezTo>
                      <a:pt x="202" y="151"/>
                      <a:pt x="245" y="107"/>
                      <a:pt x="267" y="53"/>
                    </a:cubicBezTo>
                    <a:cubicBezTo>
                      <a:pt x="283" y="28"/>
                      <a:pt x="259" y="0"/>
                      <a:pt x="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20"/>
              <p:cNvSpPr/>
              <p:nvPr/>
            </p:nvSpPr>
            <p:spPr>
              <a:xfrm>
                <a:off x="5333500" y="2532650"/>
                <a:ext cx="7450" cy="6150"/>
              </a:xfrm>
              <a:custGeom>
                <a:rect b="b" l="l" r="r" t="t"/>
                <a:pathLst>
                  <a:path extrusionOk="0" h="246" w="298">
                    <a:moveTo>
                      <a:pt x="277" y="1"/>
                    </a:moveTo>
                    <a:cubicBezTo>
                      <a:pt x="212" y="11"/>
                      <a:pt x="152" y="39"/>
                      <a:pt x="109" y="82"/>
                    </a:cubicBezTo>
                    <a:cubicBezTo>
                      <a:pt x="60" y="120"/>
                      <a:pt x="0" y="196"/>
                      <a:pt x="65" y="240"/>
                    </a:cubicBezTo>
                    <a:cubicBezTo>
                      <a:pt x="69" y="244"/>
                      <a:pt x="74" y="245"/>
                      <a:pt x="80" y="245"/>
                    </a:cubicBezTo>
                    <a:cubicBezTo>
                      <a:pt x="90" y="245"/>
                      <a:pt x="102" y="239"/>
                      <a:pt x="109" y="229"/>
                    </a:cubicBezTo>
                    <a:lnTo>
                      <a:pt x="109" y="223"/>
                    </a:lnTo>
                    <a:cubicBezTo>
                      <a:pt x="120" y="213"/>
                      <a:pt x="125" y="207"/>
                      <a:pt x="130" y="196"/>
                    </a:cubicBezTo>
                    <a:cubicBezTo>
                      <a:pt x="141" y="174"/>
                      <a:pt x="158" y="153"/>
                      <a:pt x="174" y="136"/>
                    </a:cubicBezTo>
                    <a:cubicBezTo>
                      <a:pt x="190" y="115"/>
                      <a:pt x="212" y="98"/>
                      <a:pt x="234" y="82"/>
                    </a:cubicBezTo>
                    <a:cubicBezTo>
                      <a:pt x="250" y="66"/>
                      <a:pt x="266" y="55"/>
                      <a:pt x="283" y="39"/>
                    </a:cubicBezTo>
                    <a:cubicBezTo>
                      <a:pt x="298" y="34"/>
                      <a:pt x="294" y="5"/>
                      <a:pt x="277" y="5"/>
                    </a:cubicBezTo>
                    <a:cubicBezTo>
                      <a:pt x="275" y="5"/>
                      <a:pt x="273" y="6"/>
                      <a:pt x="272" y="6"/>
                    </a:cubicBezTo>
                    <a:lnTo>
                      <a:pt x="2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20"/>
              <p:cNvSpPr/>
              <p:nvPr/>
            </p:nvSpPr>
            <p:spPr>
              <a:xfrm>
                <a:off x="5334600" y="2537750"/>
                <a:ext cx="5575" cy="6500"/>
              </a:xfrm>
              <a:custGeom>
                <a:rect b="b" l="l" r="r" t="t"/>
                <a:pathLst>
                  <a:path extrusionOk="0" h="260" w="223">
                    <a:moveTo>
                      <a:pt x="187" y="1"/>
                    </a:moveTo>
                    <a:cubicBezTo>
                      <a:pt x="174" y="1"/>
                      <a:pt x="162" y="8"/>
                      <a:pt x="157" y="25"/>
                    </a:cubicBezTo>
                    <a:cubicBezTo>
                      <a:pt x="141" y="63"/>
                      <a:pt x="114" y="96"/>
                      <a:pt x="86" y="123"/>
                    </a:cubicBezTo>
                    <a:cubicBezTo>
                      <a:pt x="48" y="144"/>
                      <a:pt x="21" y="177"/>
                      <a:pt x="5" y="210"/>
                    </a:cubicBezTo>
                    <a:cubicBezTo>
                      <a:pt x="0" y="239"/>
                      <a:pt x="17" y="259"/>
                      <a:pt x="44" y="259"/>
                    </a:cubicBezTo>
                    <a:cubicBezTo>
                      <a:pt x="47" y="259"/>
                      <a:pt x="51" y="259"/>
                      <a:pt x="54" y="259"/>
                    </a:cubicBezTo>
                    <a:cubicBezTo>
                      <a:pt x="97" y="237"/>
                      <a:pt x="141" y="204"/>
                      <a:pt x="168" y="166"/>
                    </a:cubicBezTo>
                    <a:cubicBezTo>
                      <a:pt x="201" y="128"/>
                      <a:pt x="217" y="79"/>
                      <a:pt x="222" y="30"/>
                    </a:cubicBezTo>
                    <a:cubicBezTo>
                      <a:pt x="219" y="12"/>
                      <a:pt x="203"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20"/>
              <p:cNvSpPr/>
              <p:nvPr/>
            </p:nvSpPr>
            <p:spPr>
              <a:xfrm>
                <a:off x="5337425" y="2546475"/>
                <a:ext cx="2600" cy="3625"/>
              </a:xfrm>
              <a:custGeom>
                <a:rect b="b" l="l" r="r" t="t"/>
                <a:pathLst>
                  <a:path extrusionOk="0" h="145" w="104">
                    <a:moveTo>
                      <a:pt x="74" y="1"/>
                    </a:moveTo>
                    <a:cubicBezTo>
                      <a:pt x="59" y="1"/>
                      <a:pt x="44" y="10"/>
                      <a:pt x="44" y="29"/>
                    </a:cubicBezTo>
                    <a:cubicBezTo>
                      <a:pt x="44" y="45"/>
                      <a:pt x="39" y="56"/>
                      <a:pt x="39" y="73"/>
                    </a:cubicBezTo>
                    <a:cubicBezTo>
                      <a:pt x="33" y="78"/>
                      <a:pt x="28" y="89"/>
                      <a:pt x="17" y="94"/>
                    </a:cubicBezTo>
                    <a:cubicBezTo>
                      <a:pt x="1" y="105"/>
                      <a:pt x="1" y="138"/>
                      <a:pt x="22" y="143"/>
                    </a:cubicBezTo>
                    <a:cubicBezTo>
                      <a:pt x="27" y="144"/>
                      <a:pt x="31" y="144"/>
                      <a:pt x="36" y="144"/>
                    </a:cubicBezTo>
                    <a:cubicBezTo>
                      <a:pt x="94" y="144"/>
                      <a:pt x="104" y="75"/>
                      <a:pt x="104" y="29"/>
                    </a:cubicBezTo>
                    <a:cubicBezTo>
                      <a:pt x="104" y="10"/>
                      <a:pt x="89" y="1"/>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20"/>
              <p:cNvSpPr/>
              <p:nvPr/>
            </p:nvSpPr>
            <p:spPr>
              <a:xfrm>
                <a:off x="5334700" y="2564275"/>
                <a:ext cx="8100" cy="7125"/>
              </a:xfrm>
              <a:custGeom>
                <a:rect b="b" l="l" r="r" t="t"/>
                <a:pathLst>
                  <a:path extrusionOk="0" h="285" w="324">
                    <a:moveTo>
                      <a:pt x="246" y="1"/>
                    </a:moveTo>
                    <a:cubicBezTo>
                      <a:pt x="237" y="1"/>
                      <a:pt x="228" y="3"/>
                      <a:pt x="218" y="8"/>
                    </a:cubicBezTo>
                    <a:cubicBezTo>
                      <a:pt x="137" y="51"/>
                      <a:pt x="1" y="143"/>
                      <a:pt x="34" y="252"/>
                    </a:cubicBezTo>
                    <a:cubicBezTo>
                      <a:pt x="39" y="274"/>
                      <a:pt x="57" y="285"/>
                      <a:pt x="74" y="285"/>
                    </a:cubicBezTo>
                    <a:cubicBezTo>
                      <a:pt x="92" y="285"/>
                      <a:pt x="110" y="274"/>
                      <a:pt x="115" y="252"/>
                    </a:cubicBezTo>
                    <a:cubicBezTo>
                      <a:pt x="137" y="187"/>
                      <a:pt x="218" y="133"/>
                      <a:pt x="273" y="100"/>
                    </a:cubicBezTo>
                    <a:cubicBezTo>
                      <a:pt x="324" y="72"/>
                      <a:pt x="296" y="1"/>
                      <a:pt x="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20"/>
              <p:cNvSpPr/>
              <p:nvPr/>
            </p:nvSpPr>
            <p:spPr>
              <a:xfrm>
                <a:off x="5337700" y="2570000"/>
                <a:ext cx="5450" cy="6775"/>
              </a:xfrm>
              <a:custGeom>
                <a:rect b="b" l="l" r="r" t="t"/>
                <a:pathLst>
                  <a:path extrusionOk="0" h="271" w="218">
                    <a:moveTo>
                      <a:pt x="166" y="0"/>
                    </a:moveTo>
                    <a:cubicBezTo>
                      <a:pt x="149" y="0"/>
                      <a:pt x="133" y="10"/>
                      <a:pt x="131" y="34"/>
                    </a:cubicBezTo>
                    <a:lnTo>
                      <a:pt x="131" y="29"/>
                    </a:lnTo>
                    <a:cubicBezTo>
                      <a:pt x="120" y="72"/>
                      <a:pt x="77" y="88"/>
                      <a:pt x="60" y="126"/>
                    </a:cubicBezTo>
                    <a:cubicBezTo>
                      <a:pt x="55" y="154"/>
                      <a:pt x="39" y="186"/>
                      <a:pt x="17" y="213"/>
                    </a:cubicBezTo>
                    <a:cubicBezTo>
                      <a:pt x="1" y="230"/>
                      <a:pt x="6" y="262"/>
                      <a:pt x="33" y="268"/>
                    </a:cubicBezTo>
                    <a:cubicBezTo>
                      <a:pt x="40" y="269"/>
                      <a:pt x="47" y="270"/>
                      <a:pt x="52" y="270"/>
                    </a:cubicBezTo>
                    <a:cubicBezTo>
                      <a:pt x="101" y="270"/>
                      <a:pt x="112" y="215"/>
                      <a:pt x="136" y="181"/>
                    </a:cubicBezTo>
                    <a:cubicBezTo>
                      <a:pt x="169" y="143"/>
                      <a:pt x="218" y="110"/>
                      <a:pt x="213" y="45"/>
                    </a:cubicBezTo>
                    <a:cubicBezTo>
                      <a:pt x="213" y="17"/>
                      <a:pt x="188"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20"/>
              <p:cNvSpPr/>
              <p:nvPr/>
            </p:nvSpPr>
            <p:spPr>
              <a:xfrm>
                <a:off x="5365825" y="2657575"/>
                <a:ext cx="8925" cy="9925"/>
              </a:xfrm>
              <a:custGeom>
                <a:rect b="b" l="l" r="r" t="t"/>
                <a:pathLst>
                  <a:path extrusionOk="0" h="397" w="357">
                    <a:moveTo>
                      <a:pt x="300" y="0"/>
                    </a:moveTo>
                    <a:cubicBezTo>
                      <a:pt x="290" y="0"/>
                      <a:pt x="281" y="5"/>
                      <a:pt x="273" y="15"/>
                    </a:cubicBezTo>
                    <a:cubicBezTo>
                      <a:pt x="213" y="81"/>
                      <a:pt x="142" y="135"/>
                      <a:pt x="82" y="195"/>
                    </a:cubicBezTo>
                    <a:cubicBezTo>
                      <a:pt x="33" y="238"/>
                      <a:pt x="6" y="293"/>
                      <a:pt x="1" y="358"/>
                    </a:cubicBezTo>
                    <a:cubicBezTo>
                      <a:pt x="1" y="382"/>
                      <a:pt x="21" y="396"/>
                      <a:pt x="41" y="396"/>
                    </a:cubicBezTo>
                    <a:cubicBezTo>
                      <a:pt x="57" y="396"/>
                      <a:pt x="72" y="388"/>
                      <a:pt x="77" y="369"/>
                    </a:cubicBezTo>
                    <a:cubicBezTo>
                      <a:pt x="115" y="249"/>
                      <a:pt x="256" y="162"/>
                      <a:pt x="332" y="75"/>
                    </a:cubicBezTo>
                    <a:cubicBezTo>
                      <a:pt x="357" y="42"/>
                      <a:pt x="329" y="0"/>
                      <a:pt x="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20"/>
              <p:cNvSpPr/>
              <p:nvPr/>
            </p:nvSpPr>
            <p:spPr>
              <a:xfrm>
                <a:off x="5368700" y="2662650"/>
                <a:ext cx="7900" cy="8125"/>
              </a:xfrm>
              <a:custGeom>
                <a:rect b="b" l="l" r="r" t="t"/>
                <a:pathLst>
                  <a:path extrusionOk="0" h="325" w="316">
                    <a:moveTo>
                      <a:pt x="270" y="1"/>
                    </a:moveTo>
                    <a:cubicBezTo>
                      <a:pt x="258" y="1"/>
                      <a:pt x="246" y="6"/>
                      <a:pt x="239" y="19"/>
                    </a:cubicBezTo>
                    <a:lnTo>
                      <a:pt x="245" y="19"/>
                    </a:lnTo>
                    <a:cubicBezTo>
                      <a:pt x="217" y="73"/>
                      <a:pt x="163" y="100"/>
                      <a:pt x="125" y="144"/>
                    </a:cubicBezTo>
                    <a:cubicBezTo>
                      <a:pt x="103" y="166"/>
                      <a:pt x="92" y="198"/>
                      <a:pt x="71" y="220"/>
                    </a:cubicBezTo>
                    <a:cubicBezTo>
                      <a:pt x="49" y="236"/>
                      <a:pt x="27" y="258"/>
                      <a:pt x="11" y="280"/>
                    </a:cubicBezTo>
                    <a:cubicBezTo>
                      <a:pt x="1" y="300"/>
                      <a:pt x="14" y="324"/>
                      <a:pt x="36" y="324"/>
                    </a:cubicBezTo>
                    <a:cubicBezTo>
                      <a:pt x="39" y="324"/>
                      <a:pt x="41" y="324"/>
                      <a:pt x="43" y="323"/>
                    </a:cubicBezTo>
                    <a:cubicBezTo>
                      <a:pt x="76" y="312"/>
                      <a:pt x="103" y="302"/>
                      <a:pt x="130" y="280"/>
                    </a:cubicBezTo>
                    <a:cubicBezTo>
                      <a:pt x="158" y="253"/>
                      <a:pt x="168" y="215"/>
                      <a:pt x="196" y="193"/>
                    </a:cubicBezTo>
                    <a:cubicBezTo>
                      <a:pt x="239" y="149"/>
                      <a:pt x="277" y="100"/>
                      <a:pt x="304" y="46"/>
                    </a:cubicBezTo>
                    <a:cubicBezTo>
                      <a:pt x="315" y="21"/>
                      <a:pt x="293"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20"/>
              <p:cNvSpPr/>
              <p:nvPr/>
            </p:nvSpPr>
            <p:spPr>
              <a:xfrm>
                <a:off x="5370800" y="2668400"/>
                <a:ext cx="5800" cy="6625"/>
              </a:xfrm>
              <a:custGeom>
                <a:rect b="b" l="l" r="r" t="t"/>
                <a:pathLst>
                  <a:path extrusionOk="0" h="265" w="232">
                    <a:moveTo>
                      <a:pt x="144" y="1"/>
                    </a:moveTo>
                    <a:cubicBezTo>
                      <a:pt x="112" y="6"/>
                      <a:pt x="95" y="44"/>
                      <a:pt x="117" y="72"/>
                    </a:cubicBezTo>
                    <a:cubicBezTo>
                      <a:pt x="90" y="126"/>
                      <a:pt x="52" y="175"/>
                      <a:pt x="14" y="224"/>
                    </a:cubicBezTo>
                    <a:cubicBezTo>
                      <a:pt x="0" y="242"/>
                      <a:pt x="17" y="264"/>
                      <a:pt x="39" y="264"/>
                    </a:cubicBezTo>
                    <a:cubicBezTo>
                      <a:pt x="43" y="264"/>
                      <a:pt x="48" y="264"/>
                      <a:pt x="52" y="262"/>
                    </a:cubicBezTo>
                    <a:cubicBezTo>
                      <a:pt x="117" y="218"/>
                      <a:pt x="231" y="126"/>
                      <a:pt x="204" y="34"/>
                    </a:cubicBezTo>
                    <a:cubicBezTo>
                      <a:pt x="199" y="17"/>
                      <a:pt x="182"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20"/>
              <p:cNvSpPr/>
              <p:nvPr/>
            </p:nvSpPr>
            <p:spPr>
              <a:xfrm>
                <a:off x="5441650" y="2658425"/>
                <a:ext cx="9725" cy="8650"/>
              </a:xfrm>
              <a:custGeom>
                <a:rect b="b" l="l" r="r" t="t"/>
                <a:pathLst>
                  <a:path extrusionOk="0" h="346" w="389">
                    <a:moveTo>
                      <a:pt x="315" y="0"/>
                    </a:moveTo>
                    <a:cubicBezTo>
                      <a:pt x="304" y="0"/>
                      <a:pt x="293" y="4"/>
                      <a:pt x="284" y="14"/>
                    </a:cubicBezTo>
                    <a:cubicBezTo>
                      <a:pt x="251" y="52"/>
                      <a:pt x="213" y="79"/>
                      <a:pt x="169" y="101"/>
                    </a:cubicBezTo>
                    <a:cubicBezTo>
                      <a:pt x="137" y="117"/>
                      <a:pt x="110" y="134"/>
                      <a:pt x="88" y="161"/>
                    </a:cubicBezTo>
                    <a:cubicBezTo>
                      <a:pt x="50" y="199"/>
                      <a:pt x="1" y="269"/>
                      <a:pt x="28" y="329"/>
                    </a:cubicBezTo>
                    <a:cubicBezTo>
                      <a:pt x="39" y="340"/>
                      <a:pt x="50" y="346"/>
                      <a:pt x="66" y="346"/>
                    </a:cubicBezTo>
                    <a:cubicBezTo>
                      <a:pt x="121" y="324"/>
                      <a:pt x="142" y="264"/>
                      <a:pt x="180" y="226"/>
                    </a:cubicBezTo>
                    <a:cubicBezTo>
                      <a:pt x="207" y="210"/>
                      <a:pt x="235" y="188"/>
                      <a:pt x="267" y="177"/>
                    </a:cubicBezTo>
                    <a:cubicBezTo>
                      <a:pt x="300" y="150"/>
                      <a:pt x="327" y="123"/>
                      <a:pt x="354" y="90"/>
                    </a:cubicBezTo>
                    <a:cubicBezTo>
                      <a:pt x="388" y="52"/>
                      <a:pt x="353" y="0"/>
                      <a:pt x="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20"/>
              <p:cNvSpPr/>
              <p:nvPr/>
            </p:nvSpPr>
            <p:spPr>
              <a:xfrm>
                <a:off x="5443850" y="2665275"/>
                <a:ext cx="6950" cy="6025"/>
              </a:xfrm>
              <a:custGeom>
                <a:rect b="b" l="l" r="r" t="t"/>
                <a:pathLst>
                  <a:path extrusionOk="0" h="241" w="278">
                    <a:moveTo>
                      <a:pt x="226" y="1"/>
                    </a:moveTo>
                    <a:cubicBezTo>
                      <a:pt x="213" y="1"/>
                      <a:pt x="201" y="6"/>
                      <a:pt x="196" y="17"/>
                    </a:cubicBezTo>
                    <a:lnTo>
                      <a:pt x="190" y="23"/>
                    </a:lnTo>
                    <a:cubicBezTo>
                      <a:pt x="179" y="28"/>
                      <a:pt x="174" y="33"/>
                      <a:pt x="168" y="39"/>
                    </a:cubicBezTo>
                    <a:cubicBezTo>
                      <a:pt x="152" y="50"/>
                      <a:pt x="136" y="55"/>
                      <a:pt x="119" y="66"/>
                    </a:cubicBezTo>
                    <a:cubicBezTo>
                      <a:pt x="71" y="99"/>
                      <a:pt x="27" y="148"/>
                      <a:pt x="5" y="202"/>
                    </a:cubicBezTo>
                    <a:cubicBezTo>
                      <a:pt x="0" y="221"/>
                      <a:pt x="17" y="241"/>
                      <a:pt x="37" y="241"/>
                    </a:cubicBezTo>
                    <a:cubicBezTo>
                      <a:pt x="39" y="241"/>
                      <a:pt x="41" y="241"/>
                      <a:pt x="43" y="240"/>
                    </a:cubicBezTo>
                    <a:cubicBezTo>
                      <a:pt x="76" y="224"/>
                      <a:pt x="109" y="207"/>
                      <a:pt x="136" y="180"/>
                    </a:cubicBezTo>
                    <a:lnTo>
                      <a:pt x="201" y="131"/>
                    </a:lnTo>
                    <a:cubicBezTo>
                      <a:pt x="223" y="115"/>
                      <a:pt x="239" y="99"/>
                      <a:pt x="255" y="82"/>
                    </a:cubicBezTo>
                    <a:cubicBezTo>
                      <a:pt x="272" y="66"/>
                      <a:pt x="277" y="39"/>
                      <a:pt x="261" y="17"/>
                    </a:cubicBezTo>
                    <a:cubicBezTo>
                      <a:pt x="253" y="6"/>
                      <a:pt x="239" y="1"/>
                      <a:pt x="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20"/>
              <p:cNvSpPr/>
              <p:nvPr/>
            </p:nvSpPr>
            <p:spPr>
              <a:xfrm>
                <a:off x="5330775" y="2691300"/>
                <a:ext cx="4650" cy="8300"/>
              </a:xfrm>
              <a:custGeom>
                <a:rect b="b" l="l" r="r" t="t"/>
                <a:pathLst>
                  <a:path extrusionOk="0" h="332" w="186">
                    <a:moveTo>
                      <a:pt x="147" y="1"/>
                    </a:moveTo>
                    <a:cubicBezTo>
                      <a:pt x="132" y="1"/>
                      <a:pt x="117" y="9"/>
                      <a:pt x="114" y="25"/>
                    </a:cubicBezTo>
                    <a:cubicBezTo>
                      <a:pt x="93" y="112"/>
                      <a:pt x="0" y="243"/>
                      <a:pt x="82" y="319"/>
                    </a:cubicBezTo>
                    <a:cubicBezTo>
                      <a:pt x="88" y="328"/>
                      <a:pt x="97" y="332"/>
                      <a:pt x="107" y="332"/>
                    </a:cubicBezTo>
                    <a:cubicBezTo>
                      <a:pt x="115" y="332"/>
                      <a:pt x="123" y="329"/>
                      <a:pt x="131" y="324"/>
                    </a:cubicBezTo>
                    <a:lnTo>
                      <a:pt x="142" y="319"/>
                    </a:lnTo>
                    <a:cubicBezTo>
                      <a:pt x="153" y="313"/>
                      <a:pt x="158" y="297"/>
                      <a:pt x="153" y="281"/>
                    </a:cubicBezTo>
                    <a:lnTo>
                      <a:pt x="153" y="243"/>
                    </a:lnTo>
                    <a:cubicBezTo>
                      <a:pt x="153" y="216"/>
                      <a:pt x="158" y="188"/>
                      <a:pt x="169" y="161"/>
                    </a:cubicBezTo>
                    <a:cubicBezTo>
                      <a:pt x="180" y="118"/>
                      <a:pt x="185" y="74"/>
                      <a:pt x="180" y="25"/>
                    </a:cubicBezTo>
                    <a:cubicBezTo>
                      <a:pt x="177" y="9"/>
                      <a:pt x="162" y="1"/>
                      <a:pt x="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20"/>
              <p:cNvSpPr/>
              <p:nvPr/>
            </p:nvSpPr>
            <p:spPr>
              <a:xfrm>
                <a:off x="5337150" y="2692725"/>
                <a:ext cx="3575" cy="6800"/>
              </a:xfrm>
              <a:custGeom>
                <a:rect b="b" l="l" r="r" t="t"/>
                <a:pathLst>
                  <a:path extrusionOk="0" h="272" w="143">
                    <a:moveTo>
                      <a:pt x="80" y="1"/>
                    </a:moveTo>
                    <a:cubicBezTo>
                      <a:pt x="48" y="1"/>
                      <a:pt x="17" y="23"/>
                      <a:pt x="17" y="66"/>
                    </a:cubicBezTo>
                    <a:lnTo>
                      <a:pt x="23" y="66"/>
                    </a:lnTo>
                    <a:lnTo>
                      <a:pt x="23" y="77"/>
                    </a:lnTo>
                    <a:cubicBezTo>
                      <a:pt x="23" y="77"/>
                      <a:pt x="23" y="88"/>
                      <a:pt x="17" y="93"/>
                    </a:cubicBezTo>
                    <a:cubicBezTo>
                      <a:pt x="12" y="115"/>
                      <a:pt x="12" y="137"/>
                      <a:pt x="6" y="164"/>
                    </a:cubicBezTo>
                    <a:cubicBezTo>
                      <a:pt x="1" y="207"/>
                      <a:pt x="23" y="251"/>
                      <a:pt x="66" y="267"/>
                    </a:cubicBezTo>
                    <a:cubicBezTo>
                      <a:pt x="72" y="270"/>
                      <a:pt x="78" y="271"/>
                      <a:pt x="84" y="271"/>
                    </a:cubicBezTo>
                    <a:cubicBezTo>
                      <a:pt x="114" y="271"/>
                      <a:pt x="136" y="239"/>
                      <a:pt x="131" y="207"/>
                    </a:cubicBezTo>
                    <a:cubicBezTo>
                      <a:pt x="131" y="202"/>
                      <a:pt x="131" y="197"/>
                      <a:pt x="131" y="197"/>
                    </a:cubicBezTo>
                    <a:lnTo>
                      <a:pt x="131" y="180"/>
                    </a:lnTo>
                    <a:lnTo>
                      <a:pt x="131" y="159"/>
                    </a:lnTo>
                    <a:lnTo>
                      <a:pt x="131" y="153"/>
                    </a:lnTo>
                    <a:cubicBezTo>
                      <a:pt x="131" y="148"/>
                      <a:pt x="131" y="148"/>
                      <a:pt x="131" y="148"/>
                    </a:cubicBezTo>
                    <a:cubicBezTo>
                      <a:pt x="137" y="120"/>
                      <a:pt x="142" y="93"/>
                      <a:pt x="142" y="66"/>
                    </a:cubicBezTo>
                    <a:cubicBezTo>
                      <a:pt x="142" y="23"/>
                      <a:pt x="111" y="1"/>
                      <a:pt x="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20"/>
              <p:cNvSpPr/>
              <p:nvPr/>
            </p:nvSpPr>
            <p:spPr>
              <a:xfrm>
                <a:off x="5397225" y="2691075"/>
                <a:ext cx="3275" cy="7125"/>
              </a:xfrm>
              <a:custGeom>
                <a:rect b="b" l="l" r="r" t="t"/>
                <a:pathLst>
                  <a:path extrusionOk="0" h="285" w="131">
                    <a:moveTo>
                      <a:pt x="82" y="0"/>
                    </a:moveTo>
                    <a:cubicBezTo>
                      <a:pt x="60" y="0"/>
                      <a:pt x="38" y="15"/>
                      <a:pt x="38" y="45"/>
                    </a:cubicBezTo>
                    <a:cubicBezTo>
                      <a:pt x="33" y="105"/>
                      <a:pt x="11" y="165"/>
                      <a:pt x="0" y="225"/>
                    </a:cubicBezTo>
                    <a:cubicBezTo>
                      <a:pt x="0" y="252"/>
                      <a:pt x="22" y="273"/>
                      <a:pt x="44" y="284"/>
                    </a:cubicBezTo>
                    <a:lnTo>
                      <a:pt x="77" y="284"/>
                    </a:lnTo>
                    <a:cubicBezTo>
                      <a:pt x="104" y="273"/>
                      <a:pt x="125" y="252"/>
                      <a:pt x="125" y="225"/>
                    </a:cubicBezTo>
                    <a:cubicBezTo>
                      <a:pt x="125" y="165"/>
                      <a:pt x="131" y="105"/>
                      <a:pt x="125" y="45"/>
                    </a:cubicBezTo>
                    <a:cubicBezTo>
                      <a:pt x="125" y="15"/>
                      <a:pt x="104" y="0"/>
                      <a:pt x="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20"/>
              <p:cNvSpPr/>
              <p:nvPr/>
            </p:nvSpPr>
            <p:spPr>
              <a:xfrm>
                <a:off x="5403525" y="2691800"/>
                <a:ext cx="4050" cy="6225"/>
              </a:xfrm>
              <a:custGeom>
                <a:rect b="b" l="l" r="r" t="t"/>
                <a:pathLst>
                  <a:path extrusionOk="0" h="249" w="162">
                    <a:moveTo>
                      <a:pt x="69" y="0"/>
                    </a:moveTo>
                    <a:cubicBezTo>
                      <a:pt x="30" y="0"/>
                      <a:pt x="0" y="57"/>
                      <a:pt x="31" y="92"/>
                    </a:cubicBezTo>
                    <a:cubicBezTo>
                      <a:pt x="26" y="103"/>
                      <a:pt x="20" y="114"/>
                      <a:pt x="20" y="125"/>
                    </a:cubicBezTo>
                    <a:cubicBezTo>
                      <a:pt x="9" y="163"/>
                      <a:pt x="20" y="206"/>
                      <a:pt x="47" y="239"/>
                    </a:cubicBezTo>
                    <a:cubicBezTo>
                      <a:pt x="54" y="245"/>
                      <a:pt x="62" y="248"/>
                      <a:pt x="71" y="248"/>
                    </a:cubicBezTo>
                    <a:cubicBezTo>
                      <a:pt x="77" y="248"/>
                      <a:pt x="84" y="247"/>
                      <a:pt x="91" y="244"/>
                    </a:cubicBezTo>
                    <a:cubicBezTo>
                      <a:pt x="113" y="228"/>
                      <a:pt x="129" y="201"/>
                      <a:pt x="129" y="174"/>
                    </a:cubicBezTo>
                    <a:cubicBezTo>
                      <a:pt x="129" y="163"/>
                      <a:pt x="129" y="152"/>
                      <a:pt x="134" y="141"/>
                    </a:cubicBezTo>
                    <a:cubicBezTo>
                      <a:pt x="134" y="141"/>
                      <a:pt x="134" y="136"/>
                      <a:pt x="140" y="130"/>
                    </a:cubicBezTo>
                    <a:cubicBezTo>
                      <a:pt x="162" y="87"/>
                      <a:pt x="145" y="32"/>
                      <a:pt x="102" y="11"/>
                    </a:cubicBezTo>
                    <a:lnTo>
                      <a:pt x="96" y="11"/>
                    </a:lnTo>
                    <a:cubicBezTo>
                      <a:pt x="87" y="4"/>
                      <a:pt x="78"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20"/>
              <p:cNvSpPr/>
              <p:nvPr/>
            </p:nvSpPr>
            <p:spPr>
              <a:xfrm>
                <a:off x="5479700" y="2692475"/>
                <a:ext cx="4900" cy="6600"/>
              </a:xfrm>
              <a:custGeom>
                <a:rect b="b" l="l" r="r" t="t"/>
                <a:pathLst>
                  <a:path extrusionOk="0" h="264" w="196">
                    <a:moveTo>
                      <a:pt x="131" y="1"/>
                    </a:moveTo>
                    <a:cubicBezTo>
                      <a:pt x="109" y="1"/>
                      <a:pt x="89" y="12"/>
                      <a:pt x="82" y="38"/>
                    </a:cubicBezTo>
                    <a:lnTo>
                      <a:pt x="88" y="38"/>
                    </a:lnTo>
                    <a:cubicBezTo>
                      <a:pt x="72" y="98"/>
                      <a:pt x="1" y="223"/>
                      <a:pt x="88" y="261"/>
                    </a:cubicBezTo>
                    <a:cubicBezTo>
                      <a:pt x="93" y="263"/>
                      <a:pt x="98" y="264"/>
                      <a:pt x="104" y="264"/>
                    </a:cubicBezTo>
                    <a:cubicBezTo>
                      <a:pt x="130" y="264"/>
                      <a:pt x="162" y="243"/>
                      <a:pt x="153" y="212"/>
                    </a:cubicBezTo>
                    <a:cubicBezTo>
                      <a:pt x="148" y="201"/>
                      <a:pt x="148" y="196"/>
                      <a:pt x="153" y="190"/>
                    </a:cubicBezTo>
                    <a:cubicBezTo>
                      <a:pt x="153" y="174"/>
                      <a:pt x="153" y="158"/>
                      <a:pt x="159" y="147"/>
                    </a:cubicBezTo>
                    <a:cubicBezTo>
                      <a:pt x="169" y="120"/>
                      <a:pt x="180" y="92"/>
                      <a:pt x="186" y="65"/>
                    </a:cubicBezTo>
                    <a:cubicBezTo>
                      <a:pt x="196" y="26"/>
                      <a:pt x="162" y="1"/>
                      <a:pt x="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20"/>
              <p:cNvSpPr/>
              <p:nvPr/>
            </p:nvSpPr>
            <p:spPr>
              <a:xfrm>
                <a:off x="5487725" y="2694200"/>
                <a:ext cx="3150" cy="3725"/>
              </a:xfrm>
              <a:custGeom>
                <a:rect b="b" l="l" r="r" t="t"/>
                <a:pathLst>
                  <a:path extrusionOk="0" h="149" w="126">
                    <a:moveTo>
                      <a:pt x="74" y="1"/>
                    </a:moveTo>
                    <a:cubicBezTo>
                      <a:pt x="55" y="1"/>
                      <a:pt x="38" y="15"/>
                      <a:pt x="33" y="34"/>
                    </a:cubicBezTo>
                    <a:cubicBezTo>
                      <a:pt x="33" y="51"/>
                      <a:pt x="22" y="56"/>
                      <a:pt x="22" y="72"/>
                    </a:cubicBezTo>
                    <a:cubicBezTo>
                      <a:pt x="17" y="72"/>
                      <a:pt x="12" y="83"/>
                      <a:pt x="12" y="89"/>
                    </a:cubicBezTo>
                    <a:cubicBezTo>
                      <a:pt x="6" y="94"/>
                      <a:pt x="6" y="94"/>
                      <a:pt x="6" y="100"/>
                    </a:cubicBezTo>
                    <a:cubicBezTo>
                      <a:pt x="1" y="110"/>
                      <a:pt x="6" y="127"/>
                      <a:pt x="12" y="138"/>
                    </a:cubicBezTo>
                    <a:cubicBezTo>
                      <a:pt x="22" y="143"/>
                      <a:pt x="28" y="148"/>
                      <a:pt x="39" y="148"/>
                    </a:cubicBezTo>
                    <a:lnTo>
                      <a:pt x="60" y="148"/>
                    </a:lnTo>
                    <a:cubicBezTo>
                      <a:pt x="77" y="143"/>
                      <a:pt x="93" y="132"/>
                      <a:pt x="104" y="116"/>
                    </a:cubicBezTo>
                    <a:cubicBezTo>
                      <a:pt x="115" y="94"/>
                      <a:pt x="120" y="72"/>
                      <a:pt x="126" y="45"/>
                    </a:cubicBezTo>
                    <a:cubicBezTo>
                      <a:pt x="126" y="23"/>
                      <a:pt x="104" y="2"/>
                      <a:pt x="82" y="2"/>
                    </a:cubicBezTo>
                    <a:cubicBezTo>
                      <a:pt x="79" y="1"/>
                      <a:pt x="76" y="1"/>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120"/>
            <p:cNvGrpSpPr/>
            <p:nvPr/>
          </p:nvGrpSpPr>
          <p:grpSpPr>
            <a:xfrm>
              <a:off x="8162226" y="1491441"/>
              <a:ext cx="274316" cy="274306"/>
              <a:chOff x="5601875" y="2500100"/>
              <a:chExt cx="306875" cy="309775"/>
            </a:xfrm>
          </p:grpSpPr>
          <p:sp>
            <p:nvSpPr>
              <p:cNvPr id="4813" name="Google Shape;4813;p120"/>
              <p:cNvSpPr/>
              <p:nvPr/>
            </p:nvSpPr>
            <p:spPr>
              <a:xfrm>
                <a:off x="5865800" y="2765575"/>
                <a:ext cx="250" cy="750"/>
              </a:xfrm>
              <a:custGeom>
                <a:rect b="b" l="l" r="r" t="t"/>
                <a:pathLst>
                  <a:path extrusionOk="0" h="30" w="10">
                    <a:moveTo>
                      <a:pt x="0" y="0"/>
                    </a:moveTo>
                    <a:lnTo>
                      <a:pt x="0" y="6"/>
                    </a:lnTo>
                    <a:cubicBezTo>
                      <a:pt x="3" y="20"/>
                      <a:pt x="7" y="30"/>
                      <a:pt x="8" y="30"/>
                    </a:cubicBezTo>
                    <a:cubicBezTo>
                      <a:pt x="9" y="30"/>
                      <a:pt x="8" y="2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20"/>
              <p:cNvSpPr/>
              <p:nvPr/>
            </p:nvSpPr>
            <p:spPr>
              <a:xfrm>
                <a:off x="5621850" y="2528175"/>
                <a:ext cx="286900" cy="242700"/>
              </a:xfrm>
              <a:custGeom>
                <a:rect b="b" l="l" r="r" t="t"/>
                <a:pathLst>
                  <a:path extrusionOk="0" h="9708" w="11476">
                    <a:moveTo>
                      <a:pt x="9475" y="1973"/>
                    </a:moveTo>
                    <a:cubicBezTo>
                      <a:pt x="9568" y="2088"/>
                      <a:pt x="9622" y="2234"/>
                      <a:pt x="9704" y="2348"/>
                    </a:cubicBezTo>
                    <a:cubicBezTo>
                      <a:pt x="9769" y="2441"/>
                      <a:pt x="9850" y="2517"/>
                      <a:pt x="9916" y="2609"/>
                    </a:cubicBezTo>
                    <a:cubicBezTo>
                      <a:pt x="9981" y="2696"/>
                      <a:pt x="10035" y="2805"/>
                      <a:pt x="10095" y="2903"/>
                    </a:cubicBezTo>
                    <a:cubicBezTo>
                      <a:pt x="10198" y="3071"/>
                      <a:pt x="10329" y="3218"/>
                      <a:pt x="10427" y="3392"/>
                    </a:cubicBezTo>
                    <a:cubicBezTo>
                      <a:pt x="10530" y="3561"/>
                      <a:pt x="10688" y="3718"/>
                      <a:pt x="10818" y="3881"/>
                    </a:cubicBezTo>
                    <a:cubicBezTo>
                      <a:pt x="10883" y="3968"/>
                      <a:pt x="10954" y="4050"/>
                      <a:pt x="11025" y="4131"/>
                    </a:cubicBezTo>
                    <a:cubicBezTo>
                      <a:pt x="11046" y="4153"/>
                      <a:pt x="11084" y="4180"/>
                      <a:pt x="11090" y="4213"/>
                    </a:cubicBezTo>
                    <a:cubicBezTo>
                      <a:pt x="11084" y="4256"/>
                      <a:pt x="11074" y="4300"/>
                      <a:pt x="11057" y="4343"/>
                    </a:cubicBezTo>
                    <a:lnTo>
                      <a:pt x="11057" y="4349"/>
                    </a:lnTo>
                    <a:cubicBezTo>
                      <a:pt x="11041" y="4458"/>
                      <a:pt x="11030" y="4566"/>
                      <a:pt x="11030" y="4675"/>
                    </a:cubicBezTo>
                    <a:cubicBezTo>
                      <a:pt x="11019" y="4800"/>
                      <a:pt x="10992" y="4914"/>
                      <a:pt x="10970" y="5034"/>
                    </a:cubicBezTo>
                    <a:cubicBezTo>
                      <a:pt x="10927" y="5267"/>
                      <a:pt x="10943" y="5501"/>
                      <a:pt x="10921" y="5735"/>
                    </a:cubicBezTo>
                    <a:cubicBezTo>
                      <a:pt x="10900" y="5936"/>
                      <a:pt x="10851" y="6143"/>
                      <a:pt x="10851" y="6344"/>
                    </a:cubicBezTo>
                    <a:cubicBezTo>
                      <a:pt x="10840" y="6365"/>
                      <a:pt x="10823" y="6387"/>
                      <a:pt x="10813" y="6409"/>
                    </a:cubicBezTo>
                    <a:cubicBezTo>
                      <a:pt x="10758" y="6491"/>
                      <a:pt x="10688" y="6561"/>
                      <a:pt x="10628" y="6643"/>
                    </a:cubicBezTo>
                    <a:cubicBezTo>
                      <a:pt x="10508" y="6795"/>
                      <a:pt x="10378" y="6947"/>
                      <a:pt x="10236" y="7083"/>
                    </a:cubicBezTo>
                    <a:cubicBezTo>
                      <a:pt x="10084" y="7230"/>
                      <a:pt x="9932" y="7371"/>
                      <a:pt x="9763" y="7507"/>
                    </a:cubicBezTo>
                    <a:cubicBezTo>
                      <a:pt x="9715" y="7556"/>
                      <a:pt x="9660" y="7599"/>
                      <a:pt x="9600" y="7643"/>
                    </a:cubicBezTo>
                    <a:lnTo>
                      <a:pt x="9573" y="7616"/>
                    </a:lnTo>
                    <a:cubicBezTo>
                      <a:pt x="9541" y="7583"/>
                      <a:pt x="9503" y="7556"/>
                      <a:pt x="9459" y="7534"/>
                    </a:cubicBezTo>
                    <a:cubicBezTo>
                      <a:pt x="9388" y="7496"/>
                      <a:pt x="9301" y="7469"/>
                      <a:pt x="9231" y="7425"/>
                    </a:cubicBezTo>
                    <a:cubicBezTo>
                      <a:pt x="9138" y="7366"/>
                      <a:pt x="9051" y="7284"/>
                      <a:pt x="8964" y="7213"/>
                    </a:cubicBezTo>
                    <a:cubicBezTo>
                      <a:pt x="8807" y="7105"/>
                      <a:pt x="8644" y="7012"/>
                      <a:pt x="8470" y="6936"/>
                    </a:cubicBezTo>
                    <a:cubicBezTo>
                      <a:pt x="8269" y="6822"/>
                      <a:pt x="8073" y="6692"/>
                      <a:pt x="7894" y="6545"/>
                    </a:cubicBezTo>
                    <a:cubicBezTo>
                      <a:pt x="7921" y="6501"/>
                      <a:pt x="7921" y="6447"/>
                      <a:pt x="7904" y="6404"/>
                    </a:cubicBezTo>
                    <a:cubicBezTo>
                      <a:pt x="7915" y="6317"/>
                      <a:pt x="7932" y="6230"/>
                      <a:pt x="7937" y="6143"/>
                    </a:cubicBezTo>
                    <a:cubicBezTo>
                      <a:pt x="7970" y="5855"/>
                      <a:pt x="7937" y="5566"/>
                      <a:pt x="7937" y="5278"/>
                    </a:cubicBezTo>
                    <a:cubicBezTo>
                      <a:pt x="7937" y="4996"/>
                      <a:pt x="7937" y="4713"/>
                      <a:pt x="7937" y="4436"/>
                    </a:cubicBezTo>
                    <a:cubicBezTo>
                      <a:pt x="7937" y="4175"/>
                      <a:pt x="7997" y="3914"/>
                      <a:pt x="7981" y="3653"/>
                    </a:cubicBezTo>
                    <a:cubicBezTo>
                      <a:pt x="7975" y="3631"/>
                      <a:pt x="7975" y="3610"/>
                      <a:pt x="7970" y="3593"/>
                    </a:cubicBezTo>
                    <a:cubicBezTo>
                      <a:pt x="8051" y="3501"/>
                      <a:pt x="8138" y="3408"/>
                      <a:pt x="8225" y="3327"/>
                    </a:cubicBezTo>
                    <a:cubicBezTo>
                      <a:pt x="8394" y="3158"/>
                      <a:pt x="8546" y="2979"/>
                      <a:pt x="8714" y="2810"/>
                    </a:cubicBezTo>
                    <a:cubicBezTo>
                      <a:pt x="8975" y="2544"/>
                      <a:pt x="9204" y="2229"/>
                      <a:pt x="9475" y="1973"/>
                    </a:cubicBezTo>
                    <a:close/>
                    <a:moveTo>
                      <a:pt x="2338" y="2256"/>
                    </a:moveTo>
                    <a:lnTo>
                      <a:pt x="2365" y="2272"/>
                    </a:lnTo>
                    <a:cubicBezTo>
                      <a:pt x="2452" y="2327"/>
                      <a:pt x="2534" y="2397"/>
                      <a:pt x="2599" y="2479"/>
                    </a:cubicBezTo>
                    <a:cubicBezTo>
                      <a:pt x="2735" y="2647"/>
                      <a:pt x="2849" y="2816"/>
                      <a:pt x="3018" y="2952"/>
                    </a:cubicBezTo>
                    <a:cubicBezTo>
                      <a:pt x="3202" y="3099"/>
                      <a:pt x="3360" y="3278"/>
                      <a:pt x="3534" y="3430"/>
                    </a:cubicBezTo>
                    <a:cubicBezTo>
                      <a:pt x="3665" y="3539"/>
                      <a:pt x="3871" y="3631"/>
                      <a:pt x="3958" y="3783"/>
                    </a:cubicBezTo>
                    <a:cubicBezTo>
                      <a:pt x="3996" y="3854"/>
                      <a:pt x="3958" y="3903"/>
                      <a:pt x="3947" y="3985"/>
                    </a:cubicBezTo>
                    <a:cubicBezTo>
                      <a:pt x="3942" y="4110"/>
                      <a:pt x="3947" y="4240"/>
                      <a:pt x="3969" y="4371"/>
                    </a:cubicBezTo>
                    <a:cubicBezTo>
                      <a:pt x="3985" y="4490"/>
                      <a:pt x="3985" y="4604"/>
                      <a:pt x="3991" y="4724"/>
                    </a:cubicBezTo>
                    <a:cubicBezTo>
                      <a:pt x="4002" y="4843"/>
                      <a:pt x="4040" y="4947"/>
                      <a:pt x="4040" y="5061"/>
                    </a:cubicBezTo>
                    <a:cubicBezTo>
                      <a:pt x="4034" y="5170"/>
                      <a:pt x="4040" y="5278"/>
                      <a:pt x="4061" y="5387"/>
                    </a:cubicBezTo>
                    <a:cubicBezTo>
                      <a:pt x="4083" y="5490"/>
                      <a:pt x="4094" y="5594"/>
                      <a:pt x="4089" y="5697"/>
                    </a:cubicBezTo>
                    <a:cubicBezTo>
                      <a:pt x="4078" y="5914"/>
                      <a:pt x="4078" y="6132"/>
                      <a:pt x="4099" y="6349"/>
                    </a:cubicBezTo>
                    <a:cubicBezTo>
                      <a:pt x="4099" y="6365"/>
                      <a:pt x="4099" y="6382"/>
                      <a:pt x="4099" y="6398"/>
                    </a:cubicBezTo>
                    <a:lnTo>
                      <a:pt x="4105" y="6398"/>
                    </a:lnTo>
                    <a:lnTo>
                      <a:pt x="4094" y="6409"/>
                    </a:lnTo>
                    <a:cubicBezTo>
                      <a:pt x="4067" y="6431"/>
                      <a:pt x="4040" y="6458"/>
                      <a:pt x="4002" y="6474"/>
                    </a:cubicBezTo>
                    <a:cubicBezTo>
                      <a:pt x="3904" y="6534"/>
                      <a:pt x="3806" y="6599"/>
                      <a:pt x="3713" y="6670"/>
                    </a:cubicBezTo>
                    <a:cubicBezTo>
                      <a:pt x="3523" y="6833"/>
                      <a:pt x="3344" y="7007"/>
                      <a:pt x="3164" y="7181"/>
                    </a:cubicBezTo>
                    <a:cubicBezTo>
                      <a:pt x="2985" y="7349"/>
                      <a:pt x="2806" y="7496"/>
                      <a:pt x="2643" y="7665"/>
                    </a:cubicBezTo>
                    <a:cubicBezTo>
                      <a:pt x="2610" y="7697"/>
                      <a:pt x="2583" y="7735"/>
                      <a:pt x="2556" y="7773"/>
                    </a:cubicBezTo>
                    <a:cubicBezTo>
                      <a:pt x="2523" y="7757"/>
                      <a:pt x="2485" y="7735"/>
                      <a:pt x="2474" y="7730"/>
                    </a:cubicBezTo>
                    <a:cubicBezTo>
                      <a:pt x="2425" y="7697"/>
                      <a:pt x="2376" y="7670"/>
                      <a:pt x="2327" y="7643"/>
                    </a:cubicBezTo>
                    <a:cubicBezTo>
                      <a:pt x="2229" y="7572"/>
                      <a:pt x="2132" y="7507"/>
                      <a:pt x="2028" y="7453"/>
                    </a:cubicBezTo>
                    <a:cubicBezTo>
                      <a:pt x="1925" y="7404"/>
                      <a:pt x="1827" y="7344"/>
                      <a:pt x="1735" y="7279"/>
                    </a:cubicBezTo>
                    <a:cubicBezTo>
                      <a:pt x="1632" y="7203"/>
                      <a:pt x="1507" y="7154"/>
                      <a:pt x="1403" y="7078"/>
                    </a:cubicBezTo>
                    <a:cubicBezTo>
                      <a:pt x="1305" y="7001"/>
                      <a:pt x="1224" y="6914"/>
                      <a:pt x="1099" y="6871"/>
                    </a:cubicBezTo>
                    <a:cubicBezTo>
                      <a:pt x="1050" y="6866"/>
                      <a:pt x="1006" y="6844"/>
                      <a:pt x="968" y="6811"/>
                    </a:cubicBezTo>
                    <a:cubicBezTo>
                      <a:pt x="930" y="6779"/>
                      <a:pt x="892" y="6746"/>
                      <a:pt x="849" y="6713"/>
                    </a:cubicBezTo>
                    <a:cubicBezTo>
                      <a:pt x="756" y="6654"/>
                      <a:pt x="642" y="6621"/>
                      <a:pt x="561" y="6550"/>
                    </a:cubicBezTo>
                    <a:cubicBezTo>
                      <a:pt x="495" y="6501"/>
                      <a:pt x="436" y="6442"/>
                      <a:pt x="392" y="6371"/>
                    </a:cubicBezTo>
                    <a:cubicBezTo>
                      <a:pt x="398" y="6365"/>
                      <a:pt x="408" y="6360"/>
                      <a:pt x="419" y="6355"/>
                    </a:cubicBezTo>
                    <a:cubicBezTo>
                      <a:pt x="577" y="6192"/>
                      <a:pt x="495" y="5860"/>
                      <a:pt x="485" y="5653"/>
                    </a:cubicBezTo>
                    <a:cubicBezTo>
                      <a:pt x="474" y="5420"/>
                      <a:pt x="474" y="5186"/>
                      <a:pt x="495" y="4952"/>
                    </a:cubicBezTo>
                    <a:cubicBezTo>
                      <a:pt x="512" y="4724"/>
                      <a:pt x="577" y="4506"/>
                      <a:pt x="582" y="4278"/>
                    </a:cubicBezTo>
                    <a:cubicBezTo>
                      <a:pt x="582" y="4191"/>
                      <a:pt x="555" y="4082"/>
                      <a:pt x="582" y="3995"/>
                    </a:cubicBezTo>
                    <a:cubicBezTo>
                      <a:pt x="582" y="3985"/>
                      <a:pt x="588" y="3979"/>
                      <a:pt x="593" y="3968"/>
                    </a:cubicBezTo>
                    <a:cubicBezTo>
                      <a:pt x="642" y="3963"/>
                      <a:pt x="680" y="3930"/>
                      <a:pt x="691" y="3881"/>
                    </a:cubicBezTo>
                    <a:cubicBezTo>
                      <a:pt x="713" y="3816"/>
                      <a:pt x="827" y="3773"/>
                      <a:pt x="876" y="3724"/>
                    </a:cubicBezTo>
                    <a:cubicBezTo>
                      <a:pt x="941" y="3642"/>
                      <a:pt x="1001" y="3561"/>
                      <a:pt x="1055" y="3468"/>
                    </a:cubicBezTo>
                    <a:cubicBezTo>
                      <a:pt x="1180" y="3294"/>
                      <a:pt x="1387" y="3169"/>
                      <a:pt x="1550" y="3033"/>
                    </a:cubicBezTo>
                    <a:cubicBezTo>
                      <a:pt x="1702" y="2908"/>
                      <a:pt x="1844" y="2772"/>
                      <a:pt x="1969" y="2620"/>
                    </a:cubicBezTo>
                    <a:cubicBezTo>
                      <a:pt x="2001" y="2593"/>
                      <a:pt x="2034" y="2560"/>
                      <a:pt x="2066" y="2528"/>
                    </a:cubicBezTo>
                    <a:cubicBezTo>
                      <a:pt x="2094" y="2501"/>
                      <a:pt x="2126" y="2468"/>
                      <a:pt x="2153" y="2435"/>
                    </a:cubicBezTo>
                    <a:cubicBezTo>
                      <a:pt x="2224" y="2386"/>
                      <a:pt x="2284" y="2327"/>
                      <a:pt x="2338" y="2256"/>
                    </a:cubicBezTo>
                    <a:close/>
                    <a:moveTo>
                      <a:pt x="5823" y="1973"/>
                    </a:moveTo>
                    <a:cubicBezTo>
                      <a:pt x="5882" y="2017"/>
                      <a:pt x="5942" y="2060"/>
                      <a:pt x="5996" y="2109"/>
                    </a:cubicBezTo>
                    <a:cubicBezTo>
                      <a:pt x="6067" y="2185"/>
                      <a:pt x="6143" y="2256"/>
                      <a:pt x="6225" y="2316"/>
                    </a:cubicBezTo>
                    <a:cubicBezTo>
                      <a:pt x="6426" y="2452"/>
                      <a:pt x="6616" y="2604"/>
                      <a:pt x="6796" y="2762"/>
                    </a:cubicBezTo>
                    <a:cubicBezTo>
                      <a:pt x="6986" y="2930"/>
                      <a:pt x="7181" y="3099"/>
                      <a:pt x="7350" y="3283"/>
                    </a:cubicBezTo>
                    <a:cubicBezTo>
                      <a:pt x="7421" y="3359"/>
                      <a:pt x="7486" y="3441"/>
                      <a:pt x="7551" y="3523"/>
                    </a:cubicBezTo>
                    <a:cubicBezTo>
                      <a:pt x="7616" y="3604"/>
                      <a:pt x="7616" y="3642"/>
                      <a:pt x="7616" y="3751"/>
                    </a:cubicBezTo>
                    <a:lnTo>
                      <a:pt x="7616" y="3762"/>
                    </a:lnTo>
                    <a:cubicBezTo>
                      <a:pt x="7611" y="4012"/>
                      <a:pt x="7567" y="4251"/>
                      <a:pt x="7567" y="4496"/>
                    </a:cubicBezTo>
                    <a:lnTo>
                      <a:pt x="7567" y="5284"/>
                    </a:lnTo>
                    <a:cubicBezTo>
                      <a:pt x="7567" y="5534"/>
                      <a:pt x="7584" y="5784"/>
                      <a:pt x="7567" y="6034"/>
                    </a:cubicBezTo>
                    <a:cubicBezTo>
                      <a:pt x="7562" y="6159"/>
                      <a:pt x="7524" y="6279"/>
                      <a:pt x="7519" y="6404"/>
                    </a:cubicBezTo>
                    <a:lnTo>
                      <a:pt x="7519" y="6425"/>
                    </a:lnTo>
                    <a:cubicBezTo>
                      <a:pt x="7448" y="6529"/>
                      <a:pt x="7388" y="6643"/>
                      <a:pt x="7339" y="6757"/>
                    </a:cubicBezTo>
                    <a:cubicBezTo>
                      <a:pt x="7241" y="6909"/>
                      <a:pt x="7138" y="7050"/>
                      <a:pt x="7018" y="7186"/>
                    </a:cubicBezTo>
                    <a:cubicBezTo>
                      <a:pt x="6883" y="7355"/>
                      <a:pt x="6714" y="7480"/>
                      <a:pt x="6567" y="7632"/>
                    </a:cubicBezTo>
                    <a:cubicBezTo>
                      <a:pt x="6497" y="7708"/>
                      <a:pt x="6420" y="7779"/>
                      <a:pt x="6339" y="7844"/>
                    </a:cubicBezTo>
                    <a:cubicBezTo>
                      <a:pt x="6305" y="7873"/>
                      <a:pt x="6279" y="7885"/>
                      <a:pt x="6252" y="7885"/>
                    </a:cubicBezTo>
                    <a:cubicBezTo>
                      <a:pt x="6224" y="7885"/>
                      <a:pt x="6193" y="7872"/>
                      <a:pt x="6149" y="7849"/>
                    </a:cubicBezTo>
                    <a:cubicBezTo>
                      <a:pt x="5795" y="7681"/>
                      <a:pt x="5518" y="7387"/>
                      <a:pt x="5274" y="7088"/>
                    </a:cubicBezTo>
                    <a:cubicBezTo>
                      <a:pt x="5138" y="6931"/>
                      <a:pt x="4980" y="6795"/>
                      <a:pt x="4806" y="6681"/>
                    </a:cubicBezTo>
                    <a:cubicBezTo>
                      <a:pt x="4714" y="6621"/>
                      <a:pt x="4616" y="6556"/>
                      <a:pt x="4518" y="6496"/>
                    </a:cubicBezTo>
                    <a:cubicBezTo>
                      <a:pt x="4507" y="6485"/>
                      <a:pt x="4485" y="6480"/>
                      <a:pt x="4469" y="6469"/>
                    </a:cubicBezTo>
                    <a:cubicBezTo>
                      <a:pt x="4480" y="6404"/>
                      <a:pt x="4480" y="6333"/>
                      <a:pt x="4469" y="6268"/>
                    </a:cubicBezTo>
                    <a:cubicBezTo>
                      <a:pt x="4453" y="6012"/>
                      <a:pt x="4496" y="5757"/>
                      <a:pt x="4480" y="5501"/>
                    </a:cubicBezTo>
                    <a:cubicBezTo>
                      <a:pt x="4469" y="5387"/>
                      <a:pt x="4420" y="5278"/>
                      <a:pt x="4426" y="5164"/>
                    </a:cubicBezTo>
                    <a:cubicBezTo>
                      <a:pt x="4431" y="5028"/>
                      <a:pt x="4420" y="4892"/>
                      <a:pt x="4393" y="4756"/>
                    </a:cubicBezTo>
                    <a:cubicBezTo>
                      <a:pt x="4371" y="4626"/>
                      <a:pt x="4377" y="4490"/>
                      <a:pt x="4366" y="4360"/>
                    </a:cubicBezTo>
                    <a:cubicBezTo>
                      <a:pt x="4339" y="4218"/>
                      <a:pt x="4339" y="4072"/>
                      <a:pt x="4360" y="3930"/>
                    </a:cubicBezTo>
                    <a:cubicBezTo>
                      <a:pt x="4371" y="3881"/>
                      <a:pt x="4377" y="3832"/>
                      <a:pt x="4371" y="3778"/>
                    </a:cubicBezTo>
                    <a:cubicBezTo>
                      <a:pt x="4415" y="3735"/>
                      <a:pt x="4458" y="3686"/>
                      <a:pt x="4507" y="3642"/>
                    </a:cubicBezTo>
                    <a:cubicBezTo>
                      <a:pt x="4686" y="3490"/>
                      <a:pt x="4801" y="3267"/>
                      <a:pt x="4942" y="3077"/>
                    </a:cubicBezTo>
                    <a:cubicBezTo>
                      <a:pt x="5018" y="2974"/>
                      <a:pt x="5089" y="2870"/>
                      <a:pt x="5159" y="2762"/>
                    </a:cubicBezTo>
                    <a:cubicBezTo>
                      <a:pt x="5230" y="2658"/>
                      <a:pt x="5333" y="2571"/>
                      <a:pt x="5415" y="2468"/>
                    </a:cubicBezTo>
                    <a:cubicBezTo>
                      <a:pt x="5496" y="2370"/>
                      <a:pt x="5589" y="2272"/>
                      <a:pt x="5676" y="2174"/>
                    </a:cubicBezTo>
                    <a:cubicBezTo>
                      <a:pt x="5730" y="2109"/>
                      <a:pt x="5774" y="2039"/>
                      <a:pt x="5823" y="1973"/>
                    </a:cubicBezTo>
                    <a:close/>
                    <a:moveTo>
                      <a:pt x="1169" y="0"/>
                    </a:moveTo>
                    <a:cubicBezTo>
                      <a:pt x="1104" y="0"/>
                      <a:pt x="1044" y="22"/>
                      <a:pt x="996" y="65"/>
                    </a:cubicBezTo>
                    <a:cubicBezTo>
                      <a:pt x="952" y="114"/>
                      <a:pt x="925" y="174"/>
                      <a:pt x="930" y="239"/>
                    </a:cubicBezTo>
                    <a:lnTo>
                      <a:pt x="930" y="267"/>
                    </a:lnTo>
                    <a:lnTo>
                      <a:pt x="930" y="294"/>
                    </a:lnTo>
                    <a:cubicBezTo>
                      <a:pt x="919" y="337"/>
                      <a:pt x="930" y="386"/>
                      <a:pt x="957" y="424"/>
                    </a:cubicBezTo>
                    <a:cubicBezTo>
                      <a:pt x="1072" y="571"/>
                      <a:pt x="1235" y="680"/>
                      <a:pt x="1349" y="832"/>
                    </a:cubicBezTo>
                    <a:cubicBezTo>
                      <a:pt x="1398" y="892"/>
                      <a:pt x="1436" y="968"/>
                      <a:pt x="1479" y="1028"/>
                    </a:cubicBezTo>
                    <a:cubicBezTo>
                      <a:pt x="1523" y="1087"/>
                      <a:pt x="1588" y="1147"/>
                      <a:pt x="1637" y="1212"/>
                    </a:cubicBezTo>
                    <a:cubicBezTo>
                      <a:pt x="1746" y="1348"/>
                      <a:pt x="1844" y="1484"/>
                      <a:pt x="1958" y="1615"/>
                    </a:cubicBezTo>
                    <a:cubicBezTo>
                      <a:pt x="2023" y="1685"/>
                      <a:pt x="2094" y="1756"/>
                      <a:pt x="2153" y="1832"/>
                    </a:cubicBezTo>
                    <a:cubicBezTo>
                      <a:pt x="2066" y="1892"/>
                      <a:pt x="2028" y="2001"/>
                      <a:pt x="1963" y="2082"/>
                    </a:cubicBezTo>
                    <a:cubicBezTo>
                      <a:pt x="1882" y="2180"/>
                      <a:pt x="1773" y="2245"/>
                      <a:pt x="1697" y="2354"/>
                    </a:cubicBezTo>
                    <a:cubicBezTo>
                      <a:pt x="1648" y="2419"/>
                      <a:pt x="1593" y="2484"/>
                      <a:pt x="1539" y="2544"/>
                    </a:cubicBezTo>
                    <a:cubicBezTo>
                      <a:pt x="1479" y="2582"/>
                      <a:pt x="1420" y="2620"/>
                      <a:pt x="1365" y="2664"/>
                    </a:cubicBezTo>
                    <a:cubicBezTo>
                      <a:pt x="1251" y="2756"/>
                      <a:pt x="1148" y="2854"/>
                      <a:pt x="1044" y="2952"/>
                    </a:cubicBezTo>
                    <a:cubicBezTo>
                      <a:pt x="947" y="3033"/>
                      <a:pt x="854" y="3126"/>
                      <a:pt x="773" y="3224"/>
                    </a:cubicBezTo>
                    <a:cubicBezTo>
                      <a:pt x="762" y="3245"/>
                      <a:pt x="751" y="3262"/>
                      <a:pt x="735" y="3283"/>
                    </a:cubicBezTo>
                    <a:cubicBezTo>
                      <a:pt x="631" y="3398"/>
                      <a:pt x="528" y="3517"/>
                      <a:pt x="419" y="3626"/>
                    </a:cubicBezTo>
                    <a:cubicBezTo>
                      <a:pt x="256" y="3783"/>
                      <a:pt x="213" y="3947"/>
                      <a:pt x="218" y="4169"/>
                    </a:cubicBezTo>
                    <a:cubicBezTo>
                      <a:pt x="224" y="4398"/>
                      <a:pt x="175" y="4621"/>
                      <a:pt x="142" y="4849"/>
                    </a:cubicBezTo>
                    <a:cubicBezTo>
                      <a:pt x="115" y="5094"/>
                      <a:pt x="104" y="5344"/>
                      <a:pt x="115" y="5594"/>
                    </a:cubicBezTo>
                    <a:lnTo>
                      <a:pt x="115" y="6001"/>
                    </a:lnTo>
                    <a:cubicBezTo>
                      <a:pt x="71" y="6208"/>
                      <a:pt x="1" y="6420"/>
                      <a:pt x="120" y="6616"/>
                    </a:cubicBezTo>
                    <a:cubicBezTo>
                      <a:pt x="169" y="6697"/>
                      <a:pt x="235" y="6773"/>
                      <a:pt x="305" y="6838"/>
                    </a:cubicBezTo>
                    <a:cubicBezTo>
                      <a:pt x="403" y="6925"/>
                      <a:pt x="523" y="6974"/>
                      <a:pt x="631" y="7040"/>
                    </a:cubicBezTo>
                    <a:cubicBezTo>
                      <a:pt x="718" y="7105"/>
                      <a:pt x="778" y="7186"/>
                      <a:pt x="887" y="7224"/>
                    </a:cubicBezTo>
                    <a:cubicBezTo>
                      <a:pt x="936" y="7241"/>
                      <a:pt x="985" y="7262"/>
                      <a:pt x="1034" y="7284"/>
                    </a:cubicBezTo>
                    <a:cubicBezTo>
                      <a:pt x="1093" y="7328"/>
                      <a:pt x="1142" y="7387"/>
                      <a:pt x="1202" y="7431"/>
                    </a:cubicBezTo>
                    <a:cubicBezTo>
                      <a:pt x="1409" y="7578"/>
                      <a:pt x="1621" y="7708"/>
                      <a:pt x="1849" y="7817"/>
                    </a:cubicBezTo>
                    <a:cubicBezTo>
                      <a:pt x="2034" y="7909"/>
                      <a:pt x="2197" y="8072"/>
                      <a:pt x="2382" y="8165"/>
                    </a:cubicBezTo>
                    <a:cubicBezTo>
                      <a:pt x="2360" y="8415"/>
                      <a:pt x="2365" y="8670"/>
                      <a:pt x="2360" y="8915"/>
                    </a:cubicBezTo>
                    <a:cubicBezTo>
                      <a:pt x="2360" y="8969"/>
                      <a:pt x="2349" y="9029"/>
                      <a:pt x="2344" y="9094"/>
                    </a:cubicBezTo>
                    <a:cubicBezTo>
                      <a:pt x="2300" y="9121"/>
                      <a:pt x="2268" y="9170"/>
                      <a:pt x="2257" y="9219"/>
                    </a:cubicBezTo>
                    <a:cubicBezTo>
                      <a:pt x="2240" y="9274"/>
                      <a:pt x="2240" y="9333"/>
                      <a:pt x="2257" y="9388"/>
                    </a:cubicBezTo>
                    <a:cubicBezTo>
                      <a:pt x="2262" y="9415"/>
                      <a:pt x="2273" y="9437"/>
                      <a:pt x="2284" y="9464"/>
                    </a:cubicBezTo>
                    <a:cubicBezTo>
                      <a:pt x="2311" y="9502"/>
                      <a:pt x="2338" y="9535"/>
                      <a:pt x="2376" y="9556"/>
                    </a:cubicBezTo>
                    <a:cubicBezTo>
                      <a:pt x="2414" y="9578"/>
                      <a:pt x="2452" y="9589"/>
                      <a:pt x="2490" y="9589"/>
                    </a:cubicBezTo>
                    <a:cubicBezTo>
                      <a:pt x="2561" y="9589"/>
                      <a:pt x="2632" y="9556"/>
                      <a:pt x="2675" y="9496"/>
                    </a:cubicBezTo>
                    <a:cubicBezTo>
                      <a:pt x="2730" y="9453"/>
                      <a:pt x="2746" y="9382"/>
                      <a:pt x="2713" y="9317"/>
                    </a:cubicBezTo>
                    <a:cubicBezTo>
                      <a:pt x="2713" y="9312"/>
                      <a:pt x="2713" y="9306"/>
                      <a:pt x="2713" y="9301"/>
                    </a:cubicBezTo>
                    <a:cubicBezTo>
                      <a:pt x="2713" y="9290"/>
                      <a:pt x="2713" y="9279"/>
                      <a:pt x="2713" y="9263"/>
                    </a:cubicBezTo>
                    <a:cubicBezTo>
                      <a:pt x="2708" y="9252"/>
                      <a:pt x="2708" y="9236"/>
                      <a:pt x="2702" y="9225"/>
                    </a:cubicBezTo>
                    <a:cubicBezTo>
                      <a:pt x="2697" y="9208"/>
                      <a:pt x="2692" y="9198"/>
                      <a:pt x="2686" y="9181"/>
                    </a:cubicBezTo>
                    <a:cubicBezTo>
                      <a:pt x="2686" y="9149"/>
                      <a:pt x="2686" y="9116"/>
                      <a:pt x="2692" y="9078"/>
                    </a:cubicBezTo>
                    <a:cubicBezTo>
                      <a:pt x="2692" y="8964"/>
                      <a:pt x="2692" y="8855"/>
                      <a:pt x="2692" y="8741"/>
                    </a:cubicBezTo>
                    <a:cubicBezTo>
                      <a:pt x="2692" y="8572"/>
                      <a:pt x="2686" y="8393"/>
                      <a:pt x="2670" y="8219"/>
                    </a:cubicBezTo>
                    <a:cubicBezTo>
                      <a:pt x="2713" y="8208"/>
                      <a:pt x="2757" y="8186"/>
                      <a:pt x="2795" y="8159"/>
                    </a:cubicBezTo>
                    <a:cubicBezTo>
                      <a:pt x="2882" y="8094"/>
                      <a:pt x="2920" y="7974"/>
                      <a:pt x="2996" y="7893"/>
                    </a:cubicBezTo>
                    <a:cubicBezTo>
                      <a:pt x="3170" y="7692"/>
                      <a:pt x="3376" y="7512"/>
                      <a:pt x="3567" y="7333"/>
                    </a:cubicBezTo>
                    <a:cubicBezTo>
                      <a:pt x="3675" y="7230"/>
                      <a:pt x="3784" y="7126"/>
                      <a:pt x="3893" y="7029"/>
                    </a:cubicBezTo>
                    <a:cubicBezTo>
                      <a:pt x="3996" y="6942"/>
                      <a:pt x="4110" y="6860"/>
                      <a:pt x="4224" y="6784"/>
                    </a:cubicBezTo>
                    <a:cubicBezTo>
                      <a:pt x="4268" y="6751"/>
                      <a:pt x="4311" y="6724"/>
                      <a:pt x="4355" y="6686"/>
                    </a:cubicBezTo>
                    <a:cubicBezTo>
                      <a:pt x="4415" y="6757"/>
                      <a:pt x="4485" y="6811"/>
                      <a:pt x="4540" y="6866"/>
                    </a:cubicBezTo>
                    <a:cubicBezTo>
                      <a:pt x="4714" y="7029"/>
                      <a:pt x="4893" y="7170"/>
                      <a:pt x="5045" y="7360"/>
                    </a:cubicBezTo>
                    <a:cubicBezTo>
                      <a:pt x="5317" y="7697"/>
                      <a:pt x="5654" y="8061"/>
                      <a:pt x="6073" y="8230"/>
                    </a:cubicBezTo>
                    <a:cubicBezTo>
                      <a:pt x="6140" y="8256"/>
                      <a:pt x="6203" y="8268"/>
                      <a:pt x="6263" y="8268"/>
                    </a:cubicBezTo>
                    <a:cubicBezTo>
                      <a:pt x="6392" y="8268"/>
                      <a:pt x="6508" y="8212"/>
                      <a:pt x="6627" y="8116"/>
                    </a:cubicBezTo>
                    <a:cubicBezTo>
                      <a:pt x="6817" y="7953"/>
                      <a:pt x="7002" y="7768"/>
                      <a:pt x="7181" y="7594"/>
                    </a:cubicBezTo>
                    <a:cubicBezTo>
                      <a:pt x="7328" y="7436"/>
                      <a:pt x="7464" y="7268"/>
                      <a:pt x="7589" y="7094"/>
                    </a:cubicBezTo>
                    <a:cubicBezTo>
                      <a:pt x="7644" y="7012"/>
                      <a:pt x="7698" y="6925"/>
                      <a:pt x="7736" y="6838"/>
                    </a:cubicBezTo>
                    <a:cubicBezTo>
                      <a:pt x="7747" y="6811"/>
                      <a:pt x="7763" y="6789"/>
                      <a:pt x="7774" y="6768"/>
                    </a:cubicBezTo>
                    <a:lnTo>
                      <a:pt x="7812" y="6806"/>
                    </a:lnTo>
                    <a:cubicBezTo>
                      <a:pt x="7932" y="6963"/>
                      <a:pt x="8073" y="7099"/>
                      <a:pt x="8231" y="7219"/>
                    </a:cubicBezTo>
                    <a:cubicBezTo>
                      <a:pt x="8410" y="7344"/>
                      <a:pt x="8606" y="7431"/>
                      <a:pt x="8774" y="7572"/>
                    </a:cubicBezTo>
                    <a:cubicBezTo>
                      <a:pt x="8867" y="7654"/>
                      <a:pt x="8970" y="7730"/>
                      <a:pt x="9073" y="7801"/>
                    </a:cubicBezTo>
                    <a:cubicBezTo>
                      <a:pt x="9166" y="7844"/>
                      <a:pt x="9253" y="7893"/>
                      <a:pt x="9334" y="7947"/>
                    </a:cubicBezTo>
                    <a:cubicBezTo>
                      <a:pt x="9372" y="7980"/>
                      <a:pt x="9416" y="8007"/>
                      <a:pt x="9465" y="8029"/>
                    </a:cubicBezTo>
                    <a:cubicBezTo>
                      <a:pt x="9426" y="8235"/>
                      <a:pt x="9432" y="8464"/>
                      <a:pt x="9421" y="8659"/>
                    </a:cubicBezTo>
                    <a:cubicBezTo>
                      <a:pt x="9410" y="8784"/>
                      <a:pt x="9394" y="8904"/>
                      <a:pt x="9388" y="9024"/>
                    </a:cubicBezTo>
                    <a:cubicBezTo>
                      <a:pt x="9388" y="9078"/>
                      <a:pt x="9383" y="9181"/>
                      <a:pt x="9383" y="9290"/>
                    </a:cubicBezTo>
                    <a:lnTo>
                      <a:pt x="9367" y="9306"/>
                    </a:lnTo>
                    <a:lnTo>
                      <a:pt x="9361" y="9312"/>
                    </a:lnTo>
                    <a:cubicBezTo>
                      <a:pt x="9356" y="9317"/>
                      <a:pt x="9345" y="9328"/>
                      <a:pt x="9339" y="9333"/>
                    </a:cubicBezTo>
                    <a:cubicBezTo>
                      <a:pt x="9329" y="9344"/>
                      <a:pt x="9323" y="9355"/>
                      <a:pt x="9318" y="9366"/>
                    </a:cubicBezTo>
                    <a:cubicBezTo>
                      <a:pt x="9296" y="9404"/>
                      <a:pt x="9285" y="9453"/>
                      <a:pt x="9291" y="9496"/>
                    </a:cubicBezTo>
                    <a:lnTo>
                      <a:pt x="9291" y="9507"/>
                    </a:lnTo>
                    <a:lnTo>
                      <a:pt x="9291" y="9513"/>
                    </a:lnTo>
                    <a:cubicBezTo>
                      <a:pt x="9296" y="9556"/>
                      <a:pt x="9312" y="9594"/>
                      <a:pt x="9345" y="9627"/>
                    </a:cubicBezTo>
                    <a:cubicBezTo>
                      <a:pt x="9361" y="9643"/>
                      <a:pt x="9378" y="9660"/>
                      <a:pt x="9399" y="9676"/>
                    </a:cubicBezTo>
                    <a:cubicBezTo>
                      <a:pt x="9440" y="9696"/>
                      <a:pt x="9480" y="9707"/>
                      <a:pt x="9522" y="9707"/>
                    </a:cubicBezTo>
                    <a:cubicBezTo>
                      <a:pt x="9537" y="9707"/>
                      <a:pt x="9552" y="9706"/>
                      <a:pt x="9568" y="9703"/>
                    </a:cubicBezTo>
                    <a:cubicBezTo>
                      <a:pt x="9611" y="9703"/>
                      <a:pt x="9649" y="9692"/>
                      <a:pt x="9687" y="9670"/>
                    </a:cubicBezTo>
                    <a:cubicBezTo>
                      <a:pt x="9747" y="9638"/>
                      <a:pt x="9780" y="9567"/>
                      <a:pt x="9763" y="9496"/>
                    </a:cubicBezTo>
                    <a:cubicBezTo>
                      <a:pt x="9758" y="9486"/>
                      <a:pt x="9753" y="9475"/>
                      <a:pt x="9753" y="9464"/>
                    </a:cubicBezTo>
                    <a:cubicBezTo>
                      <a:pt x="9747" y="9448"/>
                      <a:pt x="9747" y="9431"/>
                      <a:pt x="9742" y="9415"/>
                    </a:cubicBezTo>
                    <a:cubicBezTo>
                      <a:pt x="9736" y="9399"/>
                      <a:pt x="9731" y="9388"/>
                      <a:pt x="9725" y="9371"/>
                    </a:cubicBezTo>
                    <a:cubicBezTo>
                      <a:pt x="9725" y="9344"/>
                      <a:pt x="9720" y="9317"/>
                      <a:pt x="9720" y="9285"/>
                    </a:cubicBezTo>
                    <a:cubicBezTo>
                      <a:pt x="9709" y="9149"/>
                      <a:pt x="9715" y="9013"/>
                      <a:pt x="9715" y="8882"/>
                    </a:cubicBezTo>
                    <a:cubicBezTo>
                      <a:pt x="9715" y="8768"/>
                      <a:pt x="9715" y="8654"/>
                      <a:pt x="9704" y="8540"/>
                    </a:cubicBezTo>
                    <a:cubicBezTo>
                      <a:pt x="9693" y="8388"/>
                      <a:pt x="9693" y="8214"/>
                      <a:pt x="9671" y="8056"/>
                    </a:cubicBezTo>
                    <a:cubicBezTo>
                      <a:pt x="9747" y="8040"/>
                      <a:pt x="9823" y="8002"/>
                      <a:pt x="9883" y="7953"/>
                    </a:cubicBezTo>
                    <a:cubicBezTo>
                      <a:pt x="10052" y="7811"/>
                      <a:pt x="10220" y="7676"/>
                      <a:pt x="10378" y="7523"/>
                    </a:cubicBezTo>
                    <a:cubicBezTo>
                      <a:pt x="10563" y="7355"/>
                      <a:pt x="10736" y="7170"/>
                      <a:pt x="10894" y="6974"/>
                    </a:cubicBezTo>
                    <a:cubicBezTo>
                      <a:pt x="10976" y="6860"/>
                      <a:pt x="11074" y="6746"/>
                      <a:pt x="11155" y="6626"/>
                    </a:cubicBezTo>
                    <a:cubicBezTo>
                      <a:pt x="11215" y="6594"/>
                      <a:pt x="11247" y="6534"/>
                      <a:pt x="11247" y="6463"/>
                    </a:cubicBezTo>
                    <a:cubicBezTo>
                      <a:pt x="11247" y="6463"/>
                      <a:pt x="11247" y="6463"/>
                      <a:pt x="11247" y="6458"/>
                    </a:cubicBezTo>
                    <a:cubicBezTo>
                      <a:pt x="11253" y="6447"/>
                      <a:pt x="11258" y="6436"/>
                      <a:pt x="11264" y="6420"/>
                    </a:cubicBezTo>
                    <a:cubicBezTo>
                      <a:pt x="11280" y="6382"/>
                      <a:pt x="11280" y="6338"/>
                      <a:pt x="11264" y="6300"/>
                    </a:cubicBezTo>
                    <a:cubicBezTo>
                      <a:pt x="11286" y="6094"/>
                      <a:pt x="11313" y="5882"/>
                      <a:pt x="11318" y="5675"/>
                    </a:cubicBezTo>
                    <a:cubicBezTo>
                      <a:pt x="11329" y="5550"/>
                      <a:pt x="11318" y="5425"/>
                      <a:pt x="11329" y="5295"/>
                    </a:cubicBezTo>
                    <a:cubicBezTo>
                      <a:pt x="11334" y="5170"/>
                      <a:pt x="11367" y="5045"/>
                      <a:pt x="11389" y="4914"/>
                    </a:cubicBezTo>
                    <a:cubicBezTo>
                      <a:pt x="11405" y="4789"/>
                      <a:pt x="11421" y="4664"/>
                      <a:pt x="11427" y="4534"/>
                    </a:cubicBezTo>
                    <a:cubicBezTo>
                      <a:pt x="11427" y="4430"/>
                      <a:pt x="11470" y="4332"/>
                      <a:pt x="11470" y="4224"/>
                    </a:cubicBezTo>
                    <a:cubicBezTo>
                      <a:pt x="11476" y="4001"/>
                      <a:pt x="11275" y="3860"/>
                      <a:pt x="11144" y="3702"/>
                    </a:cubicBezTo>
                    <a:lnTo>
                      <a:pt x="11139" y="3702"/>
                    </a:lnTo>
                    <a:cubicBezTo>
                      <a:pt x="10862" y="3359"/>
                      <a:pt x="10573" y="3017"/>
                      <a:pt x="10345" y="2637"/>
                    </a:cubicBezTo>
                    <a:cubicBezTo>
                      <a:pt x="10285" y="2533"/>
                      <a:pt x="10215" y="2430"/>
                      <a:pt x="10139" y="2338"/>
                    </a:cubicBezTo>
                    <a:cubicBezTo>
                      <a:pt x="10062" y="2256"/>
                      <a:pt x="9997" y="2164"/>
                      <a:pt x="9948" y="2066"/>
                    </a:cubicBezTo>
                    <a:cubicBezTo>
                      <a:pt x="9894" y="1973"/>
                      <a:pt x="9834" y="1886"/>
                      <a:pt x="9769" y="1810"/>
                    </a:cubicBezTo>
                    <a:cubicBezTo>
                      <a:pt x="9715" y="1729"/>
                      <a:pt x="9644" y="1653"/>
                      <a:pt x="9562" y="1593"/>
                    </a:cubicBezTo>
                    <a:cubicBezTo>
                      <a:pt x="9538" y="1577"/>
                      <a:pt x="9508" y="1568"/>
                      <a:pt x="9478" y="1568"/>
                    </a:cubicBezTo>
                    <a:cubicBezTo>
                      <a:pt x="9448" y="1568"/>
                      <a:pt x="9418" y="1577"/>
                      <a:pt x="9394" y="1593"/>
                    </a:cubicBezTo>
                    <a:cubicBezTo>
                      <a:pt x="9399" y="1528"/>
                      <a:pt x="9405" y="1452"/>
                      <a:pt x="9410" y="1386"/>
                    </a:cubicBezTo>
                    <a:cubicBezTo>
                      <a:pt x="9410" y="1245"/>
                      <a:pt x="9421" y="1104"/>
                      <a:pt x="9443" y="968"/>
                    </a:cubicBezTo>
                    <a:cubicBezTo>
                      <a:pt x="9481" y="805"/>
                      <a:pt x="9492" y="642"/>
                      <a:pt x="9475" y="479"/>
                    </a:cubicBezTo>
                    <a:lnTo>
                      <a:pt x="9475" y="462"/>
                    </a:lnTo>
                    <a:cubicBezTo>
                      <a:pt x="9497" y="392"/>
                      <a:pt x="9475" y="315"/>
                      <a:pt x="9421" y="261"/>
                    </a:cubicBezTo>
                    <a:cubicBezTo>
                      <a:pt x="9405" y="245"/>
                      <a:pt x="9388" y="234"/>
                      <a:pt x="9367" y="223"/>
                    </a:cubicBezTo>
                    <a:cubicBezTo>
                      <a:pt x="9334" y="190"/>
                      <a:pt x="9296" y="174"/>
                      <a:pt x="9253" y="174"/>
                    </a:cubicBezTo>
                    <a:lnTo>
                      <a:pt x="9220" y="174"/>
                    </a:lnTo>
                    <a:cubicBezTo>
                      <a:pt x="9176" y="180"/>
                      <a:pt x="9138" y="196"/>
                      <a:pt x="9106" y="223"/>
                    </a:cubicBezTo>
                    <a:cubicBezTo>
                      <a:pt x="9089" y="234"/>
                      <a:pt x="9073" y="245"/>
                      <a:pt x="9062" y="261"/>
                    </a:cubicBezTo>
                    <a:cubicBezTo>
                      <a:pt x="9051" y="272"/>
                      <a:pt x="9041" y="283"/>
                      <a:pt x="9035" y="299"/>
                    </a:cubicBezTo>
                    <a:cubicBezTo>
                      <a:pt x="8948" y="283"/>
                      <a:pt x="8861" y="272"/>
                      <a:pt x="8774" y="272"/>
                    </a:cubicBezTo>
                    <a:cubicBezTo>
                      <a:pt x="8689" y="268"/>
                      <a:pt x="8605" y="266"/>
                      <a:pt x="8522" y="266"/>
                    </a:cubicBezTo>
                    <a:cubicBezTo>
                      <a:pt x="8369" y="266"/>
                      <a:pt x="8218" y="272"/>
                      <a:pt x="8068" y="283"/>
                    </a:cubicBezTo>
                    <a:cubicBezTo>
                      <a:pt x="7921" y="294"/>
                      <a:pt x="7774" y="299"/>
                      <a:pt x="7627" y="305"/>
                    </a:cubicBezTo>
                    <a:cubicBezTo>
                      <a:pt x="7567" y="310"/>
                      <a:pt x="7508" y="310"/>
                      <a:pt x="7442" y="310"/>
                    </a:cubicBezTo>
                    <a:cubicBezTo>
                      <a:pt x="7426" y="299"/>
                      <a:pt x="7410" y="288"/>
                      <a:pt x="7393" y="283"/>
                    </a:cubicBezTo>
                    <a:cubicBezTo>
                      <a:pt x="7388" y="283"/>
                      <a:pt x="7383" y="277"/>
                      <a:pt x="7377" y="272"/>
                    </a:cubicBezTo>
                    <a:cubicBezTo>
                      <a:pt x="7344" y="253"/>
                      <a:pt x="7305" y="245"/>
                      <a:pt x="7267" y="245"/>
                    </a:cubicBezTo>
                    <a:cubicBezTo>
                      <a:pt x="7249" y="245"/>
                      <a:pt x="7231" y="247"/>
                      <a:pt x="7214" y="250"/>
                    </a:cubicBezTo>
                    <a:cubicBezTo>
                      <a:pt x="7095" y="288"/>
                      <a:pt x="7029" y="424"/>
                      <a:pt x="7078" y="538"/>
                    </a:cubicBezTo>
                    <a:cubicBezTo>
                      <a:pt x="7084" y="565"/>
                      <a:pt x="7100" y="587"/>
                      <a:pt x="7122" y="609"/>
                    </a:cubicBezTo>
                    <a:cubicBezTo>
                      <a:pt x="7149" y="636"/>
                      <a:pt x="7181" y="652"/>
                      <a:pt x="7214" y="663"/>
                    </a:cubicBezTo>
                    <a:cubicBezTo>
                      <a:pt x="7247" y="669"/>
                      <a:pt x="7274" y="669"/>
                      <a:pt x="7307" y="669"/>
                    </a:cubicBezTo>
                    <a:cubicBezTo>
                      <a:pt x="7328" y="669"/>
                      <a:pt x="7350" y="663"/>
                      <a:pt x="7372" y="658"/>
                    </a:cubicBezTo>
                    <a:cubicBezTo>
                      <a:pt x="7426" y="647"/>
                      <a:pt x="7470" y="614"/>
                      <a:pt x="7497" y="565"/>
                    </a:cubicBezTo>
                    <a:cubicBezTo>
                      <a:pt x="7497" y="560"/>
                      <a:pt x="7502" y="555"/>
                      <a:pt x="7502" y="549"/>
                    </a:cubicBezTo>
                    <a:lnTo>
                      <a:pt x="7557" y="549"/>
                    </a:lnTo>
                    <a:cubicBezTo>
                      <a:pt x="7698" y="544"/>
                      <a:pt x="7850" y="538"/>
                      <a:pt x="7991" y="527"/>
                    </a:cubicBezTo>
                    <a:cubicBezTo>
                      <a:pt x="8236" y="506"/>
                      <a:pt x="8475" y="484"/>
                      <a:pt x="8720" y="479"/>
                    </a:cubicBezTo>
                    <a:cubicBezTo>
                      <a:pt x="8818" y="479"/>
                      <a:pt x="8916" y="468"/>
                      <a:pt x="9013" y="468"/>
                    </a:cubicBezTo>
                    <a:cubicBezTo>
                      <a:pt x="9024" y="522"/>
                      <a:pt x="9062" y="571"/>
                      <a:pt x="9111" y="604"/>
                    </a:cubicBezTo>
                    <a:cubicBezTo>
                      <a:pt x="9149" y="625"/>
                      <a:pt x="9187" y="636"/>
                      <a:pt x="9231" y="642"/>
                    </a:cubicBezTo>
                    <a:cubicBezTo>
                      <a:pt x="9231" y="777"/>
                      <a:pt x="9187" y="930"/>
                      <a:pt x="9176" y="1055"/>
                    </a:cubicBezTo>
                    <a:cubicBezTo>
                      <a:pt x="9149" y="1294"/>
                      <a:pt x="9187" y="1528"/>
                      <a:pt x="9204" y="1767"/>
                    </a:cubicBezTo>
                    <a:cubicBezTo>
                      <a:pt x="9079" y="1892"/>
                      <a:pt x="8970" y="2028"/>
                      <a:pt x="8856" y="2153"/>
                    </a:cubicBezTo>
                    <a:cubicBezTo>
                      <a:pt x="8693" y="2332"/>
                      <a:pt x="8530" y="2511"/>
                      <a:pt x="8366" y="2696"/>
                    </a:cubicBezTo>
                    <a:cubicBezTo>
                      <a:pt x="8214" y="2859"/>
                      <a:pt x="8068" y="3028"/>
                      <a:pt x="7926" y="3196"/>
                    </a:cubicBezTo>
                    <a:cubicBezTo>
                      <a:pt x="7894" y="3234"/>
                      <a:pt x="7866" y="3278"/>
                      <a:pt x="7839" y="3321"/>
                    </a:cubicBezTo>
                    <a:cubicBezTo>
                      <a:pt x="7790" y="3256"/>
                      <a:pt x="7736" y="3196"/>
                      <a:pt x="7687" y="3137"/>
                    </a:cubicBezTo>
                    <a:cubicBezTo>
                      <a:pt x="7502" y="2930"/>
                      <a:pt x="7301" y="2745"/>
                      <a:pt x="7084" y="2571"/>
                    </a:cubicBezTo>
                    <a:cubicBezTo>
                      <a:pt x="6883" y="2392"/>
                      <a:pt x="6665" y="2229"/>
                      <a:pt x="6437" y="2082"/>
                    </a:cubicBezTo>
                    <a:cubicBezTo>
                      <a:pt x="6344" y="2022"/>
                      <a:pt x="6263" y="1957"/>
                      <a:pt x="6181" y="1881"/>
                    </a:cubicBezTo>
                    <a:cubicBezTo>
                      <a:pt x="6083" y="1805"/>
                      <a:pt x="5986" y="1734"/>
                      <a:pt x="5877" y="1669"/>
                    </a:cubicBezTo>
                    <a:cubicBezTo>
                      <a:pt x="5855" y="1656"/>
                      <a:pt x="5831" y="1650"/>
                      <a:pt x="5807" y="1650"/>
                    </a:cubicBezTo>
                    <a:cubicBezTo>
                      <a:pt x="5770" y="1650"/>
                      <a:pt x="5733" y="1664"/>
                      <a:pt x="5703" y="1691"/>
                    </a:cubicBezTo>
                    <a:cubicBezTo>
                      <a:pt x="5632" y="1783"/>
                      <a:pt x="5578" y="1881"/>
                      <a:pt x="5507" y="1968"/>
                    </a:cubicBezTo>
                    <a:cubicBezTo>
                      <a:pt x="5431" y="2055"/>
                      <a:pt x="5333" y="2153"/>
                      <a:pt x="5257" y="2256"/>
                    </a:cubicBezTo>
                    <a:cubicBezTo>
                      <a:pt x="5181" y="2354"/>
                      <a:pt x="5089" y="2435"/>
                      <a:pt x="5013" y="2528"/>
                    </a:cubicBezTo>
                    <a:cubicBezTo>
                      <a:pt x="4937" y="2620"/>
                      <a:pt x="4893" y="2713"/>
                      <a:pt x="4828" y="2805"/>
                    </a:cubicBezTo>
                    <a:cubicBezTo>
                      <a:pt x="4697" y="2995"/>
                      <a:pt x="4583" y="3213"/>
                      <a:pt x="4436" y="3392"/>
                    </a:cubicBezTo>
                    <a:cubicBezTo>
                      <a:pt x="4387" y="3446"/>
                      <a:pt x="4333" y="3495"/>
                      <a:pt x="4284" y="3550"/>
                    </a:cubicBezTo>
                    <a:cubicBezTo>
                      <a:pt x="4235" y="3485"/>
                      <a:pt x="4186" y="3425"/>
                      <a:pt x="4127" y="3376"/>
                    </a:cubicBezTo>
                    <a:cubicBezTo>
                      <a:pt x="4045" y="3305"/>
                      <a:pt x="3953" y="3245"/>
                      <a:pt x="3866" y="3175"/>
                    </a:cubicBezTo>
                    <a:cubicBezTo>
                      <a:pt x="3757" y="3082"/>
                      <a:pt x="3659" y="2984"/>
                      <a:pt x="3556" y="2881"/>
                    </a:cubicBezTo>
                    <a:cubicBezTo>
                      <a:pt x="3376" y="2696"/>
                      <a:pt x="3175" y="2550"/>
                      <a:pt x="3023" y="2343"/>
                    </a:cubicBezTo>
                    <a:cubicBezTo>
                      <a:pt x="2952" y="2245"/>
                      <a:pt x="2876" y="2153"/>
                      <a:pt x="2789" y="2066"/>
                    </a:cubicBezTo>
                    <a:cubicBezTo>
                      <a:pt x="2692" y="1990"/>
                      <a:pt x="2588" y="1919"/>
                      <a:pt x="2485" y="1854"/>
                    </a:cubicBezTo>
                    <a:cubicBezTo>
                      <a:pt x="2463" y="1843"/>
                      <a:pt x="2447" y="1832"/>
                      <a:pt x="2425" y="1821"/>
                    </a:cubicBezTo>
                    <a:cubicBezTo>
                      <a:pt x="2441" y="1799"/>
                      <a:pt x="2452" y="1778"/>
                      <a:pt x="2463" y="1750"/>
                    </a:cubicBezTo>
                    <a:cubicBezTo>
                      <a:pt x="2523" y="1647"/>
                      <a:pt x="2594" y="1555"/>
                      <a:pt x="2653" y="1457"/>
                    </a:cubicBezTo>
                    <a:cubicBezTo>
                      <a:pt x="2708" y="1370"/>
                      <a:pt x="2730" y="1272"/>
                      <a:pt x="2800" y="1191"/>
                    </a:cubicBezTo>
                    <a:cubicBezTo>
                      <a:pt x="2865" y="1109"/>
                      <a:pt x="2942" y="1038"/>
                      <a:pt x="3007" y="957"/>
                    </a:cubicBezTo>
                    <a:cubicBezTo>
                      <a:pt x="3072" y="870"/>
                      <a:pt x="3154" y="777"/>
                      <a:pt x="3219" y="685"/>
                    </a:cubicBezTo>
                    <a:cubicBezTo>
                      <a:pt x="3224" y="680"/>
                      <a:pt x="3230" y="669"/>
                      <a:pt x="3235" y="663"/>
                    </a:cubicBezTo>
                    <a:cubicBezTo>
                      <a:pt x="3246" y="663"/>
                      <a:pt x="3257" y="658"/>
                      <a:pt x="3268" y="652"/>
                    </a:cubicBezTo>
                    <a:cubicBezTo>
                      <a:pt x="3279" y="652"/>
                      <a:pt x="3295" y="647"/>
                      <a:pt x="3311" y="636"/>
                    </a:cubicBezTo>
                    <a:cubicBezTo>
                      <a:pt x="3322" y="636"/>
                      <a:pt x="3333" y="631"/>
                      <a:pt x="3344" y="625"/>
                    </a:cubicBezTo>
                    <a:lnTo>
                      <a:pt x="3393" y="582"/>
                    </a:lnTo>
                    <a:cubicBezTo>
                      <a:pt x="3414" y="565"/>
                      <a:pt x="3431" y="538"/>
                      <a:pt x="3442" y="511"/>
                    </a:cubicBezTo>
                    <a:cubicBezTo>
                      <a:pt x="3458" y="484"/>
                      <a:pt x="3463" y="451"/>
                      <a:pt x="3463" y="419"/>
                    </a:cubicBezTo>
                    <a:cubicBezTo>
                      <a:pt x="3463" y="397"/>
                      <a:pt x="3458" y="375"/>
                      <a:pt x="3453" y="353"/>
                    </a:cubicBezTo>
                    <a:cubicBezTo>
                      <a:pt x="3442" y="315"/>
                      <a:pt x="3420" y="283"/>
                      <a:pt x="3393" y="250"/>
                    </a:cubicBezTo>
                    <a:lnTo>
                      <a:pt x="3387" y="250"/>
                    </a:lnTo>
                    <a:cubicBezTo>
                      <a:pt x="3371" y="223"/>
                      <a:pt x="3344" y="207"/>
                      <a:pt x="3317" y="201"/>
                    </a:cubicBezTo>
                    <a:lnTo>
                      <a:pt x="3311" y="201"/>
                    </a:lnTo>
                    <a:cubicBezTo>
                      <a:pt x="3295" y="196"/>
                      <a:pt x="3279" y="190"/>
                      <a:pt x="3268" y="185"/>
                    </a:cubicBezTo>
                    <a:cubicBezTo>
                      <a:pt x="3245" y="178"/>
                      <a:pt x="3221" y="174"/>
                      <a:pt x="3198" y="174"/>
                    </a:cubicBezTo>
                    <a:cubicBezTo>
                      <a:pt x="3134" y="174"/>
                      <a:pt x="3073" y="201"/>
                      <a:pt x="3029" y="245"/>
                    </a:cubicBezTo>
                    <a:cubicBezTo>
                      <a:pt x="2942" y="332"/>
                      <a:pt x="2931" y="457"/>
                      <a:pt x="2996" y="555"/>
                    </a:cubicBezTo>
                    <a:cubicBezTo>
                      <a:pt x="2952" y="614"/>
                      <a:pt x="2904" y="674"/>
                      <a:pt x="2860" y="734"/>
                    </a:cubicBezTo>
                    <a:cubicBezTo>
                      <a:pt x="2740" y="881"/>
                      <a:pt x="2583" y="1017"/>
                      <a:pt x="2507" y="1191"/>
                    </a:cubicBezTo>
                    <a:cubicBezTo>
                      <a:pt x="2425" y="1365"/>
                      <a:pt x="2338" y="1528"/>
                      <a:pt x="2273" y="1712"/>
                    </a:cubicBezTo>
                    <a:cubicBezTo>
                      <a:pt x="2257" y="1680"/>
                      <a:pt x="2240" y="1647"/>
                      <a:pt x="2219" y="1615"/>
                    </a:cubicBezTo>
                    <a:cubicBezTo>
                      <a:pt x="2115" y="1446"/>
                      <a:pt x="1985" y="1294"/>
                      <a:pt x="1876" y="1131"/>
                    </a:cubicBezTo>
                    <a:cubicBezTo>
                      <a:pt x="1827" y="1055"/>
                      <a:pt x="1767" y="995"/>
                      <a:pt x="1719" y="919"/>
                    </a:cubicBezTo>
                    <a:cubicBezTo>
                      <a:pt x="1664" y="848"/>
                      <a:pt x="1626" y="761"/>
                      <a:pt x="1572" y="685"/>
                    </a:cubicBezTo>
                    <a:cubicBezTo>
                      <a:pt x="1507" y="598"/>
                      <a:pt x="1430" y="511"/>
                      <a:pt x="1349" y="435"/>
                    </a:cubicBezTo>
                    <a:cubicBezTo>
                      <a:pt x="1360" y="419"/>
                      <a:pt x="1371" y="408"/>
                      <a:pt x="1376" y="397"/>
                    </a:cubicBezTo>
                    <a:lnTo>
                      <a:pt x="1403" y="332"/>
                    </a:lnTo>
                    <a:cubicBezTo>
                      <a:pt x="1403" y="310"/>
                      <a:pt x="1414" y="288"/>
                      <a:pt x="1414" y="267"/>
                    </a:cubicBezTo>
                    <a:lnTo>
                      <a:pt x="1414" y="239"/>
                    </a:lnTo>
                    <a:cubicBezTo>
                      <a:pt x="1414" y="207"/>
                      <a:pt x="1409" y="174"/>
                      <a:pt x="1392" y="147"/>
                    </a:cubicBezTo>
                    <a:cubicBezTo>
                      <a:pt x="1381" y="114"/>
                      <a:pt x="1365" y="87"/>
                      <a:pt x="1343" y="65"/>
                    </a:cubicBezTo>
                    <a:cubicBezTo>
                      <a:pt x="1295" y="22"/>
                      <a:pt x="1235" y="0"/>
                      <a:pt x="1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20"/>
              <p:cNvSpPr/>
              <p:nvPr/>
            </p:nvSpPr>
            <p:spPr>
              <a:xfrm>
                <a:off x="5652300" y="2627475"/>
                <a:ext cx="55200" cy="59600"/>
              </a:xfrm>
              <a:custGeom>
                <a:rect b="b" l="l" r="r" t="t"/>
                <a:pathLst>
                  <a:path extrusionOk="0" h="2384" w="2208">
                    <a:moveTo>
                      <a:pt x="930" y="219"/>
                    </a:moveTo>
                    <a:cubicBezTo>
                      <a:pt x="941" y="246"/>
                      <a:pt x="968" y="263"/>
                      <a:pt x="995" y="268"/>
                    </a:cubicBezTo>
                    <a:cubicBezTo>
                      <a:pt x="1180" y="312"/>
                      <a:pt x="1381" y="301"/>
                      <a:pt x="1544" y="404"/>
                    </a:cubicBezTo>
                    <a:cubicBezTo>
                      <a:pt x="1631" y="458"/>
                      <a:pt x="1707" y="529"/>
                      <a:pt x="1762" y="616"/>
                    </a:cubicBezTo>
                    <a:cubicBezTo>
                      <a:pt x="1789" y="649"/>
                      <a:pt x="1800" y="692"/>
                      <a:pt x="1821" y="730"/>
                    </a:cubicBezTo>
                    <a:cubicBezTo>
                      <a:pt x="1843" y="763"/>
                      <a:pt x="1903" y="790"/>
                      <a:pt x="1930" y="833"/>
                    </a:cubicBezTo>
                    <a:cubicBezTo>
                      <a:pt x="1968" y="899"/>
                      <a:pt x="1952" y="1018"/>
                      <a:pt x="1952" y="1094"/>
                    </a:cubicBezTo>
                    <a:cubicBezTo>
                      <a:pt x="1952" y="1192"/>
                      <a:pt x="1952" y="1295"/>
                      <a:pt x="1941" y="1393"/>
                    </a:cubicBezTo>
                    <a:lnTo>
                      <a:pt x="1946" y="1399"/>
                    </a:lnTo>
                    <a:cubicBezTo>
                      <a:pt x="1930" y="1589"/>
                      <a:pt x="1898" y="1823"/>
                      <a:pt x="1740" y="1959"/>
                    </a:cubicBezTo>
                    <a:cubicBezTo>
                      <a:pt x="1604" y="2078"/>
                      <a:pt x="1408" y="2133"/>
                      <a:pt x="1234" y="2154"/>
                    </a:cubicBezTo>
                    <a:cubicBezTo>
                      <a:pt x="1160" y="2162"/>
                      <a:pt x="1079" y="2168"/>
                      <a:pt x="998" y="2168"/>
                    </a:cubicBezTo>
                    <a:cubicBezTo>
                      <a:pt x="848" y="2168"/>
                      <a:pt x="696" y="2147"/>
                      <a:pt x="577" y="2073"/>
                    </a:cubicBezTo>
                    <a:cubicBezTo>
                      <a:pt x="365" y="1948"/>
                      <a:pt x="245" y="1779"/>
                      <a:pt x="240" y="1535"/>
                    </a:cubicBezTo>
                    <a:cubicBezTo>
                      <a:pt x="240" y="1317"/>
                      <a:pt x="218" y="1105"/>
                      <a:pt x="272" y="893"/>
                    </a:cubicBezTo>
                    <a:cubicBezTo>
                      <a:pt x="316" y="687"/>
                      <a:pt x="441" y="507"/>
                      <a:pt x="615" y="382"/>
                    </a:cubicBezTo>
                    <a:cubicBezTo>
                      <a:pt x="713" y="322"/>
                      <a:pt x="816" y="268"/>
                      <a:pt x="930" y="219"/>
                    </a:cubicBezTo>
                    <a:close/>
                    <a:moveTo>
                      <a:pt x="1287" y="1"/>
                    </a:moveTo>
                    <a:cubicBezTo>
                      <a:pt x="879" y="1"/>
                      <a:pt x="451" y="116"/>
                      <a:pt x="207" y="475"/>
                    </a:cubicBezTo>
                    <a:cubicBezTo>
                      <a:pt x="98" y="643"/>
                      <a:pt x="33" y="833"/>
                      <a:pt x="11" y="1029"/>
                    </a:cubicBezTo>
                    <a:cubicBezTo>
                      <a:pt x="0" y="1154"/>
                      <a:pt x="0" y="1279"/>
                      <a:pt x="11" y="1399"/>
                    </a:cubicBezTo>
                    <a:cubicBezTo>
                      <a:pt x="6" y="1518"/>
                      <a:pt x="11" y="1632"/>
                      <a:pt x="28" y="1752"/>
                    </a:cubicBezTo>
                    <a:cubicBezTo>
                      <a:pt x="77" y="1964"/>
                      <a:pt x="245" y="2122"/>
                      <a:pt x="419" y="2241"/>
                    </a:cubicBezTo>
                    <a:cubicBezTo>
                      <a:pt x="591" y="2361"/>
                      <a:pt x="797" y="2384"/>
                      <a:pt x="1004" y="2384"/>
                    </a:cubicBezTo>
                    <a:cubicBezTo>
                      <a:pt x="1032" y="2384"/>
                      <a:pt x="1060" y="2383"/>
                      <a:pt x="1088" y="2383"/>
                    </a:cubicBezTo>
                    <a:cubicBezTo>
                      <a:pt x="1457" y="2366"/>
                      <a:pt x="1876" y="2230"/>
                      <a:pt x="2044" y="1877"/>
                    </a:cubicBezTo>
                    <a:cubicBezTo>
                      <a:pt x="2137" y="1660"/>
                      <a:pt x="2180" y="1420"/>
                      <a:pt x="2180" y="1187"/>
                    </a:cubicBezTo>
                    <a:cubicBezTo>
                      <a:pt x="2186" y="980"/>
                      <a:pt x="2207" y="757"/>
                      <a:pt x="2061" y="611"/>
                    </a:cubicBezTo>
                    <a:cubicBezTo>
                      <a:pt x="1990" y="317"/>
                      <a:pt x="1702" y="105"/>
                      <a:pt x="1397" y="40"/>
                    </a:cubicBezTo>
                    <a:cubicBezTo>
                      <a:pt x="1392" y="13"/>
                      <a:pt x="1370" y="2"/>
                      <a:pt x="1343" y="2"/>
                    </a:cubicBezTo>
                    <a:cubicBezTo>
                      <a:pt x="1324" y="1"/>
                      <a:pt x="1305" y="1"/>
                      <a:pt x="1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20"/>
              <p:cNvSpPr/>
              <p:nvPr/>
            </p:nvSpPr>
            <p:spPr>
              <a:xfrm>
                <a:off x="5853100" y="2595775"/>
                <a:ext cx="32500" cy="45225"/>
              </a:xfrm>
              <a:custGeom>
                <a:rect b="b" l="l" r="r" t="t"/>
                <a:pathLst>
                  <a:path extrusionOk="0" h="1809" w="1300">
                    <a:moveTo>
                      <a:pt x="83" y="1"/>
                    </a:moveTo>
                    <a:cubicBezTo>
                      <a:pt x="42" y="1"/>
                      <a:pt x="1" y="35"/>
                      <a:pt x="19" y="85"/>
                    </a:cubicBezTo>
                    <a:cubicBezTo>
                      <a:pt x="73" y="237"/>
                      <a:pt x="100" y="400"/>
                      <a:pt x="182" y="547"/>
                    </a:cubicBezTo>
                    <a:cubicBezTo>
                      <a:pt x="258" y="688"/>
                      <a:pt x="367" y="802"/>
                      <a:pt x="437" y="954"/>
                    </a:cubicBezTo>
                    <a:cubicBezTo>
                      <a:pt x="497" y="1101"/>
                      <a:pt x="579" y="1237"/>
                      <a:pt x="687" y="1357"/>
                    </a:cubicBezTo>
                    <a:cubicBezTo>
                      <a:pt x="769" y="1444"/>
                      <a:pt x="921" y="1569"/>
                      <a:pt x="959" y="1688"/>
                    </a:cubicBezTo>
                    <a:cubicBezTo>
                      <a:pt x="981" y="1770"/>
                      <a:pt x="1055" y="1808"/>
                      <a:pt x="1127" y="1808"/>
                    </a:cubicBezTo>
                    <a:cubicBezTo>
                      <a:pt x="1214" y="1808"/>
                      <a:pt x="1300" y="1752"/>
                      <a:pt x="1291" y="1645"/>
                    </a:cubicBezTo>
                    <a:cubicBezTo>
                      <a:pt x="1275" y="1493"/>
                      <a:pt x="1177" y="1395"/>
                      <a:pt x="1079" y="1286"/>
                    </a:cubicBezTo>
                    <a:cubicBezTo>
                      <a:pt x="959" y="1150"/>
                      <a:pt x="834" y="1041"/>
                      <a:pt x="753" y="878"/>
                    </a:cubicBezTo>
                    <a:cubicBezTo>
                      <a:pt x="682" y="726"/>
                      <a:pt x="584" y="590"/>
                      <a:pt x="465" y="471"/>
                    </a:cubicBezTo>
                    <a:cubicBezTo>
                      <a:pt x="340" y="340"/>
                      <a:pt x="231" y="188"/>
                      <a:pt x="138" y="30"/>
                    </a:cubicBezTo>
                    <a:cubicBezTo>
                      <a:pt x="125" y="10"/>
                      <a:pt x="104"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20"/>
              <p:cNvSpPr/>
              <p:nvPr/>
            </p:nvSpPr>
            <p:spPr>
              <a:xfrm>
                <a:off x="5744850" y="2629025"/>
                <a:ext cx="54500" cy="51850"/>
              </a:xfrm>
              <a:custGeom>
                <a:rect b="b" l="l" r="r" t="t"/>
                <a:pathLst>
                  <a:path extrusionOk="0" h="2074" w="2180">
                    <a:moveTo>
                      <a:pt x="799" y="255"/>
                    </a:moveTo>
                    <a:cubicBezTo>
                      <a:pt x="805" y="266"/>
                      <a:pt x="816" y="271"/>
                      <a:pt x="826" y="277"/>
                    </a:cubicBezTo>
                    <a:cubicBezTo>
                      <a:pt x="889" y="303"/>
                      <a:pt x="956" y="317"/>
                      <a:pt x="1022" y="317"/>
                    </a:cubicBezTo>
                    <a:cubicBezTo>
                      <a:pt x="1066" y="317"/>
                      <a:pt x="1110" y="311"/>
                      <a:pt x="1153" y="298"/>
                    </a:cubicBezTo>
                    <a:cubicBezTo>
                      <a:pt x="1209" y="278"/>
                      <a:pt x="1268" y="268"/>
                      <a:pt x="1328" y="268"/>
                    </a:cubicBezTo>
                    <a:cubicBezTo>
                      <a:pt x="1396" y="268"/>
                      <a:pt x="1464" y="281"/>
                      <a:pt x="1528" y="304"/>
                    </a:cubicBezTo>
                    <a:cubicBezTo>
                      <a:pt x="1734" y="407"/>
                      <a:pt x="1870" y="608"/>
                      <a:pt x="1892" y="842"/>
                    </a:cubicBezTo>
                    <a:cubicBezTo>
                      <a:pt x="1908" y="1070"/>
                      <a:pt x="1935" y="1429"/>
                      <a:pt x="1756" y="1609"/>
                    </a:cubicBezTo>
                    <a:lnTo>
                      <a:pt x="1756" y="1614"/>
                    </a:lnTo>
                    <a:cubicBezTo>
                      <a:pt x="1691" y="1679"/>
                      <a:pt x="1604" y="1728"/>
                      <a:pt x="1511" y="1750"/>
                    </a:cubicBezTo>
                    <a:cubicBezTo>
                      <a:pt x="1392" y="1766"/>
                      <a:pt x="1272" y="1750"/>
                      <a:pt x="1153" y="1772"/>
                    </a:cubicBezTo>
                    <a:cubicBezTo>
                      <a:pt x="1089" y="1783"/>
                      <a:pt x="1029" y="1796"/>
                      <a:pt x="971" y="1796"/>
                    </a:cubicBezTo>
                    <a:cubicBezTo>
                      <a:pt x="919" y="1796"/>
                      <a:pt x="870" y="1786"/>
                      <a:pt x="821" y="1755"/>
                    </a:cubicBezTo>
                    <a:cubicBezTo>
                      <a:pt x="723" y="1701"/>
                      <a:pt x="631" y="1636"/>
                      <a:pt x="549" y="1560"/>
                    </a:cubicBezTo>
                    <a:cubicBezTo>
                      <a:pt x="402" y="1386"/>
                      <a:pt x="315" y="1168"/>
                      <a:pt x="305" y="940"/>
                    </a:cubicBezTo>
                    <a:cubicBezTo>
                      <a:pt x="310" y="815"/>
                      <a:pt x="354" y="695"/>
                      <a:pt x="424" y="592"/>
                    </a:cubicBezTo>
                    <a:cubicBezTo>
                      <a:pt x="468" y="554"/>
                      <a:pt x="511" y="516"/>
                      <a:pt x="560" y="478"/>
                    </a:cubicBezTo>
                    <a:cubicBezTo>
                      <a:pt x="604" y="440"/>
                      <a:pt x="636" y="391"/>
                      <a:pt x="680" y="353"/>
                    </a:cubicBezTo>
                    <a:cubicBezTo>
                      <a:pt x="712" y="315"/>
                      <a:pt x="745" y="282"/>
                      <a:pt x="788" y="260"/>
                    </a:cubicBezTo>
                    <a:lnTo>
                      <a:pt x="799" y="255"/>
                    </a:lnTo>
                    <a:close/>
                    <a:moveTo>
                      <a:pt x="1322" y="1"/>
                    </a:moveTo>
                    <a:cubicBezTo>
                      <a:pt x="1282" y="1"/>
                      <a:pt x="1242" y="4"/>
                      <a:pt x="1202" y="10"/>
                    </a:cubicBezTo>
                    <a:cubicBezTo>
                      <a:pt x="1158" y="16"/>
                      <a:pt x="1109" y="27"/>
                      <a:pt x="1066" y="43"/>
                    </a:cubicBezTo>
                    <a:cubicBezTo>
                      <a:pt x="1058" y="39"/>
                      <a:pt x="1050" y="37"/>
                      <a:pt x="1041" y="37"/>
                    </a:cubicBezTo>
                    <a:cubicBezTo>
                      <a:pt x="1026" y="37"/>
                      <a:pt x="1011" y="43"/>
                      <a:pt x="1000" y="54"/>
                    </a:cubicBezTo>
                    <a:cubicBezTo>
                      <a:pt x="993" y="59"/>
                      <a:pt x="981" y="61"/>
                      <a:pt x="967" y="61"/>
                    </a:cubicBezTo>
                    <a:cubicBezTo>
                      <a:pt x="910" y="61"/>
                      <a:pt x="808" y="31"/>
                      <a:pt x="756" y="31"/>
                    </a:cubicBezTo>
                    <a:cubicBezTo>
                      <a:pt x="750" y="31"/>
                      <a:pt x="744" y="31"/>
                      <a:pt x="739" y="32"/>
                    </a:cubicBezTo>
                    <a:cubicBezTo>
                      <a:pt x="636" y="65"/>
                      <a:pt x="544" y="125"/>
                      <a:pt x="473" y="206"/>
                    </a:cubicBezTo>
                    <a:cubicBezTo>
                      <a:pt x="397" y="288"/>
                      <a:pt x="299" y="347"/>
                      <a:pt x="223" y="429"/>
                    </a:cubicBezTo>
                    <a:cubicBezTo>
                      <a:pt x="147" y="527"/>
                      <a:pt x="93" y="646"/>
                      <a:pt x="65" y="766"/>
                    </a:cubicBezTo>
                    <a:cubicBezTo>
                      <a:pt x="0" y="1000"/>
                      <a:pt x="82" y="1239"/>
                      <a:pt x="174" y="1451"/>
                    </a:cubicBezTo>
                    <a:cubicBezTo>
                      <a:pt x="250" y="1647"/>
                      <a:pt x="392" y="1810"/>
                      <a:pt x="571" y="1918"/>
                    </a:cubicBezTo>
                    <a:cubicBezTo>
                      <a:pt x="642" y="1973"/>
                      <a:pt x="723" y="2022"/>
                      <a:pt x="810" y="2054"/>
                    </a:cubicBezTo>
                    <a:cubicBezTo>
                      <a:pt x="857" y="2068"/>
                      <a:pt x="906" y="2074"/>
                      <a:pt x="955" y="2074"/>
                    </a:cubicBezTo>
                    <a:cubicBezTo>
                      <a:pt x="1038" y="2074"/>
                      <a:pt x="1123" y="2059"/>
                      <a:pt x="1202" y="2049"/>
                    </a:cubicBezTo>
                    <a:cubicBezTo>
                      <a:pt x="1332" y="2027"/>
                      <a:pt x="1452" y="2049"/>
                      <a:pt x="1571" y="2022"/>
                    </a:cubicBezTo>
                    <a:cubicBezTo>
                      <a:pt x="1664" y="2005"/>
                      <a:pt x="1751" y="1962"/>
                      <a:pt x="1827" y="1902"/>
                    </a:cubicBezTo>
                    <a:cubicBezTo>
                      <a:pt x="2006" y="1755"/>
                      <a:pt x="2120" y="1543"/>
                      <a:pt x="2142" y="1310"/>
                    </a:cubicBezTo>
                    <a:cubicBezTo>
                      <a:pt x="2169" y="1076"/>
                      <a:pt x="2180" y="793"/>
                      <a:pt x="2088" y="565"/>
                    </a:cubicBezTo>
                    <a:lnTo>
                      <a:pt x="2088" y="570"/>
                    </a:lnTo>
                    <a:cubicBezTo>
                      <a:pt x="2001" y="337"/>
                      <a:pt x="1821" y="152"/>
                      <a:pt x="1598" y="48"/>
                    </a:cubicBezTo>
                    <a:cubicBezTo>
                      <a:pt x="1507" y="18"/>
                      <a:pt x="1415" y="1"/>
                      <a:pt x="1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20"/>
              <p:cNvSpPr/>
              <p:nvPr/>
            </p:nvSpPr>
            <p:spPr>
              <a:xfrm>
                <a:off x="5765925" y="2591500"/>
                <a:ext cx="33850" cy="29525"/>
              </a:xfrm>
              <a:custGeom>
                <a:rect b="b" l="l" r="r" t="t"/>
                <a:pathLst>
                  <a:path extrusionOk="0" h="1181" w="1354">
                    <a:moveTo>
                      <a:pt x="92" y="0"/>
                    </a:moveTo>
                    <a:cubicBezTo>
                      <a:pt x="41" y="0"/>
                      <a:pt x="1" y="56"/>
                      <a:pt x="27" y="109"/>
                    </a:cubicBezTo>
                    <a:cubicBezTo>
                      <a:pt x="32" y="114"/>
                      <a:pt x="38" y="125"/>
                      <a:pt x="38" y="131"/>
                    </a:cubicBezTo>
                    <a:cubicBezTo>
                      <a:pt x="43" y="142"/>
                      <a:pt x="49" y="147"/>
                      <a:pt x="60" y="152"/>
                    </a:cubicBezTo>
                    <a:cubicBezTo>
                      <a:pt x="244" y="413"/>
                      <a:pt x="505" y="593"/>
                      <a:pt x="755" y="788"/>
                    </a:cubicBezTo>
                    <a:cubicBezTo>
                      <a:pt x="859" y="865"/>
                      <a:pt x="891" y="946"/>
                      <a:pt x="962" y="1049"/>
                    </a:cubicBezTo>
                    <a:cubicBezTo>
                      <a:pt x="1012" y="1127"/>
                      <a:pt x="1073" y="1181"/>
                      <a:pt x="1159" y="1181"/>
                    </a:cubicBezTo>
                    <a:cubicBezTo>
                      <a:pt x="1175" y="1181"/>
                      <a:pt x="1193" y="1179"/>
                      <a:pt x="1212" y="1174"/>
                    </a:cubicBezTo>
                    <a:cubicBezTo>
                      <a:pt x="1353" y="1147"/>
                      <a:pt x="1326" y="957"/>
                      <a:pt x="1212" y="919"/>
                    </a:cubicBezTo>
                    <a:cubicBezTo>
                      <a:pt x="1174" y="903"/>
                      <a:pt x="1130" y="783"/>
                      <a:pt x="1103" y="745"/>
                    </a:cubicBezTo>
                    <a:cubicBezTo>
                      <a:pt x="1033" y="653"/>
                      <a:pt x="940" y="576"/>
                      <a:pt x="842" y="522"/>
                    </a:cubicBezTo>
                    <a:cubicBezTo>
                      <a:pt x="717" y="441"/>
                      <a:pt x="598" y="354"/>
                      <a:pt x="489" y="261"/>
                    </a:cubicBezTo>
                    <a:cubicBezTo>
                      <a:pt x="380" y="158"/>
                      <a:pt x="261" y="76"/>
                      <a:pt x="130" y="11"/>
                    </a:cubicBezTo>
                    <a:cubicBezTo>
                      <a:pt x="117" y="4"/>
                      <a:pt x="105" y="0"/>
                      <a:pt x="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20"/>
              <p:cNvSpPr/>
              <p:nvPr/>
            </p:nvSpPr>
            <p:spPr>
              <a:xfrm>
                <a:off x="5827600" y="2685775"/>
                <a:ext cx="32850" cy="22725"/>
              </a:xfrm>
              <a:custGeom>
                <a:rect b="b" l="l" r="r" t="t"/>
                <a:pathLst>
                  <a:path extrusionOk="0" h="909" w="1314">
                    <a:moveTo>
                      <a:pt x="39" y="1"/>
                    </a:moveTo>
                    <a:cubicBezTo>
                      <a:pt x="17" y="1"/>
                      <a:pt x="1" y="15"/>
                      <a:pt x="1" y="34"/>
                    </a:cubicBezTo>
                    <a:cubicBezTo>
                      <a:pt x="1" y="246"/>
                      <a:pt x="267" y="377"/>
                      <a:pt x="425" y="458"/>
                    </a:cubicBezTo>
                    <a:cubicBezTo>
                      <a:pt x="528" y="518"/>
                      <a:pt x="615" y="600"/>
                      <a:pt x="724" y="659"/>
                    </a:cubicBezTo>
                    <a:cubicBezTo>
                      <a:pt x="783" y="692"/>
                      <a:pt x="832" y="741"/>
                      <a:pt x="887" y="774"/>
                    </a:cubicBezTo>
                    <a:cubicBezTo>
                      <a:pt x="925" y="795"/>
                      <a:pt x="1001" y="806"/>
                      <a:pt x="1017" y="839"/>
                    </a:cubicBezTo>
                    <a:cubicBezTo>
                      <a:pt x="1049" y="887"/>
                      <a:pt x="1095" y="908"/>
                      <a:pt x="1141" y="908"/>
                    </a:cubicBezTo>
                    <a:cubicBezTo>
                      <a:pt x="1229" y="908"/>
                      <a:pt x="1314" y="832"/>
                      <a:pt x="1289" y="725"/>
                    </a:cubicBezTo>
                    <a:cubicBezTo>
                      <a:pt x="1262" y="594"/>
                      <a:pt x="1153" y="572"/>
                      <a:pt x="1044" y="524"/>
                    </a:cubicBezTo>
                    <a:cubicBezTo>
                      <a:pt x="990" y="496"/>
                      <a:pt x="946" y="453"/>
                      <a:pt x="887" y="426"/>
                    </a:cubicBezTo>
                    <a:cubicBezTo>
                      <a:pt x="821" y="398"/>
                      <a:pt x="751" y="371"/>
                      <a:pt x="691" y="333"/>
                    </a:cubicBezTo>
                    <a:cubicBezTo>
                      <a:pt x="599" y="284"/>
                      <a:pt x="501" y="241"/>
                      <a:pt x="403" y="208"/>
                    </a:cubicBezTo>
                    <a:cubicBezTo>
                      <a:pt x="381" y="203"/>
                      <a:pt x="66" y="61"/>
                      <a:pt x="77" y="40"/>
                    </a:cubicBezTo>
                    <a:cubicBezTo>
                      <a:pt x="93" y="29"/>
                      <a:pt x="88" y="13"/>
                      <a:pt x="71" y="7"/>
                    </a:cubicBezTo>
                    <a:lnTo>
                      <a:pt x="50" y="2"/>
                    </a:lnTo>
                    <a:cubicBezTo>
                      <a:pt x="46" y="1"/>
                      <a:pt x="42"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20"/>
              <p:cNvSpPr/>
              <p:nvPr/>
            </p:nvSpPr>
            <p:spPr>
              <a:xfrm>
                <a:off x="5841050" y="2779375"/>
                <a:ext cx="34000" cy="30500"/>
              </a:xfrm>
              <a:custGeom>
                <a:rect b="b" l="l" r="r" t="t"/>
                <a:pathLst>
                  <a:path extrusionOk="0" h="1220" w="1360">
                    <a:moveTo>
                      <a:pt x="800" y="0"/>
                    </a:moveTo>
                    <a:cubicBezTo>
                      <a:pt x="692" y="0"/>
                      <a:pt x="606" y="37"/>
                      <a:pt x="490" y="84"/>
                    </a:cubicBezTo>
                    <a:cubicBezTo>
                      <a:pt x="218" y="193"/>
                      <a:pt x="1" y="362"/>
                      <a:pt x="17" y="682"/>
                    </a:cubicBezTo>
                    <a:cubicBezTo>
                      <a:pt x="33" y="949"/>
                      <a:pt x="229" y="1166"/>
                      <a:pt x="490" y="1210"/>
                    </a:cubicBezTo>
                    <a:cubicBezTo>
                      <a:pt x="532" y="1216"/>
                      <a:pt x="575" y="1219"/>
                      <a:pt x="618" y="1219"/>
                    </a:cubicBezTo>
                    <a:cubicBezTo>
                      <a:pt x="725" y="1219"/>
                      <a:pt x="835" y="1200"/>
                      <a:pt x="936" y="1161"/>
                    </a:cubicBezTo>
                    <a:cubicBezTo>
                      <a:pt x="1082" y="1112"/>
                      <a:pt x="1262" y="1041"/>
                      <a:pt x="1333" y="894"/>
                    </a:cubicBezTo>
                    <a:cubicBezTo>
                      <a:pt x="1360" y="840"/>
                      <a:pt x="1343" y="753"/>
                      <a:pt x="1273" y="742"/>
                    </a:cubicBezTo>
                    <a:lnTo>
                      <a:pt x="1267" y="742"/>
                    </a:lnTo>
                    <a:cubicBezTo>
                      <a:pt x="1258" y="741"/>
                      <a:pt x="1247" y="740"/>
                      <a:pt x="1236" y="740"/>
                    </a:cubicBezTo>
                    <a:cubicBezTo>
                      <a:pt x="1064" y="740"/>
                      <a:pt x="755" y="911"/>
                      <a:pt x="539" y="911"/>
                    </a:cubicBezTo>
                    <a:cubicBezTo>
                      <a:pt x="411" y="911"/>
                      <a:pt x="315" y="851"/>
                      <a:pt x="300" y="661"/>
                    </a:cubicBezTo>
                    <a:cubicBezTo>
                      <a:pt x="278" y="427"/>
                      <a:pt x="528" y="356"/>
                      <a:pt x="707" y="286"/>
                    </a:cubicBezTo>
                    <a:cubicBezTo>
                      <a:pt x="740" y="264"/>
                      <a:pt x="773" y="248"/>
                      <a:pt x="811" y="237"/>
                    </a:cubicBezTo>
                    <a:cubicBezTo>
                      <a:pt x="854" y="226"/>
                      <a:pt x="909" y="231"/>
                      <a:pt x="957" y="220"/>
                    </a:cubicBezTo>
                    <a:cubicBezTo>
                      <a:pt x="972" y="222"/>
                      <a:pt x="987" y="223"/>
                      <a:pt x="1001" y="223"/>
                    </a:cubicBezTo>
                    <a:cubicBezTo>
                      <a:pt x="1041" y="223"/>
                      <a:pt x="1081" y="217"/>
                      <a:pt x="1121" y="210"/>
                    </a:cubicBezTo>
                    <a:cubicBezTo>
                      <a:pt x="1169" y="193"/>
                      <a:pt x="1159" y="123"/>
                      <a:pt x="1110" y="123"/>
                    </a:cubicBezTo>
                    <a:cubicBezTo>
                      <a:pt x="1110" y="123"/>
                      <a:pt x="1110" y="112"/>
                      <a:pt x="1099" y="101"/>
                    </a:cubicBezTo>
                    <a:cubicBezTo>
                      <a:pt x="1088" y="90"/>
                      <a:pt x="1077" y="79"/>
                      <a:pt x="1066" y="68"/>
                    </a:cubicBezTo>
                    <a:cubicBezTo>
                      <a:pt x="1017" y="30"/>
                      <a:pt x="952" y="8"/>
                      <a:pt x="892" y="8"/>
                    </a:cubicBezTo>
                    <a:cubicBezTo>
                      <a:pt x="859" y="3"/>
                      <a:pt x="829" y="0"/>
                      <a:pt x="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20"/>
              <p:cNvSpPr/>
              <p:nvPr/>
            </p:nvSpPr>
            <p:spPr>
              <a:xfrm>
                <a:off x="5664525" y="2776825"/>
                <a:ext cx="34825" cy="29650"/>
              </a:xfrm>
              <a:custGeom>
                <a:rect b="b" l="l" r="r" t="t"/>
                <a:pathLst>
                  <a:path extrusionOk="0" h="1186" w="1393">
                    <a:moveTo>
                      <a:pt x="697" y="1"/>
                    </a:moveTo>
                    <a:cubicBezTo>
                      <a:pt x="661" y="1"/>
                      <a:pt x="627" y="3"/>
                      <a:pt x="599" y="7"/>
                    </a:cubicBezTo>
                    <a:cubicBezTo>
                      <a:pt x="316" y="40"/>
                      <a:pt x="77" y="333"/>
                      <a:pt x="39" y="610"/>
                    </a:cubicBezTo>
                    <a:cubicBezTo>
                      <a:pt x="1" y="882"/>
                      <a:pt x="202" y="1094"/>
                      <a:pt x="452" y="1165"/>
                    </a:cubicBezTo>
                    <a:cubicBezTo>
                      <a:pt x="504" y="1180"/>
                      <a:pt x="554" y="1186"/>
                      <a:pt x="603" y="1186"/>
                    </a:cubicBezTo>
                    <a:cubicBezTo>
                      <a:pt x="845" y="1186"/>
                      <a:pt x="1054" y="1031"/>
                      <a:pt x="1289" y="958"/>
                    </a:cubicBezTo>
                    <a:cubicBezTo>
                      <a:pt x="1392" y="926"/>
                      <a:pt x="1392" y="779"/>
                      <a:pt x="1289" y="746"/>
                    </a:cubicBezTo>
                    <a:lnTo>
                      <a:pt x="1294" y="746"/>
                    </a:lnTo>
                    <a:cubicBezTo>
                      <a:pt x="1253" y="730"/>
                      <a:pt x="1213" y="723"/>
                      <a:pt x="1174" y="723"/>
                    </a:cubicBezTo>
                    <a:cubicBezTo>
                      <a:pt x="1023" y="723"/>
                      <a:pt x="894" y="830"/>
                      <a:pt x="751" y="882"/>
                    </a:cubicBezTo>
                    <a:cubicBezTo>
                      <a:pt x="710" y="899"/>
                      <a:pt x="663" y="907"/>
                      <a:pt x="615" y="907"/>
                    </a:cubicBezTo>
                    <a:cubicBezTo>
                      <a:pt x="505" y="907"/>
                      <a:pt x="389" y="861"/>
                      <a:pt x="332" y="763"/>
                    </a:cubicBezTo>
                    <a:cubicBezTo>
                      <a:pt x="229" y="589"/>
                      <a:pt x="430" y="360"/>
                      <a:pt x="571" y="273"/>
                    </a:cubicBezTo>
                    <a:cubicBezTo>
                      <a:pt x="620" y="245"/>
                      <a:pt x="755" y="204"/>
                      <a:pt x="857" y="204"/>
                    </a:cubicBezTo>
                    <a:cubicBezTo>
                      <a:pt x="914" y="204"/>
                      <a:pt x="962" y="217"/>
                      <a:pt x="979" y="252"/>
                    </a:cubicBezTo>
                    <a:cubicBezTo>
                      <a:pt x="990" y="276"/>
                      <a:pt x="1009" y="286"/>
                      <a:pt x="1029" y="286"/>
                    </a:cubicBezTo>
                    <a:cubicBezTo>
                      <a:pt x="1065" y="286"/>
                      <a:pt x="1104" y="249"/>
                      <a:pt x="1093" y="203"/>
                    </a:cubicBezTo>
                    <a:cubicBezTo>
                      <a:pt x="1062" y="47"/>
                      <a:pt x="857" y="1"/>
                      <a:pt x="6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20"/>
              <p:cNvSpPr/>
              <p:nvPr/>
            </p:nvSpPr>
            <p:spPr>
              <a:xfrm>
                <a:off x="5704400" y="2512250"/>
                <a:ext cx="34350" cy="27925"/>
              </a:xfrm>
              <a:custGeom>
                <a:rect b="b" l="l" r="r" t="t"/>
                <a:pathLst>
                  <a:path extrusionOk="0" h="1117" w="1374">
                    <a:moveTo>
                      <a:pt x="776" y="1"/>
                    </a:moveTo>
                    <a:cubicBezTo>
                      <a:pt x="742" y="1"/>
                      <a:pt x="710" y="3"/>
                      <a:pt x="683" y="7"/>
                    </a:cubicBezTo>
                    <a:cubicBezTo>
                      <a:pt x="411" y="45"/>
                      <a:pt x="156" y="235"/>
                      <a:pt x="91" y="507"/>
                    </a:cubicBezTo>
                    <a:cubicBezTo>
                      <a:pt x="0" y="905"/>
                      <a:pt x="391" y="1116"/>
                      <a:pt x="771" y="1116"/>
                    </a:cubicBezTo>
                    <a:cubicBezTo>
                      <a:pt x="1008" y="1116"/>
                      <a:pt x="1241" y="1034"/>
                      <a:pt x="1352" y="865"/>
                    </a:cubicBezTo>
                    <a:cubicBezTo>
                      <a:pt x="1374" y="822"/>
                      <a:pt x="1341" y="773"/>
                      <a:pt x="1297" y="768"/>
                    </a:cubicBezTo>
                    <a:lnTo>
                      <a:pt x="1292" y="768"/>
                    </a:lnTo>
                    <a:cubicBezTo>
                      <a:pt x="1273" y="766"/>
                      <a:pt x="1253" y="765"/>
                      <a:pt x="1234" y="765"/>
                    </a:cubicBezTo>
                    <a:cubicBezTo>
                      <a:pt x="1062" y="765"/>
                      <a:pt x="899" y="822"/>
                      <a:pt x="726" y="822"/>
                    </a:cubicBezTo>
                    <a:cubicBezTo>
                      <a:pt x="719" y="822"/>
                      <a:pt x="712" y="822"/>
                      <a:pt x="705" y="822"/>
                    </a:cubicBezTo>
                    <a:cubicBezTo>
                      <a:pt x="569" y="822"/>
                      <a:pt x="330" y="800"/>
                      <a:pt x="319" y="626"/>
                    </a:cubicBezTo>
                    <a:cubicBezTo>
                      <a:pt x="303" y="402"/>
                      <a:pt x="586" y="199"/>
                      <a:pt x="826" y="199"/>
                    </a:cubicBezTo>
                    <a:cubicBezTo>
                      <a:pt x="905" y="199"/>
                      <a:pt x="980" y="221"/>
                      <a:pt x="1037" y="273"/>
                    </a:cubicBezTo>
                    <a:cubicBezTo>
                      <a:pt x="1045" y="284"/>
                      <a:pt x="1057" y="288"/>
                      <a:pt x="1068" y="288"/>
                    </a:cubicBezTo>
                    <a:cubicBezTo>
                      <a:pt x="1086" y="288"/>
                      <a:pt x="1104" y="277"/>
                      <a:pt x="1107" y="257"/>
                    </a:cubicBezTo>
                    <a:cubicBezTo>
                      <a:pt x="1157" y="54"/>
                      <a:pt x="941" y="1"/>
                      <a:pt x="7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20"/>
              <p:cNvSpPr/>
              <p:nvPr/>
            </p:nvSpPr>
            <p:spPr>
              <a:xfrm>
                <a:off x="5601875" y="2508350"/>
                <a:ext cx="34675" cy="35275"/>
              </a:xfrm>
              <a:custGeom>
                <a:rect b="b" l="l" r="r" t="t"/>
                <a:pathLst>
                  <a:path extrusionOk="0" h="1411" w="1387">
                    <a:moveTo>
                      <a:pt x="872" y="1"/>
                    </a:moveTo>
                    <a:cubicBezTo>
                      <a:pt x="584" y="1"/>
                      <a:pt x="294" y="204"/>
                      <a:pt x="164" y="451"/>
                    </a:cubicBezTo>
                    <a:cubicBezTo>
                      <a:pt x="17" y="722"/>
                      <a:pt x="1" y="1087"/>
                      <a:pt x="262" y="1288"/>
                    </a:cubicBezTo>
                    <a:cubicBezTo>
                      <a:pt x="373" y="1370"/>
                      <a:pt x="537" y="1411"/>
                      <a:pt x="704" y="1411"/>
                    </a:cubicBezTo>
                    <a:cubicBezTo>
                      <a:pt x="936" y="1411"/>
                      <a:pt x="1173" y="1332"/>
                      <a:pt x="1284" y="1174"/>
                    </a:cubicBezTo>
                    <a:cubicBezTo>
                      <a:pt x="1327" y="1103"/>
                      <a:pt x="1267" y="1032"/>
                      <a:pt x="1197" y="1027"/>
                    </a:cubicBezTo>
                    <a:cubicBezTo>
                      <a:pt x="1185" y="1026"/>
                      <a:pt x="1173" y="1025"/>
                      <a:pt x="1161" y="1025"/>
                    </a:cubicBezTo>
                    <a:cubicBezTo>
                      <a:pt x="991" y="1025"/>
                      <a:pt x="814" y="1127"/>
                      <a:pt x="639" y="1127"/>
                    </a:cubicBezTo>
                    <a:cubicBezTo>
                      <a:pt x="578" y="1127"/>
                      <a:pt x="517" y="1115"/>
                      <a:pt x="457" y="1081"/>
                    </a:cubicBezTo>
                    <a:cubicBezTo>
                      <a:pt x="267" y="978"/>
                      <a:pt x="327" y="701"/>
                      <a:pt x="425" y="554"/>
                    </a:cubicBezTo>
                    <a:cubicBezTo>
                      <a:pt x="525" y="399"/>
                      <a:pt x="712" y="263"/>
                      <a:pt x="902" y="263"/>
                    </a:cubicBezTo>
                    <a:cubicBezTo>
                      <a:pt x="919" y="263"/>
                      <a:pt x="935" y="264"/>
                      <a:pt x="952" y="266"/>
                    </a:cubicBezTo>
                    <a:cubicBezTo>
                      <a:pt x="1034" y="271"/>
                      <a:pt x="1115" y="293"/>
                      <a:pt x="1191" y="326"/>
                    </a:cubicBezTo>
                    <a:cubicBezTo>
                      <a:pt x="1216" y="336"/>
                      <a:pt x="1255" y="392"/>
                      <a:pt x="1287" y="392"/>
                    </a:cubicBezTo>
                    <a:cubicBezTo>
                      <a:pt x="1289" y="392"/>
                      <a:pt x="1292" y="392"/>
                      <a:pt x="1294" y="391"/>
                    </a:cubicBezTo>
                    <a:cubicBezTo>
                      <a:pt x="1387" y="364"/>
                      <a:pt x="1349" y="250"/>
                      <a:pt x="1311" y="190"/>
                    </a:cubicBezTo>
                    <a:cubicBezTo>
                      <a:pt x="1229" y="87"/>
                      <a:pt x="1110" y="21"/>
                      <a:pt x="979" y="10"/>
                    </a:cubicBezTo>
                    <a:cubicBezTo>
                      <a:pt x="944" y="4"/>
                      <a:pt x="908" y="1"/>
                      <a:pt x="8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20"/>
              <p:cNvSpPr/>
              <p:nvPr/>
            </p:nvSpPr>
            <p:spPr>
              <a:xfrm>
                <a:off x="5833575" y="2500100"/>
                <a:ext cx="30475" cy="26150"/>
              </a:xfrm>
              <a:custGeom>
                <a:rect b="b" l="l" r="r" t="t"/>
                <a:pathLst>
                  <a:path extrusionOk="0" h="1046" w="1219">
                    <a:moveTo>
                      <a:pt x="807" y="0"/>
                    </a:moveTo>
                    <a:cubicBezTo>
                      <a:pt x="718" y="0"/>
                      <a:pt x="625" y="28"/>
                      <a:pt x="533" y="79"/>
                    </a:cubicBezTo>
                    <a:cubicBezTo>
                      <a:pt x="360" y="183"/>
                      <a:pt x="126" y="335"/>
                      <a:pt x="66" y="536"/>
                    </a:cubicBezTo>
                    <a:cubicBezTo>
                      <a:pt x="1" y="759"/>
                      <a:pt x="229" y="960"/>
                      <a:pt x="430" y="1014"/>
                    </a:cubicBezTo>
                    <a:cubicBezTo>
                      <a:pt x="535" y="1035"/>
                      <a:pt x="643" y="1046"/>
                      <a:pt x="751" y="1046"/>
                    </a:cubicBezTo>
                    <a:cubicBezTo>
                      <a:pt x="789" y="1046"/>
                      <a:pt x="827" y="1044"/>
                      <a:pt x="865" y="1042"/>
                    </a:cubicBezTo>
                    <a:cubicBezTo>
                      <a:pt x="1001" y="1036"/>
                      <a:pt x="1088" y="960"/>
                      <a:pt x="1186" y="873"/>
                    </a:cubicBezTo>
                    <a:cubicBezTo>
                      <a:pt x="1208" y="851"/>
                      <a:pt x="1218" y="819"/>
                      <a:pt x="1208" y="786"/>
                    </a:cubicBezTo>
                    <a:lnTo>
                      <a:pt x="1208" y="786"/>
                    </a:lnTo>
                    <a:lnTo>
                      <a:pt x="1208" y="792"/>
                    </a:lnTo>
                    <a:cubicBezTo>
                      <a:pt x="1208" y="781"/>
                      <a:pt x="1202" y="770"/>
                      <a:pt x="1197" y="759"/>
                    </a:cubicBezTo>
                    <a:cubicBezTo>
                      <a:pt x="1189" y="728"/>
                      <a:pt x="1163" y="711"/>
                      <a:pt x="1134" y="711"/>
                    </a:cubicBezTo>
                    <a:cubicBezTo>
                      <a:pt x="1122" y="711"/>
                      <a:pt x="1110" y="714"/>
                      <a:pt x="1099" y="721"/>
                    </a:cubicBezTo>
                    <a:cubicBezTo>
                      <a:pt x="1050" y="721"/>
                      <a:pt x="1001" y="737"/>
                      <a:pt x="963" y="759"/>
                    </a:cubicBezTo>
                    <a:cubicBezTo>
                      <a:pt x="906" y="779"/>
                      <a:pt x="850" y="790"/>
                      <a:pt x="791" y="790"/>
                    </a:cubicBezTo>
                    <a:cubicBezTo>
                      <a:pt x="771" y="790"/>
                      <a:pt x="750" y="789"/>
                      <a:pt x="729" y="786"/>
                    </a:cubicBezTo>
                    <a:cubicBezTo>
                      <a:pt x="697" y="786"/>
                      <a:pt x="666" y="787"/>
                      <a:pt x="634" y="787"/>
                    </a:cubicBezTo>
                    <a:cubicBezTo>
                      <a:pt x="563" y="787"/>
                      <a:pt x="493" y="782"/>
                      <a:pt x="425" y="748"/>
                    </a:cubicBezTo>
                    <a:cubicBezTo>
                      <a:pt x="376" y="721"/>
                      <a:pt x="294" y="667"/>
                      <a:pt x="305" y="601"/>
                    </a:cubicBezTo>
                    <a:cubicBezTo>
                      <a:pt x="316" y="498"/>
                      <a:pt x="506" y="378"/>
                      <a:pt x="588" y="324"/>
                    </a:cubicBezTo>
                    <a:cubicBezTo>
                      <a:pt x="672" y="266"/>
                      <a:pt x="760" y="217"/>
                      <a:pt x="848" y="217"/>
                    </a:cubicBezTo>
                    <a:cubicBezTo>
                      <a:pt x="908" y="217"/>
                      <a:pt x="969" y="240"/>
                      <a:pt x="1028" y="297"/>
                    </a:cubicBezTo>
                    <a:cubicBezTo>
                      <a:pt x="1047" y="313"/>
                      <a:pt x="1066" y="320"/>
                      <a:pt x="1085" y="320"/>
                    </a:cubicBezTo>
                    <a:cubicBezTo>
                      <a:pt x="1148" y="320"/>
                      <a:pt x="1198" y="240"/>
                      <a:pt x="1148" y="177"/>
                    </a:cubicBezTo>
                    <a:cubicBezTo>
                      <a:pt x="1052" y="56"/>
                      <a:pt x="934" y="0"/>
                      <a:pt x="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20"/>
              <p:cNvSpPr/>
              <p:nvPr/>
            </p:nvSpPr>
            <p:spPr>
              <a:xfrm>
                <a:off x="5777725" y="2503125"/>
                <a:ext cx="28350" cy="30300"/>
              </a:xfrm>
              <a:custGeom>
                <a:rect b="b" l="l" r="r" t="t"/>
                <a:pathLst>
                  <a:path extrusionOk="0" h="1212" w="1134">
                    <a:moveTo>
                      <a:pt x="687" y="0"/>
                    </a:moveTo>
                    <a:cubicBezTo>
                      <a:pt x="611" y="0"/>
                      <a:pt x="536" y="13"/>
                      <a:pt x="468" y="40"/>
                    </a:cubicBezTo>
                    <a:cubicBezTo>
                      <a:pt x="234" y="122"/>
                      <a:pt x="104" y="301"/>
                      <a:pt x="50" y="535"/>
                    </a:cubicBezTo>
                    <a:cubicBezTo>
                      <a:pt x="1" y="747"/>
                      <a:pt x="33" y="980"/>
                      <a:pt x="224" y="1111"/>
                    </a:cubicBezTo>
                    <a:cubicBezTo>
                      <a:pt x="320" y="1176"/>
                      <a:pt x="449" y="1212"/>
                      <a:pt x="577" y="1212"/>
                    </a:cubicBezTo>
                    <a:cubicBezTo>
                      <a:pt x="715" y="1212"/>
                      <a:pt x="853" y="1171"/>
                      <a:pt x="952" y="1084"/>
                    </a:cubicBezTo>
                    <a:cubicBezTo>
                      <a:pt x="1001" y="1035"/>
                      <a:pt x="979" y="942"/>
                      <a:pt x="908" y="921"/>
                    </a:cubicBezTo>
                    <a:cubicBezTo>
                      <a:pt x="868" y="905"/>
                      <a:pt x="827" y="900"/>
                      <a:pt x="785" y="900"/>
                    </a:cubicBezTo>
                    <a:cubicBezTo>
                      <a:pt x="711" y="900"/>
                      <a:pt x="635" y="915"/>
                      <a:pt x="560" y="915"/>
                    </a:cubicBezTo>
                    <a:cubicBezTo>
                      <a:pt x="527" y="915"/>
                      <a:pt x="495" y="913"/>
                      <a:pt x="463" y="904"/>
                    </a:cubicBezTo>
                    <a:cubicBezTo>
                      <a:pt x="283" y="861"/>
                      <a:pt x="283" y="703"/>
                      <a:pt x="327" y="551"/>
                    </a:cubicBezTo>
                    <a:cubicBezTo>
                      <a:pt x="359" y="404"/>
                      <a:pt x="468" y="290"/>
                      <a:pt x="609" y="247"/>
                    </a:cubicBezTo>
                    <a:cubicBezTo>
                      <a:pt x="654" y="231"/>
                      <a:pt x="694" y="225"/>
                      <a:pt x="732" y="225"/>
                    </a:cubicBezTo>
                    <a:cubicBezTo>
                      <a:pt x="843" y="225"/>
                      <a:pt x="934" y="277"/>
                      <a:pt x="1055" y="301"/>
                    </a:cubicBezTo>
                    <a:cubicBezTo>
                      <a:pt x="1059" y="302"/>
                      <a:pt x="1062" y="302"/>
                      <a:pt x="1066" y="302"/>
                    </a:cubicBezTo>
                    <a:cubicBezTo>
                      <a:pt x="1113" y="302"/>
                      <a:pt x="1134" y="234"/>
                      <a:pt x="1093" y="203"/>
                    </a:cubicBezTo>
                    <a:cubicBezTo>
                      <a:pt x="1001" y="138"/>
                      <a:pt x="941" y="45"/>
                      <a:pt x="821" y="13"/>
                    </a:cubicBezTo>
                    <a:cubicBezTo>
                      <a:pt x="777" y="5"/>
                      <a:pt x="732" y="0"/>
                      <a:pt x="6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6" name="Google Shape;4826;p120"/>
          <p:cNvGrpSpPr/>
          <p:nvPr/>
        </p:nvGrpSpPr>
        <p:grpSpPr>
          <a:xfrm>
            <a:off x="765503" y="2162243"/>
            <a:ext cx="7637831" cy="341118"/>
            <a:chOff x="798715" y="2083835"/>
            <a:chExt cx="7637831" cy="341118"/>
          </a:xfrm>
        </p:grpSpPr>
        <p:grpSp>
          <p:nvGrpSpPr>
            <p:cNvPr id="4827" name="Google Shape;4827;p120"/>
            <p:cNvGrpSpPr/>
            <p:nvPr/>
          </p:nvGrpSpPr>
          <p:grpSpPr>
            <a:xfrm>
              <a:off x="798715" y="2113518"/>
              <a:ext cx="224450" cy="274311"/>
              <a:chOff x="3184300" y="2855000"/>
              <a:chExt cx="168950" cy="201625"/>
            </a:xfrm>
          </p:grpSpPr>
          <p:sp>
            <p:nvSpPr>
              <p:cNvPr id="4828" name="Google Shape;4828;p120"/>
              <p:cNvSpPr/>
              <p:nvPr/>
            </p:nvSpPr>
            <p:spPr>
              <a:xfrm>
                <a:off x="3184300" y="2855000"/>
                <a:ext cx="168950" cy="201625"/>
              </a:xfrm>
              <a:custGeom>
                <a:rect b="b" l="l" r="r" t="t"/>
                <a:pathLst>
                  <a:path extrusionOk="0" h="8065" w="6758">
                    <a:moveTo>
                      <a:pt x="2804" y="121"/>
                    </a:moveTo>
                    <a:cubicBezTo>
                      <a:pt x="2854" y="121"/>
                      <a:pt x="2902" y="132"/>
                      <a:pt x="2942" y="158"/>
                    </a:cubicBezTo>
                    <a:cubicBezTo>
                      <a:pt x="3001" y="201"/>
                      <a:pt x="2985" y="299"/>
                      <a:pt x="2985" y="364"/>
                    </a:cubicBezTo>
                    <a:cubicBezTo>
                      <a:pt x="2985" y="424"/>
                      <a:pt x="2996" y="479"/>
                      <a:pt x="3034" y="528"/>
                    </a:cubicBezTo>
                    <a:cubicBezTo>
                      <a:pt x="3065" y="559"/>
                      <a:pt x="3106" y="569"/>
                      <a:pt x="3151" y="569"/>
                    </a:cubicBezTo>
                    <a:cubicBezTo>
                      <a:pt x="3222" y="569"/>
                      <a:pt x="3302" y="544"/>
                      <a:pt x="3366" y="544"/>
                    </a:cubicBezTo>
                    <a:lnTo>
                      <a:pt x="3594" y="544"/>
                    </a:lnTo>
                    <a:cubicBezTo>
                      <a:pt x="3627" y="544"/>
                      <a:pt x="3657" y="549"/>
                      <a:pt x="3686" y="549"/>
                    </a:cubicBezTo>
                    <a:cubicBezTo>
                      <a:pt x="3701" y="549"/>
                      <a:pt x="3715" y="547"/>
                      <a:pt x="3730" y="544"/>
                    </a:cubicBezTo>
                    <a:cubicBezTo>
                      <a:pt x="3735" y="560"/>
                      <a:pt x="3746" y="576"/>
                      <a:pt x="3762" y="582"/>
                    </a:cubicBezTo>
                    <a:cubicBezTo>
                      <a:pt x="3790" y="593"/>
                      <a:pt x="3790" y="685"/>
                      <a:pt x="3795" y="712"/>
                    </a:cubicBezTo>
                    <a:cubicBezTo>
                      <a:pt x="3811" y="794"/>
                      <a:pt x="3833" y="875"/>
                      <a:pt x="3844" y="957"/>
                    </a:cubicBezTo>
                    <a:lnTo>
                      <a:pt x="3833" y="957"/>
                    </a:lnTo>
                    <a:cubicBezTo>
                      <a:pt x="3735" y="957"/>
                      <a:pt x="3637" y="962"/>
                      <a:pt x="3545" y="973"/>
                    </a:cubicBezTo>
                    <a:cubicBezTo>
                      <a:pt x="3447" y="990"/>
                      <a:pt x="3360" y="1022"/>
                      <a:pt x="3262" y="1033"/>
                    </a:cubicBezTo>
                    <a:cubicBezTo>
                      <a:pt x="3170" y="1038"/>
                      <a:pt x="3072" y="1066"/>
                      <a:pt x="2974" y="1077"/>
                    </a:cubicBezTo>
                    <a:cubicBezTo>
                      <a:pt x="2925" y="1082"/>
                      <a:pt x="2876" y="1082"/>
                      <a:pt x="2828" y="1087"/>
                    </a:cubicBezTo>
                    <a:cubicBezTo>
                      <a:pt x="2779" y="1093"/>
                      <a:pt x="2741" y="1104"/>
                      <a:pt x="2692" y="1109"/>
                    </a:cubicBezTo>
                    <a:cubicBezTo>
                      <a:pt x="2507" y="1115"/>
                      <a:pt x="2322" y="1174"/>
                      <a:pt x="2137" y="1191"/>
                    </a:cubicBezTo>
                    <a:cubicBezTo>
                      <a:pt x="1963" y="1207"/>
                      <a:pt x="1811" y="1278"/>
                      <a:pt x="1643" y="1305"/>
                    </a:cubicBezTo>
                    <a:cubicBezTo>
                      <a:pt x="1626" y="1234"/>
                      <a:pt x="1615" y="1169"/>
                      <a:pt x="1604" y="1098"/>
                    </a:cubicBezTo>
                    <a:cubicBezTo>
                      <a:pt x="1594" y="1017"/>
                      <a:pt x="1572" y="935"/>
                      <a:pt x="1545" y="854"/>
                    </a:cubicBezTo>
                    <a:cubicBezTo>
                      <a:pt x="1534" y="837"/>
                      <a:pt x="1528" y="816"/>
                      <a:pt x="1517" y="799"/>
                    </a:cubicBezTo>
                    <a:cubicBezTo>
                      <a:pt x="1599" y="794"/>
                      <a:pt x="1686" y="783"/>
                      <a:pt x="1773" y="767"/>
                    </a:cubicBezTo>
                    <a:lnTo>
                      <a:pt x="1773" y="772"/>
                    </a:lnTo>
                    <a:cubicBezTo>
                      <a:pt x="1914" y="750"/>
                      <a:pt x="2061" y="734"/>
                      <a:pt x="2197" y="712"/>
                    </a:cubicBezTo>
                    <a:cubicBezTo>
                      <a:pt x="2262" y="701"/>
                      <a:pt x="2333" y="707"/>
                      <a:pt x="2376" y="653"/>
                    </a:cubicBezTo>
                    <a:cubicBezTo>
                      <a:pt x="2404" y="614"/>
                      <a:pt x="2404" y="560"/>
                      <a:pt x="2382" y="522"/>
                    </a:cubicBezTo>
                    <a:cubicBezTo>
                      <a:pt x="2360" y="489"/>
                      <a:pt x="2349" y="451"/>
                      <a:pt x="2349" y="419"/>
                    </a:cubicBezTo>
                    <a:cubicBezTo>
                      <a:pt x="2344" y="392"/>
                      <a:pt x="2344" y="364"/>
                      <a:pt x="2355" y="337"/>
                    </a:cubicBezTo>
                    <a:cubicBezTo>
                      <a:pt x="2371" y="272"/>
                      <a:pt x="2452" y="245"/>
                      <a:pt x="2501" y="212"/>
                    </a:cubicBezTo>
                    <a:cubicBezTo>
                      <a:pt x="2583" y="168"/>
                      <a:pt x="2699" y="121"/>
                      <a:pt x="2804" y="121"/>
                    </a:cubicBezTo>
                    <a:close/>
                    <a:moveTo>
                      <a:pt x="3860" y="1071"/>
                    </a:moveTo>
                    <a:lnTo>
                      <a:pt x="3860" y="1120"/>
                    </a:lnTo>
                    <a:cubicBezTo>
                      <a:pt x="3839" y="1136"/>
                      <a:pt x="3839" y="1164"/>
                      <a:pt x="3849" y="1191"/>
                    </a:cubicBezTo>
                    <a:lnTo>
                      <a:pt x="3844" y="1191"/>
                    </a:lnTo>
                    <a:lnTo>
                      <a:pt x="3844" y="1202"/>
                    </a:lnTo>
                    <a:lnTo>
                      <a:pt x="3844" y="1218"/>
                    </a:lnTo>
                    <a:cubicBezTo>
                      <a:pt x="3836" y="1216"/>
                      <a:pt x="3828" y="1216"/>
                      <a:pt x="3820" y="1216"/>
                    </a:cubicBezTo>
                    <a:cubicBezTo>
                      <a:pt x="3801" y="1216"/>
                      <a:pt x="3782" y="1219"/>
                      <a:pt x="3762" y="1223"/>
                    </a:cubicBezTo>
                    <a:cubicBezTo>
                      <a:pt x="3670" y="1240"/>
                      <a:pt x="3583" y="1261"/>
                      <a:pt x="3491" y="1283"/>
                    </a:cubicBezTo>
                    <a:cubicBezTo>
                      <a:pt x="3444" y="1291"/>
                      <a:pt x="3405" y="1291"/>
                      <a:pt x="3368" y="1291"/>
                    </a:cubicBezTo>
                    <a:cubicBezTo>
                      <a:pt x="3330" y="1291"/>
                      <a:pt x="3295" y="1291"/>
                      <a:pt x="3257" y="1299"/>
                    </a:cubicBezTo>
                    <a:cubicBezTo>
                      <a:pt x="3072" y="1348"/>
                      <a:pt x="2887" y="1386"/>
                      <a:pt x="2703" y="1403"/>
                    </a:cubicBezTo>
                    <a:cubicBezTo>
                      <a:pt x="2534" y="1414"/>
                      <a:pt x="2371" y="1462"/>
                      <a:pt x="2197" y="1462"/>
                    </a:cubicBezTo>
                    <a:cubicBezTo>
                      <a:pt x="2175" y="1461"/>
                      <a:pt x="2153" y="1460"/>
                      <a:pt x="2132" y="1460"/>
                    </a:cubicBezTo>
                    <a:cubicBezTo>
                      <a:pt x="2072" y="1460"/>
                      <a:pt x="2014" y="1465"/>
                      <a:pt x="1958" y="1473"/>
                    </a:cubicBezTo>
                    <a:cubicBezTo>
                      <a:pt x="1899" y="1487"/>
                      <a:pt x="1813" y="1527"/>
                      <a:pt x="1745" y="1527"/>
                    </a:cubicBezTo>
                    <a:cubicBezTo>
                      <a:pt x="1732" y="1527"/>
                      <a:pt x="1719" y="1526"/>
                      <a:pt x="1708" y="1522"/>
                    </a:cubicBezTo>
                    <a:lnTo>
                      <a:pt x="1702" y="1522"/>
                    </a:lnTo>
                    <a:cubicBezTo>
                      <a:pt x="1702" y="1506"/>
                      <a:pt x="1702" y="1490"/>
                      <a:pt x="1691" y="1473"/>
                    </a:cubicBezTo>
                    <a:cubicBezTo>
                      <a:pt x="1686" y="1435"/>
                      <a:pt x="1675" y="1397"/>
                      <a:pt x="1664" y="1365"/>
                    </a:cubicBezTo>
                    <a:lnTo>
                      <a:pt x="1659" y="1343"/>
                    </a:lnTo>
                    <a:cubicBezTo>
                      <a:pt x="1811" y="1327"/>
                      <a:pt x="1963" y="1289"/>
                      <a:pt x="2121" y="1283"/>
                    </a:cubicBezTo>
                    <a:cubicBezTo>
                      <a:pt x="2307" y="1278"/>
                      <a:pt x="2489" y="1228"/>
                      <a:pt x="2670" y="1228"/>
                    </a:cubicBezTo>
                    <a:cubicBezTo>
                      <a:pt x="2679" y="1228"/>
                      <a:pt x="2688" y="1228"/>
                      <a:pt x="2697" y="1229"/>
                    </a:cubicBezTo>
                    <a:cubicBezTo>
                      <a:pt x="2887" y="1229"/>
                      <a:pt x="3061" y="1185"/>
                      <a:pt x="3241" y="1158"/>
                    </a:cubicBezTo>
                    <a:cubicBezTo>
                      <a:pt x="3447" y="1136"/>
                      <a:pt x="3632" y="1082"/>
                      <a:pt x="3839" y="1077"/>
                    </a:cubicBezTo>
                    <a:cubicBezTo>
                      <a:pt x="3844" y="1077"/>
                      <a:pt x="3855" y="1077"/>
                      <a:pt x="3860" y="1071"/>
                    </a:cubicBezTo>
                    <a:close/>
                    <a:moveTo>
                      <a:pt x="5535" y="6159"/>
                    </a:moveTo>
                    <a:cubicBezTo>
                      <a:pt x="5583" y="6186"/>
                      <a:pt x="5632" y="6224"/>
                      <a:pt x="5681" y="6246"/>
                    </a:cubicBezTo>
                    <a:cubicBezTo>
                      <a:pt x="5725" y="6268"/>
                      <a:pt x="5779" y="6279"/>
                      <a:pt x="5834" y="6284"/>
                    </a:cubicBezTo>
                    <a:lnTo>
                      <a:pt x="5828" y="6284"/>
                    </a:lnTo>
                    <a:cubicBezTo>
                      <a:pt x="5828" y="6300"/>
                      <a:pt x="5823" y="6311"/>
                      <a:pt x="5817" y="6328"/>
                    </a:cubicBezTo>
                    <a:cubicBezTo>
                      <a:pt x="5817" y="6328"/>
                      <a:pt x="5806" y="6328"/>
                      <a:pt x="5795" y="6333"/>
                    </a:cubicBezTo>
                    <a:cubicBezTo>
                      <a:pt x="5757" y="6355"/>
                      <a:pt x="5725" y="6382"/>
                      <a:pt x="5698" y="6414"/>
                    </a:cubicBezTo>
                    <a:cubicBezTo>
                      <a:pt x="5654" y="6458"/>
                      <a:pt x="5611" y="6496"/>
                      <a:pt x="5562" y="6534"/>
                    </a:cubicBezTo>
                    <a:cubicBezTo>
                      <a:pt x="5464" y="6621"/>
                      <a:pt x="5350" y="6686"/>
                      <a:pt x="5225" y="6730"/>
                    </a:cubicBezTo>
                    <a:lnTo>
                      <a:pt x="5219" y="6730"/>
                    </a:lnTo>
                    <a:cubicBezTo>
                      <a:pt x="5279" y="6686"/>
                      <a:pt x="5333" y="6637"/>
                      <a:pt x="5377" y="6578"/>
                    </a:cubicBezTo>
                    <a:cubicBezTo>
                      <a:pt x="5458" y="6453"/>
                      <a:pt x="5513" y="6311"/>
                      <a:pt x="5535" y="6159"/>
                    </a:cubicBezTo>
                    <a:close/>
                    <a:moveTo>
                      <a:pt x="4855" y="1158"/>
                    </a:moveTo>
                    <a:cubicBezTo>
                      <a:pt x="4844" y="1164"/>
                      <a:pt x="4861" y="1223"/>
                      <a:pt x="4866" y="1234"/>
                    </a:cubicBezTo>
                    <a:cubicBezTo>
                      <a:pt x="4882" y="1332"/>
                      <a:pt x="4931" y="1424"/>
                      <a:pt x="4953" y="1528"/>
                    </a:cubicBezTo>
                    <a:cubicBezTo>
                      <a:pt x="4964" y="1577"/>
                      <a:pt x="4964" y="1626"/>
                      <a:pt x="4975" y="1680"/>
                    </a:cubicBezTo>
                    <a:cubicBezTo>
                      <a:pt x="4991" y="1740"/>
                      <a:pt x="5024" y="1794"/>
                      <a:pt x="5034" y="1854"/>
                    </a:cubicBezTo>
                    <a:cubicBezTo>
                      <a:pt x="5062" y="1963"/>
                      <a:pt x="5078" y="2071"/>
                      <a:pt x="5089" y="2180"/>
                    </a:cubicBezTo>
                    <a:cubicBezTo>
                      <a:pt x="5105" y="2294"/>
                      <a:pt x="5138" y="2408"/>
                      <a:pt x="5154" y="2522"/>
                    </a:cubicBezTo>
                    <a:cubicBezTo>
                      <a:pt x="5170" y="2620"/>
                      <a:pt x="5176" y="2724"/>
                      <a:pt x="5198" y="2827"/>
                    </a:cubicBezTo>
                    <a:cubicBezTo>
                      <a:pt x="5219" y="2941"/>
                      <a:pt x="5252" y="3055"/>
                      <a:pt x="5290" y="3169"/>
                    </a:cubicBezTo>
                    <a:cubicBezTo>
                      <a:pt x="5323" y="3273"/>
                      <a:pt x="5361" y="3376"/>
                      <a:pt x="5388" y="3485"/>
                    </a:cubicBezTo>
                    <a:cubicBezTo>
                      <a:pt x="5415" y="3593"/>
                      <a:pt x="5426" y="3691"/>
                      <a:pt x="5453" y="3789"/>
                    </a:cubicBezTo>
                    <a:cubicBezTo>
                      <a:pt x="5524" y="3990"/>
                      <a:pt x="5578" y="4202"/>
                      <a:pt x="5622" y="4414"/>
                    </a:cubicBezTo>
                    <a:cubicBezTo>
                      <a:pt x="5638" y="4523"/>
                      <a:pt x="5654" y="4626"/>
                      <a:pt x="5660" y="4740"/>
                    </a:cubicBezTo>
                    <a:cubicBezTo>
                      <a:pt x="5670" y="4849"/>
                      <a:pt x="5692" y="4958"/>
                      <a:pt x="5708" y="5072"/>
                    </a:cubicBezTo>
                    <a:cubicBezTo>
                      <a:pt x="5736" y="5300"/>
                      <a:pt x="5736" y="5534"/>
                      <a:pt x="5795" y="5757"/>
                    </a:cubicBezTo>
                    <a:cubicBezTo>
                      <a:pt x="5801" y="5784"/>
                      <a:pt x="5839" y="6007"/>
                      <a:pt x="5855" y="6159"/>
                    </a:cubicBezTo>
                    <a:cubicBezTo>
                      <a:pt x="5785" y="6148"/>
                      <a:pt x="5714" y="6121"/>
                      <a:pt x="5654" y="6088"/>
                    </a:cubicBezTo>
                    <a:cubicBezTo>
                      <a:pt x="5605" y="6056"/>
                      <a:pt x="5556" y="6034"/>
                      <a:pt x="5497" y="6018"/>
                    </a:cubicBezTo>
                    <a:cubicBezTo>
                      <a:pt x="5492" y="6017"/>
                      <a:pt x="5488" y="6017"/>
                      <a:pt x="5484" y="6017"/>
                    </a:cubicBezTo>
                    <a:cubicBezTo>
                      <a:pt x="5456" y="6017"/>
                      <a:pt x="5430" y="6033"/>
                      <a:pt x="5420" y="6061"/>
                    </a:cubicBezTo>
                    <a:cubicBezTo>
                      <a:pt x="5415" y="6099"/>
                      <a:pt x="5410" y="6143"/>
                      <a:pt x="5399" y="6181"/>
                    </a:cubicBezTo>
                    <a:cubicBezTo>
                      <a:pt x="5388" y="6208"/>
                      <a:pt x="5371" y="6235"/>
                      <a:pt x="5361" y="6268"/>
                    </a:cubicBezTo>
                    <a:cubicBezTo>
                      <a:pt x="5312" y="6496"/>
                      <a:pt x="5127" y="6670"/>
                      <a:pt x="4899" y="6713"/>
                    </a:cubicBezTo>
                    <a:cubicBezTo>
                      <a:pt x="4822" y="6730"/>
                      <a:pt x="4741" y="6741"/>
                      <a:pt x="4665" y="6752"/>
                    </a:cubicBezTo>
                    <a:cubicBezTo>
                      <a:pt x="4600" y="6768"/>
                      <a:pt x="4534" y="6784"/>
                      <a:pt x="4464" y="6795"/>
                    </a:cubicBezTo>
                    <a:cubicBezTo>
                      <a:pt x="4325" y="6795"/>
                      <a:pt x="4190" y="6839"/>
                      <a:pt x="4057" y="6839"/>
                    </a:cubicBezTo>
                    <a:cubicBezTo>
                      <a:pt x="4049" y="6839"/>
                      <a:pt x="4042" y="6839"/>
                      <a:pt x="4034" y="6838"/>
                    </a:cubicBezTo>
                    <a:cubicBezTo>
                      <a:pt x="3958" y="6828"/>
                      <a:pt x="3888" y="6828"/>
                      <a:pt x="3817" y="6828"/>
                    </a:cubicBezTo>
                    <a:cubicBezTo>
                      <a:pt x="3730" y="6838"/>
                      <a:pt x="3648" y="6849"/>
                      <a:pt x="3567" y="6849"/>
                    </a:cubicBezTo>
                    <a:cubicBezTo>
                      <a:pt x="3409" y="6849"/>
                      <a:pt x="3257" y="6871"/>
                      <a:pt x="3105" y="6909"/>
                    </a:cubicBezTo>
                    <a:cubicBezTo>
                      <a:pt x="3032" y="6928"/>
                      <a:pt x="2958" y="6935"/>
                      <a:pt x="2883" y="6935"/>
                    </a:cubicBezTo>
                    <a:cubicBezTo>
                      <a:pt x="2718" y="6935"/>
                      <a:pt x="2549" y="6903"/>
                      <a:pt x="2384" y="6903"/>
                    </a:cubicBezTo>
                    <a:cubicBezTo>
                      <a:pt x="2321" y="6903"/>
                      <a:pt x="2259" y="6908"/>
                      <a:pt x="2197" y="6920"/>
                    </a:cubicBezTo>
                    <a:cubicBezTo>
                      <a:pt x="2143" y="6933"/>
                      <a:pt x="2086" y="6943"/>
                      <a:pt x="2031" y="6943"/>
                    </a:cubicBezTo>
                    <a:cubicBezTo>
                      <a:pt x="2019" y="6943"/>
                      <a:pt x="2007" y="6943"/>
                      <a:pt x="1996" y="6942"/>
                    </a:cubicBezTo>
                    <a:cubicBezTo>
                      <a:pt x="1920" y="6936"/>
                      <a:pt x="1909" y="6844"/>
                      <a:pt x="1898" y="6779"/>
                    </a:cubicBezTo>
                    <a:cubicBezTo>
                      <a:pt x="1882" y="6616"/>
                      <a:pt x="1876" y="6447"/>
                      <a:pt x="1887" y="6284"/>
                    </a:cubicBezTo>
                    <a:cubicBezTo>
                      <a:pt x="1871" y="5980"/>
                      <a:pt x="1822" y="5675"/>
                      <a:pt x="1740" y="5382"/>
                    </a:cubicBezTo>
                    <a:cubicBezTo>
                      <a:pt x="1724" y="5311"/>
                      <a:pt x="1735" y="5235"/>
                      <a:pt x="1719" y="5159"/>
                    </a:cubicBezTo>
                    <a:cubicBezTo>
                      <a:pt x="1708" y="5083"/>
                      <a:pt x="1702" y="5007"/>
                      <a:pt x="1686" y="4931"/>
                    </a:cubicBezTo>
                    <a:cubicBezTo>
                      <a:pt x="1664" y="4773"/>
                      <a:pt x="1626" y="4615"/>
                      <a:pt x="1604" y="4458"/>
                    </a:cubicBezTo>
                    <a:cubicBezTo>
                      <a:pt x="1577" y="4295"/>
                      <a:pt x="1556" y="4121"/>
                      <a:pt x="1528" y="3958"/>
                    </a:cubicBezTo>
                    <a:cubicBezTo>
                      <a:pt x="1507" y="3789"/>
                      <a:pt x="1463" y="3626"/>
                      <a:pt x="1452" y="3463"/>
                    </a:cubicBezTo>
                    <a:cubicBezTo>
                      <a:pt x="1436" y="3294"/>
                      <a:pt x="1436" y="3115"/>
                      <a:pt x="1403" y="2946"/>
                    </a:cubicBezTo>
                    <a:cubicBezTo>
                      <a:pt x="1387" y="2854"/>
                      <a:pt x="1365" y="2756"/>
                      <a:pt x="1344" y="2664"/>
                    </a:cubicBezTo>
                    <a:cubicBezTo>
                      <a:pt x="1322" y="2571"/>
                      <a:pt x="1295" y="2495"/>
                      <a:pt x="1267" y="2408"/>
                    </a:cubicBezTo>
                    <a:cubicBezTo>
                      <a:pt x="1213" y="2234"/>
                      <a:pt x="1153" y="2060"/>
                      <a:pt x="1099" y="1881"/>
                    </a:cubicBezTo>
                    <a:cubicBezTo>
                      <a:pt x="1077" y="1800"/>
                      <a:pt x="1055" y="1723"/>
                      <a:pt x="1039" y="1642"/>
                    </a:cubicBezTo>
                    <a:cubicBezTo>
                      <a:pt x="1023" y="1577"/>
                      <a:pt x="1001" y="1522"/>
                      <a:pt x="974" y="1468"/>
                    </a:cubicBezTo>
                    <a:cubicBezTo>
                      <a:pt x="996" y="1462"/>
                      <a:pt x="1023" y="1462"/>
                      <a:pt x="1045" y="1457"/>
                    </a:cubicBezTo>
                    <a:cubicBezTo>
                      <a:pt x="1094" y="1452"/>
                      <a:pt x="1137" y="1435"/>
                      <a:pt x="1180" y="1424"/>
                    </a:cubicBezTo>
                    <a:cubicBezTo>
                      <a:pt x="1284" y="1403"/>
                      <a:pt x="1387" y="1365"/>
                      <a:pt x="1485" y="1337"/>
                    </a:cubicBezTo>
                    <a:lnTo>
                      <a:pt x="1496" y="1332"/>
                    </a:lnTo>
                    <a:lnTo>
                      <a:pt x="1496" y="1337"/>
                    </a:lnTo>
                    <a:cubicBezTo>
                      <a:pt x="1512" y="1403"/>
                      <a:pt x="1528" y="1473"/>
                      <a:pt x="1534" y="1544"/>
                    </a:cubicBezTo>
                    <a:cubicBezTo>
                      <a:pt x="1548" y="1661"/>
                      <a:pt x="1642" y="1693"/>
                      <a:pt x="1740" y="1693"/>
                    </a:cubicBezTo>
                    <a:cubicBezTo>
                      <a:pt x="1757" y="1693"/>
                      <a:pt x="1773" y="1692"/>
                      <a:pt x="1789" y="1691"/>
                    </a:cubicBezTo>
                    <a:cubicBezTo>
                      <a:pt x="1865" y="1680"/>
                      <a:pt x="1936" y="1653"/>
                      <a:pt x="2007" y="1642"/>
                    </a:cubicBezTo>
                    <a:cubicBezTo>
                      <a:pt x="2036" y="1638"/>
                      <a:pt x="2065" y="1637"/>
                      <a:pt x="2094" y="1637"/>
                    </a:cubicBezTo>
                    <a:cubicBezTo>
                      <a:pt x="2152" y="1637"/>
                      <a:pt x="2211" y="1642"/>
                      <a:pt x="2273" y="1642"/>
                    </a:cubicBezTo>
                    <a:cubicBezTo>
                      <a:pt x="2349" y="1636"/>
                      <a:pt x="2425" y="1626"/>
                      <a:pt x="2496" y="1615"/>
                    </a:cubicBezTo>
                    <a:cubicBezTo>
                      <a:pt x="2534" y="1609"/>
                      <a:pt x="2572" y="1593"/>
                      <a:pt x="2610" y="1588"/>
                    </a:cubicBezTo>
                    <a:cubicBezTo>
                      <a:pt x="2637" y="1585"/>
                      <a:pt x="2664" y="1585"/>
                      <a:pt x="2692" y="1585"/>
                    </a:cubicBezTo>
                    <a:cubicBezTo>
                      <a:pt x="2719" y="1585"/>
                      <a:pt x="2746" y="1585"/>
                      <a:pt x="2773" y="1582"/>
                    </a:cubicBezTo>
                    <a:cubicBezTo>
                      <a:pt x="2947" y="1566"/>
                      <a:pt x="3116" y="1517"/>
                      <a:pt x="3284" y="1484"/>
                    </a:cubicBezTo>
                    <a:cubicBezTo>
                      <a:pt x="3355" y="1468"/>
                      <a:pt x="3431" y="1479"/>
                      <a:pt x="3507" y="1468"/>
                    </a:cubicBezTo>
                    <a:cubicBezTo>
                      <a:pt x="3594" y="1452"/>
                      <a:pt x="3686" y="1424"/>
                      <a:pt x="3779" y="1414"/>
                    </a:cubicBezTo>
                    <a:cubicBezTo>
                      <a:pt x="3792" y="1411"/>
                      <a:pt x="3805" y="1410"/>
                      <a:pt x="3818" y="1410"/>
                    </a:cubicBezTo>
                    <a:cubicBezTo>
                      <a:pt x="3836" y="1410"/>
                      <a:pt x="3855" y="1412"/>
                      <a:pt x="3873" y="1412"/>
                    </a:cubicBezTo>
                    <a:cubicBezTo>
                      <a:pt x="3897" y="1412"/>
                      <a:pt x="3921" y="1409"/>
                      <a:pt x="3942" y="1397"/>
                    </a:cubicBezTo>
                    <a:cubicBezTo>
                      <a:pt x="3991" y="1370"/>
                      <a:pt x="4023" y="1316"/>
                      <a:pt x="4029" y="1261"/>
                    </a:cubicBezTo>
                    <a:cubicBezTo>
                      <a:pt x="4034" y="1245"/>
                      <a:pt x="4034" y="1223"/>
                      <a:pt x="4040" y="1207"/>
                    </a:cubicBezTo>
                    <a:cubicBezTo>
                      <a:pt x="4072" y="1212"/>
                      <a:pt x="4105" y="1212"/>
                      <a:pt x="4143" y="1212"/>
                    </a:cubicBezTo>
                    <a:cubicBezTo>
                      <a:pt x="4241" y="1207"/>
                      <a:pt x="4344" y="1191"/>
                      <a:pt x="4442" y="1185"/>
                    </a:cubicBezTo>
                    <a:cubicBezTo>
                      <a:pt x="4540" y="1185"/>
                      <a:pt x="4621" y="1174"/>
                      <a:pt x="4714" y="1169"/>
                    </a:cubicBezTo>
                    <a:cubicBezTo>
                      <a:pt x="4752" y="1169"/>
                      <a:pt x="4790" y="1158"/>
                      <a:pt x="4828" y="1158"/>
                    </a:cubicBezTo>
                    <a:close/>
                    <a:moveTo>
                      <a:pt x="5437" y="875"/>
                    </a:moveTo>
                    <a:cubicBezTo>
                      <a:pt x="5453" y="930"/>
                      <a:pt x="5469" y="973"/>
                      <a:pt x="5475" y="1028"/>
                    </a:cubicBezTo>
                    <a:cubicBezTo>
                      <a:pt x="5480" y="1082"/>
                      <a:pt x="5491" y="1153"/>
                      <a:pt x="5502" y="1218"/>
                    </a:cubicBezTo>
                    <a:cubicBezTo>
                      <a:pt x="5535" y="1365"/>
                      <a:pt x="5573" y="1506"/>
                      <a:pt x="5594" y="1653"/>
                    </a:cubicBezTo>
                    <a:cubicBezTo>
                      <a:pt x="5611" y="1800"/>
                      <a:pt x="5627" y="1963"/>
                      <a:pt x="5649" y="2115"/>
                    </a:cubicBezTo>
                    <a:cubicBezTo>
                      <a:pt x="5670" y="2272"/>
                      <a:pt x="5708" y="2403"/>
                      <a:pt x="5725" y="2555"/>
                    </a:cubicBezTo>
                    <a:cubicBezTo>
                      <a:pt x="5768" y="2843"/>
                      <a:pt x="5828" y="3126"/>
                      <a:pt x="5910" y="3408"/>
                    </a:cubicBezTo>
                    <a:cubicBezTo>
                      <a:pt x="5948" y="3550"/>
                      <a:pt x="5959" y="3697"/>
                      <a:pt x="5980" y="3849"/>
                    </a:cubicBezTo>
                    <a:cubicBezTo>
                      <a:pt x="6007" y="3996"/>
                      <a:pt x="6046" y="4159"/>
                      <a:pt x="6067" y="4311"/>
                    </a:cubicBezTo>
                    <a:cubicBezTo>
                      <a:pt x="6105" y="4604"/>
                      <a:pt x="6143" y="4898"/>
                      <a:pt x="6209" y="5186"/>
                    </a:cubicBezTo>
                    <a:cubicBezTo>
                      <a:pt x="6274" y="5474"/>
                      <a:pt x="6306" y="5762"/>
                      <a:pt x="6344" y="6050"/>
                    </a:cubicBezTo>
                    <a:cubicBezTo>
                      <a:pt x="6366" y="6208"/>
                      <a:pt x="6404" y="6366"/>
                      <a:pt x="6431" y="6523"/>
                    </a:cubicBezTo>
                    <a:cubicBezTo>
                      <a:pt x="6459" y="6681"/>
                      <a:pt x="6486" y="6822"/>
                      <a:pt x="6524" y="6974"/>
                    </a:cubicBezTo>
                    <a:cubicBezTo>
                      <a:pt x="6529" y="6996"/>
                      <a:pt x="6535" y="7018"/>
                      <a:pt x="6540" y="7040"/>
                    </a:cubicBezTo>
                    <a:cubicBezTo>
                      <a:pt x="6534" y="7039"/>
                      <a:pt x="6527" y="7039"/>
                      <a:pt x="6520" y="7039"/>
                    </a:cubicBezTo>
                    <a:cubicBezTo>
                      <a:pt x="6412" y="7039"/>
                      <a:pt x="6300" y="7079"/>
                      <a:pt x="6192" y="7094"/>
                    </a:cubicBezTo>
                    <a:cubicBezTo>
                      <a:pt x="6122" y="7099"/>
                      <a:pt x="6056" y="7094"/>
                      <a:pt x="5986" y="7110"/>
                    </a:cubicBezTo>
                    <a:cubicBezTo>
                      <a:pt x="5920" y="7121"/>
                      <a:pt x="5823" y="7121"/>
                      <a:pt x="5747" y="7127"/>
                    </a:cubicBezTo>
                    <a:cubicBezTo>
                      <a:pt x="5448" y="7148"/>
                      <a:pt x="5154" y="7181"/>
                      <a:pt x="4855" y="7203"/>
                    </a:cubicBezTo>
                    <a:cubicBezTo>
                      <a:pt x="4822" y="7203"/>
                      <a:pt x="4784" y="7219"/>
                      <a:pt x="4746" y="7219"/>
                    </a:cubicBezTo>
                    <a:cubicBezTo>
                      <a:pt x="4734" y="7221"/>
                      <a:pt x="4720" y="7221"/>
                      <a:pt x="4705" y="7221"/>
                    </a:cubicBezTo>
                    <a:cubicBezTo>
                      <a:pt x="4676" y="7221"/>
                      <a:pt x="4645" y="7219"/>
                      <a:pt x="4616" y="7219"/>
                    </a:cubicBezTo>
                    <a:cubicBezTo>
                      <a:pt x="4529" y="7224"/>
                      <a:pt x="4442" y="7241"/>
                      <a:pt x="4355" y="7252"/>
                    </a:cubicBezTo>
                    <a:cubicBezTo>
                      <a:pt x="4186" y="7284"/>
                      <a:pt x="4018" y="7301"/>
                      <a:pt x="3844" y="7311"/>
                    </a:cubicBezTo>
                    <a:cubicBezTo>
                      <a:pt x="3676" y="7311"/>
                      <a:pt x="3507" y="7360"/>
                      <a:pt x="3338" y="7382"/>
                    </a:cubicBezTo>
                    <a:cubicBezTo>
                      <a:pt x="3170" y="7409"/>
                      <a:pt x="3001" y="7420"/>
                      <a:pt x="2833" y="7420"/>
                    </a:cubicBezTo>
                    <a:lnTo>
                      <a:pt x="2246" y="7420"/>
                    </a:lnTo>
                    <a:cubicBezTo>
                      <a:pt x="2164" y="7420"/>
                      <a:pt x="2082" y="7403"/>
                      <a:pt x="2003" y="7403"/>
                    </a:cubicBezTo>
                    <a:cubicBezTo>
                      <a:pt x="1994" y="7403"/>
                      <a:pt x="1984" y="7403"/>
                      <a:pt x="1974" y="7404"/>
                    </a:cubicBezTo>
                    <a:cubicBezTo>
                      <a:pt x="1908" y="7408"/>
                      <a:pt x="1840" y="7425"/>
                      <a:pt x="1772" y="7425"/>
                    </a:cubicBezTo>
                    <a:cubicBezTo>
                      <a:pt x="1745" y="7425"/>
                      <a:pt x="1718" y="7422"/>
                      <a:pt x="1691" y="7415"/>
                    </a:cubicBezTo>
                    <a:cubicBezTo>
                      <a:pt x="1689" y="7412"/>
                      <a:pt x="1685" y="7411"/>
                      <a:pt x="1680" y="7411"/>
                    </a:cubicBezTo>
                    <a:cubicBezTo>
                      <a:pt x="1675" y="7411"/>
                      <a:pt x="1670" y="7412"/>
                      <a:pt x="1664" y="7415"/>
                    </a:cubicBezTo>
                    <a:lnTo>
                      <a:pt x="1664" y="7404"/>
                    </a:lnTo>
                    <a:cubicBezTo>
                      <a:pt x="1626" y="7306"/>
                      <a:pt x="1610" y="7197"/>
                      <a:pt x="1583" y="7099"/>
                    </a:cubicBezTo>
                    <a:cubicBezTo>
                      <a:pt x="1550" y="6980"/>
                      <a:pt x="1534" y="6855"/>
                      <a:pt x="1501" y="6735"/>
                    </a:cubicBezTo>
                    <a:cubicBezTo>
                      <a:pt x="1469" y="6632"/>
                      <a:pt x="1441" y="6523"/>
                      <a:pt x="1414" y="6414"/>
                    </a:cubicBezTo>
                    <a:cubicBezTo>
                      <a:pt x="1387" y="6300"/>
                      <a:pt x="1387" y="6164"/>
                      <a:pt x="1365" y="6045"/>
                    </a:cubicBezTo>
                    <a:cubicBezTo>
                      <a:pt x="1349" y="5936"/>
                      <a:pt x="1349" y="5827"/>
                      <a:pt x="1327" y="5719"/>
                    </a:cubicBezTo>
                    <a:cubicBezTo>
                      <a:pt x="1306" y="5583"/>
                      <a:pt x="1278" y="5452"/>
                      <a:pt x="1257" y="5316"/>
                    </a:cubicBezTo>
                    <a:cubicBezTo>
                      <a:pt x="1219" y="5061"/>
                      <a:pt x="1164" y="4811"/>
                      <a:pt x="1094" y="4561"/>
                    </a:cubicBezTo>
                    <a:cubicBezTo>
                      <a:pt x="1066" y="4447"/>
                      <a:pt x="1039" y="4333"/>
                      <a:pt x="1012" y="4224"/>
                    </a:cubicBezTo>
                    <a:cubicBezTo>
                      <a:pt x="985" y="4093"/>
                      <a:pt x="974" y="3963"/>
                      <a:pt x="947" y="3838"/>
                    </a:cubicBezTo>
                    <a:cubicBezTo>
                      <a:pt x="898" y="3615"/>
                      <a:pt x="898" y="3392"/>
                      <a:pt x="854" y="3169"/>
                    </a:cubicBezTo>
                    <a:cubicBezTo>
                      <a:pt x="833" y="3055"/>
                      <a:pt x="800" y="2936"/>
                      <a:pt x="784" y="2816"/>
                    </a:cubicBezTo>
                    <a:cubicBezTo>
                      <a:pt x="773" y="2696"/>
                      <a:pt x="756" y="2588"/>
                      <a:pt x="735" y="2474"/>
                    </a:cubicBezTo>
                    <a:cubicBezTo>
                      <a:pt x="675" y="2202"/>
                      <a:pt x="626" y="1935"/>
                      <a:pt x="572" y="1669"/>
                    </a:cubicBezTo>
                    <a:cubicBezTo>
                      <a:pt x="555" y="1598"/>
                      <a:pt x="544" y="1539"/>
                      <a:pt x="534" y="1473"/>
                    </a:cubicBezTo>
                    <a:cubicBezTo>
                      <a:pt x="523" y="1419"/>
                      <a:pt x="506" y="1370"/>
                      <a:pt x="496" y="1321"/>
                    </a:cubicBezTo>
                    <a:cubicBezTo>
                      <a:pt x="512" y="1316"/>
                      <a:pt x="528" y="1310"/>
                      <a:pt x="550" y="1299"/>
                    </a:cubicBezTo>
                    <a:lnTo>
                      <a:pt x="550" y="1299"/>
                    </a:lnTo>
                    <a:lnTo>
                      <a:pt x="539" y="1305"/>
                    </a:lnTo>
                    <a:cubicBezTo>
                      <a:pt x="604" y="1278"/>
                      <a:pt x="675" y="1256"/>
                      <a:pt x="751" y="1240"/>
                    </a:cubicBezTo>
                    <a:cubicBezTo>
                      <a:pt x="887" y="1218"/>
                      <a:pt x="1028" y="1185"/>
                      <a:pt x="1164" y="1153"/>
                    </a:cubicBezTo>
                    <a:cubicBezTo>
                      <a:pt x="1213" y="1142"/>
                      <a:pt x="1257" y="1120"/>
                      <a:pt x="1300" y="1109"/>
                    </a:cubicBezTo>
                    <a:cubicBezTo>
                      <a:pt x="1327" y="1109"/>
                      <a:pt x="1354" y="1104"/>
                      <a:pt x="1376" y="1098"/>
                    </a:cubicBezTo>
                    <a:cubicBezTo>
                      <a:pt x="1409" y="1082"/>
                      <a:pt x="1414" y="1071"/>
                      <a:pt x="1452" y="1066"/>
                    </a:cubicBezTo>
                    <a:lnTo>
                      <a:pt x="1458" y="1066"/>
                    </a:lnTo>
                    <a:lnTo>
                      <a:pt x="1458" y="1071"/>
                    </a:lnTo>
                    <a:cubicBezTo>
                      <a:pt x="1463" y="1131"/>
                      <a:pt x="1469" y="1191"/>
                      <a:pt x="1479" y="1245"/>
                    </a:cubicBezTo>
                    <a:lnTo>
                      <a:pt x="1469" y="1245"/>
                    </a:lnTo>
                    <a:cubicBezTo>
                      <a:pt x="1449" y="1243"/>
                      <a:pt x="1429" y="1241"/>
                      <a:pt x="1410" y="1241"/>
                    </a:cubicBezTo>
                    <a:cubicBezTo>
                      <a:pt x="1302" y="1241"/>
                      <a:pt x="1200" y="1276"/>
                      <a:pt x="1094" y="1299"/>
                    </a:cubicBezTo>
                    <a:cubicBezTo>
                      <a:pt x="1007" y="1321"/>
                      <a:pt x="887" y="1321"/>
                      <a:pt x="816" y="1392"/>
                    </a:cubicBezTo>
                    <a:cubicBezTo>
                      <a:pt x="795" y="1414"/>
                      <a:pt x="789" y="1452"/>
                      <a:pt x="805" y="1479"/>
                    </a:cubicBezTo>
                    <a:cubicBezTo>
                      <a:pt x="849" y="1544"/>
                      <a:pt x="882" y="1620"/>
                      <a:pt x="903" y="1696"/>
                    </a:cubicBezTo>
                    <a:cubicBezTo>
                      <a:pt x="925" y="1783"/>
                      <a:pt x="952" y="1870"/>
                      <a:pt x="979" y="1957"/>
                    </a:cubicBezTo>
                    <a:cubicBezTo>
                      <a:pt x="1034" y="2120"/>
                      <a:pt x="1088" y="2283"/>
                      <a:pt x="1137" y="2446"/>
                    </a:cubicBezTo>
                    <a:cubicBezTo>
                      <a:pt x="1159" y="2522"/>
                      <a:pt x="1191" y="2593"/>
                      <a:pt x="1202" y="2675"/>
                    </a:cubicBezTo>
                    <a:cubicBezTo>
                      <a:pt x="1224" y="2767"/>
                      <a:pt x="1246" y="2859"/>
                      <a:pt x="1262" y="2952"/>
                    </a:cubicBezTo>
                    <a:cubicBezTo>
                      <a:pt x="1284" y="3120"/>
                      <a:pt x="1300" y="3294"/>
                      <a:pt x="1306" y="3468"/>
                    </a:cubicBezTo>
                    <a:cubicBezTo>
                      <a:pt x="1322" y="3637"/>
                      <a:pt x="1360" y="3805"/>
                      <a:pt x="1382" y="3979"/>
                    </a:cubicBezTo>
                    <a:cubicBezTo>
                      <a:pt x="1403" y="4153"/>
                      <a:pt x="1420" y="4338"/>
                      <a:pt x="1447" y="4517"/>
                    </a:cubicBezTo>
                    <a:cubicBezTo>
                      <a:pt x="1469" y="4680"/>
                      <a:pt x="1501" y="4844"/>
                      <a:pt x="1523" y="5007"/>
                    </a:cubicBezTo>
                    <a:cubicBezTo>
                      <a:pt x="1528" y="5164"/>
                      <a:pt x="1550" y="5327"/>
                      <a:pt x="1572" y="5480"/>
                    </a:cubicBezTo>
                    <a:cubicBezTo>
                      <a:pt x="1643" y="5806"/>
                      <a:pt x="1681" y="6132"/>
                      <a:pt x="1686" y="6458"/>
                    </a:cubicBezTo>
                    <a:cubicBezTo>
                      <a:pt x="1675" y="6626"/>
                      <a:pt x="1697" y="6790"/>
                      <a:pt x="1757" y="6942"/>
                    </a:cubicBezTo>
                    <a:cubicBezTo>
                      <a:pt x="1809" y="7055"/>
                      <a:pt x="1877" y="7091"/>
                      <a:pt x="1984" y="7091"/>
                    </a:cubicBezTo>
                    <a:cubicBezTo>
                      <a:pt x="2000" y="7091"/>
                      <a:pt x="2016" y="7090"/>
                      <a:pt x="2034" y="7089"/>
                    </a:cubicBezTo>
                    <a:cubicBezTo>
                      <a:pt x="2110" y="7083"/>
                      <a:pt x="2186" y="7072"/>
                      <a:pt x="2262" y="7056"/>
                    </a:cubicBezTo>
                    <a:cubicBezTo>
                      <a:pt x="2313" y="7050"/>
                      <a:pt x="2364" y="7047"/>
                      <a:pt x="2415" y="7047"/>
                    </a:cubicBezTo>
                    <a:cubicBezTo>
                      <a:pt x="2451" y="7047"/>
                      <a:pt x="2487" y="7048"/>
                      <a:pt x="2523" y="7050"/>
                    </a:cubicBezTo>
                    <a:cubicBezTo>
                      <a:pt x="2667" y="7055"/>
                      <a:pt x="2814" y="7078"/>
                      <a:pt x="2959" y="7078"/>
                    </a:cubicBezTo>
                    <a:cubicBezTo>
                      <a:pt x="2973" y="7078"/>
                      <a:pt x="2987" y="7078"/>
                      <a:pt x="3001" y="7078"/>
                    </a:cubicBezTo>
                    <a:cubicBezTo>
                      <a:pt x="3165" y="7067"/>
                      <a:pt x="3317" y="7007"/>
                      <a:pt x="3485" y="7002"/>
                    </a:cubicBezTo>
                    <a:cubicBezTo>
                      <a:pt x="3601" y="6987"/>
                      <a:pt x="3717" y="6980"/>
                      <a:pt x="3835" y="6980"/>
                    </a:cubicBezTo>
                    <a:cubicBezTo>
                      <a:pt x="3894" y="6980"/>
                      <a:pt x="3953" y="6982"/>
                      <a:pt x="4013" y="6985"/>
                    </a:cubicBezTo>
                    <a:cubicBezTo>
                      <a:pt x="4089" y="6985"/>
                      <a:pt x="4165" y="6985"/>
                      <a:pt x="4246" y="6974"/>
                    </a:cubicBezTo>
                    <a:cubicBezTo>
                      <a:pt x="4284" y="6969"/>
                      <a:pt x="4328" y="6964"/>
                      <a:pt x="4371" y="6953"/>
                    </a:cubicBezTo>
                    <a:cubicBezTo>
                      <a:pt x="4415" y="6947"/>
                      <a:pt x="4453" y="6942"/>
                      <a:pt x="4496" y="6942"/>
                    </a:cubicBezTo>
                    <a:cubicBezTo>
                      <a:pt x="4572" y="6931"/>
                      <a:pt x="4654" y="6915"/>
                      <a:pt x="4730" y="6893"/>
                    </a:cubicBezTo>
                    <a:cubicBezTo>
                      <a:pt x="4806" y="6877"/>
                      <a:pt x="4888" y="6871"/>
                      <a:pt x="4964" y="6855"/>
                    </a:cubicBezTo>
                    <a:cubicBezTo>
                      <a:pt x="4964" y="6860"/>
                      <a:pt x="4975" y="6866"/>
                      <a:pt x="4986" y="6866"/>
                    </a:cubicBezTo>
                    <a:cubicBezTo>
                      <a:pt x="5094" y="6833"/>
                      <a:pt x="5208" y="6855"/>
                      <a:pt x="5317" y="6811"/>
                    </a:cubicBezTo>
                    <a:cubicBezTo>
                      <a:pt x="5377" y="6790"/>
                      <a:pt x="5431" y="6757"/>
                      <a:pt x="5486" y="6724"/>
                    </a:cubicBezTo>
                    <a:cubicBezTo>
                      <a:pt x="5529" y="6708"/>
                      <a:pt x="5567" y="6686"/>
                      <a:pt x="5605" y="6659"/>
                    </a:cubicBezTo>
                    <a:cubicBezTo>
                      <a:pt x="5649" y="6621"/>
                      <a:pt x="5692" y="6588"/>
                      <a:pt x="5741" y="6550"/>
                    </a:cubicBezTo>
                    <a:cubicBezTo>
                      <a:pt x="5785" y="6512"/>
                      <a:pt x="5795" y="6485"/>
                      <a:pt x="5823" y="6453"/>
                    </a:cubicBezTo>
                    <a:cubicBezTo>
                      <a:pt x="5855" y="6420"/>
                      <a:pt x="5877" y="6420"/>
                      <a:pt x="5899" y="6393"/>
                    </a:cubicBezTo>
                    <a:cubicBezTo>
                      <a:pt x="5904" y="6382"/>
                      <a:pt x="5910" y="6371"/>
                      <a:pt x="5915" y="6355"/>
                    </a:cubicBezTo>
                    <a:cubicBezTo>
                      <a:pt x="5991" y="6311"/>
                      <a:pt x="5975" y="6132"/>
                      <a:pt x="5964" y="6067"/>
                    </a:cubicBezTo>
                    <a:cubicBezTo>
                      <a:pt x="5953" y="6018"/>
                      <a:pt x="5964" y="5969"/>
                      <a:pt x="5959" y="5920"/>
                    </a:cubicBezTo>
                    <a:cubicBezTo>
                      <a:pt x="5948" y="5865"/>
                      <a:pt x="5942" y="5827"/>
                      <a:pt x="5937" y="5784"/>
                    </a:cubicBezTo>
                    <a:cubicBezTo>
                      <a:pt x="5920" y="5719"/>
                      <a:pt x="5904" y="5659"/>
                      <a:pt x="5899" y="5594"/>
                    </a:cubicBezTo>
                    <a:cubicBezTo>
                      <a:pt x="5888" y="5539"/>
                      <a:pt x="5888" y="5485"/>
                      <a:pt x="5877" y="5431"/>
                    </a:cubicBezTo>
                    <a:cubicBezTo>
                      <a:pt x="5861" y="5311"/>
                      <a:pt x="5855" y="5191"/>
                      <a:pt x="5844" y="5072"/>
                    </a:cubicBezTo>
                    <a:cubicBezTo>
                      <a:pt x="5828" y="4947"/>
                      <a:pt x="5801" y="4827"/>
                      <a:pt x="5801" y="4702"/>
                    </a:cubicBezTo>
                    <a:cubicBezTo>
                      <a:pt x="5785" y="4474"/>
                      <a:pt x="5747" y="4240"/>
                      <a:pt x="5681" y="4017"/>
                    </a:cubicBezTo>
                    <a:cubicBezTo>
                      <a:pt x="5660" y="3909"/>
                      <a:pt x="5616" y="3800"/>
                      <a:pt x="5594" y="3691"/>
                    </a:cubicBezTo>
                    <a:cubicBezTo>
                      <a:pt x="5567" y="3561"/>
                      <a:pt x="5545" y="3441"/>
                      <a:pt x="5513" y="3316"/>
                    </a:cubicBezTo>
                    <a:cubicBezTo>
                      <a:pt x="5442" y="3077"/>
                      <a:pt x="5355" y="2843"/>
                      <a:pt x="5339" y="2593"/>
                    </a:cubicBezTo>
                    <a:cubicBezTo>
                      <a:pt x="5328" y="2479"/>
                      <a:pt x="5306" y="2365"/>
                      <a:pt x="5279" y="2256"/>
                    </a:cubicBezTo>
                    <a:cubicBezTo>
                      <a:pt x="5257" y="2131"/>
                      <a:pt x="5246" y="2006"/>
                      <a:pt x="5225" y="1881"/>
                    </a:cubicBezTo>
                    <a:cubicBezTo>
                      <a:pt x="5203" y="1756"/>
                      <a:pt x="5154" y="1658"/>
                      <a:pt x="5143" y="1539"/>
                    </a:cubicBezTo>
                    <a:cubicBezTo>
                      <a:pt x="5121" y="1414"/>
                      <a:pt x="5062" y="1294"/>
                      <a:pt x="5034" y="1169"/>
                    </a:cubicBezTo>
                    <a:cubicBezTo>
                      <a:pt x="5018" y="1071"/>
                      <a:pt x="4980" y="995"/>
                      <a:pt x="4871" y="990"/>
                    </a:cubicBezTo>
                    <a:cubicBezTo>
                      <a:pt x="4854" y="989"/>
                      <a:pt x="4837" y="988"/>
                      <a:pt x="4820" y="988"/>
                    </a:cubicBezTo>
                    <a:cubicBezTo>
                      <a:pt x="4735" y="988"/>
                      <a:pt x="4654" y="1000"/>
                      <a:pt x="4572" y="1022"/>
                    </a:cubicBezTo>
                    <a:cubicBezTo>
                      <a:pt x="4513" y="1038"/>
                      <a:pt x="4447" y="1028"/>
                      <a:pt x="4382" y="1038"/>
                    </a:cubicBezTo>
                    <a:cubicBezTo>
                      <a:pt x="4322" y="1055"/>
                      <a:pt x="4268" y="1060"/>
                      <a:pt x="4214" y="1071"/>
                    </a:cubicBezTo>
                    <a:cubicBezTo>
                      <a:pt x="4159" y="1082"/>
                      <a:pt x="4100" y="1087"/>
                      <a:pt x="4045" y="1087"/>
                    </a:cubicBezTo>
                    <a:cubicBezTo>
                      <a:pt x="4040" y="1033"/>
                      <a:pt x="4034" y="979"/>
                      <a:pt x="4023" y="924"/>
                    </a:cubicBezTo>
                    <a:lnTo>
                      <a:pt x="4023" y="924"/>
                    </a:lnTo>
                    <a:cubicBezTo>
                      <a:pt x="4077" y="934"/>
                      <a:pt x="4131" y="940"/>
                      <a:pt x="4186" y="940"/>
                    </a:cubicBezTo>
                    <a:cubicBezTo>
                      <a:pt x="4225" y="940"/>
                      <a:pt x="4265" y="937"/>
                      <a:pt x="4306" y="930"/>
                    </a:cubicBezTo>
                    <a:cubicBezTo>
                      <a:pt x="4327" y="928"/>
                      <a:pt x="4348" y="927"/>
                      <a:pt x="4369" y="927"/>
                    </a:cubicBezTo>
                    <a:cubicBezTo>
                      <a:pt x="4434" y="927"/>
                      <a:pt x="4497" y="934"/>
                      <a:pt x="4561" y="934"/>
                    </a:cubicBezTo>
                    <a:cubicBezTo>
                      <a:pt x="4608" y="934"/>
                      <a:pt x="4655" y="930"/>
                      <a:pt x="4703" y="919"/>
                    </a:cubicBezTo>
                    <a:cubicBezTo>
                      <a:pt x="4801" y="894"/>
                      <a:pt x="4905" y="882"/>
                      <a:pt x="5008" y="882"/>
                    </a:cubicBezTo>
                    <a:cubicBezTo>
                      <a:pt x="5042" y="882"/>
                      <a:pt x="5077" y="884"/>
                      <a:pt x="5111" y="886"/>
                    </a:cubicBezTo>
                    <a:cubicBezTo>
                      <a:pt x="5153" y="890"/>
                      <a:pt x="5195" y="894"/>
                      <a:pt x="5239" y="894"/>
                    </a:cubicBezTo>
                    <a:cubicBezTo>
                      <a:pt x="5258" y="894"/>
                      <a:pt x="5276" y="893"/>
                      <a:pt x="5295" y="892"/>
                    </a:cubicBezTo>
                    <a:cubicBezTo>
                      <a:pt x="5328" y="892"/>
                      <a:pt x="5361" y="881"/>
                      <a:pt x="5393" y="881"/>
                    </a:cubicBezTo>
                    <a:cubicBezTo>
                      <a:pt x="5410" y="881"/>
                      <a:pt x="5426" y="881"/>
                      <a:pt x="5437" y="875"/>
                    </a:cubicBezTo>
                    <a:close/>
                    <a:moveTo>
                      <a:pt x="409" y="1332"/>
                    </a:moveTo>
                    <a:cubicBezTo>
                      <a:pt x="414" y="1392"/>
                      <a:pt x="419" y="1457"/>
                      <a:pt x="419" y="1462"/>
                    </a:cubicBezTo>
                    <a:cubicBezTo>
                      <a:pt x="436" y="1582"/>
                      <a:pt x="458" y="1702"/>
                      <a:pt x="485" y="1816"/>
                    </a:cubicBezTo>
                    <a:cubicBezTo>
                      <a:pt x="534" y="2039"/>
                      <a:pt x="566" y="2267"/>
                      <a:pt x="621" y="2495"/>
                    </a:cubicBezTo>
                    <a:cubicBezTo>
                      <a:pt x="670" y="2724"/>
                      <a:pt x="691" y="2952"/>
                      <a:pt x="740" y="3175"/>
                    </a:cubicBezTo>
                    <a:cubicBezTo>
                      <a:pt x="784" y="3387"/>
                      <a:pt x="773" y="3610"/>
                      <a:pt x="822" y="3827"/>
                    </a:cubicBezTo>
                    <a:cubicBezTo>
                      <a:pt x="843" y="3925"/>
                      <a:pt x="854" y="4023"/>
                      <a:pt x="871" y="4126"/>
                    </a:cubicBezTo>
                    <a:cubicBezTo>
                      <a:pt x="892" y="4251"/>
                      <a:pt x="920" y="4376"/>
                      <a:pt x="947" y="4507"/>
                    </a:cubicBezTo>
                    <a:cubicBezTo>
                      <a:pt x="1007" y="4746"/>
                      <a:pt x="1061" y="4979"/>
                      <a:pt x="1104" y="5224"/>
                    </a:cubicBezTo>
                    <a:cubicBezTo>
                      <a:pt x="1126" y="5338"/>
                      <a:pt x="1132" y="5458"/>
                      <a:pt x="1153" y="5572"/>
                    </a:cubicBezTo>
                    <a:cubicBezTo>
                      <a:pt x="1164" y="5626"/>
                      <a:pt x="1180" y="5675"/>
                      <a:pt x="1191" y="5735"/>
                    </a:cubicBezTo>
                    <a:cubicBezTo>
                      <a:pt x="1208" y="5800"/>
                      <a:pt x="1202" y="5871"/>
                      <a:pt x="1208" y="5947"/>
                    </a:cubicBezTo>
                    <a:cubicBezTo>
                      <a:pt x="1224" y="6050"/>
                      <a:pt x="1246" y="6154"/>
                      <a:pt x="1251" y="6262"/>
                    </a:cubicBezTo>
                    <a:cubicBezTo>
                      <a:pt x="1267" y="6371"/>
                      <a:pt x="1289" y="6474"/>
                      <a:pt x="1316" y="6583"/>
                    </a:cubicBezTo>
                    <a:cubicBezTo>
                      <a:pt x="1327" y="6643"/>
                      <a:pt x="1344" y="6708"/>
                      <a:pt x="1365" y="6768"/>
                    </a:cubicBezTo>
                    <a:cubicBezTo>
                      <a:pt x="1387" y="6833"/>
                      <a:pt x="1387" y="6898"/>
                      <a:pt x="1403" y="6958"/>
                    </a:cubicBezTo>
                    <a:cubicBezTo>
                      <a:pt x="1425" y="7083"/>
                      <a:pt x="1458" y="7208"/>
                      <a:pt x="1496" y="7328"/>
                    </a:cubicBezTo>
                    <a:cubicBezTo>
                      <a:pt x="1512" y="7382"/>
                      <a:pt x="1539" y="7436"/>
                      <a:pt x="1545" y="7491"/>
                    </a:cubicBezTo>
                    <a:cubicBezTo>
                      <a:pt x="1561" y="7556"/>
                      <a:pt x="1512" y="7627"/>
                      <a:pt x="1485" y="7681"/>
                    </a:cubicBezTo>
                    <a:lnTo>
                      <a:pt x="1490" y="7676"/>
                    </a:lnTo>
                    <a:lnTo>
                      <a:pt x="1490" y="7676"/>
                    </a:lnTo>
                    <a:cubicBezTo>
                      <a:pt x="1474" y="7714"/>
                      <a:pt x="1458" y="7746"/>
                      <a:pt x="1447" y="7779"/>
                    </a:cubicBezTo>
                    <a:cubicBezTo>
                      <a:pt x="1436" y="7757"/>
                      <a:pt x="1431" y="7730"/>
                      <a:pt x="1425" y="7703"/>
                    </a:cubicBezTo>
                    <a:cubicBezTo>
                      <a:pt x="1403" y="7643"/>
                      <a:pt x="1392" y="7583"/>
                      <a:pt x="1376" y="7523"/>
                    </a:cubicBezTo>
                    <a:cubicBezTo>
                      <a:pt x="1338" y="7393"/>
                      <a:pt x="1306" y="7257"/>
                      <a:pt x="1278" y="7127"/>
                    </a:cubicBezTo>
                    <a:cubicBezTo>
                      <a:pt x="1219" y="6860"/>
                      <a:pt x="1115" y="6605"/>
                      <a:pt x="1077" y="6338"/>
                    </a:cubicBezTo>
                    <a:cubicBezTo>
                      <a:pt x="1034" y="6072"/>
                      <a:pt x="941" y="5800"/>
                      <a:pt x="892" y="5528"/>
                    </a:cubicBezTo>
                    <a:cubicBezTo>
                      <a:pt x="865" y="5403"/>
                      <a:pt x="849" y="5273"/>
                      <a:pt x="827" y="5148"/>
                    </a:cubicBezTo>
                    <a:cubicBezTo>
                      <a:pt x="800" y="4996"/>
                      <a:pt x="762" y="4849"/>
                      <a:pt x="735" y="4697"/>
                    </a:cubicBezTo>
                    <a:cubicBezTo>
                      <a:pt x="708" y="4577"/>
                      <a:pt x="691" y="4458"/>
                      <a:pt x="664" y="4333"/>
                    </a:cubicBezTo>
                    <a:cubicBezTo>
                      <a:pt x="637" y="4202"/>
                      <a:pt x="642" y="4072"/>
                      <a:pt x="615" y="3936"/>
                    </a:cubicBezTo>
                    <a:cubicBezTo>
                      <a:pt x="593" y="3832"/>
                      <a:pt x="583" y="3729"/>
                      <a:pt x="577" y="3626"/>
                    </a:cubicBezTo>
                    <a:cubicBezTo>
                      <a:pt x="561" y="3485"/>
                      <a:pt x="539" y="3338"/>
                      <a:pt x="512" y="3202"/>
                    </a:cubicBezTo>
                    <a:cubicBezTo>
                      <a:pt x="458" y="2930"/>
                      <a:pt x="419" y="2658"/>
                      <a:pt x="360" y="2387"/>
                    </a:cubicBezTo>
                    <a:cubicBezTo>
                      <a:pt x="327" y="2262"/>
                      <a:pt x="305" y="2137"/>
                      <a:pt x="273" y="2017"/>
                    </a:cubicBezTo>
                    <a:cubicBezTo>
                      <a:pt x="251" y="1957"/>
                      <a:pt x="235" y="1897"/>
                      <a:pt x="207" y="1843"/>
                    </a:cubicBezTo>
                    <a:cubicBezTo>
                      <a:pt x="191" y="1810"/>
                      <a:pt x="180" y="1783"/>
                      <a:pt x="169" y="1751"/>
                    </a:cubicBezTo>
                    <a:cubicBezTo>
                      <a:pt x="159" y="1713"/>
                      <a:pt x="175" y="1702"/>
                      <a:pt x="191" y="1664"/>
                    </a:cubicBezTo>
                    <a:cubicBezTo>
                      <a:pt x="207" y="1604"/>
                      <a:pt x="229" y="1544"/>
                      <a:pt x="262" y="1490"/>
                    </a:cubicBezTo>
                    <a:cubicBezTo>
                      <a:pt x="289" y="1452"/>
                      <a:pt x="322" y="1365"/>
                      <a:pt x="360" y="1343"/>
                    </a:cubicBezTo>
                    <a:cubicBezTo>
                      <a:pt x="376" y="1332"/>
                      <a:pt x="392" y="1332"/>
                      <a:pt x="409" y="1332"/>
                    </a:cubicBezTo>
                    <a:close/>
                    <a:moveTo>
                      <a:pt x="6535" y="7176"/>
                    </a:moveTo>
                    <a:cubicBezTo>
                      <a:pt x="6535" y="7176"/>
                      <a:pt x="6535" y="7181"/>
                      <a:pt x="6535" y="7186"/>
                    </a:cubicBezTo>
                    <a:lnTo>
                      <a:pt x="6508" y="7197"/>
                    </a:lnTo>
                    <a:lnTo>
                      <a:pt x="6508" y="7203"/>
                    </a:lnTo>
                    <a:cubicBezTo>
                      <a:pt x="6475" y="7219"/>
                      <a:pt x="6448" y="7241"/>
                      <a:pt x="6415" y="7262"/>
                    </a:cubicBezTo>
                    <a:cubicBezTo>
                      <a:pt x="6328" y="7317"/>
                      <a:pt x="6241" y="7377"/>
                      <a:pt x="6160" y="7447"/>
                    </a:cubicBezTo>
                    <a:cubicBezTo>
                      <a:pt x="6149" y="7431"/>
                      <a:pt x="6132" y="7420"/>
                      <a:pt x="6116" y="7420"/>
                    </a:cubicBezTo>
                    <a:cubicBezTo>
                      <a:pt x="6099" y="7415"/>
                      <a:pt x="6081" y="7412"/>
                      <a:pt x="6063" y="7412"/>
                    </a:cubicBezTo>
                    <a:cubicBezTo>
                      <a:pt x="6025" y="7412"/>
                      <a:pt x="5988" y="7423"/>
                      <a:pt x="5959" y="7442"/>
                    </a:cubicBezTo>
                    <a:cubicBezTo>
                      <a:pt x="5888" y="7458"/>
                      <a:pt x="5817" y="7464"/>
                      <a:pt x="5747" y="7464"/>
                    </a:cubicBezTo>
                    <a:cubicBezTo>
                      <a:pt x="5578" y="7496"/>
                      <a:pt x="5415" y="7523"/>
                      <a:pt x="5246" y="7534"/>
                    </a:cubicBezTo>
                    <a:cubicBezTo>
                      <a:pt x="5192" y="7534"/>
                      <a:pt x="5140" y="7532"/>
                      <a:pt x="5087" y="7532"/>
                    </a:cubicBezTo>
                    <a:cubicBezTo>
                      <a:pt x="5061" y="7532"/>
                      <a:pt x="5034" y="7532"/>
                      <a:pt x="5007" y="7534"/>
                    </a:cubicBezTo>
                    <a:cubicBezTo>
                      <a:pt x="4931" y="7540"/>
                      <a:pt x="4861" y="7556"/>
                      <a:pt x="4784" y="7561"/>
                    </a:cubicBezTo>
                    <a:cubicBezTo>
                      <a:pt x="4616" y="7583"/>
                      <a:pt x="4447" y="7583"/>
                      <a:pt x="4279" y="7605"/>
                    </a:cubicBezTo>
                    <a:cubicBezTo>
                      <a:pt x="3964" y="7638"/>
                      <a:pt x="3648" y="7692"/>
                      <a:pt x="3333" y="7697"/>
                    </a:cubicBezTo>
                    <a:cubicBezTo>
                      <a:pt x="3165" y="7708"/>
                      <a:pt x="3001" y="7730"/>
                      <a:pt x="2833" y="7768"/>
                    </a:cubicBezTo>
                    <a:cubicBezTo>
                      <a:pt x="2670" y="7790"/>
                      <a:pt x="2507" y="7795"/>
                      <a:pt x="2344" y="7822"/>
                    </a:cubicBezTo>
                    <a:cubicBezTo>
                      <a:pt x="2201" y="7853"/>
                      <a:pt x="2055" y="7869"/>
                      <a:pt x="1908" y="7869"/>
                    </a:cubicBezTo>
                    <a:cubicBezTo>
                      <a:pt x="1870" y="7869"/>
                      <a:pt x="1832" y="7868"/>
                      <a:pt x="1795" y="7866"/>
                    </a:cubicBezTo>
                    <a:cubicBezTo>
                      <a:pt x="1764" y="7862"/>
                      <a:pt x="1733" y="7860"/>
                      <a:pt x="1703" y="7860"/>
                    </a:cubicBezTo>
                    <a:cubicBezTo>
                      <a:pt x="1647" y="7860"/>
                      <a:pt x="1592" y="7866"/>
                      <a:pt x="1539" y="7877"/>
                    </a:cubicBezTo>
                    <a:cubicBezTo>
                      <a:pt x="1561" y="7806"/>
                      <a:pt x="1588" y="7741"/>
                      <a:pt x="1615" y="7670"/>
                    </a:cubicBezTo>
                    <a:cubicBezTo>
                      <a:pt x="1648" y="7616"/>
                      <a:pt x="1664" y="7551"/>
                      <a:pt x="1664" y="7485"/>
                    </a:cubicBezTo>
                    <a:cubicBezTo>
                      <a:pt x="1724" y="7507"/>
                      <a:pt x="1784" y="7523"/>
                      <a:pt x="1844" y="7523"/>
                    </a:cubicBezTo>
                    <a:cubicBezTo>
                      <a:pt x="1925" y="7523"/>
                      <a:pt x="2007" y="7534"/>
                      <a:pt x="2088" y="7545"/>
                    </a:cubicBezTo>
                    <a:cubicBezTo>
                      <a:pt x="2158" y="7559"/>
                      <a:pt x="2232" y="7563"/>
                      <a:pt x="2307" y="7563"/>
                    </a:cubicBezTo>
                    <a:cubicBezTo>
                      <a:pt x="2407" y="7563"/>
                      <a:pt x="2508" y="7556"/>
                      <a:pt x="2605" y="7556"/>
                    </a:cubicBezTo>
                    <a:lnTo>
                      <a:pt x="2887" y="7556"/>
                    </a:lnTo>
                    <a:cubicBezTo>
                      <a:pt x="2980" y="7556"/>
                      <a:pt x="3056" y="7545"/>
                      <a:pt x="3143" y="7540"/>
                    </a:cubicBezTo>
                    <a:cubicBezTo>
                      <a:pt x="3317" y="7523"/>
                      <a:pt x="3491" y="7502"/>
                      <a:pt x="3665" y="7464"/>
                    </a:cubicBezTo>
                    <a:cubicBezTo>
                      <a:pt x="3839" y="7431"/>
                      <a:pt x="4018" y="7436"/>
                      <a:pt x="4192" y="7404"/>
                    </a:cubicBezTo>
                    <a:cubicBezTo>
                      <a:pt x="4371" y="7377"/>
                      <a:pt x="4551" y="7360"/>
                      <a:pt x="4735" y="7355"/>
                    </a:cubicBezTo>
                    <a:cubicBezTo>
                      <a:pt x="4779" y="7355"/>
                      <a:pt x="4817" y="7339"/>
                      <a:pt x="4861" y="7333"/>
                    </a:cubicBezTo>
                    <a:cubicBezTo>
                      <a:pt x="4890" y="7333"/>
                      <a:pt x="4911" y="7336"/>
                      <a:pt x="4932" y="7336"/>
                    </a:cubicBezTo>
                    <a:cubicBezTo>
                      <a:pt x="4943" y="7336"/>
                      <a:pt x="4953" y="7335"/>
                      <a:pt x="4964" y="7333"/>
                    </a:cubicBezTo>
                    <a:cubicBezTo>
                      <a:pt x="4991" y="7333"/>
                      <a:pt x="5040" y="7317"/>
                      <a:pt x="5078" y="7317"/>
                    </a:cubicBezTo>
                    <a:cubicBezTo>
                      <a:pt x="5121" y="7317"/>
                      <a:pt x="5165" y="7317"/>
                      <a:pt x="5203" y="7311"/>
                    </a:cubicBezTo>
                    <a:cubicBezTo>
                      <a:pt x="5361" y="7290"/>
                      <a:pt x="5518" y="7295"/>
                      <a:pt x="5670" y="7268"/>
                    </a:cubicBezTo>
                    <a:cubicBezTo>
                      <a:pt x="5839" y="7246"/>
                      <a:pt x="6007" y="7235"/>
                      <a:pt x="6176" y="7230"/>
                    </a:cubicBezTo>
                    <a:cubicBezTo>
                      <a:pt x="6263" y="7224"/>
                      <a:pt x="6350" y="7192"/>
                      <a:pt x="6437" y="7186"/>
                    </a:cubicBezTo>
                    <a:cubicBezTo>
                      <a:pt x="6470" y="7186"/>
                      <a:pt x="6502" y="7181"/>
                      <a:pt x="6535" y="7176"/>
                    </a:cubicBezTo>
                    <a:close/>
                    <a:moveTo>
                      <a:pt x="2807" y="1"/>
                    </a:moveTo>
                    <a:cubicBezTo>
                      <a:pt x="2700" y="1"/>
                      <a:pt x="2588" y="28"/>
                      <a:pt x="2512" y="60"/>
                    </a:cubicBezTo>
                    <a:cubicBezTo>
                      <a:pt x="2414" y="104"/>
                      <a:pt x="2284" y="158"/>
                      <a:pt x="2235" y="267"/>
                    </a:cubicBezTo>
                    <a:cubicBezTo>
                      <a:pt x="2208" y="321"/>
                      <a:pt x="2202" y="381"/>
                      <a:pt x="2208" y="441"/>
                    </a:cubicBezTo>
                    <a:cubicBezTo>
                      <a:pt x="2208" y="451"/>
                      <a:pt x="2235" y="571"/>
                      <a:pt x="2251" y="571"/>
                    </a:cubicBezTo>
                    <a:cubicBezTo>
                      <a:pt x="2230" y="576"/>
                      <a:pt x="2143" y="587"/>
                      <a:pt x="2132" y="593"/>
                    </a:cubicBezTo>
                    <a:cubicBezTo>
                      <a:pt x="2099" y="598"/>
                      <a:pt x="2067" y="598"/>
                      <a:pt x="2034" y="604"/>
                    </a:cubicBezTo>
                    <a:cubicBezTo>
                      <a:pt x="1952" y="609"/>
                      <a:pt x="1871" y="625"/>
                      <a:pt x="1789" y="642"/>
                    </a:cubicBezTo>
                    <a:cubicBezTo>
                      <a:pt x="1713" y="653"/>
                      <a:pt x="1637" y="674"/>
                      <a:pt x="1556" y="680"/>
                    </a:cubicBezTo>
                    <a:cubicBezTo>
                      <a:pt x="1539" y="682"/>
                      <a:pt x="1523" y="684"/>
                      <a:pt x="1507" y="684"/>
                    </a:cubicBezTo>
                    <a:cubicBezTo>
                      <a:pt x="1492" y="684"/>
                      <a:pt x="1477" y="682"/>
                      <a:pt x="1463" y="680"/>
                    </a:cubicBezTo>
                    <a:cubicBezTo>
                      <a:pt x="1458" y="669"/>
                      <a:pt x="1445" y="663"/>
                      <a:pt x="1434" y="663"/>
                    </a:cubicBezTo>
                    <a:cubicBezTo>
                      <a:pt x="1422" y="663"/>
                      <a:pt x="1412" y="669"/>
                      <a:pt x="1409" y="680"/>
                    </a:cubicBezTo>
                    <a:cubicBezTo>
                      <a:pt x="1392" y="685"/>
                      <a:pt x="1382" y="691"/>
                      <a:pt x="1371" y="696"/>
                    </a:cubicBezTo>
                    <a:cubicBezTo>
                      <a:pt x="1349" y="707"/>
                      <a:pt x="1349" y="740"/>
                      <a:pt x="1371" y="750"/>
                    </a:cubicBezTo>
                    <a:cubicBezTo>
                      <a:pt x="1382" y="761"/>
                      <a:pt x="1392" y="767"/>
                      <a:pt x="1409" y="772"/>
                    </a:cubicBezTo>
                    <a:cubicBezTo>
                      <a:pt x="1409" y="788"/>
                      <a:pt x="1414" y="805"/>
                      <a:pt x="1420" y="821"/>
                    </a:cubicBezTo>
                    <a:cubicBezTo>
                      <a:pt x="1431" y="870"/>
                      <a:pt x="1441" y="919"/>
                      <a:pt x="1447" y="968"/>
                    </a:cubicBezTo>
                    <a:cubicBezTo>
                      <a:pt x="1431" y="962"/>
                      <a:pt x="1414" y="962"/>
                      <a:pt x="1398" y="962"/>
                    </a:cubicBezTo>
                    <a:cubicBezTo>
                      <a:pt x="1382" y="962"/>
                      <a:pt x="1365" y="973"/>
                      <a:pt x="1349" y="973"/>
                    </a:cubicBezTo>
                    <a:cubicBezTo>
                      <a:pt x="1327" y="973"/>
                      <a:pt x="1306" y="966"/>
                      <a:pt x="1281" y="966"/>
                    </a:cubicBezTo>
                    <a:cubicBezTo>
                      <a:pt x="1275" y="966"/>
                      <a:pt x="1269" y="967"/>
                      <a:pt x="1262" y="968"/>
                    </a:cubicBezTo>
                    <a:cubicBezTo>
                      <a:pt x="1246" y="968"/>
                      <a:pt x="1229" y="979"/>
                      <a:pt x="1213" y="979"/>
                    </a:cubicBezTo>
                    <a:cubicBezTo>
                      <a:pt x="1159" y="995"/>
                      <a:pt x="1099" y="1000"/>
                      <a:pt x="1045" y="1006"/>
                    </a:cubicBezTo>
                    <a:cubicBezTo>
                      <a:pt x="963" y="1017"/>
                      <a:pt x="892" y="1049"/>
                      <a:pt x="816" y="1060"/>
                    </a:cubicBezTo>
                    <a:cubicBezTo>
                      <a:pt x="762" y="1066"/>
                      <a:pt x="702" y="1071"/>
                      <a:pt x="642" y="1082"/>
                    </a:cubicBezTo>
                    <a:cubicBezTo>
                      <a:pt x="577" y="1098"/>
                      <a:pt x="506" y="1136"/>
                      <a:pt x="441" y="1147"/>
                    </a:cubicBezTo>
                    <a:cubicBezTo>
                      <a:pt x="332" y="1158"/>
                      <a:pt x="229" y="1158"/>
                      <a:pt x="175" y="1272"/>
                    </a:cubicBezTo>
                    <a:cubicBezTo>
                      <a:pt x="115" y="1386"/>
                      <a:pt x="44" y="1479"/>
                      <a:pt x="17" y="1609"/>
                    </a:cubicBezTo>
                    <a:cubicBezTo>
                      <a:pt x="1" y="1653"/>
                      <a:pt x="1" y="1696"/>
                      <a:pt x="1" y="1745"/>
                    </a:cubicBezTo>
                    <a:cubicBezTo>
                      <a:pt x="23" y="1805"/>
                      <a:pt x="44" y="1865"/>
                      <a:pt x="77" y="1925"/>
                    </a:cubicBezTo>
                    <a:cubicBezTo>
                      <a:pt x="120" y="2066"/>
                      <a:pt x="153" y="2207"/>
                      <a:pt x="169" y="2354"/>
                    </a:cubicBezTo>
                    <a:cubicBezTo>
                      <a:pt x="197" y="2506"/>
                      <a:pt x="229" y="2647"/>
                      <a:pt x="256" y="2800"/>
                    </a:cubicBezTo>
                    <a:cubicBezTo>
                      <a:pt x="305" y="3082"/>
                      <a:pt x="354" y="3376"/>
                      <a:pt x="376" y="3664"/>
                    </a:cubicBezTo>
                    <a:cubicBezTo>
                      <a:pt x="381" y="3789"/>
                      <a:pt x="403" y="3909"/>
                      <a:pt x="419" y="4034"/>
                    </a:cubicBezTo>
                    <a:cubicBezTo>
                      <a:pt x="430" y="4099"/>
                      <a:pt x="419" y="4170"/>
                      <a:pt x="430" y="4235"/>
                    </a:cubicBezTo>
                    <a:cubicBezTo>
                      <a:pt x="441" y="4305"/>
                      <a:pt x="458" y="4371"/>
                      <a:pt x="468" y="4436"/>
                    </a:cubicBezTo>
                    <a:cubicBezTo>
                      <a:pt x="501" y="4577"/>
                      <a:pt x="517" y="4729"/>
                      <a:pt x="544" y="4876"/>
                    </a:cubicBezTo>
                    <a:cubicBezTo>
                      <a:pt x="577" y="5023"/>
                      <a:pt x="610" y="5175"/>
                      <a:pt x="631" y="5327"/>
                    </a:cubicBezTo>
                    <a:cubicBezTo>
                      <a:pt x="675" y="5621"/>
                      <a:pt x="740" y="5909"/>
                      <a:pt x="816" y="6197"/>
                    </a:cubicBezTo>
                    <a:cubicBezTo>
                      <a:pt x="854" y="6360"/>
                      <a:pt x="871" y="6518"/>
                      <a:pt x="925" y="6675"/>
                    </a:cubicBezTo>
                    <a:cubicBezTo>
                      <a:pt x="974" y="6833"/>
                      <a:pt x="1012" y="6991"/>
                      <a:pt x="1050" y="7148"/>
                    </a:cubicBezTo>
                    <a:cubicBezTo>
                      <a:pt x="1088" y="7306"/>
                      <a:pt x="1126" y="7453"/>
                      <a:pt x="1164" y="7610"/>
                    </a:cubicBezTo>
                    <a:cubicBezTo>
                      <a:pt x="1202" y="7746"/>
                      <a:pt x="1224" y="7893"/>
                      <a:pt x="1316" y="8007"/>
                    </a:cubicBezTo>
                    <a:cubicBezTo>
                      <a:pt x="1333" y="8029"/>
                      <a:pt x="1360" y="8045"/>
                      <a:pt x="1392" y="8045"/>
                    </a:cubicBezTo>
                    <a:cubicBezTo>
                      <a:pt x="1404" y="8058"/>
                      <a:pt x="1418" y="8065"/>
                      <a:pt x="1433" y="8065"/>
                    </a:cubicBezTo>
                    <a:cubicBezTo>
                      <a:pt x="1454" y="8065"/>
                      <a:pt x="1475" y="8052"/>
                      <a:pt x="1485" y="8029"/>
                    </a:cubicBezTo>
                    <a:cubicBezTo>
                      <a:pt x="1566" y="8029"/>
                      <a:pt x="1648" y="8029"/>
                      <a:pt x="1724" y="8040"/>
                    </a:cubicBezTo>
                    <a:cubicBezTo>
                      <a:pt x="1820" y="8053"/>
                      <a:pt x="1917" y="8060"/>
                      <a:pt x="2014" y="8060"/>
                    </a:cubicBezTo>
                    <a:cubicBezTo>
                      <a:pt x="2077" y="8060"/>
                      <a:pt x="2140" y="8057"/>
                      <a:pt x="2202" y="8051"/>
                    </a:cubicBezTo>
                    <a:cubicBezTo>
                      <a:pt x="2534" y="8013"/>
                      <a:pt x="2860" y="7969"/>
                      <a:pt x="3192" y="7915"/>
                    </a:cubicBezTo>
                    <a:cubicBezTo>
                      <a:pt x="3273" y="7909"/>
                      <a:pt x="3355" y="7904"/>
                      <a:pt x="3442" y="7904"/>
                    </a:cubicBezTo>
                    <a:cubicBezTo>
                      <a:pt x="3518" y="7904"/>
                      <a:pt x="3594" y="7888"/>
                      <a:pt x="3670" y="7882"/>
                    </a:cubicBezTo>
                    <a:cubicBezTo>
                      <a:pt x="3746" y="7877"/>
                      <a:pt x="3822" y="7860"/>
                      <a:pt x="3904" y="7850"/>
                    </a:cubicBezTo>
                    <a:cubicBezTo>
                      <a:pt x="3980" y="7839"/>
                      <a:pt x="4067" y="7839"/>
                      <a:pt x="4148" y="7828"/>
                    </a:cubicBezTo>
                    <a:cubicBezTo>
                      <a:pt x="4311" y="7806"/>
                      <a:pt x="4480" y="7795"/>
                      <a:pt x="4649" y="7779"/>
                    </a:cubicBezTo>
                    <a:cubicBezTo>
                      <a:pt x="4725" y="7768"/>
                      <a:pt x="4801" y="7768"/>
                      <a:pt x="4877" y="7757"/>
                    </a:cubicBezTo>
                    <a:cubicBezTo>
                      <a:pt x="4958" y="7746"/>
                      <a:pt x="5034" y="7741"/>
                      <a:pt x="5116" y="7735"/>
                    </a:cubicBezTo>
                    <a:cubicBezTo>
                      <a:pt x="5139" y="7736"/>
                      <a:pt x="5162" y="7736"/>
                      <a:pt x="5186" y="7736"/>
                    </a:cubicBezTo>
                    <a:cubicBezTo>
                      <a:pt x="5343" y="7736"/>
                      <a:pt x="5503" y="7721"/>
                      <a:pt x="5660" y="7697"/>
                    </a:cubicBezTo>
                    <a:cubicBezTo>
                      <a:pt x="5703" y="7681"/>
                      <a:pt x="5747" y="7676"/>
                      <a:pt x="5795" y="7665"/>
                    </a:cubicBezTo>
                    <a:cubicBezTo>
                      <a:pt x="5814" y="7662"/>
                      <a:pt x="5835" y="7662"/>
                      <a:pt x="5856" y="7662"/>
                    </a:cubicBezTo>
                    <a:cubicBezTo>
                      <a:pt x="5877" y="7662"/>
                      <a:pt x="5899" y="7662"/>
                      <a:pt x="5920" y="7659"/>
                    </a:cubicBezTo>
                    <a:cubicBezTo>
                      <a:pt x="5980" y="7643"/>
                      <a:pt x="6040" y="7627"/>
                      <a:pt x="6094" y="7605"/>
                    </a:cubicBezTo>
                    <a:cubicBezTo>
                      <a:pt x="6111" y="7622"/>
                      <a:pt x="6131" y="7629"/>
                      <a:pt x="6151" y="7629"/>
                    </a:cubicBezTo>
                    <a:cubicBezTo>
                      <a:pt x="6158" y="7629"/>
                      <a:pt x="6164" y="7628"/>
                      <a:pt x="6171" y="7627"/>
                    </a:cubicBezTo>
                    <a:cubicBezTo>
                      <a:pt x="6236" y="7610"/>
                      <a:pt x="6296" y="7589"/>
                      <a:pt x="6350" y="7556"/>
                    </a:cubicBezTo>
                    <a:cubicBezTo>
                      <a:pt x="6410" y="7513"/>
                      <a:pt x="6470" y="7480"/>
                      <a:pt x="6529" y="7436"/>
                    </a:cubicBezTo>
                    <a:cubicBezTo>
                      <a:pt x="6546" y="7426"/>
                      <a:pt x="6589" y="7393"/>
                      <a:pt x="6595" y="7388"/>
                    </a:cubicBezTo>
                    <a:cubicBezTo>
                      <a:pt x="6616" y="7388"/>
                      <a:pt x="6633" y="7382"/>
                      <a:pt x="6649" y="7377"/>
                    </a:cubicBezTo>
                    <a:cubicBezTo>
                      <a:pt x="6709" y="7349"/>
                      <a:pt x="6747" y="7295"/>
                      <a:pt x="6752" y="7230"/>
                    </a:cubicBezTo>
                    <a:cubicBezTo>
                      <a:pt x="6758" y="7094"/>
                      <a:pt x="6741" y="6958"/>
                      <a:pt x="6703" y="6828"/>
                    </a:cubicBezTo>
                    <a:lnTo>
                      <a:pt x="6698" y="6833"/>
                    </a:lnTo>
                    <a:cubicBezTo>
                      <a:pt x="6660" y="6681"/>
                      <a:pt x="6643" y="6529"/>
                      <a:pt x="6616" y="6376"/>
                    </a:cubicBezTo>
                    <a:cubicBezTo>
                      <a:pt x="6556" y="6088"/>
                      <a:pt x="6508" y="5789"/>
                      <a:pt x="6470" y="5496"/>
                    </a:cubicBezTo>
                    <a:cubicBezTo>
                      <a:pt x="6426" y="5181"/>
                      <a:pt x="6344" y="4876"/>
                      <a:pt x="6296" y="4566"/>
                    </a:cubicBezTo>
                    <a:cubicBezTo>
                      <a:pt x="6268" y="4403"/>
                      <a:pt x="6258" y="4240"/>
                      <a:pt x="6225" y="4083"/>
                    </a:cubicBezTo>
                    <a:cubicBezTo>
                      <a:pt x="6187" y="3925"/>
                      <a:pt x="6165" y="3756"/>
                      <a:pt x="6143" y="3593"/>
                    </a:cubicBezTo>
                    <a:cubicBezTo>
                      <a:pt x="6100" y="3283"/>
                      <a:pt x="5991" y="2985"/>
                      <a:pt x="5937" y="2680"/>
                    </a:cubicBezTo>
                    <a:cubicBezTo>
                      <a:pt x="5910" y="2528"/>
                      <a:pt x="5904" y="2370"/>
                      <a:pt x="5866" y="2218"/>
                    </a:cubicBezTo>
                    <a:cubicBezTo>
                      <a:pt x="5828" y="2060"/>
                      <a:pt x="5806" y="1903"/>
                      <a:pt x="5790" y="1740"/>
                    </a:cubicBezTo>
                    <a:cubicBezTo>
                      <a:pt x="5774" y="1582"/>
                      <a:pt x="5747" y="1430"/>
                      <a:pt x="5708" y="1278"/>
                    </a:cubicBezTo>
                    <a:cubicBezTo>
                      <a:pt x="5676" y="1142"/>
                      <a:pt x="5670" y="1006"/>
                      <a:pt x="5632" y="875"/>
                    </a:cubicBezTo>
                    <a:cubicBezTo>
                      <a:pt x="5597" y="754"/>
                      <a:pt x="5547" y="684"/>
                      <a:pt x="5430" y="684"/>
                    </a:cubicBezTo>
                    <a:cubicBezTo>
                      <a:pt x="5422" y="684"/>
                      <a:pt x="5413" y="684"/>
                      <a:pt x="5404" y="685"/>
                    </a:cubicBezTo>
                    <a:cubicBezTo>
                      <a:pt x="5323" y="696"/>
                      <a:pt x="5241" y="701"/>
                      <a:pt x="5159" y="701"/>
                    </a:cubicBezTo>
                    <a:cubicBezTo>
                      <a:pt x="5124" y="699"/>
                      <a:pt x="5089" y="697"/>
                      <a:pt x="5053" y="697"/>
                    </a:cubicBezTo>
                    <a:cubicBezTo>
                      <a:pt x="5018" y="697"/>
                      <a:pt x="4983" y="699"/>
                      <a:pt x="4947" y="701"/>
                    </a:cubicBezTo>
                    <a:cubicBezTo>
                      <a:pt x="4871" y="718"/>
                      <a:pt x="4790" y="718"/>
                      <a:pt x="4708" y="740"/>
                    </a:cubicBezTo>
                    <a:cubicBezTo>
                      <a:pt x="4627" y="761"/>
                      <a:pt x="4540" y="772"/>
                      <a:pt x="4458" y="772"/>
                    </a:cubicBezTo>
                    <a:cubicBezTo>
                      <a:pt x="4332" y="772"/>
                      <a:pt x="4203" y="807"/>
                      <a:pt x="4078" y="807"/>
                    </a:cubicBezTo>
                    <a:cubicBezTo>
                      <a:pt x="4047" y="807"/>
                      <a:pt x="4016" y="805"/>
                      <a:pt x="3985" y="799"/>
                    </a:cubicBezTo>
                    <a:cubicBezTo>
                      <a:pt x="3980" y="788"/>
                      <a:pt x="3980" y="778"/>
                      <a:pt x="3974" y="767"/>
                    </a:cubicBezTo>
                    <a:cubicBezTo>
                      <a:pt x="3947" y="663"/>
                      <a:pt x="3936" y="517"/>
                      <a:pt x="3833" y="457"/>
                    </a:cubicBezTo>
                    <a:cubicBezTo>
                      <a:pt x="3833" y="422"/>
                      <a:pt x="3805" y="391"/>
                      <a:pt x="3771" y="391"/>
                    </a:cubicBezTo>
                    <a:cubicBezTo>
                      <a:pt x="3768" y="391"/>
                      <a:pt x="3765" y="391"/>
                      <a:pt x="3762" y="392"/>
                    </a:cubicBezTo>
                    <a:cubicBezTo>
                      <a:pt x="3734" y="393"/>
                      <a:pt x="3706" y="393"/>
                      <a:pt x="3677" y="393"/>
                    </a:cubicBezTo>
                    <a:cubicBezTo>
                      <a:pt x="3563" y="393"/>
                      <a:pt x="3446" y="386"/>
                      <a:pt x="3333" y="386"/>
                    </a:cubicBezTo>
                    <a:cubicBezTo>
                      <a:pt x="3295" y="386"/>
                      <a:pt x="3262" y="392"/>
                      <a:pt x="3224" y="397"/>
                    </a:cubicBezTo>
                    <a:cubicBezTo>
                      <a:pt x="3216" y="397"/>
                      <a:pt x="3169" y="418"/>
                      <a:pt x="3142" y="418"/>
                    </a:cubicBezTo>
                    <a:cubicBezTo>
                      <a:pt x="3135" y="418"/>
                      <a:pt x="3130" y="417"/>
                      <a:pt x="3126" y="413"/>
                    </a:cubicBezTo>
                    <a:cubicBezTo>
                      <a:pt x="3126" y="413"/>
                      <a:pt x="3126" y="348"/>
                      <a:pt x="3126" y="343"/>
                    </a:cubicBezTo>
                    <a:cubicBezTo>
                      <a:pt x="3121" y="299"/>
                      <a:pt x="3116" y="256"/>
                      <a:pt x="3110" y="212"/>
                    </a:cubicBezTo>
                    <a:cubicBezTo>
                      <a:pt x="3091" y="52"/>
                      <a:pt x="2954" y="1"/>
                      <a:pt x="28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20"/>
              <p:cNvSpPr/>
              <p:nvPr/>
            </p:nvSpPr>
            <p:spPr>
              <a:xfrm>
                <a:off x="3247775" y="2862600"/>
                <a:ext cx="6550" cy="6150"/>
              </a:xfrm>
              <a:custGeom>
                <a:rect b="b" l="l" r="r" t="t"/>
                <a:pathLst>
                  <a:path extrusionOk="0" h="246" w="262">
                    <a:moveTo>
                      <a:pt x="125" y="1"/>
                    </a:moveTo>
                    <a:cubicBezTo>
                      <a:pt x="104" y="1"/>
                      <a:pt x="77" y="6"/>
                      <a:pt x="55" y="22"/>
                    </a:cubicBezTo>
                    <a:cubicBezTo>
                      <a:pt x="33" y="33"/>
                      <a:pt x="17" y="50"/>
                      <a:pt x="11" y="71"/>
                    </a:cubicBezTo>
                    <a:cubicBezTo>
                      <a:pt x="0" y="93"/>
                      <a:pt x="0" y="115"/>
                      <a:pt x="6" y="142"/>
                    </a:cubicBezTo>
                    <a:cubicBezTo>
                      <a:pt x="17" y="191"/>
                      <a:pt x="55" y="229"/>
                      <a:pt x="104" y="234"/>
                    </a:cubicBezTo>
                    <a:cubicBezTo>
                      <a:pt x="115" y="240"/>
                      <a:pt x="125" y="245"/>
                      <a:pt x="136" y="245"/>
                    </a:cubicBezTo>
                    <a:cubicBezTo>
                      <a:pt x="207" y="245"/>
                      <a:pt x="261" y="191"/>
                      <a:pt x="256" y="126"/>
                    </a:cubicBezTo>
                    <a:cubicBezTo>
                      <a:pt x="256" y="82"/>
                      <a:pt x="234" y="39"/>
                      <a:pt x="196" y="17"/>
                    </a:cubicBezTo>
                    <a:lnTo>
                      <a:pt x="196" y="22"/>
                    </a:lnTo>
                    <a:cubicBezTo>
                      <a:pt x="174" y="6"/>
                      <a:pt x="153" y="1"/>
                      <a:pt x="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20"/>
              <p:cNvSpPr/>
              <p:nvPr/>
            </p:nvSpPr>
            <p:spPr>
              <a:xfrm>
                <a:off x="3224800" y="2904875"/>
                <a:ext cx="75600" cy="8025"/>
              </a:xfrm>
              <a:custGeom>
                <a:rect b="b" l="l" r="r" t="t"/>
                <a:pathLst>
                  <a:path extrusionOk="0" h="321" w="3024">
                    <a:moveTo>
                      <a:pt x="3007" y="0"/>
                    </a:moveTo>
                    <a:cubicBezTo>
                      <a:pt x="2887" y="11"/>
                      <a:pt x="2768" y="27"/>
                      <a:pt x="2648" y="55"/>
                    </a:cubicBezTo>
                    <a:cubicBezTo>
                      <a:pt x="2523" y="71"/>
                      <a:pt x="2387" y="71"/>
                      <a:pt x="2262" y="76"/>
                    </a:cubicBezTo>
                    <a:cubicBezTo>
                      <a:pt x="2229" y="78"/>
                      <a:pt x="2197" y="78"/>
                      <a:pt x="2165" y="78"/>
                    </a:cubicBezTo>
                    <a:cubicBezTo>
                      <a:pt x="2133" y="78"/>
                      <a:pt x="2101" y="78"/>
                      <a:pt x="2069" y="78"/>
                    </a:cubicBezTo>
                    <a:cubicBezTo>
                      <a:pt x="2005" y="78"/>
                      <a:pt x="1941" y="79"/>
                      <a:pt x="1876" y="87"/>
                    </a:cubicBezTo>
                    <a:cubicBezTo>
                      <a:pt x="1751" y="103"/>
                      <a:pt x="1637" y="109"/>
                      <a:pt x="1517" y="120"/>
                    </a:cubicBezTo>
                    <a:cubicBezTo>
                      <a:pt x="1256" y="142"/>
                      <a:pt x="996" y="196"/>
                      <a:pt x="729" y="207"/>
                    </a:cubicBezTo>
                    <a:cubicBezTo>
                      <a:pt x="490" y="218"/>
                      <a:pt x="256" y="288"/>
                      <a:pt x="17" y="294"/>
                    </a:cubicBezTo>
                    <a:cubicBezTo>
                      <a:pt x="1" y="294"/>
                      <a:pt x="1" y="321"/>
                      <a:pt x="17" y="321"/>
                    </a:cubicBezTo>
                    <a:cubicBezTo>
                      <a:pt x="256" y="321"/>
                      <a:pt x="495" y="294"/>
                      <a:pt x="729" y="294"/>
                    </a:cubicBezTo>
                    <a:cubicBezTo>
                      <a:pt x="1001" y="294"/>
                      <a:pt x="1267" y="245"/>
                      <a:pt x="1534" y="218"/>
                    </a:cubicBezTo>
                    <a:cubicBezTo>
                      <a:pt x="1648" y="207"/>
                      <a:pt x="1762" y="201"/>
                      <a:pt x="1871" y="185"/>
                    </a:cubicBezTo>
                    <a:cubicBezTo>
                      <a:pt x="2007" y="169"/>
                      <a:pt x="2142" y="180"/>
                      <a:pt x="2273" y="163"/>
                    </a:cubicBezTo>
                    <a:cubicBezTo>
                      <a:pt x="2393" y="152"/>
                      <a:pt x="2512" y="142"/>
                      <a:pt x="2626" y="125"/>
                    </a:cubicBezTo>
                    <a:cubicBezTo>
                      <a:pt x="2757" y="103"/>
                      <a:pt x="2876" y="55"/>
                      <a:pt x="3007" y="27"/>
                    </a:cubicBezTo>
                    <a:cubicBezTo>
                      <a:pt x="3023" y="27"/>
                      <a:pt x="3018" y="0"/>
                      <a:pt x="3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20"/>
              <p:cNvSpPr/>
              <p:nvPr/>
            </p:nvSpPr>
            <p:spPr>
              <a:xfrm>
                <a:off x="3226575" y="2911700"/>
                <a:ext cx="76950" cy="11275"/>
              </a:xfrm>
              <a:custGeom>
                <a:rect b="b" l="l" r="r" t="t"/>
                <a:pathLst>
                  <a:path extrusionOk="0" h="451" w="3078">
                    <a:moveTo>
                      <a:pt x="2918" y="0"/>
                    </a:moveTo>
                    <a:cubicBezTo>
                      <a:pt x="2856" y="0"/>
                      <a:pt x="2792" y="6"/>
                      <a:pt x="2729" y="15"/>
                    </a:cubicBezTo>
                    <a:cubicBezTo>
                      <a:pt x="2599" y="37"/>
                      <a:pt x="2468" y="48"/>
                      <a:pt x="2338" y="53"/>
                    </a:cubicBezTo>
                    <a:cubicBezTo>
                      <a:pt x="2071" y="70"/>
                      <a:pt x="1800" y="97"/>
                      <a:pt x="1533" y="129"/>
                    </a:cubicBezTo>
                    <a:cubicBezTo>
                      <a:pt x="1283" y="157"/>
                      <a:pt x="1033" y="206"/>
                      <a:pt x="789" y="249"/>
                    </a:cubicBezTo>
                    <a:cubicBezTo>
                      <a:pt x="658" y="271"/>
                      <a:pt x="533" y="293"/>
                      <a:pt x="408" y="320"/>
                    </a:cubicBezTo>
                    <a:cubicBezTo>
                      <a:pt x="343" y="336"/>
                      <a:pt x="278" y="358"/>
                      <a:pt x="212" y="369"/>
                    </a:cubicBezTo>
                    <a:cubicBezTo>
                      <a:pt x="153" y="390"/>
                      <a:pt x="87" y="407"/>
                      <a:pt x="22" y="423"/>
                    </a:cubicBezTo>
                    <a:cubicBezTo>
                      <a:pt x="0" y="423"/>
                      <a:pt x="0" y="450"/>
                      <a:pt x="22" y="450"/>
                    </a:cubicBezTo>
                    <a:cubicBezTo>
                      <a:pt x="77" y="445"/>
                      <a:pt x="131" y="439"/>
                      <a:pt x="191" y="423"/>
                    </a:cubicBezTo>
                    <a:cubicBezTo>
                      <a:pt x="240" y="418"/>
                      <a:pt x="294" y="407"/>
                      <a:pt x="343" y="396"/>
                    </a:cubicBezTo>
                    <a:cubicBezTo>
                      <a:pt x="468" y="374"/>
                      <a:pt x="593" y="352"/>
                      <a:pt x="718" y="331"/>
                    </a:cubicBezTo>
                    <a:cubicBezTo>
                      <a:pt x="990" y="287"/>
                      <a:pt x="1262" y="244"/>
                      <a:pt x="1533" y="211"/>
                    </a:cubicBezTo>
                    <a:cubicBezTo>
                      <a:pt x="1794" y="178"/>
                      <a:pt x="2055" y="157"/>
                      <a:pt x="2322" y="140"/>
                    </a:cubicBezTo>
                    <a:cubicBezTo>
                      <a:pt x="2566" y="124"/>
                      <a:pt x="2805" y="91"/>
                      <a:pt x="3050" y="53"/>
                    </a:cubicBezTo>
                    <a:cubicBezTo>
                      <a:pt x="3077" y="48"/>
                      <a:pt x="3077" y="15"/>
                      <a:pt x="3050" y="10"/>
                    </a:cubicBezTo>
                    <a:cubicBezTo>
                      <a:pt x="3007" y="3"/>
                      <a:pt x="2962" y="0"/>
                      <a:pt x="29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20"/>
              <p:cNvSpPr/>
              <p:nvPr/>
            </p:nvSpPr>
            <p:spPr>
              <a:xfrm>
                <a:off x="3226575" y="2920725"/>
                <a:ext cx="64300" cy="9250"/>
              </a:xfrm>
              <a:custGeom>
                <a:rect b="b" l="l" r="r" t="t"/>
                <a:pathLst>
                  <a:path extrusionOk="0" h="370" w="2572">
                    <a:moveTo>
                      <a:pt x="2515" y="0"/>
                    </a:moveTo>
                    <a:cubicBezTo>
                      <a:pt x="2433" y="0"/>
                      <a:pt x="2348" y="30"/>
                      <a:pt x="2267" y="35"/>
                    </a:cubicBezTo>
                    <a:cubicBezTo>
                      <a:pt x="2148" y="46"/>
                      <a:pt x="2028" y="57"/>
                      <a:pt x="1914" y="67"/>
                    </a:cubicBezTo>
                    <a:cubicBezTo>
                      <a:pt x="1696" y="89"/>
                      <a:pt x="1479" y="95"/>
                      <a:pt x="1262" y="122"/>
                    </a:cubicBezTo>
                    <a:cubicBezTo>
                      <a:pt x="1158" y="138"/>
                      <a:pt x="1050" y="149"/>
                      <a:pt x="952" y="176"/>
                    </a:cubicBezTo>
                    <a:cubicBezTo>
                      <a:pt x="848" y="198"/>
                      <a:pt x="745" y="209"/>
                      <a:pt x="647" y="236"/>
                    </a:cubicBezTo>
                    <a:cubicBezTo>
                      <a:pt x="441" y="296"/>
                      <a:pt x="234" y="328"/>
                      <a:pt x="22" y="339"/>
                    </a:cubicBezTo>
                    <a:cubicBezTo>
                      <a:pt x="0" y="339"/>
                      <a:pt x="0" y="366"/>
                      <a:pt x="22" y="366"/>
                    </a:cubicBezTo>
                    <a:cubicBezTo>
                      <a:pt x="54" y="368"/>
                      <a:pt x="87" y="370"/>
                      <a:pt x="120" y="370"/>
                    </a:cubicBezTo>
                    <a:cubicBezTo>
                      <a:pt x="177" y="370"/>
                      <a:pt x="235" y="366"/>
                      <a:pt x="294" y="356"/>
                    </a:cubicBezTo>
                    <a:cubicBezTo>
                      <a:pt x="397" y="334"/>
                      <a:pt x="501" y="339"/>
                      <a:pt x="604" y="312"/>
                    </a:cubicBezTo>
                    <a:cubicBezTo>
                      <a:pt x="816" y="263"/>
                      <a:pt x="1033" y="225"/>
                      <a:pt x="1251" y="203"/>
                    </a:cubicBezTo>
                    <a:cubicBezTo>
                      <a:pt x="1474" y="171"/>
                      <a:pt x="1691" y="171"/>
                      <a:pt x="1914" y="149"/>
                    </a:cubicBezTo>
                    <a:cubicBezTo>
                      <a:pt x="2033" y="138"/>
                      <a:pt x="2158" y="127"/>
                      <a:pt x="2278" y="116"/>
                    </a:cubicBezTo>
                    <a:cubicBezTo>
                      <a:pt x="2370" y="95"/>
                      <a:pt x="2463" y="73"/>
                      <a:pt x="2550" y="40"/>
                    </a:cubicBezTo>
                    <a:cubicBezTo>
                      <a:pt x="2572" y="35"/>
                      <a:pt x="2572" y="2"/>
                      <a:pt x="2544" y="2"/>
                    </a:cubicBezTo>
                    <a:lnTo>
                      <a:pt x="2550" y="2"/>
                    </a:lnTo>
                    <a:cubicBezTo>
                      <a:pt x="2538" y="1"/>
                      <a:pt x="2527" y="0"/>
                      <a:pt x="2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20"/>
              <p:cNvSpPr/>
              <p:nvPr/>
            </p:nvSpPr>
            <p:spPr>
              <a:xfrm>
                <a:off x="3224600" y="2928425"/>
                <a:ext cx="71450" cy="11475"/>
              </a:xfrm>
              <a:custGeom>
                <a:rect b="b" l="l" r="r" t="t"/>
                <a:pathLst>
                  <a:path extrusionOk="0" h="459" w="2858">
                    <a:moveTo>
                      <a:pt x="2593" y="1"/>
                    </a:moveTo>
                    <a:cubicBezTo>
                      <a:pt x="2425" y="1"/>
                      <a:pt x="2259" y="24"/>
                      <a:pt x="2091" y="42"/>
                    </a:cubicBezTo>
                    <a:cubicBezTo>
                      <a:pt x="1841" y="64"/>
                      <a:pt x="1580" y="102"/>
                      <a:pt x="1324" y="145"/>
                    </a:cubicBezTo>
                    <a:cubicBezTo>
                      <a:pt x="1069" y="189"/>
                      <a:pt x="824" y="232"/>
                      <a:pt x="569" y="287"/>
                    </a:cubicBezTo>
                    <a:cubicBezTo>
                      <a:pt x="449" y="314"/>
                      <a:pt x="335" y="352"/>
                      <a:pt x="215" y="379"/>
                    </a:cubicBezTo>
                    <a:cubicBezTo>
                      <a:pt x="145" y="395"/>
                      <a:pt x="63" y="385"/>
                      <a:pt x="9" y="433"/>
                    </a:cubicBezTo>
                    <a:cubicBezTo>
                      <a:pt x="0" y="446"/>
                      <a:pt x="12" y="459"/>
                      <a:pt x="22" y="459"/>
                    </a:cubicBezTo>
                    <a:cubicBezTo>
                      <a:pt x="25" y="459"/>
                      <a:pt x="28" y="458"/>
                      <a:pt x="31" y="455"/>
                    </a:cubicBezTo>
                    <a:cubicBezTo>
                      <a:pt x="85" y="412"/>
                      <a:pt x="221" y="428"/>
                      <a:pt x="291" y="412"/>
                    </a:cubicBezTo>
                    <a:cubicBezTo>
                      <a:pt x="406" y="385"/>
                      <a:pt x="520" y="368"/>
                      <a:pt x="639" y="346"/>
                    </a:cubicBezTo>
                    <a:cubicBezTo>
                      <a:pt x="879" y="303"/>
                      <a:pt x="1123" y="265"/>
                      <a:pt x="1362" y="221"/>
                    </a:cubicBezTo>
                    <a:cubicBezTo>
                      <a:pt x="1601" y="183"/>
                      <a:pt x="1857" y="151"/>
                      <a:pt x="2107" y="124"/>
                    </a:cubicBezTo>
                    <a:cubicBezTo>
                      <a:pt x="2227" y="113"/>
                      <a:pt x="2352" y="96"/>
                      <a:pt x="2477" y="91"/>
                    </a:cubicBezTo>
                    <a:cubicBezTo>
                      <a:pt x="2602" y="80"/>
                      <a:pt x="2716" y="91"/>
                      <a:pt x="2835" y="69"/>
                    </a:cubicBezTo>
                    <a:cubicBezTo>
                      <a:pt x="2857" y="58"/>
                      <a:pt x="2857" y="26"/>
                      <a:pt x="2835" y="20"/>
                    </a:cubicBezTo>
                    <a:lnTo>
                      <a:pt x="2841" y="20"/>
                    </a:lnTo>
                    <a:cubicBezTo>
                      <a:pt x="2757" y="6"/>
                      <a:pt x="2675" y="1"/>
                      <a:pt x="25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20"/>
              <p:cNvSpPr/>
              <p:nvPr/>
            </p:nvSpPr>
            <p:spPr>
              <a:xfrm>
                <a:off x="3228875" y="2933675"/>
                <a:ext cx="73000" cy="12675"/>
              </a:xfrm>
              <a:custGeom>
                <a:rect b="b" l="l" r="r" t="t"/>
                <a:pathLst>
                  <a:path extrusionOk="0" h="507" w="2920">
                    <a:moveTo>
                      <a:pt x="2898" y="1"/>
                    </a:moveTo>
                    <a:cubicBezTo>
                      <a:pt x="2849" y="1"/>
                      <a:pt x="2800" y="22"/>
                      <a:pt x="2751" y="22"/>
                    </a:cubicBezTo>
                    <a:cubicBezTo>
                      <a:pt x="2713" y="28"/>
                      <a:pt x="2670" y="33"/>
                      <a:pt x="2632" y="44"/>
                    </a:cubicBezTo>
                    <a:cubicBezTo>
                      <a:pt x="2507" y="71"/>
                      <a:pt x="2382" y="93"/>
                      <a:pt x="2251" y="109"/>
                    </a:cubicBezTo>
                    <a:cubicBezTo>
                      <a:pt x="2001" y="136"/>
                      <a:pt x="1746" y="169"/>
                      <a:pt x="1496" y="207"/>
                    </a:cubicBezTo>
                    <a:cubicBezTo>
                      <a:pt x="1246" y="245"/>
                      <a:pt x="1001" y="283"/>
                      <a:pt x="751" y="332"/>
                    </a:cubicBezTo>
                    <a:lnTo>
                      <a:pt x="376" y="408"/>
                    </a:lnTo>
                    <a:cubicBezTo>
                      <a:pt x="311" y="419"/>
                      <a:pt x="245" y="430"/>
                      <a:pt x="186" y="441"/>
                    </a:cubicBezTo>
                    <a:cubicBezTo>
                      <a:pt x="120" y="452"/>
                      <a:pt x="72" y="468"/>
                      <a:pt x="17" y="479"/>
                    </a:cubicBezTo>
                    <a:cubicBezTo>
                      <a:pt x="2" y="479"/>
                      <a:pt x="1" y="507"/>
                      <a:pt x="14" y="507"/>
                    </a:cubicBezTo>
                    <a:cubicBezTo>
                      <a:pt x="15" y="507"/>
                      <a:pt x="16" y="507"/>
                      <a:pt x="17" y="506"/>
                    </a:cubicBezTo>
                    <a:cubicBezTo>
                      <a:pt x="66" y="501"/>
                      <a:pt x="115" y="484"/>
                      <a:pt x="158" y="473"/>
                    </a:cubicBezTo>
                    <a:cubicBezTo>
                      <a:pt x="224" y="463"/>
                      <a:pt x="289" y="463"/>
                      <a:pt x="349" y="452"/>
                    </a:cubicBezTo>
                    <a:lnTo>
                      <a:pt x="735" y="397"/>
                    </a:lnTo>
                    <a:cubicBezTo>
                      <a:pt x="990" y="359"/>
                      <a:pt x="1246" y="332"/>
                      <a:pt x="1501" y="294"/>
                    </a:cubicBezTo>
                    <a:cubicBezTo>
                      <a:pt x="1963" y="229"/>
                      <a:pt x="2480" y="234"/>
                      <a:pt x="2904" y="28"/>
                    </a:cubicBezTo>
                    <a:cubicBezTo>
                      <a:pt x="2920" y="22"/>
                      <a:pt x="2914" y="1"/>
                      <a:pt x="28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20"/>
              <p:cNvSpPr/>
              <p:nvPr/>
            </p:nvSpPr>
            <p:spPr>
              <a:xfrm>
                <a:off x="3233850" y="2943850"/>
                <a:ext cx="56300" cy="11075"/>
              </a:xfrm>
              <a:custGeom>
                <a:rect b="b" l="l" r="r" t="t"/>
                <a:pathLst>
                  <a:path extrusionOk="0" h="443" w="2252">
                    <a:moveTo>
                      <a:pt x="2215" y="1"/>
                    </a:moveTo>
                    <a:cubicBezTo>
                      <a:pt x="2213" y="1"/>
                      <a:pt x="2212" y="1"/>
                      <a:pt x="2210" y="1"/>
                    </a:cubicBezTo>
                    <a:lnTo>
                      <a:pt x="2204" y="1"/>
                    </a:lnTo>
                    <a:cubicBezTo>
                      <a:pt x="2128" y="7"/>
                      <a:pt x="2058" y="18"/>
                      <a:pt x="1982" y="34"/>
                    </a:cubicBezTo>
                    <a:cubicBezTo>
                      <a:pt x="1895" y="50"/>
                      <a:pt x="1808" y="61"/>
                      <a:pt x="1715" y="72"/>
                    </a:cubicBezTo>
                    <a:cubicBezTo>
                      <a:pt x="1525" y="105"/>
                      <a:pt x="1335" y="159"/>
                      <a:pt x="1144" y="192"/>
                    </a:cubicBezTo>
                    <a:cubicBezTo>
                      <a:pt x="775" y="262"/>
                      <a:pt x="394" y="306"/>
                      <a:pt x="36" y="387"/>
                    </a:cubicBezTo>
                    <a:cubicBezTo>
                      <a:pt x="1" y="397"/>
                      <a:pt x="11" y="443"/>
                      <a:pt x="38" y="443"/>
                    </a:cubicBezTo>
                    <a:cubicBezTo>
                      <a:pt x="41" y="443"/>
                      <a:pt x="44" y="443"/>
                      <a:pt x="46" y="442"/>
                    </a:cubicBezTo>
                    <a:cubicBezTo>
                      <a:pt x="416" y="376"/>
                      <a:pt x="786" y="349"/>
                      <a:pt x="1155" y="295"/>
                    </a:cubicBezTo>
                    <a:cubicBezTo>
                      <a:pt x="1335" y="268"/>
                      <a:pt x="1514" y="213"/>
                      <a:pt x="1699" y="186"/>
                    </a:cubicBezTo>
                    <a:cubicBezTo>
                      <a:pt x="1791" y="170"/>
                      <a:pt x="1889" y="159"/>
                      <a:pt x="1982" y="143"/>
                    </a:cubicBezTo>
                    <a:cubicBezTo>
                      <a:pt x="2020" y="137"/>
                      <a:pt x="2063" y="126"/>
                      <a:pt x="2101" y="115"/>
                    </a:cubicBezTo>
                    <a:cubicBezTo>
                      <a:pt x="2139" y="99"/>
                      <a:pt x="2172" y="72"/>
                      <a:pt x="2215" y="61"/>
                    </a:cubicBezTo>
                    <a:cubicBezTo>
                      <a:pt x="2252" y="51"/>
                      <a:pt x="2248" y="1"/>
                      <a:pt x="2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20"/>
              <p:cNvSpPr/>
              <p:nvPr/>
            </p:nvSpPr>
            <p:spPr>
              <a:xfrm>
                <a:off x="3229225" y="2963450"/>
                <a:ext cx="65250" cy="9025"/>
              </a:xfrm>
              <a:custGeom>
                <a:rect b="b" l="l" r="r" t="t"/>
                <a:pathLst>
                  <a:path extrusionOk="0" h="361" w="2610">
                    <a:moveTo>
                      <a:pt x="2590" y="0"/>
                    </a:moveTo>
                    <a:cubicBezTo>
                      <a:pt x="2587" y="0"/>
                      <a:pt x="2583" y="2"/>
                      <a:pt x="2580" y="5"/>
                    </a:cubicBezTo>
                    <a:lnTo>
                      <a:pt x="2585" y="5"/>
                    </a:lnTo>
                    <a:cubicBezTo>
                      <a:pt x="2549" y="19"/>
                      <a:pt x="2514" y="29"/>
                      <a:pt x="2478" y="29"/>
                    </a:cubicBezTo>
                    <a:cubicBezTo>
                      <a:pt x="2470" y="29"/>
                      <a:pt x="2462" y="28"/>
                      <a:pt x="2455" y="27"/>
                    </a:cubicBezTo>
                    <a:cubicBezTo>
                      <a:pt x="2400" y="27"/>
                      <a:pt x="2351" y="33"/>
                      <a:pt x="2303" y="38"/>
                    </a:cubicBezTo>
                    <a:cubicBezTo>
                      <a:pt x="2194" y="54"/>
                      <a:pt x="2085" y="71"/>
                      <a:pt x="1976" y="87"/>
                    </a:cubicBezTo>
                    <a:cubicBezTo>
                      <a:pt x="1753" y="114"/>
                      <a:pt x="1531" y="103"/>
                      <a:pt x="1308" y="147"/>
                    </a:cubicBezTo>
                    <a:cubicBezTo>
                      <a:pt x="1079" y="185"/>
                      <a:pt x="846" y="212"/>
                      <a:pt x="617" y="228"/>
                    </a:cubicBezTo>
                    <a:cubicBezTo>
                      <a:pt x="503" y="239"/>
                      <a:pt x="395" y="261"/>
                      <a:pt x="280" y="272"/>
                    </a:cubicBezTo>
                    <a:cubicBezTo>
                      <a:pt x="253" y="275"/>
                      <a:pt x="217" y="280"/>
                      <a:pt x="180" y="280"/>
                    </a:cubicBezTo>
                    <a:cubicBezTo>
                      <a:pt x="143" y="280"/>
                      <a:pt x="106" y="275"/>
                      <a:pt x="79" y="256"/>
                    </a:cubicBezTo>
                    <a:cubicBezTo>
                      <a:pt x="69" y="249"/>
                      <a:pt x="60" y="246"/>
                      <a:pt x="52" y="246"/>
                    </a:cubicBezTo>
                    <a:cubicBezTo>
                      <a:pt x="15" y="246"/>
                      <a:pt x="0" y="304"/>
                      <a:pt x="36" y="326"/>
                    </a:cubicBezTo>
                    <a:cubicBezTo>
                      <a:pt x="77" y="349"/>
                      <a:pt x="124" y="361"/>
                      <a:pt x="170" y="361"/>
                    </a:cubicBezTo>
                    <a:cubicBezTo>
                      <a:pt x="191" y="361"/>
                      <a:pt x="211" y="358"/>
                      <a:pt x="231" y="353"/>
                    </a:cubicBezTo>
                    <a:cubicBezTo>
                      <a:pt x="335" y="348"/>
                      <a:pt x="433" y="326"/>
                      <a:pt x="541" y="315"/>
                    </a:cubicBezTo>
                    <a:cubicBezTo>
                      <a:pt x="786" y="288"/>
                      <a:pt x="1036" y="283"/>
                      <a:pt x="1281" y="239"/>
                    </a:cubicBezTo>
                    <a:cubicBezTo>
                      <a:pt x="1400" y="223"/>
                      <a:pt x="1520" y="212"/>
                      <a:pt x="1639" y="196"/>
                    </a:cubicBezTo>
                    <a:cubicBezTo>
                      <a:pt x="1759" y="185"/>
                      <a:pt x="1895" y="190"/>
                      <a:pt x="2025" y="163"/>
                    </a:cubicBezTo>
                    <a:cubicBezTo>
                      <a:pt x="2150" y="141"/>
                      <a:pt x="2275" y="130"/>
                      <a:pt x="2400" y="103"/>
                    </a:cubicBezTo>
                    <a:cubicBezTo>
                      <a:pt x="2466" y="92"/>
                      <a:pt x="2553" y="82"/>
                      <a:pt x="2601" y="27"/>
                    </a:cubicBezTo>
                    <a:cubicBezTo>
                      <a:pt x="2610" y="19"/>
                      <a:pt x="2602" y="0"/>
                      <a:pt x="25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20"/>
              <p:cNvSpPr/>
              <p:nvPr/>
            </p:nvSpPr>
            <p:spPr>
              <a:xfrm>
                <a:off x="3237075" y="2968575"/>
                <a:ext cx="63825" cy="9850"/>
              </a:xfrm>
              <a:custGeom>
                <a:rect b="b" l="l" r="r" t="t"/>
                <a:pathLst>
                  <a:path extrusionOk="0" h="394" w="2553">
                    <a:moveTo>
                      <a:pt x="2536" y="1"/>
                    </a:moveTo>
                    <a:cubicBezTo>
                      <a:pt x="2535" y="1"/>
                      <a:pt x="2534" y="1"/>
                      <a:pt x="2532" y="2"/>
                    </a:cubicBezTo>
                    <a:cubicBezTo>
                      <a:pt x="2326" y="29"/>
                      <a:pt x="2114" y="18"/>
                      <a:pt x="1907" y="45"/>
                    </a:cubicBezTo>
                    <a:cubicBezTo>
                      <a:pt x="1700" y="72"/>
                      <a:pt x="1488" y="94"/>
                      <a:pt x="1276" y="127"/>
                    </a:cubicBezTo>
                    <a:cubicBezTo>
                      <a:pt x="1070" y="165"/>
                      <a:pt x="858" y="214"/>
                      <a:pt x="646" y="246"/>
                    </a:cubicBezTo>
                    <a:cubicBezTo>
                      <a:pt x="434" y="268"/>
                      <a:pt x="222" y="311"/>
                      <a:pt x="15" y="366"/>
                    </a:cubicBezTo>
                    <a:cubicBezTo>
                      <a:pt x="0" y="371"/>
                      <a:pt x="8" y="394"/>
                      <a:pt x="22" y="394"/>
                    </a:cubicBezTo>
                    <a:cubicBezTo>
                      <a:pt x="23" y="394"/>
                      <a:pt x="25" y="393"/>
                      <a:pt x="26" y="393"/>
                    </a:cubicBezTo>
                    <a:cubicBezTo>
                      <a:pt x="238" y="349"/>
                      <a:pt x="456" y="317"/>
                      <a:pt x="668" y="306"/>
                    </a:cubicBezTo>
                    <a:cubicBezTo>
                      <a:pt x="880" y="279"/>
                      <a:pt x="1086" y="235"/>
                      <a:pt x="1298" y="203"/>
                    </a:cubicBezTo>
                    <a:cubicBezTo>
                      <a:pt x="1510" y="170"/>
                      <a:pt x="1738" y="148"/>
                      <a:pt x="1956" y="116"/>
                    </a:cubicBezTo>
                    <a:cubicBezTo>
                      <a:pt x="2152" y="94"/>
                      <a:pt x="2347" y="94"/>
                      <a:pt x="2538" y="29"/>
                    </a:cubicBezTo>
                    <a:cubicBezTo>
                      <a:pt x="2552" y="24"/>
                      <a:pt x="2549" y="1"/>
                      <a:pt x="2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20"/>
              <p:cNvSpPr/>
              <p:nvPr/>
            </p:nvSpPr>
            <p:spPr>
              <a:xfrm>
                <a:off x="3239700" y="2976450"/>
                <a:ext cx="57800" cy="8425"/>
              </a:xfrm>
              <a:custGeom>
                <a:rect b="b" l="l" r="r" t="t"/>
                <a:pathLst>
                  <a:path extrusionOk="0" h="337" w="2312">
                    <a:moveTo>
                      <a:pt x="2296" y="1"/>
                    </a:moveTo>
                    <a:cubicBezTo>
                      <a:pt x="2294" y="1"/>
                      <a:pt x="2293" y="1"/>
                      <a:pt x="2291" y="2"/>
                    </a:cubicBezTo>
                    <a:lnTo>
                      <a:pt x="2297" y="2"/>
                    </a:lnTo>
                    <a:cubicBezTo>
                      <a:pt x="2270" y="22"/>
                      <a:pt x="2242" y="27"/>
                      <a:pt x="2214" y="27"/>
                    </a:cubicBezTo>
                    <a:cubicBezTo>
                      <a:pt x="2189" y="27"/>
                      <a:pt x="2164" y="24"/>
                      <a:pt x="2139" y="24"/>
                    </a:cubicBezTo>
                    <a:cubicBezTo>
                      <a:pt x="2095" y="24"/>
                      <a:pt x="2047" y="29"/>
                      <a:pt x="2003" y="34"/>
                    </a:cubicBezTo>
                    <a:cubicBezTo>
                      <a:pt x="1900" y="40"/>
                      <a:pt x="1797" y="40"/>
                      <a:pt x="1693" y="56"/>
                    </a:cubicBezTo>
                    <a:cubicBezTo>
                      <a:pt x="1476" y="83"/>
                      <a:pt x="1269" y="138"/>
                      <a:pt x="1052" y="154"/>
                    </a:cubicBezTo>
                    <a:cubicBezTo>
                      <a:pt x="851" y="165"/>
                      <a:pt x="633" y="165"/>
                      <a:pt x="432" y="214"/>
                    </a:cubicBezTo>
                    <a:cubicBezTo>
                      <a:pt x="345" y="230"/>
                      <a:pt x="253" y="257"/>
                      <a:pt x="160" y="268"/>
                    </a:cubicBezTo>
                    <a:cubicBezTo>
                      <a:pt x="111" y="268"/>
                      <a:pt x="57" y="285"/>
                      <a:pt x="14" y="312"/>
                    </a:cubicBezTo>
                    <a:cubicBezTo>
                      <a:pt x="0" y="320"/>
                      <a:pt x="12" y="336"/>
                      <a:pt x="26" y="336"/>
                    </a:cubicBezTo>
                    <a:cubicBezTo>
                      <a:pt x="29" y="336"/>
                      <a:pt x="32" y="336"/>
                      <a:pt x="35" y="333"/>
                    </a:cubicBezTo>
                    <a:cubicBezTo>
                      <a:pt x="84" y="285"/>
                      <a:pt x="220" y="301"/>
                      <a:pt x="285" y="295"/>
                    </a:cubicBezTo>
                    <a:cubicBezTo>
                      <a:pt x="383" y="285"/>
                      <a:pt x="481" y="263"/>
                      <a:pt x="579" y="263"/>
                    </a:cubicBezTo>
                    <a:cubicBezTo>
                      <a:pt x="796" y="257"/>
                      <a:pt x="1014" y="241"/>
                      <a:pt x="1226" y="214"/>
                    </a:cubicBezTo>
                    <a:cubicBezTo>
                      <a:pt x="1438" y="187"/>
                      <a:pt x="1644" y="143"/>
                      <a:pt x="1856" y="121"/>
                    </a:cubicBezTo>
                    <a:cubicBezTo>
                      <a:pt x="1943" y="116"/>
                      <a:pt x="2030" y="100"/>
                      <a:pt x="2117" y="78"/>
                    </a:cubicBezTo>
                    <a:cubicBezTo>
                      <a:pt x="2188" y="67"/>
                      <a:pt x="2253" y="67"/>
                      <a:pt x="2302" y="18"/>
                    </a:cubicBezTo>
                    <a:cubicBezTo>
                      <a:pt x="2311" y="13"/>
                      <a:pt x="2305" y="1"/>
                      <a:pt x="2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20"/>
              <p:cNvSpPr/>
              <p:nvPr/>
            </p:nvSpPr>
            <p:spPr>
              <a:xfrm>
                <a:off x="3245325" y="2979875"/>
                <a:ext cx="59775" cy="10500"/>
              </a:xfrm>
              <a:custGeom>
                <a:rect b="b" l="l" r="r" t="t"/>
                <a:pathLst>
                  <a:path extrusionOk="0" h="420" w="2391">
                    <a:moveTo>
                      <a:pt x="2370" y="0"/>
                    </a:moveTo>
                    <a:cubicBezTo>
                      <a:pt x="2368" y="0"/>
                      <a:pt x="2367" y="0"/>
                      <a:pt x="2365" y="1"/>
                    </a:cubicBezTo>
                    <a:lnTo>
                      <a:pt x="2371" y="1"/>
                    </a:lnTo>
                    <a:cubicBezTo>
                      <a:pt x="2289" y="6"/>
                      <a:pt x="2202" y="28"/>
                      <a:pt x="2121" y="39"/>
                    </a:cubicBezTo>
                    <a:cubicBezTo>
                      <a:pt x="2023" y="55"/>
                      <a:pt x="1925" y="77"/>
                      <a:pt x="1827" y="93"/>
                    </a:cubicBezTo>
                    <a:cubicBezTo>
                      <a:pt x="1620" y="131"/>
                      <a:pt x="1408" y="169"/>
                      <a:pt x="1196" y="191"/>
                    </a:cubicBezTo>
                    <a:cubicBezTo>
                      <a:pt x="995" y="213"/>
                      <a:pt x="800" y="240"/>
                      <a:pt x="599" y="273"/>
                    </a:cubicBezTo>
                    <a:cubicBezTo>
                      <a:pt x="506" y="283"/>
                      <a:pt x="408" y="300"/>
                      <a:pt x="316" y="321"/>
                    </a:cubicBezTo>
                    <a:cubicBezTo>
                      <a:pt x="218" y="338"/>
                      <a:pt x="120" y="370"/>
                      <a:pt x="17" y="387"/>
                    </a:cubicBezTo>
                    <a:cubicBezTo>
                      <a:pt x="1" y="387"/>
                      <a:pt x="6" y="419"/>
                      <a:pt x="22" y="419"/>
                    </a:cubicBezTo>
                    <a:cubicBezTo>
                      <a:pt x="430" y="381"/>
                      <a:pt x="827" y="316"/>
                      <a:pt x="1235" y="289"/>
                    </a:cubicBezTo>
                    <a:cubicBezTo>
                      <a:pt x="1425" y="273"/>
                      <a:pt x="1615" y="240"/>
                      <a:pt x="1805" y="207"/>
                    </a:cubicBezTo>
                    <a:cubicBezTo>
                      <a:pt x="1903" y="186"/>
                      <a:pt x="2001" y="164"/>
                      <a:pt x="2099" y="137"/>
                    </a:cubicBezTo>
                    <a:cubicBezTo>
                      <a:pt x="2197" y="109"/>
                      <a:pt x="2284" y="71"/>
                      <a:pt x="2371" y="39"/>
                    </a:cubicBezTo>
                    <a:cubicBezTo>
                      <a:pt x="2391" y="29"/>
                      <a:pt x="2388" y="0"/>
                      <a:pt x="2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20"/>
              <p:cNvSpPr/>
              <p:nvPr/>
            </p:nvSpPr>
            <p:spPr>
              <a:xfrm>
                <a:off x="3239475" y="2989950"/>
                <a:ext cx="60650" cy="9525"/>
              </a:xfrm>
              <a:custGeom>
                <a:rect b="b" l="l" r="r" t="t"/>
                <a:pathLst>
                  <a:path extrusionOk="0" h="381" w="2426">
                    <a:moveTo>
                      <a:pt x="2398" y="0"/>
                    </a:moveTo>
                    <a:lnTo>
                      <a:pt x="2403" y="5"/>
                    </a:lnTo>
                    <a:cubicBezTo>
                      <a:pt x="2379" y="4"/>
                      <a:pt x="2354" y="3"/>
                      <a:pt x="2329" y="3"/>
                    </a:cubicBezTo>
                    <a:cubicBezTo>
                      <a:pt x="2262" y="3"/>
                      <a:pt x="2195" y="8"/>
                      <a:pt x="2132" y="16"/>
                    </a:cubicBezTo>
                    <a:cubicBezTo>
                      <a:pt x="2028" y="27"/>
                      <a:pt x="1925" y="27"/>
                      <a:pt x="1822" y="38"/>
                    </a:cubicBezTo>
                    <a:cubicBezTo>
                      <a:pt x="1626" y="60"/>
                      <a:pt x="1430" y="103"/>
                      <a:pt x="1240" y="136"/>
                    </a:cubicBezTo>
                    <a:cubicBezTo>
                      <a:pt x="1045" y="169"/>
                      <a:pt x="843" y="207"/>
                      <a:pt x="648" y="239"/>
                    </a:cubicBezTo>
                    <a:cubicBezTo>
                      <a:pt x="544" y="255"/>
                      <a:pt x="447" y="266"/>
                      <a:pt x="349" y="283"/>
                    </a:cubicBezTo>
                    <a:cubicBezTo>
                      <a:pt x="235" y="299"/>
                      <a:pt x="131" y="348"/>
                      <a:pt x="17" y="353"/>
                    </a:cubicBezTo>
                    <a:cubicBezTo>
                      <a:pt x="1" y="353"/>
                      <a:pt x="1" y="381"/>
                      <a:pt x="17" y="381"/>
                    </a:cubicBezTo>
                    <a:cubicBezTo>
                      <a:pt x="110" y="381"/>
                      <a:pt x="202" y="370"/>
                      <a:pt x="289" y="353"/>
                    </a:cubicBezTo>
                    <a:cubicBezTo>
                      <a:pt x="387" y="342"/>
                      <a:pt x="485" y="353"/>
                      <a:pt x="582" y="337"/>
                    </a:cubicBezTo>
                    <a:cubicBezTo>
                      <a:pt x="784" y="310"/>
                      <a:pt x="990" y="288"/>
                      <a:pt x="1191" y="250"/>
                    </a:cubicBezTo>
                    <a:cubicBezTo>
                      <a:pt x="1398" y="217"/>
                      <a:pt x="1588" y="185"/>
                      <a:pt x="1784" y="152"/>
                    </a:cubicBezTo>
                    <a:cubicBezTo>
                      <a:pt x="1882" y="136"/>
                      <a:pt x="1979" y="130"/>
                      <a:pt x="2077" y="114"/>
                    </a:cubicBezTo>
                    <a:cubicBezTo>
                      <a:pt x="2186" y="98"/>
                      <a:pt x="2289" y="49"/>
                      <a:pt x="2398" y="38"/>
                    </a:cubicBezTo>
                    <a:cubicBezTo>
                      <a:pt x="2425" y="38"/>
                      <a:pt x="2425" y="0"/>
                      <a:pt x="2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20"/>
              <p:cNvSpPr/>
              <p:nvPr/>
            </p:nvSpPr>
            <p:spPr>
              <a:xfrm>
                <a:off x="3246450" y="3004075"/>
                <a:ext cx="48650" cy="6550"/>
              </a:xfrm>
              <a:custGeom>
                <a:rect b="b" l="l" r="r" t="t"/>
                <a:pathLst>
                  <a:path extrusionOk="0" h="262" w="1946">
                    <a:moveTo>
                      <a:pt x="1620" y="0"/>
                    </a:moveTo>
                    <a:cubicBezTo>
                      <a:pt x="1569" y="0"/>
                      <a:pt x="1517" y="2"/>
                      <a:pt x="1467" y="6"/>
                    </a:cubicBezTo>
                    <a:cubicBezTo>
                      <a:pt x="1298" y="6"/>
                      <a:pt x="1130" y="28"/>
                      <a:pt x="961" y="38"/>
                    </a:cubicBezTo>
                    <a:cubicBezTo>
                      <a:pt x="804" y="49"/>
                      <a:pt x="646" y="71"/>
                      <a:pt x="488" y="104"/>
                    </a:cubicBezTo>
                    <a:cubicBezTo>
                      <a:pt x="407" y="120"/>
                      <a:pt x="331" y="136"/>
                      <a:pt x="255" y="147"/>
                    </a:cubicBezTo>
                    <a:cubicBezTo>
                      <a:pt x="178" y="158"/>
                      <a:pt x="113" y="180"/>
                      <a:pt x="43" y="191"/>
                    </a:cubicBezTo>
                    <a:cubicBezTo>
                      <a:pt x="1" y="201"/>
                      <a:pt x="14" y="262"/>
                      <a:pt x="54" y="262"/>
                    </a:cubicBezTo>
                    <a:cubicBezTo>
                      <a:pt x="55" y="262"/>
                      <a:pt x="57" y="261"/>
                      <a:pt x="59" y="261"/>
                    </a:cubicBezTo>
                    <a:cubicBezTo>
                      <a:pt x="135" y="250"/>
                      <a:pt x="206" y="229"/>
                      <a:pt x="282" y="223"/>
                    </a:cubicBezTo>
                    <a:cubicBezTo>
                      <a:pt x="358" y="218"/>
                      <a:pt x="423" y="207"/>
                      <a:pt x="494" y="196"/>
                    </a:cubicBezTo>
                    <a:cubicBezTo>
                      <a:pt x="662" y="174"/>
                      <a:pt x="831" y="163"/>
                      <a:pt x="999" y="153"/>
                    </a:cubicBezTo>
                    <a:cubicBezTo>
                      <a:pt x="1304" y="136"/>
                      <a:pt x="1630" y="142"/>
                      <a:pt x="1929" y="66"/>
                    </a:cubicBezTo>
                    <a:cubicBezTo>
                      <a:pt x="1945" y="60"/>
                      <a:pt x="1945" y="28"/>
                      <a:pt x="1929" y="22"/>
                    </a:cubicBezTo>
                    <a:cubicBezTo>
                      <a:pt x="1827" y="8"/>
                      <a:pt x="1723" y="0"/>
                      <a:pt x="1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20"/>
              <p:cNvSpPr/>
              <p:nvPr/>
            </p:nvSpPr>
            <p:spPr>
              <a:xfrm>
                <a:off x="3246200" y="3012075"/>
                <a:ext cx="41925" cy="5350"/>
              </a:xfrm>
              <a:custGeom>
                <a:rect b="b" l="l" r="r" t="t"/>
                <a:pathLst>
                  <a:path extrusionOk="0" h="214" w="1677">
                    <a:moveTo>
                      <a:pt x="1656" y="0"/>
                    </a:moveTo>
                    <a:cubicBezTo>
                      <a:pt x="1654" y="0"/>
                      <a:pt x="1653" y="1"/>
                      <a:pt x="1651" y="1"/>
                    </a:cubicBezTo>
                    <a:cubicBezTo>
                      <a:pt x="1555" y="18"/>
                      <a:pt x="1456" y="25"/>
                      <a:pt x="1357" y="25"/>
                    </a:cubicBezTo>
                    <a:cubicBezTo>
                      <a:pt x="1326" y="25"/>
                      <a:pt x="1296" y="24"/>
                      <a:pt x="1265" y="23"/>
                    </a:cubicBezTo>
                    <a:cubicBezTo>
                      <a:pt x="1140" y="23"/>
                      <a:pt x="1015" y="34"/>
                      <a:pt x="884" y="50"/>
                    </a:cubicBezTo>
                    <a:cubicBezTo>
                      <a:pt x="693" y="77"/>
                      <a:pt x="489" y="141"/>
                      <a:pt x="292" y="141"/>
                    </a:cubicBezTo>
                    <a:cubicBezTo>
                      <a:pt x="208" y="141"/>
                      <a:pt x="126" y="130"/>
                      <a:pt x="47" y="99"/>
                    </a:cubicBezTo>
                    <a:cubicBezTo>
                      <a:pt x="44" y="98"/>
                      <a:pt x="42" y="97"/>
                      <a:pt x="39" y="97"/>
                    </a:cubicBezTo>
                    <a:cubicBezTo>
                      <a:pt x="16" y="97"/>
                      <a:pt x="1" y="139"/>
                      <a:pt x="25" y="153"/>
                    </a:cubicBezTo>
                    <a:cubicBezTo>
                      <a:pt x="132" y="198"/>
                      <a:pt x="241" y="213"/>
                      <a:pt x="351" y="213"/>
                    </a:cubicBezTo>
                    <a:cubicBezTo>
                      <a:pt x="509" y="213"/>
                      <a:pt x="669" y="181"/>
                      <a:pt x="830" y="159"/>
                    </a:cubicBezTo>
                    <a:cubicBezTo>
                      <a:pt x="971" y="137"/>
                      <a:pt x="1118" y="121"/>
                      <a:pt x="1259" y="99"/>
                    </a:cubicBezTo>
                    <a:cubicBezTo>
                      <a:pt x="1390" y="77"/>
                      <a:pt x="1531" y="77"/>
                      <a:pt x="1662" y="28"/>
                    </a:cubicBezTo>
                    <a:cubicBezTo>
                      <a:pt x="1676" y="23"/>
                      <a:pt x="1673" y="0"/>
                      <a:pt x="16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20"/>
              <p:cNvSpPr/>
              <p:nvPr/>
            </p:nvSpPr>
            <p:spPr>
              <a:xfrm>
                <a:off x="3209450" y="2935925"/>
                <a:ext cx="4100" cy="6275"/>
              </a:xfrm>
              <a:custGeom>
                <a:rect b="b" l="l" r="r" t="t"/>
                <a:pathLst>
                  <a:path extrusionOk="0" h="251" w="164">
                    <a:moveTo>
                      <a:pt x="116" y="1"/>
                    </a:moveTo>
                    <a:cubicBezTo>
                      <a:pt x="104" y="1"/>
                      <a:pt x="93" y="6"/>
                      <a:pt x="88" y="19"/>
                    </a:cubicBezTo>
                    <a:cubicBezTo>
                      <a:pt x="55" y="79"/>
                      <a:pt x="6" y="139"/>
                      <a:pt x="1" y="210"/>
                    </a:cubicBezTo>
                    <a:cubicBezTo>
                      <a:pt x="1" y="234"/>
                      <a:pt x="25" y="250"/>
                      <a:pt x="49" y="250"/>
                    </a:cubicBezTo>
                    <a:cubicBezTo>
                      <a:pt x="66" y="250"/>
                      <a:pt x="83" y="241"/>
                      <a:pt x="88" y="220"/>
                    </a:cubicBezTo>
                    <a:cubicBezTo>
                      <a:pt x="104" y="161"/>
                      <a:pt x="126" y="101"/>
                      <a:pt x="153" y="46"/>
                    </a:cubicBezTo>
                    <a:cubicBezTo>
                      <a:pt x="164" y="21"/>
                      <a:pt x="139" y="1"/>
                      <a:pt x="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20"/>
              <p:cNvSpPr/>
              <p:nvPr/>
            </p:nvSpPr>
            <p:spPr>
              <a:xfrm>
                <a:off x="3210000" y="2941875"/>
                <a:ext cx="4775" cy="6225"/>
              </a:xfrm>
              <a:custGeom>
                <a:rect b="b" l="l" r="r" t="t"/>
                <a:pathLst>
                  <a:path extrusionOk="0" h="249" w="191">
                    <a:moveTo>
                      <a:pt x="116" y="25"/>
                    </a:moveTo>
                    <a:cubicBezTo>
                      <a:pt x="116" y="25"/>
                      <a:pt x="114" y="26"/>
                      <a:pt x="114" y="26"/>
                    </a:cubicBezTo>
                    <a:lnTo>
                      <a:pt x="117" y="26"/>
                    </a:lnTo>
                    <a:cubicBezTo>
                      <a:pt x="117" y="25"/>
                      <a:pt x="117" y="25"/>
                      <a:pt x="116" y="25"/>
                    </a:cubicBezTo>
                    <a:close/>
                    <a:moveTo>
                      <a:pt x="154" y="0"/>
                    </a:moveTo>
                    <a:cubicBezTo>
                      <a:pt x="140" y="0"/>
                      <a:pt x="125" y="9"/>
                      <a:pt x="120" y="26"/>
                    </a:cubicBezTo>
                    <a:lnTo>
                      <a:pt x="117" y="26"/>
                    </a:lnTo>
                    <a:cubicBezTo>
                      <a:pt x="116" y="27"/>
                      <a:pt x="116" y="29"/>
                      <a:pt x="114" y="31"/>
                    </a:cubicBezTo>
                    <a:cubicBezTo>
                      <a:pt x="114" y="31"/>
                      <a:pt x="109" y="37"/>
                      <a:pt x="109" y="37"/>
                    </a:cubicBezTo>
                    <a:cubicBezTo>
                      <a:pt x="104" y="48"/>
                      <a:pt x="93" y="59"/>
                      <a:pt x="82" y="69"/>
                    </a:cubicBezTo>
                    <a:cubicBezTo>
                      <a:pt x="60" y="91"/>
                      <a:pt x="38" y="118"/>
                      <a:pt x="22" y="140"/>
                    </a:cubicBezTo>
                    <a:cubicBezTo>
                      <a:pt x="6" y="162"/>
                      <a:pt x="0" y="189"/>
                      <a:pt x="6" y="216"/>
                    </a:cubicBezTo>
                    <a:cubicBezTo>
                      <a:pt x="11" y="238"/>
                      <a:pt x="27" y="249"/>
                      <a:pt x="49" y="249"/>
                    </a:cubicBezTo>
                    <a:cubicBezTo>
                      <a:pt x="55" y="249"/>
                      <a:pt x="60" y="249"/>
                      <a:pt x="66" y="243"/>
                    </a:cubicBezTo>
                    <a:cubicBezTo>
                      <a:pt x="76" y="243"/>
                      <a:pt x="87" y="232"/>
                      <a:pt x="87" y="216"/>
                    </a:cubicBezTo>
                    <a:lnTo>
                      <a:pt x="87" y="211"/>
                    </a:lnTo>
                    <a:cubicBezTo>
                      <a:pt x="87" y="205"/>
                      <a:pt x="93" y="205"/>
                      <a:pt x="93" y="200"/>
                    </a:cubicBezTo>
                    <a:cubicBezTo>
                      <a:pt x="104" y="178"/>
                      <a:pt x="120" y="162"/>
                      <a:pt x="131" y="140"/>
                    </a:cubicBezTo>
                    <a:cubicBezTo>
                      <a:pt x="152" y="113"/>
                      <a:pt x="191" y="75"/>
                      <a:pt x="191" y="37"/>
                    </a:cubicBezTo>
                    <a:cubicBezTo>
                      <a:pt x="191" y="13"/>
                      <a:pt x="17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20"/>
              <p:cNvSpPr/>
              <p:nvPr/>
            </p:nvSpPr>
            <p:spPr>
              <a:xfrm>
                <a:off x="3211625" y="2946950"/>
                <a:ext cx="4275" cy="5225"/>
              </a:xfrm>
              <a:custGeom>
                <a:rect b="b" l="l" r="r" t="t"/>
                <a:pathLst>
                  <a:path extrusionOk="0" h="209" w="171">
                    <a:moveTo>
                      <a:pt x="140" y="64"/>
                    </a:moveTo>
                    <a:lnTo>
                      <a:pt x="140" y="64"/>
                    </a:lnTo>
                    <a:cubicBezTo>
                      <a:pt x="139" y="64"/>
                      <a:pt x="139" y="64"/>
                      <a:pt x="138" y="65"/>
                    </a:cubicBezTo>
                    <a:lnTo>
                      <a:pt x="138" y="65"/>
                    </a:lnTo>
                    <a:cubicBezTo>
                      <a:pt x="139" y="64"/>
                      <a:pt x="140" y="64"/>
                      <a:pt x="140" y="64"/>
                    </a:cubicBezTo>
                    <a:close/>
                    <a:moveTo>
                      <a:pt x="125" y="1"/>
                    </a:moveTo>
                    <a:cubicBezTo>
                      <a:pt x="122" y="1"/>
                      <a:pt x="118" y="1"/>
                      <a:pt x="115" y="2"/>
                    </a:cubicBezTo>
                    <a:cubicBezTo>
                      <a:pt x="77" y="13"/>
                      <a:pt x="60" y="46"/>
                      <a:pt x="33" y="73"/>
                    </a:cubicBezTo>
                    <a:cubicBezTo>
                      <a:pt x="22" y="84"/>
                      <a:pt x="11" y="106"/>
                      <a:pt x="6" y="122"/>
                    </a:cubicBezTo>
                    <a:cubicBezTo>
                      <a:pt x="1" y="144"/>
                      <a:pt x="6" y="171"/>
                      <a:pt x="17" y="193"/>
                    </a:cubicBezTo>
                    <a:cubicBezTo>
                      <a:pt x="25" y="203"/>
                      <a:pt x="39" y="209"/>
                      <a:pt x="51" y="209"/>
                    </a:cubicBezTo>
                    <a:cubicBezTo>
                      <a:pt x="64" y="209"/>
                      <a:pt x="77" y="203"/>
                      <a:pt x="82" y="193"/>
                    </a:cubicBezTo>
                    <a:cubicBezTo>
                      <a:pt x="93" y="176"/>
                      <a:pt x="93" y="165"/>
                      <a:pt x="98" y="149"/>
                    </a:cubicBezTo>
                    <a:cubicBezTo>
                      <a:pt x="98" y="144"/>
                      <a:pt x="104" y="133"/>
                      <a:pt x="109" y="122"/>
                    </a:cubicBezTo>
                    <a:cubicBezTo>
                      <a:pt x="109" y="111"/>
                      <a:pt x="115" y="100"/>
                      <a:pt x="120" y="89"/>
                    </a:cubicBezTo>
                    <a:cubicBezTo>
                      <a:pt x="126" y="84"/>
                      <a:pt x="126" y="78"/>
                      <a:pt x="131" y="73"/>
                    </a:cubicBezTo>
                    <a:cubicBezTo>
                      <a:pt x="133" y="69"/>
                      <a:pt x="136" y="66"/>
                      <a:pt x="138" y="65"/>
                    </a:cubicBezTo>
                    <a:lnTo>
                      <a:pt x="138" y="65"/>
                    </a:lnTo>
                    <a:cubicBezTo>
                      <a:pt x="136" y="66"/>
                      <a:pt x="134" y="66"/>
                      <a:pt x="131" y="68"/>
                    </a:cubicBezTo>
                    <a:cubicBezTo>
                      <a:pt x="171" y="53"/>
                      <a:pt x="160" y="1"/>
                      <a:pt x="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20"/>
              <p:cNvSpPr/>
              <p:nvPr/>
            </p:nvSpPr>
            <p:spPr>
              <a:xfrm>
                <a:off x="3217050" y="2979775"/>
                <a:ext cx="3425" cy="5150"/>
              </a:xfrm>
              <a:custGeom>
                <a:rect b="b" l="l" r="r" t="t"/>
                <a:pathLst>
                  <a:path extrusionOk="0" h="206" w="137">
                    <a:moveTo>
                      <a:pt x="87" y="0"/>
                    </a:moveTo>
                    <a:cubicBezTo>
                      <a:pt x="70" y="0"/>
                      <a:pt x="52" y="10"/>
                      <a:pt x="44" y="32"/>
                    </a:cubicBezTo>
                    <a:cubicBezTo>
                      <a:pt x="39" y="54"/>
                      <a:pt x="28" y="75"/>
                      <a:pt x="17" y="97"/>
                    </a:cubicBezTo>
                    <a:cubicBezTo>
                      <a:pt x="12" y="113"/>
                      <a:pt x="6" y="130"/>
                      <a:pt x="6" y="152"/>
                    </a:cubicBezTo>
                    <a:cubicBezTo>
                      <a:pt x="1" y="162"/>
                      <a:pt x="1" y="179"/>
                      <a:pt x="12" y="190"/>
                    </a:cubicBezTo>
                    <a:cubicBezTo>
                      <a:pt x="23" y="200"/>
                      <a:pt x="39" y="206"/>
                      <a:pt x="50" y="206"/>
                    </a:cubicBezTo>
                    <a:cubicBezTo>
                      <a:pt x="66" y="206"/>
                      <a:pt x="82" y="200"/>
                      <a:pt x="88" y="184"/>
                    </a:cubicBezTo>
                    <a:cubicBezTo>
                      <a:pt x="115" y="141"/>
                      <a:pt x="131" y="92"/>
                      <a:pt x="137" y="37"/>
                    </a:cubicBezTo>
                    <a:lnTo>
                      <a:pt x="137" y="37"/>
                    </a:lnTo>
                    <a:lnTo>
                      <a:pt x="131" y="43"/>
                    </a:lnTo>
                    <a:cubicBezTo>
                      <a:pt x="131" y="16"/>
                      <a:pt x="110" y="0"/>
                      <a:pt x="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20"/>
              <p:cNvSpPr/>
              <p:nvPr/>
            </p:nvSpPr>
            <p:spPr>
              <a:xfrm>
                <a:off x="3217600" y="2986175"/>
                <a:ext cx="2075" cy="3325"/>
              </a:xfrm>
              <a:custGeom>
                <a:rect b="b" l="l" r="r" t="t"/>
                <a:pathLst>
                  <a:path extrusionOk="0" h="133" w="83">
                    <a:moveTo>
                      <a:pt x="50" y="0"/>
                    </a:moveTo>
                    <a:cubicBezTo>
                      <a:pt x="40" y="0"/>
                      <a:pt x="31" y="7"/>
                      <a:pt x="28" y="21"/>
                    </a:cubicBezTo>
                    <a:cubicBezTo>
                      <a:pt x="28" y="31"/>
                      <a:pt x="22" y="42"/>
                      <a:pt x="17" y="53"/>
                    </a:cubicBezTo>
                    <a:cubicBezTo>
                      <a:pt x="17" y="53"/>
                      <a:pt x="17" y="59"/>
                      <a:pt x="17" y="64"/>
                    </a:cubicBezTo>
                    <a:cubicBezTo>
                      <a:pt x="6" y="75"/>
                      <a:pt x="1" y="91"/>
                      <a:pt x="6" y="108"/>
                    </a:cubicBezTo>
                    <a:cubicBezTo>
                      <a:pt x="12" y="113"/>
                      <a:pt x="17" y="124"/>
                      <a:pt x="28" y="129"/>
                    </a:cubicBezTo>
                    <a:cubicBezTo>
                      <a:pt x="30" y="132"/>
                      <a:pt x="34" y="133"/>
                      <a:pt x="39" y="133"/>
                    </a:cubicBezTo>
                    <a:cubicBezTo>
                      <a:pt x="45" y="133"/>
                      <a:pt x="52" y="130"/>
                      <a:pt x="55" y="124"/>
                    </a:cubicBezTo>
                    <a:lnTo>
                      <a:pt x="55" y="118"/>
                    </a:lnTo>
                    <a:cubicBezTo>
                      <a:pt x="66" y="108"/>
                      <a:pt x="71" y="102"/>
                      <a:pt x="77" y="86"/>
                    </a:cubicBezTo>
                    <a:cubicBezTo>
                      <a:pt x="82" y="64"/>
                      <a:pt x="82" y="37"/>
                      <a:pt x="71" y="15"/>
                    </a:cubicBezTo>
                    <a:lnTo>
                      <a:pt x="71" y="21"/>
                    </a:lnTo>
                    <a:cubicBezTo>
                      <a:pt x="69" y="7"/>
                      <a:pt x="59"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120"/>
            <p:cNvGrpSpPr/>
            <p:nvPr/>
          </p:nvGrpSpPr>
          <p:grpSpPr>
            <a:xfrm>
              <a:off x="1215381" y="2113516"/>
              <a:ext cx="160814" cy="274314"/>
              <a:chOff x="3408275" y="2795525"/>
              <a:chExt cx="154125" cy="261575"/>
            </a:xfrm>
          </p:grpSpPr>
          <p:sp>
            <p:nvSpPr>
              <p:cNvPr id="4849" name="Google Shape;4849;p120"/>
              <p:cNvSpPr/>
              <p:nvPr/>
            </p:nvSpPr>
            <p:spPr>
              <a:xfrm>
                <a:off x="3422675" y="3025250"/>
                <a:ext cx="5450" cy="8025"/>
              </a:xfrm>
              <a:custGeom>
                <a:rect b="b" l="l" r="r" t="t"/>
                <a:pathLst>
                  <a:path extrusionOk="0" h="321" w="218">
                    <a:moveTo>
                      <a:pt x="125" y="0"/>
                    </a:moveTo>
                    <a:cubicBezTo>
                      <a:pt x="112" y="0"/>
                      <a:pt x="99" y="4"/>
                      <a:pt x="87" y="12"/>
                    </a:cubicBezTo>
                    <a:cubicBezTo>
                      <a:pt x="92" y="8"/>
                      <a:pt x="92" y="6"/>
                      <a:pt x="90" y="6"/>
                    </a:cubicBezTo>
                    <a:cubicBezTo>
                      <a:pt x="86" y="6"/>
                      <a:pt x="67" y="18"/>
                      <a:pt x="71" y="18"/>
                    </a:cubicBezTo>
                    <a:cubicBezTo>
                      <a:pt x="60" y="23"/>
                      <a:pt x="55" y="28"/>
                      <a:pt x="44" y="34"/>
                    </a:cubicBezTo>
                    <a:cubicBezTo>
                      <a:pt x="22" y="61"/>
                      <a:pt x="6" y="94"/>
                      <a:pt x="6" y="126"/>
                    </a:cubicBezTo>
                    <a:cubicBezTo>
                      <a:pt x="6" y="132"/>
                      <a:pt x="6" y="137"/>
                      <a:pt x="6" y="143"/>
                    </a:cubicBezTo>
                    <a:lnTo>
                      <a:pt x="6" y="154"/>
                    </a:lnTo>
                    <a:cubicBezTo>
                      <a:pt x="0" y="175"/>
                      <a:pt x="0" y="197"/>
                      <a:pt x="0" y="219"/>
                    </a:cubicBezTo>
                    <a:cubicBezTo>
                      <a:pt x="0" y="281"/>
                      <a:pt x="50" y="320"/>
                      <a:pt x="101" y="320"/>
                    </a:cubicBezTo>
                    <a:cubicBezTo>
                      <a:pt x="133" y="320"/>
                      <a:pt x="166" y="304"/>
                      <a:pt x="185" y="268"/>
                    </a:cubicBezTo>
                    <a:cubicBezTo>
                      <a:pt x="207" y="235"/>
                      <a:pt x="218" y="197"/>
                      <a:pt x="212" y="159"/>
                    </a:cubicBezTo>
                    <a:lnTo>
                      <a:pt x="212" y="154"/>
                    </a:lnTo>
                    <a:cubicBezTo>
                      <a:pt x="212" y="132"/>
                      <a:pt x="207" y="105"/>
                      <a:pt x="196" y="83"/>
                    </a:cubicBezTo>
                    <a:cubicBezTo>
                      <a:pt x="196" y="77"/>
                      <a:pt x="191" y="72"/>
                      <a:pt x="191" y="67"/>
                    </a:cubicBezTo>
                    <a:cubicBezTo>
                      <a:pt x="191" y="61"/>
                      <a:pt x="191" y="56"/>
                      <a:pt x="191" y="50"/>
                    </a:cubicBezTo>
                    <a:cubicBezTo>
                      <a:pt x="183" y="20"/>
                      <a:pt x="154"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20"/>
              <p:cNvSpPr/>
              <p:nvPr/>
            </p:nvSpPr>
            <p:spPr>
              <a:xfrm>
                <a:off x="3416150" y="3041125"/>
                <a:ext cx="5975" cy="9900"/>
              </a:xfrm>
              <a:custGeom>
                <a:rect b="b" l="l" r="r" t="t"/>
                <a:pathLst>
                  <a:path extrusionOk="0" h="396" w="239">
                    <a:moveTo>
                      <a:pt x="121" y="1"/>
                    </a:moveTo>
                    <a:cubicBezTo>
                      <a:pt x="94" y="1"/>
                      <a:pt x="69" y="12"/>
                      <a:pt x="55" y="40"/>
                    </a:cubicBezTo>
                    <a:lnTo>
                      <a:pt x="55" y="46"/>
                    </a:lnTo>
                    <a:cubicBezTo>
                      <a:pt x="33" y="89"/>
                      <a:pt x="22" y="138"/>
                      <a:pt x="17" y="187"/>
                    </a:cubicBezTo>
                    <a:cubicBezTo>
                      <a:pt x="0" y="236"/>
                      <a:pt x="0" y="290"/>
                      <a:pt x="6" y="339"/>
                    </a:cubicBezTo>
                    <a:cubicBezTo>
                      <a:pt x="16" y="374"/>
                      <a:pt x="48" y="395"/>
                      <a:pt x="81" y="395"/>
                    </a:cubicBezTo>
                    <a:cubicBezTo>
                      <a:pt x="101" y="395"/>
                      <a:pt x="120" y="388"/>
                      <a:pt x="136" y="372"/>
                    </a:cubicBezTo>
                    <a:cubicBezTo>
                      <a:pt x="207" y="307"/>
                      <a:pt x="180" y="198"/>
                      <a:pt x="212" y="111"/>
                    </a:cubicBezTo>
                    <a:cubicBezTo>
                      <a:pt x="238" y="52"/>
                      <a:pt x="177" y="1"/>
                      <a:pt x="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20"/>
              <p:cNvSpPr/>
              <p:nvPr/>
            </p:nvSpPr>
            <p:spPr>
              <a:xfrm>
                <a:off x="3408275" y="2795525"/>
                <a:ext cx="154125" cy="261575"/>
              </a:xfrm>
              <a:custGeom>
                <a:rect b="b" l="l" r="r" t="t"/>
                <a:pathLst>
                  <a:path extrusionOk="0" h="10463" w="6165">
                    <a:moveTo>
                      <a:pt x="2517" y="151"/>
                    </a:moveTo>
                    <a:cubicBezTo>
                      <a:pt x="2544" y="161"/>
                      <a:pt x="2577" y="178"/>
                      <a:pt x="2604" y="183"/>
                    </a:cubicBezTo>
                    <a:cubicBezTo>
                      <a:pt x="2647" y="194"/>
                      <a:pt x="2691" y="199"/>
                      <a:pt x="2740" y="210"/>
                    </a:cubicBezTo>
                    <a:cubicBezTo>
                      <a:pt x="2772" y="214"/>
                      <a:pt x="2805" y="215"/>
                      <a:pt x="2839" y="215"/>
                    </a:cubicBezTo>
                    <a:cubicBezTo>
                      <a:pt x="2877" y="215"/>
                      <a:pt x="2914" y="214"/>
                      <a:pt x="2951" y="214"/>
                    </a:cubicBezTo>
                    <a:cubicBezTo>
                      <a:pt x="2972" y="214"/>
                      <a:pt x="2992" y="215"/>
                      <a:pt x="3012" y="216"/>
                    </a:cubicBezTo>
                    <a:cubicBezTo>
                      <a:pt x="3131" y="238"/>
                      <a:pt x="3066" y="390"/>
                      <a:pt x="3055" y="477"/>
                    </a:cubicBezTo>
                    <a:cubicBezTo>
                      <a:pt x="3039" y="580"/>
                      <a:pt x="3028" y="683"/>
                      <a:pt x="3017" y="787"/>
                    </a:cubicBezTo>
                    <a:cubicBezTo>
                      <a:pt x="2995" y="977"/>
                      <a:pt x="3033" y="1178"/>
                      <a:pt x="2984" y="1363"/>
                    </a:cubicBezTo>
                    <a:cubicBezTo>
                      <a:pt x="2984" y="1379"/>
                      <a:pt x="2979" y="1401"/>
                      <a:pt x="2979" y="1417"/>
                    </a:cubicBezTo>
                    <a:cubicBezTo>
                      <a:pt x="2851" y="1413"/>
                      <a:pt x="2720" y="1405"/>
                      <a:pt x="2591" y="1405"/>
                    </a:cubicBezTo>
                    <a:cubicBezTo>
                      <a:pt x="2561" y="1405"/>
                      <a:pt x="2531" y="1405"/>
                      <a:pt x="2501" y="1406"/>
                    </a:cubicBezTo>
                    <a:lnTo>
                      <a:pt x="2501" y="1401"/>
                    </a:lnTo>
                    <a:cubicBezTo>
                      <a:pt x="2511" y="1341"/>
                      <a:pt x="2511" y="1276"/>
                      <a:pt x="2511" y="1216"/>
                    </a:cubicBezTo>
                    <a:cubicBezTo>
                      <a:pt x="2495" y="1091"/>
                      <a:pt x="2468" y="966"/>
                      <a:pt x="2463" y="835"/>
                    </a:cubicBezTo>
                    <a:cubicBezTo>
                      <a:pt x="2452" y="716"/>
                      <a:pt x="2452" y="591"/>
                      <a:pt x="2468" y="471"/>
                    </a:cubicBezTo>
                    <a:cubicBezTo>
                      <a:pt x="2479" y="401"/>
                      <a:pt x="2484" y="335"/>
                      <a:pt x="2501" y="265"/>
                    </a:cubicBezTo>
                    <a:cubicBezTo>
                      <a:pt x="2506" y="227"/>
                      <a:pt x="2511" y="189"/>
                      <a:pt x="2517" y="151"/>
                    </a:cubicBezTo>
                    <a:close/>
                    <a:moveTo>
                      <a:pt x="3571" y="1607"/>
                    </a:moveTo>
                    <a:cubicBezTo>
                      <a:pt x="3571" y="1678"/>
                      <a:pt x="3588" y="1743"/>
                      <a:pt x="3609" y="1808"/>
                    </a:cubicBezTo>
                    <a:cubicBezTo>
                      <a:pt x="3637" y="1934"/>
                      <a:pt x="3648" y="2048"/>
                      <a:pt x="3686" y="2167"/>
                    </a:cubicBezTo>
                    <a:cubicBezTo>
                      <a:pt x="3718" y="2287"/>
                      <a:pt x="3734" y="2423"/>
                      <a:pt x="3767" y="2553"/>
                    </a:cubicBezTo>
                    <a:cubicBezTo>
                      <a:pt x="3794" y="2695"/>
                      <a:pt x="3832" y="2798"/>
                      <a:pt x="3811" y="2945"/>
                    </a:cubicBezTo>
                    <a:cubicBezTo>
                      <a:pt x="3800" y="3010"/>
                      <a:pt x="3789" y="3070"/>
                      <a:pt x="3767" y="3135"/>
                    </a:cubicBezTo>
                    <a:cubicBezTo>
                      <a:pt x="3751" y="3184"/>
                      <a:pt x="3729" y="3227"/>
                      <a:pt x="3707" y="3276"/>
                    </a:cubicBezTo>
                    <a:cubicBezTo>
                      <a:pt x="3669" y="3314"/>
                      <a:pt x="3495" y="3325"/>
                      <a:pt x="3441" y="3325"/>
                    </a:cubicBezTo>
                    <a:cubicBezTo>
                      <a:pt x="3311" y="3325"/>
                      <a:pt x="3180" y="3347"/>
                      <a:pt x="3050" y="3347"/>
                    </a:cubicBezTo>
                    <a:lnTo>
                      <a:pt x="2984" y="3347"/>
                    </a:lnTo>
                    <a:cubicBezTo>
                      <a:pt x="2984" y="3306"/>
                      <a:pt x="2954" y="3286"/>
                      <a:pt x="2925" y="3286"/>
                    </a:cubicBezTo>
                    <a:cubicBezTo>
                      <a:pt x="2895" y="3286"/>
                      <a:pt x="2865" y="3306"/>
                      <a:pt x="2865" y="3347"/>
                    </a:cubicBezTo>
                    <a:lnTo>
                      <a:pt x="2468" y="3347"/>
                    </a:lnTo>
                    <a:cubicBezTo>
                      <a:pt x="2408" y="3341"/>
                      <a:pt x="2354" y="3314"/>
                      <a:pt x="2294" y="3314"/>
                    </a:cubicBezTo>
                    <a:cubicBezTo>
                      <a:pt x="2158" y="3309"/>
                      <a:pt x="2022" y="3298"/>
                      <a:pt x="1886" y="3287"/>
                    </a:cubicBezTo>
                    <a:cubicBezTo>
                      <a:pt x="1816" y="3287"/>
                      <a:pt x="1750" y="3282"/>
                      <a:pt x="1680" y="3265"/>
                    </a:cubicBezTo>
                    <a:cubicBezTo>
                      <a:pt x="1647" y="3260"/>
                      <a:pt x="1576" y="3249"/>
                      <a:pt x="1522" y="3233"/>
                    </a:cubicBezTo>
                    <a:cubicBezTo>
                      <a:pt x="1517" y="3205"/>
                      <a:pt x="1495" y="3184"/>
                      <a:pt x="1462" y="3178"/>
                    </a:cubicBezTo>
                    <a:cubicBezTo>
                      <a:pt x="1451" y="3113"/>
                      <a:pt x="1495" y="2961"/>
                      <a:pt x="1506" y="2907"/>
                    </a:cubicBezTo>
                    <a:lnTo>
                      <a:pt x="1506" y="2896"/>
                    </a:lnTo>
                    <a:cubicBezTo>
                      <a:pt x="1538" y="2760"/>
                      <a:pt x="1576" y="2618"/>
                      <a:pt x="1598" y="2477"/>
                    </a:cubicBezTo>
                    <a:cubicBezTo>
                      <a:pt x="1653" y="2227"/>
                      <a:pt x="1593" y="1928"/>
                      <a:pt x="1761" y="1711"/>
                    </a:cubicBezTo>
                    <a:cubicBezTo>
                      <a:pt x="1806" y="1655"/>
                      <a:pt x="1877" y="1642"/>
                      <a:pt x="1951" y="1642"/>
                    </a:cubicBezTo>
                    <a:cubicBezTo>
                      <a:pt x="2014" y="1642"/>
                      <a:pt x="2079" y="1651"/>
                      <a:pt x="2131" y="1651"/>
                    </a:cubicBezTo>
                    <a:cubicBezTo>
                      <a:pt x="2283" y="1651"/>
                      <a:pt x="2430" y="1607"/>
                      <a:pt x="2577" y="1607"/>
                    </a:cubicBezTo>
                    <a:cubicBezTo>
                      <a:pt x="2627" y="1609"/>
                      <a:pt x="2678" y="1610"/>
                      <a:pt x="2729" y="1610"/>
                    </a:cubicBezTo>
                    <a:cubicBezTo>
                      <a:pt x="2830" y="1610"/>
                      <a:pt x="2932" y="1607"/>
                      <a:pt x="3033" y="1607"/>
                    </a:cubicBezTo>
                    <a:cubicBezTo>
                      <a:pt x="3054" y="1624"/>
                      <a:pt x="3078" y="1631"/>
                      <a:pt x="3103" y="1631"/>
                    </a:cubicBezTo>
                    <a:cubicBezTo>
                      <a:pt x="3110" y="1631"/>
                      <a:pt x="3118" y="1630"/>
                      <a:pt x="3126" y="1629"/>
                    </a:cubicBezTo>
                    <a:cubicBezTo>
                      <a:pt x="3147" y="1629"/>
                      <a:pt x="3169" y="1624"/>
                      <a:pt x="3185" y="1607"/>
                    </a:cubicBezTo>
                    <a:close/>
                    <a:moveTo>
                      <a:pt x="2859" y="3543"/>
                    </a:moveTo>
                    <a:cubicBezTo>
                      <a:pt x="2870" y="3744"/>
                      <a:pt x="2892" y="3950"/>
                      <a:pt x="2930" y="4151"/>
                    </a:cubicBezTo>
                    <a:cubicBezTo>
                      <a:pt x="2941" y="4220"/>
                      <a:pt x="2951" y="4289"/>
                      <a:pt x="2962" y="4363"/>
                    </a:cubicBezTo>
                    <a:lnTo>
                      <a:pt x="2962" y="4363"/>
                    </a:lnTo>
                    <a:cubicBezTo>
                      <a:pt x="2946" y="4363"/>
                      <a:pt x="2924" y="4363"/>
                      <a:pt x="2908" y="4358"/>
                    </a:cubicBezTo>
                    <a:cubicBezTo>
                      <a:pt x="2876" y="4355"/>
                      <a:pt x="2842" y="4354"/>
                      <a:pt x="2808" y="4354"/>
                    </a:cubicBezTo>
                    <a:cubicBezTo>
                      <a:pt x="2774" y="4354"/>
                      <a:pt x="2740" y="4355"/>
                      <a:pt x="2707" y="4358"/>
                    </a:cubicBezTo>
                    <a:cubicBezTo>
                      <a:pt x="2642" y="4358"/>
                      <a:pt x="2577" y="4374"/>
                      <a:pt x="2511" y="4380"/>
                    </a:cubicBezTo>
                    <a:cubicBezTo>
                      <a:pt x="2463" y="4380"/>
                      <a:pt x="2430" y="4369"/>
                      <a:pt x="2386" y="4369"/>
                    </a:cubicBezTo>
                    <a:lnTo>
                      <a:pt x="2414" y="4189"/>
                    </a:lnTo>
                    <a:cubicBezTo>
                      <a:pt x="2452" y="3972"/>
                      <a:pt x="2495" y="3765"/>
                      <a:pt x="2511" y="3548"/>
                    </a:cubicBezTo>
                    <a:cubicBezTo>
                      <a:pt x="2545" y="3550"/>
                      <a:pt x="2579" y="3550"/>
                      <a:pt x="2613" y="3550"/>
                    </a:cubicBezTo>
                    <a:cubicBezTo>
                      <a:pt x="2695" y="3550"/>
                      <a:pt x="2779" y="3546"/>
                      <a:pt x="2859" y="3543"/>
                    </a:cubicBezTo>
                    <a:close/>
                    <a:moveTo>
                      <a:pt x="2370" y="4494"/>
                    </a:moveTo>
                    <a:cubicBezTo>
                      <a:pt x="2414" y="4510"/>
                      <a:pt x="2457" y="4521"/>
                      <a:pt x="2506" y="4526"/>
                    </a:cubicBezTo>
                    <a:cubicBezTo>
                      <a:pt x="2571" y="4526"/>
                      <a:pt x="2642" y="4510"/>
                      <a:pt x="2713" y="4510"/>
                    </a:cubicBezTo>
                    <a:cubicBezTo>
                      <a:pt x="2733" y="4509"/>
                      <a:pt x="2753" y="4508"/>
                      <a:pt x="2774" y="4508"/>
                    </a:cubicBezTo>
                    <a:cubicBezTo>
                      <a:pt x="2829" y="4508"/>
                      <a:pt x="2885" y="4513"/>
                      <a:pt x="2941" y="4521"/>
                    </a:cubicBezTo>
                    <a:cubicBezTo>
                      <a:pt x="2957" y="4526"/>
                      <a:pt x="2973" y="4526"/>
                      <a:pt x="2995" y="4526"/>
                    </a:cubicBezTo>
                    <a:cubicBezTo>
                      <a:pt x="3006" y="4613"/>
                      <a:pt x="3017" y="4700"/>
                      <a:pt x="3028" y="4782"/>
                    </a:cubicBezTo>
                    <a:lnTo>
                      <a:pt x="3022" y="4787"/>
                    </a:lnTo>
                    <a:cubicBezTo>
                      <a:pt x="2979" y="4790"/>
                      <a:pt x="2935" y="4790"/>
                      <a:pt x="2892" y="4790"/>
                    </a:cubicBezTo>
                    <a:cubicBezTo>
                      <a:pt x="2848" y="4790"/>
                      <a:pt x="2805" y="4790"/>
                      <a:pt x="2761" y="4793"/>
                    </a:cubicBezTo>
                    <a:cubicBezTo>
                      <a:pt x="2609" y="4798"/>
                      <a:pt x="2463" y="4825"/>
                      <a:pt x="2316" y="4842"/>
                    </a:cubicBezTo>
                    <a:cubicBezTo>
                      <a:pt x="2332" y="4722"/>
                      <a:pt x="2348" y="4608"/>
                      <a:pt x="2370" y="4494"/>
                    </a:cubicBezTo>
                    <a:close/>
                    <a:moveTo>
                      <a:pt x="4959" y="4368"/>
                    </a:moveTo>
                    <a:cubicBezTo>
                      <a:pt x="5044" y="4368"/>
                      <a:pt x="5127" y="4394"/>
                      <a:pt x="5197" y="4434"/>
                    </a:cubicBezTo>
                    <a:cubicBezTo>
                      <a:pt x="5235" y="4483"/>
                      <a:pt x="5273" y="4537"/>
                      <a:pt x="5305" y="4592"/>
                    </a:cubicBezTo>
                    <a:cubicBezTo>
                      <a:pt x="5354" y="4657"/>
                      <a:pt x="5392" y="4728"/>
                      <a:pt x="5403" y="4809"/>
                    </a:cubicBezTo>
                    <a:cubicBezTo>
                      <a:pt x="5409" y="4831"/>
                      <a:pt x="5414" y="4853"/>
                      <a:pt x="5420" y="4880"/>
                    </a:cubicBezTo>
                    <a:cubicBezTo>
                      <a:pt x="5311" y="4885"/>
                      <a:pt x="5186" y="4923"/>
                      <a:pt x="5121" y="4929"/>
                    </a:cubicBezTo>
                    <a:cubicBezTo>
                      <a:pt x="4941" y="4940"/>
                      <a:pt x="4729" y="4934"/>
                      <a:pt x="4539" y="4978"/>
                    </a:cubicBezTo>
                    <a:lnTo>
                      <a:pt x="4539" y="4896"/>
                    </a:lnTo>
                    <a:cubicBezTo>
                      <a:pt x="4534" y="4798"/>
                      <a:pt x="4544" y="4700"/>
                      <a:pt x="4577" y="4613"/>
                    </a:cubicBezTo>
                    <a:lnTo>
                      <a:pt x="4572" y="4608"/>
                    </a:lnTo>
                    <a:cubicBezTo>
                      <a:pt x="4637" y="4467"/>
                      <a:pt x="4778" y="4369"/>
                      <a:pt x="4936" y="4369"/>
                    </a:cubicBezTo>
                    <a:cubicBezTo>
                      <a:pt x="4944" y="4368"/>
                      <a:pt x="4952" y="4368"/>
                      <a:pt x="4959" y="4368"/>
                    </a:cubicBezTo>
                    <a:close/>
                    <a:moveTo>
                      <a:pt x="5420" y="5026"/>
                    </a:moveTo>
                    <a:cubicBezTo>
                      <a:pt x="5420" y="5037"/>
                      <a:pt x="5420" y="5043"/>
                      <a:pt x="5425" y="5048"/>
                    </a:cubicBezTo>
                    <a:cubicBezTo>
                      <a:pt x="5430" y="5065"/>
                      <a:pt x="5447" y="5081"/>
                      <a:pt x="5463" y="5092"/>
                    </a:cubicBezTo>
                    <a:cubicBezTo>
                      <a:pt x="5474" y="5135"/>
                      <a:pt x="5490" y="5179"/>
                      <a:pt x="5496" y="5217"/>
                    </a:cubicBezTo>
                    <a:cubicBezTo>
                      <a:pt x="5523" y="5325"/>
                      <a:pt x="5517" y="5440"/>
                      <a:pt x="5539" y="5543"/>
                    </a:cubicBezTo>
                    <a:cubicBezTo>
                      <a:pt x="5561" y="5603"/>
                      <a:pt x="5572" y="5668"/>
                      <a:pt x="5583" y="5733"/>
                    </a:cubicBezTo>
                    <a:cubicBezTo>
                      <a:pt x="5588" y="5782"/>
                      <a:pt x="5588" y="5831"/>
                      <a:pt x="5594" y="5885"/>
                    </a:cubicBezTo>
                    <a:cubicBezTo>
                      <a:pt x="5604" y="5989"/>
                      <a:pt x="5610" y="6092"/>
                      <a:pt x="5615" y="6201"/>
                    </a:cubicBezTo>
                    <a:cubicBezTo>
                      <a:pt x="5512" y="6217"/>
                      <a:pt x="5398" y="6228"/>
                      <a:pt x="5295" y="6244"/>
                    </a:cubicBezTo>
                    <a:cubicBezTo>
                      <a:pt x="5229" y="6260"/>
                      <a:pt x="5164" y="6277"/>
                      <a:pt x="5099" y="6304"/>
                    </a:cubicBezTo>
                    <a:cubicBezTo>
                      <a:pt x="5126" y="6097"/>
                      <a:pt x="5083" y="5874"/>
                      <a:pt x="5050" y="5673"/>
                    </a:cubicBezTo>
                    <a:cubicBezTo>
                      <a:pt x="5034" y="5537"/>
                      <a:pt x="5034" y="5407"/>
                      <a:pt x="5023" y="5277"/>
                    </a:cubicBezTo>
                    <a:cubicBezTo>
                      <a:pt x="5012" y="5233"/>
                      <a:pt x="5001" y="5190"/>
                      <a:pt x="4996" y="5141"/>
                    </a:cubicBezTo>
                    <a:cubicBezTo>
                      <a:pt x="4996" y="5124"/>
                      <a:pt x="5001" y="5103"/>
                      <a:pt x="5006" y="5086"/>
                    </a:cubicBezTo>
                    <a:cubicBezTo>
                      <a:pt x="5045" y="5086"/>
                      <a:pt x="5083" y="5086"/>
                      <a:pt x="5121" y="5081"/>
                    </a:cubicBezTo>
                    <a:cubicBezTo>
                      <a:pt x="5175" y="5075"/>
                      <a:pt x="5224" y="5070"/>
                      <a:pt x="5273" y="5065"/>
                    </a:cubicBezTo>
                    <a:cubicBezTo>
                      <a:pt x="5322" y="5048"/>
                      <a:pt x="5371" y="5037"/>
                      <a:pt x="5420" y="5026"/>
                    </a:cubicBezTo>
                    <a:close/>
                    <a:moveTo>
                      <a:pt x="4862" y="5091"/>
                    </a:moveTo>
                    <a:cubicBezTo>
                      <a:pt x="4876" y="5091"/>
                      <a:pt x="4889" y="5091"/>
                      <a:pt x="4903" y="5092"/>
                    </a:cubicBezTo>
                    <a:cubicBezTo>
                      <a:pt x="4892" y="5141"/>
                      <a:pt x="4892" y="5190"/>
                      <a:pt x="4903" y="5244"/>
                    </a:cubicBezTo>
                    <a:cubicBezTo>
                      <a:pt x="4925" y="5369"/>
                      <a:pt x="4920" y="5499"/>
                      <a:pt x="4936" y="5630"/>
                    </a:cubicBezTo>
                    <a:cubicBezTo>
                      <a:pt x="4968" y="5864"/>
                      <a:pt x="5001" y="6092"/>
                      <a:pt x="5039" y="6326"/>
                    </a:cubicBezTo>
                    <a:lnTo>
                      <a:pt x="5001" y="6337"/>
                    </a:lnTo>
                    <a:cubicBezTo>
                      <a:pt x="4898" y="6369"/>
                      <a:pt x="4789" y="6391"/>
                      <a:pt x="4675" y="6413"/>
                    </a:cubicBezTo>
                    <a:cubicBezTo>
                      <a:pt x="4718" y="6206"/>
                      <a:pt x="4708" y="5999"/>
                      <a:pt x="4648" y="5798"/>
                    </a:cubicBezTo>
                    <a:cubicBezTo>
                      <a:pt x="4582" y="5592"/>
                      <a:pt x="4561" y="5364"/>
                      <a:pt x="4501" y="5152"/>
                    </a:cubicBezTo>
                    <a:cubicBezTo>
                      <a:pt x="4618" y="5112"/>
                      <a:pt x="4740" y="5091"/>
                      <a:pt x="4862" y="5091"/>
                    </a:cubicBezTo>
                    <a:close/>
                    <a:moveTo>
                      <a:pt x="3734" y="3456"/>
                    </a:moveTo>
                    <a:cubicBezTo>
                      <a:pt x="3756" y="3559"/>
                      <a:pt x="3751" y="3673"/>
                      <a:pt x="3773" y="3782"/>
                    </a:cubicBezTo>
                    <a:cubicBezTo>
                      <a:pt x="3800" y="3923"/>
                      <a:pt x="3849" y="4064"/>
                      <a:pt x="3881" y="4211"/>
                    </a:cubicBezTo>
                    <a:cubicBezTo>
                      <a:pt x="3941" y="4505"/>
                      <a:pt x="3979" y="4804"/>
                      <a:pt x="4001" y="5103"/>
                    </a:cubicBezTo>
                    <a:cubicBezTo>
                      <a:pt x="4023" y="5396"/>
                      <a:pt x="4082" y="5684"/>
                      <a:pt x="4115" y="5978"/>
                    </a:cubicBezTo>
                    <a:cubicBezTo>
                      <a:pt x="4126" y="6038"/>
                      <a:pt x="4137" y="6097"/>
                      <a:pt x="4142" y="6157"/>
                    </a:cubicBezTo>
                    <a:cubicBezTo>
                      <a:pt x="4142" y="6228"/>
                      <a:pt x="4148" y="6293"/>
                      <a:pt x="4153" y="6364"/>
                    </a:cubicBezTo>
                    <a:cubicBezTo>
                      <a:pt x="4164" y="6423"/>
                      <a:pt x="4158" y="6478"/>
                      <a:pt x="4169" y="6532"/>
                    </a:cubicBezTo>
                    <a:cubicBezTo>
                      <a:pt x="4120" y="6554"/>
                      <a:pt x="4077" y="6576"/>
                      <a:pt x="4028" y="6597"/>
                    </a:cubicBezTo>
                    <a:cubicBezTo>
                      <a:pt x="3908" y="6646"/>
                      <a:pt x="3783" y="6674"/>
                      <a:pt x="3653" y="6684"/>
                    </a:cubicBezTo>
                    <a:cubicBezTo>
                      <a:pt x="3604" y="6684"/>
                      <a:pt x="3561" y="6690"/>
                      <a:pt x="3512" y="6695"/>
                    </a:cubicBezTo>
                    <a:lnTo>
                      <a:pt x="3430" y="6695"/>
                    </a:lnTo>
                    <a:cubicBezTo>
                      <a:pt x="3425" y="6657"/>
                      <a:pt x="3425" y="6619"/>
                      <a:pt x="3414" y="6576"/>
                    </a:cubicBezTo>
                    <a:cubicBezTo>
                      <a:pt x="3376" y="6337"/>
                      <a:pt x="3376" y="6086"/>
                      <a:pt x="3321" y="5847"/>
                    </a:cubicBezTo>
                    <a:cubicBezTo>
                      <a:pt x="3289" y="5722"/>
                      <a:pt x="3272" y="5597"/>
                      <a:pt x="3267" y="5467"/>
                    </a:cubicBezTo>
                    <a:cubicBezTo>
                      <a:pt x="3262" y="5331"/>
                      <a:pt x="3245" y="5200"/>
                      <a:pt x="3240" y="5070"/>
                    </a:cubicBezTo>
                    <a:cubicBezTo>
                      <a:pt x="3229" y="4874"/>
                      <a:pt x="3202" y="4679"/>
                      <a:pt x="3164" y="4488"/>
                    </a:cubicBezTo>
                    <a:cubicBezTo>
                      <a:pt x="3207" y="4450"/>
                      <a:pt x="3196" y="4385"/>
                      <a:pt x="3142" y="4363"/>
                    </a:cubicBezTo>
                    <a:cubicBezTo>
                      <a:pt x="3131" y="4309"/>
                      <a:pt x="3126" y="4255"/>
                      <a:pt x="3115" y="4195"/>
                    </a:cubicBezTo>
                    <a:cubicBezTo>
                      <a:pt x="3088" y="4048"/>
                      <a:pt x="3077" y="3890"/>
                      <a:pt x="3039" y="3749"/>
                    </a:cubicBezTo>
                    <a:cubicBezTo>
                      <a:pt x="3017" y="3678"/>
                      <a:pt x="3006" y="3608"/>
                      <a:pt x="3001" y="3537"/>
                    </a:cubicBezTo>
                    <a:cubicBezTo>
                      <a:pt x="3142" y="3537"/>
                      <a:pt x="3278" y="3515"/>
                      <a:pt x="3419" y="3510"/>
                    </a:cubicBezTo>
                    <a:cubicBezTo>
                      <a:pt x="3528" y="3504"/>
                      <a:pt x="3631" y="3488"/>
                      <a:pt x="3734" y="3456"/>
                    </a:cubicBezTo>
                    <a:close/>
                    <a:moveTo>
                      <a:pt x="5797" y="6334"/>
                    </a:moveTo>
                    <a:cubicBezTo>
                      <a:pt x="5810" y="6334"/>
                      <a:pt x="5825" y="6341"/>
                      <a:pt x="5833" y="6353"/>
                    </a:cubicBezTo>
                    <a:cubicBezTo>
                      <a:pt x="5909" y="6423"/>
                      <a:pt x="5882" y="6597"/>
                      <a:pt x="5887" y="6695"/>
                    </a:cubicBezTo>
                    <a:cubicBezTo>
                      <a:pt x="5903" y="6891"/>
                      <a:pt x="5903" y="7092"/>
                      <a:pt x="5903" y="7293"/>
                    </a:cubicBezTo>
                    <a:cubicBezTo>
                      <a:pt x="5903" y="7365"/>
                      <a:pt x="5883" y="7378"/>
                      <a:pt x="5838" y="7378"/>
                    </a:cubicBezTo>
                    <a:cubicBezTo>
                      <a:pt x="5822" y="7378"/>
                      <a:pt x="5802" y="7376"/>
                      <a:pt x="5778" y="7375"/>
                    </a:cubicBezTo>
                    <a:cubicBezTo>
                      <a:pt x="5691" y="7375"/>
                      <a:pt x="5604" y="7380"/>
                      <a:pt x="5517" y="7396"/>
                    </a:cubicBezTo>
                    <a:cubicBezTo>
                      <a:pt x="5499" y="7399"/>
                      <a:pt x="5480" y="7399"/>
                      <a:pt x="5462" y="7399"/>
                    </a:cubicBezTo>
                    <a:cubicBezTo>
                      <a:pt x="5422" y="7399"/>
                      <a:pt x="5381" y="7396"/>
                      <a:pt x="5341" y="7396"/>
                    </a:cubicBezTo>
                    <a:cubicBezTo>
                      <a:pt x="5300" y="7396"/>
                      <a:pt x="5259" y="7399"/>
                      <a:pt x="5218" y="7413"/>
                    </a:cubicBezTo>
                    <a:cubicBezTo>
                      <a:pt x="5104" y="7445"/>
                      <a:pt x="4990" y="7467"/>
                      <a:pt x="4876" y="7483"/>
                    </a:cubicBezTo>
                    <a:cubicBezTo>
                      <a:pt x="4756" y="7505"/>
                      <a:pt x="4631" y="7516"/>
                      <a:pt x="4517" y="7538"/>
                    </a:cubicBezTo>
                    <a:cubicBezTo>
                      <a:pt x="4447" y="7543"/>
                      <a:pt x="4381" y="7581"/>
                      <a:pt x="4338" y="7641"/>
                    </a:cubicBezTo>
                    <a:cubicBezTo>
                      <a:pt x="4332" y="7647"/>
                      <a:pt x="4332" y="7652"/>
                      <a:pt x="4327" y="7657"/>
                    </a:cubicBezTo>
                    <a:cubicBezTo>
                      <a:pt x="4273" y="7647"/>
                      <a:pt x="4218" y="7647"/>
                      <a:pt x="4158" y="7647"/>
                    </a:cubicBezTo>
                    <a:cubicBezTo>
                      <a:pt x="4066" y="7663"/>
                      <a:pt x="3974" y="7690"/>
                      <a:pt x="3876" y="7706"/>
                    </a:cubicBezTo>
                    <a:cubicBezTo>
                      <a:pt x="3740" y="7728"/>
                      <a:pt x="3604" y="7761"/>
                      <a:pt x="3474" y="7804"/>
                    </a:cubicBezTo>
                    <a:cubicBezTo>
                      <a:pt x="3474" y="7766"/>
                      <a:pt x="3474" y="7728"/>
                      <a:pt x="3474" y="7695"/>
                    </a:cubicBezTo>
                    <a:cubicBezTo>
                      <a:pt x="3468" y="7652"/>
                      <a:pt x="3463" y="7608"/>
                      <a:pt x="3452" y="7565"/>
                    </a:cubicBezTo>
                    <a:cubicBezTo>
                      <a:pt x="3441" y="7494"/>
                      <a:pt x="3441" y="7424"/>
                      <a:pt x="3441" y="7353"/>
                    </a:cubicBezTo>
                    <a:cubicBezTo>
                      <a:pt x="3441" y="7168"/>
                      <a:pt x="3452" y="6978"/>
                      <a:pt x="3441" y="6793"/>
                    </a:cubicBezTo>
                    <a:lnTo>
                      <a:pt x="3441" y="6793"/>
                    </a:lnTo>
                    <a:cubicBezTo>
                      <a:pt x="3468" y="6804"/>
                      <a:pt x="3495" y="6809"/>
                      <a:pt x="3528" y="6815"/>
                    </a:cubicBezTo>
                    <a:cubicBezTo>
                      <a:pt x="3563" y="6819"/>
                      <a:pt x="3598" y="6821"/>
                      <a:pt x="3632" y="6821"/>
                    </a:cubicBezTo>
                    <a:cubicBezTo>
                      <a:pt x="3688" y="6821"/>
                      <a:pt x="3743" y="6816"/>
                      <a:pt x="3800" y="6809"/>
                    </a:cubicBezTo>
                    <a:cubicBezTo>
                      <a:pt x="3898" y="6793"/>
                      <a:pt x="3990" y="6771"/>
                      <a:pt x="4082" y="6744"/>
                    </a:cubicBezTo>
                    <a:cubicBezTo>
                      <a:pt x="4142" y="6722"/>
                      <a:pt x="4197" y="6684"/>
                      <a:pt x="4251" y="6657"/>
                    </a:cubicBezTo>
                    <a:cubicBezTo>
                      <a:pt x="4256" y="6658"/>
                      <a:pt x="4262" y="6659"/>
                      <a:pt x="4268" y="6659"/>
                    </a:cubicBezTo>
                    <a:cubicBezTo>
                      <a:pt x="4294" y="6659"/>
                      <a:pt x="4319" y="6648"/>
                      <a:pt x="4332" y="6630"/>
                    </a:cubicBezTo>
                    <a:cubicBezTo>
                      <a:pt x="4349" y="6625"/>
                      <a:pt x="4365" y="6619"/>
                      <a:pt x="4387" y="6619"/>
                    </a:cubicBezTo>
                    <a:cubicBezTo>
                      <a:pt x="4572" y="6592"/>
                      <a:pt x="4756" y="6559"/>
                      <a:pt x="4936" y="6521"/>
                    </a:cubicBezTo>
                    <a:cubicBezTo>
                      <a:pt x="5039" y="6500"/>
                      <a:pt x="5137" y="6462"/>
                      <a:pt x="5235" y="6429"/>
                    </a:cubicBezTo>
                    <a:cubicBezTo>
                      <a:pt x="5349" y="6402"/>
                      <a:pt x="5458" y="6385"/>
                      <a:pt x="5572" y="6375"/>
                    </a:cubicBezTo>
                    <a:cubicBezTo>
                      <a:pt x="5594" y="6375"/>
                      <a:pt x="5615" y="6369"/>
                      <a:pt x="5637" y="6364"/>
                    </a:cubicBezTo>
                    <a:lnTo>
                      <a:pt x="5642" y="6385"/>
                    </a:lnTo>
                    <a:cubicBezTo>
                      <a:pt x="5653" y="6380"/>
                      <a:pt x="5659" y="6380"/>
                      <a:pt x="5670" y="6375"/>
                    </a:cubicBezTo>
                    <a:cubicBezTo>
                      <a:pt x="5702" y="6358"/>
                      <a:pt x="5746" y="6342"/>
                      <a:pt x="5784" y="6337"/>
                    </a:cubicBezTo>
                    <a:cubicBezTo>
                      <a:pt x="5788" y="6335"/>
                      <a:pt x="5792" y="6334"/>
                      <a:pt x="5797" y="6334"/>
                    </a:cubicBezTo>
                    <a:close/>
                    <a:moveTo>
                      <a:pt x="5175" y="7630"/>
                    </a:moveTo>
                    <a:cubicBezTo>
                      <a:pt x="5191" y="7690"/>
                      <a:pt x="5208" y="7755"/>
                      <a:pt x="5224" y="7815"/>
                    </a:cubicBezTo>
                    <a:cubicBezTo>
                      <a:pt x="5267" y="7956"/>
                      <a:pt x="5240" y="8103"/>
                      <a:pt x="5262" y="8244"/>
                    </a:cubicBezTo>
                    <a:cubicBezTo>
                      <a:pt x="5273" y="8348"/>
                      <a:pt x="5295" y="8451"/>
                      <a:pt x="5322" y="8554"/>
                    </a:cubicBezTo>
                    <a:cubicBezTo>
                      <a:pt x="5343" y="8636"/>
                      <a:pt x="5360" y="8723"/>
                      <a:pt x="5371" y="8810"/>
                    </a:cubicBezTo>
                    <a:cubicBezTo>
                      <a:pt x="5365" y="8804"/>
                      <a:pt x="5360" y="8799"/>
                      <a:pt x="5354" y="8793"/>
                    </a:cubicBezTo>
                    <a:cubicBezTo>
                      <a:pt x="5320" y="8778"/>
                      <a:pt x="5281" y="8769"/>
                      <a:pt x="5243" y="8769"/>
                    </a:cubicBezTo>
                    <a:cubicBezTo>
                      <a:pt x="5216" y="8769"/>
                      <a:pt x="5189" y="8774"/>
                      <a:pt x="5164" y="8783"/>
                    </a:cubicBezTo>
                    <a:cubicBezTo>
                      <a:pt x="5099" y="8804"/>
                      <a:pt x="5039" y="8837"/>
                      <a:pt x="4990" y="8886"/>
                    </a:cubicBezTo>
                    <a:cubicBezTo>
                      <a:pt x="4990" y="8859"/>
                      <a:pt x="4990" y="8826"/>
                      <a:pt x="4990" y="8804"/>
                    </a:cubicBezTo>
                    <a:cubicBezTo>
                      <a:pt x="4985" y="8663"/>
                      <a:pt x="4947" y="8527"/>
                      <a:pt x="4936" y="8386"/>
                    </a:cubicBezTo>
                    <a:cubicBezTo>
                      <a:pt x="4930" y="8244"/>
                      <a:pt x="4871" y="8125"/>
                      <a:pt x="4838" y="7989"/>
                    </a:cubicBezTo>
                    <a:cubicBezTo>
                      <a:pt x="4816" y="7886"/>
                      <a:pt x="4822" y="7788"/>
                      <a:pt x="4778" y="7695"/>
                    </a:cubicBezTo>
                    <a:lnTo>
                      <a:pt x="4974" y="7663"/>
                    </a:lnTo>
                    <a:cubicBezTo>
                      <a:pt x="5023" y="7657"/>
                      <a:pt x="5077" y="7652"/>
                      <a:pt x="5131" y="7641"/>
                    </a:cubicBezTo>
                    <a:cubicBezTo>
                      <a:pt x="5148" y="7636"/>
                      <a:pt x="5159" y="7636"/>
                      <a:pt x="5175" y="7630"/>
                    </a:cubicBezTo>
                    <a:close/>
                    <a:moveTo>
                      <a:pt x="5670" y="7576"/>
                    </a:moveTo>
                    <a:cubicBezTo>
                      <a:pt x="5729" y="7576"/>
                      <a:pt x="5789" y="7576"/>
                      <a:pt x="5849" y="7581"/>
                    </a:cubicBezTo>
                    <a:cubicBezTo>
                      <a:pt x="5860" y="7641"/>
                      <a:pt x="5833" y="7723"/>
                      <a:pt x="5838" y="7772"/>
                    </a:cubicBezTo>
                    <a:cubicBezTo>
                      <a:pt x="5854" y="7907"/>
                      <a:pt x="5893" y="8043"/>
                      <a:pt x="5903" y="8185"/>
                    </a:cubicBezTo>
                    <a:cubicBezTo>
                      <a:pt x="5914" y="8380"/>
                      <a:pt x="5947" y="8576"/>
                      <a:pt x="5963" y="8777"/>
                    </a:cubicBezTo>
                    <a:cubicBezTo>
                      <a:pt x="5931" y="8755"/>
                      <a:pt x="5887" y="8745"/>
                      <a:pt x="5849" y="8745"/>
                    </a:cubicBezTo>
                    <a:lnTo>
                      <a:pt x="5844" y="8739"/>
                    </a:lnTo>
                    <a:cubicBezTo>
                      <a:pt x="5831" y="8738"/>
                      <a:pt x="5819" y="8738"/>
                      <a:pt x="5807" y="8738"/>
                    </a:cubicBezTo>
                    <a:cubicBezTo>
                      <a:pt x="5747" y="8738"/>
                      <a:pt x="5685" y="8748"/>
                      <a:pt x="5626" y="8766"/>
                    </a:cubicBezTo>
                    <a:cubicBezTo>
                      <a:pt x="5594" y="8783"/>
                      <a:pt x="5561" y="8799"/>
                      <a:pt x="5534" y="8821"/>
                    </a:cubicBezTo>
                    <a:cubicBezTo>
                      <a:pt x="5523" y="8837"/>
                      <a:pt x="5490" y="8897"/>
                      <a:pt x="5474" y="8902"/>
                    </a:cubicBezTo>
                    <a:cubicBezTo>
                      <a:pt x="5471" y="8905"/>
                      <a:pt x="5469" y="8906"/>
                      <a:pt x="5466" y="8906"/>
                    </a:cubicBezTo>
                    <a:cubicBezTo>
                      <a:pt x="5463" y="8906"/>
                      <a:pt x="5460" y="8905"/>
                      <a:pt x="5458" y="8902"/>
                    </a:cubicBezTo>
                    <a:cubicBezTo>
                      <a:pt x="5463" y="8799"/>
                      <a:pt x="5458" y="8690"/>
                      <a:pt x="5436" y="8587"/>
                    </a:cubicBezTo>
                    <a:cubicBezTo>
                      <a:pt x="5414" y="8451"/>
                      <a:pt x="5376" y="8310"/>
                      <a:pt x="5371" y="8168"/>
                    </a:cubicBezTo>
                    <a:cubicBezTo>
                      <a:pt x="5365" y="8092"/>
                      <a:pt x="5376" y="8016"/>
                      <a:pt x="5371" y="7940"/>
                    </a:cubicBezTo>
                    <a:cubicBezTo>
                      <a:pt x="5360" y="7859"/>
                      <a:pt x="5338" y="7777"/>
                      <a:pt x="5311" y="7701"/>
                    </a:cubicBezTo>
                    <a:cubicBezTo>
                      <a:pt x="5300" y="7668"/>
                      <a:pt x="5295" y="7636"/>
                      <a:pt x="5284" y="7603"/>
                    </a:cubicBezTo>
                    <a:cubicBezTo>
                      <a:pt x="5300" y="7598"/>
                      <a:pt x="5316" y="7598"/>
                      <a:pt x="5333" y="7598"/>
                    </a:cubicBezTo>
                    <a:cubicBezTo>
                      <a:pt x="5380" y="7598"/>
                      <a:pt x="5428" y="7605"/>
                      <a:pt x="5476" y="7605"/>
                    </a:cubicBezTo>
                    <a:cubicBezTo>
                      <a:pt x="5488" y="7605"/>
                      <a:pt x="5500" y="7604"/>
                      <a:pt x="5512" y="7603"/>
                    </a:cubicBezTo>
                    <a:cubicBezTo>
                      <a:pt x="5572" y="7598"/>
                      <a:pt x="5615" y="7581"/>
                      <a:pt x="5670" y="7576"/>
                    </a:cubicBezTo>
                    <a:close/>
                    <a:moveTo>
                      <a:pt x="4305" y="7793"/>
                    </a:moveTo>
                    <a:cubicBezTo>
                      <a:pt x="4305" y="7815"/>
                      <a:pt x="4311" y="7842"/>
                      <a:pt x="4316" y="7869"/>
                    </a:cubicBezTo>
                    <a:cubicBezTo>
                      <a:pt x="4322" y="7913"/>
                      <a:pt x="4332" y="7956"/>
                      <a:pt x="4349" y="8005"/>
                    </a:cubicBezTo>
                    <a:cubicBezTo>
                      <a:pt x="4349" y="8011"/>
                      <a:pt x="4354" y="8022"/>
                      <a:pt x="4360" y="8027"/>
                    </a:cubicBezTo>
                    <a:cubicBezTo>
                      <a:pt x="4365" y="8076"/>
                      <a:pt x="4376" y="8119"/>
                      <a:pt x="4381" y="8174"/>
                    </a:cubicBezTo>
                    <a:cubicBezTo>
                      <a:pt x="4381" y="8304"/>
                      <a:pt x="4392" y="8435"/>
                      <a:pt x="4409" y="8565"/>
                    </a:cubicBezTo>
                    <a:cubicBezTo>
                      <a:pt x="4430" y="8636"/>
                      <a:pt x="4436" y="8712"/>
                      <a:pt x="4430" y="8788"/>
                    </a:cubicBezTo>
                    <a:lnTo>
                      <a:pt x="4430" y="8793"/>
                    </a:lnTo>
                    <a:cubicBezTo>
                      <a:pt x="4418" y="8853"/>
                      <a:pt x="4340" y="8862"/>
                      <a:pt x="4260" y="8862"/>
                    </a:cubicBezTo>
                    <a:cubicBezTo>
                      <a:pt x="4226" y="8862"/>
                      <a:pt x="4191" y="8860"/>
                      <a:pt x="4161" y="8860"/>
                    </a:cubicBezTo>
                    <a:cubicBezTo>
                      <a:pt x="4139" y="8860"/>
                      <a:pt x="4120" y="8861"/>
                      <a:pt x="4104" y="8864"/>
                    </a:cubicBezTo>
                    <a:cubicBezTo>
                      <a:pt x="3995" y="8880"/>
                      <a:pt x="3898" y="8929"/>
                      <a:pt x="3800" y="8951"/>
                    </a:cubicBezTo>
                    <a:cubicBezTo>
                      <a:pt x="3778" y="8955"/>
                      <a:pt x="3759" y="8958"/>
                      <a:pt x="3742" y="8958"/>
                    </a:cubicBezTo>
                    <a:cubicBezTo>
                      <a:pt x="3711" y="8958"/>
                      <a:pt x="3687" y="8948"/>
                      <a:pt x="3669" y="8913"/>
                    </a:cubicBezTo>
                    <a:cubicBezTo>
                      <a:pt x="3658" y="8870"/>
                      <a:pt x="3648" y="8821"/>
                      <a:pt x="3648" y="8772"/>
                    </a:cubicBezTo>
                    <a:cubicBezTo>
                      <a:pt x="3615" y="8538"/>
                      <a:pt x="3555" y="8310"/>
                      <a:pt x="3506" y="8081"/>
                    </a:cubicBezTo>
                    <a:cubicBezTo>
                      <a:pt x="3495" y="8038"/>
                      <a:pt x="3490" y="8000"/>
                      <a:pt x="3490" y="7962"/>
                    </a:cubicBezTo>
                    <a:lnTo>
                      <a:pt x="3490" y="7962"/>
                    </a:lnTo>
                    <a:cubicBezTo>
                      <a:pt x="3502" y="7963"/>
                      <a:pt x="3514" y="7964"/>
                      <a:pt x="3527" y="7964"/>
                    </a:cubicBezTo>
                    <a:cubicBezTo>
                      <a:pt x="3569" y="7964"/>
                      <a:pt x="3611" y="7956"/>
                      <a:pt x="3653" y="7935"/>
                    </a:cubicBezTo>
                    <a:cubicBezTo>
                      <a:pt x="3745" y="7907"/>
                      <a:pt x="3843" y="7880"/>
                      <a:pt x="3946" y="7869"/>
                    </a:cubicBezTo>
                    <a:cubicBezTo>
                      <a:pt x="4066" y="7842"/>
                      <a:pt x="4186" y="7810"/>
                      <a:pt x="4305" y="7793"/>
                    </a:cubicBezTo>
                    <a:close/>
                    <a:moveTo>
                      <a:pt x="1506" y="3439"/>
                    </a:moveTo>
                    <a:cubicBezTo>
                      <a:pt x="1663" y="3477"/>
                      <a:pt x="1821" y="3494"/>
                      <a:pt x="1984" y="3499"/>
                    </a:cubicBezTo>
                    <a:cubicBezTo>
                      <a:pt x="2104" y="3504"/>
                      <a:pt x="2218" y="3515"/>
                      <a:pt x="2332" y="3526"/>
                    </a:cubicBezTo>
                    <a:cubicBezTo>
                      <a:pt x="2305" y="3918"/>
                      <a:pt x="2196" y="4298"/>
                      <a:pt x="2142" y="4684"/>
                    </a:cubicBezTo>
                    <a:cubicBezTo>
                      <a:pt x="2136" y="4793"/>
                      <a:pt x="2120" y="4901"/>
                      <a:pt x="2093" y="5005"/>
                    </a:cubicBezTo>
                    <a:cubicBezTo>
                      <a:pt x="2060" y="5097"/>
                      <a:pt x="2039" y="5190"/>
                      <a:pt x="2028" y="5287"/>
                    </a:cubicBezTo>
                    <a:cubicBezTo>
                      <a:pt x="1990" y="5489"/>
                      <a:pt x="1924" y="5684"/>
                      <a:pt x="1886" y="5891"/>
                    </a:cubicBezTo>
                    <a:cubicBezTo>
                      <a:pt x="1805" y="6304"/>
                      <a:pt x="1718" y="6712"/>
                      <a:pt x="1625" y="7125"/>
                    </a:cubicBezTo>
                    <a:cubicBezTo>
                      <a:pt x="1533" y="7532"/>
                      <a:pt x="1397" y="7918"/>
                      <a:pt x="1316" y="8331"/>
                    </a:cubicBezTo>
                    <a:cubicBezTo>
                      <a:pt x="1272" y="8533"/>
                      <a:pt x="1212" y="8739"/>
                      <a:pt x="1169" y="8940"/>
                    </a:cubicBezTo>
                    <a:cubicBezTo>
                      <a:pt x="1169" y="8951"/>
                      <a:pt x="1154" y="9022"/>
                      <a:pt x="1162" y="9022"/>
                    </a:cubicBezTo>
                    <a:cubicBezTo>
                      <a:pt x="1163" y="9022"/>
                      <a:pt x="1163" y="9022"/>
                      <a:pt x="1163" y="9022"/>
                    </a:cubicBezTo>
                    <a:lnTo>
                      <a:pt x="1163" y="9022"/>
                    </a:lnTo>
                    <a:cubicBezTo>
                      <a:pt x="1161" y="9024"/>
                      <a:pt x="1157" y="9024"/>
                      <a:pt x="1152" y="9024"/>
                    </a:cubicBezTo>
                    <a:cubicBezTo>
                      <a:pt x="1127" y="9024"/>
                      <a:pt x="1079" y="9005"/>
                      <a:pt x="1066" y="9005"/>
                    </a:cubicBezTo>
                    <a:cubicBezTo>
                      <a:pt x="979" y="8989"/>
                      <a:pt x="892" y="8973"/>
                      <a:pt x="805" y="8946"/>
                    </a:cubicBezTo>
                    <a:cubicBezTo>
                      <a:pt x="631" y="8886"/>
                      <a:pt x="424" y="8935"/>
                      <a:pt x="261" y="8837"/>
                    </a:cubicBezTo>
                    <a:cubicBezTo>
                      <a:pt x="179" y="8783"/>
                      <a:pt x="234" y="8712"/>
                      <a:pt x="239" y="8625"/>
                    </a:cubicBezTo>
                    <a:cubicBezTo>
                      <a:pt x="250" y="8516"/>
                      <a:pt x="266" y="8408"/>
                      <a:pt x="299" y="8299"/>
                    </a:cubicBezTo>
                    <a:cubicBezTo>
                      <a:pt x="353" y="8098"/>
                      <a:pt x="381" y="7891"/>
                      <a:pt x="435" y="7690"/>
                    </a:cubicBezTo>
                    <a:cubicBezTo>
                      <a:pt x="495" y="7483"/>
                      <a:pt x="571" y="7299"/>
                      <a:pt x="609" y="7092"/>
                    </a:cubicBezTo>
                    <a:cubicBezTo>
                      <a:pt x="652" y="6886"/>
                      <a:pt x="680" y="6668"/>
                      <a:pt x="734" y="6462"/>
                    </a:cubicBezTo>
                    <a:cubicBezTo>
                      <a:pt x="761" y="6364"/>
                      <a:pt x="788" y="6266"/>
                      <a:pt x="805" y="6168"/>
                    </a:cubicBezTo>
                    <a:cubicBezTo>
                      <a:pt x="821" y="6070"/>
                      <a:pt x="859" y="5978"/>
                      <a:pt x="886" y="5885"/>
                    </a:cubicBezTo>
                    <a:cubicBezTo>
                      <a:pt x="951" y="5679"/>
                      <a:pt x="989" y="5467"/>
                      <a:pt x="1038" y="5260"/>
                    </a:cubicBezTo>
                    <a:cubicBezTo>
                      <a:pt x="1098" y="5032"/>
                      <a:pt x="1142" y="4798"/>
                      <a:pt x="1185" y="4564"/>
                    </a:cubicBezTo>
                    <a:cubicBezTo>
                      <a:pt x="1229" y="4331"/>
                      <a:pt x="1283" y="4097"/>
                      <a:pt x="1354" y="3869"/>
                    </a:cubicBezTo>
                    <a:cubicBezTo>
                      <a:pt x="1392" y="3722"/>
                      <a:pt x="1468" y="3586"/>
                      <a:pt x="1506" y="3439"/>
                    </a:cubicBezTo>
                    <a:close/>
                    <a:moveTo>
                      <a:pt x="375" y="9076"/>
                    </a:moveTo>
                    <a:cubicBezTo>
                      <a:pt x="424" y="9087"/>
                      <a:pt x="473" y="9092"/>
                      <a:pt x="511" y="9103"/>
                    </a:cubicBezTo>
                    <a:cubicBezTo>
                      <a:pt x="609" y="9114"/>
                      <a:pt x="707" y="9131"/>
                      <a:pt x="805" y="9152"/>
                    </a:cubicBezTo>
                    <a:cubicBezTo>
                      <a:pt x="821" y="9163"/>
                      <a:pt x="837" y="9169"/>
                      <a:pt x="854" y="9169"/>
                    </a:cubicBezTo>
                    <a:cubicBezTo>
                      <a:pt x="848" y="9261"/>
                      <a:pt x="837" y="9353"/>
                      <a:pt x="821" y="9446"/>
                    </a:cubicBezTo>
                    <a:lnTo>
                      <a:pt x="821" y="9451"/>
                    </a:lnTo>
                    <a:cubicBezTo>
                      <a:pt x="810" y="9506"/>
                      <a:pt x="815" y="9593"/>
                      <a:pt x="761" y="9603"/>
                    </a:cubicBezTo>
                    <a:cubicBezTo>
                      <a:pt x="759" y="9604"/>
                      <a:pt x="756" y="9604"/>
                      <a:pt x="753" y="9604"/>
                    </a:cubicBezTo>
                    <a:cubicBezTo>
                      <a:pt x="726" y="9604"/>
                      <a:pt x="688" y="9581"/>
                      <a:pt x="663" y="9576"/>
                    </a:cubicBezTo>
                    <a:cubicBezTo>
                      <a:pt x="614" y="9565"/>
                      <a:pt x="560" y="9560"/>
                      <a:pt x="511" y="9549"/>
                    </a:cubicBezTo>
                    <a:cubicBezTo>
                      <a:pt x="435" y="9538"/>
                      <a:pt x="353" y="9527"/>
                      <a:pt x="277" y="9511"/>
                    </a:cubicBezTo>
                    <a:cubicBezTo>
                      <a:pt x="288" y="9429"/>
                      <a:pt x="310" y="9353"/>
                      <a:pt x="332" y="9277"/>
                    </a:cubicBezTo>
                    <a:cubicBezTo>
                      <a:pt x="348" y="9212"/>
                      <a:pt x="364" y="9141"/>
                      <a:pt x="375" y="9076"/>
                    </a:cubicBezTo>
                    <a:close/>
                    <a:moveTo>
                      <a:pt x="5796" y="8897"/>
                    </a:moveTo>
                    <a:cubicBezTo>
                      <a:pt x="5830" y="8897"/>
                      <a:pt x="5864" y="8904"/>
                      <a:pt x="5893" y="8919"/>
                    </a:cubicBezTo>
                    <a:cubicBezTo>
                      <a:pt x="5871" y="8984"/>
                      <a:pt x="5860" y="9054"/>
                      <a:pt x="5865" y="9125"/>
                    </a:cubicBezTo>
                    <a:cubicBezTo>
                      <a:pt x="5854" y="9250"/>
                      <a:pt x="5882" y="9375"/>
                      <a:pt x="5854" y="9500"/>
                    </a:cubicBezTo>
                    <a:lnTo>
                      <a:pt x="5860" y="9506"/>
                    </a:lnTo>
                    <a:cubicBezTo>
                      <a:pt x="5849" y="9549"/>
                      <a:pt x="5838" y="9598"/>
                      <a:pt x="5822" y="9641"/>
                    </a:cubicBezTo>
                    <a:cubicBezTo>
                      <a:pt x="5789" y="9615"/>
                      <a:pt x="5755" y="9604"/>
                      <a:pt x="5720" y="9604"/>
                    </a:cubicBezTo>
                    <a:cubicBezTo>
                      <a:pt x="5662" y="9604"/>
                      <a:pt x="5602" y="9633"/>
                      <a:pt x="5545" y="9663"/>
                    </a:cubicBezTo>
                    <a:cubicBezTo>
                      <a:pt x="5528" y="9641"/>
                      <a:pt x="5507" y="9614"/>
                      <a:pt x="5485" y="9593"/>
                    </a:cubicBezTo>
                    <a:cubicBezTo>
                      <a:pt x="5398" y="9500"/>
                      <a:pt x="5316" y="9397"/>
                      <a:pt x="5246" y="9294"/>
                    </a:cubicBezTo>
                    <a:cubicBezTo>
                      <a:pt x="5197" y="9223"/>
                      <a:pt x="5142" y="9152"/>
                      <a:pt x="5083" y="9092"/>
                    </a:cubicBezTo>
                    <a:cubicBezTo>
                      <a:pt x="5103" y="9000"/>
                      <a:pt x="5124" y="8907"/>
                      <a:pt x="5233" y="8907"/>
                    </a:cubicBezTo>
                    <a:cubicBezTo>
                      <a:pt x="5239" y="8907"/>
                      <a:pt x="5245" y="8907"/>
                      <a:pt x="5251" y="8908"/>
                    </a:cubicBezTo>
                    <a:cubicBezTo>
                      <a:pt x="5349" y="8913"/>
                      <a:pt x="5376" y="9044"/>
                      <a:pt x="5474" y="9076"/>
                    </a:cubicBezTo>
                    <a:cubicBezTo>
                      <a:pt x="5478" y="9077"/>
                      <a:pt x="5482" y="9078"/>
                      <a:pt x="5486" y="9078"/>
                    </a:cubicBezTo>
                    <a:cubicBezTo>
                      <a:pt x="5507" y="9078"/>
                      <a:pt x="5531" y="9068"/>
                      <a:pt x="5545" y="9054"/>
                    </a:cubicBezTo>
                    <a:cubicBezTo>
                      <a:pt x="5615" y="8984"/>
                      <a:pt x="5637" y="8913"/>
                      <a:pt x="5746" y="8902"/>
                    </a:cubicBezTo>
                    <a:cubicBezTo>
                      <a:pt x="5762" y="8899"/>
                      <a:pt x="5779" y="8897"/>
                      <a:pt x="5796" y="8897"/>
                    </a:cubicBezTo>
                    <a:close/>
                    <a:moveTo>
                      <a:pt x="386" y="9707"/>
                    </a:moveTo>
                    <a:cubicBezTo>
                      <a:pt x="457" y="9712"/>
                      <a:pt x="517" y="9723"/>
                      <a:pt x="587" y="9734"/>
                    </a:cubicBezTo>
                    <a:cubicBezTo>
                      <a:pt x="571" y="9799"/>
                      <a:pt x="571" y="9870"/>
                      <a:pt x="549" y="9935"/>
                    </a:cubicBezTo>
                    <a:cubicBezTo>
                      <a:pt x="511" y="10065"/>
                      <a:pt x="473" y="10196"/>
                      <a:pt x="435" y="10326"/>
                    </a:cubicBezTo>
                    <a:cubicBezTo>
                      <a:pt x="412" y="10329"/>
                      <a:pt x="391" y="10334"/>
                      <a:pt x="374" y="10334"/>
                    </a:cubicBezTo>
                    <a:cubicBezTo>
                      <a:pt x="349" y="10334"/>
                      <a:pt x="330" y="10324"/>
                      <a:pt x="321" y="10283"/>
                    </a:cubicBezTo>
                    <a:cubicBezTo>
                      <a:pt x="299" y="10207"/>
                      <a:pt x="343" y="10120"/>
                      <a:pt x="364" y="10038"/>
                    </a:cubicBezTo>
                    <a:cubicBezTo>
                      <a:pt x="386" y="9935"/>
                      <a:pt x="430" y="9810"/>
                      <a:pt x="386" y="9707"/>
                    </a:cubicBezTo>
                    <a:close/>
                    <a:moveTo>
                      <a:pt x="2479" y="0"/>
                    </a:moveTo>
                    <a:cubicBezTo>
                      <a:pt x="2467" y="0"/>
                      <a:pt x="2454" y="1"/>
                      <a:pt x="2441" y="4"/>
                    </a:cubicBezTo>
                    <a:cubicBezTo>
                      <a:pt x="2414" y="9"/>
                      <a:pt x="2397" y="26"/>
                      <a:pt x="2392" y="53"/>
                    </a:cubicBezTo>
                    <a:cubicBezTo>
                      <a:pt x="2354" y="314"/>
                      <a:pt x="2310" y="564"/>
                      <a:pt x="2294" y="830"/>
                    </a:cubicBezTo>
                    <a:cubicBezTo>
                      <a:pt x="2289" y="966"/>
                      <a:pt x="2289" y="1096"/>
                      <a:pt x="2299" y="1232"/>
                    </a:cubicBezTo>
                    <a:cubicBezTo>
                      <a:pt x="2305" y="1292"/>
                      <a:pt x="2294" y="1352"/>
                      <a:pt x="2294" y="1412"/>
                    </a:cubicBezTo>
                    <a:cubicBezTo>
                      <a:pt x="2196" y="1423"/>
                      <a:pt x="2093" y="1433"/>
                      <a:pt x="1995" y="1433"/>
                    </a:cubicBezTo>
                    <a:cubicBezTo>
                      <a:pt x="1875" y="1433"/>
                      <a:pt x="1750" y="1439"/>
                      <a:pt x="1653" y="1520"/>
                    </a:cubicBezTo>
                    <a:cubicBezTo>
                      <a:pt x="1566" y="1613"/>
                      <a:pt x="1506" y="1727"/>
                      <a:pt x="1473" y="1852"/>
                    </a:cubicBezTo>
                    <a:cubicBezTo>
                      <a:pt x="1419" y="2020"/>
                      <a:pt x="1446" y="2184"/>
                      <a:pt x="1408" y="2352"/>
                    </a:cubicBezTo>
                    <a:cubicBezTo>
                      <a:pt x="1370" y="2521"/>
                      <a:pt x="1326" y="2673"/>
                      <a:pt x="1288" y="2830"/>
                    </a:cubicBezTo>
                    <a:cubicBezTo>
                      <a:pt x="1256" y="2961"/>
                      <a:pt x="1207" y="3135"/>
                      <a:pt x="1256" y="3265"/>
                    </a:cubicBezTo>
                    <a:cubicBezTo>
                      <a:pt x="1272" y="3314"/>
                      <a:pt x="1305" y="3358"/>
                      <a:pt x="1354" y="3379"/>
                    </a:cubicBezTo>
                    <a:cubicBezTo>
                      <a:pt x="1305" y="3543"/>
                      <a:pt x="1218" y="3700"/>
                      <a:pt x="1185" y="3858"/>
                    </a:cubicBezTo>
                    <a:cubicBezTo>
                      <a:pt x="1136" y="4086"/>
                      <a:pt x="1087" y="4314"/>
                      <a:pt x="1044" y="4537"/>
                    </a:cubicBezTo>
                    <a:cubicBezTo>
                      <a:pt x="957" y="4967"/>
                      <a:pt x="854" y="5391"/>
                      <a:pt x="729" y="5809"/>
                    </a:cubicBezTo>
                    <a:cubicBezTo>
                      <a:pt x="701" y="5907"/>
                      <a:pt x="663" y="5994"/>
                      <a:pt x="636" y="6092"/>
                    </a:cubicBezTo>
                    <a:cubicBezTo>
                      <a:pt x="614" y="6201"/>
                      <a:pt x="582" y="6315"/>
                      <a:pt x="549" y="6423"/>
                    </a:cubicBezTo>
                    <a:cubicBezTo>
                      <a:pt x="489" y="6641"/>
                      <a:pt x="457" y="6875"/>
                      <a:pt x="408" y="7098"/>
                    </a:cubicBezTo>
                    <a:cubicBezTo>
                      <a:pt x="359" y="7320"/>
                      <a:pt x="266" y="7516"/>
                      <a:pt x="212" y="7734"/>
                    </a:cubicBezTo>
                    <a:cubicBezTo>
                      <a:pt x="163" y="7951"/>
                      <a:pt x="109" y="8185"/>
                      <a:pt x="54" y="8402"/>
                    </a:cubicBezTo>
                    <a:cubicBezTo>
                      <a:pt x="33" y="8505"/>
                      <a:pt x="33" y="8609"/>
                      <a:pt x="16" y="8712"/>
                    </a:cubicBezTo>
                    <a:cubicBezTo>
                      <a:pt x="0" y="8783"/>
                      <a:pt x="11" y="8859"/>
                      <a:pt x="54" y="8919"/>
                    </a:cubicBezTo>
                    <a:cubicBezTo>
                      <a:pt x="98" y="8973"/>
                      <a:pt x="158" y="9011"/>
                      <a:pt x="223" y="9033"/>
                    </a:cubicBezTo>
                    <a:cubicBezTo>
                      <a:pt x="179" y="9109"/>
                      <a:pt x="152" y="9190"/>
                      <a:pt x="136" y="9277"/>
                    </a:cubicBezTo>
                    <a:cubicBezTo>
                      <a:pt x="109" y="9391"/>
                      <a:pt x="76" y="9484"/>
                      <a:pt x="103" y="9603"/>
                    </a:cubicBezTo>
                    <a:cubicBezTo>
                      <a:pt x="109" y="9631"/>
                      <a:pt x="136" y="9658"/>
                      <a:pt x="163" y="9663"/>
                    </a:cubicBezTo>
                    <a:cubicBezTo>
                      <a:pt x="223" y="9674"/>
                      <a:pt x="277" y="9680"/>
                      <a:pt x="337" y="9690"/>
                    </a:cubicBezTo>
                    <a:cubicBezTo>
                      <a:pt x="294" y="9772"/>
                      <a:pt x="261" y="9853"/>
                      <a:pt x="245" y="9946"/>
                    </a:cubicBezTo>
                    <a:cubicBezTo>
                      <a:pt x="223" y="10033"/>
                      <a:pt x="179" y="10125"/>
                      <a:pt x="163" y="10218"/>
                    </a:cubicBezTo>
                    <a:cubicBezTo>
                      <a:pt x="137" y="10343"/>
                      <a:pt x="226" y="10463"/>
                      <a:pt x="353" y="10463"/>
                    </a:cubicBezTo>
                    <a:cubicBezTo>
                      <a:pt x="359" y="10463"/>
                      <a:pt x="364" y="10463"/>
                      <a:pt x="370" y="10462"/>
                    </a:cubicBezTo>
                    <a:cubicBezTo>
                      <a:pt x="571" y="10462"/>
                      <a:pt x="555" y="10299"/>
                      <a:pt x="603" y="10142"/>
                    </a:cubicBezTo>
                    <a:cubicBezTo>
                      <a:pt x="642" y="10044"/>
                      <a:pt x="674" y="9946"/>
                      <a:pt x="690" y="9843"/>
                    </a:cubicBezTo>
                    <a:cubicBezTo>
                      <a:pt x="696" y="9815"/>
                      <a:pt x="690" y="9783"/>
                      <a:pt x="696" y="9756"/>
                    </a:cubicBezTo>
                    <a:cubicBezTo>
                      <a:pt x="720" y="9764"/>
                      <a:pt x="745" y="9769"/>
                      <a:pt x="769" y="9769"/>
                    </a:cubicBezTo>
                    <a:cubicBezTo>
                      <a:pt x="806" y="9769"/>
                      <a:pt x="843" y="9759"/>
                      <a:pt x="875" y="9739"/>
                    </a:cubicBezTo>
                    <a:cubicBezTo>
                      <a:pt x="946" y="9696"/>
                      <a:pt x="962" y="9603"/>
                      <a:pt x="973" y="9533"/>
                    </a:cubicBezTo>
                    <a:cubicBezTo>
                      <a:pt x="995" y="9419"/>
                      <a:pt x="1011" y="9304"/>
                      <a:pt x="1011" y="9190"/>
                    </a:cubicBezTo>
                    <a:lnTo>
                      <a:pt x="1071" y="9196"/>
                    </a:lnTo>
                    <a:cubicBezTo>
                      <a:pt x="1098" y="9201"/>
                      <a:pt x="1122" y="9204"/>
                      <a:pt x="1145" y="9204"/>
                    </a:cubicBezTo>
                    <a:cubicBezTo>
                      <a:pt x="1264" y="9204"/>
                      <a:pt x="1326" y="9132"/>
                      <a:pt x="1354" y="8995"/>
                    </a:cubicBezTo>
                    <a:cubicBezTo>
                      <a:pt x="1403" y="8777"/>
                      <a:pt x="1462" y="8565"/>
                      <a:pt x="1500" y="8348"/>
                    </a:cubicBezTo>
                    <a:cubicBezTo>
                      <a:pt x="1522" y="8239"/>
                      <a:pt x="1544" y="8130"/>
                      <a:pt x="1571" y="8022"/>
                    </a:cubicBezTo>
                    <a:cubicBezTo>
                      <a:pt x="1598" y="7902"/>
                      <a:pt x="1642" y="7788"/>
                      <a:pt x="1669" y="7674"/>
                    </a:cubicBezTo>
                    <a:cubicBezTo>
                      <a:pt x="1761" y="7244"/>
                      <a:pt x="1886" y="6820"/>
                      <a:pt x="1973" y="6391"/>
                    </a:cubicBezTo>
                    <a:cubicBezTo>
                      <a:pt x="2028" y="6130"/>
                      <a:pt x="2071" y="5869"/>
                      <a:pt x="2142" y="5614"/>
                    </a:cubicBezTo>
                    <a:cubicBezTo>
                      <a:pt x="2174" y="5494"/>
                      <a:pt x="2196" y="5380"/>
                      <a:pt x="2212" y="5260"/>
                    </a:cubicBezTo>
                    <a:cubicBezTo>
                      <a:pt x="2229" y="5146"/>
                      <a:pt x="2278" y="5048"/>
                      <a:pt x="2299" y="4934"/>
                    </a:cubicBezTo>
                    <a:cubicBezTo>
                      <a:pt x="2299" y="4929"/>
                      <a:pt x="2299" y="4918"/>
                      <a:pt x="2305" y="4907"/>
                    </a:cubicBezTo>
                    <a:cubicBezTo>
                      <a:pt x="2472" y="4926"/>
                      <a:pt x="2655" y="4969"/>
                      <a:pt x="2830" y="4969"/>
                    </a:cubicBezTo>
                    <a:cubicBezTo>
                      <a:pt x="2905" y="4969"/>
                      <a:pt x="2979" y="4961"/>
                      <a:pt x="3050" y="4940"/>
                    </a:cubicBezTo>
                    <a:cubicBezTo>
                      <a:pt x="3055" y="4994"/>
                      <a:pt x="3060" y="5043"/>
                      <a:pt x="3060" y="5097"/>
                    </a:cubicBezTo>
                    <a:cubicBezTo>
                      <a:pt x="3082" y="5385"/>
                      <a:pt x="3109" y="5657"/>
                      <a:pt x="3158" y="5940"/>
                    </a:cubicBezTo>
                    <a:cubicBezTo>
                      <a:pt x="3202" y="6201"/>
                      <a:pt x="3224" y="6478"/>
                      <a:pt x="3245" y="6739"/>
                    </a:cubicBezTo>
                    <a:cubicBezTo>
                      <a:pt x="3272" y="7038"/>
                      <a:pt x="3234" y="7342"/>
                      <a:pt x="3283" y="7630"/>
                    </a:cubicBezTo>
                    <a:cubicBezTo>
                      <a:pt x="3294" y="7706"/>
                      <a:pt x="3283" y="7782"/>
                      <a:pt x="3289" y="7853"/>
                    </a:cubicBezTo>
                    <a:cubicBezTo>
                      <a:pt x="3294" y="7918"/>
                      <a:pt x="3311" y="7978"/>
                      <a:pt x="3316" y="8043"/>
                    </a:cubicBezTo>
                    <a:cubicBezTo>
                      <a:pt x="3338" y="8190"/>
                      <a:pt x="3387" y="8331"/>
                      <a:pt x="3414" y="8473"/>
                    </a:cubicBezTo>
                    <a:cubicBezTo>
                      <a:pt x="3430" y="8587"/>
                      <a:pt x="3457" y="8701"/>
                      <a:pt x="3468" y="8815"/>
                    </a:cubicBezTo>
                    <a:cubicBezTo>
                      <a:pt x="3479" y="8902"/>
                      <a:pt x="3490" y="9005"/>
                      <a:pt x="3555" y="9071"/>
                    </a:cubicBezTo>
                    <a:cubicBezTo>
                      <a:pt x="3601" y="9117"/>
                      <a:pt x="3666" y="9133"/>
                      <a:pt x="3730" y="9133"/>
                    </a:cubicBezTo>
                    <a:cubicBezTo>
                      <a:pt x="3757" y="9133"/>
                      <a:pt x="3785" y="9130"/>
                      <a:pt x="3811" y="9125"/>
                    </a:cubicBezTo>
                    <a:cubicBezTo>
                      <a:pt x="3963" y="9103"/>
                      <a:pt x="4088" y="9033"/>
                      <a:pt x="4245" y="9033"/>
                    </a:cubicBezTo>
                    <a:cubicBezTo>
                      <a:pt x="4257" y="9033"/>
                      <a:pt x="4268" y="9033"/>
                      <a:pt x="4280" y="9033"/>
                    </a:cubicBezTo>
                    <a:cubicBezTo>
                      <a:pt x="4385" y="9033"/>
                      <a:pt x="4498" y="9028"/>
                      <a:pt x="4572" y="8940"/>
                    </a:cubicBezTo>
                    <a:cubicBezTo>
                      <a:pt x="4621" y="8859"/>
                      <a:pt x="4637" y="8766"/>
                      <a:pt x="4621" y="8674"/>
                    </a:cubicBezTo>
                    <a:cubicBezTo>
                      <a:pt x="4593" y="8538"/>
                      <a:pt x="4577" y="8402"/>
                      <a:pt x="4566" y="8266"/>
                    </a:cubicBezTo>
                    <a:cubicBezTo>
                      <a:pt x="4572" y="8152"/>
                      <a:pt x="4555" y="8038"/>
                      <a:pt x="4512" y="7935"/>
                    </a:cubicBezTo>
                    <a:cubicBezTo>
                      <a:pt x="4512" y="7913"/>
                      <a:pt x="4512" y="7897"/>
                      <a:pt x="4506" y="7880"/>
                    </a:cubicBezTo>
                    <a:cubicBezTo>
                      <a:pt x="4501" y="7842"/>
                      <a:pt x="4474" y="7777"/>
                      <a:pt x="4501" y="7744"/>
                    </a:cubicBezTo>
                    <a:cubicBezTo>
                      <a:pt x="4523" y="7706"/>
                      <a:pt x="4593" y="7706"/>
                      <a:pt x="4637" y="7701"/>
                    </a:cubicBezTo>
                    <a:lnTo>
                      <a:pt x="4664" y="7701"/>
                    </a:lnTo>
                    <a:cubicBezTo>
                      <a:pt x="4664" y="7739"/>
                      <a:pt x="4664" y="7782"/>
                      <a:pt x="4669" y="7826"/>
                    </a:cubicBezTo>
                    <a:cubicBezTo>
                      <a:pt x="4664" y="7886"/>
                      <a:pt x="4664" y="7946"/>
                      <a:pt x="4669" y="8005"/>
                    </a:cubicBezTo>
                    <a:cubicBezTo>
                      <a:pt x="4686" y="8087"/>
                      <a:pt x="4724" y="8168"/>
                      <a:pt x="4735" y="8250"/>
                    </a:cubicBezTo>
                    <a:cubicBezTo>
                      <a:pt x="4751" y="8337"/>
                      <a:pt x="4751" y="8408"/>
                      <a:pt x="4762" y="8489"/>
                    </a:cubicBezTo>
                    <a:cubicBezTo>
                      <a:pt x="4778" y="8630"/>
                      <a:pt x="4789" y="8772"/>
                      <a:pt x="4811" y="8913"/>
                    </a:cubicBezTo>
                    <a:cubicBezTo>
                      <a:pt x="4822" y="9005"/>
                      <a:pt x="4838" y="9147"/>
                      <a:pt x="4914" y="9212"/>
                    </a:cubicBezTo>
                    <a:cubicBezTo>
                      <a:pt x="4932" y="9227"/>
                      <a:pt x="4955" y="9235"/>
                      <a:pt x="4978" y="9235"/>
                    </a:cubicBezTo>
                    <a:cubicBezTo>
                      <a:pt x="4997" y="9235"/>
                      <a:pt x="5017" y="9230"/>
                      <a:pt x="5034" y="9217"/>
                    </a:cubicBezTo>
                    <a:cubicBezTo>
                      <a:pt x="5050" y="9250"/>
                      <a:pt x="5072" y="9277"/>
                      <a:pt x="5088" y="9310"/>
                    </a:cubicBezTo>
                    <a:cubicBezTo>
                      <a:pt x="5153" y="9424"/>
                      <a:pt x="5229" y="9533"/>
                      <a:pt x="5316" y="9636"/>
                    </a:cubicBezTo>
                    <a:cubicBezTo>
                      <a:pt x="5409" y="9734"/>
                      <a:pt x="5485" y="9853"/>
                      <a:pt x="5539" y="9978"/>
                    </a:cubicBezTo>
                    <a:cubicBezTo>
                      <a:pt x="5545" y="10011"/>
                      <a:pt x="5561" y="10038"/>
                      <a:pt x="5577" y="10065"/>
                    </a:cubicBezTo>
                    <a:cubicBezTo>
                      <a:pt x="5604" y="10142"/>
                      <a:pt x="5642" y="10212"/>
                      <a:pt x="5691" y="10277"/>
                    </a:cubicBezTo>
                    <a:cubicBezTo>
                      <a:pt x="5707" y="10293"/>
                      <a:pt x="5727" y="10301"/>
                      <a:pt x="5747" y="10301"/>
                    </a:cubicBezTo>
                    <a:cubicBezTo>
                      <a:pt x="5774" y="10301"/>
                      <a:pt x="5801" y="10286"/>
                      <a:pt x="5816" y="10261"/>
                    </a:cubicBezTo>
                    <a:cubicBezTo>
                      <a:pt x="5865" y="10158"/>
                      <a:pt x="5893" y="10049"/>
                      <a:pt x="5903" y="9935"/>
                    </a:cubicBezTo>
                    <a:cubicBezTo>
                      <a:pt x="5925" y="9799"/>
                      <a:pt x="5979" y="9669"/>
                      <a:pt x="6007" y="9533"/>
                    </a:cubicBezTo>
                    <a:cubicBezTo>
                      <a:pt x="6023" y="9419"/>
                      <a:pt x="6028" y="9299"/>
                      <a:pt x="6018" y="9179"/>
                    </a:cubicBezTo>
                    <a:cubicBezTo>
                      <a:pt x="6023" y="9131"/>
                      <a:pt x="6028" y="9087"/>
                      <a:pt x="6034" y="9044"/>
                    </a:cubicBezTo>
                    <a:cubicBezTo>
                      <a:pt x="6044" y="9047"/>
                      <a:pt x="6055" y="9049"/>
                      <a:pt x="6066" y="9049"/>
                    </a:cubicBezTo>
                    <a:cubicBezTo>
                      <a:pt x="6116" y="9049"/>
                      <a:pt x="6164" y="9010"/>
                      <a:pt x="6164" y="8957"/>
                    </a:cubicBezTo>
                    <a:cubicBezTo>
                      <a:pt x="6159" y="8793"/>
                      <a:pt x="6148" y="8636"/>
                      <a:pt x="6126" y="8478"/>
                    </a:cubicBezTo>
                    <a:cubicBezTo>
                      <a:pt x="6105" y="8310"/>
                      <a:pt x="6088" y="8141"/>
                      <a:pt x="6061" y="7973"/>
                    </a:cubicBezTo>
                    <a:cubicBezTo>
                      <a:pt x="6045" y="7891"/>
                      <a:pt x="6018" y="7815"/>
                      <a:pt x="6001" y="7734"/>
                    </a:cubicBezTo>
                    <a:cubicBezTo>
                      <a:pt x="5996" y="7690"/>
                      <a:pt x="5990" y="7652"/>
                      <a:pt x="5979" y="7608"/>
                    </a:cubicBezTo>
                    <a:cubicBezTo>
                      <a:pt x="5974" y="7592"/>
                      <a:pt x="5963" y="7576"/>
                      <a:pt x="5958" y="7560"/>
                    </a:cubicBezTo>
                    <a:cubicBezTo>
                      <a:pt x="6083" y="7516"/>
                      <a:pt x="6110" y="7391"/>
                      <a:pt x="6094" y="7255"/>
                    </a:cubicBezTo>
                    <a:cubicBezTo>
                      <a:pt x="6072" y="7038"/>
                      <a:pt x="6056" y="6815"/>
                      <a:pt x="6045" y="6597"/>
                    </a:cubicBezTo>
                    <a:cubicBezTo>
                      <a:pt x="6034" y="6462"/>
                      <a:pt x="6018" y="6233"/>
                      <a:pt x="5865" y="6179"/>
                    </a:cubicBezTo>
                    <a:cubicBezTo>
                      <a:pt x="5849" y="6173"/>
                      <a:pt x="5827" y="6168"/>
                      <a:pt x="5811" y="6168"/>
                    </a:cubicBezTo>
                    <a:cubicBezTo>
                      <a:pt x="5806" y="6157"/>
                      <a:pt x="5806" y="6152"/>
                      <a:pt x="5811" y="6146"/>
                    </a:cubicBezTo>
                    <a:cubicBezTo>
                      <a:pt x="5789" y="6016"/>
                      <a:pt x="5767" y="5885"/>
                      <a:pt x="5757" y="5749"/>
                    </a:cubicBezTo>
                    <a:cubicBezTo>
                      <a:pt x="5746" y="5619"/>
                      <a:pt x="5697" y="5494"/>
                      <a:pt x="5681" y="5358"/>
                    </a:cubicBezTo>
                    <a:cubicBezTo>
                      <a:pt x="5670" y="5298"/>
                      <a:pt x="5664" y="5238"/>
                      <a:pt x="5648" y="5179"/>
                    </a:cubicBezTo>
                    <a:cubicBezTo>
                      <a:pt x="5637" y="5119"/>
                      <a:pt x="5632" y="5048"/>
                      <a:pt x="5621" y="4988"/>
                    </a:cubicBezTo>
                    <a:cubicBezTo>
                      <a:pt x="5615" y="4972"/>
                      <a:pt x="5610" y="4956"/>
                      <a:pt x="5604" y="4945"/>
                    </a:cubicBezTo>
                    <a:cubicBezTo>
                      <a:pt x="5604" y="4901"/>
                      <a:pt x="5599" y="4858"/>
                      <a:pt x="5588" y="4814"/>
                    </a:cubicBezTo>
                    <a:cubicBezTo>
                      <a:pt x="5572" y="4706"/>
                      <a:pt x="5534" y="4602"/>
                      <a:pt x="5469" y="4516"/>
                    </a:cubicBezTo>
                    <a:cubicBezTo>
                      <a:pt x="5414" y="4439"/>
                      <a:pt x="5371" y="4331"/>
                      <a:pt x="5289" y="4282"/>
                    </a:cubicBezTo>
                    <a:cubicBezTo>
                      <a:pt x="5191" y="4227"/>
                      <a:pt x="5077" y="4195"/>
                      <a:pt x="4958" y="4189"/>
                    </a:cubicBezTo>
                    <a:cubicBezTo>
                      <a:pt x="4756" y="4189"/>
                      <a:pt x="4566" y="4282"/>
                      <a:pt x="4441" y="4445"/>
                    </a:cubicBezTo>
                    <a:cubicBezTo>
                      <a:pt x="4381" y="4548"/>
                      <a:pt x="4349" y="4662"/>
                      <a:pt x="4349" y="4782"/>
                    </a:cubicBezTo>
                    <a:cubicBezTo>
                      <a:pt x="4338" y="4869"/>
                      <a:pt x="4354" y="4950"/>
                      <a:pt x="4387" y="5026"/>
                    </a:cubicBezTo>
                    <a:cubicBezTo>
                      <a:pt x="4376" y="5032"/>
                      <a:pt x="4370" y="5037"/>
                      <a:pt x="4365" y="5037"/>
                    </a:cubicBezTo>
                    <a:cubicBezTo>
                      <a:pt x="4332" y="5059"/>
                      <a:pt x="4316" y="5097"/>
                      <a:pt x="4327" y="5130"/>
                    </a:cubicBezTo>
                    <a:cubicBezTo>
                      <a:pt x="4360" y="5238"/>
                      <a:pt x="4392" y="5347"/>
                      <a:pt x="4409" y="5456"/>
                    </a:cubicBezTo>
                    <a:cubicBezTo>
                      <a:pt x="4425" y="5576"/>
                      <a:pt x="4447" y="5690"/>
                      <a:pt x="4479" y="5804"/>
                    </a:cubicBezTo>
                    <a:cubicBezTo>
                      <a:pt x="4544" y="6010"/>
                      <a:pt x="4534" y="6222"/>
                      <a:pt x="4566" y="6434"/>
                    </a:cubicBezTo>
                    <a:cubicBezTo>
                      <a:pt x="4490" y="6451"/>
                      <a:pt x="4409" y="6467"/>
                      <a:pt x="4327" y="6478"/>
                    </a:cubicBezTo>
                    <a:lnTo>
                      <a:pt x="4327" y="6380"/>
                    </a:lnTo>
                    <a:cubicBezTo>
                      <a:pt x="4316" y="6315"/>
                      <a:pt x="4305" y="6250"/>
                      <a:pt x="4305" y="6179"/>
                    </a:cubicBezTo>
                    <a:cubicBezTo>
                      <a:pt x="4300" y="6065"/>
                      <a:pt x="4289" y="5951"/>
                      <a:pt x="4273" y="5836"/>
                    </a:cubicBezTo>
                    <a:cubicBezTo>
                      <a:pt x="4245" y="5673"/>
                      <a:pt x="4202" y="5510"/>
                      <a:pt x="4186" y="5347"/>
                    </a:cubicBezTo>
                    <a:cubicBezTo>
                      <a:pt x="4169" y="5211"/>
                      <a:pt x="4153" y="5075"/>
                      <a:pt x="4137" y="4940"/>
                    </a:cubicBezTo>
                    <a:cubicBezTo>
                      <a:pt x="4099" y="4662"/>
                      <a:pt x="4093" y="4374"/>
                      <a:pt x="4012" y="4102"/>
                    </a:cubicBezTo>
                    <a:cubicBezTo>
                      <a:pt x="3968" y="3967"/>
                      <a:pt x="3930" y="3836"/>
                      <a:pt x="3903" y="3695"/>
                    </a:cubicBezTo>
                    <a:cubicBezTo>
                      <a:pt x="3887" y="3591"/>
                      <a:pt x="3865" y="3494"/>
                      <a:pt x="3838" y="3396"/>
                    </a:cubicBezTo>
                    <a:cubicBezTo>
                      <a:pt x="3881" y="3336"/>
                      <a:pt x="3914" y="3271"/>
                      <a:pt x="3936" y="3200"/>
                    </a:cubicBezTo>
                    <a:cubicBezTo>
                      <a:pt x="3990" y="3059"/>
                      <a:pt x="4017" y="2907"/>
                      <a:pt x="4012" y="2754"/>
                    </a:cubicBezTo>
                    <a:cubicBezTo>
                      <a:pt x="4001" y="2673"/>
                      <a:pt x="3979" y="2591"/>
                      <a:pt x="3957" y="2510"/>
                    </a:cubicBezTo>
                    <a:cubicBezTo>
                      <a:pt x="3936" y="2417"/>
                      <a:pt x="3930" y="2319"/>
                      <a:pt x="3908" y="2227"/>
                    </a:cubicBezTo>
                    <a:cubicBezTo>
                      <a:pt x="3892" y="2135"/>
                      <a:pt x="3860" y="2053"/>
                      <a:pt x="3843" y="1966"/>
                    </a:cubicBezTo>
                    <a:cubicBezTo>
                      <a:pt x="3827" y="1874"/>
                      <a:pt x="3832" y="1803"/>
                      <a:pt x="3816" y="1722"/>
                    </a:cubicBezTo>
                    <a:cubicBezTo>
                      <a:pt x="3794" y="1596"/>
                      <a:pt x="3805" y="1417"/>
                      <a:pt x="3653" y="1379"/>
                    </a:cubicBezTo>
                    <a:cubicBezTo>
                      <a:pt x="3630" y="1377"/>
                      <a:pt x="3608" y="1376"/>
                      <a:pt x="3585" y="1376"/>
                    </a:cubicBezTo>
                    <a:cubicBezTo>
                      <a:pt x="3496" y="1376"/>
                      <a:pt x="3409" y="1393"/>
                      <a:pt x="3327" y="1428"/>
                    </a:cubicBezTo>
                    <a:cubicBezTo>
                      <a:pt x="3278" y="1428"/>
                      <a:pt x="3229" y="1423"/>
                      <a:pt x="3185" y="1417"/>
                    </a:cubicBezTo>
                    <a:cubicBezTo>
                      <a:pt x="3191" y="1385"/>
                      <a:pt x="3196" y="1341"/>
                      <a:pt x="3202" y="1325"/>
                    </a:cubicBezTo>
                    <a:cubicBezTo>
                      <a:pt x="3207" y="1216"/>
                      <a:pt x="3202" y="1102"/>
                      <a:pt x="3191" y="993"/>
                    </a:cubicBezTo>
                    <a:cubicBezTo>
                      <a:pt x="3191" y="868"/>
                      <a:pt x="3191" y="749"/>
                      <a:pt x="3202" y="623"/>
                    </a:cubicBezTo>
                    <a:cubicBezTo>
                      <a:pt x="3207" y="520"/>
                      <a:pt x="3229" y="411"/>
                      <a:pt x="3229" y="308"/>
                    </a:cubicBezTo>
                    <a:cubicBezTo>
                      <a:pt x="3234" y="161"/>
                      <a:pt x="3169" y="74"/>
                      <a:pt x="3022" y="69"/>
                    </a:cubicBezTo>
                    <a:cubicBezTo>
                      <a:pt x="2908" y="69"/>
                      <a:pt x="2794" y="64"/>
                      <a:pt x="2680" y="47"/>
                    </a:cubicBezTo>
                    <a:cubicBezTo>
                      <a:pt x="2606" y="33"/>
                      <a:pt x="2548" y="0"/>
                      <a:pt x="24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20"/>
              <p:cNvSpPr/>
              <p:nvPr/>
            </p:nvSpPr>
            <p:spPr>
              <a:xfrm>
                <a:off x="3465750" y="2846375"/>
                <a:ext cx="19325" cy="21050"/>
              </a:xfrm>
              <a:custGeom>
                <a:rect b="b" l="l" r="r" t="t"/>
                <a:pathLst>
                  <a:path extrusionOk="0" h="842" w="773">
                    <a:moveTo>
                      <a:pt x="359" y="160"/>
                    </a:moveTo>
                    <a:cubicBezTo>
                      <a:pt x="452" y="193"/>
                      <a:pt x="555" y="204"/>
                      <a:pt x="593" y="307"/>
                    </a:cubicBezTo>
                    <a:cubicBezTo>
                      <a:pt x="626" y="410"/>
                      <a:pt x="620" y="590"/>
                      <a:pt x="528" y="644"/>
                    </a:cubicBezTo>
                    <a:cubicBezTo>
                      <a:pt x="487" y="667"/>
                      <a:pt x="438" y="679"/>
                      <a:pt x="391" y="679"/>
                    </a:cubicBezTo>
                    <a:cubicBezTo>
                      <a:pt x="281" y="679"/>
                      <a:pt x="176" y="617"/>
                      <a:pt x="180" y="492"/>
                    </a:cubicBezTo>
                    <a:cubicBezTo>
                      <a:pt x="180" y="356"/>
                      <a:pt x="250" y="231"/>
                      <a:pt x="359" y="160"/>
                    </a:cubicBezTo>
                    <a:close/>
                    <a:moveTo>
                      <a:pt x="413" y="0"/>
                    </a:moveTo>
                    <a:cubicBezTo>
                      <a:pt x="364" y="0"/>
                      <a:pt x="317" y="15"/>
                      <a:pt x="278" y="52"/>
                    </a:cubicBezTo>
                    <a:cubicBezTo>
                      <a:pt x="261" y="63"/>
                      <a:pt x="261" y="84"/>
                      <a:pt x="272" y="101"/>
                    </a:cubicBezTo>
                    <a:cubicBezTo>
                      <a:pt x="136" y="166"/>
                      <a:pt x="55" y="351"/>
                      <a:pt x="33" y="503"/>
                    </a:cubicBezTo>
                    <a:cubicBezTo>
                      <a:pt x="1" y="719"/>
                      <a:pt x="213" y="842"/>
                      <a:pt x="408" y="842"/>
                    </a:cubicBezTo>
                    <a:cubicBezTo>
                      <a:pt x="444" y="842"/>
                      <a:pt x="479" y="837"/>
                      <a:pt x="511" y="829"/>
                    </a:cubicBezTo>
                    <a:cubicBezTo>
                      <a:pt x="740" y="775"/>
                      <a:pt x="772" y="514"/>
                      <a:pt x="756" y="318"/>
                    </a:cubicBezTo>
                    <a:cubicBezTo>
                      <a:pt x="751" y="209"/>
                      <a:pt x="685" y="106"/>
                      <a:pt x="588" y="52"/>
                    </a:cubicBezTo>
                    <a:cubicBezTo>
                      <a:pt x="534" y="22"/>
                      <a:pt x="472"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20"/>
              <p:cNvSpPr/>
              <p:nvPr/>
            </p:nvSpPr>
            <p:spPr>
              <a:xfrm>
                <a:off x="3441700" y="2905625"/>
                <a:ext cx="9300" cy="8100"/>
              </a:xfrm>
              <a:custGeom>
                <a:rect b="b" l="l" r="r" t="t"/>
                <a:pathLst>
                  <a:path extrusionOk="0" h="324" w="372">
                    <a:moveTo>
                      <a:pt x="309" y="0"/>
                    </a:moveTo>
                    <a:cubicBezTo>
                      <a:pt x="304" y="0"/>
                      <a:pt x="299" y="1"/>
                      <a:pt x="294" y="3"/>
                    </a:cubicBezTo>
                    <a:lnTo>
                      <a:pt x="299" y="3"/>
                    </a:lnTo>
                    <a:cubicBezTo>
                      <a:pt x="261" y="19"/>
                      <a:pt x="229" y="35"/>
                      <a:pt x="201" y="57"/>
                    </a:cubicBezTo>
                    <a:cubicBezTo>
                      <a:pt x="169" y="73"/>
                      <a:pt x="142" y="90"/>
                      <a:pt x="120" y="112"/>
                    </a:cubicBezTo>
                    <a:cubicBezTo>
                      <a:pt x="71" y="155"/>
                      <a:pt x="33" y="209"/>
                      <a:pt x="6" y="264"/>
                    </a:cubicBezTo>
                    <a:cubicBezTo>
                      <a:pt x="0" y="285"/>
                      <a:pt x="6" y="302"/>
                      <a:pt x="22" y="313"/>
                    </a:cubicBezTo>
                    <a:cubicBezTo>
                      <a:pt x="37" y="320"/>
                      <a:pt x="51" y="323"/>
                      <a:pt x="64" y="323"/>
                    </a:cubicBezTo>
                    <a:cubicBezTo>
                      <a:pt x="117" y="323"/>
                      <a:pt x="156" y="270"/>
                      <a:pt x="191" y="231"/>
                    </a:cubicBezTo>
                    <a:cubicBezTo>
                      <a:pt x="212" y="204"/>
                      <a:pt x="234" y="182"/>
                      <a:pt x="261" y="160"/>
                    </a:cubicBezTo>
                    <a:cubicBezTo>
                      <a:pt x="294" y="139"/>
                      <a:pt x="321" y="112"/>
                      <a:pt x="343" y="84"/>
                    </a:cubicBezTo>
                    <a:cubicBezTo>
                      <a:pt x="372" y="55"/>
                      <a:pt x="349" y="0"/>
                      <a:pt x="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20"/>
              <p:cNvSpPr/>
              <p:nvPr/>
            </p:nvSpPr>
            <p:spPr>
              <a:xfrm>
                <a:off x="3441150" y="2913650"/>
                <a:ext cx="10000" cy="7425"/>
              </a:xfrm>
              <a:custGeom>
                <a:rect b="b" l="l" r="r" t="t"/>
                <a:pathLst>
                  <a:path extrusionOk="0" h="297" w="400">
                    <a:moveTo>
                      <a:pt x="311" y="0"/>
                    </a:moveTo>
                    <a:cubicBezTo>
                      <a:pt x="302" y="0"/>
                      <a:pt x="292" y="2"/>
                      <a:pt x="283" y="8"/>
                    </a:cubicBezTo>
                    <a:lnTo>
                      <a:pt x="289" y="8"/>
                    </a:lnTo>
                    <a:cubicBezTo>
                      <a:pt x="229" y="46"/>
                      <a:pt x="158" y="62"/>
                      <a:pt x="98" y="100"/>
                    </a:cubicBezTo>
                    <a:cubicBezTo>
                      <a:pt x="66" y="117"/>
                      <a:pt x="44" y="144"/>
                      <a:pt x="22" y="176"/>
                    </a:cubicBezTo>
                    <a:cubicBezTo>
                      <a:pt x="1" y="209"/>
                      <a:pt x="6" y="253"/>
                      <a:pt x="33" y="285"/>
                    </a:cubicBezTo>
                    <a:cubicBezTo>
                      <a:pt x="44" y="293"/>
                      <a:pt x="54" y="296"/>
                      <a:pt x="63" y="296"/>
                    </a:cubicBezTo>
                    <a:cubicBezTo>
                      <a:pt x="86" y="296"/>
                      <a:pt x="105" y="276"/>
                      <a:pt x="120" y="253"/>
                    </a:cubicBezTo>
                    <a:lnTo>
                      <a:pt x="120" y="253"/>
                    </a:lnTo>
                    <a:cubicBezTo>
                      <a:pt x="118" y="256"/>
                      <a:pt x="117" y="258"/>
                      <a:pt x="117" y="258"/>
                    </a:cubicBezTo>
                    <a:cubicBezTo>
                      <a:pt x="118" y="258"/>
                      <a:pt x="132" y="240"/>
                      <a:pt x="136" y="236"/>
                    </a:cubicBezTo>
                    <a:cubicBezTo>
                      <a:pt x="147" y="225"/>
                      <a:pt x="158" y="215"/>
                      <a:pt x="175" y="204"/>
                    </a:cubicBezTo>
                    <a:cubicBezTo>
                      <a:pt x="229" y="166"/>
                      <a:pt x="300" y="138"/>
                      <a:pt x="354" y="95"/>
                    </a:cubicBezTo>
                    <a:cubicBezTo>
                      <a:pt x="399" y="59"/>
                      <a:pt x="358" y="0"/>
                      <a:pt x="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20"/>
              <p:cNvSpPr/>
              <p:nvPr/>
            </p:nvSpPr>
            <p:spPr>
              <a:xfrm>
                <a:off x="3439800" y="2920725"/>
                <a:ext cx="7900" cy="6800"/>
              </a:xfrm>
              <a:custGeom>
                <a:rect b="b" l="l" r="r" t="t"/>
                <a:pathLst>
                  <a:path extrusionOk="0" h="272" w="316">
                    <a:moveTo>
                      <a:pt x="292" y="0"/>
                    </a:moveTo>
                    <a:cubicBezTo>
                      <a:pt x="286" y="0"/>
                      <a:pt x="281" y="4"/>
                      <a:pt x="277" y="13"/>
                    </a:cubicBezTo>
                    <a:cubicBezTo>
                      <a:pt x="267" y="35"/>
                      <a:pt x="218" y="51"/>
                      <a:pt x="201" y="57"/>
                    </a:cubicBezTo>
                    <a:cubicBezTo>
                      <a:pt x="163" y="67"/>
                      <a:pt x="125" y="78"/>
                      <a:pt x="93" y="95"/>
                    </a:cubicBezTo>
                    <a:cubicBezTo>
                      <a:pt x="60" y="116"/>
                      <a:pt x="33" y="144"/>
                      <a:pt x="17" y="182"/>
                    </a:cubicBezTo>
                    <a:lnTo>
                      <a:pt x="17" y="187"/>
                    </a:lnTo>
                    <a:cubicBezTo>
                      <a:pt x="11" y="192"/>
                      <a:pt x="6" y="203"/>
                      <a:pt x="6" y="209"/>
                    </a:cubicBezTo>
                    <a:cubicBezTo>
                      <a:pt x="0" y="225"/>
                      <a:pt x="6" y="241"/>
                      <a:pt x="17" y="252"/>
                    </a:cubicBezTo>
                    <a:cubicBezTo>
                      <a:pt x="29" y="265"/>
                      <a:pt x="46" y="272"/>
                      <a:pt x="63" y="272"/>
                    </a:cubicBezTo>
                    <a:cubicBezTo>
                      <a:pt x="81" y="272"/>
                      <a:pt x="100" y="264"/>
                      <a:pt x="114" y="247"/>
                    </a:cubicBezTo>
                    <a:cubicBezTo>
                      <a:pt x="125" y="236"/>
                      <a:pt x="131" y="220"/>
                      <a:pt x="142" y="209"/>
                    </a:cubicBezTo>
                    <a:cubicBezTo>
                      <a:pt x="152" y="198"/>
                      <a:pt x="180" y="187"/>
                      <a:pt x="196" y="171"/>
                    </a:cubicBezTo>
                    <a:cubicBezTo>
                      <a:pt x="212" y="154"/>
                      <a:pt x="250" y="133"/>
                      <a:pt x="277" y="111"/>
                    </a:cubicBezTo>
                    <a:cubicBezTo>
                      <a:pt x="299" y="89"/>
                      <a:pt x="315" y="57"/>
                      <a:pt x="315" y="29"/>
                    </a:cubicBezTo>
                    <a:cubicBezTo>
                      <a:pt x="315" y="15"/>
                      <a:pt x="303" y="0"/>
                      <a:pt x="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20"/>
              <p:cNvSpPr/>
              <p:nvPr/>
            </p:nvSpPr>
            <p:spPr>
              <a:xfrm>
                <a:off x="3437625" y="2928075"/>
                <a:ext cx="6000" cy="4975"/>
              </a:xfrm>
              <a:custGeom>
                <a:rect b="b" l="l" r="r" t="t"/>
                <a:pathLst>
                  <a:path extrusionOk="0" h="199" w="240">
                    <a:moveTo>
                      <a:pt x="212" y="1"/>
                    </a:moveTo>
                    <a:cubicBezTo>
                      <a:pt x="205" y="1"/>
                      <a:pt x="197" y="4"/>
                      <a:pt x="190" y="13"/>
                    </a:cubicBezTo>
                    <a:cubicBezTo>
                      <a:pt x="180" y="18"/>
                      <a:pt x="169" y="23"/>
                      <a:pt x="158" y="23"/>
                    </a:cubicBezTo>
                    <a:cubicBezTo>
                      <a:pt x="131" y="29"/>
                      <a:pt x="104" y="40"/>
                      <a:pt x="82" y="56"/>
                    </a:cubicBezTo>
                    <a:cubicBezTo>
                      <a:pt x="60" y="78"/>
                      <a:pt x="0" y="138"/>
                      <a:pt x="27" y="176"/>
                    </a:cubicBezTo>
                    <a:cubicBezTo>
                      <a:pt x="36" y="189"/>
                      <a:pt x="53" y="199"/>
                      <a:pt x="70" y="199"/>
                    </a:cubicBezTo>
                    <a:cubicBezTo>
                      <a:pt x="74" y="199"/>
                      <a:pt x="78" y="198"/>
                      <a:pt x="82" y="197"/>
                    </a:cubicBezTo>
                    <a:cubicBezTo>
                      <a:pt x="136" y="187"/>
                      <a:pt x="147" y="138"/>
                      <a:pt x="180" y="110"/>
                    </a:cubicBezTo>
                    <a:cubicBezTo>
                      <a:pt x="196" y="100"/>
                      <a:pt x="212" y="89"/>
                      <a:pt x="223" y="78"/>
                    </a:cubicBezTo>
                    <a:cubicBezTo>
                      <a:pt x="229" y="72"/>
                      <a:pt x="234" y="62"/>
                      <a:pt x="239" y="51"/>
                    </a:cubicBezTo>
                    <a:cubicBezTo>
                      <a:pt x="239" y="45"/>
                      <a:pt x="239" y="40"/>
                      <a:pt x="239" y="34"/>
                    </a:cubicBezTo>
                    <a:lnTo>
                      <a:pt x="239" y="23"/>
                    </a:lnTo>
                    <a:cubicBezTo>
                      <a:pt x="236" y="10"/>
                      <a:pt x="224" y="1"/>
                      <a:pt x="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20"/>
              <p:cNvSpPr/>
              <p:nvPr/>
            </p:nvSpPr>
            <p:spPr>
              <a:xfrm>
                <a:off x="3427550" y="2966025"/>
                <a:ext cx="8875" cy="7100"/>
              </a:xfrm>
              <a:custGeom>
                <a:rect b="b" l="l" r="r" t="t"/>
                <a:pathLst>
                  <a:path extrusionOk="0" h="284" w="355">
                    <a:moveTo>
                      <a:pt x="289" y="0"/>
                    </a:moveTo>
                    <a:cubicBezTo>
                      <a:pt x="287" y="0"/>
                      <a:pt x="285" y="0"/>
                      <a:pt x="284" y="0"/>
                    </a:cubicBezTo>
                    <a:cubicBezTo>
                      <a:pt x="224" y="11"/>
                      <a:pt x="164" y="44"/>
                      <a:pt x="121" y="87"/>
                    </a:cubicBezTo>
                    <a:cubicBezTo>
                      <a:pt x="72" y="131"/>
                      <a:pt x="1" y="212"/>
                      <a:pt x="55" y="272"/>
                    </a:cubicBezTo>
                    <a:cubicBezTo>
                      <a:pt x="65" y="279"/>
                      <a:pt x="78" y="283"/>
                      <a:pt x="89" y="283"/>
                    </a:cubicBezTo>
                    <a:cubicBezTo>
                      <a:pt x="96" y="283"/>
                      <a:pt x="103" y="282"/>
                      <a:pt x="110" y="278"/>
                    </a:cubicBezTo>
                    <a:lnTo>
                      <a:pt x="121" y="272"/>
                    </a:lnTo>
                    <a:lnTo>
                      <a:pt x="126" y="272"/>
                    </a:lnTo>
                    <a:cubicBezTo>
                      <a:pt x="137" y="261"/>
                      <a:pt x="142" y="250"/>
                      <a:pt x="148" y="239"/>
                    </a:cubicBezTo>
                    <a:cubicBezTo>
                      <a:pt x="164" y="218"/>
                      <a:pt x="180" y="201"/>
                      <a:pt x="191" y="185"/>
                    </a:cubicBezTo>
                    <a:cubicBezTo>
                      <a:pt x="208" y="169"/>
                      <a:pt x="229" y="153"/>
                      <a:pt x="246" y="136"/>
                    </a:cubicBezTo>
                    <a:lnTo>
                      <a:pt x="273" y="120"/>
                    </a:lnTo>
                    <a:cubicBezTo>
                      <a:pt x="284" y="114"/>
                      <a:pt x="295" y="114"/>
                      <a:pt x="284" y="114"/>
                    </a:cubicBezTo>
                    <a:cubicBezTo>
                      <a:pt x="347" y="104"/>
                      <a:pt x="354"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20"/>
              <p:cNvSpPr/>
              <p:nvPr/>
            </p:nvSpPr>
            <p:spPr>
              <a:xfrm>
                <a:off x="3426750" y="2974200"/>
                <a:ext cx="7150" cy="7200"/>
              </a:xfrm>
              <a:custGeom>
                <a:rect b="b" l="l" r="r" t="t"/>
                <a:pathLst>
                  <a:path extrusionOk="0" h="288" w="286">
                    <a:moveTo>
                      <a:pt x="219" y="1"/>
                    </a:moveTo>
                    <a:cubicBezTo>
                      <a:pt x="209" y="1"/>
                      <a:pt x="199" y="5"/>
                      <a:pt x="191" y="16"/>
                    </a:cubicBezTo>
                    <a:lnTo>
                      <a:pt x="185" y="16"/>
                    </a:lnTo>
                    <a:cubicBezTo>
                      <a:pt x="153" y="54"/>
                      <a:pt x="115" y="86"/>
                      <a:pt x="76" y="119"/>
                    </a:cubicBezTo>
                    <a:cubicBezTo>
                      <a:pt x="44" y="152"/>
                      <a:pt x="22" y="195"/>
                      <a:pt x="11" y="239"/>
                    </a:cubicBezTo>
                    <a:cubicBezTo>
                      <a:pt x="0" y="266"/>
                      <a:pt x="22" y="288"/>
                      <a:pt x="49" y="288"/>
                    </a:cubicBezTo>
                    <a:cubicBezTo>
                      <a:pt x="98" y="282"/>
                      <a:pt x="142" y="244"/>
                      <a:pt x="163" y="201"/>
                    </a:cubicBezTo>
                    <a:cubicBezTo>
                      <a:pt x="191" y="157"/>
                      <a:pt x="234" y="119"/>
                      <a:pt x="261" y="76"/>
                    </a:cubicBezTo>
                    <a:cubicBezTo>
                      <a:pt x="286" y="43"/>
                      <a:pt x="252"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20"/>
              <p:cNvSpPr/>
              <p:nvPr/>
            </p:nvSpPr>
            <p:spPr>
              <a:xfrm>
                <a:off x="3499050" y="2968300"/>
                <a:ext cx="9250" cy="10700"/>
              </a:xfrm>
              <a:custGeom>
                <a:rect b="b" l="l" r="r" t="t"/>
                <a:pathLst>
                  <a:path extrusionOk="0" h="428" w="370">
                    <a:moveTo>
                      <a:pt x="290" y="0"/>
                    </a:moveTo>
                    <a:cubicBezTo>
                      <a:pt x="277" y="0"/>
                      <a:pt x="263" y="5"/>
                      <a:pt x="250" y="18"/>
                    </a:cubicBezTo>
                    <a:lnTo>
                      <a:pt x="256" y="23"/>
                    </a:lnTo>
                    <a:cubicBezTo>
                      <a:pt x="223" y="51"/>
                      <a:pt x="185" y="62"/>
                      <a:pt x="158" y="89"/>
                    </a:cubicBezTo>
                    <a:cubicBezTo>
                      <a:pt x="125" y="121"/>
                      <a:pt x="103" y="148"/>
                      <a:pt x="82" y="187"/>
                    </a:cubicBezTo>
                    <a:cubicBezTo>
                      <a:pt x="27" y="252"/>
                      <a:pt x="0" y="344"/>
                      <a:pt x="65" y="415"/>
                    </a:cubicBezTo>
                    <a:cubicBezTo>
                      <a:pt x="74" y="423"/>
                      <a:pt x="86" y="427"/>
                      <a:pt x="98" y="427"/>
                    </a:cubicBezTo>
                    <a:cubicBezTo>
                      <a:pt x="110" y="427"/>
                      <a:pt x="123" y="423"/>
                      <a:pt x="131" y="415"/>
                    </a:cubicBezTo>
                    <a:cubicBezTo>
                      <a:pt x="163" y="377"/>
                      <a:pt x="158" y="312"/>
                      <a:pt x="190" y="263"/>
                    </a:cubicBezTo>
                    <a:cubicBezTo>
                      <a:pt x="207" y="230"/>
                      <a:pt x="229" y="197"/>
                      <a:pt x="256" y="165"/>
                    </a:cubicBezTo>
                    <a:cubicBezTo>
                      <a:pt x="283" y="148"/>
                      <a:pt x="310" y="121"/>
                      <a:pt x="332" y="100"/>
                    </a:cubicBezTo>
                    <a:cubicBezTo>
                      <a:pt x="369" y="58"/>
                      <a:pt x="333"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20"/>
              <p:cNvSpPr/>
              <p:nvPr/>
            </p:nvSpPr>
            <p:spPr>
              <a:xfrm>
                <a:off x="3504075" y="2975975"/>
                <a:ext cx="5275" cy="7375"/>
              </a:xfrm>
              <a:custGeom>
                <a:rect b="b" l="l" r="r" t="t"/>
                <a:pathLst>
                  <a:path extrusionOk="0" h="295" w="211">
                    <a:moveTo>
                      <a:pt x="137" y="0"/>
                    </a:moveTo>
                    <a:cubicBezTo>
                      <a:pt x="119" y="0"/>
                      <a:pt x="102" y="8"/>
                      <a:pt x="93" y="26"/>
                    </a:cubicBezTo>
                    <a:cubicBezTo>
                      <a:pt x="71" y="64"/>
                      <a:pt x="38" y="92"/>
                      <a:pt x="22" y="130"/>
                    </a:cubicBezTo>
                    <a:cubicBezTo>
                      <a:pt x="6" y="173"/>
                      <a:pt x="0" y="222"/>
                      <a:pt x="6" y="265"/>
                    </a:cubicBezTo>
                    <a:cubicBezTo>
                      <a:pt x="10" y="283"/>
                      <a:pt x="26" y="294"/>
                      <a:pt x="44" y="294"/>
                    </a:cubicBezTo>
                    <a:cubicBezTo>
                      <a:pt x="47" y="294"/>
                      <a:pt x="51" y="294"/>
                      <a:pt x="55" y="293"/>
                    </a:cubicBezTo>
                    <a:cubicBezTo>
                      <a:pt x="98" y="276"/>
                      <a:pt x="114" y="227"/>
                      <a:pt x="136" y="189"/>
                    </a:cubicBezTo>
                    <a:cubicBezTo>
                      <a:pt x="158" y="151"/>
                      <a:pt x="180" y="113"/>
                      <a:pt x="196" y="70"/>
                    </a:cubicBezTo>
                    <a:cubicBezTo>
                      <a:pt x="210" y="30"/>
                      <a:pt x="172"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120"/>
            <p:cNvGrpSpPr/>
            <p:nvPr/>
          </p:nvGrpSpPr>
          <p:grpSpPr>
            <a:xfrm>
              <a:off x="1543475" y="2140093"/>
              <a:ext cx="274323" cy="284861"/>
              <a:chOff x="3671775" y="2834725"/>
              <a:chExt cx="238500" cy="243825"/>
            </a:xfrm>
          </p:grpSpPr>
          <p:sp>
            <p:nvSpPr>
              <p:cNvPr id="4862" name="Google Shape;4862;p120"/>
              <p:cNvSpPr/>
              <p:nvPr/>
            </p:nvSpPr>
            <p:spPr>
              <a:xfrm>
                <a:off x="3671775" y="2834725"/>
                <a:ext cx="238500" cy="243825"/>
              </a:xfrm>
              <a:custGeom>
                <a:rect b="b" l="l" r="r" t="t"/>
                <a:pathLst>
                  <a:path extrusionOk="0" h="9753" w="9540">
                    <a:moveTo>
                      <a:pt x="4490" y="273"/>
                    </a:moveTo>
                    <a:cubicBezTo>
                      <a:pt x="4550" y="273"/>
                      <a:pt x="4610" y="279"/>
                      <a:pt x="4664" y="279"/>
                    </a:cubicBezTo>
                    <a:cubicBezTo>
                      <a:pt x="4773" y="279"/>
                      <a:pt x="4876" y="295"/>
                      <a:pt x="4979" y="311"/>
                    </a:cubicBezTo>
                    <a:cubicBezTo>
                      <a:pt x="5006" y="314"/>
                      <a:pt x="5032" y="315"/>
                      <a:pt x="5059" y="315"/>
                    </a:cubicBezTo>
                    <a:cubicBezTo>
                      <a:pt x="5132" y="315"/>
                      <a:pt x="5208" y="305"/>
                      <a:pt x="5284" y="289"/>
                    </a:cubicBezTo>
                    <a:lnTo>
                      <a:pt x="5295" y="289"/>
                    </a:lnTo>
                    <a:cubicBezTo>
                      <a:pt x="5333" y="295"/>
                      <a:pt x="5371" y="295"/>
                      <a:pt x="5409" y="300"/>
                    </a:cubicBezTo>
                    <a:cubicBezTo>
                      <a:pt x="5430" y="300"/>
                      <a:pt x="5447" y="295"/>
                      <a:pt x="5463" y="279"/>
                    </a:cubicBezTo>
                    <a:lnTo>
                      <a:pt x="5599" y="279"/>
                    </a:lnTo>
                    <a:cubicBezTo>
                      <a:pt x="5708" y="284"/>
                      <a:pt x="5816" y="295"/>
                      <a:pt x="5925" y="322"/>
                    </a:cubicBezTo>
                    <a:cubicBezTo>
                      <a:pt x="5946" y="324"/>
                      <a:pt x="5967" y="325"/>
                      <a:pt x="5988" y="325"/>
                    </a:cubicBezTo>
                    <a:cubicBezTo>
                      <a:pt x="6025" y="325"/>
                      <a:pt x="6062" y="323"/>
                      <a:pt x="6099" y="323"/>
                    </a:cubicBezTo>
                    <a:cubicBezTo>
                      <a:pt x="6132" y="323"/>
                      <a:pt x="6165" y="325"/>
                      <a:pt x="6197" y="333"/>
                    </a:cubicBezTo>
                    <a:cubicBezTo>
                      <a:pt x="6300" y="355"/>
                      <a:pt x="6409" y="366"/>
                      <a:pt x="6518" y="366"/>
                    </a:cubicBezTo>
                    <a:cubicBezTo>
                      <a:pt x="6589" y="364"/>
                      <a:pt x="6661" y="363"/>
                      <a:pt x="6733" y="363"/>
                    </a:cubicBezTo>
                    <a:cubicBezTo>
                      <a:pt x="6906" y="363"/>
                      <a:pt x="7079" y="367"/>
                      <a:pt x="7251" y="371"/>
                    </a:cubicBezTo>
                    <a:cubicBezTo>
                      <a:pt x="7360" y="366"/>
                      <a:pt x="7469" y="355"/>
                      <a:pt x="7578" y="338"/>
                    </a:cubicBezTo>
                    <a:cubicBezTo>
                      <a:pt x="7629" y="336"/>
                      <a:pt x="7682" y="334"/>
                      <a:pt x="7735" y="334"/>
                    </a:cubicBezTo>
                    <a:cubicBezTo>
                      <a:pt x="7788" y="334"/>
                      <a:pt x="7841" y="336"/>
                      <a:pt x="7893" y="338"/>
                    </a:cubicBezTo>
                    <a:cubicBezTo>
                      <a:pt x="7984" y="338"/>
                      <a:pt x="8079" y="345"/>
                      <a:pt x="8172" y="345"/>
                    </a:cubicBezTo>
                    <a:cubicBezTo>
                      <a:pt x="8195" y="345"/>
                      <a:pt x="8218" y="345"/>
                      <a:pt x="8241" y="344"/>
                    </a:cubicBezTo>
                    <a:cubicBezTo>
                      <a:pt x="8341" y="339"/>
                      <a:pt x="8449" y="309"/>
                      <a:pt x="8555" y="309"/>
                    </a:cubicBezTo>
                    <a:cubicBezTo>
                      <a:pt x="8570" y="309"/>
                      <a:pt x="8585" y="310"/>
                      <a:pt x="8600" y="311"/>
                    </a:cubicBezTo>
                    <a:cubicBezTo>
                      <a:pt x="8687" y="317"/>
                      <a:pt x="8779" y="344"/>
                      <a:pt x="8871" y="355"/>
                    </a:cubicBezTo>
                    <a:cubicBezTo>
                      <a:pt x="8980" y="366"/>
                      <a:pt x="9007" y="420"/>
                      <a:pt x="9045" y="529"/>
                    </a:cubicBezTo>
                    <a:cubicBezTo>
                      <a:pt x="9083" y="610"/>
                      <a:pt x="9116" y="697"/>
                      <a:pt x="9138" y="784"/>
                    </a:cubicBezTo>
                    <a:cubicBezTo>
                      <a:pt x="9154" y="882"/>
                      <a:pt x="9165" y="991"/>
                      <a:pt x="9176" y="1083"/>
                    </a:cubicBezTo>
                    <a:cubicBezTo>
                      <a:pt x="9208" y="1306"/>
                      <a:pt x="9176" y="1540"/>
                      <a:pt x="9192" y="1763"/>
                    </a:cubicBezTo>
                    <a:cubicBezTo>
                      <a:pt x="9230" y="2241"/>
                      <a:pt x="9236" y="2714"/>
                      <a:pt x="9214" y="3192"/>
                    </a:cubicBezTo>
                    <a:lnTo>
                      <a:pt x="9208" y="3198"/>
                    </a:lnTo>
                    <a:cubicBezTo>
                      <a:pt x="9192" y="3431"/>
                      <a:pt x="9192" y="3676"/>
                      <a:pt x="9165" y="3910"/>
                    </a:cubicBezTo>
                    <a:cubicBezTo>
                      <a:pt x="9127" y="4133"/>
                      <a:pt x="9105" y="4355"/>
                      <a:pt x="9105" y="4584"/>
                    </a:cubicBezTo>
                    <a:cubicBezTo>
                      <a:pt x="9116" y="4687"/>
                      <a:pt x="9105" y="4801"/>
                      <a:pt x="9083" y="4904"/>
                    </a:cubicBezTo>
                    <a:cubicBezTo>
                      <a:pt x="9056" y="5024"/>
                      <a:pt x="9078" y="5133"/>
                      <a:pt x="9067" y="5247"/>
                    </a:cubicBezTo>
                    <a:cubicBezTo>
                      <a:pt x="9062" y="5339"/>
                      <a:pt x="9040" y="5432"/>
                      <a:pt x="9029" y="5530"/>
                    </a:cubicBezTo>
                    <a:cubicBezTo>
                      <a:pt x="9024" y="5644"/>
                      <a:pt x="9029" y="5758"/>
                      <a:pt x="9029" y="5877"/>
                    </a:cubicBezTo>
                    <a:lnTo>
                      <a:pt x="9029" y="6399"/>
                    </a:lnTo>
                    <a:cubicBezTo>
                      <a:pt x="8851" y="6399"/>
                      <a:pt x="8674" y="6404"/>
                      <a:pt x="8496" y="6404"/>
                    </a:cubicBezTo>
                    <a:cubicBezTo>
                      <a:pt x="8407" y="6404"/>
                      <a:pt x="8319" y="6403"/>
                      <a:pt x="8230" y="6399"/>
                    </a:cubicBezTo>
                    <a:cubicBezTo>
                      <a:pt x="7963" y="6390"/>
                      <a:pt x="7701" y="6371"/>
                      <a:pt x="7439" y="6371"/>
                    </a:cubicBezTo>
                    <a:cubicBezTo>
                      <a:pt x="7407" y="6371"/>
                      <a:pt x="7376" y="6371"/>
                      <a:pt x="7344" y="6372"/>
                    </a:cubicBezTo>
                    <a:cubicBezTo>
                      <a:pt x="7050" y="6372"/>
                      <a:pt x="6768" y="6329"/>
                      <a:pt x="6474" y="6329"/>
                    </a:cubicBezTo>
                    <a:cubicBezTo>
                      <a:pt x="6282" y="6329"/>
                      <a:pt x="6085" y="6331"/>
                      <a:pt x="5888" y="6331"/>
                    </a:cubicBezTo>
                    <a:cubicBezTo>
                      <a:pt x="5790" y="6331"/>
                      <a:pt x="5691" y="6330"/>
                      <a:pt x="5594" y="6329"/>
                    </a:cubicBezTo>
                    <a:cubicBezTo>
                      <a:pt x="5498" y="6323"/>
                      <a:pt x="5403" y="6320"/>
                      <a:pt x="5308" y="6320"/>
                    </a:cubicBezTo>
                    <a:cubicBezTo>
                      <a:pt x="5129" y="6320"/>
                      <a:pt x="4951" y="6331"/>
                      <a:pt x="4773" y="6356"/>
                    </a:cubicBezTo>
                    <a:cubicBezTo>
                      <a:pt x="4662" y="6372"/>
                      <a:pt x="4552" y="6376"/>
                      <a:pt x="4441" y="6376"/>
                    </a:cubicBezTo>
                    <a:cubicBezTo>
                      <a:pt x="4321" y="6376"/>
                      <a:pt x="4200" y="6371"/>
                      <a:pt x="4079" y="6371"/>
                    </a:cubicBezTo>
                    <a:cubicBezTo>
                      <a:pt x="4011" y="6371"/>
                      <a:pt x="3944" y="6373"/>
                      <a:pt x="3876" y="6378"/>
                    </a:cubicBezTo>
                    <a:cubicBezTo>
                      <a:pt x="3735" y="6383"/>
                      <a:pt x="3599" y="6416"/>
                      <a:pt x="3457" y="6416"/>
                    </a:cubicBezTo>
                    <a:cubicBezTo>
                      <a:pt x="3316" y="6410"/>
                      <a:pt x="3158" y="6405"/>
                      <a:pt x="3012" y="6405"/>
                    </a:cubicBezTo>
                    <a:lnTo>
                      <a:pt x="1593" y="6405"/>
                    </a:lnTo>
                    <a:cubicBezTo>
                      <a:pt x="1435" y="6405"/>
                      <a:pt x="1283" y="6372"/>
                      <a:pt x="1125" y="6372"/>
                    </a:cubicBezTo>
                    <a:cubicBezTo>
                      <a:pt x="854" y="6378"/>
                      <a:pt x="582" y="6399"/>
                      <a:pt x="315" y="6432"/>
                    </a:cubicBezTo>
                    <a:cubicBezTo>
                      <a:pt x="321" y="6231"/>
                      <a:pt x="326" y="6035"/>
                      <a:pt x="326" y="5834"/>
                    </a:cubicBezTo>
                    <a:lnTo>
                      <a:pt x="326" y="3676"/>
                    </a:lnTo>
                    <a:lnTo>
                      <a:pt x="326" y="2589"/>
                    </a:lnTo>
                    <a:lnTo>
                      <a:pt x="326" y="2105"/>
                    </a:lnTo>
                    <a:cubicBezTo>
                      <a:pt x="326" y="1931"/>
                      <a:pt x="353" y="1757"/>
                      <a:pt x="359" y="1583"/>
                    </a:cubicBezTo>
                    <a:cubicBezTo>
                      <a:pt x="364" y="1436"/>
                      <a:pt x="386" y="1284"/>
                      <a:pt x="397" y="1137"/>
                    </a:cubicBezTo>
                    <a:cubicBezTo>
                      <a:pt x="408" y="996"/>
                      <a:pt x="424" y="855"/>
                      <a:pt x="451" y="713"/>
                    </a:cubicBezTo>
                    <a:cubicBezTo>
                      <a:pt x="468" y="664"/>
                      <a:pt x="473" y="605"/>
                      <a:pt x="462" y="550"/>
                    </a:cubicBezTo>
                    <a:lnTo>
                      <a:pt x="544" y="550"/>
                    </a:lnTo>
                    <a:cubicBezTo>
                      <a:pt x="690" y="545"/>
                      <a:pt x="837" y="523"/>
                      <a:pt x="984" y="496"/>
                    </a:cubicBezTo>
                    <a:cubicBezTo>
                      <a:pt x="1071" y="480"/>
                      <a:pt x="1153" y="463"/>
                      <a:pt x="1239" y="452"/>
                    </a:cubicBezTo>
                    <a:cubicBezTo>
                      <a:pt x="1343" y="442"/>
                      <a:pt x="1446" y="447"/>
                      <a:pt x="1549" y="436"/>
                    </a:cubicBezTo>
                    <a:cubicBezTo>
                      <a:pt x="1723" y="420"/>
                      <a:pt x="1903" y="382"/>
                      <a:pt x="2077" y="366"/>
                    </a:cubicBezTo>
                    <a:cubicBezTo>
                      <a:pt x="2405" y="332"/>
                      <a:pt x="2729" y="316"/>
                      <a:pt x="3056" y="316"/>
                    </a:cubicBezTo>
                    <a:cubicBezTo>
                      <a:pt x="3103" y="316"/>
                      <a:pt x="3149" y="316"/>
                      <a:pt x="3196" y="317"/>
                    </a:cubicBezTo>
                    <a:cubicBezTo>
                      <a:pt x="3582" y="317"/>
                      <a:pt x="3957" y="273"/>
                      <a:pt x="4343" y="273"/>
                    </a:cubicBezTo>
                    <a:close/>
                    <a:moveTo>
                      <a:pt x="5193" y="6480"/>
                    </a:moveTo>
                    <a:cubicBezTo>
                      <a:pt x="5250" y="6480"/>
                      <a:pt x="5307" y="6482"/>
                      <a:pt x="5365" y="6486"/>
                    </a:cubicBezTo>
                    <a:cubicBezTo>
                      <a:pt x="5664" y="6497"/>
                      <a:pt x="5963" y="6497"/>
                      <a:pt x="6262" y="6497"/>
                    </a:cubicBezTo>
                    <a:lnTo>
                      <a:pt x="6686" y="6497"/>
                    </a:lnTo>
                    <a:cubicBezTo>
                      <a:pt x="6827" y="6497"/>
                      <a:pt x="6980" y="6524"/>
                      <a:pt x="7126" y="6530"/>
                    </a:cubicBezTo>
                    <a:cubicBezTo>
                      <a:pt x="7175" y="6533"/>
                      <a:pt x="7225" y="6535"/>
                      <a:pt x="7276" y="6535"/>
                    </a:cubicBezTo>
                    <a:cubicBezTo>
                      <a:pt x="7378" y="6535"/>
                      <a:pt x="7482" y="6530"/>
                      <a:pt x="7583" y="6530"/>
                    </a:cubicBezTo>
                    <a:cubicBezTo>
                      <a:pt x="7757" y="6530"/>
                      <a:pt x="7931" y="6551"/>
                      <a:pt x="8105" y="6562"/>
                    </a:cubicBezTo>
                    <a:cubicBezTo>
                      <a:pt x="8260" y="6570"/>
                      <a:pt x="8415" y="6573"/>
                      <a:pt x="8569" y="6573"/>
                    </a:cubicBezTo>
                    <a:cubicBezTo>
                      <a:pt x="8723" y="6573"/>
                      <a:pt x="8877" y="6570"/>
                      <a:pt x="9029" y="6568"/>
                    </a:cubicBezTo>
                    <a:lnTo>
                      <a:pt x="9029" y="6687"/>
                    </a:lnTo>
                    <a:cubicBezTo>
                      <a:pt x="9029" y="6932"/>
                      <a:pt x="9051" y="7182"/>
                      <a:pt x="8996" y="7421"/>
                    </a:cubicBezTo>
                    <a:lnTo>
                      <a:pt x="8996" y="7427"/>
                    </a:lnTo>
                    <a:cubicBezTo>
                      <a:pt x="8985" y="7470"/>
                      <a:pt x="8969" y="7601"/>
                      <a:pt x="8937" y="7617"/>
                    </a:cubicBezTo>
                    <a:cubicBezTo>
                      <a:pt x="8899" y="7622"/>
                      <a:pt x="8855" y="7628"/>
                      <a:pt x="8817" y="7628"/>
                    </a:cubicBezTo>
                    <a:cubicBezTo>
                      <a:pt x="8763" y="7639"/>
                      <a:pt x="8708" y="7655"/>
                      <a:pt x="8654" y="7660"/>
                    </a:cubicBezTo>
                    <a:lnTo>
                      <a:pt x="8610" y="7660"/>
                    </a:lnTo>
                    <a:cubicBezTo>
                      <a:pt x="8605" y="7655"/>
                      <a:pt x="8594" y="7655"/>
                      <a:pt x="8589" y="7649"/>
                    </a:cubicBezTo>
                    <a:cubicBezTo>
                      <a:pt x="8553" y="7644"/>
                      <a:pt x="8518" y="7642"/>
                      <a:pt x="8483" y="7642"/>
                    </a:cubicBezTo>
                    <a:cubicBezTo>
                      <a:pt x="8404" y="7642"/>
                      <a:pt x="8327" y="7652"/>
                      <a:pt x="8247" y="7652"/>
                    </a:cubicBezTo>
                    <a:cubicBezTo>
                      <a:pt x="8227" y="7652"/>
                      <a:pt x="8207" y="7651"/>
                      <a:pt x="8186" y="7649"/>
                    </a:cubicBezTo>
                    <a:cubicBezTo>
                      <a:pt x="8007" y="7644"/>
                      <a:pt x="7828" y="7622"/>
                      <a:pt x="7648" y="7622"/>
                    </a:cubicBezTo>
                    <a:lnTo>
                      <a:pt x="6115" y="7622"/>
                    </a:lnTo>
                    <a:cubicBezTo>
                      <a:pt x="6037" y="7620"/>
                      <a:pt x="5958" y="7619"/>
                      <a:pt x="5879" y="7619"/>
                    </a:cubicBezTo>
                    <a:cubicBezTo>
                      <a:pt x="5768" y="7619"/>
                      <a:pt x="5656" y="7621"/>
                      <a:pt x="5545" y="7628"/>
                    </a:cubicBezTo>
                    <a:cubicBezTo>
                      <a:pt x="5387" y="7649"/>
                      <a:pt x="5235" y="7666"/>
                      <a:pt x="5077" y="7666"/>
                    </a:cubicBezTo>
                    <a:cubicBezTo>
                      <a:pt x="4892" y="7666"/>
                      <a:pt x="4713" y="7660"/>
                      <a:pt x="4534" y="7660"/>
                    </a:cubicBezTo>
                    <a:cubicBezTo>
                      <a:pt x="4298" y="7660"/>
                      <a:pt x="4062" y="7663"/>
                      <a:pt x="3827" y="7663"/>
                    </a:cubicBezTo>
                    <a:cubicBezTo>
                      <a:pt x="3709" y="7663"/>
                      <a:pt x="3591" y="7662"/>
                      <a:pt x="3474" y="7660"/>
                    </a:cubicBezTo>
                    <a:cubicBezTo>
                      <a:pt x="3423" y="7657"/>
                      <a:pt x="3372" y="7655"/>
                      <a:pt x="3320" y="7655"/>
                    </a:cubicBezTo>
                    <a:cubicBezTo>
                      <a:pt x="3217" y="7655"/>
                      <a:pt x="3113" y="7662"/>
                      <a:pt x="3012" y="7677"/>
                    </a:cubicBezTo>
                    <a:cubicBezTo>
                      <a:pt x="2963" y="7684"/>
                      <a:pt x="2917" y="7687"/>
                      <a:pt x="2872" y="7687"/>
                    </a:cubicBezTo>
                    <a:cubicBezTo>
                      <a:pt x="2760" y="7687"/>
                      <a:pt x="2653" y="7670"/>
                      <a:pt x="2533" y="7666"/>
                    </a:cubicBezTo>
                    <a:cubicBezTo>
                      <a:pt x="2501" y="7665"/>
                      <a:pt x="2468" y="7664"/>
                      <a:pt x="2435" y="7664"/>
                    </a:cubicBezTo>
                    <a:cubicBezTo>
                      <a:pt x="2303" y="7664"/>
                      <a:pt x="2169" y="7671"/>
                      <a:pt x="2039" y="7671"/>
                    </a:cubicBezTo>
                    <a:cubicBezTo>
                      <a:pt x="1880" y="7666"/>
                      <a:pt x="1716" y="7627"/>
                      <a:pt x="1553" y="7627"/>
                    </a:cubicBezTo>
                    <a:cubicBezTo>
                      <a:pt x="1543" y="7627"/>
                      <a:pt x="1532" y="7627"/>
                      <a:pt x="1522" y="7628"/>
                    </a:cubicBezTo>
                    <a:cubicBezTo>
                      <a:pt x="1472" y="7630"/>
                      <a:pt x="1422" y="7631"/>
                      <a:pt x="1371" y="7631"/>
                    </a:cubicBezTo>
                    <a:cubicBezTo>
                      <a:pt x="1284" y="7631"/>
                      <a:pt x="1195" y="7627"/>
                      <a:pt x="1109" y="7617"/>
                    </a:cubicBezTo>
                    <a:cubicBezTo>
                      <a:pt x="946" y="7590"/>
                      <a:pt x="788" y="7546"/>
                      <a:pt x="625" y="7514"/>
                    </a:cubicBezTo>
                    <a:cubicBezTo>
                      <a:pt x="576" y="7508"/>
                      <a:pt x="495" y="7514"/>
                      <a:pt x="457" y="7481"/>
                    </a:cubicBezTo>
                    <a:cubicBezTo>
                      <a:pt x="424" y="7437"/>
                      <a:pt x="397" y="7383"/>
                      <a:pt x="386" y="7329"/>
                    </a:cubicBezTo>
                    <a:cubicBezTo>
                      <a:pt x="364" y="7247"/>
                      <a:pt x="353" y="7160"/>
                      <a:pt x="353" y="7073"/>
                    </a:cubicBezTo>
                    <a:cubicBezTo>
                      <a:pt x="343" y="6986"/>
                      <a:pt x="326" y="6905"/>
                      <a:pt x="321" y="6818"/>
                    </a:cubicBezTo>
                    <a:cubicBezTo>
                      <a:pt x="310" y="6720"/>
                      <a:pt x="310" y="6622"/>
                      <a:pt x="310" y="6524"/>
                    </a:cubicBezTo>
                    <a:lnTo>
                      <a:pt x="310" y="6524"/>
                    </a:lnTo>
                    <a:cubicBezTo>
                      <a:pt x="358" y="6528"/>
                      <a:pt x="407" y="6529"/>
                      <a:pt x="455" y="6529"/>
                    </a:cubicBezTo>
                    <a:cubicBezTo>
                      <a:pt x="606" y="6529"/>
                      <a:pt x="756" y="6517"/>
                      <a:pt x="907" y="6517"/>
                    </a:cubicBezTo>
                    <a:cubicBezTo>
                      <a:pt x="942" y="6517"/>
                      <a:pt x="976" y="6517"/>
                      <a:pt x="1011" y="6519"/>
                    </a:cubicBezTo>
                    <a:cubicBezTo>
                      <a:pt x="1147" y="6519"/>
                      <a:pt x="1267" y="6546"/>
                      <a:pt x="1397" y="6557"/>
                    </a:cubicBezTo>
                    <a:cubicBezTo>
                      <a:pt x="1451" y="6563"/>
                      <a:pt x="1505" y="6564"/>
                      <a:pt x="1559" y="6564"/>
                    </a:cubicBezTo>
                    <a:cubicBezTo>
                      <a:pt x="1634" y="6564"/>
                      <a:pt x="1708" y="6561"/>
                      <a:pt x="1783" y="6561"/>
                    </a:cubicBezTo>
                    <a:cubicBezTo>
                      <a:pt x="1807" y="6561"/>
                      <a:pt x="1830" y="6561"/>
                      <a:pt x="1854" y="6562"/>
                    </a:cubicBezTo>
                    <a:cubicBezTo>
                      <a:pt x="2169" y="6562"/>
                      <a:pt x="2484" y="6568"/>
                      <a:pt x="2794" y="6568"/>
                    </a:cubicBezTo>
                    <a:cubicBezTo>
                      <a:pt x="2983" y="6568"/>
                      <a:pt x="3176" y="6582"/>
                      <a:pt x="3366" y="6582"/>
                    </a:cubicBezTo>
                    <a:cubicBezTo>
                      <a:pt x="3461" y="6582"/>
                      <a:pt x="3555" y="6579"/>
                      <a:pt x="3648" y="6568"/>
                    </a:cubicBezTo>
                    <a:cubicBezTo>
                      <a:pt x="3813" y="6546"/>
                      <a:pt x="3975" y="6544"/>
                      <a:pt x="4138" y="6544"/>
                    </a:cubicBezTo>
                    <a:cubicBezTo>
                      <a:pt x="4186" y="6544"/>
                      <a:pt x="4234" y="6544"/>
                      <a:pt x="4282" y="6544"/>
                    </a:cubicBezTo>
                    <a:cubicBezTo>
                      <a:pt x="4360" y="6544"/>
                      <a:pt x="4438" y="6544"/>
                      <a:pt x="4517" y="6541"/>
                    </a:cubicBezTo>
                    <a:cubicBezTo>
                      <a:pt x="4653" y="6535"/>
                      <a:pt x="4784" y="6508"/>
                      <a:pt x="4914" y="6492"/>
                    </a:cubicBezTo>
                    <a:cubicBezTo>
                      <a:pt x="5008" y="6485"/>
                      <a:pt x="5100" y="6480"/>
                      <a:pt x="5193" y="6480"/>
                    </a:cubicBezTo>
                    <a:close/>
                    <a:moveTo>
                      <a:pt x="5534" y="7932"/>
                    </a:moveTo>
                    <a:cubicBezTo>
                      <a:pt x="5534" y="7954"/>
                      <a:pt x="5539" y="7976"/>
                      <a:pt x="5555" y="7987"/>
                    </a:cubicBezTo>
                    <a:cubicBezTo>
                      <a:pt x="5594" y="8030"/>
                      <a:pt x="5572" y="8122"/>
                      <a:pt x="5572" y="8177"/>
                    </a:cubicBezTo>
                    <a:cubicBezTo>
                      <a:pt x="5566" y="8242"/>
                      <a:pt x="5566" y="8313"/>
                      <a:pt x="5577" y="8378"/>
                    </a:cubicBezTo>
                    <a:cubicBezTo>
                      <a:pt x="5604" y="8497"/>
                      <a:pt x="5615" y="8622"/>
                      <a:pt x="5615" y="8748"/>
                    </a:cubicBezTo>
                    <a:cubicBezTo>
                      <a:pt x="5610" y="8791"/>
                      <a:pt x="5604" y="8873"/>
                      <a:pt x="5572" y="8900"/>
                    </a:cubicBezTo>
                    <a:cubicBezTo>
                      <a:pt x="5550" y="8911"/>
                      <a:pt x="5528" y="8916"/>
                      <a:pt x="5507" y="8916"/>
                    </a:cubicBezTo>
                    <a:cubicBezTo>
                      <a:pt x="5484" y="8912"/>
                      <a:pt x="5463" y="8908"/>
                      <a:pt x="5444" y="8908"/>
                    </a:cubicBezTo>
                    <a:cubicBezTo>
                      <a:pt x="5436" y="8908"/>
                      <a:pt x="5428" y="8909"/>
                      <a:pt x="5420" y="8911"/>
                    </a:cubicBezTo>
                    <a:lnTo>
                      <a:pt x="5409" y="8911"/>
                    </a:lnTo>
                    <a:cubicBezTo>
                      <a:pt x="5387" y="8911"/>
                      <a:pt x="5365" y="8905"/>
                      <a:pt x="5354" y="8900"/>
                    </a:cubicBezTo>
                    <a:cubicBezTo>
                      <a:pt x="5286" y="8898"/>
                      <a:pt x="5217" y="8897"/>
                      <a:pt x="5149" y="8897"/>
                    </a:cubicBezTo>
                    <a:cubicBezTo>
                      <a:pt x="5013" y="8897"/>
                      <a:pt x="4878" y="8900"/>
                      <a:pt x="4740" y="8900"/>
                    </a:cubicBezTo>
                    <a:cubicBezTo>
                      <a:pt x="4539" y="8900"/>
                      <a:pt x="4354" y="8894"/>
                      <a:pt x="4164" y="8889"/>
                    </a:cubicBezTo>
                    <a:cubicBezTo>
                      <a:pt x="4131" y="8885"/>
                      <a:pt x="4098" y="8883"/>
                      <a:pt x="4066" y="8883"/>
                    </a:cubicBezTo>
                    <a:cubicBezTo>
                      <a:pt x="4007" y="8883"/>
                      <a:pt x="3948" y="8889"/>
                      <a:pt x="3892" y="8900"/>
                    </a:cubicBezTo>
                    <a:cubicBezTo>
                      <a:pt x="3854" y="8911"/>
                      <a:pt x="3821" y="8916"/>
                      <a:pt x="3789" y="8916"/>
                    </a:cubicBezTo>
                    <a:cubicBezTo>
                      <a:pt x="3756" y="8911"/>
                      <a:pt x="3735" y="8894"/>
                      <a:pt x="3702" y="8889"/>
                    </a:cubicBezTo>
                    <a:cubicBezTo>
                      <a:pt x="3696" y="8889"/>
                      <a:pt x="3675" y="8883"/>
                      <a:pt x="3658" y="8883"/>
                    </a:cubicBezTo>
                    <a:cubicBezTo>
                      <a:pt x="3658" y="8867"/>
                      <a:pt x="3658" y="8851"/>
                      <a:pt x="3653" y="8834"/>
                    </a:cubicBezTo>
                    <a:cubicBezTo>
                      <a:pt x="3648" y="8748"/>
                      <a:pt x="3653" y="8661"/>
                      <a:pt x="3658" y="8574"/>
                    </a:cubicBezTo>
                    <a:cubicBezTo>
                      <a:pt x="3664" y="8372"/>
                      <a:pt x="3696" y="8166"/>
                      <a:pt x="3680" y="7959"/>
                    </a:cubicBezTo>
                    <a:lnTo>
                      <a:pt x="3702" y="7959"/>
                    </a:lnTo>
                    <a:cubicBezTo>
                      <a:pt x="4120" y="7959"/>
                      <a:pt x="4539" y="7959"/>
                      <a:pt x="4958" y="7965"/>
                    </a:cubicBezTo>
                    <a:cubicBezTo>
                      <a:pt x="4989" y="7966"/>
                      <a:pt x="5021" y="7966"/>
                      <a:pt x="5053" y="7966"/>
                    </a:cubicBezTo>
                    <a:cubicBezTo>
                      <a:pt x="5213" y="7966"/>
                      <a:pt x="5375" y="7955"/>
                      <a:pt x="5534" y="7932"/>
                    </a:cubicBezTo>
                    <a:close/>
                    <a:moveTo>
                      <a:pt x="6374" y="9067"/>
                    </a:moveTo>
                    <a:cubicBezTo>
                      <a:pt x="6390" y="9067"/>
                      <a:pt x="6402" y="9074"/>
                      <a:pt x="6414" y="9095"/>
                    </a:cubicBezTo>
                    <a:cubicBezTo>
                      <a:pt x="6442" y="9144"/>
                      <a:pt x="6431" y="9248"/>
                      <a:pt x="6436" y="9307"/>
                    </a:cubicBezTo>
                    <a:cubicBezTo>
                      <a:pt x="6436" y="9335"/>
                      <a:pt x="6452" y="9411"/>
                      <a:pt x="6431" y="9438"/>
                    </a:cubicBezTo>
                    <a:cubicBezTo>
                      <a:pt x="6417" y="9449"/>
                      <a:pt x="6390" y="9451"/>
                      <a:pt x="6363" y="9451"/>
                    </a:cubicBezTo>
                    <a:cubicBezTo>
                      <a:pt x="6336" y="9451"/>
                      <a:pt x="6308" y="9449"/>
                      <a:pt x="6295" y="9449"/>
                    </a:cubicBezTo>
                    <a:cubicBezTo>
                      <a:pt x="6284" y="9448"/>
                      <a:pt x="6274" y="9448"/>
                      <a:pt x="6263" y="9448"/>
                    </a:cubicBezTo>
                    <a:cubicBezTo>
                      <a:pt x="6029" y="9448"/>
                      <a:pt x="5801" y="9503"/>
                      <a:pt x="5572" y="9509"/>
                    </a:cubicBezTo>
                    <a:cubicBezTo>
                      <a:pt x="5474" y="9515"/>
                      <a:pt x="5376" y="9518"/>
                      <a:pt x="5278" y="9518"/>
                    </a:cubicBezTo>
                    <a:cubicBezTo>
                      <a:pt x="5115" y="9518"/>
                      <a:pt x="4952" y="9509"/>
                      <a:pt x="4789" y="9492"/>
                    </a:cubicBezTo>
                    <a:cubicBezTo>
                      <a:pt x="4590" y="9470"/>
                      <a:pt x="4390" y="9458"/>
                      <a:pt x="4188" y="9458"/>
                    </a:cubicBezTo>
                    <a:cubicBezTo>
                      <a:pt x="4147" y="9458"/>
                      <a:pt x="4107" y="9459"/>
                      <a:pt x="4066" y="9460"/>
                    </a:cubicBezTo>
                    <a:cubicBezTo>
                      <a:pt x="3821" y="9460"/>
                      <a:pt x="3577" y="9519"/>
                      <a:pt x="3327" y="9519"/>
                    </a:cubicBezTo>
                    <a:cubicBezTo>
                      <a:pt x="3231" y="9519"/>
                      <a:pt x="3135" y="9512"/>
                      <a:pt x="3040" y="9512"/>
                    </a:cubicBezTo>
                    <a:cubicBezTo>
                      <a:pt x="3016" y="9512"/>
                      <a:pt x="2992" y="9513"/>
                      <a:pt x="2968" y="9514"/>
                    </a:cubicBezTo>
                    <a:cubicBezTo>
                      <a:pt x="2917" y="9517"/>
                      <a:pt x="2822" y="9551"/>
                      <a:pt x="2747" y="9551"/>
                    </a:cubicBezTo>
                    <a:cubicBezTo>
                      <a:pt x="2703" y="9551"/>
                      <a:pt x="2665" y="9539"/>
                      <a:pt x="2647" y="9503"/>
                    </a:cubicBezTo>
                    <a:cubicBezTo>
                      <a:pt x="2631" y="9454"/>
                      <a:pt x="2626" y="9400"/>
                      <a:pt x="2631" y="9345"/>
                    </a:cubicBezTo>
                    <a:cubicBezTo>
                      <a:pt x="2626" y="9324"/>
                      <a:pt x="2626" y="9307"/>
                      <a:pt x="2620" y="9286"/>
                    </a:cubicBezTo>
                    <a:cubicBezTo>
                      <a:pt x="2620" y="9269"/>
                      <a:pt x="2615" y="9258"/>
                      <a:pt x="2609" y="9242"/>
                    </a:cubicBezTo>
                    <a:cubicBezTo>
                      <a:pt x="2653" y="9226"/>
                      <a:pt x="2696" y="9210"/>
                      <a:pt x="2745" y="9199"/>
                    </a:cubicBezTo>
                    <a:cubicBezTo>
                      <a:pt x="2794" y="9177"/>
                      <a:pt x="2843" y="9161"/>
                      <a:pt x="2897" y="9144"/>
                    </a:cubicBezTo>
                    <a:cubicBezTo>
                      <a:pt x="2992" y="9130"/>
                      <a:pt x="3086" y="9125"/>
                      <a:pt x="3180" y="9125"/>
                    </a:cubicBezTo>
                    <a:cubicBezTo>
                      <a:pt x="3227" y="9125"/>
                      <a:pt x="3274" y="9126"/>
                      <a:pt x="3321" y="9128"/>
                    </a:cubicBezTo>
                    <a:cubicBezTo>
                      <a:pt x="3393" y="9128"/>
                      <a:pt x="3467" y="9140"/>
                      <a:pt x="3539" y="9140"/>
                    </a:cubicBezTo>
                    <a:cubicBezTo>
                      <a:pt x="3587" y="9140"/>
                      <a:pt x="3634" y="9135"/>
                      <a:pt x="3680" y="9117"/>
                    </a:cubicBezTo>
                    <a:cubicBezTo>
                      <a:pt x="3691" y="9117"/>
                      <a:pt x="3702" y="9106"/>
                      <a:pt x="3713" y="9095"/>
                    </a:cubicBezTo>
                    <a:cubicBezTo>
                      <a:pt x="3729" y="9106"/>
                      <a:pt x="3745" y="9112"/>
                      <a:pt x="3767" y="9112"/>
                    </a:cubicBezTo>
                    <a:cubicBezTo>
                      <a:pt x="3776" y="9113"/>
                      <a:pt x="3784" y="9114"/>
                      <a:pt x="3793" y="9114"/>
                    </a:cubicBezTo>
                    <a:cubicBezTo>
                      <a:pt x="3854" y="9114"/>
                      <a:pt x="3911" y="9083"/>
                      <a:pt x="3968" y="9074"/>
                    </a:cubicBezTo>
                    <a:cubicBezTo>
                      <a:pt x="4014" y="9071"/>
                      <a:pt x="4061" y="9070"/>
                      <a:pt x="4106" y="9070"/>
                    </a:cubicBezTo>
                    <a:cubicBezTo>
                      <a:pt x="4152" y="9070"/>
                      <a:pt x="4197" y="9071"/>
                      <a:pt x="4240" y="9074"/>
                    </a:cubicBezTo>
                    <a:cubicBezTo>
                      <a:pt x="4331" y="9077"/>
                      <a:pt x="4422" y="9078"/>
                      <a:pt x="4513" y="9078"/>
                    </a:cubicBezTo>
                    <a:cubicBezTo>
                      <a:pt x="4697" y="9078"/>
                      <a:pt x="4881" y="9074"/>
                      <a:pt x="5066" y="9074"/>
                    </a:cubicBezTo>
                    <a:cubicBezTo>
                      <a:pt x="5066" y="9112"/>
                      <a:pt x="5099" y="9139"/>
                      <a:pt x="5132" y="9139"/>
                    </a:cubicBezTo>
                    <a:cubicBezTo>
                      <a:pt x="5137" y="9139"/>
                      <a:pt x="5142" y="9139"/>
                      <a:pt x="5147" y="9139"/>
                    </a:cubicBezTo>
                    <a:cubicBezTo>
                      <a:pt x="5238" y="9139"/>
                      <a:pt x="5320" y="9105"/>
                      <a:pt x="5408" y="9105"/>
                    </a:cubicBezTo>
                    <a:cubicBezTo>
                      <a:pt x="5430" y="9105"/>
                      <a:pt x="5452" y="9107"/>
                      <a:pt x="5474" y="9112"/>
                    </a:cubicBezTo>
                    <a:cubicBezTo>
                      <a:pt x="5549" y="9128"/>
                      <a:pt x="5627" y="9135"/>
                      <a:pt x="5705" y="9135"/>
                    </a:cubicBezTo>
                    <a:cubicBezTo>
                      <a:pt x="5730" y="9135"/>
                      <a:pt x="5754" y="9135"/>
                      <a:pt x="5778" y="9133"/>
                    </a:cubicBezTo>
                    <a:lnTo>
                      <a:pt x="5784" y="9133"/>
                    </a:lnTo>
                    <a:cubicBezTo>
                      <a:pt x="5903" y="9123"/>
                      <a:pt x="6012" y="9090"/>
                      <a:pt x="6132" y="9090"/>
                    </a:cubicBezTo>
                    <a:cubicBezTo>
                      <a:pt x="6186" y="9090"/>
                      <a:pt x="6246" y="9085"/>
                      <a:pt x="6300" y="9085"/>
                    </a:cubicBezTo>
                    <a:cubicBezTo>
                      <a:pt x="6331" y="9078"/>
                      <a:pt x="6354" y="9067"/>
                      <a:pt x="6374" y="9067"/>
                    </a:cubicBezTo>
                    <a:close/>
                    <a:moveTo>
                      <a:pt x="8571" y="1"/>
                    </a:moveTo>
                    <a:cubicBezTo>
                      <a:pt x="8466" y="1"/>
                      <a:pt x="8364" y="34"/>
                      <a:pt x="8257" y="39"/>
                    </a:cubicBezTo>
                    <a:cubicBezTo>
                      <a:pt x="8192" y="45"/>
                      <a:pt x="8127" y="46"/>
                      <a:pt x="8061" y="46"/>
                    </a:cubicBezTo>
                    <a:cubicBezTo>
                      <a:pt x="7996" y="46"/>
                      <a:pt x="7931" y="45"/>
                      <a:pt x="7866" y="45"/>
                    </a:cubicBezTo>
                    <a:cubicBezTo>
                      <a:pt x="7616" y="45"/>
                      <a:pt x="7371" y="88"/>
                      <a:pt x="7121" y="94"/>
                    </a:cubicBezTo>
                    <a:cubicBezTo>
                      <a:pt x="6980" y="94"/>
                      <a:pt x="6833" y="94"/>
                      <a:pt x="6686" y="99"/>
                    </a:cubicBezTo>
                    <a:cubicBezTo>
                      <a:pt x="6628" y="104"/>
                      <a:pt x="6569" y="107"/>
                      <a:pt x="6511" y="107"/>
                    </a:cubicBezTo>
                    <a:cubicBezTo>
                      <a:pt x="6440" y="107"/>
                      <a:pt x="6369" y="103"/>
                      <a:pt x="6300" y="94"/>
                    </a:cubicBezTo>
                    <a:cubicBezTo>
                      <a:pt x="6235" y="77"/>
                      <a:pt x="6170" y="67"/>
                      <a:pt x="6105" y="61"/>
                    </a:cubicBezTo>
                    <a:cubicBezTo>
                      <a:pt x="6075" y="64"/>
                      <a:pt x="6045" y="65"/>
                      <a:pt x="6016" y="65"/>
                    </a:cubicBezTo>
                    <a:cubicBezTo>
                      <a:pt x="5986" y="65"/>
                      <a:pt x="5958" y="64"/>
                      <a:pt x="5931" y="61"/>
                    </a:cubicBezTo>
                    <a:cubicBezTo>
                      <a:pt x="5811" y="34"/>
                      <a:pt x="5691" y="23"/>
                      <a:pt x="5566" y="23"/>
                    </a:cubicBezTo>
                    <a:cubicBezTo>
                      <a:pt x="5441" y="23"/>
                      <a:pt x="5316" y="34"/>
                      <a:pt x="5191" y="56"/>
                    </a:cubicBezTo>
                    <a:cubicBezTo>
                      <a:pt x="5151" y="62"/>
                      <a:pt x="5109" y="67"/>
                      <a:pt x="5067" y="67"/>
                    </a:cubicBezTo>
                    <a:cubicBezTo>
                      <a:pt x="5041" y="67"/>
                      <a:pt x="5015" y="65"/>
                      <a:pt x="4990" y="61"/>
                    </a:cubicBezTo>
                    <a:lnTo>
                      <a:pt x="4941" y="56"/>
                    </a:lnTo>
                    <a:cubicBezTo>
                      <a:pt x="4903" y="50"/>
                      <a:pt x="4860" y="45"/>
                      <a:pt x="4816" y="39"/>
                    </a:cubicBezTo>
                    <a:cubicBezTo>
                      <a:pt x="4746" y="34"/>
                      <a:pt x="4675" y="31"/>
                      <a:pt x="4604" y="31"/>
                    </a:cubicBezTo>
                    <a:cubicBezTo>
                      <a:pt x="4534" y="31"/>
                      <a:pt x="4463" y="34"/>
                      <a:pt x="4392" y="39"/>
                    </a:cubicBezTo>
                    <a:cubicBezTo>
                      <a:pt x="4284" y="39"/>
                      <a:pt x="4177" y="37"/>
                      <a:pt x="4070" y="37"/>
                    </a:cubicBezTo>
                    <a:cubicBezTo>
                      <a:pt x="4017" y="37"/>
                      <a:pt x="3963" y="38"/>
                      <a:pt x="3908" y="39"/>
                    </a:cubicBezTo>
                    <a:cubicBezTo>
                      <a:pt x="3729" y="50"/>
                      <a:pt x="3550" y="72"/>
                      <a:pt x="3365" y="72"/>
                    </a:cubicBezTo>
                    <a:cubicBezTo>
                      <a:pt x="3160" y="72"/>
                      <a:pt x="2953" y="58"/>
                      <a:pt x="2746" y="58"/>
                    </a:cubicBezTo>
                    <a:cubicBezTo>
                      <a:pt x="2613" y="58"/>
                      <a:pt x="2480" y="64"/>
                      <a:pt x="2348" y="83"/>
                    </a:cubicBezTo>
                    <a:cubicBezTo>
                      <a:pt x="2169" y="105"/>
                      <a:pt x="1990" y="110"/>
                      <a:pt x="1810" y="126"/>
                    </a:cubicBezTo>
                    <a:cubicBezTo>
                      <a:pt x="1734" y="132"/>
                      <a:pt x="1658" y="143"/>
                      <a:pt x="1582" y="159"/>
                    </a:cubicBezTo>
                    <a:cubicBezTo>
                      <a:pt x="1533" y="167"/>
                      <a:pt x="1483" y="167"/>
                      <a:pt x="1432" y="167"/>
                    </a:cubicBezTo>
                    <a:cubicBezTo>
                      <a:pt x="1382" y="167"/>
                      <a:pt x="1332" y="167"/>
                      <a:pt x="1283" y="175"/>
                    </a:cubicBezTo>
                    <a:cubicBezTo>
                      <a:pt x="1125" y="192"/>
                      <a:pt x="973" y="230"/>
                      <a:pt x="815" y="240"/>
                    </a:cubicBezTo>
                    <a:cubicBezTo>
                      <a:pt x="750" y="251"/>
                      <a:pt x="680" y="257"/>
                      <a:pt x="614" y="268"/>
                    </a:cubicBezTo>
                    <a:cubicBezTo>
                      <a:pt x="574" y="273"/>
                      <a:pt x="531" y="273"/>
                      <a:pt x="489" y="273"/>
                    </a:cubicBezTo>
                    <a:cubicBezTo>
                      <a:pt x="447" y="273"/>
                      <a:pt x="405" y="273"/>
                      <a:pt x="364" y="279"/>
                    </a:cubicBezTo>
                    <a:cubicBezTo>
                      <a:pt x="245" y="300"/>
                      <a:pt x="163" y="404"/>
                      <a:pt x="169" y="523"/>
                    </a:cubicBezTo>
                    <a:cubicBezTo>
                      <a:pt x="169" y="659"/>
                      <a:pt x="141" y="790"/>
                      <a:pt x="131" y="925"/>
                    </a:cubicBezTo>
                    <a:cubicBezTo>
                      <a:pt x="98" y="1257"/>
                      <a:pt x="65" y="1583"/>
                      <a:pt x="33" y="1909"/>
                    </a:cubicBezTo>
                    <a:cubicBezTo>
                      <a:pt x="0" y="2279"/>
                      <a:pt x="27" y="2659"/>
                      <a:pt x="22" y="3029"/>
                    </a:cubicBezTo>
                    <a:cubicBezTo>
                      <a:pt x="22" y="3768"/>
                      <a:pt x="22" y="4513"/>
                      <a:pt x="16" y="5252"/>
                    </a:cubicBezTo>
                    <a:cubicBezTo>
                      <a:pt x="16" y="5633"/>
                      <a:pt x="22" y="6008"/>
                      <a:pt x="11" y="6388"/>
                    </a:cubicBezTo>
                    <a:cubicBezTo>
                      <a:pt x="0" y="6546"/>
                      <a:pt x="0" y="6709"/>
                      <a:pt x="11" y="6867"/>
                    </a:cubicBezTo>
                    <a:cubicBezTo>
                      <a:pt x="16" y="6937"/>
                      <a:pt x="27" y="7003"/>
                      <a:pt x="38" y="7073"/>
                    </a:cubicBezTo>
                    <a:cubicBezTo>
                      <a:pt x="44" y="7171"/>
                      <a:pt x="54" y="7274"/>
                      <a:pt x="76" y="7372"/>
                    </a:cubicBezTo>
                    <a:cubicBezTo>
                      <a:pt x="103" y="7508"/>
                      <a:pt x="174" y="7633"/>
                      <a:pt x="277" y="7726"/>
                    </a:cubicBezTo>
                    <a:cubicBezTo>
                      <a:pt x="391" y="7813"/>
                      <a:pt x="565" y="7813"/>
                      <a:pt x="707" y="7845"/>
                    </a:cubicBezTo>
                    <a:cubicBezTo>
                      <a:pt x="848" y="7883"/>
                      <a:pt x="995" y="7910"/>
                      <a:pt x="1147" y="7921"/>
                    </a:cubicBezTo>
                    <a:cubicBezTo>
                      <a:pt x="1186" y="7925"/>
                      <a:pt x="1225" y="7926"/>
                      <a:pt x="1264" y="7926"/>
                    </a:cubicBezTo>
                    <a:cubicBezTo>
                      <a:pt x="1371" y="7926"/>
                      <a:pt x="1478" y="7917"/>
                      <a:pt x="1584" y="7917"/>
                    </a:cubicBezTo>
                    <a:cubicBezTo>
                      <a:pt x="1623" y="7917"/>
                      <a:pt x="1662" y="7918"/>
                      <a:pt x="1702" y="7921"/>
                    </a:cubicBezTo>
                    <a:cubicBezTo>
                      <a:pt x="1847" y="7936"/>
                      <a:pt x="1988" y="7965"/>
                      <a:pt x="2133" y="7965"/>
                    </a:cubicBezTo>
                    <a:cubicBezTo>
                      <a:pt x="2145" y="7965"/>
                      <a:pt x="2157" y="7965"/>
                      <a:pt x="2169" y="7965"/>
                    </a:cubicBezTo>
                    <a:cubicBezTo>
                      <a:pt x="2233" y="7961"/>
                      <a:pt x="2296" y="7959"/>
                      <a:pt x="2360" y="7959"/>
                    </a:cubicBezTo>
                    <a:cubicBezTo>
                      <a:pt x="2475" y="7959"/>
                      <a:pt x="2591" y="7965"/>
                      <a:pt x="2707" y="7976"/>
                    </a:cubicBezTo>
                    <a:cubicBezTo>
                      <a:pt x="2746" y="7981"/>
                      <a:pt x="2784" y="7983"/>
                      <a:pt x="2821" y="7983"/>
                    </a:cubicBezTo>
                    <a:cubicBezTo>
                      <a:pt x="2937" y="7983"/>
                      <a:pt x="3047" y="7962"/>
                      <a:pt x="3175" y="7954"/>
                    </a:cubicBezTo>
                    <a:cubicBezTo>
                      <a:pt x="3211" y="7952"/>
                      <a:pt x="3248" y="7951"/>
                      <a:pt x="3285" y="7951"/>
                    </a:cubicBezTo>
                    <a:cubicBezTo>
                      <a:pt x="3359" y="7951"/>
                      <a:pt x="3434" y="7954"/>
                      <a:pt x="3506" y="7954"/>
                    </a:cubicBezTo>
                    <a:lnTo>
                      <a:pt x="3506" y="7959"/>
                    </a:lnTo>
                    <a:cubicBezTo>
                      <a:pt x="3484" y="8150"/>
                      <a:pt x="3463" y="8334"/>
                      <a:pt x="3452" y="8525"/>
                    </a:cubicBezTo>
                    <a:cubicBezTo>
                      <a:pt x="3446" y="8639"/>
                      <a:pt x="3419" y="8807"/>
                      <a:pt x="3446" y="8932"/>
                    </a:cubicBezTo>
                    <a:cubicBezTo>
                      <a:pt x="3392" y="8921"/>
                      <a:pt x="3338" y="8921"/>
                      <a:pt x="3283" y="8921"/>
                    </a:cubicBezTo>
                    <a:cubicBezTo>
                      <a:pt x="3234" y="8918"/>
                      <a:pt x="3185" y="8916"/>
                      <a:pt x="3137" y="8916"/>
                    </a:cubicBezTo>
                    <a:cubicBezTo>
                      <a:pt x="3039" y="8916"/>
                      <a:pt x="2941" y="8923"/>
                      <a:pt x="2843" y="8938"/>
                    </a:cubicBezTo>
                    <a:cubicBezTo>
                      <a:pt x="2789" y="8949"/>
                      <a:pt x="2734" y="8970"/>
                      <a:pt x="2685" y="8992"/>
                    </a:cubicBezTo>
                    <a:cubicBezTo>
                      <a:pt x="2626" y="9014"/>
                      <a:pt x="2566" y="9025"/>
                      <a:pt x="2511" y="9046"/>
                    </a:cubicBezTo>
                    <a:cubicBezTo>
                      <a:pt x="2392" y="9101"/>
                      <a:pt x="2376" y="9193"/>
                      <a:pt x="2408" y="9307"/>
                    </a:cubicBezTo>
                    <a:cubicBezTo>
                      <a:pt x="2435" y="9411"/>
                      <a:pt x="2414" y="9514"/>
                      <a:pt x="2468" y="9612"/>
                    </a:cubicBezTo>
                    <a:cubicBezTo>
                      <a:pt x="2524" y="9700"/>
                      <a:pt x="2619" y="9752"/>
                      <a:pt x="2723" y="9752"/>
                    </a:cubicBezTo>
                    <a:cubicBezTo>
                      <a:pt x="2741" y="9752"/>
                      <a:pt x="2759" y="9751"/>
                      <a:pt x="2778" y="9748"/>
                    </a:cubicBezTo>
                    <a:cubicBezTo>
                      <a:pt x="2843" y="9737"/>
                      <a:pt x="2903" y="9721"/>
                      <a:pt x="2973" y="9715"/>
                    </a:cubicBezTo>
                    <a:cubicBezTo>
                      <a:pt x="2993" y="9713"/>
                      <a:pt x="3013" y="9713"/>
                      <a:pt x="3034" y="9713"/>
                    </a:cubicBezTo>
                    <a:cubicBezTo>
                      <a:pt x="3086" y="9713"/>
                      <a:pt x="3143" y="9717"/>
                      <a:pt x="3196" y="9721"/>
                    </a:cubicBezTo>
                    <a:cubicBezTo>
                      <a:pt x="3237" y="9722"/>
                      <a:pt x="3278" y="9723"/>
                      <a:pt x="3319" y="9723"/>
                    </a:cubicBezTo>
                    <a:cubicBezTo>
                      <a:pt x="3441" y="9723"/>
                      <a:pt x="3563" y="9716"/>
                      <a:pt x="3686" y="9704"/>
                    </a:cubicBezTo>
                    <a:cubicBezTo>
                      <a:pt x="3879" y="9681"/>
                      <a:pt x="4073" y="9670"/>
                      <a:pt x="4267" y="9670"/>
                    </a:cubicBezTo>
                    <a:cubicBezTo>
                      <a:pt x="4389" y="9670"/>
                      <a:pt x="4510" y="9674"/>
                      <a:pt x="4631" y="9682"/>
                    </a:cubicBezTo>
                    <a:cubicBezTo>
                      <a:pt x="4778" y="9693"/>
                      <a:pt x="4920" y="9721"/>
                      <a:pt x="5066" y="9721"/>
                    </a:cubicBezTo>
                    <a:lnTo>
                      <a:pt x="5594" y="9721"/>
                    </a:lnTo>
                    <a:cubicBezTo>
                      <a:pt x="5751" y="9721"/>
                      <a:pt x="5903" y="9704"/>
                      <a:pt x="6061" y="9682"/>
                    </a:cubicBezTo>
                    <a:cubicBezTo>
                      <a:pt x="6186" y="9661"/>
                      <a:pt x="6311" y="9677"/>
                      <a:pt x="6442" y="9655"/>
                    </a:cubicBezTo>
                    <a:cubicBezTo>
                      <a:pt x="6686" y="9612"/>
                      <a:pt x="6664" y="9351"/>
                      <a:pt x="6648" y="9155"/>
                    </a:cubicBezTo>
                    <a:cubicBezTo>
                      <a:pt x="6643" y="9052"/>
                      <a:pt x="6615" y="8938"/>
                      <a:pt x="6523" y="8878"/>
                    </a:cubicBezTo>
                    <a:cubicBezTo>
                      <a:pt x="6487" y="8858"/>
                      <a:pt x="6448" y="8847"/>
                      <a:pt x="6410" y="8847"/>
                    </a:cubicBezTo>
                    <a:cubicBezTo>
                      <a:pt x="6397" y="8847"/>
                      <a:pt x="6384" y="8848"/>
                      <a:pt x="6371" y="8851"/>
                    </a:cubicBezTo>
                    <a:cubicBezTo>
                      <a:pt x="6284" y="8856"/>
                      <a:pt x="6197" y="8873"/>
                      <a:pt x="6110" y="8873"/>
                    </a:cubicBezTo>
                    <a:cubicBezTo>
                      <a:pt x="5990" y="8878"/>
                      <a:pt x="5876" y="8911"/>
                      <a:pt x="5762" y="8921"/>
                    </a:cubicBezTo>
                    <a:cubicBezTo>
                      <a:pt x="5789" y="8834"/>
                      <a:pt x="5800" y="8742"/>
                      <a:pt x="5800" y="8644"/>
                    </a:cubicBezTo>
                    <a:cubicBezTo>
                      <a:pt x="5800" y="8503"/>
                      <a:pt x="5746" y="8362"/>
                      <a:pt x="5746" y="8215"/>
                    </a:cubicBezTo>
                    <a:cubicBezTo>
                      <a:pt x="5746" y="8117"/>
                      <a:pt x="5767" y="8003"/>
                      <a:pt x="5724" y="7916"/>
                    </a:cubicBezTo>
                    <a:cubicBezTo>
                      <a:pt x="5753" y="7915"/>
                      <a:pt x="5783" y="7914"/>
                      <a:pt x="5812" y="7914"/>
                    </a:cubicBezTo>
                    <a:cubicBezTo>
                      <a:pt x="5929" y="7914"/>
                      <a:pt x="6047" y="7921"/>
                      <a:pt x="6164" y="7921"/>
                    </a:cubicBezTo>
                    <a:lnTo>
                      <a:pt x="7409" y="7921"/>
                    </a:lnTo>
                    <a:cubicBezTo>
                      <a:pt x="7556" y="7921"/>
                      <a:pt x="7703" y="7921"/>
                      <a:pt x="7844" y="7916"/>
                    </a:cubicBezTo>
                    <a:cubicBezTo>
                      <a:pt x="7855" y="7921"/>
                      <a:pt x="7866" y="7927"/>
                      <a:pt x="7877" y="7927"/>
                    </a:cubicBezTo>
                    <a:cubicBezTo>
                      <a:pt x="7950" y="7939"/>
                      <a:pt x="8023" y="7945"/>
                      <a:pt x="8097" y="7945"/>
                    </a:cubicBezTo>
                    <a:cubicBezTo>
                      <a:pt x="8121" y="7945"/>
                      <a:pt x="8146" y="7944"/>
                      <a:pt x="8170" y="7943"/>
                    </a:cubicBezTo>
                    <a:lnTo>
                      <a:pt x="8561" y="7959"/>
                    </a:lnTo>
                    <a:cubicBezTo>
                      <a:pt x="8670" y="7959"/>
                      <a:pt x="8773" y="7954"/>
                      <a:pt x="8877" y="7943"/>
                    </a:cubicBezTo>
                    <a:cubicBezTo>
                      <a:pt x="8985" y="7938"/>
                      <a:pt x="9078" y="7938"/>
                      <a:pt x="9159" y="7856"/>
                    </a:cubicBezTo>
                    <a:cubicBezTo>
                      <a:pt x="9284" y="7736"/>
                      <a:pt x="9317" y="7535"/>
                      <a:pt x="9339" y="7372"/>
                    </a:cubicBezTo>
                    <a:cubicBezTo>
                      <a:pt x="9377" y="7128"/>
                      <a:pt x="9355" y="6883"/>
                      <a:pt x="9355" y="6644"/>
                    </a:cubicBezTo>
                    <a:lnTo>
                      <a:pt x="9355" y="5850"/>
                    </a:lnTo>
                    <a:cubicBezTo>
                      <a:pt x="9355" y="5736"/>
                      <a:pt x="9350" y="5622"/>
                      <a:pt x="9355" y="5508"/>
                    </a:cubicBezTo>
                    <a:cubicBezTo>
                      <a:pt x="9377" y="5388"/>
                      <a:pt x="9388" y="5274"/>
                      <a:pt x="9393" y="5154"/>
                    </a:cubicBezTo>
                    <a:cubicBezTo>
                      <a:pt x="9388" y="5100"/>
                      <a:pt x="9388" y="5046"/>
                      <a:pt x="9399" y="4986"/>
                    </a:cubicBezTo>
                    <a:cubicBezTo>
                      <a:pt x="9409" y="4937"/>
                      <a:pt x="9420" y="4888"/>
                      <a:pt x="9426" y="4834"/>
                    </a:cubicBezTo>
                    <a:cubicBezTo>
                      <a:pt x="9442" y="4703"/>
                      <a:pt x="9426" y="4573"/>
                      <a:pt x="9426" y="4437"/>
                    </a:cubicBezTo>
                    <a:cubicBezTo>
                      <a:pt x="9426" y="4192"/>
                      <a:pt x="9491" y="3953"/>
                      <a:pt x="9496" y="3709"/>
                    </a:cubicBezTo>
                    <a:cubicBezTo>
                      <a:pt x="9502" y="3448"/>
                      <a:pt x="9535" y="3192"/>
                      <a:pt x="9535" y="2931"/>
                    </a:cubicBezTo>
                    <a:cubicBezTo>
                      <a:pt x="9535" y="2670"/>
                      <a:pt x="9540" y="2409"/>
                      <a:pt x="9529" y="2148"/>
                    </a:cubicBezTo>
                    <a:lnTo>
                      <a:pt x="9529" y="2154"/>
                    </a:lnTo>
                    <a:cubicBezTo>
                      <a:pt x="9518" y="1898"/>
                      <a:pt x="9496" y="1648"/>
                      <a:pt x="9496" y="1393"/>
                    </a:cubicBezTo>
                    <a:cubicBezTo>
                      <a:pt x="9496" y="1165"/>
                      <a:pt x="9475" y="942"/>
                      <a:pt x="9437" y="713"/>
                    </a:cubicBezTo>
                    <a:cubicBezTo>
                      <a:pt x="9415" y="621"/>
                      <a:pt x="9382" y="529"/>
                      <a:pt x="9344" y="442"/>
                    </a:cubicBezTo>
                    <a:cubicBezTo>
                      <a:pt x="9317" y="338"/>
                      <a:pt x="9263" y="240"/>
                      <a:pt x="9192" y="159"/>
                    </a:cubicBezTo>
                    <a:cubicBezTo>
                      <a:pt x="9121" y="94"/>
                      <a:pt x="9029" y="56"/>
                      <a:pt x="8931" y="45"/>
                    </a:cubicBezTo>
                    <a:cubicBezTo>
                      <a:pt x="8817" y="34"/>
                      <a:pt x="8703" y="7"/>
                      <a:pt x="8594" y="1"/>
                    </a:cubicBezTo>
                    <a:cubicBezTo>
                      <a:pt x="8587" y="1"/>
                      <a:pt x="8579" y="1"/>
                      <a:pt x="8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20"/>
              <p:cNvSpPr/>
              <p:nvPr/>
            </p:nvSpPr>
            <p:spPr>
              <a:xfrm>
                <a:off x="3690250" y="2852425"/>
                <a:ext cx="202925" cy="132025"/>
              </a:xfrm>
              <a:custGeom>
                <a:rect b="b" l="l" r="r" t="t"/>
                <a:pathLst>
                  <a:path extrusionOk="0" h="5281" w="8117">
                    <a:moveTo>
                      <a:pt x="859" y="234"/>
                    </a:moveTo>
                    <a:cubicBezTo>
                      <a:pt x="952" y="234"/>
                      <a:pt x="1049" y="234"/>
                      <a:pt x="1147" y="239"/>
                    </a:cubicBezTo>
                    <a:lnTo>
                      <a:pt x="1147" y="245"/>
                    </a:lnTo>
                    <a:cubicBezTo>
                      <a:pt x="1180" y="283"/>
                      <a:pt x="1153" y="386"/>
                      <a:pt x="1136" y="429"/>
                    </a:cubicBezTo>
                    <a:cubicBezTo>
                      <a:pt x="1126" y="457"/>
                      <a:pt x="1120" y="495"/>
                      <a:pt x="1115" y="527"/>
                    </a:cubicBezTo>
                    <a:cubicBezTo>
                      <a:pt x="1033" y="533"/>
                      <a:pt x="957" y="549"/>
                      <a:pt x="876" y="554"/>
                    </a:cubicBezTo>
                    <a:cubicBezTo>
                      <a:pt x="876" y="516"/>
                      <a:pt x="876" y="484"/>
                      <a:pt x="876" y="451"/>
                    </a:cubicBezTo>
                    <a:cubicBezTo>
                      <a:pt x="870" y="380"/>
                      <a:pt x="865" y="310"/>
                      <a:pt x="859" y="239"/>
                    </a:cubicBezTo>
                    <a:cubicBezTo>
                      <a:pt x="859" y="239"/>
                      <a:pt x="859" y="239"/>
                      <a:pt x="859" y="234"/>
                    </a:cubicBezTo>
                    <a:close/>
                    <a:moveTo>
                      <a:pt x="115" y="207"/>
                    </a:moveTo>
                    <a:cubicBezTo>
                      <a:pt x="348" y="217"/>
                      <a:pt x="577" y="234"/>
                      <a:pt x="810" y="239"/>
                    </a:cubicBezTo>
                    <a:cubicBezTo>
                      <a:pt x="799" y="310"/>
                      <a:pt x="794" y="380"/>
                      <a:pt x="789" y="451"/>
                    </a:cubicBezTo>
                    <a:cubicBezTo>
                      <a:pt x="789" y="489"/>
                      <a:pt x="789" y="522"/>
                      <a:pt x="789" y="560"/>
                    </a:cubicBezTo>
                    <a:cubicBezTo>
                      <a:pt x="744" y="562"/>
                      <a:pt x="698" y="563"/>
                      <a:pt x="651" y="563"/>
                    </a:cubicBezTo>
                    <a:cubicBezTo>
                      <a:pt x="585" y="563"/>
                      <a:pt x="518" y="561"/>
                      <a:pt x="452" y="554"/>
                    </a:cubicBezTo>
                    <a:lnTo>
                      <a:pt x="452" y="549"/>
                    </a:lnTo>
                    <a:cubicBezTo>
                      <a:pt x="452" y="533"/>
                      <a:pt x="452" y="511"/>
                      <a:pt x="457" y="495"/>
                    </a:cubicBezTo>
                    <a:cubicBezTo>
                      <a:pt x="462" y="484"/>
                      <a:pt x="468" y="473"/>
                      <a:pt x="473" y="462"/>
                    </a:cubicBezTo>
                    <a:cubicBezTo>
                      <a:pt x="479" y="435"/>
                      <a:pt x="479" y="408"/>
                      <a:pt x="479" y="380"/>
                    </a:cubicBezTo>
                    <a:cubicBezTo>
                      <a:pt x="484" y="348"/>
                      <a:pt x="490" y="321"/>
                      <a:pt x="495" y="294"/>
                    </a:cubicBezTo>
                    <a:cubicBezTo>
                      <a:pt x="495" y="274"/>
                      <a:pt x="481" y="265"/>
                      <a:pt x="468" y="265"/>
                    </a:cubicBezTo>
                    <a:cubicBezTo>
                      <a:pt x="454" y="265"/>
                      <a:pt x="441" y="274"/>
                      <a:pt x="441" y="294"/>
                    </a:cubicBezTo>
                    <a:cubicBezTo>
                      <a:pt x="435" y="326"/>
                      <a:pt x="419" y="353"/>
                      <a:pt x="414" y="386"/>
                    </a:cubicBezTo>
                    <a:cubicBezTo>
                      <a:pt x="408" y="413"/>
                      <a:pt x="397" y="440"/>
                      <a:pt x="386" y="467"/>
                    </a:cubicBezTo>
                    <a:cubicBezTo>
                      <a:pt x="375" y="489"/>
                      <a:pt x="370" y="516"/>
                      <a:pt x="375" y="538"/>
                    </a:cubicBezTo>
                    <a:cubicBezTo>
                      <a:pt x="352" y="534"/>
                      <a:pt x="329" y="530"/>
                      <a:pt x="306" y="530"/>
                    </a:cubicBezTo>
                    <a:cubicBezTo>
                      <a:pt x="297" y="530"/>
                      <a:pt x="287" y="531"/>
                      <a:pt x="278" y="533"/>
                    </a:cubicBezTo>
                    <a:cubicBezTo>
                      <a:pt x="266" y="533"/>
                      <a:pt x="211" y="556"/>
                      <a:pt x="180" y="556"/>
                    </a:cubicBezTo>
                    <a:cubicBezTo>
                      <a:pt x="168" y="556"/>
                      <a:pt x="160" y="552"/>
                      <a:pt x="158" y="544"/>
                    </a:cubicBezTo>
                    <a:cubicBezTo>
                      <a:pt x="158" y="538"/>
                      <a:pt x="153" y="533"/>
                      <a:pt x="153" y="533"/>
                    </a:cubicBezTo>
                    <a:cubicBezTo>
                      <a:pt x="158" y="424"/>
                      <a:pt x="147" y="310"/>
                      <a:pt x="115" y="207"/>
                    </a:cubicBezTo>
                    <a:close/>
                    <a:moveTo>
                      <a:pt x="7809" y="127"/>
                    </a:moveTo>
                    <a:cubicBezTo>
                      <a:pt x="7845" y="127"/>
                      <a:pt x="7875" y="134"/>
                      <a:pt x="7893" y="152"/>
                    </a:cubicBezTo>
                    <a:cubicBezTo>
                      <a:pt x="7958" y="212"/>
                      <a:pt x="7861" y="310"/>
                      <a:pt x="7850" y="364"/>
                    </a:cubicBezTo>
                    <a:lnTo>
                      <a:pt x="7844" y="364"/>
                    </a:lnTo>
                    <a:cubicBezTo>
                      <a:pt x="7822" y="467"/>
                      <a:pt x="7806" y="576"/>
                      <a:pt x="7801" y="685"/>
                    </a:cubicBezTo>
                    <a:cubicBezTo>
                      <a:pt x="7784" y="908"/>
                      <a:pt x="7795" y="1125"/>
                      <a:pt x="7839" y="1348"/>
                    </a:cubicBezTo>
                    <a:cubicBezTo>
                      <a:pt x="7871" y="1560"/>
                      <a:pt x="7882" y="1783"/>
                      <a:pt x="7871" y="2000"/>
                    </a:cubicBezTo>
                    <a:cubicBezTo>
                      <a:pt x="7861" y="2218"/>
                      <a:pt x="7828" y="2435"/>
                      <a:pt x="7828" y="2653"/>
                    </a:cubicBezTo>
                    <a:lnTo>
                      <a:pt x="7828" y="3468"/>
                    </a:lnTo>
                    <a:cubicBezTo>
                      <a:pt x="7828" y="3740"/>
                      <a:pt x="7850" y="4001"/>
                      <a:pt x="7833" y="4262"/>
                    </a:cubicBezTo>
                    <a:cubicBezTo>
                      <a:pt x="7828" y="4381"/>
                      <a:pt x="7817" y="4506"/>
                      <a:pt x="7795" y="4626"/>
                    </a:cubicBezTo>
                    <a:cubicBezTo>
                      <a:pt x="7790" y="4686"/>
                      <a:pt x="7763" y="4740"/>
                      <a:pt x="7752" y="4794"/>
                    </a:cubicBezTo>
                    <a:cubicBezTo>
                      <a:pt x="7746" y="4838"/>
                      <a:pt x="7741" y="4876"/>
                      <a:pt x="7730" y="4919"/>
                    </a:cubicBezTo>
                    <a:cubicBezTo>
                      <a:pt x="7707" y="4988"/>
                      <a:pt x="7661" y="5007"/>
                      <a:pt x="7607" y="5007"/>
                    </a:cubicBezTo>
                    <a:cubicBezTo>
                      <a:pt x="7536" y="5007"/>
                      <a:pt x="7452" y="4974"/>
                      <a:pt x="7388" y="4974"/>
                    </a:cubicBezTo>
                    <a:cubicBezTo>
                      <a:pt x="7333" y="4979"/>
                      <a:pt x="7284" y="4985"/>
                      <a:pt x="7230" y="4990"/>
                    </a:cubicBezTo>
                    <a:lnTo>
                      <a:pt x="4833" y="4990"/>
                    </a:lnTo>
                    <a:cubicBezTo>
                      <a:pt x="4425" y="4990"/>
                      <a:pt x="4012" y="4979"/>
                      <a:pt x="3604" y="4979"/>
                    </a:cubicBezTo>
                    <a:cubicBezTo>
                      <a:pt x="3569" y="4978"/>
                      <a:pt x="3533" y="4978"/>
                      <a:pt x="3497" y="4978"/>
                    </a:cubicBezTo>
                    <a:cubicBezTo>
                      <a:pt x="3332" y="4978"/>
                      <a:pt x="3166" y="4987"/>
                      <a:pt x="3001" y="5001"/>
                    </a:cubicBezTo>
                    <a:cubicBezTo>
                      <a:pt x="2914" y="5017"/>
                      <a:pt x="2822" y="5028"/>
                      <a:pt x="2735" y="5034"/>
                    </a:cubicBezTo>
                    <a:cubicBezTo>
                      <a:pt x="2669" y="5034"/>
                      <a:pt x="2602" y="5029"/>
                      <a:pt x="2535" y="5029"/>
                    </a:cubicBezTo>
                    <a:cubicBezTo>
                      <a:pt x="2501" y="5029"/>
                      <a:pt x="2468" y="5030"/>
                      <a:pt x="2436" y="5034"/>
                    </a:cubicBezTo>
                    <a:cubicBezTo>
                      <a:pt x="2240" y="5050"/>
                      <a:pt x="2050" y="5072"/>
                      <a:pt x="1854" y="5072"/>
                    </a:cubicBezTo>
                    <a:cubicBezTo>
                      <a:pt x="1842" y="5071"/>
                      <a:pt x="1831" y="5071"/>
                      <a:pt x="1820" y="5071"/>
                    </a:cubicBezTo>
                    <a:cubicBezTo>
                      <a:pt x="1636" y="5071"/>
                      <a:pt x="1457" y="5110"/>
                      <a:pt x="1272" y="5110"/>
                    </a:cubicBezTo>
                    <a:cubicBezTo>
                      <a:pt x="1233" y="5111"/>
                      <a:pt x="1194" y="5111"/>
                      <a:pt x="1154" y="5111"/>
                    </a:cubicBezTo>
                    <a:cubicBezTo>
                      <a:pt x="996" y="5111"/>
                      <a:pt x="836" y="5104"/>
                      <a:pt x="680" y="5104"/>
                    </a:cubicBezTo>
                    <a:lnTo>
                      <a:pt x="441" y="5104"/>
                    </a:lnTo>
                    <a:cubicBezTo>
                      <a:pt x="343" y="5104"/>
                      <a:pt x="250" y="5104"/>
                      <a:pt x="245" y="4990"/>
                    </a:cubicBezTo>
                    <a:cubicBezTo>
                      <a:pt x="218" y="4599"/>
                      <a:pt x="272" y="4196"/>
                      <a:pt x="245" y="3800"/>
                    </a:cubicBezTo>
                    <a:cubicBezTo>
                      <a:pt x="234" y="3615"/>
                      <a:pt x="212" y="3430"/>
                      <a:pt x="212" y="3240"/>
                    </a:cubicBezTo>
                    <a:lnTo>
                      <a:pt x="212" y="2604"/>
                    </a:lnTo>
                    <a:cubicBezTo>
                      <a:pt x="212" y="2381"/>
                      <a:pt x="218" y="2158"/>
                      <a:pt x="218" y="1930"/>
                    </a:cubicBezTo>
                    <a:cubicBezTo>
                      <a:pt x="218" y="1832"/>
                      <a:pt x="207" y="1729"/>
                      <a:pt x="185" y="1631"/>
                    </a:cubicBezTo>
                    <a:cubicBezTo>
                      <a:pt x="169" y="1538"/>
                      <a:pt x="163" y="1440"/>
                      <a:pt x="153" y="1348"/>
                    </a:cubicBezTo>
                    <a:cubicBezTo>
                      <a:pt x="120" y="1223"/>
                      <a:pt x="115" y="1098"/>
                      <a:pt x="131" y="973"/>
                    </a:cubicBezTo>
                    <a:cubicBezTo>
                      <a:pt x="142" y="881"/>
                      <a:pt x="147" y="788"/>
                      <a:pt x="147" y="701"/>
                    </a:cubicBezTo>
                    <a:lnTo>
                      <a:pt x="147" y="614"/>
                    </a:lnTo>
                    <a:lnTo>
                      <a:pt x="180" y="614"/>
                    </a:lnTo>
                    <a:cubicBezTo>
                      <a:pt x="223" y="614"/>
                      <a:pt x="261" y="582"/>
                      <a:pt x="305" y="582"/>
                    </a:cubicBezTo>
                    <a:cubicBezTo>
                      <a:pt x="332" y="582"/>
                      <a:pt x="359" y="587"/>
                      <a:pt x="386" y="598"/>
                    </a:cubicBezTo>
                    <a:cubicBezTo>
                      <a:pt x="392" y="603"/>
                      <a:pt x="397" y="614"/>
                      <a:pt x="397" y="620"/>
                    </a:cubicBezTo>
                    <a:cubicBezTo>
                      <a:pt x="403" y="625"/>
                      <a:pt x="409" y="628"/>
                      <a:pt x="416" y="628"/>
                    </a:cubicBezTo>
                    <a:cubicBezTo>
                      <a:pt x="423" y="628"/>
                      <a:pt x="430" y="625"/>
                      <a:pt x="435" y="620"/>
                    </a:cubicBezTo>
                    <a:lnTo>
                      <a:pt x="435" y="609"/>
                    </a:lnTo>
                    <a:lnTo>
                      <a:pt x="457" y="609"/>
                    </a:lnTo>
                    <a:cubicBezTo>
                      <a:pt x="515" y="617"/>
                      <a:pt x="573" y="621"/>
                      <a:pt x="631" y="621"/>
                    </a:cubicBezTo>
                    <a:cubicBezTo>
                      <a:pt x="796" y="621"/>
                      <a:pt x="961" y="594"/>
                      <a:pt x="1126" y="582"/>
                    </a:cubicBezTo>
                    <a:cubicBezTo>
                      <a:pt x="1131" y="598"/>
                      <a:pt x="1136" y="609"/>
                      <a:pt x="1147" y="625"/>
                    </a:cubicBezTo>
                    <a:cubicBezTo>
                      <a:pt x="1155" y="636"/>
                      <a:pt x="1166" y="641"/>
                      <a:pt x="1177" y="641"/>
                    </a:cubicBezTo>
                    <a:cubicBezTo>
                      <a:pt x="1188" y="641"/>
                      <a:pt x="1199" y="636"/>
                      <a:pt x="1207" y="625"/>
                    </a:cubicBezTo>
                    <a:cubicBezTo>
                      <a:pt x="1218" y="609"/>
                      <a:pt x="1223" y="592"/>
                      <a:pt x="1229" y="576"/>
                    </a:cubicBezTo>
                    <a:lnTo>
                      <a:pt x="1245" y="576"/>
                    </a:lnTo>
                    <a:cubicBezTo>
                      <a:pt x="1358" y="572"/>
                      <a:pt x="1469" y="570"/>
                      <a:pt x="1581" y="570"/>
                    </a:cubicBezTo>
                    <a:cubicBezTo>
                      <a:pt x="1733" y="570"/>
                      <a:pt x="1885" y="573"/>
                      <a:pt x="2039" y="576"/>
                    </a:cubicBezTo>
                    <a:cubicBezTo>
                      <a:pt x="2148" y="576"/>
                      <a:pt x="2251" y="614"/>
                      <a:pt x="2365" y="620"/>
                    </a:cubicBezTo>
                    <a:cubicBezTo>
                      <a:pt x="2517" y="620"/>
                      <a:pt x="2669" y="620"/>
                      <a:pt x="2822" y="614"/>
                    </a:cubicBezTo>
                    <a:cubicBezTo>
                      <a:pt x="3001" y="614"/>
                      <a:pt x="3174" y="646"/>
                      <a:pt x="3349" y="646"/>
                    </a:cubicBezTo>
                    <a:cubicBezTo>
                      <a:pt x="3412" y="646"/>
                      <a:pt x="3475" y="642"/>
                      <a:pt x="3539" y="631"/>
                    </a:cubicBezTo>
                    <a:cubicBezTo>
                      <a:pt x="3589" y="622"/>
                      <a:pt x="3638" y="620"/>
                      <a:pt x="3687" y="620"/>
                    </a:cubicBezTo>
                    <a:cubicBezTo>
                      <a:pt x="3720" y="620"/>
                      <a:pt x="3752" y="621"/>
                      <a:pt x="3785" y="621"/>
                    </a:cubicBezTo>
                    <a:cubicBezTo>
                      <a:pt x="3826" y="621"/>
                      <a:pt x="3867" y="620"/>
                      <a:pt x="3909" y="614"/>
                    </a:cubicBezTo>
                    <a:cubicBezTo>
                      <a:pt x="4005" y="594"/>
                      <a:pt x="4102" y="583"/>
                      <a:pt x="4201" y="583"/>
                    </a:cubicBezTo>
                    <a:cubicBezTo>
                      <a:pt x="4236" y="583"/>
                      <a:pt x="4270" y="584"/>
                      <a:pt x="4306" y="587"/>
                    </a:cubicBezTo>
                    <a:cubicBezTo>
                      <a:pt x="4425" y="603"/>
                      <a:pt x="4545" y="614"/>
                      <a:pt x="4670" y="620"/>
                    </a:cubicBezTo>
                    <a:lnTo>
                      <a:pt x="5132" y="620"/>
                    </a:lnTo>
                    <a:cubicBezTo>
                      <a:pt x="5232" y="620"/>
                      <a:pt x="5332" y="613"/>
                      <a:pt x="5432" y="613"/>
                    </a:cubicBezTo>
                    <a:cubicBezTo>
                      <a:pt x="5457" y="613"/>
                      <a:pt x="5482" y="613"/>
                      <a:pt x="5507" y="614"/>
                    </a:cubicBezTo>
                    <a:cubicBezTo>
                      <a:pt x="5637" y="614"/>
                      <a:pt x="5762" y="647"/>
                      <a:pt x="5887" y="652"/>
                    </a:cubicBezTo>
                    <a:cubicBezTo>
                      <a:pt x="6042" y="663"/>
                      <a:pt x="6197" y="666"/>
                      <a:pt x="6351" y="666"/>
                    </a:cubicBezTo>
                    <a:cubicBezTo>
                      <a:pt x="6506" y="666"/>
                      <a:pt x="6659" y="663"/>
                      <a:pt x="6811" y="663"/>
                    </a:cubicBezTo>
                    <a:cubicBezTo>
                      <a:pt x="6958" y="663"/>
                      <a:pt x="7105" y="652"/>
                      <a:pt x="7252" y="636"/>
                    </a:cubicBezTo>
                    <a:cubicBezTo>
                      <a:pt x="7375" y="628"/>
                      <a:pt x="7496" y="623"/>
                      <a:pt x="7617" y="623"/>
                    </a:cubicBezTo>
                    <a:cubicBezTo>
                      <a:pt x="7662" y="623"/>
                      <a:pt x="7707" y="624"/>
                      <a:pt x="7752" y="625"/>
                    </a:cubicBezTo>
                    <a:cubicBezTo>
                      <a:pt x="7806" y="625"/>
                      <a:pt x="7806" y="544"/>
                      <a:pt x="7752" y="544"/>
                    </a:cubicBezTo>
                    <a:cubicBezTo>
                      <a:pt x="7665" y="544"/>
                      <a:pt x="7578" y="541"/>
                      <a:pt x="7491" y="541"/>
                    </a:cubicBezTo>
                    <a:cubicBezTo>
                      <a:pt x="7447" y="541"/>
                      <a:pt x="7404" y="542"/>
                      <a:pt x="7360" y="544"/>
                    </a:cubicBezTo>
                    <a:cubicBezTo>
                      <a:pt x="7230" y="549"/>
                      <a:pt x="7105" y="576"/>
                      <a:pt x="6980" y="576"/>
                    </a:cubicBezTo>
                    <a:cubicBezTo>
                      <a:pt x="6844" y="579"/>
                      <a:pt x="6708" y="579"/>
                      <a:pt x="6572" y="579"/>
                    </a:cubicBezTo>
                    <a:cubicBezTo>
                      <a:pt x="6436" y="579"/>
                      <a:pt x="6300" y="579"/>
                      <a:pt x="6165" y="582"/>
                    </a:cubicBezTo>
                    <a:cubicBezTo>
                      <a:pt x="6115" y="584"/>
                      <a:pt x="6066" y="585"/>
                      <a:pt x="6016" y="585"/>
                    </a:cubicBezTo>
                    <a:cubicBezTo>
                      <a:pt x="5946" y="585"/>
                      <a:pt x="5876" y="583"/>
                      <a:pt x="5806" y="576"/>
                    </a:cubicBezTo>
                    <a:cubicBezTo>
                      <a:pt x="5681" y="554"/>
                      <a:pt x="5550" y="544"/>
                      <a:pt x="5425" y="544"/>
                    </a:cubicBezTo>
                    <a:cubicBezTo>
                      <a:pt x="5266" y="550"/>
                      <a:pt x="5103" y="553"/>
                      <a:pt x="4941" y="553"/>
                    </a:cubicBezTo>
                    <a:cubicBezTo>
                      <a:pt x="4826" y="553"/>
                      <a:pt x="4712" y="551"/>
                      <a:pt x="4599" y="549"/>
                    </a:cubicBezTo>
                    <a:cubicBezTo>
                      <a:pt x="4485" y="549"/>
                      <a:pt x="4376" y="522"/>
                      <a:pt x="4262" y="516"/>
                    </a:cubicBezTo>
                    <a:cubicBezTo>
                      <a:pt x="4153" y="516"/>
                      <a:pt x="4045" y="527"/>
                      <a:pt x="3936" y="544"/>
                    </a:cubicBezTo>
                    <a:cubicBezTo>
                      <a:pt x="3882" y="552"/>
                      <a:pt x="3827" y="552"/>
                      <a:pt x="3773" y="552"/>
                    </a:cubicBezTo>
                    <a:cubicBezTo>
                      <a:pt x="3718" y="552"/>
                      <a:pt x="3664" y="552"/>
                      <a:pt x="3610" y="560"/>
                    </a:cubicBezTo>
                    <a:cubicBezTo>
                      <a:pt x="3539" y="565"/>
                      <a:pt x="3479" y="587"/>
                      <a:pt x="3409" y="592"/>
                    </a:cubicBezTo>
                    <a:cubicBezTo>
                      <a:pt x="3327" y="592"/>
                      <a:pt x="3251" y="587"/>
                      <a:pt x="3169" y="571"/>
                    </a:cubicBezTo>
                    <a:cubicBezTo>
                      <a:pt x="3072" y="558"/>
                      <a:pt x="2973" y="554"/>
                      <a:pt x="2875" y="554"/>
                    </a:cubicBezTo>
                    <a:cubicBezTo>
                      <a:pt x="2745" y="554"/>
                      <a:pt x="2615" y="561"/>
                      <a:pt x="2486" y="561"/>
                    </a:cubicBezTo>
                    <a:cubicBezTo>
                      <a:pt x="2462" y="561"/>
                      <a:pt x="2438" y="560"/>
                      <a:pt x="2414" y="560"/>
                    </a:cubicBezTo>
                    <a:cubicBezTo>
                      <a:pt x="2311" y="554"/>
                      <a:pt x="2207" y="538"/>
                      <a:pt x="2104" y="516"/>
                    </a:cubicBezTo>
                    <a:cubicBezTo>
                      <a:pt x="2039" y="514"/>
                      <a:pt x="1974" y="512"/>
                      <a:pt x="1909" y="512"/>
                    </a:cubicBezTo>
                    <a:cubicBezTo>
                      <a:pt x="1844" y="512"/>
                      <a:pt x="1781" y="514"/>
                      <a:pt x="1718" y="516"/>
                    </a:cubicBezTo>
                    <a:cubicBezTo>
                      <a:pt x="1613" y="516"/>
                      <a:pt x="1510" y="514"/>
                      <a:pt x="1407" y="514"/>
                    </a:cubicBezTo>
                    <a:cubicBezTo>
                      <a:pt x="1355" y="514"/>
                      <a:pt x="1303" y="515"/>
                      <a:pt x="1251" y="516"/>
                    </a:cubicBezTo>
                    <a:lnTo>
                      <a:pt x="1234" y="516"/>
                    </a:lnTo>
                    <a:cubicBezTo>
                      <a:pt x="1234" y="506"/>
                      <a:pt x="1240" y="495"/>
                      <a:pt x="1240" y="484"/>
                    </a:cubicBezTo>
                    <a:cubicBezTo>
                      <a:pt x="1251" y="451"/>
                      <a:pt x="1256" y="413"/>
                      <a:pt x="1256" y="375"/>
                    </a:cubicBezTo>
                    <a:cubicBezTo>
                      <a:pt x="1261" y="332"/>
                      <a:pt x="1256" y="288"/>
                      <a:pt x="1240" y="239"/>
                    </a:cubicBezTo>
                    <a:lnTo>
                      <a:pt x="1240" y="239"/>
                    </a:lnTo>
                    <a:cubicBezTo>
                      <a:pt x="1258" y="240"/>
                      <a:pt x="1275" y="241"/>
                      <a:pt x="1293" y="241"/>
                    </a:cubicBezTo>
                    <a:cubicBezTo>
                      <a:pt x="1372" y="241"/>
                      <a:pt x="1448" y="232"/>
                      <a:pt x="1528" y="223"/>
                    </a:cubicBezTo>
                    <a:cubicBezTo>
                      <a:pt x="1653" y="207"/>
                      <a:pt x="1779" y="198"/>
                      <a:pt x="1906" y="198"/>
                    </a:cubicBezTo>
                    <a:cubicBezTo>
                      <a:pt x="2032" y="198"/>
                      <a:pt x="2158" y="207"/>
                      <a:pt x="2283" y="223"/>
                    </a:cubicBezTo>
                    <a:cubicBezTo>
                      <a:pt x="2410" y="245"/>
                      <a:pt x="2539" y="256"/>
                      <a:pt x="2667" y="256"/>
                    </a:cubicBezTo>
                    <a:cubicBezTo>
                      <a:pt x="2759" y="256"/>
                      <a:pt x="2851" y="250"/>
                      <a:pt x="2941" y="239"/>
                    </a:cubicBezTo>
                    <a:cubicBezTo>
                      <a:pt x="2998" y="226"/>
                      <a:pt x="3058" y="221"/>
                      <a:pt x="3117" y="221"/>
                    </a:cubicBezTo>
                    <a:cubicBezTo>
                      <a:pt x="3158" y="221"/>
                      <a:pt x="3200" y="224"/>
                      <a:pt x="3240" y="228"/>
                    </a:cubicBezTo>
                    <a:cubicBezTo>
                      <a:pt x="3343" y="245"/>
                      <a:pt x="3452" y="255"/>
                      <a:pt x="3555" y="255"/>
                    </a:cubicBezTo>
                    <a:cubicBezTo>
                      <a:pt x="3664" y="255"/>
                      <a:pt x="3773" y="266"/>
                      <a:pt x="3887" y="266"/>
                    </a:cubicBezTo>
                    <a:cubicBezTo>
                      <a:pt x="3996" y="261"/>
                      <a:pt x="4104" y="234"/>
                      <a:pt x="4213" y="228"/>
                    </a:cubicBezTo>
                    <a:cubicBezTo>
                      <a:pt x="4316" y="234"/>
                      <a:pt x="4425" y="250"/>
                      <a:pt x="4528" y="266"/>
                    </a:cubicBezTo>
                    <a:cubicBezTo>
                      <a:pt x="4585" y="269"/>
                      <a:pt x="4644" y="270"/>
                      <a:pt x="4702" y="270"/>
                    </a:cubicBezTo>
                    <a:cubicBezTo>
                      <a:pt x="4761" y="270"/>
                      <a:pt x="4819" y="269"/>
                      <a:pt x="4876" y="266"/>
                    </a:cubicBezTo>
                    <a:cubicBezTo>
                      <a:pt x="4993" y="261"/>
                      <a:pt x="5109" y="260"/>
                      <a:pt x="5224" y="260"/>
                    </a:cubicBezTo>
                    <a:cubicBezTo>
                      <a:pt x="5340" y="260"/>
                      <a:pt x="5455" y="261"/>
                      <a:pt x="5572" y="261"/>
                    </a:cubicBezTo>
                    <a:cubicBezTo>
                      <a:pt x="5678" y="261"/>
                      <a:pt x="5788" y="265"/>
                      <a:pt x="5898" y="265"/>
                    </a:cubicBezTo>
                    <a:cubicBezTo>
                      <a:pt x="6008" y="265"/>
                      <a:pt x="6118" y="261"/>
                      <a:pt x="6224" y="245"/>
                    </a:cubicBezTo>
                    <a:cubicBezTo>
                      <a:pt x="6317" y="234"/>
                      <a:pt x="6415" y="223"/>
                      <a:pt x="6512" y="223"/>
                    </a:cubicBezTo>
                    <a:cubicBezTo>
                      <a:pt x="6610" y="223"/>
                      <a:pt x="6703" y="179"/>
                      <a:pt x="6805" y="179"/>
                    </a:cubicBezTo>
                    <a:cubicBezTo>
                      <a:pt x="6811" y="179"/>
                      <a:pt x="6817" y="179"/>
                      <a:pt x="6822" y="179"/>
                    </a:cubicBezTo>
                    <a:cubicBezTo>
                      <a:pt x="6939" y="185"/>
                      <a:pt x="7056" y="188"/>
                      <a:pt x="7174" y="188"/>
                    </a:cubicBezTo>
                    <a:cubicBezTo>
                      <a:pt x="7291" y="188"/>
                      <a:pt x="7409" y="185"/>
                      <a:pt x="7529" y="179"/>
                    </a:cubicBezTo>
                    <a:cubicBezTo>
                      <a:pt x="7588" y="172"/>
                      <a:pt x="7717" y="127"/>
                      <a:pt x="7809" y="127"/>
                    </a:cubicBezTo>
                    <a:close/>
                    <a:moveTo>
                      <a:pt x="7831" y="0"/>
                    </a:moveTo>
                    <a:cubicBezTo>
                      <a:pt x="7763" y="0"/>
                      <a:pt x="7689" y="20"/>
                      <a:pt x="7627" y="33"/>
                    </a:cubicBezTo>
                    <a:cubicBezTo>
                      <a:pt x="7583" y="35"/>
                      <a:pt x="7540" y="37"/>
                      <a:pt x="7496" y="37"/>
                    </a:cubicBezTo>
                    <a:cubicBezTo>
                      <a:pt x="7453" y="37"/>
                      <a:pt x="7409" y="35"/>
                      <a:pt x="7366" y="33"/>
                    </a:cubicBezTo>
                    <a:lnTo>
                      <a:pt x="6958" y="33"/>
                    </a:lnTo>
                    <a:cubicBezTo>
                      <a:pt x="6913" y="26"/>
                      <a:pt x="6867" y="23"/>
                      <a:pt x="6822" y="23"/>
                    </a:cubicBezTo>
                    <a:cubicBezTo>
                      <a:pt x="6759" y="23"/>
                      <a:pt x="6698" y="29"/>
                      <a:pt x="6637" y="38"/>
                    </a:cubicBezTo>
                    <a:cubicBezTo>
                      <a:pt x="6529" y="60"/>
                      <a:pt x="6420" y="71"/>
                      <a:pt x="6311" y="76"/>
                    </a:cubicBezTo>
                    <a:cubicBezTo>
                      <a:pt x="6084" y="107"/>
                      <a:pt x="5854" y="113"/>
                      <a:pt x="5622" y="113"/>
                    </a:cubicBezTo>
                    <a:cubicBezTo>
                      <a:pt x="5456" y="113"/>
                      <a:pt x="5289" y="110"/>
                      <a:pt x="5123" y="110"/>
                    </a:cubicBezTo>
                    <a:cubicBezTo>
                      <a:pt x="5033" y="110"/>
                      <a:pt x="4944" y="111"/>
                      <a:pt x="4855" y="114"/>
                    </a:cubicBezTo>
                    <a:cubicBezTo>
                      <a:pt x="4807" y="116"/>
                      <a:pt x="4759" y="118"/>
                      <a:pt x="4711" y="118"/>
                    </a:cubicBezTo>
                    <a:cubicBezTo>
                      <a:pt x="4642" y="118"/>
                      <a:pt x="4574" y="115"/>
                      <a:pt x="4507" y="109"/>
                    </a:cubicBezTo>
                    <a:cubicBezTo>
                      <a:pt x="4412" y="91"/>
                      <a:pt x="4314" y="80"/>
                      <a:pt x="4215" y="80"/>
                    </a:cubicBezTo>
                    <a:cubicBezTo>
                      <a:pt x="4194" y="80"/>
                      <a:pt x="4174" y="81"/>
                      <a:pt x="4153" y="82"/>
                    </a:cubicBezTo>
                    <a:cubicBezTo>
                      <a:pt x="3960" y="100"/>
                      <a:pt x="3766" y="110"/>
                      <a:pt x="3569" y="110"/>
                    </a:cubicBezTo>
                    <a:cubicBezTo>
                      <a:pt x="3529" y="110"/>
                      <a:pt x="3488" y="110"/>
                      <a:pt x="3447" y="109"/>
                    </a:cubicBezTo>
                    <a:cubicBezTo>
                      <a:pt x="3348" y="109"/>
                      <a:pt x="3246" y="83"/>
                      <a:pt x="3146" y="83"/>
                    </a:cubicBezTo>
                    <a:cubicBezTo>
                      <a:pt x="3125" y="83"/>
                      <a:pt x="3104" y="84"/>
                      <a:pt x="3082" y="87"/>
                    </a:cubicBezTo>
                    <a:cubicBezTo>
                      <a:pt x="2947" y="103"/>
                      <a:pt x="2811" y="120"/>
                      <a:pt x="2675" y="120"/>
                    </a:cubicBezTo>
                    <a:cubicBezTo>
                      <a:pt x="2398" y="120"/>
                      <a:pt x="2131" y="87"/>
                      <a:pt x="1854" y="87"/>
                    </a:cubicBezTo>
                    <a:cubicBezTo>
                      <a:pt x="1707" y="92"/>
                      <a:pt x="1566" y="103"/>
                      <a:pt x="1425" y="120"/>
                    </a:cubicBezTo>
                    <a:cubicBezTo>
                      <a:pt x="1366" y="127"/>
                      <a:pt x="1306" y="129"/>
                      <a:pt x="1245" y="129"/>
                    </a:cubicBezTo>
                    <a:cubicBezTo>
                      <a:pt x="1164" y="129"/>
                      <a:pt x="1081" y="125"/>
                      <a:pt x="1001" y="125"/>
                    </a:cubicBezTo>
                    <a:cubicBezTo>
                      <a:pt x="696" y="125"/>
                      <a:pt x="397" y="147"/>
                      <a:pt x="93" y="158"/>
                    </a:cubicBezTo>
                    <a:cubicBezTo>
                      <a:pt x="93" y="152"/>
                      <a:pt x="87" y="141"/>
                      <a:pt x="82" y="136"/>
                    </a:cubicBezTo>
                    <a:cubicBezTo>
                      <a:pt x="76" y="126"/>
                      <a:pt x="67" y="122"/>
                      <a:pt x="59" y="122"/>
                    </a:cubicBezTo>
                    <a:cubicBezTo>
                      <a:pt x="44" y="122"/>
                      <a:pt x="31" y="135"/>
                      <a:pt x="38" y="152"/>
                    </a:cubicBezTo>
                    <a:cubicBezTo>
                      <a:pt x="55" y="250"/>
                      <a:pt x="60" y="348"/>
                      <a:pt x="49" y="446"/>
                    </a:cubicBezTo>
                    <a:cubicBezTo>
                      <a:pt x="44" y="554"/>
                      <a:pt x="44" y="663"/>
                      <a:pt x="44" y="766"/>
                    </a:cubicBezTo>
                    <a:cubicBezTo>
                      <a:pt x="38" y="864"/>
                      <a:pt x="22" y="962"/>
                      <a:pt x="6" y="1060"/>
                    </a:cubicBezTo>
                    <a:cubicBezTo>
                      <a:pt x="0" y="1152"/>
                      <a:pt x="6" y="1239"/>
                      <a:pt x="28" y="1332"/>
                    </a:cubicBezTo>
                    <a:cubicBezTo>
                      <a:pt x="44" y="1419"/>
                      <a:pt x="33" y="1511"/>
                      <a:pt x="44" y="1604"/>
                    </a:cubicBezTo>
                    <a:cubicBezTo>
                      <a:pt x="60" y="1701"/>
                      <a:pt x="71" y="1805"/>
                      <a:pt x="71" y="1903"/>
                    </a:cubicBezTo>
                    <a:cubicBezTo>
                      <a:pt x="71" y="2104"/>
                      <a:pt x="60" y="2316"/>
                      <a:pt x="60" y="2522"/>
                    </a:cubicBezTo>
                    <a:cubicBezTo>
                      <a:pt x="60" y="2941"/>
                      <a:pt x="49" y="3354"/>
                      <a:pt x="87" y="3772"/>
                    </a:cubicBezTo>
                    <a:cubicBezTo>
                      <a:pt x="104" y="3974"/>
                      <a:pt x="93" y="4180"/>
                      <a:pt x="93" y="4381"/>
                    </a:cubicBezTo>
                    <a:lnTo>
                      <a:pt x="93" y="5006"/>
                    </a:lnTo>
                    <a:cubicBezTo>
                      <a:pt x="89" y="5243"/>
                      <a:pt x="289" y="5281"/>
                      <a:pt x="492" y="5281"/>
                    </a:cubicBezTo>
                    <a:cubicBezTo>
                      <a:pt x="586" y="5281"/>
                      <a:pt x="681" y="5273"/>
                      <a:pt x="756" y="5273"/>
                    </a:cubicBezTo>
                    <a:cubicBezTo>
                      <a:pt x="857" y="5278"/>
                      <a:pt x="957" y="5281"/>
                      <a:pt x="1058" y="5281"/>
                    </a:cubicBezTo>
                    <a:cubicBezTo>
                      <a:pt x="1158" y="5281"/>
                      <a:pt x="1259" y="5278"/>
                      <a:pt x="1359" y="5273"/>
                    </a:cubicBezTo>
                    <a:cubicBezTo>
                      <a:pt x="1457" y="5262"/>
                      <a:pt x="1550" y="5240"/>
                      <a:pt x="1647" y="5235"/>
                    </a:cubicBezTo>
                    <a:cubicBezTo>
                      <a:pt x="1684" y="5233"/>
                      <a:pt x="1721" y="5232"/>
                      <a:pt x="1758" y="5232"/>
                    </a:cubicBezTo>
                    <a:cubicBezTo>
                      <a:pt x="1832" y="5232"/>
                      <a:pt x="1907" y="5235"/>
                      <a:pt x="1979" y="5235"/>
                    </a:cubicBezTo>
                    <a:cubicBezTo>
                      <a:pt x="2163" y="5235"/>
                      <a:pt x="2347" y="5196"/>
                      <a:pt x="2532" y="5196"/>
                    </a:cubicBezTo>
                    <a:cubicBezTo>
                      <a:pt x="2543" y="5196"/>
                      <a:pt x="2555" y="5196"/>
                      <a:pt x="2566" y="5197"/>
                    </a:cubicBezTo>
                    <a:cubicBezTo>
                      <a:pt x="2762" y="5197"/>
                      <a:pt x="2963" y="5169"/>
                      <a:pt x="3159" y="5159"/>
                    </a:cubicBezTo>
                    <a:cubicBezTo>
                      <a:pt x="3298" y="5151"/>
                      <a:pt x="3437" y="5149"/>
                      <a:pt x="3576" y="5149"/>
                    </a:cubicBezTo>
                    <a:cubicBezTo>
                      <a:pt x="3853" y="5149"/>
                      <a:pt x="4128" y="5159"/>
                      <a:pt x="4403" y="5159"/>
                    </a:cubicBezTo>
                    <a:cubicBezTo>
                      <a:pt x="4825" y="5166"/>
                      <a:pt x="5247" y="5168"/>
                      <a:pt x="5668" y="5168"/>
                    </a:cubicBezTo>
                    <a:cubicBezTo>
                      <a:pt x="6231" y="5168"/>
                      <a:pt x="6793" y="5164"/>
                      <a:pt x="7355" y="5164"/>
                    </a:cubicBezTo>
                    <a:cubicBezTo>
                      <a:pt x="7358" y="5164"/>
                      <a:pt x="7361" y="5165"/>
                      <a:pt x="7363" y="5165"/>
                    </a:cubicBezTo>
                    <a:cubicBezTo>
                      <a:pt x="7393" y="5165"/>
                      <a:pt x="7421" y="5139"/>
                      <a:pt x="7431" y="5110"/>
                    </a:cubicBezTo>
                    <a:cubicBezTo>
                      <a:pt x="7500" y="5114"/>
                      <a:pt x="7569" y="5146"/>
                      <a:pt x="7641" y="5146"/>
                    </a:cubicBezTo>
                    <a:cubicBezTo>
                      <a:pt x="7654" y="5146"/>
                      <a:pt x="7668" y="5145"/>
                      <a:pt x="7681" y="5142"/>
                    </a:cubicBezTo>
                    <a:cubicBezTo>
                      <a:pt x="7877" y="5110"/>
                      <a:pt x="7871" y="4925"/>
                      <a:pt x="7904" y="4773"/>
                    </a:cubicBezTo>
                    <a:cubicBezTo>
                      <a:pt x="7942" y="4544"/>
                      <a:pt x="7964" y="4316"/>
                      <a:pt x="7969" y="4088"/>
                    </a:cubicBezTo>
                    <a:cubicBezTo>
                      <a:pt x="7986" y="3838"/>
                      <a:pt x="7980" y="3582"/>
                      <a:pt x="7975" y="3332"/>
                    </a:cubicBezTo>
                    <a:cubicBezTo>
                      <a:pt x="7975" y="3082"/>
                      <a:pt x="7969" y="2805"/>
                      <a:pt x="7975" y="2544"/>
                    </a:cubicBezTo>
                    <a:cubicBezTo>
                      <a:pt x="7975" y="2430"/>
                      <a:pt x="8007" y="2321"/>
                      <a:pt x="8013" y="2207"/>
                    </a:cubicBezTo>
                    <a:cubicBezTo>
                      <a:pt x="8018" y="2093"/>
                      <a:pt x="8018" y="1989"/>
                      <a:pt x="8024" y="1875"/>
                    </a:cubicBezTo>
                    <a:cubicBezTo>
                      <a:pt x="8034" y="1631"/>
                      <a:pt x="7980" y="1402"/>
                      <a:pt x="7953" y="1158"/>
                    </a:cubicBezTo>
                    <a:cubicBezTo>
                      <a:pt x="7931" y="924"/>
                      <a:pt x="7937" y="690"/>
                      <a:pt x="7975" y="457"/>
                    </a:cubicBezTo>
                    <a:lnTo>
                      <a:pt x="7964" y="451"/>
                    </a:lnTo>
                    <a:cubicBezTo>
                      <a:pt x="7980" y="321"/>
                      <a:pt x="8116" y="158"/>
                      <a:pt x="7969" y="43"/>
                    </a:cubicBezTo>
                    <a:cubicBezTo>
                      <a:pt x="7930" y="11"/>
                      <a:pt x="7882" y="0"/>
                      <a:pt x="7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20"/>
              <p:cNvSpPr/>
              <p:nvPr/>
            </p:nvSpPr>
            <p:spPr>
              <a:xfrm>
                <a:off x="3714700" y="2911850"/>
                <a:ext cx="27325" cy="27150"/>
              </a:xfrm>
              <a:custGeom>
                <a:rect b="b" l="l" r="r" t="t"/>
                <a:pathLst>
                  <a:path extrusionOk="0" h="1086" w="1093">
                    <a:moveTo>
                      <a:pt x="605" y="167"/>
                    </a:moveTo>
                    <a:cubicBezTo>
                      <a:pt x="659" y="167"/>
                      <a:pt x="713" y="190"/>
                      <a:pt x="762" y="227"/>
                    </a:cubicBezTo>
                    <a:cubicBezTo>
                      <a:pt x="800" y="254"/>
                      <a:pt x="876" y="308"/>
                      <a:pt x="860" y="363"/>
                    </a:cubicBezTo>
                    <a:cubicBezTo>
                      <a:pt x="849" y="401"/>
                      <a:pt x="789" y="428"/>
                      <a:pt x="756" y="444"/>
                    </a:cubicBezTo>
                    <a:cubicBezTo>
                      <a:pt x="675" y="471"/>
                      <a:pt x="588" y="493"/>
                      <a:pt x="495" y="493"/>
                    </a:cubicBezTo>
                    <a:cubicBezTo>
                      <a:pt x="457" y="493"/>
                      <a:pt x="419" y="499"/>
                      <a:pt x="381" y="504"/>
                    </a:cubicBezTo>
                    <a:lnTo>
                      <a:pt x="316" y="504"/>
                    </a:lnTo>
                    <a:cubicBezTo>
                      <a:pt x="311" y="504"/>
                      <a:pt x="305" y="499"/>
                      <a:pt x="300" y="499"/>
                    </a:cubicBezTo>
                    <a:cubicBezTo>
                      <a:pt x="338" y="395"/>
                      <a:pt x="392" y="297"/>
                      <a:pt x="468" y="216"/>
                    </a:cubicBezTo>
                    <a:lnTo>
                      <a:pt x="468" y="227"/>
                    </a:lnTo>
                    <a:cubicBezTo>
                      <a:pt x="510" y="185"/>
                      <a:pt x="557" y="167"/>
                      <a:pt x="605" y="167"/>
                    </a:cubicBezTo>
                    <a:close/>
                    <a:moveTo>
                      <a:pt x="576" y="0"/>
                    </a:moveTo>
                    <a:cubicBezTo>
                      <a:pt x="559" y="0"/>
                      <a:pt x="544" y="1"/>
                      <a:pt x="528" y="4"/>
                    </a:cubicBezTo>
                    <a:cubicBezTo>
                      <a:pt x="218" y="53"/>
                      <a:pt x="1" y="515"/>
                      <a:pt x="104" y="797"/>
                    </a:cubicBezTo>
                    <a:cubicBezTo>
                      <a:pt x="158" y="961"/>
                      <a:pt x="311" y="1069"/>
                      <a:pt x="479" y="1080"/>
                    </a:cubicBezTo>
                    <a:cubicBezTo>
                      <a:pt x="572" y="1086"/>
                      <a:pt x="669" y="1086"/>
                      <a:pt x="762" y="1086"/>
                    </a:cubicBezTo>
                    <a:cubicBezTo>
                      <a:pt x="871" y="1080"/>
                      <a:pt x="898" y="1026"/>
                      <a:pt x="979" y="977"/>
                    </a:cubicBezTo>
                    <a:cubicBezTo>
                      <a:pt x="1012" y="955"/>
                      <a:pt x="1012" y="912"/>
                      <a:pt x="979" y="895"/>
                    </a:cubicBezTo>
                    <a:cubicBezTo>
                      <a:pt x="948" y="870"/>
                      <a:pt x="909" y="863"/>
                      <a:pt x="867" y="863"/>
                    </a:cubicBezTo>
                    <a:cubicBezTo>
                      <a:pt x="828" y="863"/>
                      <a:pt x="787" y="869"/>
                      <a:pt x="750" y="869"/>
                    </a:cubicBezTo>
                    <a:cubicBezTo>
                      <a:pt x="743" y="869"/>
                      <a:pt x="736" y="869"/>
                      <a:pt x="729" y="868"/>
                    </a:cubicBezTo>
                    <a:cubicBezTo>
                      <a:pt x="712" y="866"/>
                      <a:pt x="695" y="866"/>
                      <a:pt x="677" y="866"/>
                    </a:cubicBezTo>
                    <a:cubicBezTo>
                      <a:pt x="636" y="866"/>
                      <a:pt x="593" y="869"/>
                      <a:pt x="550" y="869"/>
                    </a:cubicBezTo>
                    <a:cubicBezTo>
                      <a:pt x="496" y="869"/>
                      <a:pt x="443" y="864"/>
                      <a:pt x="398" y="841"/>
                    </a:cubicBezTo>
                    <a:cubicBezTo>
                      <a:pt x="311" y="797"/>
                      <a:pt x="262" y="700"/>
                      <a:pt x="278" y="607"/>
                    </a:cubicBezTo>
                    <a:lnTo>
                      <a:pt x="278" y="607"/>
                    </a:lnTo>
                    <a:cubicBezTo>
                      <a:pt x="327" y="650"/>
                      <a:pt x="397" y="668"/>
                      <a:pt x="473" y="668"/>
                    </a:cubicBezTo>
                    <a:cubicBezTo>
                      <a:pt x="647" y="668"/>
                      <a:pt x="855" y="574"/>
                      <a:pt x="930" y="471"/>
                    </a:cubicBezTo>
                    <a:cubicBezTo>
                      <a:pt x="1093" y="243"/>
                      <a:pt x="805"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20"/>
              <p:cNvSpPr/>
              <p:nvPr/>
            </p:nvSpPr>
            <p:spPr>
              <a:xfrm>
                <a:off x="3742425" y="2923275"/>
                <a:ext cx="14575" cy="5425"/>
              </a:xfrm>
              <a:custGeom>
                <a:rect b="b" l="l" r="r" t="t"/>
                <a:pathLst>
                  <a:path extrusionOk="0" h="217" w="583">
                    <a:moveTo>
                      <a:pt x="393" y="1"/>
                    </a:moveTo>
                    <a:cubicBezTo>
                      <a:pt x="370" y="1"/>
                      <a:pt x="346" y="2"/>
                      <a:pt x="321" y="3"/>
                    </a:cubicBezTo>
                    <a:cubicBezTo>
                      <a:pt x="311" y="3"/>
                      <a:pt x="301" y="3"/>
                      <a:pt x="291" y="3"/>
                    </a:cubicBezTo>
                    <a:cubicBezTo>
                      <a:pt x="204" y="3"/>
                      <a:pt x="117" y="24"/>
                      <a:pt x="39" y="58"/>
                    </a:cubicBezTo>
                    <a:cubicBezTo>
                      <a:pt x="1" y="80"/>
                      <a:pt x="1" y="134"/>
                      <a:pt x="39" y="161"/>
                    </a:cubicBezTo>
                    <a:cubicBezTo>
                      <a:pt x="117" y="195"/>
                      <a:pt x="204" y="216"/>
                      <a:pt x="291" y="216"/>
                    </a:cubicBezTo>
                    <a:cubicBezTo>
                      <a:pt x="301" y="216"/>
                      <a:pt x="311" y="216"/>
                      <a:pt x="321" y="215"/>
                    </a:cubicBezTo>
                    <a:cubicBezTo>
                      <a:pt x="342" y="215"/>
                      <a:pt x="362" y="216"/>
                      <a:pt x="382" y="216"/>
                    </a:cubicBezTo>
                    <a:cubicBezTo>
                      <a:pt x="455" y="216"/>
                      <a:pt x="519" y="209"/>
                      <a:pt x="566" y="145"/>
                    </a:cubicBezTo>
                    <a:cubicBezTo>
                      <a:pt x="582" y="123"/>
                      <a:pt x="582" y="96"/>
                      <a:pt x="566" y="74"/>
                    </a:cubicBezTo>
                    <a:cubicBezTo>
                      <a:pt x="521" y="13"/>
                      <a:pt x="461"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20"/>
              <p:cNvSpPr/>
              <p:nvPr/>
            </p:nvSpPr>
            <p:spPr>
              <a:xfrm>
                <a:off x="3756975" y="2914050"/>
                <a:ext cx="22025" cy="20850"/>
              </a:xfrm>
              <a:custGeom>
                <a:rect b="b" l="l" r="r" t="t"/>
                <a:pathLst>
                  <a:path extrusionOk="0" h="834" w="881">
                    <a:moveTo>
                      <a:pt x="595" y="0"/>
                    </a:moveTo>
                    <a:cubicBezTo>
                      <a:pt x="528" y="0"/>
                      <a:pt x="457" y="22"/>
                      <a:pt x="403" y="57"/>
                    </a:cubicBezTo>
                    <a:cubicBezTo>
                      <a:pt x="310" y="117"/>
                      <a:pt x="185" y="209"/>
                      <a:pt x="229" y="329"/>
                    </a:cubicBezTo>
                    <a:cubicBezTo>
                      <a:pt x="283" y="459"/>
                      <a:pt x="457" y="459"/>
                      <a:pt x="560" y="508"/>
                    </a:cubicBezTo>
                    <a:cubicBezTo>
                      <a:pt x="598" y="530"/>
                      <a:pt x="631" y="552"/>
                      <a:pt x="664" y="584"/>
                    </a:cubicBezTo>
                    <a:cubicBezTo>
                      <a:pt x="620" y="606"/>
                      <a:pt x="571" y="628"/>
                      <a:pt x="517" y="633"/>
                    </a:cubicBezTo>
                    <a:cubicBezTo>
                      <a:pt x="480" y="640"/>
                      <a:pt x="441" y="645"/>
                      <a:pt x="402" y="645"/>
                    </a:cubicBezTo>
                    <a:cubicBezTo>
                      <a:pt x="378" y="645"/>
                      <a:pt x="355" y="643"/>
                      <a:pt x="332" y="639"/>
                    </a:cubicBezTo>
                    <a:cubicBezTo>
                      <a:pt x="310" y="639"/>
                      <a:pt x="288" y="633"/>
                      <a:pt x="272" y="623"/>
                    </a:cubicBezTo>
                    <a:cubicBezTo>
                      <a:pt x="272" y="623"/>
                      <a:pt x="262" y="616"/>
                      <a:pt x="260" y="616"/>
                    </a:cubicBezTo>
                    <a:lnTo>
                      <a:pt x="260" y="616"/>
                    </a:lnTo>
                    <a:cubicBezTo>
                      <a:pt x="260" y="616"/>
                      <a:pt x="260" y="616"/>
                      <a:pt x="261" y="617"/>
                    </a:cubicBezTo>
                    <a:cubicBezTo>
                      <a:pt x="256" y="612"/>
                      <a:pt x="245" y="601"/>
                      <a:pt x="240" y="595"/>
                    </a:cubicBezTo>
                    <a:lnTo>
                      <a:pt x="240" y="595"/>
                    </a:lnTo>
                    <a:cubicBezTo>
                      <a:pt x="245" y="601"/>
                      <a:pt x="245" y="606"/>
                      <a:pt x="245" y="612"/>
                    </a:cubicBezTo>
                    <a:cubicBezTo>
                      <a:pt x="238" y="584"/>
                      <a:pt x="214" y="570"/>
                      <a:pt x="189" y="570"/>
                    </a:cubicBezTo>
                    <a:cubicBezTo>
                      <a:pt x="174" y="570"/>
                      <a:pt x="159" y="574"/>
                      <a:pt x="147" y="584"/>
                    </a:cubicBezTo>
                    <a:cubicBezTo>
                      <a:pt x="0" y="720"/>
                      <a:pt x="212" y="818"/>
                      <a:pt x="332" y="829"/>
                    </a:cubicBezTo>
                    <a:cubicBezTo>
                      <a:pt x="356" y="832"/>
                      <a:pt x="380" y="833"/>
                      <a:pt x="404" y="833"/>
                    </a:cubicBezTo>
                    <a:cubicBezTo>
                      <a:pt x="523" y="833"/>
                      <a:pt x="641" y="801"/>
                      <a:pt x="745" y="742"/>
                    </a:cubicBezTo>
                    <a:cubicBezTo>
                      <a:pt x="881" y="650"/>
                      <a:pt x="848" y="508"/>
                      <a:pt x="734" y="421"/>
                    </a:cubicBezTo>
                    <a:lnTo>
                      <a:pt x="734" y="416"/>
                    </a:lnTo>
                    <a:cubicBezTo>
                      <a:pt x="691" y="383"/>
                      <a:pt x="647" y="362"/>
                      <a:pt x="604" y="340"/>
                    </a:cubicBezTo>
                    <a:cubicBezTo>
                      <a:pt x="544" y="313"/>
                      <a:pt x="462" y="313"/>
                      <a:pt x="408" y="275"/>
                    </a:cubicBezTo>
                    <a:lnTo>
                      <a:pt x="403" y="275"/>
                    </a:lnTo>
                    <a:cubicBezTo>
                      <a:pt x="413" y="258"/>
                      <a:pt x="424" y="247"/>
                      <a:pt x="441" y="237"/>
                    </a:cubicBezTo>
                    <a:cubicBezTo>
                      <a:pt x="468" y="215"/>
                      <a:pt x="495" y="199"/>
                      <a:pt x="522" y="182"/>
                    </a:cubicBezTo>
                    <a:cubicBezTo>
                      <a:pt x="536" y="175"/>
                      <a:pt x="619" y="161"/>
                      <a:pt x="665" y="161"/>
                    </a:cubicBezTo>
                    <a:cubicBezTo>
                      <a:pt x="690" y="161"/>
                      <a:pt x="704" y="165"/>
                      <a:pt x="691" y="177"/>
                    </a:cubicBezTo>
                    <a:cubicBezTo>
                      <a:pt x="681" y="186"/>
                      <a:pt x="693" y="205"/>
                      <a:pt x="707" y="205"/>
                    </a:cubicBezTo>
                    <a:cubicBezTo>
                      <a:pt x="709" y="205"/>
                      <a:pt x="711" y="205"/>
                      <a:pt x="712" y="204"/>
                    </a:cubicBezTo>
                    <a:cubicBezTo>
                      <a:pt x="789" y="155"/>
                      <a:pt x="810" y="95"/>
                      <a:pt x="723" y="35"/>
                    </a:cubicBezTo>
                    <a:cubicBezTo>
                      <a:pt x="687" y="11"/>
                      <a:pt x="642"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20"/>
              <p:cNvSpPr/>
              <p:nvPr/>
            </p:nvSpPr>
            <p:spPr>
              <a:xfrm>
                <a:off x="3762875" y="2928675"/>
                <a:ext cx="100" cy="125"/>
              </a:xfrm>
              <a:custGeom>
                <a:rect b="b" l="l" r="r" t="t"/>
                <a:pathLst>
                  <a:path extrusionOk="0" h="5" w="4">
                    <a:moveTo>
                      <a:pt x="1" y="1"/>
                    </a:moveTo>
                    <a:cubicBezTo>
                      <a:pt x="1" y="1"/>
                      <a:pt x="1" y="2"/>
                      <a:pt x="4" y="5"/>
                    </a:cubicBezTo>
                    <a:cubicBezTo>
                      <a:pt x="4" y="2"/>
                      <a:pt x="2"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20"/>
              <p:cNvSpPr/>
              <p:nvPr/>
            </p:nvSpPr>
            <p:spPr>
              <a:xfrm>
                <a:off x="3778300" y="2917475"/>
                <a:ext cx="18925" cy="17825"/>
              </a:xfrm>
              <a:custGeom>
                <a:rect b="b" l="l" r="r" t="t"/>
                <a:pathLst>
                  <a:path extrusionOk="0" h="713" w="757">
                    <a:moveTo>
                      <a:pt x="450" y="1"/>
                    </a:moveTo>
                    <a:cubicBezTo>
                      <a:pt x="279" y="1"/>
                      <a:pt x="119" y="128"/>
                      <a:pt x="44" y="290"/>
                    </a:cubicBezTo>
                    <a:cubicBezTo>
                      <a:pt x="1" y="377"/>
                      <a:pt x="6" y="480"/>
                      <a:pt x="66" y="562"/>
                    </a:cubicBezTo>
                    <a:cubicBezTo>
                      <a:pt x="137" y="649"/>
                      <a:pt x="245" y="654"/>
                      <a:pt x="349" y="670"/>
                    </a:cubicBezTo>
                    <a:cubicBezTo>
                      <a:pt x="391" y="700"/>
                      <a:pt x="445" y="712"/>
                      <a:pt x="501" y="712"/>
                    </a:cubicBezTo>
                    <a:cubicBezTo>
                      <a:pt x="580" y="712"/>
                      <a:pt x="663" y="687"/>
                      <a:pt x="724" y="649"/>
                    </a:cubicBezTo>
                    <a:cubicBezTo>
                      <a:pt x="756" y="627"/>
                      <a:pt x="756" y="578"/>
                      <a:pt x="724" y="556"/>
                    </a:cubicBezTo>
                    <a:lnTo>
                      <a:pt x="724" y="551"/>
                    </a:lnTo>
                    <a:cubicBezTo>
                      <a:pt x="686" y="524"/>
                      <a:pt x="648" y="507"/>
                      <a:pt x="604" y="496"/>
                    </a:cubicBezTo>
                    <a:cubicBezTo>
                      <a:pt x="595" y="495"/>
                      <a:pt x="586" y="495"/>
                      <a:pt x="576" y="495"/>
                    </a:cubicBezTo>
                    <a:cubicBezTo>
                      <a:pt x="550" y="495"/>
                      <a:pt x="523" y="498"/>
                      <a:pt x="496" y="498"/>
                    </a:cubicBezTo>
                    <a:cubicBezTo>
                      <a:pt x="487" y="498"/>
                      <a:pt x="477" y="498"/>
                      <a:pt x="468" y="496"/>
                    </a:cubicBezTo>
                    <a:cubicBezTo>
                      <a:pt x="447" y="496"/>
                      <a:pt x="419" y="475"/>
                      <a:pt x="392" y="469"/>
                    </a:cubicBezTo>
                    <a:cubicBezTo>
                      <a:pt x="383" y="468"/>
                      <a:pt x="374" y="468"/>
                      <a:pt x="365" y="468"/>
                    </a:cubicBezTo>
                    <a:cubicBezTo>
                      <a:pt x="339" y="468"/>
                      <a:pt x="314" y="471"/>
                      <a:pt x="287" y="471"/>
                    </a:cubicBezTo>
                    <a:cubicBezTo>
                      <a:pt x="277" y="471"/>
                      <a:pt x="267" y="470"/>
                      <a:pt x="256" y="469"/>
                    </a:cubicBezTo>
                    <a:cubicBezTo>
                      <a:pt x="137" y="447"/>
                      <a:pt x="229" y="317"/>
                      <a:pt x="278" y="263"/>
                    </a:cubicBezTo>
                    <a:cubicBezTo>
                      <a:pt x="343" y="197"/>
                      <a:pt x="430" y="159"/>
                      <a:pt x="523" y="154"/>
                    </a:cubicBezTo>
                    <a:cubicBezTo>
                      <a:pt x="523" y="170"/>
                      <a:pt x="533" y="181"/>
                      <a:pt x="544" y="181"/>
                    </a:cubicBezTo>
                    <a:cubicBezTo>
                      <a:pt x="582" y="181"/>
                      <a:pt x="620" y="159"/>
                      <a:pt x="631" y="121"/>
                    </a:cubicBezTo>
                    <a:cubicBezTo>
                      <a:pt x="648" y="94"/>
                      <a:pt x="637" y="56"/>
                      <a:pt x="610" y="40"/>
                    </a:cubicBezTo>
                    <a:cubicBezTo>
                      <a:pt x="557" y="13"/>
                      <a:pt x="503" y="1"/>
                      <a:pt x="4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20"/>
              <p:cNvSpPr/>
              <p:nvPr/>
            </p:nvSpPr>
            <p:spPr>
              <a:xfrm>
                <a:off x="3797600" y="2905275"/>
                <a:ext cx="22450" cy="32925"/>
              </a:xfrm>
              <a:custGeom>
                <a:rect b="b" l="l" r="r" t="t"/>
                <a:pathLst>
                  <a:path extrusionOk="0" h="1317" w="898">
                    <a:moveTo>
                      <a:pt x="34" y="0"/>
                    </a:moveTo>
                    <a:cubicBezTo>
                      <a:pt x="28" y="0"/>
                      <a:pt x="20" y="5"/>
                      <a:pt x="17" y="11"/>
                    </a:cubicBezTo>
                    <a:cubicBezTo>
                      <a:pt x="1" y="82"/>
                      <a:pt x="28" y="142"/>
                      <a:pt x="44" y="212"/>
                    </a:cubicBezTo>
                    <a:cubicBezTo>
                      <a:pt x="55" y="305"/>
                      <a:pt x="55" y="392"/>
                      <a:pt x="39" y="479"/>
                    </a:cubicBezTo>
                    <a:cubicBezTo>
                      <a:pt x="22" y="669"/>
                      <a:pt x="93" y="848"/>
                      <a:pt x="82" y="1039"/>
                    </a:cubicBezTo>
                    <a:cubicBezTo>
                      <a:pt x="82" y="1098"/>
                      <a:pt x="131" y="1134"/>
                      <a:pt x="181" y="1134"/>
                    </a:cubicBezTo>
                    <a:cubicBezTo>
                      <a:pt x="213" y="1134"/>
                      <a:pt x="246" y="1119"/>
                      <a:pt x="267" y="1088"/>
                    </a:cubicBezTo>
                    <a:cubicBezTo>
                      <a:pt x="305" y="1017"/>
                      <a:pt x="316" y="935"/>
                      <a:pt x="311" y="859"/>
                    </a:cubicBezTo>
                    <a:cubicBezTo>
                      <a:pt x="300" y="789"/>
                      <a:pt x="245" y="669"/>
                      <a:pt x="316" y="636"/>
                    </a:cubicBezTo>
                    <a:cubicBezTo>
                      <a:pt x="351" y="628"/>
                      <a:pt x="388" y="624"/>
                      <a:pt x="425" y="624"/>
                    </a:cubicBezTo>
                    <a:cubicBezTo>
                      <a:pt x="461" y="624"/>
                      <a:pt x="498" y="628"/>
                      <a:pt x="533" y="636"/>
                    </a:cubicBezTo>
                    <a:cubicBezTo>
                      <a:pt x="561" y="642"/>
                      <a:pt x="588" y="647"/>
                      <a:pt x="615" y="653"/>
                    </a:cubicBezTo>
                    <a:cubicBezTo>
                      <a:pt x="696" y="680"/>
                      <a:pt x="696" y="734"/>
                      <a:pt x="686" y="805"/>
                    </a:cubicBezTo>
                    <a:cubicBezTo>
                      <a:pt x="669" y="925"/>
                      <a:pt x="626" y="1066"/>
                      <a:pt x="653" y="1186"/>
                    </a:cubicBezTo>
                    <a:cubicBezTo>
                      <a:pt x="667" y="1247"/>
                      <a:pt x="743" y="1316"/>
                      <a:pt x="807" y="1316"/>
                    </a:cubicBezTo>
                    <a:cubicBezTo>
                      <a:pt x="839" y="1316"/>
                      <a:pt x="869" y="1299"/>
                      <a:pt x="887" y="1256"/>
                    </a:cubicBezTo>
                    <a:cubicBezTo>
                      <a:pt x="898" y="1240"/>
                      <a:pt x="898" y="1218"/>
                      <a:pt x="887" y="1202"/>
                    </a:cubicBezTo>
                    <a:cubicBezTo>
                      <a:pt x="887" y="1194"/>
                      <a:pt x="887" y="1190"/>
                      <a:pt x="887" y="1186"/>
                    </a:cubicBezTo>
                    <a:cubicBezTo>
                      <a:pt x="887" y="1153"/>
                      <a:pt x="876" y="1115"/>
                      <a:pt x="876" y="1088"/>
                    </a:cubicBezTo>
                    <a:cubicBezTo>
                      <a:pt x="865" y="1017"/>
                      <a:pt x="870" y="952"/>
                      <a:pt x="870" y="881"/>
                    </a:cubicBezTo>
                    <a:cubicBezTo>
                      <a:pt x="870" y="794"/>
                      <a:pt x="876" y="691"/>
                      <a:pt x="821" y="615"/>
                    </a:cubicBezTo>
                    <a:cubicBezTo>
                      <a:pt x="773" y="555"/>
                      <a:pt x="707" y="517"/>
                      <a:pt x="631" y="506"/>
                    </a:cubicBezTo>
                    <a:cubicBezTo>
                      <a:pt x="567" y="488"/>
                      <a:pt x="482" y="472"/>
                      <a:pt x="400" y="472"/>
                    </a:cubicBezTo>
                    <a:cubicBezTo>
                      <a:pt x="330" y="472"/>
                      <a:pt x="263" y="484"/>
                      <a:pt x="213" y="517"/>
                    </a:cubicBezTo>
                    <a:cubicBezTo>
                      <a:pt x="202" y="522"/>
                      <a:pt x="196" y="528"/>
                      <a:pt x="185" y="533"/>
                    </a:cubicBezTo>
                    <a:cubicBezTo>
                      <a:pt x="185" y="501"/>
                      <a:pt x="180" y="473"/>
                      <a:pt x="180" y="441"/>
                    </a:cubicBezTo>
                    <a:cubicBezTo>
                      <a:pt x="196" y="283"/>
                      <a:pt x="147" y="126"/>
                      <a:pt x="44" y="6"/>
                    </a:cubicBezTo>
                    <a:cubicBezTo>
                      <a:pt x="42" y="2"/>
                      <a:pt x="38" y="0"/>
                      <a:pt x="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20"/>
              <p:cNvSpPr/>
              <p:nvPr/>
            </p:nvSpPr>
            <p:spPr>
              <a:xfrm>
                <a:off x="3820975" y="2917275"/>
                <a:ext cx="22450" cy="17975"/>
              </a:xfrm>
              <a:custGeom>
                <a:rect b="b" l="l" r="r" t="t"/>
                <a:pathLst>
                  <a:path extrusionOk="0" h="719" w="898">
                    <a:moveTo>
                      <a:pt x="640" y="170"/>
                    </a:moveTo>
                    <a:cubicBezTo>
                      <a:pt x="677" y="170"/>
                      <a:pt x="698" y="187"/>
                      <a:pt x="713" y="243"/>
                    </a:cubicBezTo>
                    <a:cubicBezTo>
                      <a:pt x="745" y="347"/>
                      <a:pt x="691" y="461"/>
                      <a:pt x="593" y="499"/>
                    </a:cubicBezTo>
                    <a:cubicBezTo>
                      <a:pt x="545" y="526"/>
                      <a:pt x="492" y="541"/>
                      <a:pt x="440" y="541"/>
                    </a:cubicBezTo>
                    <a:cubicBezTo>
                      <a:pt x="409" y="541"/>
                      <a:pt x="378" y="536"/>
                      <a:pt x="349" y="526"/>
                    </a:cubicBezTo>
                    <a:cubicBezTo>
                      <a:pt x="300" y="515"/>
                      <a:pt x="196" y="483"/>
                      <a:pt x="175" y="428"/>
                    </a:cubicBezTo>
                    <a:cubicBezTo>
                      <a:pt x="153" y="374"/>
                      <a:pt x="213" y="309"/>
                      <a:pt x="234" y="265"/>
                    </a:cubicBezTo>
                    <a:cubicBezTo>
                      <a:pt x="245" y="238"/>
                      <a:pt x="262" y="216"/>
                      <a:pt x="283" y="189"/>
                    </a:cubicBezTo>
                    <a:cubicBezTo>
                      <a:pt x="306" y="212"/>
                      <a:pt x="337" y="220"/>
                      <a:pt x="370" y="220"/>
                    </a:cubicBezTo>
                    <a:cubicBezTo>
                      <a:pt x="440" y="220"/>
                      <a:pt x="522" y="186"/>
                      <a:pt x="577" y="178"/>
                    </a:cubicBezTo>
                    <a:cubicBezTo>
                      <a:pt x="602" y="173"/>
                      <a:pt x="623" y="170"/>
                      <a:pt x="640" y="170"/>
                    </a:cubicBezTo>
                    <a:close/>
                    <a:moveTo>
                      <a:pt x="619" y="0"/>
                    </a:moveTo>
                    <a:cubicBezTo>
                      <a:pt x="589" y="0"/>
                      <a:pt x="558" y="5"/>
                      <a:pt x="528" y="15"/>
                    </a:cubicBezTo>
                    <a:cubicBezTo>
                      <a:pt x="490" y="26"/>
                      <a:pt x="446" y="37"/>
                      <a:pt x="408" y="48"/>
                    </a:cubicBezTo>
                    <a:cubicBezTo>
                      <a:pt x="403" y="42"/>
                      <a:pt x="392" y="42"/>
                      <a:pt x="387" y="42"/>
                    </a:cubicBezTo>
                    <a:cubicBezTo>
                      <a:pt x="370" y="39"/>
                      <a:pt x="354" y="37"/>
                      <a:pt x="338" y="37"/>
                    </a:cubicBezTo>
                    <a:cubicBezTo>
                      <a:pt x="252" y="37"/>
                      <a:pt x="172" y="84"/>
                      <a:pt x="131" y="162"/>
                    </a:cubicBezTo>
                    <a:cubicBezTo>
                      <a:pt x="82" y="238"/>
                      <a:pt x="1" y="352"/>
                      <a:pt x="11" y="445"/>
                    </a:cubicBezTo>
                    <a:cubicBezTo>
                      <a:pt x="37" y="626"/>
                      <a:pt x="277" y="718"/>
                      <a:pt x="464" y="718"/>
                    </a:cubicBezTo>
                    <a:cubicBezTo>
                      <a:pt x="512" y="718"/>
                      <a:pt x="556" y="712"/>
                      <a:pt x="593" y="700"/>
                    </a:cubicBezTo>
                    <a:cubicBezTo>
                      <a:pt x="724" y="657"/>
                      <a:pt x="827" y="559"/>
                      <a:pt x="865" y="428"/>
                    </a:cubicBezTo>
                    <a:cubicBezTo>
                      <a:pt x="898" y="314"/>
                      <a:pt x="887" y="156"/>
                      <a:pt x="805" y="70"/>
                    </a:cubicBezTo>
                    <a:lnTo>
                      <a:pt x="800" y="70"/>
                    </a:lnTo>
                    <a:cubicBezTo>
                      <a:pt x="751" y="24"/>
                      <a:pt x="687" y="0"/>
                      <a:pt x="6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20"/>
              <p:cNvSpPr/>
              <p:nvPr/>
            </p:nvSpPr>
            <p:spPr>
              <a:xfrm>
                <a:off x="3843125" y="2916825"/>
                <a:ext cx="18100" cy="15625"/>
              </a:xfrm>
              <a:custGeom>
                <a:rect b="b" l="l" r="r" t="t"/>
                <a:pathLst>
                  <a:path extrusionOk="0" h="625" w="724">
                    <a:moveTo>
                      <a:pt x="419" y="210"/>
                    </a:moveTo>
                    <a:cubicBezTo>
                      <a:pt x="424" y="210"/>
                      <a:pt x="430" y="210"/>
                      <a:pt x="436" y="213"/>
                    </a:cubicBezTo>
                    <a:lnTo>
                      <a:pt x="441" y="213"/>
                    </a:lnTo>
                    <a:cubicBezTo>
                      <a:pt x="441" y="213"/>
                      <a:pt x="441" y="223"/>
                      <a:pt x="452" y="240"/>
                    </a:cubicBezTo>
                    <a:cubicBezTo>
                      <a:pt x="479" y="278"/>
                      <a:pt x="501" y="316"/>
                      <a:pt x="522" y="365"/>
                    </a:cubicBezTo>
                    <a:cubicBezTo>
                      <a:pt x="536" y="436"/>
                      <a:pt x="494" y="459"/>
                      <a:pt x="442" y="459"/>
                    </a:cubicBezTo>
                    <a:cubicBezTo>
                      <a:pt x="392" y="459"/>
                      <a:pt x="332" y="438"/>
                      <a:pt x="305" y="419"/>
                    </a:cubicBezTo>
                    <a:lnTo>
                      <a:pt x="300" y="419"/>
                    </a:lnTo>
                    <a:cubicBezTo>
                      <a:pt x="245" y="392"/>
                      <a:pt x="185" y="354"/>
                      <a:pt x="185" y="283"/>
                    </a:cubicBezTo>
                    <a:cubicBezTo>
                      <a:pt x="240" y="267"/>
                      <a:pt x="294" y="245"/>
                      <a:pt x="349" y="229"/>
                    </a:cubicBezTo>
                    <a:cubicBezTo>
                      <a:pt x="366" y="224"/>
                      <a:pt x="394" y="210"/>
                      <a:pt x="419" y="210"/>
                    </a:cubicBezTo>
                    <a:close/>
                    <a:moveTo>
                      <a:pt x="425" y="1"/>
                    </a:moveTo>
                    <a:cubicBezTo>
                      <a:pt x="273" y="1"/>
                      <a:pt x="106" y="124"/>
                      <a:pt x="22" y="229"/>
                    </a:cubicBezTo>
                    <a:cubicBezTo>
                      <a:pt x="1" y="256"/>
                      <a:pt x="17" y="294"/>
                      <a:pt x="55" y="294"/>
                    </a:cubicBezTo>
                    <a:lnTo>
                      <a:pt x="66" y="294"/>
                    </a:lnTo>
                    <a:cubicBezTo>
                      <a:pt x="66" y="310"/>
                      <a:pt x="71" y="321"/>
                      <a:pt x="71" y="332"/>
                    </a:cubicBezTo>
                    <a:cubicBezTo>
                      <a:pt x="98" y="419"/>
                      <a:pt x="147" y="490"/>
                      <a:pt x="218" y="544"/>
                    </a:cubicBezTo>
                    <a:cubicBezTo>
                      <a:pt x="283" y="595"/>
                      <a:pt x="364" y="625"/>
                      <a:pt x="443" y="625"/>
                    </a:cubicBezTo>
                    <a:cubicBezTo>
                      <a:pt x="524" y="625"/>
                      <a:pt x="601" y="594"/>
                      <a:pt x="653" y="522"/>
                    </a:cubicBezTo>
                    <a:cubicBezTo>
                      <a:pt x="724" y="425"/>
                      <a:pt x="696" y="348"/>
                      <a:pt x="669" y="251"/>
                    </a:cubicBezTo>
                    <a:cubicBezTo>
                      <a:pt x="642" y="174"/>
                      <a:pt x="626" y="88"/>
                      <a:pt x="555" y="39"/>
                    </a:cubicBezTo>
                    <a:cubicBezTo>
                      <a:pt x="515" y="12"/>
                      <a:pt x="470" y="1"/>
                      <a:pt x="4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20"/>
              <p:cNvSpPr/>
              <p:nvPr/>
            </p:nvSpPr>
            <p:spPr>
              <a:xfrm>
                <a:off x="3778725" y="3000125"/>
                <a:ext cx="21750" cy="22450"/>
              </a:xfrm>
              <a:custGeom>
                <a:rect b="b" l="l" r="r" t="t"/>
                <a:pathLst>
                  <a:path extrusionOk="0" h="898" w="870">
                    <a:moveTo>
                      <a:pt x="411" y="161"/>
                    </a:moveTo>
                    <a:cubicBezTo>
                      <a:pt x="482" y="161"/>
                      <a:pt x="572" y="183"/>
                      <a:pt x="614" y="202"/>
                    </a:cubicBezTo>
                    <a:cubicBezTo>
                      <a:pt x="652" y="224"/>
                      <a:pt x="685" y="251"/>
                      <a:pt x="712" y="278"/>
                    </a:cubicBezTo>
                    <a:cubicBezTo>
                      <a:pt x="761" y="321"/>
                      <a:pt x="756" y="332"/>
                      <a:pt x="745" y="387"/>
                    </a:cubicBezTo>
                    <a:lnTo>
                      <a:pt x="745" y="392"/>
                    </a:lnTo>
                    <a:cubicBezTo>
                      <a:pt x="750" y="441"/>
                      <a:pt x="745" y="484"/>
                      <a:pt x="739" y="533"/>
                    </a:cubicBezTo>
                    <a:cubicBezTo>
                      <a:pt x="712" y="593"/>
                      <a:pt x="658" y="637"/>
                      <a:pt x="598" y="653"/>
                    </a:cubicBezTo>
                    <a:cubicBezTo>
                      <a:pt x="544" y="669"/>
                      <a:pt x="489" y="691"/>
                      <a:pt x="440" y="724"/>
                    </a:cubicBezTo>
                    <a:cubicBezTo>
                      <a:pt x="381" y="686"/>
                      <a:pt x="321" y="658"/>
                      <a:pt x="256" y="642"/>
                    </a:cubicBezTo>
                    <a:cubicBezTo>
                      <a:pt x="234" y="631"/>
                      <a:pt x="190" y="631"/>
                      <a:pt x="174" y="604"/>
                    </a:cubicBezTo>
                    <a:cubicBezTo>
                      <a:pt x="158" y="582"/>
                      <a:pt x="169" y="501"/>
                      <a:pt x="169" y="468"/>
                    </a:cubicBezTo>
                    <a:cubicBezTo>
                      <a:pt x="163" y="414"/>
                      <a:pt x="174" y="359"/>
                      <a:pt x="185" y="311"/>
                    </a:cubicBezTo>
                    <a:cubicBezTo>
                      <a:pt x="207" y="245"/>
                      <a:pt x="228" y="240"/>
                      <a:pt x="277" y="213"/>
                    </a:cubicBezTo>
                    <a:cubicBezTo>
                      <a:pt x="294" y="207"/>
                      <a:pt x="310" y="196"/>
                      <a:pt x="326" y="180"/>
                    </a:cubicBezTo>
                    <a:cubicBezTo>
                      <a:pt x="332" y="180"/>
                      <a:pt x="337" y="180"/>
                      <a:pt x="337" y="175"/>
                    </a:cubicBezTo>
                    <a:cubicBezTo>
                      <a:pt x="355" y="165"/>
                      <a:pt x="381" y="161"/>
                      <a:pt x="411" y="161"/>
                    </a:cubicBezTo>
                    <a:close/>
                    <a:moveTo>
                      <a:pt x="437" y="0"/>
                    </a:moveTo>
                    <a:cubicBezTo>
                      <a:pt x="365" y="0"/>
                      <a:pt x="300" y="28"/>
                      <a:pt x="261" y="99"/>
                    </a:cubicBezTo>
                    <a:lnTo>
                      <a:pt x="261" y="104"/>
                    </a:lnTo>
                    <a:cubicBezTo>
                      <a:pt x="247" y="100"/>
                      <a:pt x="231" y="99"/>
                      <a:pt x="216" y="99"/>
                    </a:cubicBezTo>
                    <a:cubicBezTo>
                      <a:pt x="186" y="99"/>
                      <a:pt x="156" y="106"/>
                      <a:pt x="131" y="120"/>
                    </a:cubicBezTo>
                    <a:cubicBezTo>
                      <a:pt x="27" y="191"/>
                      <a:pt x="16" y="365"/>
                      <a:pt x="16" y="474"/>
                    </a:cubicBezTo>
                    <a:cubicBezTo>
                      <a:pt x="16" y="566"/>
                      <a:pt x="0" y="675"/>
                      <a:pt x="82" y="740"/>
                    </a:cubicBezTo>
                    <a:cubicBezTo>
                      <a:pt x="120" y="762"/>
                      <a:pt x="158" y="783"/>
                      <a:pt x="201" y="794"/>
                    </a:cubicBezTo>
                    <a:cubicBezTo>
                      <a:pt x="272" y="821"/>
                      <a:pt x="343" y="854"/>
                      <a:pt x="413" y="887"/>
                    </a:cubicBezTo>
                    <a:cubicBezTo>
                      <a:pt x="424" y="894"/>
                      <a:pt x="438" y="898"/>
                      <a:pt x="451" y="898"/>
                    </a:cubicBezTo>
                    <a:cubicBezTo>
                      <a:pt x="476" y="898"/>
                      <a:pt x="502" y="885"/>
                      <a:pt x="516" y="860"/>
                    </a:cubicBezTo>
                    <a:cubicBezTo>
                      <a:pt x="565" y="800"/>
                      <a:pt x="658" y="800"/>
                      <a:pt x="718" y="751"/>
                    </a:cubicBezTo>
                    <a:cubicBezTo>
                      <a:pt x="756" y="713"/>
                      <a:pt x="788" y="664"/>
                      <a:pt x="805" y="604"/>
                    </a:cubicBezTo>
                    <a:cubicBezTo>
                      <a:pt x="832" y="528"/>
                      <a:pt x="854" y="452"/>
                      <a:pt x="864" y="370"/>
                    </a:cubicBezTo>
                    <a:cubicBezTo>
                      <a:pt x="870" y="332"/>
                      <a:pt x="864" y="289"/>
                      <a:pt x="848" y="256"/>
                    </a:cubicBezTo>
                    <a:lnTo>
                      <a:pt x="843" y="256"/>
                    </a:lnTo>
                    <a:cubicBezTo>
                      <a:pt x="787" y="133"/>
                      <a:pt x="593"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20"/>
              <p:cNvSpPr/>
              <p:nvPr/>
            </p:nvSpPr>
            <p:spPr>
              <a:xfrm>
                <a:off x="3692425" y="3007400"/>
                <a:ext cx="4500" cy="10325"/>
              </a:xfrm>
              <a:custGeom>
                <a:rect b="b" l="l" r="r" t="t"/>
                <a:pathLst>
                  <a:path extrusionOk="0" h="413" w="180">
                    <a:moveTo>
                      <a:pt x="109" y="1"/>
                    </a:moveTo>
                    <a:cubicBezTo>
                      <a:pt x="82" y="1"/>
                      <a:pt x="55" y="20"/>
                      <a:pt x="55" y="58"/>
                    </a:cubicBezTo>
                    <a:cubicBezTo>
                      <a:pt x="55" y="101"/>
                      <a:pt x="49" y="150"/>
                      <a:pt x="44" y="199"/>
                    </a:cubicBezTo>
                    <a:cubicBezTo>
                      <a:pt x="38" y="221"/>
                      <a:pt x="22" y="237"/>
                      <a:pt x="17" y="264"/>
                    </a:cubicBezTo>
                    <a:cubicBezTo>
                      <a:pt x="0" y="318"/>
                      <a:pt x="11" y="400"/>
                      <a:pt x="82" y="411"/>
                    </a:cubicBezTo>
                    <a:cubicBezTo>
                      <a:pt x="86" y="412"/>
                      <a:pt x="90" y="412"/>
                      <a:pt x="94" y="412"/>
                    </a:cubicBezTo>
                    <a:cubicBezTo>
                      <a:pt x="137" y="412"/>
                      <a:pt x="173" y="358"/>
                      <a:pt x="153" y="313"/>
                    </a:cubicBezTo>
                    <a:cubicBezTo>
                      <a:pt x="153" y="308"/>
                      <a:pt x="158" y="297"/>
                      <a:pt x="158" y="291"/>
                    </a:cubicBezTo>
                    <a:lnTo>
                      <a:pt x="158" y="286"/>
                    </a:lnTo>
                    <a:cubicBezTo>
                      <a:pt x="163" y="270"/>
                      <a:pt x="169" y="253"/>
                      <a:pt x="174" y="237"/>
                    </a:cubicBezTo>
                    <a:cubicBezTo>
                      <a:pt x="180" y="177"/>
                      <a:pt x="174" y="117"/>
                      <a:pt x="163" y="58"/>
                    </a:cubicBezTo>
                    <a:cubicBezTo>
                      <a:pt x="163" y="20"/>
                      <a:pt x="136"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20"/>
              <p:cNvSpPr/>
              <p:nvPr/>
            </p:nvSpPr>
            <p:spPr>
              <a:xfrm>
                <a:off x="3703025" y="3015475"/>
                <a:ext cx="1250" cy="300"/>
              </a:xfrm>
              <a:custGeom>
                <a:rect b="b" l="l" r="r" t="t"/>
                <a:pathLst>
                  <a:path extrusionOk="0" h="12" w="50">
                    <a:moveTo>
                      <a:pt x="0" y="1"/>
                    </a:moveTo>
                    <a:lnTo>
                      <a:pt x="0" y="6"/>
                    </a:lnTo>
                    <a:cubicBezTo>
                      <a:pt x="6" y="6"/>
                      <a:pt x="17" y="6"/>
                      <a:pt x="28" y="12"/>
                    </a:cubicBezTo>
                    <a:lnTo>
                      <a:pt x="33" y="12"/>
                    </a:lnTo>
                    <a:cubicBezTo>
                      <a:pt x="49" y="6"/>
                      <a:pt x="2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20"/>
              <p:cNvSpPr/>
              <p:nvPr/>
            </p:nvSpPr>
            <p:spPr>
              <a:xfrm>
                <a:off x="3699625" y="3008675"/>
                <a:ext cx="5325" cy="10075"/>
              </a:xfrm>
              <a:custGeom>
                <a:rect b="b" l="l" r="r" t="t"/>
                <a:pathLst>
                  <a:path extrusionOk="0" h="403" w="213">
                    <a:moveTo>
                      <a:pt x="90" y="0"/>
                    </a:moveTo>
                    <a:cubicBezTo>
                      <a:pt x="62" y="0"/>
                      <a:pt x="36" y="18"/>
                      <a:pt x="39" y="55"/>
                    </a:cubicBezTo>
                    <a:cubicBezTo>
                      <a:pt x="39" y="83"/>
                      <a:pt x="22" y="99"/>
                      <a:pt x="17" y="126"/>
                    </a:cubicBezTo>
                    <a:cubicBezTo>
                      <a:pt x="6" y="148"/>
                      <a:pt x="6" y="170"/>
                      <a:pt x="6" y="191"/>
                    </a:cubicBezTo>
                    <a:cubicBezTo>
                      <a:pt x="0" y="235"/>
                      <a:pt x="0" y="284"/>
                      <a:pt x="6" y="327"/>
                    </a:cubicBezTo>
                    <a:cubicBezTo>
                      <a:pt x="22" y="375"/>
                      <a:pt x="66" y="402"/>
                      <a:pt x="110" y="402"/>
                    </a:cubicBezTo>
                    <a:cubicBezTo>
                      <a:pt x="140" y="402"/>
                      <a:pt x="171" y="389"/>
                      <a:pt x="191" y="360"/>
                    </a:cubicBezTo>
                    <a:cubicBezTo>
                      <a:pt x="212" y="338"/>
                      <a:pt x="207" y="295"/>
                      <a:pt x="174" y="284"/>
                    </a:cubicBezTo>
                    <a:lnTo>
                      <a:pt x="169" y="284"/>
                    </a:lnTo>
                    <a:cubicBezTo>
                      <a:pt x="158" y="289"/>
                      <a:pt x="147" y="289"/>
                      <a:pt x="136" y="289"/>
                    </a:cubicBezTo>
                    <a:lnTo>
                      <a:pt x="136" y="278"/>
                    </a:lnTo>
                    <a:lnTo>
                      <a:pt x="136" y="235"/>
                    </a:lnTo>
                    <a:cubicBezTo>
                      <a:pt x="131" y="208"/>
                      <a:pt x="131" y="175"/>
                      <a:pt x="136" y="142"/>
                    </a:cubicBezTo>
                    <a:cubicBezTo>
                      <a:pt x="153" y="115"/>
                      <a:pt x="153" y="88"/>
                      <a:pt x="153" y="55"/>
                    </a:cubicBezTo>
                    <a:cubicBezTo>
                      <a:pt x="150" y="20"/>
                      <a:pt x="119"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20"/>
              <p:cNvSpPr/>
              <p:nvPr/>
            </p:nvSpPr>
            <p:spPr>
              <a:xfrm>
                <a:off x="3704650" y="3010500"/>
                <a:ext cx="4375" cy="7825"/>
              </a:xfrm>
              <a:custGeom>
                <a:rect b="b" l="l" r="r" t="t"/>
                <a:pathLst>
                  <a:path extrusionOk="0" h="313" w="175">
                    <a:moveTo>
                      <a:pt x="114" y="0"/>
                    </a:moveTo>
                    <a:cubicBezTo>
                      <a:pt x="85" y="0"/>
                      <a:pt x="55" y="20"/>
                      <a:pt x="55" y="53"/>
                    </a:cubicBezTo>
                    <a:cubicBezTo>
                      <a:pt x="55" y="86"/>
                      <a:pt x="17" y="124"/>
                      <a:pt x="11" y="156"/>
                    </a:cubicBezTo>
                    <a:cubicBezTo>
                      <a:pt x="1" y="194"/>
                      <a:pt x="1" y="238"/>
                      <a:pt x="11" y="276"/>
                    </a:cubicBezTo>
                    <a:cubicBezTo>
                      <a:pt x="20" y="300"/>
                      <a:pt x="41" y="313"/>
                      <a:pt x="63" y="313"/>
                    </a:cubicBezTo>
                    <a:cubicBezTo>
                      <a:pt x="85" y="313"/>
                      <a:pt x="107" y="300"/>
                      <a:pt x="115" y="276"/>
                    </a:cubicBezTo>
                    <a:cubicBezTo>
                      <a:pt x="120" y="238"/>
                      <a:pt x="131" y="194"/>
                      <a:pt x="147" y="162"/>
                    </a:cubicBezTo>
                    <a:cubicBezTo>
                      <a:pt x="164" y="124"/>
                      <a:pt x="175" y="80"/>
                      <a:pt x="164" y="42"/>
                    </a:cubicBezTo>
                    <a:cubicBezTo>
                      <a:pt x="159" y="13"/>
                      <a:pt x="137" y="0"/>
                      <a:pt x="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20"/>
              <p:cNvSpPr/>
              <p:nvPr/>
            </p:nvSpPr>
            <p:spPr>
              <a:xfrm>
                <a:off x="3709350" y="3012125"/>
                <a:ext cx="5525" cy="7075"/>
              </a:xfrm>
              <a:custGeom>
                <a:rect b="b" l="l" r="r" t="t"/>
                <a:pathLst>
                  <a:path extrusionOk="0" h="283" w="221">
                    <a:moveTo>
                      <a:pt x="98" y="1"/>
                    </a:moveTo>
                    <a:cubicBezTo>
                      <a:pt x="47" y="1"/>
                      <a:pt x="1" y="72"/>
                      <a:pt x="46" y="113"/>
                    </a:cubicBezTo>
                    <a:lnTo>
                      <a:pt x="68" y="129"/>
                    </a:lnTo>
                    <a:cubicBezTo>
                      <a:pt x="68" y="135"/>
                      <a:pt x="68" y="140"/>
                      <a:pt x="68" y="140"/>
                    </a:cubicBezTo>
                    <a:cubicBezTo>
                      <a:pt x="68" y="151"/>
                      <a:pt x="73" y="162"/>
                      <a:pt x="79" y="168"/>
                    </a:cubicBezTo>
                    <a:cubicBezTo>
                      <a:pt x="95" y="206"/>
                      <a:pt x="101" y="260"/>
                      <a:pt x="139" y="276"/>
                    </a:cubicBezTo>
                    <a:cubicBezTo>
                      <a:pt x="145" y="280"/>
                      <a:pt x="152" y="282"/>
                      <a:pt x="159" y="282"/>
                    </a:cubicBezTo>
                    <a:cubicBezTo>
                      <a:pt x="171" y="282"/>
                      <a:pt x="183" y="278"/>
                      <a:pt x="193" y="271"/>
                    </a:cubicBezTo>
                    <a:cubicBezTo>
                      <a:pt x="209" y="249"/>
                      <a:pt x="220" y="222"/>
                      <a:pt x="209" y="195"/>
                    </a:cubicBezTo>
                    <a:lnTo>
                      <a:pt x="215" y="189"/>
                    </a:lnTo>
                    <a:cubicBezTo>
                      <a:pt x="215" y="178"/>
                      <a:pt x="215" y="162"/>
                      <a:pt x="209" y="146"/>
                    </a:cubicBezTo>
                    <a:cubicBezTo>
                      <a:pt x="215" y="86"/>
                      <a:pt x="182" y="32"/>
                      <a:pt x="128" y="10"/>
                    </a:cubicBezTo>
                    <a:cubicBezTo>
                      <a:pt x="118" y="4"/>
                      <a:pt x="108" y="1"/>
                      <a:pt x="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20"/>
              <p:cNvSpPr/>
              <p:nvPr/>
            </p:nvSpPr>
            <p:spPr>
              <a:xfrm>
                <a:off x="3738625" y="3011150"/>
                <a:ext cx="3975" cy="8250"/>
              </a:xfrm>
              <a:custGeom>
                <a:rect b="b" l="l" r="r" t="t"/>
                <a:pathLst>
                  <a:path extrusionOk="0" h="330" w="159">
                    <a:moveTo>
                      <a:pt x="95" y="1"/>
                    </a:moveTo>
                    <a:cubicBezTo>
                      <a:pt x="66" y="1"/>
                      <a:pt x="39" y="20"/>
                      <a:pt x="39" y="60"/>
                    </a:cubicBezTo>
                    <a:cubicBezTo>
                      <a:pt x="39" y="87"/>
                      <a:pt x="17" y="120"/>
                      <a:pt x="11" y="152"/>
                    </a:cubicBezTo>
                    <a:cubicBezTo>
                      <a:pt x="1" y="190"/>
                      <a:pt x="1" y="239"/>
                      <a:pt x="11" y="283"/>
                    </a:cubicBezTo>
                    <a:cubicBezTo>
                      <a:pt x="20" y="313"/>
                      <a:pt x="51" y="330"/>
                      <a:pt x="80" y="330"/>
                    </a:cubicBezTo>
                    <a:cubicBezTo>
                      <a:pt x="108" y="330"/>
                      <a:pt x="134" y="315"/>
                      <a:pt x="136" y="283"/>
                    </a:cubicBezTo>
                    <a:cubicBezTo>
                      <a:pt x="147" y="239"/>
                      <a:pt x="136" y="201"/>
                      <a:pt x="142" y="158"/>
                    </a:cubicBezTo>
                    <a:cubicBezTo>
                      <a:pt x="153" y="125"/>
                      <a:pt x="158" y="92"/>
                      <a:pt x="158" y="60"/>
                    </a:cubicBezTo>
                    <a:cubicBezTo>
                      <a:pt x="155" y="21"/>
                      <a:pt x="125"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20"/>
              <p:cNvSpPr/>
              <p:nvPr/>
            </p:nvSpPr>
            <p:spPr>
              <a:xfrm>
                <a:off x="3745025" y="3013000"/>
                <a:ext cx="3675" cy="7025"/>
              </a:xfrm>
              <a:custGeom>
                <a:rect b="b" l="l" r="r" t="t"/>
                <a:pathLst>
                  <a:path extrusionOk="0" h="281" w="147">
                    <a:moveTo>
                      <a:pt x="85" y="1"/>
                    </a:moveTo>
                    <a:cubicBezTo>
                      <a:pt x="82" y="1"/>
                      <a:pt x="79" y="1"/>
                      <a:pt x="76" y="2"/>
                    </a:cubicBezTo>
                    <a:lnTo>
                      <a:pt x="60" y="2"/>
                    </a:lnTo>
                    <a:cubicBezTo>
                      <a:pt x="43" y="8"/>
                      <a:pt x="38" y="29"/>
                      <a:pt x="49" y="40"/>
                    </a:cubicBezTo>
                    <a:cubicBezTo>
                      <a:pt x="49" y="51"/>
                      <a:pt x="49" y="62"/>
                      <a:pt x="49" y="73"/>
                    </a:cubicBezTo>
                    <a:cubicBezTo>
                      <a:pt x="43" y="94"/>
                      <a:pt x="38" y="116"/>
                      <a:pt x="33" y="143"/>
                    </a:cubicBezTo>
                    <a:cubicBezTo>
                      <a:pt x="22" y="181"/>
                      <a:pt x="0" y="236"/>
                      <a:pt x="38" y="268"/>
                    </a:cubicBezTo>
                    <a:cubicBezTo>
                      <a:pt x="46" y="277"/>
                      <a:pt x="56" y="281"/>
                      <a:pt x="65" y="281"/>
                    </a:cubicBezTo>
                    <a:cubicBezTo>
                      <a:pt x="75" y="281"/>
                      <a:pt x="84" y="277"/>
                      <a:pt x="92" y="268"/>
                    </a:cubicBezTo>
                    <a:cubicBezTo>
                      <a:pt x="98" y="263"/>
                      <a:pt x="103" y="252"/>
                      <a:pt x="109" y="247"/>
                    </a:cubicBezTo>
                    <a:lnTo>
                      <a:pt x="109" y="247"/>
                    </a:lnTo>
                    <a:cubicBezTo>
                      <a:pt x="108" y="248"/>
                      <a:pt x="108" y="249"/>
                      <a:pt x="108" y="249"/>
                    </a:cubicBezTo>
                    <a:cubicBezTo>
                      <a:pt x="108" y="249"/>
                      <a:pt x="108" y="248"/>
                      <a:pt x="109" y="247"/>
                    </a:cubicBezTo>
                    <a:lnTo>
                      <a:pt x="109" y="247"/>
                    </a:lnTo>
                    <a:cubicBezTo>
                      <a:pt x="109" y="247"/>
                      <a:pt x="109" y="247"/>
                      <a:pt x="109" y="247"/>
                    </a:cubicBezTo>
                    <a:lnTo>
                      <a:pt x="109" y="247"/>
                    </a:lnTo>
                    <a:cubicBezTo>
                      <a:pt x="111" y="241"/>
                      <a:pt x="120" y="223"/>
                      <a:pt x="120" y="220"/>
                    </a:cubicBezTo>
                    <a:cubicBezTo>
                      <a:pt x="130" y="198"/>
                      <a:pt x="130" y="171"/>
                      <a:pt x="136" y="149"/>
                    </a:cubicBezTo>
                    <a:cubicBezTo>
                      <a:pt x="147" y="105"/>
                      <a:pt x="141" y="62"/>
                      <a:pt x="120" y="18"/>
                    </a:cubicBezTo>
                    <a:lnTo>
                      <a:pt x="120" y="24"/>
                    </a:lnTo>
                    <a:cubicBezTo>
                      <a:pt x="115" y="10"/>
                      <a:pt x="10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20"/>
              <p:cNvSpPr/>
              <p:nvPr/>
            </p:nvSpPr>
            <p:spPr>
              <a:xfrm>
                <a:off x="3750925" y="2870825"/>
                <a:ext cx="30700" cy="34125"/>
              </a:xfrm>
              <a:custGeom>
                <a:rect b="b" l="l" r="r" t="t"/>
                <a:pathLst>
                  <a:path extrusionOk="0" h="1365" w="1228">
                    <a:moveTo>
                      <a:pt x="1202" y="1"/>
                    </a:moveTo>
                    <a:cubicBezTo>
                      <a:pt x="1197" y="1"/>
                      <a:pt x="1192" y="3"/>
                      <a:pt x="1188" y="9"/>
                    </a:cubicBezTo>
                    <a:cubicBezTo>
                      <a:pt x="1096" y="101"/>
                      <a:pt x="1003" y="204"/>
                      <a:pt x="927" y="319"/>
                    </a:cubicBezTo>
                    <a:cubicBezTo>
                      <a:pt x="824" y="444"/>
                      <a:pt x="715" y="563"/>
                      <a:pt x="601" y="677"/>
                    </a:cubicBezTo>
                    <a:cubicBezTo>
                      <a:pt x="509" y="786"/>
                      <a:pt x="405" y="889"/>
                      <a:pt x="308" y="998"/>
                    </a:cubicBezTo>
                    <a:cubicBezTo>
                      <a:pt x="210" y="1107"/>
                      <a:pt x="123" y="1226"/>
                      <a:pt x="14" y="1335"/>
                    </a:cubicBezTo>
                    <a:cubicBezTo>
                      <a:pt x="0" y="1344"/>
                      <a:pt x="10" y="1365"/>
                      <a:pt x="26" y="1365"/>
                    </a:cubicBezTo>
                    <a:cubicBezTo>
                      <a:pt x="29" y="1365"/>
                      <a:pt x="32" y="1364"/>
                      <a:pt x="36" y="1362"/>
                    </a:cubicBezTo>
                    <a:cubicBezTo>
                      <a:pt x="145" y="1281"/>
                      <a:pt x="242" y="1183"/>
                      <a:pt x="324" y="1074"/>
                    </a:cubicBezTo>
                    <a:cubicBezTo>
                      <a:pt x="422" y="960"/>
                      <a:pt x="530" y="851"/>
                      <a:pt x="628" y="737"/>
                    </a:cubicBezTo>
                    <a:cubicBezTo>
                      <a:pt x="726" y="623"/>
                      <a:pt x="840" y="514"/>
                      <a:pt x="938" y="395"/>
                    </a:cubicBezTo>
                    <a:cubicBezTo>
                      <a:pt x="1031" y="275"/>
                      <a:pt x="1112" y="150"/>
                      <a:pt x="1215" y="36"/>
                    </a:cubicBezTo>
                    <a:cubicBezTo>
                      <a:pt x="1227" y="20"/>
                      <a:pt x="1216" y="1"/>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20"/>
              <p:cNvSpPr/>
              <p:nvPr/>
            </p:nvSpPr>
            <p:spPr>
              <a:xfrm>
                <a:off x="3767500" y="2872850"/>
                <a:ext cx="26700" cy="31450"/>
              </a:xfrm>
              <a:custGeom>
                <a:rect b="b" l="l" r="r" t="t"/>
                <a:pathLst>
                  <a:path extrusionOk="0" h="1258" w="1068">
                    <a:moveTo>
                      <a:pt x="1054" y="0"/>
                    </a:moveTo>
                    <a:cubicBezTo>
                      <a:pt x="1052" y="0"/>
                      <a:pt x="1050" y="1"/>
                      <a:pt x="1047" y="4"/>
                    </a:cubicBezTo>
                    <a:cubicBezTo>
                      <a:pt x="840" y="210"/>
                      <a:pt x="672" y="450"/>
                      <a:pt x="476" y="662"/>
                    </a:cubicBezTo>
                    <a:cubicBezTo>
                      <a:pt x="389" y="748"/>
                      <a:pt x="329" y="857"/>
                      <a:pt x="243" y="950"/>
                    </a:cubicBezTo>
                    <a:cubicBezTo>
                      <a:pt x="156" y="1037"/>
                      <a:pt x="79" y="1134"/>
                      <a:pt x="9" y="1232"/>
                    </a:cubicBezTo>
                    <a:cubicBezTo>
                      <a:pt x="0" y="1245"/>
                      <a:pt x="15" y="1258"/>
                      <a:pt x="27" y="1258"/>
                    </a:cubicBezTo>
                    <a:cubicBezTo>
                      <a:pt x="30" y="1258"/>
                      <a:pt x="34" y="1256"/>
                      <a:pt x="36" y="1254"/>
                    </a:cubicBezTo>
                    <a:cubicBezTo>
                      <a:pt x="123" y="1162"/>
                      <a:pt x="199" y="1058"/>
                      <a:pt x="286" y="966"/>
                    </a:cubicBezTo>
                    <a:cubicBezTo>
                      <a:pt x="373" y="874"/>
                      <a:pt x="433" y="765"/>
                      <a:pt x="520" y="672"/>
                    </a:cubicBezTo>
                    <a:cubicBezTo>
                      <a:pt x="710" y="460"/>
                      <a:pt x="862" y="227"/>
                      <a:pt x="1063" y="20"/>
                    </a:cubicBezTo>
                    <a:cubicBezTo>
                      <a:pt x="1068" y="12"/>
                      <a:pt x="1062" y="0"/>
                      <a:pt x="10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20"/>
              <p:cNvSpPr/>
              <p:nvPr/>
            </p:nvSpPr>
            <p:spPr>
              <a:xfrm>
                <a:off x="3814100" y="2942125"/>
                <a:ext cx="18500" cy="22475"/>
              </a:xfrm>
              <a:custGeom>
                <a:rect b="b" l="l" r="r" t="t"/>
                <a:pathLst>
                  <a:path extrusionOk="0" h="899" w="740">
                    <a:moveTo>
                      <a:pt x="715" y="0"/>
                    </a:moveTo>
                    <a:cubicBezTo>
                      <a:pt x="709" y="0"/>
                      <a:pt x="703" y="3"/>
                      <a:pt x="700" y="10"/>
                    </a:cubicBezTo>
                    <a:lnTo>
                      <a:pt x="700" y="5"/>
                    </a:lnTo>
                    <a:cubicBezTo>
                      <a:pt x="662" y="81"/>
                      <a:pt x="607" y="152"/>
                      <a:pt x="547" y="212"/>
                    </a:cubicBezTo>
                    <a:cubicBezTo>
                      <a:pt x="482" y="288"/>
                      <a:pt x="428" y="369"/>
                      <a:pt x="357" y="445"/>
                    </a:cubicBezTo>
                    <a:cubicBezTo>
                      <a:pt x="232" y="576"/>
                      <a:pt x="134" y="728"/>
                      <a:pt x="9" y="864"/>
                    </a:cubicBezTo>
                    <a:cubicBezTo>
                      <a:pt x="0" y="878"/>
                      <a:pt x="10" y="899"/>
                      <a:pt x="27" y="899"/>
                    </a:cubicBezTo>
                    <a:cubicBezTo>
                      <a:pt x="30" y="899"/>
                      <a:pt x="33" y="898"/>
                      <a:pt x="36" y="897"/>
                    </a:cubicBezTo>
                    <a:cubicBezTo>
                      <a:pt x="194" y="782"/>
                      <a:pt x="276" y="598"/>
                      <a:pt x="401" y="462"/>
                    </a:cubicBezTo>
                    <a:cubicBezTo>
                      <a:pt x="477" y="380"/>
                      <a:pt x="531" y="288"/>
                      <a:pt x="607" y="212"/>
                    </a:cubicBezTo>
                    <a:cubicBezTo>
                      <a:pt x="662" y="157"/>
                      <a:pt x="705" y="97"/>
                      <a:pt x="732" y="27"/>
                    </a:cubicBezTo>
                    <a:cubicBezTo>
                      <a:pt x="739" y="12"/>
                      <a:pt x="727"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20"/>
              <p:cNvSpPr/>
              <p:nvPr/>
            </p:nvSpPr>
            <p:spPr>
              <a:xfrm>
                <a:off x="3826475" y="2941825"/>
                <a:ext cx="21275" cy="22650"/>
              </a:xfrm>
              <a:custGeom>
                <a:rect b="b" l="l" r="r" t="t"/>
                <a:pathLst>
                  <a:path extrusionOk="0" h="906" w="851">
                    <a:moveTo>
                      <a:pt x="805" y="0"/>
                    </a:moveTo>
                    <a:cubicBezTo>
                      <a:pt x="796" y="0"/>
                      <a:pt x="787" y="4"/>
                      <a:pt x="781" y="12"/>
                    </a:cubicBezTo>
                    <a:cubicBezTo>
                      <a:pt x="667" y="175"/>
                      <a:pt x="514" y="300"/>
                      <a:pt x="395" y="452"/>
                    </a:cubicBezTo>
                    <a:cubicBezTo>
                      <a:pt x="275" y="604"/>
                      <a:pt x="129" y="729"/>
                      <a:pt x="9" y="876"/>
                    </a:cubicBezTo>
                    <a:cubicBezTo>
                      <a:pt x="0" y="889"/>
                      <a:pt x="13" y="906"/>
                      <a:pt x="27" y="906"/>
                    </a:cubicBezTo>
                    <a:cubicBezTo>
                      <a:pt x="30" y="906"/>
                      <a:pt x="33" y="905"/>
                      <a:pt x="36" y="903"/>
                    </a:cubicBezTo>
                    <a:cubicBezTo>
                      <a:pt x="188" y="778"/>
                      <a:pt x="324" y="642"/>
                      <a:pt x="444" y="490"/>
                    </a:cubicBezTo>
                    <a:cubicBezTo>
                      <a:pt x="563" y="332"/>
                      <a:pt x="716" y="207"/>
                      <a:pt x="835" y="44"/>
                    </a:cubicBezTo>
                    <a:cubicBezTo>
                      <a:pt x="851" y="21"/>
                      <a:pt x="827" y="0"/>
                      <a:pt x="8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120"/>
            <p:cNvGrpSpPr/>
            <p:nvPr/>
          </p:nvGrpSpPr>
          <p:grpSpPr>
            <a:xfrm>
              <a:off x="1928325" y="2137157"/>
              <a:ext cx="274317" cy="227031"/>
              <a:chOff x="3889325" y="2854950"/>
              <a:chExt cx="268150" cy="223500"/>
            </a:xfrm>
          </p:grpSpPr>
          <p:sp>
            <p:nvSpPr>
              <p:cNvPr id="4885" name="Google Shape;4885;p120"/>
              <p:cNvSpPr/>
              <p:nvPr/>
            </p:nvSpPr>
            <p:spPr>
              <a:xfrm>
                <a:off x="3889325" y="2854950"/>
                <a:ext cx="268150" cy="223500"/>
              </a:xfrm>
              <a:custGeom>
                <a:rect b="b" l="l" r="r" t="t"/>
                <a:pathLst>
                  <a:path extrusionOk="0" h="8940" w="10726">
                    <a:moveTo>
                      <a:pt x="5607" y="234"/>
                    </a:moveTo>
                    <a:cubicBezTo>
                      <a:pt x="5611" y="234"/>
                      <a:pt x="5607" y="244"/>
                      <a:pt x="5616" y="279"/>
                    </a:cubicBezTo>
                    <a:cubicBezTo>
                      <a:pt x="5627" y="339"/>
                      <a:pt x="5632" y="399"/>
                      <a:pt x="5638" y="464"/>
                    </a:cubicBezTo>
                    <a:cubicBezTo>
                      <a:pt x="5654" y="557"/>
                      <a:pt x="5665" y="649"/>
                      <a:pt x="5681" y="747"/>
                    </a:cubicBezTo>
                    <a:cubicBezTo>
                      <a:pt x="5698" y="839"/>
                      <a:pt x="5725" y="932"/>
                      <a:pt x="5730" y="1024"/>
                    </a:cubicBezTo>
                    <a:cubicBezTo>
                      <a:pt x="5741" y="1117"/>
                      <a:pt x="5725" y="1209"/>
                      <a:pt x="5741" y="1296"/>
                    </a:cubicBezTo>
                    <a:cubicBezTo>
                      <a:pt x="5763" y="1443"/>
                      <a:pt x="5866" y="1530"/>
                      <a:pt x="5964" y="1628"/>
                    </a:cubicBezTo>
                    <a:cubicBezTo>
                      <a:pt x="6024" y="1693"/>
                      <a:pt x="6078" y="1763"/>
                      <a:pt x="6143" y="1823"/>
                    </a:cubicBezTo>
                    <a:cubicBezTo>
                      <a:pt x="6181" y="1856"/>
                      <a:pt x="6241" y="1888"/>
                      <a:pt x="6257" y="1932"/>
                    </a:cubicBezTo>
                    <a:cubicBezTo>
                      <a:pt x="6279" y="1997"/>
                      <a:pt x="6257" y="2122"/>
                      <a:pt x="6257" y="2182"/>
                    </a:cubicBezTo>
                    <a:lnTo>
                      <a:pt x="6257" y="2269"/>
                    </a:lnTo>
                    <a:cubicBezTo>
                      <a:pt x="6218" y="2265"/>
                      <a:pt x="6178" y="2264"/>
                      <a:pt x="6138" y="2264"/>
                    </a:cubicBezTo>
                    <a:cubicBezTo>
                      <a:pt x="6059" y="2264"/>
                      <a:pt x="5980" y="2269"/>
                      <a:pt x="5904" y="2269"/>
                    </a:cubicBezTo>
                    <a:lnTo>
                      <a:pt x="5415" y="2269"/>
                    </a:lnTo>
                    <a:cubicBezTo>
                      <a:pt x="5261" y="2269"/>
                      <a:pt x="5100" y="2260"/>
                      <a:pt x="4941" y="2260"/>
                    </a:cubicBezTo>
                    <a:cubicBezTo>
                      <a:pt x="4829" y="2260"/>
                      <a:pt x="4718" y="2264"/>
                      <a:pt x="4610" y="2280"/>
                    </a:cubicBezTo>
                    <a:cubicBezTo>
                      <a:pt x="4610" y="2225"/>
                      <a:pt x="4610" y="2166"/>
                      <a:pt x="4605" y="2111"/>
                    </a:cubicBezTo>
                    <a:cubicBezTo>
                      <a:pt x="4600" y="2046"/>
                      <a:pt x="4600" y="1975"/>
                      <a:pt x="4605" y="1910"/>
                    </a:cubicBezTo>
                    <a:lnTo>
                      <a:pt x="4605" y="1910"/>
                    </a:lnTo>
                    <a:lnTo>
                      <a:pt x="4600" y="1921"/>
                    </a:lnTo>
                    <a:cubicBezTo>
                      <a:pt x="4610" y="1840"/>
                      <a:pt x="4632" y="1818"/>
                      <a:pt x="4708" y="1785"/>
                    </a:cubicBezTo>
                    <a:cubicBezTo>
                      <a:pt x="4980" y="1666"/>
                      <a:pt x="5083" y="1437"/>
                      <a:pt x="5138" y="1155"/>
                    </a:cubicBezTo>
                    <a:cubicBezTo>
                      <a:pt x="5176" y="986"/>
                      <a:pt x="5203" y="818"/>
                      <a:pt x="5235" y="655"/>
                    </a:cubicBezTo>
                    <a:cubicBezTo>
                      <a:pt x="5252" y="578"/>
                      <a:pt x="5279" y="508"/>
                      <a:pt x="5295" y="426"/>
                    </a:cubicBezTo>
                    <a:cubicBezTo>
                      <a:pt x="5306" y="372"/>
                      <a:pt x="5301" y="307"/>
                      <a:pt x="5312" y="247"/>
                    </a:cubicBezTo>
                    <a:cubicBezTo>
                      <a:pt x="5361" y="258"/>
                      <a:pt x="5415" y="269"/>
                      <a:pt x="5469" y="269"/>
                    </a:cubicBezTo>
                    <a:cubicBezTo>
                      <a:pt x="5502" y="263"/>
                      <a:pt x="5534" y="258"/>
                      <a:pt x="5567" y="247"/>
                    </a:cubicBezTo>
                    <a:cubicBezTo>
                      <a:pt x="5595" y="242"/>
                      <a:pt x="5604" y="234"/>
                      <a:pt x="5607" y="234"/>
                    </a:cubicBezTo>
                    <a:close/>
                    <a:moveTo>
                      <a:pt x="1612" y="227"/>
                    </a:moveTo>
                    <a:cubicBezTo>
                      <a:pt x="1617" y="227"/>
                      <a:pt x="1614" y="238"/>
                      <a:pt x="1626" y="274"/>
                    </a:cubicBezTo>
                    <a:cubicBezTo>
                      <a:pt x="1632" y="334"/>
                      <a:pt x="1642" y="399"/>
                      <a:pt x="1642" y="464"/>
                    </a:cubicBezTo>
                    <a:cubicBezTo>
                      <a:pt x="1659" y="557"/>
                      <a:pt x="1670" y="655"/>
                      <a:pt x="1686" y="747"/>
                    </a:cubicBezTo>
                    <a:cubicBezTo>
                      <a:pt x="1702" y="839"/>
                      <a:pt x="1729" y="932"/>
                      <a:pt x="1740" y="1030"/>
                    </a:cubicBezTo>
                    <a:cubicBezTo>
                      <a:pt x="1746" y="1122"/>
                      <a:pt x="1729" y="1209"/>
                      <a:pt x="1746" y="1301"/>
                    </a:cubicBezTo>
                    <a:cubicBezTo>
                      <a:pt x="1767" y="1448"/>
                      <a:pt x="1871" y="1535"/>
                      <a:pt x="1969" y="1633"/>
                    </a:cubicBezTo>
                    <a:cubicBezTo>
                      <a:pt x="2028" y="1698"/>
                      <a:pt x="2083" y="1769"/>
                      <a:pt x="2148" y="1829"/>
                    </a:cubicBezTo>
                    <a:cubicBezTo>
                      <a:pt x="2186" y="1861"/>
                      <a:pt x="2246" y="1888"/>
                      <a:pt x="2262" y="1937"/>
                    </a:cubicBezTo>
                    <a:cubicBezTo>
                      <a:pt x="2289" y="1997"/>
                      <a:pt x="2262" y="2122"/>
                      <a:pt x="2262" y="2187"/>
                    </a:cubicBezTo>
                    <a:lnTo>
                      <a:pt x="2262" y="2269"/>
                    </a:lnTo>
                    <a:cubicBezTo>
                      <a:pt x="2224" y="2265"/>
                      <a:pt x="2185" y="2264"/>
                      <a:pt x="2145" y="2264"/>
                    </a:cubicBezTo>
                    <a:cubicBezTo>
                      <a:pt x="2066" y="2264"/>
                      <a:pt x="1985" y="2269"/>
                      <a:pt x="1909" y="2269"/>
                    </a:cubicBezTo>
                    <a:lnTo>
                      <a:pt x="1420" y="2274"/>
                    </a:lnTo>
                    <a:cubicBezTo>
                      <a:pt x="1263" y="2274"/>
                      <a:pt x="1099" y="2263"/>
                      <a:pt x="936" y="2263"/>
                    </a:cubicBezTo>
                    <a:cubicBezTo>
                      <a:pt x="827" y="2263"/>
                      <a:pt x="719" y="2268"/>
                      <a:pt x="615" y="2285"/>
                    </a:cubicBezTo>
                    <a:cubicBezTo>
                      <a:pt x="615" y="2225"/>
                      <a:pt x="615" y="2171"/>
                      <a:pt x="610" y="2111"/>
                    </a:cubicBezTo>
                    <a:cubicBezTo>
                      <a:pt x="604" y="2046"/>
                      <a:pt x="604" y="1981"/>
                      <a:pt x="610" y="1916"/>
                    </a:cubicBezTo>
                    <a:cubicBezTo>
                      <a:pt x="621" y="1834"/>
                      <a:pt x="642" y="1812"/>
                      <a:pt x="713" y="1780"/>
                    </a:cubicBezTo>
                    <a:cubicBezTo>
                      <a:pt x="985" y="1660"/>
                      <a:pt x="1088" y="1432"/>
                      <a:pt x="1148" y="1149"/>
                    </a:cubicBezTo>
                    <a:cubicBezTo>
                      <a:pt x="1180" y="981"/>
                      <a:pt x="1213" y="812"/>
                      <a:pt x="1246" y="649"/>
                    </a:cubicBezTo>
                    <a:cubicBezTo>
                      <a:pt x="1262" y="573"/>
                      <a:pt x="1289" y="497"/>
                      <a:pt x="1300" y="421"/>
                    </a:cubicBezTo>
                    <a:cubicBezTo>
                      <a:pt x="1311" y="366"/>
                      <a:pt x="1305" y="296"/>
                      <a:pt x="1322" y="236"/>
                    </a:cubicBezTo>
                    <a:cubicBezTo>
                      <a:pt x="1371" y="252"/>
                      <a:pt x="1425" y="263"/>
                      <a:pt x="1479" y="263"/>
                    </a:cubicBezTo>
                    <a:cubicBezTo>
                      <a:pt x="1512" y="258"/>
                      <a:pt x="1545" y="252"/>
                      <a:pt x="1572" y="241"/>
                    </a:cubicBezTo>
                    <a:cubicBezTo>
                      <a:pt x="1599" y="234"/>
                      <a:pt x="1608" y="227"/>
                      <a:pt x="1612" y="227"/>
                    </a:cubicBezTo>
                    <a:close/>
                    <a:moveTo>
                      <a:pt x="7618" y="232"/>
                    </a:moveTo>
                    <a:cubicBezTo>
                      <a:pt x="7623" y="232"/>
                      <a:pt x="7618" y="243"/>
                      <a:pt x="7627" y="279"/>
                    </a:cubicBezTo>
                    <a:cubicBezTo>
                      <a:pt x="7638" y="339"/>
                      <a:pt x="7644" y="405"/>
                      <a:pt x="7649" y="470"/>
                    </a:cubicBezTo>
                    <a:cubicBezTo>
                      <a:pt x="7660" y="562"/>
                      <a:pt x="7676" y="660"/>
                      <a:pt x="7692" y="752"/>
                    </a:cubicBezTo>
                    <a:cubicBezTo>
                      <a:pt x="7709" y="845"/>
                      <a:pt x="7731" y="937"/>
                      <a:pt x="7741" y="1030"/>
                    </a:cubicBezTo>
                    <a:cubicBezTo>
                      <a:pt x="7752" y="1127"/>
                      <a:pt x="7736" y="1214"/>
                      <a:pt x="7747" y="1301"/>
                    </a:cubicBezTo>
                    <a:cubicBezTo>
                      <a:pt x="7774" y="1454"/>
                      <a:pt x="7872" y="1535"/>
                      <a:pt x="7970" y="1638"/>
                    </a:cubicBezTo>
                    <a:cubicBezTo>
                      <a:pt x="8035" y="1698"/>
                      <a:pt x="8089" y="1774"/>
                      <a:pt x="8155" y="1829"/>
                    </a:cubicBezTo>
                    <a:cubicBezTo>
                      <a:pt x="8193" y="1861"/>
                      <a:pt x="8247" y="1894"/>
                      <a:pt x="8269" y="1943"/>
                    </a:cubicBezTo>
                    <a:cubicBezTo>
                      <a:pt x="8290" y="2003"/>
                      <a:pt x="8269" y="2128"/>
                      <a:pt x="8269" y="2193"/>
                    </a:cubicBezTo>
                    <a:lnTo>
                      <a:pt x="8269" y="2274"/>
                    </a:lnTo>
                    <a:cubicBezTo>
                      <a:pt x="8229" y="2271"/>
                      <a:pt x="8189" y="2270"/>
                      <a:pt x="8149" y="2270"/>
                    </a:cubicBezTo>
                    <a:cubicBezTo>
                      <a:pt x="8070" y="2270"/>
                      <a:pt x="7991" y="2274"/>
                      <a:pt x="7915" y="2274"/>
                    </a:cubicBezTo>
                    <a:lnTo>
                      <a:pt x="7426" y="2274"/>
                    </a:lnTo>
                    <a:cubicBezTo>
                      <a:pt x="7273" y="2274"/>
                      <a:pt x="7112" y="2265"/>
                      <a:pt x="6952" y="2265"/>
                    </a:cubicBezTo>
                    <a:cubicBezTo>
                      <a:pt x="6840" y="2265"/>
                      <a:pt x="6729" y="2270"/>
                      <a:pt x="6622" y="2285"/>
                    </a:cubicBezTo>
                    <a:cubicBezTo>
                      <a:pt x="6622" y="2231"/>
                      <a:pt x="6622" y="2171"/>
                      <a:pt x="6616" y="2117"/>
                    </a:cubicBezTo>
                    <a:cubicBezTo>
                      <a:pt x="6611" y="2052"/>
                      <a:pt x="6611" y="1986"/>
                      <a:pt x="6616" y="1916"/>
                    </a:cubicBezTo>
                    <a:lnTo>
                      <a:pt x="6616" y="1916"/>
                    </a:lnTo>
                    <a:lnTo>
                      <a:pt x="6611" y="1921"/>
                    </a:lnTo>
                    <a:cubicBezTo>
                      <a:pt x="6622" y="1834"/>
                      <a:pt x="6643" y="1818"/>
                      <a:pt x="6719" y="1785"/>
                    </a:cubicBezTo>
                    <a:cubicBezTo>
                      <a:pt x="6986" y="1666"/>
                      <a:pt x="7095" y="1432"/>
                      <a:pt x="7149" y="1149"/>
                    </a:cubicBezTo>
                    <a:cubicBezTo>
                      <a:pt x="7187" y="986"/>
                      <a:pt x="7220" y="818"/>
                      <a:pt x="7247" y="655"/>
                    </a:cubicBezTo>
                    <a:cubicBezTo>
                      <a:pt x="7263" y="578"/>
                      <a:pt x="7290" y="502"/>
                      <a:pt x="7307" y="426"/>
                    </a:cubicBezTo>
                    <a:cubicBezTo>
                      <a:pt x="7317" y="366"/>
                      <a:pt x="7312" y="301"/>
                      <a:pt x="7323" y="241"/>
                    </a:cubicBezTo>
                    <a:cubicBezTo>
                      <a:pt x="7372" y="258"/>
                      <a:pt x="7426" y="263"/>
                      <a:pt x="7480" y="269"/>
                    </a:cubicBezTo>
                    <a:cubicBezTo>
                      <a:pt x="7513" y="263"/>
                      <a:pt x="7546" y="252"/>
                      <a:pt x="7578" y="247"/>
                    </a:cubicBezTo>
                    <a:cubicBezTo>
                      <a:pt x="7605" y="240"/>
                      <a:pt x="7614" y="232"/>
                      <a:pt x="7618" y="232"/>
                    </a:cubicBezTo>
                    <a:close/>
                    <a:moveTo>
                      <a:pt x="9618" y="227"/>
                    </a:moveTo>
                    <a:cubicBezTo>
                      <a:pt x="9623" y="227"/>
                      <a:pt x="9619" y="238"/>
                      <a:pt x="9628" y="274"/>
                    </a:cubicBezTo>
                    <a:cubicBezTo>
                      <a:pt x="9638" y="334"/>
                      <a:pt x="9644" y="399"/>
                      <a:pt x="9649" y="464"/>
                    </a:cubicBezTo>
                    <a:cubicBezTo>
                      <a:pt x="9666" y="557"/>
                      <a:pt x="9677" y="655"/>
                      <a:pt x="9693" y="747"/>
                    </a:cubicBezTo>
                    <a:cubicBezTo>
                      <a:pt x="9709" y="839"/>
                      <a:pt x="9731" y="932"/>
                      <a:pt x="9742" y="1030"/>
                    </a:cubicBezTo>
                    <a:cubicBezTo>
                      <a:pt x="9753" y="1122"/>
                      <a:pt x="9736" y="1209"/>
                      <a:pt x="9753" y="1301"/>
                    </a:cubicBezTo>
                    <a:cubicBezTo>
                      <a:pt x="9774" y="1448"/>
                      <a:pt x="9878" y="1535"/>
                      <a:pt x="9976" y="1633"/>
                    </a:cubicBezTo>
                    <a:cubicBezTo>
                      <a:pt x="10035" y="1698"/>
                      <a:pt x="10090" y="1769"/>
                      <a:pt x="10155" y="1829"/>
                    </a:cubicBezTo>
                    <a:cubicBezTo>
                      <a:pt x="10193" y="1861"/>
                      <a:pt x="10253" y="1888"/>
                      <a:pt x="10269" y="1937"/>
                    </a:cubicBezTo>
                    <a:cubicBezTo>
                      <a:pt x="10291" y="1997"/>
                      <a:pt x="10269" y="2122"/>
                      <a:pt x="10269" y="2187"/>
                    </a:cubicBezTo>
                    <a:lnTo>
                      <a:pt x="10269" y="2269"/>
                    </a:lnTo>
                    <a:cubicBezTo>
                      <a:pt x="10231" y="2265"/>
                      <a:pt x="10192" y="2264"/>
                      <a:pt x="10152" y="2264"/>
                    </a:cubicBezTo>
                    <a:cubicBezTo>
                      <a:pt x="10073" y="2264"/>
                      <a:pt x="9992" y="2269"/>
                      <a:pt x="9916" y="2269"/>
                    </a:cubicBezTo>
                    <a:lnTo>
                      <a:pt x="9426" y="2274"/>
                    </a:lnTo>
                    <a:cubicBezTo>
                      <a:pt x="9270" y="2274"/>
                      <a:pt x="9106" y="2263"/>
                      <a:pt x="8943" y="2263"/>
                    </a:cubicBezTo>
                    <a:cubicBezTo>
                      <a:pt x="8834" y="2263"/>
                      <a:pt x="8726" y="2268"/>
                      <a:pt x="8622" y="2285"/>
                    </a:cubicBezTo>
                    <a:cubicBezTo>
                      <a:pt x="8622" y="2225"/>
                      <a:pt x="8622" y="2171"/>
                      <a:pt x="8617" y="2111"/>
                    </a:cubicBezTo>
                    <a:cubicBezTo>
                      <a:pt x="8611" y="2046"/>
                      <a:pt x="8611" y="1981"/>
                      <a:pt x="8617" y="1916"/>
                    </a:cubicBezTo>
                    <a:cubicBezTo>
                      <a:pt x="8622" y="1834"/>
                      <a:pt x="8644" y="1812"/>
                      <a:pt x="8720" y="1780"/>
                    </a:cubicBezTo>
                    <a:cubicBezTo>
                      <a:pt x="8986" y="1660"/>
                      <a:pt x="9095" y="1432"/>
                      <a:pt x="9155" y="1149"/>
                    </a:cubicBezTo>
                    <a:cubicBezTo>
                      <a:pt x="9187" y="981"/>
                      <a:pt x="9214" y="812"/>
                      <a:pt x="9253" y="649"/>
                    </a:cubicBezTo>
                    <a:cubicBezTo>
                      <a:pt x="9269" y="573"/>
                      <a:pt x="9291" y="497"/>
                      <a:pt x="9307" y="421"/>
                    </a:cubicBezTo>
                    <a:cubicBezTo>
                      <a:pt x="9318" y="366"/>
                      <a:pt x="9312" y="296"/>
                      <a:pt x="9323" y="236"/>
                    </a:cubicBezTo>
                    <a:cubicBezTo>
                      <a:pt x="9378" y="252"/>
                      <a:pt x="9432" y="263"/>
                      <a:pt x="9486" y="263"/>
                    </a:cubicBezTo>
                    <a:cubicBezTo>
                      <a:pt x="9519" y="258"/>
                      <a:pt x="9546" y="252"/>
                      <a:pt x="9579" y="241"/>
                    </a:cubicBezTo>
                    <a:cubicBezTo>
                      <a:pt x="9605" y="234"/>
                      <a:pt x="9615" y="227"/>
                      <a:pt x="9618" y="227"/>
                    </a:cubicBezTo>
                    <a:close/>
                    <a:moveTo>
                      <a:pt x="3627" y="234"/>
                    </a:moveTo>
                    <a:cubicBezTo>
                      <a:pt x="3630" y="234"/>
                      <a:pt x="3626" y="244"/>
                      <a:pt x="3637" y="279"/>
                    </a:cubicBezTo>
                    <a:cubicBezTo>
                      <a:pt x="3648" y="345"/>
                      <a:pt x="3654" y="405"/>
                      <a:pt x="3654" y="470"/>
                    </a:cubicBezTo>
                    <a:cubicBezTo>
                      <a:pt x="3670" y="562"/>
                      <a:pt x="3681" y="660"/>
                      <a:pt x="3697" y="752"/>
                    </a:cubicBezTo>
                    <a:cubicBezTo>
                      <a:pt x="3713" y="845"/>
                      <a:pt x="3741" y="937"/>
                      <a:pt x="3752" y="1035"/>
                    </a:cubicBezTo>
                    <a:cubicBezTo>
                      <a:pt x="3757" y="1127"/>
                      <a:pt x="3741" y="1214"/>
                      <a:pt x="3757" y="1307"/>
                    </a:cubicBezTo>
                    <a:cubicBezTo>
                      <a:pt x="3779" y="1454"/>
                      <a:pt x="3882" y="1541"/>
                      <a:pt x="3980" y="1638"/>
                    </a:cubicBezTo>
                    <a:cubicBezTo>
                      <a:pt x="4045" y="1704"/>
                      <a:pt x="4099" y="1774"/>
                      <a:pt x="4165" y="1834"/>
                    </a:cubicBezTo>
                    <a:cubicBezTo>
                      <a:pt x="4197" y="1867"/>
                      <a:pt x="4257" y="1894"/>
                      <a:pt x="4279" y="1943"/>
                    </a:cubicBezTo>
                    <a:cubicBezTo>
                      <a:pt x="4301" y="2003"/>
                      <a:pt x="4279" y="2128"/>
                      <a:pt x="4279" y="2193"/>
                    </a:cubicBezTo>
                    <a:lnTo>
                      <a:pt x="4279" y="2274"/>
                    </a:lnTo>
                    <a:cubicBezTo>
                      <a:pt x="4239" y="2271"/>
                      <a:pt x="4198" y="2270"/>
                      <a:pt x="4158" y="2270"/>
                    </a:cubicBezTo>
                    <a:cubicBezTo>
                      <a:pt x="4077" y="2270"/>
                      <a:pt x="3996" y="2274"/>
                      <a:pt x="3920" y="2274"/>
                    </a:cubicBezTo>
                    <a:lnTo>
                      <a:pt x="3431" y="2280"/>
                    </a:lnTo>
                    <a:cubicBezTo>
                      <a:pt x="3278" y="2280"/>
                      <a:pt x="3112" y="2268"/>
                      <a:pt x="2949" y="2268"/>
                    </a:cubicBezTo>
                    <a:cubicBezTo>
                      <a:pt x="2839" y="2268"/>
                      <a:pt x="2731" y="2273"/>
                      <a:pt x="2626" y="2291"/>
                    </a:cubicBezTo>
                    <a:cubicBezTo>
                      <a:pt x="2626" y="2231"/>
                      <a:pt x="2626" y="2177"/>
                      <a:pt x="2626" y="2117"/>
                    </a:cubicBezTo>
                    <a:cubicBezTo>
                      <a:pt x="2621" y="2052"/>
                      <a:pt x="2621" y="1986"/>
                      <a:pt x="2626" y="1921"/>
                    </a:cubicBezTo>
                    <a:lnTo>
                      <a:pt x="2621" y="1921"/>
                    </a:lnTo>
                    <a:cubicBezTo>
                      <a:pt x="2632" y="1840"/>
                      <a:pt x="2653" y="1818"/>
                      <a:pt x="2724" y="1785"/>
                    </a:cubicBezTo>
                    <a:cubicBezTo>
                      <a:pt x="2996" y="1666"/>
                      <a:pt x="3099" y="1437"/>
                      <a:pt x="3159" y="1155"/>
                    </a:cubicBezTo>
                    <a:cubicBezTo>
                      <a:pt x="3197" y="986"/>
                      <a:pt x="3224" y="818"/>
                      <a:pt x="3257" y="655"/>
                    </a:cubicBezTo>
                    <a:cubicBezTo>
                      <a:pt x="3273" y="578"/>
                      <a:pt x="3300" y="508"/>
                      <a:pt x="3317" y="426"/>
                    </a:cubicBezTo>
                    <a:cubicBezTo>
                      <a:pt x="3322" y="372"/>
                      <a:pt x="3322" y="307"/>
                      <a:pt x="3333" y="247"/>
                    </a:cubicBezTo>
                    <a:cubicBezTo>
                      <a:pt x="3382" y="258"/>
                      <a:pt x="3436" y="269"/>
                      <a:pt x="3491" y="269"/>
                    </a:cubicBezTo>
                    <a:cubicBezTo>
                      <a:pt x="3523" y="263"/>
                      <a:pt x="3556" y="258"/>
                      <a:pt x="3588" y="247"/>
                    </a:cubicBezTo>
                    <a:cubicBezTo>
                      <a:pt x="3616" y="242"/>
                      <a:pt x="3624" y="234"/>
                      <a:pt x="3627" y="234"/>
                    </a:cubicBezTo>
                    <a:close/>
                    <a:moveTo>
                      <a:pt x="610" y="2405"/>
                    </a:moveTo>
                    <a:cubicBezTo>
                      <a:pt x="719" y="2421"/>
                      <a:pt x="831" y="2425"/>
                      <a:pt x="943" y="2425"/>
                    </a:cubicBezTo>
                    <a:cubicBezTo>
                      <a:pt x="1102" y="2425"/>
                      <a:pt x="1263" y="2416"/>
                      <a:pt x="1420" y="2416"/>
                    </a:cubicBezTo>
                    <a:lnTo>
                      <a:pt x="1882" y="2416"/>
                    </a:lnTo>
                    <a:cubicBezTo>
                      <a:pt x="1965" y="2416"/>
                      <a:pt x="2051" y="2421"/>
                      <a:pt x="2136" y="2421"/>
                    </a:cubicBezTo>
                    <a:cubicBezTo>
                      <a:pt x="2178" y="2421"/>
                      <a:pt x="2220" y="2419"/>
                      <a:pt x="2262" y="2416"/>
                    </a:cubicBezTo>
                    <a:lnTo>
                      <a:pt x="2262" y="2731"/>
                    </a:lnTo>
                    <a:lnTo>
                      <a:pt x="2268" y="2736"/>
                    </a:lnTo>
                    <a:lnTo>
                      <a:pt x="2257" y="2736"/>
                    </a:lnTo>
                    <a:cubicBezTo>
                      <a:pt x="2183" y="2755"/>
                      <a:pt x="2109" y="2760"/>
                      <a:pt x="2035" y="2760"/>
                    </a:cubicBezTo>
                    <a:cubicBezTo>
                      <a:pt x="1911" y="2760"/>
                      <a:pt x="1786" y="2744"/>
                      <a:pt x="1660" y="2744"/>
                    </a:cubicBezTo>
                    <a:cubicBezTo>
                      <a:pt x="1613" y="2744"/>
                      <a:pt x="1565" y="2747"/>
                      <a:pt x="1517" y="2753"/>
                    </a:cubicBezTo>
                    <a:cubicBezTo>
                      <a:pt x="1425" y="2769"/>
                      <a:pt x="1327" y="2785"/>
                      <a:pt x="1229" y="2796"/>
                    </a:cubicBezTo>
                    <a:cubicBezTo>
                      <a:pt x="1137" y="2796"/>
                      <a:pt x="1039" y="2796"/>
                      <a:pt x="947" y="2802"/>
                    </a:cubicBezTo>
                    <a:cubicBezTo>
                      <a:pt x="854" y="2802"/>
                      <a:pt x="756" y="2802"/>
                      <a:pt x="664" y="2807"/>
                    </a:cubicBezTo>
                    <a:cubicBezTo>
                      <a:pt x="648" y="2807"/>
                      <a:pt x="626" y="2813"/>
                      <a:pt x="610" y="2818"/>
                    </a:cubicBezTo>
                    <a:lnTo>
                      <a:pt x="610" y="2590"/>
                    </a:lnTo>
                    <a:lnTo>
                      <a:pt x="610" y="2405"/>
                    </a:lnTo>
                    <a:close/>
                    <a:moveTo>
                      <a:pt x="2626" y="2405"/>
                    </a:moveTo>
                    <a:cubicBezTo>
                      <a:pt x="2734" y="2421"/>
                      <a:pt x="2845" y="2425"/>
                      <a:pt x="2957" y="2425"/>
                    </a:cubicBezTo>
                    <a:cubicBezTo>
                      <a:pt x="3116" y="2425"/>
                      <a:pt x="3277" y="2416"/>
                      <a:pt x="3431" y="2416"/>
                    </a:cubicBezTo>
                    <a:lnTo>
                      <a:pt x="3893" y="2416"/>
                    </a:lnTo>
                    <a:cubicBezTo>
                      <a:pt x="3976" y="2416"/>
                      <a:pt x="4062" y="2421"/>
                      <a:pt x="4147" y="2421"/>
                    </a:cubicBezTo>
                    <a:cubicBezTo>
                      <a:pt x="4189" y="2421"/>
                      <a:pt x="4232" y="2419"/>
                      <a:pt x="4273" y="2416"/>
                    </a:cubicBezTo>
                    <a:lnTo>
                      <a:pt x="4273" y="2535"/>
                    </a:lnTo>
                    <a:lnTo>
                      <a:pt x="4273" y="2731"/>
                    </a:lnTo>
                    <a:lnTo>
                      <a:pt x="4279" y="2736"/>
                    </a:lnTo>
                    <a:cubicBezTo>
                      <a:pt x="4276" y="2734"/>
                      <a:pt x="4275" y="2732"/>
                      <a:pt x="4273" y="2732"/>
                    </a:cubicBezTo>
                    <a:cubicBezTo>
                      <a:pt x="4272" y="2732"/>
                      <a:pt x="4271" y="2734"/>
                      <a:pt x="4268" y="2736"/>
                    </a:cubicBezTo>
                    <a:cubicBezTo>
                      <a:pt x="4194" y="2755"/>
                      <a:pt x="4120" y="2760"/>
                      <a:pt x="4046" y="2760"/>
                    </a:cubicBezTo>
                    <a:cubicBezTo>
                      <a:pt x="3922" y="2760"/>
                      <a:pt x="3798" y="2744"/>
                      <a:pt x="3674" y="2744"/>
                    </a:cubicBezTo>
                    <a:cubicBezTo>
                      <a:pt x="3628" y="2744"/>
                      <a:pt x="3581" y="2747"/>
                      <a:pt x="3534" y="2753"/>
                    </a:cubicBezTo>
                    <a:cubicBezTo>
                      <a:pt x="3436" y="2769"/>
                      <a:pt x="3338" y="2785"/>
                      <a:pt x="3241" y="2796"/>
                    </a:cubicBezTo>
                    <a:cubicBezTo>
                      <a:pt x="3148" y="2796"/>
                      <a:pt x="3056" y="2796"/>
                      <a:pt x="2958" y="2802"/>
                    </a:cubicBezTo>
                    <a:cubicBezTo>
                      <a:pt x="2865" y="2802"/>
                      <a:pt x="2768" y="2802"/>
                      <a:pt x="2675" y="2807"/>
                    </a:cubicBezTo>
                    <a:cubicBezTo>
                      <a:pt x="2659" y="2807"/>
                      <a:pt x="2643" y="2813"/>
                      <a:pt x="2626" y="2818"/>
                    </a:cubicBezTo>
                    <a:lnTo>
                      <a:pt x="2626" y="2590"/>
                    </a:lnTo>
                    <a:lnTo>
                      <a:pt x="2626" y="2405"/>
                    </a:lnTo>
                    <a:close/>
                    <a:moveTo>
                      <a:pt x="6616" y="2410"/>
                    </a:moveTo>
                    <a:cubicBezTo>
                      <a:pt x="6716" y="2425"/>
                      <a:pt x="6818" y="2429"/>
                      <a:pt x="6921" y="2429"/>
                    </a:cubicBezTo>
                    <a:cubicBezTo>
                      <a:pt x="7067" y="2429"/>
                      <a:pt x="7215" y="2421"/>
                      <a:pt x="7357" y="2421"/>
                    </a:cubicBezTo>
                    <a:cubicBezTo>
                      <a:pt x="7378" y="2421"/>
                      <a:pt x="7400" y="2421"/>
                      <a:pt x="7421" y="2421"/>
                    </a:cubicBezTo>
                    <a:lnTo>
                      <a:pt x="7883" y="2421"/>
                    </a:lnTo>
                    <a:cubicBezTo>
                      <a:pt x="7966" y="2421"/>
                      <a:pt x="8052" y="2426"/>
                      <a:pt x="8137" y="2426"/>
                    </a:cubicBezTo>
                    <a:cubicBezTo>
                      <a:pt x="8179" y="2426"/>
                      <a:pt x="8222" y="2425"/>
                      <a:pt x="8263" y="2421"/>
                    </a:cubicBezTo>
                    <a:lnTo>
                      <a:pt x="8263" y="2736"/>
                    </a:lnTo>
                    <a:lnTo>
                      <a:pt x="8258" y="2736"/>
                    </a:lnTo>
                    <a:cubicBezTo>
                      <a:pt x="8182" y="2757"/>
                      <a:pt x="8107" y="2763"/>
                      <a:pt x="8031" y="2763"/>
                    </a:cubicBezTo>
                    <a:cubicBezTo>
                      <a:pt x="7913" y="2763"/>
                      <a:pt x="7794" y="2748"/>
                      <a:pt x="7676" y="2748"/>
                    </a:cubicBezTo>
                    <a:cubicBezTo>
                      <a:pt x="7625" y="2748"/>
                      <a:pt x="7575" y="2750"/>
                      <a:pt x="7524" y="2758"/>
                    </a:cubicBezTo>
                    <a:cubicBezTo>
                      <a:pt x="7426" y="2775"/>
                      <a:pt x="7328" y="2791"/>
                      <a:pt x="7230" y="2796"/>
                    </a:cubicBezTo>
                    <a:cubicBezTo>
                      <a:pt x="7138" y="2796"/>
                      <a:pt x="7046" y="2796"/>
                      <a:pt x="6953" y="2802"/>
                    </a:cubicBezTo>
                    <a:cubicBezTo>
                      <a:pt x="6855" y="2807"/>
                      <a:pt x="6758" y="2802"/>
                      <a:pt x="6665" y="2813"/>
                    </a:cubicBezTo>
                    <a:cubicBezTo>
                      <a:pt x="6649" y="2813"/>
                      <a:pt x="6632" y="2818"/>
                      <a:pt x="6616" y="2818"/>
                    </a:cubicBezTo>
                    <a:lnTo>
                      <a:pt x="6616" y="2595"/>
                    </a:lnTo>
                    <a:lnTo>
                      <a:pt x="6616" y="2410"/>
                    </a:lnTo>
                    <a:close/>
                    <a:moveTo>
                      <a:pt x="8617" y="2405"/>
                    </a:moveTo>
                    <a:cubicBezTo>
                      <a:pt x="8724" y="2421"/>
                      <a:pt x="8835" y="2425"/>
                      <a:pt x="8947" y="2425"/>
                    </a:cubicBezTo>
                    <a:cubicBezTo>
                      <a:pt x="9107" y="2425"/>
                      <a:pt x="9268" y="2416"/>
                      <a:pt x="9421" y="2416"/>
                    </a:cubicBezTo>
                    <a:lnTo>
                      <a:pt x="9883" y="2416"/>
                    </a:lnTo>
                    <a:cubicBezTo>
                      <a:pt x="9966" y="2416"/>
                      <a:pt x="10052" y="2421"/>
                      <a:pt x="10137" y="2421"/>
                    </a:cubicBezTo>
                    <a:cubicBezTo>
                      <a:pt x="10180" y="2421"/>
                      <a:pt x="10222" y="2419"/>
                      <a:pt x="10264" y="2416"/>
                    </a:cubicBezTo>
                    <a:lnTo>
                      <a:pt x="10264" y="2731"/>
                    </a:lnTo>
                    <a:lnTo>
                      <a:pt x="10269" y="2736"/>
                    </a:lnTo>
                    <a:lnTo>
                      <a:pt x="10258" y="2736"/>
                    </a:lnTo>
                    <a:cubicBezTo>
                      <a:pt x="10188" y="2754"/>
                      <a:pt x="10117" y="2759"/>
                      <a:pt x="10047" y="2759"/>
                    </a:cubicBezTo>
                    <a:cubicBezTo>
                      <a:pt x="9923" y="2759"/>
                      <a:pt x="9799" y="2742"/>
                      <a:pt x="9675" y="2742"/>
                    </a:cubicBezTo>
                    <a:cubicBezTo>
                      <a:pt x="9625" y="2742"/>
                      <a:pt x="9574" y="2745"/>
                      <a:pt x="9524" y="2753"/>
                    </a:cubicBezTo>
                    <a:cubicBezTo>
                      <a:pt x="9426" y="2769"/>
                      <a:pt x="9329" y="2785"/>
                      <a:pt x="9231" y="2791"/>
                    </a:cubicBezTo>
                    <a:cubicBezTo>
                      <a:pt x="9138" y="2791"/>
                      <a:pt x="9046" y="2791"/>
                      <a:pt x="8954" y="2796"/>
                    </a:cubicBezTo>
                    <a:cubicBezTo>
                      <a:pt x="8856" y="2802"/>
                      <a:pt x="8763" y="2796"/>
                      <a:pt x="8665" y="2807"/>
                    </a:cubicBezTo>
                    <a:cubicBezTo>
                      <a:pt x="8649" y="2807"/>
                      <a:pt x="8633" y="2813"/>
                      <a:pt x="8617" y="2818"/>
                    </a:cubicBezTo>
                    <a:lnTo>
                      <a:pt x="8617" y="2590"/>
                    </a:lnTo>
                    <a:lnTo>
                      <a:pt x="8617" y="2405"/>
                    </a:lnTo>
                    <a:close/>
                    <a:moveTo>
                      <a:pt x="4605" y="2410"/>
                    </a:moveTo>
                    <a:cubicBezTo>
                      <a:pt x="4712" y="2426"/>
                      <a:pt x="4824" y="2431"/>
                      <a:pt x="4935" y="2431"/>
                    </a:cubicBezTo>
                    <a:cubicBezTo>
                      <a:pt x="5095" y="2431"/>
                      <a:pt x="5256" y="2421"/>
                      <a:pt x="5409" y="2421"/>
                    </a:cubicBezTo>
                    <a:lnTo>
                      <a:pt x="5871" y="2421"/>
                    </a:lnTo>
                    <a:cubicBezTo>
                      <a:pt x="5955" y="2421"/>
                      <a:pt x="6041" y="2426"/>
                      <a:pt x="6126" y="2426"/>
                    </a:cubicBezTo>
                    <a:cubicBezTo>
                      <a:pt x="6168" y="2426"/>
                      <a:pt x="6210" y="2425"/>
                      <a:pt x="6252" y="2421"/>
                    </a:cubicBezTo>
                    <a:lnTo>
                      <a:pt x="6252" y="2541"/>
                    </a:lnTo>
                    <a:lnTo>
                      <a:pt x="6252" y="2736"/>
                    </a:lnTo>
                    <a:lnTo>
                      <a:pt x="6257" y="2742"/>
                    </a:lnTo>
                    <a:lnTo>
                      <a:pt x="6247" y="2742"/>
                    </a:lnTo>
                    <a:cubicBezTo>
                      <a:pt x="6173" y="2760"/>
                      <a:pt x="6099" y="2766"/>
                      <a:pt x="6025" y="2766"/>
                    </a:cubicBezTo>
                    <a:cubicBezTo>
                      <a:pt x="5901" y="2766"/>
                      <a:pt x="5777" y="2750"/>
                      <a:pt x="5653" y="2750"/>
                    </a:cubicBezTo>
                    <a:cubicBezTo>
                      <a:pt x="5606" y="2750"/>
                      <a:pt x="5559" y="2752"/>
                      <a:pt x="5513" y="2758"/>
                    </a:cubicBezTo>
                    <a:cubicBezTo>
                      <a:pt x="5415" y="2775"/>
                      <a:pt x="5317" y="2791"/>
                      <a:pt x="5219" y="2802"/>
                    </a:cubicBezTo>
                    <a:cubicBezTo>
                      <a:pt x="5127" y="2802"/>
                      <a:pt x="5034" y="2802"/>
                      <a:pt x="4937" y="2807"/>
                    </a:cubicBezTo>
                    <a:cubicBezTo>
                      <a:pt x="4890" y="2810"/>
                      <a:pt x="4843" y="2810"/>
                      <a:pt x="4795" y="2810"/>
                    </a:cubicBezTo>
                    <a:cubicBezTo>
                      <a:pt x="4748" y="2810"/>
                      <a:pt x="4700" y="2810"/>
                      <a:pt x="4654" y="2813"/>
                    </a:cubicBezTo>
                    <a:cubicBezTo>
                      <a:pt x="4638" y="2818"/>
                      <a:pt x="4621" y="2818"/>
                      <a:pt x="4605" y="2823"/>
                    </a:cubicBezTo>
                    <a:lnTo>
                      <a:pt x="4605" y="2595"/>
                    </a:lnTo>
                    <a:lnTo>
                      <a:pt x="4605" y="2410"/>
                    </a:lnTo>
                    <a:close/>
                    <a:moveTo>
                      <a:pt x="1396" y="3535"/>
                    </a:moveTo>
                    <a:cubicBezTo>
                      <a:pt x="1438" y="3535"/>
                      <a:pt x="1481" y="3549"/>
                      <a:pt x="1534" y="3557"/>
                    </a:cubicBezTo>
                    <a:cubicBezTo>
                      <a:pt x="1538" y="3557"/>
                      <a:pt x="1542" y="3557"/>
                      <a:pt x="1545" y="3557"/>
                    </a:cubicBezTo>
                    <a:cubicBezTo>
                      <a:pt x="1595" y="3557"/>
                      <a:pt x="1639" y="3588"/>
                      <a:pt x="1659" y="3639"/>
                    </a:cubicBezTo>
                    <a:cubicBezTo>
                      <a:pt x="1691" y="3693"/>
                      <a:pt x="1724" y="3753"/>
                      <a:pt x="1751" y="3813"/>
                    </a:cubicBezTo>
                    <a:cubicBezTo>
                      <a:pt x="1784" y="3900"/>
                      <a:pt x="1816" y="3981"/>
                      <a:pt x="1854" y="4068"/>
                    </a:cubicBezTo>
                    <a:lnTo>
                      <a:pt x="1800" y="4046"/>
                    </a:lnTo>
                    <a:cubicBezTo>
                      <a:pt x="1626" y="3998"/>
                      <a:pt x="1463" y="3921"/>
                      <a:pt x="1316" y="3824"/>
                    </a:cubicBezTo>
                    <a:cubicBezTo>
                      <a:pt x="1267" y="3796"/>
                      <a:pt x="1224" y="3769"/>
                      <a:pt x="1180" y="3742"/>
                    </a:cubicBezTo>
                    <a:cubicBezTo>
                      <a:pt x="1202" y="3688"/>
                      <a:pt x="1235" y="3633"/>
                      <a:pt x="1273" y="3590"/>
                    </a:cubicBezTo>
                    <a:cubicBezTo>
                      <a:pt x="1318" y="3548"/>
                      <a:pt x="1356" y="3535"/>
                      <a:pt x="1396" y="3535"/>
                    </a:cubicBezTo>
                    <a:close/>
                    <a:moveTo>
                      <a:pt x="10269" y="2894"/>
                    </a:moveTo>
                    <a:lnTo>
                      <a:pt x="10269" y="3182"/>
                    </a:lnTo>
                    <a:cubicBezTo>
                      <a:pt x="10269" y="3302"/>
                      <a:pt x="10258" y="3438"/>
                      <a:pt x="10269" y="3568"/>
                    </a:cubicBezTo>
                    <a:cubicBezTo>
                      <a:pt x="10160" y="3622"/>
                      <a:pt x="10062" y="3688"/>
                      <a:pt x="9959" y="3742"/>
                    </a:cubicBezTo>
                    <a:lnTo>
                      <a:pt x="9905" y="3764"/>
                    </a:lnTo>
                    <a:cubicBezTo>
                      <a:pt x="9883" y="3715"/>
                      <a:pt x="9856" y="3666"/>
                      <a:pt x="9829" y="3617"/>
                    </a:cubicBezTo>
                    <a:cubicBezTo>
                      <a:pt x="9791" y="3552"/>
                      <a:pt x="9747" y="3459"/>
                      <a:pt x="9671" y="3427"/>
                    </a:cubicBezTo>
                    <a:cubicBezTo>
                      <a:pt x="9606" y="3410"/>
                      <a:pt x="9541" y="3400"/>
                      <a:pt x="9475" y="3394"/>
                    </a:cubicBezTo>
                    <a:cubicBezTo>
                      <a:pt x="9454" y="3390"/>
                      <a:pt x="9432" y="3387"/>
                      <a:pt x="9411" y="3387"/>
                    </a:cubicBezTo>
                    <a:cubicBezTo>
                      <a:pt x="9307" y="3387"/>
                      <a:pt x="9208" y="3440"/>
                      <a:pt x="9149" y="3530"/>
                    </a:cubicBezTo>
                    <a:cubicBezTo>
                      <a:pt x="9062" y="3650"/>
                      <a:pt x="8981" y="3851"/>
                      <a:pt x="9051" y="3992"/>
                    </a:cubicBezTo>
                    <a:cubicBezTo>
                      <a:pt x="9058" y="4004"/>
                      <a:pt x="9072" y="4011"/>
                      <a:pt x="9087" y="4011"/>
                    </a:cubicBezTo>
                    <a:cubicBezTo>
                      <a:pt x="9098" y="4011"/>
                      <a:pt x="9110" y="4007"/>
                      <a:pt x="9117" y="3998"/>
                    </a:cubicBezTo>
                    <a:lnTo>
                      <a:pt x="9133" y="3987"/>
                    </a:lnTo>
                    <a:cubicBezTo>
                      <a:pt x="9138" y="3981"/>
                      <a:pt x="9138" y="3970"/>
                      <a:pt x="9133" y="3965"/>
                    </a:cubicBezTo>
                    <a:cubicBezTo>
                      <a:pt x="9095" y="3889"/>
                      <a:pt x="9220" y="3655"/>
                      <a:pt x="9280" y="3601"/>
                    </a:cubicBezTo>
                    <a:cubicBezTo>
                      <a:pt x="9324" y="3556"/>
                      <a:pt x="9363" y="3543"/>
                      <a:pt x="9405" y="3543"/>
                    </a:cubicBezTo>
                    <a:cubicBezTo>
                      <a:pt x="9445" y="3543"/>
                      <a:pt x="9488" y="3555"/>
                      <a:pt x="9541" y="3563"/>
                    </a:cubicBezTo>
                    <a:cubicBezTo>
                      <a:pt x="9595" y="3563"/>
                      <a:pt x="9644" y="3595"/>
                      <a:pt x="9666" y="3644"/>
                    </a:cubicBezTo>
                    <a:cubicBezTo>
                      <a:pt x="9698" y="3704"/>
                      <a:pt x="9725" y="3758"/>
                      <a:pt x="9753" y="3824"/>
                    </a:cubicBezTo>
                    <a:cubicBezTo>
                      <a:pt x="9649" y="3856"/>
                      <a:pt x="9541" y="3889"/>
                      <a:pt x="9437" y="3921"/>
                    </a:cubicBezTo>
                    <a:cubicBezTo>
                      <a:pt x="9166" y="4008"/>
                      <a:pt x="8877" y="4063"/>
                      <a:pt x="8595" y="4128"/>
                    </a:cubicBezTo>
                    <a:cubicBezTo>
                      <a:pt x="8551" y="3992"/>
                      <a:pt x="8595" y="3845"/>
                      <a:pt x="8611" y="3709"/>
                    </a:cubicBezTo>
                    <a:cubicBezTo>
                      <a:pt x="8627" y="3590"/>
                      <a:pt x="8627" y="3470"/>
                      <a:pt x="8600" y="3351"/>
                    </a:cubicBezTo>
                    <a:lnTo>
                      <a:pt x="8606" y="3345"/>
                    </a:lnTo>
                    <a:cubicBezTo>
                      <a:pt x="8611" y="3280"/>
                      <a:pt x="8611" y="3199"/>
                      <a:pt x="8611" y="3139"/>
                    </a:cubicBezTo>
                    <a:cubicBezTo>
                      <a:pt x="8611" y="3079"/>
                      <a:pt x="8611" y="3003"/>
                      <a:pt x="8617" y="2938"/>
                    </a:cubicBezTo>
                    <a:cubicBezTo>
                      <a:pt x="8625" y="2935"/>
                      <a:pt x="8633" y="2934"/>
                      <a:pt x="8641" y="2934"/>
                    </a:cubicBezTo>
                    <a:cubicBezTo>
                      <a:pt x="8649" y="2934"/>
                      <a:pt x="8657" y="2935"/>
                      <a:pt x="8665" y="2938"/>
                    </a:cubicBezTo>
                    <a:cubicBezTo>
                      <a:pt x="8780" y="2938"/>
                      <a:pt x="8888" y="2948"/>
                      <a:pt x="8997" y="2948"/>
                    </a:cubicBezTo>
                    <a:cubicBezTo>
                      <a:pt x="9051" y="2951"/>
                      <a:pt x="9106" y="2953"/>
                      <a:pt x="9160" y="2953"/>
                    </a:cubicBezTo>
                    <a:cubicBezTo>
                      <a:pt x="9214" y="2953"/>
                      <a:pt x="9269" y="2951"/>
                      <a:pt x="9323" y="2948"/>
                    </a:cubicBezTo>
                    <a:cubicBezTo>
                      <a:pt x="9426" y="2938"/>
                      <a:pt x="9524" y="2910"/>
                      <a:pt x="9628" y="2910"/>
                    </a:cubicBezTo>
                    <a:cubicBezTo>
                      <a:pt x="9774" y="2910"/>
                      <a:pt x="9916" y="2932"/>
                      <a:pt x="10062" y="2932"/>
                    </a:cubicBezTo>
                    <a:cubicBezTo>
                      <a:pt x="10074" y="2933"/>
                      <a:pt x="10085" y="2933"/>
                      <a:pt x="10097" y="2933"/>
                    </a:cubicBezTo>
                    <a:cubicBezTo>
                      <a:pt x="10156" y="2933"/>
                      <a:pt x="10214" y="2921"/>
                      <a:pt x="10269" y="2894"/>
                    </a:cubicBezTo>
                    <a:close/>
                    <a:moveTo>
                      <a:pt x="2262" y="2894"/>
                    </a:moveTo>
                    <a:lnTo>
                      <a:pt x="2262" y="3177"/>
                    </a:lnTo>
                    <a:cubicBezTo>
                      <a:pt x="2262" y="3362"/>
                      <a:pt x="2240" y="3568"/>
                      <a:pt x="2284" y="3753"/>
                    </a:cubicBezTo>
                    <a:cubicBezTo>
                      <a:pt x="2278" y="3856"/>
                      <a:pt x="2268" y="3960"/>
                      <a:pt x="2268" y="4057"/>
                    </a:cubicBezTo>
                    <a:cubicBezTo>
                      <a:pt x="2273" y="4117"/>
                      <a:pt x="2284" y="4177"/>
                      <a:pt x="2295" y="4237"/>
                    </a:cubicBezTo>
                    <a:cubicBezTo>
                      <a:pt x="2181" y="4199"/>
                      <a:pt x="2072" y="4155"/>
                      <a:pt x="1963" y="4112"/>
                    </a:cubicBezTo>
                    <a:cubicBezTo>
                      <a:pt x="2007" y="3943"/>
                      <a:pt x="1898" y="3758"/>
                      <a:pt x="1822" y="3617"/>
                    </a:cubicBezTo>
                    <a:cubicBezTo>
                      <a:pt x="1784" y="3546"/>
                      <a:pt x="1735" y="3454"/>
                      <a:pt x="1664" y="3421"/>
                    </a:cubicBezTo>
                    <a:cubicBezTo>
                      <a:pt x="1599" y="3405"/>
                      <a:pt x="1534" y="3394"/>
                      <a:pt x="1468" y="3389"/>
                    </a:cubicBezTo>
                    <a:cubicBezTo>
                      <a:pt x="1450" y="3386"/>
                      <a:pt x="1432" y="3384"/>
                      <a:pt x="1413" y="3384"/>
                    </a:cubicBezTo>
                    <a:cubicBezTo>
                      <a:pt x="1306" y="3384"/>
                      <a:pt x="1203" y="3437"/>
                      <a:pt x="1142" y="3525"/>
                    </a:cubicBezTo>
                    <a:cubicBezTo>
                      <a:pt x="1110" y="3574"/>
                      <a:pt x="1083" y="3622"/>
                      <a:pt x="1061" y="3671"/>
                    </a:cubicBezTo>
                    <a:cubicBezTo>
                      <a:pt x="985" y="3628"/>
                      <a:pt x="914" y="3584"/>
                      <a:pt x="843" y="3536"/>
                    </a:cubicBezTo>
                    <a:cubicBezTo>
                      <a:pt x="762" y="3492"/>
                      <a:pt x="691" y="3427"/>
                      <a:pt x="642" y="3351"/>
                    </a:cubicBezTo>
                    <a:lnTo>
                      <a:pt x="599" y="3269"/>
                    </a:lnTo>
                    <a:lnTo>
                      <a:pt x="599" y="3144"/>
                    </a:lnTo>
                    <a:lnTo>
                      <a:pt x="604" y="3133"/>
                    </a:lnTo>
                    <a:cubicBezTo>
                      <a:pt x="604" y="3068"/>
                      <a:pt x="604" y="2997"/>
                      <a:pt x="610" y="2932"/>
                    </a:cubicBezTo>
                    <a:lnTo>
                      <a:pt x="664" y="2932"/>
                    </a:lnTo>
                    <a:cubicBezTo>
                      <a:pt x="773" y="2932"/>
                      <a:pt x="881" y="2943"/>
                      <a:pt x="996" y="2948"/>
                    </a:cubicBezTo>
                    <a:cubicBezTo>
                      <a:pt x="1050" y="2951"/>
                      <a:pt x="1104" y="2953"/>
                      <a:pt x="1158" y="2953"/>
                    </a:cubicBezTo>
                    <a:cubicBezTo>
                      <a:pt x="1212" y="2953"/>
                      <a:pt x="1265" y="2951"/>
                      <a:pt x="1316" y="2948"/>
                    </a:cubicBezTo>
                    <a:cubicBezTo>
                      <a:pt x="1420" y="2938"/>
                      <a:pt x="1517" y="2905"/>
                      <a:pt x="1621" y="2905"/>
                    </a:cubicBezTo>
                    <a:cubicBezTo>
                      <a:pt x="1767" y="2905"/>
                      <a:pt x="1914" y="2932"/>
                      <a:pt x="2061" y="2932"/>
                    </a:cubicBezTo>
                    <a:cubicBezTo>
                      <a:pt x="2069" y="2933"/>
                      <a:pt x="2078" y="2933"/>
                      <a:pt x="2087" y="2933"/>
                    </a:cubicBezTo>
                    <a:cubicBezTo>
                      <a:pt x="2144" y="2933"/>
                      <a:pt x="2205" y="2918"/>
                      <a:pt x="2262" y="2894"/>
                    </a:cubicBezTo>
                    <a:close/>
                    <a:moveTo>
                      <a:pt x="7414" y="3538"/>
                    </a:moveTo>
                    <a:cubicBezTo>
                      <a:pt x="7454" y="3538"/>
                      <a:pt x="7495" y="3549"/>
                      <a:pt x="7546" y="3557"/>
                    </a:cubicBezTo>
                    <a:cubicBezTo>
                      <a:pt x="7600" y="3557"/>
                      <a:pt x="7649" y="3590"/>
                      <a:pt x="7671" y="3639"/>
                    </a:cubicBezTo>
                    <a:cubicBezTo>
                      <a:pt x="7703" y="3699"/>
                      <a:pt x="7736" y="3758"/>
                      <a:pt x="7763" y="3818"/>
                    </a:cubicBezTo>
                    <a:cubicBezTo>
                      <a:pt x="7790" y="3883"/>
                      <a:pt x="7818" y="3960"/>
                      <a:pt x="7845" y="4025"/>
                    </a:cubicBezTo>
                    <a:lnTo>
                      <a:pt x="7839" y="4025"/>
                    </a:lnTo>
                    <a:lnTo>
                      <a:pt x="7839" y="4074"/>
                    </a:lnTo>
                    <a:cubicBezTo>
                      <a:pt x="7834" y="4133"/>
                      <a:pt x="7823" y="4188"/>
                      <a:pt x="7807" y="4248"/>
                    </a:cubicBezTo>
                    <a:cubicBezTo>
                      <a:pt x="7779" y="4258"/>
                      <a:pt x="7752" y="4275"/>
                      <a:pt x="7741" y="4302"/>
                    </a:cubicBezTo>
                    <a:cubicBezTo>
                      <a:pt x="7616" y="4329"/>
                      <a:pt x="7491" y="4362"/>
                      <a:pt x="7366" y="4389"/>
                    </a:cubicBezTo>
                    <a:cubicBezTo>
                      <a:pt x="7307" y="4400"/>
                      <a:pt x="7247" y="4411"/>
                      <a:pt x="7187" y="4422"/>
                    </a:cubicBezTo>
                    <a:cubicBezTo>
                      <a:pt x="7187" y="4416"/>
                      <a:pt x="7187" y="4405"/>
                      <a:pt x="7187" y="4400"/>
                    </a:cubicBezTo>
                    <a:cubicBezTo>
                      <a:pt x="7154" y="4335"/>
                      <a:pt x="7138" y="4264"/>
                      <a:pt x="7127" y="4193"/>
                    </a:cubicBezTo>
                    <a:cubicBezTo>
                      <a:pt x="7133" y="4117"/>
                      <a:pt x="7143" y="4046"/>
                      <a:pt x="7160" y="3970"/>
                    </a:cubicBezTo>
                    <a:cubicBezTo>
                      <a:pt x="7171" y="3905"/>
                      <a:pt x="7171" y="3834"/>
                      <a:pt x="7182" y="3764"/>
                    </a:cubicBezTo>
                    <a:cubicBezTo>
                      <a:pt x="7209" y="3704"/>
                      <a:pt x="7241" y="3644"/>
                      <a:pt x="7285" y="3595"/>
                    </a:cubicBezTo>
                    <a:cubicBezTo>
                      <a:pt x="7332" y="3551"/>
                      <a:pt x="7373" y="3538"/>
                      <a:pt x="7414" y="3538"/>
                    </a:cubicBezTo>
                    <a:close/>
                    <a:moveTo>
                      <a:pt x="8269" y="2894"/>
                    </a:moveTo>
                    <a:lnTo>
                      <a:pt x="8269" y="3182"/>
                    </a:lnTo>
                    <a:cubicBezTo>
                      <a:pt x="8269" y="3389"/>
                      <a:pt x="8241" y="3633"/>
                      <a:pt x="8312" y="3834"/>
                    </a:cubicBezTo>
                    <a:cubicBezTo>
                      <a:pt x="8312" y="3834"/>
                      <a:pt x="8312" y="3834"/>
                      <a:pt x="8312" y="3840"/>
                    </a:cubicBezTo>
                    <a:cubicBezTo>
                      <a:pt x="8285" y="3954"/>
                      <a:pt x="8269" y="4095"/>
                      <a:pt x="8334" y="4193"/>
                    </a:cubicBezTo>
                    <a:cubicBezTo>
                      <a:pt x="8220" y="4215"/>
                      <a:pt x="8100" y="4231"/>
                      <a:pt x="7986" y="4253"/>
                    </a:cubicBezTo>
                    <a:cubicBezTo>
                      <a:pt x="7986" y="4199"/>
                      <a:pt x="7986" y="4144"/>
                      <a:pt x="7975" y="4085"/>
                    </a:cubicBezTo>
                    <a:cubicBezTo>
                      <a:pt x="7981" y="3987"/>
                      <a:pt x="7964" y="3889"/>
                      <a:pt x="7921" y="3802"/>
                    </a:cubicBezTo>
                    <a:cubicBezTo>
                      <a:pt x="7921" y="3791"/>
                      <a:pt x="7921" y="3780"/>
                      <a:pt x="7915" y="3769"/>
                    </a:cubicBezTo>
                    <a:cubicBezTo>
                      <a:pt x="7915" y="3758"/>
                      <a:pt x="7904" y="3742"/>
                      <a:pt x="7888" y="3737"/>
                    </a:cubicBezTo>
                    <a:cubicBezTo>
                      <a:pt x="7872" y="3699"/>
                      <a:pt x="7845" y="3655"/>
                      <a:pt x="7823" y="3622"/>
                    </a:cubicBezTo>
                    <a:cubicBezTo>
                      <a:pt x="7785" y="3552"/>
                      <a:pt x="7741" y="3459"/>
                      <a:pt x="7665" y="3427"/>
                    </a:cubicBezTo>
                    <a:cubicBezTo>
                      <a:pt x="7600" y="3410"/>
                      <a:pt x="7535" y="3400"/>
                      <a:pt x="7470" y="3394"/>
                    </a:cubicBezTo>
                    <a:cubicBezTo>
                      <a:pt x="7448" y="3390"/>
                      <a:pt x="7427" y="3388"/>
                      <a:pt x="7407" y="3388"/>
                    </a:cubicBezTo>
                    <a:cubicBezTo>
                      <a:pt x="7315" y="3388"/>
                      <a:pt x="7228" y="3427"/>
                      <a:pt x="7171" y="3497"/>
                    </a:cubicBezTo>
                    <a:cubicBezTo>
                      <a:pt x="7013" y="3617"/>
                      <a:pt x="7013" y="3807"/>
                      <a:pt x="6970" y="3987"/>
                    </a:cubicBezTo>
                    <a:cubicBezTo>
                      <a:pt x="6931" y="4139"/>
                      <a:pt x="6904" y="4345"/>
                      <a:pt x="7035" y="4449"/>
                    </a:cubicBezTo>
                    <a:lnTo>
                      <a:pt x="6872" y="4476"/>
                    </a:lnTo>
                    <a:cubicBezTo>
                      <a:pt x="6768" y="4498"/>
                      <a:pt x="6665" y="4503"/>
                      <a:pt x="6567" y="4514"/>
                    </a:cubicBezTo>
                    <a:cubicBezTo>
                      <a:pt x="6567" y="4307"/>
                      <a:pt x="6556" y="4095"/>
                      <a:pt x="6546" y="3889"/>
                    </a:cubicBezTo>
                    <a:cubicBezTo>
                      <a:pt x="6540" y="3769"/>
                      <a:pt x="6546" y="3644"/>
                      <a:pt x="6535" y="3519"/>
                    </a:cubicBezTo>
                    <a:cubicBezTo>
                      <a:pt x="6616" y="3427"/>
                      <a:pt x="6600" y="3258"/>
                      <a:pt x="6600" y="3144"/>
                    </a:cubicBezTo>
                    <a:lnTo>
                      <a:pt x="6611" y="3139"/>
                    </a:lnTo>
                    <a:cubicBezTo>
                      <a:pt x="6611" y="3073"/>
                      <a:pt x="6611" y="3003"/>
                      <a:pt x="6616" y="2938"/>
                    </a:cubicBezTo>
                    <a:cubicBezTo>
                      <a:pt x="6624" y="2935"/>
                      <a:pt x="6632" y="2934"/>
                      <a:pt x="6641" y="2934"/>
                    </a:cubicBezTo>
                    <a:cubicBezTo>
                      <a:pt x="6649" y="2934"/>
                      <a:pt x="6657" y="2935"/>
                      <a:pt x="6665" y="2938"/>
                    </a:cubicBezTo>
                    <a:cubicBezTo>
                      <a:pt x="6774" y="2938"/>
                      <a:pt x="6888" y="2948"/>
                      <a:pt x="6997" y="2948"/>
                    </a:cubicBezTo>
                    <a:cubicBezTo>
                      <a:pt x="7051" y="2954"/>
                      <a:pt x="7105" y="2957"/>
                      <a:pt x="7160" y="2957"/>
                    </a:cubicBezTo>
                    <a:cubicBezTo>
                      <a:pt x="7214" y="2957"/>
                      <a:pt x="7268" y="2954"/>
                      <a:pt x="7323" y="2948"/>
                    </a:cubicBezTo>
                    <a:cubicBezTo>
                      <a:pt x="7426" y="2938"/>
                      <a:pt x="7524" y="2910"/>
                      <a:pt x="7627" y="2910"/>
                    </a:cubicBezTo>
                    <a:cubicBezTo>
                      <a:pt x="7769" y="2910"/>
                      <a:pt x="7915" y="2932"/>
                      <a:pt x="8062" y="2938"/>
                    </a:cubicBezTo>
                    <a:cubicBezTo>
                      <a:pt x="8071" y="2938"/>
                      <a:pt x="8080" y="2939"/>
                      <a:pt x="8089" y="2939"/>
                    </a:cubicBezTo>
                    <a:cubicBezTo>
                      <a:pt x="8151" y="2939"/>
                      <a:pt x="8212" y="2923"/>
                      <a:pt x="8269" y="2894"/>
                    </a:cubicBezTo>
                    <a:close/>
                    <a:moveTo>
                      <a:pt x="3405" y="3535"/>
                    </a:moveTo>
                    <a:cubicBezTo>
                      <a:pt x="3446" y="3535"/>
                      <a:pt x="3489" y="3549"/>
                      <a:pt x="3545" y="3557"/>
                    </a:cubicBezTo>
                    <a:cubicBezTo>
                      <a:pt x="3549" y="3557"/>
                      <a:pt x="3553" y="3557"/>
                      <a:pt x="3557" y="3557"/>
                    </a:cubicBezTo>
                    <a:cubicBezTo>
                      <a:pt x="3606" y="3557"/>
                      <a:pt x="3650" y="3588"/>
                      <a:pt x="3670" y="3639"/>
                    </a:cubicBezTo>
                    <a:cubicBezTo>
                      <a:pt x="3703" y="3693"/>
                      <a:pt x="3735" y="3753"/>
                      <a:pt x="3762" y="3813"/>
                    </a:cubicBezTo>
                    <a:cubicBezTo>
                      <a:pt x="3800" y="3900"/>
                      <a:pt x="3828" y="3992"/>
                      <a:pt x="3866" y="4079"/>
                    </a:cubicBezTo>
                    <a:cubicBezTo>
                      <a:pt x="3860" y="4128"/>
                      <a:pt x="3855" y="4177"/>
                      <a:pt x="3855" y="4226"/>
                    </a:cubicBezTo>
                    <a:cubicBezTo>
                      <a:pt x="3839" y="4323"/>
                      <a:pt x="3833" y="4421"/>
                      <a:pt x="3838" y="4519"/>
                    </a:cubicBezTo>
                    <a:lnTo>
                      <a:pt x="3838" y="4519"/>
                    </a:lnTo>
                    <a:lnTo>
                      <a:pt x="3273" y="4443"/>
                    </a:lnTo>
                    <a:cubicBezTo>
                      <a:pt x="3203" y="4432"/>
                      <a:pt x="3143" y="4422"/>
                      <a:pt x="3077" y="4405"/>
                    </a:cubicBezTo>
                    <a:cubicBezTo>
                      <a:pt x="3072" y="4340"/>
                      <a:pt x="3072" y="4280"/>
                      <a:pt x="3077" y="4215"/>
                    </a:cubicBezTo>
                    <a:lnTo>
                      <a:pt x="3077" y="4003"/>
                    </a:lnTo>
                    <a:cubicBezTo>
                      <a:pt x="3082" y="4004"/>
                      <a:pt x="3086" y="4005"/>
                      <a:pt x="3091" y="4005"/>
                    </a:cubicBezTo>
                    <a:cubicBezTo>
                      <a:pt x="3103" y="4005"/>
                      <a:pt x="3114" y="4000"/>
                      <a:pt x="3126" y="3992"/>
                    </a:cubicBezTo>
                    <a:lnTo>
                      <a:pt x="3137" y="3981"/>
                    </a:lnTo>
                    <a:cubicBezTo>
                      <a:pt x="3143" y="3970"/>
                      <a:pt x="3143" y="3965"/>
                      <a:pt x="3137" y="3960"/>
                    </a:cubicBezTo>
                    <a:cubicBezTo>
                      <a:pt x="3099" y="3883"/>
                      <a:pt x="3224" y="3650"/>
                      <a:pt x="3284" y="3590"/>
                    </a:cubicBezTo>
                    <a:cubicBezTo>
                      <a:pt x="3329" y="3548"/>
                      <a:pt x="3366" y="3535"/>
                      <a:pt x="3405" y="3535"/>
                    </a:cubicBezTo>
                    <a:close/>
                    <a:moveTo>
                      <a:pt x="4279" y="2894"/>
                    </a:moveTo>
                    <a:lnTo>
                      <a:pt x="4279" y="3177"/>
                    </a:lnTo>
                    <a:cubicBezTo>
                      <a:pt x="4268" y="3351"/>
                      <a:pt x="4273" y="3519"/>
                      <a:pt x="4290" y="3693"/>
                    </a:cubicBezTo>
                    <a:cubicBezTo>
                      <a:pt x="4279" y="3715"/>
                      <a:pt x="4273" y="3737"/>
                      <a:pt x="4273" y="3758"/>
                    </a:cubicBezTo>
                    <a:cubicBezTo>
                      <a:pt x="4268" y="3818"/>
                      <a:pt x="4273" y="3878"/>
                      <a:pt x="4273" y="3938"/>
                    </a:cubicBezTo>
                    <a:cubicBezTo>
                      <a:pt x="4279" y="4090"/>
                      <a:pt x="4279" y="4242"/>
                      <a:pt x="4262" y="4394"/>
                    </a:cubicBezTo>
                    <a:cubicBezTo>
                      <a:pt x="4252" y="4454"/>
                      <a:pt x="4230" y="4514"/>
                      <a:pt x="4224" y="4574"/>
                    </a:cubicBezTo>
                    <a:lnTo>
                      <a:pt x="4056" y="4552"/>
                    </a:lnTo>
                    <a:cubicBezTo>
                      <a:pt x="4056" y="4519"/>
                      <a:pt x="4056" y="4492"/>
                      <a:pt x="4056" y="4460"/>
                    </a:cubicBezTo>
                    <a:cubicBezTo>
                      <a:pt x="4056" y="4335"/>
                      <a:pt x="4045" y="4210"/>
                      <a:pt x="4040" y="4085"/>
                    </a:cubicBezTo>
                    <a:cubicBezTo>
                      <a:pt x="4040" y="3987"/>
                      <a:pt x="4018" y="3813"/>
                      <a:pt x="3909" y="3758"/>
                    </a:cubicBezTo>
                    <a:cubicBezTo>
                      <a:pt x="3887" y="3709"/>
                      <a:pt x="3860" y="3661"/>
                      <a:pt x="3833" y="3617"/>
                    </a:cubicBezTo>
                    <a:cubicBezTo>
                      <a:pt x="3795" y="3546"/>
                      <a:pt x="3752" y="3454"/>
                      <a:pt x="3675" y="3421"/>
                    </a:cubicBezTo>
                    <a:cubicBezTo>
                      <a:pt x="3610" y="3405"/>
                      <a:pt x="3545" y="3394"/>
                      <a:pt x="3480" y="3389"/>
                    </a:cubicBezTo>
                    <a:cubicBezTo>
                      <a:pt x="3460" y="3385"/>
                      <a:pt x="3441" y="3384"/>
                      <a:pt x="3421" y="3384"/>
                    </a:cubicBezTo>
                    <a:cubicBezTo>
                      <a:pt x="3316" y="3384"/>
                      <a:pt x="3213" y="3433"/>
                      <a:pt x="3154" y="3525"/>
                    </a:cubicBezTo>
                    <a:cubicBezTo>
                      <a:pt x="3132" y="3557"/>
                      <a:pt x="3110" y="3590"/>
                      <a:pt x="3094" y="3628"/>
                    </a:cubicBezTo>
                    <a:cubicBezTo>
                      <a:pt x="3007" y="3709"/>
                      <a:pt x="2963" y="3824"/>
                      <a:pt x="2958" y="3943"/>
                    </a:cubicBezTo>
                    <a:cubicBezTo>
                      <a:pt x="2947" y="4063"/>
                      <a:pt x="2947" y="4182"/>
                      <a:pt x="2942" y="4297"/>
                    </a:cubicBezTo>
                    <a:lnTo>
                      <a:pt x="2942" y="4384"/>
                    </a:lnTo>
                    <a:lnTo>
                      <a:pt x="2865" y="4367"/>
                    </a:lnTo>
                    <a:cubicBezTo>
                      <a:pt x="2773" y="4356"/>
                      <a:pt x="2681" y="4340"/>
                      <a:pt x="2594" y="4324"/>
                    </a:cubicBezTo>
                    <a:cubicBezTo>
                      <a:pt x="2588" y="4237"/>
                      <a:pt x="2577" y="4150"/>
                      <a:pt x="2556" y="4068"/>
                    </a:cubicBezTo>
                    <a:cubicBezTo>
                      <a:pt x="2534" y="3954"/>
                      <a:pt x="2545" y="3840"/>
                      <a:pt x="2534" y="3726"/>
                    </a:cubicBezTo>
                    <a:cubicBezTo>
                      <a:pt x="2528" y="3677"/>
                      <a:pt x="2518" y="3622"/>
                      <a:pt x="2501" y="3574"/>
                    </a:cubicBezTo>
                    <a:lnTo>
                      <a:pt x="2501" y="3536"/>
                    </a:lnTo>
                    <a:lnTo>
                      <a:pt x="2507" y="3536"/>
                    </a:lnTo>
                    <a:cubicBezTo>
                      <a:pt x="2523" y="3536"/>
                      <a:pt x="2534" y="3530"/>
                      <a:pt x="2545" y="3519"/>
                    </a:cubicBezTo>
                    <a:cubicBezTo>
                      <a:pt x="2632" y="3427"/>
                      <a:pt x="2615" y="3253"/>
                      <a:pt x="2615" y="3133"/>
                    </a:cubicBezTo>
                    <a:cubicBezTo>
                      <a:pt x="2615" y="3068"/>
                      <a:pt x="2621" y="2997"/>
                      <a:pt x="2621" y="2932"/>
                    </a:cubicBezTo>
                    <a:lnTo>
                      <a:pt x="2675" y="2932"/>
                    </a:lnTo>
                    <a:cubicBezTo>
                      <a:pt x="2784" y="2932"/>
                      <a:pt x="2898" y="2943"/>
                      <a:pt x="3007" y="2948"/>
                    </a:cubicBezTo>
                    <a:cubicBezTo>
                      <a:pt x="3061" y="2951"/>
                      <a:pt x="3116" y="2953"/>
                      <a:pt x="3170" y="2953"/>
                    </a:cubicBezTo>
                    <a:cubicBezTo>
                      <a:pt x="3224" y="2953"/>
                      <a:pt x="3279" y="2951"/>
                      <a:pt x="3333" y="2948"/>
                    </a:cubicBezTo>
                    <a:cubicBezTo>
                      <a:pt x="3431" y="2938"/>
                      <a:pt x="3529" y="2905"/>
                      <a:pt x="3632" y="2905"/>
                    </a:cubicBezTo>
                    <a:cubicBezTo>
                      <a:pt x="3779" y="2905"/>
                      <a:pt x="3925" y="2932"/>
                      <a:pt x="4072" y="2932"/>
                    </a:cubicBezTo>
                    <a:cubicBezTo>
                      <a:pt x="4081" y="2933"/>
                      <a:pt x="4090" y="2933"/>
                      <a:pt x="4100" y="2933"/>
                    </a:cubicBezTo>
                    <a:cubicBezTo>
                      <a:pt x="4161" y="2933"/>
                      <a:pt x="4222" y="2918"/>
                      <a:pt x="4279" y="2894"/>
                    </a:cubicBezTo>
                    <a:close/>
                    <a:moveTo>
                      <a:pt x="6257" y="2900"/>
                    </a:moveTo>
                    <a:lnTo>
                      <a:pt x="6257" y="3182"/>
                    </a:lnTo>
                    <a:cubicBezTo>
                      <a:pt x="6257" y="3389"/>
                      <a:pt x="6230" y="3633"/>
                      <a:pt x="6301" y="3834"/>
                    </a:cubicBezTo>
                    <a:lnTo>
                      <a:pt x="6301" y="3840"/>
                    </a:lnTo>
                    <a:lnTo>
                      <a:pt x="6301" y="3889"/>
                    </a:lnTo>
                    <a:cubicBezTo>
                      <a:pt x="6290" y="4106"/>
                      <a:pt x="6274" y="4329"/>
                      <a:pt x="6279" y="4552"/>
                    </a:cubicBezTo>
                    <a:cubicBezTo>
                      <a:pt x="6187" y="4568"/>
                      <a:pt x="6100" y="4579"/>
                      <a:pt x="6007" y="4590"/>
                    </a:cubicBezTo>
                    <a:cubicBezTo>
                      <a:pt x="6040" y="4470"/>
                      <a:pt x="6056" y="4351"/>
                      <a:pt x="6051" y="4231"/>
                    </a:cubicBezTo>
                    <a:cubicBezTo>
                      <a:pt x="6051" y="4117"/>
                      <a:pt x="6045" y="3845"/>
                      <a:pt x="5904" y="3796"/>
                    </a:cubicBezTo>
                    <a:cubicBezTo>
                      <a:pt x="5877" y="3737"/>
                      <a:pt x="5844" y="3677"/>
                      <a:pt x="5817" y="3622"/>
                    </a:cubicBezTo>
                    <a:cubicBezTo>
                      <a:pt x="5774" y="3557"/>
                      <a:pt x="5730" y="3465"/>
                      <a:pt x="5654" y="3432"/>
                    </a:cubicBezTo>
                    <a:cubicBezTo>
                      <a:pt x="5594" y="3410"/>
                      <a:pt x="5529" y="3400"/>
                      <a:pt x="5458" y="3400"/>
                    </a:cubicBezTo>
                    <a:cubicBezTo>
                      <a:pt x="5437" y="3395"/>
                      <a:pt x="5415" y="3393"/>
                      <a:pt x="5394" y="3393"/>
                    </a:cubicBezTo>
                    <a:cubicBezTo>
                      <a:pt x="5292" y="3393"/>
                      <a:pt x="5196" y="3445"/>
                      <a:pt x="5138" y="3536"/>
                    </a:cubicBezTo>
                    <a:cubicBezTo>
                      <a:pt x="5110" y="3574"/>
                      <a:pt x="5089" y="3612"/>
                      <a:pt x="5067" y="3655"/>
                    </a:cubicBezTo>
                    <a:cubicBezTo>
                      <a:pt x="5062" y="3666"/>
                      <a:pt x="5051" y="3682"/>
                      <a:pt x="5045" y="3693"/>
                    </a:cubicBezTo>
                    <a:cubicBezTo>
                      <a:pt x="5024" y="3748"/>
                      <a:pt x="5007" y="3802"/>
                      <a:pt x="4980" y="3856"/>
                    </a:cubicBezTo>
                    <a:cubicBezTo>
                      <a:pt x="4958" y="3916"/>
                      <a:pt x="4942" y="3976"/>
                      <a:pt x="4926" y="4036"/>
                    </a:cubicBezTo>
                    <a:cubicBezTo>
                      <a:pt x="4904" y="4090"/>
                      <a:pt x="4893" y="4144"/>
                      <a:pt x="4882" y="4199"/>
                    </a:cubicBezTo>
                    <a:cubicBezTo>
                      <a:pt x="4877" y="4329"/>
                      <a:pt x="4909" y="4460"/>
                      <a:pt x="4985" y="4568"/>
                    </a:cubicBezTo>
                    <a:cubicBezTo>
                      <a:pt x="5007" y="4601"/>
                      <a:pt x="5029" y="4639"/>
                      <a:pt x="5051" y="4666"/>
                    </a:cubicBezTo>
                    <a:cubicBezTo>
                      <a:pt x="5002" y="4655"/>
                      <a:pt x="4953" y="4650"/>
                      <a:pt x="4904" y="4644"/>
                    </a:cubicBezTo>
                    <a:cubicBezTo>
                      <a:pt x="4866" y="4642"/>
                      <a:pt x="4826" y="4640"/>
                      <a:pt x="4787" y="4640"/>
                    </a:cubicBezTo>
                    <a:cubicBezTo>
                      <a:pt x="4748" y="4640"/>
                      <a:pt x="4708" y="4642"/>
                      <a:pt x="4670" y="4644"/>
                    </a:cubicBezTo>
                    <a:cubicBezTo>
                      <a:pt x="4610" y="4644"/>
                      <a:pt x="4556" y="4639"/>
                      <a:pt x="4496" y="4628"/>
                    </a:cubicBezTo>
                    <a:cubicBezTo>
                      <a:pt x="4502" y="4530"/>
                      <a:pt x="4540" y="4427"/>
                      <a:pt x="4540" y="4335"/>
                    </a:cubicBezTo>
                    <a:cubicBezTo>
                      <a:pt x="4545" y="4182"/>
                      <a:pt x="4534" y="4036"/>
                      <a:pt x="4523" y="3889"/>
                    </a:cubicBezTo>
                    <a:lnTo>
                      <a:pt x="4518" y="3878"/>
                    </a:lnTo>
                    <a:cubicBezTo>
                      <a:pt x="4513" y="3764"/>
                      <a:pt x="4545" y="3661"/>
                      <a:pt x="4545" y="3546"/>
                    </a:cubicBezTo>
                    <a:lnTo>
                      <a:pt x="4545" y="3497"/>
                    </a:lnTo>
                    <a:cubicBezTo>
                      <a:pt x="4610" y="3405"/>
                      <a:pt x="4594" y="3253"/>
                      <a:pt x="4600" y="3139"/>
                    </a:cubicBezTo>
                    <a:lnTo>
                      <a:pt x="4605" y="2938"/>
                    </a:lnTo>
                    <a:lnTo>
                      <a:pt x="4654" y="2938"/>
                    </a:lnTo>
                    <a:cubicBezTo>
                      <a:pt x="4768" y="2938"/>
                      <a:pt x="4877" y="2948"/>
                      <a:pt x="4985" y="2954"/>
                    </a:cubicBezTo>
                    <a:cubicBezTo>
                      <a:pt x="5040" y="2957"/>
                      <a:pt x="5094" y="2958"/>
                      <a:pt x="5149" y="2958"/>
                    </a:cubicBezTo>
                    <a:cubicBezTo>
                      <a:pt x="5203" y="2958"/>
                      <a:pt x="5257" y="2957"/>
                      <a:pt x="5312" y="2954"/>
                    </a:cubicBezTo>
                    <a:cubicBezTo>
                      <a:pt x="5415" y="2943"/>
                      <a:pt x="5513" y="2910"/>
                      <a:pt x="5616" y="2910"/>
                    </a:cubicBezTo>
                    <a:cubicBezTo>
                      <a:pt x="5763" y="2910"/>
                      <a:pt x="5904" y="2938"/>
                      <a:pt x="6051" y="2938"/>
                    </a:cubicBezTo>
                    <a:cubicBezTo>
                      <a:pt x="6062" y="2938"/>
                      <a:pt x="6074" y="2939"/>
                      <a:pt x="6085" y="2939"/>
                    </a:cubicBezTo>
                    <a:cubicBezTo>
                      <a:pt x="6144" y="2939"/>
                      <a:pt x="6203" y="2927"/>
                      <a:pt x="6257" y="2900"/>
                    </a:cubicBezTo>
                    <a:close/>
                    <a:moveTo>
                      <a:pt x="5398" y="3543"/>
                    </a:moveTo>
                    <a:cubicBezTo>
                      <a:pt x="5438" y="3543"/>
                      <a:pt x="5479" y="3555"/>
                      <a:pt x="5529" y="3563"/>
                    </a:cubicBezTo>
                    <a:cubicBezTo>
                      <a:pt x="5583" y="3563"/>
                      <a:pt x="5638" y="3595"/>
                      <a:pt x="5654" y="3644"/>
                    </a:cubicBezTo>
                    <a:cubicBezTo>
                      <a:pt x="5692" y="3699"/>
                      <a:pt x="5719" y="3758"/>
                      <a:pt x="5746" y="3818"/>
                    </a:cubicBezTo>
                    <a:cubicBezTo>
                      <a:pt x="5790" y="3921"/>
                      <a:pt x="5823" y="4019"/>
                      <a:pt x="5866" y="4117"/>
                    </a:cubicBezTo>
                    <a:cubicBezTo>
                      <a:pt x="5866" y="4172"/>
                      <a:pt x="5866" y="4220"/>
                      <a:pt x="5861" y="4275"/>
                    </a:cubicBezTo>
                    <a:cubicBezTo>
                      <a:pt x="5850" y="4356"/>
                      <a:pt x="5833" y="4438"/>
                      <a:pt x="5817" y="4519"/>
                    </a:cubicBezTo>
                    <a:cubicBezTo>
                      <a:pt x="5806" y="4552"/>
                      <a:pt x="5801" y="4585"/>
                      <a:pt x="5801" y="4617"/>
                    </a:cubicBezTo>
                    <a:cubicBezTo>
                      <a:pt x="5654" y="4639"/>
                      <a:pt x="5513" y="4644"/>
                      <a:pt x="5371" y="4666"/>
                    </a:cubicBezTo>
                    <a:cubicBezTo>
                      <a:pt x="5350" y="4666"/>
                      <a:pt x="5328" y="4672"/>
                      <a:pt x="5312" y="4672"/>
                    </a:cubicBezTo>
                    <a:cubicBezTo>
                      <a:pt x="5290" y="4650"/>
                      <a:pt x="5268" y="4628"/>
                      <a:pt x="5241" y="4601"/>
                    </a:cubicBezTo>
                    <a:cubicBezTo>
                      <a:pt x="5143" y="4492"/>
                      <a:pt x="5051" y="4362"/>
                      <a:pt x="5051" y="4210"/>
                    </a:cubicBezTo>
                    <a:cubicBezTo>
                      <a:pt x="5056" y="4155"/>
                      <a:pt x="5067" y="4101"/>
                      <a:pt x="5089" y="4046"/>
                    </a:cubicBezTo>
                    <a:cubicBezTo>
                      <a:pt x="5089" y="4036"/>
                      <a:pt x="5094" y="4019"/>
                      <a:pt x="5100" y="4008"/>
                    </a:cubicBezTo>
                    <a:cubicBezTo>
                      <a:pt x="5100" y="4003"/>
                      <a:pt x="5105" y="4003"/>
                      <a:pt x="5110" y="3998"/>
                    </a:cubicBezTo>
                    <a:lnTo>
                      <a:pt x="5121" y="3987"/>
                    </a:lnTo>
                    <a:cubicBezTo>
                      <a:pt x="5127" y="3981"/>
                      <a:pt x="5127" y="3970"/>
                      <a:pt x="5121" y="3965"/>
                    </a:cubicBezTo>
                    <a:cubicBezTo>
                      <a:pt x="5116" y="3943"/>
                      <a:pt x="5116" y="3916"/>
                      <a:pt x="5121" y="3894"/>
                    </a:cubicBezTo>
                    <a:cubicBezTo>
                      <a:pt x="5127" y="3883"/>
                      <a:pt x="5127" y="3873"/>
                      <a:pt x="5132" y="3856"/>
                    </a:cubicBezTo>
                    <a:cubicBezTo>
                      <a:pt x="5143" y="3834"/>
                      <a:pt x="5149" y="3813"/>
                      <a:pt x="5159" y="3786"/>
                    </a:cubicBezTo>
                    <a:cubicBezTo>
                      <a:pt x="5187" y="3715"/>
                      <a:pt x="5225" y="3655"/>
                      <a:pt x="5274" y="3601"/>
                    </a:cubicBezTo>
                    <a:cubicBezTo>
                      <a:pt x="5318" y="3556"/>
                      <a:pt x="5357" y="3543"/>
                      <a:pt x="5398" y="3543"/>
                    </a:cubicBezTo>
                    <a:close/>
                    <a:moveTo>
                      <a:pt x="414" y="3410"/>
                    </a:moveTo>
                    <a:cubicBezTo>
                      <a:pt x="414" y="3427"/>
                      <a:pt x="414" y="3438"/>
                      <a:pt x="419" y="3449"/>
                    </a:cubicBezTo>
                    <a:cubicBezTo>
                      <a:pt x="398" y="3476"/>
                      <a:pt x="409" y="3514"/>
                      <a:pt x="441" y="3525"/>
                    </a:cubicBezTo>
                    <a:lnTo>
                      <a:pt x="468" y="3530"/>
                    </a:lnTo>
                    <a:cubicBezTo>
                      <a:pt x="471" y="3533"/>
                      <a:pt x="474" y="3534"/>
                      <a:pt x="476" y="3534"/>
                    </a:cubicBezTo>
                    <a:cubicBezTo>
                      <a:pt x="479" y="3534"/>
                      <a:pt x="482" y="3533"/>
                      <a:pt x="485" y="3530"/>
                    </a:cubicBezTo>
                    <a:cubicBezTo>
                      <a:pt x="501" y="3557"/>
                      <a:pt x="517" y="3574"/>
                      <a:pt x="534" y="3595"/>
                    </a:cubicBezTo>
                    <a:cubicBezTo>
                      <a:pt x="653" y="3720"/>
                      <a:pt x="794" y="3829"/>
                      <a:pt x="947" y="3916"/>
                    </a:cubicBezTo>
                    <a:cubicBezTo>
                      <a:pt x="979" y="3932"/>
                      <a:pt x="1006" y="3949"/>
                      <a:pt x="1034" y="3965"/>
                    </a:cubicBezTo>
                    <a:cubicBezTo>
                      <a:pt x="1034" y="3970"/>
                      <a:pt x="1039" y="3976"/>
                      <a:pt x="1039" y="3981"/>
                    </a:cubicBezTo>
                    <a:cubicBezTo>
                      <a:pt x="1044" y="3998"/>
                      <a:pt x="1066" y="4003"/>
                      <a:pt x="1083" y="4003"/>
                    </a:cubicBezTo>
                    <a:cubicBezTo>
                      <a:pt x="1170" y="4068"/>
                      <a:pt x="1262" y="4123"/>
                      <a:pt x="1354" y="4177"/>
                    </a:cubicBezTo>
                    <a:cubicBezTo>
                      <a:pt x="1501" y="4248"/>
                      <a:pt x="1653" y="4302"/>
                      <a:pt x="1806" y="4351"/>
                    </a:cubicBezTo>
                    <a:cubicBezTo>
                      <a:pt x="1974" y="4422"/>
                      <a:pt x="2143" y="4487"/>
                      <a:pt x="2316" y="4547"/>
                    </a:cubicBezTo>
                    <a:cubicBezTo>
                      <a:pt x="2398" y="4579"/>
                      <a:pt x="2490" y="4601"/>
                      <a:pt x="2577" y="4623"/>
                    </a:cubicBezTo>
                    <a:cubicBezTo>
                      <a:pt x="2670" y="4639"/>
                      <a:pt x="2768" y="4639"/>
                      <a:pt x="2865" y="4661"/>
                    </a:cubicBezTo>
                    <a:cubicBezTo>
                      <a:pt x="3203" y="4737"/>
                      <a:pt x="3550" y="4786"/>
                      <a:pt x="3898" y="4835"/>
                    </a:cubicBezTo>
                    <a:cubicBezTo>
                      <a:pt x="4078" y="4856"/>
                      <a:pt x="4257" y="4867"/>
                      <a:pt x="4431" y="4900"/>
                    </a:cubicBezTo>
                    <a:cubicBezTo>
                      <a:pt x="4616" y="4938"/>
                      <a:pt x="4801" y="4911"/>
                      <a:pt x="4991" y="4938"/>
                    </a:cubicBezTo>
                    <a:cubicBezTo>
                      <a:pt x="5072" y="4950"/>
                      <a:pt x="5153" y="4955"/>
                      <a:pt x="5234" y="4955"/>
                    </a:cubicBezTo>
                    <a:cubicBezTo>
                      <a:pt x="5475" y="4955"/>
                      <a:pt x="5717" y="4911"/>
                      <a:pt x="5953" y="4878"/>
                    </a:cubicBezTo>
                    <a:cubicBezTo>
                      <a:pt x="6323" y="4835"/>
                      <a:pt x="6687" y="4802"/>
                      <a:pt x="7051" y="4737"/>
                    </a:cubicBezTo>
                    <a:cubicBezTo>
                      <a:pt x="7410" y="4672"/>
                      <a:pt x="7752" y="4579"/>
                      <a:pt x="8111" y="4525"/>
                    </a:cubicBezTo>
                    <a:cubicBezTo>
                      <a:pt x="8318" y="4487"/>
                      <a:pt x="8530" y="4443"/>
                      <a:pt x="8736" y="4389"/>
                    </a:cubicBezTo>
                    <a:cubicBezTo>
                      <a:pt x="8932" y="4335"/>
                      <a:pt x="9133" y="4318"/>
                      <a:pt x="9323" y="4264"/>
                    </a:cubicBezTo>
                    <a:cubicBezTo>
                      <a:pt x="9508" y="4215"/>
                      <a:pt x="9682" y="4155"/>
                      <a:pt x="9861" y="4090"/>
                    </a:cubicBezTo>
                    <a:cubicBezTo>
                      <a:pt x="9867" y="4106"/>
                      <a:pt x="9878" y="4128"/>
                      <a:pt x="9889" y="4150"/>
                    </a:cubicBezTo>
                    <a:cubicBezTo>
                      <a:pt x="9896" y="4162"/>
                      <a:pt x="9907" y="4167"/>
                      <a:pt x="9918" y="4167"/>
                    </a:cubicBezTo>
                    <a:cubicBezTo>
                      <a:pt x="9933" y="4167"/>
                      <a:pt x="9948" y="4157"/>
                      <a:pt x="9954" y="4139"/>
                    </a:cubicBezTo>
                    <a:cubicBezTo>
                      <a:pt x="9965" y="4106"/>
                      <a:pt x="9970" y="4074"/>
                      <a:pt x="9976" y="4041"/>
                    </a:cubicBezTo>
                    <a:cubicBezTo>
                      <a:pt x="10090" y="3987"/>
                      <a:pt x="10204" y="3911"/>
                      <a:pt x="10313" y="3851"/>
                    </a:cubicBezTo>
                    <a:cubicBezTo>
                      <a:pt x="10329" y="3872"/>
                      <a:pt x="10353" y="3882"/>
                      <a:pt x="10376" y="3882"/>
                    </a:cubicBezTo>
                    <a:cubicBezTo>
                      <a:pt x="10408" y="3882"/>
                      <a:pt x="10439" y="3863"/>
                      <a:pt x="10448" y="3829"/>
                    </a:cubicBezTo>
                    <a:cubicBezTo>
                      <a:pt x="10454" y="3813"/>
                      <a:pt x="10459" y="3796"/>
                      <a:pt x="10465" y="3780"/>
                    </a:cubicBezTo>
                    <a:cubicBezTo>
                      <a:pt x="10470" y="3775"/>
                      <a:pt x="10481" y="3769"/>
                      <a:pt x="10492" y="3764"/>
                    </a:cubicBezTo>
                    <a:lnTo>
                      <a:pt x="10492" y="3764"/>
                    </a:lnTo>
                    <a:cubicBezTo>
                      <a:pt x="10486" y="3769"/>
                      <a:pt x="10486" y="3775"/>
                      <a:pt x="10492" y="3780"/>
                    </a:cubicBezTo>
                    <a:lnTo>
                      <a:pt x="10503" y="3780"/>
                    </a:lnTo>
                    <a:cubicBezTo>
                      <a:pt x="10497" y="4019"/>
                      <a:pt x="10443" y="4253"/>
                      <a:pt x="10443" y="4492"/>
                    </a:cubicBezTo>
                    <a:cubicBezTo>
                      <a:pt x="10443" y="4606"/>
                      <a:pt x="10448" y="4715"/>
                      <a:pt x="10443" y="4824"/>
                    </a:cubicBezTo>
                    <a:cubicBezTo>
                      <a:pt x="10438" y="4949"/>
                      <a:pt x="10405" y="5068"/>
                      <a:pt x="10389" y="5193"/>
                    </a:cubicBezTo>
                    <a:cubicBezTo>
                      <a:pt x="10372" y="5443"/>
                      <a:pt x="10367" y="5699"/>
                      <a:pt x="10372" y="5949"/>
                    </a:cubicBezTo>
                    <a:cubicBezTo>
                      <a:pt x="10372" y="6210"/>
                      <a:pt x="10367" y="6476"/>
                      <a:pt x="10367" y="6743"/>
                    </a:cubicBezTo>
                    <a:cubicBezTo>
                      <a:pt x="10367" y="6802"/>
                      <a:pt x="10378" y="6862"/>
                      <a:pt x="10372" y="6922"/>
                    </a:cubicBezTo>
                    <a:cubicBezTo>
                      <a:pt x="10361" y="6976"/>
                      <a:pt x="10345" y="7031"/>
                      <a:pt x="10323" y="7085"/>
                    </a:cubicBezTo>
                    <a:cubicBezTo>
                      <a:pt x="10307" y="7178"/>
                      <a:pt x="10302" y="7275"/>
                      <a:pt x="10313" y="7373"/>
                    </a:cubicBezTo>
                    <a:cubicBezTo>
                      <a:pt x="10323" y="7607"/>
                      <a:pt x="10296" y="7841"/>
                      <a:pt x="10323" y="8074"/>
                    </a:cubicBezTo>
                    <a:cubicBezTo>
                      <a:pt x="10340" y="8178"/>
                      <a:pt x="10351" y="8281"/>
                      <a:pt x="10356" y="8390"/>
                    </a:cubicBezTo>
                    <a:lnTo>
                      <a:pt x="10356" y="8417"/>
                    </a:lnTo>
                    <a:cubicBezTo>
                      <a:pt x="10318" y="8417"/>
                      <a:pt x="10280" y="8422"/>
                      <a:pt x="10242" y="8439"/>
                    </a:cubicBezTo>
                    <a:cubicBezTo>
                      <a:pt x="10166" y="8411"/>
                      <a:pt x="10084" y="8395"/>
                      <a:pt x="10003" y="8390"/>
                    </a:cubicBezTo>
                    <a:cubicBezTo>
                      <a:pt x="9878" y="8390"/>
                      <a:pt x="9758" y="8411"/>
                      <a:pt x="9638" y="8444"/>
                    </a:cubicBezTo>
                    <a:cubicBezTo>
                      <a:pt x="9413" y="8488"/>
                      <a:pt x="9184" y="8510"/>
                      <a:pt x="8954" y="8510"/>
                    </a:cubicBezTo>
                    <a:cubicBezTo>
                      <a:pt x="8929" y="8510"/>
                      <a:pt x="8903" y="8510"/>
                      <a:pt x="8877" y="8509"/>
                    </a:cubicBezTo>
                    <a:cubicBezTo>
                      <a:pt x="8339" y="8509"/>
                      <a:pt x="7807" y="8547"/>
                      <a:pt x="7274" y="8553"/>
                    </a:cubicBezTo>
                    <a:cubicBezTo>
                      <a:pt x="7194" y="8553"/>
                      <a:pt x="7114" y="8548"/>
                      <a:pt x="7036" y="8548"/>
                    </a:cubicBezTo>
                    <a:cubicBezTo>
                      <a:pt x="6997" y="8548"/>
                      <a:pt x="6959" y="8549"/>
                      <a:pt x="6921" y="8553"/>
                    </a:cubicBezTo>
                    <a:cubicBezTo>
                      <a:pt x="6801" y="8558"/>
                      <a:pt x="6676" y="8585"/>
                      <a:pt x="6551" y="8591"/>
                    </a:cubicBezTo>
                    <a:cubicBezTo>
                      <a:pt x="6295" y="8596"/>
                      <a:pt x="6040" y="8613"/>
                      <a:pt x="5785" y="8623"/>
                    </a:cubicBezTo>
                    <a:cubicBezTo>
                      <a:pt x="5692" y="8627"/>
                      <a:pt x="5600" y="8629"/>
                      <a:pt x="5507" y="8629"/>
                    </a:cubicBezTo>
                    <a:cubicBezTo>
                      <a:pt x="5339" y="8629"/>
                      <a:pt x="5170" y="8623"/>
                      <a:pt x="5002" y="8613"/>
                    </a:cubicBezTo>
                    <a:cubicBezTo>
                      <a:pt x="4757" y="8596"/>
                      <a:pt x="4513" y="8547"/>
                      <a:pt x="4262" y="8547"/>
                    </a:cubicBezTo>
                    <a:cubicBezTo>
                      <a:pt x="4229" y="8549"/>
                      <a:pt x="4196" y="8549"/>
                      <a:pt x="4163" y="8549"/>
                    </a:cubicBezTo>
                    <a:cubicBezTo>
                      <a:pt x="4073" y="8549"/>
                      <a:pt x="3984" y="8544"/>
                      <a:pt x="3893" y="8536"/>
                    </a:cubicBezTo>
                    <a:cubicBezTo>
                      <a:pt x="3773" y="8526"/>
                      <a:pt x="3637" y="8531"/>
                      <a:pt x="3523" y="8509"/>
                    </a:cubicBezTo>
                    <a:cubicBezTo>
                      <a:pt x="3425" y="8488"/>
                      <a:pt x="3328" y="8471"/>
                      <a:pt x="3230" y="8466"/>
                    </a:cubicBezTo>
                    <a:lnTo>
                      <a:pt x="2849" y="8466"/>
                    </a:lnTo>
                    <a:cubicBezTo>
                      <a:pt x="2824" y="8465"/>
                      <a:pt x="2799" y="8464"/>
                      <a:pt x="2774" y="8464"/>
                    </a:cubicBezTo>
                    <a:cubicBezTo>
                      <a:pt x="2549" y="8464"/>
                      <a:pt x="2324" y="8504"/>
                      <a:pt x="2094" y="8504"/>
                    </a:cubicBezTo>
                    <a:lnTo>
                      <a:pt x="1278" y="8504"/>
                    </a:lnTo>
                    <a:cubicBezTo>
                      <a:pt x="1202" y="8504"/>
                      <a:pt x="1126" y="8506"/>
                      <a:pt x="1050" y="8506"/>
                    </a:cubicBezTo>
                    <a:cubicBezTo>
                      <a:pt x="1012" y="8506"/>
                      <a:pt x="974" y="8506"/>
                      <a:pt x="936" y="8504"/>
                    </a:cubicBezTo>
                    <a:cubicBezTo>
                      <a:pt x="811" y="8493"/>
                      <a:pt x="686" y="8466"/>
                      <a:pt x="555" y="8460"/>
                    </a:cubicBezTo>
                    <a:cubicBezTo>
                      <a:pt x="430" y="8455"/>
                      <a:pt x="419" y="8439"/>
                      <a:pt x="398" y="8324"/>
                    </a:cubicBezTo>
                    <a:cubicBezTo>
                      <a:pt x="376" y="8205"/>
                      <a:pt x="370" y="8085"/>
                      <a:pt x="376" y="7966"/>
                    </a:cubicBezTo>
                    <a:cubicBezTo>
                      <a:pt x="381" y="7716"/>
                      <a:pt x="381" y="7471"/>
                      <a:pt x="381" y="7221"/>
                    </a:cubicBezTo>
                    <a:cubicBezTo>
                      <a:pt x="381" y="7096"/>
                      <a:pt x="381" y="6971"/>
                      <a:pt x="365" y="6851"/>
                    </a:cubicBezTo>
                    <a:cubicBezTo>
                      <a:pt x="354" y="6726"/>
                      <a:pt x="327" y="6601"/>
                      <a:pt x="322" y="6471"/>
                    </a:cubicBezTo>
                    <a:cubicBezTo>
                      <a:pt x="322" y="6330"/>
                      <a:pt x="289" y="6188"/>
                      <a:pt x="278" y="6041"/>
                    </a:cubicBezTo>
                    <a:cubicBezTo>
                      <a:pt x="273" y="5889"/>
                      <a:pt x="267" y="5732"/>
                      <a:pt x="267" y="5579"/>
                    </a:cubicBezTo>
                    <a:cubicBezTo>
                      <a:pt x="256" y="5297"/>
                      <a:pt x="251" y="5009"/>
                      <a:pt x="235" y="4726"/>
                    </a:cubicBezTo>
                    <a:cubicBezTo>
                      <a:pt x="218" y="4454"/>
                      <a:pt x="262" y="4182"/>
                      <a:pt x="283" y="3911"/>
                    </a:cubicBezTo>
                    <a:cubicBezTo>
                      <a:pt x="294" y="3796"/>
                      <a:pt x="311" y="3682"/>
                      <a:pt x="332" y="3568"/>
                    </a:cubicBezTo>
                    <a:cubicBezTo>
                      <a:pt x="338" y="3519"/>
                      <a:pt x="349" y="3476"/>
                      <a:pt x="370" y="3438"/>
                    </a:cubicBezTo>
                    <a:cubicBezTo>
                      <a:pt x="381" y="3421"/>
                      <a:pt x="398" y="3416"/>
                      <a:pt x="414" y="3410"/>
                    </a:cubicBezTo>
                    <a:close/>
                    <a:moveTo>
                      <a:pt x="1286" y="0"/>
                    </a:moveTo>
                    <a:cubicBezTo>
                      <a:pt x="1177" y="0"/>
                      <a:pt x="1129" y="83"/>
                      <a:pt x="1104" y="198"/>
                    </a:cubicBezTo>
                    <a:cubicBezTo>
                      <a:pt x="1093" y="263"/>
                      <a:pt x="1093" y="334"/>
                      <a:pt x="1077" y="399"/>
                    </a:cubicBezTo>
                    <a:cubicBezTo>
                      <a:pt x="1061" y="470"/>
                      <a:pt x="1034" y="546"/>
                      <a:pt x="1012" y="627"/>
                    </a:cubicBezTo>
                    <a:cubicBezTo>
                      <a:pt x="979" y="774"/>
                      <a:pt x="952" y="926"/>
                      <a:pt x="919" y="1073"/>
                    </a:cubicBezTo>
                    <a:cubicBezTo>
                      <a:pt x="892" y="1209"/>
                      <a:pt x="871" y="1339"/>
                      <a:pt x="773" y="1437"/>
                    </a:cubicBezTo>
                    <a:cubicBezTo>
                      <a:pt x="680" y="1530"/>
                      <a:pt x="550" y="1546"/>
                      <a:pt x="463" y="1644"/>
                    </a:cubicBezTo>
                    <a:cubicBezTo>
                      <a:pt x="381" y="1736"/>
                      <a:pt x="370" y="1867"/>
                      <a:pt x="376" y="1986"/>
                    </a:cubicBezTo>
                    <a:cubicBezTo>
                      <a:pt x="376" y="2133"/>
                      <a:pt x="387" y="2280"/>
                      <a:pt x="387" y="2432"/>
                    </a:cubicBezTo>
                    <a:cubicBezTo>
                      <a:pt x="387" y="2617"/>
                      <a:pt x="387" y="2802"/>
                      <a:pt x="392" y="2987"/>
                    </a:cubicBezTo>
                    <a:cubicBezTo>
                      <a:pt x="392" y="3046"/>
                      <a:pt x="392" y="3101"/>
                      <a:pt x="398" y="3160"/>
                    </a:cubicBezTo>
                    <a:cubicBezTo>
                      <a:pt x="392" y="3177"/>
                      <a:pt x="387" y="3193"/>
                      <a:pt x="392" y="3209"/>
                    </a:cubicBezTo>
                    <a:cubicBezTo>
                      <a:pt x="131" y="3215"/>
                      <a:pt x="88" y="3758"/>
                      <a:pt x="82" y="3981"/>
                    </a:cubicBezTo>
                    <a:cubicBezTo>
                      <a:pt x="71" y="4248"/>
                      <a:pt x="23" y="4503"/>
                      <a:pt x="28" y="4775"/>
                    </a:cubicBezTo>
                    <a:cubicBezTo>
                      <a:pt x="33" y="5041"/>
                      <a:pt x="23" y="5324"/>
                      <a:pt x="12" y="5601"/>
                    </a:cubicBezTo>
                    <a:cubicBezTo>
                      <a:pt x="12" y="5737"/>
                      <a:pt x="1" y="5873"/>
                      <a:pt x="1" y="6014"/>
                    </a:cubicBezTo>
                    <a:cubicBezTo>
                      <a:pt x="1" y="6156"/>
                      <a:pt x="33" y="6302"/>
                      <a:pt x="33" y="6444"/>
                    </a:cubicBezTo>
                    <a:cubicBezTo>
                      <a:pt x="33" y="6574"/>
                      <a:pt x="50" y="6694"/>
                      <a:pt x="61" y="6824"/>
                    </a:cubicBezTo>
                    <a:cubicBezTo>
                      <a:pt x="71" y="6971"/>
                      <a:pt x="61" y="7123"/>
                      <a:pt x="61" y="7270"/>
                    </a:cubicBezTo>
                    <a:cubicBezTo>
                      <a:pt x="61" y="7542"/>
                      <a:pt x="44" y="7808"/>
                      <a:pt x="44" y="8080"/>
                    </a:cubicBezTo>
                    <a:cubicBezTo>
                      <a:pt x="44" y="8286"/>
                      <a:pt x="50" y="8564"/>
                      <a:pt x="224" y="8700"/>
                    </a:cubicBezTo>
                    <a:cubicBezTo>
                      <a:pt x="309" y="8760"/>
                      <a:pt x="414" y="8793"/>
                      <a:pt x="520" y="8793"/>
                    </a:cubicBezTo>
                    <a:cubicBezTo>
                      <a:pt x="528" y="8793"/>
                      <a:pt x="536" y="8792"/>
                      <a:pt x="544" y="8792"/>
                    </a:cubicBezTo>
                    <a:cubicBezTo>
                      <a:pt x="680" y="8792"/>
                      <a:pt x="811" y="8819"/>
                      <a:pt x="947" y="8830"/>
                    </a:cubicBezTo>
                    <a:cubicBezTo>
                      <a:pt x="1039" y="8834"/>
                      <a:pt x="1132" y="8835"/>
                      <a:pt x="1225" y="8835"/>
                    </a:cubicBezTo>
                    <a:cubicBezTo>
                      <a:pt x="1412" y="8835"/>
                      <a:pt x="1601" y="8830"/>
                      <a:pt x="1789" y="8830"/>
                    </a:cubicBezTo>
                    <a:lnTo>
                      <a:pt x="2181" y="8830"/>
                    </a:lnTo>
                    <a:cubicBezTo>
                      <a:pt x="2327" y="8825"/>
                      <a:pt x="2469" y="8797"/>
                      <a:pt x="2615" y="8787"/>
                    </a:cubicBezTo>
                    <a:cubicBezTo>
                      <a:pt x="2659" y="8783"/>
                      <a:pt x="2702" y="8782"/>
                      <a:pt x="2746" y="8782"/>
                    </a:cubicBezTo>
                    <a:cubicBezTo>
                      <a:pt x="2833" y="8782"/>
                      <a:pt x="2920" y="8787"/>
                      <a:pt x="3007" y="8787"/>
                    </a:cubicBezTo>
                    <a:cubicBezTo>
                      <a:pt x="3078" y="8787"/>
                      <a:pt x="3151" y="8779"/>
                      <a:pt x="3224" y="8779"/>
                    </a:cubicBezTo>
                    <a:cubicBezTo>
                      <a:pt x="3279" y="8779"/>
                      <a:pt x="3334" y="8783"/>
                      <a:pt x="3387" y="8797"/>
                    </a:cubicBezTo>
                    <a:cubicBezTo>
                      <a:pt x="3501" y="8819"/>
                      <a:pt x="3616" y="8830"/>
                      <a:pt x="3735" y="8830"/>
                    </a:cubicBezTo>
                    <a:cubicBezTo>
                      <a:pt x="3871" y="8846"/>
                      <a:pt x="4007" y="8863"/>
                      <a:pt x="4148" y="8863"/>
                    </a:cubicBezTo>
                    <a:cubicBezTo>
                      <a:pt x="4420" y="8868"/>
                      <a:pt x="4692" y="8906"/>
                      <a:pt x="4964" y="8922"/>
                    </a:cubicBezTo>
                    <a:cubicBezTo>
                      <a:pt x="5190" y="8934"/>
                      <a:pt x="5419" y="8939"/>
                      <a:pt x="5647" y="8939"/>
                    </a:cubicBezTo>
                    <a:cubicBezTo>
                      <a:pt x="5967" y="8939"/>
                      <a:pt x="6288" y="8928"/>
                      <a:pt x="6605" y="8906"/>
                    </a:cubicBezTo>
                    <a:cubicBezTo>
                      <a:pt x="6758" y="8895"/>
                      <a:pt x="6899" y="8863"/>
                      <a:pt x="7051" y="8863"/>
                    </a:cubicBezTo>
                    <a:cubicBezTo>
                      <a:pt x="7102" y="8864"/>
                      <a:pt x="7153" y="8865"/>
                      <a:pt x="7205" y="8865"/>
                    </a:cubicBezTo>
                    <a:cubicBezTo>
                      <a:pt x="7308" y="8865"/>
                      <a:pt x="7412" y="8863"/>
                      <a:pt x="7513" y="8863"/>
                    </a:cubicBezTo>
                    <a:cubicBezTo>
                      <a:pt x="7834" y="8863"/>
                      <a:pt x="8149" y="8830"/>
                      <a:pt x="8470" y="8825"/>
                    </a:cubicBezTo>
                    <a:lnTo>
                      <a:pt x="8964" y="8825"/>
                    </a:lnTo>
                    <a:cubicBezTo>
                      <a:pt x="9128" y="8825"/>
                      <a:pt x="9280" y="8797"/>
                      <a:pt x="9437" y="8787"/>
                    </a:cubicBezTo>
                    <a:cubicBezTo>
                      <a:pt x="9573" y="8770"/>
                      <a:pt x="9709" y="8748"/>
                      <a:pt x="9845" y="8716"/>
                    </a:cubicBezTo>
                    <a:cubicBezTo>
                      <a:pt x="9884" y="8709"/>
                      <a:pt x="9924" y="8707"/>
                      <a:pt x="9962" y="8707"/>
                    </a:cubicBezTo>
                    <a:cubicBezTo>
                      <a:pt x="10053" y="8707"/>
                      <a:pt x="10143" y="8720"/>
                      <a:pt x="10234" y="8720"/>
                    </a:cubicBezTo>
                    <a:cubicBezTo>
                      <a:pt x="10260" y="8720"/>
                      <a:pt x="10286" y="8719"/>
                      <a:pt x="10313" y="8716"/>
                    </a:cubicBezTo>
                    <a:cubicBezTo>
                      <a:pt x="10334" y="8748"/>
                      <a:pt x="10356" y="8781"/>
                      <a:pt x="10372" y="8792"/>
                    </a:cubicBezTo>
                    <a:cubicBezTo>
                      <a:pt x="10405" y="8825"/>
                      <a:pt x="10446" y="8841"/>
                      <a:pt x="10486" y="8841"/>
                    </a:cubicBezTo>
                    <a:cubicBezTo>
                      <a:pt x="10527" y="8841"/>
                      <a:pt x="10568" y="8825"/>
                      <a:pt x="10601" y="8792"/>
                    </a:cubicBezTo>
                    <a:cubicBezTo>
                      <a:pt x="10709" y="8694"/>
                      <a:pt x="10698" y="8536"/>
                      <a:pt x="10688" y="8401"/>
                    </a:cubicBezTo>
                    <a:cubicBezTo>
                      <a:pt x="10677" y="8210"/>
                      <a:pt x="10639" y="8025"/>
                      <a:pt x="10639" y="7830"/>
                    </a:cubicBezTo>
                    <a:cubicBezTo>
                      <a:pt x="10639" y="7629"/>
                      <a:pt x="10622" y="7422"/>
                      <a:pt x="10628" y="7221"/>
                    </a:cubicBezTo>
                    <a:cubicBezTo>
                      <a:pt x="10628" y="7129"/>
                      <a:pt x="10682" y="7052"/>
                      <a:pt x="10688" y="6966"/>
                    </a:cubicBezTo>
                    <a:cubicBezTo>
                      <a:pt x="10688" y="6857"/>
                      <a:pt x="10677" y="6743"/>
                      <a:pt x="10677" y="6634"/>
                    </a:cubicBezTo>
                    <a:cubicBezTo>
                      <a:pt x="10671" y="6395"/>
                      <a:pt x="10671" y="6156"/>
                      <a:pt x="10666" y="5916"/>
                    </a:cubicBezTo>
                    <a:cubicBezTo>
                      <a:pt x="10666" y="5694"/>
                      <a:pt x="10650" y="5465"/>
                      <a:pt x="10666" y="5242"/>
                    </a:cubicBezTo>
                    <a:cubicBezTo>
                      <a:pt x="10671" y="5139"/>
                      <a:pt x="10698" y="5036"/>
                      <a:pt x="10704" y="4938"/>
                    </a:cubicBezTo>
                    <a:cubicBezTo>
                      <a:pt x="10704" y="4824"/>
                      <a:pt x="10698" y="4715"/>
                      <a:pt x="10688" y="4606"/>
                    </a:cubicBezTo>
                    <a:cubicBezTo>
                      <a:pt x="10671" y="4389"/>
                      <a:pt x="10715" y="4182"/>
                      <a:pt x="10715" y="3970"/>
                    </a:cubicBezTo>
                    <a:cubicBezTo>
                      <a:pt x="10726" y="3856"/>
                      <a:pt x="10715" y="3737"/>
                      <a:pt x="10693" y="3622"/>
                    </a:cubicBezTo>
                    <a:lnTo>
                      <a:pt x="10688" y="3628"/>
                    </a:lnTo>
                    <a:cubicBezTo>
                      <a:pt x="10666" y="3568"/>
                      <a:pt x="10639" y="3519"/>
                      <a:pt x="10606" y="3470"/>
                    </a:cubicBezTo>
                    <a:cubicBezTo>
                      <a:pt x="10584" y="3421"/>
                      <a:pt x="10552" y="3389"/>
                      <a:pt x="10508" y="3362"/>
                    </a:cubicBezTo>
                    <a:lnTo>
                      <a:pt x="10508" y="3329"/>
                    </a:lnTo>
                    <a:lnTo>
                      <a:pt x="10508" y="2807"/>
                    </a:lnTo>
                    <a:lnTo>
                      <a:pt x="10508" y="2269"/>
                    </a:lnTo>
                    <a:cubicBezTo>
                      <a:pt x="10508" y="2144"/>
                      <a:pt x="10530" y="1997"/>
                      <a:pt x="10497" y="1872"/>
                    </a:cubicBezTo>
                    <a:cubicBezTo>
                      <a:pt x="10476" y="1785"/>
                      <a:pt x="10421" y="1715"/>
                      <a:pt x="10351" y="1666"/>
                    </a:cubicBezTo>
                    <a:cubicBezTo>
                      <a:pt x="10236" y="1573"/>
                      <a:pt x="10133" y="1470"/>
                      <a:pt x="10035" y="1361"/>
                    </a:cubicBezTo>
                    <a:cubicBezTo>
                      <a:pt x="9948" y="1269"/>
                      <a:pt x="9959" y="1166"/>
                      <a:pt x="9943" y="1040"/>
                    </a:cubicBezTo>
                    <a:cubicBezTo>
                      <a:pt x="9916" y="867"/>
                      <a:pt x="9867" y="698"/>
                      <a:pt x="9845" y="530"/>
                    </a:cubicBezTo>
                    <a:cubicBezTo>
                      <a:pt x="9823" y="366"/>
                      <a:pt x="9867" y="13"/>
                      <a:pt x="9644" y="2"/>
                    </a:cubicBezTo>
                    <a:cubicBezTo>
                      <a:pt x="9595" y="8"/>
                      <a:pt x="9552" y="19"/>
                      <a:pt x="9513" y="35"/>
                    </a:cubicBezTo>
                    <a:cubicBezTo>
                      <a:pt x="9501" y="38"/>
                      <a:pt x="9489" y="39"/>
                      <a:pt x="9478" y="39"/>
                    </a:cubicBezTo>
                    <a:cubicBezTo>
                      <a:pt x="9422" y="39"/>
                      <a:pt x="9372" y="11"/>
                      <a:pt x="9318" y="2"/>
                    </a:cubicBezTo>
                    <a:cubicBezTo>
                      <a:pt x="9307" y="1"/>
                      <a:pt x="9297" y="0"/>
                      <a:pt x="9288" y="0"/>
                    </a:cubicBezTo>
                    <a:cubicBezTo>
                      <a:pt x="9179" y="0"/>
                      <a:pt x="9131" y="83"/>
                      <a:pt x="9111" y="198"/>
                    </a:cubicBezTo>
                    <a:cubicBezTo>
                      <a:pt x="9095" y="263"/>
                      <a:pt x="9095" y="334"/>
                      <a:pt x="9079" y="399"/>
                    </a:cubicBezTo>
                    <a:cubicBezTo>
                      <a:pt x="9062" y="470"/>
                      <a:pt x="9035" y="551"/>
                      <a:pt x="9019" y="627"/>
                    </a:cubicBezTo>
                    <a:cubicBezTo>
                      <a:pt x="8981" y="774"/>
                      <a:pt x="8948" y="926"/>
                      <a:pt x="8921" y="1073"/>
                    </a:cubicBezTo>
                    <a:cubicBezTo>
                      <a:pt x="8894" y="1209"/>
                      <a:pt x="8872" y="1339"/>
                      <a:pt x="8774" y="1437"/>
                    </a:cubicBezTo>
                    <a:cubicBezTo>
                      <a:pt x="8682" y="1530"/>
                      <a:pt x="8551" y="1546"/>
                      <a:pt x="8464" y="1644"/>
                    </a:cubicBezTo>
                    <a:cubicBezTo>
                      <a:pt x="8443" y="1666"/>
                      <a:pt x="8426" y="1698"/>
                      <a:pt x="8415" y="1725"/>
                    </a:cubicBezTo>
                    <a:cubicBezTo>
                      <a:pt x="8394" y="1709"/>
                      <a:pt x="8372" y="1687"/>
                      <a:pt x="8345" y="1671"/>
                    </a:cubicBezTo>
                    <a:cubicBezTo>
                      <a:pt x="8236" y="1573"/>
                      <a:pt x="8133" y="1470"/>
                      <a:pt x="8035" y="1361"/>
                    </a:cubicBezTo>
                    <a:cubicBezTo>
                      <a:pt x="7948" y="1269"/>
                      <a:pt x="7959" y="1166"/>
                      <a:pt x="7937" y="1040"/>
                    </a:cubicBezTo>
                    <a:cubicBezTo>
                      <a:pt x="7915" y="872"/>
                      <a:pt x="7866" y="703"/>
                      <a:pt x="7845" y="530"/>
                    </a:cubicBezTo>
                    <a:cubicBezTo>
                      <a:pt x="7823" y="372"/>
                      <a:pt x="7866" y="19"/>
                      <a:pt x="7638" y="8"/>
                    </a:cubicBezTo>
                    <a:cubicBezTo>
                      <a:pt x="7595" y="13"/>
                      <a:pt x="7551" y="24"/>
                      <a:pt x="7508" y="35"/>
                    </a:cubicBezTo>
                    <a:cubicBezTo>
                      <a:pt x="7496" y="38"/>
                      <a:pt x="7485" y="39"/>
                      <a:pt x="7474" y="39"/>
                    </a:cubicBezTo>
                    <a:cubicBezTo>
                      <a:pt x="7421" y="39"/>
                      <a:pt x="7370" y="12"/>
                      <a:pt x="7312" y="8"/>
                    </a:cubicBezTo>
                    <a:cubicBezTo>
                      <a:pt x="7298" y="5"/>
                      <a:pt x="7286" y="4"/>
                      <a:pt x="7274" y="4"/>
                    </a:cubicBezTo>
                    <a:cubicBezTo>
                      <a:pt x="7171" y="4"/>
                      <a:pt x="7125" y="86"/>
                      <a:pt x="7105" y="198"/>
                    </a:cubicBezTo>
                    <a:cubicBezTo>
                      <a:pt x="7095" y="263"/>
                      <a:pt x="7095" y="334"/>
                      <a:pt x="7078" y="399"/>
                    </a:cubicBezTo>
                    <a:cubicBezTo>
                      <a:pt x="7056" y="470"/>
                      <a:pt x="7029" y="551"/>
                      <a:pt x="7013" y="627"/>
                    </a:cubicBezTo>
                    <a:cubicBezTo>
                      <a:pt x="6980" y="780"/>
                      <a:pt x="6948" y="926"/>
                      <a:pt x="6921" y="1079"/>
                    </a:cubicBezTo>
                    <a:cubicBezTo>
                      <a:pt x="6888" y="1214"/>
                      <a:pt x="6872" y="1339"/>
                      <a:pt x="6768" y="1437"/>
                    </a:cubicBezTo>
                    <a:cubicBezTo>
                      <a:pt x="6681" y="1530"/>
                      <a:pt x="6546" y="1546"/>
                      <a:pt x="6464" y="1644"/>
                    </a:cubicBezTo>
                    <a:cubicBezTo>
                      <a:pt x="6437" y="1671"/>
                      <a:pt x="6421" y="1704"/>
                      <a:pt x="6410" y="1736"/>
                    </a:cubicBezTo>
                    <a:cubicBezTo>
                      <a:pt x="6382" y="1715"/>
                      <a:pt x="6361" y="1687"/>
                      <a:pt x="6334" y="1666"/>
                    </a:cubicBezTo>
                    <a:cubicBezTo>
                      <a:pt x="6225" y="1573"/>
                      <a:pt x="6122" y="1470"/>
                      <a:pt x="6024" y="1361"/>
                    </a:cubicBezTo>
                    <a:cubicBezTo>
                      <a:pt x="5937" y="1269"/>
                      <a:pt x="5948" y="1166"/>
                      <a:pt x="5931" y="1040"/>
                    </a:cubicBezTo>
                    <a:cubicBezTo>
                      <a:pt x="5904" y="867"/>
                      <a:pt x="5855" y="703"/>
                      <a:pt x="5833" y="530"/>
                    </a:cubicBezTo>
                    <a:cubicBezTo>
                      <a:pt x="5812" y="372"/>
                      <a:pt x="5855" y="19"/>
                      <a:pt x="5627" y="2"/>
                    </a:cubicBezTo>
                    <a:cubicBezTo>
                      <a:pt x="5583" y="8"/>
                      <a:pt x="5540" y="19"/>
                      <a:pt x="5496" y="35"/>
                    </a:cubicBezTo>
                    <a:cubicBezTo>
                      <a:pt x="5485" y="38"/>
                      <a:pt x="5474" y="39"/>
                      <a:pt x="5463" y="39"/>
                    </a:cubicBezTo>
                    <a:cubicBezTo>
                      <a:pt x="5410" y="39"/>
                      <a:pt x="5360" y="11"/>
                      <a:pt x="5306" y="2"/>
                    </a:cubicBezTo>
                    <a:cubicBezTo>
                      <a:pt x="5296" y="1"/>
                      <a:pt x="5286" y="0"/>
                      <a:pt x="5276" y="0"/>
                    </a:cubicBezTo>
                    <a:cubicBezTo>
                      <a:pt x="5167" y="0"/>
                      <a:pt x="5119" y="83"/>
                      <a:pt x="5094" y="198"/>
                    </a:cubicBezTo>
                    <a:cubicBezTo>
                      <a:pt x="5083" y="263"/>
                      <a:pt x="5083" y="334"/>
                      <a:pt x="5067" y="399"/>
                    </a:cubicBezTo>
                    <a:cubicBezTo>
                      <a:pt x="5051" y="470"/>
                      <a:pt x="5018" y="551"/>
                      <a:pt x="5002" y="627"/>
                    </a:cubicBezTo>
                    <a:cubicBezTo>
                      <a:pt x="4969" y="774"/>
                      <a:pt x="4937" y="926"/>
                      <a:pt x="4909" y="1073"/>
                    </a:cubicBezTo>
                    <a:cubicBezTo>
                      <a:pt x="4882" y="1209"/>
                      <a:pt x="4860" y="1339"/>
                      <a:pt x="4763" y="1437"/>
                    </a:cubicBezTo>
                    <a:cubicBezTo>
                      <a:pt x="4670" y="1530"/>
                      <a:pt x="4534" y="1546"/>
                      <a:pt x="4453" y="1644"/>
                    </a:cubicBezTo>
                    <a:cubicBezTo>
                      <a:pt x="4436" y="1666"/>
                      <a:pt x="4420" y="1687"/>
                      <a:pt x="4409" y="1709"/>
                    </a:cubicBezTo>
                    <a:cubicBezTo>
                      <a:pt x="4393" y="1698"/>
                      <a:pt x="4377" y="1682"/>
                      <a:pt x="4360" y="1666"/>
                    </a:cubicBezTo>
                    <a:cubicBezTo>
                      <a:pt x="4246" y="1573"/>
                      <a:pt x="4143" y="1470"/>
                      <a:pt x="4045" y="1361"/>
                    </a:cubicBezTo>
                    <a:cubicBezTo>
                      <a:pt x="3958" y="1269"/>
                      <a:pt x="3969" y="1166"/>
                      <a:pt x="3953" y="1040"/>
                    </a:cubicBezTo>
                    <a:cubicBezTo>
                      <a:pt x="3925" y="867"/>
                      <a:pt x="3877" y="703"/>
                      <a:pt x="3855" y="530"/>
                    </a:cubicBezTo>
                    <a:cubicBezTo>
                      <a:pt x="3833" y="372"/>
                      <a:pt x="3877" y="19"/>
                      <a:pt x="3654" y="2"/>
                    </a:cubicBezTo>
                    <a:cubicBezTo>
                      <a:pt x="3605" y="8"/>
                      <a:pt x="3561" y="19"/>
                      <a:pt x="3518" y="35"/>
                    </a:cubicBezTo>
                    <a:cubicBezTo>
                      <a:pt x="3507" y="38"/>
                      <a:pt x="3495" y="39"/>
                      <a:pt x="3485" y="39"/>
                    </a:cubicBezTo>
                    <a:cubicBezTo>
                      <a:pt x="3432" y="39"/>
                      <a:pt x="3382" y="11"/>
                      <a:pt x="3328" y="2"/>
                    </a:cubicBezTo>
                    <a:cubicBezTo>
                      <a:pt x="3317" y="1"/>
                      <a:pt x="3307" y="0"/>
                      <a:pt x="3297" y="0"/>
                    </a:cubicBezTo>
                    <a:cubicBezTo>
                      <a:pt x="3188" y="0"/>
                      <a:pt x="3141" y="83"/>
                      <a:pt x="3116" y="198"/>
                    </a:cubicBezTo>
                    <a:cubicBezTo>
                      <a:pt x="3105" y="263"/>
                      <a:pt x="3105" y="334"/>
                      <a:pt x="3088" y="399"/>
                    </a:cubicBezTo>
                    <a:cubicBezTo>
                      <a:pt x="3072" y="470"/>
                      <a:pt x="3045" y="551"/>
                      <a:pt x="3023" y="627"/>
                    </a:cubicBezTo>
                    <a:cubicBezTo>
                      <a:pt x="2991" y="774"/>
                      <a:pt x="2958" y="926"/>
                      <a:pt x="2931" y="1073"/>
                    </a:cubicBezTo>
                    <a:cubicBezTo>
                      <a:pt x="2904" y="1209"/>
                      <a:pt x="2882" y="1339"/>
                      <a:pt x="2784" y="1437"/>
                    </a:cubicBezTo>
                    <a:cubicBezTo>
                      <a:pt x="2692" y="1530"/>
                      <a:pt x="2561" y="1546"/>
                      <a:pt x="2474" y="1644"/>
                    </a:cubicBezTo>
                    <a:cubicBezTo>
                      <a:pt x="2452" y="1671"/>
                      <a:pt x="2431" y="1704"/>
                      <a:pt x="2420" y="1736"/>
                    </a:cubicBezTo>
                    <a:cubicBezTo>
                      <a:pt x="2398" y="1715"/>
                      <a:pt x="2371" y="1693"/>
                      <a:pt x="2349" y="1666"/>
                    </a:cubicBezTo>
                    <a:cubicBezTo>
                      <a:pt x="2235" y="1573"/>
                      <a:pt x="2132" y="1470"/>
                      <a:pt x="2034" y="1361"/>
                    </a:cubicBezTo>
                    <a:cubicBezTo>
                      <a:pt x="1947" y="1269"/>
                      <a:pt x="1958" y="1166"/>
                      <a:pt x="1941" y="1040"/>
                    </a:cubicBezTo>
                    <a:cubicBezTo>
                      <a:pt x="1914" y="867"/>
                      <a:pt x="1865" y="698"/>
                      <a:pt x="1844" y="530"/>
                    </a:cubicBezTo>
                    <a:cubicBezTo>
                      <a:pt x="1822" y="366"/>
                      <a:pt x="1865" y="13"/>
                      <a:pt x="1642" y="2"/>
                    </a:cubicBezTo>
                    <a:cubicBezTo>
                      <a:pt x="1594" y="8"/>
                      <a:pt x="1550" y="19"/>
                      <a:pt x="1507" y="35"/>
                    </a:cubicBezTo>
                    <a:cubicBezTo>
                      <a:pt x="1497" y="36"/>
                      <a:pt x="1488" y="37"/>
                      <a:pt x="1480" y="37"/>
                    </a:cubicBezTo>
                    <a:cubicBezTo>
                      <a:pt x="1425" y="37"/>
                      <a:pt x="1372" y="12"/>
                      <a:pt x="1316" y="2"/>
                    </a:cubicBezTo>
                    <a:cubicBezTo>
                      <a:pt x="1306" y="1"/>
                      <a:pt x="1296" y="0"/>
                      <a:pt x="1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20"/>
              <p:cNvSpPr/>
              <p:nvPr/>
            </p:nvSpPr>
            <p:spPr>
              <a:xfrm>
                <a:off x="3938925" y="3005925"/>
                <a:ext cx="28175" cy="33925"/>
              </a:xfrm>
              <a:custGeom>
                <a:rect b="b" l="l" r="r" t="t"/>
                <a:pathLst>
                  <a:path extrusionOk="0" h="1357" w="1127">
                    <a:moveTo>
                      <a:pt x="657" y="0"/>
                    </a:moveTo>
                    <a:cubicBezTo>
                      <a:pt x="589" y="0"/>
                      <a:pt x="517" y="32"/>
                      <a:pt x="441" y="106"/>
                    </a:cubicBezTo>
                    <a:cubicBezTo>
                      <a:pt x="349" y="209"/>
                      <a:pt x="262" y="318"/>
                      <a:pt x="180" y="426"/>
                    </a:cubicBezTo>
                    <a:cubicBezTo>
                      <a:pt x="93" y="541"/>
                      <a:pt x="39" y="671"/>
                      <a:pt x="23" y="812"/>
                    </a:cubicBezTo>
                    <a:cubicBezTo>
                      <a:pt x="1" y="916"/>
                      <a:pt x="23" y="1030"/>
                      <a:pt x="88" y="1117"/>
                    </a:cubicBezTo>
                    <a:cubicBezTo>
                      <a:pt x="153" y="1215"/>
                      <a:pt x="262" y="1253"/>
                      <a:pt x="365" y="1307"/>
                    </a:cubicBezTo>
                    <a:cubicBezTo>
                      <a:pt x="437" y="1340"/>
                      <a:pt x="515" y="1357"/>
                      <a:pt x="593" y="1357"/>
                    </a:cubicBezTo>
                    <a:cubicBezTo>
                      <a:pt x="644" y="1357"/>
                      <a:pt x="696" y="1349"/>
                      <a:pt x="746" y="1334"/>
                    </a:cubicBezTo>
                    <a:cubicBezTo>
                      <a:pt x="811" y="1323"/>
                      <a:pt x="871" y="1302"/>
                      <a:pt x="930" y="1280"/>
                    </a:cubicBezTo>
                    <a:cubicBezTo>
                      <a:pt x="990" y="1253"/>
                      <a:pt x="1034" y="1182"/>
                      <a:pt x="1099" y="1177"/>
                    </a:cubicBezTo>
                    <a:cubicBezTo>
                      <a:pt x="1121" y="1177"/>
                      <a:pt x="1126" y="1139"/>
                      <a:pt x="1104" y="1139"/>
                    </a:cubicBezTo>
                    <a:cubicBezTo>
                      <a:pt x="1092" y="1135"/>
                      <a:pt x="1080" y="1134"/>
                      <a:pt x="1069" y="1134"/>
                    </a:cubicBezTo>
                    <a:cubicBezTo>
                      <a:pt x="1040" y="1134"/>
                      <a:pt x="1012" y="1143"/>
                      <a:pt x="985" y="1155"/>
                    </a:cubicBezTo>
                    <a:cubicBezTo>
                      <a:pt x="881" y="1193"/>
                      <a:pt x="773" y="1215"/>
                      <a:pt x="659" y="1225"/>
                    </a:cubicBezTo>
                    <a:cubicBezTo>
                      <a:pt x="647" y="1227"/>
                      <a:pt x="635" y="1227"/>
                      <a:pt x="623" y="1227"/>
                    </a:cubicBezTo>
                    <a:cubicBezTo>
                      <a:pt x="446" y="1227"/>
                      <a:pt x="183" y="1120"/>
                      <a:pt x="148" y="937"/>
                    </a:cubicBezTo>
                    <a:cubicBezTo>
                      <a:pt x="110" y="725"/>
                      <a:pt x="251" y="546"/>
                      <a:pt x="365" y="394"/>
                    </a:cubicBezTo>
                    <a:cubicBezTo>
                      <a:pt x="414" y="312"/>
                      <a:pt x="468" y="236"/>
                      <a:pt x="534" y="171"/>
                    </a:cubicBezTo>
                    <a:cubicBezTo>
                      <a:pt x="584" y="125"/>
                      <a:pt x="630" y="106"/>
                      <a:pt x="674" y="106"/>
                    </a:cubicBezTo>
                    <a:cubicBezTo>
                      <a:pt x="749" y="106"/>
                      <a:pt x="818" y="162"/>
                      <a:pt x="887" y="231"/>
                    </a:cubicBezTo>
                    <a:cubicBezTo>
                      <a:pt x="893" y="238"/>
                      <a:pt x="900" y="241"/>
                      <a:pt x="908" y="241"/>
                    </a:cubicBezTo>
                    <a:cubicBezTo>
                      <a:pt x="929" y="241"/>
                      <a:pt x="952" y="217"/>
                      <a:pt x="936" y="193"/>
                    </a:cubicBezTo>
                    <a:cubicBezTo>
                      <a:pt x="854" y="75"/>
                      <a:pt x="760"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20"/>
              <p:cNvSpPr/>
              <p:nvPr/>
            </p:nvSpPr>
            <p:spPr>
              <a:xfrm>
                <a:off x="3970450" y="3000550"/>
                <a:ext cx="23725" cy="39350"/>
              </a:xfrm>
              <a:custGeom>
                <a:rect b="b" l="l" r="r" t="t"/>
                <a:pathLst>
                  <a:path extrusionOk="0" h="1574" w="949">
                    <a:moveTo>
                      <a:pt x="609" y="0"/>
                    </a:moveTo>
                    <a:cubicBezTo>
                      <a:pt x="542" y="0"/>
                      <a:pt x="469" y="27"/>
                      <a:pt x="414" y="49"/>
                    </a:cubicBezTo>
                    <a:cubicBezTo>
                      <a:pt x="311" y="82"/>
                      <a:pt x="218" y="141"/>
                      <a:pt x="148" y="223"/>
                    </a:cubicBezTo>
                    <a:cubicBezTo>
                      <a:pt x="142" y="221"/>
                      <a:pt x="136" y="220"/>
                      <a:pt x="131" y="220"/>
                    </a:cubicBezTo>
                    <a:cubicBezTo>
                      <a:pt x="110" y="220"/>
                      <a:pt x="92" y="235"/>
                      <a:pt x="88" y="261"/>
                    </a:cubicBezTo>
                    <a:cubicBezTo>
                      <a:pt x="88" y="451"/>
                      <a:pt x="83" y="647"/>
                      <a:pt x="66" y="843"/>
                    </a:cubicBezTo>
                    <a:cubicBezTo>
                      <a:pt x="50" y="995"/>
                      <a:pt x="1" y="1147"/>
                      <a:pt x="93" y="1283"/>
                    </a:cubicBezTo>
                    <a:cubicBezTo>
                      <a:pt x="106" y="1301"/>
                      <a:pt x="123" y="1311"/>
                      <a:pt x="141" y="1311"/>
                    </a:cubicBezTo>
                    <a:cubicBezTo>
                      <a:pt x="155" y="1311"/>
                      <a:pt x="169" y="1305"/>
                      <a:pt x="180" y="1294"/>
                    </a:cubicBezTo>
                    <a:lnTo>
                      <a:pt x="186" y="1283"/>
                    </a:lnTo>
                    <a:cubicBezTo>
                      <a:pt x="202" y="1267"/>
                      <a:pt x="202" y="1239"/>
                      <a:pt x="186" y="1223"/>
                    </a:cubicBezTo>
                    <a:lnTo>
                      <a:pt x="180" y="1212"/>
                    </a:lnTo>
                    <a:cubicBezTo>
                      <a:pt x="175" y="1209"/>
                      <a:pt x="170" y="1208"/>
                      <a:pt x="164" y="1208"/>
                    </a:cubicBezTo>
                    <a:cubicBezTo>
                      <a:pt x="159" y="1208"/>
                      <a:pt x="153" y="1209"/>
                      <a:pt x="148" y="1212"/>
                    </a:cubicBezTo>
                    <a:cubicBezTo>
                      <a:pt x="158" y="1207"/>
                      <a:pt x="166" y="1206"/>
                      <a:pt x="172" y="1206"/>
                    </a:cubicBezTo>
                    <a:cubicBezTo>
                      <a:pt x="187" y="1206"/>
                      <a:pt x="193" y="1214"/>
                      <a:pt x="195" y="1214"/>
                    </a:cubicBezTo>
                    <a:cubicBezTo>
                      <a:pt x="197" y="1214"/>
                      <a:pt x="193" y="1205"/>
                      <a:pt x="186" y="1169"/>
                    </a:cubicBezTo>
                    <a:cubicBezTo>
                      <a:pt x="180" y="1125"/>
                      <a:pt x="175" y="1087"/>
                      <a:pt x="175" y="1044"/>
                    </a:cubicBezTo>
                    <a:cubicBezTo>
                      <a:pt x="180" y="962"/>
                      <a:pt x="197" y="881"/>
                      <a:pt x="197" y="799"/>
                    </a:cubicBezTo>
                    <a:cubicBezTo>
                      <a:pt x="197" y="625"/>
                      <a:pt x="180" y="457"/>
                      <a:pt x="180" y="288"/>
                    </a:cubicBezTo>
                    <a:cubicBezTo>
                      <a:pt x="229" y="228"/>
                      <a:pt x="295" y="185"/>
                      <a:pt x="371" y="163"/>
                    </a:cubicBezTo>
                    <a:cubicBezTo>
                      <a:pt x="413" y="149"/>
                      <a:pt x="476" y="124"/>
                      <a:pt x="529" y="124"/>
                    </a:cubicBezTo>
                    <a:cubicBezTo>
                      <a:pt x="559" y="124"/>
                      <a:pt x="585" y="131"/>
                      <a:pt x="604" y="152"/>
                    </a:cubicBezTo>
                    <a:cubicBezTo>
                      <a:pt x="642" y="190"/>
                      <a:pt x="637" y="201"/>
                      <a:pt x="610" y="250"/>
                    </a:cubicBezTo>
                    <a:cubicBezTo>
                      <a:pt x="593" y="272"/>
                      <a:pt x="572" y="294"/>
                      <a:pt x="550" y="315"/>
                    </a:cubicBezTo>
                    <a:cubicBezTo>
                      <a:pt x="501" y="380"/>
                      <a:pt x="441" y="440"/>
                      <a:pt x="382" y="495"/>
                    </a:cubicBezTo>
                    <a:cubicBezTo>
                      <a:pt x="365" y="500"/>
                      <a:pt x="354" y="522"/>
                      <a:pt x="354" y="538"/>
                    </a:cubicBezTo>
                    <a:cubicBezTo>
                      <a:pt x="360" y="620"/>
                      <a:pt x="430" y="658"/>
                      <a:pt x="468" y="723"/>
                    </a:cubicBezTo>
                    <a:cubicBezTo>
                      <a:pt x="545" y="859"/>
                      <a:pt x="599" y="1000"/>
                      <a:pt x="642" y="1147"/>
                    </a:cubicBezTo>
                    <a:cubicBezTo>
                      <a:pt x="680" y="1272"/>
                      <a:pt x="724" y="1538"/>
                      <a:pt x="882" y="1571"/>
                    </a:cubicBezTo>
                    <a:cubicBezTo>
                      <a:pt x="887" y="1573"/>
                      <a:pt x="892" y="1574"/>
                      <a:pt x="896" y="1574"/>
                    </a:cubicBezTo>
                    <a:cubicBezTo>
                      <a:pt x="931" y="1574"/>
                      <a:pt x="948" y="1524"/>
                      <a:pt x="920" y="1500"/>
                    </a:cubicBezTo>
                    <a:lnTo>
                      <a:pt x="920" y="1500"/>
                    </a:lnTo>
                    <a:lnTo>
                      <a:pt x="920" y="1506"/>
                    </a:lnTo>
                    <a:cubicBezTo>
                      <a:pt x="882" y="1462"/>
                      <a:pt x="882" y="1348"/>
                      <a:pt x="860" y="1294"/>
                    </a:cubicBezTo>
                    <a:cubicBezTo>
                      <a:pt x="833" y="1207"/>
                      <a:pt x="805" y="1114"/>
                      <a:pt x="767" y="1022"/>
                    </a:cubicBezTo>
                    <a:cubicBezTo>
                      <a:pt x="729" y="913"/>
                      <a:pt x="675" y="810"/>
                      <a:pt x="621" y="712"/>
                    </a:cubicBezTo>
                    <a:cubicBezTo>
                      <a:pt x="593" y="669"/>
                      <a:pt x="566" y="631"/>
                      <a:pt x="528" y="592"/>
                    </a:cubicBezTo>
                    <a:cubicBezTo>
                      <a:pt x="512" y="576"/>
                      <a:pt x="485" y="565"/>
                      <a:pt x="474" y="549"/>
                    </a:cubicBezTo>
                    <a:cubicBezTo>
                      <a:pt x="512" y="511"/>
                      <a:pt x="539" y="467"/>
                      <a:pt x="583" y="429"/>
                    </a:cubicBezTo>
                    <a:cubicBezTo>
                      <a:pt x="632" y="397"/>
                      <a:pt x="675" y="353"/>
                      <a:pt x="713" y="304"/>
                    </a:cubicBezTo>
                    <a:cubicBezTo>
                      <a:pt x="762" y="239"/>
                      <a:pt x="800" y="120"/>
                      <a:pt x="735" y="49"/>
                    </a:cubicBezTo>
                    <a:cubicBezTo>
                      <a:pt x="701" y="13"/>
                      <a:pt x="657" y="0"/>
                      <a:pt x="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20"/>
              <p:cNvSpPr/>
              <p:nvPr/>
            </p:nvSpPr>
            <p:spPr>
              <a:xfrm>
                <a:off x="3998400" y="2998400"/>
                <a:ext cx="24000" cy="31825"/>
              </a:xfrm>
              <a:custGeom>
                <a:rect b="b" l="l" r="r" t="t"/>
                <a:pathLst>
                  <a:path extrusionOk="0" h="1273" w="960">
                    <a:moveTo>
                      <a:pt x="340" y="0"/>
                    </a:moveTo>
                    <a:cubicBezTo>
                      <a:pt x="313" y="0"/>
                      <a:pt x="286" y="10"/>
                      <a:pt x="258" y="32"/>
                    </a:cubicBezTo>
                    <a:cubicBezTo>
                      <a:pt x="139" y="124"/>
                      <a:pt x="122" y="347"/>
                      <a:pt x="106" y="483"/>
                    </a:cubicBezTo>
                    <a:cubicBezTo>
                      <a:pt x="95" y="564"/>
                      <a:pt x="84" y="646"/>
                      <a:pt x="79" y="727"/>
                    </a:cubicBezTo>
                    <a:cubicBezTo>
                      <a:pt x="79" y="814"/>
                      <a:pt x="63" y="912"/>
                      <a:pt x="57" y="999"/>
                    </a:cubicBezTo>
                    <a:cubicBezTo>
                      <a:pt x="57" y="1048"/>
                      <a:pt x="57" y="1173"/>
                      <a:pt x="25" y="1217"/>
                    </a:cubicBezTo>
                    <a:cubicBezTo>
                      <a:pt x="1" y="1245"/>
                      <a:pt x="21" y="1272"/>
                      <a:pt x="44" y="1272"/>
                    </a:cubicBezTo>
                    <a:cubicBezTo>
                      <a:pt x="52" y="1272"/>
                      <a:pt x="61" y="1269"/>
                      <a:pt x="68" y="1260"/>
                    </a:cubicBezTo>
                    <a:cubicBezTo>
                      <a:pt x="111" y="1195"/>
                      <a:pt x="133" y="1124"/>
                      <a:pt x="133" y="1048"/>
                    </a:cubicBezTo>
                    <a:cubicBezTo>
                      <a:pt x="160" y="918"/>
                      <a:pt x="160" y="787"/>
                      <a:pt x="177" y="657"/>
                    </a:cubicBezTo>
                    <a:cubicBezTo>
                      <a:pt x="188" y="521"/>
                      <a:pt x="215" y="390"/>
                      <a:pt x="247" y="265"/>
                    </a:cubicBezTo>
                    <a:cubicBezTo>
                      <a:pt x="258" y="222"/>
                      <a:pt x="280" y="113"/>
                      <a:pt x="334" y="102"/>
                    </a:cubicBezTo>
                    <a:cubicBezTo>
                      <a:pt x="337" y="102"/>
                      <a:pt x="340" y="102"/>
                      <a:pt x="343" y="102"/>
                    </a:cubicBezTo>
                    <a:cubicBezTo>
                      <a:pt x="441" y="102"/>
                      <a:pt x="503" y="365"/>
                      <a:pt x="525" y="423"/>
                    </a:cubicBezTo>
                    <a:cubicBezTo>
                      <a:pt x="579" y="570"/>
                      <a:pt x="639" y="711"/>
                      <a:pt x="682" y="863"/>
                    </a:cubicBezTo>
                    <a:cubicBezTo>
                      <a:pt x="720" y="983"/>
                      <a:pt x="769" y="1108"/>
                      <a:pt x="824" y="1228"/>
                    </a:cubicBezTo>
                    <a:cubicBezTo>
                      <a:pt x="835" y="1254"/>
                      <a:pt x="864" y="1271"/>
                      <a:pt x="891" y="1271"/>
                    </a:cubicBezTo>
                    <a:cubicBezTo>
                      <a:pt x="914" y="1271"/>
                      <a:pt x="936" y="1258"/>
                      <a:pt x="943" y="1228"/>
                    </a:cubicBezTo>
                    <a:cubicBezTo>
                      <a:pt x="959" y="1173"/>
                      <a:pt x="949" y="1113"/>
                      <a:pt x="927" y="1064"/>
                    </a:cubicBezTo>
                    <a:cubicBezTo>
                      <a:pt x="883" y="977"/>
                      <a:pt x="851" y="890"/>
                      <a:pt x="824" y="798"/>
                    </a:cubicBezTo>
                    <a:cubicBezTo>
                      <a:pt x="769" y="624"/>
                      <a:pt x="688" y="472"/>
                      <a:pt x="622" y="303"/>
                    </a:cubicBezTo>
                    <a:cubicBezTo>
                      <a:pt x="582" y="209"/>
                      <a:pt x="468"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20"/>
              <p:cNvSpPr/>
              <p:nvPr/>
            </p:nvSpPr>
            <p:spPr>
              <a:xfrm>
                <a:off x="4002525" y="3017425"/>
                <a:ext cx="9675" cy="3950"/>
              </a:xfrm>
              <a:custGeom>
                <a:rect b="b" l="l" r="r" t="t"/>
                <a:pathLst>
                  <a:path extrusionOk="0" h="158" w="387">
                    <a:moveTo>
                      <a:pt x="309" y="0"/>
                    </a:moveTo>
                    <a:cubicBezTo>
                      <a:pt x="271" y="0"/>
                      <a:pt x="234" y="10"/>
                      <a:pt x="202" y="26"/>
                    </a:cubicBezTo>
                    <a:cubicBezTo>
                      <a:pt x="180" y="32"/>
                      <a:pt x="157" y="34"/>
                      <a:pt x="134" y="34"/>
                    </a:cubicBezTo>
                    <a:cubicBezTo>
                      <a:pt x="111" y="34"/>
                      <a:pt x="88" y="32"/>
                      <a:pt x="66" y="26"/>
                    </a:cubicBezTo>
                    <a:cubicBezTo>
                      <a:pt x="6" y="26"/>
                      <a:pt x="1" y="108"/>
                      <a:pt x="50" y="124"/>
                    </a:cubicBezTo>
                    <a:cubicBezTo>
                      <a:pt x="92" y="143"/>
                      <a:pt x="139" y="158"/>
                      <a:pt x="186" y="158"/>
                    </a:cubicBezTo>
                    <a:cubicBezTo>
                      <a:pt x="193" y="158"/>
                      <a:pt x="200" y="157"/>
                      <a:pt x="207" y="157"/>
                    </a:cubicBezTo>
                    <a:cubicBezTo>
                      <a:pt x="267" y="146"/>
                      <a:pt x="322" y="119"/>
                      <a:pt x="365" y="81"/>
                    </a:cubicBezTo>
                    <a:cubicBezTo>
                      <a:pt x="387" y="53"/>
                      <a:pt x="376" y="15"/>
                      <a:pt x="349" y="4"/>
                    </a:cubicBezTo>
                    <a:cubicBezTo>
                      <a:pt x="336" y="2"/>
                      <a:pt x="322" y="0"/>
                      <a:pt x="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20"/>
              <p:cNvSpPr/>
              <p:nvPr/>
            </p:nvSpPr>
            <p:spPr>
              <a:xfrm>
                <a:off x="4023575" y="2997000"/>
                <a:ext cx="27350" cy="48175"/>
              </a:xfrm>
              <a:custGeom>
                <a:rect b="b" l="l" r="r" t="t"/>
                <a:pathLst>
                  <a:path extrusionOk="0" h="1927" w="1094">
                    <a:moveTo>
                      <a:pt x="1026" y="0"/>
                    </a:moveTo>
                    <a:cubicBezTo>
                      <a:pt x="1023" y="0"/>
                      <a:pt x="1021" y="0"/>
                      <a:pt x="1018" y="1"/>
                    </a:cubicBezTo>
                    <a:cubicBezTo>
                      <a:pt x="953" y="22"/>
                      <a:pt x="893" y="66"/>
                      <a:pt x="860" y="120"/>
                    </a:cubicBezTo>
                    <a:cubicBezTo>
                      <a:pt x="779" y="224"/>
                      <a:pt x="686" y="311"/>
                      <a:pt x="583" y="381"/>
                    </a:cubicBezTo>
                    <a:cubicBezTo>
                      <a:pt x="533" y="406"/>
                      <a:pt x="451" y="459"/>
                      <a:pt x="392" y="459"/>
                    </a:cubicBezTo>
                    <a:cubicBezTo>
                      <a:pt x="386" y="459"/>
                      <a:pt x="381" y="458"/>
                      <a:pt x="376" y="457"/>
                    </a:cubicBezTo>
                    <a:cubicBezTo>
                      <a:pt x="322" y="441"/>
                      <a:pt x="273" y="408"/>
                      <a:pt x="235" y="370"/>
                    </a:cubicBezTo>
                    <a:cubicBezTo>
                      <a:pt x="181" y="321"/>
                      <a:pt x="148" y="267"/>
                      <a:pt x="72" y="256"/>
                    </a:cubicBezTo>
                    <a:cubicBezTo>
                      <a:pt x="67" y="255"/>
                      <a:pt x="63" y="254"/>
                      <a:pt x="58" y="254"/>
                    </a:cubicBezTo>
                    <a:cubicBezTo>
                      <a:pt x="14" y="254"/>
                      <a:pt x="1" y="323"/>
                      <a:pt x="50" y="338"/>
                    </a:cubicBezTo>
                    <a:cubicBezTo>
                      <a:pt x="126" y="365"/>
                      <a:pt x="186" y="512"/>
                      <a:pt x="257" y="561"/>
                    </a:cubicBezTo>
                    <a:cubicBezTo>
                      <a:pt x="302" y="591"/>
                      <a:pt x="354" y="606"/>
                      <a:pt x="406" y="606"/>
                    </a:cubicBezTo>
                    <a:cubicBezTo>
                      <a:pt x="448" y="606"/>
                      <a:pt x="490" y="596"/>
                      <a:pt x="529" y="577"/>
                    </a:cubicBezTo>
                    <a:cubicBezTo>
                      <a:pt x="627" y="539"/>
                      <a:pt x="713" y="484"/>
                      <a:pt x="790" y="408"/>
                    </a:cubicBezTo>
                    <a:cubicBezTo>
                      <a:pt x="817" y="381"/>
                      <a:pt x="844" y="349"/>
                      <a:pt x="871" y="311"/>
                    </a:cubicBezTo>
                    <a:lnTo>
                      <a:pt x="871" y="311"/>
                    </a:lnTo>
                    <a:cubicBezTo>
                      <a:pt x="828" y="403"/>
                      <a:pt x="784" y="495"/>
                      <a:pt x="752" y="588"/>
                    </a:cubicBezTo>
                    <a:cubicBezTo>
                      <a:pt x="686" y="816"/>
                      <a:pt x="594" y="1033"/>
                      <a:pt x="523" y="1256"/>
                    </a:cubicBezTo>
                    <a:cubicBezTo>
                      <a:pt x="485" y="1376"/>
                      <a:pt x="241" y="1876"/>
                      <a:pt x="469" y="1925"/>
                    </a:cubicBezTo>
                    <a:cubicBezTo>
                      <a:pt x="474" y="1926"/>
                      <a:pt x="480" y="1926"/>
                      <a:pt x="485" y="1926"/>
                    </a:cubicBezTo>
                    <a:cubicBezTo>
                      <a:pt x="510" y="1926"/>
                      <a:pt x="531" y="1915"/>
                      <a:pt x="545" y="1892"/>
                    </a:cubicBezTo>
                    <a:cubicBezTo>
                      <a:pt x="561" y="1871"/>
                      <a:pt x="567" y="1843"/>
                      <a:pt x="572" y="1816"/>
                    </a:cubicBezTo>
                    <a:cubicBezTo>
                      <a:pt x="578" y="1800"/>
                      <a:pt x="567" y="1784"/>
                      <a:pt x="550" y="1784"/>
                    </a:cubicBezTo>
                    <a:lnTo>
                      <a:pt x="534" y="1784"/>
                    </a:lnTo>
                    <a:cubicBezTo>
                      <a:pt x="534" y="1773"/>
                      <a:pt x="534" y="1756"/>
                      <a:pt x="540" y="1740"/>
                    </a:cubicBezTo>
                    <a:cubicBezTo>
                      <a:pt x="550" y="1686"/>
                      <a:pt x="567" y="1631"/>
                      <a:pt x="588" y="1582"/>
                    </a:cubicBezTo>
                    <a:cubicBezTo>
                      <a:pt x="637" y="1425"/>
                      <a:pt x="681" y="1267"/>
                      <a:pt x="730" y="1115"/>
                    </a:cubicBezTo>
                    <a:cubicBezTo>
                      <a:pt x="790" y="930"/>
                      <a:pt x="855" y="745"/>
                      <a:pt x="909" y="561"/>
                    </a:cubicBezTo>
                    <a:cubicBezTo>
                      <a:pt x="958" y="392"/>
                      <a:pt x="1061" y="240"/>
                      <a:pt x="1089" y="71"/>
                    </a:cubicBezTo>
                    <a:cubicBezTo>
                      <a:pt x="1094" y="36"/>
                      <a:pt x="1065" y="0"/>
                      <a:pt x="10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20"/>
              <p:cNvSpPr/>
              <p:nvPr/>
            </p:nvSpPr>
            <p:spPr>
              <a:xfrm>
                <a:off x="4052000" y="3008075"/>
                <a:ext cx="18775" cy="23250"/>
              </a:xfrm>
              <a:custGeom>
                <a:rect b="b" l="l" r="r" t="t"/>
                <a:pathLst>
                  <a:path extrusionOk="0" h="930" w="751">
                    <a:moveTo>
                      <a:pt x="367" y="0"/>
                    </a:moveTo>
                    <a:cubicBezTo>
                      <a:pt x="352" y="0"/>
                      <a:pt x="336" y="1"/>
                      <a:pt x="321" y="3"/>
                    </a:cubicBezTo>
                    <a:cubicBezTo>
                      <a:pt x="289" y="9"/>
                      <a:pt x="256" y="20"/>
                      <a:pt x="229" y="41"/>
                    </a:cubicBezTo>
                    <a:cubicBezTo>
                      <a:pt x="196" y="63"/>
                      <a:pt x="169" y="145"/>
                      <a:pt x="136" y="156"/>
                    </a:cubicBezTo>
                    <a:cubicBezTo>
                      <a:pt x="115" y="161"/>
                      <a:pt x="120" y="194"/>
                      <a:pt x="142" y="199"/>
                    </a:cubicBezTo>
                    <a:cubicBezTo>
                      <a:pt x="169" y="199"/>
                      <a:pt x="191" y="194"/>
                      <a:pt x="212" y="183"/>
                    </a:cubicBezTo>
                    <a:cubicBezTo>
                      <a:pt x="240" y="161"/>
                      <a:pt x="251" y="145"/>
                      <a:pt x="289" y="134"/>
                    </a:cubicBezTo>
                    <a:cubicBezTo>
                      <a:pt x="304" y="130"/>
                      <a:pt x="319" y="128"/>
                      <a:pt x="335" y="128"/>
                    </a:cubicBezTo>
                    <a:cubicBezTo>
                      <a:pt x="363" y="128"/>
                      <a:pt x="391" y="134"/>
                      <a:pt x="419" y="145"/>
                    </a:cubicBezTo>
                    <a:cubicBezTo>
                      <a:pt x="598" y="215"/>
                      <a:pt x="566" y="438"/>
                      <a:pt x="511" y="585"/>
                    </a:cubicBezTo>
                    <a:cubicBezTo>
                      <a:pt x="478" y="677"/>
                      <a:pt x="365" y="784"/>
                      <a:pt x="265" y="784"/>
                    </a:cubicBezTo>
                    <a:cubicBezTo>
                      <a:pt x="218" y="784"/>
                      <a:pt x="173" y="760"/>
                      <a:pt x="142" y="699"/>
                    </a:cubicBezTo>
                    <a:cubicBezTo>
                      <a:pt x="60" y="547"/>
                      <a:pt x="169" y="433"/>
                      <a:pt x="153" y="286"/>
                    </a:cubicBezTo>
                    <a:cubicBezTo>
                      <a:pt x="150" y="261"/>
                      <a:pt x="130" y="247"/>
                      <a:pt x="111" y="247"/>
                    </a:cubicBezTo>
                    <a:cubicBezTo>
                      <a:pt x="93" y="247"/>
                      <a:pt x="77" y="260"/>
                      <a:pt x="77" y="286"/>
                    </a:cubicBezTo>
                    <a:cubicBezTo>
                      <a:pt x="77" y="357"/>
                      <a:pt x="33" y="422"/>
                      <a:pt x="17" y="487"/>
                    </a:cubicBezTo>
                    <a:cubicBezTo>
                      <a:pt x="0" y="542"/>
                      <a:pt x="0" y="596"/>
                      <a:pt x="6" y="650"/>
                    </a:cubicBezTo>
                    <a:cubicBezTo>
                      <a:pt x="11" y="737"/>
                      <a:pt x="49" y="819"/>
                      <a:pt x="115" y="879"/>
                    </a:cubicBezTo>
                    <a:cubicBezTo>
                      <a:pt x="161" y="915"/>
                      <a:pt x="213" y="930"/>
                      <a:pt x="266" y="930"/>
                    </a:cubicBezTo>
                    <a:cubicBezTo>
                      <a:pt x="404" y="930"/>
                      <a:pt x="548" y="824"/>
                      <a:pt x="615" y="710"/>
                    </a:cubicBezTo>
                    <a:cubicBezTo>
                      <a:pt x="707" y="552"/>
                      <a:pt x="751" y="264"/>
                      <a:pt x="615" y="112"/>
                    </a:cubicBezTo>
                    <a:cubicBezTo>
                      <a:pt x="549" y="42"/>
                      <a:pt x="460" y="0"/>
                      <a:pt x="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20"/>
              <p:cNvSpPr/>
              <p:nvPr/>
            </p:nvSpPr>
            <p:spPr>
              <a:xfrm>
                <a:off x="4076600" y="2995225"/>
                <a:ext cx="22725" cy="38675"/>
              </a:xfrm>
              <a:custGeom>
                <a:rect b="b" l="l" r="r" t="t"/>
                <a:pathLst>
                  <a:path extrusionOk="0" h="1547" w="909">
                    <a:moveTo>
                      <a:pt x="702" y="1"/>
                    </a:moveTo>
                    <a:cubicBezTo>
                      <a:pt x="671" y="1"/>
                      <a:pt x="646" y="35"/>
                      <a:pt x="664" y="66"/>
                    </a:cubicBezTo>
                    <a:cubicBezTo>
                      <a:pt x="750" y="213"/>
                      <a:pt x="750" y="360"/>
                      <a:pt x="729" y="528"/>
                    </a:cubicBezTo>
                    <a:cubicBezTo>
                      <a:pt x="712" y="670"/>
                      <a:pt x="691" y="816"/>
                      <a:pt x="658" y="952"/>
                    </a:cubicBezTo>
                    <a:cubicBezTo>
                      <a:pt x="642" y="1007"/>
                      <a:pt x="593" y="1170"/>
                      <a:pt x="522" y="1181"/>
                    </a:cubicBezTo>
                    <a:cubicBezTo>
                      <a:pt x="519" y="1181"/>
                      <a:pt x="516" y="1181"/>
                      <a:pt x="514" y="1181"/>
                    </a:cubicBezTo>
                    <a:cubicBezTo>
                      <a:pt x="438" y="1181"/>
                      <a:pt x="407" y="1043"/>
                      <a:pt x="386" y="990"/>
                    </a:cubicBezTo>
                    <a:cubicBezTo>
                      <a:pt x="348" y="860"/>
                      <a:pt x="337" y="719"/>
                      <a:pt x="223" y="632"/>
                    </a:cubicBezTo>
                    <a:cubicBezTo>
                      <a:pt x="209" y="621"/>
                      <a:pt x="193" y="615"/>
                      <a:pt x="177" y="615"/>
                    </a:cubicBezTo>
                    <a:cubicBezTo>
                      <a:pt x="169" y="615"/>
                      <a:pt x="160" y="617"/>
                      <a:pt x="153" y="621"/>
                    </a:cubicBezTo>
                    <a:cubicBezTo>
                      <a:pt x="49" y="675"/>
                      <a:pt x="44" y="827"/>
                      <a:pt x="44" y="925"/>
                    </a:cubicBezTo>
                    <a:cubicBezTo>
                      <a:pt x="38" y="1121"/>
                      <a:pt x="0" y="1311"/>
                      <a:pt x="0" y="1501"/>
                    </a:cubicBezTo>
                    <a:cubicBezTo>
                      <a:pt x="0" y="1531"/>
                      <a:pt x="23" y="1546"/>
                      <a:pt x="47" y="1546"/>
                    </a:cubicBezTo>
                    <a:cubicBezTo>
                      <a:pt x="70" y="1546"/>
                      <a:pt x="93" y="1531"/>
                      <a:pt x="93" y="1501"/>
                    </a:cubicBezTo>
                    <a:cubicBezTo>
                      <a:pt x="98" y="1344"/>
                      <a:pt x="131" y="1191"/>
                      <a:pt x="142" y="1034"/>
                    </a:cubicBezTo>
                    <a:cubicBezTo>
                      <a:pt x="147" y="969"/>
                      <a:pt x="131" y="816"/>
                      <a:pt x="180" y="746"/>
                    </a:cubicBezTo>
                    <a:cubicBezTo>
                      <a:pt x="288" y="887"/>
                      <a:pt x="240" y="1126"/>
                      <a:pt x="375" y="1268"/>
                    </a:cubicBezTo>
                    <a:cubicBezTo>
                      <a:pt x="414" y="1310"/>
                      <a:pt x="455" y="1327"/>
                      <a:pt x="496" y="1327"/>
                    </a:cubicBezTo>
                    <a:cubicBezTo>
                      <a:pt x="602" y="1327"/>
                      <a:pt x="703" y="1208"/>
                      <a:pt x="750" y="1110"/>
                    </a:cubicBezTo>
                    <a:cubicBezTo>
                      <a:pt x="837" y="925"/>
                      <a:pt x="843" y="713"/>
                      <a:pt x="865" y="517"/>
                    </a:cubicBezTo>
                    <a:cubicBezTo>
                      <a:pt x="886" y="338"/>
                      <a:pt x="908" y="93"/>
                      <a:pt x="718" y="6"/>
                    </a:cubicBezTo>
                    <a:lnTo>
                      <a:pt x="723" y="6"/>
                    </a:lnTo>
                    <a:cubicBezTo>
                      <a:pt x="716" y="2"/>
                      <a:pt x="709" y="1"/>
                      <a:pt x="7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20"/>
              <p:cNvSpPr/>
              <p:nvPr/>
            </p:nvSpPr>
            <p:spPr>
              <a:xfrm>
                <a:off x="3902250" y="2971275"/>
                <a:ext cx="9725" cy="10950"/>
              </a:xfrm>
              <a:custGeom>
                <a:rect b="b" l="l" r="r" t="t"/>
                <a:pathLst>
                  <a:path extrusionOk="0" h="438" w="389">
                    <a:moveTo>
                      <a:pt x="318" y="0"/>
                    </a:moveTo>
                    <a:cubicBezTo>
                      <a:pt x="306" y="0"/>
                      <a:pt x="293" y="5"/>
                      <a:pt x="281" y="15"/>
                    </a:cubicBezTo>
                    <a:lnTo>
                      <a:pt x="281" y="15"/>
                    </a:lnTo>
                    <a:cubicBezTo>
                      <a:pt x="281" y="15"/>
                      <a:pt x="282" y="14"/>
                      <a:pt x="283" y="13"/>
                    </a:cubicBezTo>
                    <a:lnTo>
                      <a:pt x="283" y="13"/>
                    </a:lnTo>
                    <a:lnTo>
                      <a:pt x="277" y="19"/>
                    </a:lnTo>
                    <a:cubicBezTo>
                      <a:pt x="279" y="18"/>
                      <a:pt x="280" y="16"/>
                      <a:pt x="281" y="15"/>
                    </a:cubicBezTo>
                    <a:lnTo>
                      <a:pt x="281" y="15"/>
                    </a:lnTo>
                    <a:cubicBezTo>
                      <a:pt x="222" y="80"/>
                      <a:pt x="163" y="144"/>
                      <a:pt x="109" y="209"/>
                    </a:cubicBezTo>
                    <a:cubicBezTo>
                      <a:pt x="65" y="258"/>
                      <a:pt x="0" y="334"/>
                      <a:pt x="44" y="399"/>
                    </a:cubicBezTo>
                    <a:cubicBezTo>
                      <a:pt x="60" y="421"/>
                      <a:pt x="82" y="432"/>
                      <a:pt x="109" y="437"/>
                    </a:cubicBezTo>
                    <a:lnTo>
                      <a:pt x="131" y="437"/>
                    </a:lnTo>
                    <a:cubicBezTo>
                      <a:pt x="147" y="432"/>
                      <a:pt x="158" y="421"/>
                      <a:pt x="163" y="410"/>
                    </a:cubicBezTo>
                    <a:cubicBezTo>
                      <a:pt x="174" y="399"/>
                      <a:pt x="180" y="388"/>
                      <a:pt x="180" y="372"/>
                    </a:cubicBezTo>
                    <a:lnTo>
                      <a:pt x="180" y="361"/>
                    </a:lnTo>
                    <a:lnTo>
                      <a:pt x="180" y="356"/>
                    </a:lnTo>
                    <a:cubicBezTo>
                      <a:pt x="196" y="334"/>
                      <a:pt x="212" y="312"/>
                      <a:pt x="229" y="296"/>
                    </a:cubicBezTo>
                    <a:cubicBezTo>
                      <a:pt x="283" y="231"/>
                      <a:pt x="326" y="160"/>
                      <a:pt x="364" y="84"/>
                    </a:cubicBezTo>
                    <a:cubicBezTo>
                      <a:pt x="389" y="44"/>
                      <a:pt x="356" y="0"/>
                      <a:pt x="3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20"/>
              <p:cNvSpPr/>
              <p:nvPr/>
            </p:nvSpPr>
            <p:spPr>
              <a:xfrm>
                <a:off x="3902925" y="2979475"/>
                <a:ext cx="11050" cy="12475"/>
              </a:xfrm>
              <a:custGeom>
                <a:rect b="b" l="l" r="r" t="t"/>
                <a:pathLst>
                  <a:path extrusionOk="0" h="499" w="442">
                    <a:moveTo>
                      <a:pt x="376" y="0"/>
                    </a:moveTo>
                    <a:cubicBezTo>
                      <a:pt x="365" y="0"/>
                      <a:pt x="353" y="5"/>
                      <a:pt x="343" y="17"/>
                    </a:cubicBezTo>
                    <a:cubicBezTo>
                      <a:pt x="299" y="60"/>
                      <a:pt x="261" y="104"/>
                      <a:pt x="229" y="147"/>
                    </a:cubicBezTo>
                    <a:cubicBezTo>
                      <a:pt x="191" y="185"/>
                      <a:pt x="147" y="218"/>
                      <a:pt x="115" y="250"/>
                    </a:cubicBezTo>
                    <a:cubicBezTo>
                      <a:pt x="60" y="310"/>
                      <a:pt x="0" y="376"/>
                      <a:pt x="22" y="457"/>
                    </a:cubicBezTo>
                    <a:cubicBezTo>
                      <a:pt x="31" y="485"/>
                      <a:pt x="54" y="498"/>
                      <a:pt x="77" y="498"/>
                    </a:cubicBezTo>
                    <a:cubicBezTo>
                      <a:pt x="95" y="498"/>
                      <a:pt x="114" y="490"/>
                      <a:pt x="125" y="473"/>
                    </a:cubicBezTo>
                    <a:cubicBezTo>
                      <a:pt x="153" y="414"/>
                      <a:pt x="191" y="359"/>
                      <a:pt x="234" y="305"/>
                    </a:cubicBezTo>
                    <a:cubicBezTo>
                      <a:pt x="261" y="278"/>
                      <a:pt x="289" y="250"/>
                      <a:pt x="316" y="218"/>
                    </a:cubicBezTo>
                    <a:cubicBezTo>
                      <a:pt x="343" y="169"/>
                      <a:pt x="375" y="125"/>
                      <a:pt x="408" y="82"/>
                    </a:cubicBezTo>
                    <a:cubicBezTo>
                      <a:pt x="441" y="49"/>
                      <a:pt x="411"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20"/>
              <p:cNvSpPr/>
              <p:nvPr/>
            </p:nvSpPr>
            <p:spPr>
              <a:xfrm>
                <a:off x="3903325" y="2991225"/>
                <a:ext cx="8725" cy="10225"/>
              </a:xfrm>
              <a:custGeom>
                <a:rect b="b" l="l" r="r" t="t"/>
                <a:pathLst>
                  <a:path extrusionOk="0" h="409" w="349">
                    <a:moveTo>
                      <a:pt x="310" y="1"/>
                    </a:moveTo>
                    <a:cubicBezTo>
                      <a:pt x="290" y="1"/>
                      <a:pt x="270" y="14"/>
                      <a:pt x="267" y="41"/>
                    </a:cubicBezTo>
                    <a:cubicBezTo>
                      <a:pt x="267" y="69"/>
                      <a:pt x="207" y="107"/>
                      <a:pt x="186" y="123"/>
                    </a:cubicBezTo>
                    <a:cubicBezTo>
                      <a:pt x="158" y="145"/>
                      <a:pt x="137" y="172"/>
                      <a:pt x="120" y="204"/>
                    </a:cubicBezTo>
                    <a:cubicBezTo>
                      <a:pt x="88" y="264"/>
                      <a:pt x="1" y="308"/>
                      <a:pt x="50" y="389"/>
                    </a:cubicBezTo>
                    <a:cubicBezTo>
                      <a:pt x="59" y="402"/>
                      <a:pt x="73" y="409"/>
                      <a:pt x="88" y="409"/>
                    </a:cubicBezTo>
                    <a:cubicBezTo>
                      <a:pt x="99" y="409"/>
                      <a:pt x="111" y="404"/>
                      <a:pt x="120" y="395"/>
                    </a:cubicBezTo>
                    <a:cubicBezTo>
                      <a:pt x="142" y="373"/>
                      <a:pt x="169" y="346"/>
                      <a:pt x="191" y="324"/>
                    </a:cubicBezTo>
                    <a:cubicBezTo>
                      <a:pt x="213" y="286"/>
                      <a:pt x="229" y="253"/>
                      <a:pt x="245" y="215"/>
                    </a:cubicBezTo>
                    <a:cubicBezTo>
                      <a:pt x="283" y="150"/>
                      <a:pt x="343" y="118"/>
                      <a:pt x="349" y="41"/>
                    </a:cubicBezTo>
                    <a:cubicBezTo>
                      <a:pt x="349" y="14"/>
                      <a:pt x="330" y="1"/>
                      <a:pt x="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20"/>
              <p:cNvSpPr/>
              <p:nvPr/>
            </p:nvSpPr>
            <p:spPr>
              <a:xfrm>
                <a:off x="3904425" y="3000650"/>
                <a:ext cx="7525" cy="8800"/>
              </a:xfrm>
              <a:custGeom>
                <a:rect b="b" l="l" r="r" t="t"/>
                <a:pathLst>
                  <a:path extrusionOk="0" h="352" w="301">
                    <a:moveTo>
                      <a:pt x="233" y="0"/>
                    </a:moveTo>
                    <a:cubicBezTo>
                      <a:pt x="222" y="0"/>
                      <a:pt x="211" y="4"/>
                      <a:pt x="201" y="12"/>
                    </a:cubicBezTo>
                    <a:cubicBezTo>
                      <a:pt x="158" y="50"/>
                      <a:pt x="120" y="99"/>
                      <a:pt x="93" y="148"/>
                    </a:cubicBezTo>
                    <a:cubicBezTo>
                      <a:pt x="60" y="197"/>
                      <a:pt x="27" y="246"/>
                      <a:pt x="6" y="300"/>
                    </a:cubicBezTo>
                    <a:cubicBezTo>
                      <a:pt x="1" y="324"/>
                      <a:pt x="21" y="351"/>
                      <a:pt x="44" y="351"/>
                    </a:cubicBezTo>
                    <a:cubicBezTo>
                      <a:pt x="47" y="351"/>
                      <a:pt x="51" y="351"/>
                      <a:pt x="55" y="349"/>
                    </a:cubicBezTo>
                    <a:cubicBezTo>
                      <a:pt x="103" y="322"/>
                      <a:pt x="142" y="279"/>
                      <a:pt x="163" y="230"/>
                    </a:cubicBezTo>
                    <a:cubicBezTo>
                      <a:pt x="190" y="170"/>
                      <a:pt x="223" y="121"/>
                      <a:pt x="267" y="72"/>
                    </a:cubicBezTo>
                    <a:cubicBezTo>
                      <a:pt x="300" y="43"/>
                      <a:pt x="269" y="0"/>
                      <a:pt x="2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20"/>
              <p:cNvSpPr/>
              <p:nvPr/>
            </p:nvSpPr>
            <p:spPr>
              <a:xfrm>
                <a:off x="3905725" y="3027350"/>
                <a:ext cx="8400" cy="11500"/>
              </a:xfrm>
              <a:custGeom>
                <a:rect b="b" l="l" r="r" t="t"/>
                <a:pathLst>
                  <a:path extrusionOk="0" h="460" w="336">
                    <a:moveTo>
                      <a:pt x="262" y="0"/>
                    </a:moveTo>
                    <a:cubicBezTo>
                      <a:pt x="246" y="0"/>
                      <a:pt x="230" y="8"/>
                      <a:pt x="220" y="26"/>
                    </a:cubicBezTo>
                    <a:cubicBezTo>
                      <a:pt x="160" y="124"/>
                      <a:pt x="57" y="200"/>
                      <a:pt x="24" y="309"/>
                    </a:cubicBezTo>
                    <a:cubicBezTo>
                      <a:pt x="0" y="367"/>
                      <a:pt x="10" y="460"/>
                      <a:pt x="82" y="460"/>
                    </a:cubicBezTo>
                    <a:cubicBezTo>
                      <a:pt x="91" y="460"/>
                      <a:pt x="101" y="458"/>
                      <a:pt x="111" y="455"/>
                    </a:cubicBezTo>
                    <a:cubicBezTo>
                      <a:pt x="133" y="450"/>
                      <a:pt x="160" y="428"/>
                      <a:pt x="155" y="401"/>
                    </a:cubicBezTo>
                    <a:cubicBezTo>
                      <a:pt x="149" y="390"/>
                      <a:pt x="144" y="379"/>
                      <a:pt x="138" y="374"/>
                    </a:cubicBezTo>
                    <a:lnTo>
                      <a:pt x="138" y="368"/>
                    </a:lnTo>
                    <a:cubicBezTo>
                      <a:pt x="171" y="260"/>
                      <a:pt x="253" y="184"/>
                      <a:pt x="312" y="80"/>
                    </a:cubicBezTo>
                    <a:cubicBezTo>
                      <a:pt x="335" y="39"/>
                      <a:pt x="298"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20"/>
              <p:cNvSpPr/>
              <p:nvPr/>
            </p:nvSpPr>
            <p:spPr>
              <a:xfrm>
                <a:off x="3909175" y="3036575"/>
                <a:ext cx="6400" cy="9500"/>
              </a:xfrm>
              <a:custGeom>
                <a:rect b="b" l="l" r="r" t="t"/>
                <a:pathLst>
                  <a:path extrusionOk="0" h="380" w="256">
                    <a:moveTo>
                      <a:pt x="156" y="1"/>
                    </a:moveTo>
                    <a:cubicBezTo>
                      <a:pt x="109" y="1"/>
                      <a:pt x="64" y="68"/>
                      <a:pt x="109" y="108"/>
                    </a:cubicBezTo>
                    <a:cubicBezTo>
                      <a:pt x="109" y="114"/>
                      <a:pt x="104" y="125"/>
                      <a:pt x="98" y="130"/>
                    </a:cubicBezTo>
                    <a:cubicBezTo>
                      <a:pt x="87" y="157"/>
                      <a:pt x="71" y="179"/>
                      <a:pt x="60" y="201"/>
                    </a:cubicBezTo>
                    <a:cubicBezTo>
                      <a:pt x="33" y="244"/>
                      <a:pt x="11" y="288"/>
                      <a:pt x="0" y="336"/>
                    </a:cubicBezTo>
                    <a:cubicBezTo>
                      <a:pt x="0" y="358"/>
                      <a:pt x="22" y="380"/>
                      <a:pt x="44" y="380"/>
                    </a:cubicBezTo>
                    <a:cubicBezTo>
                      <a:pt x="77" y="375"/>
                      <a:pt x="109" y="353"/>
                      <a:pt x="125" y="326"/>
                    </a:cubicBezTo>
                    <a:cubicBezTo>
                      <a:pt x="158" y="298"/>
                      <a:pt x="180" y="260"/>
                      <a:pt x="202" y="222"/>
                    </a:cubicBezTo>
                    <a:cubicBezTo>
                      <a:pt x="234" y="157"/>
                      <a:pt x="256" y="70"/>
                      <a:pt x="185" y="16"/>
                    </a:cubicBezTo>
                    <a:lnTo>
                      <a:pt x="185" y="10"/>
                    </a:lnTo>
                    <a:cubicBezTo>
                      <a:pt x="176" y="4"/>
                      <a:pt x="166"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20"/>
              <p:cNvSpPr/>
              <p:nvPr/>
            </p:nvSpPr>
            <p:spPr>
              <a:xfrm>
                <a:off x="4129900" y="3041000"/>
                <a:ext cx="7050" cy="8625"/>
              </a:xfrm>
              <a:custGeom>
                <a:rect b="b" l="l" r="r" t="t"/>
                <a:pathLst>
                  <a:path extrusionOk="0" h="345" w="282">
                    <a:moveTo>
                      <a:pt x="244" y="1"/>
                    </a:moveTo>
                    <a:cubicBezTo>
                      <a:pt x="237" y="1"/>
                      <a:pt x="230" y="5"/>
                      <a:pt x="227" y="13"/>
                    </a:cubicBezTo>
                    <a:cubicBezTo>
                      <a:pt x="206" y="51"/>
                      <a:pt x="195" y="94"/>
                      <a:pt x="189" y="143"/>
                    </a:cubicBezTo>
                    <a:cubicBezTo>
                      <a:pt x="179" y="187"/>
                      <a:pt x="157" y="225"/>
                      <a:pt x="130" y="257"/>
                    </a:cubicBezTo>
                    <a:cubicBezTo>
                      <a:pt x="113" y="236"/>
                      <a:pt x="119" y="198"/>
                      <a:pt x="119" y="170"/>
                    </a:cubicBezTo>
                    <a:cubicBezTo>
                      <a:pt x="119" y="132"/>
                      <a:pt x="108" y="100"/>
                      <a:pt x="81" y="78"/>
                    </a:cubicBezTo>
                    <a:cubicBezTo>
                      <a:pt x="72" y="71"/>
                      <a:pt x="64" y="68"/>
                      <a:pt x="55" y="68"/>
                    </a:cubicBezTo>
                    <a:cubicBezTo>
                      <a:pt x="25" y="68"/>
                      <a:pt x="1" y="107"/>
                      <a:pt x="26" y="132"/>
                    </a:cubicBezTo>
                    <a:cubicBezTo>
                      <a:pt x="64" y="165"/>
                      <a:pt x="37" y="219"/>
                      <a:pt x="48" y="257"/>
                    </a:cubicBezTo>
                    <a:cubicBezTo>
                      <a:pt x="54" y="301"/>
                      <a:pt x="86" y="333"/>
                      <a:pt x="124" y="344"/>
                    </a:cubicBezTo>
                    <a:cubicBezTo>
                      <a:pt x="141" y="344"/>
                      <a:pt x="151" y="344"/>
                      <a:pt x="162" y="333"/>
                    </a:cubicBezTo>
                    <a:cubicBezTo>
                      <a:pt x="206" y="290"/>
                      <a:pt x="238" y="236"/>
                      <a:pt x="255" y="176"/>
                    </a:cubicBezTo>
                    <a:cubicBezTo>
                      <a:pt x="276" y="127"/>
                      <a:pt x="282" y="67"/>
                      <a:pt x="260" y="13"/>
                    </a:cubicBezTo>
                    <a:cubicBezTo>
                      <a:pt x="257" y="5"/>
                      <a:pt x="251"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120"/>
            <p:cNvGrpSpPr/>
            <p:nvPr/>
          </p:nvGrpSpPr>
          <p:grpSpPr>
            <a:xfrm>
              <a:off x="2698014" y="2138910"/>
              <a:ext cx="274322" cy="223527"/>
              <a:chOff x="4119550" y="2875475"/>
              <a:chExt cx="244625" cy="202250"/>
            </a:xfrm>
          </p:grpSpPr>
          <p:sp>
            <p:nvSpPr>
              <p:cNvPr id="4901" name="Google Shape;4901;p120"/>
              <p:cNvSpPr/>
              <p:nvPr/>
            </p:nvSpPr>
            <p:spPr>
              <a:xfrm>
                <a:off x="4128225" y="2977600"/>
                <a:ext cx="13625" cy="46000"/>
              </a:xfrm>
              <a:custGeom>
                <a:rect b="b" l="l" r="r" t="t"/>
                <a:pathLst>
                  <a:path extrusionOk="0" h="1840" w="545">
                    <a:moveTo>
                      <a:pt x="365" y="1"/>
                    </a:moveTo>
                    <a:cubicBezTo>
                      <a:pt x="361" y="1"/>
                      <a:pt x="357" y="2"/>
                      <a:pt x="354" y="5"/>
                    </a:cubicBezTo>
                    <a:cubicBezTo>
                      <a:pt x="148" y="113"/>
                      <a:pt x="148" y="402"/>
                      <a:pt x="115" y="597"/>
                    </a:cubicBezTo>
                    <a:cubicBezTo>
                      <a:pt x="61" y="907"/>
                      <a:pt x="1" y="1201"/>
                      <a:pt x="50" y="1516"/>
                    </a:cubicBezTo>
                    <a:cubicBezTo>
                      <a:pt x="60" y="1603"/>
                      <a:pt x="94" y="1839"/>
                      <a:pt x="216" y="1839"/>
                    </a:cubicBezTo>
                    <a:cubicBezTo>
                      <a:pt x="224" y="1839"/>
                      <a:pt x="232" y="1839"/>
                      <a:pt x="240" y="1837"/>
                    </a:cubicBezTo>
                    <a:cubicBezTo>
                      <a:pt x="333" y="1815"/>
                      <a:pt x="403" y="1663"/>
                      <a:pt x="441" y="1592"/>
                    </a:cubicBezTo>
                    <a:cubicBezTo>
                      <a:pt x="512" y="1451"/>
                      <a:pt x="545" y="1288"/>
                      <a:pt x="539" y="1130"/>
                    </a:cubicBezTo>
                    <a:cubicBezTo>
                      <a:pt x="536" y="1122"/>
                      <a:pt x="531" y="1118"/>
                      <a:pt x="526" y="1118"/>
                    </a:cubicBezTo>
                    <a:cubicBezTo>
                      <a:pt x="521" y="1118"/>
                      <a:pt x="517" y="1122"/>
                      <a:pt x="517" y="1130"/>
                    </a:cubicBezTo>
                    <a:cubicBezTo>
                      <a:pt x="512" y="1288"/>
                      <a:pt x="468" y="1445"/>
                      <a:pt x="392" y="1592"/>
                    </a:cubicBezTo>
                    <a:cubicBezTo>
                      <a:pt x="365" y="1657"/>
                      <a:pt x="322" y="1712"/>
                      <a:pt x="267" y="1761"/>
                    </a:cubicBezTo>
                    <a:cubicBezTo>
                      <a:pt x="251" y="1771"/>
                      <a:pt x="236" y="1776"/>
                      <a:pt x="224" y="1776"/>
                    </a:cubicBezTo>
                    <a:cubicBezTo>
                      <a:pt x="192" y="1776"/>
                      <a:pt x="173" y="1745"/>
                      <a:pt x="153" y="1706"/>
                    </a:cubicBezTo>
                    <a:cubicBezTo>
                      <a:pt x="77" y="1538"/>
                      <a:pt x="88" y="1320"/>
                      <a:pt x="93" y="1141"/>
                    </a:cubicBezTo>
                    <a:cubicBezTo>
                      <a:pt x="110" y="880"/>
                      <a:pt x="148" y="619"/>
                      <a:pt x="213" y="364"/>
                    </a:cubicBezTo>
                    <a:cubicBezTo>
                      <a:pt x="224" y="304"/>
                      <a:pt x="262" y="86"/>
                      <a:pt x="338" y="70"/>
                    </a:cubicBezTo>
                    <a:cubicBezTo>
                      <a:pt x="341" y="70"/>
                      <a:pt x="343" y="69"/>
                      <a:pt x="346" y="69"/>
                    </a:cubicBezTo>
                    <a:cubicBezTo>
                      <a:pt x="413" y="69"/>
                      <a:pt x="398" y="202"/>
                      <a:pt x="398" y="244"/>
                    </a:cubicBezTo>
                    <a:cubicBezTo>
                      <a:pt x="398" y="298"/>
                      <a:pt x="409" y="353"/>
                      <a:pt x="425" y="402"/>
                    </a:cubicBezTo>
                    <a:cubicBezTo>
                      <a:pt x="429" y="413"/>
                      <a:pt x="438" y="417"/>
                      <a:pt x="447" y="417"/>
                    </a:cubicBezTo>
                    <a:cubicBezTo>
                      <a:pt x="459" y="417"/>
                      <a:pt x="472" y="407"/>
                      <a:pt x="468" y="391"/>
                    </a:cubicBezTo>
                    <a:cubicBezTo>
                      <a:pt x="425" y="271"/>
                      <a:pt x="490" y="86"/>
                      <a:pt x="376" y="5"/>
                    </a:cubicBezTo>
                    <a:cubicBezTo>
                      <a:pt x="373" y="2"/>
                      <a:pt x="36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20"/>
              <p:cNvSpPr/>
              <p:nvPr/>
            </p:nvSpPr>
            <p:spPr>
              <a:xfrm>
                <a:off x="4119550" y="2875475"/>
                <a:ext cx="244625" cy="202250"/>
              </a:xfrm>
              <a:custGeom>
                <a:rect b="b" l="l" r="r" t="t"/>
                <a:pathLst>
                  <a:path extrusionOk="0" h="8090" w="9785">
                    <a:moveTo>
                      <a:pt x="5026" y="153"/>
                    </a:moveTo>
                    <a:cubicBezTo>
                      <a:pt x="5055" y="153"/>
                      <a:pt x="5069" y="205"/>
                      <a:pt x="5083" y="241"/>
                    </a:cubicBezTo>
                    <a:cubicBezTo>
                      <a:pt x="5088" y="279"/>
                      <a:pt x="5104" y="317"/>
                      <a:pt x="5126" y="350"/>
                    </a:cubicBezTo>
                    <a:cubicBezTo>
                      <a:pt x="5170" y="399"/>
                      <a:pt x="5213" y="453"/>
                      <a:pt x="5246" y="513"/>
                    </a:cubicBezTo>
                    <a:cubicBezTo>
                      <a:pt x="5300" y="611"/>
                      <a:pt x="5360" y="703"/>
                      <a:pt x="5430" y="790"/>
                    </a:cubicBezTo>
                    <a:lnTo>
                      <a:pt x="5436" y="796"/>
                    </a:lnTo>
                    <a:cubicBezTo>
                      <a:pt x="5398" y="796"/>
                      <a:pt x="5360" y="807"/>
                      <a:pt x="5322" y="812"/>
                    </a:cubicBezTo>
                    <a:cubicBezTo>
                      <a:pt x="5256" y="823"/>
                      <a:pt x="5197" y="834"/>
                      <a:pt x="5131" y="839"/>
                    </a:cubicBezTo>
                    <a:cubicBezTo>
                      <a:pt x="5093" y="839"/>
                      <a:pt x="5055" y="850"/>
                      <a:pt x="5017" y="861"/>
                    </a:cubicBezTo>
                    <a:cubicBezTo>
                      <a:pt x="4930" y="877"/>
                      <a:pt x="4849" y="904"/>
                      <a:pt x="4762" y="937"/>
                    </a:cubicBezTo>
                    <a:cubicBezTo>
                      <a:pt x="4702" y="949"/>
                      <a:pt x="4611" y="976"/>
                      <a:pt x="4531" y="976"/>
                    </a:cubicBezTo>
                    <a:cubicBezTo>
                      <a:pt x="4503" y="976"/>
                      <a:pt x="4476" y="973"/>
                      <a:pt x="4452" y="964"/>
                    </a:cubicBezTo>
                    <a:cubicBezTo>
                      <a:pt x="4468" y="953"/>
                      <a:pt x="4485" y="937"/>
                      <a:pt x="4495" y="926"/>
                    </a:cubicBezTo>
                    <a:cubicBezTo>
                      <a:pt x="4523" y="888"/>
                      <a:pt x="4539" y="850"/>
                      <a:pt x="4555" y="812"/>
                    </a:cubicBezTo>
                    <a:cubicBezTo>
                      <a:pt x="4599" y="703"/>
                      <a:pt x="4659" y="600"/>
                      <a:pt x="4735" y="508"/>
                    </a:cubicBezTo>
                    <a:cubicBezTo>
                      <a:pt x="4794" y="421"/>
                      <a:pt x="4876" y="350"/>
                      <a:pt x="4936" y="263"/>
                    </a:cubicBezTo>
                    <a:cubicBezTo>
                      <a:pt x="4952" y="236"/>
                      <a:pt x="4974" y="181"/>
                      <a:pt x="5006" y="160"/>
                    </a:cubicBezTo>
                    <a:cubicBezTo>
                      <a:pt x="5014" y="155"/>
                      <a:pt x="5020" y="153"/>
                      <a:pt x="5026" y="153"/>
                    </a:cubicBezTo>
                    <a:close/>
                    <a:moveTo>
                      <a:pt x="5022" y="1838"/>
                    </a:moveTo>
                    <a:cubicBezTo>
                      <a:pt x="5060" y="1838"/>
                      <a:pt x="5088" y="1857"/>
                      <a:pt x="5137" y="1883"/>
                    </a:cubicBezTo>
                    <a:cubicBezTo>
                      <a:pt x="5208" y="1926"/>
                      <a:pt x="5289" y="1964"/>
                      <a:pt x="5365" y="1997"/>
                    </a:cubicBezTo>
                    <a:cubicBezTo>
                      <a:pt x="5691" y="2133"/>
                      <a:pt x="6012" y="2274"/>
                      <a:pt x="6327" y="2421"/>
                    </a:cubicBezTo>
                    <a:cubicBezTo>
                      <a:pt x="6474" y="2486"/>
                      <a:pt x="6610" y="2557"/>
                      <a:pt x="6751" y="2633"/>
                    </a:cubicBezTo>
                    <a:cubicBezTo>
                      <a:pt x="6817" y="2671"/>
                      <a:pt x="6882" y="2704"/>
                      <a:pt x="6952" y="2731"/>
                    </a:cubicBezTo>
                    <a:cubicBezTo>
                      <a:pt x="7023" y="2747"/>
                      <a:pt x="7088" y="2769"/>
                      <a:pt x="7154" y="2796"/>
                    </a:cubicBezTo>
                    <a:cubicBezTo>
                      <a:pt x="7289" y="2872"/>
                      <a:pt x="7431" y="2932"/>
                      <a:pt x="7572" y="2986"/>
                    </a:cubicBezTo>
                    <a:cubicBezTo>
                      <a:pt x="7599" y="2997"/>
                      <a:pt x="7626" y="3008"/>
                      <a:pt x="7654" y="3019"/>
                    </a:cubicBezTo>
                    <a:cubicBezTo>
                      <a:pt x="7632" y="3024"/>
                      <a:pt x="7605" y="3030"/>
                      <a:pt x="7578" y="3035"/>
                    </a:cubicBezTo>
                    <a:cubicBezTo>
                      <a:pt x="7534" y="3046"/>
                      <a:pt x="7491" y="3046"/>
                      <a:pt x="7447" y="3052"/>
                    </a:cubicBezTo>
                    <a:cubicBezTo>
                      <a:pt x="7404" y="3062"/>
                      <a:pt x="7366" y="3084"/>
                      <a:pt x="7328" y="3111"/>
                    </a:cubicBezTo>
                    <a:cubicBezTo>
                      <a:pt x="7235" y="3155"/>
                      <a:pt x="7143" y="3187"/>
                      <a:pt x="7045" y="3209"/>
                    </a:cubicBezTo>
                    <a:cubicBezTo>
                      <a:pt x="6936" y="3247"/>
                      <a:pt x="6833" y="3291"/>
                      <a:pt x="6730" y="3345"/>
                    </a:cubicBezTo>
                    <a:cubicBezTo>
                      <a:pt x="6643" y="3389"/>
                      <a:pt x="6545" y="3405"/>
                      <a:pt x="6458" y="3443"/>
                    </a:cubicBezTo>
                    <a:cubicBezTo>
                      <a:pt x="6420" y="3465"/>
                      <a:pt x="6382" y="3486"/>
                      <a:pt x="6349" y="3514"/>
                    </a:cubicBezTo>
                    <a:cubicBezTo>
                      <a:pt x="6300" y="3541"/>
                      <a:pt x="6251" y="3568"/>
                      <a:pt x="6202" y="3584"/>
                    </a:cubicBezTo>
                    <a:cubicBezTo>
                      <a:pt x="6099" y="3628"/>
                      <a:pt x="6007" y="3682"/>
                      <a:pt x="5909" y="3726"/>
                    </a:cubicBezTo>
                    <a:cubicBezTo>
                      <a:pt x="5789" y="3780"/>
                      <a:pt x="5664" y="3818"/>
                      <a:pt x="5545" y="3861"/>
                    </a:cubicBezTo>
                    <a:cubicBezTo>
                      <a:pt x="5452" y="3894"/>
                      <a:pt x="5360" y="3938"/>
                      <a:pt x="5273" y="3981"/>
                    </a:cubicBezTo>
                    <a:cubicBezTo>
                      <a:pt x="5175" y="4046"/>
                      <a:pt x="5066" y="4095"/>
                      <a:pt x="4958" y="4128"/>
                    </a:cubicBezTo>
                    <a:cubicBezTo>
                      <a:pt x="4949" y="4129"/>
                      <a:pt x="4940" y="4130"/>
                      <a:pt x="4931" y="4130"/>
                    </a:cubicBezTo>
                    <a:cubicBezTo>
                      <a:pt x="4843" y="4130"/>
                      <a:pt x="4738" y="4064"/>
                      <a:pt x="4664" y="4025"/>
                    </a:cubicBezTo>
                    <a:cubicBezTo>
                      <a:pt x="4572" y="3976"/>
                      <a:pt x="4474" y="3927"/>
                      <a:pt x="4376" y="3889"/>
                    </a:cubicBezTo>
                    <a:cubicBezTo>
                      <a:pt x="4148" y="3807"/>
                      <a:pt x="3936" y="3693"/>
                      <a:pt x="3713" y="3595"/>
                    </a:cubicBezTo>
                    <a:cubicBezTo>
                      <a:pt x="3615" y="3546"/>
                      <a:pt x="3506" y="3519"/>
                      <a:pt x="3403" y="3465"/>
                    </a:cubicBezTo>
                    <a:cubicBezTo>
                      <a:pt x="3294" y="3405"/>
                      <a:pt x="3185" y="3345"/>
                      <a:pt x="3071" y="3296"/>
                    </a:cubicBezTo>
                    <a:cubicBezTo>
                      <a:pt x="2848" y="3187"/>
                      <a:pt x="2620" y="3090"/>
                      <a:pt x="2381" y="3008"/>
                    </a:cubicBezTo>
                    <a:cubicBezTo>
                      <a:pt x="2267" y="2975"/>
                      <a:pt x="2153" y="2927"/>
                      <a:pt x="2044" y="2867"/>
                    </a:cubicBezTo>
                    <a:lnTo>
                      <a:pt x="2000" y="2850"/>
                    </a:lnTo>
                    <a:cubicBezTo>
                      <a:pt x="2060" y="2834"/>
                      <a:pt x="2115" y="2818"/>
                      <a:pt x="2164" y="2796"/>
                    </a:cubicBezTo>
                    <a:lnTo>
                      <a:pt x="2164" y="2801"/>
                    </a:lnTo>
                    <a:cubicBezTo>
                      <a:pt x="2397" y="2720"/>
                      <a:pt x="2626" y="2638"/>
                      <a:pt x="2843" y="2541"/>
                    </a:cubicBezTo>
                    <a:cubicBezTo>
                      <a:pt x="3082" y="2437"/>
                      <a:pt x="3343" y="2367"/>
                      <a:pt x="3593" y="2274"/>
                    </a:cubicBezTo>
                    <a:cubicBezTo>
                      <a:pt x="3843" y="2187"/>
                      <a:pt x="4082" y="2117"/>
                      <a:pt x="4338" y="2046"/>
                    </a:cubicBezTo>
                    <a:cubicBezTo>
                      <a:pt x="4457" y="2008"/>
                      <a:pt x="4566" y="1964"/>
                      <a:pt x="4686" y="1932"/>
                    </a:cubicBezTo>
                    <a:cubicBezTo>
                      <a:pt x="4707" y="1932"/>
                      <a:pt x="4729" y="1926"/>
                      <a:pt x="4746" y="1915"/>
                    </a:cubicBezTo>
                    <a:lnTo>
                      <a:pt x="4756" y="1915"/>
                    </a:lnTo>
                    <a:cubicBezTo>
                      <a:pt x="4827" y="1905"/>
                      <a:pt x="4898" y="1883"/>
                      <a:pt x="4963" y="1850"/>
                    </a:cubicBezTo>
                    <a:cubicBezTo>
                      <a:pt x="4987" y="1842"/>
                      <a:pt x="5005" y="1838"/>
                      <a:pt x="5022" y="1838"/>
                    </a:cubicBezTo>
                    <a:close/>
                    <a:moveTo>
                      <a:pt x="8985" y="6579"/>
                    </a:moveTo>
                    <a:cubicBezTo>
                      <a:pt x="8998" y="6586"/>
                      <a:pt x="9011" y="6588"/>
                      <a:pt x="9024" y="6588"/>
                    </a:cubicBezTo>
                    <a:cubicBezTo>
                      <a:pt x="9033" y="6588"/>
                      <a:pt x="9042" y="6587"/>
                      <a:pt x="9051" y="6585"/>
                    </a:cubicBezTo>
                    <a:cubicBezTo>
                      <a:pt x="9176" y="6683"/>
                      <a:pt x="9290" y="6786"/>
                      <a:pt x="9399" y="6900"/>
                    </a:cubicBezTo>
                    <a:cubicBezTo>
                      <a:pt x="9447" y="6954"/>
                      <a:pt x="9491" y="7020"/>
                      <a:pt x="9529" y="7085"/>
                    </a:cubicBezTo>
                    <a:cubicBezTo>
                      <a:pt x="9551" y="7134"/>
                      <a:pt x="9594" y="7183"/>
                      <a:pt x="9621" y="7237"/>
                    </a:cubicBezTo>
                    <a:cubicBezTo>
                      <a:pt x="9480" y="7275"/>
                      <a:pt x="9344" y="7330"/>
                      <a:pt x="9214" y="7400"/>
                    </a:cubicBezTo>
                    <a:cubicBezTo>
                      <a:pt x="9127" y="7438"/>
                      <a:pt x="9040" y="7465"/>
                      <a:pt x="8947" y="7498"/>
                    </a:cubicBezTo>
                    <a:lnTo>
                      <a:pt x="8937" y="7503"/>
                    </a:lnTo>
                    <a:cubicBezTo>
                      <a:pt x="8937" y="7482"/>
                      <a:pt x="8937" y="7455"/>
                      <a:pt x="8937" y="7444"/>
                    </a:cubicBezTo>
                    <a:cubicBezTo>
                      <a:pt x="8937" y="7351"/>
                      <a:pt x="8964" y="7259"/>
                      <a:pt x="8958" y="7166"/>
                    </a:cubicBezTo>
                    <a:cubicBezTo>
                      <a:pt x="8953" y="7128"/>
                      <a:pt x="8947" y="7085"/>
                      <a:pt x="8947" y="7041"/>
                    </a:cubicBezTo>
                    <a:cubicBezTo>
                      <a:pt x="8953" y="7009"/>
                      <a:pt x="8969" y="6982"/>
                      <a:pt x="8975" y="6949"/>
                    </a:cubicBezTo>
                    <a:cubicBezTo>
                      <a:pt x="8991" y="6824"/>
                      <a:pt x="8991" y="6699"/>
                      <a:pt x="8985" y="6579"/>
                    </a:cubicBezTo>
                    <a:close/>
                    <a:moveTo>
                      <a:pt x="767" y="6509"/>
                    </a:moveTo>
                    <a:cubicBezTo>
                      <a:pt x="777" y="6520"/>
                      <a:pt x="794" y="6536"/>
                      <a:pt x="810" y="6541"/>
                    </a:cubicBezTo>
                    <a:cubicBezTo>
                      <a:pt x="799" y="6704"/>
                      <a:pt x="805" y="6862"/>
                      <a:pt x="826" y="7025"/>
                    </a:cubicBezTo>
                    <a:cubicBezTo>
                      <a:pt x="837" y="7123"/>
                      <a:pt x="843" y="7226"/>
                      <a:pt x="853" y="7324"/>
                    </a:cubicBezTo>
                    <a:cubicBezTo>
                      <a:pt x="853" y="7400"/>
                      <a:pt x="870" y="7471"/>
                      <a:pt x="908" y="7536"/>
                    </a:cubicBezTo>
                    <a:cubicBezTo>
                      <a:pt x="815" y="7536"/>
                      <a:pt x="728" y="7498"/>
                      <a:pt x="636" y="7498"/>
                    </a:cubicBezTo>
                    <a:lnTo>
                      <a:pt x="641" y="7498"/>
                    </a:lnTo>
                    <a:cubicBezTo>
                      <a:pt x="555" y="7498"/>
                      <a:pt x="468" y="7471"/>
                      <a:pt x="381" y="7465"/>
                    </a:cubicBezTo>
                    <a:cubicBezTo>
                      <a:pt x="354" y="7465"/>
                      <a:pt x="302" y="7474"/>
                      <a:pt x="259" y="7474"/>
                    </a:cubicBezTo>
                    <a:cubicBezTo>
                      <a:pt x="232" y="7474"/>
                      <a:pt x="208" y="7470"/>
                      <a:pt x="196" y="7460"/>
                    </a:cubicBezTo>
                    <a:cubicBezTo>
                      <a:pt x="196" y="7455"/>
                      <a:pt x="196" y="7455"/>
                      <a:pt x="196" y="7449"/>
                    </a:cubicBezTo>
                    <a:cubicBezTo>
                      <a:pt x="201" y="7433"/>
                      <a:pt x="207" y="7411"/>
                      <a:pt x="223" y="7395"/>
                    </a:cubicBezTo>
                    <a:cubicBezTo>
                      <a:pt x="239" y="7362"/>
                      <a:pt x="256" y="7335"/>
                      <a:pt x="277" y="7302"/>
                    </a:cubicBezTo>
                    <a:cubicBezTo>
                      <a:pt x="391" y="7139"/>
                      <a:pt x="500" y="6971"/>
                      <a:pt x="598" y="6791"/>
                    </a:cubicBezTo>
                    <a:cubicBezTo>
                      <a:pt x="636" y="6715"/>
                      <a:pt x="658" y="6634"/>
                      <a:pt x="690" y="6558"/>
                    </a:cubicBezTo>
                    <a:lnTo>
                      <a:pt x="707" y="6547"/>
                    </a:lnTo>
                    <a:lnTo>
                      <a:pt x="767" y="6509"/>
                    </a:lnTo>
                    <a:close/>
                    <a:moveTo>
                      <a:pt x="1848" y="2894"/>
                    </a:moveTo>
                    <a:cubicBezTo>
                      <a:pt x="1892" y="2921"/>
                      <a:pt x="1935" y="2954"/>
                      <a:pt x="1979" y="2975"/>
                    </a:cubicBezTo>
                    <a:cubicBezTo>
                      <a:pt x="2071" y="3035"/>
                      <a:pt x="2174" y="3084"/>
                      <a:pt x="2278" y="3122"/>
                    </a:cubicBezTo>
                    <a:cubicBezTo>
                      <a:pt x="2506" y="3198"/>
                      <a:pt x="2729" y="3291"/>
                      <a:pt x="2946" y="3394"/>
                    </a:cubicBezTo>
                    <a:cubicBezTo>
                      <a:pt x="3164" y="3492"/>
                      <a:pt x="3365" y="3611"/>
                      <a:pt x="3588" y="3698"/>
                    </a:cubicBezTo>
                    <a:cubicBezTo>
                      <a:pt x="3811" y="3785"/>
                      <a:pt x="4039" y="3910"/>
                      <a:pt x="4267" y="4008"/>
                    </a:cubicBezTo>
                    <a:cubicBezTo>
                      <a:pt x="4376" y="4046"/>
                      <a:pt x="4479" y="4095"/>
                      <a:pt x="4577" y="4144"/>
                    </a:cubicBezTo>
                    <a:cubicBezTo>
                      <a:pt x="4669" y="4204"/>
                      <a:pt x="4767" y="4247"/>
                      <a:pt x="4876" y="4275"/>
                    </a:cubicBezTo>
                    <a:cubicBezTo>
                      <a:pt x="4887" y="4280"/>
                      <a:pt x="4903" y="4280"/>
                      <a:pt x="4919" y="4280"/>
                    </a:cubicBezTo>
                    <a:cubicBezTo>
                      <a:pt x="4903" y="4400"/>
                      <a:pt x="4898" y="4519"/>
                      <a:pt x="4898" y="4644"/>
                    </a:cubicBezTo>
                    <a:cubicBezTo>
                      <a:pt x="4898" y="4791"/>
                      <a:pt x="4936" y="4938"/>
                      <a:pt x="4941" y="5085"/>
                    </a:cubicBezTo>
                    <a:cubicBezTo>
                      <a:pt x="4947" y="5253"/>
                      <a:pt x="4930" y="5422"/>
                      <a:pt x="4930" y="5595"/>
                    </a:cubicBezTo>
                    <a:cubicBezTo>
                      <a:pt x="4930" y="5769"/>
                      <a:pt x="4968" y="5916"/>
                      <a:pt x="4985" y="6068"/>
                    </a:cubicBezTo>
                    <a:cubicBezTo>
                      <a:pt x="5006" y="6231"/>
                      <a:pt x="5017" y="6389"/>
                      <a:pt x="5023" y="6547"/>
                    </a:cubicBezTo>
                    <a:lnTo>
                      <a:pt x="5023" y="7052"/>
                    </a:lnTo>
                    <a:cubicBezTo>
                      <a:pt x="5017" y="7128"/>
                      <a:pt x="5017" y="7199"/>
                      <a:pt x="5023" y="7275"/>
                    </a:cubicBezTo>
                    <a:cubicBezTo>
                      <a:pt x="5028" y="7335"/>
                      <a:pt x="5044" y="7395"/>
                      <a:pt x="5050" y="7460"/>
                    </a:cubicBezTo>
                    <a:cubicBezTo>
                      <a:pt x="5055" y="7520"/>
                      <a:pt x="5061" y="7585"/>
                      <a:pt x="5077" y="7650"/>
                    </a:cubicBezTo>
                    <a:cubicBezTo>
                      <a:pt x="5077" y="7677"/>
                      <a:pt x="5083" y="7705"/>
                      <a:pt x="5083" y="7737"/>
                    </a:cubicBezTo>
                    <a:cubicBezTo>
                      <a:pt x="5023" y="7715"/>
                      <a:pt x="4963" y="7694"/>
                      <a:pt x="4909" y="7667"/>
                    </a:cubicBezTo>
                    <a:lnTo>
                      <a:pt x="4898" y="7672"/>
                    </a:lnTo>
                    <a:cubicBezTo>
                      <a:pt x="4707" y="7590"/>
                      <a:pt x="4517" y="7503"/>
                      <a:pt x="4332" y="7406"/>
                    </a:cubicBezTo>
                    <a:cubicBezTo>
                      <a:pt x="4153" y="7313"/>
                      <a:pt x="3957" y="7259"/>
                      <a:pt x="3767" y="7172"/>
                    </a:cubicBezTo>
                    <a:cubicBezTo>
                      <a:pt x="3566" y="7079"/>
                      <a:pt x="3370" y="6965"/>
                      <a:pt x="3164" y="6878"/>
                    </a:cubicBezTo>
                    <a:cubicBezTo>
                      <a:pt x="2963" y="6786"/>
                      <a:pt x="2740" y="6683"/>
                      <a:pt x="2533" y="6579"/>
                    </a:cubicBezTo>
                    <a:cubicBezTo>
                      <a:pt x="2435" y="6530"/>
                      <a:pt x="2343" y="6476"/>
                      <a:pt x="2245" y="6427"/>
                    </a:cubicBezTo>
                    <a:cubicBezTo>
                      <a:pt x="2169" y="6395"/>
                      <a:pt x="2115" y="6384"/>
                      <a:pt x="2093" y="6297"/>
                    </a:cubicBezTo>
                    <a:cubicBezTo>
                      <a:pt x="2077" y="6215"/>
                      <a:pt x="2071" y="6128"/>
                      <a:pt x="2077" y="6041"/>
                    </a:cubicBezTo>
                    <a:cubicBezTo>
                      <a:pt x="2077" y="5933"/>
                      <a:pt x="2038" y="5835"/>
                      <a:pt x="2038" y="5726"/>
                    </a:cubicBezTo>
                    <a:cubicBezTo>
                      <a:pt x="2049" y="5498"/>
                      <a:pt x="2044" y="5269"/>
                      <a:pt x="2022" y="5046"/>
                    </a:cubicBezTo>
                    <a:cubicBezTo>
                      <a:pt x="1990" y="4807"/>
                      <a:pt x="2011" y="4568"/>
                      <a:pt x="2006" y="4334"/>
                    </a:cubicBezTo>
                    <a:cubicBezTo>
                      <a:pt x="2000" y="4237"/>
                      <a:pt x="1990" y="4139"/>
                      <a:pt x="1968" y="4041"/>
                    </a:cubicBezTo>
                    <a:cubicBezTo>
                      <a:pt x="1952" y="3927"/>
                      <a:pt x="1941" y="3813"/>
                      <a:pt x="1935" y="3693"/>
                    </a:cubicBezTo>
                    <a:cubicBezTo>
                      <a:pt x="1930" y="3601"/>
                      <a:pt x="1897" y="3519"/>
                      <a:pt x="1892" y="3421"/>
                    </a:cubicBezTo>
                    <a:cubicBezTo>
                      <a:pt x="1903" y="3318"/>
                      <a:pt x="1897" y="3209"/>
                      <a:pt x="1881" y="3100"/>
                    </a:cubicBezTo>
                    <a:cubicBezTo>
                      <a:pt x="1875" y="3052"/>
                      <a:pt x="1854" y="3003"/>
                      <a:pt x="1848" y="2954"/>
                    </a:cubicBezTo>
                    <a:cubicBezTo>
                      <a:pt x="1843" y="2921"/>
                      <a:pt x="1843" y="2905"/>
                      <a:pt x="1848" y="2894"/>
                    </a:cubicBezTo>
                    <a:close/>
                    <a:moveTo>
                      <a:pt x="7806" y="3122"/>
                    </a:moveTo>
                    <a:cubicBezTo>
                      <a:pt x="7817" y="3231"/>
                      <a:pt x="7795" y="3345"/>
                      <a:pt x="7795" y="3454"/>
                    </a:cubicBezTo>
                    <a:lnTo>
                      <a:pt x="7795" y="4014"/>
                    </a:lnTo>
                    <a:lnTo>
                      <a:pt x="7795" y="4574"/>
                    </a:lnTo>
                    <a:cubicBezTo>
                      <a:pt x="7800" y="4742"/>
                      <a:pt x="7795" y="4911"/>
                      <a:pt x="7779" y="5079"/>
                    </a:cubicBezTo>
                    <a:cubicBezTo>
                      <a:pt x="7724" y="5432"/>
                      <a:pt x="7708" y="5797"/>
                      <a:pt x="7730" y="6161"/>
                    </a:cubicBezTo>
                    <a:cubicBezTo>
                      <a:pt x="7735" y="6226"/>
                      <a:pt x="7741" y="6297"/>
                      <a:pt x="7735" y="6362"/>
                    </a:cubicBezTo>
                    <a:cubicBezTo>
                      <a:pt x="7735" y="6378"/>
                      <a:pt x="7724" y="6405"/>
                      <a:pt x="7735" y="6405"/>
                    </a:cubicBezTo>
                    <a:cubicBezTo>
                      <a:pt x="7713" y="6416"/>
                      <a:pt x="7681" y="6422"/>
                      <a:pt x="7670" y="6433"/>
                    </a:cubicBezTo>
                    <a:cubicBezTo>
                      <a:pt x="7610" y="6471"/>
                      <a:pt x="7572" y="6530"/>
                      <a:pt x="7507" y="6558"/>
                    </a:cubicBezTo>
                    <a:cubicBezTo>
                      <a:pt x="7447" y="6574"/>
                      <a:pt x="7393" y="6612"/>
                      <a:pt x="7349" y="6666"/>
                    </a:cubicBezTo>
                    <a:cubicBezTo>
                      <a:pt x="7251" y="6715"/>
                      <a:pt x="7154" y="6770"/>
                      <a:pt x="7061" y="6829"/>
                    </a:cubicBezTo>
                    <a:cubicBezTo>
                      <a:pt x="6865" y="6933"/>
                      <a:pt x="6664" y="7014"/>
                      <a:pt x="6469" y="7112"/>
                    </a:cubicBezTo>
                    <a:cubicBezTo>
                      <a:pt x="6273" y="7210"/>
                      <a:pt x="6072" y="7335"/>
                      <a:pt x="5882" y="7455"/>
                    </a:cubicBezTo>
                    <a:cubicBezTo>
                      <a:pt x="5789" y="7503"/>
                      <a:pt x="5691" y="7542"/>
                      <a:pt x="5610" y="7596"/>
                    </a:cubicBezTo>
                    <a:cubicBezTo>
                      <a:pt x="5523" y="7650"/>
                      <a:pt x="5458" y="7721"/>
                      <a:pt x="5371" y="7764"/>
                    </a:cubicBezTo>
                    <a:cubicBezTo>
                      <a:pt x="5338" y="7781"/>
                      <a:pt x="5305" y="7797"/>
                      <a:pt x="5273" y="7802"/>
                    </a:cubicBezTo>
                    <a:lnTo>
                      <a:pt x="5256" y="7802"/>
                    </a:lnTo>
                    <a:cubicBezTo>
                      <a:pt x="5256" y="7743"/>
                      <a:pt x="5256" y="7677"/>
                      <a:pt x="5246" y="7618"/>
                    </a:cubicBezTo>
                    <a:cubicBezTo>
                      <a:pt x="5235" y="7552"/>
                      <a:pt x="5229" y="7487"/>
                      <a:pt x="5218" y="7416"/>
                    </a:cubicBezTo>
                    <a:cubicBezTo>
                      <a:pt x="5208" y="7346"/>
                      <a:pt x="5197" y="7275"/>
                      <a:pt x="5191" y="7204"/>
                    </a:cubicBezTo>
                    <a:lnTo>
                      <a:pt x="5191" y="6992"/>
                    </a:lnTo>
                    <a:lnTo>
                      <a:pt x="5191" y="6509"/>
                    </a:lnTo>
                    <a:cubicBezTo>
                      <a:pt x="5186" y="6351"/>
                      <a:pt x="5170" y="6188"/>
                      <a:pt x="5142" y="6036"/>
                    </a:cubicBezTo>
                    <a:cubicBezTo>
                      <a:pt x="5115" y="5873"/>
                      <a:pt x="5099" y="5715"/>
                      <a:pt x="5088" y="5552"/>
                    </a:cubicBezTo>
                    <a:cubicBezTo>
                      <a:pt x="5088" y="5394"/>
                      <a:pt x="5093" y="5237"/>
                      <a:pt x="5088" y="5079"/>
                    </a:cubicBezTo>
                    <a:cubicBezTo>
                      <a:pt x="5083" y="4927"/>
                      <a:pt x="5039" y="4791"/>
                      <a:pt x="5039" y="4639"/>
                    </a:cubicBezTo>
                    <a:cubicBezTo>
                      <a:pt x="5039" y="4514"/>
                      <a:pt x="5044" y="4383"/>
                      <a:pt x="5034" y="4258"/>
                    </a:cubicBezTo>
                    <a:cubicBezTo>
                      <a:pt x="5061" y="4247"/>
                      <a:pt x="5093" y="4231"/>
                      <a:pt x="5121" y="4220"/>
                    </a:cubicBezTo>
                    <a:cubicBezTo>
                      <a:pt x="5224" y="4182"/>
                      <a:pt x="5316" y="4128"/>
                      <a:pt x="5409" y="4079"/>
                    </a:cubicBezTo>
                    <a:cubicBezTo>
                      <a:pt x="5632" y="3970"/>
                      <a:pt x="5871" y="3910"/>
                      <a:pt x="6088" y="3807"/>
                    </a:cubicBezTo>
                    <a:cubicBezTo>
                      <a:pt x="6186" y="3764"/>
                      <a:pt x="6284" y="3726"/>
                      <a:pt x="6382" y="3677"/>
                    </a:cubicBezTo>
                    <a:cubicBezTo>
                      <a:pt x="6414" y="3655"/>
                      <a:pt x="6452" y="3628"/>
                      <a:pt x="6485" y="3601"/>
                    </a:cubicBezTo>
                    <a:cubicBezTo>
                      <a:pt x="6539" y="3568"/>
                      <a:pt x="6605" y="3546"/>
                      <a:pt x="6664" y="3530"/>
                    </a:cubicBezTo>
                    <a:cubicBezTo>
                      <a:pt x="6789" y="3492"/>
                      <a:pt x="6898" y="3416"/>
                      <a:pt x="7018" y="3372"/>
                    </a:cubicBezTo>
                    <a:cubicBezTo>
                      <a:pt x="7126" y="3334"/>
                      <a:pt x="7241" y="3307"/>
                      <a:pt x="7349" y="3264"/>
                    </a:cubicBezTo>
                    <a:cubicBezTo>
                      <a:pt x="7398" y="3236"/>
                      <a:pt x="7453" y="3209"/>
                      <a:pt x="7507" y="3193"/>
                    </a:cubicBezTo>
                    <a:cubicBezTo>
                      <a:pt x="7556" y="3187"/>
                      <a:pt x="7599" y="3182"/>
                      <a:pt x="7648" y="3171"/>
                    </a:cubicBezTo>
                    <a:cubicBezTo>
                      <a:pt x="7703" y="3160"/>
                      <a:pt x="7757" y="3144"/>
                      <a:pt x="7806" y="3122"/>
                    </a:cubicBezTo>
                    <a:close/>
                    <a:moveTo>
                      <a:pt x="5026" y="1"/>
                    </a:moveTo>
                    <a:cubicBezTo>
                      <a:pt x="5020" y="1"/>
                      <a:pt x="5013" y="1"/>
                      <a:pt x="5006" y="2"/>
                    </a:cubicBezTo>
                    <a:cubicBezTo>
                      <a:pt x="4909" y="18"/>
                      <a:pt x="4871" y="133"/>
                      <a:pt x="4816" y="198"/>
                    </a:cubicBezTo>
                    <a:cubicBezTo>
                      <a:pt x="4713" y="323"/>
                      <a:pt x="4615" y="448"/>
                      <a:pt x="4523" y="578"/>
                    </a:cubicBezTo>
                    <a:cubicBezTo>
                      <a:pt x="4490" y="638"/>
                      <a:pt x="4463" y="698"/>
                      <a:pt x="4436" y="763"/>
                    </a:cubicBezTo>
                    <a:cubicBezTo>
                      <a:pt x="4425" y="801"/>
                      <a:pt x="4403" y="839"/>
                      <a:pt x="4376" y="866"/>
                    </a:cubicBezTo>
                    <a:cubicBezTo>
                      <a:pt x="4354" y="894"/>
                      <a:pt x="4332" y="904"/>
                      <a:pt x="4311" y="937"/>
                    </a:cubicBezTo>
                    <a:cubicBezTo>
                      <a:pt x="4294" y="964"/>
                      <a:pt x="4305" y="997"/>
                      <a:pt x="4327" y="1013"/>
                    </a:cubicBezTo>
                    <a:cubicBezTo>
                      <a:pt x="4393" y="1052"/>
                      <a:pt x="4467" y="1071"/>
                      <a:pt x="4540" y="1071"/>
                    </a:cubicBezTo>
                    <a:cubicBezTo>
                      <a:pt x="4569" y="1071"/>
                      <a:pt x="4598" y="1068"/>
                      <a:pt x="4626" y="1062"/>
                    </a:cubicBezTo>
                    <a:cubicBezTo>
                      <a:pt x="4697" y="1046"/>
                      <a:pt x="4762" y="1040"/>
                      <a:pt x="4838" y="1029"/>
                    </a:cubicBezTo>
                    <a:cubicBezTo>
                      <a:pt x="4892" y="1013"/>
                      <a:pt x="4947" y="1002"/>
                      <a:pt x="5001" y="997"/>
                    </a:cubicBezTo>
                    <a:cubicBezTo>
                      <a:pt x="5017" y="1122"/>
                      <a:pt x="5017" y="1241"/>
                      <a:pt x="5023" y="1366"/>
                    </a:cubicBezTo>
                    <a:cubicBezTo>
                      <a:pt x="5023" y="1426"/>
                      <a:pt x="5028" y="1486"/>
                      <a:pt x="5034" y="1546"/>
                    </a:cubicBezTo>
                    <a:cubicBezTo>
                      <a:pt x="5039" y="1562"/>
                      <a:pt x="5039" y="1578"/>
                      <a:pt x="5044" y="1595"/>
                    </a:cubicBezTo>
                    <a:cubicBezTo>
                      <a:pt x="4985" y="1595"/>
                      <a:pt x="4925" y="1611"/>
                      <a:pt x="4865" y="1638"/>
                    </a:cubicBezTo>
                    <a:cubicBezTo>
                      <a:pt x="4827" y="1660"/>
                      <a:pt x="4789" y="1676"/>
                      <a:pt x="4751" y="1687"/>
                    </a:cubicBezTo>
                    <a:cubicBezTo>
                      <a:pt x="4713" y="1698"/>
                      <a:pt x="4675" y="1693"/>
                      <a:pt x="4637" y="1703"/>
                    </a:cubicBezTo>
                    <a:cubicBezTo>
                      <a:pt x="4550" y="1731"/>
                      <a:pt x="4468" y="1769"/>
                      <a:pt x="4376" y="1790"/>
                    </a:cubicBezTo>
                    <a:cubicBezTo>
                      <a:pt x="4175" y="1845"/>
                      <a:pt x="3968" y="1921"/>
                      <a:pt x="3773" y="1992"/>
                    </a:cubicBezTo>
                    <a:cubicBezTo>
                      <a:pt x="3718" y="2013"/>
                      <a:pt x="3658" y="2035"/>
                      <a:pt x="3604" y="2057"/>
                    </a:cubicBezTo>
                    <a:lnTo>
                      <a:pt x="3539" y="2079"/>
                    </a:lnTo>
                    <a:cubicBezTo>
                      <a:pt x="3294" y="2160"/>
                      <a:pt x="3050" y="2231"/>
                      <a:pt x="2810" y="2323"/>
                    </a:cubicBezTo>
                    <a:cubicBezTo>
                      <a:pt x="2598" y="2416"/>
                      <a:pt x="2381" y="2492"/>
                      <a:pt x="2158" y="2573"/>
                    </a:cubicBezTo>
                    <a:cubicBezTo>
                      <a:pt x="2060" y="2611"/>
                      <a:pt x="1962" y="2638"/>
                      <a:pt x="1865" y="2660"/>
                    </a:cubicBezTo>
                    <a:cubicBezTo>
                      <a:pt x="1778" y="2666"/>
                      <a:pt x="1701" y="2709"/>
                      <a:pt x="1653" y="2780"/>
                    </a:cubicBezTo>
                    <a:cubicBezTo>
                      <a:pt x="1620" y="2861"/>
                      <a:pt x="1609" y="2959"/>
                      <a:pt x="1636" y="3052"/>
                    </a:cubicBezTo>
                    <a:cubicBezTo>
                      <a:pt x="1653" y="3160"/>
                      <a:pt x="1658" y="3274"/>
                      <a:pt x="1653" y="3389"/>
                    </a:cubicBezTo>
                    <a:cubicBezTo>
                      <a:pt x="1658" y="3486"/>
                      <a:pt x="1669" y="3579"/>
                      <a:pt x="1685" y="3671"/>
                    </a:cubicBezTo>
                    <a:cubicBezTo>
                      <a:pt x="1696" y="3796"/>
                      <a:pt x="1680" y="3916"/>
                      <a:pt x="1701" y="4035"/>
                    </a:cubicBezTo>
                    <a:cubicBezTo>
                      <a:pt x="1745" y="4291"/>
                      <a:pt x="1729" y="4541"/>
                      <a:pt x="1729" y="4796"/>
                    </a:cubicBezTo>
                    <a:cubicBezTo>
                      <a:pt x="1729" y="4916"/>
                      <a:pt x="1745" y="5030"/>
                      <a:pt x="1756" y="5150"/>
                    </a:cubicBezTo>
                    <a:cubicBezTo>
                      <a:pt x="1767" y="5269"/>
                      <a:pt x="1756" y="5400"/>
                      <a:pt x="1756" y="5525"/>
                    </a:cubicBezTo>
                    <a:cubicBezTo>
                      <a:pt x="1750" y="5639"/>
                      <a:pt x="1750" y="5759"/>
                      <a:pt x="1761" y="5873"/>
                    </a:cubicBezTo>
                    <a:cubicBezTo>
                      <a:pt x="1767" y="5922"/>
                      <a:pt x="1783" y="5965"/>
                      <a:pt x="1788" y="6014"/>
                    </a:cubicBezTo>
                    <a:cubicBezTo>
                      <a:pt x="1794" y="6063"/>
                      <a:pt x="1783" y="6134"/>
                      <a:pt x="1788" y="6188"/>
                    </a:cubicBezTo>
                    <a:cubicBezTo>
                      <a:pt x="1794" y="6286"/>
                      <a:pt x="1816" y="6378"/>
                      <a:pt x="1859" y="6465"/>
                    </a:cubicBezTo>
                    <a:lnTo>
                      <a:pt x="1832" y="6482"/>
                    </a:lnTo>
                    <a:cubicBezTo>
                      <a:pt x="1745" y="6530"/>
                      <a:pt x="1663" y="6585"/>
                      <a:pt x="1576" y="6639"/>
                    </a:cubicBezTo>
                    <a:cubicBezTo>
                      <a:pt x="1538" y="6661"/>
                      <a:pt x="1033" y="6938"/>
                      <a:pt x="1038" y="6949"/>
                    </a:cubicBezTo>
                    <a:cubicBezTo>
                      <a:pt x="1027" y="6931"/>
                      <a:pt x="1009" y="6920"/>
                      <a:pt x="988" y="6920"/>
                    </a:cubicBezTo>
                    <a:cubicBezTo>
                      <a:pt x="978" y="6920"/>
                      <a:pt x="967" y="6922"/>
                      <a:pt x="957" y="6927"/>
                    </a:cubicBezTo>
                    <a:cubicBezTo>
                      <a:pt x="951" y="6857"/>
                      <a:pt x="940" y="6786"/>
                      <a:pt x="930" y="6710"/>
                    </a:cubicBezTo>
                    <a:cubicBezTo>
                      <a:pt x="913" y="6634"/>
                      <a:pt x="913" y="6579"/>
                      <a:pt x="908" y="6514"/>
                    </a:cubicBezTo>
                    <a:cubicBezTo>
                      <a:pt x="924" y="6487"/>
                      <a:pt x="924" y="6449"/>
                      <a:pt x="897" y="6422"/>
                    </a:cubicBezTo>
                    <a:lnTo>
                      <a:pt x="886" y="6411"/>
                    </a:lnTo>
                    <a:cubicBezTo>
                      <a:pt x="886" y="6400"/>
                      <a:pt x="881" y="6389"/>
                      <a:pt x="881" y="6378"/>
                    </a:cubicBezTo>
                    <a:cubicBezTo>
                      <a:pt x="875" y="6373"/>
                      <a:pt x="870" y="6367"/>
                      <a:pt x="864" y="6367"/>
                    </a:cubicBezTo>
                    <a:cubicBezTo>
                      <a:pt x="864" y="6362"/>
                      <a:pt x="864" y="6357"/>
                      <a:pt x="859" y="6357"/>
                    </a:cubicBezTo>
                    <a:cubicBezTo>
                      <a:pt x="845" y="6332"/>
                      <a:pt x="821" y="6318"/>
                      <a:pt x="796" y="6318"/>
                    </a:cubicBezTo>
                    <a:cubicBezTo>
                      <a:pt x="782" y="6318"/>
                      <a:pt x="769" y="6322"/>
                      <a:pt x="756" y="6329"/>
                    </a:cubicBezTo>
                    <a:cubicBezTo>
                      <a:pt x="685" y="6384"/>
                      <a:pt x="560" y="6476"/>
                      <a:pt x="555" y="6579"/>
                    </a:cubicBezTo>
                    <a:cubicBezTo>
                      <a:pt x="555" y="6590"/>
                      <a:pt x="549" y="6596"/>
                      <a:pt x="544" y="6601"/>
                    </a:cubicBezTo>
                    <a:cubicBezTo>
                      <a:pt x="484" y="6710"/>
                      <a:pt x="419" y="6819"/>
                      <a:pt x="348" y="6922"/>
                    </a:cubicBezTo>
                    <a:cubicBezTo>
                      <a:pt x="277" y="7014"/>
                      <a:pt x="212" y="7112"/>
                      <a:pt x="147" y="7210"/>
                    </a:cubicBezTo>
                    <a:cubicBezTo>
                      <a:pt x="98" y="7275"/>
                      <a:pt x="54" y="7351"/>
                      <a:pt x="33" y="7433"/>
                    </a:cubicBezTo>
                    <a:cubicBezTo>
                      <a:pt x="0" y="7607"/>
                      <a:pt x="212" y="7628"/>
                      <a:pt x="337" y="7628"/>
                    </a:cubicBezTo>
                    <a:cubicBezTo>
                      <a:pt x="381" y="7628"/>
                      <a:pt x="424" y="7628"/>
                      <a:pt x="468" y="7639"/>
                    </a:cubicBezTo>
                    <a:cubicBezTo>
                      <a:pt x="522" y="7650"/>
                      <a:pt x="582" y="7656"/>
                      <a:pt x="641" y="7656"/>
                    </a:cubicBezTo>
                    <a:cubicBezTo>
                      <a:pt x="740" y="7660"/>
                      <a:pt x="822" y="7698"/>
                      <a:pt x="913" y="7698"/>
                    </a:cubicBezTo>
                    <a:cubicBezTo>
                      <a:pt x="943" y="7698"/>
                      <a:pt x="973" y="7694"/>
                      <a:pt x="1006" y="7683"/>
                    </a:cubicBezTo>
                    <a:cubicBezTo>
                      <a:pt x="1044" y="7672"/>
                      <a:pt x="1065" y="7639"/>
                      <a:pt x="1071" y="7601"/>
                    </a:cubicBezTo>
                    <a:lnTo>
                      <a:pt x="1071" y="7574"/>
                    </a:lnTo>
                    <a:cubicBezTo>
                      <a:pt x="1071" y="7552"/>
                      <a:pt x="1065" y="7531"/>
                      <a:pt x="1044" y="7520"/>
                    </a:cubicBezTo>
                    <a:cubicBezTo>
                      <a:pt x="1044" y="7438"/>
                      <a:pt x="1000" y="7368"/>
                      <a:pt x="995" y="7286"/>
                    </a:cubicBezTo>
                    <a:cubicBezTo>
                      <a:pt x="995" y="7215"/>
                      <a:pt x="979" y="7150"/>
                      <a:pt x="973" y="7074"/>
                    </a:cubicBezTo>
                    <a:lnTo>
                      <a:pt x="973" y="7074"/>
                    </a:lnTo>
                    <a:cubicBezTo>
                      <a:pt x="979" y="7077"/>
                      <a:pt x="984" y="7078"/>
                      <a:pt x="989" y="7078"/>
                    </a:cubicBezTo>
                    <a:cubicBezTo>
                      <a:pt x="995" y="7078"/>
                      <a:pt x="1000" y="7077"/>
                      <a:pt x="1006" y="7074"/>
                    </a:cubicBezTo>
                    <a:cubicBezTo>
                      <a:pt x="1098" y="7047"/>
                      <a:pt x="1185" y="7003"/>
                      <a:pt x="1267" y="6954"/>
                    </a:cubicBezTo>
                    <a:cubicBezTo>
                      <a:pt x="1375" y="6884"/>
                      <a:pt x="1495" y="6835"/>
                      <a:pt x="1604" y="6764"/>
                    </a:cubicBezTo>
                    <a:cubicBezTo>
                      <a:pt x="1701" y="6699"/>
                      <a:pt x="1799" y="6645"/>
                      <a:pt x="1892" y="6574"/>
                    </a:cubicBezTo>
                    <a:cubicBezTo>
                      <a:pt x="1897" y="6569"/>
                      <a:pt x="1908" y="6563"/>
                      <a:pt x="1919" y="6558"/>
                    </a:cubicBezTo>
                    <a:cubicBezTo>
                      <a:pt x="1957" y="6596"/>
                      <a:pt x="2000" y="6628"/>
                      <a:pt x="2044" y="6650"/>
                    </a:cubicBezTo>
                    <a:cubicBezTo>
                      <a:pt x="2256" y="6748"/>
                      <a:pt x="2457" y="6857"/>
                      <a:pt x="2669" y="6954"/>
                    </a:cubicBezTo>
                    <a:cubicBezTo>
                      <a:pt x="2892" y="7058"/>
                      <a:pt x="3115" y="7161"/>
                      <a:pt x="3338" y="7264"/>
                    </a:cubicBezTo>
                    <a:cubicBezTo>
                      <a:pt x="3544" y="7373"/>
                      <a:pt x="3756" y="7471"/>
                      <a:pt x="3974" y="7552"/>
                    </a:cubicBezTo>
                    <a:cubicBezTo>
                      <a:pt x="4180" y="7628"/>
                      <a:pt x="4360" y="7748"/>
                      <a:pt x="4561" y="7824"/>
                    </a:cubicBezTo>
                    <a:cubicBezTo>
                      <a:pt x="4664" y="7868"/>
                      <a:pt x="4773" y="7917"/>
                      <a:pt x="4876" y="7960"/>
                    </a:cubicBezTo>
                    <a:cubicBezTo>
                      <a:pt x="4968" y="8009"/>
                      <a:pt x="5072" y="8047"/>
                      <a:pt x="5170" y="8080"/>
                    </a:cubicBezTo>
                    <a:cubicBezTo>
                      <a:pt x="5195" y="8086"/>
                      <a:pt x="5221" y="8089"/>
                      <a:pt x="5246" y="8089"/>
                    </a:cubicBezTo>
                    <a:cubicBezTo>
                      <a:pt x="5427" y="8089"/>
                      <a:pt x="5590" y="7931"/>
                      <a:pt x="5724" y="7840"/>
                    </a:cubicBezTo>
                    <a:cubicBezTo>
                      <a:pt x="5833" y="7770"/>
                      <a:pt x="5963" y="7715"/>
                      <a:pt x="6083" y="7650"/>
                    </a:cubicBezTo>
                    <a:cubicBezTo>
                      <a:pt x="6197" y="7585"/>
                      <a:pt x="6311" y="7520"/>
                      <a:pt x="6425" y="7449"/>
                    </a:cubicBezTo>
                    <a:cubicBezTo>
                      <a:pt x="6539" y="7378"/>
                      <a:pt x="6653" y="7324"/>
                      <a:pt x="6773" y="7264"/>
                    </a:cubicBezTo>
                    <a:cubicBezTo>
                      <a:pt x="6887" y="7204"/>
                      <a:pt x="7012" y="7161"/>
                      <a:pt x="7126" y="7101"/>
                    </a:cubicBezTo>
                    <a:cubicBezTo>
                      <a:pt x="7241" y="7025"/>
                      <a:pt x="7360" y="6965"/>
                      <a:pt x="7480" y="6911"/>
                    </a:cubicBezTo>
                    <a:cubicBezTo>
                      <a:pt x="7578" y="6873"/>
                      <a:pt x="7670" y="6813"/>
                      <a:pt x="7741" y="6737"/>
                    </a:cubicBezTo>
                    <a:cubicBezTo>
                      <a:pt x="7752" y="6726"/>
                      <a:pt x="7762" y="6715"/>
                      <a:pt x="7768" y="6699"/>
                    </a:cubicBezTo>
                    <a:cubicBezTo>
                      <a:pt x="7784" y="6688"/>
                      <a:pt x="7800" y="6672"/>
                      <a:pt x="7822" y="6661"/>
                    </a:cubicBezTo>
                    <a:cubicBezTo>
                      <a:pt x="7860" y="6645"/>
                      <a:pt x="7898" y="6623"/>
                      <a:pt x="7931" y="6596"/>
                    </a:cubicBezTo>
                    <a:cubicBezTo>
                      <a:pt x="7947" y="6612"/>
                      <a:pt x="7964" y="6623"/>
                      <a:pt x="7969" y="6623"/>
                    </a:cubicBezTo>
                    <a:cubicBezTo>
                      <a:pt x="8012" y="6650"/>
                      <a:pt x="8061" y="6677"/>
                      <a:pt x="8105" y="6699"/>
                    </a:cubicBezTo>
                    <a:cubicBezTo>
                      <a:pt x="8186" y="6737"/>
                      <a:pt x="8268" y="6775"/>
                      <a:pt x="8355" y="6819"/>
                    </a:cubicBezTo>
                    <a:cubicBezTo>
                      <a:pt x="8496" y="6873"/>
                      <a:pt x="8638" y="6938"/>
                      <a:pt x="8779" y="7009"/>
                    </a:cubicBezTo>
                    <a:cubicBezTo>
                      <a:pt x="8763" y="7090"/>
                      <a:pt x="8779" y="7177"/>
                      <a:pt x="8763" y="7259"/>
                    </a:cubicBezTo>
                    <a:cubicBezTo>
                      <a:pt x="8741" y="7357"/>
                      <a:pt x="8730" y="7449"/>
                      <a:pt x="8730" y="7547"/>
                    </a:cubicBezTo>
                    <a:cubicBezTo>
                      <a:pt x="8730" y="7618"/>
                      <a:pt x="8768" y="7677"/>
                      <a:pt x="8828" y="7710"/>
                    </a:cubicBezTo>
                    <a:cubicBezTo>
                      <a:pt x="8843" y="7716"/>
                      <a:pt x="8859" y="7718"/>
                      <a:pt x="8875" y="7718"/>
                    </a:cubicBezTo>
                    <a:cubicBezTo>
                      <a:pt x="8946" y="7718"/>
                      <a:pt x="9016" y="7666"/>
                      <a:pt x="9083" y="7639"/>
                    </a:cubicBezTo>
                    <a:cubicBezTo>
                      <a:pt x="9301" y="7558"/>
                      <a:pt x="9491" y="7406"/>
                      <a:pt x="9730" y="7362"/>
                    </a:cubicBezTo>
                    <a:cubicBezTo>
                      <a:pt x="9763" y="7351"/>
                      <a:pt x="9784" y="7324"/>
                      <a:pt x="9784" y="7291"/>
                    </a:cubicBezTo>
                    <a:cubicBezTo>
                      <a:pt x="9768" y="7210"/>
                      <a:pt x="9736" y="7139"/>
                      <a:pt x="9692" y="7074"/>
                    </a:cubicBezTo>
                    <a:lnTo>
                      <a:pt x="9692" y="7079"/>
                    </a:lnTo>
                    <a:cubicBezTo>
                      <a:pt x="9654" y="6998"/>
                      <a:pt x="9605" y="6922"/>
                      <a:pt x="9551" y="6846"/>
                    </a:cubicBezTo>
                    <a:cubicBezTo>
                      <a:pt x="9426" y="6683"/>
                      <a:pt x="9274" y="6541"/>
                      <a:pt x="9105" y="6427"/>
                    </a:cubicBezTo>
                    <a:cubicBezTo>
                      <a:pt x="9091" y="6419"/>
                      <a:pt x="9076" y="6415"/>
                      <a:pt x="9062" y="6415"/>
                    </a:cubicBezTo>
                    <a:cubicBezTo>
                      <a:pt x="9048" y="6415"/>
                      <a:pt x="9034" y="6419"/>
                      <a:pt x="9023" y="6427"/>
                    </a:cubicBezTo>
                    <a:lnTo>
                      <a:pt x="8996" y="6443"/>
                    </a:lnTo>
                    <a:cubicBezTo>
                      <a:pt x="8996" y="6427"/>
                      <a:pt x="9007" y="6411"/>
                      <a:pt x="9013" y="6395"/>
                    </a:cubicBezTo>
                    <a:cubicBezTo>
                      <a:pt x="9016" y="6380"/>
                      <a:pt x="9003" y="6368"/>
                      <a:pt x="8990" y="6368"/>
                    </a:cubicBezTo>
                    <a:cubicBezTo>
                      <a:pt x="8984" y="6368"/>
                      <a:pt x="8978" y="6371"/>
                      <a:pt x="8975" y="6378"/>
                    </a:cubicBezTo>
                    <a:cubicBezTo>
                      <a:pt x="8926" y="6460"/>
                      <a:pt x="8888" y="6547"/>
                      <a:pt x="8871" y="6639"/>
                    </a:cubicBezTo>
                    <a:cubicBezTo>
                      <a:pt x="8866" y="6710"/>
                      <a:pt x="8850" y="6780"/>
                      <a:pt x="8833" y="6851"/>
                    </a:cubicBezTo>
                    <a:cubicBezTo>
                      <a:pt x="8725" y="6770"/>
                      <a:pt x="8551" y="6732"/>
                      <a:pt x="8436" y="6683"/>
                    </a:cubicBezTo>
                    <a:cubicBezTo>
                      <a:pt x="8295" y="6623"/>
                      <a:pt x="8148" y="6530"/>
                      <a:pt x="7996" y="6487"/>
                    </a:cubicBezTo>
                    <a:cubicBezTo>
                      <a:pt x="8007" y="6449"/>
                      <a:pt x="8012" y="6411"/>
                      <a:pt x="8012" y="6373"/>
                    </a:cubicBezTo>
                    <a:cubicBezTo>
                      <a:pt x="8018" y="6237"/>
                      <a:pt x="8012" y="6106"/>
                      <a:pt x="8002" y="5971"/>
                    </a:cubicBezTo>
                    <a:cubicBezTo>
                      <a:pt x="7996" y="5797"/>
                      <a:pt x="8002" y="5623"/>
                      <a:pt x="8018" y="5443"/>
                    </a:cubicBezTo>
                    <a:cubicBezTo>
                      <a:pt x="8034" y="5269"/>
                      <a:pt x="8061" y="5095"/>
                      <a:pt x="8067" y="4921"/>
                    </a:cubicBezTo>
                    <a:lnTo>
                      <a:pt x="8067" y="4324"/>
                    </a:lnTo>
                    <a:cubicBezTo>
                      <a:pt x="8067" y="3970"/>
                      <a:pt x="8050" y="3611"/>
                      <a:pt x="8072" y="3258"/>
                    </a:cubicBezTo>
                    <a:cubicBezTo>
                      <a:pt x="8083" y="3144"/>
                      <a:pt x="8089" y="3008"/>
                      <a:pt x="8018" y="2910"/>
                    </a:cubicBezTo>
                    <a:cubicBezTo>
                      <a:pt x="7936" y="2801"/>
                      <a:pt x="7779" y="2774"/>
                      <a:pt x="7665" y="2725"/>
                    </a:cubicBezTo>
                    <a:cubicBezTo>
                      <a:pt x="7523" y="2666"/>
                      <a:pt x="7382" y="2600"/>
                      <a:pt x="7251" y="2530"/>
                    </a:cubicBezTo>
                    <a:cubicBezTo>
                      <a:pt x="7181" y="2492"/>
                      <a:pt x="7099" y="2497"/>
                      <a:pt x="7029" y="2470"/>
                    </a:cubicBezTo>
                    <a:cubicBezTo>
                      <a:pt x="6947" y="2432"/>
                      <a:pt x="6871" y="2394"/>
                      <a:pt x="6795" y="2350"/>
                    </a:cubicBezTo>
                    <a:cubicBezTo>
                      <a:pt x="6480" y="2171"/>
                      <a:pt x="6126" y="2046"/>
                      <a:pt x="5789" y="1899"/>
                    </a:cubicBezTo>
                    <a:cubicBezTo>
                      <a:pt x="5632" y="1828"/>
                      <a:pt x="5468" y="1769"/>
                      <a:pt x="5311" y="1693"/>
                    </a:cubicBezTo>
                    <a:cubicBezTo>
                      <a:pt x="5262" y="1671"/>
                      <a:pt x="5218" y="1644"/>
                      <a:pt x="5175" y="1627"/>
                    </a:cubicBezTo>
                    <a:cubicBezTo>
                      <a:pt x="5186" y="1540"/>
                      <a:pt x="5186" y="1453"/>
                      <a:pt x="5180" y="1366"/>
                    </a:cubicBezTo>
                    <a:cubicBezTo>
                      <a:pt x="5180" y="1252"/>
                      <a:pt x="5175" y="1138"/>
                      <a:pt x="5164" y="1024"/>
                    </a:cubicBezTo>
                    <a:cubicBezTo>
                      <a:pt x="5251" y="1019"/>
                      <a:pt x="5343" y="1013"/>
                      <a:pt x="5430" y="997"/>
                    </a:cubicBezTo>
                    <a:cubicBezTo>
                      <a:pt x="5528" y="986"/>
                      <a:pt x="5664" y="953"/>
                      <a:pt x="5675" y="834"/>
                    </a:cubicBezTo>
                    <a:cubicBezTo>
                      <a:pt x="5675" y="779"/>
                      <a:pt x="5648" y="730"/>
                      <a:pt x="5604" y="698"/>
                    </a:cubicBezTo>
                    <a:cubicBezTo>
                      <a:pt x="5555" y="649"/>
                      <a:pt x="5507" y="595"/>
                      <a:pt x="5463" y="540"/>
                    </a:cubicBezTo>
                    <a:cubicBezTo>
                      <a:pt x="5414" y="464"/>
                      <a:pt x="5360" y="393"/>
                      <a:pt x="5305" y="323"/>
                    </a:cubicBezTo>
                    <a:cubicBezTo>
                      <a:pt x="5284" y="290"/>
                      <a:pt x="5251" y="268"/>
                      <a:pt x="5235" y="241"/>
                    </a:cubicBezTo>
                    <a:cubicBezTo>
                      <a:pt x="5229" y="236"/>
                      <a:pt x="5218" y="203"/>
                      <a:pt x="5213" y="187"/>
                    </a:cubicBezTo>
                    <a:cubicBezTo>
                      <a:pt x="5182" y="110"/>
                      <a:pt x="5123" y="1"/>
                      <a:pt x="5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20"/>
              <p:cNvSpPr/>
              <p:nvPr/>
            </p:nvSpPr>
            <p:spPr>
              <a:xfrm>
                <a:off x="4174300" y="3028250"/>
                <a:ext cx="11575" cy="6200"/>
              </a:xfrm>
              <a:custGeom>
                <a:rect b="b" l="l" r="r" t="t"/>
                <a:pathLst>
                  <a:path extrusionOk="0" h="248" w="463">
                    <a:moveTo>
                      <a:pt x="425" y="1"/>
                    </a:moveTo>
                    <a:cubicBezTo>
                      <a:pt x="359" y="6"/>
                      <a:pt x="294" y="28"/>
                      <a:pt x="234" y="55"/>
                    </a:cubicBezTo>
                    <a:cubicBezTo>
                      <a:pt x="193" y="76"/>
                      <a:pt x="120" y="143"/>
                      <a:pt x="71" y="143"/>
                    </a:cubicBezTo>
                    <a:cubicBezTo>
                      <a:pt x="70" y="143"/>
                      <a:pt x="68" y="142"/>
                      <a:pt x="66" y="142"/>
                    </a:cubicBezTo>
                    <a:cubicBezTo>
                      <a:pt x="17" y="142"/>
                      <a:pt x="1" y="235"/>
                      <a:pt x="55" y="246"/>
                    </a:cubicBezTo>
                    <a:cubicBezTo>
                      <a:pt x="64" y="247"/>
                      <a:pt x="73" y="247"/>
                      <a:pt x="82" y="247"/>
                    </a:cubicBezTo>
                    <a:cubicBezTo>
                      <a:pt x="157" y="247"/>
                      <a:pt x="221" y="209"/>
                      <a:pt x="289" y="180"/>
                    </a:cubicBezTo>
                    <a:cubicBezTo>
                      <a:pt x="365" y="148"/>
                      <a:pt x="463" y="115"/>
                      <a:pt x="452" y="17"/>
                    </a:cubicBezTo>
                    <a:cubicBezTo>
                      <a:pt x="446" y="6"/>
                      <a:pt x="436" y="1"/>
                      <a:pt x="4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20"/>
              <p:cNvSpPr/>
              <p:nvPr/>
            </p:nvSpPr>
            <p:spPr>
              <a:xfrm>
                <a:off x="4189700" y="3021000"/>
                <a:ext cx="12500" cy="6200"/>
              </a:xfrm>
              <a:custGeom>
                <a:rect b="b" l="l" r="r" t="t"/>
                <a:pathLst>
                  <a:path extrusionOk="0" h="248" w="500">
                    <a:moveTo>
                      <a:pt x="376" y="1"/>
                    </a:moveTo>
                    <a:cubicBezTo>
                      <a:pt x="372" y="1"/>
                      <a:pt x="367" y="1"/>
                      <a:pt x="363" y="3"/>
                    </a:cubicBezTo>
                    <a:cubicBezTo>
                      <a:pt x="314" y="14"/>
                      <a:pt x="265" y="35"/>
                      <a:pt x="222" y="57"/>
                    </a:cubicBezTo>
                    <a:cubicBezTo>
                      <a:pt x="151" y="90"/>
                      <a:pt x="86" y="133"/>
                      <a:pt x="32" y="182"/>
                    </a:cubicBezTo>
                    <a:cubicBezTo>
                      <a:pt x="1" y="208"/>
                      <a:pt x="28" y="248"/>
                      <a:pt x="63" y="248"/>
                    </a:cubicBezTo>
                    <a:cubicBezTo>
                      <a:pt x="65" y="248"/>
                      <a:pt x="67" y="248"/>
                      <a:pt x="70" y="247"/>
                    </a:cubicBezTo>
                    <a:cubicBezTo>
                      <a:pt x="129" y="237"/>
                      <a:pt x="499" y="150"/>
                      <a:pt x="407" y="19"/>
                    </a:cubicBezTo>
                    <a:lnTo>
                      <a:pt x="412" y="19"/>
                    </a:lnTo>
                    <a:cubicBezTo>
                      <a:pt x="404" y="7"/>
                      <a:pt x="390"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20"/>
              <p:cNvSpPr/>
              <p:nvPr/>
            </p:nvSpPr>
            <p:spPr>
              <a:xfrm>
                <a:off x="4205550" y="3012600"/>
                <a:ext cx="15125" cy="7975"/>
              </a:xfrm>
              <a:custGeom>
                <a:rect b="b" l="l" r="r" t="t"/>
                <a:pathLst>
                  <a:path extrusionOk="0" h="319" w="605">
                    <a:moveTo>
                      <a:pt x="555" y="0"/>
                    </a:moveTo>
                    <a:cubicBezTo>
                      <a:pt x="471" y="0"/>
                      <a:pt x="365" y="53"/>
                      <a:pt x="300" y="83"/>
                    </a:cubicBezTo>
                    <a:cubicBezTo>
                      <a:pt x="207" y="121"/>
                      <a:pt x="137" y="203"/>
                      <a:pt x="44" y="241"/>
                    </a:cubicBezTo>
                    <a:cubicBezTo>
                      <a:pt x="17" y="252"/>
                      <a:pt x="1" y="290"/>
                      <a:pt x="34" y="306"/>
                    </a:cubicBezTo>
                    <a:cubicBezTo>
                      <a:pt x="52" y="315"/>
                      <a:pt x="71" y="318"/>
                      <a:pt x="91" y="318"/>
                    </a:cubicBezTo>
                    <a:cubicBezTo>
                      <a:pt x="158" y="318"/>
                      <a:pt x="230" y="276"/>
                      <a:pt x="289" y="246"/>
                    </a:cubicBezTo>
                    <a:cubicBezTo>
                      <a:pt x="403" y="187"/>
                      <a:pt x="512" y="143"/>
                      <a:pt x="593" y="45"/>
                    </a:cubicBezTo>
                    <a:cubicBezTo>
                      <a:pt x="604" y="29"/>
                      <a:pt x="599" y="2"/>
                      <a:pt x="577" y="2"/>
                    </a:cubicBezTo>
                    <a:cubicBezTo>
                      <a:pt x="570" y="1"/>
                      <a:pt x="563" y="0"/>
                      <a:pt x="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20"/>
              <p:cNvSpPr/>
              <p:nvPr/>
            </p:nvSpPr>
            <p:spPr>
              <a:xfrm>
                <a:off x="4222400" y="3005375"/>
                <a:ext cx="11150" cy="6600"/>
              </a:xfrm>
              <a:custGeom>
                <a:rect b="b" l="l" r="r" t="t"/>
                <a:pathLst>
                  <a:path extrusionOk="0" h="264" w="446">
                    <a:moveTo>
                      <a:pt x="404" y="1"/>
                    </a:moveTo>
                    <a:cubicBezTo>
                      <a:pt x="400" y="1"/>
                      <a:pt x="396" y="1"/>
                      <a:pt x="392" y="3"/>
                    </a:cubicBezTo>
                    <a:cubicBezTo>
                      <a:pt x="365" y="14"/>
                      <a:pt x="333" y="30"/>
                      <a:pt x="305" y="46"/>
                    </a:cubicBezTo>
                    <a:cubicBezTo>
                      <a:pt x="267" y="62"/>
                      <a:pt x="218" y="68"/>
                      <a:pt x="180" y="90"/>
                    </a:cubicBezTo>
                    <a:cubicBezTo>
                      <a:pt x="159" y="106"/>
                      <a:pt x="137" y="117"/>
                      <a:pt x="115" y="128"/>
                    </a:cubicBezTo>
                    <a:cubicBezTo>
                      <a:pt x="77" y="144"/>
                      <a:pt x="61" y="177"/>
                      <a:pt x="28" y="198"/>
                    </a:cubicBezTo>
                    <a:cubicBezTo>
                      <a:pt x="1" y="215"/>
                      <a:pt x="12" y="264"/>
                      <a:pt x="44" y="264"/>
                    </a:cubicBezTo>
                    <a:cubicBezTo>
                      <a:pt x="77" y="264"/>
                      <a:pt x="110" y="258"/>
                      <a:pt x="142" y="242"/>
                    </a:cubicBezTo>
                    <a:cubicBezTo>
                      <a:pt x="175" y="236"/>
                      <a:pt x="208" y="226"/>
                      <a:pt x="240" y="215"/>
                    </a:cubicBezTo>
                    <a:cubicBezTo>
                      <a:pt x="284" y="198"/>
                      <a:pt x="327" y="177"/>
                      <a:pt x="365" y="155"/>
                    </a:cubicBezTo>
                    <a:cubicBezTo>
                      <a:pt x="392" y="128"/>
                      <a:pt x="420" y="95"/>
                      <a:pt x="436" y="57"/>
                    </a:cubicBezTo>
                    <a:cubicBezTo>
                      <a:pt x="445" y="33"/>
                      <a:pt x="430" y="1"/>
                      <a:pt x="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20"/>
              <p:cNvSpPr/>
              <p:nvPr/>
            </p:nvSpPr>
            <p:spPr>
              <a:xfrm>
                <a:off x="4243750" y="2923125"/>
                <a:ext cx="4925" cy="16525"/>
              </a:xfrm>
              <a:custGeom>
                <a:rect b="b" l="l" r="r" t="t"/>
                <a:pathLst>
                  <a:path extrusionOk="0" h="661" w="197">
                    <a:moveTo>
                      <a:pt x="99" y="1"/>
                    </a:moveTo>
                    <a:cubicBezTo>
                      <a:pt x="76" y="1"/>
                      <a:pt x="52" y="17"/>
                      <a:pt x="49" y="48"/>
                    </a:cubicBezTo>
                    <a:cubicBezTo>
                      <a:pt x="44" y="151"/>
                      <a:pt x="0" y="243"/>
                      <a:pt x="17" y="352"/>
                    </a:cubicBezTo>
                    <a:cubicBezTo>
                      <a:pt x="38" y="455"/>
                      <a:pt x="28" y="564"/>
                      <a:pt x="93" y="645"/>
                    </a:cubicBezTo>
                    <a:cubicBezTo>
                      <a:pt x="96" y="655"/>
                      <a:pt x="105" y="661"/>
                      <a:pt x="115" y="661"/>
                    </a:cubicBezTo>
                    <a:cubicBezTo>
                      <a:pt x="122" y="661"/>
                      <a:pt x="129" y="658"/>
                      <a:pt x="136" y="651"/>
                    </a:cubicBezTo>
                    <a:cubicBezTo>
                      <a:pt x="196" y="586"/>
                      <a:pt x="169" y="482"/>
                      <a:pt x="153" y="395"/>
                    </a:cubicBezTo>
                    <a:cubicBezTo>
                      <a:pt x="136" y="341"/>
                      <a:pt x="131" y="287"/>
                      <a:pt x="125" y="232"/>
                    </a:cubicBezTo>
                    <a:cubicBezTo>
                      <a:pt x="125" y="173"/>
                      <a:pt x="136" y="107"/>
                      <a:pt x="142" y="48"/>
                    </a:cubicBezTo>
                    <a:cubicBezTo>
                      <a:pt x="142" y="16"/>
                      <a:pt x="121" y="1"/>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20"/>
              <p:cNvSpPr/>
              <p:nvPr/>
            </p:nvSpPr>
            <p:spPr>
              <a:xfrm>
                <a:off x="4242650" y="2946800"/>
                <a:ext cx="4925" cy="13375"/>
              </a:xfrm>
              <a:custGeom>
                <a:rect b="b" l="l" r="r" t="t"/>
                <a:pathLst>
                  <a:path extrusionOk="0" h="535" w="197">
                    <a:moveTo>
                      <a:pt x="96" y="0"/>
                    </a:moveTo>
                    <a:cubicBezTo>
                      <a:pt x="74" y="0"/>
                      <a:pt x="53" y="14"/>
                      <a:pt x="50" y="41"/>
                    </a:cubicBezTo>
                    <a:cubicBezTo>
                      <a:pt x="39" y="182"/>
                      <a:pt x="1" y="383"/>
                      <a:pt x="66" y="514"/>
                    </a:cubicBezTo>
                    <a:cubicBezTo>
                      <a:pt x="74" y="527"/>
                      <a:pt x="87" y="534"/>
                      <a:pt x="98" y="534"/>
                    </a:cubicBezTo>
                    <a:cubicBezTo>
                      <a:pt x="110" y="534"/>
                      <a:pt x="120" y="527"/>
                      <a:pt x="126" y="514"/>
                    </a:cubicBezTo>
                    <a:cubicBezTo>
                      <a:pt x="197" y="378"/>
                      <a:pt x="159" y="182"/>
                      <a:pt x="142" y="41"/>
                    </a:cubicBezTo>
                    <a:cubicBezTo>
                      <a:pt x="140" y="14"/>
                      <a:pt x="118" y="0"/>
                      <a:pt x="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20"/>
              <p:cNvSpPr/>
              <p:nvPr/>
            </p:nvSpPr>
            <p:spPr>
              <a:xfrm>
                <a:off x="4245100" y="296085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20"/>
              <p:cNvSpPr/>
              <p:nvPr/>
            </p:nvSpPr>
            <p:spPr>
              <a:xfrm>
                <a:off x="4243700" y="2961000"/>
                <a:ext cx="3200" cy="8975"/>
              </a:xfrm>
              <a:custGeom>
                <a:rect b="b" l="l" r="r" t="t"/>
                <a:pathLst>
                  <a:path extrusionOk="0" h="359" w="128">
                    <a:moveTo>
                      <a:pt x="54" y="0"/>
                    </a:moveTo>
                    <a:cubicBezTo>
                      <a:pt x="26" y="0"/>
                      <a:pt x="0" y="36"/>
                      <a:pt x="30" y="65"/>
                    </a:cubicBezTo>
                    <a:cubicBezTo>
                      <a:pt x="51" y="87"/>
                      <a:pt x="30" y="147"/>
                      <a:pt x="19" y="174"/>
                    </a:cubicBezTo>
                    <a:cubicBezTo>
                      <a:pt x="8" y="218"/>
                      <a:pt x="2" y="267"/>
                      <a:pt x="2" y="310"/>
                    </a:cubicBezTo>
                    <a:cubicBezTo>
                      <a:pt x="5" y="343"/>
                      <a:pt x="30" y="359"/>
                      <a:pt x="54" y="359"/>
                    </a:cubicBezTo>
                    <a:cubicBezTo>
                      <a:pt x="78" y="359"/>
                      <a:pt x="103" y="343"/>
                      <a:pt x="106" y="310"/>
                    </a:cubicBezTo>
                    <a:cubicBezTo>
                      <a:pt x="106" y="250"/>
                      <a:pt x="122" y="196"/>
                      <a:pt x="122" y="136"/>
                    </a:cubicBezTo>
                    <a:cubicBezTo>
                      <a:pt x="127" y="87"/>
                      <a:pt x="111" y="44"/>
                      <a:pt x="78" y="11"/>
                    </a:cubicBezTo>
                    <a:cubicBezTo>
                      <a:pt x="71" y="4"/>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20"/>
              <p:cNvSpPr/>
              <p:nvPr/>
            </p:nvSpPr>
            <p:spPr>
              <a:xfrm>
                <a:off x="4251200" y="3009100"/>
                <a:ext cx="16050" cy="7250"/>
              </a:xfrm>
              <a:custGeom>
                <a:rect b="b" l="l" r="r" t="t"/>
                <a:pathLst>
                  <a:path extrusionOk="0" h="290" w="642">
                    <a:moveTo>
                      <a:pt x="51" y="1"/>
                    </a:moveTo>
                    <a:cubicBezTo>
                      <a:pt x="23" y="1"/>
                      <a:pt x="0" y="43"/>
                      <a:pt x="23" y="66"/>
                    </a:cubicBezTo>
                    <a:cubicBezTo>
                      <a:pt x="56" y="93"/>
                      <a:pt x="94" y="115"/>
                      <a:pt x="132" y="125"/>
                    </a:cubicBezTo>
                    <a:cubicBezTo>
                      <a:pt x="192" y="147"/>
                      <a:pt x="251" y="180"/>
                      <a:pt x="300" y="218"/>
                    </a:cubicBezTo>
                    <a:cubicBezTo>
                      <a:pt x="376" y="278"/>
                      <a:pt x="491" y="267"/>
                      <a:pt x="583" y="289"/>
                    </a:cubicBezTo>
                    <a:cubicBezTo>
                      <a:pt x="585" y="289"/>
                      <a:pt x="587" y="289"/>
                      <a:pt x="589" y="289"/>
                    </a:cubicBezTo>
                    <a:cubicBezTo>
                      <a:pt x="615" y="289"/>
                      <a:pt x="642" y="259"/>
                      <a:pt x="626" y="234"/>
                    </a:cubicBezTo>
                    <a:lnTo>
                      <a:pt x="626" y="229"/>
                    </a:lnTo>
                    <a:cubicBezTo>
                      <a:pt x="572" y="147"/>
                      <a:pt x="463" y="153"/>
                      <a:pt x="387" y="115"/>
                    </a:cubicBezTo>
                    <a:cubicBezTo>
                      <a:pt x="344" y="87"/>
                      <a:pt x="300" y="66"/>
                      <a:pt x="257" y="44"/>
                    </a:cubicBezTo>
                    <a:cubicBezTo>
                      <a:pt x="202" y="22"/>
                      <a:pt x="110" y="38"/>
                      <a:pt x="67" y="6"/>
                    </a:cubicBezTo>
                    <a:cubicBezTo>
                      <a:pt x="61" y="2"/>
                      <a:pt x="56"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20"/>
              <p:cNvSpPr/>
              <p:nvPr/>
            </p:nvSpPr>
            <p:spPr>
              <a:xfrm>
                <a:off x="4273425" y="3017225"/>
                <a:ext cx="14350" cy="6500"/>
              </a:xfrm>
              <a:custGeom>
                <a:rect b="b" l="l" r="r" t="t"/>
                <a:pathLst>
                  <a:path extrusionOk="0" h="260" w="574">
                    <a:moveTo>
                      <a:pt x="41" y="1"/>
                    </a:moveTo>
                    <a:cubicBezTo>
                      <a:pt x="17" y="1"/>
                      <a:pt x="0" y="30"/>
                      <a:pt x="20" y="45"/>
                    </a:cubicBezTo>
                    <a:cubicBezTo>
                      <a:pt x="47" y="72"/>
                      <a:pt x="64" y="99"/>
                      <a:pt x="96" y="121"/>
                    </a:cubicBezTo>
                    <a:cubicBezTo>
                      <a:pt x="134" y="148"/>
                      <a:pt x="183" y="165"/>
                      <a:pt x="232" y="176"/>
                    </a:cubicBezTo>
                    <a:cubicBezTo>
                      <a:pt x="319" y="214"/>
                      <a:pt x="412" y="241"/>
                      <a:pt x="509" y="257"/>
                    </a:cubicBezTo>
                    <a:cubicBezTo>
                      <a:pt x="514" y="259"/>
                      <a:pt x="518" y="259"/>
                      <a:pt x="522" y="259"/>
                    </a:cubicBezTo>
                    <a:cubicBezTo>
                      <a:pt x="550" y="259"/>
                      <a:pt x="573" y="231"/>
                      <a:pt x="564" y="203"/>
                    </a:cubicBezTo>
                    <a:cubicBezTo>
                      <a:pt x="537" y="121"/>
                      <a:pt x="439" y="105"/>
                      <a:pt x="363" y="78"/>
                    </a:cubicBezTo>
                    <a:cubicBezTo>
                      <a:pt x="259" y="40"/>
                      <a:pt x="145" y="40"/>
                      <a:pt x="47" y="2"/>
                    </a:cubicBezTo>
                    <a:cubicBezTo>
                      <a:pt x="45" y="1"/>
                      <a:pt x="43" y="1"/>
                      <a:pt x="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20"/>
              <p:cNvSpPr/>
              <p:nvPr/>
            </p:nvSpPr>
            <p:spPr>
              <a:xfrm>
                <a:off x="4291725" y="3025225"/>
                <a:ext cx="14150" cy="8150"/>
              </a:xfrm>
              <a:custGeom>
                <a:rect b="b" l="l" r="r" t="t"/>
                <a:pathLst>
                  <a:path extrusionOk="0" h="326" w="566">
                    <a:moveTo>
                      <a:pt x="63" y="1"/>
                    </a:moveTo>
                    <a:cubicBezTo>
                      <a:pt x="33" y="1"/>
                      <a:pt x="1" y="28"/>
                      <a:pt x="22" y="62"/>
                    </a:cubicBezTo>
                    <a:cubicBezTo>
                      <a:pt x="82" y="138"/>
                      <a:pt x="152" y="203"/>
                      <a:pt x="239" y="258"/>
                    </a:cubicBezTo>
                    <a:cubicBezTo>
                      <a:pt x="303" y="303"/>
                      <a:pt x="381" y="326"/>
                      <a:pt x="459" y="326"/>
                    </a:cubicBezTo>
                    <a:cubicBezTo>
                      <a:pt x="475" y="326"/>
                      <a:pt x="490" y="325"/>
                      <a:pt x="506" y="323"/>
                    </a:cubicBezTo>
                    <a:cubicBezTo>
                      <a:pt x="511" y="324"/>
                      <a:pt x="516" y="325"/>
                      <a:pt x="521" y="325"/>
                    </a:cubicBezTo>
                    <a:cubicBezTo>
                      <a:pt x="537" y="325"/>
                      <a:pt x="551" y="318"/>
                      <a:pt x="555" y="301"/>
                    </a:cubicBezTo>
                    <a:lnTo>
                      <a:pt x="560" y="285"/>
                    </a:lnTo>
                    <a:cubicBezTo>
                      <a:pt x="566" y="269"/>
                      <a:pt x="560" y="252"/>
                      <a:pt x="549" y="241"/>
                    </a:cubicBezTo>
                    <a:cubicBezTo>
                      <a:pt x="484" y="187"/>
                      <a:pt x="397" y="182"/>
                      <a:pt x="321" y="144"/>
                    </a:cubicBezTo>
                    <a:cubicBezTo>
                      <a:pt x="283" y="122"/>
                      <a:pt x="256" y="89"/>
                      <a:pt x="218" y="68"/>
                    </a:cubicBezTo>
                    <a:cubicBezTo>
                      <a:pt x="174" y="51"/>
                      <a:pt x="131" y="29"/>
                      <a:pt x="87" y="8"/>
                    </a:cubicBezTo>
                    <a:cubicBezTo>
                      <a:pt x="80" y="3"/>
                      <a:pt x="72" y="1"/>
                      <a:pt x="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20"/>
              <p:cNvSpPr/>
              <p:nvPr/>
            </p:nvSpPr>
            <p:spPr>
              <a:xfrm>
                <a:off x="4175125" y="2969925"/>
                <a:ext cx="6275" cy="8650"/>
              </a:xfrm>
              <a:custGeom>
                <a:rect b="b" l="l" r="r" t="t"/>
                <a:pathLst>
                  <a:path extrusionOk="0" h="346" w="251">
                    <a:moveTo>
                      <a:pt x="202" y="1"/>
                    </a:moveTo>
                    <a:cubicBezTo>
                      <a:pt x="198" y="1"/>
                      <a:pt x="194" y="1"/>
                      <a:pt x="191" y="2"/>
                    </a:cubicBezTo>
                    <a:lnTo>
                      <a:pt x="174" y="7"/>
                    </a:lnTo>
                    <a:cubicBezTo>
                      <a:pt x="163" y="7"/>
                      <a:pt x="158" y="18"/>
                      <a:pt x="153" y="29"/>
                    </a:cubicBezTo>
                    <a:cubicBezTo>
                      <a:pt x="136" y="35"/>
                      <a:pt x="125" y="51"/>
                      <a:pt x="114" y="62"/>
                    </a:cubicBezTo>
                    <a:cubicBezTo>
                      <a:pt x="93" y="89"/>
                      <a:pt x="82" y="122"/>
                      <a:pt x="60" y="149"/>
                    </a:cubicBezTo>
                    <a:cubicBezTo>
                      <a:pt x="22" y="208"/>
                      <a:pt x="0" y="279"/>
                      <a:pt x="49" y="334"/>
                    </a:cubicBezTo>
                    <a:cubicBezTo>
                      <a:pt x="57" y="342"/>
                      <a:pt x="67" y="346"/>
                      <a:pt x="76" y="346"/>
                    </a:cubicBezTo>
                    <a:cubicBezTo>
                      <a:pt x="86" y="346"/>
                      <a:pt x="95" y="342"/>
                      <a:pt x="104" y="334"/>
                    </a:cubicBezTo>
                    <a:cubicBezTo>
                      <a:pt x="142" y="285"/>
                      <a:pt x="174" y="230"/>
                      <a:pt x="196" y="176"/>
                    </a:cubicBezTo>
                    <a:cubicBezTo>
                      <a:pt x="207" y="149"/>
                      <a:pt x="218" y="122"/>
                      <a:pt x="234" y="100"/>
                    </a:cubicBezTo>
                    <a:cubicBezTo>
                      <a:pt x="245" y="78"/>
                      <a:pt x="250" y="51"/>
                      <a:pt x="239" y="29"/>
                    </a:cubicBezTo>
                    <a:cubicBezTo>
                      <a:pt x="235" y="11"/>
                      <a:pt x="219"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20"/>
              <p:cNvSpPr/>
              <p:nvPr/>
            </p:nvSpPr>
            <p:spPr>
              <a:xfrm>
                <a:off x="4175250" y="2978925"/>
                <a:ext cx="7600" cy="6925"/>
              </a:xfrm>
              <a:custGeom>
                <a:rect b="b" l="l" r="r" t="t"/>
                <a:pathLst>
                  <a:path extrusionOk="0" h="277" w="304">
                    <a:moveTo>
                      <a:pt x="256" y="1"/>
                    </a:moveTo>
                    <a:cubicBezTo>
                      <a:pt x="257" y="1"/>
                      <a:pt x="259" y="1"/>
                      <a:pt x="260" y="1"/>
                    </a:cubicBezTo>
                    <a:lnTo>
                      <a:pt x="260" y="1"/>
                    </a:lnTo>
                    <a:cubicBezTo>
                      <a:pt x="260" y="1"/>
                      <a:pt x="261" y="1"/>
                      <a:pt x="262" y="1"/>
                    </a:cubicBezTo>
                    <a:close/>
                    <a:moveTo>
                      <a:pt x="260" y="1"/>
                    </a:moveTo>
                    <a:cubicBezTo>
                      <a:pt x="201" y="7"/>
                      <a:pt x="147" y="39"/>
                      <a:pt x="104" y="82"/>
                    </a:cubicBezTo>
                    <a:cubicBezTo>
                      <a:pt x="66" y="126"/>
                      <a:pt x="1" y="202"/>
                      <a:pt x="50" y="262"/>
                    </a:cubicBezTo>
                    <a:cubicBezTo>
                      <a:pt x="59" y="271"/>
                      <a:pt x="75" y="276"/>
                      <a:pt x="92" y="276"/>
                    </a:cubicBezTo>
                    <a:cubicBezTo>
                      <a:pt x="113" y="276"/>
                      <a:pt x="134" y="267"/>
                      <a:pt x="137" y="245"/>
                    </a:cubicBezTo>
                    <a:lnTo>
                      <a:pt x="142" y="229"/>
                    </a:lnTo>
                    <a:cubicBezTo>
                      <a:pt x="153" y="213"/>
                      <a:pt x="158" y="202"/>
                      <a:pt x="164" y="191"/>
                    </a:cubicBezTo>
                    <a:cubicBezTo>
                      <a:pt x="186" y="164"/>
                      <a:pt x="202" y="137"/>
                      <a:pt x="224" y="115"/>
                    </a:cubicBezTo>
                    <a:cubicBezTo>
                      <a:pt x="240" y="99"/>
                      <a:pt x="251" y="71"/>
                      <a:pt x="273" y="60"/>
                    </a:cubicBezTo>
                    <a:cubicBezTo>
                      <a:pt x="304" y="45"/>
                      <a:pt x="290" y="4"/>
                      <a:pt x="2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20"/>
              <p:cNvSpPr/>
              <p:nvPr/>
            </p:nvSpPr>
            <p:spPr>
              <a:xfrm>
                <a:off x="4175925" y="2986950"/>
                <a:ext cx="5150" cy="5200"/>
              </a:xfrm>
              <a:custGeom>
                <a:rect b="b" l="l" r="r" t="t"/>
                <a:pathLst>
                  <a:path extrusionOk="0" h="208" w="206">
                    <a:moveTo>
                      <a:pt x="145" y="1"/>
                    </a:moveTo>
                    <a:cubicBezTo>
                      <a:pt x="134" y="1"/>
                      <a:pt x="124" y="5"/>
                      <a:pt x="115" y="17"/>
                    </a:cubicBezTo>
                    <a:lnTo>
                      <a:pt x="121" y="17"/>
                    </a:lnTo>
                    <a:cubicBezTo>
                      <a:pt x="99" y="38"/>
                      <a:pt x="77" y="66"/>
                      <a:pt x="50" y="87"/>
                    </a:cubicBezTo>
                    <a:cubicBezTo>
                      <a:pt x="23" y="115"/>
                      <a:pt x="1" y="142"/>
                      <a:pt x="6" y="180"/>
                    </a:cubicBezTo>
                    <a:cubicBezTo>
                      <a:pt x="6" y="196"/>
                      <a:pt x="17" y="207"/>
                      <a:pt x="34" y="207"/>
                    </a:cubicBezTo>
                    <a:cubicBezTo>
                      <a:pt x="37" y="207"/>
                      <a:pt x="41" y="208"/>
                      <a:pt x="44" y="208"/>
                    </a:cubicBezTo>
                    <a:cubicBezTo>
                      <a:pt x="81" y="208"/>
                      <a:pt x="101" y="182"/>
                      <a:pt x="126" y="153"/>
                    </a:cubicBezTo>
                    <a:cubicBezTo>
                      <a:pt x="148" y="125"/>
                      <a:pt x="164" y="98"/>
                      <a:pt x="186" y="66"/>
                    </a:cubicBezTo>
                    <a:cubicBezTo>
                      <a:pt x="206" y="38"/>
                      <a:pt x="176"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20"/>
              <p:cNvSpPr/>
              <p:nvPr/>
            </p:nvSpPr>
            <p:spPr>
              <a:xfrm>
                <a:off x="4176300" y="2993150"/>
                <a:ext cx="4925" cy="5425"/>
              </a:xfrm>
              <a:custGeom>
                <a:rect b="b" l="l" r="r" t="t"/>
                <a:pathLst>
                  <a:path extrusionOk="0" h="217" w="197">
                    <a:moveTo>
                      <a:pt x="131" y="0"/>
                    </a:moveTo>
                    <a:cubicBezTo>
                      <a:pt x="121" y="0"/>
                      <a:pt x="112" y="4"/>
                      <a:pt x="106" y="13"/>
                    </a:cubicBezTo>
                    <a:lnTo>
                      <a:pt x="106" y="19"/>
                    </a:lnTo>
                    <a:cubicBezTo>
                      <a:pt x="67" y="62"/>
                      <a:pt x="40" y="106"/>
                      <a:pt x="13" y="155"/>
                    </a:cubicBezTo>
                    <a:cubicBezTo>
                      <a:pt x="0" y="181"/>
                      <a:pt x="22" y="217"/>
                      <a:pt x="50" y="217"/>
                    </a:cubicBezTo>
                    <a:cubicBezTo>
                      <a:pt x="57" y="217"/>
                      <a:pt x="65" y="215"/>
                      <a:pt x="73" y="209"/>
                    </a:cubicBezTo>
                    <a:cubicBezTo>
                      <a:pt x="100" y="193"/>
                      <a:pt x="116" y="171"/>
                      <a:pt x="133" y="144"/>
                    </a:cubicBezTo>
                    <a:cubicBezTo>
                      <a:pt x="144" y="117"/>
                      <a:pt x="160" y="89"/>
                      <a:pt x="176" y="68"/>
                    </a:cubicBezTo>
                    <a:cubicBezTo>
                      <a:pt x="197" y="39"/>
                      <a:pt x="161" y="0"/>
                      <a:pt x="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20"/>
              <p:cNvSpPr/>
              <p:nvPr/>
            </p:nvSpPr>
            <p:spPr>
              <a:xfrm>
                <a:off x="4294300" y="2978075"/>
                <a:ext cx="13475" cy="27150"/>
              </a:xfrm>
              <a:custGeom>
                <a:rect b="b" l="l" r="r" t="t"/>
                <a:pathLst>
                  <a:path extrusionOk="0" h="1086" w="539">
                    <a:moveTo>
                      <a:pt x="415" y="1"/>
                    </a:moveTo>
                    <a:cubicBezTo>
                      <a:pt x="403" y="1"/>
                      <a:pt x="392" y="9"/>
                      <a:pt x="392" y="24"/>
                    </a:cubicBezTo>
                    <a:cubicBezTo>
                      <a:pt x="392" y="94"/>
                      <a:pt x="430" y="149"/>
                      <a:pt x="435" y="214"/>
                    </a:cubicBezTo>
                    <a:cubicBezTo>
                      <a:pt x="446" y="296"/>
                      <a:pt x="452" y="377"/>
                      <a:pt x="457" y="453"/>
                    </a:cubicBezTo>
                    <a:cubicBezTo>
                      <a:pt x="435" y="605"/>
                      <a:pt x="403" y="752"/>
                      <a:pt x="354" y="894"/>
                    </a:cubicBezTo>
                    <a:cubicBezTo>
                      <a:pt x="343" y="921"/>
                      <a:pt x="338" y="975"/>
                      <a:pt x="316" y="997"/>
                    </a:cubicBezTo>
                    <a:cubicBezTo>
                      <a:pt x="304" y="1005"/>
                      <a:pt x="291" y="1009"/>
                      <a:pt x="278" y="1009"/>
                    </a:cubicBezTo>
                    <a:cubicBezTo>
                      <a:pt x="234" y="1009"/>
                      <a:pt x="190" y="965"/>
                      <a:pt x="169" y="932"/>
                    </a:cubicBezTo>
                    <a:cubicBezTo>
                      <a:pt x="131" y="866"/>
                      <a:pt x="109" y="790"/>
                      <a:pt x="98" y="714"/>
                    </a:cubicBezTo>
                    <a:cubicBezTo>
                      <a:pt x="71" y="529"/>
                      <a:pt x="109" y="334"/>
                      <a:pt x="126" y="149"/>
                    </a:cubicBezTo>
                    <a:cubicBezTo>
                      <a:pt x="128" y="133"/>
                      <a:pt x="116" y="124"/>
                      <a:pt x="103" y="124"/>
                    </a:cubicBezTo>
                    <a:cubicBezTo>
                      <a:pt x="90" y="124"/>
                      <a:pt x="77" y="133"/>
                      <a:pt x="77" y="149"/>
                    </a:cubicBezTo>
                    <a:cubicBezTo>
                      <a:pt x="49" y="388"/>
                      <a:pt x="0" y="622"/>
                      <a:pt x="77" y="856"/>
                    </a:cubicBezTo>
                    <a:cubicBezTo>
                      <a:pt x="105" y="944"/>
                      <a:pt x="173" y="1085"/>
                      <a:pt x="281" y="1085"/>
                    </a:cubicBezTo>
                    <a:cubicBezTo>
                      <a:pt x="299" y="1085"/>
                      <a:pt x="318" y="1081"/>
                      <a:pt x="338" y="1073"/>
                    </a:cubicBezTo>
                    <a:cubicBezTo>
                      <a:pt x="408" y="1040"/>
                      <a:pt x="424" y="964"/>
                      <a:pt x="446" y="899"/>
                    </a:cubicBezTo>
                    <a:cubicBezTo>
                      <a:pt x="479" y="796"/>
                      <a:pt x="501" y="692"/>
                      <a:pt x="522" y="584"/>
                    </a:cubicBezTo>
                    <a:cubicBezTo>
                      <a:pt x="539" y="491"/>
                      <a:pt x="539" y="393"/>
                      <a:pt x="522" y="301"/>
                    </a:cubicBezTo>
                    <a:cubicBezTo>
                      <a:pt x="517" y="258"/>
                      <a:pt x="511" y="209"/>
                      <a:pt x="501" y="160"/>
                    </a:cubicBezTo>
                    <a:cubicBezTo>
                      <a:pt x="490" y="116"/>
                      <a:pt x="457" y="67"/>
                      <a:pt x="435" y="18"/>
                    </a:cubicBezTo>
                    <a:cubicBezTo>
                      <a:pt x="433" y="6"/>
                      <a:pt x="424" y="1"/>
                      <a:pt x="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120"/>
            <p:cNvGrpSpPr/>
            <p:nvPr/>
          </p:nvGrpSpPr>
          <p:grpSpPr>
            <a:xfrm>
              <a:off x="3090471" y="2113517"/>
              <a:ext cx="259085" cy="274312"/>
              <a:chOff x="4363600" y="2875450"/>
              <a:chExt cx="159850" cy="166300"/>
            </a:xfrm>
          </p:grpSpPr>
          <p:sp>
            <p:nvSpPr>
              <p:cNvPr id="4920" name="Google Shape;4920;p120"/>
              <p:cNvSpPr/>
              <p:nvPr/>
            </p:nvSpPr>
            <p:spPr>
              <a:xfrm>
                <a:off x="4363600" y="2875450"/>
                <a:ext cx="159850" cy="166300"/>
              </a:xfrm>
              <a:custGeom>
                <a:rect b="b" l="l" r="r" t="t"/>
                <a:pathLst>
                  <a:path extrusionOk="0" h="6652" w="6394">
                    <a:moveTo>
                      <a:pt x="4790" y="112"/>
                    </a:moveTo>
                    <a:cubicBezTo>
                      <a:pt x="4860" y="155"/>
                      <a:pt x="4920" y="204"/>
                      <a:pt x="4980" y="264"/>
                    </a:cubicBezTo>
                    <a:cubicBezTo>
                      <a:pt x="5023" y="313"/>
                      <a:pt x="5067" y="373"/>
                      <a:pt x="5094" y="438"/>
                    </a:cubicBezTo>
                    <a:cubicBezTo>
                      <a:pt x="5132" y="514"/>
                      <a:pt x="5143" y="590"/>
                      <a:pt x="5170" y="666"/>
                    </a:cubicBezTo>
                    <a:cubicBezTo>
                      <a:pt x="5187" y="704"/>
                      <a:pt x="5203" y="742"/>
                      <a:pt x="5214" y="786"/>
                    </a:cubicBezTo>
                    <a:cubicBezTo>
                      <a:pt x="5219" y="818"/>
                      <a:pt x="5219" y="856"/>
                      <a:pt x="5230" y="895"/>
                    </a:cubicBezTo>
                    <a:cubicBezTo>
                      <a:pt x="5246" y="943"/>
                      <a:pt x="5252" y="965"/>
                      <a:pt x="5192" y="992"/>
                    </a:cubicBezTo>
                    <a:cubicBezTo>
                      <a:pt x="5110" y="1030"/>
                      <a:pt x="4991" y="1014"/>
                      <a:pt x="4920" y="1085"/>
                    </a:cubicBezTo>
                    <a:cubicBezTo>
                      <a:pt x="4920" y="1085"/>
                      <a:pt x="4915" y="1090"/>
                      <a:pt x="4915" y="1096"/>
                    </a:cubicBezTo>
                    <a:cubicBezTo>
                      <a:pt x="4849" y="1128"/>
                      <a:pt x="4779" y="1155"/>
                      <a:pt x="4708" y="1177"/>
                    </a:cubicBezTo>
                    <a:cubicBezTo>
                      <a:pt x="4616" y="1188"/>
                      <a:pt x="4518" y="1215"/>
                      <a:pt x="4431" y="1259"/>
                    </a:cubicBezTo>
                    <a:lnTo>
                      <a:pt x="4404" y="1280"/>
                    </a:lnTo>
                    <a:cubicBezTo>
                      <a:pt x="4382" y="1286"/>
                      <a:pt x="4355" y="1302"/>
                      <a:pt x="4339" y="1324"/>
                    </a:cubicBezTo>
                    <a:cubicBezTo>
                      <a:pt x="4328" y="1324"/>
                      <a:pt x="4322" y="1329"/>
                      <a:pt x="4311" y="1329"/>
                    </a:cubicBezTo>
                    <a:cubicBezTo>
                      <a:pt x="4290" y="1335"/>
                      <a:pt x="4262" y="1346"/>
                      <a:pt x="4241" y="1351"/>
                    </a:cubicBezTo>
                    <a:cubicBezTo>
                      <a:pt x="4224" y="1308"/>
                      <a:pt x="4208" y="1270"/>
                      <a:pt x="4186" y="1226"/>
                    </a:cubicBezTo>
                    <a:cubicBezTo>
                      <a:pt x="4137" y="1155"/>
                      <a:pt x="4116" y="1074"/>
                      <a:pt x="4116" y="987"/>
                    </a:cubicBezTo>
                    <a:lnTo>
                      <a:pt x="4110" y="987"/>
                    </a:lnTo>
                    <a:cubicBezTo>
                      <a:pt x="4105" y="900"/>
                      <a:pt x="4121" y="818"/>
                      <a:pt x="4116" y="731"/>
                    </a:cubicBezTo>
                    <a:cubicBezTo>
                      <a:pt x="4110" y="693"/>
                      <a:pt x="4110" y="655"/>
                      <a:pt x="4116" y="623"/>
                    </a:cubicBezTo>
                    <a:cubicBezTo>
                      <a:pt x="4127" y="590"/>
                      <a:pt x="4148" y="552"/>
                      <a:pt x="4159" y="525"/>
                    </a:cubicBezTo>
                    <a:cubicBezTo>
                      <a:pt x="4208" y="389"/>
                      <a:pt x="4339" y="226"/>
                      <a:pt x="4480" y="182"/>
                    </a:cubicBezTo>
                    <a:cubicBezTo>
                      <a:pt x="4507" y="172"/>
                      <a:pt x="4534" y="161"/>
                      <a:pt x="4561" y="144"/>
                    </a:cubicBezTo>
                    <a:cubicBezTo>
                      <a:pt x="4594" y="128"/>
                      <a:pt x="4627" y="123"/>
                      <a:pt x="4659" y="123"/>
                    </a:cubicBezTo>
                    <a:cubicBezTo>
                      <a:pt x="4697" y="117"/>
                      <a:pt x="4741" y="112"/>
                      <a:pt x="4779" y="112"/>
                    </a:cubicBezTo>
                    <a:close/>
                    <a:moveTo>
                      <a:pt x="392" y="2031"/>
                    </a:moveTo>
                    <a:cubicBezTo>
                      <a:pt x="420" y="2044"/>
                      <a:pt x="450" y="2048"/>
                      <a:pt x="480" y="2048"/>
                    </a:cubicBezTo>
                    <a:cubicBezTo>
                      <a:pt x="533" y="2048"/>
                      <a:pt x="587" y="2036"/>
                      <a:pt x="636" y="2036"/>
                    </a:cubicBezTo>
                    <a:cubicBezTo>
                      <a:pt x="642" y="2036"/>
                      <a:pt x="647" y="2036"/>
                      <a:pt x="653" y="2036"/>
                    </a:cubicBezTo>
                    <a:cubicBezTo>
                      <a:pt x="707" y="2047"/>
                      <a:pt x="762" y="2069"/>
                      <a:pt x="811" y="2090"/>
                    </a:cubicBezTo>
                    <a:cubicBezTo>
                      <a:pt x="865" y="2112"/>
                      <a:pt x="903" y="2161"/>
                      <a:pt x="909" y="2221"/>
                    </a:cubicBezTo>
                    <a:cubicBezTo>
                      <a:pt x="930" y="2351"/>
                      <a:pt x="909" y="2482"/>
                      <a:pt x="849" y="2601"/>
                    </a:cubicBezTo>
                    <a:cubicBezTo>
                      <a:pt x="800" y="2705"/>
                      <a:pt x="686" y="2721"/>
                      <a:pt x="582" y="2743"/>
                    </a:cubicBezTo>
                    <a:cubicBezTo>
                      <a:pt x="539" y="2743"/>
                      <a:pt x="490" y="2732"/>
                      <a:pt x="446" y="2705"/>
                    </a:cubicBezTo>
                    <a:lnTo>
                      <a:pt x="452" y="2705"/>
                    </a:lnTo>
                    <a:cubicBezTo>
                      <a:pt x="398" y="2688"/>
                      <a:pt x="343" y="2661"/>
                      <a:pt x="294" y="2629"/>
                    </a:cubicBezTo>
                    <a:cubicBezTo>
                      <a:pt x="213" y="2558"/>
                      <a:pt x="169" y="2455"/>
                      <a:pt x="169" y="2346"/>
                    </a:cubicBezTo>
                    <a:cubicBezTo>
                      <a:pt x="175" y="2248"/>
                      <a:pt x="224" y="2156"/>
                      <a:pt x="305" y="2101"/>
                    </a:cubicBezTo>
                    <a:cubicBezTo>
                      <a:pt x="321" y="2085"/>
                      <a:pt x="354" y="2058"/>
                      <a:pt x="392" y="2031"/>
                    </a:cubicBezTo>
                    <a:close/>
                    <a:moveTo>
                      <a:pt x="5632" y="2862"/>
                    </a:moveTo>
                    <a:lnTo>
                      <a:pt x="5632" y="2862"/>
                    </a:lnTo>
                    <a:cubicBezTo>
                      <a:pt x="5621" y="2900"/>
                      <a:pt x="5600" y="2928"/>
                      <a:pt x="5567" y="2944"/>
                    </a:cubicBezTo>
                    <a:lnTo>
                      <a:pt x="5567" y="2949"/>
                    </a:lnTo>
                    <a:cubicBezTo>
                      <a:pt x="5496" y="3004"/>
                      <a:pt x="5426" y="3047"/>
                      <a:pt x="5344" y="3085"/>
                    </a:cubicBezTo>
                    <a:cubicBezTo>
                      <a:pt x="5263" y="3112"/>
                      <a:pt x="5181" y="3096"/>
                      <a:pt x="5094" y="3107"/>
                    </a:cubicBezTo>
                    <a:cubicBezTo>
                      <a:pt x="5067" y="3112"/>
                      <a:pt x="5040" y="3115"/>
                      <a:pt x="5013" y="3115"/>
                    </a:cubicBezTo>
                    <a:cubicBezTo>
                      <a:pt x="4985" y="3115"/>
                      <a:pt x="4958" y="3112"/>
                      <a:pt x="4931" y="3107"/>
                    </a:cubicBezTo>
                    <a:cubicBezTo>
                      <a:pt x="5061" y="3063"/>
                      <a:pt x="5192" y="3020"/>
                      <a:pt x="5322" y="2976"/>
                    </a:cubicBezTo>
                    <a:cubicBezTo>
                      <a:pt x="5426" y="2944"/>
                      <a:pt x="5524" y="2900"/>
                      <a:pt x="5632" y="2862"/>
                    </a:cubicBezTo>
                    <a:close/>
                    <a:moveTo>
                      <a:pt x="5344" y="1079"/>
                    </a:moveTo>
                    <a:cubicBezTo>
                      <a:pt x="5360" y="1079"/>
                      <a:pt x="5377" y="1085"/>
                      <a:pt x="5388" y="1090"/>
                    </a:cubicBezTo>
                    <a:cubicBezTo>
                      <a:pt x="5469" y="1117"/>
                      <a:pt x="5551" y="1145"/>
                      <a:pt x="5627" y="1183"/>
                    </a:cubicBezTo>
                    <a:cubicBezTo>
                      <a:pt x="5779" y="1275"/>
                      <a:pt x="5855" y="1427"/>
                      <a:pt x="5953" y="1569"/>
                    </a:cubicBezTo>
                    <a:cubicBezTo>
                      <a:pt x="6062" y="1721"/>
                      <a:pt x="6100" y="1916"/>
                      <a:pt x="6165" y="2090"/>
                    </a:cubicBezTo>
                    <a:cubicBezTo>
                      <a:pt x="6198" y="2167"/>
                      <a:pt x="6214" y="2243"/>
                      <a:pt x="6214" y="2324"/>
                    </a:cubicBezTo>
                    <a:lnTo>
                      <a:pt x="6214" y="2330"/>
                    </a:lnTo>
                    <a:cubicBezTo>
                      <a:pt x="6214" y="2351"/>
                      <a:pt x="6208" y="2373"/>
                      <a:pt x="6198" y="2389"/>
                    </a:cubicBezTo>
                    <a:cubicBezTo>
                      <a:pt x="6192" y="2406"/>
                      <a:pt x="6181" y="2417"/>
                      <a:pt x="6176" y="2427"/>
                    </a:cubicBezTo>
                    <a:cubicBezTo>
                      <a:pt x="6165" y="2444"/>
                      <a:pt x="6170" y="2444"/>
                      <a:pt x="6165" y="2449"/>
                    </a:cubicBezTo>
                    <a:cubicBezTo>
                      <a:pt x="6154" y="2460"/>
                      <a:pt x="6143" y="2476"/>
                      <a:pt x="6143" y="2493"/>
                    </a:cubicBezTo>
                    <a:cubicBezTo>
                      <a:pt x="6045" y="2531"/>
                      <a:pt x="5948" y="2569"/>
                      <a:pt x="5850" y="2601"/>
                    </a:cubicBezTo>
                    <a:cubicBezTo>
                      <a:pt x="5719" y="2645"/>
                      <a:pt x="5589" y="2699"/>
                      <a:pt x="5458" y="2748"/>
                    </a:cubicBezTo>
                    <a:cubicBezTo>
                      <a:pt x="5197" y="2846"/>
                      <a:pt x="4920" y="2911"/>
                      <a:pt x="4659" y="3020"/>
                    </a:cubicBezTo>
                    <a:cubicBezTo>
                      <a:pt x="4610" y="3042"/>
                      <a:pt x="4556" y="3058"/>
                      <a:pt x="4502" y="3069"/>
                    </a:cubicBezTo>
                    <a:cubicBezTo>
                      <a:pt x="4473" y="3078"/>
                      <a:pt x="4404" y="3121"/>
                      <a:pt x="4368" y="3121"/>
                    </a:cubicBezTo>
                    <a:cubicBezTo>
                      <a:pt x="4363" y="3121"/>
                      <a:pt x="4358" y="3120"/>
                      <a:pt x="4355" y="3118"/>
                    </a:cubicBezTo>
                    <a:cubicBezTo>
                      <a:pt x="4344" y="3112"/>
                      <a:pt x="4328" y="3058"/>
                      <a:pt x="4322" y="3042"/>
                    </a:cubicBezTo>
                    <a:cubicBezTo>
                      <a:pt x="4295" y="2976"/>
                      <a:pt x="4273" y="2917"/>
                      <a:pt x="4252" y="2857"/>
                    </a:cubicBezTo>
                    <a:cubicBezTo>
                      <a:pt x="4197" y="2737"/>
                      <a:pt x="4154" y="2607"/>
                      <a:pt x="4127" y="2476"/>
                    </a:cubicBezTo>
                    <a:cubicBezTo>
                      <a:pt x="4110" y="2411"/>
                      <a:pt x="4099" y="2340"/>
                      <a:pt x="4088" y="2275"/>
                    </a:cubicBezTo>
                    <a:cubicBezTo>
                      <a:pt x="4083" y="2205"/>
                      <a:pt x="4088" y="2139"/>
                      <a:pt x="4099" y="2069"/>
                    </a:cubicBezTo>
                    <a:cubicBezTo>
                      <a:pt x="4105" y="1998"/>
                      <a:pt x="4116" y="1933"/>
                      <a:pt x="4132" y="1862"/>
                    </a:cubicBezTo>
                    <a:cubicBezTo>
                      <a:pt x="4154" y="1791"/>
                      <a:pt x="4181" y="1715"/>
                      <a:pt x="4213" y="1650"/>
                    </a:cubicBezTo>
                    <a:cubicBezTo>
                      <a:pt x="4241" y="1585"/>
                      <a:pt x="4284" y="1531"/>
                      <a:pt x="4328" y="1476"/>
                    </a:cubicBezTo>
                    <a:lnTo>
                      <a:pt x="4355" y="1444"/>
                    </a:lnTo>
                    <a:cubicBezTo>
                      <a:pt x="4382" y="1438"/>
                      <a:pt x="4409" y="1427"/>
                      <a:pt x="4431" y="1416"/>
                    </a:cubicBezTo>
                    <a:cubicBezTo>
                      <a:pt x="4474" y="1389"/>
                      <a:pt x="4502" y="1357"/>
                      <a:pt x="4545" y="1340"/>
                    </a:cubicBezTo>
                    <a:cubicBezTo>
                      <a:pt x="4654" y="1319"/>
                      <a:pt x="4763" y="1286"/>
                      <a:pt x="4866" y="1248"/>
                    </a:cubicBezTo>
                    <a:cubicBezTo>
                      <a:pt x="4942" y="1221"/>
                      <a:pt x="5013" y="1193"/>
                      <a:pt x="5089" y="1172"/>
                    </a:cubicBezTo>
                    <a:cubicBezTo>
                      <a:pt x="5165" y="1172"/>
                      <a:pt x="5235" y="1150"/>
                      <a:pt x="5301" y="1112"/>
                    </a:cubicBezTo>
                    <a:cubicBezTo>
                      <a:pt x="5317" y="1107"/>
                      <a:pt x="5333" y="1090"/>
                      <a:pt x="5344" y="1079"/>
                    </a:cubicBezTo>
                    <a:close/>
                    <a:moveTo>
                      <a:pt x="941" y="2743"/>
                    </a:moveTo>
                    <a:lnTo>
                      <a:pt x="947" y="2775"/>
                    </a:lnTo>
                    <a:cubicBezTo>
                      <a:pt x="968" y="2846"/>
                      <a:pt x="985" y="2917"/>
                      <a:pt x="1001" y="2987"/>
                    </a:cubicBezTo>
                    <a:lnTo>
                      <a:pt x="1006" y="2987"/>
                    </a:lnTo>
                    <a:cubicBezTo>
                      <a:pt x="1039" y="3134"/>
                      <a:pt x="1082" y="3275"/>
                      <a:pt x="1142" y="3417"/>
                    </a:cubicBezTo>
                    <a:cubicBezTo>
                      <a:pt x="1191" y="3553"/>
                      <a:pt x="1235" y="3689"/>
                      <a:pt x="1284" y="3824"/>
                    </a:cubicBezTo>
                    <a:cubicBezTo>
                      <a:pt x="1311" y="3890"/>
                      <a:pt x="1333" y="3966"/>
                      <a:pt x="1354" y="4036"/>
                    </a:cubicBezTo>
                    <a:cubicBezTo>
                      <a:pt x="1376" y="4107"/>
                      <a:pt x="1414" y="4156"/>
                      <a:pt x="1436" y="4221"/>
                    </a:cubicBezTo>
                    <a:cubicBezTo>
                      <a:pt x="1479" y="4352"/>
                      <a:pt x="1496" y="4498"/>
                      <a:pt x="1561" y="4618"/>
                    </a:cubicBezTo>
                    <a:cubicBezTo>
                      <a:pt x="1577" y="4645"/>
                      <a:pt x="1593" y="4672"/>
                      <a:pt x="1604" y="4700"/>
                    </a:cubicBezTo>
                    <a:cubicBezTo>
                      <a:pt x="1615" y="4727"/>
                      <a:pt x="1621" y="4754"/>
                      <a:pt x="1631" y="4776"/>
                    </a:cubicBezTo>
                    <a:cubicBezTo>
                      <a:pt x="1653" y="4846"/>
                      <a:pt x="1675" y="4912"/>
                      <a:pt x="1697" y="4977"/>
                    </a:cubicBezTo>
                    <a:cubicBezTo>
                      <a:pt x="1740" y="5113"/>
                      <a:pt x="1816" y="5238"/>
                      <a:pt x="1854" y="5374"/>
                    </a:cubicBezTo>
                    <a:cubicBezTo>
                      <a:pt x="1871" y="5439"/>
                      <a:pt x="1887" y="5504"/>
                      <a:pt x="1909" y="5569"/>
                    </a:cubicBezTo>
                    <a:cubicBezTo>
                      <a:pt x="1930" y="5618"/>
                      <a:pt x="1941" y="5662"/>
                      <a:pt x="1958" y="5705"/>
                    </a:cubicBezTo>
                    <a:lnTo>
                      <a:pt x="1903" y="5705"/>
                    </a:lnTo>
                    <a:cubicBezTo>
                      <a:pt x="1811" y="5705"/>
                      <a:pt x="1724" y="5716"/>
                      <a:pt x="1637" y="5727"/>
                    </a:cubicBezTo>
                    <a:cubicBezTo>
                      <a:pt x="1604" y="5624"/>
                      <a:pt x="1572" y="5520"/>
                      <a:pt x="1528" y="5428"/>
                    </a:cubicBezTo>
                    <a:cubicBezTo>
                      <a:pt x="1479" y="5298"/>
                      <a:pt x="1425" y="5167"/>
                      <a:pt x="1387" y="5037"/>
                    </a:cubicBezTo>
                    <a:cubicBezTo>
                      <a:pt x="1365" y="4982"/>
                      <a:pt x="1343" y="4928"/>
                      <a:pt x="1316" y="4879"/>
                    </a:cubicBezTo>
                    <a:cubicBezTo>
                      <a:pt x="1294" y="4819"/>
                      <a:pt x="1278" y="4754"/>
                      <a:pt x="1251" y="4694"/>
                    </a:cubicBezTo>
                    <a:cubicBezTo>
                      <a:pt x="1197" y="4575"/>
                      <a:pt x="1142" y="4455"/>
                      <a:pt x="1099" y="4330"/>
                    </a:cubicBezTo>
                    <a:cubicBezTo>
                      <a:pt x="1055" y="4205"/>
                      <a:pt x="1012" y="4069"/>
                      <a:pt x="968" y="3939"/>
                    </a:cubicBezTo>
                    <a:cubicBezTo>
                      <a:pt x="925" y="3808"/>
                      <a:pt x="881" y="3678"/>
                      <a:pt x="843" y="3547"/>
                    </a:cubicBezTo>
                    <a:cubicBezTo>
                      <a:pt x="784" y="3324"/>
                      <a:pt x="707" y="3101"/>
                      <a:pt x="658" y="2879"/>
                    </a:cubicBezTo>
                    <a:cubicBezTo>
                      <a:pt x="713" y="2868"/>
                      <a:pt x="767" y="2857"/>
                      <a:pt x="816" y="2835"/>
                    </a:cubicBezTo>
                    <a:cubicBezTo>
                      <a:pt x="865" y="2813"/>
                      <a:pt x="909" y="2781"/>
                      <a:pt x="941" y="2743"/>
                    </a:cubicBezTo>
                    <a:close/>
                    <a:moveTo>
                      <a:pt x="2658" y="5806"/>
                    </a:moveTo>
                    <a:cubicBezTo>
                      <a:pt x="2689" y="5806"/>
                      <a:pt x="2720" y="5807"/>
                      <a:pt x="2751" y="5808"/>
                    </a:cubicBezTo>
                    <a:cubicBezTo>
                      <a:pt x="2871" y="5808"/>
                      <a:pt x="2996" y="5814"/>
                      <a:pt x="3121" y="5830"/>
                    </a:cubicBezTo>
                    <a:cubicBezTo>
                      <a:pt x="3143" y="5836"/>
                      <a:pt x="3148" y="5836"/>
                      <a:pt x="3154" y="5841"/>
                    </a:cubicBezTo>
                    <a:cubicBezTo>
                      <a:pt x="3164" y="5852"/>
                      <a:pt x="3181" y="5868"/>
                      <a:pt x="3186" y="5890"/>
                    </a:cubicBezTo>
                    <a:cubicBezTo>
                      <a:pt x="3208" y="5939"/>
                      <a:pt x="3224" y="5993"/>
                      <a:pt x="3224" y="6053"/>
                    </a:cubicBezTo>
                    <a:cubicBezTo>
                      <a:pt x="3235" y="6107"/>
                      <a:pt x="3240" y="6167"/>
                      <a:pt x="3246" y="6222"/>
                    </a:cubicBezTo>
                    <a:cubicBezTo>
                      <a:pt x="3251" y="6281"/>
                      <a:pt x="3273" y="6336"/>
                      <a:pt x="3273" y="6390"/>
                    </a:cubicBezTo>
                    <a:cubicBezTo>
                      <a:pt x="3279" y="6488"/>
                      <a:pt x="3148" y="6466"/>
                      <a:pt x="3077" y="6472"/>
                    </a:cubicBezTo>
                    <a:cubicBezTo>
                      <a:pt x="2969" y="6477"/>
                      <a:pt x="2865" y="6493"/>
                      <a:pt x="2762" y="6499"/>
                    </a:cubicBezTo>
                    <a:lnTo>
                      <a:pt x="2583" y="6499"/>
                    </a:lnTo>
                    <a:cubicBezTo>
                      <a:pt x="2523" y="6493"/>
                      <a:pt x="2458" y="6477"/>
                      <a:pt x="2393" y="6472"/>
                    </a:cubicBezTo>
                    <a:cubicBezTo>
                      <a:pt x="2267" y="6472"/>
                      <a:pt x="2148" y="6472"/>
                      <a:pt x="2023" y="6466"/>
                    </a:cubicBezTo>
                    <a:cubicBezTo>
                      <a:pt x="1882" y="6455"/>
                      <a:pt x="1735" y="6455"/>
                      <a:pt x="1593" y="6444"/>
                    </a:cubicBezTo>
                    <a:cubicBezTo>
                      <a:pt x="1523" y="6439"/>
                      <a:pt x="1458" y="6434"/>
                      <a:pt x="1387" y="6434"/>
                    </a:cubicBezTo>
                    <a:cubicBezTo>
                      <a:pt x="1322" y="6434"/>
                      <a:pt x="1256" y="6450"/>
                      <a:pt x="1191" y="6455"/>
                    </a:cubicBezTo>
                    <a:cubicBezTo>
                      <a:pt x="1061" y="6455"/>
                      <a:pt x="925" y="6455"/>
                      <a:pt x="794" y="6444"/>
                    </a:cubicBezTo>
                    <a:cubicBezTo>
                      <a:pt x="729" y="6439"/>
                      <a:pt x="664" y="6439"/>
                      <a:pt x="604" y="6439"/>
                    </a:cubicBezTo>
                    <a:cubicBezTo>
                      <a:pt x="572" y="6444"/>
                      <a:pt x="544" y="6444"/>
                      <a:pt x="517" y="6450"/>
                    </a:cubicBezTo>
                    <a:cubicBezTo>
                      <a:pt x="506" y="6450"/>
                      <a:pt x="479" y="6466"/>
                      <a:pt x="457" y="6472"/>
                    </a:cubicBezTo>
                    <a:cubicBezTo>
                      <a:pt x="452" y="6455"/>
                      <a:pt x="452" y="6439"/>
                      <a:pt x="457" y="6428"/>
                    </a:cubicBezTo>
                    <a:cubicBezTo>
                      <a:pt x="463" y="6417"/>
                      <a:pt x="463" y="6406"/>
                      <a:pt x="457" y="6396"/>
                    </a:cubicBezTo>
                    <a:cubicBezTo>
                      <a:pt x="468" y="6363"/>
                      <a:pt x="474" y="6330"/>
                      <a:pt x="479" y="6298"/>
                    </a:cubicBezTo>
                    <a:cubicBezTo>
                      <a:pt x="479" y="6254"/>
                      <a:pt x="479" y="6205"/>
                      <a:pt x="468" y="6156"/>
                    </a:cubicBezTo>
                    <a:cubicBezTo>
                      <a:pt x="457" y="6102"/>
                      <a:pt x="457" y="6042"/>
                      <a:pt x="457" y="5988"/>
                    </a:cubicBezTo>
                    <a:cubicBezTo>
                      <a:pt x="457" y="5961"/>
                      <a:pt x="452" y="5912"/>
                      <a:pt x="468" y="5885"/>
                    </a:cubicBezTo>
                    <a:cubicBezTo>
                      <a:pt x="485" y="5863"/>
                      <a:pt x="550" y="5857"/>
                      <a:pt x="582" y="5857"/>
                    </a:cubicBezTo>
                    <a:cubicBezTo>
                      <a:pt x="622" y="5854"/>
                      <a:pt x="662" y="5853"/>
                      <a:pt x="702" y="5853"/>
                    </a:cubicBezTo>
                    <a:cubicBezTo>
                      <a:pt x="782" y="5853"/>
                      <a:pt x="861" y="5857"/>
                      <a:pt x="941" y="5857"/>
                    </a:cubicBezTo>
                    <a:cubicBezTo>
                      <a:pt x="1075" y="5857"/>
                      <a:pt x="1214" y="5862"/>
                      <a:pt x="1351" y="5862"/>
                    </a:cubicBezTo>
                    <a:cubicBezTo>
                      <a:pt x="1420" y="5862"/>
                      <a:pt x="1488" y="5861"/>
                      <a:pt x="1555" y="5857"/>
                    </a:cubicBezTo>
                    <a:lnTo>
                      <a:pt x="1593" y="5857"/>
                    </a:lnTo>
                    <a:lnTo>
                      <a:pt x="1648" y="5852"/>
                    </a:lnTo>
                    <a:cubicBezTo>
                      <a:pt x="1717" y="5843"/>
                      <a:pt x="1786" y="5840"/>
                      <a:pt x="1855" y="5840"/>
                    </a:cubicBezTo>
                    <a:cubicBezTo>
                      <a:pt x="1953" y="5840"/>
                      <a:pt x="2051" y="5846"/>
                      <a:pt x="2149" y="5846"/>
                    </a:cubicBezTo>
                    <a:cubicBezTo>
                      <a:pt x="2225" y="5846"/>
                      <a:pt x="2301" y="5842"/>
                      <a:pt x="2376" y="5830"/>
                    </a:cubicBezTo>
                    <a:lnTo>
                      <a:pt x="2387" y="5825"/>
                    </a:lnTo>
                    <a:cubicBezTo>
                      <a:pt x="2477" y="5813"/>
                      <a:pt x="2566" y="5806"/>
                      <a:pt x="2658" y="5806"/>
                    </a:cubicBezTo>
                    <a:close/>
                    <a:moveTo>
                      <a:pt x="4714" y="1"/>
                    </a:moveTo>
                    <a:cubicBezTo>
                      <a:pt x="4679" y="1"/>
                      <a:pt x="4644" y="5"/>
                      <a:pt x="4610" y="14"/>
                    </a:cubicBezTo>
                    <a:cubicBezTo>
                      <a:pt x="4602" y="12"/>
                      <a:pt x="4593" y="12"/>
                      <a:pt x="4584" y="12"/>
                    </a:cubicBezTo>
                    <a:cubicBezTo>
                      <a:pt x="4561" y="12"/>
                      <a:pt x="4538" y="17"/>
                      <a:pt x="4518" y="25"/>
                    </a:cubicBezTo>
                    <a:cubicBezTo>
                      <a:pt x="4485" y="47"/>
                      <a:pt x="4447" y="63"/>
                      <a:pt x="4409" y="74"/>
                    </a:cubicBezTo>
                    <a:cubicBezTo>
                      <a:pt x="4333" y="112"/>
                      <a:pt x="4262" y="161"/>
                      <a:pt x="4208" y="220"/>
                    </a:cubicBezTo>
                    <a:cubicBezTo>
                      <a:pt x="4137" y="291"/>
                      <a:pt x="4083" y="373"/>
                      <a:pt x="4045" y="465"/>
                    </a:cubicBezTo>
                    <a:cubicBezTo>
                      <a:pt x="4029" y="503"/>
                      <a:pt x="4007" y="541"/>
                      <a:pt x="3991" y="579"/>
                    </a:cubicBezTo>
                    <a:cubicBezTo>
                      <a:pt x="3980" y="623"/>
                      <a:pt x="3980" y="666"/>
                      <a:pt x="3980" y="710"/>
                    </a:cubicBezTo>
                    <a:lnTo>
                      <a:pt x="3980" y="737"/>
                    </a:lnTo>
                    <a:cubicBezTo>
                      <a:pt x="3980" y="737"/>
                      <a:pt x="3974" y="731"/>
                      <a:pt x="3969" y="731"/>
                    </a:cubicBezTo>
                    <a:cubicBezTo>
                      <a:pt x="3946" y="723"/>
                      <a:pt x="3923" y="720"/>
                      <a:pt x="3900" y="720"/>
                    </a:cubicBezTo>
                    <a:cubicBezTo>
                      <a:pt x="3799" y="720"/>
                      <a:pt x="3699" y="787"/>
                      <a:pt x="3610" y="818"/>
                    </a:cubicBezTo>
                    <a:cubicBezTo>
                      <a:pt x="3550" y="846"/>
                      <a:pt x="3480" y="840"/>
                      <a:pt x="3414" y="867"/>
                    </a:cubicBezTo>
                    <a:cubicBezTo>
                      <a:pt x="3349" y="895"/>
                      <a:pt x="3306" y="916"/>
                      <a:pt x="3251" y="938"/>
                    </a:cubicBezTo>
                    <a:cubicBezTo>
                      <a:pt x="3105" y="987"/>
                      <a:pt x="2969" y="1041"/>
                      <a:pt x="2816" y="1085"/>
                    </a:cubicBezTo>
                    <a:cubicBezTo>
                      <a:pt x="2681" y="1117"/>
                      <a:pt x="2545" y="1161"/>
                      <a:pt x="2409" y="1215"/>
                    </a:cubicBezTo>
                    <a:cubicBezTo>
                      <a:pt x="2284" y="1264"/>
                      <a:pt x="2159" y="1329"/>
                      <a:pt x="2034" y="1384"/>
                    </a:cubicBezTo>
                    <a:cubicBezTo>
                      <a:pt x="1887" y="1454"/>
                      <a:pt x="1740" y="1509"/>
                      <a:pt x="1588" y="1569"/>
                    </a:cubicBezTo>
                    <a:cubicBezTo>
                      <a:pt x="1452" y="1623"/>
                      <a:pt x="1327" y="1688"/>
                      <a:pt x="1191" y="1743"/>
                    </a:cubicBezTo>
                    <a:cubicBezTo>
                      <a:pt x="1131" y="1764"/>
                      <a:pt x="1072" y="1797"/>
                      <a:pt x="1012" y="1829"/>
                    </a:cubicBezTo>
                    <a:cubicBezTo>
                      <a:pt x="968" y="1851"/>
                      <a:pt x="925" y="1878"/>
                      <a:pt x="892" y="1911"/>
                    </a:cubicBezTo>
                    <a:cubicBezTo>
                      <a:pt x="879" y="1938"/>
                      <a:pt x="899" y="1957"/>
                      <a:pt x="921" y="1957"/>
                    </a:cubicBezTo>
                    <a:cubicBezTo>
                      <a:pt x="926" y="1957"/>
                      <a:pt x="931" y="1956"/>
                      <a:pt x="936" y="1955"/>
                    </a:cubicBezTo>
                    <a:cubicBezTo>
                      <a:pt x="990" y="1933"/>
                      <a:pt x="1050" y="1916"/>
                      <a:pt x="1104" y="1889"/>
                    </a:cubicBezTo>
                    <a:cubicBezTo>
                      <a:pt x="1159" y="1862"/>
                      <a:pt x="1240" y="1835"/>
                      <a:pt x="1300" y="1813"/>
                    </a:cubicBezTo>
                    <a:cubicBezTo>
                      <a:pt x="1436" y="1764"/>
                      <a:pt x="1566" y="1694"/>
                      <a:pt x="1702" y="1645"/>
                    </a:cubicBezTo>
                    <a:cubicBezTo>
                      <a:pt x="1963" y="1541"/>
                      <a:pt x="2208" y="1416"/>
                      <a:pt x="2469" y="1313"/>
                    </a:cubicBezTo>
                    <a:cubicBezTo>
                      <a:pt x="2599" y="1264"/>
                      <a:pt x="2735" y="1221"/>
                      <a:pt x="2876" y="1188"/>
                    </a:cubicBezTo>
                    <a:cubicBezTo>
                      <a:pt x="3007" y="1150"/>
                      <a:pt x="3132" y="1096"/>
                      <a:pt x="3257" y="1058"/>
                    </a:cubicBezTo>
                    <a:cubicBezTo>
                      <a:pt x="3317" y="1036"/>
                      <a:pt x="3376" y="1009"/>
                      <a:pt x="3436" y="982"/>
                    </a:cubicBezTo>
                    <a:cubicBezTo>
                      <a:pt x="3496" y="960"/>
                      <a:pt x="3556" y="943"/>
                      <a:pt x="3616" y="938"/>
                    </a:cubicBezTo>
                    <a:cubicBezTo>
                      <a:pt x="3670" y="916"/>
                      <a:pt x="3724" y="895"/>
                      <a:pt x="3773" y="867"/>
                    </a:cubicBezTo>
                    <a:cubicBezTo>
                      <a:pt x="3838" y="846"/>
                      <a:pt x="3904" y="829"/>
                      <a:pt x="3969" y="818"/>
                    </a:cubicBezTo>
                    <a:cubicBezTo>
                      <a:pt x="3974" y="818"/>
                      <a:pt x="3974" y="818"/>
                      <a:pt x="3980" y="813"/>
                    </a:cubicBezTo>
                    <a:lnTo>
                      <a:pt x="3980" y="813"/>
                    </a:lnTo>
                    <a:cubicBezTo>
                      <a:pt x="3980" y="862"/>
                      <a:pt x="3974" y="905"/>
                      <a:pt x="3974" y="949"/>
                    </a:cubicBezTo>
                    <a:cubicBezTo>
                      <a:pt x="3942" y="954"/>
                      <a:pt x="3909" y="965"/>
                      <a:pt x="3882" y="987"/>
                    </a:cubicBezTo>
                    <a:cubicBezTo>
                      <a:pt x="3844" y="1003"/>
                      <a:pt x="3811" y="1020"/>
                      <a:pt x="3773" y="1041"/>
                    </a:cubicBezTo>
                    <a:cubicBezTo>
                      <a:pt x="3746" y="1041"/>
                      <a:pt x="3713" y="1047"/>
                      <a:pt x="3681" y="1058"/>
                    </a:cubicBezTo>
                    <a:cubicBezTo>
                      <a:pt x="3610" y="1085"/>
                      <a:pt x="3545" y="1112"/>
                      <a:pt x="3469" y="1139"/>
                    </a:cubicBezTo>
                    <a:cubicBezTo>
                      <a:pt x="3333" y="1183"/>
                      <a:pt x="3208" y="1232"/>
                      <a:pt x="3072" y="1275"/>
                    </a:cubicBezTo>
                    <a:cubicBezTo>
                      <a:pt x="3007" y="1291"/>
                      <a:pt x="2942" y="1313"/>
                      <a:pt x="2876" y="1340"/>
                    </a:cubicBezTo>
                    <a:cubicBezTo>
                      <a:pt x="2800" y="1373"/>
                      <a:pt x="2724" y="1389"/>
                      <a:pt x="2653" y="1416"/>
                    </a:cubicBezTo>
                    <a:lnTo>
                      <a:pt x="2235" y="1590"/>
                    </a:lnTo>
                    <a:cubicBezTo>
                      <a:pt x="2099" y="1650"/>
                      <a:pt x="1963" y="1694"/>
                      <a:pt x="1827" y="1753"/>
                    </a:cubicBezTo>
                    <a:cubicBezTo>
                      <a:pt x="1757" y="1786"/>
                      <a:pt x="1686" y="1813"/>
                      <a:pt x="1615" y="1846"/>
                    </a:cubicBezTo>
                    <a:cubicBezTo>
                      <a:pt x="1555" y="1884"/>
                      <a:pt x="1496" y="1911"/>
                      <a:pt x="1430" y="1938"/>
                    </a:cubicBezTo>
                    <a:cubicBezTo>
                      <a:pt x="1403" y="1949"/>
                      <a:pt x="1371" y="1955"/>
                      <a:pt x="1343" y="1965"/>
                    </a:cubicBezTo>
                    <a:cubicBezTo>
                      <a:pt x="1311" y="1982"/>
                      <a:pt x="1289" y="1998"/>
                      <a:pt x="1262" y="2014"/>
                    </a:cubicBezTo>
                    <a:cubicBezTo>
                      <a:pt x="1224" y="2031"/>
                      <a:pt x="1186" y="2041"/>
                      <a:pt x="1142" y="2058"/>
                    </a:cubicBezTo>
                    <a:cubicBezTo>
                      <a:pt x="1104" y="2069"/>
                      <a:pt x="1072" y="2090"/>
                      <a:pt x="1044" y="2123"/>
                    </a:cubicBezTo>
                    <a:cubicBezTo>
                      <a:pt x="996" y="1993"/>
                      <a:pt x="892" y="1938"/>
                      <a:pt x="762" y="1889"/>
                    </a:cubicBezTo>
                    <a:cubicBezTo>
                      <a:pt x="727" y="1878"/>
                      <a:pt x="691" y="1871"/>
                      <a:pt x="656" y="1871"/>
                    </a:cubicBezTo>
                    <a:cubicBezTo>
                      <a:pt x="623" y="1871"/>
                      <a:pt x="591" y="1876"/>
                      <a:pt x="561" y="1889"/>
                    </a:cubicBezTo>
                    <a:cubicBezTo>
                      <a:pt x="550" y="1889"/>
                      <a:pt x="539" y="1895"/>
                      <a:pt x="528" y="1900"/>
                    </a:cubicBezTo>
                    <a:cubicBezTo>
                      <a:pt x="511" y="1894"/>
                      <a:pt x="494" y="1891"/>
                      <a:pt x="475" y="1891"/>
                    </a:cubicBezTo>
                    <a:cubicBezTo>
                      <a:pt x="357" y="1891"/>
                      <a:pt x="213" y="2015"/>
                      <a:pt x="148" y="2090"/>
                    </a:cubicBezTo>
                    <a:cubicBezTo>
                      <a:pt x="1" y="2259"/>
                      <a:pt x="33" y="2525"/>
                      <a:pt x="180" y="2688"/>
                    </a:cubicBezTo>
                    <a:cubicBezTo>
                      <a:pt x="218" y="2732"/>
                      <a:pt x="267" y="2764"/>
                      <a:pt x="316" y="2786"/>
                    </a:cubicBezTo>
                    <a:cubicBezTo>
                      <a:pt x="376" y="2819"/>
                      <a:pt x="436" y="2846"/>
                      <a:pt x="495" y="2873"/>
                    </a:cubicBezTo>
                    <a:cubicBezTo>
                      <a:pt x="523" y="2884"/>
                      <a:pt x="550" y="2884"/>
                      <a:pt x="572" y="2884"/>
                    </a:cubicBezTo>
                    <a:cubicBezTo>
                      <a:pt x="572" y="3107"/>
                      <a:pt x="664" y="3330"/>
                      <a:pt x="713" y="3542"/>
                    </a:cubicBezTo>
                    <a:cubicBezTo>
                      <a:pt x="751" y="3689"/>
                      <a:pt x="800" y="3824"/>
                      <a:pt x="843" y="3966"/>
                    </a:cubicBezTo>
                    <a:cubicBezTo>
                      <a:pt x="887" y="4107"/>
                      <a:pt x="919" y="4232"/>
                      <a:pt x="968" y="4363"/>
                    </a:cubicBezTo>
                    <a:cubicBezTo>
                      <a:pt x="1012" y="4493"/>
                      <a:pt x="1066" y="4602"/>
                      <a:pt x="1115" y="4727"/>
                    </a:cubicBezTo>
                    <a:cubicBezTo>
                      <a:pt x="1137" y="4787"/>
                      <a:pt x="1153" y="4852"/>
                      <a:pt x="1180" y="4912"/>
                    </a:cubicBezTo>
                    <a:cubicBezTo>
                      <a:pt x="1208" y="4971"/>
                      <a:pt x="1229" y="5031"/>
                      <a:pt x="1251" y="5096"/>
                    </a:cubicBezTo>
                    <a:cubicBezTo>
                      <a:pt x="1284" y="5232"/>
                      <a:pt x="1343" y="5357"/>
                      <a:pt x="1392" y="5488"/>
                    </a:cubicBezTo>
                    <a:cubicBezTo>
                      <a:pt x="1414" y="5542"/>
                      <a:pt x="1436" y="5596"/>
                      <a:pt x="1452" y="5656"/>
                    </a:cubicBezTo>
                    <a:cubicBezTo>
                      <a:pt x="1463" y="5683"/>
                      <a:pt x="1468" y="5705"/>
                      <a:pt x="1474" y="5727"/>
                    </a:cubicBezTo>
                    <a:lnTo>
                      <a:pt x="1458" y="5727"/>
                    </a:lnTo>
                    <a:cubicBezTo>
                      <a:pt x="1305" y="5727"/>
                      <a:pt x="1159" y="5722"/>
                      <a:pt x="1006" y="5722"/>
                    </a:cubicBezTo>
                    <a:cubicBezTo>
                      <a:pt x="896" y="5722"/>
                      <a:pt x="776" y="5710"/>
                      <a:pt x="659" y="5710"/>
                    </a:cubicBezTo>
                    <a:cubicBezTo>
                      <a:pt x="615" y="5710"/>
                      <a:pt x="571" y="5712"/>
                      <a:pt x="528" y="5716"/>
                    </a:cubicBezTo>
                    <a:cubicBezTo>
                      <a:pt x="525" y="5716"/>
                      <a:pt x="521" y="5716"/>
                      <a:pt x="518" y="5716"/>
                    </a:cubicBezTo>
                    <a:cubicBezTo>
                      <a:pt x="419" y="5716"/>
                      <a:pt x="337" y="5790"/>
                      <a:pt x="327" y="5890"/>
                    </a:cubicBezTo>
                    <a:cubicBezTo>
                      <a:pt x="321" y="5955"/>
                      <a:pt x="321" y="6026"/>
                      <a:pt x="327" y="6097"/>
                    </a:cubicBezTo>
                    <a:cubicBezTo>
                      <a:pt x="327" y="6167"/>
                      <a:pt x="354" y="6232"/>
                      <a:pt x="354" y="6303"/>
                    </a:cubicBezTo>
                    <a:lnTo>
                      <a:pt x="354" y="6352"/>
                    </a:lnTo>
                    <a:cubicBezTo>
                      <a:pt x="349" y="6358"/>
                      <a:pt x="343" y="6363"/>
                      <a:pt x="338" y="6368"/>
                    </a:cubicBezTo>
                    <a:cubicBezTo>
                      <a:pt x="283" y="6439"/>
                      <a:pt x="289" y="6542"/>
                      <a:pt x="360" y="6602"/>
                    </a:cubicBezTo>
                    <a:cubicBezTo>
                      <a:pt x="385" y="6618"/>
                      <a:pt x="414" y="6626"/>
                      <a:pt x="443" y="6626"/>
                    </a:cubicBezTo>
                    <a:cubicBezTo>
                      <a:pt x="464" y="6626"/>
                      <a:pt x="486" y="6622"/>
                      <a:pt x="506" y="6613"/>
                    </a:cubicBezTo>
                    <a:cubicBezTo>
                      <a:pt x="556" y="6596"/>
                      <a:pt x="609" y="6589"/>
                      <a:pt x="663" y="6589"/>
                    </a:cubicBezTo>
                    <a:cubicBezTo>
                      <a:pt x="679" y="6589"/>
                      <a:pt x="696" y="6590"/>
                      <a:pt x="713" y="6591"/>
                    </a:cubicBezTo>
                    <a:cubicBezTo>
                      <a:pt x="860" y="6597"/>
                      <a:pt x="1006" y="6608"/>
                      <a:pt x="1148" y="6608"/>
                    </a:cubicBezTo>
                    <a:cubicBezTo>
                      <a:pt x="1218" y="6608"/>
                      <a:pt x="1289" y="6591"/>
                      <a:pt x="1360" y="6586"/>
                    </a:cubicBezTo>
                    <a:cubicBezTo>
                      <a:pt x="1382" y="6584"/>
                      <a:pt x="1404" y="6584"/>
                      <a:pt x="1427" y="6584"/>
                    </a:cubicBezTo>
                    <a:cubicBezTo>
                      <a:pt x="1480" y="6584"/>
                      <a:pt x="1534" y="6587"/>
                      <a:pt x="1588" y="6591"/>
                    </a:cubicBezTo>
                    <a:cubicBezTo>
                      <a:pt x="1751" y="6602"/>
                      <a:pt x="1909" y="6608"/>
                      <a:pt x="2066" y="6618"/>
                    </a:cubicBezTo>
                    <a:cubicBezTo>
                      <a:pt x="2121" y="6622"/>
                      <a:pt x="2173" y="6623"/>
                      <a:pt x="2223" y="6623"/>
                    </a:cubicBezTo>
                    <a:cubicBezTo>
                      <a:pt x="2249" y="6623"/>
                      <a:pt x="2274" y="6623"/>
                      <a:pt x="2299" y="6623"/>
                    </a:cubicBezTo>
                    <a:cubicBezTo>
                      <a:pt x="2373" y="6623"/>
                      <a:pt x="2447" y="6624"/>
                      <a:pt x="2523" y="6635"/>
                    </a:cubicBezTo>
                    <a:cubicBezTo>
                      <a:pt x="2594" y="6646"/>
                      <a:pt x="2666" y="6651"/>
                      <a:pt x="2738" y="6651"/>
                    </a:cubicBezTo>
                    <a:cubicBezTo>
                      <a:pt x="2811" y="6651"/>
                      <a:pt x="2884" y="6646"/>
                      <a:pt x="2958" y="6635"/>
                    </a:cubicBezTo>
                    <a:cubicBezTo>
                      <a:pt x="3061" y="6629"/>
                      <a:pt x="3164" y="6613"/>
                      <a:pt x="3268" y="6597"/>
                    </a:cubicBezTo>
                    <a:cubicBezTo>
                      <a:pt x="3371" y="6564"/>
                      <a:pt x="3431" y="6461"/>
                      <a:pt x="3409" y="6358"/>
                    </a:cubicBezTo>
                    <a:cubicBezTo>
                      <a:pt x="3387" y="6222"/>
                      <a:pt x="3371" y="6080"/>
                      <a:pt x="3338" y="5944"/>
                    </a:cubicBezTo>
                    <a:cubicBezTo>
                      <a:pt x="3327" y="5863"/>
                      <a:pt x="3273" y="5738"/>
                      <a:pt x="3192" y="5711"/>
                    </a:cubicBezTo>
                    <a:cubicBezTo>
                      <a:pt x="3125" y="5684"/>
                      <a:pt x="3047" y="5676"/>
                      <a:pt x="2970" y="5676"/>
                    </a:cubicBezTo>
                    <a:cubicBezTo>
                      <a:pt x="2907" y="5676"/>
                      <a:pt x="2845" y="5681"/>
                      <a:pt x="2789" y="5683"/>
                    </a:cubicBezTo>
                    <a:cubicBezTo>
                      <a:pt x="2763" y="5683"/>
                      <a:pt x="2737" y="5682"/>
                      <a:pt x="2711" y="5682"/>
                    </a:cubicBezTo>
                    <a:cubicBezTo>
                      <a:pt x="2591" y="5682"/>
                      <a:pt x="2470" y="5692"/>
                      <a:pt x="2349" y="5705"/>
                    </a:cubicBezTo>
                    <a:cubicBezTo>
                      <a:pt x="2273" y="5716"/>
                      <a:pt x="2197" y="5716"/>
                      <a:pt x="2121" y="5716"/>
                    </a:cubicBezTo>
                    <a:cubicBezTo>
                      <a:pt x="2121" y="5700"/>
                      <a:pt x="2121" y="5689"/>
                      <a:pt x="2110" y="5673"/>
                    </a:cubicBezTo>
                    <a:cubicBezTo>
                      <a:pt x="2055" y="5548"/>
                      <a:pt x="2028" y="5412"/>
                      <a:pt x="1979" y="5281"/>
                    </a:cubicBezTo>
                    <a:cubicBezTo>
                      <a:pt x="1936" y="5151"/>
                      <a:pt x="1871" y="5037"/>
                      <a:pt x="1827" y="4912"/>
                    </a:cubicBezTo>
                    <a:cubicBezTo>
                      <a:pt x="1805" y="4841"/>
                      <a:pt x="1784" y="4776"/>
                      <a:pt x="1762" y="4710"/>
                    </a:cubicBezTo>
                    <a:cubicBezTo>
                      <a:pt x="1740" y="4651"/>
                      <a:pt x="1713" y="4596"/>
                      <a:pt x="1680" y="4542"/>
                    </a:cubicBezTo>
                    <a:cubicBezTo>
                      <a:pt x="1615" y="4428"/>
                      <a:pt x="1604" y="4276"/>
                      <a:pt x="1555" y="4151"/>
                    </a:cubicBezTo>
                    <a:cubicBezTo>
                      <a:pt x="1528" y="4091"/>
                      <a:pt x="1496" y="4036"/>
                      <a:pt x="1474" y="3977"/>
                    </a:cubicBezTo>
                    <a:cubicBezTo>
                      <a:pt x="1458" y="3911"/>
                      <a:pt x="1425" y="3830"/>
                      <a:pt x="1392" y="3759"/>
                    </a:cubicBezTo>
                    <a:cubicBezTo>
                      <a:pt x="1338" y="3623"/>
                      <a:pt x="1294" y="3487"/>
                      <a:pt x="1235" y="3357"/>
                    </a:cubicBezTo>
                    <a:cubicBezTo>
                      <a:pt x="1180" y="3216"/>
                      <a:pt x="1131" y="3074"/>
                      <a:pt x="1093" y="2933"/>
                    </a:cubicBezTo>
                    <a:cubicBezTo>
                      <a:pt x="1072" y="2841"/>
                      <a:pt x="1034" y="2748"/>
                      <a:pt x="985" y="2661"/>
                    </a:cubicBezTo>
                    <a:cubicBezTo>
                      <a:pt x="1001" y="2634"/>
                      <a:pt x="1012" y="2601"/>
                      <a:pt x="1023" y="2569"/>
                    </a:cubicBezTo>
                    <a:cubicBezTo>
                      <a:pt x="1061" y="2455"/>
                      <a:pt x="1077" y="2330"/>
                      <a:pt x="1061" y="2210"/>
                    </a:cubicBezTo>
                    <a:lnTo>
                      <a:pt x="1066" y="2210"/>
                    </a:lnTo>
                    <a:cubicBezTo>
                      <a:pt x="1131" y="2183"/>
                      <a:pt x="1197" y="2161"/>
                      <a:pt x="1267" y="2145"/>
                    </a:cubicBezTo>
                    <a:cubicBezTo>
                      <a:pt x="1294" y="2134"/>
                      <a:pt x="1316" y="2123"/>
                      <a:pt x="1338" y="2112"/>
                    </a:cubicBezTo>
                    <a:cubicBezTo>
                      <a:pt x="1371" y="2090"/>
                      <a:pt x="1403" y="2080"/>
                      <a:pt x="1441" y="2069"/>
                    </a:cubicBezTo>
                    <a:cubicBezTo>
                      <a:pt x="1496" y="2052"/>
                      <a:pt x="1550" y="2025"/>
                      <a:pt x="1599" y="1998"/>
                    </a:cubicBezTo>
                    <a:cubicBezTo>
                      <a:pt x="1865" y="1862"/>
                      <a:pt x="2148" y="1764"/>
                      <a:pt x="2425" y="1656"/>
                    </a:cubicBezTo>
                    <a:cubicBezTo>
                      <a:pt x="2686" y="1547"/>
                      <a:pt x="2947" y="1449"/>
                      <a:pt x="3219" y="1362"/>
                    </a:cubicBezTo>
                    <a:cubicBezTo>
                      <a:pt x="3355" y="1319"/>
                      <a:pt x="3491" y="1264"/>
                      <a:pt x="3621" y="1215"/>
                    </a:cubicBezTo>
                    <a:cubicBezTo>
                      <a:pt x="3675" y="1188"/>
                      <a:pt x="3735" y="1166"/>
                      <a:pt x="3795" y="1155"/>
                    </a:cubicBezTo>
                    <a:cubicBezTo>
                      <a:pt x="3838" y="1150"/>
                      <a:pt x="3887" y="1134"/>
                      <a:pt x="3920" y="1107"/>
                    </a:cubicBezTo>
                    <a:cubicBezTo>
                      <a:pt x="3931" y="1096"/>
                      <a:pt x="3936" y="1085"/>
                      <a:pt x="3942" y="1074"/>
                    </a:cubicBezTo>
                    <a:cubicBezTo>
                      <a:pt x="3953" y="1063"/>
                      <a:pt x="3963" y="1058"/>
                      <a:pt x="3974" y="1047"/>
                    </a:cubicBezTo>
                    <a:cubicBezTo>
                      <a:pt x="3980" y="1128"/>
                      <a:pt x="4002" y="1215"/>
                      <a:pt x="4034" y="1291"/>
                    </a:cubicBezTo>
                    <a:cubicBezTo>
                      <a:pt x="4050" y="1329"/>
                      <a:pt x="4067" y="1367"/>
                      <a:pt x="4083" y="1405"/>
                    </a:cubicBezTo>
                    <a:cubicBezTo>
                      <a:pt x="4099" y="1444"/>
                      <a:pt x="4116" y="1476"/>
                      <a:pt x="4137" y="1509"/>
                    </a:cubicBezTo>
                    <a:cubicBezTo>
                      <a:pt x="4072" y="1607"/>
                      <a:pt x="4023" y="1715"/>
                      <a:pt x="3991" y="1835"/>
                    </a:cubicBezTo>
                    <a:cubicBezTo>
                      <a:pt x="3969" y="1895"/>
                      <a:pt x="3953" y="1960"/>
                      <a:pt x="3947" y="2025"/>
                    </a:cubicBezTo>
                    <a:cubicBezTo>
                      <a:pt x="3936" y="2107"/>
                      <a:pt x="3925" y="2188"/>
                      <a:pt x="3925" y="2275"/>
                    </a:cubicBezTo>
                    <a:cubicBezTo>
                      <a:pt x="3942" y="2438"/>
                      <a:pt x="3974" y="2596"/>
                      <a:pt x="4029" y="2754"/>
                    </a:cubicBezTo>
                    <a:cubicBezTo>
                      <a:pt x="4078" y="2889"/>
                      <a:pt x="4121" y="3025"/>
                      <a:pt x="4175" y="3156"/>
                    </a:cubicBezTo>
                    <a:cubicBezTo>
                      <a:pt x="4207" y="3241"/>
                      <a:pt x="4283" y="3293"/>
                      <a:pt x="4367" y="3293"/>
                    </a:cubicBezTo>
                    <a:cubicBezTo>
                      <a:pt x="4384" y="3293"/>
                      <a:pt x="4402" y="3291"/>
                      <a:pt x="4420" y="3286"/>
                    </a:cubicBezTo>
                    <a:cubicBezTo>
                      <a:pt x="4485" y="3270"/>
                      <a:pt x="4545" y="3243"/>
                      <a:pt x="4605" y="3226"/>
                    </a:cubicBezTo>
                    <a:cubicBezTo>
                      <a:pt x="4676" y="3205"/>
                      <a:pt x="4746" y="3178"/>
                      <a:pt x="4817" y="3150"/>
                    </a:cubicBezTo>
                    <a:cubicBezTo>
                      <a:pt x="4876" y="3200"/>
                      <a:pt x="4950" y="3224"/>
                      <a:pt x="5024" y="3224"/>
                    </a:cubicBezTo>
                    <a:cubicBezTo>
                      <a:pt x="5038" y="3224"/>
                      <a:pt x="5053" y="3223"/>
                      <a:pt x="5067" y="3221"/>
                    </a:cubicBezTo>
                    <a:cubicBezTo>
                      <a:pt x="5176" y="3205"/>
                      <a:pt x="5290" y="3226"/>
                      <a:pt x="5393" y="3188"/>
                    </a:cubicBezTo>
                    <a:cubicBezTo>
                      <a:pt x="5480" y="3145"/>
                      <a:pt x="5567" y="3091"/>
                      <a:pt x="5649" y="3031"/>
                    </a:cubicBezTo>
                    <a:cubicBezTo>
                      <a:pt x="5681" y="3009"/>
                      <a:pt x="5708" y="2976"/>
                      <a:pt x="5719" y="2938"/>
                    </a:cubicBezTo>
                    <a:cubicBezTo>
                      <a:pt x="5736" y="2900"/>
                      <a:pt x="5757" y="2862"/>
                      <a:pt x="5763" y="2824"/>
                    </a:cubicBezTo>
                    <a:lnTo>
                      <a:pt x="5839" y="2797"/>
                    </a:lnTo>
                    <a:cubicBezTo>
                      <a:pt x="5926" y="2775"/>
                      <a:pt x="6007" y="2748"/>
                      <a:pt x="6083" y="2716"/>
                    </a:cubicBezTo>
                    <a:cubicBezTo>
                      <a:pt x="6149" y="2677"/>
                      <a:pt x="6192" y="2629"/>
                      <a:pt x="6219" y="2563"/>
                    </a:cubicBezTo>
                    <a:cubicBezTo>
                      <a:pt x="6223" y="2564"/>
                      <a:pt x="6227" y="2564"/>
                      <a:pt x="6231" y="2564"/>
                    </a:cubicBezTo>
                    <a:cubicBezTo>
                      <a:pt x="6297" y="2564"/>
                      <a:pt x="6356" y="2521"/>
                      <a:pt x="6372" y="2455"/>
                    </a:cubicBezTo>
                    <a:cubicBezTo>
                      <a:pt x="6393" y="2379"/>
                      <a:pt x="6393" y="2292"/>
                      <a:pt x="6372" y="2210"/>
                    </a:cubicBezTo>
                    <a:lnTo>
                      <a:pt x="6372" y="2199"/>
                    </a:lnTo>
                    <a:cubicBezTo>
                      <a:pt x="6355" y="2139"/>
                      <a:pt x="6339" y="2080"/>
                      <a:pt x="6312" y="2025"/>
                    </a:cubicBezTo>
                    <a:cubicBezTo>
                      <a:pt x="6290" y="1965"/>
                      <a:pt x="6274" y="1906"/>
                      <a:pt x="6252" y="1846"/>
                    </a:cubicBezTo>
                    <a:cubicBezTo>
                      <a:pt x="6214" y="1737"/>
                      <a:pt x="6170" y="1634"/>
                      <a:pt x="6116" y="1536"/>
                    </a:cubicBezTo>
                    <a:cubicBezTo>
                      <a:pt x="6089" y="1482"/>
                      <a:pt x="6051" y="1444"/>
                      <a:pt x="6013" y="1400"/>
                    </a:cubicBezTo>
                    <a:cubicBezTo>
                      <a:pt x="5980" y="1351"/>
                      <a:pt x="5964" y="1302"/>
                      <a:pt x="5931" y="1264"/>
                    </a:cubicBezTo>
                    <a:cubicBezTo>
                      <a:pt x="5871" y="1177"/>
                      <a:pt x="5790" y="1112"/>
                      <a:pt x="5703" y="1058"/>
                    </a:cubicBezTo>
                    <a:cubicBezTo>
                      <a:pt x="5605" y="1009"/>
                      <a:pt x="5507" y="976"/>
                      <a:pt x="5404" y="954"/>
                    </a:cubicBezTo>
                    <a:cubicBezTo>
                      <a:pt x="5404" y="949"/>
                      <a:pt x="5404" y="949"/>
                      <a:pt x="5404" y="943"/>
                    </a:cubicBezTo>
                    <a:cubicBezTo>
                      <a:pt x="5393" y="905"/>
                      <a:pt x="5382" y="867"/>
                      <a:pt x="5371" y="829"/>
                    </a:cubicBezTo>
                    <a:cubicBezTo>
                      <a:pt x="5360" y="775"/>
                      <a:pt x="5350" y="726"/>
                      <a:pt x="5328" y="683"/>
                    </a:cubicBezTo>
                    <a:cubicBezTo>
                      <a:pt x="5257" y="503"/>
                      <a:pt x="5214" y="324"/>
                      <a:pt x="5078" y="182"/>
                    </a:cubicBezTo>
                    <a:cubicBezTo>
                      <a:pt x="5013" y="117"/>
                      <a:pt x="4936" y="63"/>
                      <a:pt x="4855" y="25"/>
                    </a:cubicBezTo>
                    <a:cubicBezTo>
                      <a:pt x="4811" y="9"/>
                      <a:pt x="4763" y="1"/>
                      <a:pt x="4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20"/>
              <p:cNvSpPr/>
              <p:nvPr/>
            </p:nvSpPr>
            <p:spPr>
              <a:xfrm>
                <a:off x="4469475" y="2893050"/>
                <a:ext cx="6550" cy="8875"/>
              </a:xfrm>
              <a:custGeom>
                <a:rect b="b" l="l" r="r" t="t"/>
                <a:pathLst>
                  <a:path extrusionOk="0" h="355" w="262">
                    <a:moveTo>
                      <a:pt x="44" y="0"/>
                    </a:moveTo>
                    <a:cubicBezTo>
                      <a:pt x="38" y="6"/>
                      <a:pt x="27" y="6"/>
                      <a:pt x="22" y="11"/>
                    </a:cubicBezTo>
                    <a:lnTo>
                      <a:pt x="22" y="17"/>
                    </a:lnTo>
                    <a:cubicBezTo>
                      <a:pt x="6" y="27"/>
                      <a:pt x="0" y="49"/>
                      <a:pt x="6" y="66"/>
                    </a:cubicBezTo>
                    <a:cubicBezTo>
                      <a:pt x="17" y="120"/>
                      <a:pt x="38" y="174"/>
                      <a:pt x="55" y="229"/>
                    </a:cubicBezTo>
                    <a:cubicBezTo>
                      <a:pt x="71" y="272"/>
                      <a:pt x="93" y="305"/>
                      <a:pt x="125" y="337"/>
                    </a:cubicBezTo>
                    <a:cubicBezTo>
                      <a:pt x="137" y="349"/>
                      <a:pt x="153" y="355"/>
                      <a:pt x="169" y="355"/>
                    </a:cubicBezTo>
                    <a:cubicBezTo>
                      <a:pt x="190" y="355"/>
                      <a:pt x="211" y="345"/>
                      <a:pt x="223" y="326"/>
                    </a:cubicBezTo>
                    <a:cubicBezTo>
                      <a:pt x="261" y="267"/>
                      <a:pt x="212" y="201"/>
                      <a:pt x="180" y="152"/>
                    </a:cubicBezTo>
                    <a:cubicBezTo>
                      <a:pt x="158" y="114"/>
                      <a:pt x="142" y="82"/>
                      <a:pt x="114" y="49"/>
                    </a:cubicBezTo>
                    <a:cubicBezTo>
                      <a:pt x="87" y="22"/>
                      <a:pt x="82"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20"/>
              <p:cNvSpPr/>
              <p:nvPr/>
            </p:nvSpPr>
            <p:spPr>
              <a:xfrm>
                <a:off x="4476525" y="2889500"/>
                <a:ext cx="6425" cy="10375"/>
              </a:xfrm>
              <a:custGeom>
                <a:rect b="b" l="l" r="r" t="t"/>
                <a:pathLst>
                  <a:path extrusionOk="0" h="415" w="257">
                    <a:moveTo>
                      <a:pt x="31" y="0"/>
                    </a:moveTo>
                    <a:cubicBezTo>
                      <a:pt x="26" y="0"/>
                      <a:pt x="22" y="0"/>
                      <a:pt x="17" y="1"/>
                    </a:cubicBezTo>
                    <a:cubicBezTo>
                      <a:pt x="1" y="1"/>
                      <a:pt x="1" y="28"/>
                      <a:pt x="12" y="39"/>
                    </a:cubicBezTo>
                    <a:cubicBezTo>
                      <a:pt x="12" y="61"/>
                      <a:pt x="12" y="88"/>
                      <a:pt x="17" y="110"/>
                    </a:cubicBezTo>
                    <a:cubicBezTo>
                      <a:pt x="23" y="153"/>
                      <a:pt x="28" y="197"/>
                      <a:pt x="39" y="240"/>
                    </a:cubicBezTo>
                    <a:cubicBezTo>
                      <a:pt x="61" y="311"/>
                      <a:pt x="93" y="414"/>
                      <a:pt x="186" y="414"/>
                    </a:cubicBezTo>
                    <a:cubicBezTo>
                      <a:pt x="229" y="409"/>
                      <a:pt x="256" y="360"/>
                      <a:pt x="240" y="316"/>
                    </a:cubicBezTo>
                    <a:lnTo>
                      <a:pt x="240" y="316"/>
                    </a:lnTo>
                    <a:lnTo>
                      <a:pt x="240" y="322"/>
                    </a:lnTo>
                    <a:cubicBezTo>
                      <a:pt x="213" y="262"/>
                      <a:pt x="186" y="202"/>
                      <a:pt x="164" y="137"/>
                    </a:cubicBezTo>
                    <a:cubicBezTo>
                      <a:pt x="143" y="80"/>
                      <a:pt x="104" y="0"/>
                      <a:pt x="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20"/>
              <p:cNvSpPr/>
              <p:nvPr/>
            </p:nvSpPr>
            <p:spPr>
              <a:xfrm>
                <a:off x="4482775" y="2887325"/>
                <a:ext cx="6150" cy="9700"/>
              </a:xfrm>
              <a:custGeom>
                <a:rect b="b" l="l" r="r" t="t"/>
                <a:pathLst>
                  <a:path extrusionOk="0" h="388" w="246">
                    <a:moveTo>
                      <a:pt x="56" y="1"/>
                    </a:moveTo>
                    <a:cubicBezTo>
                      <a:pt x="39" y="1"/>
                      <a:pt x="23" y="12"/>
                      <a:pt x="17" y="34"/>
                    </a:cubicBezTo>
                    <a:cubicBezTo>
                      <a:pt x="12" y="66"/>
                      <a:pt x="17" y="99"/>
                      <a:pt x="12" y="131"/>
                    </a:cubicBezTo>
                    <a:cubicBezTo>
                      <a:pt x="1" y="169"/>
                      <a:pt x="1" y="202"/>
                      <a:pt x="12" y="240"/>
                    </a:cubicBezTo>
                    <a:cubicBezTo>
                      <a:pt x="23" y="311"/>
                      <a:pt x="72" y="365"/>
                      <a:pt x="142" y="381"/>
                    </a:cubicBezTo>
                    <a:cubicBezTo>
                      <a:pt x="152" y="386"/>
                      <a:pt x="162" y="388"/>
                      <a:pt x="170" y="388"/>
                    </a:cubicBezTo>
                    <a:cubicBezTo>
                      <a:pt x="226" y="388"/>
                      <a:pt x="245" y="304"/>
                      <a:pt x="208" y="262"/>
                    </a:cubicBezTo>
                    <a:lnTo>
                      <a:pt x="213" y="262"/>
                    </a:lnTo>
                    <a:cubicBezTo>
                      <a:pt x="191" y="235"/>
                      <a:pt x="169" y="202"/>
                      <a:pt x="153" y="169"/>
                    </a:cubicBezTo>
                    <a:cubicBezTo>
                      <a:pt x="148" y="148"/>
                      <a:pt x="142" y="126"/>
                      <a:pt x="137" y="99"/>
                    </a:cubicBezTo>
                    <a:cubicBezTo>
                      <a:pt x="126" y="77"/>
                      <a:pt x="104" y="55"/>
                      <a:pt x="99" y="34"/>
                    </a:cubicBezTo>
                    <a:cubicBezTo>
                      <a:pt x="91" y="12"/>
                      <a:pt x="73"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20"/>
              <p:cNvSpPr/>
              <p:nvPr/>
            </p:nvSpPr>
            <p:spPr>
              <a:xfrm>
                <a:off x="4475050" y="2957000"/>
                <a:ext cx="8300" cy="14700"/>
              </a:xfrm>
              <a:custGeom>
                <a:rect b="b" l="l" r="r" t="t"/>
                <a:pathLst>
                  <a:path extrusionOk="0" h="588" w="332">
                    <a:moveTo>
                      <a:pt x="270" y="0"/>
                    </a:moveTo>
                    <a:cubicBezTo>
                      <a:pt x="249" y="0"/>
                      <a:pt x="227" y="12"/>
                      <a:pt x="218" y="35"/>
                    </a:cubicBezTo>
                    <a:lnTo>
                      <a:pt x="218" y="41"/>
                    </a:lnTo>
                    <a:cubicBezTo>
                      <a:pt x="212" y="41"/>
                      <a:pt x="207" y="46"/>
                      <a:pt x="201" y="51"/>
                    </a:cubicBezTo>
                    <a:cubicBezTo>
                      <a:pt x="185" y="68"/>
                      <a:pt x="179" y="84"/>
                      <a:pt x="169" y="100"/>
                    </a:cubicBezTo>
                    <a:cubicBezTo>
                      <a:pt x="141" y="155"/>
                      <a:pt x="103" y="204"/>
                      <a:pt x="76" y="258"/>
                    </a:cubicBezTo>
                    <a:cubicBezTo>
                      <a:pt x="22" y="340"/>
                      <a:pt x="0" y="437"/>
                      <a:pt x="6" y="535"/>
                    </a:cubicBezTo>
                    <a:cubicBezTo>
                      <a:pt x="0" y="552"/>
                      <a:pt x="6" y="573"/>
                      <a:pt x="27" y="584"/>
                    </a:cubicBezTo>
                    <a:cubicBezTo>
                      <a:pt x="36" y="587"/>
                      <a:pt x="43" y="588"/>
                      <a:pt x="51" y="588"/>
                    </a:cubicBezTo>
                    <a:cubicBezTo>
                      <a:pt x="145" y="588"/>
                      <a:pt x="166" y="406"/>
                      <a:pt x="196" y="345"/>
                    </a:cubicBezTo>
                    <a:cubicBezTo>
                      <a:pt x="223" y="274"/>
                      <a:pt x="261" y="225"/>
                      <a:pt x="288" y="166"/>
                    </a:cubicBezTo>
                    <a:cubicBezTo>
                      <a:pt x="305" y="128"/>
                      <a:pt x="332" y="100"/>
                      <a:pt x="332" y="57"/>
                    </a:cubicBezTo>
                    <a:cubicBezTo>
                      <a:pt x="329" y="20"/>
                      <a:pt x="299"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20"/>
              <p:cNvSpPr/>
              <p:nvPr/>
            </p:nvSpPr>
            <p:spPr>
              <a:xfrm>
                <a:off x="4489575" y="2964350"/>
                <a:ext cx="4650" cy="12750"/>
              </a:xfrm>
              <a:custGeom>
                <a:rect b="b" l="l" r="r" t="t"/>
                <a:pathLst>
                  <a:path extrusionOk="0" h="510" w="186">
                    <a:moveTo>
                      <a:pt x="69" y="1"/>
                    </a:moveTo>
                    <a:cubicBezTo>
                      <a:pt x="46" y="1"/>
                      <a:pt x="22" y="16"/>
                      <a:pt x="22" y="46"/>
                    </a:cubicBezTo>
                    <a:cubicBezTo>
                      <a:pt x="6" y="138"/>
                      <a:pt x="1" y="236"/>
                      <a:pt x="6" y="328"/>
                    </a:cubicBezTo>
                    <a:cubicBezTo>
                      <a:pt x="12" y="399"/>
                      <a:pt x="22" y="497"/>
                      <a:pt x="104" y="508"/>
                    </a:cubicBezTo>
                    <a:cubicBezTo>
                      <a:pt x="108" y="509"/>
                      <a:pt x="113" y="510"/>
                      <a:pt x="117" y="510"/>
                    </a:cubicBezTo>
                    <a:cubicBezTo>
                      <a:pt x="130" y="510"/>
                      <a:pt x="143" y="504"/>
                      <a:pt x="148" y="491"/>
                    </a:cubicBezTo>
                    <a:cubicBezTo>
                      <a:pt x="186" y="431"/>
                      <a:pt x="148" y="361"/>
                      <a:pt x="137" y="301"/>
                    </a:cubicBezTo>
                    <a:cubicBezTo>
                      <a:pt x="126" y="214"/>
                      <a:pt x="120" y="127"/>
                      <a:pt x="115" y="46"/>
                    </a:cubicBezTo>
                    <a:cubicBezTo>
                      <a:pt x="115" y="16"/>
                      <a:pt x="92"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20"/>
              <p:cNvSpPr/>
              <p:nvPr/>
            </p:nvSpPr>
            <p:spPr>
              <a:xfrm>
                <a:off x="4502675" y="2962125"/>
                <a:ext cx="10025" cy="11525"/>
              </a:xfrm>
              <a:custGeom>
                <a:rect b="b" l="l" r="r" t="t"/>
                <a:pathLst>
                  <a:path extrusionOk="0" h="461" w="401">
                    <a:moveTo>
                      <a:pt x="64" y="0"/>
                    </a:moveTo>
                    <a:cubicBezTo>
                      <a:pt x="33" y="0"/>
                      <a:pt x="1" y="31"/>
                      <a:pt x="26" y="64"/>
                    </a:cubicBezTo>
                    <a:cubicBezTo>
                      <a:pt x="64" y="129"/>
                      <a:pt x="96" y="205"/>
                      <a:pt x="118" y="281"/>
                    </a:cubicBezTo>
                    <a:cubicBezTo>
                      <a:pt x="140" y="352"/>
                      <a:pt x="189" y="406"/>
                      <a:pt x="249" y="450"/>
                    </a:cubicBezTo>
                    <a:cubicBezTo>
                      <a:pt x="262" y="457"/>
                      <a:pt x="275" y="460"/>
                      <a:pt x="288" y="460"/>
                    </a:cubicBezTo>
                    <a:cubicBezTo>
                      <a:pt x="353" y="460"/>
                      <a:pt x="401" y="378"/>
                      <a:pt x="346" y="319"/>
                    </a:cubicBezTo>
                    <a:cubicBezTo>
                      <a:pt x="254" y="222"/>
                      <a:pt x="194" y="102"/>
                      <a:pt x="91" y="10"/>
                    </a:cubicBezTo>
                    <a:cubicBezTo>
                      <a:pt x="83" y="3"/>
                      <a:pt x="74" y="0"/>
                      <a:pt x="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20"/>
              <p:cNvSpPr/>
              <p:nvPr/>
            </p:nvSpPr>
            <p:spPr>
              <a:xfrm>
                <a:off x="4510200" y="2951450"/>
                <a:ext cx="11475" cy="7000"/>
              </a:xfrm>
              <a:custGeom>
                <a:rect b="b" l="l" r="r" t="t"/>
                <a:pathLst>
                  <a:path extrusionOk="0" h="280" w="459">
                    <a:moveTo>
                      <a:pt x="68" y="1"/>
                    </a:moveTo>
                    <a:cubicBezTo>
                      <a:pt x="25" y="1"/>
                      <a:pt x="0" y="63"/>
                      <a:pt x="45" y="83"/>
                    </a:cubicBezTo>
                    <a:cubicBezTo>
                      <a:pt x="73" y="94"/>
                      <a:pt x="89" y="132"/>
                      <a:pt x="111" y="154"/>
                    </a:cubicBezTo>
                    <a:cubicBezTo>
                      <a:pt x="132" y="181"/>
                      <a:pt x="160" y="208"/>
                      <a:pt x="192" y="225"/>
                    </a:cubicBezTo>
                    <a:cubicBezTo>
                      <a:pt x="235" y="248"/>
                      <a:pt x="303" y="280"/>
                      <a:pt x="362" y="280"/>
                    </a:cubicBezTo>
                    <a:cubicBezTo>
                      <a:pt x="386" y="280"/>
                      <a:pt x="408" y="275"/>
                      <a:pt x="426" y="263"/>
                    </a:cubicBezTo>
                    <a:cubicBezTo>
                      <a:pt x="448" y="241"/>
                      <a:pt x="459" y="208"/>
                      <a:pt x="442" y="181"/>
                    </a:cubicBezTo>
                    <a:lnTo>
                      <a:pt x="448" y="181"/>
                    </a:lnTo>
                    <a:cubicBezTo>
                      <a:pt x="410" y="116"/>
                      <a:pt x="312" y="100"/>
                      <a:pt x="241" y="78"/>
                    </a:cubicBezTo>
                    <a:cubicBezTo>
                      <a:pt x="176" y="56"/>
                      <a:pt x="138" y="18"/>
                      <a:pt x="78" y="2"/>
                    </a:cubicBezTo>
                    <a:cubicBezTo>
                      <a:pt x="75" y="1"/>
                      <a:pt x="7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20"/>
              <p:cNvSpPr/>
              <p:nvPr/>
            </p:nvSpPr>
            <p:spPr>
              <a:xfrm>
                <a:off x="4470550" y="2919625"/>
                <a:ext cx="5375" cy="7025"/>
              </a:xfrm>
              <a:custGeom>
                <a:rect b="b" l="l" r="r" t="t"/>
                <a:pathLst>
                  <a:path extrusionOk="0" h="281" w="215">
                    <a:moveTo>
                      <a:pt x="174" y="0"/>
                    </a:moveTo>
                    <a:cubicBezTo>
                      <a:pt x="163" y="0"/>
                      <a:pt x="153" y="6"/>
                      <a:pt x="147" y="19"/>
                    </a:cubicBezTo>
                    <a:lnTo>
                      <a:pt x="142" y="19"/>
                    </a:lnTo>
                    <a:cubicBezTo>
                      <a:pt x="120" y="57"/>
                      <a:pt x="88" y="90"/>
                      <a:pt x="55" y="117"/>
                    </a:cubicBezTo>
                    <a:cubicBezTo>
                      <a:pt x="22" y="149"/>
                      <a:pt x="1" y="198"/>
                      <a:pt x="6" y="247"/>
                    </a:cubicBezTo>
                    <a:cubicBezTo>
                      <a:pt x="16" y="266"/>
                      <a:pt x="33" y="281"/>
                      <a:pt x="52" y="281"/>
                    </a:cubicBezTo>
                    <a:cubicBezTo>
                      <a:pt x="55" y="281"/>
                      <a:pt x="58" y="281"/>
                      <a:pt x="61" y="280"/>
                    </a:cubicBezTo>
                    <a:cubicBezTo>
                      <a:pt x="77" y="274"/>
                      <a:pt x="93" y="264"/>
                      <a:pt x="99" y="247"/>
                    </a:cubicBezTo>
                    <a:cubicBezTo>
                      <a:pt x="109" y="242"/>
                      <a:pt x="109" y="231"/>
                      <a:pt x="99" y="220"/>
                    </a:cubicBezTo>
                    <a:cubicBezTo>
                      <a:pt x="99" y="215"/>
                      <a:pt x="104" y="204"/>
                      <a:pt x="109" y="198"/>
                    </a:cubicBezTo>
                    <a:cubicBezTo>
                      <a:pt x="120" y="177"/>
                      <a:pt x="137" y="160"/>
                      <a:pt x="147" y="144"/>
                    </a:cubicBezTo>
                    <a:cubicBezTo>
                      <a:pt x="175" y="117"/>
                      <a:pt x="196" y="79"/>
                      <a:pt x="207" y="41"/>
                    </a:cubicBezTo>
                    <a:cubicBezTo>
                      <a:pt x="214" y="19"/>
                      <a:pt x="194" y="0"/>
                      <a:pt x="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20"/>
              <p:cNvSpPr/>
              <p:nvPr/>
            </p:nvSpPr>
            <p:spPr>
              <a:xfrm>
                <a:off x="4470400" y="2925325"/>
                <a:ext cx="5150" cy="5800"/>
              </a:xfrm>
              <a:custGeom>
                <a:rect b="b" l="l" r="r" t="t"/>
                <a:pathLst>
                  <a:path extrusionOk="0" h="232" w="206">
                    <a:moveTo>
                      <a:pt x="176" y="0"/>
                    </a:moveTo>
                    <a:cubicBezTo>
                      <a:pt x="168" y="0"/>
                      <a:pt x="159" y="4"/>
                      <a:pt x="153" y="14"/>
                    </a:cubicBezTo>
                    <a:cubicBezTo>
                      <a:pt x="148" y="30"/>
                      <a:pt x="126" y="41"/>
                      <a:pt x="110" y="57"/>
                    </a:cubicBezTo>
                    <a:cubicBezTo>
                      <a:pt x="99" y="68"/>
                      <a:pt x="88" y="85"/>
                      <a:pt x="77" y="95"/>
                    </a:cubicBezTo>
                    <a:cubicBezTo>
                      <a:pt x="45" y="117"/>
                      <a:pt x="23" y="144"/>
                      <a:pt x="7" y="182"/>
                    </a:cubicBezTo>
                    <a:cubicBezTo>
                      <a:pt x="0" y="212"/>
                      <a:pt x="25" y="232"/>
                      <a:pt x="51" y="232"/>
                    </a:cubicBezTo>
                    <a:cubicBezTo>
                      <a:pt x="68" y="232"/>
                      <a:pt x="85" y="223"/>
                      <a:pt x="94" y="204"/>
                    </a:cubicBezTo>
                    <a:cubicBezTo>
                      <a:pt x="105" y="172"/>
                      <a:pt x="132" y="155"/>
                      <a:pt x="153" y="128"/>
                    </a:cubicBezTo>
                    <a:cubicBezTo>
                      <a:pt x="159" y="112"/>
                      <a:pt x="164" y="95"/>
                      <a:pt x="175" y="85"/>
                    </a:cubicBezTo>
                    <a:cubicBezTo>
                      <a:pt x="186" y="68"/>
                      <a:pt x="192" y="52"/>
                      <a:pt x="202" y="36"/>
                    </a:cubicBezTo>
                    <a:cubicBezTo>
                      <a:pt x="206" y="14"/>
                      <a:pt x="191"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20"/>
              <p:cNvSpPr/>
              <p:nvPr/>
            </p:nvSpPr>
            <p:spPr>
              <a:xfrm>
                <a:off x="4470975" y="2929350"/>
                <a:ext cx="5850" cy="6600"/>
              </a:xfrm>
              <a:custGeom>
                <a:rect b="b" l="l" r="r" t="t"/>
                <a:pathLst>
                  <a:path extrusionOk="0" h="264" w="234">
                    <a:moveTo>
                      <a:pt x="171" y="0"/>
                    </a:moveTo>
                    <a:cubicBezTo>
                      <a:pt x="154" y="0"/>
                      <a:pt x="141" y="21"/>
                      <a:pt x="158" y="38"/>
                    </a:cubicBezTo>
                    <a:cubicBezTo>
                      <a:pt x="163" y="43"/>
                      <a:pt x="87" y="108"/>
                      <a:pt x="76" y="119"/>
                    </a:cubicBezTo>
                    <a:cubicBezTo>
                      <a:pt x="44" y="152"/>
                      <a:pt x="0" y="184"/>
                      <a:pt x="0" y="233"/>
                    </a:cubicBezTo>
                    <a:cubicBezTo>
                      <a:pt x="0" y="244"/>
                      <a:pt x="5" y="255"/>
                      <a:pt x="16" y="261"/>
                    </a:cubicBezTo>
                    <a:cubicBezTo>
                      <a:pt x="21" y="262"/>
                      <a:pt x="25" y="263"/>
                      <a:pt x="29" y="263"/>
                    </a:cubicBezTo>
                    <a:cubicBezTo>
                      <a:pt x="77" y="263"/>
                      <a:pt x="138" y="165"/>
                      <a:pt x="163" y="136"/>
                    </a:cubicBezTo>
                    <a:cubicBezTo>
                      <a:pt x="196" y="103"/>
                      <a:pt x="234" y="43"/>
                      <a:pt x="185" y="5"/>
                    </a:cubicBezTo>
                    <a:cubicBezTo>
                      <a:pt x="180" y="2"/>
                      <a:pt x="175" y="0"/>
                      <a:pt x="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20"/>
              <p:cNvSpPr/>
              <p:nvPr/>
            </p:nvSpPr>
            <p:spPr>
              <a:xfrm>
                <a:off x="4472450" y="2935725"/>
                <a:ext cx="3975" cy="6100"/>
              </a:xfrm>
              <a:custGeom>
                <a:rect b="b" l="l" r="r" t="t"/>
                <a:pathLst>
                  <a:path extrusionOk="0" h="244" w="159">
                    <a:moveTo>
                      <a:pt x="98" y="0"/>
                    </a:moveTo>
                    <a:cubicBezTo>
                      <a:pt x="73" y="0"/>
                      <a:pt x="54" y="37"/>
                      <a:pt x="77" y="60"/>
                    </a:cubicBezTo>
                    <a:cubicBezTo>
                      <a:pt x="82" y="65"/>
                      <a:pt x="77" y="76"/>
                      <a:pt x="66" y="87"/>
                    </a:cubicBezTo>
                    <a:cubicBezTo>
                      <a:pt x="61" y="98"/>
                      <a:pt x="50" y="120"/>
                      <a:pt x="39" y="141"/>
                    </a:cubicBezTo>
                    <a:cubicBezTo>
                      <a:pt x="23" y="169"/>
                      <a:pt x="1" y="218"/>
                      <a:pt x="39" y="239"/>
                    </a:cubicBezTo>
                    <a:cubicBezTo>
                      <a:pt x="42" y="242"/>
                      <a:pt x="46" y="243"/>
                      <a:pt x="50" y="243"/>
                    </a:cubicBezTo>
                    <a:cubicBezTo>
                      <a:pt x="55" y="243"/>
                      <a:pt x="61" y="242"/>
                      <a:pt x="66" y="239"/>
                    </a:cubicBezTo>
                    <a:cubicBezTo>
                      <a:pt x="66" y="239"/>
                      <a:pt x="71" y="234"/>
                      <a:pt x="77" y="234"/>
                    </a:cubicBezTo>
                    <a:lnTo>
                      <a:pt x="77" y="228"/>
                    </a:lnTo>
                    <a:cubicBezTo>
                      <a:pt x="88" y="218"/>
                      <a:pt x="93" y="207"/>
                      <a:pt x="99" y="196"/>
                    </a:cubicBezTo>
                    <a:cubicBezTo>
                      <a:pt x="110" y="174"/>
                      <a:pt x="120" y="152"/>
                      <a:pt x="131" y="131"/>
                    </a:cubicBezTo>
                    <a:cubicBezTo>
                      <a:pt x="148" y="87"/>
                      <a:pt x="158" y="38"/>
                      <a:pt x="115" y="6"/>
                    </a:cubicBezTo>
                    <a:cubicBezTo>
                      <a:pt x="109" y="2"/>
                      <a:pt x="104"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20"/>
              <p:cNvSpPr/>
              <p:nvPr/>
            </p:nvSpPr>
            <p:spPr>
              <a:xfrm>
                <a:off x="4492850" y="2914300"/>
                <a:ext cx="17400" cy="17125"/>
              </a:xfrm>
              <a:custGeom>
                <a:rect b="b" l="l" r="r" t="t"/>
                <a:pathLst>
                  <a:path extrusionOk="0" h="685" w="696">
                    <a:moveTo>
                      <a:pt x="250" y="0"/>
                    </a:moveTo>
                    <a:cubicBezTo>
                      <a:pt x="231" y="0"/>
                      <a:pt x="211" y="3"/>
                      <a:pt x="190" y="9"/>
                    </a:cubicBezTo>
                    <a:cubicBezTo>
                      <a:pt x="0" y="63"/>
                      <a:pt x="109" y="346"/>
                      <a:pt x="163" y="460"/>
                    </a:cubicBezTo>
                    <a:cubicBezTo>
                      <a:pt x="215" y="567"/>
                      <a:pt x="320" y="684"/>
                      <a:pt x="442" y="684"/>
                    </a:cubicBezTo>
                    <a:cubicBezTo>
                      <a:pt x="475" y="684"/>
                      <a:pt x="509" y="676"/>
                      <a:pt x="544" y="656"/>
                    </a:cubicBezTo>
                    <a:cubicBezTo>
                      <a:pt x="696" y="574"/>
                      <a:pt x="663" y="373"/>
                      <a:pt x="647" y="232"/>
                    </a:cubicBezTo>
                    <a:cubicBezTo>
                      <a:pt x="647" y="221"/>
                      <a:pt x="639" y="216"/>
                      <a:pt x="631" y="216"/>
                    </a:cubicBezTo>
                    <a:cubicBezTo>
                      <a:pt x="623" y="216"/>
                      <a:pt x="614" y="221"/>
                      <a:pt x="614" y="232"/>
                    </a:cubicBezTo>
                    <a:cubicBezTo>
                      <a:pt x="604" y="324"/>
                      <a:pt x="625" y="439"/>
                      <a:pt x="582" y="526"/>
                    </a:cubicBezTo>
                    <a:cubicBezTo>
                      <a:pt x="553" y="586"/>
                      <a:pt x="502" y="611"/>
                      <a:pt x="447" y="611"/>
                    </a:cubicBezTo>
                    <a:cubicBezTo>
                      <a:pt x="370" y="611"/>
                      <a:pt x="284" y="562"/>
                      <a:pt x="239" y="498"/>
                    </a:cubicBezTo>
                    <a:cubicBezTo>
                      <a:pt x="212" y="444"/>
                      <a:pt x="190" y="390"/>
                      <a:pt x="174" y="335"/>
                    </a:cubicBezTo>
                    <a:cubicBezTo>
                      <a:pt x="152" y="265"/>
                      <a:pt x="114" y="178"/>
                      <a:pt x="147" y="107"/>
                    </a:cubicBezTo>
                    <a:cubicBezTo>
                      <a:pt x="166" y="62"/>
                      <a:pt x="204" y="43"/>
                      <a:pt x="246" y="43"/>
                    </a:cubicBezTo>
                    <a:cubicBezTo>
                      <a:pt x="324" y="43"/>
                      <a:pt x="417" y="109"/>
                      <a:pt x="424" y="183"/>
                    </a:cubicBezTo>
                    <a:cubicBezTo>
                      <a:pt x="424" y="197"/>
                      <a:pt x="434" y="203"/>
                      <a:pt x="443" y="203"/>
                    </a:cubicBezTo>
                    <a:cubicBezTo>
                      <a:pt x="453" y="203"/>
                      <a:pt x="462" y="197"/>
                      <a:pt x="462" y="183"/>
                    </a:cubicBezTo>
                    <a:cubicBezTo>
                      <a:pt x="444" y="78"/>
                      <a:pt x="35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20"/>
              <p:cNvSpPr/>
              <p:nvPr/>
            </p:nvSpPr>
            <p:spPr>
              <a:xfrm>
                <a:off x="4372850" y="2929625"/>
                <a:ext cx="9400" cy="9625"/>
              </a:xfrm>
              <a:custGeom>
                <a:rect b="b" l="l" r="r" t="t"/>
                <a:pathLst>
                  <a:path extrusionOk="0" h="385" w="376">
                    <a:moveTo>
                      <a:pt x="209" y="71"/>
                    </a:moveTo>
                    <a:cubicBezTo>
                      <a:pt x="228" y="71"/>
                      <a:pt x="250" y="80"/>
                      <a:pt x="272" y="103"/>
                    </a:cubicBezTo>
                    <a:cubicBezTo>
                      <a:pt x="365" y="179"/>
                      <a:pt x="294" y="282"/>
                      <a:pt x="207" y="315"/>
                    </a:cubicBezTo>
                    <a:cubicBezTo>
                      <a:pt x="191" y="320"/>
                      <a:pt x="169" y="326"/>
                      <a:pt x="147" y="326"/>
                    </a:cubicBezTo>
                    <a:cubicBezTo>
                      <a:pt x="142" y="326"/>
                      <a:pt x="136" y="320"/>
                      <a:pt x="131" y="315"/>
                    </a:cubicBezTo>
                    <a:lnTo>
                      <a:pt x="115" y="298"/>
                    </a:lnTo>
                    <a:cubicBezTo>
                      <a:pt x="109" y="282"/>
                      <a:pt x="104" y="271"/>
                      <a:pt x="98" y="260"/>
                    </a:cubicBezTo>
                    <a:cubicBezTo>
                      <a:pt x="98" y="250"/>
                      <a:pt x="93" y="233"/>
                      <a:pt x="93" y="222"/>
                    </a:cubicBezTo>
                    <a:lnTo>
                      <a:pt x="98" y="212"/>
                    </a:lnTo>
                    <a:cubicBezTo>
                      <a:pt x="109" y="173"/>
                      <a:pt x="125" y="141"/>
                      <a:pt x="142" y="114"/>
                    </a:cubicBezTo>
                    <a:cubicBezTo>
                      <a:pt x="153" y="108"/>
                      <a:pt x="158" y="103"/>
                      <a:pt x="158" y="92"/>
                    </a:cubicBezTo>
                    <a:cubicBezTo>
                      <a:pt x="174" y="79"/>
                      <a:pt x="191" y="71"/>
                      <a:pt x="209" y="71"/>
                    </a:cubicBezTo>
                    <a:close/>
                    <a:moveTo>
                      <a:pt x="191" y="1"/>
                    </a:moveTo>
                    <a:cubicBezTo>
                      <a:pt x="154" y="1"/>
                      <a:pt x="118" y="15"/>
                      <a:pt x="87" y="48"/>
                    </a:cubicBezTo>
                    <a:cubicBezTo>
                      <a:pt x="38" y="103"/>
                      <a:pt x="11" y="168"/>
                      <a:pt x="0" y="239"/>
                    </a:cubicBezTo>
                    <a:cubicBezTo>
                      <a:pt x="0" y="271"/>
                      <a:pt x="11" y="304"/>
                      <a:pt x="33" y="326"/>
                    </a:cubicBezTo>
                    <a:cubicBezTo>
                      <a:pt x="38" y="337"/>
                      <a:pt x="49" y="347"/>
                      <a:pt x="60" y="358"/>
                    </a:cubicBezTo>
                    <a:cubicBezTo>
                      <a:pt x="76" y="364"/>
                      <a:pt x="98" y="364"/>
                      <a:pt x="109" y="375"/>
                    </a:cubicBezTo>
                    <a:cubicBezTo>
                      <a:pt x="109" y="380"/>
                      <a:pt x="120" y="380"/>
                      <a:pt x="125" y="380"/>
                    </a:cubicBezTo>
                    <a:cubicBezTo>
                      <a:pt x="138" y="383"/>
                      <a:pt x="151" y="384"/>
                      <a:pt x="163" y="384"/>
                    </a:cubicBezTo>
                    <a:cubicBezTo>
                      <a:pt x="199" y="384"/>
                      <a:pt x="234" y="373"/>
                      <a:pt x="267" y="353"/>
                    </a:cubicBezTo>
                    <a:cubicBezTo>
                      <a:pt x="332" y="320"/>
                      <a:pt x="375" y="250"/>
                      <a:pt x="375" y="179"/>
                    </a:cubicBezTo>
                    <a:cubicBezTo>
                      <a:pt x="368" y="83"/>
                      <a:pt x="279" y="1"/>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20"/>
              <p:cNvSpPr/>
              <p:nvPr/>
            </p:nvSpPr>
            <p:spPr>
              <a:xfrm>
                <a:off x="4381550" y="3027375"/>
                <a:ext cx="2725" cy="5500"/>
              </a:xfrm>
              <a:custGeom>
                <a:rect b="b" l="l" r="r" t="t"/>
                <a:pathLst>
                  <a:path extrusionOk="0" h="220" w="109">
                    <a:moveTo>
                      <a:pt x="60" y="1"/>
                    </a:moveTo>
                    <a:cubicBezTo>
                      <a:pt x="45" y="1"/>
                      <a:pt x="30" y="9"/>
                      <a:pt x="27" y="25"/>
                    </a:cubicBezTo>
                    <a:cubicBezTo>
                      <a:pt x="27" y="58"/>
                      <a:pt x="22" y="96"/>
                      <a:pt x="17" y="128"/>
                    </a:cubicBezTo>
                    <a:cubicBezTo>
                      <a:pt x="11" y="155"/>
                      <a:pt x="0" y="177"/>
                      <a:pt x="17" y="204"/>
                    </a:cubicBezTo>
                    <a:cubicBezTo>
                      <a:pt x="23" y="214"/>
                      <a:pt x="33" y="220"/>
                      <a:pt x="43" y="220"/>
                    </a:cubicBezTo>
                    <a:cubicBezTo>
                      <a:pt x="51" y="220"/>
                      <a:pt x="59" y="217"/>
                      <a:pt x="66" y="210"/>
                    </a:cubicBezTo>
                    <a:cubicBezTo>
                      <a:pt x="109" y="161"/>
                      <a:pt x="93" y="90"/>
                      <a:pt x="93" y="25"/>
                    </a:cubicBezTo>
                    <a:cubicBezTo>
                      <a:pt x="90" y="9"/>
                      <a:pt x="75"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20"/>
              <p:cNvSpPr/>
              <p:nvPr/>
            </p:nvSpPr>
            <p:spPr>
              <a:xfrm>
                <a:off x="4384675" y="3027500"/>
                <a:ext cx="2875" cy="5725"/>
              </a:xfrm>
              <a:custGeom>
                <a:rect b="b" l="l" r="r" t="t"/>
                <a:pathLst>
                  <a:path extrusionOk="0" h="229" w="115">
                    <a:moveTo>
                      <a:pt x="76" y="1"/>
                    </a:moveTo>
                    <a:cubicBezTo>
                      <a:pt x="68" y="1"/>
                      <a:pt x="60" y="4"/>
                      <a:pt x="55" y="9"/>
                    </a:cubicBezTo>
                    <a:cubicBezTo>
                      <a:pt x="27" y="64"/>
                      <a:pt x="0" y="167"/>
                      <a:pt x="49" y="221"/>
                    </a:cubicBezTo>
                    <a:cubicBezTo>
                      <a:pt x="56" y="226"/>
                      <a:pt x="64" y="229"/>
                      <a:pt x="72" y="229"/>
                    </a:cubicBezTo>
                    <a:cubicBezTo>
                      <a:pt x="90" y="229"/>
                      <a:pt x="107" y="218"/>
                      <a:pt x="114" y="199"/>
                    </a:cubicBezTo>
                    <a:cubicBezTo>
                      <a:pt x="114" y="167"/>
                      <a:pt x="114" y="134"/>
                      <a:pt x="114" y="102"/>
                    </a:cubicBezTo>
                    <a:cubicBezTo>
                      <a:pt x="114" y="69"/>
                      <a:pt x="109" y="36"/>
                      <a:pt x="93" y="9"/>
                    </a:cubicBezTo>
                    <a:cubicBezTo>
                      <a:pt x="90" y="4"/>
                      <a:pt x="83"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20"/>
              <p:cNvSpPr/>
              <p:nvPr/>
            </p:nvSpPr>
            <p:spPr>
              <a:xfrm>
                <a:off x="4388750" y="3027475"/>
                <a:ext cx="3150" cy="5900"/>
              </a:xfrm>
              <a:custGeom>
                <a:rect b="b" l="l" r="r" t="t"/>
                <a:pathLst>
                  <a:path extrusionOk="0" h="236" w="126">
                    <a:moveTo>
                      <a:pt x="85" y="1"/>
                    </a:moveTo>
                    <a:cubicBezTo>
                      <a:pt x="64" y="1"/>
                      <a:pt x="44" y="13"/>
                      <a:pt x="44" y="37"/>
                    </a:cubicBezTo>
                    <a:cubicBezTo>
                      <a:pt x="38" y="70"/>
                      <a:pt x="28" y="97"/>
                      <a:pt x="11" y="124"/>
                    </a:cubicBezTo>
                    <a:cubicBezTo>
                      <a:pt x="0" y="157"/>
                      <a:pt x="6" y="195"/>
                      <a:pt x="28" y="222"/>
                    </a:cubicBezTo>
                    <a:cubicBezTo>
                      <a:pt x="36" y="230"/>
                      <a:pt x="46" y="235"/>
                      <a:pt x="56" y="235"/>
                    </a:cubicBezTo>
                    <a:cubicBezTo>
                      <a:pt x="59" y="235"/>
                      <a:pt x="63" y="234"/>
                      <a:pt x="66" y="233"/>
                    </a:cubicBezTo>
                    <a:lnTo>
                      <a:pt x="71" y="233"/>
                    </a:lnTo>
                    <a:cubicBezTo>
                      <a:pt x="93" y="228"/>
                      <a:pt x="109" y="206"/>
                      <a:pt x="98" y="184"/>
                    </a:cubicBezTo>
                    <a:lnTo>
                      <a:pt x="98" y="162"/>
                    </a:lnTo>
                    <a:cubicBezTo>
                      <a:pt x="104" y="151"/>
                      <a:pt x="104" y="135"/>
                      <a:pt x="109" y="124"/>
                    </a:cubicBezTo>
                    <a:cubicBezTo>
                      <a:pt x="120" y="97"/>
                      <a:pt x="125" y="65"/>
                      <a:pt x="125" y="37"/>
                    </a:cubicBezTo>
                    <a:cubicBezTo>
                      <a:pt x="125" y="13"/>
                      <a:pt x="105"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20"/>
              <p:cNvSpPr/>
              <p:nvPr/>
            </p:nvSpPr>
            <p:spPr>
              <a:xfrm>
                <a:off x="4392700" y="3027300"/>
                <a:ext cx="3000" cy="5600"/>
              </a:xfrm>
              <a:custGeom>
                <a:rect b="b" l="l" r="r" t="t"/>
                <a:pathLst>
                  <a:path extrusionOk="0" h="224" w="120">
                    <a:moveTo>
                      <a:pt x="60" y="1"/>
                    </a:moveTo>
                    <a:cubicBezTo>
                      <a:pt x="44" y="6"/>
                      <a:pt x="33" y="28"/>
                      <a:pt x="44" y="44"/>
                    </a:cubicBezTo>
                    <a:cubicBezTo>
                      <a:pt x="38" y="50"/>
                      <a:pt x="38" y="55"/>
                      <a:pt x="33" y="61"/>
                    </a:cubicBezTo>
                    <a:cubicBezTo>
                      <a:pt x="22" y="88"/>
                      <a:pt x="16" y="110"/>
                      <a:pt x="5" y="137"/>
                    </a:cubicBezTo>
                    <a:cubicBezTo>
                      <a:pt x="0" y="158"/>
                      <a:pt x="5" y="186"/>
                      <a:pt x="16" y="207"/>
                    </a:cubicBezTo>
                    <a:cubicBezTo>
                      <a:pt x="27" y="218"/>
                      <a:pt x="40" y="224"/>
                      <a:pt x="53" y="224"/>
                    </a:cubicBezTo>
                    <a:cubicBezTo>
                      <a:pt x="61" y="224"/>
                      <a:pt x="68" y="222"/>
                      <a:pt x="76" y="218"/>
                    </a:cubicBezTo>
                    <a:cubicBezTo>
                      <a:pt x="87" y="213"/>
                      <a:pt x="92" y="202"/>
                      <a:pt x="87" y="191"/>
                    </a:cubicBezTo>
                    <a:cubicBezTo>
                      <a:pt x="87" y="186"/>
                      <a:pt x="87" y="186"/>
                      <a:pt x="87" y="180"/>
                    </a:cubicBezTo>
                    <a:cubicBezTo>
                      <a:pt x="87" y="180"/>
                      <a:pt x="92" y="158"/>
                      <a:pt x="98" y="153"/>
                    </a:cubicBezTo>
                    <a:cubicBezTo>
                      <a:pt x="103" y="131"/>
                      <a:pt x="109" y="110"/>
                      <a:pt x="114" y="82"/>
                    </a:cubicBezTo>
                    <a:cubicBezTo>
                      <a:pt x="120" y="66"/>
                      <a:pt x="120" y="44"/>
                      <a:pt x="109" y="23"/>
                    </a:cubicBezTo>
                    <a:lnTo>
                      <a:pt x="114" y="23"/>
                    </a:lnTo>
                    <a:cubicBezTo>
                      <a:pt x="109" y="12"/>
                      <a:pt x="98" y="6"/>
                      <a:pt x="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20"/>
              <p:cNvSpPr/>
              <p:nvPr/>
            </p:nvSpPr>
            <p:spPr>
              <a:xfrm>
                <a:off x="4397175" y="3029150"/>
                <a:ext cx="2600" cy="3900"/>
              </a:xfrm>
              <a:custGeom>
                <a:rect b="b" l="l" r="r" t="t"/>
                <a:pathLst>
                  <a:path extrusionOk="0" h="156" w="104">
                    <a:moveTo>
                      <a:pt x="60" y="1"/>
                    </a:moveTo>
                    <a:cubicBezTo>
                      <a:pt x="45" y="1"/>
                      <a:pt x="31" y="8"/>
                      <a:pt x="22" y="19"/>
                    </a:cubicBezTo>
                    <a:cubicBezTo>
                      <a:pt x="22" y="19"/>
                      <a:pt x="17" y="19"/>
                      <a:pt x="17" y="25"/>
                    </a:cubicBezTo>
                    <a:cubicBezTo>
                      <a:pt x="6" y="36"/>
                      <a:pt x="0" y="52"/>
                      <a:pt x="11" y="68"/>
                    </a:cubicBezTo>
                    <a:cubicBezTo>
                      <a:pt x="6" y="74"/>
                      <a:pt x="6" y="84"/>
                      <a:pt x="6" y="95"/>
                    </a:cubicBezTo>
                    <a:cubicBezTo>
                      <a:pt x="0" y="128"/>
                      <a:pt x="22" y="155"/>
                      <a:pt x="55" y="155"/>
                    </a:cubicBezTo>
                    <a:cubicBezTo>
                      <a:pt x="76" y="155"/>
                      <a:pt x="87" y="133"/>
                      <a:pt x="87" y="117"/>
                    </a:cubicBezTo>
                    <a:cubicBezTo>
                      <a:pt x="87" y="112"/>
                      <a:pt x="87" y="112"/>
                      <a:pt x="87" y="106"/>
                    </a:cubicBezTo>
                    <a:lnTo>
                      <a:pt x="87" y="101"/>
                    </a:lnTo>
                    <a:lnTo>
                      <a:pt x="87" y="95"/>
                    </a:lnTo>
                    <a:lnTo>
                      <a:pt x="93" y="90"/>
                    </a:lnTo>
                    <a:cubicBezTo>
                      <a:pt x="104" y="68"/>
                      <a:pt x="104" y="41"/>
                      <a:pt x="93" y="19"/>
                    </a:cubicBezTo>
                    <a:cubicBezTo>
                      <a:pt x="85" y="6"/>
                      <a:pt x="73"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20"/>
              <p:cNvSpPr/>
              <p:nvPr/>
            </p:nvSpPr>
            <p:spPr>
              <a:xfrm>
                <a:off x="4414850" y="3027825"/>
                <a:ext cx="2325" cy="5050"/>
              </a:xfrm>
              <a:custGeom>
                <a:rect b="b" l="l" r="r" t="t"/>
                <a:pathLst>
                  <a:path extrusionOk="0" h="202" w="93">
                    <a:moveTo>
                      <a:pt x="61" y="0"/>
                    </a:moveTo>
                    <a:cubicBezTo>
                      <a:pt x="53" y="0"/>
                      <a:pt x="46" y="4"/>
                      <a:pt x="44" y="12"/>
                    </a:cubicBezTo>
                    <a:cubicBezTo>
                      <a:pt x="27" y="34"/>
                      <a:pt x="16" y="56"/>
                      <a:pt x="11" y="78"/>
                    </a:cubicBezTo>
                    <a:cubicBezTo>
                      <a:pt x="0" y="105"/>
                      <a:pt x="0" y="137"/>
                      <a:pt x="11" y="165"/>
                    </a:cubicBezTo>
                    <a:cubicBezTo>
                      <a:pt x="11" y="189"/>
                      <a:pt x="29" y="201"/>
                      <a:pt x="46" y="201"/>
                    </a:cubicBezTo>
                    <a:cubicBezTo>
                      <a:pt x="64" y="201"/>
                      <a:pt x="82" y="189"/>
                      <a:pt x="82" y="165"/>
                    </a:cubicBezTo>
                    <a:cubicBezTo>
                      <a:pt x="87" y="137"/>
                      <a:pt x="82" y="110"/>
                      <a:pt x="87" y="83"/>
                    </a:cubicBezTo>
                    <a:cubicBezTo>
                      <a:pt x="92" y="61"/>
                      <a:pt x="92" y="34"/>
                      <a:pt x="82" y="12"/>
                    </a:cubicBezTo>
                    <a:cubicBezTo>
                      <a:pt x="76" y="4"/>
                      <a:pt x="68" y="0"/>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20"/>
              <p:cNvSpPr/>
              <p:nvPr/>
            </p:nvSpPr>
            <p:spPr>
              <a:xfrm>
                <a:off x="4418225" y="3027850"/>
                <a:ext cx="2750" cy="4600"/>
              </a:xfrm>
              <a:custGeom>
                <a:rect b="b" l="l" r="r" t="t"/>
                <a:pathLst>
                  <a:path extrusionOk="0" h="184" w="110">
                    <a:moveTo>
                      <a:pt x="69" y="0"/>
                    </a:moveTo>
                    <a:cubicBezTo>
                      <a:pt x="49" y="0"/>
                      <a:pt x="28" y="14"/>
                      <a:pt x="28" y="39"/>
                    </a:cubicBezTo>
                    <a:cubicBezTo>
                      <a:pt x="28" y="39"/>
                      <a:pt x="28" y="44"/>
                      <a:pt x="28" y="44"/>
                    </a:cubicBezTo>
                    <a:cubicBezTo>
                      <a:pt x="23" y="50"/>
                      <a:pt x="23" y="55"/>
                      <a:pt x="17" y="60"/>
                    </a:cubicBezTo>
                    <a:cubicBezTo>
                      <a:pt x="12" y="71"/>
                      <a:pt x="6" y="82"/>
                      <a:pt x="6" y="98"/>
                    </a:cubicBezTo>
                    <a:cubicBezTo>
                      <a:pt x="1" y="131"/>
                      <a:pt x="12" y="164"/>
                      <a:pt x="39" y="180"/>
                    </a:cubicBezTo>
                    <a:cubicBezTo>
                      <a:pt x="43" y="182"/>
                      <a:pt x="48" y="184"/>
                      <a:pt x="53" y="184"/>
                    </a:cubicBezTo>
                    <a:cubicBezTo>
                      <a:pt x="59" y="184"/>
                      <a:pt x="65" y="181"/>
                      <a:pt x="72" y="175"/>
                    </a:cubicBezTo>
                    <a:cubicBezTo>
                      <a:pt x="99" y="153"/>
                      <a:pt x="88" y="126"/>
                      <a:pt x="99" y="98"/>
                    </a:cubicBezTo>
                    <a:cubicBezTo>
                      <a:pt x="99" y="88"/>
                      <a:pt x="104" y="82"/>
                      <a:pt x="104" y="71"/>
                    </a:cubicBezTo>
                    <a:cubicBezTo>
                      <a:pt x="110" y="55"/>
                      <a:pt x="110" y="39"/>
                      <a:pt x="104" y="28"/>
                    </a:cubicBezTo>
                    <a:cubicBezTo>
                      <a:pt x="99" y="9"/>
                      <a:pt x="84"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20"/>
            <p:cNvGrpSpPr/>
            <p:nvPr/>
          </p:nvGrpSpPr>
          <p:grpSpPr>
            <a:xfrm>
              <a:off x="3467690" y="2119472"/>
              <a:ext cx="274324" cy="262402"/>
              <a:chOff x="4634850" y="2841550"/>
              <a:chExt cx="206850" cy="199925"/>
            </a:xfrm>
          </p:grpSpPr>
          <p:sp>
            <p:nvSpPr>
              <p:cNvPr id="4942" name="Google Shape;4942;p120"/>
              <p:cNvSpPr/>
              <p:nvPr/>
            </p:nvSpPr>
            <p:spPr>
              <a:xfrm>
                <a:off x="4634850" y="2841550"/>
                <a:ext cx="206850" cy="199925"/>
              </a:xfrm>
              <a:custGeom>
                <a:rect b="b" l="l" r="r" t="t"/>
                <a:pathLst>
                  <a:path extrusionOk="0" h="7997" w="8274">
                    <a:moveTo>
                      <a:pt x="5435" y="5969"/>
                    </a:moveTo>
                    <a:cubicBezTo>
                      <a:pt x="5488" y="5969"/>
                      <a:pt x="5541" y="5970"/>
                      <a:pt x="5594" y="5974"/>
                    </a:cubicBezTo>
                    <a:cubicBezTo>
                      <a:pt x="5630" y="5975"/>
                      <a:pt x="5665" y="5976"/>
                      <a:pt x="5701" y="5976"/>
                    </a:cubicBezTo>
                    <a:cubicBezTo>
                      <a:pt x="5798" y="5976"/>
                      <a:pt x="5895" y="5972"/>
                      <a:pt x="5993" y="5972"/>
                    </a:cubicBezTo>
                    <a:cubicBezTo>
                      <a:pt x="6028" y="5972"/>
                      <a:pt x="6064" y="5973"/>
                      <a:pt x="6100" y="5974"/>
                    </a:cubicBezTo>
                    <a:cubicBezTo>
                      <a:pt x="6159" y="5978"/>
                      <a:pt x="6220" y="5979"/>
                      <a:pt x="6281" y="5979"/>
                    </a:cubicBezTo>
                    <a:cubicBezTo>
                      <a:pt x="6402" y="5979"/>
                      <a:pt x="6525" y="5974"/>
                      <a:pt x="6649" y="5974"/>
                    </a:cubicBezTo>
                    <a:cubicBezTo>
                      <a:pt x="6823" y="5974"/>
                      <a:pt x="7001" y="6013"/>
                      <a:pt x="7176" y="6013"/>
                    </a:cubicBezTo>
                    <a:cubicBezTo>
                      <a:pt x="7187" y="6013"/>
                      <a:pt x="7198" y="6012"/>
                      <a:pt x="7208" y="6012"/>
                    </a:cubicBezTo>
                    <a:cubicBezTo>
                      <a:pt x="7279" y="6012"/>
                      <a:pt x="7350" y="6012"/>
                      <a:pt x="7426" y="6007"/>
                    </a:cubicBezTo>
                    <a:lnTo>
                      <a:pt x="7426" y="6007"/>
                    </a:lnTo>
                    <a:cubicBezTo>
                      <a:pt x="7361" y="6061"/>
                      <a:pt x="7306" y="6121"/>
                      <a:pt x="7257" y="6191"/>
                    </a:cubicBezTo>
                    <a:lnTo>
                      <a:pt x="7257" y="6186"/>
                    </a:lnTo>
                    <a:cubicBezTo>
                      <a:pt x="7203" y="6262"/>
                      <a:pt x="7154" y="6338"/>
                      <a:pt x="7116" y="6420"/>
                    </a:cubicBezTo>
                    <a:lnTo>
                      <a:pt x="7105" y="6425"/>
                    </a:lnTo>
                    <a:cubicBezTo>
                      <a:pt x="7094" y="6436"/>
                      <a:pt x="7089" y="6447"/>
                      <a:pt x="7094" y="6463"/>
                    </a:cubicBezTo>
                    <a:cubicBezTo>
                      <a:pt x="7067" y="6518"/>
                      <a:pt x="7045" y="6577"/>
                      <a:pt x="7035" y="6637"/>
                    </a:cubicBezTo>
                    <a:cubicBezTo>
                      <a:pt x="7002" y="6773"/>
                      <a:pt x="6953" y="7083"/>
                      <a:pt x="7056" y="7241"/>
                    </a:cubicBezTo>
                    <a:cubicBezTo>
                      <a:pt x="7018" y="7251"/>
                      <a:pt x="6980" y="7251"/>
                      <a:pt x="6948" y="7257"/>
                    </a:cubicBezTo>
                    <a:cubicBezTo>
                      <a:pt x="6913" y="7259"/>
                      <a:pt x="6879" y="7259"/>
                      <a:pt x="6846" y="7259"/>
                    </a:cubicBezTo>
                    <a:cubicBezTo>
                      <a:pt x="6779" y="7259"/>
                      <a:pt x="6714" y="7257"/>
                      <a:pt x="6649" y="7257"/>
                    </a:cubicBezTo>
                    <a:lnTo>
                      <a:pt x="6013" y="7257"/>
                    </a:lnTo>
                    <a:cubicBezTo>
                      <a:pt x="5583" y="7257"/>
                      <a:pt x="5154" y="7262"/>
                      <a:pt x="4730" y="7262"/>
                    </a:cubicBezTo>
                    <a:cubicBezTo>
                      <a:pt x="4581" y="7262"/>
                      <a:pt x="4435" y="7255"/>
                      <a:pt x="4288" y="7255"/>
                    </a:cubicBezTo>
                    <a:cubicBezTo>
                      <a:pt x="4215" y="7255"/>
                      <a:pt x="4141" y="7257"/>
                      <a:pt x="4067" y="7262"/>
                    </a:cubicBezTo>
                    <a:cubicBezTo>
                      <a:pt x="3974" y="7262"/>
                      <a:pt x="3887" y="7284"/>
                      <a:pt x="3795" y="7290"/>
                    </a:cubicBezTo>
                    <a:cubicBezTo>
                      <a:pt x="3746" y="7292"/>
                      <a:pt x="3698" y="7294"/>
                      <a:pt x="3651" y="7294"/>
                    </a:cubicBezTo>
                    <a:cubicBezTo>
                      <a:pt x="3605" y="7294"/>
                      <a:pt x="3558" y="7292"/>
                      <a:pt x="3512" y="7290"/>
                    </a:cubicBezTo>
                    <a:cubicBezTo>
                      <a:pt x="3489" y="7289"/>
                      <a:pt x="3466" y="7289"/>
                      <a:pt x="3442" y="7289"/>
                    </a:cubicBezTo>
                    <a:cubicBezTo>
                      <a:pt x="3253" y="7289"/>
                      <a:pt x="3059" y="7306"/>
                      <a:pt x="2871" y="7311"/>
                    </a:cubicBezTo>
                    <a:cubicBezTo>
                      <a:pt x="2841" y="7310"/>
                      <a:pt x="2812" y="7310"/>
                      <a:pt x="2783" y="7310"/>
                    </a:cubicBezTo>
                    <a:cubicBezTo>
                      <a:pt x="2626" y="7310"/>
                      <a:pt x="2467" y="7323"/>
                      <a:pt x="2316" y="7355"/>
                    </a:cubicBezTo>
                    <a:lnTo>
                      <a:pt x="2224" y="7355"/>
                    </a:lnTo>
                    <a:cubicBezTo>
                      <a:pt x="2050" y="7355"/>
                      <a:pt x="1887" y="7328"/>
                      <a:pt x="1713" y="7317"/>
                    </a:cubicBezTo>
                    <a:cubicBezTo>
                      <a:pt x="1561" y="7311"/>
                      <a:pt x="1408" y="7295"/>
                      <a:pt x="1262" y="7268"/>
                    </a:cubicBezTo>
                    <a:cubicBezTo>
                      <a:pt x="1099" y="7230"/>
                      <a:pt x="1023" y="7126"/>
                      <a:pt x="984" y="6969"/>
                    </a:cubicBezTo>
                    <a:cubicBezTo>
                      <a:pt x="952" y="6855"/>
                      <a:pt x="946" y="6735"/>
                      <a:pt x="974" y="6621"/>
                    </a:cubicBezTo>
                    <a:cubicBezTo>
                      <a:pt x="979" y="6577"/>
                      <a:pt x="990" y="6539"/>
                      <a:pt x="1006" y="6496"/>
                    </a:cubicBezTo>
                    <a:cubicBezTo>
                      <a:pt x="1137" y="6523"/>
                      <a:pt x="1273" y="6539"/>
                      <a:pt x="1414" y="6545"/>
                    </a:cubicBezTo>
                    <a:cubicBezTo>
                      <a:pt x="1572" y="6545"/>
                      <a:pt x="1729" y="6561"/>
                      <a:pt x="1887" y="6567"/>
                    </a:cubicBezTo>
                    <a:cubicBezTo>
                      <a:pt x="2005" y="6574"/>
                      <a:pt x="2123" y="6576"/>
                      <a:pt x="2242" y="6576"/>
                    </a:cubicBezTo>
                    <a:cubicBezTo>
                      <a:pt x="2479" y="6576"/>
                      <a:pt x="2717" y="6567"/>
                      <a:pt x="2952" y="6567"/>
                    </a:cubicBezTo>
                    <a:cubicBezTo>
                      <a:pt x="3306" y="6567"/>
                      <a:pt x="3659" y="6577"/>
                      <a:pt x="4018" y="6583"/>
                    </a:cubicBezTo>
                    <a:cubicBezTo>
                      <a:pt x="4186" y="6583"/>
                      <a:pt x="4355" y="6599"/>
                      <a:pt x="4529" y="6599"/>
                    </a:cubicBezTo>
                    <a:cubicBezTo>
                      <a:pt x="4671" y="6599"/>
                      <a:pt x="4816" y="6615"/>
                      <a:pt x="4957" y="6615"/>
                    </a:cubicBezTo>
                    <a:cubicBezTo>
                      <a:pt x="5000" y="6615"/>
                      <a:pt x="5042" y="6614"/>
                      <a:pt x="5083" y="6610"/>
                    </a:cubicBezTo>
                    <a:cubicBezTo>
                      <a:pt x="5114" y="6610"/>
                      <a:pt x="5116" y="6572"/>
                      <a:pt x="5089" y="6567"/>
                    </a:cubicBezTo>
                    <a:lnTo>
                      <a:pt x="5089" y="6567"/>
                    </a:lnTo>
                    <a:cubicBezTo>
                      <a:pt x="5347" y="6575"/>
                      <a:pt x="5606" y="6586"/>
                      <a:pt x="5864" y="6586"/>
                    </a:cubicBezTo>
                    <a:cubicBezTo>
                      <a:pt x="6128" y="6586"/>
                      <a:pt x="6390" y="6575"/>
                      <a:pt x="6649" y="6539"/>
                    </a:cubicBezTo>
                    <a:cubicBezTo>
                      <a:pt x="6670" y="6539"/>
                      <a:pt x="6659" y="6512"/>
                      <a:pt x="6649" y="6512"/>
                    </a:cubicBezTo>
                    <a:cubicBezTo>
                      <a:pt x="6610" y="6508"/>
                      <a:pt x="6571" y="6506"/>
                      <a:pt x="6531" y="6506"/>
                    </a:cubicBezTo>
                    <a:cubicBezTo>
                      <a:pt x="6446" y="6506"/>
                      <a:pt x="6360" y="6513"/>
                      <a:pt x="6274" y="6513"/>
                    </a:cubicBezTo>
                    <a:cubicBezTo>
                      <a:pt x="6258" y="6513"/>
                      <a:pt x="6241" y="6513"/>
                      <a:pt x="6225" y="6512"/>
                    </a:cubicBezTo>
                    <a:lnTo>
                      <a:pt x="5811" y="6512"/>
                    </a:lnTo>
                    <a:cubicBezTo>
                      <a:pt x="5529" y="6512"/>
                      <a:pt x="5252" y="6518"/>
                      <a:pt x="4974" y="6529"/>
                    </a:cubicBezTo>
                    <a:cubicBezTo>
                      <a:pt x="4958" y="6529"/>
                      <a:pt x="4953" y="6545"/>
                      <a:pt x="4958" y="6556"/>
                    </a:cubicBezTo>
                    <a:cubicBezTo>
                      <a:pt x="4648" y="6529"/>
                      <a:pt x="4327" y="6523"/>
                      <a:pt x="4018" y="6512"/>
                    </a:cubicBezTo>
                    <a:cubicBezTo>
                      <a:pt x="3659" y="6501"/>
                      <a:pt x="3306" y="6480"/>
                      <a:pt x="2952" y="6480"/>
                    </a:cubicBezTo>
                    <a:cubicBezTo>
                      <a:pt x="2717" y="6480"/>
                      <a:pt x="2479" y="6487"/>
                      <a:pt x="2242" y="6487"/>
                    </a:cubicBezTo>
                    <a:cubicBezTo>
                      <a:pt x="2123" y="6487"/>
                      <a:pt x="2005" y="6485"/>
                      <a:pt x="1887" y="6480"/>
                    </a:cubicBezTo>
                    <a:cubicBezTo>
                      <a:pt x="1729" y="6474"/>
                      <a:pt x="1572" y="6458"/>
                      <a:pt x="1414" y="6458"/>
                    </a:cubicBezTo>
                    <a:cubicBezTo>
                      <a:pt x="1283" y="6458"/>
                      <a:pt x="1153" y="6442"/>
                      <a:pt x="1028" y="6431"/>
                    </a:cubicBezTo>
                    <a:cubicBezTo>
                      <a:pt x="1044" y="6376"/>
                      <a:pt x="1071" y="6317"/>
                      <a:pt x="1110" y="6268"/>
                    </a:cubicBezTo>
                    <a:cubicBezTo>
                      <a:pt x="1186" y="6143"/>
                      <a:pt x="1322" y="6110"/>
                      <a:pt x="1463" y="6094"/>
                    </a:cubicBezTo>
                    <a:cubicBezTo>
                      <a:pt x="1539" y="6088"/>
                      <a:pt x="1615" y="6088"/>
                      <a:pt x="1686" y="6077"/>
                    </a:cubicBezTo>
                    <a:cubicBezTo>
                      <a:pt x="1773" y="6061"/>
                      <a:pt x="1865" y="6050"/>
                      <a:pt x="1952" y="6045"/>
                    </a:cubicBezTo>
                    <a:cubicBezTo>
                      <a:pt x="2189" y="6043"/>
                      <a:pt x="2427" y="6042"/>
                      <a:pt x="2664" y="6042"/>
                    </a:cubicBezTo>
                    <a:cubicBezTo>
                      <a:pt x="3139" y="6042"/>
                      <a:pt x="3615" y="6045"/>
                      <a:pt x="4094" y="6045"/>
                    </a:cubicBezTo>
                    <a:cubicBezTo>
                      <a:pt x="4262" y="6045"/>
                      <a:pt x="4425" y="6023"/>
                      <a:pt x="4588" y="6012"/>
                    </a:cubicBezTo>
                    <a:cubicBezTo>
                      <a:pt x="4618" y="6011"/>
                      <a:pt x="4648" y="6011"/>
                      <a:pt x="4678" y="6011"/>
                    </a:cubicBezTo>
                    <a:cubicBezTo>
                      <a:pt x="4724" y="6011"/>
                      <a:pt x="4771" y="6012"/>
                      <a:pt x="4818" y="6012"/>
                    </a:cubicBezTo>
                    <a:cubicBezTo>
                      <a:pt x="4918" y="6012"/>
                      <a:pt x="5018" y="6009"/>
                      <a:pt x="5116" y="5990"/>
                    </a:cubicBezTo>
                    <a:cubicBezTo>
                      <a:pt x="5221" y="5976"/>
                      <a:pt x="5328" y="5969"/>
                      <a:pt x="5435" y="5969"/>
                    </a:cubicBezTo>
                    <a:close/>
                    <a:moveTo>
                      <a:pt x="4628" y="254"/>
                    </a:moveTo>
                    <a:cubicBezTo>
                      <a:pt x="4845" y="254"/>
                      <a:pt x="5061" y="261"/>
                      <a:pt x="5273" y="288"/>
                    </a:cubicBezTo>
                    <a:cubicBezTo>
                      <a:pt x="5469" y="315"/>
                      <a:pt x="5670" y="321"/>
                      <a:pt x="5866" y="337"/>
                    </a:cubicBezTo>
                    <a:cubicBezTo>
                      <a:pt x="6004" y="348"/>
                      <a:pt x="6144" y="372"/>
                      <a:pt x="6283" y="372"/>
                    </a:cubicBezTo>
                    <a:cubicBezTo>
                      <a:pt x="6347" y="372"/>
                      <a:pt x="6411" y="367"/>
                      <a:pt x="6475" y="353"/>
                    </a:cubicBezTo>
                    <a:cubicBezTo>
                      <a:pt x="6498" y="350"/>
                      <a:pt x="6522" y="348"/>
                      <a:pt x="6545" y="348"/>
                    </a:cubicBezTo>
                    <a:cubicBezTo>
                      <a:pt x="6592" y="348"/>
                      <a:pt x="6640" y="355"/>
                      <a:pt x="6687" y="370"/>
                    </a:cubicBezTo>
                    <a:cubicBezTo>
                      <a:pt x="6784" y="391"/>
                      <a:pt x="6888" y="408"/>
                      <a:pt x="6991" y="424"/>
                    </a:cubicBezTo>
                    <a:cubicBezTo>
                      <a:pt x="7029" y="430"/>
                      <a:pt x="7067" y="430"/>
                      <a:pt x="7100" y="440"/>
                    </a:cubicBezTo>
                    <a:cubicBezTo>
                      <a:pt x="7138" y="451"/>
                      <a:pt x="7170" y="468"/>
                      <a:pt x="7203" y="478"/>
                    </a:cubicBezTo>
                    <a:cubicBezTo>
                      <a:pt x="7203" y="489"/>
                      <a:pt x="7203" y="500"/>
                      <a:pt x="7203" y="511"/>
                    </a:cubicBezTo>
                    <a:cubicBezTo>
                      <a:pt x="7208" y="565"/>
                      <a:pt x="7219" y="625"/>
                      <a:pt x="7236" y="680"/>
                    </a:cubicBezTo>
                    <a:cubicBezTo>
                      <a:pt x="7241" y="777"/>
                      <a:pt x="7247" y="870"/>
                      <a:pt x="7241" y="968"/>
                    </a:cubicBezTo>
                    <a:cubicBezTo>
                      <a:pt x="7247" y="1066"/>
                      <a:pt x="7263" y="1158"/>
                      <a:pt x="7279" y="1250"/>
                    </a:cubicBezTo>
                    <a:cubicBezTo>
                      <a:pt x="7323" y="1468"/>
                      <a:pt x="7350" y="1680"/>
                      <a:pt x="7393" y="1892"/>
                    </a:cubicBezTo>
                    <a:cubicBezTo>
                      <a:pt x="7442" y="2104"/>
                      <a:pt x="7491" y="2321"/>
                      <a:pt x="7524" y="2539"/>
                    </a:cubicBezTo>
                    <a:cubicBezTo>
                      <a:pt x="7540" y="2751"/>
                      <a:pt x="7573" y="2963"/>
                      <a:pt x="7616" y="3175"/>
                    </a:cubicBezTo>
                    <a:cubicBezTo>
                      <a:pt x="7671" y="3397"/>
                      <a:pt x="7714" y="3626"/>
                      <a:pt x="7741" y="3854"/>
                    </a:cubicBezTo>
                    <a:cubicBezTo>
                      <a:pt x="7757" y="3963"/>
                      <a:pt x="7757" y="4077"/>
                      <a:pt x="7774" y="4186"/>
                    </a:cubicBezTo>
                    <a:cubicBezTo>
                      <a:pt x="7790" y="4294"/>
                      <a:pt x="7828" y="4403"/>
                      <a:pt x="7844" y="4512"/>
                    </a:cubicBezTo>
                    <a:cubicBezTo>
                      <a:pt x="7893" y="4746"/>
                      <a:pt x="7931" y="4985"/>
                      <a:pt x="7980" y="5224"/>
                    </a:cubicBezTo>
                    <a:cubicBezTo>
                      <a:pt x="8008" y="5333"/>
                      <a:pt x="8024" y="5447"/>
                      <a:pt x="8024" y="5561"/>
                    </a:cubicBezTo>
                    <a:cubicBezTo>
                      <a:pt x="8013" y="5637"/>
                      <a:pt x="7980" y="5713"/>
                      <a:pt x="7931" y="5778"/>
                    </a:cubicBezTo>
                    <a:cubicBezTo>
                      <a:pt x="7904" y="5778"/>
                      <a:pt x="7877" y="5778"/>
                      <a:pt x="7839" y="5773"/>
                    </a:cubicBezTo>
                    <a:cubicBezTo>
                      <a:pt x="7752" y="5773"/>
                      <a:pt x="7665" y="5789"/>
                      <a:pt x="7578" y="5789"/>
                    </a:cubicBezTo>
                    <a:cubicBezTo>
                      <a:pt x="7512" y="5793"/>
                      <a:pt x="7444" y="5795"/>
                      <a:pt x="7377" y="5795"/>
                    </a:cubicBezTo>
                    <a:cubicBezTo>
                      <a:pt x="7268" y="5795"/>
                      <a:pt x="7158" y="5791"/>
                      <a:pt x="7051" y="5784"/>
                    </a:cubicBezTo>
                    <a:cubicBezTo>
                      <a:pt x="6773" y="5749"/>
                      <a:pt x="6494" y="5732"/>
                      <a:pt x="6216" y="5732"/>
                    </a:cubicBezTo>
                    <a:cubicBezTo>
                      <a:pt x="6146" y="5732"/>
                      <a:pt x="6077" y="5733"/>
                      <a:pt x="6007" y="5735"/>
                    </a:cubicBezTo>
                    <a:lnTo>
                      <a:pt x="5235" y="5735"/>
                    </a:lnTo>
                    <a:cubicBezTo>
                      <a:pt x="5154" y="5740"/>
                      <a:pt x="5067" y="5767"/>
                      <a:pt x="4980" y="5778"/>
                    </a:cubicBezTo>
                    <a:cubicBezTo>
                      <a:pt x="4790" y="5789"/>
                      <a:pt x="4599" y="5778"/>
                      <a:pt x="4409" y="5795"/>
                    </a:cubicBezTo>
                    <a:cubicBezTo>
                      <a:pt x="4295" y="5804"/>
                      <a:pt x="4181" y="5806"/>
                      <a:pt x="4065" y="5806"/>
                    </a:cubicBezTo>
                    <a:cubicBezTo>
                      <a:pt x="3989" y="5806"/>
                      <a:pt x="3911" y="5806"/>
                      <a:pt x="3833" y="5806"/>
                    </a:cubicBezTo>
                    <a:lnTo>
                      <a:pt x="2088" y="5806"/>
                    </a:lnTo>
                    <a:cubicBezTo>
                      <a:pt x="2001" y="5806"/>
                      <a:pt x="1914" y="5806"/>
                      <a:pt x="1822" y="5816"/>
                    </a:cubicBezTo>
                    <a:cubicBezTo>
                      <a:pt x="1735" y="5833"/>
                      <a:pt x="1653" y="5849"/>
                      <a:pt x="1561" y="5854"/>
                    </a:cubicBezTo>
                    <a:cubicBezTo>
                      <a:pt x="1403" y="5865"/>
                      <a:pt x="1251" y="5876"/>
                      <a:pt x="1120" y="5974"/>
                    </a:cubicBezTo>
                    <a:cubicBezTo>
                      <a:pt x="1017" y="6050"/>
                      <a:pt x="941" y="6153"/>
                      <a:pt x="892" y="6273"/>
                    </a:cubicBezTo>
                    <a:cubicBezTo>
                      <a:pt x="789" y="6501"/>
                      <a:pt x="734" y="6757"/>
                      <a:pt x="811" y="7001"/>
                    </a:cubicBezTo>
                    <a:cubicBezTo>
                      <a:pt x="843" y="7148"/>
                      <a:pt x="930" y="7273"/>
                      <a:pt x="1055" y="7360"/>
                    </a:cubicBezTo>
                    <a:cubicBezTo>
                      <a:pt x="1191" y="7442"/>
                      <a:pt x="1360" y="7442"/>
                      <a:pt x="1517" y="7463"/>
                    </a:cubicBezTo>
                    <a:cubicBezTo>
                      <a:pt x="1615" y="7480"/>
                      <a:pt x="1713" y="7474"/>
                      <a:pt x="1805" y="7491"/>
                    </a:cubicBezTo>
                    <a:cubicBezTo>
                      <a:pt x="1898" y="7507"/>
                      <a:pt x="1985" y="7518"/>
                      <a:pt x="2077" y="7518"/>
                    </a:cubicBezTo>
                    <a:cubicBezTo>
                      <a:pt x="2107" y="7519"/>
                      <a:pt x="2137" y="7519"/>
                      <a:pt x="2166" y="7519"/>
                    </a:cubicBezTo>
                    <a:cubicBezTo>
                      <a:pt x="2315" y="7519"/>
                      <a:pt x="2460" y="7508"/>
                      <a:pt x="2610" y="7485"/>
                    </a:cubicBezTo>
                    <a:cubicBezTo>
                      <a:pt x="2680" y="7490"/>
                      <a:pt x="2750" y="7492"/>
                      <a:pt x="2821" y="7492"/>
                    </a:cubicBezTo>
                    <a:cubicBezTo>
                      <a:pt x="2997" y="7492"/>
                      <a:pt x="3173" y="7481"/>
                      <a:pt x="3346" y="7481"/>
                    </a:cubicBezTo>
                    <a:cubicBezTo>
                      <a:pt x="3402" y="7481"/>
                      <a:pt x="3457" y="7482"/>
                      <a:pt x="3512" y="7485"/>
                    </a:cubicBezTo>
                    <a:cubicBezTo>
                      <a:pt x="3577" y="7489"/>
                      <a:pt x="3646" y="7493"/>
                      <a:pt x="3712" y="7493"/>
                    </a:cubicBezTo>
                    <a:cubicBezTo>
                      <a:pt x="3740" y="7493"/>
                      <a:pt x="3768" y="7492"/>
                      <a:pt x="3795" y="7491"/>
                    </a:cubicBezTo>
                    <a:cubicBezTo>
                      <a:pt x="3887" y="7485"/>
                      <a:pt x="3980" y="7463"/>
                      <a:pt x="4072" y="7463"/>
                    </a:cubicBezTo>
                    <a:cubicBezTo>
                      <a:pt x="4144" y="7458"/>
                      <a:pt x="4218" y="7456"/>
                      <a:pt x="4291" y="7456"/>
                    </a:cubicBezTo>
                    <a:cubicBezTo>
                      <a:pt x="4437" y="7456"/>
                      <a:pt x="4585" y="7463"/>
                      <a:pt x="4730" y="7463"/>
                    </a:cubicBezTo>
                    <a:cubicBezTo>
                      <a:pt x="4873" y="7465"/>
                      <a:pt x="5016" y="7466"/>
                      <a:pt x="5159" y="7466"/>
                    </a:cubicBezTo>
                    <a:cubicBezTo>
                      <a:pt x="5445" y="7466"/>
                      <a:pt x="5730" y="7463"/>
                      <a:pt x="6013" y="7463"/>
                    </a:cubicBezTo>
                    <a:lnTo>
                      <a:pt x="6649" y="7463"/>
                    </a:lnTo>
                    <a:cubicBezTo>
                      <a:pt x="6714" y="7463"/>
                      <a:pt x="6781" y="7466"/>
                      <a:pt x="6848" y="7466"/>
                    </a:cubicBezTo>
                    <a:cubicBezTo>
                      <a:pt x="6882" y="7466"/>
                      <a:pt x="6915" y="7465"/>
                      <a:pt x="6948" y="7463"/>
                    </a:cubicBezTo>
                    <a:cubicBezTo>
                      <a:pt x="7045" y="7463"/>
                      <a:pt x="7143" y="7431"/>
                      <a:pt x="7247" y="7431"/>
                    </a:cubicBezTo>
                    <a:cubicBezTo>
                      <a:pt x="7249" y="7431"/>
                      <a:pt x="7250" y="7431"/>
                      <a:pt x="7252" y="7431"/>
                    </a:cubicBezTo>
                    <a:cubicBezTo>
                      <a:pt x="7346" y="7431"/>
                      <a:pt x="7381" y="7305"/>
                      <a:pt x="7312" y="7246"/>
                    </a:cubicBezTo>
                    <a:cubicBezTo>
                      <a:pt x="7312" y="7241"/>
                      <a:pt x="7312" y="7241"/>
                      <a:pt x="7312" y="7241"/>
                    </a:cubicBezTo>
                    <a:cubicBezTo>
                      <a:pt x="7301" y="7197"/>
                      <a:pt x="7279" y="7164"/>
                      <a:pt x="7247" y="7137"/>
                    </a:cubicBezTo>
                    <a:cubicBezTo>
                      <a:pt x="7214" y="7088"/>
                      <a:pt x="7203" y="7029"/>
                      <a:pt x="7208" y="6974"/>
                    </a:cubicBezTo>
                    <a:cubicBezTo>
                      <a:pt x="7203" y="6855"/>
                      <a:pt x="7208" y="6730"/>
                      <a:pt x="7230" y="6610"/>
                    </a:cubicBezTo>
                    <a:cubicBezTo>
                      <a:pt x="7263" y="6648"/>
                      <a:pt x="7290" y="6697"/>
                      <a:pt x="7317" y="6746"/>
                    </a:cubicBezTo>
                    <a:cubicBezTo>
                      <a:pt x="7404" y="6866"/>
                      <a:pt x="7497" y="6974"/>
                      <a:pt x="7600" y="7078"/>
                    </a:cubicBezTo>
                    <a:cubicBezTo>
                      <a:pt x="7643" y="7126"/>
                      <a:pt x="7698" y="7175"/>
                      <a:pt x="7752" y="7213"/>
                    </a:cubicBezTo>
                    <a:cubicBezTo>
                      <a:pt x="7806" y="7251"/>
                      <a:pt x="7888" y="7311"/>
                      <a:pt x="7910" y="7376"/>
                    </a:cubicBezTo>
                    <a:cubicBezTo>
                      <a:pt x="7931" y="7469"/>
                      <a:pt x="7823" y="7578"/>
                      <a:pt x="7757" y="7627"/>
                    </a:cubicBezTo>
                    <a:cubicBezTo>
                      <a:pt x="7741" y="7632"/>
                      <a:pt x="7730" y="7648"/>
                      <a:pt x="7725" y="7665"/>
                    </a:cubicBezTo>
                    <a:cubicBezTo>
                      <a:pt x="7654" y="7665"/>
                      <a:pt x="7584" y="7670"/>
                      <a:pt x="7518" y="7681"/>
                    </a:cubicBezTo>
                    <a:cubicBezTo>
                      <a:pt x="7404" y="7703"/>
                      <a:pt x="7285" y="7714"/>
                      <a:pt x="7165" y="7714"/>
                    </a:cubicBezTo>
                    <a:cubicBezTo>
                      <a:pt x="7108" y="7716"/>
                      <a:pt x="7051" y="7718"/>
                      <a:pt x="6994" y="7718"/>
                    </a:cubicBezTo>
                    <a:cubicBezTo>
                      <a:pt x="6937" y="7718"/>
                      <a:pt x="6880" y="7716"/>
                      <a:pt x="6823" y="7714"/>
                    </a:cubicBezTo>
                    <a:cubicBezTo>
                      <a:pt x="6719" y="7692"/>
                      <a:pt x="6616" y="7675"/>
                      <a:pt x="6513" y="7675"/>
                    </a:cubicBezTo>
                    <a:cubicBezTo>
                      <a:pt x="6279" y="7686"/>
                      <a:pt x="6045" y="7703"/>
                      <a:pt x="5811" y="7719"/>
                    </a:cubicBezTo>
                    <a:cubicBezTo>
                      <a:pt x="5578" y="7730"/>
                      <a:pt x="5333" y="7757"/>
                      <a:pt x="5094" y="7757"/>
                    </a:cubicBezTo>
                    <a:cubicBezTo>
                      <a:pt x="4838" y="7757"/>
                      <a:pt x="4588" y="7762"/>
                      <a:pt x="4333" y="7762"/>
                    </a:cubicBezTo>
                    <a:cubicBezTo>
                      <a:pt x="4077" y="7762"/>
                      <a:pt x="3849" y="7800"/>
                      <a:pt x="3599" y="7800"/>
                    </a:cubicBezTo>
                    <a:lnTo>
                      <a:pt x="2854" y="7806"/>
                    </a:lnTo>
                    <a:lnTo>
                      <a:pt x="2485" y="7806"/>
                    </a:lnTo>
                    <a:cubicBezTo>
                      <a:pt x="2354" y="7806"/>
                      <a:pt x="2229" y="7784"/>
                      <a:pt x="2099" y="7773"/>
                    </a:cubicBezTo>
                    <a:cubicBezTo>
                      <a:pt x="2052" y="7770"/>
                      <a:pt x="2004" y="7768"/>
                      <a:pt x="1956" y="7768"/>
                    </a:cubicBezTo>
                    <a:cubicBezTo>
                      <a:pt x="1860" y="7768"/>
                      <a:pt x="1764" y="7773"/>
                      <a:pt x="1669" y="7773"/>
                    </a:cubicBezTo>
                    <a:cubicBezTo>
                      <a:pt x="1637" y="7776"/>
                      <a:pt x="1603" y="7777"/>
                      <a:pt x="1569" y="7777"/>
                    </a:cubicBezTo>
                    <a:cubicBezTo>
                      <a:pt x="1535" y="7777"/>
                      <a:pt x="1501" y="7776"/>
                      <a:pt x="1468" y="7773"/>
                    </a:cubicBezTo>
                    <a:cubicBezTo>
                      <a:pt x="1414" y="7762"/>
                      <a:pt x="1365" y="7752"/>
                      <a:pt x="1316" y="7746"/>
                    </a:cubicBezTo>
                    <a:cubicBezTo>
                      <a:pt x="1207" y="7730"/>
                      <a:pt x="1104" y="7714"/>
                      <a:pt x="1001" y="7686"/>
                    </a:cubicBezTo>
                    <a:lnTo>
                      <a:pt x="946" y="7675"/>
                    </a:lnTo>
                    <a:cubicBezTo>
                      <a:pt x="957" y="7632"/>
                      <a:pt x="930" y="7588"/>
                      <a:pt x="887" y="7578"/>
                    </a:cubicBezTo>
                    <a:cubicBezTo>
                      <a:pt x="800" y="7550"/>
                      <a:pt x="751" y="7442"/>
                      <a:pt x="675" y="7398"/>
                    </a:cubicBezTo>
                    <a:cubicBezTo>
                      <a:pt x="566" y="7344"/>
                      <a:pt x="479" y="7328"/>
                      <a:pt x="414" y="7224"/>
                    </a:cubicBezTo>
                    <a:cubicBezTo>
                      <a:pt x="381" y="7192"/>
                      <a:pt x="359" y="7148"/>
                      <a:pt x="338" y="7110"/>
                    </a:cubicBezTo>
                    <a:cubicBezTo>
                      <a:pt x="327" y="7067"/>
                      <a:pt x="338" y="7018"/>
                      <a:pt x="332" y="6980"/>
                    </a:cubicBezTo>
                    <a:cubicBezTo>
                      <a:pt x="321" y="6942"/>
                      <a:pt x="305" y="6898"/>
                      <a:pt x="300" y="6855"/>
                    </a:cubicBezTo>
                    <a:cubicBezTo>
                      <a:pt x="294" y="6779"/>
                      <a:pt x="294" y="6702"/>
                      <a:pt x="300" y="6626"/>
                    </a:cubicBezTo>
                    <a:cubicBezTo>
                      <a:pt x="300" y="6512"/>
                      <a:pt x="305" y="6393"/>
                      <a:pt x="300" y="6273"/>
                    </a:cubicBezTo>
                    <a:cubicBezTo>
                      <a:pt x="294" y="6153"/>
                      <a:pt x="338" y="6039"/>
                      <a:pt x="338" y="5914"/>
                    </a:cubicBezTo>
                    <a:cubicBezTo>
                      <a:pt x="332" y="5860"/>
                      <a:pt x="332" y="5806"/>
                      <a:pt x="343" y="5751"/>
                    </a:cubicBezTo>
                    <a:cubicBezTo>
                      <a:pt x="359" y="5697"/>
                      <a:pt x="370" y="5642"/>
                      <a:pt x="376" y="5588"/>
                    </a:cubicBezTo>
                    <a:cubicBezTo>
                      <a:pt x="397" y="5452"/>
                      <a:pt x="403" y="5316"/>
                      <a:pt x="430" y="5180"/>
                    </a:cubicBezTo>
                    <a:cubicBezTo>
                      <a:pt x="474" y="4925"/>
                      <a:pt x="512" y="4675"/>
                      <a:pt x="560" y="4419"/>
                    </a:cubicBezTo>
                    <a:cubicBezTo>
                      <a:pt x="609" y="4153"/>
                      <a:pt x="696" y="3898"/>
                      <a:pt x="745" y="3637"/>
                    </a:cubicBezTo>
                    <a:cubicBezTo>
                      <a:pt x="800" y="3370"/>
                      <a:pt x="821" y="3104"/>
                      <a:pt x="892" y="2843"/>
                    </a:cubicBezTo>
                    <a:cubicBezTo>
                      <a:pt x="963" y="2577"/>
                      <a:pt x="1017" y="2321"/>
                      <a:pt x="1082" y="2066"/>
                    </a:cubicBezTo>
                    <a:cubicBezTo>
                      <a:pt x="1148" y="1778"/>
                      <a:pt x="1218" y="1495"/>
                      <a:pt x="1289" y="1212"/>
                    </a:cubicBezTo>
                    <a:cubicBezTo>
                      <a:pt x="1322" y="1071"/>
                      <a:pt x="1381" y="935"/>
                      <a:pt x="1419" y="794"/>
                    </a:cubicBezTo>
                    <a:cubicBezTo>
                      <a:pt x="1419" y="772"/>
                      <a:pt x="1425" y="756"/>
                      <a:pt x="1430" y="734"/>
                    </a:cubicBezTo>
                    <a:cubicBezTo>
                      <a:pt x="1430" y="729"/>
                      <a:pt x="1436" y="723"/>
                      <a:pt x="1436" y="718"/>
                    </a:cubicBezTo>
                    <a:cubicBezTo>
                      <a:pt x="1468" y="625"/>
                      <a:pt x="1485" y="522"/>
                      <a:pt x="1561" y="457"/>
                    </a:cubicBezTo>
                    <a:cubicBezTo>
                      <a:pt x="1697" y="332"/>
                      <a:pt x="1936" y="326"/>
                      <a:pt x="2104" y="321"/>
                    </a:cubicBezTo>
                    <a:cubicBezTo>
                      <a:pt x="2288" y="306"/>
                      <a:pt x="2475" y="282"/>
                      <a:pt x="2660" y="282"/>
                    </a:cubicBezTo>
                    <a:cubicBezTo>
                      <a:pt x="2677" y="282"/>
                      <a:pt x="2695" y="282"/>
                      <a:pt x="2713" y="283"/>
                    </a:cubicBezTo>
                    <a:cubicBezTo>
                      <a:pt x="2920" y="288"/>
                      <a:pt x="3142" y="288"/>
                      <a:pt x="3360" y="288"/>
                    </a:cubicBezTo>
                    <a:cubicBezTo>
                      <a:pt x="3577" y="288"/>
                      <a:pt x="3768" y="261"/>
                      <a:pt x="3974" y="261"/>
                    </a:cubicBezTo>
                    <a:cubicBezTo>
                      <a:pt x="4192" y="261"/>
                      <a:pt x="4410" y="254"/>
                      <a:pt x="4628" y="254"/>
                    </a:cubicBezTo>
                    <a:close/>
                    <a:moveTo>
                      <a:pt x="4865" y="1"/>
                    </a:moveTo>
                    <a:cubicBezTo>
                      <a:pt x="4695" y="1"/>
                      <a:pt x="4523" y="7"/>
                      <a:pt x="4355" y="11"/>
                    </a:cubicBezTo>
                    <a:cubicBezTo>
                      <a:pt x="3893" y="11"/>
                      <a:pt x="3431" y="49"/>
                      <a:pt x="2969" y="54"/>
                    </a:cubicBezTo>
                    <a:lnTo>
                      <a:pt x="2610" y="54"/>
                    </a:lnTo>
                    <a:cubicBezTo>
                      <a:pt x="2490" y="54"/>
                      <a:pt x="2381" y="82"/>
                      <a:pt x="2262" y="93"/>
                    </a:cubicBezTo>
                    <a:cubicBezTo>
                      <a:pt x="2039" y="109"/>
                      <a:pt x="1778" y="98"/>
                      <a:pt x="1572" y="207"/>
                    </a:cubicBezTo>
                    <a:cubicBezTo>
                      <a:pt x="1512" y="239"/>
                      <a:pt x="1463" y="277"/>
                      <a:pt x="1419" y="332"/>
                    </a:cubicBezTo>
                    <a:lnTo>
                      <a:pt x="1403" y="332"/>
                    </a:lnTo>
                    <a:cubicBezTo>
                      <a:pt x="1401" y="331"/>
                      <a:pt x="1398" y="331"/>
                      <a:pt x="1396" y="331"/>
                    </a:cubicBezTo>
                    <a:cubicBezTo>
                      <a:pt x="1352" y="331"/>
                      <a:pt x="1334" y="382"/>
                      <a:pt x="1365" y="408"/>
                    </a:cubicBezTo>
                    <a:cubicBezTo>
                      <a:pt x="1343" y="446"/>
                      <a:pt x="1322" y="484"/>
                      <a:pt x="1305" y="522"/>
                    </a:cubicBezTo>
                    <a:cubicBezTo>
                      <a:pt x="1300" y="549"/>
                      <a:pt x="1294" y="576"/>
                      <a:pt x="1283" y="603"/>
                    </a:cubicBezTo>
                    <a:cubicBezTo>
                      <a:pt x="1278" y="625"/>
                      <a:pt x="1273" y="652"/>
                      <a:pt x="1262" y="674"/>
                    </a:cubicBezTo>
                    <a:cubicBezTo>
                      <a:pt x="1229" y="783"/>
                      <a:pt x="1175" y="881"/>
                      <a:pt x="1137" y="989"/>
                    </a:cubicBezTo>
                    <a:cubicBezTo>
                      <a:pt x="1115" y="1044"/>
                      <a:pt x="1104" y="1098"/>
                      <a:pt x="1093" y="1152"/>
                    </a:cubicBezTo>
                    <a:cubicBezTo>
                      <a:pt x="1088" y="1180"/>
                      <a:pt x="1088" y="1207"/>
                      <a:pt x="1082" y="1234"/>
                    </a:cubicBezTo>
                    <a:cubicBezTo>
                      <a:pt x="1082" y="1245"/>
                      <a:pt x="1077" y="1256"/>
                      <a:pt x="1077" y="1267"/>
                    </a:cubicBezTo>
                    <a:cubicBezTo>
                      <a:pt x="1071" y="1283"/>
                      <a:pt x="1061" y="1294"/>
                      <a:pt x="1055" y="1305"/>
                    </a:cubicBezTo>
                    <a:cubicBezTo>
                      <a:pt x="1039" y="1326"/>
                      <a:pt x="1039" y="1354"/>
                      <a:pt x="1055" y="1375"/>
                    </a:cubicBezTo>
                    <a:cubicBezTo>
                      <a:pt x="1044" y="1413"/>
                      <a:pt x="1039" y="1451"/>
                      <a:pt x="1028" y="1490"/>
                    </a:cubicBezTo>
                    <a:cubicBezTo>
                      <a:pt x="990" y="1642"/>
                      <a:pt x="941" y="1788"/>
                      <a:pt x="903" y="1935"/>
                    </a:cubicBezTo>
                    <a:cubicBezTo>
                      <a:pt x="838" y="2207"/>
                      <a:pt x="778" y="2479"/>
                      <a:pt x="702" y="2751"/>
                    </a:cubicBezTo>
                    <a:cubicBezTo>
                      <a:pt x="620" y="3039"/>
                      <a:pt x="588" y="3332"/>
                      <a:pt x="512" y="3620"/>
                    </a:cubicBezTo>
                    <a:cubicBezTo>
                      <a:pt x="446" y="3887"/>
                      <a:pt x="359" y="4148"/>
                      <a:pt x="294" y="4419"/>
                    </a:cubicBezTo>
                    <a:cubicBezTo>
                      <a:pt x="229" y="4686"/>
                      <a:pt x="185" y="4947"/>
                      <a:pt x="136" y="5213"/>
                    </a:cubicBezTo>
                    <a:cubicBezTo>
                      <a:pt x="115" y="5343"/>
                      <a:pt x="120" y="5485"/>
                      <a:pt x="88" y="5615"/>
                    </a:cubicBezTo>
                    <a:cubicBezTo>
                      <a:pt x="71" y="5670"/>
                      <a:pt x="55" y="5729"/>
                      <a:pt x="50" y="5789"/>
                    </a:cubicBezTo>
                    <a:cubicBezTo>
                      <a:pt x="44" y="5860"/>
                      <a:pt x="60" y="5936"/>
                      <a:pt x="50" y="6007"/>
                    </a:cubicBezTo>
                    <a:cubicBezTo>
                      <a:pt x="28" y="6115"/>
                      <a:pt x="17" y="6224"/>
                      <a:pt x="11" y="6327"/>
                    </a:cubicBezTo>
                    <a:cubicBezTo>
                      <a:pt x="11" y="6480"/>
                      <a:pt x="1" y="6626"/>
                      <a:pt x="6" y="6773"/>
                    </a:cubicBezTo>
                    <a:cubicBezTo>
                      <a:pt x="11" y="6887"/>
                      <a:pt x="44" y="6996"/>
                      <a:pt x="55" y="7116"/>
                    </a:cubicBezTo>
                    <a:cubicBezTo>
                      <a:pt x="77" y="7241"/>
                      <a:pt x="136" y="7360"/>
                      <a:pt x="223" y="7453"/>
                    </a:cubicBezTo>
                    <a:cubicBezTo>
                      <a:pt x="316" y="7561"/>
                      <a:pt x="430" y="7572"/>
                      <a:pt x="550" y="7632"/>
                    </a:cubicBezTo>
                    <a:cubicBezTo>
                      <a:pt x="620" y="7675"/>
                      <a:pt x="691" y="7714"/>
                      <a:pt x="767" y="7746"/>
                    </a:cubicBezTo>
                    <a:cubicBezTo>
                      <a:pt x="865" y="7795"/>
                      <a:pt x="968" y="7839"/>
                      <a:pt x="1077" y="7866"/>
                    </a:cubicBezTo>
                    <a:cubicBezTo>
                      <a:pt x="1283" y="7926"/>
                      <a:pt x="1490" y="7958"/>
                      <a:pt x="1707" y="7958"/>
                    </a:cubicBezTo>
                    <a:cubicBezTo>
                      <a:pt x="1791" y="7958"/>
                      <a:pt x="1877" y="7953"/>
                      <a:pt x="1962" y="7953"/>
                    </a:cubicBezTo>
                    <a:cubicBezTo>
                      <a:pt x="2004" y="7953"/>
                      <a:pt x="2046" y="7954"/>
                      <a:pt x="2088" y="7958"/>
                    </a:cubicBezTo>
                    <a:cubicBezTo>
                      <a:pt x="2224" y="7969"/>
                      <a:pt x="2360" y="7991"/>
                      <a:pt x="2496" y="7991"/>
                    </a:cubicBezTo>
                    <a:lnTo>
                      <a:pt x="3278" y="7996"/>
                    </a:lnTo>
                    <a:lnTo>
                      <a:pt x="3659" y="7996"/>
                    </a:lnTo>
                    <a:cubicBezTo>
                      <a:pt x="3800" y="7996"/>
                      <a:pt x="3931" y="7974"/>
                      <a:pt x="4072" y="7964"/>
                    </a:cubicBezTo>
                    <a:cubicBezTo>
                      <a:pt x="4157" y="7958"/>
                      <a:pt x="4243" y="7956"/>
                      <a:pt x="4329" y="7956"/>
                    </a:cubicBezTo>
                    <a:cubicBezTo>
                      <a:pt x="4501" y="7956"/>
                      <a:pt x="4674" y="7964"/>
                      <a:pt x="4844" y="7964"/>
                    </a:cubicBezTo>
                    <a:lnTo>
                      <a:pt x="5208" y="7964"/>
                    </a:lnTo>
                    <a:cubicBezTo>
                      <a:pt x="5333" y="7964"/>
                      <a:pt x="5453" y="7942"/>
                      <a:pt x="5578" y="7936"/>
                    </a:cubicBezTo>
                    <a:cubicBezTo>
                      <a:pt x="5833" y="7920"/>
                      <a:pt x="6089" y="7909"/>
                      <a:pt x="6339" y="7904"/>
                    </a:cubicBezTo>
                    <a:cubicBezTo>
                      <a:pt x="6388" y="7898"/>
                      <a:pt x="6436" y="7895"/>
                      <a:pt x="6484" y="7895"/>
                    </a:cubicBezTo>
                    <a:cubicBezTo>
                      <a:pt x="6564" y="7895"/>
                      <a:pt x="6643" y="7903"/>
                      <a:pt x="6725" y="7920"/>
                    </a:cubicBezTo>
                    <a:cubicBezTo>
                      <a:pt x="6824" y="7937"/>
                      <a:pt x="6924" y="7944"/>
                      <a:pt x="7024" y="7944"/>
                    </a:cubicBezTo>
                    <a:cubicBezTo>
                      <a:pt x="7054" y="7944"/>
                      <a:pt x="7085" y="7943"/>
                      <a:pt x="7116" y="7942"/>
                    </a:cubicBezTo>
                    <a:cubicBezTo>
                      <a:pt x="7147" y="7943"/>
                      <a:pt x="7178" y="7944"/>
                      <a:pt x="7208" y="7944"/>
                    </a:cubicBezTo>
                    <a:cubicBezTo>
                      <a:pt x="7308" y="7944"/>
                      <a:pt x="7406" y="7937"/>
                      <a:pt x="7502" y="7920"/>
                    </a:cubicBezTo>
                    <a:cubicBezTo>
                      <a:pt x="7632" y="7898"/>
                      <a:pt x="7757" y="7898"/>
                      <a:pt x="7866" y="7817"/>
                    </a:cubicBezTo>
                    <a:cubicBezTo>
                      <a:pt x="7997" y="7746"/>
                      <a:pt x="8089" y="7621"/>
                      <a:pt x="8111" y="7469"/>
                    </a:cubicBezTo>
                    <a:cubicBezTo>
                      <a:pt x="8127" y="7279"/>
                      <a:pt x="7986" y="7159"/>
                      <a:pt x="7844" y="7050"/>
                    </a:cubicBezTo>
                    <a:cubicBezTo>
                      <a:pt x="7681" y="6920"/>
                      <a:pt x="7540" y="6762"/>
                      <a:pt x="7426" y="6588"/>
                    </a:cubicBezTo>
                    <a:cubicBezTo>
                      <a:pt x="7388" y="6529"/>
                      <a:pt x="7339" y="6480"/>
                      <a:pt x="7290" y="6436"/>
                    </a:cubicBezTo>
                    <a:cubicBezTo>
                      <a:pt x="7361" y="6278"/>
                      <a:pt x="7453" y="6126"/>
                      <a:pt x="7562" y="5990"/>
                    </a:cubicBezTo>
                    <a:cubicBezTo>
                      <a:pt x="7616" y="5990"/>
                      <a:pt x="7671" y="5979"/>
                      <a:pt x="7725" y="5969"/>
                    </a:cubicBezTo>
                    <a:lnTo>
                      <a:pt x="7730" y="5974"/>
                    </a:lnTo>
                    <a:cubicBezTo>
                      <a:pt x="7817" y="5958"/>
                      <a:pt x="7904" y="5936"/>
                      <a:pt x="7991" y="5903"/>
                    </a:cubicBezTo>
                    <a:cubicBezTo>
                      <a:pt x="8000" y="5906"/>
                      <a:pt x="8009" y="5907"/>
                      <a:pt x="8018" y="5907"/>
                    </a:cubicBezTo>
                    <a:cubicBezTo>
                      <a:pt x="8031" y="5907"/>
                      <a:pt x="8044" y="5904"/>
                      <a:pt x="8056" y="5898"/>
                    </a:cubicBezTo>
                    <a:cubicBezTo>
                      <a:pt x="8225" y="5811"/>
                      <a:pt x="8274" y="5681"/>
                      <a:pt x="8263" y="5496"/>
                    </a:cubicBezTo>
                    <a:cubicBezTo>
                      <a:pt x="8252" y="5278"/>
                      <a:pt x="8192" y="5066"/>
                      <a:pt x="8149" y="4849"/>
                    </a:cubicBezTo>
                    <a:cubicBezTo>
                      <a:pt x="8105" y="4637"/>
                      <a:pt x="8067" y="4414"/>
                      <a:pt x="8024" y="4197"/>
                    </a:cubicBezTo>
                    <a:cubicBezTo>
                      <a:pt x="8002" y="4088"/>
                      <a:pt x="7991" y="3979"/>
                      <a:pt x="7986" y="3870"/>
                    </a:cubicBezTo>
                    <a:cubicBezTo>
                      <a:pt x="7969" y="3762"/>
                      <a:pt x="7953" y="3648"/>
                      <a:pt x="7937" y="3533"/>
                    </a:cubicBezTo>
                    <a:cubicBezTo>
                      <a:pt x="7910" y="3311"/>
                      <a:pt x="7839" y="3099"/>
                      <a:pt x="7796" y="2881"/>
                    </a:cubicBezTo>
                    <a:cubicBezTo>
                      <a:pt x="7752" y="2658"/>
                      <a:pt x="7736" y="2424"/>
                      <a:pt x="7692" y="2202"/>
                    </a:cubicBezTo>
                    <a:cubicBezTo>
                      <a:pt x="7649" y="1973"/>
                      <a:pt x="7589" y="1750"/>
                      <a:pt x="7551" y="1522"/>
                    </a:cubicBezTo>
                    <a:cubicBezTo>
                      <a:pt x="7513" y="1294"/>
                      <a:pt x="7453" y="1076"/>
                      <a:pt x="7459" y="854"/>
                    </a:cubicBezTo>
                    <a:cubicBezTo>
                      <a:pt x="7459" y="756"/>
                      <a:pt x="7453" y="652"/>
                      <a:pt x="7431" y="555"/>
                    </a:cubicBezTo>
                    <a:cubicBezTo>
                      <a:pt x="7415" y="468"/>
                      <a:pt x="7453" y="386"/>
                      <a:pt x="7382" y="310"/>
                    </a:cubicBezTo>
                    <a:cubicBezTo>
                      <a:pt x="7268" y="190"/>
                      <a:pt x="7040" y="179"/>
                      <a:pt x="6893" y="152"/>
                    </a:cubicBezTo>
                    <a:cubicBezTo>
                      <a:pt x="6806" y="136"/>
                      <a:pt x="6719" y="114"/>
                      <a:pt x="6632" y="93"/>
                    </a:cubicBezTo>
                    <a:cubicBezTo>
                      <a:pt x="6603" y="89"/>
                      <a:pt x="6574" y="87"/>
                      <a:pt x="6545" y="87"/>
                    </a:cubicBezTo>
                    <a:cubicBezTo>
                      <a:pt x="6482" y="87"/>
                      <a:pt x="6420" y="96"/>
                      <a:pt x="6360" y="114"/>
                    </a:cubicBezTo>
                    <a:cubicBezTo>
                      <a:pt x="6336" y="116"/>
                      <a:pt x="6311" y="116"/>
                      <a:pt x="6286" y="116"/>
                    </a:cubicBezTo>
                    <a:cubicBezTo>
                      <a:pt x="6211" y="116"/>
                      <a:pt x="6135" y="110"/>
                      <a:pt x="6062" y="98"/>
                    </a:cubicBezTo>
                    <a:cubicBezTo>
                      <a:pt x="5936" y="87"/>
                      <a:pt x="5817" y="82"/>
                      <a:pt x="5697" y="76"/>
                    </a:cubicBezTo>
                    <a:cubicBezTo>
                      <a:pt x="5491" y="60"/>
                      <a:pt x="5295" y="16"/>
                      <a:pt x="5094" y="6"/>
                    </a:cubicBezTo>
                    <a:cubicBezTo>
                      <a:pt x="5018" y="2"/>
                      <a:pt x="4942" y="1"/>
                      <a:pt x="48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20"/>
              <p:cNvSpPr/>
              <p:nvPr/>
            </p:nvSpPr>
            <p:spPr>
              <a:xfrm>
                <a:off x="4651150" y="2855475"/>
                <a:ext cx="27350" cy="134775"/>
              </a:xfrm>
              <a:custGeom>
                <a:rect b="b" l="l" r="r" t="t"/>
                <a:pathLst>
                  <a:path extrusionOk="0" h="5391" w="1094">
                    <a:moveTo>
                      <a:pt x="1033" y="0"/>
                    </a:moveTo>
                    <a:cubicBezTo>
                      <a:pt x="1020" y="0"/>
                      <a:pt x="1007" y="8"/>
                      <a:pt x="1001" y="25"/>
                    </a:cubicBezTo>
                    <a:cubicBezTo>
                      <a:pt x="996" y="41"/>
                      <a:pt x="990" y="57"/>
                      <a:pt x="985" y="79"/>
                    </a:cubicBezTo>
                    <a:cubicBezTo>
                      <a:pt x="985" y="85"/>
                      <a:pt x="990" y="95"/>
                      <a:pt x="996" y="101"/>
                    </a:cubicBezTo>
                    <a:cubicBezTo>
                      <a:pt x="985" y="161"/>
                      <a:pt x="968" y="226"/>
                      <a:pt x="947" y="286"/>
                    </a:cubicBezTo>
                    <a:cubicBezTo>
                      <a:pt x="920" y="378"/>
                      <a:pt x="898" y="465"/>
                      <a:pt x="881" y="557"/>
                    </a:cubicBezTo>
                    <a:cubicBezTo>
                      <a:pt x="854" y="731"/>
                      <a:pt x="811" y="900"/>
                      <a:pt x="762" y="1068"/>
                    </a:cubicBezTo>
                    <a:cubicBezTo>
                      <a:pt x="680" y="1416"/>
                      <a:pt x="615" y="1770"/>
                      <a:pt x="577" y="2128"/>
                    </a:cubicBezTo>
                    <a:cubicBezTo>
                      <a:pt x="550" y="2308"/>
                      <a:pt x="539" y="2493"/>
                      <a:pt x="501" y="2672"/>
                    </a:cubicBezTo>
                    <a:cubicBezTo>
                      <a:pt x="463" y="2846"/>
                      <a:pt x="441" y="3036"/>
                      <a:pt x="403" y="3216"/>
                    </a:cubicBezTo>
                    <a:cubicBezTo>
                      <a:pt x="322" y="3580"/>
                      <a:pt x="256" y="3949"/>
                      <a:pt x="169" y="4314"/>
                    </a:cubicBezTo>
                    <a:cubicBezTo>
                      <a:pt x="148" y="4390"/>
                      <a:pt x="126" y="4471"/>
                      <a:pt x="115" y="4547"/>
                    </a:cubicBezTo>
                    <a:cubicBezTo>
                      <a:pt x="110" y="4591"/>
                      <a:pt x="120" y="4634"/>
                      <a:pt x="115" y="4672"/>
                    </a:cubicBezTo>
                    <a:cubicBezTo>
                      <a:pt x="104" y="4716"/>
                      <a:pt x="82" y="4770"/>
                      <a:pt x="66" y="4819"/>
                    </a:cubicBezTo>
                    <a:cubicBezTo>
                      <a:pt x="23" y="4993"/>
                      <a:pt x="1" y="5178"/>
                      <a:pt x="6" y="5363"/>
                    </a:cubicBezTo>
                    <a:cubicBezTo>
                      <a:pt x="3" y="5380"/>
                      <a:pt x="18" y="5390"/>
                      <a:pt x="33" y="5390"/>
                    </a:cubicBezTo>
                    <a:cubicBezTo>
                      <a:pt x="45" y="5390"/>
                      <a:pt x="58" y="5383"/>
                      <a:pt x="61" y="5368"/>
                    </a:cubicBezTo>
                    <a:cubicBezTo>
                      <a:pt x="104" y="5292"/>
                      <a:pt x="142" y="5210"/>
                      <a:pt x="169" y="5134"/>
                    </a:cubicBezTo>
                    <a:cubicBezTo>
                      <a:pt x="191" y="5053"/>
                      <a:pt x="197" y="4971"/>
                      <a:pt x="218" y="4895"/>
                    </a:cubicBezTo>
                    <a:cubicBezTo>
                      <a:pt x="235" y="4814"/>
                      <a:pt x="273" y="4743"/>
                      <a:pt x="284" y="4667"/>
                    </a:cubicBezTo>
                    <a:cubicBezTo>
                      <a:pt x="284" y="4623"/>
                      <a:pt x="289" y="4580"/>
                      <a:pt x="300" y="4536"/>
                    </a:cubicBezTo>
                    <a:cubicBezTo>
                      <a:pt x="316" y="4504"/>
                      <a:pt x="332" y="4471"/>
                      <a:pt x="343" y="4433"/>
                    </a:cubicBezTo>
                    <a:cubicBezTo>
                      <a:pt x="452" y="4080"/>
                      <a:pt x="485" y="3705"/>
                      <a:pt x="544" y="3341"/>
                    </a:cubicBezTo>
                    <a:cubicBezTo>
                      <a:pt x="610" y="2971"/>
                      <a:pt x="691" y="2612"/>
                      <a:pt x="718" y="2243"/>
                    </a:cubicBezTo>
                    <a:cubicBezTo>
                      <a:pt x="735" y="2063"/>
                      <a:pt x="773" y="1889"/>
                      <a:pt x="789" y="1710"/>
                    </a:cubicBezTo>
                    <a:cubicBezTo>
                      <a:pt x="805" y="1514"/>
                      <a:pt x="838" y="1324"/>
                      <a:pt x="887" y="1139"/>
                    </a:cubicBezTo>
                    <a:cubicBezTo>
                      <a:pt x="930" y="943"/>
                      <a:pt x="974" y="759"/>
                      <a:pt x="1007" y="563"/>
                    </a:cubicBezTo>
                    <a:cubicBezTo>
                      <a:pt x="1023" y="460"/>
                      <a:pt x="1045" y="356"/>
                      <a:pt x="1066" y="253"/>
                    </a:cubicBezTo>
                    <a:cubicBezTo>
                      <a:pt x="1093" y="177"/>
                      <a:pt x="1093" y="95"/>
                      <a:pt x="1066" y="19"/>
                    </a:cubicBezTo>
                    <a:lnTo>
                      <a:pt x="1061" y="25"/>
                    </a:lnTo>
                    <a:cubicBezTo>
                      <a:pt x="1058" y="8"/>
                      <a:pt x="1046" y="0"/>
                      <a:pt x="10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20"/>
              <p:cNvSpPr/>
              <p:nvPr/>
            </p:nvSpPr>
            <p:spPr>
              <a:xfrm>
                <a:off x="4675350" y="2869125"/>
                <a:ext cx="56425" cy="58625"/>
              </a:xfrm>
              <a:custGeom>
                <a:rect b="b" l="l" r="r" t="t"/>
                <a:pathLst>
                  <a:path extrusionOk="0" h="2345" w="2257">
                    <a:moveTo>
                      <a:pt x="1229" y="430"/>
                    </a:moveTo>
                    <a:cubicBezTo>
                      <a:pt x="1245" y="517"/>
                      <a:pt x="1262" y="599"/>
                      <a:pt x="1289" y="685"/>
                    </a:cubicBezTo>
                    <a:cubicBezTo>
                      <a:pt x="1327" y="821"/>
                      <a:pt x="1376" y="957"/>
                      <a:pt x="1425" y="1088"/>
                    </a:cubicBezTo>
                    <a:cubicBezTo>
                      <a:pt x="1399" y="1086"/>
                      <a:pt x="1373" y="1086"/>
                      <a:pt x="1347" y="1086"/>
                    </a:cubicBezTo>
                    <a:cubicBezTo>
                      <a:pt x="1270" y="1086"/>
                      <a:pt x="1192" y="1092"/>
                      <a:pt x="1115" y="1104"/>
                    </a:cubicBezTo>
                    <a:cubicBezTo>
                      <a:pt x="1055" y="1115"/>
                      <a:pt x="1006" y="1137"/>
                      <a:pt x="946" y="1153"/>
                    </a:cubicBezTo>
                    <a:cubicBezTo>
                      <a:pt x="914" y="1158"/>
                      <a:pt x="881" y="1164"/>
                      <a:pt x="848" y="1169"/>
                    </a:cubicBezTo>
                    <a:cubicBezTo>
                      <a:pt x="935" y="1017"/>
                      <a:pt x="1006" y="859"/>
                      <a:pt x="1088" y="702"/>
                    </a:cubicBezTo>
                    <a:cubicBezTo>
                      <a:pt x="1137" y="615"/>
                      <a:pt x="1185" y="522"/>
                      <a:pt x="1229" y="430"/>
                    </a:cubicBezTo>
                    <a:close/>
                    <a:moveTo>
                      <a:pt x="1247" y="1"/>
                    </a:moveTo>
                    <a:cubicBezTo>
                      <a:pt x="1218" y="1"/>
                      <a:pt x="1188" y="11"/>
                      <a:pt x="1164" y="33"/>
                    </a:cubicBezTo>
                    <a:cubicBezTo>
                      <a:pt x="1120" y="93"/>
                      <a:pt x="1088" y="164"/>
                      <a:pt x="1066" y="240"/>
                    </a:cubicBezTo>
                    <a:cubicBezTo>
                      <a:pt x="1028" y="332"/>
                      <a:pt x="984" y="425"/>
                      <a:pt x="935" y="512"/>
                    </a:cubicBezTo>
                    <a:cubicBezTo>
                      <a:pt x="881" y="615"/>
                      <a:pt x="821" y="713"/>
                      <a:pt x="772" y="816"/>
                    </a:cubicBezTo>
                    <a:cubicBezTo>
                      <a:pt x="740" y="908"/>
                      <a:pt x="702" y="995"/>
                      <a:pt x="653" y="1082"/>
                    </a:cubicBezTo>
                    <a:cubicBezTo>
                      <a:pt x="544" y="1240"/>
                      <a:pt x="490" y="1441"/>
                      <a:pt x="424" y="1626"/>
                    </a:cubicBezTo>
                    <a:cubicBezTo>
                      <a:pt x="386" y="1745"/>
                      <a:pt x="370" y="1887"/>
                      <a:pt x="332" y="2012"/>
                    </a:cubicBezTo>
                    <a:lnTo>
                      <a:pt x="310" y="2012"/>
                    </a:lnTo>
                    <a:cubicBezTo>
                      <a:pt x="234" y="2012"/>
                      <a:pt x="158" y="2023"/>
                      <a:pt x="87" y="2039"/>
                    </a:cubicBezTo>
                    <a:cubicBezTo>
                      <a:pt x="49" y="2050"/>
                      <a:pt x="17" y="2077"/>
                      <a:pt x="11" y="2115"/>
                    </a:cubicBezTo>
                    <a:cubicBezTo>
                      <a:pt x="0" y="2131"/>
                      <a:pt x="0" y="2148"/>
                      <a:pt x="6" y="2164"/>
                    </a:cubicBezTo>
                    <a:cubicBezTo>
                      <a:pt x="6" y="2169"/>
                      <a:pt x="6" y="2169"/>
                      <a:pt x="11" y="2175"/>
                    </a:cubicBezTo>
                    <a:cubicBezTo>
                      <a:pt x="22" y="2218"/>
                      <a:pt x="66" y="2251"/>
                      <a:pt x="115" y="2256"/>
                    </a:cubicBezTo>
                    <a:cubicBezTo>
                      <a:pt x="191" y="2256"/>
                      <a:pt x="267" y="2262"/>
                      <a:pt x="348" y="2278"/>
                    </a:cubicBezTo>
                    <a:cubicBezTo>
                      <a:pt x="397" y="2294"/>
                      <a:pt x="452" y="2311"/>
                      <a:pt x="511" y="2316"/>
                    </a:cubicBezTo>
                    <a:cubicBezTo>
                      <a:pt x="525" y="2317"/>
                      <a:pt x="541" y="2317"/>
                      <a:pt x="558" y="2317"/>
                    </a:cubicBezTo>
                    <a:cubicBezTo>
                      <a:pt x="664" y="2317"/>
                      <a:pt x="808" y="2296"/>
                      <a:pt x="794" y="2164"/>
                    </a:cubicBezTo>
                    <a:cubicBezTo>
                      <a:pt x="778" y="2017"/>
                      <a:pt x="593" y="2055"/>
                      <a:pt x="490" y="2039"/>
                    </a:cubicBezTo>
                    <a:lnTo>
                      <a:pt x="473" y="2039"/>
                    </a:lnTo>
                    <a:cubicBezTo>
                      <a:pt x="511" y="1968"/>
                      <a:pt x="544" y="1892"/>
                      <a:pt x="566" y="1816"/>
                    </a:cubicBezTo>
                    <a:cubicBezTo>
                      <a:pt x="604" y="1707"/>
                      <a:pt x="647" y="1604"/>
                      <a:pt x="696" y="1506"/>
                    </a:cubicBezTo>
                    <a:cubicBezTo>
                      <a:pt x="723" y="1436"/>
                      <a:pt x="745" y="1370"/>
                      <a:pt x="772" y="1305"/>
                    </a:cubicBezTo>
                    <a:cubicBezTo>
                      <a:pt x="845" y="1320"/>
                      <a:pt x="920" y="1327"/>
                      <a:pt x="994" y="1327"/>
                    </a:cubicBezTo>
                    <a:cubicBezTo>
                      <a:pt x="1031" y="1327"/>
                      <a:pt x="1068" y="1325"/>
                      <a:pt x="1104" y="1321"/>
                    </a:cubicBezTo>
                    <a:cubicBezTo>
                      <a:pt x="1152" y="1319"/>
                      <a:pt x="1199" y="1318"/>
                      <a:pt x="1247" y="1318"/>
                    </a:cubicBezTo>
                    <a:cubicBezTo>
                      <a:pt x="1331" y="1318"/>
                      <a:pt x="1415" y="1322"/>
                      <a:pt x="1501" y="1332"/>
                    </a:cubicBezTo>
                    <a:cubicBezTo>
                      <a:pt x="1522" y="1392"/>
                      <a:pt x="1550" y="1457"/>
                      <a:pt x="1566" y="1523"/>
                    </a:cubicBezTo>
                    <a:cubicBezTo>
                      <a:pt x="1582" y="1572"/>
                      <a:pt x="1588" y="1620"/>
                      <a:pt x="1604" y="1675"/>
                    </a:cubicBezTo>
                    <a:cubicBezTo>
                      <a:pt x="1615" y="1724"/>
                      <a:pt x="1642" y="1756"/>
                      <a:pt x="1653" y="1800"/>
                    </a:cubicBezTo>
                    <a:cubicBezTo>
                      <a:pt x="1675" y="1870"/>
                      <a:pt x="1675" y="1957"/>
                      <a:pt x="1691" y="2034"/>
                    </a:cubicBezTo>
                    <a:cubicBezTo>
                      <a:pt x="1555" y="2050"/>
                      <a:pt x="1441" y="2066"/>
                      <a:pt x="1332" y="2164"/>
                    </a:cubicBezTo>
                    <a:cubicBezTo>
                      <a:pt x="1300" y="2197"/>
                      <a:pt x="1305" y="2251"/>
                      <a:pt x="1349" y="2278"/>
                    </a:cubicBezTo>
                    <a:cubicBezTo>
                      <a:pt x="1381" y="2298"/>
                      <a:pt x="1422" y="2310"/>
                      <a:pt x="1463" y="2310"/>
                    </a:cubicBezTo>
                    <a:cubicBezTo>
                      <a:pt x="1478" y="2310"/>
                      <a:pt x="1492" y="2308"/>
                      <a:pt x="1506" y="2305"/>
                    </a:cubicBezTo>
                    <a:cubicBezTo>
                      <a:pt x="1577" y="2305"/>
                      <a:pt x="1648" y="2322"/>
                      <a:pt x="1718" y="2327"/>
                    </a:cubicBezTo>
                    <a:cubicBezTo>
                      <a:pt x="1738" y="2329"/>
                      <a:pt x="1757" y="2330"/>
                      <a:pt x="1777" y="2330"/>
                    </a:cubicBezTo>
                    <a:cubicBezTo>
                      <a:pt x="1815" y="2330"/>
                      <a:pt x="1852" y="2327"/>
                      <a:pt x="1892" y="2327"/>
                    </a:cubicBezTo>
                    <a:cubicBezTo>
                      <a:pt x="1940" y="2327"/>
                      <a:pt x="1993" y="2344"/>
                      <a:pt x="2046" y="2344"/>
                    </a:cubicBezTo>
                    <a:cubicBezTo>
                      <a:pt x="2053" y="2344"/>
                      <a:pt x="2059" y="2344"/>
                      <a:pt x="2066" y="2343"/>
                    </a:cubicBezTo>
                    <a:cubicBezTo>
                      <a:pt x="2191" y="2343"/>
                      <a:pt x="2256" y="2191"/>
                      <a:pt x="2169" y="2099"/>
                    </a:cubicBezTo>
                    <a:lnTo>
                      <a:pt x="2175" y="2099"/>
                    </a:lnTo>
                    <a:cubicBezTo>
                      <a:pt x="2137" y="2055"/>
                      <a:pt x="2082" y="2028"/>
                      <a:pt x="2028" y="2017"/>
                    </a:cubicBezTo>
                    <a:cubicBezTo>
                      <a:pt x="2023" y="2006"/>
                      <a:pt x="2017" y="1996"/>
                      <a:pt x="2012" y="1985"/>
                    </a:cubicBezTo>
                    <a:cubicBezTo>
                      <a:pt x="2001" y="1968"/>
                      <a:pt x="1985" y="1952"/>
                      <a:pt x="1968" y="1941"/>
                    </a:cubicBezTo>
                    <a:cubicBezTo>
                      <a:pt x="1963" y="1914"/>
                      <a:pt x="1957" y="1887"/>
                      <a:pt x="1952" y="1860"/>
                    </a:cubicBezTo>
                    <a:cubicBezTo>
                      <a:pt x="1946" y="1811"/>
                      <a:pt x="1941" y="1762"/>
                      <a:pt x="1925" y="1718"/>
                    </a:cubicBezTo>
                    <a:cubicBezTo>
                      <a:pt x="1914" y="1686"/>
                      <a:pt x="1898" y="1658"/>
                      <a:pt x="1881" y="1626"/>
                    </a:cubicBezTo>
                    <a:cubicBezTo>
                      <a:pt x="1843" y="1533"/>
                      <a:pt x="1821" y="1436"/>
                      <a:pt x="1783" y="1343"/>
                    </a:cubicBezTo>
                    <a:cubicBezTo>
                      <a:pt x="1745" y="1251"/>
                      <a:pt x="1707" y="1158"/>
                      <a:pt x="1675" y="1061"/>
                    </a:cubicBezTo>
                    <a:cubicBezTo>
                      <a:pt x="1604" y="865"/>
                      <a:pt x="1517" y="680"/>
                      <a:pt x="1468" y="479"/>
                    </a:cubicBezTo>
                    <a:cubicBezTo>
                      <a:pt x="1441" y="338"/>
                      <a:pt x="1430" y="147"/>
                      <a:pt x="1327" y="33"/>
                    </a:cubicBezTo>
                    <a:cubicBezTo>
                      <a:pt x="1305" y="11"/>
                      <a:pt x="1277" y="1"/>
                      <a:pt x="1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20"/>
              <p:cNvSpPr/>
              <p:nvPr/>
            </p:nvSpPr>
            <p:spPr>
              <a:xfrm>
                <a:off x="4750500" y="2866300"/>
                <a:ext cx="55475" cy="64850"/>
              </a:xfrm>
              <a:custGeom>
                <a:rect b="b" l="l" r="r" t="t"/>
                <a:pathLst>
                  <a:path extrusionOk="0" h="2594" w="2219">
                    <a:moveTo>
                      <a:pt x="174" y="0"/>
                    </a:moveTo>
                    <a:cubicBezTo>
                      <a:pt x="153" y="0"/>
                      <a:pt x="136" y="16"/>
                      <a:pt x="125" y="48"/>
                    </a:cubicBezTo>
                    <a:lnTo>
                      <a:pt x="120" y="81"/>
                    </a:lnTo>
                    <a:cubicBezTo>
                      <a:pt x="115" y="114"/>
                      <a:pt x="109" y="141"/>
                      <a:pt x="98" y="173"/>
                    </a:cubicBezTo>
                    <a:cubicBezTo>
                      <a:pt x="77" y="244"/>
                      <a:pt x="60" y="315"/>
                      <a:pt x="55" y="385"/>
                    </a:cubicBezTo>
                    <a:cubicBezTo>
                      <a:pt x="49" y="489"/>
                      <a:pt x="55" y="690"/>
                      <a:pt x="196" y="706"/>
                    </a:cubicBezTo>
                    <a:cubicBezTo>
                      <a:pt x="200" y="706"/>
                      <a:pt x="204" y="707"/>
                      <a:pt x="208" y="707"/>
                    </a:cubicBezTo>
                    <a:cubicBezTo>
                      <a:pt x="348" y="707"/>
                      <a:pt x="348" y="524"/>
                      <a:pt x="348" y="423"/>
                    </a:cubicBezTo>
                    <a:cubicBezTo>
                      <a:pt x="348" y="391"/>
                      <a:pt x="354" y="364"/>
                      <a:pt x="359" y="331"/>
                    </a:cubicBezTo>
                    <a:cubicBezTo>
                      <a:pt x="441" y="342"/>
                      <a:pt x="522" y="353"/>
                      <a:pt x="604" y="358"/>
                    </a:cubicBezTo>
                    <a:cubicBezTo>
                      <a:pt x="705" y="358"/>
                      <a:pt x="812" y="361"/>
                      <a:pt x="916" y="361"/>
                    </a:cubicBezTo>
                    <a:cubicBezTo>
                      <a:pt x="969" y="361"/>
                      <a:pt x="1021" y="360"/>
                      <a:pt x="1071" y="358"/>
                    </a:cubicBezTo>
                    <a:cubicBezTo>
                      <a:pt x="1213" y="347"/>
                      <a:pt x="1359" y="331"/>
                      <a:pt x="1501" y="326"/>
                    </a:cubicBezTo>
                    <a:cubicBezTo>
                      <a:pt x="1539" y="326"/>
                      <a:pt x="1577" y="320"/>
                      <a:pt x="1615" y="320"/>
                    </a:cubicBezTo>
                    <a:lnTo>
                      <a:pt x="1550" y="407"/>
                    </a:lnTo>
                    <a:cubicBezTo>
                      <a:pt x="1479" y="494"/>
                      <a:pt x="1430" y="586"/>
                      <a:pt x="1359" y="663"/>
                    </a:cubicBezTo>
                    <a:cubicBezTo>
                      <a:pt x="1289" y="744"/>
                      <a:pt x="1196" y="831"/>
                      <a:pt x="1109" y="913"/>
                    </a:cubicBezTo>
                    <a:cubicBezTo>
                      <a:pt x="1028" y="994"/>
                      <a:pt x="957" y="1081"/>
                      <a:pt x="870" y="1157"/>
                    </a:cubicBezTo>
                    <a:cubicBezTo>
                      <a:pt x="718" y="1309"/>
                      <a:pt x="615" y="1500"/>
                      <a:pt x="479" y="1668"/>
                    </a:cubicBezTo>
                    <a:cubicBezTo>
                      <a:pt x="327" y="1858"/>
                      <a:pt x="191" y="2054"/>
                      <a:pt x="39" y="2250"/>
                    </a:cubicBezTo>
                    <a:cubicBezTo>
                      <a:pt x="0" y="2321"/>
                      <a:pt x="39" y="2413"/>
                      <a:pt x="120" y="2440"/>
                    </a:cubicBezTo>
                    <a:cubicBezTo>
                      <a:pt x="151" y="2445"/>
                      <a:pt x="182" y="2448"/>
                      <a:pt x="211" y="2448"/>
                    </a:cubicBezTo>
                    <a:cubicBezTo>
                      <a:pt x="332" y="2448"/>
                      <a:pt x="445" y="2412"/>
                      <a:pt x="571" y="2407"/>
                    </a:cubicBezTo>
                    <a:cubicBezTo>
                      <a:pt x="647" y="2413"/>
                      <a:pt x="723" y="2424"/>
                      <a:pt x="800" y="2440"/>
                    </a:cubicBezTo>
                    <a:cubicBezTo>
                      <a:pt x="892" y="2446"/>
                      <a:pt x="984" y="2451"/>
                      <a:pt x="1071" y="2451"/>
                    </a:cubicBezTo>
                    <a:cubicBezTo>
                      <a:pt x="1218" y="2451"/>
                      <a:pt x="1366" y="2418"/>
                      <a:pt x="1513" y="2418"/>
                    </a:cubicBezTo>
                    <a:cubicBezTo>
                      <a:pt x="1523" y="2418"/>
                      <a:pt x="1534" y="2418"/>
                      <a:pt x="1544" y="2418"/>
                    </a:cubicBezTo>
                    <a:cubicBezTo>
                      <a:pt x="1562" y="2420"/>
                      <a:pt x="1580" y="2420"/>
                      <a:pt x="1597" y="2420"/>
                    </a:cubicBezTo>
                    <a:cubicBezTo>
                      <a:pt x="1650" y="2420"/>
                      <a:pt x="1703" y="2414"/>
                      <a:pt x="1756" y="2402"/>
                    </a:cubicBezTo>
                    <a:cubicBezTo>
                      <a:pt x="1788" y="2394"/>
                      <a:pt x="1823" y="2389"/>
                      <a:pt x="1858" y="2389"/>
                    </a:cubicBezTo>
                    <a:cubicBezTo>
                      <a:pt x="1871" y="2389"/>
                      <a:pt x="1884" y="2390"/>
                      <a:pt x="1898" y="2391"/>
                    </a:cubicBezTo>
                    <a:lnTo>
                      <a:pt x="1898" y="2451"/>
                    </a:lnTo>
                    <a:cubicBezTo>
                      <a:pt x="1903" y="2546"/>
                      <a:pt x="1976" y="2594"/>
                      <a:pt x="2050" y="2594"/>
                    </a:cubicBezTo>
                    <a:cubicBezTo>
                      <a:pt x="2123" y="2594"/>
                      <a:pt x="2197" y="2546"/>
                      <a:pt x="2202" y="2451"/>
                    </a:cubicBezTo>
                    <a:cubicBezTo>
                      <a:pt x="2218" y="2288"/>
                      <a:pt x="2197" y="2125"/>
                      <a:pt x="2131" y="1973"/>
                    </a:cubicBezTo>
                    <a:lnTo>
                      <a:pt x="2126" y="1978"/>
                    </a:lnTo>
                    <a:cubicBezTo>
                      <a:pt x="2107" y="1948"/>
                      <a:pt x="2076" y="1933"/>
                      <a:pt x="2045" y="1933"/>
                    </a:cubicBezTo>
                    <a:cubicBezTo>
                      <a:pt x="2014" y="1933"/>
                      <a:pt x="1985" y="1948"/>
                      <a:pt x="1968" y="1978"/>
                    </a:cubicBezTo>
                    <a:cubicBezTo>
                      <a:pt x="1946" y="2022"/>
                      <a:pt x="1930" y="2065"/>
                      <a:pt x="1919" y="2114"/>
                    </a:cubicBezTo>
                    <a:cubicBezTo>
                      <a:pt x="1905" y="2112"/>
                      <a:pt x="1890" y="2112"/>
                      <a:pt x="1876" y="2112"/>
                    </a:cubicBezTo>
                    <a:cubicBezTo>
                      <a:pt x="1836" y="2112"/>
                      <a:pt x="1797" y="2117"/>
                      <a:pt x="1762" y="2125"/>
                    </a:cubicBezTo>
                    <a:cubicBezTo>
                      <a:pt x="1691" y="2141"/>
                      <a:pt x="1626" y="2152"/>
                      <a:pt x="1555" y="2157"/>
                    </a:cubicBezTo>
                    <a:cubicBezTo>
                      <a:pt x="1408" y="2157"/>
                      <a:pt x="1262" y="2190"/>
                      <a:pt x="1115" y="2195"/>
                    </a:cubicBezTo>
                    <a:cubicBezTo>
                      <a:pt x="957" y="2190"/>
                      <a:pt x="800" y="2179"/>
                      <a:pt x="642" y="2157"/>
                    </a:cubicBezTo>
                    <a:cubicBezTo>
                      <a:pt x="566" y="2157"/>
                      <a:pt x="484" y="2163"/>
                      <a:pt x="408" y="2185"/>
                    </a:cubicBezTo>
                    <a:cubicBezTo>
                      <a:pt x="495" y="2060"/>
                      <a:pt x="588" y="1929"/>
                      <a:pt x="680" y="1810"/>
                    </a:cubicBezTo>
                    <a:cubicBezTo>
                      <a:pt x="805" y="1625"/>
                      <a:pt x="941" y="1451"/>
                      <a:pt x="1088" y="1288"/>
                    </a:cubicBezTo>
                    <a:cubicBezTo>
                      <a:pt x="1256" y="1130"/>
                      <a:pt x="1414" y="967"/>
                      <a:pt x="1561" y="798"/>
                    </a:cubicBezTo>
                    <a:cubicBezTo>
                      <a:pt x="1626" y="712"/>
                      <a:pt x="1680" y="625"/>
                      <a:pt x="1745" y="543"/>
                    </a:cubicBezTo>
                    <a:cubicBezTo>
                      <a:pt x="1811" y="456"/>
                      <a:pt x="1903" y="374"/>
                      <a:pt x="1968" y="282"/>
                    </a:cubicBezTo>
                    <a:cubicBezTo>
                      <a:pt x="2006" y="217"/>
                      <a:pt x="1974" y="130"/>
                      <a:pt x="1903" y="108"/>
                    </a:cubicBezTo>
                    <a:cubicBezTo>
                      <a:pt x="1833" y="92"/>
                      <a:pt x="1764" y="84"/>
                      <a:pt x="1694" y="84"/>
                    </a:cubicBezTo>
                    <a:cubicBezTo>
                      <a:pt x="1644" y="84"/>
                      <a:pt x="1594" y="88"/>
                      <a:pt x="1544" y="97"/>
                    </a:cubicBezTo>
                    <a:cubicBezTo>
                      <a:pt x="1397" y="108"/>
                      <a:pt x="1256" y="119"/>
                      <a:pt x="1115" y="130"/>
                    </a:cubicBezTo>
                    <a:cubicBezTo>
                      <a:pt x="1036" y="138"/>
                      <a:pt x="957" y="139"/>
                      <a:pt x="879" y="139"/>
                    </a:cubicBezTo>
                    <a:cubicBezTo>
                      <a:pt x="840" y="139"/>
                      <a:pt x="801" y="139"/>
                      <a:pt x="762" y="139"/>
                    </a:cubicBezTo>
                    <a:cubicBezTo>
                      <a:pt x="724" y="139"/>
                      <a:pt x="685" y="139"/>
                      <a:pt x="647" y="141"/>
                    </a:cubicBezTo>
                    <a:cubicBezTo>
                      <a:pt x="560" y="141"/>
                      <a:pt x="473" y="146"/>
                      <a:pt x="392" y="157"/>
                    </a:cubicBezTo>
                    <a:lnTo>
                      <a:pt x="376" y="157"/>
                    </a:lnTo>
                    <a:cubicBezTo>
                      <a:pt x="370" y="108"/>
                      <a:pt x="365" y="65"/>
                      <a:pt x="354" y="21"/>
                    </a:cubicBezTo>
                    <a:lnTo>
                      <a:pt x="316" y="119"/>
                    </a:lnTo>
                    <a:cubicBezTo>
                      <a:pt x="256" y="40"/>
                      <a:pt x="209" y="0"/>
                      <a:pt x="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20"/>
              <p:cNvSpPr/>
              <p:nvPr/>
            </p:nvSpPr>
            <p:spPr>
              <a:xfrm>
                <a:off x="4726850" y="2894150"/>
                <a:ext cx="33075" cy="11650"/>
              </a:xfrm>
              <a:custGeom>
                <a:rect b="b" l="l" r="r" t="t"/>
                <a:pathLst>
                  <a:path extrusionOk="0" h="466" w="1323">
                    <a:moveTo>
                      <a:pt x="418" y="1"/>
                    </a:moveTo>
                    <a:cubicBezTo>
                      <a:pt x="210" y="1"/>
                      <a:pt x="1" y="201"/>
                      <a:pt x="88" y="418"/>
                    </a:cubicBezTo>
                    <a:cubicBezTo>
                      <a:pt x="94" y="432"/>
                      <a:pt x="107" y="441"/>
                      <a:pt x="119" y="441"/>
                    </a:cubicBezTo>
                    <a:cubicBezTo>
                      <a:pt x="126" y="441"/>
                      <a:pt x="132" y="437"/>
                      <a:pt x="137" y="429"/>
                    </a:cubicBezTo>
                    <a:cubicBezTo>
                      <a:pt x="192" y="319"/>
                      <a:pt x="271" y="169"/>
                      <a:pt x="402" y="169"/>
                    </a:cubicBezTo>
                    <a:cubicBezTo>
                      <a:pt x="426" y="169"/>
                      <a:pt x="452" y="174"/>
                      <a:pt x="479" y="185"/>
                    </a:cubicBezTo>
                    <a:cubicBezTo>
                      <a:pt x="609" y="234"/>
                      <a:pt x="691" y="375"/>
                      <a:pt x="816" y="440"/>
                    </a:cubicBezTo>
                    <a:cubicBezTo>
                      <a:pt x="854" y="458"/>
                      <a:pt x="894" y="466"/>
                      <a:pt x="936" y="466"/>
                    </a:cubicBezTo>
                    <a:cubicBezTo>
                      <a:pt x="1111" y="466"/>
                      <a:pt x="1299" y="322"/>
                      <a:pt x="1316" y="147"/>
                    </a:cubicBezTo>
                    <a:cubicBezTo>
                      <a:pt x="1322" y="86"/>
                      <a:pt x="1273" y="55"/>
                      <a:pt x="1224" y="55"/>
                    </a:cubicBezTo>
                    <a:cubicBezTo>
                      <a:pt x="1184" y="55"/>
                      <a:pt x="1143" y="76"/>
                      <a:pt x="1131" y="119"/>
                    </a:cubicBezTo>
                    <a:cubicBezTo>
                      <a:pt x="1110" y="168"/>
                      <a:pt x="1077" y="212"/>
                      <a:pt x="1028" y="244"/>
                    </a:cubicBezTo>
                    <a:cubicBezTo>
                      <a:pt x="997" y="273"/>
                      <a:pt x="968" y="285"/>
                      <a:pt x="939" y="285"/>
                    </a:cubicBezTo>
                    <a:cubicBezTo>
                      <a:pt x="906" y="285"/>
                      <a:pt x="872" y="270"/>
                      <a:pt x="832" y="244"/>
                    </a:cubicBezTo>
                    <a:cubicBezTo>
                      <a:pt x="718" y="168"/>
                      <a:pt x="637" y="49"/>
                      <a:pt x="495" y="11"/>
                    </a:cubicBezTo>
                    <a:cubicBezTo>
                      <a:pt x="470" y="4"/>
                      <a:pt x="444" y="1"/>
                      <a:pt x="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20"/>
              <p:cNvSpPr/>
              <p:nvPr/>
            </p:nvSpPr>
            <p:spPr>
              <a:xfrm>
                <a:off x="4681150" y="3010675"/>
                <a:ext cx="82800" cy="3950"/>
              </a:xfrm>
              <a:custGeom>
                <a:rect b="b" l="l" r="r" t="t"/>
                <a:pathLst>
                  <a:path extrusionOk="0" h="158" w="3312">
                    <a:moveTo>
                      <a:pt x="142" y="1"/>
                    </a:moveTo>
                    <a:cubicBezTo>
                      <a:pt x="96" y="1"/>
                      <a:pt x="51" y="13"/>
                      <a:pt x="13" y="35"/>
                    </a:cubicBezTo>
                    <a:cubicBezTo>
                      <a:pt x="1" y="48"/>
                      <a:pt x="10" y="63"/>
                      <a:pt x="22" y="63"/>
                    </a:cubicBezTo>
                    <a:cubicBezTo>
                      <a:pt x="26" y="63"/>
                      <a:pt x="31" y="61"/>
                      <a:pt x="35" y="57"/>
                    </a:cubicBezTo>
                    <a:cubicBezTo>
                      <a:pt x="58" y="36"/>
                      <a:pt x="88" y="28"/>
                      <a:pt x="121" y="28"/>
                    </a:cubicBezTo>
                    <a:cubicBezTo>
                      <a:pt x="199" y="28"/>
                      <a:pt x="295" y="70"/>
                      <a:pt x="356" y="73"/>
                    </a:cubicBezTo>
                    <a:cubicBezTo>
                      <a:pt x="491" y="79"/>
                      <a:pt x="622" y="95"/>
                      <a:pt x="758" y="106"/>
                    </a:cubicBezTo>
                    <a:cubicBezTo>
                      <a:pt x="1046" y="133"/>
                      <a:pt x="1334" y="133"/>
                      <a:pt x="1622" y="149"/>
                    </a:cubicBezTo>
                    <a:cubicBezTo>
                      <a:pt x="1749" y="154"/>
                      <a:pt x="1876" y="157"/>
                      <a:pt x="2003" y="157"/>
                    </a:cubicBezTo>
                    <a:cubicBezTo>
                      <a:pt x="2159" y="157"/>
                      <a:pt x="2314" y="153"/>
                      <a:pt x="2470" y="144"/>
                    </a:cubicBezTo>
                    <a:cubicBezTo>
                      <a:pt x="2611" y="139"/>
                      <a:pt x="2747" y="128"/>
                      <a:pt x="2889" y="128"/>
                    </a:cubicBezTo>
                    <a:cubicBezTo>
                      <a:pt x="3019" y="117"/>
                      <a:pt x="3155" y="101"/>
                      <a:pt x="3285" y="73"/>
                    </a:cubicBezTo>
                    <a:cubicBezTo>
                      <a:pt x="3311" y="68"/>
                      <a:pt x="3308" y="24"/>
                      <a:pt x="3284" y="24"/>
                    </a:cubicBezTo>
                    <a:cubicBezTo>
                      <a:pt x="3283" y="24"/>
                      <a:pt x="3281" y="24"/>
                      <a:pt x="3280" y="24"/>
                    </a:cubicBezTo>
                    <a:cubicBezTo>
                      <a:pt x="3128" y="30"/>
                      <a:pt x="2976" y="52"/>
                      <a:pt x="2823" y="57"/>
                    </a:cubicBezTo>
                    <a:cubicBezTo>
                      <a:pt x="2671" y="57"/>
                      <a:pt x="2530" y="68"/>
                      <a:pt x="2383" y="73"/>
                    </a:cubicBezTo>
                    <a:cubicBezTo>
                      <a:pt x="2258" y="80"/>
                      <a:pt x="2132" y="83"/>
                      <a:pt x="2005" y="83"/>
                    </a:cubicBezTo>
                    <a:cubicBezTo>
                      <a:pt x="1830" y="83"/>
                      <a:pt x="1654" y="77"/>
                      <a:pt x="1481" y="68"/>
                    </a:cubicBezTo>
                    <a:cubicBezTo>
                      <a:pt x="1182" y="46"/>
                      <a:pt x="883" y="52"/>
                      <a:pt x="584" y="35"/>
                    </a:cubicBezTo>
                    <a:cubicBezTo>
                      <a:pt x="459" y="30"/>
                      <a:pt x="334" y="24"/>
                      <a:pt x="203" y="8"/>
                    </a:cubicBezTo>
                    <a:cubicBezTo>
                      <a:pt x="183" y="3"/>
                      <a:pt x="162"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20"/>
              <p:cNvSpPr/>
              <p:nvPr/>
            </p:nvSpPr>
            <p:spPr>
              <a:xfrm>
                <a:off x="4714800" y="2994000"/>
                <a:ext cx="98300" cy="6350"/>
              </a:xfrm>
              <a:custGeom>
                <a:rect b="b" l="l" r="r" t="t"/>
                <a:pathLst>
                  <a:path extrusionOk="0" h="254" w="3932">
                    <a:moveTo>
                      <a:pt x="37" y="1"/>
                    </a:moveTo>
                    <a:cubicBezTo>
                      <a:pt x="9" y="1"/>
                      <a:pt x="1" y="45"/>
                      <a:pt x="31" y="50"/>
                    </a:cubicBezTo>
                    <a:cubicBezTo>
                      <a:pt x="184" y="77"/>
                      <a:pt x="336" y="88"/>
                      <a:pt x="488" y="110"/>
                    </a:cubicBezTo>
                    <a:cubicBezTo>
                      <a:pt x="538" y="117"/>
                      <a:pt x="586" y="119"/>
                      <a:pt x="633" y="119"/>
                    </a:cubicBezTo>
                    <a:cubicBezTo>
                      <a:pt x="695" y="119"/>
                      <a:pt x="755" y="115"/>
                      <a:pt x="816" y="115"/>
                    </a:cubicBezTo>
                    <a:cubicBezTo>
                      <a:pt x="853" y="115"/>
                      <a:pt x="890" y="116"/>
                      <a:pt x="928" y="121"/>
                    </a:cubicBezTo>
                    <a:cubicBezTo>
                      <a:pt x="1260" y="148"/>
                      <a:pt x="1592" y="148"/>
                      <a:pt x="1923" y="180"/>
                    </a:cubicBezTo>
                    <a:cubicBezTo>
                      <a:pt x="2081" y="197"/>
                      <a:pt x="2244" y="213"/>
                      <a:pt x="2407" y="213"/>
                    </a:cubicBezTo>
                    <a:cubicBezTo>
                      <a:pt x="2565" y="213"/>
                      <a:pt x="2728" y="235"/>
                      <a:pt x="2885" y="240"/>
                    </a:cubicBezTo>
                    <a:lnTo>
                      <a:pt x="3630" y="240"/>
                    </a:lnTo>
                    <a:cubicBezTo>
                      <a:pt x="3667" y="240"/>
                      <a:pt x="3724" y="233"/>
                      <a:pt x="3777" y="233"/>
                    </a:cubicBezTo>
                    <a:cubicBezTo>
                      <a:pt x="3817" y="233"/>
                      <a:pt x="3854" y="237"/>
                      <a:pt x="3880" y="251"/>
                    </a:cubicBezTo>
                    <a:cubicBezTo>
                      <a:pt x="3884" y="253"/>
                      <a:pt x="3887" y="253"/>
                      <a:pt x="3891" y="253"/>
                    </a:cubicBezTo>
                    <a:cubicBezTo>
                      <a:pt x="3914" y="253"/>
                      <a:pt x="3931" y="226"/>
                      <a:pt x="3913" y="208"/>
                    </a:cubicBezTo>
                    <a:cubicBezTo>
                      <a:pt x="3867" y="171"/>
                      <a:pt x="3805" y="162"/>
                      <a:pt x="3741" y="162"/>
                    </a:cubicBezTo>
                    <a:cubicBezTo>
                      <a:pt x="3682" y="162"/>
                      <a:pt x="3623" y="170"/>
                      <a:pt x="3576" y="170"/>
                    </a:cubicBezTo>
                    <a:lnTo>
                      <a:pt x="3081" y="170"/>
                    </a:lnTo>
                    <a:cubicBezTo>
                      <a:pt x="2918" y="170"/>
                      <a:pt x="2738" y="148"/>
                      <a:pt x="2565" y="148"/>
                    </a:cubicBezTo>
                    <a:cubicBezTo>
                      <a:pt x="2391" y="142"/>
                      <a:pt x="2238" y="137"/>
                      <a:pt x="2075" y="126"/>
                    </a:cubicBezTo>
                    <a:cubicBezTo>
                      <a:pt x="1907" y="115"/>
                      <a:pt x="1744" y="115"/>
                      <a:pt x="1581" y="104"/>
                    </a:cubicBezTo>
                    <a:cubicBezTo>
                      <a:pt x="1407" y="93"/>
                      <a:pt x="1227" y="93"/>
                      <a:pt x="1048" y="77"/>
                    </a:cubicBezTo>
                    <a:cubicBezTo>
                      <a:pt x="987" y="71"/>
                      <a:pt x="926" y="69"/>
                      <a:pt x="864" y="69"/>
                    </a:cubicBezTo>
                    <a:cubicBezTo>
                      <a:pt x="815" y="69"/>
                      <a:pt x="765" y="70"/>
                      <a:pt x="716" y="70"/>
                    </a:cubicBezTo>
                    <a:cubicBezTo>
                      <a:pt x="669" y="70"/>
                      <a:pt x="622" y="70"/>
                      <a:pt x="575" y="66"/>
                    </a:cubicBezTo>
                    <a:cubicBezTo>
                      <a:pt x="396" y="55"/>
                      <a:pt x="216" y="34"/>
                      <a:pt x="42" y="1"/>
                    </a:cubicBezTo>
                    <a:cubicBezTo>
                      <a:pt x="41" y="1"/>
                      <a:pt x="39"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20"/>
              <p:cNvSpPr/>
              <p:nvPr/>
            </p:nvSpPr>
            <p:spPr>
              <a:xfrm>
                <a:off x="4669375" y="2994700"/>
                <a:ext cx="40525" cy="2725"/>
              </a:xfrm>
              <a:custGeom>
                <a:rect b="b" l="l" r="r" t="t"/>
                <a:pathLst>
                  <a:path extrusionOk="0" h="109" w="1621">
                    <a:moveTo>
                      <a:pt x="1076" y="0"/>
                    </a:moveTo>
                    <a:cubicBezTo>
                      <a:pt x="979" y="0"/>
                      <a:pt x="882" y="4"/>
                      <a:pt x="788" y="6"/>
                    </a:cubicBezTo>
                    <a:cubicBezTo>
                      <a:pt x="653" y="6"/>
                      <a:pt x="522" y="27"/>
                      <a:pt x="392" y="33"/>
                    </a:cubicBezTo>
                    <a:cubicBezTo>
                      <a:pt x="370" y="35"/>
                      <a:pt x="348" y="35"/>
                      <a:pt x="327" y="35"/>
                    </a:cubicBezTo>
                    <a:cubicBezTo>
                      <a:pt x="235" y="35"/>
                      <a:pt x="152" y="21"/>
                      <a:pt x="62" y="21"/>
                    </a:cubicBezTo>
                    <a:cubicBezTo>
                      <a:pt x="50" y="21"/>
                      <a:pt x="39" y="21"/>
                      <a:pt x="27" y="22"/>
                    </a:cubicBezTo>
                    <a:cubicBezTo>
                      <a:pt x="0" y="22"/>
                      <a:pt x="0" y="60"/>
                      <a:pt x="27" y="60"/>
                    </a:cubicBezTo>
                    <a:cubicBezTo>
                      <a:pt x="133" y="60"/>
                      <a:pt x="234" y="88"/>
                      <a:pt x="343" y="88"/>
                    </a:cubicBezTo>
                    <a:cubicBezTo>
                      <a:pt x="352" y="88"/>
                      <a:pt x="361" y="88"/>
                      <a:pt x="370" y="87"/>
                    </a:cubicBezTo>
                    <a:cubicBezTo>
                      <a:pt x="500" y="87"/>
                      <a:pt x="631" y="71"/>
                      <a:pt x="767" y="71"/>
                    </a:cubicBezTo>
                    <a:cubicBezTo>
                      <a:pt x="1044" y="71"/>
                      <a:pt x="1310" y="93"/>
                      <a:pt x="1588" y="109"/>
                    </a:cubicBezTo>
                    <a:cubicBezTo>
                      <a:pt x="1615" y="109"/>
                      <a:pt x="1620" y="71"/>
                      <a:pt x="1593" y="60"/>
                    </a:cubicBezTo>
                    <a:cubicBezTo>
                      <a:pt x="1429" y="11"/>
                      <a:pt x="1251"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20"/>
              <p:cNvSpPr/>
              <p:nvPr/>
            </p:nvSpPr>
            <p:spPr>
              <a:xfrm>
                <a:off x="4681475" y="3017075"/>
                <a:ext cx="91875" cy="4150"/>
              </a:xfrm>
              <a:custGeom>
                <a:rect b="b" l="l" r="r" t="t"/>
                <a:pathLst>
                  <a:path extrusionOk="0" h="166" w="3675">
                    <a:moveTo>
                      <a:pt x="3552" y="0"/>
                    </a:moveTo>
                    <a:cubicBezTo>
                      <a:pt x="3447" y="0"/>
                      <a:pt x="3338" y="5"/>
                      <a:pt x="3234" y="13"/>
                    </a:cubicBezTo>
                    <a:cubicBezTo>
                      <a:pt x="3098" y="18"/>
                      <a:pt x="2941" y="24"/>
                      <a:pt x="2794" y="40"/>
                    </a:cubicBezTo>
                    <a:cubicBezTo>
                      <a:pt x="2506" y="67"/>
                      <a:pt x="2207" y="84"/>
                      <a:pt x="1913" y="89"/>
                    </a:cubicBezTo>
                    <a:cubicBezTo>
                      <a:pt x="1598" y="97"/>
                      <a:pt x="1284" y="97"/>
                      <a:pt x="970" y="97"/>
                    </a:cubicBezTo>
                    <a:cubicBezTo>
                      <a:pt x="656" y="97"/>
                      <a:pt x="343" y="97"/>
                      <a:pt x="27" y="105"/>
                    </a:cubicBezTo>
                    <a:cubicBezTo>
                      <a:pt x="0" y="105"/>
                      <a:pt x="0" y="149"/>
                      <a:pt x="27" y="149"/>
                    </a:cubicBezTo>
                    <a:cubicBezTo>
                      <a:pt x="434" y="159"/>
                      <a:pt x="839" y="165"/>
                      <a:pt x="1245" y="165"/>
                    </a:cubicBezTo>
                    <a:cubicBezTo>
                      <a:pt x="1467" y="165"/>
                      <a:pt x="1690" y="164"/>
                      <a:pt x="1913" y="160"/>
                    </a:cubicBezTo>
                    <a:cubicBezTo>
                      <a:pt x="2196" y="154"/>
                      <a:pt x="2484" y="138"/>
                      <a:pt x="2772" y="111"/>
                    </a:cubicBezTo>
                    <a:cubicBezTo>
                      <a:pt x="2925" y="95"/>
                      <a:pt x="3077" y="89"/>
                      <a:pt x="3234" y="73"/>
                    </a:cubicBezTo>
                    <a:cubicBezTo>
                      <a:pt x="3300" y="67"/>
                      <a:pt x="3370" y="67"/>
                      <a:pt x="3436" y="62"/>
                    </a:cubicBezTo>
                    <a:cubicBezTo>
                      <a:pt x="3506" y="57"/>
                      <a:pt x="3582" y="35"/>
                      <a:pt x="3658" y="29"/>
                    </a:cubicBezTo>
                    <a:cubicBezTo>
                      <a:pt x="3675" y="29"/>
                      <a:pt x="3675" y="2"/>
                      <a:pt x="3658" y="2"/>
                    </a:cubicBezTo>
                    <a:lnTo>
                      <a:pt x="3664" y="2"/>
                    </a:lnTo>
                    <a:cubicBezTo>
                      <a:pt x="3627" y="1"/>
                      <a:pt x="3590" y="0"/>
                      <a:pt x="3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20"/>
              <p:cNvSpPr/>
              <p:nvPr/>
            </p:nvSpPr>
            <p:spPr>
              <a:xfrm>
                <a:off x="4771575" y="3011350"/>
                <a:ext cx="33025" cy="2525"/>
              </a:xfrm>
              <a:custGeom>
                <a:rect b="b" l="l" r="r" t="t"/>
                <a:pathLst>
                  <a:path extrusionOk="0" h="101" w="1321">
                    <a:moveTo>
                      <a:pt x="1213" y="1"/>
                    </a:moveTo>
                    <a:cubicBezTo>
                      <a:pt x="1147" y="1"/>
                      <a:pt x="1082" y="4"/>
                      <a:pt x="1017" y="8"/>
                    </a:cubicBezTo>
                    <a:cubicBezTo>
                      <a:pt x="988" y="7"/>
                      <a:pt x="959" y="6"/>
                      <a:pt x="931" y="6"/>
                    </a:cubicBezTo>
                    <a:cubicBezTo>
                      <a:pt x="861" y="6"/>
                      <a:pt x="792" y="10"/>
                      <a:pt x="723" y="14"/>
                    </a:cubicBezTo>
                    <a:cubicBezTo>
                      <a:pt x="495" y="35"/>
                      <a:pt x="266" y="35"/>
                      <a:pt x="44" y="35"/>
                    </a:cubicBezTo>
                    <a:cubicBezTo>
                      <a:pt x="0" y="35"/>
                      <a:pt x="0" y="101"/>
                      <a:pt x="44" y="101"/>
                    </a:cubicBezTo>
                    <a:cubicBezTo>
                      <a:pt x="261" y="101"/>
                      <a:pt x="484" y="101"/>
                      <a:pt x="701" y="84"/>
                    </a:cubicBezTo>
                    <a:cubicBezTo>
                      <a:pt x="799" y="79"/>
                      <a:pt x="886" y="79"/>
                      <a:pt x="978" y="79"/>
                    </a:cubicBezTo>
                    <a:cubicBezTo>
                      <a:pt x="1087" y="74"/>
                      <a:pt x="1190" y="63"/>
                      <a:pt x="1294" y="41"/>
                    </a:cubicBezTo>
                    <a:cubicBezTo>
                      <a:pt x="1310" y="41"/>
                      <a:pt x="1321" y="8"/>
                      <a:pt x="1299" y="8"/>
                    </a:cubicBezTo>
                    <a:lnTo>
                      <a:pt x="1294" y="3"/>
                    </a:lnTo>
                    <a:cubicBezTo>
                      <a:pt x="1267" y="1"/>
                      <a:pt x="1240" y="1"/>
                      <a:pt x="1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20"/>
              <p:cNvSpPr/>
              <p:nvPr/>
            </p:nvSpPr>
            <p:spPr>
              <a:xfrm>
                <a:off x="4669650" y="2976750"/>
                <a:ext cx="144600" cy="5200"/>
              </a:xfrm>
              <a:custGeom>
                <a:rect b="b" l="l" r="r" t="t"/>
                <a:pathLst>
                  <a:path extrusionOk="0" h="208" w="5784">
                    <a:moveTo>
                      <a:pt x="1430" y="1"/>
                    </a:moveTo>
                    <a:cubicBezTo>
                      <a:pt x="1321" y="6"/>
                      <a:pt x="1223" y="33"/>
                      <a:pt x="1115" y="33"/>
                    </a:cubicBezTo>
                    <a:cubicBezTo>
                      <a:pt x="1088" y="32"/>
                      <a:pt x="1062" y="31"/>
                      <a:pt x="1035" y="31"/>
                    </a:cubicBezTo>
                    <a:cubicBezTo>
                      <a:pt x="962" y="31"/>
                      <a:pt x="887" y="36"/>
                      <a:pt x="816" y="44"/>
                    </a:cubicBezTo>
                    <a:cubicBezTo>
                      <a:pt x="712" y="55"/>
                      <a:pt x="609" y="82"/>
                      <a:pt x="506" y="88"/>
                    </a:cubicBezTo>
                    <a:cubicBezTo>
                      <a:pt x="419" y="93"/>
                      <a:pt x="326" y="104"/>
                      <a:pt x="239" y="120"/>
                    </a:cubicBezTo>
                    <a:cubicBezTo>
                      <a:pt x="227" y="122"/>
                      <a:pt x="214" y="123"/>
                      <a:pt x="201" y="123"/>
                    </a:cubicBezTo>
                    <a:cubicBezTo>
                      <a:pt x="176" y="123"/>
                      <a:pt x="151" y="120"/>
                      <a:pt x="125" y="120"/>
                    </a:cubicBezTo>
                    <a:cubicBezTo>
                      <a:pt x="87" y="126"/>
                      <a:pt x="65" y="153"/>
                      <a:pt x="38" y="153"/>
                    </a:cubicBezTo>
                    <a:cubicBezTo>
                      <a:pt x="0" y="153"/>
                      <a:pt x="0" y="207"/>
                      <a:pt x="38" y="207"/>
                    </a:cubicBezTo>
                    <a:cubicBezTo>
                      <a:pt x="93" y="207"/>
                      <a:pt x="131" y="191"/>
                      <a:pt x="185" y="191"/>
                    </a:cubicBezTo>
                    <a:cubicBezTo>
                      <a:pt x="199" y="193"/>
                      <a:pt x="212" y="194"/>
                      <a:pt x="226" y="194"/>
                    </a:cubicBezTo>
                    <a:cubicBezTo>
                      <a:pt x="285" y="194"/>
                      <a:pt x="342" y="179"/>
                      <a:pt x="402" y="179"/>
                    </a:cubicBezTo>
                    <a:cubicBezTo>
                      <a:pt x="409" y="179"/>
                      <a:pt x="417" y="180"/>
                      <a:pt x="424" y="180"/>
                    </a:cubicBezTo>
                    <a:cubicBezTo>
                      <a:pt x="444" y="181"/>
                      <a:pt x="464" y="182"/>
                      <a:pt x="484" y="182"/>
                    </a:cubicBezTo>
                    <a:cubicBezTo>
                      <a:pt x="633" y="182"/>
                      <a:pt x="782" y="152"/>
                      <a:pt x="930" y="152"/>
                    </a:cubicBezTo>
                    <a:cubicBezTo>
                      <a:pt x="941" y="152"/>
                      <a:pt x="952" y="153"/>
                      <a:pt x="962" y="153"/>
                    </a:cubicBezTo>
                    <a:cubicBezTo>
                      <a:pt x="1009" y="156"/>
                      <a:pt x="1056" y="157"/>
                      <a:pt x="1104" y="157"/>
                    </a:cubicBezTo>
                    <a:cubicBezTo>
                      <a:pt x="1151" y="157"/>
                      <a:pt x="1199" y="156"/>
                      <a:pt x="1245" y="153"/>
                    </a:cubicBezTo>
                    <a:cubicBezTo>
                      <a:pt x="1343" y="142"/>
                      <a:pt x="1435" y="137"/>
                      <a:pt x="1533" y="137"/>
                    </a:cubicBezTo>
                    <a:cubicBezTo>
                      <a:pt x="1740" y="147"/>
                      <a:pt x="1930" y="158"/>
                      <a:pt x="2131" y="158"/>
                    </a:cubicBezTo>
                    <a:lnTo>
                      <a:pt x="2414" y="158"/>
                    </a:lnTo>
                    <a:cubicBezTo>
                      <a:pt x="2506" y="158"/>
                      <a:pt x="2588" y="186"/>
                      <a:pt x="2675" y="186"/>
                    </a:cubicBezTo>
                    <a:cubicBezTo>
                      <a:pt x="2865" y="186"/>
                      <a:pt x="3055" y="180"/>
                      <a:pt x="3240" y="175"/>
                    </a:cubicBezTo>
                    <a:cubicBezTo>
                      <a:pt x="3430" y="175"/>
                      <a:pt x="3620" y="191"/>
                      <a:pt x="3805" y="191"/>
                    </a:cubicBezTo>
                    <a:cubicBezTo>
                      <a:pt x="4012" y="191"/>
                      <a:pt x="4207" y="169"/>
                      <a:pt x="4409" y="164"/>
                    </a:cubicBezTo>
                    <a:cubicBezTo>
                      <a:pt x="4476" y="162"/>
                      <a:pt x="4543" y="162"/>
                      <a:pt x="4610" y="162"/>
                    </a:cubicBezTo>
                    <a:cubicBezTo>
                      <a:pt x="4872" y="162"/>
                      <a:pt x="5134" y="171"/>
                      <a:pt x="5396" y="171"/>
                    </a:cubicBezTo>
                    <a:cubicBezTo>
                      <a:pt x="5513" y="171"/>
                      <a:pt x="5629" y="169"/>
                      <a:pt x="5746" y="164"/>
                    </a:cubicBezTo>
                    <a:cubicBezTo>
                      <a:pt x="5784" y="158"/>
                      <a:pt x="5784" y="104"/>
                      <a:pt x="5746" y="99"/>
                    </a:cubicBezTo>
                    <a:lnTo>
                      <a:pt x="5746" y="104"/>
                    </a:lnTo>
                    <a:cubicBezTo>
                      <a:pt x="5614" y="97"/>
                      <a:pt x="5482" y="94"/>
                      <a:pt x="5350" y="94"/>
                    </a:cubicBezTo>
                    <a:cubicBezTo>
                      <a:pt x="5087" y="94"/>
                      <a:pt x="4825" y="104"/>
                      <a:pt x="4561" y="104"/>
                    </a:cubicBezTo>
                    <a:cubicBezTo>
                      <a:pt x="4164" y="104"/>
                      <a:pt x="3778" y="82"/>
                      <a:pt x="3387" y="55"/>
                    </a:cubicBezTo>
                    <a:cubicBezTo>
                      <a:pt x="3196" y="44"/>
                      <a:pt x="3012" y="39"/>
                      <a:pt x="2821" y="39"/>
                    </a:cubicBezTo>
                    <a:cubicBezTo>
                      <a:pt x="2631" y="39"/>
                      <a:pt x="2463" y="17"/>
                      <a:pt x="2283" y="17"/>
                    </a:cubicBezTo>
                    <a:cubicBezTo>
                      <a:pt x="2171" y="17"/>
                      <a:pt x="2060" y="21"/>
                      <a:pt x="1949" y="21"/>
                    </a:cubicBezTo>
                    <a:cubicBezTo>
                      <a:pt x="1866" y="21"/>
                      <a:pt x="1783" y="19"/>
                      <a:pt x="1702" y="12"/>
                    </a:cubicBezTo>
                    <a:cubicBezTo>
                      <a:pt x="1609" y="6"/>
                      <a:pt x="1517" y="1"/>
                      <a:pt x="1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20"/>
              <p:cNvSpPr/>
              <p:nvPr/>
            </p:nvSpPr>
            <p:spPr>
              <a:xfrm>
                <a:off x="4806075" y="2937175"/>
                <a:ext cx="10775" cy="27675"/>
              </a:xfrm>
              <a:custGeom>
                <a:rect b="b" l="l" r="r" t="t"/>
                <a:pathLst>
                  <a:path extrusionOk="0" h="1107" w="431">
                    <a:moveTo>
                      <a:pt x="182" y="1"/>
                    </a:moveTo>
                    <a:cubicBezTo>
                      <a:pt x="43" y="1"/>
                      <a:pt x="22" y="309"/>
                      <a:pt x="12" y="399"/>
                    </a:cubicBezTo>
                    <a:cubicBezTo>
                      <a:pt x="1" y="497"/>
                      <a:pt x="12" y="600"/>
                      <a:pt x="44" y="698"/>
                    </a:cubicBezTo>
                    <a:cubicBezTo>
                      <a:pt x="82" y="785"/>
                      <a:pt x="99" y="888"/>
                      <a:pt x="158" y="969"/>
                    </a:cubicBezTo>
                    <a:cubicBezTo>
                      <a:pt x="191" y="1018"/>
                      <a:pt x="245" y="1095"/>
                      <a:pt x="311" y="1105"/>
                    </a:cubicBezTo>
                    <a:cubicBezTo>
                      <a:pt x="316" y="1106"/>
                      <a:pt x="322" y="1107"/>
                      <a:pt x="327" y="1107"/>
                    </a:cubicBezTo>
                    <a:cubicBezTo>
                      <a:pt x="393" y="1107"/>
                      <a:pt x="430" y="1046"/>
                      <a:pt x="430" y="980"/>
                    </a:cubicBezTo>
                    <a:cubicBezTo>
                      <a:pt x="430" y="965"/>
                      <a:pt x="415" y="957"/>
                      <a:pt x="401" y="957"/>
                    </a:cubicBezTo>
                    <a:cubicBezTo>
                      <a:pt x="390" y="957"/>
                      <a:pt x="378" y="963"/>
                      <a:pt x="376" y="975"/>
                    </a:cubicBezTo>
                    <a:cubicBezTo>
                      <a:pt x="367" y="1014"/>
                      <a:pt x="351" y="1028"/>
                      <a:pt x="333" y="1028"/>
                    </a:cubicBezTo>
                    <a:cubicBezTo>
                      <a:pt x="295" y="1028"/>
                      <a:pt x="246" y="968"/>
                      <a:pt x="224" y="942"/>
                    </a:cubicBezTo>
                    <a:cubicBezTo>
                      <a:pt x="186" y="893"/>
                      <a:pt x="164" y="834"/>
                      <a:pt x="153" y="768"/>
                    </a:cubicBezTo>
                    <a:cubicBezTo>
                      <a:pt x="131" y="719"/>
                      <a:pt x="104" y="676"/>
                      <a:pt x="88" y="622"/>
                    </a:cubicBezTo>
                    <a:cubicBezTo>
                      <a:pt x="71" y="545"/>
                      <a:pt x="66" y="469"/>
                      <a:pt x="77" y="393"/>
                    </a:cubicBezTo>
                    <a:cubicBezTo>
                      <a:pt x="77" y="337"/>
                      <a:pt x="91" y="53"/>
                      <a:pt x="198" y="53"/>
                    </a:cubicBezTo>
                    <a:cubicBezTo>
                      <a:pt x="204" y="53"/>
                      <a:pt x="211" y="54"/>
                      <a:pt x="218" y="56"/>
                    </a:cubicBezTo>
                    <a:cubicBezTo>
                      <a:pt x="289" y="78"/>
                      <a:pt x="343" y="236"/>
                      <a:pt x="365" y="295"/>
                    </a:cubicBezTo>
                    <a:cubicBezTo>
                      <a:pt x="367" y="302"/>
                      <a:pt x="374" y="305"/>
                      <a:pt x="381" y="305"/>
                    </a:cubicBezTo>
                    <a:cubicBezTo>
                      <a:pt x="390" y="305"/>
                      <a:pt x="398" y="299"/>
                      <a:pt x="392" y="290"/>
                    </a:cubicBezTo>
                    <a:cubicBezTo>
                      <a:pt x="365" y="198"/>
                      <a:pt x="305" y="18"/>
                      <a:pt x="196" y="2"/>
                    </a:cubicBezTo>
                    <a:cubicBezTo>
                      <a:pt x="192" y="1"/>
                      <a:pt x="187"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20"/>
              <p:cNvSpPr/>
              <p:nvPr/>
            </p:nvSpPr>
            <p:spPr>
              <a:xfrm>
                <a:off x="4805125" y="2893725"/>
                <a:ext cx="9825" cy="14300"/>
              </a:xfrm>
              <a:custGeom>
                <a:rect b="b" l="l" r="r" t="t"/>
                <a:pathLst>
                  <a:path extrusionOk="0" h="572" w="393">
                    <a:moveTo>
                      <a:pt x="302" y="0"/>
                    </a:moveTo>
                    <a:cubicBezTo>
                      <a:pt x="294" y="0"/>
                      <a:pt x="286" y="6"/>
                      <a:pt x="283" y="17"/>
                    </a:cubicBezTo>
                    <a:cubicBezTo>
                      <a:pt x="272" y="104"/>
                      <a:pt x="321" y="185"/>
                      <a:pt x="311" y="278"/>
                    </a:cubicBezTo>
                    <a:cubicBezTo>
                      <a:pt x="300" y="323"/>
                      <a:pt x="276" y="498"/>
                      <a:pt x="206" y="498"/>
                    </a:cubicBezTo>
                    <a:cubicBezTo>
                      <a:pt x="201" y="498"/>
                      <a:pt x="196" y="497"/>
                      <a:pt x="191" y="495"/>
                    </a:cubicBezTo>
                    <a:cubicBezTo>
                      <a:pt x="137" y="479"/>
                      <a:pt x="104" y="376"/>
                      <a:pt x="93" y="327"/>
                    </a:cubicBezTo>
                    <a:cubicBezTo>
                      <a:pt x="77" y="234"/>
                      <a:pt x="109" y="136"/>
                      <a:pt x="109" y="44"/>
                    </a:cubicBezTo>
                    <a:cubicBezTo>
                      <a:pt x="109" y="25"/>
                      <a:pt x="94" y="15"/>
                      <a:pt x="79" y="15"/>
                    </a:cubicBezTo>
                    <a:cubicBezTo>
                      <a:pt x="65" y="15"/>
                      <a:pt x="50" y="25"/>
                      <a:pt x="50" y="44"/>
                    </a:cubicBezTo>
                    <a:cubicBezTo>
                      <a:pt x="44" y="169"/>
                      <a:pt x="1" y="289"/>
                      <a:pt x="50" y="414"/>
                    </a:cubicBezTo>
                    <a:cubicBezTo>
                      <a:pt x="71" y="479"/>
                      <a:pt x="120" y="571"/>
                      <a:pt x="202" y="571"/>
                    </a:cubicBezTo>
                    <a:cubicBezTo>
                      <a:pt x="204" y="571"/>
                      <a:pt x="206" y="571"/>
                      <a:pt x="209" y="571"/>
                    </a:cubicBezTo>
                    <a:cubicBezTo>
                      <a:pt x="302" y="571"/>
                      <a:pt x="344" y="466"/>
                      <a:pt x="365" y="386"/>
                    </a:cubicBezTo>
                    <a:cubicBezTo>
                      <a:pt x="381" y="337"/>
                      <a:pt x="392" y="283"/>
                      <a:pt x="392" y="234"/>
                    </a:cubicBezTo>
                    <a:cubicBezTo>
                      <a:pt x="392" y="153"/>
                      <a:pt x="338" y="93"/>
                      <a:pt x="321" y="17"/>
                    </a:cubicBezTo>
                    <a:cubicBezTo>
                      <a:pt x="319" y="6"/>
                      <a:pt x="311" y="0"/>
                      <a:pt x="3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20"/>
              <p:cNvSpPr/>
              <p:nvPr/>
            </p:nvSpPr>
            <p:spPr>
              <a:xfrm>
                <a:off x="4669375" y="2939400"/>
                <a:ext cx="9375" cy="7900"/>
              </a:xfrm>
              <a:custGeom>
                <a:rect b="b" l="l" r="r" t="t"/>
                <a:pathLst>
                  <a:path extrusionOk="0" h="316" w="375">
                    <a:moveTo>
                      <a:pt x="313" y="1"/>
                    </a:moveTo>
                    <a:cubicBezTo>
                      <a:pt x="307" y="1"/>
                      <a:pt x="301" y="2"/>
                      <a:pt x="294" y="5"/>
                    </a:cubicBezTo>
                    <a:cubicBezTo>
                      <a:pt x="229" y="43"/>
                      <a:pt x="169" y="87"/>
                      <a:pt x="114" y="136"/>
                    </a:cubicBezTo>
                    <a:cubicBezTo>
                      <a:pt x="71" y="174"/>
                      <a:pt x="0" y="228"/>
                      <a:pt x="0" y="288"/>
                    </a:cubicBezTo>
                    <a:cubicBezTo>
                      <a:pt x="0" y="304"/>
                      <a:pt x="11" y="315"/>
                      <a:pt x="22" y="315"/>
                    </a:cubicBezTo>
                    <a:cubicBezTo>
                      <a:pt x="82" y="315"/>
                      <a:pt x="131" y="255"/>
                      <a:pt x="169" y="217"/>
                    </a:cubicBezTo>
                    <a:cubicBezTo>
                      <a:pt x="218" y="163"/>
                      <a:pt x="278" y="119"/>
                      <a:pt x="337" y="81"/>
                    </a:cubicBezTo>
                    <a:cubicBezTo>
                      <a:pt x="375" y="53"/>
                      <a:pt x="352" y="1"/>
                      <a:pt x="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20"/>
              <p:cNvSpPr/>
              <p:nvPr/>
            </p:nvSpPr>
            <p:spPr>
              <a:xfrm>
                <a:off x="4666925" y="2946925"/>
                <a:ext cx="9475" cy="7725"/>
              </a:xfrm>
              <a:custGeom>
                <a:rect b="b" l="l" r="r" t="t"/>
                <a:pathLst>
                  <a:path extrusionOk="0" h="309" w="379">
                    <a:moveTo>
                      <a:pt x="321" y="1"/>
                    </a:moveTo>
                    <a:cubicBezTo>
                      <a:pt x="314" y="1"/>
                      <a:pt x="306" y="3"/>
                      <a:pt x="299" y="9"/>
                    </a:cubicBezTo>
                    <a:cubicBezTo>
                      <a:pt x="245" y="47"/>
                      <a:pt x="196" y="85"/>
                      <a:pt x="142" y="117"/>
                    </a:cubicBezTo>
                    <a:cubicBezTo>
                      <a:pt x="109" y="139"/>
                      <a:pt x="82" y="155"/>
                      <a:pt x="55" y="183"/>
                    </a:cubicBezTo>
                    <a:cubicBezTo>
                      <a:pt x="28" y="204"/>
                      <a:pt x="0" y="237"/>
                      <a:pt x="11" y="275"/>
                    </a:cubicBezTo>
                    <a:cubicBezTo>
                      <a:pt x="22" y="300"/>
                      <a:pt x="40" y="309"/>
                      <a:pt x="59" y="309"/>
                    </a:cubicBezTo>
                    <a:cubicBezTo>
                      <a:pt x="70" y="309"/>
                      <a:pt x="82" y="306"/>
                      <a:pt x="93" y="302"/>
                    </a:cubicBezTo>
                    <a:cubicBezTo>
                      <a:pt x="104" y="291"/>
                      <a:pt x="109" y="275"/>
                      <a:pt x="98" y="264"/>
                    </a:cubicBezTo>
                    <a:lnTo>
                      <a:pt x="109" y="253"/>
                    </a:lnTo>
                    <a:cubicBezTo>
                      <a:pt x="125" y="237"/>
                      <a:pt x="147" y="215"/>
                      <a:pt x="169" y="204"/>
                    </a:cubicBezTo>
                    <a:cubicBezTo>
                      <a:pt x="229" y="161"/>
                      <a:pt x="294" y="112"/>
                      <a:pt x="348" y="63"/>
                    </a:cubicBezTo>
                    <a:cubicBezTo>
                      <a:pt x="379" y="37"/>
                      <a:pt x="350" y="1"/>
                      <a:pt x="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20"/>
              <p:cNvSpPr/>
              <p:nvPr/>
            </p:nvSpPr>
            <p:spPr>
              <a:xfrm>
                <a:off x="4665575" y="2953200"/>
                <a:ext cx="8575" cy="7725"/>
              </a:xfrm>
              <a:custGeom>
                <a:rect b="b" l="l" r="r" t="t"/>
                <a:pathLst>
                  <a:path extrusionOk="0" h="309" w="343">
                    <a:moveTo>
                      <a:pt x="313" y="0"/>
                    </a:moveTo>
                    <a:cubicBezTo>
                      <a:pt x="306" y="0"/>
                      <a:pt x="299" y="3"/>
                      <a:pt x="294" y="8"/>
                    </a:cubicBezTo>
                    <a:lnTo>
                      <a:pt x="288" y="8"/>
                    </a:lnTo>
                    <a:cubicBezTo>
                      <a:pt x="245" y="57"/>
                      <a:pt x="190" y="95"/>
                      <a:pt x="131" y="116"/>
                    </a:cubicBezTo>
                    <a:cubicBezTo>
                      <a:pt x="71" y="149"/>
                      <a:pt x="6" y="193"/>
                      <a:pt x="0" y="263"/>
                    </a:cubicBezTo>
                    <a:cubicBezTo>
                      <a:pt x="0" y="290"/>
                      <a:pt x="23" y="308"/>
                      <a:pt x="49" y="308"/>
                    </a:cubicBezTo>
                    <a:cubicBezTo>
                      <a:pt x="60" y="308"/>
                      <a:pt x="72" y="304"/>
                      <a:pt x="82" y="296"/>
                    </a:cubicBezTo>
                    <a:cubicBezTo>
                      <a:pt x="103" y="274"/>
                      <a:pt x="120" y="247"/>
                      <a:pt x="147" y="231"/>
                    </a:cubicBezTo>
                    <a:cubicBezTo>
                      <a:pt x="174" y="209"/>
                      <a:pt x="207" y="193"/>
                      <a:pt x="234" y="171"/>
                    </a:cubicBezTo>
                    <a:cubicBezTo>
                      <a:pt x="283" y="133"/>
                      <a:pt x="337" y="95"/>
                      <a:pt x="343" y="30"/>
                    </a:cubicBezTo>
                    <a:cubicBezTo>
                      <a:pt x="343" y="11"/>
                      <a:pt x="327" y="0"/>
                      <a:pt x="3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120"/>
            <p:cNvGrpSpPr/>
            <p:nvPr/>
          </p:nvGrpSpPr>
          <p:grpSpPr>
            <a:xfrm>
              <a:off x="4237386" y="2149073"/>
              <a:ext cx="274322" cy="203200"/>
              <a:chOff x="4896175" y="2824500"/>
              <a:chExt cx="248300" cy="184225"/>
            </a:xfrm>
          </p:grpSpPr>
          <p:grpSp>
            <p:nvGrpSpPr>
              <p:cNvPr id="4959" name="Google Shape;4959;p120"/>
              <p:cNvGrpSpPr/>
              <p:nvPr/>
            </p:nvGrpSpPr>
            <p:grpSpPr>
              <a:xfrm>
                <a:off x="4896175" y="2824500"/>
                <a:ext cx="248300" cy="184225"/>
                <a:chOff x="4896175" y="2824500"/>
                <a:chExt cx="248300" cy="184225"/>
              </a:xfrm>
            </p:grpSpPr>
            <p:sp>
              <p:nvSpPr>
                <p:cNvPr id="4960" name="Google Shape;4960;p120"/>
                <p:cNvSpPr/>
                <p:nvPr/>
              </p:nvSpPr>
              <p:spPr>
                <a:xfrm>
                  <a:off x="4896175" y="2824500"/>
                  <a:ext cx="248300" cy="184225"/>
                </a:xfrm>
                <a:custGeom>
                  <a:rect b="b" l="l" r="r" t="t"/>
                  <a:pathLst>
                    <a:path extrusionOk="0" h="7369" w="9932">
                      <a:moveTo>
                        <a:pt x="4863" y="2267"/>
                      </a:moveTo>
                      <a:cubicBezTo>
                        <a:pt x="4984" y="2267"/>
                        <a:pt x="5136" y="2336"/>
                        <a:pt x="5219" y="2405"/>
                      </a:cubicBezTo>
                      <a:cubicBezTo>
                        <a:pt x="5279" y="2460"/>
                        <a:pt x="5333" y="2519"/>
                        <a:pt x="5377" y="2585"/>
                      </a:cubicBezTo>
                      <a:cubicBezTo>
                        <a:pt x="5355" y="2612"/>
                        <a:pt x="5328" y="2634"/>
                        <a:pt x="5301" y="2661"/>
                      </a:cubicBezTo>
                      <a:cubicBezTo>
                        <a:pt x="5295" y="2661"/>
                        <a:pt x="5290" y="2666"/>
                        <a:pt x="5290" y="2672"/>
                      </a:cubicBezTo>
                      <a:cubicBezTo>
                        <a:pt x="5284" y="2666"/>
                        <a:pt x="5273" y="2666"/>
                        <a:pt x="5268" y="2661"/>
                      </a:cubicBezTo>
                      <a:cubicBezTo>
                        <a:pt x="5241" y="2650"/>
                        <a:pt x="5224" y="2634"/>
                        <a:pt x="5203" y="2623"/>
                      </a:cubicBezTo>
                      <a:cubicBezTo>
                        <a:pt x="5177" y="2613"/>
                        <a:pt x="5152" y="2608"/>
                        <a:pt x="5129" y="2608"/>
                      </a:cubicBezTo>
                      <a:cubicBezTo>
                        <a:pt x="5037" y="2608"/>
                        <a:pt x="4962" y="2676"/>
                        <a:pt x="4915" y="2759"/>
                      </a:cubicBezTo>
                      <a:cubicBezTo>
                        <a:pt x="4882" y="2769"/>
                        <a:pt x="4855" y="2786"/>
                        <a:pt x="4822" y="2808"/>
                      </a:cubicBezTo>
                      <a:cubicBezTo>
                        <a:pt x="4768" y="2840"/>
                        <a:pt x="4713" y="2878"/>
                        <a:pt x="4665" y="2916"/>
                      </a:cubicBezTo>
                      <a:cubicBezTo>
                        <a:pt x="4578" y="2759"/>
                        <a:pt x="4420" y="2650"/>
                        <a:pt x="4241" y="2628"/>
                      </a:cubicBezTo>
                      <a:cubicBezTo>
                        <a:pt x="4204" y="2624"/>
                        <a:pt x="4167" y="2622"/>
                        <a:pt x="4131" y="2622"/>
                      </a:cubicBezTo>
                      <a:cubicBezTo>
                        <a:pt x="4064" y="2622"/>
                        <a:pt x="3997" y="2628"/>
                        <a:pt x="3931" y="2639"/>
                      </a:cubicBezTo>
                      <a:cubicBezTo>
                        <a:pt x="3920" y="2623"/>
                        <a:pt x="3909" y="2617"/>
                        <a:pt x="3893" y="2612"/>
                      </a:cubicBezTo>
                      <a:lnTo>
                        <a:pt x="3898" y="2606"/>
                      </a:lnTo>
                      <a:cubicBezTo>
                        <a:pt x="3931" y="2579"/>
                        <a:pt x="3974" y="2557"/>
                        <a:pt x="4012" y="2536"/>
                      </a:cubicBezTo>
                      <a:cubicBezTo>
                        <a:pt x="4110" y="2476"/>
                        <a:pt x="4224" y="2465"/>
                        <a:pt x="4333" y="2416"/>
                      </a:cubicBezTo>
                      <a:cubicBezTo>
                        <a:pt x="4485" y="2356"/>
                        <a:pt x="4643" y="2313"/>
                        <a:pt x="4800" y="2275"/>
                      </a:cubicBezTo>
                      <a:cubicBezTo>
                        <a:pt x="4820" y="2270"/>
                        <a:pt x="4841" y="2267"/>
                        <a:pt x="4863" y="2267"/>
                      </a:cubicBezTo>
                      <a:close/>
                      <a:moveTo>
                        <a:pt x="5787" y="2648"/>
                      </a:moveTo>
                      <a:cubicBezTo>
                        <a:pt x="5902" y="2648"/>
                        <a:pt x="5990" y="2722"/>
                        <a:pt x="6078" y="2797"/>
                      </a:cubicBezTo>
                      <a:cubicBezTo>
                        <a:pt x="6159" y="2873"/>
                        <a:pt x="6230" y="2873"/>
                        <a:pt x="6339" y="2884"/>
                      </a:cubicBezTo>
                      <a:cubicBezTo>
                        <a:pt x="6442" y="2900"/>
                        <a:pt x="6496" y="3009"/>
                        <a:pt x="6524" y="3106"/>
                      </a:cubicBezTo>
                      <a:cubicBezTo>
                        <a:pt x="6545" y="3215"/>
                        <a:pt x="6540" y="3329"/>
                        <a:pt x="6502" y="3438"/>
                      </a:cubicBezTo>
                      <a:cubicBezTo>
                        <a:pt x="6486" y="3487"/>
                        <a:pt x="6404" y="3655"/>
                        <a:pt x="6350" y="3666"/>
                      </a:cubicBezTo>
                      <a:cubicBezTo>
                        <a:pt x="6317" y="3677"/>
                        <a:pt x="6295" y="3704"/>
                        <a:pt x="6295" y="3737"/>
                      </a:cubicBezTo>
                      <a:cubicBezTo>
                        <a:pt x="6274" y="3889"/>
                        <a:pt x="6083" y="4063"/>
                        <a:pt x="5953" y="4134"/>
                      </a:cubicBezTo>
                      <a:cubicBezTo>
                        <a:pt x="5909" y="4158"/>
                        <a:pt x="5859" y="4171"/>
                        <a:pt x="5807" y="4171"/>
                      </a:cubicBezTo>
                      <a:cubicBezTo>
                        <a:pt x="5776" y="4171"/>
                        <a:pt x="5744" y="4166"/>
                        <a:pt x="5714" y="4156"/>
                      </a:cubicBezTo>
                      <a:lnTo>
                        <a:pt x="5708" y="4156"/>
                      </a:lnTo>
                      <a:cubicBezTo>
                        <a:pt x="5672" y="4143"/>
                        <a:pt x="5635" y="4137"/>
                        <a:pt x="5598" y="4137"/>
                      </a:cubicBezTo>
                      <a:cubicBezTo>
                        <a:pt x="5586" y="4137"/>
                        <a:pt x="5574" y="4138"/>
                        <a:pt x="5561" y="4139"/>
                      </a:cubicBezTo>
                      <a:cubicBezTo>
                        <a:pt x="5502" y="4150"/>
                        <a:pt x="5447" y="4177"/>
                        <a:pt x="5404" y="4221"/>
                      </a:cubicBezTo>
                      <a:cubicBezTo>
                        <a:pt x="5383" y="4237"/>
                        <a:pt x="5378" y="4245"/>
                        <a:pt x="5362" y="4245"/>
                      </a:cubicBezTo>
                      <a:cubicBezTo>
                        <a:pt x="5358" y="4245"/>
                        <a:pt x="5352" y="4244"/>
                        <a:pt x="5344" y="4243"/>
                      </a:cubicBezTo>
                      <a:cubicBezTo>
                        <a:pt x="5311" y="4232"/>
                        <a:pt x="5284" y="4221"/>
                        <a:pt x="5257" y="4205"/>
                      </a:cubicBezTo>
                      <a:cubicBezTo>
                        <a:pt x="5121" y="4150"/>
                        <a:pt x="4980" y="4177"/>
                        <a:pt x="4844" y="4139"/>
                      </a:cubicBezTo>
                      <a:cubicBezTo>
                        <a:pt x="4686" y="4107"/>
                        <a:pt x="4605" y="3933"/>
                        <a:pt x="4681" y="3786"/>
                      </a:cubicBezTo>
                      <a:cubicBezTo>
                        <a:pt x="4730" y="3694"/>
                        <a:pt x="4762" y="3607"/>
                        <a:pt x="4692" y="3509"/>
                      </a:cubicBezTo>
                      <a:cubicBezTo>
                        <a:pt x="4610" y="3411"/>
                        <a:pt x="4599" y="3275"/>
                        <a:pt x="4659" y="3161"/>
                      </a:cubicBezTo>
                      <a:lnTo>
                        <a:pt x="4659" y="3161"/>
                      </a:lnTo>
                      <a:cubicBezTo>
                        <a:pt x="4661" y="3161"/>
                        <a:pt x="4664" y="3162"/>
                        <a:pt x="4666" y="3162"/>
                      </a:cubicBezTo>
                      <a:cubicBezTo>
                        <a:pt x="4691" y="3162"/>
                        <a:pt x="4713" y="3136"/>
                        <a:pt x="4713" y="3106"/>
                      </a:cubicBezTo>
                      <a:lnTo>
                        <a:pt x="4713" y="3085"/>
                      </a:lnTo>
                      <a:cubicBezTo>
                        <a:pt x="4784" y="3009"/>
                        <a:pt x="4866" y="2938"/>
                        <a:pt x="4964" y="2889"/>
                      </a:cubicBezTo>
                      <a:cubicBezTo>
                        <a:pt x="4972" y="2893"/>
                        <a:pt x="4980" y="2895"/>
                        <a:pt x="4988" y="2895"/>
                      </a:cubicBezTo>
                      <a:cubicBezTo>
                        <a:pt x="5002" y="2895"/>
                        <a:pt x="5015" y="2890"/>
                        <a:pt x="5029" y="2884"/>
                      </a:cubicBezTo>
                      <a:cubicBezTo>
                        <a:pt x="5040" y="2878"/>
                        <a:pt x="5056" y="2862"/>
                        <a:pt x="5072" y="2851"/>
                      </a:cubicBezTo>
                      <a:lnTo>
                        <a:pt x="5148" y="2851"/>
                      </a:lnTo>
                      <a:cubicBezTo>
                        <a:pt x="5152" y="2853"/>
                        <a:pt x="5156" y="2853"/>
                        <a:pt x="5159" y="2853"/>
                      </a:cubicBezTo>
                      <a:cubicBezTo>
                        <a:pt x="5166" y="2853"/>
                        <a:pt x="5172" y="2851"/>
                        <a:pt x="5176" y="2851"/>
                      </a:cubicBezTo>
                      <a:cubicBezTo>
                        <a:pt x="5197" y="2862"/>
                        <a:pt x="5214" y="2873"/>
                        <a:pt x="5235" y="2884"/>
                      </a:cubicBezTo>
                      <a:cubicBezTo>
                        <a:pt x="5255" y="2889"/>
                        <a:pt x="5275" y="2892"/>
                        <a:pt x="5295" y="2892"/>
                      </a:cubicBezTo>
                      <a:cubicBezTo>
                        <a:pt x="5350" y="2892"/>
                        <a:pt x="5402" y="2871"/>
                        <a:pt x="5442" y="2835"/>
                      </a:cubicBezTo>
                      <a:cubicBezTo>
                        <a:pt x="5529" y="2748"/>
                        <a:pt x="5600" y="2677"/>
                        <a:pt x="5725" y="2655"/>
                      </a:cubicBezTo>
                      <a:cubicBezTo>
                        <a:pt x="5746" y="2651"/>
                        <a:pt x="5767" y="2648"/>
                        <a:pt x="5787" y="2648"/>
                      </a:cubicBezTo>
                      <a:close/>
                      <a:moveTo>
                        <a:pt x="8414" y="286"/>
                      </a:moveTo>
                      <a:cubicBezTo>
                        <a:pt x="8424" y="286"/>
                        <a:pt x="8436" y="287"/>
                        <a:pt x="8448" y="291"/>
                      </a:cubicBezTo>
                      <a:cubicBezTo>
                        <a:pt x="8502" y="307"/>
                        <a:pt x="8557" y="334"/>
                        <a:pt x="8606" y="372"/>
                      </a:cubicBezTo>
                      <a:cubicBezTo>
                        <a:pt x="8720" y="448"/>
                        <a:pt x="8812" y="552"/>
                        <a:pt x="8888" y="666"/>
                      </a:cubicBezTo>
                      <a:cubicBezTo>
                        <a:pt x="8959" y="758"/>
                        <a:pt x="9024" y="851"/>
                        <a:pt x="9095" y="943"/>
                      </a:cubicBezTo>
                      <a:cubicBezTo>
                        <a:pt x="9165" y="1063"/>
                        <a:pt x="9231" y="1193"/>
                        <a:pt x="9274" y="1329"/>
                      </a:cubicBezTo>
                      <a:cubicBezTo>
                        <a:pt x="9372" y="1584"/>
                        <a:pt x="9464" y="1851"/>
                        <a:pt x="9540" y="2117"/>
                      </a:cubicBezTo>
                      <a:cubicBezTo>
                        <a:pt x="9589" y="2286"/>
                        <a:pt x="9622" y="2460"/>
                        <a:pt x="9633" y="2634"/>
                      </a:cubicBezTo>
                      <a:cubicBezTo>
                        <a:pt x="9633" y="2769"/>
                        <a:pt x="9611" y="2911"/>
                        <a:pt x="9579" y="3047"/>
                      </a:cubicBezTo>
                      <a:lnTo>
                        <a:pt x="9579" y="3041"/>
                      </a:lnTo>
                      <a:cubicBezTo>
                        <a:pt x="9540" y="3199"/>
                        <a:pt x="9513" y="3357"/>
                        <a:pt x="9464" y="3509"/>
                      </a:cubicBezTo>
                      <a:cubicBezTo>
                        <a:pt x="9437" y="3596"/>
                        <a:pt x="9415" y="3683"/>
                        <a:pt x="9410" y="3770"/>
                      </a:cubicBezTo>
                      <a:cubicBezTo>
                        <a:pt x="9361" y="3786"/>
                        <a:pt x="9312" y="3813"/>
                        <a:pt x="9258" y="3829"/>
                      </a:cubicBezTo>
                      <a:cubicBezTo>
                        <a:pt x="9138" y="3862"/>
                        <a:pt x="9019" y="3884"/>
                        <a:pt x="8894" y="3900"/>
                      </a:cubicBezTo>
                      <a:cubicBezTo>
                        <a:pt x="8660" y="3933"/>
                        <a:pt x="8421" y="3976"/>
                        <a:pt x="8187" y="4036"/>
                      </a:cubicBezTo>
                      <a:cubicBezTo>
                        <a:pt x="8073" y="4063"/>
                        <a:pt x="7959" y="4058"/>
                        <a:pt x="7844" y="4085"/>
                      </a:cubicBezTo>
                      <a:cubicBezTo>
                        <a:pt x="7730" y="4107"/>
                        <a:pt x="7600" y="4128"/>
                        <a:pt x="7480" y="4150"/>
                      </a:cubicBezTo>
                      <a:cubicBezTo>
                        <a:pt x="7344" y="4183"/>
                        <a:pt x="7214" y="4215"/>
                        <a:pt x="7083" y="4264"/>
                      </a:cubicBezTo>
                      <a:cubicBezTo>
                        <a:pt x="7035" y="4275"/>
                        <a:pt x="6986" y="4286"/>
                        <a:pt x="6942" y="4308"/>
                      </a:cubicBezTo>
                      <a:cubicBezTo>
                        <a:pt x="6920" y="4319"/>
                        <a:pt x="6899" y="4330"/>
                        <a:pt x="6882" y="4346"/>
                      </a:cubicBezTo>
                      <a:cubicBezTo>
                        <a:pt x="6855" y="4308"/>
                        <a:pt x="6823" y="4270"/>
                        <a:pt x="6795" y="4226"/>
                      </a:cubicBezTo>
                      <a:cubicBezTo>
                        <a:pt x="6774" y="4188"/>
                        <a:pt x="6752" y="4150"/>
                        <a:pt x="6725" y="4112"/>
                      </a:cubicBezTo>
                      <a:cubicBezTo>
                        <a:pt x="6692" y="4079"/>
                        <a:pt x="6659" y="4069"/>
                        <a:pt x="6638" y="4031"/>
                      </a:cubicBezTo>
                      <a:cubicBezTo>
                        <a:pt x="6583" y="3944"/>
                        <a:pt x="6562" y="3846"/>
                        <a:pt x="6491" y="3770"/>
                      </a:cubicBezTo>
                      <a:cubicBezTo>
                        <a:pt x="6659" y="3666"/>
                        <a:pt x="6719" y="3411"/>
                        <a:pt x="6725" y="3231"/>
                      </a:cubicBezTo>
                      <a:cubicBezTo>
                        <a:pt x="6725" y="3106"/>
                        <a:pt x="6687" y="2981"/>
                        <a:pt x="6621" y="2873"/>
                      </a:cubicBezTo>
                      <a:cubicBezTo>
                        <a:pt x="6540" y="2742"/>
                        <a:pt x="6453" y="2710"/>
                        <a:pt x="6306" y="2688"/>
                      </a:cubicBezTo>
                      <a:cubicBezTo>
                        <a:pt x="6214" y="2672"/>
                        <a:pt x="6170" y="2590"/>
                        <a:pt x="6100" y="2536"/>
                      </a:cubicBezTo>
                      <a:cubicBezTo>
                        <a:pt x="6040" y="2498"/>
                        <a:pt x="5980" y="2465"/>
                        <a:pt x="5915" y="2449"/>
                      </a:cubicBezTo>
                      <a:cubicBezTo>
                        <a:pt x="5869" y="2436"/>
                        <a:pt x="5821" y="2430"/>
                        <a:pt x="5774" y="2430"/>
                      </a:cubicBezTo>
                      <a:cubicBezTo>
                        <a:pt x="5697" y="2430"/>
                        <a:pt x="5621" y="2446"/>
                        <a:pt x="5551" y="2476"/>
                      </a:cubicBezTo>
                      <a:cubicBezTo>
                        <a:pt x="5518" y="2422"/>
                        <a:pt x="5474" y="2378"/>
                        <a:pt x="5431" y="2340"/>
                      </a:cubicBezTo>
                      <a:cubicBezTo>
                        <a:pt x="5388" y="2297"/>
                        <a:pt x="5344" y="2264"/>
                        <a:pt x="5295" y="2231"/>
                      </a:cubicBezTo>
                      <a:cubicBezTo>
                        <a:pt x="5317" y="2220"/>
                        <a:pt x="5344" y="2215"/>
                        <a:pt x="5366" y="2204"/>
                      </a:cubicBezTo>
                      <a:cubicBezTo>
                        <a:pt x="5485" y="2155"/>
                        <a:pt x="5605" y="2101"/>
                        <a:pt x="5714" y="2030"/>
                      </a:cubicBezTo>
                      <a:cubicBezTo>
                        <a:pt x="5969" y="1905"/>
                        <a:pt x="6208" y="1753"/>
                        <a:pt x="6464" y="1628"/>
                      </a:cubicBezTo>
                      <a:cubicBezTo>
                        <a:pt x="6698" y="1519"/>
                        <a:pt x="6904" y="1367"/>
                        <a:pt x="7132" y="1242"/>
                      </a:cubicBezTo>
                      <a:cubicBezTo>
                        <a:pt x="7230" y="1182"/>
                        <a:pt x="7328" y="1112"/>
                        <a:pt x="7415" y="1030"/>
                      </a:cubicBezTo>
                      <a:cubicBezTo>
                        <a:pt x="7507" y="948"/>
                        <a:pt x="7622" y="883"/>
                        <a:pt x="7719" y="813"/>
                      </a:cubicBezTo>
                      <a:cubicBezTo>
                        <a:pt x="7823" y="736"/>
                        <a:pt x="7910" y="655"/>
                        <a:pt x="8008" y="584"/>
                      </a:cubicBezTo>
                      <a:cubicBezTo>
                        <a:pt x="8105" y="508"/>
                        <a:pt x="8187" y="399"/>
                        <a:pt x="8301" y="334"/>
                      </a:cubicBezTo>
                      <a:cubicBezTo>
                        <a:pt x="8344" y="308"/>
                        <a:pt x="8374" y="286"/>
                        <a:pt x="8414" y="286"/>
                      </a:cubicBezTo>
                      <a:close/>
                      <a:moveTo>
                        <a:pt x="1253" y="4925"/>
                      </a:moveTo>
                      <a:cubicBezTo>
                        <a:pt x="1255" y="4925"/>
                        <a:pt x="1256" y="4935"/>
                        <a:pt x="1273" y="4960"/>
                      </a:cubicBezTo>
                      <a:cubicBezTo>
                        <a:pt x="1289" y="4998"/>
                        <a:pt x="1300" y="5042"/>
                        <a:pt x="1305" y="5085"/>
                      </a:cubicBezTo>
                      <a:cubicBezTo>
                        <a:pt x="1322" y="5167"/>
                        <a:pt x="1338" y="5248"/>
                        <a:pt x="1354" y="5330"/>
                      </a:cubicBezTo>
                      <a:cubicBezTo>
                        <a:pt x="1322" y="5330"/>
                        <a:pt x="1289" y="5341"/>
                        <a:pt x="1256" y="5351"/>
                      </a:cubicBezTo>
                      <a:lnTo>
                        <a:pt x="1229" y="5357"/>
                      </a:lnTo>
                      <a:cubicBezTo>
                        <a:pt x="1224" y="5292"/>
                        <a:pt x="1207" y="5221"/>
                        <a:pt x="1207" y="5150"/>
                      </a:cubicBezTo>
                      <a:cubicBezTo>
                        <a:pt x="1207" y="5112"/>
                        <a:pt x="1202" y="4966"/>
                        <a:pt x="1235" y="4944"/>
                      </a:cubicBezTo>
                      <a:cubicBezTo>
                        <a:pt x="1250" y="4933"/>
                        <a:pt x="1252" y="4925"/>
                        <a:pt x="1253" y="4925"/>
                      </a:cubicBezTo>
                      <a:close/>
                      <a:moveTo>
                        <a:pt x="6404" y="3878"/>
                      </a:moveTo>
                      <a:cubicBezTo>
                        <a:pt x="6426" y="3954"/>
                        <a:pt x="6442" y="4031"/>
                        <a:pt x="6469" y="4101"/>
                      </a:cubicBezTo>
                      <a:cubicBezTo>
                        <a:pt x="6507" y="4183"/>
                        <a:pt x="6556" y="4264"/>
                        <a:pt x="6616" y="4335"/>
                      </a:cubicBezTo>
                      <a:cubicBezTo>
                        <a:pt x="6687" y="4438"/>
                        <a:pt x="6763" y="4542"/>
                        <a:pt x="6855" y="4634"/>
                      </a:cubicBezTo>
                      <a:cubicBezTo>
                        <a:pt x="6888" y="4672"/>
                        <a:pt x="6926" y="4705"/>
                        <a:pt x="6969" y="4726"/>
                      </a:cubicBezTo>
                      <a:cubicBezTo>
                        <a:pt x="6980" y="4732"/>
                        <a:pt x="6991" y="4737"/>
                        <a:pt x="7002" y="4743"/>
                      </a:cubicBezTo>
                      <a:cubicBezTo>
                        <a:pt x="6997" y="4792"/>
                        <a:pt x="6997" y="4840"/>
                        <a:pt x="6991" y="4884"/>
                      </a:cubicBezTo>
                      <a:cubicBezTo>
                        <a:pt x="6991" y="4921"/>
                        <a:pt x="6991" y="4962"/>
                        <a:pt x="6991" y="4998"/>
                      </a:cubicBezTo>
                      <a:cubicBezTo>
                        <a:pt x="6904" y="4982"/>
                        <a:pt x="6806" y="4933"/>
                        <a:pt x="6730" y="4911"/>
                      </a:cubicBezTo>
                      <a:cubicBezTo>
                        <a:pt x="6681" y="4899"/>
                        <a:pt x="6624" y="4876"/>
                        <a:pt x="6572" y="4876"/>
                      </a:cubicBezTo>
                      <a:cubicBezTo>
                        <a:pt x="6532" y="4876"/>
                        <a:pt x="6495" y="4890"/>
                        <a:pt x="6469" y="4933"/>
                      </a:cubicBezTo>
                      <a:cubicBezTo>
                        <a:pt x="6415" y="5009"/>
                        <a:pt x="6447" y="5134"/>
                        <a:pt x="6420" y="5221"/>
                      </a:cubicBezTo>
                      <a:cubicBezTo>
                        <a:pt x="6404" y="5292"/>
                        <a:pt x="6382" y="5357"/>
                        <a:pt x="6366" y="5428"/>
                      </a:cubicBezTo>
                      <a:cubicBezTo>
                        <a:pt x="6333" y="5384"/>
                        <a:pt x="6301" y="5341"/>
                        <a:pt x="6268" y="5297"/>
                      </a:cubicBezTo>
                      <a:cubicBezTo>
                        <a:pt x="6192" y="5199"/>
                        <a:pt x="6121" y="5096"/>
                        <a:pt x="6067" y="4987"/>
                      </a:cubicBezTo>
                      <a:cubicBezTo>
                        <a:pt x="6024" y="4900"/>
                        <a:pt x="5964" y="4743"/>
                        <a:pt x="5871" y="4683"/>
                      </a:cubicBezTo>
                      <a:cubicBezTo>
                        <a:pt x="5855" y="4585"/>
                        <a:pt x="5844" y="4482"/>
                        <a:pt x="5839" y="4384"/>
                      </a:cubicBezTo>
                      <a:cubicBezTo>
                        <a:pt x="5964" y="4373"/>
                        <a:pt x="6078" y="4319"/>
                        <a:pt x="6170" y="4237"/>
                      </a:cubicBezTo>
                      <a:cubicBezTo>
                        <a:pt x="6284" y="4145"/>
                        <a:pt x="6366" y="4020"/>
                        <a:pt x="6404" y="3878"/>
                      </a:cubicBezTo>
                      <a:close/>
                      <a:moveTo>
                        <a:pt x="5623" y="4351"/>
                      </a:moveTo>
                      <a:cubicBezTo>
                        <a:pt x="5641" y="4351"/>
                        <a:pt x="5659" y="4355"/>
                        <a:pt x="5676" y="4362"/>
                      </a:cubicBezTo>
                      <a:cubicBezTo>
                        <a:pt x="5665" y="4449"/>
                        <a:pt x="5670" y="4542"/>
                        <a:pt x="5686" y="4623"/>
                      </a:cubicBezTo>
                      <a:cubicBezTo>
                        <a:pt x="5708" y="4688"/>
                        <a:pt x="5719" y="4754"/>
                        <a:pt x="5714" y="4819"/>
                      </a:cubicBezTo>
                      <a:cubicBezTo>
                        <a:pt x="5708" y="4879"/>
                        <a:pt x="5703" y="4933"/>
                        <a:pt x="5703" y="4993"/>
                      </a:cubicBezTo>
                      <a:cubicBezTo>
                        <a:pt x="5697" y="5107"/>
                        <a:pt x="5703" y="5221"/>
                        <a:pt x="5714" y="5335"/>
                      </a:cubicBezTo>
                      <a:lnTo>
                        <a:pt x="5714" y="5330"/>
                      </a:lnTo>
                      <a:lnTo>
                        <a:pt x="5714" y="5330"/>
                      </a:lnTo>
                      <a:cubicBezTo>
                        <a:pt x="5719" y="5438"/>
                        <a:pt x="5703" y="5547"/>
                        <a:pt x="5676" y="5650"/>
                      </a:cubicBezTo>
                      <a:cubicBezTo>
                        <a:pt x="5627" y="5640"/>
                        <a:pt x="5583" y="5629"/>
                        <a:pt x="5545" y="5612"/>
                      </a:cubicBezTo>
                      <a:cubicBezTo>
                        <a:pt x="5480" y="5569"/>
                        <a:pt x="5420" y="5520"/>
                        <a:pt x="5371" y="5466"/>
                      </a:cubicBezTo>
                      <a:cubicBezTo>
                        <a:pt x="5312" y="5414"/>
                        <a:pt x="5258" y="5359"/>
                        <a:pt x="5193" y="5359"/>
                      </a:cubicBezTo>
                      <a:cubicBezTo>
                        <a:pt x="5169" y="5359"/>
                        <a:pt x="5143" y="5367"/>
                        <a:pt x="5116" y="5384"/>
                      </a:cubicBezTo>
                      <a:cubicBezTo>
                        <a:pt x="5002" y="5455"/>
                        <a:pt x="4898" y="5531"/>
                        <a:pt x="4806" y="5618"/>
                      </a:cubicBezTo>
                      <a:cubicBezTo>
                        <a:pt x="4909" y="5406"/>
                        <a:pt x="4980" y="5178"/>
                        <a:pt x="5018" y="4938"/>
                      </a:cubicBezTo>
                      <a:cubicBezTo>
                        <a:pt x="5045" y="4797"/>
                        <a:pt x="5061" y="4656"/>
                        <a:pt x="5067" y="4514"/>
                      </a:cubicBezTo>
                      <a:cubicBezTo>
                        <a:pt x="5067" y="4465"/>
                        <a:pt x="5094" y="4422"/>
                        <a:pt x="5089" y="4378"/>
                      </a:cubicBezTo>
                      <a:lnTo>
                        <a:pt x="5089" y="4373"/>
                      </a:lnTo>
                      <a:cubicBezTo>
                        <a:pt x="5110" y="4373"/>
                        <a:pt x="5132" y="4378"/>
                        <a:pt x="5154" y="4384"/>
                      </a:cubicBezTo>
                      <a:cubicBezTo>
                        <a:pt x="5219" y="4406"/>
                        <a:pt x="5279" y="4460"/>
                        <a:pt x="5355" y="4460"/>
                      </a:cubicBezTo>
                      <a:cubicBezTo>
                        <a:pt x="5420" y="4460"/>
                        <a:pt x="5480" y="4433"/>
                        <a:pt x="5529" y="4389"/>
                      </a:cubicBezTo>
                      <a:cubicBezTo>
                        <a:pt x="5554" y="4364"/>
                        <a:pt x="5588" y="4351"/>
                        <a:pt x="5623" y="4351"/>
                      </a:cubicBezTo>
                      <a:close/>
                      <a:moveTo>
                        <a:pt x="1168" y="3898"/>
                      </a:moveTo>
                      <a:cubicBezTo>
                        <a:pt x="1234" y="3898"/>
                        <a:pt x="1299" y="3943"/>
                        <a:pt x="1349" y="4003"/>
                      </a:cubicBezTo>
                      <a:cubicBezTo>
                        <a:pt x="1430" y="4085"/>
                        <a:pt x="1501" y="4172"/>
                        <a:pt x="1555" y="4275"/>
                      </a:cubicBezTo>
                      <a:cubicBezTo>
                        <a:pt x="1588" y="4357"/>
                        <a:pt x="1615" y="4444"/>
                        <a:pt x="1637" y="4531"/>
                      </a:cubicBezTo>
                      <a:cubicBezTo>
                        <a:pt x="1490" y="4552"/>
                        <a:pt x="1349" y="4612"/>
                        <a:pt x="1235" y="4705"/>
                      </a:cubicBezTo>
                      <a:lnTo>
                        <a:pt x="1229" y="4699"/>
                      </a:lnTo>
                      <a:cubicBezTo>
                        <a:pt x="1104" y="4715"/>
                        <a:pt x="1023" y="4857"/>
                        <a:pt x="1006" y="4971"/>
                      </a:cubicBezTo>
                      <a:cubicBezTo>
                        <a:pt x="990" y="5058"/>
                        <a:pt x="990" y="5139"/>
                        <a:pt x="1001" y="5226"/>
                      </a:cubicBezTo>
                      <a:cubicBezTo>
                        <a:pt x="1017" y="5297"/>
                        <a:pt x="1044" y="5362"/>
                        <a:pt x="1077" y="5428"/>
                      </a:cubicBezTo>
                      <a:cubicBezTo>
                        <a:pt x="1055" y="5460"/>
                        <a:pt x="1066" y="5498"/>
                        <a:pt x="1099" y="5520"/>
                      </a:cubicBezTo>
                      <a:cubicBezTo>
                        <a:pt x="1104" y="5525"/>
                        <a:pt x="1115" y="5536"/>
                        <a:pt x="1126" y="5542"/>
                      </a:cubicBezTo>
                      <a:cubicBezTo>
                        <a:pt x="1137" y="5547"/>
                        <a:pt x="1158" y="5558"/>
                        <a:pt x="1175" y="5563"/>
                      </a:cubicBezTo>
                      <a:cubicBezTo>
                        <a:pt x="1207" y="5569"/>
                        <a:pt x="1240" y="5574"/>
                        <a:pt x="1273" y="5574"/>
                      </a:cubicBezTo>
                      <a:cubicBezTo>
                        <a:pt x="1322" y="5574"/>
                        <a:pt x="1365" y="5553"/>
                        <a:pt x="1398" y="5520"/>
                      </a:cubicBezTo>
                      <a:cubicBezTo>
                        <a:pt x="1430" y="5667"/>
                        <a:pt x="1447" y="5814"/>
                        <a:pt x="1457" y="5960"/>
                      </a:cubicBezTo>
                      <a:cubicBezTo>
                        <a:pt x="1463" y="6036"/>
                        <a:pt x="1457" y="6112"/>
                        <a:pt x="1441" y="6183"/>
                      </a:cubicBezTo>
                      <a:cubicBezTo>
                        <a:pt x="1430" y="6248"/>
                        <a:pt x="1436" y="6276"/>
                        <a:pt x="1365" y="6276"/>
                      </a:cubicBezTo>
                      <a:cubicBezTo>
                        <a:pt x="1267" y="6265"/>
                        <a:pt x="1180" y="6210"/>
                        <a:pt x="1126" y="6129"/>
                      </a:cubicBezTo>
                      <a:cubicBezTo>
                        <a:pt x="1012" y="5971"/>
                        <a:pt x="963" y="5770"/>
                        <a:pt x="903" y="5585"/>
                      </a:cubicBezTo>
                      <a:cubicBezTo>
                        <a:pt x="821" y="5335"/>
                        <a:pt x="827" y="5014"/>
                        <a:pt x="860" y="4754"/>
                      </a:cubicBezTo>
                      <a:cubicBezTo>
                        <a:pt x="892" y="4493"/>
                        <a:pt x="860" y="4156"/>
                        <a:pt x="1044" y="3960"/>
                      </a:cubicBezTo>
                      <a:cubicBezTo>
                        <a:pt x="1084" y="3916"/>
                        <a:pt x="1127" y="3898"/>
                        <a:pt x="1168" y="3898"/>
                      </a:cubicBezTo>
                      <a:close/>
                      <a:moveTo>
                        <a:pt x="3773" y="2813"/>
                      </a:moveTo>
                      <a:cubicBezTo>
                        <a:pt x="3830" y="2845"/>
                        <a:pt x="3893" y="2853"/>
                        <a:pt x="3957" y="2853"/>
                      </a:cubicBezTo>
                      <a:cubicBezTo>
                        <a:pt x="4011" y="2853"/>
                        <a:pt x="4066" y="2847"/>
                        <a:pt x="4119" y="2847"/>
                      </a:cubicBezTo>
                      <a:cubicBezTo>
                        <a:pt x="4142" y="2847"/>
                        <a:pt x="4164" y="2848"/>
                        <a:pt x="4186" y="2851"/>
                      </a:cubicBezTo>
                      <a:cubicBezTo>
                        <a:pt x="4344" y="2862"/>
                        <a:pt x="4431" y="2965"/>
                        <a:pt x="4523" y="3063"/>
                      </a:cubicBezTo>
                      <a:cubicBezTo>
                        <a:pt x="4518" y="3074"/>
                        <a:pt x="4512" y="3085"/>
                        <a:pt x="4507" y="3090"/>
                      </a:cubicBezTo>
                      <a:cubicBezTo>
                        <a:pt x="4442" y="3204"/>
                        <a:pt x="4431" y="3340"/>
                        <a:pt x="4480" y="3465"/>
                      </a:cubicBezTo>
                      <a:cubicBezTo>
                        <a:pt x="4496" y="3520"/>
                        <a:pt x="4556" y="3585"/>
                        <a:pt x="4556" y="3639"/>
                      </a:cubicBezTo>
                      <a:cubicBezTo>
                        <a:pt x="4556" y="3704"/>
                        <a:pt x="4491" y="3770"/>
                        <a:pt x="4474" y="3835"/>
                      </a:cubicBezTo>
                      <a:cubicBezTo>
                        <a:pt x="4415" y="4101"/>
                        <a:pt x="4681" y="4319"/>
                        <a:pt x="4915" y="4351"/>
                      </a:cubicBezTo>
                      <a:cubicBezTo>
                        <a:pt x="4909" y="4389"/>
                        <a:pt x="4898" y="4417"/>
                        <a:pt x="4893" y="4465"/>
                      </a:cubicBezTo>
                      <a:cubicBezTo>
                        <a:pt x="4887" y="4498"/>
                        <a:pt x="4887" y="4536"/>
                        <a:pt x="4893" y="4569"/>
                      </a:cubicBezTo>
                      <a:cubicBezTo>
                        <a:pt x="4882" y="4618"/>
                        <a:pt x="4871" y="4661"/>
                        <a:pt x="4860" y="4705"/>
                      </a:cubicBezTo>
                      <a:cubicBezTo>
                        <a:pt x="4839" y="4781"/>
                        <a:pt x="4822" y="4851"/>
                        <a:pt x="4806" y="4922"/>
                      </a:cubicBezTo>
                      <a:cubicBezTo>
                        <a:pt x="4792" y="4918"/>
                        <a:pt x="4778" y="4915"/>
                        <a:pt x="4763" y="4915"/>
                      </a:cubicBezTo>
                      <a:cubicBezTo>
                        <a:pt x="4743" y="4915"/>
                        <a:pt x="4722" y="4920"/>
                        <a:pt x="4703" y="4933"/>
                      </a:cubicBezTo>
                      <a:lnTo>
                        <a:pt x="4708" y="4933"/>
                      </a:lnTo>
                      <a:cubicBezTo>
                        <a:pt x="4659" y="4949"/>
                        <a:pt x="4616" y="4966"/>
                        <a:pt x="4572" y="4976"/>
                      </a:cubicBezTo>
                      <a:cubicBezTo>
                        <a:pt x="4496" y="5004"/>
                        <a:pt x="4425" y="5042"/>
                        <a:pt x="4360" y="5085"/>
                      </a:cubicBezTo>
                      <a:cubicBezTo>
                        <a:pt x="4203" y="5167"/>
                        <a:pt x="4039" y="5221"/>
                        <a:pt x="3893" y="5313"/>
                      </a:cubicBezTo>
                      <a:cubicBezTo>
                        <a:pt x="3561" y="5493"/>
                        <a:pt x="3246" y="5705"/>
                        <a:pt x="2958" y="5949"/>
                      </a:cubicBezTo>
                      <a:cubicBezTo>
                        <a:pt x="2686" y="6189"/>
                        <a:pt x="2414" y="6417"/>
                        <a:pt x="2137" y="6651"/>
                      </a:cubicBezTo>
                      <a:cubicBezTo>
                        <a:pt x="2153" y="6591"/>
                        <a:pt x="2164" y="6531"/>
                        <a:pt x="2175" y="6466"/>
                      </a:cubicBezTo>
                      <a:cubicBezTo>
                        <a:pt x="2191" y="6107"/>
                        <a:pt x="2175" y="5748"/>
                        <a:pt x="2115" y="5395"/>
                      </a:cubicBezTo>
                      <a:cubicBezTo>
                        <a:pt x="2093" y="5226"/>
                        <a:pt x="2055" y="5058"/>
                        <a:pt x="2001" y="4889"/>
                      </a:cubicBezTo>
                      <a:cubicBezTo>
                        <a:pt x="1941" y="4726"/>
                        <a:pt x="1871" y="4569"/>
                        <a:pt x="1816" y="4400"/>
                      </a:cubicBezTo>
                      <a:cubicBezTo>
                        <a:pt x="1784" y="4253"/>
                        <a:pt x="1718" y="4118"/>
                        <a:pt x="1626" y="3998"/>
                      </a:cubicBezTo>
                      <a:cubicBezTo>
                        <a:pt x="1539" y="3900"/>
                        <a:pt x="1441" y="3775"/>
                        <a:pt x="1316" y="3715"/>
                      </a:cubicBezTo>
                      <a:cubicBezTo>
                        <a:pt x="1258" y="3688"/>
                        <a:pt x="1204" y="3677"/>
                        <a:pt x="1154" y="3677"/>
                      </a:cubicBezTo>
                      <a:cubicBezTo>
                        <a:pt x="928" y="3677"/>
                        <a:pt x="773" y="3915"/>
                        <a:pt x="702" y="4128"/>
                      </a:cubicBezTo>
                      <a:cubicBezTo>
                        <a:pt x="664" y="4286"/>
                        <a:pt x="648" y="4444"/>
                        <a:pt x="642" y="4607"/>
                      </a:cubicBezTo>
                      <a:cubicBezTo>
                        <a:pt x="626" y="4802"/>
                        <a:pt x="609" y="4987"/>
                        <a:pt x="615" y="5188"/>
                      </a:cubicBezTo>
                      <a:cubicBezTo>
                        <a:pt x="620" y="5476"/>
                        <a:pt x="686" y="5759"/>
                        <a:pt x="805" y="6020"/>
                      </a:cubicBezTo>
                      <a:cubicBezTo>
                        <a:pt x="898" y="6253"/>
                        <a:pt x="1076" y="6511"/>
                        <a:pt x="1346" y="6511"/>
                      </a:cubicBezTo>
                      <a:cubicBezTo>
                        <a:pt x="1360" y="6511"/>
                        <a:pt x="1373" y="6511"/>
                        <a:pt x="1387" y="6509"/>
                      </a:cubicBezTo>
                      <a:cubicBezTo>
                        <a:pt x="1773" y="6477"/>
                        <a:pt x="1648" y="5900"/>
                        <a:pt x="1626" y="5650"/>
                      </a:cubicBezTo>
                      <a:cubicBezTo>
                        <a:pt x="1604" y="5455"/>
                        <a:pt x="1566" y="5264"/>
                        <a:pt x="1517" y="5080"/>
                      </a:cubicBezTo>
                      <a:cubicBezTo>
                        <a:pt x="1501" y="4976"/>
                        <a:pt x="1468" y="4873"/>
                        <a:pt x="1414" y="4786"/>
                      </a:cubicBezTo>
                      <a:cubicBezTo>
                        <a:pt x="1490" y="4759"/>
                        <a:pt x="1566" y="4732"/>
                        <a:pt x="1642" y="4705"/>
                      </a:cubicBezTo>
                      <a:cubicBezTo>
                        <a:pt x="1653" y="4699"/>
                        <a:pt x="1664" y="4694"/>
                        <a:pt x="1669" y="4688"/>
                      </a:cubicBezTo>
                      <a:cubicBezTo>
                        <a:pt x="1713" y="4824"/>
                        <a:pt x="1778" y="4944"/>
                        <a:pt x="1816" y="5080"/>
                      </a:cubicBezTo>
                      <a:cubicBezTo>
                        <a:pt x="1843" y="5210"/>
                        <a:pt x="1865" y="5341"/>
                        <a:pt x="1876" y="5476"/>
                      </a:cubicBezTo>
                      <a:cubicBezTo>
                        <a:pt x="1892" y="5629"/>
                        <a:pt x="1919" y="5775"/>
                        <a:pt x="1930" y="5928"/>
                      </a:cubicBezTo>
                      <a:cubicBezTo>
                        <a:pt x="1941" y="6064"/>
                        <a:pt x="1941" y="6199"/>
                        <a:pt x="1941" y="6335"/>
                      </a:cubicBezTo>
                      <a:cubicBezTo>
                        <a:pt x="1936" y="6471"/>
                        <a:pt x="1914" y="6613"/>
                        <a:pt x="1881" y="6743"/>
                      </a:cubicBezTo>
                      <a:cubicBezTo>
                        <a:pt x="1860" y="6846"/>
                        <a:pt x="1816" y="6950"/>
                        <a:pt x="1713" y="6982"/>
                      </a:cubicBezTo>
                      <a:cubicBezTo>
                        <a:pt x="1618" y="7011"/>
                        <a:pt x="1506" y="7056"/>
                        <a:pt x="1414" y="7056"/>
                      </a:cubicBezTo>
                      <a:cubicBezTo>
                        <a:pt x="1401" y="7056"/>
                        <a:pt x="1388" y="7055"/>
                        <a:pt x="1376" y="7053"/>
                      </a:cubicBezTo>
                      <a:cubicBezTo>
                        <a:pt x="1262" y="7015"/>
                        <a:pt x="1148" y="6966"/>
                        <a:pt x="1033" y="6917"/>
                      </a:cubicBezTo>
                      <a:cubicBezTo>
                        <a:pt x="941" y="6846"/>
                        <a:pt x="870" y="6716"/>
                        <a:pt x="800" y="6623"/>
                      </a:cubicBezTo>
                      <a:cubicBezTo>
                        <a:pt x="724" y="6509"/>
                        <a:pt x="658" y="6395"/>
                        <a:pt x="604" y="6276"/>
                      </a:cubicBezTo>
                      <a:cubicBezTo>
                        <a:pt x="550" y="6167"/>
                        <a:pt x="506" y="6047"/>
                        <a:pt x="479" y="5928"/>
                      </a:cubicBezTo>
                      <a:cubicBezTo>
                        <a:pt x="408" y="5650"/>
                        <a:pt x="359" y="5368"/>
                        <a:pt x="321" y="5085"/>
                      </a:cubicBezTo>
                      <a:cubicBezTo>
                        <a:pt x="300" y="4938"/>
                        <a:pt x="278" y="4797"/>
                        <a:pt x="256" y="4650"/>
                      </a:cubicBezTo>
                      <a:cubicBezTo>
                        <a:pt x="245" y="4503"/>
                        <a:pt x="245" y="4357"/>
                        <a:pt x="256" y="4205"/>
                      </a:cubicBezTo>
                      <a:cubicBezTo>
                        <a:pt x="256" y="4096"/>
                        <a:pt x="283" y="3982"/>
                        <a:pt x="283" y="3867"/>
                      </a:cubicBezTo>
                      <a:cubicBezTo>
                        <a:pt x="278" y="3732"/>
                        <a:pt x="310" y="3601"/>
                        <a:pt x="381" y="3487"/>
                      </a:cubicBezTo>
                      <a:cubicBezTo>
                        <a:pt x="452" y="3389"/>
                        <a:pt x="593" y="3373"/>
                        <a:pt x="702" y="3362"/>
                      </a:cubicBezTo>
                      <a:cubicBezTo>
                        <a:pt x="849" y="3340"/>
                        <a:pt x="995" y="3329"/>
                        <a:pt x="1142" y="3324"/>
                      </a:cubicBezTo>
                      <a:cubicBezTo>
                        <a:pt x="1452" y="3318"/>
                        <a:pt x="1762" y="3329"/>
                        <a:pt x="2066" y="3270"/>
                      </a:cubicBezTo>
                      <a:cubicBezTo>
                        <a:pt x="2392" y="3204"/>
                        <a:pt x="2729" y="3134"/>
                        <a:pt x="3056" y="3052"/>
                      </a:cubicBezTo>
                      <a:cubicBezTo>
                        <a:pt x="3208" y="3009"/>
                        <a:pt x="3360" y="2954"/>
                        <a:pt x="3518" y="2916"/>
                      </a:cubicBezTo>
                      <a:cubicBezTo>
                        <a:pt x="3583" y="2900"/>
                        <a:pt x="3648" y="2878"/>
                        <a:pt x="3708" y="2851"/>
                      </a:cubicBezTo>
                      <a:cubicBezTo>
                        <a:pt x="3730" y="2840"/>
                        <a:pt x="3751" y="2829"/>
                        <a:pt x="3773" y="2813"/>
                      </a:cubicBezTo>
                      <a:close/>
                      <a:moveTo>
                        <a:pt x="8388" y="0"/>
                      </a:moveTo>
                      <a:cubicBezTo>
                        <a:pt x="8355" y="0"/>
                        <a:pt x="8321" y="6"/>
                        <a:pt x="8285" y="19"/>
                      </a:cubicBezTo>
                      <a:cubicBezTo>
                        <a:pt x="8154" y="68"/>
                        <a:pt x="8040" y="144"/>
                        <a:pt x="7948" y="247"/>
                      </a:cubicBezTo>
                      <a:cubicBezTo>
                        <a:pt x="7861" y="329"/>
                        <a:pt x="7774" y="410"/>
                        <a:pt x="7676" y="481"/>
                      </a:cubicBezTo>
                      <a:cubicBezTo>
                        <a:pt x="7567" y="573"/>
                        <a:pt x="7453" y="655"/>
                        <a:pt x="7339" y="731"/>
                      </a:cubicBezTo>
                      <a:cubicBezTo>
                        <a:pt x="7225" y="802"/>
                        <a:pt x="7143" y="905"/>
                        <a:pt x="7029" y="976"/>
                      </a:cubicBezTo>
                      <a:cubicBezTo>
                        <a:pt x="6899" y="1041"/>
                        <a:pt x="6779" y="1112"/>
                        <a:pt x="6659" y="1193"/>
                      </a:cubicBezTo>
                      <a:cubicBezTo>
                        <a:pt x="6534" y="1280"/>
                        <a:pt x="6393" y="1362"/>
                        <a:pt x="6252" y="1427"/>
                      </a:cubicBezTo>
                      <a:cubicBezTo>
                        <a:pt x="6100" y="1503"/>
                        <a:pt x="5964" y="1606"/>
                        <a:pt x="5817" y="1693"/>
                      </a:cubicBezTo>
                      <a:cubicBezTo>
                        <a:pt x="5676" y="1764"/>
                        <a:pt x="5545" y="1851"/>
                        <a:pt x="5415" y="1938"/>
                      </a:cubicBezTo>
                      <a:cubicBezTo>
                        <a:pt x="5349" y="1992"/>
                        <a:pt x="5279" y="2025"/>
                        <a:pt x="5208" y="2074"/>
                      </a:cubicBezTo>
                      <a:cubicBezTo>
                        <a:pt x="5181" y="2090"/>
                        <a:pt x="5154" y="2117"/>
                        <a:pt x="5127" y="2139"/>
                      </a:cubicBezTo>
                      <a:cubicBezTo>
                        <a:pt x="5089" y="2128"/>
                        <a:pt x="5056" y="2112"/>
                        <a:pt x="5018" y="2101"/>
                      </a:cubicBezTo>
                      <a:cubicBezTo>
                        <a:pt x="4977" y="2090"/>
                        <a:pt x="4939" y="2085"/>
                        <a:pt x="4903" y="2085"/>
                      </a:cubicBezTo>
                      <a:cubicBezTo>
                        <a:pt x="4764" y="2085"/>
                        <a:pt x="4648" y="2154"/>
                        <a:pt x="4501" y="2193"/>
                      </a:cubicBezTo>
                      <a:cubicBezTo>
                        <a:pt x="4415" y="2215"/>
                        <a:pt x="4328" y="2248"/>
                        <a:pt x="4246" y="2286"/>
                      </a:cubicBezTo>
                      <a:cubicBezTo>
                        <a:pt x="4159" y="2324"/>
                        <a:pt x="4067" y="2329"/>
                        <a:pt x="3980" y="2373"/>
                      </a:cubicBezTo>
                      <a:cubicBezTo>
                        <a:pt x="3898" y="2411"/>
                        <a:pt x="3724" y="2514"/>
                        <a:pt x="3675" y="2623"/>
                      </a:cubicBezTo>
                      <a:cubicBezTo>
                        <a:pt x="3615" y="2639"/>
                        <a:pt x="3550" y="2661"/>
                        <a:pt x="3490" y="2672"/>
                      </a:cubicBezTo>
                      <a:cubicBezTo>
                        <a:pt x="3300" y="2715"/>
                        <a:pt x="3104" y="2764"/>
                        <a:pt x="2914" y="2808"/>
                      </a:cubicBezTo>
                      <a:cubicBezTo>
                        <a:pt x="2740" y="2846"/>
                        <a:pt x="2572" y="2884"/>
                        <a:pt x="2403" y="2916"/>
                      </a:cubicBezTo>
                      <a:cubicBezTo>
                        <a:pt x="2202" y="2954"/>
                        <a:pt x="2001" y="3014"/>
                        <a:pt x="1800" y="3025"/>
                      </a:cubicBezTo>
                      <a:cubicBezTo>
                        <a:pt x="1452" y="3041"/>
                        <a:pt x="1110" y="3041"/>
                        <a:pt x="762" y="3063"/>
                      </a:cubicBezTo>
                      <a:cubicBezTo>
                        <a:pt x="620" y="3074"/>
                        <a:pt x="474" y="3106"/>
                        <a:pt x="343" y="3166"/>
                      </a:cubicBezTo>
                      <a:cubicBezTo>
                        <a:pt x="213" y="3226"/>
                        <a:pt x="158" y="3346"/>
                        <a:pt x="115" y="3476"/>
                      </a:cubicBezTo>
                      <a:cubicBezTo>
                        <a:pt x="66" y="3617"/>
                        <a:pt x="77" y="3759"/>
                        <a:pt x="71" y="3911"/>
                      </a:cubicBezTo>
                      <a:cubicBezTo>
                        <a:pt x="66" y="3987"/>
                        <a:pt x="55" y="4058"/>
                        <a:pt x="44" y="4134"/>
                      </a:cubicBezTo>
                      <a:cubicBezTo>
                        <a:pt x="28" y="4232"/>
                        <a:pt x="39" y="4324"/>
                        <a:pt x="22" y="4417"/>
                      </a:cubicBezTo>
                      <a:cubicBezTo>
                        <a:pt x="1" y="4585"/>
                        <a:pt x="28" y="4754"/>
                        <a:pt x="44" y="4922"/>
                      </a:cubicBezTo>
                      <a:cubicBezTo>
                        <a:pt x="66" y="5123"/>
                        <a:pt x="88" y="5330"/>
                        <a:pt x="115" y="5531"/>
                      </a:cubicBezTo>
                      <a:cubicBezTo>
                        <a:pt x="137" y="5694"/>
                        <a:pt x="169" y="5857"/>
                        <a:pt x="202" y="6020"/>
                      </a:cubicBezTo>
                      <a:cubicBezTo>
                        <a:pt x="240" y="6183"/>
                        <a:pt x="294" y="6346"/>
                        <a:pt x="376" y="6493"/>
                      </a:cubicBezTo>
                      <a:cubicBezTo>
                        <a:pt x="408" y="6569"/>
                        <a:pt x="446" y="6645"/>
                        <a:pt x="484" y="6721"/>
                      </a:cubicBezTo>
                      <a:cubicBezTo>
                        <a:pt x="533" y="6792"/>
                        <a:pt x="588" y="6857"/>
                        <a:pt x="637" y="6928"/>
                      </a:cubicBezTo>
                      <a:cubicBezTo>
                        <a:pt x="729" y="7058"/>
                        <a:pt x="821" y="7178"/>
                        <a:pt x="968" y="7243"/>
                      </a:cubicBezTo>
                      <a:cubicBezTo>
                        <a:pt x="1095" y="7300"/>
                        <a:pt x="1238" y="7368"/>
                        <a:pt x="1384" y="7368"/>
                      </a:cubicBezTo>
                      <a:cubicBezTo>
                        <a:pt x="1406" y="7368"/>
                        <a:pt x="1429" y="7366"/>
                        <a:pt x="1452" y="7363"/>
                      </a:cubicBezTo>
                      <a:cubicBezTo>
                        <a:pt x="1485" y="7357"/>
                        <a:pt x="1517" y="7346"/>
                        <a:pt x="1544" y="7341"/>
                      </a:cubicBezTo>
                      <a:cubicBezTo>
                        <a:pt x="1626" y="7341"/>
                        <a:pt x="1702" y="7308"/>
                        <a:pt x="1762" y="7259"/>
                      </a:cubicBezTo>
                      <a:cubicBezTo>
                        <a:pt x="1778" y="7249"/>
                        <a:pt x="1794" y="7238"/>
                        <a:pt x="1805" y="7221"/>
                      </a:cubicBezTo>
                      <a:lnTo>
                        <a:pt x="1838" y="7205"/>
                      </a:lnTo>
                      <a:lnTo>
                        <a:pt x="1849" y="7200"/>
                      </a:lnTo>
                      <a:cubicBezTo>
                        <a:pt x="1871" y="7194"/>
                        <a:pt x="1898" y="7183"/>
                        <a:pt x="1914" y="7172"/>
                      </a:cubicBezTo>
                      <a:cubicBezTo>
                        <a:pt x="1974" y="7124"/>
                        <a:pt x="2028" y="7069"/>
                        <a:pt x="2083" y="7015"/>
                      </a:cubicBezTo>
                      <a:cubicBezTo>
                        <a:pt x="2354" y="6732"/>
                        <a:pt x="2691" y="6515"/>
                        <a:pt x="2996" y="6270"/>
                      </a:cubicBezTo>
                      <a:cubicBezTo>
                        <a:pt x="3148" y="6134"/>
                        <a:pt x="3311" y="6004"/>
                        <a:pt x="3474" y="5890"/>
                      </a:cubicBezTo>
                      <a:cubicBezTo>
                        <a:pt x="3643" y="5781"/>
                        <a:pt x="3822" y="5683"/>
                        <a:pt x="3996" y="5580"/>
                      </a:cubicBezTo>
                      <a:cubicBezTo>
                        <a:pt x="4164" y="5471"/>
                        <a:pt x="4360" y="5406"/>
                        <a:pt x="4534" y="5308"/>
                      </a:cubicBezTo>
                      <a:cubicBezTo>
                        <a:pt x="4594" y="5270"/>
                        <a:pt x="4665" y="5248"/>
                        <a:pt x="4730" y="5216"/>
                      </a:cubicBezTo>
                      <a:lnTo>
                        <a:pt x="4730" y="5216"/>
                      </a:lnTo>
                      <a:cubicBezTo>
                        <a:pt x="4686" y="5368"/>
                        <a:pt x="4627" y="5515"/>
                        <a:pt x="4550" y="5656"/>
                      </a:cubicBezTo>
                      <a:cubicBezTo>
                        <a:pt x="4507" y="5737"/>
                        <a:pt x="4415" y="5868"/>
                        <a:pt x="4496" y="5955"/>
                      </a:cubicBezTo>
                      <a:cubicBezTo>
                        <a:pt x="4522" y="5985"/>
                        <a:pt x="4552" y="5996"/>
                        <a:pt x="4584" y="5996"/>
                      </a:cubicBezTo>
                      <a:cubicBezTo>
                        <a:pt x="4638" y="5996"/>
                        <a:pt x="4696" y="5962"/>
                        <a:pt x="4741" y="5928"/>
                      </a:cubicBezTo>
                      <a:cubicBezTo>
                        <a:pt x="4779" y="5900"/>
                        <a:pt x="4811" y="5868"/>
                        <a:pt x="4844" y="5830"/>
                      </a:cubicBezTo>
                      <a:cubicBezTo>
                        <a:pt x="4893" y="5770"/>
                        <a:pt x="4953" y="5716"/>
                        <a:pt x="5018" y="5672"/>
                      </a:cubicBezTo>
                      <a:lnTo>
                        <a:pt x="5116" y="5591"/>
                      </a:lnTo>
                      <a:cubicBezTo>
                        <a:pt x="5143" y="5569"/>
                        <a:pt x="5197" y="5547"/>
                        <a:pt x="5186" y="5531"/>
                      </a:cubicBezTo>
                      <a:lnTo>
                        <a:pt x="5186" y="5531"/>
                      </a:lnTo>
                      <a:cubicBezTo>
                        <a:pt x="5214" y="5563"/>
                        <a:pt x="5241" y="5596"/>
                        <a:pt x="5262" y="5629"/>
                      </a:cubicBezTo>
                      <a:cubicBezTo>
                        <a:pt x="5295" y="5661"/>
                        <a:pt x="5322" y="5694"/>
                        <a:pt x="5349" y="5727"/>
                      </a:cubicBezTo>
                      <a:cubicBezTo>
                        <a:pt x="5442" y="5830"/>
                        <a:pt x="5616" y="5857"/>
                        <a:pt x="5746" y="5868"/>
                      </a:cubicBezTo>
                      <a:cubicBezTo>
                        <a:pt x="5795" y="5868"/>
                        <a:pt x="5839" y="5841"/>
                        <a:pt x="5850" y="5792"/>
                      </a:cubicBezTo>
                      <a:cubicBezTo>
                        <a:pt x="5871" y="5667"/>
                        <a:pt x="5888" y="5542"/>
                        <a:pt x="5898" y="5411"/>
                      </a:cubicBezTo>
                      <a:cubicBezTo>
                        <a:pt x="5893" y="5357"/>
                        <a:pt x="5882" y="5297"/>
                        <a:pt x="5871" y="5243"/>
                      </a:cubicBezTo>
                      <a:cubicBezTo>
                        <a:pt x="5860" y="5172"/>
                        <a:pt x="5860" y="5101"/>
                        <a:pt x="5860" y="5031"/>
                      </a:cubicBezTo>
                      <a:lnTo>
                        <a:pt x="5860" y="5009"/>
                      </a:lnTo>
                      <a:cubicBezTo>
                        <a:pt x="5888" y="5069"/>
                        <a:pt x="5915" y="5123"/>
                        <a:pt x="5942" y="5178"/>
                      </a:cubicBezTo>
                      <a:cubicBezTo>
                        <a:pt x="6045" y="5384"/>
                        <a:pt x="6187" y="5569"/>
                        <a:pt x="6355" y="5727"/>
                      </a:cubicBezTo>
                      <a:cubicBezTo>
                        <a:pt x="6377" y="5748"/>
                        <a:pt x="6402" y="5758"/>
                        <a:pt x="6427" y="5758"/>
                      </a:cubicBezTo>
                      <a:cubicBezTo>
                        <a:pt x="6490" y="5758"/>
                        <a:pt x="6548" y="5699"/>
                        <a:pt x="6529" y="5629"/>
                      </a:cubicBezTo>
                      <a:cubicBezTo>
                        <a:pt x="6507" y="5504"/>
                        <a:pt x="6567" y="5357"/>
                        <a:pt x="6583" y="5237"/>
                      </a:cubicBezTo>
                      <a:cubicBezTo>
                        <a:pt x="6594" y="5194"/>
                        <a:pt x="6600" y="5150"/>
                        <a:pt x="6600" y="5107"/>
                      </a:cubicBezTo>
                      <a:lnTo>
                        <a:pt x="6600" y="5080"/>
                      </a:lnTo>
                      <a:cubicBezTo>
                        <a:pt x="6632" y="5096"/>
                        <a:pt x="6670" y="5107"/>
                        <a:pt x="6708" y="5112"/>
                      </a:cubicBezTo>
                      <a:cubicBezTo>
                        <a:pt x="6757" y="5134"/>
                        <a:pt x="6801" y="5150"/>
                        <a:pt x="6850" y="5172"/>
                      </a:cubicBezTo>
                      <a:cubicBezTo>
                        <a:pt x="6915" y="5207"/>
                        <a:pt x="6986" y="5225"/>
                        <a:pt x="7057" y="5225"/>
                      </a:cubicBezTo>
                      <a:cubicBezTo>
                        <a:pt x="7086" y="5225"/>
                        <a:pt x="7115" y="5222"/>
                        <a:pt x="7143" y="5216"/>
                      </a:cubicBezTo>
                      <a:cubicBezTo>
                        <a:pt x="7203" y="5199"/>
                        <a:pt x="7241" y="5139"/>
                        <a:pt x="7225" y="5080"/>
                      </a:cubicBezTo>
                      <a:cubicBezTo>
                        <a:pt x="7187" y="4998"/>
                        <a:pt x="7225" y="4906"/>
                        <a:pt x="7219" y="4819"/>
                      </a:cubicBezTo>
                      <a:cubicBezTo>
                        <a:pt x="7219" y="4754"/>
                        <a:pt x="7198" y="4688"/>
                        <a:pt x="7149" y="4645"/>
                      </a:cubicBezTo>
                      <a:cubicBezTo>
                        <a:pt x="7127" y="4607"/>
                        <a:pt x="7100" y="4574"/>
                        <a:pt x="7067" y="4542"/>
                      </a:cubicBezTo>
                      <a:lnTo>
                        <a:pt x="7013" y="4493"/>
                      </a:lnTo>
                      <a:cubicBezTo>
                        <a:pt x="7181" y="4476"/>
                        <a:pt x="7350" y="4427"/>
                        <a:pt x="7524" y="4406"/>
                      </a:cubicBezTo>
                      <a:cubicBezTo>
                        <a:pt x="7643" y="4389"/>
                        <a:pt x="7768" y="4373"/>
                        <a:pt x="7888" y="4351"/>
                      </a:cubicBezTo>
                      <a:cubicBezTo>
                        <a:pt x="8008" y="4324"/>
                        <a:pt x="8133" y="4330"/>
                        <a:pt x="8252" y="4302"/>
                      </a:cubicBezTo>
                      <a:cubicBezTo>
                        <a:pt x="8480" y="4243"/>
                        <a:pt x="8714" y="4205"/>
                        <a:pt x="8948" y="4183"/>
                      </a:cubicBezTo>
                      <a:cubicBezTo>
                        <a:pt x="9144" y="4166"/>
                        <a:pt x="9448" y="4150"/>
                        <a:pt x="9595" y="4003"/>
                      </a:cubicBezTo>
                      <a:cubicBezTo>
                        <a:pt x="9622" y="3982"/>
                        <a:pt x="9633" y="3949"/>
                        <a:pt x="9638" y="3911"/>
                      </a:cubicBezTo>
                      <a:cubicBezTo>
                        <a:pt x="9644" y="3895"/>
                        <a:pt x="9655" y="3878"/>
                        <a:pt x="9655" y="3862"/>
                      </a:cubicBezTo>
                      <a:cubicBezTo>
                        <a:pt x="9671" y="3813"/>
                        <a:pt x="9693" y="3759"/>
                        <a:pt x="9720" y="3715"/>
                      </a:cubicBezTo>
                      <a:cubicBezTo>
                        <a:pt x="9747" y="3650"/>
                        <a:pt x="9769" y="3579"/>
                        <a:pt x="9785" y="3509"/>
                      </a:cubicBezTo>
                      <a:cubicBezTo>
                        <a:pt x="9823" y="3357"/>
                        <a:pt x="9861" y="3204"/>
                        <a:pt x="9888" y="3052"/>
                      </a:cubicBezTo>
                      <a:cubicBezTo>
                        <a:pt x="9910" y="2927"/>
                        <a:pt x="9926" y="2797"/>
                        <a:pt x="9932" y="2672"/>
                      </a:cubicBezTo>
                      <a:cubicBezTo>
                        <a:pt x="9926" y="2514"/>
                        <a:pt x="9905" y="2362"/>
                        <a:pt x="9867" y="2210"/>
                      </a:cubicBezTo>
                      <a:lnTo>
                        <a:pt x="9867" y="2210"/>
                      </a:lnTo>
                      <a:lnTo>
                        <a:pt x="9872" y="2215"/>
                      </a:lnTo>
                      <a:cubicBezTo>
                        <a:pt x="9834" y="2068"/>
                        <a:pt x="9791" y="1921"/>
                        <a:pt x="9747" y="1780"/>
                      </a:cubicBezTo>
                      <a:cubicBezTo>
                        <a:pt x="9704" y="1623"/>
                        <a:pt x="9627" y="1481"/>
                        <a:pt x="9573" y="1334"/>
                      </a:cubicBezTo>
                      <a:cubicBezTo>
                        <a:pt x="9524" y="1199"/>
                        <a:pt x="9470" y="1068"/>
                        <a:pt x="9410" y="943"/>
                      </a:cubicBezTo>
                      <a:cubicBezTo>
                        <a:pt x="9339" y="823"/>
                        <a:pt x="9263" y="715"/>
                        <a:pt x="9171" y="611"/>
                      </a:cubicBezTo>
                      <a:cubicBezTo>
                        <a:pt x="9013" y="410"/>
                        <a:pt x="8839" y="198"/>
                        <a:pt x="8606" y="68"/>
                      </a:cubicBezTo>
                      <a:cubicBezTo>
                        <a:pt x="8534" y="30"/>
                        <a:pt x="8464" y="0"/>
                        <a:pt x="8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20"/>
                <p:cNvSpPr/>
                <p:nvPr/>
              </p:nvSpPr>
              <p:spPr>
                <a:xfrm>
                  <a:off x="5018200" y="2896450"/>
                  <a:ext cx="34000" cy="27125"/>
                </a:xfrm>
                <a:custGeom>
                  <a:rect b="b" l="l" r="r" t="t"/>
                  <a:pathLst>
                    <a:path extrusionOk="0" h="1085" w="1360">
                      <a:moveTo>
                        <a:pt x="897" y="214"/>
                      </a:moveTo>
                      <a:cubicBezTo>
                        <a:pt x="969" y="214"/>
                        <a:pt x="1008" y="264"/>
                        <a:pt x="1066" y="326"/>
                      </a:cubicBezTo>
                      <a:cubicBezTo>
                        <a:pt x="1099" y="364"/>
                        <a:pt x="1153" y="386"/>
                        <a:pt x="1175" y="440"/>
                      </a:cubicBezTo>
                      <a:cubicBezTo>
                        <a:pt x="1191" y="495"/>
                        <a:pt x="1191" y="555"/>
                        <a:pt x="1175" y="614"/>
                      </a:cubicBezTo>
                      <a:cubicBezTo>
                        <a:pt x="1143" y="734"/>
                        <a:pt x="1061" y="832"/>
                        <a:pt x="947" y="881"/>
                      </a:cubicBezTo>
                      <a:cubicBezTo>
                        <a:pt x="861" y="930"/>
                        <a:pt x="763" y="954"/>
                        <a:pt x="665" y="954"/>
                      </a:cubicBezTo>
                      <a:cubicBezTo>
                        <a:pt x="632" y="954"/>
                        <a:pt x="599" y="951"/>
                        <a:pt x="566" y="946"/>
                      </a:cubicBezTo>
                      <a:cubicBezTo>
                        <a:pt x="447" y="930"/>
                        <a:pt x="338" y="870"/>
                        <a:pt x="256" y="777"/>
                      </a:cubicBezTo>
                      <a:cubicBezTo>
                        <a:pt x="153" y="691"/>
                        <a:pt x="148" y="533"/>
                        <a:pt x="251" y="446"/>
                      </a:cubicBezTo>
                      <a:cubicBezTo>
                        <a:pt x="305" y="386"/>
                        <a:pt x="371" y="332"/>
                        <a:pt x="441" y="283"/>
                      </a:cubicBezTo>
                      <a:cubicBezTo>
                        <a:pt x="446" y="317"/>
                        <a:pt x="473" y="338"/>
                        <a:pt x="506" y="338"/>
                      </a:cubicBezTo>
                      <a:cubicBezTo>
                        <a:pt x="510" y="338"/>
                        <a:pt x="514" y="338"/>
                        <a:pt x="517" y="337"/>
                      </a:cubicBezTo>
                      <a:cubicBezTo>
                        <a:pt x="621" y="310"/>
                        <a:pt x="724" y="272"/>
                        <a:pt x="822" y="228"/>
                      </a:cubicBezTo>
                      <a:cubicBezTo>
                        <a:pt x="851" y="218"/>
                        <a:pt x="875" y="214"/>
                        <a:pt x="897" y="214"/>
                      </a:cubicBezTo>
                      <a:close/>
                      <a:moveTo>
                        <a:pt x="914" y="0"/>
                      </a:moveTo>
                      <a:cubicBezTo>
                        <a:pt x="784" y="6"/>
                        <a:pt x="664" y="55"/>
                        <a:pt x="566" y="136"/>
                      </a:cubicBezTo>
                      <a:cubicBezTo>
                        <a:pt x="414" y="152"/>
                        <a:pt x="251" y="272"/>
                        <a:pt x="148" y="370"/>
                      </a:cubicBezTo>
                      <a:cubicBezTo>
                        <a:pt x="34" y="473"/>
                        <a:pt x="1" y="642"/>
                        <a:pt x="66" y="777"/>
                      </a:cubicBezTo>
                      <a:cubicBezTo>
                        <a:pt x="137" y="919"/>
                        <a:pt x="267" y="1028"/>
                        <a:pt x="420" y="1076"/>
                      </a:cubicBezTo>
                      <a:cubicBezTo>
                        <a:pt x="468" y="1082"/>
                        <a:pt x="517" y="1085"/>
                        <a:pt x="566" y="1085"/>
                      </a:cubicBezTo>
                      <a:cubicBezTo>
                        <a:pt x="614" y="1085"/>
                        <a:pt x="661" y="1082"/>
                        <a:pt x="708" y="1076"/>
                      </a:cubicBezTo>
                      <a:cubicBezTo>
                        <a:pt x="795" y="1071"/>
                        <a:pt x="882" y="1049"/>
                        <a:pt x="958" y="1011"/>
                      </a:cubicBezTo>
                      <a:cubicBezTo>
                        <a:pt x="1115" y="935"/>
                        <a:pt x="1229" y="848"/>
                        <a:pt x="1295" y="680"/>
                      </a:cubicBezTo>
                      <a:cubicBezTo>
                        <a:pt x="1349" y="549"/>
                        <a:pt x="1360" y="386"/>
                        <a:pt x="1268" y="267"/>
                      </a:cubicBezTo>
                      <a:cubicBezTo>
                        <a:pt x="1181" y="152"/>
                        <a:pt x="1072" y="11"/>
                        <a:pt x="9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20"/>
                <p:cNvSpPr/>
                <p:nvPr/>
              </p:nvSpPr>
              <p:spPr>
                <a:xfrm>
                  <a:off x="4966575" y="2954300"/>
                  <a:ext cx="4925" cy="10400"/>
                </a:xfrm>
                <a:custGeom>
                  <a:rect b="b" l="l" r="r" t="t"/>
                  <a:pathLst>
                    <a:path extrusionOk="0" h="416" w="197">
                      <a:moveTo>
                        <a:pt x="95" y="1"/>
                      </a:moveTo>
                      <a:cubicBezTo>
                        <a:pt x="72" y="1"/>
                        <a:pt x="47" y="16"/>
                        <a:pt x="38" y="40"/>
                      </a:cubicBezTo>
                      <a:cubicBezTo>
                        <a:pt x="17" y="149"/>
                        <a:pt x="0" y="317"/>
                        <a:pt x="82" y="404"/>
                      </a:cubicBezTo>
                      <a:cubicBezTo>
                        <a:pt x="92" y="411"/>
                        <a:pt x="104" y="415"/>
                        <a:pt x="117" y="415"/>
                      </a:cubicBezTo>
                      <a:cubicBezTo>
                        <a:pt x="125" y="415"/>
                        <a:pt x="133" y="414"/>
                        <a:pt x="142" y="410"/>
                      </a:cubicBezTo>
                      <a:cubicBezTo>
                        <a:pt x="196" y="371"/>
                        <a:pt x="185" y="312"/>
                        <a:pt x="174" y="252"/>
                      </a:cubicBezTo>
                      <a:lnTo>
                        <a:pt x="169" y="252"/>
                      </a:lnTo>
                      <a:cubicBezTo>
                        <a:pt x="153" y="187"/>
                        <a:pt x="158" y="111"/>
                        <a:pt x="142" y="40"/>
                      </a:cubicBezTo>
                      <a:cubicBezTo>
                        <a:pt x="134" y="12"/>
                        <a:pt x="115"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20"/>
                <p:cNvSpPr/>
                <p:nvPr/>
              </p:nvSpPr>
              <p:spPr>
                <a:xfrm>
                  <a:off x="4972825" y="2949375"/>
                  <a:ext cx="4375" cy="10525"/>
                </a:xfrm>
                <a:custGeom>
                  <a:rect b="b" l="l" r="r" t="t"/>
                  <a:pathLst>
                    <a:path extrusionOk="0" h="421" w="175">
                      <a:moveTo>
                        <a:pt x="115" y="0"/>
                      </a:moveTo>
                      <a:cubicBezTo>
                        <a:pt x="91" y="0"/>
                        <a:pt x="68" y="14"/>
                        <a:pt x="66" y="41"/>
                      </a:cubicBezTo>
                      <a:cubicBezTo>
                        <a:pt x="55" y="112"/>
                        <a:pt x="38" y="172"/>
                        <a:pt x="22" y="242"/>
                      </a:cubicBezTo>
                      <a:cubicBezTo>
                        <a:pt x="0" y="297"/>
                        <a:pt x="11" y="356"/>
                        <a:pt x="49" y="405"/>
                      </a:cubicBezTo>
                      <a:cubicBezTo>
                        <a:pt x="61" y="415"/>
                        <a:pt x="76" y="420"/>
                        <a:pt x="91" y="420"/>
                      </a:cubicBezTo>
                      <a:cubicBezTo>
                        <a:pt x="117" y="420"/>
                        <a:pt x="142" y="406"/>
                        <a:pt x="153" y="378"/>
                      </a:cubicBezTo>
                      <a:cubicBezTo>
                        <a:pt x="164" y="324"/>
                        <a:pt x="169" y="269"/>
                        <a:pt x="169" y="215"/>
                      </a:cubicBezTo>
                      <a:cubicBezTo>
                        <a:pt x="174" y="155"/>
                        <a:pt x="169" y="96"/>
                        <a:pt x="164" y="41"/>
                      </a:cubicBezTo>
                      <a:cubicBezTo>
                        <a:pt x="161" y="14"/>
                        <a:pt x="138"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20"/>
                <p:cNvSpPr/>
                <p:nvPr/>
              </p:nvSpPr>
              <p:spPr>
                <a:xfrm>
                  <a:off x="4979075" y="2945900"/>
                  <a:ext cx="5875" cy="9900"/>
                </a:xfrm>
                <a:custGeom>
                  <a:rect b="b" l="l" r="r" t="t"/>
                  <a:pathLst>
                    <a:path extrusionOk="0" h="396" w="235">
                      <a:moveTo>
                        <a:pt x="136" y="1"/>
                      </a:moveTo>
                      <a:cubicBezTo>
                        <a:pt x="98" y="1"/>
                        <a:pt x="66" y="23"/>
                        <a:pt x="49" y="55"/>
                      </a:cubicBezTo>
                      <a:cubicBezTo>
                        <a:pt x="33" y="82"/>
                        <a:pt x="44" y="115"/>
                        <a:pt x="77" y="126"/>
                      </a:cubicBezTo>
                      <a:cubicBezTo>
                        <a:pt x="66" y="148"/>
                        <a:pt x="49" y="175"/>
                        <a:pt x="39" y="196"/>
                      </a:cubicBezTo>
                      <a:cubicBezTo>
                        <a:pt x="17" y="240"/>
                        <a:pt x="0" y="289"/>
                        <a:pt x="6" y="338"/>
                      </a:cubicBezTo>
                      <a:cubicBezTo>
                        <a:pt x="6" y="374"/>
                        <a:pt x="37" y="396"/>
                        <a:pt x="67" y="396"/>
                      </a:cubicBezTo>
                      <a:cubicBezTo>
                        <a:pt x="90" y="396"/>
                        <a:pt x="113" y="383"/>
                        <a:pt x="120" y="354"/>
                      </a:cubicBezTo>
                      <a:cubicBezTo>
                        <a:pt x="164" y="256"/>
                        <a:pt x="234" y="148"/>
                        <a:pt x="191" y="39"/>
                      </a:cubicBezTo>
                      <a:lnTo>
                        <a:pt x="191" y="39"/>
                      </a:lnTo>
                      <a:lnTo>
                        <a:pt x="191" y="44"/>
                      </a:lnTo>
                      <a:cubicBezTo>
                        <a:pt x="180" y="17"/>
                        <a:pt x="158"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20"/>
                <p:cNvSpPr/>
                <p:nvPr/>
              </p:nvSpPr>
              <p:spPr>
                <a:xfrm>
                  <a:off x="4985725" y="2943050"/>
                  <a:ext cx="4925" cy="8525"/>
                </a:xfrm>
                <a:custGeom>
                  <a:rect b="b" l="l" r="r" t="t"/>
                  <a:pathLst>
                    <a:path extrusionOk="0" h="341" w="197">
                      <a:moveTo>
                        <a:pt x="120" y="1"/>
                      </a:moveTo>
                      <a:cubicBezTo>
                        <a:pt x="77" y="6"/>
                        <a:pt x="39" y="28"/>
                        <a:pt x="17" y="66"/>
                      </a:cubicBezTo>
                      <a:cubicBezTo>
                        <a:pt x="1" y="93"/>
                        <a:pt x="12" y="131"/>
                        <a:pt x="44" y="147"/>
                      </a:cubicBezTo>
                      <a:cubicBezTo>
                        <a:pt x="44" y="164"/>
                        <a:pt x="39" y="180"/>
                        <a:pt x="39" y="202"/>
                      </a:cubicBezTo>
                      <a:cubicBezTo>
                        <a:pt x="23" y="245"/>
                        <a:pt x="33" y="294"/>
                        <a:pt x="61" y="327"/>
                      </a:cubicBezTo>
                      <a:cubicBezTo>
                        <a:pt x="71" y="337"/>
                        <a:pt x="86" y="341"/>
                        <a:pt x="99" y="341"/>
                      </a:cubicBezTo>
                      <a:cubicBezTo>
                        <a:pt x="107" y="341"/>
                        <a:pt x="114" y="340"/>
                        <a:pt x="120" y="338"/>
                      </a:cubicBezTo>
                      <a:cubicBezTo>
                        <a:pt x="158" y="305"/>
                        <a:pt x="180" y="256"/>
                        <a:pt x="186" y="207"/>
                      </a:cubicBezTo>
                      <a:cubicBezTo>
                        <a:pt x="197" y="158"/>
                        <a:pt x="197" y="104"/>
                        <a:pt x="186" y="55"/>
                      </a:cubicBezTo>
                      <a:cubicBezTo>
                        <a:pt x="175" y="22"/>
                        <a:pt x="148"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6" name="Google Shape;4966;p120"/>
              <p:cNvSpPr/>
              <p:nvPr/>
            </p:nvSpPr>
            <p:spPr>
              <a:xfrm>
                <a:off x="5080575" y="2912700"/>
                <a:ext cx="4525" cy="9700"/>
              </a:xfrm>
              <a:custGeom>
                <a:rect b="b" l="l" r="r" t="t"/>
                <a:pathLst>
                  <a:path extrusionOk="0" h="388" w="181">
                    <a:moveTo>
                      <a:pt x="88" y="0"/>
                    </a:moveTo>
                    <a:cubicBezTo>
                      <a:pt x="40" y="0"/>
                      <a:pt x="0" y="57"/>
                      <a:pt x="39" y="100"/>
                    </a:cubicBezTo>
                    <a:cubicBezTo>
                      <a:pt x="50" y="127"/>
                      <a:pt x="55" y="155"/>
                      <a:pt x="45" y="182"/>
                    </a:cubicBezTo>
                    <a:cubicBezTo>
                      <a:pt x="39" y="204"/>
                      <a:pt x="17" y="214"/>
                      <a:pt x="12" y="236"/>
                    </a:cubicBezTo>
                    <a:cubicBezTo>
                      <a:pt x="6" y="263"/>
                      <a:pt x="6" y="291"/>
                      <a:pt x="12" y="318"/>
                    </a:cubicBezTo>
                    <a:cubicBezTo>
                      <a:pt x="15" y="364"/>
                      <a:pt x="53" y="387"/>
                      <a:pt x="89" y="387"/>
                    </a:cubicBezTo>
                    <a:cubicBezTo>
                      <a:pt x="125" y="387"/>
                      <a:pt x="159" y="364"/>
                      <a:pt x="153" y="318"/>
                    </a:cubicBezTo>
                    <a:cubicBezTo>
                      <a:pt x="153" y="301"/>
                      <a:pt x="153" y="285"/>
                      <a:pt x="153" y="269"/>
                    </a:cubicBezTo>
                    <a:cubicBezTo>
                      <a:pt x="153" y="263"/>
                      <a:pt x="170" y="247"/>
                      <a:pt x="175" y="242"/>
                    </a:cubicBezTo>
                    <a:lnTo>
                      <a:pt x="164" y="242"/>
                    </a:lnTo>
                    <a:cubicBezTo>
                      <a:pt x="175" y="214"/>
                      <a:pt x="180" y="187"/>
                      <a:pt x="175" y="160"/>
                    </a:cubicBezTo>
                    <a:cubicBezTo>
                      <a:pt x="180" y="106"/>
                      <a:pt x="159" y="57"/>
                      <a:pt x="126" y="13"/>
                    </a:cubicBezTo>
                    <a:cubicBezTo>
                      <a:pt x="114" y="4"/>
                      <a:pt x="101"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20"/>
              <p:cNvSpPr/>
              <p:nvPr/>
            </p:nvSpPr>
            <p:spPr>
              <a:xfrm>
                <a:off x="5087925" y="2911550"/>
                <a:ext cx="6700" cy="9975"/>
              </a:xfrm>
              <a:custGeom>
                <a:rect b="b" l="l" r="r" t="t"/>
                <a:pathLst>
                  <a:path extrusionOk="0" h="399" w="268">
                    <a:moveTo>
                      <a:pt x="187" y="1"/>
                    </a:moveTo>
                    <a:cubicBezTo>
                      <a:pt x="180" y="1"/>
                      <a:pt x="172" y="2"/>
                      <a:pt x="164" y="5"/>
                    </a:cubicBezTo>
                    <a:lnTo>
                      <a:pt x="164" y="10"/>
                    </a:lnTo>
                    <a:lnTo>
                      <a:pt x="147" y="16"/>
                    </a:lnTo>
                    <a:cubicBezTo>
                      <a:pt x="120" y="21"/>
                      <a:pt x="98" y="48"/>
                      <a:pt x="98" y="76"/>
                    </a:cubicBezTo>
                    <a:cubicBezTo>
                      <a:pt x="93" y="87"/>
                      <a:pt x="93" y="92"/>
                      <a:pt x="93" y="103"/>
                    </a:cubicBezTo>
                    <a:cubicBezTo>
                      <a:pt x="82" y="108"/>
                      <a:pt x="77" y="114"/>
                      <a:pt x="71" y="125"/>
                    </a:cubicBezTo>
                    <a:cubicBezTo>
                      <a:pt x="55" y="135"/>
                      <a:pt x="44" y="152"/>
                      <a:pt x="39" y="168"/>
                    </a:cubicBezTo>
                    <a:cubicBezTo>
                      <a:pt x="6" y="228"/>
                      <a:pt x="1" y="304"/>
                      <a:pt x="22" y="375"/>
                    </a:cubicBezTo>
                    <a:cubicBezTo>
                      <a:pt x="31" y="391"/>
                      <a:pt x="48" y="398"/>
                      <a:pt x="66" y="398"/>
                    </a:cubicBezTo>
                    <a:cubicBezTo>
                      <a:pt x="72" y="398"/>
                      <a:pt x="77" y="398"/>
                      <a:pt x="82" y="396"/>
                    </a:cubicBezTo>
                    <a:cubicBezTo>
                      <a:pt x="153" y="375"/>
                      <a:pt x="147" y="304"/>
                      <a:pt x="174" y="244"/>
                    </a:cubicBezTo>
                    <a:cubicBezTo>
                      <a:pt x="185" y="217"/>
                      <a:pt x="213" y="206"/>
                      <a:pt x="229" y="184"/>
                    </a:cubicBezTo>
                    <a:cubicBezTo>
                      <a:pt x="234" y="168"/>
                      <a:pt x="240" y="152"/>
                      <a:pt x="240" y="141"/>
                    </a:cubicBezTo>
                    <a:cubicBezTo>
                      <a:pt x="245" y="130"/>
                      <a:pt x="245" y="125"/>
                      <a:pt x="240" y="114"/>
                    </a:cubicBezTo>
                    <a:cubicBezTo>
                      <a:pt x="240" y="108"/>
                      <a:pt x="240" y="108"/>
                      <a:pt x="240" y="103"/>
                    </a:cubicBezTo>
                    <a:cubicBezTo>
                      <a:pt x="268" y="56"/>
                      <a:pt x="235"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8" name="Google Shape;4968;p120"/>
            <p:cNvSpPr/>
            <p:nvPr/>
          </p:nvSpPr>
          <p:spPr>
            <a:xfrm>
              <a:off x="4654950" y="2113517"/>
              <a:ext cx="171458" cy="274312"/>
            </a:xfrm>
            <a:custGeom>
              <a:rect b="b" l="l" r="r" t="t"/>
              <a:pathLst>
                <a:path extrusionOk="0" h="11578" w="7416">
                  <a:moveTo>
                    <a:pt x="1827" y="898"/>
                  </a:moveTo>
                  <a:lnTo>
                    <a:pt x="1833" y="903"/>
                  </a:lnTo>
                  <a:lnTo>
                    <a:pt x="1838" y="903"/>
                  </a:lnTo>
                  <a:cubicBezTo>
                    <a:pt x="1976" y="986"/>
                    <a:pt x="2174" y="997"/>
                    <a:pt x="2355" y="997"/>
                  </a:cubicBezTo>
                  <a:cubicBezTo>
                    <a:pt x="2424" y="997"/>
                    <a:pt x="2490" y="996"/>
                    <a:pt x="2550" y="996"/>
                  </a:cubicBezTo>
                  <a:cubicBezTo>
                    <a:pt x="2611" y="998"/>
                    <a:pt x="2673" y="1000"/>
                    <a:pt x="2735" y="1000"/>
                  </a:cubicBezTo>
                  <a:cubicBezTo>
                    <a:pt x="2903" y="1000"/>
                    <a:pt x="3073" y="990"/>
                    <a:pt x="3241" y="974"/>
                  </a:cubicBezTo>
                  <a:cubicBezTo>
                    <a:pt x="3317" y="959"/>
                    <a:pt x="3395" y="952"/>
                    <a:pt x="3475" y="952"/>
                  </a:cubicBezTo>
                  <a:cubicBezTo>
                    <a:pt x="3514" y="952"/>
                    <a:pt x="3554" y="954"/>
                    <a:pt x="3594" y="957"/>
                  </a:cubicBezTo>
                  <a:cubicBezTo>
                    <a:pt x="3708" y="968"/>
                    <a:pt x="3822" y="1001"/>
                    <a:pt x="3936" y="1017"/>
                  </a:cubicBezTo>
                  <a:cubicBezTo>
                    <a:pt x="4159" y="1055"/>
                    <a:pt x="4393" y="1055"/>
                    <a:pt x="4627" y="1077"/>
                  </a:cubicBezTo>
                  <a:cubicBezTo>
                    <a:pt x="4741" y="1088"/>
                    <a:pt x="4855" y="1082"/>
                    <a:pt x="4964" y="1104"/>
                  </a:cubicBezTo>
                  <a:cubicBezTo>
                    <a:pt x="5078" y="1126"/>
                    <a:pt x="5192" y="1137"/>
                    <a:pt x="5306" y="1137"/>
                  </a:cubicBezTo>
                  <a:cubicBezTo>
                    <a:pt x="5513" y="1137"/>
                    <a:pt x="5706" y="1088"/>
                    <a:pt x="5911" y="1088"/>
                  </a:cubicBezTo>
                  <a:cubicBezTo>
                    <a:pt x="5922" y="1088"/>
                    <a:pt x="5932" y="1088"/>
                    <a:pt x="5942" y="1088"/>
                  </a:cubicBezTo>
                  <a:lnTo>
                    <a:pt x="5975" y="1088"/>
                  </a:lnTo>
                  <a:cubicBezTo>
                    <a:pt x="5942" y="1142"/>
                    <a:pt x="5899" y="1197"/>
                    <a:pt x="5861" y="1251"/>
                  </a:cubicBezTo>
                  <a:cubicBezTo>
                    <a:pt x="5757" y="1387"/>
                    <a:pt x="5687" y="1545"/>
                    <a:pt x="5589" y="1686"/>
                  </a:cubicBezTo>
                  <a:cubicBezTo>
                    <a:pt x="5525" y="1678"/>
                    <a:pt x="5459" y="1673"/>
                    <a:pt x="5391" y="1673"/>
                  </a:cubicBezTo>
                  <a:cubicBezTo>
                    <a:pt x="5367" y="1673"/>
                    <a:pt x="5342" y="1674"/>
                    <a:pt x="5317" y="1675"/>
                  </a:cubicBezTo>
                  <a:cubicBezTo>
                    <a:pt x="5132" y="1675"/>
                    <a:pt x="4947" y="1675"/>
                    <a:pt x="4763" y="1664"/>
                  </a:cubicBezTo>
                  <a:cubicBezTo>
                    <a:pt x="4610" y="1654"/>
                    <a:pt x="4458" y="1620"/>
                    <a:pt x="4306" y="1620"/>
                  </a:cubicBezTo>
                  <a:cubicBezTo>
                    <a:pt x="4295" y="1620"/>
                    <a:pt x="4284" y="1620"/>
                    <a:pt x="4273" y="1621"/>
                  </a:cubicBezTo>
                  <a:cubicBezTo>
                    <a:pt x="4235" y="1623"/>
                    <a:pt x="4197" y="1625"/>
                    <a:pt x="4159" y="1625"/>
                  </a:cubicBezTo>
                  <a:cubicBezTo>
                    <a:pt x="4121" y="1625"/>
                    <a:pt x="4083" y="1623"/>
                    <a:pt x="4045" y="1621"/>
                  </a:cubicBezTo>
                  <a:cubicBezTo>
                    <a:pt x="3964" y="1610"/>
                    <a:pt x="3887" y="1583"/>
                    <a:pt x="3806" y="1577"/>
                  </a:cubicBezTo>
                  <a:cubicBezTo>
                    <a:pt x="3794" y="1576"/>
                    <a:pt x="3782" y="1576"/>
                    <a:pt x="3771" y="1576"/>
                  </a:cubicBezTo>
                  <a:cubicBezTo>
                    <a:pt x="3715" y="1576"/>
                    <a:pt x="3664" y="1584"/>
                    <a:pt x="3611" y="1584"/>
                  </a:cubicBezTo>
                  <a:cubicBezTo>
                    <a:pt x="3600" y="1584"/>
                    <a:pt x="3589" y="1583"/>
                    <a:pt x="3578" y="1583"/>
                  </a:cubicBezTo>
                  <a:cubicBezTo>
                    <a:pt x="3501" y="1572"/>
                    <a:pt x="3442" y="1550"/>
                    <a:pt x="3371" y="1539"/>
                  </a:cubicBezTo>
                  <a:cubicBezTo>
                    <a:pt x="3284" y="1534"/>
                    <a:pt x="3196" y="1531"/>
                    <a:pt x="3107" y="1531"/>
                  </a:cubicBezTo>
                  <a:cubicBezTo>
                    <a:pt x="3018" y="1531"/>
                    <a:pt x="2928" y="1534"/>
                    <a:pt x="2838" y="1539"/>
                  </a:cubicBezTo>
                  <a:cubicBezTo>
                    <a:pt x="2659" y="1539"/>
                    <a:pt x="2480" y="1550"/>
                    <a:pt x="2300" y="1550"/>
                  </a:cubicBezTo>
                  <a:cubicBezTo>
                    <a:pt x="2210" y="1550"/>
                    <a:pt x="2129" y="1538"/>
                    <a:pt x="2048" y="1538"/>
                  </a:cubicBezTo>
                  <a:cubicBezTo>
                    <a:pt x="2007" y="1538"/>
                    <a:pt x="1967" y="1541"/>
                    <a:pt x="1925" y="1550"/>
                  </a:cubicBezTo>
                  <a:cubicBezTo>
                    <a:pt x="1914" y="1528"/>
                    <a:pt x="1909" y="1501"/>
                    <a:pt x="1903" y="1479"/>
                  </a:cubicBezTo>
                  <a:cubicBezTo>
                    <a:pt x="1854" y="1289"/>
                    <a:pt x="1827" y="1093"/>
                    <a:pt x="1827" y="898"/>
                  </a:cubicBezTo>
                  <a:close/>
                  <a:moveTo>
                    <a:pt x="2023" y="1795"/>
                  </a:moveTo>
                  <a:lnTo>
                    <a:pt x="2023" y="1795"/>
                  </a:lnTo>
                  <a:cubicBezTo>
                    <a:pt x="2104" y="1827"/>
                    <a:pt x="2191" y="1854"/>
                    <a:pt x="2278" y="1865"/>
                  </a:cubicBezTo>
                  <a:cubicBezTo>
                    <a:pt x="2355" y="1872"/>
                    <a:pt x="2432" y="1874"/>
                    <a:pt x="2509" y="1874"/>
                  </a:cubicBezTo>
                  <a:cubicBezTo>
                    <a:pt x="2612" y="1874"/>
                    <a:pt x="2714" y="1871"/>
                    <a:pt x="2817" y="1871"/>
                  </a:cubicBezTo>
                  <a:cubicBezTo>
                    <a:pt x="2924" y="1871"/>
                    <a:pt x="3035" y="1862"/>
                    <a:pt x="3145" y="1862"/>
                  </a:cubicBezTo>
                  <a:cubicBezTo>
                    <a:pt x="3214" y="1862"/>
                    <a:pt x="3282" y="1866"/>
                    <a:pt x="3349" y="1876"/>
                  </a:cubicBezTo>
                  <a:cubicBezTo>
                    <a:pt x="3415" y="1887"/>
                    <a:pt x="3485" y="1914"/>
                    <a:pt x="3550" y="1920"/>
                  </a:cubicBezTo>
                  <a:cubicBezTo>
                    <a:pt x="3569" y="1922"/>
                    <a:pt x="3587" y="1923"/>
                    <a:pt x="3605" y="1923"/>
                  </a:cubicBezTo>
                  <a:cubicBezTo>
                    <a:pt x="3654" y="1923"/>
                    <a:pt x="3702" y="1916"/>
                    <a:pt x="3751" y="1916"/>
                  </a:cubicBezTo>
                  <a:cubicBezTo>
                    <a:pt x="3769" y="1916"/>
                    <a:pt x="3788" y="1917"/>
                    <a:pt x="3806" y="1920"/>
                  </a:cubicBezTo>
                  <a:cubicBezTo>
                    <a:pt x="3953" y="1947"/>
                    <a:pt x="4099" y="1963"/>
                    <a:pt x="4246" y="1963"/>
                  </a:cubicBezTo>
                  <a:cubicBezTo>
                    <a:pt x="4415" y="1969"/>
                    <a:pt x="4578" y="1979"/>
                    <a:pt x="4741" y="1996"/>
                  </a:cubicBezTo>
                  <a:cubicBezTo>
                    <a:pt x="4790" y="1999"/>
                    <a:pt x="4839" y="2001"/>
                    <a:pt x="4888" y="2001"/>
                  </a:cubicBezTo>
                  <a:cubicBezTo>
                    <a:pt x="4986" y="2001"/>
                    <a:pt x="5085" y="1996"/>
                    <a:pt x="5187" y="1996"/>
                  </a:cubicBezTo>
                  <a:lnTo>
                    <a:pt x="5132" y="2028"/>
                  </a:lnTo>
                  <a:cubicBezTo>
                    <a:pt x="4969" y="2132"/>
                    <a:pt x="4801" y="2224"/>
                    <a:pt x="4621" y="2295"/>
                  </a:cubicBezTo>
                  <a:lnTo>
                    <a:pt x="4594" y="2306"/>
                  </a:lnTo>
                  <a:lnTo>
                    <a:pt x="4426" y="2306"/>
                  </a:lnTo>
                  <a:cubicBezTo>
                    <a:pt x="4214" y="2306"/>
                    <a:pt x="4007" y="2257"/>
                    <a:pt x="3795" y="2257"/>
                  </a:cubicBezTo>
                  <a:cubicBezTo>
                    <a:pt x="3344" y="2267"/>
                    <a:pt x="2887" y="2251"/>
                    <a:pt x="2442" y="2338"/>
                  </a:cubicBezTo>
                  <a:lnTo>
                    <a:pt x="2447" y="2333"/>
                  </a:lnTo>
                  <a:cubicBezTo>
                    <a:pt x="2268" y="2181"/>
                    <a:pt x="2126" y="2001"/>
                    <a:pt x="2023" y="1795"/>
                  </a:cubicBezTo>
                  <a:close/>
                  <a:moveTo>
                    <a:pt x="2670" y="2501"/>
                  </a:moveTo>
                  <a:cubicBezTo>
                    <a:pt x="2946" y="2530"/>
                    <a:pt x="3225" y="2543"/>
                    <a:pt x="3504" y="2543"/>
                  </a:cubicBezTo>
                  <a:cubicBezTo>
                    <a:pt x="3594" y="2543"/>
                    <a:pt x="3684" y="2542"/>
                    <a:pt x="3773" y="2539"/>
                  </a:cubicBezTo>
                  <a:lnTo>
                    <a:pt x="3773" y="2539"/>
                  </a:lnTo>
                  <a:cubicBezTo>
                    <a:pt x="3692" y="2566"/>
                    <a:pt x="3610" y="2583"/>
                    <a:pt x="3523" y="2594"/>
                  </a:cubicBezTo>
                  <a:cubicBezTo>
                    <a:pt x="3497" y="2591"/>
                    <a:pt x="3472" y="2589"/>
                    <a:pt x="3446" y="2589"/>
                  </a:cubicBezTo>
                  <a:cubicBezTo>
                    <a:pt x="3380" y="2589"/>
                    <a:pt x="3314" y="2598"/>
                    <a:pt x="3251" y="2610"/>
                  </a:cubicBezTo>
                  <a:cubicBezTo>
                    <a:pt x="3175" y="2632"/>
                    <a:pt x="3099" y="2691"/>
                    <a:pt x="3023" y="2713"/>
                  </a:cubicBezTo>
                  <a:cubicBezTo>
                    <a:pt x="2904" y="2648"/>
                    <a:pt x="2784" y="2583"/>
                    <a:pt x="2670" y="2501"/>
                  </a:cubicBezTo>
                  <a:close/>
                  <a:moveTo>
                    <a:pt x="6312" y="392"/>
                  </a:moveTo>
                  <a:lnTo>
                    <a:pt x="6312" y="392"/>
                  </a:lnTo>
                  <a:cubicBezTo>
                    <a:pt x="6404" y="408"/>
                    <a:pt x="6491" y="419"/>
                    <a:pt x="6578" y="419"/>
                  </a:cubicBezTo>
                  <a:cubicBezTo>
                    <a:pt x="6676" y="408"/>
                    <a:pt x="6774" y="408"/>
                    <a:pt x="6866" y="408"/>
                  </a:cubicBezTo>
                  <a:cubicBezTo>
                    <a:pt x="6883" y="566"/>
                    <a:pt x="6877" y="718"/>
                    <a:pt x="6850" y="876"/>
                  </a:cubicBezTo>
                  <a:cubicBezTo>
                    <a:pt x="6834" y="952"/>
                    <a:pt x="6817" y="1034"/>
                    <a:pt x="6806" y="1115"/>
                  </a:cubicBezTo>
                  <a:cubicBezTo>
                    <a:pt x="6812" y="1202"/>
                    <a:pt x="6812" y="1289"/>
                    <a:pt x="6806" y="1376"/>
                  </a:cubicBezTo>
                  <a:cubicBezTo>
                    <a:pt x="6774" y="1550"/>
                    <a:pt x="6660" y="1708"/>
                    <a:pt x="6600" y="1871"/>
                  </a:cubicBezTo>
                  <a:cubicBezTo>
                    <a:pt x="6535" y="2055"/>
                    <a:pt x="6382" y="2159"/>
                    <a:pt x="6247" y="2289"/>
                  </a:cubicBezTo>
                  <a:cubicBezTo>
                    <a:pt x="6127" y="2409"/>
                    <a:pt x="5997" y="2518"/>
                    <a:pt x="5877" y="2637"/>
                  </a:cubicBezTo>
                  <a:cubicBezTo>
                    <a:pt x="5757" y="2762"/>
                    <a:pt x="5600" y="2838"/>
                    <a:pt x="5453" y="2936"/>
                  </a:cubicBezTo>
                  <a:cubicBezTo>
                    <a:pt x="5301" y="3023"/>
                    <a:pt x="5138" y="3088"/>
                    <a:pt x="4964" y="3132"/>
                  </a:cubicBezTo>
                  <a:cubicBezTo>
                    <a:pt x="4822" y="3170"/>
                    <a:pt x="4665" y="3175"/>
                    <a:pt x="4529" y="3230"/>
                  </a:cubicBezTo>
                  <a:cubicBezTo>
                    <a:pt x="4523" y="3229"/>
                    <a:pt x="4518" y="3228"/>
                    <a:pt x="4512" y="3228"/>
                  </a:cubicBezTo>
                  <a:cubicBezTo>
                    <a:pt x="4484" y="3228"/>
                    <a:pt x="4454" y="3239"/>
                    <a:pt x="4431" y="3257"/>
                  </a:cubicBezTo>
                  <a:cubicBezTo>
                    <a:pt x="4214" y="3175"/>
                    <a:pt x="3991" y="3105"/>
                    <a:pt x="3779" y="3029"/>
                  </a:cubicBezTo>
                  <a:cubicBezTo>
                    <a:pt x="3616" y="2969"/>
                    <a:pt x="3447" y="2903"/>
                    <a:pt x="3279" y="2833"/>
                  </a:cubicBezTo>
                  <a:cubicBezTo>
                    <a:pt x="3371" y="2822"/>
                    <a:pt x="3458" y="2822"/>
                    <a:pt x="3550" y="2817"/>
                  </a:cubicBezTo>
                  <a:cubicBezTo>
                    <a:pt x="3752" y="2811"/>
                    <a:pt x="3947" y="2719"/>
                    <a:pt x="4143" y="2670"/>
                  </a:cubicBezTo>
                  <a:cubicBezTo>
                    <a:pt x="4257" y="2643"/>
                    <a:pt x="4371" y="2615"/>
                    <a:pt x="4485" y="2583"/>
                  </a:cubicBezTo>
                  <a:lnTo>
                    <a:pt x="4773" y="2583"/>
                  </a:lnTo>
                  <a:cubicBezTo>
                    <a:pt x="4819" y="2583"/>
                    <a:pt x="4865" y="2586"/>
                    <a:pt x="4909" y="2586"/>
                  </a:cubicBezTo>
                  <a:cubicBezTo>
                    <a:pt x="4982" y="2586"/>
                    <a:pt x="5052" y="2578"/>
                    <a:pt x="5116" y="2534"/>
                  </a:cubicBezTo>
                  <a:cubicBezTo>
                    <a:pt x="5181" y="2490"/>
                    <a:pt x="5181" y="2393"/>
                    <a:pt x="5116" y="2354"/>
                  </a:cubicBezTo>
                  <a:lnTo>
                    <a:pt x="5083" y="2333"/>
                  </a:lnTo>
                  <a:cubicBezTo>
                    <a:pt x="5149" y="2295"/>
                    <a:pt x="5225" y="2251"/>
                    <a:pt x="5295" y="2208"/>
                  </a:cubicBezTo>
                  <a:cubicBezTo>
                    <a:pt x="5431" y="2142"/>
                    <a:pt x="5556" y="2055"/>
                    <a:pt x="5665" y="1958"/>
                  </a:cubicBezTo>
                  <a:cubicBezTo>
                    <a:pt x="5708" y="1947"/>
                    <a:pt x="5746" y="1925"/>
                    <a:pt x="5779" y="1898"/>
                  </a:cubicBezTo>
                  <a:cubicBezTo>
                    <a:pt x="5806" y="1871"/>
                    <a:pt x="5812" y="1833"/>
                    <a:pt x="5801" y="1800"/>
                  </a:cubicBezTo>
                  <a:cubicBezTo>
                    <a:pt x="5899" y="1664"/>
                    <a:pt x="5969" y="1506"/>
                    <a:pt x="6073" y="1371"/>
                  </a:cubicBezTo>
                  <a:cubicBezTo>
                    <a:pt x="6137" y="1291"/>
                    <a:pt x="6190" y="1200"/>
                    <a:pt x="6238" y="1110"/>
                  </a:cubicBezTo>
                  <a:lnTo>
                    <a:pt x="6238" y="1110"/>
                  </a:lnTo>
                  <a:cubicBezTo>
                    <a:pt x="6460" y="1109"/>
                    <a:pt x="6698" y="1076"/>
                    <a:pt x="6654" y="843"/>
                  </a:cubicBezTo>
                  <a:cubicBezTo>
                    <a:pt x="6643" y="805"/>
                    <a:pt x="6611" y="773"/>
                    <a:pt x="6567" y="762"/>
                  </a:cubicBezTo>
                  <a:cubicBezTo>
                    <a:pt x="6527" y="756"/>
                    <a:pt x="6486" y="754"/>
                    <a:pt x="6445" y="754"/>
                  </a:cubicBezTo>
                  <a:cubicBezTo>
                    <a:pt x="6404" y="754"/>
                    <a:pt x="6363" y="756"/>
                    <a:pt x="6323" y="762"/>
                  </a:cubicBezTo>
                  <a:cubicBezTo>
                    <a:pt x="6339" y="702"/>
                    <a:pt x="6344" y="642"/>
                    <a:pt x="6344" y="582"/>
                  </a:cubicBezTo>
                  <a:cubicBezTo>
                    <a:pt x="6344" y="517"/>
                    <a:pt x="6334" y="457"/>
                    <a:pt x="6312" y="392"/>
                  </a:cubicBezTo>
                  <a:close/>
                  <a:moveTo>
                    <a:pt x="3415" y="3849"/>
                  </a:moveTo>
                  <a:cubicBezTo>
                    <a:pt x="3540" y="3904"/>
                    <a:pt x="3659" y="3969"/>
                    <a:pt x="3779" y="4040"/>
                  </a:cubicBezTo>
                  <a:cubicBezTo>
                    <a:pt x="3849" y="4088"/>
                    <a:pt x="3936" y="4127"/>
                    <a:pt x="4012" y="4165"/>
                  </a:cubicBezTo>
                  <a:lnTo>
                    <a:pt x="4002" y="4170"/>
                  </a:lnTo>
                  <a:cubicBezTo>
                    <a:pt x="3790" y="4230"/>
                    <a:pt x="3578" y="4268"/>
                    <a:pt x="3366" y="4322"/>
                  </a:cubicBezTo>
                  <a:cubicBezTo>
                    <a:pt x="3154" y="4377"/>
                    <a:pt x="2942" y="4404"/>
                    <a:pt x="2740" y="4474"/>
                  </a:cubicBezTo>
                  <a:cubicBezTo>
                    <a:pt x="2654" y="4512"/>
                    <a:pt x="2567" y="4545"/>
                    <a:pt x="2474" y="4567"/>
                  </a:cubicBezTo>
                  <a:lnTo>
                    <a:pt x="2436" y="4572"/>
                  </a:lnTo>
                  <a:cubicBezTo>
                    <a:pt x="2572" y="4431"/>
                    <a:pt x="2746" y="4344"/>
                    <a:pt x="2909" y="4230"/>
                  </a:cubicBezTo>
                  <a:cubicBezTo>
                    <a:pt x="3001" y="4159"/>
                    <a:pt x="3088" y="4088"/>
                    <a:pt x="3181" y="4023"/>
                  </a:cubicBezTo>
                  <a:cubicBezTo>
                    <a:pt x="3268" y="3974"/>
                    <a:pt x="3344" y="3915"/>
                    <a:pt x="3415" y="3849"/>
                  </a:cubicBezTo>
                  <a:close/>
                  <a:moveTo>
                    <a:pt x="4295" y="4360"/>
                  </a:moveTo>
                  <a:cubicBezTo>
                    <a:pt x="4388" y="4436"/>
                    <a:pt x="4475" y="4523"/>
                    <a:pt x="4561" y="4610"/>
                  </a:cubicBezTo>
                  <a:cubicBezTo>
                    <a:pt x="4513" y="4621"/>
                    <a:pt x="4469" y="4637"/>
                    <a:pt x="4426" y="4654"/>
                  </a:cubicBezTo>
                  <a:cubicBezTo>
                    <a:pt x="4284" y="4697"/>
                    <a:pt x="4148" y="4724"/>
                    <a:pt x="4007" y="4741"/>
                  </a:cubicBezTo>
                  <a:cubicBezTo>
                    <a:pt x="3860" y="4763"/>
                    <a:pt x="3724" y="4822"/>
                    <a:pt x="3578" y="4855"/>
                  </a:cubicBezTo>
                  <a:cubicBezTo>
                    <a:pt x="3295" y="4920"/>
                    <a:pt x="3012" y="5002"/>
                    <a:pt x="2730" y="5078"/>
                  </a:cubicBezTo>
                  <a:cubicBezTo>
                    <a:pt x="2561" y="5121"/>
                    <a:pt x="2376" y="5138"/>
                    <a:pt x="2213" y="5197"/>
                  </a:cubicBezTo>
                  <a:cubicBezTo>
                    <a:pt x="2202" y="5023"/>
                    <a:pt x="2240" y="4860"/>
                    <a:pt x="2327" y="4714"/>
                  </a:cubicBezTo>
                  <a:cubicBezTo>
                    <a:pt x="2390" y="4757"/>
                    <a:pt x="2456" y="4775"/>
                    <a:pt x="2526" y="4775"/>
                  </a:cubicBezTo>
                  <a:cubicBezTo>
                    <a:pt x="2595" y="4775"/>
                    <a:pt x="2667" y="4757"/>
                    <a:pt x="2740" y="4730"/>
                  </a:cubicBezTo>
                  <a:lnTo>
                    <a:pt x="2740" y="4735"/>
                  </a:lnTo>
                  <a:cubicBezTo>
                    <a:pt x="2963" y="4654"/>
                    <a:pt x="3203" y="4627"/>
                    <a:pt x="3431" y="4572"/>
                  </a:cubicBezTo>
                  <a:cubicBezTo>
                    <a:pt x="3665" y="4512"/>
                    <a:pt x="3877" y="4480"/>
                    <a:pt x="4094" y="4415"/>
                  </a:cubicBezTo>
                  <a:cubicBezTo>
                    <a:pt x="4148" y="4393"/>
                    <a:pt x="4208" y="4377"/>
                    <a:pt x="4263" y="4360"/>
                  </a:cubicBezTo>
                  <a:close/>
                  <a:moveTo>
                    <a:pt x="4741" y="4860"/>
                  </a:moveTo>
                  <a:cubicBezTo>
                    <a:pt x="4784" y="4926"/>
                    <a:pt x="4822" y="4996"/>
                    <a:pt x="4860" y="5061"/>
                  </a:cubicBezTo>
                  <a:cubicBezTo>
                    <a:pt x="4877" y="5094"/>
                    <a:pt x="4893" y="5121"/>
                    <a:pt x="4909" y="5154"/>
                  </a:cubicBezTo>
                  <a:cubicBezTo>
                    <a:pt x="4844" y="5181"/>
                    <a:pt x="4773" y="5203"/>
                    <a:pt x="4703" y="5230"/>
                  </a:cubicBezTo>
                  <a:cubicBezTo>
                    <a:pt x="4567" y="5279"/>
                    <a:pt x="4436" y="5344"/>
                    <a:pt x="4301" y="5388"/>
                  </a:cubicBezTo>
                  <a:cubicBezTo>
                    <a:pt x="4154" y="5437"/>
                    <a:pt x="4002" y="5480"/>
                    <a:pt x="3855" y="5534"/>
                  </a:cubicBezTo>
                  <a:cubicBezTo>
                    <a:pt x="3708" y="5589"/>
                    <a:pt x="3583" y="5632"/>
                    <a:pt x="3442" y="5670"/>
                  </a:cubicBezTo>
                  <a:cubicBezTo>
                    <a:pt x="3290" y="5703"/>
                    <a:pt x="3143" y="5746"/>
                    <a:pt x="3001" y="5801"/>
                  </a:cubicBezTo>
                  <a:cubicBezTo>
                    <a:pt x="2871" y="5850"/>
                    <a:pt x="2746" y="5904"/>
                    <a:pt x="2626" y="5969"/>
                  </a:cubicBezTo>
                  <a:cubicBezTo>
                    <a:pt x="2572" y="5996"/>
                    <a:pt x="2518" y="6024"/>
                    <a:pt x="2463" y="6051"/>
                  </a:cubicBezTo>
                  <a:cubicBezTo>
                    <a:pt x="2447" y="6024"/>
                    <a:pt x="2431" y="5996"/>
                    <a:pt x="2420" y="5969"/>
                  </a:cubicBezTo>
                  <a:cubicBezTo>
                    <a:pt x="2344" y="5795"/>
                    <a:pt x="2278" y="5616"/>
                    <a:pt x="2240" y="5431"/>
                  </a:cubicBezTo>
                  <a:cubicBezTo>
                    <a:pt x="2409" y="5420"/>
                    <a:pt x="2583" y="5393"/>
                    <a:pt x="2746" y="5350"/>
                  </a:cubicBezTo>
                  <a:lnTo>
                    <a:pt x="2746" y="5355"/>
                  </a:lnTo>
                  <a:cubicBezTo>
                    <a:pt x="3034" y="5290"/>
                    <a:pt x="3311" y="5192"/>
                    <a:pt x="3599" y="5138"/>
                  </a:cubicBezTo>
                  <a:cubicBezTo>
                    <a:pt x="3735" y="5110"/>
                    <a:pt x="3871" y="5056"/>
                    <a:pt x="4007" y="5023"/>
                  </a:cubicBezTo>
                  <a:cubicBezTo>
                    <a:pt x="4143" y="4996"/>
                    <a:pt x="4273" y="5002"/>
                    <a:pt x="4404" y="4964"/>
                  </a:cubicBezTo>
                  <a:cubicBezTo>
                    <a:pt x="4513" y="4920"/>
                    <a:pt x="4627" y="4882"/>
                    <a:pt x="4741" y="4860"/>
                  </a:cubicBezTo>
                  <a:close/>
                  <a:moveTo>
                    <a:pt x="5007" y="5442"/>
                  </a:moveTo>
                  <a:cubicBezTo>
                    <a:pt x="5083" y="5583"/>
                    <a:pt x="5089" y="5741"/>
                    <a:pt x="5110" y="5899"/>
                  </a:cubicBezTo>
                  <a:lnTo>
                    <a:pt x="5067" y="5926"/>
                  </a:lnTo>
                  <a:cubicBezTo>
                    <a:pt x="4844" y="6051"/>
                    <a:pt x="4648" y="6219"/>
                    <a:pt x="4404" y="6306"/>
                  </a:cubicBezTo>
                  <a:cubicBezTo>
                    <a:pt x="4197" y="6377"/>
                    <a:pt x="3985" y="6464"/>
                    <a:pt x="3784" y="6551"/>
                  </a:cubicBezTo>
                  <a:cubicBezTo>
                    <a:pt x="3697" y="6594"/>
                    <a:pt x="3643" y="6665"/>
                    <a:pt x="3561" y="6709"/>
                  </a:cubicBezTo>
                  <a:cubicBezTo>
                    <a:pt x="3512" y="6736"/>
                    <a:pt x="3463" y="6763"/>
                    <a:pt x="3420" y="6796"/>
                  </a:cubicBezTo>
                  <a:cubicBezTo>
                    <a:pt x="3344" y="6774"/>
                    <a:pt x="3268" y="6736"/>
                    <a:pt x="3197" y="6698"/>
                  </a:cubicBezTo>
                  <a:cubicBezTo>
                    <a:pt x="3105" y="6643"/>
                    <a:pt x="3023" y="6578"/>
                    <a:pt x="2931" y="6524"/>
                  </a:cubicBezTo>
                  <a:cubicBezTo>
                    <a:pt x="2811" y="6448"/>
                    <a:pt x="2697" y="6355"/>
                    <a:pt x="2605" y="6252"/>
                  </a:cubicBezTo>
                  <a:cubicBezTo>
                    <a:pt x="2735" y="6214"/>
                    <a:pt x="2860" y="6170"/>
                    <a:pt x="2991" y="6121"/>
                  </a:cubicBezTo>
                  <a:cubicBezTo>
                    <a:pt x="3262" y="6007"/>
                    <a:pt x="3561" y="5969"/>
                    <a:pt x="3839" y="5861"/>
                  </a:cubicBezTo>
                  <a:cubicBezTo>
                    <a:pt x="4110" y="5757"/>
                    <a:pt x="4393" y="5681"/>
                    <a:pt x="4659" y="5572"/>
                  </a:cubicBezTo>
                  <a:cubicBezTo>
                    <a:pt x="4773" y="5524"/>
                    <a:pt x="4893" y="5485"/>
                    <a:pt x="5007" y="5442"/>
                  </a:cubicBezTo>
                  <a:close/>
                  <a:moveTo>
                    <a:pt x="5138" y="6246"/>
                  </a:moveTo>
                  <a:lnTo>
                    <a:pt x="5138" y="6246"/>
                  </a:lnTo>
                  <a:cubicBezTo>
                    <a:pt x="5127" y="6350"/>
                    <a:pt x="5100" y="6448"/>
                    <a:pt x="5062" y="6540"/>
                  </a:cubicBezTo>
                  <a:cubicBezTo>
                    <a:pt x="4996" y="6709"/>
                    <a:pt x="4926" y="6893"/>
                    <a:pt x="4806" y="7029"/>
                  </a:cubicBezTo>
                  <a:cubicBezTo>
                    <a:pt x="4746" y="7100"/>
                    <a:pt x="4676" y="7143"/>
                    <a:pt x="4627" y="7209"/>
                  </a:cubicBezTo>
                  <a:cubicBezTo>
                    <a:pt x="4625" y="7208"/>
                    <a:pt x="4623" y="7207"/>
                    <a:pt x="4621" y="7207"/>
                  </a:cubicBezTo>
                  <a:cubicBezTo>
                    <a:pt x="4612" y="7207"/>
                    <a:pt x="4604" y="7216"/>
                    <a:pt x="4600" y="7225"/>
                  </a:cubicBezTo>
                  <a:cubicBezTo>
                    <a:pt x="4485" y="7176"/>
                    <a:pt x="4366" y="7138"/>
                    <a:pt x="4246" y="7111"/>
                  </a:cubicBezTo>
                  <a:cubicBezTo>
                    <a:pt x="4061" y="7056"/>
                    <a:pt x="3877" y="6991"/>
                    <a:pt x="3692" y="6915"/>
                  </a:cubicBezTo>
                  <a:lnTo>
                    <a:pt x="3730" y="6904"/>
                  </a:lnTo>
                  <a:cubicBezTo>
                    <a:pt x="3762" y="6882"/>
                    <a:pt x="3795" y="6855"/>
                    <a:pt x="3822" y="6828"/>
                  </a:cubicBezTo>
                  <a:cubicBezTo>
                    <a:pt x="3871" y="6806"/>
                    <a:pt x="3920" y="6790"/>
                    <a:pt x="3969" y="6785"/>
                  </a:cubicBezTo>
                  <a:cubicBezTo>
                    <a:pt x="4083" y="6747"/>
                    <a:pt x="4192" y="6709"/>
                    <a:pt x="4306" y="6660"/>
                  </a:cubicBezTo>
                  <a:cubicBezTo>
                    <a:pt x="4420" y="6616"/>
                    <a:pt x="4540" y="6584"/>
                    <a:pt x="4654" y="6535"/>
                  </a:cubicBezTo>
                  <a:cubicBezTo>
                    <a:pt x="4773" y="6475"/>
                    <a:pt x="4888" y="6410"/>
                    <a:pt x="4996" y="6333"/>
                  </a:cubicBezTo>
                  <a:cubicBezTo>
                    <a:pt x="5040" y="6301"/>
                    <a:pt x="5089" y="6274"/>
                    <a:pt x="5138" y="6246"/>
                  </a:cubicBezTo>
                  <a:close/>
                  <a:moveTo>
                    <a:pt x="718" y="235"/>
                  </a:moveTo>
                  <a:cubicBezTo>
                    <a:pt x="876" y="251"/>
                    <a:pt x="1034" y="262"/>
                    <a:pt x="1191" y="294"/>
                  </a:cubicBezTo>
                  <a:cubicBezTo>
                    <a:pt x="1273" y="311"/>
                    <a:pt x="1360" y="316"/>
                    <a:pt x="1441" y="316"/>
                  </a:cubicBezTo>
                  <a:cubicBezTo>
                    <a:pt x="1479" y="316"/>
                    <a:pt x="1691" y="300"/>
                    <a:pt x="1691" y="300"/>
                  </a:cubicBezTo>
                  <a:lnTo>
                    <a:pt x="1691" y="300"/>
                  </a:lnTo>
                  <a:cubicBezTo>
                    <a:pt x="1659" y="360"/>
                    <a:pt x="1637" y="419"/>
                    <a:pt x="1621" y="485"/>
                  </a:cubicBezTo>
                  <a:cubicBezTo>
                    <a:pt x="1604" y="582"/>
                    <a:pt x="1588" y="686"/>
                    <a:pt x="1583" y="784"/>
                  </a:cubicBezTo>
                  <a:cubicBezTo>
                    <a:pt x="1572" y="979"/>
                    <a:pt x="1588" y="1175"/>
                    <a:pt x="1632" y="1365"/>
                  </a:cubicBezTo>
                  <a:cubicBezTo>
                    <a:pt x="1713" y="1724"/>
                    <a:pt x="1816" y="2039"/>
                    <a:pt x="2077" y="2311"/>
                  </a:cubicBezTo>
                  <a:cubicBezTo>
                    <a:pt x="2327" y="2572"/>
                    <a:pt x="2621" y="2800"/>
                    <a:pt x="2942" y="2969"/>
                  </a:cubicBezTo>
                  <a:cubicBezTo>
                    <a:pt x="3300" y="3154"/>
                    <a:pt x="3692" y="3273"/>
                    <a:pt x="4067" y="3414"/>
                  </a:cubicBezTo>
                  <a:cubicBezTo>
                    <a:pt x="4442" y="3561"/>
                    <a:pt x="4822" y="3681"/>
                    <a:pt x="5121" y="3958"/>
                  </a:cubicBezTo>
                  <a:cubicBezTo>
                    <a:pt x="5246" y="4072"/>
                    <a:pt x="5371" y="4192"/>
                    <a:pt x="5486" y="4317"/>
                  </a:cubicBezTo>
                  <a:cubicBezTo>
                    <a:pt x="5605" y="4474"/>
                    <a:pt x="5708" y="4643"/>
                    <a:pt x="5785" y="4822"/>
                  </a:cubicBezTo>
                  <a:cubicBezTo>
                    <a:pt x="5958" y="5170"/>
                    <a:pt x="6051" y="5551"/>
                    <a:pt x="6062" y="5937"/>
                  </a:cubicBezTo>
                  <a:cubicBezTo>
                    <a:pt x="6078" y="6149"/>
                    <a:pt x="6051" y="6361"/>
                    <a:pt x="5991" y="6567"/>
                  </a:cubicBezTo>
                  <a:cubicBezTo>
                    <a:pt x="5915" y="6763"/>
                    <a:pt x="5817" y="6953"/>
                    <a:pt x="5708" y="7133"/>
                  </a:cubicBezTo>
                  <a:cubicBezTo>
                    <a:pt x="5621" y="7290"/>
                    <a:pt x="5556" y="7475"/>
                    <a:pt x="5448" y="7616"/>
                  </a:cubicBezTo>
                  <a:cubicBezTo>
                    <a:pt x="5400" y="7678"/>
                    <a:pt x="5332" y="7711"/>
                    <a:pt x="5257" y="7711"/>
                  </a:cubicBezTo>
                  <a:cubicBezTo>
                    <a:pt x="5246" y="7711"/>
                    <a:pt x="5236" y="7710"/>
                    <a:pt x="5225" y="7709"/>
                  </a:cubicBezTo>
                  <a:cubicBezTo>
                    <a:pt x="5192" y="7638"/>
                    <a:pt x="5105" y="7600"/>
                    <a:pt x="5034" y="7551"/>
                  </a:cubicBezTo>
                  <a:cubicBezTo>
                    <a:pt x="4980" y="7513"/>
                    <a:pt x="4964" y="7442"/>
                    <a:pt x="4909" y="7399"/>
                  </a:cubicBezTo>
                  <a:cubicBezTo>
                    <a:pt x="4877" y="7366"/>
                    <a:pt x="4839" y="7334"/>
                    <a:pt x="4795" y="7312"/>
                  </a:cubicBezTo>
                  <a:cubicBezTo>
                    <a:pt x="4822" y="7285"/>
                    <a:pt x="4866" y="7258"/>
                    <a:pt x="4888" y="7247"/>
                  </a:cubicBezTo>
                  <a:cubicBezTo>
                    <a:pt x="4942" y="7192"/>
                    <a:pt x="4996" y="7138"/>
                    <a:pt x="5040" y="7078"/>
                  </a:cubicBezTo>
                  <a:cubicBezTo>
                    <a:pt x="5138" y="6959"/>
                    <a:pt x="5192" y="6796"/>
                    <a:pt x="5257" y="6654"/>
                  </a:cubicBezTo>
                  <a:cubicBezTo>
                    <a:pt x="5317" y="6529"/>
                    <a:pt x="5355" y="6393"/>
                    <a:pt x="5377" y="6257"/>
                  </a:cubicBezTo>
                  <a:cubicBezTo>
                    <a:pt x="5382" y="6208"/>
                    <a:pt x="5388" y="6165"/>
                    <a:pt x="5382" y="6116"/>
                  </a:cubicBezTo>
                  <a:cubicBezTo>
                    <a:pt x="5458" y="6078"/>
                    <a:pt x="5562" y="6051"/>
                    <a:pt x="5605" y="5980"/>
                  </a:cubicBezTo>
                  <a:cubicBezTo>
                    <a:pt x="5638" y="5926"/>
                    <a:pt x="5654" y="5861"/>
                    <a:pt x="5649" y="5801"/>
                  </a:cubicBezTo>
                  <a:cubicBezTo>
                    <a:pt x="5649" y="5782"/>
                    <a:pt x="5636" y="5771"/>
                    <a:pt x="5621" y="5771"/>
                  </a:cubicBezTo>
                  <a:cubicBezTo>
                    <a:pt x="5614" y="5771"/>
                    <a:pt x="5607" y="5774"/>
                    <a:pt x="5600" y="5779"/>
                  </a:cubicBezTo>
                  <a:cubicBezTo>
                    <a:pt x="5597" y="5783"/>
                    <a:pt x="5593" y="5785"/>
                    <a:pt x="5588" y="5785"/>
                  </a:cubicBezTo>
                  <a:cubicBezTo>
                    <a:pt x="5569" y="5785"/>
                    <a:pt x="5538" y="5755"/>
                    <a:pt x="5507" y="5746"/>
                  </a:cubicBezTo>
                  <a:cubicBezTo>
                    <a:pt x="5495" y="5745"/>
                    <a:pt x="5483" y="5744"/>
                    <a:pt x="5471" y="5744"/>
                  </a:cubicBezTo>
                  <a:cubicBezTo>
                    <a:pt x="5434" y="5744"/>
                    <a:pt x="5399" y="5750"/>
                    <a:pt x="5366" y="5763"/>
                  </a:cubicBezTo>
                  <a:cubicBezTo>
                    <a:pt x="5355" y="5768"/>
                    <a:pt x="5344" y="5774"/>
                    <a:pt x="5333" y="5779"/>
                  </a:cubicBezTo>
                  <a:cubicBezTo>
                    <a:pt x="5333" y="5763"/>
                    <a:pt x="5328" y="5752"/>
                    <a:pt x="5328" y="5736"/>
                  </a:cubicBezTo>
                  <a:cubicBezTo>
                    <a:pt x="5317" y="5611"/>
                    <a:pt x="5284" y="5485"/>
                    <a:pt x="5230" y="5371"/>
                  </a:cubicBezTo>
                  <a:cubicBezTo>
                    <a:pt x="5312" y="5350"/>
                    <a:pt x="5382" y="5301"/>
                    <a:pt x="5431" y="5235"/>
                  </a:cubicBezTo>
                  <a:cubicBezTo>
                    <a:pt x="5448" y="5208"/>
                    <a:pt x="5448" y="5176"/>
                    <a:pt x="5431" y="5148"/>
                  </a:cubicBezTo>
                  <a:cubicBezTo>
                    <a:pt x="5391" y="5084"/>
                    <a:pt x="5329" y="5060"/>
                    <a:pt x="5262" y="5060"/>
                  </a:cubicBezTo>
                  <a:cubicBezTo>
                    <a:pt x="5221" y="5060"/>
                    <a:pt x="5179" y="5069"/>
                    <a:pt x="5138" y="5083"/>
                  </a:cubicBezTo>
                  <a:cubicBezTo>
                    <a:pt x="5116" y="5034"/>
                    <a:pt x="5089" y="4996"/>
                    <a:pt x="5062" y="4953"/>
                  </a:cubicBezTo>
                  <a:cubicBezTo>
                    <a:pt x="5040" y="4909"/>
                    <a:pt x="5018" y="4866"/>
                    <a:pt x="4996" y="4828"/>
                  </a:cubicBezTo>
                  <a:cubicBezTo>
                    <a:pt x="5040" y="4811"/>
                    <a:pt x="5078" y="4790"/>
                    <a:pt x="5121" y="4773"/>
                  </a:cubicBezTo>
                  <a:cubicBezTo>
                    <a:pt x="5192" y="4724"/>
                    <a:pt x="5192" y="4616"/>
                    <a:pt x="5121" y="4567"/>
                  </a:cubicBezTo>
                  <a:cubicBezTo>
                    <a:pt x="5086" y="4546"/>
                    <a:pt x="5054" y="4538"/>
                    <a:pt x="5024" y="4538"/>
                  </a:cubicBezTo>
                  <a:cubicBezTo>
                    <a:pt x="4960" y="4538"/>
                    <a:pt x="4903" y="4570"/>
                    <a:pt x="4833" y="4578"/>
                  </a:cubicBezTo>
                  <a:lnTo>
                    <a:pt x="4806" y="4545"/>
                  </a:lnTo>
                  <a:cubicBezTo>
                    <a:pt x="4735" y="4458"/>
                    <a:pt x="4659" y="4382"/>
                    <a:pt x="4578" y="4311"/>
                  </a:cubicBezTo>
                  <a:lnTo>
                    <a:pt x="4594" y="4306"/>
                  </a:lnTo>
                  <a:cubicBezTo>
                    <a:pt x="4708" y="4252"/>
                    <a:pt x="4648" y="4072"/>
                    <a:pt x="4529" y="4072"/>
                  </a:cubicBezTo>
                  <a:cubicBezTo>
                    <a:pt x="4464" y="4078"/>
                    <a:pt x="4398" y="4088"/>
                    <a:pt x="4333" y="4099"/>
                  </a:cubicBezTo>
                  <a:cubicBezTo>
                    <a:pt x="4246" y="4040"/>
                    <a:pt x="4159" y="3985"/>
                    <a:pt x="4061" y="3936"/>
                  </a:cubicBezTo>
                  <a:cubicBezTo>
                    <a:pt x="3920" y="3866"/>
                    <a:pt x="3790" y="3762"/>
                    <a:pt x="3643" y="3692"/>
                  </a:cubicBezTo>
                  <a:cubicBezTo>
                    <a:pt x="3501" y="3616"/>
                    <a:pt x="3344" y="3567"/>
                    <a:pt x="3197" y="3507"/>
                  </a:cubicBezTo>
                  <a:cubicBezTo>
                    <a:pt x="3018" y="3431"/>
                    <a:pt x="2844" y="3349"/>
                    <a:pt x="2664" y="3273"/>
                  </a:cubicBezTo>
                  <a:cubicBezTo>
                    <a:pt x="2528" y="3208"/>
                    <a:pt x="2393" y="3132"/>
                    <a:pt x="2251" y="3077"/>
                  </a:cubicBezTo>
                  <a:cubicBezTo>
                    <a:pt x="2072" y="3018"/>
                    <a:pt x="1903" y="2936"/>
                    <a:pt x="1751" y="2838"/>
                  </a:cubicBezTo>
                  <a:lnTo>
                    <a:pt x="1751" y="2833"/>
                  </a:lnTo>
                  <a:cubicBezTo>
                    <a:pt x="1479" y="2653"/>
                    <a:pt x="1224" y="2447"/>
                    <a:pt x="996" y="2219"/>
                  </a:cubicBezTo>
                  <a:cubicBezTo>
                    <a:pt x="843" y="2072"/>
                    <a:pt x="784" y="1887"/>
                    <a:pt x="724" y="1691"/>
                  </a:cubicBezTo>
                  <a:cubicBezTo>
                    <a:pt x="697" y="1626"/>
                    <a:pt x="653" y="1550"/>
                    <a:pt x="637" y="1479"/>
                  </a:cubicBezTo>
                  <a:cubicBezTo>
                    <a:pt x="604" y="1381"/>
                    <a:pt x="631" y="1262"/>
                    <a:pt x="626" y="1159"/>
                  </a:cubicBezTo>
                  <a:cubicBezTo>
                    <a:pt x="615" y="1066"/>
                    <a:pt x="610" y="968"/>
                    <a:pt x="615" y="876"/>
                  </a:cubicBezTo>
                  <a:cubicBezTo>
                    <a:pt x="621" y="789"/>
                    <a:pt x="653" y="713"/>
                    <a:pt x="664" y="631"/>
                  </a:cubicBezTo>
                  <a:cubicBezTo>
                    <a:pt x="691" y="501"/>
                    <a:pt x="707" y="365"/>
                    <a:pt x="718" y="235"/>
                  </a:cubicBezTo>
                  <a:close/>
                  <a:moveTo>
                    <a:pt x="4436" y="8475"/>
                  </a:moveTo>
                  <a:cubicBezTo>
                    <a:pt x="4551" y="8502"/>
                    <a:pt x="4659" y="8540"/>
                    <a:pt x="4773" y="8573"/>
                  </a:cubicBezTo>
                  <a:cubicBezTo>
                    <a:pt x="4866" y="8589"/>
                    <a:pt x="4958" y="8622"/>
                    <a:pt x="5045" y="8660"/>
                  </a:cubicBezTo>
                  <a:cubicBezTo>
                    <a:pt x="5110" y="8703"/>
                    <a:pt x="5176" y="8747"/>
                    <a:pt x="5236" y="8801"/>
                  </a:cubicBezTo>
                  <a:lnTo>
                    <a:pt x="5214" y="8801"/>
                  </a:lnTo>
                  <a:cubicBezTo>
                    <a:pt x="5186" y="8803"/>
                    <a:pt x="5159" y="8804"/>
                    <a:pt x="5132" y="8804"/>
                  </a:cubicBezTo>
                  <a:cubicBezTo>
                    <a:pt x="5053" y="8804"/>
                    <a:pt x="4975" y="8798"/>
                    <a:pt x="4896" y="8798"/>
                  </a:cubicBezTo>
                  <a:cubicBezTo>
                    <a:pt x="4850" y="8798"/>
                    <a:pt x="4804" y="8800"/>
                    <a:pt x="4757" y="8807"/>
                  </a:cubicBezTo>
                  <a:cubicBezTo>
                    <a:pt x="4672" y="8817"/>
                    <a:pt x="4587" y="8821"/>
                    <a:pt x="4503" y="8821"/>
                  </a:cubicBezTo>
                  <a:cubicBezTo>
                    <a:pt x="4277" y="8821"/>
                    <a:pt x="4055" y="8793"/>
                    <a:pt x="3830" y="8793"/>
                  </a:cubicBezTo>
                  <a:cubicBezTo>
                    <a:pt x="3793" y="8793"/>
                    <a:pt x="3756" y="8794"/>
                    <a:pt x="3719" y="8796"/>
                  </a:cubicBezTo>
                  <a:cubicBezTo>
                    <a:pt x="3556" y="8807"/>
                    <a:pt x="3398" y="8845"/>
                    <a:pt x="3235" y="8845"/>
                  </a:cubicBezTo>
                  <a:lnTo>
                    <a:pt x="3099" y="8845"/>
                  </a:lnTo>
                  <a:cubicBezTo>
                    <a:pt x="3116" y="8839"/>
                    <a:pt x="3137" y="8828"/>
                    <a:pt x="3159" y="8823"/>
                  </a:cubicBezTo>
                  <a:cubicBezTo>
                    <a:pt x="3279" y="8790"/>
                    <a:pt x="3404" y="8763"/>
                    <a:pt x="3529" y="8736"/>
                  </a:cubicBezTo>
                  <a:cubicBezTo>
                    <a:pt x="3790" y="8676"/>
                    <a:pt x="4051" y="8617"/>
                    <a:pt x="4317" y="8578"/>
                  </a:cubicBezTo>
                  <a:cubicBezTo>
                    <a:pt x="4377" y="8578"/>
                    <a:pt x="4426" y="8535"/>
                    <a:pt x="4436" y="8475"/>
                  </a:cubicBezTo>
                  <a:close/>
                  <a:moveTo>
                    <a:pt x="5453" y="9008"/>
                  </a:moveTo>
                  <a:cubicBezTo>
                    <a:pt x="5540" y="9106"/>
                    <a:pt x="5621" y="9220"/>
                    <a:pt x="5692" y="9339"/>
                  </a:cubicBezTo>
                  <a:cubicBezTo>
                    <a:pt x="5719" y="9388"/>
                    <a:pt x="5752" y="9443"/>
                    <a:pt x="5779" y="9497"/>
                  </a:cubicBezTo>
                  <a:cubicBezTo>
                    <a:pt x="5719" y="9484"/>
                    <a:pt x="5656" y="9479"/>
                    <a:pt x="5594" y="9479"/>
                  </a:cubicBezTo>
                  <a:cubicBezTo>
                    <a:pt x="5550" y="9479"/>
                    <a:pt x="5507" y="9482"/>
                    <a:pt x="5464" y="9486"/>
                  </a:cubicBezTo>
                  <a:cubicBezTo>
                    <a:pt x="5430" y="9490"/>
                    <a:pt x="5396" y="9491"/>
                    <a:pt x="5361" y="9491"/>
                  </a:cubicBezTo>
                  <a:cubicBezTo>
                    <a:pt x="5324" y="9491"/>
                    <a:pt x="5286" y="9490"/>
                    <a:pt x="5247" y="9490"/>
                  </a:cubicBezTo>
                  <a:cubicBezTo>
                    <a:pt x="5225" y="9490"/>
                    <a:pt x="5203" y="9490"/>
                    <a:pt x="5181" y="9492"/>
                  </a:cubicBezTo>
                  <a:cubicBezTo>
                    <a:pt x="5089" y="9497"/>
                    <a:pt x="4985" y="9524"/>
                    <a:pt x="4882" y="9530"/>
                  </a:cubicBezTo>
                  <a:cubicBezTo>
                    <a:pt x="4863" y="9531"/>
                    <a:pt x="4844" y="9531"/>
                    <a:pt x="4825" y="9531"/>
                  </a:cubicBezTo>
                  <a:cubicBezTo>
                    <a:pt x="4751" y="9531"/>
                    <a:pt x="4684" y="9524"/>
                    <a:pt x="4610" y="9524"/>
                  </a:cubicBezTo>
                  <a:cubicBezTo>
                    <a:pt x="4523" y="9530"/>
                    <a:pt x="4447" y="9551"/>
                    <a:pt x="4366" y="9557"/>
                  </a:cubicBezTo>
                  <a:cubicBezTo>
                    <a:pt x="4301" y="9567"/>
                    <a:pt x="4236" y="9569"/>
                    <a:pt x="4170" y="9569"/>
                  </a:cubicBezTo>
                  <a:cubicBezTo>
                    <a:pt x="4087" y="9569"/>
                    <a:pt x="4004" y="9565"/>
                    <a:pt x="3922" y="9565"/>
                  </a:cubicBezTo>
                  <a:cubicBezTo>
                    <a:pt x="3888" y="9565"/>
                    <a:pt x="3855" y="9566"/>
                    <a:pt x="3822" y="9568"/>
                  </a:cubicBezTo>
                  <a:cubicBezTo>
                    <a:pt x="3659" y="9584"/>
                    <a:pt x="3496" y="9600"/>
                    <a:pt x="3333" y="9617"/>
                  </a:cubicBezTo>
                  <a:cubicBezTo>
                    <a:pt x="3143" y="9638"/>
                    <a:pt x="2958" y="9704"/>
                    <a:pt x="2768" y="9704"/>
                  </a:cubicBezTo>
                  <a:cubicBezTo>
                    <a:pt x="2599" y="9704"/>
                    <a:pt x="2436" y="9715"/>
                    <a:pt x="2273" y="9736"/>
                  </a:cubicBezTo>
                  <a:cubicBezTo>
                    <a:pt x="2149" y="9760"/>
                    <a:pt x="2028" y="9771"/>
                    <a:pt x="1906" y="9771"/>
                  </a:cubicBezTo>
                  <a:cubicBezTo>
                    <a:pt x="1829" y="9771"/>
                    <a:pt x="1753" y="9766"/>
                    <a:pt x="1675" y="9758"/>
                  </a:cubicBezTo>
                  <a:cubicBezTo>
                    <a:pt x="1653" y="9753"/>
                    <a:pt x="1626" y="9753"/>
                    <a:pt x="1599" y="9747"/>
                  </a:cubicBezTo>
                  <a:cubicBezTo>
                    <a:pt x="1642" y="9709"/>
                    <a:pt x="1681" y="9676"/>
                    <a:pt x="1724" y="9638"/>
                  </a:cubicBezTo>
                  <a:cubicBezTo>
                    <a:pt x="1806" y="9573"/>
                    <a:pt x="1903" y="9530"/>
                    <a:pt x="1985" y="9459"/>
                  </a:cubicBezTo>
                  <a:cubicBezTo>
                    <a:pt x="2077" y="9383"/>
                    <a:pt x="2164" y="9301"/>
                    <a:pt x="2257" y="9225"/>
                  </a:cubicBezTo>
                  <a:cubicBezTo>
                    <a:pt x="2289" y="9193"/>
                    <a:pt x="2327" y="9166"/>
                    <a:pt x="2365" y="9144"/>
                  </a:cubicBezTo>
                  <a:cubicBezTo>
                    <a:pt x="2378" y="9145"/>
                    <a:pt x="2391" y="9146"/>
                    <a:pt x="2405" y="9146"/>
                  </a:cubicBezTo>
                  <a:cubicBezTo>
                    <a:pt x="2448" y="9146"/>
                    <a:pt x="2492" y="9139"/>
                    <a:pt x="2534" y="9122"/>
                  </a:cubicBezTo>
                  <a:cubicBezTo>
                    <a:pt x="2615" y="9106"/>
                    <a:pt x="2697" y="9095"/>
                    <a:pt x="2779" y="9095"/>
                  </a:cubicBezTo>
                  <a:cubicBezTo>
                    <a:pt x="2918" y="9095"/>
                    <a:pt x="3054" y="9107"/>
                    <a:pt x="3193" y="9107"/>
                  </a:cubicBezTo>
                  <a:cubicBezTo>
                    <a:pt x="3216" y="9107"/>
                    <a:pt x="3239" y="9107"/>
                    <a:pt x="3262" y="9106"/>
                  </a:cubicBezTo>
                  <a:cubicBezTo>
                    <a:pt x="3420" y="9106"/>
                    <a:pt x="3578" y="9062"/>
                    <a:pt x="3741" y="9057"/>
                  </a:cubicBezTo>
                  <a:cubicBezTo>
                    <a:pt x="3774" y="9055"/>
                    <a:pt x="3808" y="9054"/>
                    <a:pt x="3841" y="9054"/>
                  </a:cubicBezTo>
                  <a:cubicBezTo>
                    <a:pt x="4055" y="9054"/>
                    <a:pt x="4268" y="9085"/>
                    <a:pt x="4481" y="9085"/>
                  </a:cubicBezTo>
                  <a:cubicBezTo>
                    <a:pt x="4549" y="9085"/>
                    <a:pt x="4618" y="9081"/>
                    <a:pt x="4687" y="9073"/>
                  </a:cubicBezTo>
                  <a:cubicBezTo>
                    <a:pt x="4844" y="9051"/>
                    <a:pt x="5007" y="9046"/>
                    <a:pt x="5165" y="9046"/>
                  </a:cubicBezTo>
                  <a:cubicBezTo>
                    <a:pt x="5263" y="9040"/>
                    <a:pt x="5361" y="9030"/>
                    <a:pt x="5453" y="9008"/>
                  </a:cubicBezTo>
                  <a:close/>
                  <a:moveTo>
                    <a:pt x="5844" y="9644"/>
                  </a:moveTo>
                  <a:cubicBezTo>
                    <a:pt x="5850" y="9649"/>
                    <a:pt x="5850" y="9649"/>
                    <a:pt x="5850" y="9655"/>
                  </a:cubicBezTo>
                  <a:cubicBezTo>
                    <a:pt x="5877" y="9742"/>
                    <a:pt x="5893" y="9834"/>
                    <a:pt x="5910" y="9921"/>
                  </a:cubicBezTo>
                  <a:cubicBezTo>
                    <a:pt x="5937" y="10035"/>
                    <a:pt x="5953" y="10144"/>
                    <a:pt x="5969" y="10253"/>
                  </a:cubicBezTo>
                  <a:cubicBezTo>
                    <a:pt x="5926" y="10242"/>
                    <a:pt x="5882" y="10236"/>
                    <a:pt x="5839" y="10236"/>
                  </a:cubicBezTo>
                  <a:lnTo>
                    <a:pt x="5833" y="10231"/>
                  </a:lnTo>
                  <a:cubicBezTo>
                    <a:pt x="5770" y="10221"/>
                    <a:pt x="5705" y="10216"/>
                    <a:pt x="5641" y="10216"/>
                  </a:cubicBezTo>
                  <a:cubicBezTo>
                    <a:pt x="5594" y="10216"/>
                    <a:pt x="5547" y="10219"/>
                    <a:pt x="5502" y="10225"/>
                  </a:cubicBezTo>
                  <a:cubicBezTo>
                    <a:pt x="5453" y="10231"/>
                    <a:pt x="5415" y="10253"/>
                    <a:pt x="5366" y="10258"/>
                  </a:cubicBezTo>
                  <a:cubicBezTo>
                    <a:pt x="5339" y="10261"/>
                    <a:pt x="5312" y="10262"/>
                    <a:pt x="5284" y="10262"/>
                  </a:cubicBezTo>
                  <a:cubicBezTo>
                    <a:pt x="5257" y="10262"/>
                    <a:pt x="5230" y="10261"/>
                    <a:pt x="5203" y="10258"/>
                  </a:cubicBezTo>
                  <a:cubicBezTo>
                    <a:pt x="5094" y="10264"/>
                    <a:pt x="4991" y="10285"/>
                    <a:pt x="4888" y="10318"/>
                  </a:cubicBezTo>
                  <a:cubicBezTo>
                    <a:pt x="4665" y="10375"/>
                    <a:pt x="4437" y="10383"/>
                    <a:pt x="4209" y="10383"/>
                  </a:cubicBezTo>
                  <a:cubicBezTo>
                    <a:pt x="4126" y="10383"/>
                    <a:pt x="4043" y="10381"/>
                    <a:pt x="3960" y="10381"/>
                  </a:cubicBezTo>
                  <a:cubicBezTo>
                    <a:pt x="3793" y="10381"/>
                    <a:pt x="3627" y="10386"/>
                    <a:pt x="3463" y="10410"/>
                  </a:cubicBezTo>
                  <a:cubicBezTo>
                    <a:pt x="3026" y="10471"/>
                    <a:pt x="2583" y="10509"/>
                    <a:pt x="2140" y="10509"/>
                  </a:cubicBezTo>
                  <a:cubicBezTo>
                    <a:pt x="2110" y="10509"/>
                    <a:pt x="2080" y="10509"/>
                    <a:pt x="2050" y="10508"/>
                  </a:cubicBezTo>
                  <a:lnTo>
                    <a:pt x="1305" y="10503"/>
                  </a:lnTo>
                  <a:cubicBezTo>
                    <a:pt x="1251" y="10503"/>
                    <a:pt x="1197" y="10503"/>
                    <a:pt x="1142" y="10508"/>
                  </a:cubicBezTo>
                  <a:cubicBezTo>
                    <a:pt x="1153" y="10437"/>
                    <a:pt x="1175" y="10367"/>
                    <a:pt x="1208" y="10302"/>
                  </a:cubicBezTo>
                  <a:cubicBezTo>
                    <a:pt x="1246" y="10215"/>
                    <a:pt x="1316" y="10144"/>
                    <a:pt x="1360" y="10057"/>
                  </a:cubicBezTo>
                  <a:cubicBezTo>
                    <a:pt x="1365" y="10046"/>
                    <a:pt x="1376" y="10035"/>
                    <a:pt x="1382" y="10024"/>
                  </a:cubicBezTo>
                  <a:lnTo>
                    <a:pt x="1452" y="10024"/>
                  </a:lnTo>
                  <a:cubicBezTo>
                    <a:pt x="1604" y="10024"/>
                    <a:pt x="1751" y="10064"/>
                    <a:pt x="1902" y="10064"/>
                  </a:cubicBezTo>
                  <a:cubicBezTo>
                    <a:pt x="1919" y="10064"/>
                    <a:pt x="1935" y="10064"/>
                    <a:pt x="1952" y="10062"/>
                  </a:cubicBezTo>
                  <a:cubicBezTo>
                    <a:pt x="2143" y="10052"/>
                    <a:pt x="2327" y="10008"/>
                    <a:pt x="2512" y="9986"/>
                  </a:cubicBezTo>
                  <a:cubicBezTo>
                    <a:pt x="2675" y="9965"/>
                    <a:pt x="2838" y="9986"/>
                    <a:pt x="3001" y="9959"/>
                  </a:cubicBezTo>
                  <a:cubicBezTo>
                    <a:pt x="3203" y="9927"/>
                    <a:pt x="3393" y="9910"/>
                    <a:pt x="3594" y="9888"/>
                  </a:cubicBezTo>
                  <a:cubicBezTo>
                    <a:pt x="3779" y="9861"/>
                    <a:pt x="3964" y="9850"/>
                    <a:pt x="4154" y="9845"/>
                  </a:cubicBezTo>
                  <a:cubicBezTo>
                    <a:pt x="4344" y="9845"/>
                    <a:pt x="4529" y="9796"/>
                    <a:pt x="4719" y="9796"/>
                  </a:cubicBezTo>
                  <a:cubicBezTo>
                    <a:pt x="4931" y="9796"/>
                    <a:pt x="5132" y="9758"/>
                    <a:pt x="5344" y="9747"/>
                  </a:cubicBezTo>
                  <a:cubicBezTo>
                    <a:pt x="5437" y="9736"/>
                    <a:pt x="5529" y="9715"/>
                    <a:pt x="5621" y="9687"/>
                  </a:cubicBezTo>
                  <a:cubicBezTo>
                    <a:pt x="5698" y="9671"/>
                    <a:pt x="5774" y="9660"/>
                    <a:pt x="5844" y="9644"/>
                  </a:cubicBezTo>
                  <a:close/>
                  <a:moveTo>
                    <a:pt x="2306" y="3344"/>
                  </a:moveTo>
                  <a:lnTo>
                    <a:pt x="2360" y="3371"/>
                  </a:lnTo>
                  <a:cubicBezTo>
                    <a:pt x="2523" y="3452"/>
                    <a:pt x="2692" y="3529"/>
                    <a:pt x="2860" y="3599"/>
                  </a:cubicBezTo>
                  <a:cubicBezTo>
                    <a:pt x="2963" y="3648"/>
                    <a:pt x="3072" y="3692"/>
                    <a:pt x="3181" y="3735"/>
                  </a:cubicBezTo>
                  <a:cubicBezTo>
                    <a:pt x="3078" y="3790"/>
                    <a:pt x="2980" y="3860"/>
                    <a:pt x="2893" y="3936"/>
                  </a:cubicBezTo>
                  <a:cubicBezTo>
                    <a:pt x="2735" y="4050"/>
                    <a:pt x="2561" y="4137"/>
                    <a:pt x="2409" y="4257"/>
                  </a:cubicBezTo>
                  <a:cubicBezTo>
                    <a:pt x="2077" y="4518"/>
                    <a:pt x="1936" y="4860"/>
                    <a:pt x="1941" y="5279"/>
                  </a:cubicBezTo>
                  <a:cubicBezTo>
                    <a:pt x="1947" y="5670"/>
                    <a:pt x="2077" y="6121"/>
                    <a:pt x="2333" y="6420"/>
                  </a:cubicBezTo>
                  <a:cubicBezTo>
                    <a:pt x="2474" y="6584"/>
                    <a:pt x="2643" y="6719"/>
                    <a:pt x="2827" y="6823"/>
                  </a:cubicBezTo>
                  <a:cubicBezTo>
                    <a:pt x="2914" y="6877"/>
                    <a:pt x="2985" y="6948"/>
                    <a:pt x="3078" y="6991"/>
                  </a:cubicBezTo>
                  <a:cubicBezTo>
                    <a:pt x="3164" y="7035"/>
                    <a:pt x="3279" y="7067"/>
                    <a:pt x="3376" y="7111"/>
                  </a:cubicBezTo>
                  <a:cubicBezTo>
                    <a:pt x="3610" y="7209"/>
                    <a:pt x="3849" y="7296"/>
                    <a:pt x="4094" y="7366"/>
                  </a:cubicBezTo>
                  <a:cubicBezTo>
                    <a:pt x="4273" y="7426"/>
                    <a:pt x="4458" y="7459"/>
                    <a:pt x="4648" y="7459"/>
                  </a:cubicBezTo>
                  <a:cubicBezTo>
                    <a:pt x="4687" y="7524"/>
                    <a:pt x="4730" y="7584"/>
                    <a:pt x="4773" y="7643"/>
                  </a:cubicBezTo>
                  <a:cubicBezTo>
                    <a:pt x="4779" y="7654"/>
                    <a:pt x="4784" y="7660"/>
                    <a:pt x="4790" y="7671"/>
                  </a:cubicBezTo>
                  <a:cubicBezTo>
                    <a:pt x="4773" y="7703"/>
                    <a:pt x="4784" y="7747"/>
                    <a:pt x="4812" y="7774"/>
                  </a:cubicBezTo>
                  <a:cubicBezTo>
                    <a:pt x="4860" y="7823"/>
                    <a:pt x="4920" y="7861"/>
                    <a:pt x="4985" y="7894"/>
                  </a:cubicBezTo>
                  <a:cubicBezTo>
                    <a:pt x="5040" y="7948"/>
                    <a:pt x="5105" y="7997"/>
                    <a:pt x="5176" y="8035"/>
                  </a:cubicBezTo>
                  <a:cubicBezTo>
                    <a:pt x="5355" y="8127"/>
                    <a:pt x="5545" y="8198"/>
                    <a:pt x="5730" y="8285"/>
                  </a:cubicBezTo>
                  <a:cubicBezTo>
                    <a:pt x="5904" y="8377"/>
                    <a:pt x="6078" y="8486"/>
                    <a:pt x="6236" y="8606"/>
                  </a:cubicBezTo>
                  <a:cubicBezTo>
                    <a:pt x="6388" y="8709"/>
                    <a:pt x="6524" y="8823"/>
                    <a:pt x="6649" y="8959"/>
                  </a:cubicBezTo>
                  <a:cubicBezTo>
                    <a:pt x="6785" y="9122"/>
                    <a:pt x="6888" y="9318"/>
                    <a:pt x="6942" y="9524"/>
                  </a:cubicBezTo>
                  <a:cubicBezTo>
                    <a:pt x="7051" y="9921"/>
                    <a:pt x="7105" y="10329"/>
                    <a:pt x="7100" y="10736"/>
                  </a:cubicBezTo>
                  <a:cubicBezTo>
                    <a:pt x="7105" y="10867"/>
                    <a:pt x="7105" y="10997"/>
                    <a:pt x="7100" y="11128"/>
                  </a:cubicBezTo>
                  <a:cubicBezTo>
                    <a:pt x="7095" y="11199"/>
                    <a:pt x="7100" y="11188"/>
                    <a:pt x="7062" y="11199"/>
                  </a:cubicBezTo>
                  <a:cubicBezTo>
                    <a:pt x="7024" y="11199"/>
                    <a:pt x="6986" y="11199"/>
                    <a:pt x="6948" y="11193"/>
                  </a:cubicBezTo>
                  <a:cubicBezTo>
                    <a:pt x="6856" y="11187"/>
                    <a:pt x="6763" y="11184"/>
                    <a:pt x="6670" y="11184"/>
                  </a:cubicBezTo>
                  <a:cubicBezTo>
                    <a:pt x="6527" y="11184"/>
                    <a:pt x="6385" y="11191"/>
                    <a:pt x="6247" y="11204"/>
                  </a:cubicBezTo>
                  <a:cubicBezTo>
                    <a:pt x="6230" y="10840"/>
                    <a:pt x="6274" y="10470"/>
                    <a:pt x="6209" y="10117"/>
                  </a:cubicBezTo>
                  <a:cubicBezTo>
                    <a:pt x="6187" y="9970"/>
                    <a:pt x="6149" y="9823"/>
                    <a:pt x="6116" y="9682"/>
                  </a:cubicBezTo>
                  <a:cubicBezTo>
                    <a:pt x="6062" y="9503"/>
                    <a:pt x="5986" y="9329"/>
                    <a:pt x="5882" y="9171"/>
                  </a:cubicBezTo>
                  <a:cubicBezTo>
                    <a:pt x="5708" y="8872"/>
                    <a:pt x="5464" y="8622"/>
                    <a:pt x="5170" y="8443"/>
                  </a:cubicBezTo>
                  <a:cubicBezTo>
                    <a:pt x="5029" y="8361"/>
                    <a:pt x="4860" y="8334"/>
                    <a:pt x="4703" y="8285"/>
                  </a:cubicBezTo>
                  <a:cubicBezTo>
                    <a:pt x="4627" y="8263"/>
                    <a:pt x="4556" y="8231"/>
                    <a:pt x="4480" y="8220"/>
                  </a:cubicBezTo>
                  <a:cubicBezTo>
                    <a:pt x="4382" y="8193"/>
                    <a:pt x="4290" y="8203"/>
                    <a:pt x="4192" y="8160"/>
                  </a:cubicBezTo>
                  <a:cubicBezTo>
                    <a:pt x="4045" y="8089"/>
                    <a:pt x="3893" y="8062"/>
                    <a:pt x="3741" y="8002"/>
                  </a:cubicBezTo>
                  <a:cubicBezTo>
                    <a:pt x="3556" y="7937"/>
                    <a:pt x="3387" y="7850"/>
                    <a:pt x="3203" y="7785"/>
                  </a:cubicBezTo>
                  <a:cubicBezTo>
                    <a:pt x="3034" y="7730"/>
                    <a:pt x="2876" y="7643"/>
                    <a:pt x="2735" y="7540"/>
                  </a:cubicBezTo>
                  <a:cubicBezTo>
                    <a:pt x="2670" y="7497"/>
                    <a:pt x="2599" y="7464"/>
                    <a:pt x="2523" y="7442"/>
                  </a:cubicBezTo>
                  <a:cubicBezTo>
                    <a:pt x="2431" y="7410"/>
                    <a:pt x="2344" y="7355"/>
                    <a:pt x="2273" y="7285"/>
                  </a:cubicBezTo>
                  <a:cubicBezTo>
                    <a:pt x="2202" y="7236"/>
                    <a:pt x="2137" y="7181"/>
                    <a:pt x="2072" y="7122"/>
                  </a:cubicBezTo>
                  <a:cubicBezTo>
                    <a:pt x="2001" y="7056"/>
                    <a:pt x="1952" y="6969"/>
                    <a:pt x="1887" y="6893"/>
                  </a:cubicBezTo>
                  <a:cubicBezTo>
                    <a:pt x="1773" y="6768"/>
                    <a:pt x="1675" y="6627"/>
                    <a:pt x="1599" y="6475"/>
                  </a:cubicBezTo>
                  <a:cubicBezTo>
                    <a:pt x="1523" y="6301"/>
                    <a:pt x="1463" y="6121"/>
                    <a:pt x="1420" y="5942"/>
                  </a:cubicBezTo>
                  <a:cubicBezTo>
                    <a:pt x="1360" y="5741"/>
                    <a:pt x="1327" y="5534"/>
                    <a:pt x="1322" y="5328"/>
                  </a:cubicBezTo>
                  <a:cubicBezTo>
                    <a:pt x="1311" y="5132"/>
                    <a:pt x="1322" y="4936"/>
                    <a:pt x="1354" y="4746"/>
                  </a:cubicBezTo>
                  <a:cubicBezTo>
                    <a:pt x="1371" y="4659"/>
                    <a:pt x="1392" y="4572"/>
                    <a:pt x="1425" y="4491"/>
                  </a:cubicBezTo>
                  <a:cubicBezTo>
                    <a:pt x="1458" y="4409"/>
                    <a:pt x="1523" y="4349"/>
                    <a:pt x="1561" y="4268"/>
                  </a:cubicBezTo>
                  <a:cubicBezTo>
                    <a:pt x="1599" y="4148"/>
                    <a:pt x="1664" y="4040"/>
                    <a:pt x="1746" y="3942"/>
                  </a:cubicBezTo>
                  <a:cubicBezTo>
                    <a:pt x="1811" y="3866"/>
                    <a:pt x="1882" y="3795"/>
                    <a:pt x="1947" y="3719"/>
                  </a:cubicBezTo>
                  <a:cubicBezTo>
                    <a:pt x="2018" y="3648"/>
                    <a:pt x="2088" y="3578"/>
                    <a:pt x="2159" y="3507"/>
                  </a:cubicBezTo>
                  <a:cubicBezTo>
                    <a:pt x="2208" y="3463"/>
                    <a:pt x="2251" y="3387"/>
                    <a:pt x="2306" y="3344"/>
                  </a:cubicBezTo>
                  <a:close/>
                  <a:moveTo>
                    <a:pt x="3290" y="8078"/>
                  </a:moveTo>
                  <a:cubicBezTo>
                    <a:pt x="3447" y="8154"/>
                    <a:pt x="3605" y="8214"/>
                    <a:pt x="3762" y="8274"/>
                  </a:cubicBezTo>
                  <a:cubicBezTo>
                    <a:pt x="3844" y="8290"/>
                    <a:pt x="3925" y="8312"/>
                    <a:pt x="4007" y="8339"/>
                  </a:cubicBezTo>
                  <a:lnTo>
                    <a:pt x="4051" y="8361"/>
                  </a:lnTo>
                  <a:cubicBezTo>
                    <a:pt x="3925" y="8383"/>
                    <a:pt x="3800" y="8405"/>
                    <a:pt x="3675" y="8432"/>
                  </a:cubicBezTo>
                  <a:cubicBezTo>
                    <a:pt x="3463" y="8475"/>
                    <a:pt x="3257" y="8524"/>
                    <a:pt x="3050" y="8589"/>
                  </a:cubicBezTo>
                  <a:cubicBezTo>
                    <a:pt x="2985" y="8611"/>
                    <a:pt x="2925" y="8644"/>
                    <a:pt x="2860" y="8671"/>
                  </a:cubicBezTo>
                  <a:cubicBezTo>
                    <a:pt x="2784" y="8693"/>
                    <a:pt x="2708" y="8714"/>
                    <a:pt x="2626" y="8731"/>
                  </a:cubicBezTo>
                  <a:cubicBezTo>
                    <a:pt x="2534" y="8758"/>
                    <a:pt x="2442" y="8796"/>
                    <a:pt x="2355" y="8850"/>
                  </a:cubicBezTo>
                  <a:lnTo>
                    <a:pt x="2338" y="8845"/>
                  </a:lnTo>
                  <a:cubicBezTo>
                    <a:pt x="2315" y="8840"/>
                    <a:pt x="2291" y="8838"/>
                    <a:pt x="2268" y="8838"/>
                  </a:cubicBezTo>
                  <a:cubicBezTo>
                    <a:pt x="2176" y="8838"/>
                    <a:pt x="2086" y="8871"/>
                    <a:pt x="2012" y="8932"/>
                  </a:cubicBezTo>
                  <a:cubicBezTo>
                    <a:pt x="1958" y="8981"/>
                    <a:pt x="1969" y="9068"/>
                    <a:pt x="2034" y="9106"/>
                  </a:cubicBezTo>
                  <a:cubicBezTo>
                    <a:pt x="1952" y="9187"/>
                    <a:pt x="1865" y="9263"/>
                    <a:pt x="1767" y="9334"/>
                  </a:cubicBezTo>
                  <a:cubicBezTo>
                    <a:pt x="1621" y="9437"/>
                    <a:pt x="1474" y="9557"/>
                    <a:pt x="1343" y="9687"/>
                  </a:cubicBezTo>
                  <a:cubicBezTo>
                    <a:pt x="1327" y="9704"/>
                    <a:pt x="1311" y="9720"/>
                    <a:pt x="1300" y="9736"/>
                  </a:cubicBezTo>
                  <a:lnTo>
                    <a:pt x="1278" y="9736"/>
                  </a:lnTo>
                  <a:cubicBezTo>
                    <a:pt x="1253" y="9733"/>
                    <a:pt x="1225" y="9731"/>
                    <a:pt x="1196" y="9731"/>
                  </a:cubicBezTo>
                  <a:cubicBezTo>
                    <a:pt x="1114" y="9731"/>
                    <a:pt x="1031" y="9751"/>
                    <a:pt x="1006" y="9840"/>
                  </a:cubicBezTo>
                  <a:cubicBezTo>
                    <a:pt x="985" y="9932"/>
                    <a:pt x="1045" y="9975"/>
                    <a:pt x="1126" y="10003"/>
                  </a:cubicBezTo>
                  <a:cubicBezTo>
                    <a:pt x="1115" y="10024"/>
                    <a:pt x="1099" y="10046"/>
                    <a:pt x="1088" y="10068"/>
                  </a:cubicBezTo>
                  <a:cubicBezTo>
                    <a:pt x="996" y="10198"/>
                    <a:pt x="930" y="10351"/>
                    <a:pt x="898" y="10508"/>
                  </a:cubicBezTo>
                  <a:cubicBezTo>
                    <a:pt x="865" y="10508"/>
                    <a:pt x="833" y="10503"/>
                    <a:pt x="800" y="10497"/>
                  </a:cubicBezTo>
                  <a:cubicBezTo>
                    <a:pt x="771" y="10479"/>
                    <a:pt x="740" y="10470"/>
                    <a:pt x="710" y="10470"/>
                  </a:cubicBezTo>
                  <a:cubicBezTo>
                    <a:pt x="642" y="10470"/>
                    <a:pt x="578" y="10513"/>
                    <a:pt x="555" y="10584"/>
                  </a:cubicBezTo>
                  <a:lnTo>
                    <a:pt x="544" y="10611"/>
                  </a:lnTo>
                  <a:cubicBezTo>
                    <a:pt x="523" y="10688"/>
                    <a:pt x="561" y="10769"/>
                    <a:pt x="626" y="10807"/>
                  </a:cubicBezTo>
                  <a:cubicBezTo>
                    <a:pt x="686" y="10840"/>
                    <a:pt x="751" y="10856"/>
                    <a:pt x="822" y="10861"/>
                  </a:cubicBezTo>
                  <a:cubicBezTo>
                    <a:pt x="811" y="10905"/>
                    <a:pt x="805" y="10948"/>
                    <a:pt x="800" y="10992"/>
                  </a:cubicBezTo>
                  <a:cubicBezTo>
                    <a:pt x="794" y="11073"/>
                    <a:pt x="773" y="11155"/>
                    <a:pt x="767" y="11242"/>
                  </a:cubicBezTo>
                  <a:cubicBezTo>
                    <a:pt x="767" y="11275"/>
                    <a:pt x="767" y="11302"/>
                    <a:pt x="746" y="11307"/>
                  </a:cubicBezTo>
                  <a:cubicBezTo>
                    <a:pt x="718" y="11302"/>
                    <a:pt x="686" y="11296"/>
                    <a:pt x="659" y="11285"/>
                  </a:cubicBezTo>
                  <a:cubicBezTo>
                    <a:pt x="621" y="11276"/>
                    <a:pt x="581" y="11270"/>
                    <a:pt x="540" y="11270"/>
                  </a:cubicBezTo>
                  <a:cubicBezTo>
                    <a:pt x="511" y="11270"/>
                    <a:pt x="482" y="11273"/>
                    <a:pt x="452" y="11280"/>
                  </a:cubicBezTo>
                  <a:cubicBezTo>
                    <a:pt x="425" y="11285"/>
                    <a:pt x="403" y="11296"/>
                    <a:pt x="376" y="11307"/>
                  </a:cubicBezTo>
                  <a:cubicBezTo>
                    <a:pt x="346" y="11319"/>
                    <a:pt x="336" y="11328"/>
                    <a:pt x="329" y="11328"/>
                  </a:cubicBezTo>
                  <a:cubicBezTo>
                    <a:pt x="324" y="11328"/>
                    <a:pt x="321" y="11322"/>
                    <a:pt x="311" y="11307"/>
                  </a:cubicBezTo>
                  <a:cubicBezTo>
                    <a:pt x="278" y="11258"/>
                    <a:pt x="273" y="11133"/>
                    <a:pt x="267" y="11073"/>
                  </a:cubicBezTo>
                  <a:cubicBezTo>
                    <a:pt x="251" y="10959"/>
                    <a:pt x="245" y="10851"/>
                    <a:pt x="251" y="10736"/>
                  </a:cubicBezTo>
                  <a:cubicBezTo>
                    <a:pt x="240" y="10557"/>
                    <a:pt x="240" y="10383"/>
                    <a:pt x="251" y="10204"/>
                  </a:cubicBezTo>
                  <a:cubicBezTo>
                    <a:pt x="273" y="10008"/>
                    <a:pt x="349" y="9823"/>
                    <a:pt x="468" y="9671"/>
                  </a:cubicBezTo>
                  <a:cubicBezTo>
                    <a:pt x="572" y="9546"/>
                    <a:pt x="686" y="9432"/>
                    <a:pt x="816" y="9339"/>
                  </a:cubicBezTo>
                  <a:cubicBezTo>
                    <a:pt x="892" y="9269"/>
                    <a:pt x="968" y="9204"/>
                    <a:pt x="1055" y="9144"/>
                  </a:cubicBezTo>
                  <a:cubicBezTo>
                    <a:pt x="1137" y="9095"/>
                    <a:pt x="1224" y="9062"/>
                    <a:pt x="1300" y="9008"/>
                  </a:cubicBezTo>
                  <a:cubicBezTo>
                    <a:pt x="1474" y="8888"/>
                    <a:pt x="1653" y="8785"/>
                    <a:pt x="1833" y="8676"/>
                  </a:cubicBezTo>
                  <a:cubicBezTo>
                    <a:pt x="1920" y="8622"/>
                    <a:pt x="2012" y="8573"/>
                    <a:pt x="2104" y="8530"/>
                  </a:cubicBezTo>
                  <a:cubicBezTo>
                    <a:pt x="2191" y="8491"/>
                    <a:pt x="2289" y="8470"/>
                    <a:pt x="2376" y="8437"/>
                  </a:cubicBezTo>
                  <a:cubicBezTo>
                    <a:pt x="2463" y="8394"/>
                    <a:pt x="2550" y="8356"/>
                    <a:pt x="2637" y="8328"/>
                  </a:cubicBezTo>
                  <a:cubicBezTo>
                    <a:pt x="2730" y="8301"/>
                    <a:pt x="2817" y="8290"/>
                    <a:pt x="2909" y="8258"/>
                  </a:cubicBezTo>
                  <a:cubicBezTo>
                    <a:pt x="3045" y="8209"/>
                    <a:pt x="3164" y="8133"/>
                    <a:pt x="3290" y="8078"/>
                  </a:cubicBezTo>
                  <a:close/>
                  <a:moveTo>
                    <a:pt x="990" y="1"/>
                  </a:moveTo>
                  <a:cubicBezTo>
                    <a:pt x="860" y="1"/>
                    <a:pt x="729" y="17"/>
                    <a:pt x="599" y="44"/>
                  </a:cubicBezTo>
                  <a:cubicBezTo>
                    <a:pt x="523" y="66"/>
                    <a:pt x="523" y="180"/>
                    <a:pt x="599" y="202"/>
                  </a:cubicBezTo>
                  <a:cubicBezTo>
                    <a:pt x="572" y="305"/>
                    <a:pt x="512" y="398"/>
                    <a:pt x="496" y="501"/>
                  </a:cubicBezTo>
                  <a:cubicBezTo>
                    <a:pt x="457" y="653"/>
                    <a:pt x="430" y="805"/>
                    <a:pt x="425" y="963"/>
                  </a:cubicBezTo>
                  <a:cubicBezTo>
                    <a:pt x="425" y="1121"/>
                    <a:pt x="414" y="1294"/>
                    <a:pt x="430" y="1452"/>
                  </a:cubicBezTo>
                  <a:cubicBezTo>
                    <a:pt x="436" y="1506"/>
                    <a:pt x="457" y="1561"/>
                    <a:pt x="479" y="1610"/>
                  </a:cubicBezTo>
                  <a:cubicBezTo>
                    <a:pt x="517" y="1702"/>
                    <a:pt x="550" y="1805"/>
                    <a:pt x="577" y="1903"/>
                  </a:cubicBezTo>
                  <a:cubicBezTo>
                    <a:pt x="615" y="2039"/>
                    <a:pt x="680" y="2164"/>
                    <a:pt x="767" y="2278"/>
                  </a:cubicBezTo>
                  <a:cubicBezTo>
                    <a:pt x="871" y="2393"/>
                    <a:pt x="985" y="2496"/>
                    <a:pt x="1110" y="2594"/>
                  </a:cubicBezTo>
                  <a:cubicBezTo>
                    <a:pt x="1349" y="2811"/>
                    <a:pt x="1604" y="3034"/>
                    <a:pt x="1909" y="3170"/>
                  </a:cubicBezTo>
                  <a:cubicBezTo>
                    <a:pt x="1990" y="3208"/>
                    <a:pt x="2072" y="3235"/>
                    <a:pt x="2159" y="3268"/>
                  </a:cubicBezTo>
                  <a:cubicBezTo>
                    <a:pt x="2110" y="3300"/>
                    <a:pt x="2061" y="3338"/>
                    <a:pt x="2012" y="3376"/>
                  </a:cubicBezTo>
                  <a:cubicBezTo>
                    <a:pt x="1865" y="3501"/>
                    <a:pt x="1724" y="3637"/>
                    <a:pt x="1599" y="3784"/>
                  </a:cubicBezTo>
                  <a:cubicBezTo>
                    <a:pt x="1545" y="3838"/>
                    <a:pt x="1490" y="3904"/>
                    <a:pt x="1447" y="3969"/>
                  </a:cubicBezTo>
                  <a:cubicBezTo>
                    <a:pt x="1398" y="4056"/>
                    <a:pt x="1382" y="4154"/>
                    <a:pt x="1327" y="4241"/>
                  </a:cubicBezTo>
                  <a:cubicBezTo>
                    <a:pt x="1235" y="4371"/>
                    <a:pt x="1170" y="4518"/>
                    <a:pt x="1142" y="4676"/>
                  </a:cubicBezTo>
                  <a:cubicBezTo>
                    <a:pt x="1072" y="5040"/>
                    <a:pt x="1072" y="5415"/>
                    <a:pt x="1137" y="5779"/>
                  </a:cubicBezTo>
                  <a:cubicBezTo>
                    <a:pt x="1202" y="6127"/>
                    <a:pt x="1316" y="6524"/>
                    <a:pt x="1528" y="6817"/>
                  </a:cubicBezTo>
                  <a:cubicBezTo>
                    <a:pt x="1724" y="7111"/>
                    <a:pt x="1979" y="7372"/>
                    <a:pt x="2268" y="7578"/>
                  </a:cubicBezTo>
                  <a:cubicBezTo>
                    <a:pt x="2344" y="7622"/>
                    <a:pt x="2420" y="7654"/>
                    <a:pt x="2501" y="7682"/>
                  </a:cubicBezTo>
                  <a:cubicBezTo>
                    <a:pt x="2572" y="7714"/>
                    <a:pt x="2637" y="7758"/>
                    <a:pt x="2702" y="7807"/>
                  </a:cubicBezTo>
                  <a:cubicBezTo>
                    <a:pt x="2795" y="7866"/>
                    <a:pt x="2898" y="7915"/>
                    <a:pt x="3001" y="7953"/>
                  </a:cubicBezTo>
                  <a:lnTo>
                    <a:pt x="2974" y="7964"/>
                  </a:lnTo>
                  <a:cubicBezTo>
                    <a:pt x="2789" y="8024"/>
                    <a:pt x="2594" y="8051"/>
                    <a:pt x="2414" y="8133"/>
                  </a:cubicBezTo>
                  <a:cubicBezTo>
                    <a:pt x="2251" y="8198"/>
                    <a:pt x="2066" y="8241"/>
                    <a:pt x="1914" y="8334"/>
                  </a:cubicBezTo>
                  <a:cubicBezTo>
                    <a:pt x="1724" y="8443"/>
                    <a:pt x="1545" y="8562"/>
                    <a:pt x="1371" y="8687"/>
                  </a:cubicBezTo>
                  <a:cubicBezTo>
                    <a:pt x="1055" y="8899"/>
                    <a:pt x="729" y="9095"/>
                    <a:pt x="457" y="9361"/>
                  </a:cubicBezTo>
                  <a:cubicBezTo>
                    <a:pt x="191" y="9617"/>
                    <a:pt x="39" y="9970"/>
                    <a:pt x="33" y="10340"/>
                  </a:cubicBezTo>
                  <a:cubicBezTo>
                    <a:pt x="28" y="10552"/>
                    <a:pt x="1" y="10758"/>
                    <a:pt x="12" y="10970"/>
                  </a:cubicBezTo>
                  <a:cubicBezTo>
                    <a:pt x="17" y="11117"/>
                    <a:pt x="17" y="11345"/>
                    <a:pt x="104" y="11476"/>
                  </a:cubicBezTo>
                  <a:cubicBezTo>
                    <a:pt x="156" y="11552"/>
                    <a:pt x="232" y="11577"/>
                    <a:pt x="313" y="11577"/>
                  </a:cubicBezTo>
                  <a:cubicBezTo>
                    <a:pt x="359" y="11577"/>
                    <a:pt x="407" y="11569"/>
                    <a:pt x="452" y="11557"/>
                  </a:cubicBezTo>
                  <a:cubicBezTo>
                    <a:pt x="482" y="11546"/>
                    <a:pt x="515" y="11541"/>
                    <a:pt x="548" y="11541"/>
                  </a:cubicBezTo>
                  <a:cubicBezTo>
                    <a:pt x="581" y="11541"/>
                    <a:pt x="615" y="11546"/>
                    <a:pt x="648" y="11557"/>
                  </a:cubicBezTo>
                  <a:cubicBezTo>
                    <a:pt x="678" y="11565"/>
                    <a:pt x="709" y="11569"/>
                    <a:pt x="741" y="11569"/>
                  </a:cubicBezTo>
                  <a:cubicBezTo>
                    <a:pt x="777" y="11569"/>
                    <a:pt x="814" y="11563"/>
                    <a:pt x="849" y="11552"/>
                  </a:cubicBezTo>
                  <a:cubicBezTo>
                    <a:pt x="1012" y="11481"/>
                    <a:pt x="1017" y="11302"/>
                    <a:pt x="1039" y="11155"/>
                  </a:cubicBezTo>
                  <a:cubicBezTo>
                    <a:pt x="1050" y="11063"/>
                    <a:pt x="1050" y="10976"/>
                    <a:pt x="1066" y="10883"/>
                  </a:cubicBezTo>
                  <a:cubicBezTo>
                    <a:pt x="1066" y="10867"/>
                    <a:pt x="1072" y="10856"/>
                    <a:pt x="1072" y="10840"/>
                  </a:cubicBezTo>
                  <a:cubicBezTo>
                    <a:pt x="1121" y="10834"/>
                    <a:pt x="1170" y="10829"/>
                    <a:pt x="1208" y="10823"/>
                  </a:cubicBezTo>
                  <a:cubicBezTo>
                    <a:pt x="1338" y="10818"/>
                    <a:pt x="1470" y="10817"/>
                    <a:pt x="1602" y="10817"/>
                  </a:cubicBezTo>
                  <a:cubicBezTo>
                    <a:pt x="1734" y="10817"/>
                    <a:pt x="1865" y="10818"/>
                    <a:pt x="1996" y="10818"/>
                  </a:cubicBezTo>
                  <a:cubicBezTo>
                    <a:pt x="2107" y="10818"/>
                    <a:pt x="2221" y="10822"/>
                    <a:pt x="2336" y="10822"/>
                  </a:cubicBezTo>
                  <a:cubicBezTo>
                    <a:pt x="2450" y="10822"/>
                    <a:pt x="2564" y="10818"/>
                    <a:pt x="2675" y="10802"/>
                  </a:cubicBezTo>
                  <a:cubicBezTo>
                    <a:pt x="2914" y="10764"/>
                    <a:pt x="3148" y="10742"/>
                    <a:pt x="3393" y="10715"/>
                  </a:cubicBezTo>
                  <a:cubicBezTo>
                    <a:pt x="3871" y="10660"/>
                    <a:pt x="4339" y="10693"/>
                    <a:pt x="4806" y="10622"/>
                  </a:cubicBezTo>
                  <a:cubicBezTo>
                    <a:pt x="4931" y="10606"/>
                    <a:pt x="5051" y="10552"/>
                    <a:pt x="5176" y="10541"/>
                  </a:cubicBezTo>
                  <a:cubicBezTo>
                    <a:pt x="5290" y="10530"/>
                    <a:pt x="5371" y="10546"/>
                    <a:pt x="5486" y="10514"/>
                  </a:cubicBezTo>
                  <a:cubicBezTo>
                    <a:pt x="5605" y="10486"/>
                    <a:pt x="5730" y="10470"/>
                    <a:pt x="5855" y="10470"/>
                  </a:cubicBezTo>
                  <a:cubicBezTo>
                    <a:pt x="5899" y="10470"/>
                    <a:pt x="5942" y="10465"/>
                    <a:pt x="5980" y="10454"/>
                  </a:cubicBezTo>
                  <a:lnTo>
                    <a:pt x="5980" y="10563"/>
                  </a:lnTo>
                  <a:cubicBezTo>
                    <a:pt x="5980" y="10818"/>
                    <a:pt x="5969" y="11068"/>
                    <a:pt x="5948" y="11324"/>
                  </a:cubicBezTo>
                  <a:lnTo>
                    <a:pt x="5948" y="11334"/>
                  </a:lnTo>
                  <a:lnTo>
                    <a:pt x="5948" y="11345"/>
                  </a:lnTo>
                  <a:cubicBezTo>
                    <a:pt x="5948" y="11439"/>
                    <a:pt x="6029" y="11488"/>
                    <a:pt x="6107" y="11488"/>
                  </a:cubicBezTo>
                  <a:cubicBezTo>
                    <a:pt x="6156" y="11488"/>
                    <a:pt x="6203" y="11470"/>
                    <a:pt x="6230" y="11432"/>
                  </a:cubicBezTo>
                  <a:cubicBezTo>
                    <a:pt x="6469" y="11432"/>
                    <a:pt x="6714" y="11432"/>
                    <a:pt x="6959" y="11443"/>
                  </a:cubicBezTo>
                  <a:cubicBezTo>
                    <a:pt x="6986" y="11444"/>
                    <a:pt x="7014" y="11445"/>
                    <a:pt x="7040" y="11445"/>
                  </a:cubicBezTo>
                  <a:cubicBezTo>
                    <a:pt x="7158" y="11445"/>
                    <a:pt x="7261" y="11425"/>
                    <a:pt x="7323" y="11296"/>
                  </a:cubicBezTo>
                  <a:cubicBezTo>
                    <a:pt x="7415" y="11101"/>
                    <a:pt x="7355" y="10834"/>
                    <a:pt x="7366" y="10617"/>
                  </a:cubicBezTo>
                  <a:lnTo>
                    <a:pt x="7366" y="10617"/>
                  </a:lnTo>
                  <a:lnTo>
                    <a:pt x="7372" y="10628"/>
                  </a:lnTo>
                  <a:cubicBezTo>
                    <a:pt x="7377" y="10399"/>
                    <a:pt x="7355" y="10171"/>
                    <a:pt x="7317" y="9948"/>
                  </a:cubicBezTo>
                  <a:cubicBezTo>
                    <a:pt x="7241" y="9519"/>
                    <a:pt x="7127" y="9084"/>
                    <a:pt x="6828" y="8752"/>
                  </a:cubicBezTo>
                  <a:cubicBezTo>
                    <a:pt x="6681" y="8589"/>
                    <a:pt x="6518" y="8486"/>
                    <a:pt x="6344" y="8356"/>
                  </a:cubicBezTo>
                  <a:cubicBezTo>
                    <a:pt x="6165" y="8220"/>
                    <a:pt x="5975" y="8106"/>
                    <a:pt x="5774" y="8013"/>
                  </a:cubicBezTo>
                  <a:cubicBezTo>
                    <a:pt x="5687" y="7970"/>
                    <a:pt x="5589" y="7937"/>
                    <a:pt x="5491" y="7899"/>
                  </a:cubicBezTo>
                  <a:cubicBezTo>
                    <a:pt x="5567" y="7855"/>
                    <a:pt x="5632" y="7796"/>
                    <a:pt x="5687" y="7720"/>
                  </a:cubicBezTo>
                  <a:cubicBezTo>
                    <a:pt x="5790" y="7573"/>
                    <a:pt x="5855" y="7399"/>
                    <a:pt x="5948" y="7241"/>
                  </a:cubicBezTo>
                  <a:cubicBezTo>
                    <a:pt x="6051" y="7067"/>
                    <a:pt x="6138" y="6882"/>
                    <a:pt x="6219" y="6698"/>
                  </a:cubicBezTo>
                  <a:cubicBezTo>
                    <a:pt x="6366" y="6317"/>
                    <a:pt x="6339" y="5899"/>
                    <a:pt x="6274" y="5507"/>
                  </a:cubicBezTo>
                  <a:cubicBezTo>
                    <a:pt x="6252" y="5312"/>
                    <a:pt x="6203" y="5127"/>
                    <a:pt x="6132" y="4942"/>
                  </a:cubicBezTo>
                  <a:cubicBezTo>
                    <a:pt x="6051" y="4741"/>
                    <a:pt x="5948" y="4540"/>
                    <a:pt x="5839" y="4355"/>
                  </a:cubicBezTo>
                  <a:cubicBezTo>
                    <a:pt x="5730" y="4186"/>
                    <a:pt x="5600" y="4040"/>
                    <a:pt x="5453" y="3909"/>
                  </a:cubicBezTo>
                  <a:cubicBezTo>
                    <a:pt x="5328" y="3773"/>
                    <a:pt x="5187" y="3654"/>
                    <a:pt x="5034" y="3550"/>
                  </a:cubicBezTo>
                  <a:cubicBezTo>
                    <a:pt x="4964" y="3507"/>
                    <a:pt x="4898" y="3469"/>
                    <a:pt x="4822" y="3431"/>
                  </a:cubicBezTo>
                  <a:cubicBezTo>
                    <a:pt x="4920" y="3414"/>
                    <a:pt x="5024" y="3393"/>
                    <a:pt x="5121" y="3366"/>
                  </a:cubicBezTo>
                  <a:cubicBezTo>
                    <a:pt x="5295" y="3317"/>
                    <a:pt x="5464" y="3240"/>
                    <a:pt x="5616" y="3137"/>
                  </a:cubicBezTo>
                  <a:cubicBezTo>
                    <a:pt x="5790" y="3045"/>
                    <a:pt x="5948" y="2925"/>
                    <a:pt x="6089" y="2795"/>
                  </a:cubicBezTo>
                  <a:cubicBezTo>
                    <a:pt x="6225" y="2653"/>
                    <a:pt x="6372" y="2523"/>
                    <a:pt x="6513" y="2387"/>
                  </a:cubicBezTo>
                  <a:cubicBezTo>
                    <a:pt x="6660" y="2251"/>
                    <a:pt x="6779" y="2132"/>
                    <a:pt x="6839" y="1936"/>
                  </a:cubicBezTo>
                  <a:cubicBezTo>
                    <a:pt x="6899" y="1757"/>
                    <a:pt x="7013" y="1593"/>
                    <a:pt x="7040" y="1403"/>
                  </a:cubicBezTo>
                  <a:cubicBezTo>
                    <a:pt x="7057" y="1305"/>
                    <a:pt x="7029" y="1208"/>
                    <a:pt x="7040" y="1110"/>
                  </a:cubicBezTo>
                  <a:cubicBezTo>
                    <a:pt x="7051" y="1012"/>
                    <a:pt x="7084" y="930"/>
                    <a:pt x="7089" y="838"/>
                  </a:cubicBezTo>
                  <a:cubicBezTo>
                    <a:pt x="7111" y="653"/>
                    <a:pt x="7105" y="463"/>
                    <a:pt x="7073" y="278"/>
                  </a:cubicBezTo>
                  <a:cubicBezTo>
                    <a:pt x="7062" y="240"/>
                    <a:pt x="7035" y="213"/>
                    <a:pt x="6997" y="202"/>
                  </a:cubicBezTo>
                  <a:cubicBezTo>
                    <a:pt x="6941" y="185"/>
                    <a:pt x="6886" y="180"/>
                    <a:pt x="6830" y="180"/>
                  </a:cubicBezTo>
                  <a:cubicBezTo>
                    <a:pt x="6760" y="180"/>
                    <a:pt x="6689" y="188"/>
                    <a:pt x="6616" y="191"/>
                  </a:cubicBezTo>
                  <a:cubicBezTo>
                    <a:pt x="6584" y="194"/>
                    <a:pt x="6551" y="195"/>
                    <a:pt x="6518" y="195"/>
                  </a:cubicBezTo>
                  <a:cubicBezTo>
                    <a:pt x="6486" y="195"/>
                    <a:pt x="6453" y="194"/>
                    <a:pt x="6421" y="191"/>
                  </a:cubicBezTo>
                  <a:cubicBezTo>
                    <a:pt x="6344" y="186"/>
                    <a:pt x="6274" y="158"/>
                    <a:pt x="6198" y="153"/>
                  </a:cubicBezTo>
                  <a:cubicBezTo>
                    <a:pt x="6143" y="153"/>
                    <a:pt x="6100" y="186"/>
                    <a:pt x="6089" y="235"/>
                  </a:cubicBezTo>
                  <a:cubicBezTo>
                    <a:pt x="6078" y="311"/>
                    <a:pt x="6084" y="392"/>
                    <a:pt x="6100" y="468"/>
                  </a:cubicBezTo>
                  <a:cubicBezTo>
                    <a:pt x="6116" y="561"/>
                    <a:pt x="6111" y="658"/>
                    <a:pt x="6089" y="745"/>
                  </a:cubicBezTo>
                  <a:cubicBezTo>
                    <a:pt x="6008" y="739"/>
                    <a:pt x="5930" y="734"/>
                    <a:pt x="5852" y="734"/>
                  </a:cubicBezTo>
                  <a:cubicBezTo>
                    <a:pt x="5804" y="734"/>
                    <a:pt x="5756" y="736"/>
                    <a:pt x="5708" y="740"/>
                  </a:cubicBezTo>
                  <a:cubicBezTo>
                    <a:pt x="5552" y="753"/>
                    <a:pt x="5403" y="788"/>
                    <a:pt x="5244" y="788"/>
                  </a:cubicBezTo>
                  <a:cubicBezTo>
                    <a:pt x="5199" y="788"/>
                    <a:pt x="5152" y="785"/>
                    <a:pt x="5105" y="778"/>
                  </a:cubicBezTo>
                  <a:cubicBezTo>
                    <a:pt x="4893" y="740"/>
                    <a:pt x="4681" y="735"/>
                    <a:pt x="4469" y="707"/>
                  </a:cubicBezTo>
                  <a:cubicBezTo>
                    <a:pt x="4257" y="686"/>
                    <a:pt x="4045" y="686"/>
                    <a:pt x="3833" y="642"/>
                  </a:cubicBezTo>
                  <a:cubicBezTo>
                    <a:pt x="3719" y="619"/>
                    <a:pt x="3606" y="608"/>
                    <a:pt x="3493" y="608"/>
                  </a:cubicBezTo>
                  <a:cubicBezTo>
                    <a:pt x="3395" y="608"/>
                    <a:pt x="3298" y="616"/>
                    <a:pt x="3203" y="631"/>
                  </a:cubicBezTo>
                  <a:cubicBezTo>
                    <a:pt x="3029" y="651"/>
                    <a:pt x="2853" y="663"/>
                    <a:pt x="2678" y="663"/>
                  </a:cubicBezTo>
                  <a:cubicBezTo>
                    <a:pt x="2617" y="663"/>
                    <a:pt x="2556" y="661"/>
                    <a:pt x="2496" y="658"/>
                  </a:cubicBezTo>
                  <a:cubicBezTo>
                    <a:pt x="2448" y="658"/>
                    <a:pt x="2395" y="658"/>
                    <a:pt x="2340" y="658"/>
                  </a:cubicBezTo>
                  <a:cubicBezTo>
                    <a:pt x="2167" y="658"/>
                    <a:pt x="1974" y="667"/>
                    <a:pt x="1838" y="745"/>
                  </a:cubicBezTo>
                  <a:cubicBezTo>
                    <a:pt x="1838" y="724"/>
                    <a:pt x="1844" y="697"/>
                    <a:pt x="1849" y="675"/>
                  </a:cubicBezTo>
                  <a:cubicBezTo>
                    <a:pt x="1865" y="572"/>
                    <a:pt x="1887" y="468"/>
                    <a:pt x="1920" y="365"/>
                  </a:cubicBezTo>
                  <a:cubicBezTo>
                    <a:pt x="1952" y="278"/>
                    <a:pt x="1936" y="186"/>
                    <a:pt x="1882" y="115"/>
                  </a:cubicBezTo>
                  <a:cubicBezTo>
                    <a:pt x="1823" y="46"/>
                    <a:pt x="1736" y="28"/>
                    <a:pt x="1643" y="28"/>
                  </a:cubicBezTo>
                  <a:cubicBezTo>
                    <a:pt x="1552" y="28"/>
                    <a:pt x="1455" y="45"/>
                    <a:pt x="1375" y="45"/>
                  </a:cubicBezTo>
                  <a:cubicBezTo>
                    <a:pt x="1364" y="45"/>
                    <a:pt x="1354" y="45"/>
                    <a:pt x="1343" y="44"/>
                  </a:cubicBezTo>
                  <a:cubicBezTo>
                    <a:pt x="1224" y="39"/>
                    <a:pt x="1110" y="1"/>
                    <a:pt x="9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20"/>
            <p:cNvSpPr/>
            <p:nvPr/>
          </p:nvSpPr>
          <p:spPr>
            <a:xfrm>
              <a:off x="5217182" y="2245748"/>
              <a:ext cx="6900" cy="9850"/>
            </a:xfrm>
            <a:custGeom>
              <a:rect b="b" l="l" r="r" t="t"/>
              <a:pathLst>
                <a:path extrusionOk="0" h="394" w="276">
                  <a:moveTo>
                    <a:pt x="210" y="1"/>
                  </a:moveTo>
                  <a:cubicBezTo>
                    <a:pt x="205" y="1"/>
                    <a:pt x="201" y="1"/>
                    <a:pt x="196" y="2"/>
                  </a:cubicBezTo>
                  <a:lnTo>
                    <a:pt x="185" y="2"/>
                  </a:lnTo>
                  <a:cubicBezTo>
                    <a:pt x="169" y="8"/>
                    <a:pt x="153" y="19"/>
                    <a:pt x="153" y="40"/>
                  </a:cubicBezTo>
                  <a:cubicBezTo>
                    <a:pt x="109" y="84"/>
                    <a:pt x="76" y="138"/>
                    <a:pt x="49" y="198"/>
                  </a:cubicBezTo>
                  <a:cubicBezTo>
                    <a:pt x="28" y="258"/>
                    <a:pt x="0" y="394"/>
                    <a:pt x="104" y="394"/>
                  </a:cubicBezTo>
                  <a:cubicBezTo>
                    <a:pt x="125" y="388"/>
                    <a:pt x="142" y="377"/>
                    <a:pt x="147" y="361"/>
                  </a:cubicBezTo>
                  <a:lnTo>
                    <a:pt x="147" y="345"/>
                  </a:lnTo>
                  <a:cubicBezTo>
                    <a:pt x="147" y="345"/>
                    <a:pt x="147" y="353"/>
                    <a:pt x="148" y="353"/>
                  </a:cubicBezTo>
                  <a:cubicBezTo>
                    <a:pt x="149" y="353"/>
                    <a:pt x="150" y="350"/>
                    <a:pt x="153" y="339"/>
                  </a:cubicBezTo>
                  <a:cubicBezTo>
                    <a:pt x="153" y="328"/>
                    <a:pt x="153" y="312"/>
                    <a:pt x="158" y="301"/>
                  </a:cubicBezTo>
                  <a:cubicBezTo>
                    <a:pt x="163" y="274"/>
                    <a:pt x="174" y="247"/>
                    <a:pt x="191" y="220"/>
                  </a:cubicBezTo>
                  <a:cubicBezTo>
                    <a:pt x="212" y="176"/>
                    <a:pt x="240" y="116"/>
                    <a:pt x="256" y="78"/>
                  </a:cubicBezTo>
                  <a:cubicBezTo>
                    <a:pt x="275" y="39"/>
                    <a:pt x="247"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0" name="Google Shape;4970;p120"/>
            <p:cNvGrpSpPr/>
            <p:nvPr/>
          </p:nvGrpSpPr>
          <p:grpSpPr>
            <a:xfrm>
              <a:off x="5124111" y="2113508"/>
              <a:ext cx="193042" cy="274331"/>
              <a:chOff x="5373975" y="2855200"/>
              <a:chExt cx="174525" cy="246900"/>
            </a:xfrm>
          </p:grpSpPr>
          <p:sp>
            <p:nvSpPr>
              <p:cNvPr id="4971" name="Google Shape;4971;p120"/>
              <p:cNvSpPr/>
              <p:nvPr/>
            </p:nvSpPr>
            <p:spPr>
              <a:xfrm>
                <a:off x="5500375" y="3011000"/>
                <a:ext cx="25" cy="25"/>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20"/>
              <p:cNvSpPr/>
              <p:nvPr/>
            </p:nvSpPr>
            <p:spPr>
              <a:xfrm>
                <a:off x="5373975" y="2855200"/>
                <a:ext cx="174525" cy="246900"/>
              </a:xfrm>
              <a:custGeom>
                <a:rect b="b" l="l" r="r" t="t"/>
                <a:pathLst>
                  <a:path extrusionOk="0" h="9876" w="6981">
                    <a:moveTo>
                      <a:pt x="2371" y="666"/>
                    </a:moveTo>
                    <a:lnTo>
                      <a:pt x="2382" y="688"/>
                    </a:lnTo>
                    <a:cubicBezTo>
                      <a:pt x="2398" y="737"/>
                      <a:pt x="2409" y="791"/>
                      <a:pt x="2414" y="840"/>
                    </a:cubicBezTo>
                    <a:cubicBezTo>
                      <a:pt x="2322" y="889"/>
                      <a:pt x="2240" y="949"/>
                      <a:pt x="2164" y="1025"/>
                    </a:cubicBezTo>
                    <a:lnTo>
                      <a:pt x="2105" y="1079"/>
                    </a:lnTo>
                    <a:cubicBezTo>
                      <a:pt x="2099" y="1069"/>
                      <a:pt x="2088" y="1052"/>
                      <a:pt x="2077" y="1041"/>
                    </a:cubicBezTo>
                    <a:cubicBezTo>
                      <a:pt x="2061" y="1020"/>
                      <a:pt x="2050" y="998"/>
                      <a:pt x="2039" y="982"/>
                    </a:cubicBezTo>
                    <a:cubicBezTo>
                      <a:pt x="2023" y="954"/>
                      <a:pt x="2001" y="938"/>
                      <a:pt x="1980" y="922"/>
                    </a:cubicBezTo>
                    <a:lnTo>
                      <a:pt x="2018" y="895"/>
                    </a:lnTo>
                    <a:cubicBezTo>
                      <a:pt x="2099" y="824"/>
                      <a:pt x="2192" y="802"/>
                      <a:pt x="2279" y="737"/>
                    </a:cubicBezTo>
                    <a:cubicBezTo>
                      <a:pt x="2306" y="710"/>
                      <a:pt x="2338" y="688"/>
                      <a:pt x="2371" y="666"/>
                    </a:cubicBezTo>
                    <a:close/>
                    <a:moveTo>
                      <a:pt x="6720" y="3232"/>
                    </a:moveTo>
                    <a:lnTo>
                      <a:pt x="6720" y="3390"/>
                    </a:lnTo>
                    <a:lnTo>
                      <a:pt x="6720" y="3629"/>
                    </a:lnTo>
                    <a:cubicBezTo>
                      <a:pt x="6676" y="3585"/>
                      <a:pt x="6643" y="3536"/>
                      <a:pt x="6611" y="3482"/>
                    </a:cubicBezTo>
                    <a:cubicBezTo>
                      <a:pt x="6551" y="3384"/>
                      <a:pt x="6589" y="3324"/>
                      <a:pt x="6671" y="3265"/>
                    </a:cubicBezTo>
                    <a:cubicBezTo>
                      <a:pt x="6687" y="3254"/>
                      <a:pt x="6703" y="3243"/>
                      <a:pt x="6720" y="3232"/>
                    </a:cubicBezTo>
                    <a:close/>
                    <a:moveTo>
                      <a:pt x="3154" y="650"/>
                    </a:moveTo>
                    <a:cubicBezTo>
                      <a:pt x="3165" y="661"/>
                      <a:pt x="3181" y="666"/>
                      <a:pt x="3197" y="666"/>
                    </a:cubicBezTo>
                    <a:cubicBezTo>
                      <a:pt x="3317" y="677"/>
                      <a:pt x="3518" y="737"/>
                      <a:pt x="3583" y="846"/>
                    </a:cubicBezTo>
                    <a:cubicBezTo>
                      <a:pt x="3654" y="954"/>
                      <a:pt x="3540" y="1003"/>
                      <a:pt x="3464" y="1047"/>
                    </a:cubicBezTo>
                    <a:cubicBezTo>
                      <a:pt x="3404" y="1079"/>
                      <a:pt x="3344" y="1123"/>
                      <a:pt x="3300" y="1177"/>
                    </a:cubicBezTo>
                    <a:cubicBezTo>
                      <a:pt x="3088" y="1427"/>
                      <a:pt x="3338" y="1628"/>
                      <a:pt x="3464" y="1840"/>
                    </a:cubicBezTo>
                    <a:cubicBezTo>
                      <a:pt x="3496" y="1906"/>
                      <a:pt x="3561" y="1987"/>
                      <a:pt x="3496" y="2047"/>
                    </a:cubicBezTo>
                    <a:cubicBezTo>
                      <a:pt x="3447" y="2080"/>
                      <a:pt x="3393" y="2107"/>
                      <a:pt x="3333" y="2112"/>
                    </a:cubicBezTo>
                    <a:cubicBezTo>
                      <a:pt x="3268" y="2134"/>
                      <a:pt x="3197" y="2145"/>
                      <a:pt x="3126" y="2150"/>
                    </a:cubicBezTo>
                    <a:cubicBezTo>
                      <a:pt x="3061" y="2161"/>
                      <a:pt x="2985" y="2150"/>
                      <a:pt x="2925" y="2194"/>
                    </a:cubicBezTo>
                    <a:cubicBezTo>
                      <a:pt x="2893" y="2221"/>
                      <a:pt x="2871" y="2264"/>
                      <a:pt x="2871" y="2308"/>
                    </a:cubicBezTo>
                    <a:cubicBezTo>
                      <a:pt x="2860" y="2357"/>
                      <a:pt x="2838" y="2406"/>
                      <a:pt x="2811" y="2455"/>
                    </a:cubicBezTo>
                    <a:cubicBezTo>
                      <a:pt x="2741" y="2569"/>
                      <a:pt x="2735" y="2716"/>
                      <a:pt x="2795" y="2835"/>
                    </a:cubicBezTo>
                    <a:cubicBezTo>
                      <a:pt x="2817" y="2895"/>
                      <a:pt x="2844" y="2949"/>
                      <a:pt x="2871" y="3009"/>
                    </a:cubicBezTo>
                    <a:cubicBezTo>
                      <a:pt x="2914" y="3063"/>
                      <a:pt x="2947" y="3134"/>
                      <a:pt x="2969" y="3205"/>
                    </a:cubicBezTo>
                    <a:cubicBezTo>
                      <a:pt x="3007" y="3352"/>
                      <a:pt x="3018" y="3504"/>
                      <a:pt x="3007" y="3656"/>
                    </a:cubicBezTo>
                    <a:cubicBezTo>
                      <a:pt x="3007" y="3716"/>
                      <a:pt x="3007" y="3797"/>
                      <a:pt x="2963" y="3841"/>
                    </a:cubicBezTo>
                    <a:cubicBezTo>
                      <a:pt x="2931" y="3873"/>
                      <a:pt x="2898" y="3873"/>
                      <a:pt x="2887" y="3922"/>
                    </a:cubicBezTo>
                    <a:cubicBezTo>
                      <a:pt x="2882" y="3966"/>
                      <a:pt x="2887" y="4009"/>
                      <a:pt x="2914" y="4047"/>
                    </a:cubicBezTo>
                    <a:cubicBezTo>
                      <a:pt x="2939" y="4117"/>
                      <a:pt x="2955" y="4274"/>
                      <a:pt x="2852" y="4274"/>
                    </a:cubicBezTo>
                    <a:cubicBezTo>
                      <a:pt x="2843" y="4274"/>
                      <a:pt x="2833" y="4273"/>
                      <a:pt x="2822" y="4270"/>
                    </a:cubicBezTo>
                    <a:cubicBezTo>
                      <a:pt x="2659" y="4232"/>
                      <a:pt x="2751" y="4004"/>
                      <a:pt x="2751" y="3901"/>
                    </a:cubicBezTo>
                    <a:cubicBezTo>
                      <a:pt x="2757" y="3776"/>
                      <a:pt x="2708" y="3651"/>
                      <a:pt x="2610" y="3564"/>
                    </a:cubicBezTo>
                    <a:cubicBezTo>
                      <a:pt x="2567" y="3526"/>
                      <a:pt x="2518" y="3498"/>
                      <a:pt x="2463" y="3482"/>
                    </a:cubicBezTo>
                    <a:cubicBezTo>
                      <a:pt x="2414" y="3460"/>
                      <a:pt x="2322" y="3439"/>
                      <a:pt x="2289" y="3390"/>
                    </a:cubicBezTo>
                    <a:cubicBezTo>
                      <a:pt x="2257" y="3346"/>
                      <a:pt x="2284" y="3221"/>
                      <a:pt x="2317" y="3167"/>
                    </a:cubicBezTo>
                    <a:cubicBezTo>
                      <a:pt x="2355" y="3123"/>
                      <a:pt x="2387" y="3069"/>
                      <a:pt x="2414" y="3015"/>
                    </a:cubicBezTo>
                    <a:cubicBezTo>
                      <a:pt x="2496" y="2754"/>
                      <a:pt x="2007" y="2618"/>
                      <a:pt x="1838" y="2547"/>
                    </a:cubicBezTo>
                    <a:cubicBezTo>
                      <a:pt x="1751" y="2509"/>
                      <a:pt x="1681" y="2471"/>
                      <a:pt x="1675" y="2368"/>
                    </a:cubicBezTo>
                    <a:cubicBezTo>
                      <a:pt x="1675" y="2264"/>
                      <a:pt x="1691" y="2161"/>
                      <a:pt x="1729" y="2063"/>
                    </a:cubicBezTo>
                    <a:cubicBezTo>
                      <a:pt x="1757" y="1976"/>
                      <a:pt x="1784" y="1889"/>
                      <a:pt x="1811" y="1802"/>
                    </a:cubicBezTo>
                    <a:cubicBezTo>
                      <a:pt x="1822" y="1748"/>
                      <a:pt x="1849" y="1688"/>
                      <a:pt x="1855" y="1634"/>
                    </a:cubicBezTo>
                    <a:cubicBezTo>
                      <a:pt x="1855" y="1623"/>
                      <a:pt x="1855" y="1618"/>
                      <a:pt x="1849" y="1607"/>
                    </a:cubicBezTo>
                    <a:lnTo>
                      <a:pt x="1920" y="1536"/>
                    </a:lnTo>
                    <a:cubicBezTo>
                      <a:pt x="2039" y="1427"/>
                      <a:pt x="2148" y="1313"/>
                      <a:pt x="2257" y="1194"/>
                    </a:cubicBezTo>
                    <a:cubicBezTo>
                      <a:pt x="2327" y="1112"/>
                      <a:pt x="2414" y="1041"/>
                      <a:pt x="2490" y="965"/>
                    </a:cubicBezTo>
                    <a:lnTo>
                      <a:pt x="2490" y="965"/>
                    </a:lnTo>
                    <a:lnTo>
                      <a:pt x="2485" y="971"/>
                    </a:lnTo>
                    <a:cubicBezTo>
                      <a:pt x="2518" y="954"/>
                      <a:pt x="2545" y="938"/>
                      <a:pt x="2577" y="922"/>
                    </a:cubicBezTo>
                    <a:cubicBezTo>
                      <a:pt x="2632" y="895"/>
                      <a:pt x="2686" y="862"/>
                      <a:pt x="2735" y="824"/>
                    </a:cubicBezTo>
                    <a:cubicBezTo>
                      <a:pt x="2860" y="753"/>
                      <a:pt x="2991" y="699"/>
                      <a:pt x="3126" y="661"/>
                    </a:cubicBezTo>
                    <a:cubicBezTo>
                      <a:pt x="3137" y="661"/>
                      <a:pt x="3143" y="655"/>
                      <a:pt x="3154" y="650"/>
                    </a:cubicBezTo>
                    <a:close/>
                    <a:moveTo>
                      <a:pt x="5377" y="710"/>
                    </a:moveTo>
                    <a:cubicBezTo>
                      <a:pt x="5502" y="759"/>
                      <a:pt x="5616" y="824"/>
                      <a:pt x="5719" y="905"/>
                    </a:cubicBezTo>
                    <a:cubicBezTo>
                      <a:pt x="5774" y="949"/>
                      <a:pt x="5812" y="1014"/>
                      <a:pt x="5866" y="1058"/>
                    </a:cubicBezTo>
                    <a:cubicBezTo>
                      <a:pt x="5926" y="1107"/>
                      <a:pt x="5980" y="1156"/>
                      <a:pt x="6029" y="1204"/>
                    </a:cubicBezTo>
                    <a:cubicBezTo>
                      <a:pt x="6138" y="1324"/>
                      <a:pt x="6230" y="1454"/>
                      <a:pt x="6312" y="1590"/>
                    </a:cubicBezTo>
                    <a:cubicBezTo>
                      <a:pt x="6383" y="1726"/>
                      <a:pt x="6448" y="1862"/>
                      <a:pt x="6502" y="1998"/>
                    </a:cubicBezTo>
                    <a:cubicBezTo>
                      <a:pt x="6524" y="2069"/>
                      <a:pt x="6540" y="2134"/>
                      <a:pt x="6567" y="2194"/>
                    </a:cubicBezTo>
                    <a:cubicBezTo>
                      <a:pt x="6605" y="2270"/>
                      <a:pt x="6633" y="2351"/>
                      <a:pt x="6654" y="2438"/>
                    </a:cubicBezTo>
                    <a:cubicBezTo>
                      <a:pt x="6692" y="2574"/>
                      <a:pt x="6714" y="2716"/>
                      <a:pt x="6725" y="2862"/>
                    </a:cubicBezTo>
                    <a:lnTo>
                      <a:pt x="6725" y="3042"/>
                    </a:lnTo>
                    <a:lnTo>
                      <a:pt x="6720" y="3042"/>
                    </a:lnTo>
                    <a:cubicBezTo>
                      <a:pt x="6676" y="3063"/>
                      <a:pt x="6638" y="3091"/>
                      <a:pt x="6600" y="3123"/>
                    </a:cubicBezTo>
                    <a:cubicBezTo>
                      <a:pt x="6513" y="3167"/>
                      <a:pt x="6448" y="3243"/>
                      <a:pt x="6421" y="3335"/>
                    </a:cubicBezTo>
                    <a:cubicBezTo>
                      <a:pt x="6410" y="3422"/>
                      <a:pt x="6437" y="3509"/>
                      <a:pt x="6497" y="3574"/>
                    </a:cubicBezTo>
                    <a:cubicBezTo>
                      <a:pt x="6546" y="3645"/>
                      <a:pt x="6605" y="3710"/>
                      <a:pt x="6687" y="3748"/>
                    </a:cubicBezTo>
                    <a:cubicBezTo>
                      <a:pt x="6692" y="3754"/>
                      <a:pt x="6698" y="3754"/>
                      <a:pt x="6703" y="3754"/>
                    </a:cubicBezTo>
                    <a:cubicBezTo>
                      <a:pt x="6698" y="3786"/>
                      <a:pt x="6698" y="3814"/>
                      <a:pt x="6687" y="3846"/>
                    </a:cubicBezTo>
                    <a:cubicBezTo>
                      <a:pt x="6654" y="4004"/>
                      <a:pt x="6622" y="4156"/>
                      <a:pt x="6584" y="4314"/>
                    </a:cubicBezTo>
                    <a:cubicBezTo>
                      <a:pt x="6556" y="4395"/>
                      <a:pt x="6518" y="4471"/>
                      <a:pt x="6475" y="4542"/>
                    </a:cubicBezTo>
                    <a:cubicBezTo>
                      <a:pt x="6459" y="4569"/>
                      <a:pt x="6442" y="4596"/>
                      <a:pt x="6431" y="4624"/>
                    </a:cubicBezTo>
                    <a:cubicBezTo>
                      <a:pt x="6417" y="4605"/>
                      <a:pt x="6395" y="4590"/>
                      <a:pt x="6368" y="4590"/>
                    </a:cubicBezTo>
                    <a:cubicBezTo>
                      <a:pt x="6364" y="4590"/>
                      <a:pt x="6360" y="4590"/>
                      <a:pt x="6355" y="4591"/>
                    </a:cubicBezTo>
                    <a:cubicBezTo>
                      <a:pt x="6317" y="4591"/>
                      <a:pt x="6285" y="4531"/>
                      <a:pt x="6252" y="4504"/>
                    </a:cubicBezTo>
                    <a:cubicBezTo>
                      <a:pt x="6219" y="4477"/>
                      <a:pt x="6176" y="4450"/>
                      <a:pt x="6138" y="4428"/>
                    </a:cubicBezTo>
                    <a:cubicBezTo>
                      <a:pt x="6024" y="4346"/>
                      <a:pt x="5920" y="4254"/>
                      <a:pt x="5823" y="4156"/>
                    </a:cubicBezTo>
                    <a:cubicBezTo>
                      <a:pt x="5736" y="4069"/>
                      <a:pt x="5643" y="3988"/>
                      <a:pt x="5676" y="3852"/>
                    </a:cubicBezTo>
                    <a:cubicBezTo>
                      <a:pt x="5698" y="3738"/>
                      <a:pt x="5790" y="3645"/>
                      <a:pt x="5806" y="3531"/>
                    </a:cubicBezTo>
                    <a:cubicBezTo>
                      <a:pt x="5818" y="3416"/>
                      <a:pt x="5740" y="3379"/>
                      <a:pt x="5651" y="3379"/>
                    </a:cubicBezTo>
                    <a:cubicBezTo>
                      <a:pt x="5614" y="3379"/>
                      <a:pt x="5575" y="3385"/>
                      <a:pt x="5540" y="3395"/>
                    </a:cubicBezTo>
                    <a:cubicBezTo>
                      <a:pt x="5489" y="3408"/>
                      <a:pt x="5399" y="3443"/>
                      <a:pt x="5331" y="3443"/>
                    </a:cubicBezTo>
                    <a:cubicBezTo>
                      <a:pt x="5311" y="3443"/>
                      <a:pt x="5294" y="3440"/>
                      <a:pt x="5279" y="3433"/>
                    </a:cubicBezTo>
                    <a:cubicBezTo>
                      <a:pt x="5236" y="3411"/>
                      <a:pt x="5236" y="3362"/>
                      <a:pt x="5219" y="3330"/>
                    </a:cubicBezTo>
                    <a:cubicBezTo>
                      <a:pt x="5214" y="3319"/>
                      <a:pt x="5187" y="3297"/>
                      <a:pt x="5187" y="3286"/>
                    </a:cubicBezTo>
                    <a:cubicBezTo>
                      <a:pt x="5187" y="3265"/>
                      <a:pt x="5236" y="3227"/>
                      <a:pt x="5252" y="3210"/>
                    </a:cubicBezTo>
                    <a:cubicBezTo>
                      <a:pt x="5437" y="3058"/>
                      <a:pt x="5676" y="2971"/>
                      <a:pt x="5882" y="2862"/>
                    </a:cubicBezTo>
                    <a:cubicBezTo>
                      <a:pt x="5964" y="2830"/>
                      <a:pt x="6018" y="2765"/>
                      <a:pt x="6040" y="2683"/>
                    </a:cubicBezTo>
                    <a:cubicBezTo>
                      <a:pt x="6073" y="2574"/>
                      <a:pt x="6084" y="2466"/>
                      <a:pt x="6073" y="2351"/>
                    </a:cubicBezTo>
                    <a:cubicBezTo>
                      <a:pt x="6029" y="2118"/>
                      <a:pt x="5806" y="2107"/>
                      <a:pt x="5611" y="2101"/>
                    </a:cubicBezTo>
                    <a:cubicBezTo>
                      <a:pt x="5496" y="2101"/>
                      <a:pt x="5382" y="2118"/>
                      <a:pt x="5274" y="2139"/>
                    </a:cubicBezTo>
                    <a:cubicBezTo>
                      <a:pt x="5229" y="2148"/>
                      <a:pt x="5177" y="2156"/>
                      <a:pt x="5126" y="2156"/>
                    </a:cubicBezTo>
                    <a:cubicBezTo>
                      <a:pt x="5022" y="2156"/>
                      <a:pt x="4926" y="2124"/>
                      <a:pt x="4915" y="2003"/>
                    </a:cubicBezTo>
                    <a:cubicBezTo>
                      <a:pt x="4909" y="1884"/>
                      <a:pt x="4969" y="1759"/>
                      <a:pt x="4931" y="1639"/>
                    </a:cubicBezTo>
                    <a:cubicBezTo>
                      <a:pt x="4909" y="1590"/>
                      <a:pt x="4882" y="1552"/>
                      <a:pt x="4850" y="1520"/>
                    </a:cubicBezTo>
                    <a:cubicBezTo>
                      <a:pt x="4779" y="1444"/>
                      <a:pt x="4790" y="1368"/>
                      <a:pt x="4812" y="1275"/>
                    </a:cubicBezTo>
                    <a:cubicBezTo>
                      <a:pt x="4855" y="1123"/>
                      <a:pt x="4964" y="1020"/>
                      <a:pt x="5083" y="922"/>
                    </a:cubicBezTo>
                    <a:cubicBezTo>
                      <a:pt x="5132" y="878"/>
                      <a:pt x="5192" y="846"/>
                      <a:pt x="5241" y="802"/>
                    </a:cubicBezTo>
                    <a:cubicBezTo>
                      <a:pt x="5285" y="764"/>
                      <a:pt x="5328" y="732"/>
                      <a:pt x="5377" y="710"/>
                    </a:cubicBezTo>
                    <a:close/>
                    <a:moveTo>
                      <a:pt x="1507" y="4700"/>
                    </a:moveTo>
                    <a:cubicBezTo>
                      <a:pt x="1583" y="4716"/>
                      <a:pt x="1653" y="4749"/>
                      <a:pt x="1713" y="4797"/>
                    </a:cubicBezTo>
                    <a:cubicBezTo>
                      <a:pt x="1789" y="4874"/>
                      <a:pt x="1838" y="4923"/>
                      <a:pt x="1952" y="4923"/>
                    </a:cubicBezTo>
                    <a:cubicBezTo>
                      <a:pt x="2001" y="4923"/>
                      <a:pt x="2050" y="4933"/>
                      <a:pt x="2094" y="4955"/>
                    </a:cubicBezTo>
                    <a:cubicBezTo>
                      <a:pt x="2094" y="4961"/>
                      <a:pt x="2094" y="4966"/>
                      <a:pt x="2088" y="4977"/>
                    </a:cubicBezTo>
                    <a:cubicBezTo>
                      <a:pt x="2067" y="4993"/>
                      <a:pt x="2045" y="5009"/>
                      <a:pt x="2023" y="5026"/>
                    </a:cubicBezTo>
                    <a:cubicBezTo>
                      <a:pt x="1982" y="5054"/>
                      <a:pt x="1941" y="5062"/>
                      <a:pt x="1899" y="5062"/>
                    </a:cubicBezTo>
                    <a:cubicBezTo>
                      <a:pt x="1834" y="5062"/>
                      <a:pt x="1768" y="5042"/>
                      <a:pt x="1702" y="5042"/>
                    </a:cubicBezTo>
                    <a:lnTo>
                      <a:pt x="1670" y="5042"/>
                    </a:lnTo>
                    <a:lnTo>
                      <a:pt x="1648" y="5048"/>
                    </a:lnTo>
                    <a:cubicBezTo>
                      <a:pt x="1643" y="5053"/>
                      <a:pt x="1637" y="5053"/>
                      <a:pt x="1632" y="5058"/>
                    </a:cubicBezTo>
                    <a:cubicBezTo>
                      <a:pt x="1577" y="4944"/>
                      <a:pt x="1534" y="4825"/>
                      <a:pt x="1501" y="4705"/>
                    </a:cubicBezTo>
                    <a:lnTo>
                      <a:pt x="1507" y="4700"/>
                    </a:lnTo>
                    <a:close/>
                    <a:moveTo>
                      <a:pt x="4227" y="431"/>
                    </a:moveTo>
                    <a:cubicBezTo>
                      <a:pt x="4294" y="431"/>
                      <a:pt x="4360" y="435"/>
                      <a:pt x="4426" y="443"/>
                    </a:cubicBezTo>
                    <a:cubicBezTo>
                      <a:pt x="4496" y="454"/>
                      <a:pt x="4572" y="449"/>
                      <a:pt x="4649" y="460"/>
                    </a:cubicBezTo>
                    <a:cubicBezTo>
                      <a:pt x="4746" y="481"/>
                      <a:pt x="4844" y="514"/>
                      <a:pt x="4937" y="552"/>
                    </a:cubicBezTo>
                    <a:cubicBezTo>
                      <a:pt x="5040" y="590"/>
                      <a:pt x="5143" y="612"/>
                      <a:pt x="5246" y="650"/>
                    </a:cubicBezTo>
                    <a:cubicBezTo>
                      <a:pt x="5214" y="666"/>
                      <a:pt x="5187" y="688"/>
                      <a:pt x="5159" y="710"/>
                    </a:cubicBezTo>
                    <a:cubicBezTo>
                      <a:pt x="5045" y="780"/>
                      <a:pt x="4942" y="867"/>
                      <a:pt x="4844" y="960"/>
                    </a:cubicBezTo>
                    <a:cubicBezTo>
                      <a:pt x="4697" y="1107"/>
                      <a:pt x="4562" y="1406"/>
                      <a:pt x="4719" y="1590"/>
                    </a:cubicBezTo>
                    <a:cubicBezTo>
                      <a:pt x="4768" y="1634"/>
                      <a:pt x="4801" y="1699"/>
                      <a:pt x="4801" y="1764"/>
                    </a:cubicBezTo>
                    <a:cubicBezTo>
                      <a:pt x="4801" y="1824"/>
                      <a:pt x="4779" y="1884"/>
                      <a:pt x="4774" y="1944"/>
                    </a:cubicBezTo>
                    <a:cubicBezTo>
                      <a:pt x="4768" y="2047"/>
                      <a:pt x="4779" y="2177"/>
                      <a:pt x="4871" y="2243"/>
                    </a:cubicBezTo>
                    <a:cubicBezTo>
                      <a:pt x="4946" y="2296"/>
                      <a:pt x="5033" y="2313"/>
                      <a:pt x="5125" y="2313"/>
                    </a:cubicBezTo>
                    <a:cubicBezTo>
                      <a:pt x="5297" y="2313"/>
                      <a:pt x="5484" y="2254"/>
                      <a:pt x="5632" y="2254"/>
                    </a:cubicBezTo>
                    <a:cubicBezTo>
                      <a:pt x="5640" y="2254"/>
                      <a:pt x="5648" y="2254"/>
                      <a:pt x="5656" y="2254"/>
                    </a:cubicBezTo>
                    <a:cubicBezTo>
                      <a:pt x="5812" y="2254"/>
                      <a:pt x="5974" y="2258"/>
                      <a:pt x="5953" y="2466"/>
                    </a:cubicBezTo>
                    <a:cubicBezTo>
                      <a:pt x="5948" y="2525"/>
                      <a:pt x="5937" y="2591"/>
                      <a:pt x="5910" y="2645"/>
                    </a:cubicBezTo>
                    <a:cubicBezTo>
                      <a:pt x="5882" y="2705"/>
                      <a:pt x="5768" y="2716"/>
                      <a:pt x="5708" y="2737"/>
                    </a:cubicBezTo>
                    <a:cubicBezTo>
                      <a:pt x="5583" y="2792"/>
                      <a:pt x="5469" y="2851"/>
                      <a:pt x="5355" y="2922"/>
                    </a:cubicBezTo>
                    <a:cubicBezTo>
                      <a:pt x="5241" y="2982"/>
                      <a:pt x="5143" y="3058"/>
                      <a:pt x="5056" y="3150"/>
                    </a:cubicBezTo>
                    <a:cubicBezTo>
                      <a:pt x="4991" y="3221"/>
                      <a:pt x="4991" y="3324"/>
                      <a:pt x="5051" y="3400"/>
                    </a:cubicBezTo>
                    <a:cubicBezTo>
                      <a:pt x="5100" y="3487"/>
                      <a:pt x="5121" y="3569"/>
                      <a:pt x="5230" y="3596"/>
                    </a:cubicBezTo>
                    <a:cubicBezTo>
                      <a:pt x="5263" y="3602"/>
                      <a:pt x="5296" y="3605"/>
                      <a:pt x="5329" y="3605"/>
                    </a:cubicBezTo>
                    <a:cubicBezTo>
                      <a:pt x="5388" y="3605"/>
                      <a:pt x="5446" y="3595"/>
                      <a:pt x="5502" y="3574"/>
                    </a:cubicBezTo>
                    <a:cubicBezTo>
                      <a:pt x="5545" y="3564"/>
                      <a:pt x="5583" y="3542"/>
                      <a:pt x="5627" y="3531"/>
                    </a:cubicBezTo>
                    <a:cubicBezTo>
                      <a:pt x="5632" y="3531"/>
                      <a:pt x="5665" y="3520"/>
                      <a:pt x="5670" y="3520"/>
                    </a:cubicBezTo>
                    <a:lnTo>
                      <a:pt x="5670" y="3520"/>
                    </a:lnTo>
                    <a:cubicBezTo>
                      <a:pt x="5681" y="3536"/>
                      <a:pt x="5627" y="3612"/>
                      <a:pt x="5616" y="3634"/>
                    </a:cubicBezTo>
                    <a:cubicBezTo>
                      <a:pt x="5562" y="3743"/>
                      <a:pt x="5507" y="3863"/>
                      <a:pt x="5529" y="3988"/>
                    </a:cubicBezTo>
                    <a:cubicBezTo>
                      <a:pt x="5556" y="4113"/>
                      <a:pt x="5654" y="4210"/>
                      <a:pt x="5747" y="4292"/>
                    </a:cubicBezTo>
                    <a:cubicBezTo>
                      <a:pt x="5844" y="4401"/>
                      <a:pt x="5953" y="4499"/>
                      <a:pt x="6073" y="4580"/>
                    </a:cubicBezTo>
                    <a:cubicBezTo>
                      <a:pt x="6171" y="4651"/>
                      <a:pt x="6209" y="4765"/>
                      <a:pt x="6339" y="4776"/>
                    </a:cubicBezTo>
                    <a:lnTo>
                      <a:pt x="6323" y="4787"/>
                    </a:lnTo>
                    <a:lnTo>
                      <a:pt x="6328" y="4787"/>
                    </a:lnTo>
                    <a:cubicBezTo>
                      <a:pt x="6225" y="4912"/>
                      <a:pt x="6089" y="5009"/>
                      <a:pt x="5997" y="5140"/>
                    </a:cubicBezTo>
                    <a:cubicBezTo>
                      <a:pt x="5948" y="5211"/>
                      <a:pt x="5893" y="5276"/>
                      <a:pt x="5828" y="5336"/>
                    </a:cubicBezTo>
                    <a:cubicBezTo>
                      <a:pt x="5779" y="5374"/>
                      <a:pt x="5736" y="5423"/>
                      <a:pt x="5692" y="5477"/>
                    </a:cubicBezTo>
                    <a:cubicBezTo>
                      <a:pt x="5583" y="5613"/>
                      <a:pt x="5410" y="5651"/>
                      <a:pt x="5274" y="5743"/>
                    </a:cubicBezTo>
                    <a:cubicBezTo>
                      <a:pt x="5257" y="5754"/>
                      <a:pt x="5246" y="5771"/>
                      <a:pt x="5241" y="5792"/>
                    </a:cubicBezTo>
                    <a:cubicBezTo>
                      <a:pt x="5214" y="5798"/>
                      <a:pt x="5187" y="5809"/>
                      <a:pt x="5165" y="5819"/>
                    </a:cubicBezTo>
                    <a:cubicBezTo>
                      <a:pt x="5111" y="5847"/>
                      <a:pt x="5062" y="5879"/>
                      <a:pt x="5007" y="5906"/>
                    </a:cubicBezTo>
                    <a:cubicBezTo>
                      <a:pt x="4926" y="5950"/>
                      <a:pt x="4844" y="5983"/>
                      <a:pt x="4752" y="6004"/>
                    </a:cubicBezTo>
                    <a:lnTo>
                      <a:pt x="4687" y="6031"/>
                    </a:lnTo>
                    <a:cubicBezTo>
                      <a:pt x="4687" y="5999"/>
                      <a:pt x="4676" y="5977"/>
                      <a:pt x="4654" y="5955"/>
                    </a:cubicBezTo>
                    <a:cubicBezTo>
                      <a:pt x="4562" y="5852"/>
                      <a:pt x="4437" y="5781"/>
                      <a:pt x="4355" y="5673"/>
                    </a:cubicBezTo>
                    <a:cubicBezTo>
                      <a:pt x="4322" y="5607"/>
                      <a:pt x="4290" y="5542"/>
                      <a:pt x="4263" y="5472"/>
                    </a:cubicBezTo>
                    <a:cubicBezTo>
                      <a:pt x="4241" y="5444"/>
                      <a:pt x="4225" y="5412"/>
                      <a:pt x="4214" y="5374"/>
                    </a:cubicBezTo>
                    <a:cubicBezTo>
                      <a:pt x="4214" y="5341"/>
                      <a:pt x="4208" y="5308"/>
                      <a:pt x="4192" y="5281"/>
                    </a:cubicBezTo>
                    <a:cubicBezTo>
                      <a:pt x="4132" y="5156"/>
                      <a:pt x="3974" y="5135"/>
                      <a:pt x="3855" y="5118"/>
                    </a:cubicBezTo>
                    <a:cubicBezTo>
                      <a:pt x="3757" y="5107"/>
                      <a:pt x="3681" y="5102"/>
                      <a:pt x="3632" y="5004"/>
                    </a:cubicBezTo>
                    <a:cubicBezTo>
                      <a:pt x="3589" y="4923"/>
                      <a:pt x="3610" y="4830"/>
                      <a:pt x="3561" y="4749"/>
                    </a:cubicBezTo>
                    <a:cubicBezTo>
                      <a:pt x="3507" y="4645"/>
                      <a:pt x="3349" y="4602"/>
                      <a:pt x="3246" y="4569"/>
                    </a:cubicBezTo>
                    <a:cubicBezTo>
                      <a:pt x="3214" y="4559"/>
                      <a:pt x="3177" y="4553"/>
                      <a:pt x="3140" y="4553"/>
                    </a:cubicBezTo>
                    <a:cubicBezTo>
                      <a:pt x="3060" y="4553"/>
                      <a:pt x="2979" y="4582"/>
                      <a:pt x="2942" y="4656"/>
                    </a:cubicBezTo>
                    <a:cubicBezTo>
                      <a:pt x="2914" y="4716"/>
                      <a:pt x="2931" y="4792"/>
                      <a:pt x="2914" y="4852"/>
                    </a:cubicBezTo>
                    <a:cubicBezTo>
                      <a:pt x="2904" y="4939"/>
                      <a:pt x="2833" y="4988"/>
                      <a:pt x="2779" y="5053"/>
                    </a:cubicBezTo>
                    <a:cubicBezTo>
                      <a:pt x="2675" y="5156"/>
                      <a:pt x="2610" y="5298"/>
                      <a:pt x="2594" y="5444"/>
                    </a:cubicBezTo>
                    <a:cubicBezTo>
                      <a:pt x="2588" y="5618"/>
                      <a:pt x="2616" y="5798"/>
                      <a:pt x="2681" y="5961"/>
                    </a:cubicBezTo>
                    <a:cubicBezTo>
                      <a:pt x="2686" y="5977"/>
                      <a:pt x="2692" y="5993"/>
                      <a:pt x="2697" y="6015"/>
                    </a:cubicBezTo>
                    <a:cubicBezTo>
                      <a:pt x="2675" y="6010"/>
                      <a:pt x="2654" y="5999"/>
                      <a:pt x="2632" y="5993"/>
                    </a:cubicBezTo>
                    <a:cubicBezTo>
                      <a:pt x="2572" y="5966"/>
                      <a:pt x="2512" y="5934"/>
                      <a:pt x="2458" y="5901"/>
                    </a:cubicBezTo>
                    <a:cubicBezTo>
                      <a:pt x="2387" y="5874"/>
                      <a:pt x="2322" y="5836"/>
                      <a:pt x="2257" y="5803"/>
                    </a:cubicBezTo>
                    <a:cubicBezTo>
                      <a:pt x="2202" y="5749"/>
                      <a:pt x="2153" y="5694"/>
                      <a:pt x="2105" y="5640"/>
                    </a:cubicBezTo>
                    <a:cubicBezTo>
                      <a:pt x="2050" y="5586"/>
                      <a:pt x="2001" y="5537"/>
                      <a:pt x="1947" y="5488"/>
                    </a:cubicBezTo>
                    <a:cubicBezTo>
                      <a:pt x="1860" y="5395"/>
                      <a:pt x="1778" y="5298"/>
                      <a:pt x="1708" y="5194"/>
                    </a:cubicBezTo>
                    <a:lnTo>
                      <a:pt x="1708" y="5194"/>
                    </a:lnTo>
                    <a:cubicBezTo>
                      <a:pt x="1784" y="5200"/>
                      <a:pt x="1865" y="5205"/>
                      <a:pt x="1941" y="5205"/>
                    </a:cubicBezTo>
                    <a:cubicBezTo>
                      <a:pt x="1996" y="5189"/>
                      <a:pt x="2050" y="5167"/>
                      <a:pt x="2099" y="5129"/>
                    </a:cubicBezTo>
                    <a:cubicBezTo>
                      <a:pt x="2159" y="5086"/>
                      <a:pt x="2289" y="4961"/>
                      <a:pt x="2197" y="4884"/>
                    </a:cubicBezTo>
                    <a:cubicBezTo>
                      <a:pt x="2159" y="4863"/>
                      <a:pt x="2115" y="4852"/>
                      <a:pt x="2072" y="4846"/>
                    </a:cubicBezTo>
                    <a:lnTo>
                      <a:pt x="1969" y="4846"/>
                    </a:lnTo>
                    <a:cubicBezTo>
                      <a:pt x="1876" y="4846"/>
                      <a:pt x="1844" y="4814"/>
                      <a:pt x="1789" y="4738"/>
                    </a:cubicBezTo>
                    <a:cubicBezTo>
                      <a:pt x="1757" y="4683"/>
                      <a:pt x="1713" y="4645"/>
                      <a:pt x="1653" y="4624"/>
                    </a:cubicBezTo>
                    <a:cubicBezTo>
                      <a:pt x="1621" y="4607"/>
                      <a:pt x="1583" y="4596"/>
                      <a:pt x="1545" y="4596"/>
                    </a:cubicBezTo>
                    <a:lnTo>
                      <a:pt x="1469" y="4596"/>
                    </a:lnTo>
                    <a:cubicBezTo>
                      <a:pt x="1420" y="4477"/>
                      <a:pt x="1382" y="4346"/>
                      <a:pt x="1349" y="4221"/>
                    </a:cubicBezTo>
                    <a:cubicBezTo>
                      <a:pt x="1305" y="4069"/>
                      <a:pt x="1278" y="3917"/>
                      <a:pt x="1262" y="3765"/>
                    </a:cubicBezTo>
                    <a:cubicBezTo>
                      <a:pt x="1262" y="3694"/>
                      <a:pt x="1267" y="3618"/>
                      <a:pt x="1278" y="3547"/>
                    </a:cubicBezTo>
                    <a:cubicBezTo>
                      <a:pt x="1284" y="3466"/>
                      <a:pt x="1278" y="3379"/>
                      <a:pt x="1278" y="3292"/>
                    </a:cubicBezTo>
                    <a:cubicBezTo>
                      <a:pt x="1284" y="2982"/>
                      <a:pt x="1316" y="2678"/>
                      <a:pt x="1382" y="2373"/>
                    </a:cubicBezTo>
                    <a:cubicBezTo>
                      <a:pt x="1398" y="2308"/>
                      <a:pt x="1425" y="2248"/>
                      <a:pt x="1463" y="2188"/>
                    </a:cubicBezTo>
                    <a:cubicBezTo>
                      <a:pt x="1507" y="2112"/>
                      <a:pt x="1539" y="2031"/>
                      <a:pt x="1588" y="1949"/>
                    </a:cubicBezTo>
                    <a:cubicBezTo>
                      <a:pt x="1626" y="1884"/>
                      <a:pt x="1670" y="1819"/>
                      <a:pt x="1719" y="1759"/>
                    </a:cubicBezTo>
                    <a:lnTo>
                      <a:pt x="1719" y="1759"/>
                    </a:lnTo>
                    <a:cubicBezTo>
                      <a:pt x="1719" y="1770"/>
                      <a:pt x="1713" y="1775"/>
                      <a:pt x="1708" y="1786"/>
                    </a:cubicBezTo>
                    <a:cubicBezTo>
                      <a:pt x="1681" y="1868"/>
                      <a:pt x="1643" y="1955"/>
                      <a:pt x="1615" y="2036"/>
                    </a:cubicBezTo>
                    <a:cubicBezTo>
                      <a:pt x="1561" y="2172"/>
                      <a:pt x="1501" y="2379"/>
                      <a:pt x="1572" y="2520"/>
                    </a:cubicBezTo>
                    <a:cubicBezTo>
                      <a:pt x="1632" y="2634"/>
                      <a:pt x="1762" y="2688"/>
                      <a:pt x="1876" y="2737"/>
                    </a:cubicBezTo>
                    <a:cubicBezTo>
                      <a:pt x="1947" y="2770"/>
                      <a:pt x="2023" y="2797"/>
                      <a:pt x="2088" y="2835"/>
                    </a:cubicBezTo>
                    <a:cubicBezTo>
                      <a:pt x="2132" y="2857"/>
                      <a:pt x="2164" y="2884"/>
                      <a:pt x="2202" y="2911"/>
                    </a:cubicBezTo>
                    <a:cubicBezTo>
                      <a:pt x="2257" y="2955"/>
                      <a:pt x="2262" y="2971"/>
                      <a:pt x="2230" y="3031"/>
                    </a:cubicBezTo>
                    <a:cubicBezTo>
                      <a:pt x="2164" y="3156"/>
                      <a:pt x="2110" y="3286"/>
                      <a:pt x="2159" y="3433"/>
                    </a:cubicBezTo>
                    <a:cubicBezTo>
                      <a:pt x="2197" y="3553"/>
                      <a:pt x="2333" y="3585"/>
                      <a:pt x="2431" y="3640"/>
                    </a:cubicBezTo>
                    <a:cubicBezTo>
                      <a:pt x="2512" y="3683"/>
                      <a:pt x="2567" y="3754"/>
                      <a:pt x="2583" y="3841"/>
                    </a:cubicBezTo>
                    <a:cubicBezTo>
                      <a:pt x="2605" y="3939"/>
                      <a:pt x="2577" y="4015"/>
                      <a:pt x="2572" y="4113"/>
                    </a:cubicBezTo>
                    <a:cubicBezTo>
                      <a:pt x="2567" y="4232"/>
                      <a:pt x="2632" y="4346"/>
                      <a:pt x="2735" y="4406"/>
                    </a:cubicBezTo>
                    <a:cubicBezTo>
                      <a:pt x="2770" y="4425"/>
                      <a:pt x="2808" y="4435"/>
                      <a:pt x="2846" y="4435"/>
                    </a:cubicBezTo>
                    <a:cubicBezTo>
                      <a:pt x="2925" y="4435"/>
                      <a:pt x="3003" y="4395"/>
                      <a:pt x="3050" y="4325"/>
                    </a:cubicBezTo>
                    <a:cubicBezTo>
                      <a:pt x="3088" y="4270"/>
                      <a:pt x="3110" y="4205"/>
                      <a:pt x="3105" y="4140"/>
                    </a:cubicBezTo>
                    <a:cubicBezTo>
                      <a:pt x="3099" y="4107"/>
                      <a:pt x="3094" y="4069"/>
                      <a:pt x="3078" y="4036"/>
                    </a:cubicBezTo>
                    <a:cubicBezTo>
                      <a:pt x="3078" y="4026"/>
                      <a:pt x="3072" y="4009"/>
                      <a:pt x="3067" y="3998"/>
                    </a:cubicBezTo>
                    <a:lnTo>
                      <a:pt x="3050" y="3971"/>
                    </a:lnTo>
                    <a:cubicBezTo>
                      <a:pt x="3137" y="3906"/>
                      <a:pt x="3148" y="3792"/>
                      <a:pt x="3159" y="3683"/>
                    </a:cubicBezTo>
                    <a:cubicBezTo>
                      <a:pt x="3170" y="3515"/>
                      <a:pt x="3159" y="3346"/>
                      <a:pt x="3121" y="3183"/>
                    </a:cubicBezTo>
                    <a:cubicBezTo>
                      <a:pt x="3105" y="3112"/>
                      <a:pt x="3078" y="3047"/>
                      <a:pt x="3040" y="2982"/>
                    </a:cubicBezTo>
                    <a:cubicBezTo>
                      <a:pt x="3001" y="2911"/>
                      <a:pt x="2963" y="2841"/>
                      <a:pt x="2931" y="2770"/>
                    </a:cubicBezTo>
                    <a:cubicBezTo>
                      <a:pt x="2898" y="2678"/>
                      <a:pt x="2909" y="2574"/>
                      <a:pt x="2969" y="2498"/>
                    </a:cubicBezTo>
                    <a:cubicBezTo>
                      <a:pt x="2996" y="2455"/>
                      <a:pt x="3018" y="2341"/>
                      <a:pt x="3050" y="2324"/>
                    </a:cubicBezTo>
                    <a:cubicBezTo>
                      <a:pt x="3099" y="2297"/>
                      <a:pt x="3203" y="2313"/>
                      <a:pt x="3257" y="2302"/>
                    </a:cubicBezTo>
                    <a:cubicBezTo>
                      <a:pt x="3338" y="2292"/>
                      <a:pt x="3415" y="2270"/>
                      <a:pt x="3491" y="2237"/>
                    </a:cubicBezTo>
                    <a:cubicBezTo>
                      <a:pt x="3605" y="2188"/>
                      <a:pt x="3703" y="2101"/>
                      <a:pt x="3686" y="1971"/>
                    </a:cubicBezTo>
                    <a:cubicBezTo>
                      <a:pt x="3665" y="1781"/>
                      <a:pt x="3496" y="1639"/>
                      <a:pt x="3404" y="1487"/>
                    </a:cubicBezTo>
                    <a:cubicBezTo>
                      <a:pt x="3262" y="1259"/>
                      <a:pt x="3578" y="1199"/>
                      <a:pt x="3692" y="1079"/>
                    </a:cubicBezTo>
                    <a:cubicBezTo>
                      <a:pt x="3784" y="965"/>
                      <a:pt x="3768" y="791"/>
                      <a:pt x="3654" y="693"/>
                    </a:cubicBezTo>
                    <a:cubicBezTo>
                      <a:pt x="3583" y="634"/>
                      <a:pt x="3507" y="590"/>
                      <a:pt x="3420" y="558"/>
                    </a:cubicBezTo>
                    <a:cubicBezTo>
                      <a:pt x="3464" y="547"/>
                      <a:pt x="3507" y="536"/>
                      <a:pt x="3550" y="525"/>
                    </a:cubicBezTo>
                    <a:cubicBezTo>
                      <a:pt x="3708" y="487"/>
                      <a:pt x="3866" y="465"/>
                      <a:pt x="4023" y="443"/>
                    </a:cubicBezTo>
                    <a:cubicBezTo>
                      <a:pt x="4091" y="435"/>
                      <a:pt x="4159" y="431"/>
                      <a:pt x="4227" y="431"/>
                    </a:cubicBezTo>
                    <a:close/>
                    <a:moveTo>
                      <a:pt x="3147" y="4661"/>
                    </a:moveTo>
                    <a:cubicBezTo>
                      <a:pt x="3153" y="4661"/>
                      <a:pt x="3159" y="4661"/>
                      <a:pt x="3165" y="4662"/>
                    </a:cubicBezTo>
                    <a:lnTo>
                      <a:pt x="3159" y="4667"/>
                    </a:lnTo>
                    <a:cubicBezTo>
                      <a:pt x="3268" y="4678"/>
                      <a:pt x="3366" y="4727"/>
                      <a:pt x="3447" y="4797"/>
                    </a:cubicBezTo>
                    <a:cubicBezTo>
                      <a:pt x="3502" y="4868"/>
                      <a:pt x="3480" y="4977"/>
                      <a:pt x="3512" y="5058"/>
                    </a:cubicBezTo>
                    <a:cubicBezTo>
                      <a:pt x="3534" y="5113"/>
                      <a:pt x="3578" y="5167"/>
                      <a:pt x="3627" y="5200"/>
                    </a:cubicBezTo>
                    <a:cubicBezTo>
                      <a:pt x="3752" y="5287"/>
                      <a:pt x="4002" y="5227"/>
                      <a:pt x="4051" y="5390"/>
                    </a:cubicBezTo>
                    <a:cubicBezTo>
                      <a:pt x="4078" y="5531"/>
                      <a:pt x="4127" y="5667"/>
                      <a:pt x="4192" y="5798"/>
                    </a:cubicBezTo>
                    <a:cubicBezTo>
                      <a:pt x="4268" y="5906"/>
                      <a:pt x="4360" y="5999"/>
                      <a:pt x="4464" y="6080"/>
                    </a:cubicBezTo>
                    <a:cubicBezTo>
                      <a:pt x="4426" y="6086"/>
                      <a:pt x="4388" y="6091"/>
                      <a:pt x="4350" y="6097"/>
                    </a:cubicBezTo>
                    <a:cubicBezTo>
                      <a:pt x="4284" y="6113"/>
                      <a:pt x="4219" y="6124"/>
                      <a:pt x="4159" y="6129"/>
                    </a:cubicBezTo>
                    <a:cubicBezTo>
                      <a:pt x="4127" y="6131"/>
                      <a:pt x="4094" y="6132"/>
                      <a:pt x="4061" y="6132"/>
                    </a:cubicBezTo>
                    <a:cubicBezTo>
                      <a:pt x="3996" y="6132"/>
                      <a:pt x="3931" y="6129"/>
                      <a:pt x="3866" y="6129"/>
                    </a:cubicBezTo>
                    <a:cubicBezTo>
                      <a:pt x="3833" y="6132"/>
                      <a:pt x="3801" y="6133"/>
                      <a:pt x="3769" y="6133"/>
                    </a:cubicBezTo>
                    <a:cubicBezTo>
                      <a:pt x="3737" y="6133"/>
                      <a:pt x="3705" y="6132"/>
                      <a:pt x="3676" y="6129"/>
                    </a:cubicBezTo>
                    <a:cubicBezTo>
                      <a:pt x="3605" y="6118"/>
                      <a:pt x="3534" y="6108"/>
                      <a:pt x="3464" y="6108"/>
                    </a:cubicBezTo>
                    <a:cubicBezTo>
                      <a:pt x="3393" y="6102"/>
                      <a:pt x="3322" y="6097"/>
                      <a:pt x="3252" y="6091"/>
                    </a:cubicBezTo>
                    <a:cubicBezTo>
                      <a:pt x="3170" y="6080"/>
                      <a:pt x="3088" y="6091"/>
                      <a:pt x="3001" y="6069"/>
                    </a:cubicBezTo>
                    <a:cubicBezTo>
                      <a:pt x="2953" y="6059"/>
                      <a:pt x="2904" y="6053"/>
                      <a:pt x="2855" y="6042"/>
                    </a:cubicBezTo>
                    <a:cubicBezTo>
                      <a:pt x="2849" y="6021"/>
                      <a:pt x="2849" y="5999"/>
                      <a:pt x="2844" y="5977"/>
                    </a:cubicBezTo>
                    <a:cubicBezTo>
                      <a:pt x="2833" y="5912"/>
                      <a:pt x="2817" y="5852"/>
                      <a:pt x="2800" y="5792"/>
                    </a:cubicBezTo>
                    <a:cubicBezTo>
                      <a:pt x="2751" y="5607"/>
                      <a:pt x="2730" y="5401"/>
                      <a:pt x="2849" y="5232"/>
                    </a:cubicBezTo>
                    <a:cubicBezTo>
                      <a:pt x="2931" y="5118"/>
                      <a:pt x="3056" y="5031"/>
                      <a:pt x="3067" y="4879"/>
                    </a:cubicBezTo>
                    <a:cubicBezTo>
                      <a:pt x="3067" y="4785"/>
                      <a:pt x="3017" y="4661"/>
                      <a:pt x="3147" y="4661"/>
                    </a:cubicBezTo>
                    <a:close/>
                    <a:moveTo>
                      <a:pt x="5056" y="6233"/>
                    </a:moveTo>
                    <a:cubicBezTo>
                      <a:pt x="5058" y="6237"/>
                      <a:pt x="5059" y="6239"/>
                      <a:pt x="5058" y="6239"/>
                    </a:cubicBezTo>
                    <a:cubicBezTo>
                      <a:pt x="5058" y="6239"/>
                      <a:pt x="5056" y="6236"/>
                      <a:pt x="5056" y="6233"/>
                    </a:cubicBezTo>
                    <a:close/>
                    <a:moveTo>
                      <a:pt x="5496" y="5874"/>
                    </a:moveTo>
                    <a:lnTo>
                      <a:pt x="5496" y="5896"/>
                    </a:lnTo>
                    <a:cubicBezTo>
                      <a:pt x="5496" y="5928"/>
                      <a:pt x="5507" y="5961"/>
                      <a:pt x="5524" y="5988"/>
                    </a:cubicBezTo>
                    <a:lnTo>
                      <a:pt x="5535" y="6004"/>
                    </a:lnTo>
                    <a:cubicBezTo>
                      <a:pt x="5464" y="6031"/>
                      <a:pt x="5404" y="6069"/>
                      <a:pt x="5344" y="6108"/>
                    </a:cubicBezTo>
                    <a:cubicBezTo>
                      <a:pt x="5263" y="6162"/>
                      <a:pt x="5176" y="6211"/>
                      <a:pt x="5089" y="6260"/>
                    </a:cubicBezTo>
                    <a:cubicBezTo>
                      <a:pt x="5083" y="6254"/>
                      <a:pt x="5078" y="6249"/>
                      <a:pt x="5067" y="6243"/>
                    </a:cubicBezTo>
                    <a:cubicBezTo>
                      <a:pt x="5063" y="6243"/>
                      <a:pt x="5058" y="6236"/>
                      <a:pt x="5060" y="6236"/>
                    </a:cubicBezTo>
                    <a:lnTo>
                      <a:pt x="5060" y="6236"/>
                    </a:lnTo>
                    <a:cubicBezTo>
                      <a:pt x="5060" y="6236"/>
                      <a:pt x="5061" y="6237"/>
                      <a:pt x="5062" y="6238"/>
                    </a:cubicBezTo>
                    <a:lnTo>
                      <a:pt x="5056" y="6233"/>
                    </a:lnTo>
                    <a:lnTo>
                      <a:pt x="5056" y="6233"/>
                    </a:lnTo>
                    <a:cubicBezTo>
                      <a:pt x="5056" y="6233"/>
                      <a:pt x="5056" y="6233"/>
                      <a:pt x="5056" y="6233"/>
                    </a:cubicBezTo>
                    <a:lnTo>
                      <a:pt x="5062" y="6233"/>
                    </a:lnTo>
                    <a:cubicBezTo>
                      <a:pt x="5045" y="6211"/>
                      <a:pt x="5034" y="6189"/>
                      <a:pt x="5024" y="6173"/>
                    </a:cubicBezTo>
                    <a:cubicBezTo>
                      <a:pt x="5018" y="6162"/>
                      <a:pt x="5013" y="6156"/>
                      <a:pt x="5007" y="6151"/>
                    </a:cubicBezTo>
                    <a:lnTo>
                      <a:pt x="5024" y="6146"/>
                    </a:lnTo>
                    <a:cubicBezTo>
                      <a:pt x="5094" y="6108"/>
                      <a:pt x="5170" y="6059"/>
                      <a:pt x="5236" y="6010"/>
                    </a:cubicBezTo>
                    <a:cubicBezTo>
                      <a:pt x="5317" y="5955"/>
                      <a:pt x="5415" y="5923"/>
                      <a:pt x="5496" y="5874"/>
                    </a:cubicBezTo>
                    <a:close/>
                    <a:moveTo>
                      <a:pt x="1855" y="1014"/>
                    </a:moveTo>
                    <a:cubicBezTo>
                      <a:pt x="1871" y="1036"/>
                      <a:pt x="1887" y="1052"/>
                      <a:pt x="1898" y="1074"/>
                    </a:cubicBezTo>
                    <a:cubicBezTo>
                      <a:pt x="1920" y="1123"/>
                      <a:pt x="1952" y="1161"/>
                      <a:pt x="1996" y="1194"/>
                    </a:cubicBezTo>
                    <a:cubicBezTo>
                      <a:pt x="1936" y="1253"/>
                      <a:pt x="1882" y="1308"/>
                      <a:pt x="1816" y="1368"/>
                    </a:cubicBezTo>
                    <a:cubicBezTo>
                      <a:pt x="1691" y="1476"/>
                      <a:pt x="1583" y="1601"/>
                      <a:pt x="1485" y="1737"/>
                    </a:cubicBezTo>
                    <a:cubicBezTo>
                      <a:pt x="1392" y="1873"/>
                      <a:pt x="1327" y="2014"/>
                      <a:pt x="1240" y="2156"/>
                    </a:cubicBezTo>
                    <a:cubicBezTo>
                      <a:pt x="1164" y="2275"/>
                      <a:pt x="1148" y="2444"/>
                      <a:pt x="1126" y="2585"/>
                    </a:cubicBezTo>
                    <a:cubicBezTo>
                      <a:pt x="1099" y="2743"/>
                      <a:pt x="1088" y="2906"/>
                      <a:pt x="1072" y="3069"/>
                    </a:cubicBezTo>
                    <a:cubicBezTo>
                      <a:pt x="1055" y="3227"/>
                      <a:pt x="1083" y="3406"/>
                      <a:pt x="1066" y="3569"/>
                    </a:cubicBezTo>
                    <a:lnTo>
                      <a:pt x="1072" y="3569"/>
                    </a:lnTo>
                    <a:cubicBezTo>
                      <a:pt x="1055" y="3732"/>
                      <a:pt x="1066" y="3890"/>
                      <a:pt x="1099" y="4053"/>
                    </a:cubicBezTo>
                    <a:cubicBezTo>
                      <a:pt x="1126" y="4232"/>
                      <a:pt x="1175" y="4406"/>
                      <a:pt x="1240" y="4575"/>
                    </a:cubicBezTo>
                    <a:cubicBezTo>
                      <a:pt x="1295" y="4727"/>
                      <a:pt x="1322" y="4884"/>
                      <a:pt x="1387" y="5031"/>
                    </a:cubicBezTo>
                    <a:cubicBezTo>
                      <a:pt x="1452" y="5183"/>
                      <a:pt x="1539" y="5330"/>
                      <a:pt x="1643" y="5461"/>
                    </a:cubicBezTo>
                    <a:cubicBezTo>
                      <a:pt x="1751" y="5597"/>
                      <a:pt x="1887" y="5716"/>
                      <a:pt x="2007" y="5847"/>
                    </a:cubicBezTo>
                    <a:cubicBezTo>
                      <a:pt x="2050" y="5901"/>
                      <a:pt x="2099" y="5950"/>
                      <a:pt x="2153" y="5993"/>
                    </a:cubicBezTo>
                    <a:cubicBezTo>
                      <a:pt x="2224" y="6031"/>
                      <a:pt x="2300" y="6059"/>
                      <a:pt x="2365" y="6097"/>
                    </a:cubicBezTo>
                    <a:cubicBezTo>
                      <a:pt x="2480" y="6173"/>
                      <a:pt x="2616" y="6227"/>
                      <a:pt x="2751" y="6254"/>
                    </a:cubicBezTo>
                    <a:cubicBezTo>
                      <a:pt x="2822" y="6260"/>
                      <a:pt x="2887" y="6271"/>
                      <a:pt x="2958" y="6287"/>
                    </a:cubicBezTo>
                    <a:cubicBezTo>
                      <a:pt x="3040" y="6298"/>
                      <a:pt x="3126" y="6303"/>
                      <a:pt x="3208" y="6309"/>
                    </a:cubicBezTo>
                    <a:cubicBezTo>
                      <a:pt x="3278" y="6313"/>
                      <a:pt x="3344" y="6326"/>
                      <a:pt x="3410" y="6326"/>
                    </a:cubicBezTo>
                    <a:cubicBezTo>
                      <a:pt x="3421" y="6326"/>
                      <a:pt x="3431" y="6326"/>
                      <a:pt x="3442" y="6325"/>
                    </a:cubicBezTo>
                    <a:cubicBezTo>
                      <a:pt x="3523" y="6325"/>
                      <a:pt x="3594" y="6347"/>
                      <a:pt x="3670" y="6352"/>
                    </a:cubicBezTo>
                    <a:cubicBezTo>
                      <a:pt x="3742" y="6357"/>
                      <a:pt x="3814" y="6360"/>
                      <a:pt x="3886" y="6360"/>
                    </a:cubicBezTo>
                    <a:cubicBezTo>
                      <a:pt x="4189" y="6360"/>
                      <a:pt x="4488" y="6314"/>
                      <a:pt x="4774" y="6222"/>
                    </a:cubicBezTo>
                    <a:lnTo>
                      <a:pt x="4850" y="6200"/>
                    </a:lnTo>
                    <a:cubicBezTo>
                      <a:pt x="4850" y="6200"/>
                      <a:pt x="4850" y="6205"/>
                      <a:pt x="4850" y="6205"/>
                    </a:cubicBezTo>
                    <a:cubicBezTo>
                      <a:pt x="4855" y="6233"/>
                      <a:pt x="4855" y="6260"/>
                      <a:pt x="4866" y="6287"/>
                    </a:cubicBezTo>
                    <a:cubicBezTo>
                      <a:pt x="4871" y="6309"/>
                      <a:pt x="4882" y="6330"/>
                      <a:pt x="4899" y="6347"/>
                    </a:cubicBezTo>
                    <a:cubicBezTo>
                      <a:pt x="4812" y="6385"/>
                      <a:pt x="4730" y="6417"/>
                      <a:pt x="4638" y="6445"/>
                    </a:cubicBezTo>
                    <a:cubicBezTo>
                      <a:pt x="4534" y="6477"/>
                      <a:pt x="4437" y="6526"/>
                      <a:pt x="4333" y="6559"/>
                    </a:cubicBezTo>
                    <a:cubicBezTo>
                      <a:pt x="4219" y="6591"/>
                      <a:pt x="4099" y="6618"/>
                      <a:pt x="3985" y="6635"/>
                    </a:cubicBezTo>
                    <a:cubicBezTo>
                      <a:pt x="3860" y="6662"/>
                      <a:pt x="3741" y="6684"/>
                      <a:pt x="3616" y="6695"/>
                    </a:cubicBezTo>
                    <a:cubicBezTo>
                      <a:pt x="3491" y="6705"/>
                      <a:pt x="3377" y="6705"/>
                      <a:pt x="3252" y="6716"/>
                    </a:cubicBezTo>
                    <a:cubicBezTo>
                      <a:pt x="3215" y="6719"/>
                      <a:pt x="3179" y="6721"/>
                      <a:pt x="3142" y="6721"/>
                    </a:cubicBezTo>
                    <a:cubicBezTo>
                      <a:pt x="3049" y="6721"/>
                      <a:pt x="2956" y="6712"/>
                      <a:pt x="2866" y="6700"/>
                    </a:cubicBezTo>
                    <a:cubicBezTo>
                      <a:pt x="2735" y="6695"/>
                      <a:pt x="2605" y="6678"/>
                      <a:pt x="2480" y="6646"/>
                    </a:cubicBezTo>
                    <a:cubicBezTo>
                      <a:pt x="2365" y="6613"/>
                      <a:pt x="2240" y="6597"/>
                      <a:pt x="2132" y="6553"/>
                    </a:cubicBezTo>
                    <a:cubicBezTo>
                      <a:pt x="2023" y="6510"/>
                      <a:pt x="1920" y="6412"/>
                      <a:pt x="1816" y="6352"/>
                    </a:cubicBezTo>
                    <a:cubicBezTo>
                      <a:pt x="1610" y="6233"/>
                      <a:pt x="1463" y="6037"/>
                      <a:pt x="1311" y="5857"/>
                    </a:cubicBezTo>
                    <a:cubicBezTo>
                      <a:pt x="1224" y="5754"/>
                      <a:pt x="1159" y="5635"/>
                      <a:pt x="1104" y="5510"/>
                    </a:cubicBezTo>
                    <a:cubicBezTo>
                      <a:pt x="1055" y="5401"/>
                      <a:pt x="1039" y="5281"/>
                      <a:pt x="968" y="5173"/>
                    </a:cubicBezTo>
                    <a:cubicBezTo>
                      <a:pt x="833" y="4950"/>
                      <a:pt x="805" y="4662"/>
                      <a:pt x="756" y="4412"/>
                    </a:cubicBezTo>
                    <a:cubicBezTo>
                      <a:pt x="713" y="4151"/>
                      <a:pt x="697" y="3884"/>
                      <a:pt x="718" y="3623"/>
                    </a:cubicBezTo>
                    <a:cubicBezTo>
                      <a:pt x="729" y="3504"/>
                      <a:pt x="756" y="3384"/>
                      <a:pt x="767" y="3265"/>
                    </a:cubicBezTo>
                    <a:cubicBezTo>
                      <a:pt x="778" y="3134"/>
                      <a:pt x="756" y="3004"/>
                      <a:pt x="789" y="2873"/>
                    </a:cubicBezTo>
                    <a:cubicBezTo>
                      <a:pt x="816" y="2754"/>
                      <a:pt x="854" y="2639"/>
                      <a:pt x="898" y="2531"/>
                    </a:cubicBezTo>
                    <a:cubicBezTo>
                      <a:pt x="914" y="2493"/>
                      <a:pt x="920" y="2455"/>
                      <a:pt x="925" y="2417"/>
                    </a:cubicBezTo>
                    <a:cubicBezTo>
                      <a:pt x="941" y="2335"/>
                      <a:pt x="974" y="2254"/>
                      <a:pt x="1023" y="2183"/>
                    </a:cubicBezTo>
                    <a:cubicBezTo>
                      <a:pt x="1077" y="2080"/>
                      <a:pt x="1132" y="1982"/>
                      <a:pt x="1180" y="1873"/>
                    </a:cubicBezTo>
                    <a:cubicBezTo>
                      <a:pt x="1246" y="1753"/>
                      <a:pt x="1322" y="1639"/>
                      <a:pt x="1403" y="1531"/>
                    </a:cubicBezTo>
                    <a:cubicBezTo>
                      <a:pt x="1485" y="1400"/>
                      <a:pt x="1583" y="1275"/>
                      <a:pt x="1686" y="1161"/>
                    </a:cubicBezTo>
                    <a:cubicBezTo>
                      <a:pt x="1740" y="1107"/>
                      <a:pt x="1795" y="1058"/>
                      <a:pt x="1855" y="1014"/>
                    </a:cubicBezTo>
                    <a:close/>
                    <a:moveTo>
                      <a:pt x="2278" y="157"/>
                    </a:moveTo>
                    <a:cubicBezTo>
                      <a:pt x="2321" y="157"/>
                      <a:pt x="2362" y="171"/>
                      <a:pt x="2393" y="210"/>
                    </a:cubicBezTo>
                    <a:cubicBezTo>
                      <a:pt x="2474" y="318"/>
                      <a:pt x="2442" y="411"/>
                      <a:pt x="2333" y="476"/>
                    </a:cubicBezTo>
                    <a:cubicBezTo>
                      <a:pt x="2251" y="525"/>
                      <a:pt x="2175" y="585"/>
                      <a:pt x="2094" y="628"/>
                    </a:cubicBezTo>
                    <a:cubicBezTo>
                      <a:pt x="2012" y="661"/>
                      <a:pt x="1941" y="704"/>
                      <a:pt x="1871" y="753"/>
                    </a:cubicBezTo>
                    <a:cubicBezTo>
                      <a:pt x="1773" y="835"/>
                      <a:pt x="1670" y="911"/>
                      <a:pt x="1577" y="992"/>
                    </a:cubicBezTo>
                    <a:cubicBezTo>
                      <a:pt x="1403" y="1156"/>
                      <a:pt x="1273" y="1378"/>
                      <a:pt x="1137" y="1574"/>
                    </a:cubicBezTo>
                    <a:cubicBezTo>
                      <a:pt x="1072" y="1672"/>
                      <a:pt x="1017" y="1775"/>
                      <a:pt x="968" y="1878"/>
                    </a:cubicBezTo>
                    <a:cubicBezTo>
                      <a:pt x="909" y="1982"/>
                      <a:pt x="849" y="2085"/>
                      <a:pt x="795" y="2188"/>
                    </a:cubicBezTo>
                    <a:cubicBezTo>
                      <a:pt x="740" y="2297"/>
                      <a:pt x="740" y="2389"/>
                      <a:pt x="702" y="2487"/>
                    </a:cubicBezTo>
                    <a:cubicBezTo>
                      <a:pt x="664" y="2585"/>
                      <a:pt x="631" y="2699"/>
                      <a:pt x="604" y="2803"/>
                    </a:cubicBezTo>
                    <a:cubicBezTo>
                      <a:pt x="577" y="2911"/>
                      <a:pt x="566" y="3025"/>
                      <a:pt x="572" y="3140"/>
                    </a:cubicBezTo>
                    <a:cubicBezTo>
                      <a:pt x="566" y="3259"/>
                      <a:pt x="555" y="3373"/>
                      <a:pt x="539" y="3487"/>
                    </a:cubicBezTo>
                    <a:cubicBezTo>
                      <a:pt x="512" y="3743"/>
                      <a:pt x="506" y="3998"/>
                      <a:pt x="528" y="4254"/>
                    </a:cubicBezTo>
                    <a:cubicBezTo>
                      <a:pt x="566" y="4493"/>
                      <a:pt x="610" y="4727"/>
                      <a:pt x="670" y="4961"/>
                    </a:cubicBezTo>
                    <a:cubicBezTo>
                      <a:pt x="691" y="5058"/>
                      <a:pt x="729" y="5156"/>
                      <a:pt x="778" y="5249"/>
                    </a:cubicBezTo>
                    <a:cubicBezTo>
                      <a:pt x="833" y="5352"/>
                      <a:pt x="876" y="5466"/>
                      <a:pt x="914" y="5575"/>
                    </a:cubicBezTo>
                    <a:cubicBezTo>
                      <a:pt x="963" y="5689"/>
                      <a:pt x="1023" y="5798"/>
                      <a:pt x="1088" y="5901"/>
                    </a:cubicBezTo>
                    <a:cubicBezTo>
                      <a:pt x="1142" y="5988"/>
                      <a:pt x="1224" y="6053"/>
                      <a:pt x="1289" y="6135"/>
                    </a:cubicBezTo>
                    <a:cubicBezTo>
                      <a:pt x="1360" y="6222"/>
                      <a:pt x="1431" y="6303"/>
                      <a:pt x="1512" y="6379"/>
                    </a:cubicBezTo>
                    <a:cubicBezTo>
                      <a:pt x="1599" y="6450"/>
                      <a:pt x="1686" y="6510"/>
                      <a:pt x="1784" y="6559"/>
                    </a:cubicBezTo>
                    <a:cubicBezTo>
                      <a:pt x="1876" y="6618"/>
                      <a:pt x="1952" y="6695"/>
                      <a:pt x="2050" y="6733"/>
                    </a:cubicBezTo>
                    <a:cubicBezTo>
                      <a:pt x="2170" y="6771"/>
                      <a:pt x="2289" y="6803"/>
                      <a:pt x="2409" y="6830"/>
                    </a:cubicBezTo>
                    <a:cubicBezTo>
                      <a:pt x="2518" y="6852"/>
                      <a:pt x="2621" y="6869"/>
                      <a:pt x="2724" y="6874"/>
                    </a:cubicBezTo>
                    <a:cubicBezTo>
                      <a:pt x="2849" y="6890"/>
                      <a:pt x="2974" y="6896"/>
                      <a:pt x="3099" y="6907"/>
                    </a:cubicBezTo>
                    <a:cubicBezTo>
                      <a:pt x="3197" y="6907"/>
                      <a:pt x="3300" y="6901"/>
                      <a:pt x="3398" y="6885"/>
                    </a:cubicBezTo>
                    <a:cubicBezTo>
                      <a:pt x="3523" y="6874"/>
                      <a:pt x="3648" y="6885"/>
                      <a:pt x="3773" y="6869"/>
                    </a:cubicBezTo>
                    <a:cubicBezTo>
                      <a:pt x="3882" y="6852"/>
                      <a:pt x="3985" y="6825"/>
                      <a:pt x="4089" y="6809"/>
                    </a:cubicBezTo>
                    <a:cubicBezTo>
                      <a:pt x="4203" y="6792"/>
                      <a:pt x="4311" y="6771"/>
                      <a:pt x="4420" y="6733"/>
                    </a:cubicBezTo>
                    <a:cubicBezTo>
                      <a:pt x="4475" y="6711"/>
                      <a:pt x="4523" y="6678"/>
                      <a:pt x="4583" y="6662"/>
                    </a:cubicBezTo>
                    <a:cubicBezTo>
                      <a:pt x="4638" y="6640"/>
                      <a:pt x="4708" y="6624"/>
                      <a:pt x="4768" y="6602"/>
                    </a:cubicBezTo>
                    <a:cubicBezTo>
                      <a:pt x="4893" y="6559"/>
                      <a:pt x="5018" y="6504"/>
                      <a:pt x="5132" y="6445"/>
                    </a:cubicBezTo>
                    <a:cubicBezTo>
                      <a:pt x="5252" y="6385"/>
                      <a:pt x="5355" y="6314"/>
                      <a:pt x="5469" y="6249"/>
                    </a:cubicBezTo>
                    <a:cubicBezTo>
                      <a:pt x="5578" y="6184"/>
                      <a:pt x="5703" y="6129"/>
                      <a:pt x="5817" y="6069"/>
                    </a:cubicBezTo>
                    <a:lnTo>
                      <a:pt x="5812" y="6069"/>
                    </a:lnTo>
                    <a:cubicBezTo>
                      <a:pt x="5884" y="6029"/>
                      <a:pt x="5959" y="5955"/>
                      <a:pt x="6038" y="5955"/>
                    </a:cubicBezTo>
                    <a:cubicBezTo>
                      <a:pt x="6055" y="5955"/>
                      <a:pt x="6072" y="5959"/>
                      <a:pt x="6089" y="5966"/>
                    </a:cubicBezTo>
                    <a:cubicBezTo>
                      <a:pt x="6219" y="6026"/>
                      <a:pt x="6203" y="6156"/>
                      <a:pt x="6122" y="6254"/>
                    </a:cubicBezTo>
                    <a:cubicBezTo>
                      <a:pt x="6084" y="6298"/>
                      <a:pt x="6040" y="6330"/>
                      <a:pt x="5991" y="6358"/>
                    </a:cubicBezTo>
                    <a:cubicBezTo>
                      <a:pt x="5948" y="6374"/>
                      <a:pt x="5904" y="6396"/>
                      <a:pt x="5866" y="6423"/>
                    </a:cubicBezTo>
                    <a:cubicBezTo>
                      <a:pt x="5839" y="6450"/>
                      <a:pt x="5812" y="6477"/>
                      <a:pt x="5785" y="6504"/>
                    </a:cubicBezTo>
                    <a:cubicBezTo>
                      <a:pt x="5638" y="6570"/>
                      <a:pt x="5507" y="6673"/>
                      <a:pt x="5355" y="6733"/>
                    </a:cubicBezTo>
                    <a:cubicBezTo>
                      <a:pt x="5181" y="6809"/>
                      <a:pt x="4991" y="6847"/>
                      <a:pt x="4822" y="6928"/>
                    </a:cubicBezTo>
                    <a:cubicBezTo>
                      <a:pt x="4654" y="7010"/>
                      <a:pt x="4447" y="7026"/>
                      <a:pt x="4263" y="7086"/>
                    </a:cubicBezTo>
                    <a:cubicBezTo>
                      <a:pt x="4170" y="7113"/>
                      <a:pt x="4072" y="7129"/>
                      <a:pt x="3974" y="7140"/>
                    </a:cubicBezTo>
                    <a:cubicBezTo>
                      <a:pt x="3866" y="7151"/>
                      <a:pt x="3757" y="7178"/>
                      <a:pt x="3643" y="7189"/>
                    </a:cubicBezTo>
                    <a:cubicBezTo>
                      <a:pt x="3537" y="7195"/>
                      <a:pt x="3431" y="7197"/>
                      <a:pt x="3325" y="7197"/>
                    </a:cubicBezTo>
                    <a:cubicBezTo>
                      <a:pt x="3219" y="7197"/>
                      <a:pt x="3113" y="7195"/>
                      <a:pt x="3007" y="7189"/>
                    </a:cubicBezTo>
                    <a:cubicBezTo>
                      <a:pt x="2795" y="7178"/>
                      <a:pt x="2588" y="7151"/>
                      <a:pt x="2382" y="7102"/>
                    </a:cubicBezTo>
                    <a:cubicBezTo>
                      <a:pt x="2186" y="7053"/>
                      <a:pt x="1996" y="6983"/>
                      <a:pt x="1811" y="6890"/>
                    </a:cubicBezTo>
                    <a:cubicBezTo>
                      <a:pt x="1643" y="6814"/>
                      <a:pt x="1534" y="6667"/>
                      <a:pt x="1376" y="6570"/>
                    </a:cubicBezTo>
                    <a:cubicBezTo>
                      <a:pt x="1305" y="6521"/>
                      <a:pt x="1240" y="6461"/>
                      <a:pt x="1186" y="6396"/>
                    </a:cubicBezTo>
                    <a:cubicBezTo>
                      <a:pt x="1121" y="6325"/>
                      <a:pt x="1039" y="6298"/>
                      <a:pt x="974" y="6233"/>
                    </a:cubicBezTo>
                    <a:cubicBezTo>
                      <a:pt x="843" y="6080"/>
                      <a:pt x="729" y="5923"/>
                      <a:pt x="637" y="5749"/>
                    </a:cubicBezTo>
                    <a:cubicBezTo>
                      <a:pt x="436" y="5385"/>
                      <a:pt x="338" y="5009"/>
                      <a:pt x="262" y="4607"/>
                    </a:cubicBezTo>
                    <a:cubicBezTo>
                      <a:pt x="240" y="4509"/>
                      <a:pt x="256" y="4412"/>
                      <a:pt x="240" y="4314"/>
                    </a:cubicBezTo>
                    <a:cubicBezTo>
                      <a:pt x="229" y="4200"/>
                      <a:pt x="224" y="4085"/>
                      <a:pt x="224" y="3977"/>
                    </a:cubicBezTo>
                    <a:cubicBezTo>
                      <a:pt x="224" y="3770"/>
                      <a:pt x="169" y="3558"/>
                      <a:pt x="197" y="3352"/>
                    </a:cubicBezTo>
                    <a:cubicBezTo>
                      <a:pt x="251" y="2955"/>
                      <a:pt x="278" y="2542"/>
                      <a:pt x="387" y="2150"/>
                    </a:cubicBezTo>
                    <a:cubicBezTo>
                      <a:pt x="501" y="1732"/>
                      <a:pt x="718" y="1346"/>
                      <a:pt x="1023" y="1030"/>
                    </a:cubicBezTo>
                    <a:cubicBezTo>
                      <a:pt x="1170" y="862"/>
                      <a:pt x="1327" y="704"/>
                      <a:pt x="1496" y="558"/>
                    </a:cubicBezTo>
                    <a:cubicBezTo>
                      <a:pt x="1626" y="454"/>
                      <a:pt x="1762" y="362"/>
                      <a:pt x="1903" y="280"/>
                    </a:cubicBezTo>
                    <a:cubicBezTo>
                      <a:pt x="1952" y="264"/>
                      <a:pt x="2001" y="248"/>
                      <a:pt x="2045" y="226"/>
                    </a:cubicBezTo>
                    <a:cubicBezTo>
                      <a:pt x="2111" y="202"/>
                      <a:pt x="2200" y="157"/>
                      <a:pt x="2278" y="157"/>
                    </a:cubicBezTo>
                    <a:close/>
                    <a:moveTo>
                      <a:pt x="4148" y="7336"/>
                    </a:moveTo>
                    <a:lnTo>
                      <a:pt x="4148" y="7336"/>
                    </a:lnTo>
                    <a:cubicBezTo>
                      <a:pt x="4143" y="7347"/>
                      <a:pt x="4138" y="7358"/>
                      <a:pt x="4132" y="7369"/>
                    </a:cubicBezTo>
                    <a:cubicBezTo>
                      <a:pt x="4116" y="7407"/>
                      <a:pt x="4105" y="7450"/>
                      <a:pt x="4099" y="7494"/>
                    </a:cubicBezTo>
                    <a:cubicBezTo>
                      <a:pt x="4078" y="7581"/>
                      <a:pt x="4072" y="7673"/>
                      <a:pt x="4089" y="7765"/>
                    </a:cubicBezTo>
                    <a:cubicBezTo>
                      <a:pt x="4121" y="7923"/>
                      <a:pt x="4197" y="8070"/>
                      <a:pt x="4311" y="8184"/>
                    </a:cubicBezTo>
                    <a:lnTo>
                      <a:pt x="4317" y="8179"/>
                    </a:lnTo>
                    <a:cubicBezTo>
                      <a:pt x="4447" y="8314"/>
                      <a:pt x="4697" y="8320"/>
                      <a:pt x="4871" y="8369"/>
                    </a:cubicBezTo>
                    <a:cubicBezTo>
                      <a:pt x="4986" y="8401"/>
                      <a:pt x="5094" y="8434"/>
                      <a:pt x="5208" y="8467"/>
                    </a:cubicBezTo>
                    <a:cubicBezTo>
                      <a:pt x="5306" y="8488"/>
                      <a:pt x="5393" y="8543"/>
                      <a:pt x="5491" y="8565"/>
                    </a:cubicBezTo>
                    <a:cubicBezTo>
                      <a:pt x="5529" y="8575"/>
                      <a:pt x="5578" y="8575"/>
                      <a:pt x="5616" y="8586"/>
                    </a:cubicBezTo>
                    <a:cubicBezTo>
                      <a:pt x="5665" y="8608"/>
                      <a:pt x="5708" y="8635"/>
                      <a:pt x="5747" y="8668"/>
                    </a:cubicBezTo>
                    <a:lnTo>
                      <a:pt x="5785" y="8695"/>
                    </a:lnTo>
                    <a:cubicBezTo>
                      <a:pt x="5725" y="8738"/>
                      <a:pt x="5660" y="8771"/>
                      <a:pt x="5594" y="8804"/>
                    </a:cubicBezTo>
                    <a:cubicBezTo>
                      <a:pt x="5513" y="8847"/>
                      <a:pt x="5420" y="8885"/>
                      <a:pt x="5333" y="8929"/>
                    </a:cubicBezTo>
                    <a:cubicBezTo>
                      <a:pt x="5170" y="9016"/>
                      <a:pt x="5002" y="9081"/>
                      <a:pt x="4822" y="9135"/>
                    </a:cubicBezTo>
                    <a:cubicBezTo>
                      <a:pt x="4741" y="9157"/>
                      <a:pt x="4665" y="9184"/>
                      <a:pt x="4583" y="9206"/>
                    </a:cubicBezTo>
                    <a:cubicBezTo>
                      <a:pt x="4496" y="9222"/>
                      <a:pt x="4431" y="9222"/>
                      <a:pt x="4355" y="9239"/>
                    </a:cubicBezTo>
                    <a:cubicBezTo>
                      <a:pt x="4181" y="9271"/>
                      <a:pt x="4013" y="9271"/>
                      <a:pt x="3839" y="9298"/>
                    </a:cubicBezTo>
                    <a:cubicBezTo>
                      <a:pt x="3741" y="9309"/>
                      <a:pt x="3648" y="9309"/>
                      <a:pt x="3550" y="9309"/>
                    </a:cubicBezTo>
                    <a:cubicBezTo>
                      <a:pt x="3485" y="9309"/>
                      <a:pt x="3415" y="9287"/>
                      <a:pt x="3344" y="9282"/>
                    </a:cubicBezTo>
                    <a:cubicBezTo>
                      <a:pt x="3159" y="9277"/>
                      <a:pt x="2985" y="9222"/>
                      <a:pt x="2800" y="9200"/>
                    </a:cubicBezTo>
                    <a:cubicBezTo>
                      <a:pt x="2605" y="9173"/>
                      <a:pt x="2409" y="9103"/>
                      <a:pt x="2213" y="9081"/>
                    </a:cubicBezTo>
                    <a:cubicBezTo>
                      <a:pt x="2175" y="9075"/>
                      <a:pt x="2137" y="9065"/>
                      <a:pt x="2099" y="9065"/>
                    </a:cubicBezTo>
                    <a:cubicBezTo>
                      <a:pt x="2077" y="9065"/>
                      <a:pt x="2063" y="9072"/>
                      <a:pt x="2044" y="9072"/>
                    </a:cubicBezTo>
                    <a:cubicBezTo>
                      <a:pt x="2039" y="9072"/>
                      <a:pt x="2034" y="9071"/>
                      <a:pt x="2028" y="9070"/>
                    </a:cubicBezTo>
                    <a:cubicBezTo>
                      <a:pt x="1963" y="9070"/>
                      <a:pt x="2042" y="9058"/>
                      <a:pt x="2007" y="9058"/>
                    </a:cubicBezTo>
                    <a:cubicBezTo>
                      <a:pt x="2002" y="9058"/>
                      <a:pt x="1993" y="9058"/>
                      <a:pt x="1980" y="9059"/>
                    </a:cubicBezTo>
                    <a:cubicBezTo>
                      <a:pt x="1974" y="9065"/>
                      <a:pt x="1974" y="9070"/>
                      <a:pt x="1980" y="9075"/>
                    </a:cubicBezTo>
                    <a:cubicBezTo>
                      <a:pt x="2028" y="9086"/>
                      <a:pt x="2072" y="9108"/>
                      <a:pt x="2110" y="9135"/>
                    </a:cubicBezTo>
                    <a:cubicBezTo>
                      <a:pt x="2192" y="9168"/>
                      <a:pt x="2273" y="9195"/>
                      <a:pt x="2360" y="9211"/>
                    </a:cubicBezTo>
                    <a:cubicBezTo>
                      <a:pt x="2556" y="9271"/>
                      <a:pt x="2746" y="9298"/>
                      <a:pt x="2947" y="9342"/>
                    </a:cubicBezTo>
                    <a:cubicBezTo>
                      <a:pt x="3029" y="9358"/>
                      <a:pt x="3110" y="9380"/>
                      <a:pt x="3192" y="9396"/>
                    </a:cubicBezTo>
                    <a:cubicBezTo>
                      <a:pt x="3279" y="9407"/>
                      <a:pt x="3371" y="9407"/>
                      <a:pt x="3458" y="9423"/>
                    </a:cubicBezTo>
                    <a:cubicBezTo>
                      <a:pt x="3498" y="9431"/>
                      <a:pt x="3540" y="9434"/>
                      <a:pt x="3581" y="9434"/>
                    </a:cubicBezTo>
                    <a:cubicBezTo>
                      <a:pt x="3709" y="9434"/>
                      <a:pt x="3841" y="9406"/>
                      <a:pt x="3964" y="9402"/>
                    </a:cubicBezTo>
                    <a:cubicBezTo>
                      <a:pt x="4127" y="9396"/>
                      <a:pt x="4306" y="9369"/>
                      <a:pt x="4475" y="9347"/>
                    </a:cubicBezTo>
                    <a:cubicBezTo>
                      <a:pt x="4643" y="9326"/>
                      <a:pt x="4812" y="9282"/>
                      <a:pt x="4969" y="9228"/>
                    </a:cubicBezTo>
                    <a:cubicBezTo>
                      <a:pt x="5138" y="9168"/>
                      <a:pt x="5295" y="9086"/>
                      <a:pt x="5458" y="9016"/>
                    </a:cubicBezTo>
                    <a:cubicBezTo>
                      <a:pt x="5583" y="8961"/>
                      <a:pt x="5757" y="8918"/>
                      <a:pt x="5861" y="8820"/>
                    </a:cubicBezTo>
                    <a:cubicBezTo>
                      <a:pt x="5866" y="8842"/>
                      <a:pt x="5872" y="8869"/>
                      <a:pt x="5877" y="8896"/>
                    </a:cubicBezTo>
                    <a:cubicBezTo>
                      <a:pt x="5888" y="8950"/>
                      <a:pt x="5893" y="8999"/>
                      <a:pt x="5888" y="9054"/>
                    </a:cubicBezTo>
                    <a:cubicBezTo>
                      <a:pt x="5877" y="9103"/>
                      <a:pt x="5839" y="9130"/>
                      <a:pt x="5795" y="9157"/>
                    </a:cubicBezTo>
                    <a:cubicBezTo>
                      <a:pt x="5725" y="9211"/>
                      <a:pt x="5649" y="9260"/>
                      <a:pt x="5567" y="9298"/>
                    </a:cubicBezTo>
                    <a:cubicBezTo>
                      <a:pt x="5486" y="9336"/>
                      <a:pt x="5431" y="9391"/>
                      <a:pt x="5344" y="9402"/>
                    </a:cubicBezTo>
                    <a:cubicBezTo>
                      <a:pt x="5241" y="9423"/>
                      <a:pt x="5159" y="9478"/>
                      <a:pt x="5062" y="9494"/>
                    </a:cubicBezTo>
                    <a:cubicBezTo>
                      <a:pt x="4958" y="9516"/>
                      <a:pt x="4850" y="9521"/>
                      <a:pt x="4746" y="9538"/>
                    </a:cubicBezTo>
                    <a:cubicBezTo>
                      <a:pt x="4670" y="9554"/>
                      <a:pt x="4594" y="9581"/>
                      <a:pt x="4518" y="9608"/>
                    </a:cubicBezTo>
                    <a:cubicBezTo>
                      <a:pt x="4485" y="9608"/>
                      <a:pt x="4458" y="9614"/>
                      <a:pt x="4426" y="9614"/>
                    </a:cubicBezTo>
                    <a:cubicBezTo>
                      <a:pt x="4225" y="9635"/>
                      <a:pt x="4013" y="9641"/>
                      <a:pt x="3806" y="9641"/>
                    </a:cubicBezTo>
                    <a:cubicBezTo>
                      <a:pt x="3786" y="9642"/>
                      <a:pt x="3766" y="9642"/>
                      <a:pt x="3746" y="9642"/>
                    </a:cubicBezTo>
                    <a:cubicBezTo>
                      <a:pt x="3656" y="9642"/>
                      <a:pt x="3563" y="9633"/>
                      <a:pt x="3474" y="9624"/>
                    </a:cubicBezTo>
                    <a:cubicBezTo>
                      <a:pt x="3371" y="9614"/>
                      <a:pt x="3262" y="9619"/>
                      <a:pt x="3159" y="9603"/>
                    </a:cubicBezTo>
                    <a:cubicBezTo>
                      <a:pt x="2936" y="9581"/>
                      <a:pt x="2713" y="9543"/>
                      <a:pt x="2496" y="9489"/>
                    </a:cubicBezTo>
                    <a:cubicBezTo>
                      <a:pt x="2289" y="9429"/>
                      <a:pt x="2099" y="9336"/>
                      <a:pt x="1903" y="9266"/>
                    </a:cubicBezTo>
                    <a:cubicBezTo>
                      <a:pt x="1855" y="9249"/>
                      <a:pt x="1871" y="9266"/>
                      <a:pt x="1876" y="9222"/>
                    </a:cubicBezTo>
                    <a:cubicBezTo>
                      <a:pt x="1887" y="9173"/>
                      <a:pt x="1903" y="9124"/>
                      <a:pt x="1931" y="9081"/>
                    </a:cubicBezTo>
                    <a:cubicBezTo>
                      <a:pt x="1985" y="8988"/>
                      <a:pt x="2056" y="8912"/>
                      <a:pt x="2148" y="8863"/>
                    </a:cubicBezTo>
                    <a:cubicBezTo>
                      <a:pt x="2181" y="8836"/>
                      <a:pt x="2213" y="8809"/>
                      <a:pt x="2251" y="8782"/>
                    </a:cubicBezTo>
                    <a:cubicBezTo>
                      <a:pt x="2284" y="8766"/>
                      <a:pt x="2327" y="8760"/>
                      <a:pt x="2360" y="8744"/>
                    </a:cubicBezTo>
                    <a:cubicBezTo>
                      <a:pt x="2474" y="8690"/>
                      <a:pt x="2594" y="8662"/>
                      <a:pt x="2713" y="8619"/>
                    </a:cubicBezTo>
                    <a:cubicBezTo>
                      <a:pt x="2914" y="8537"/>
                      <a:pt x="3148" y="8472"/>
                      <a:pt x="3328" y="8347"/>
                    </a:cubicBezTo>
                    <a:cubicBezTo>
                      <a:pt x="3502" y="8217"/>
                      <a:pt x="3605" y="8075"/>
                      <a:pt x="3599" y="7847"/>
                    </a:cubicBezTo>
                    <a:cubicBezTo>
                      <a:pt x="3594" y="7711"/>
                      <a:pt x="3621" y="7521"/>
                      <a:pt x="3529" y="7418"/>
                    </a:cubicBezTo>
                    <a:cubicBezTo>
                      <a:pt x="3561" y="7418"/>
                      <a:pt x="3589" y="7418"/>
                      <a:pt x="3621" y="7412"/>
                    </a:cubicBezTo>
                    <a:cubicBezTo>
                      <a:pt x="3741" y="7401"/>
                      <a:pt x="3866" y="7369"/>
                      <a:pt x="3991" y="7358"/>
                    </a:cubicBezTo>
                    <a:cubicBezTo>
                      <a:pt x="4045" y="7352"/>
                      <a:pt x="4099" y="7347"/>
                      <a:pt x="4148" y="7336"/>
                    </a:cubicBezTo>
                    <a:close/>
                    <a:moveTo>
                      <a:pt x="2292" y="1"/>
                    </a:moveTo>
                    <a:cubicBezTo>
                      <a:pt x="2226" y="1"/>
                      <a:pt x="2159" y="16"/>
                      <a:pt x="2099" y="47"/>
                    </a:cubicBezTo>
                    <a:cubicBezTo>
                      <a:pt x="2028" y="74"/>
                      <a:pt x="1974" y="101"/>
                      <a:pt x="1909" y="128"/>
                    </a:cubicBezTo>
                    <a:cubicBezTo>
                      <a:pt x="1855" y="161"/>
                      <a:pt x="1806" y="193"/>
                      <a:pt x="1762" y="226"/>
                    </a:cubicBezTo>
                    <a:cubicBezTo>
                      <a:pt x="1757" y="226"/>
                      <a:pt x="1751" y="231"/>
                      <a:pt x="1746" y="237"/>
                    </a:cubicBezTo>
                    <a:cubicBezTo>
                      <a:pt x="1648" y="286"/>
                      <a:pt x="1550" y="335"/>
                      <a:pt x="1452" y="389"/>
                    </a:cubicBezTo>
                    <a:cubicBezTo>
                      <a:pt x="1273" y="481"/>
                      <a:pt x="1132" y="650"/>
                      <a:pt x="996" y="791"/>
                    </a:cubicBezTo>
                    <a:cubicBezTo>
                      <a:pt x="838" y="938"/>
                      <a:pt x="697" y="1101"/>
                      <a:pt x="572" y="1275"/>
                    </a:cubicBezTo>
                    <a:cubicBezTo>
                      <a:pt x="468" y="1444"/>
                      <a:pt x="381" y="1618"/>
                      <a:pt x="311" y="1797"/>
                    </a:cubicBezTo>
                    <a:cubicBezTo>
                      <a:pt x="148" y="2183"/>
                      <a:pt x="93" y="2591"/>
                      <a:pt x="44" y="3004"/>
                    </a:cubicBezTo>
                    <a:cubicBezTo>
                      <a:pt x="17" y="3227"/>
                      <a:pt x="1" y="3449"/>
                      <a:pt x="1" y="3672"/>
                    </a:cubicBezTo>
                    <a:cubicBezTo>
                      <a:pt x="1" y="3776"/>
                      <a:pt x="28" y="3873"/>
                      <a:pt x="28" y="3971"/>
                    </a:cubicBezTo>
                    <a:cubicBezTo>
                      <a:pt x="23" y="4085"/>
                      <a:pt x="23" y="4200"/>
                      <a:pt x="34" y="4314"/>
                    </a:cubicBezTo>
                    <a:cubicBezTo>
                      <a:pt x="50" y="4422"/>
                      <a:pt x="34" y="4537"/>
                      <a:pt x="55" y="4645"/>
                    </a:cubicBezTo>
                    <a:cubicBezTo>
                      <a:pt x="77" y="4759"/>
                      <a:pt x="99" y="4863"/>
                      <a:pt x="120" y="4971"/>
                    </a:cubicBezTo>
                    <a:cubicBezTo>
                      <a:pt x="164" y="5173"/>
                      <a:pt x="224" y="5374"/>
                      <a:pt x="305" y="5569"/>
                    </a:cubicBezTo>
                    <a:cubicBezTo>
                      <a:pt x="387" y="5760"/>
                      <a:pt x="485" y="5939"/>
                      <a:pt x="599" y="6113"/>
                    </a:cubicBezTo>
                    <a:cubicBezTo>
                      <a:pt x="659" y="6194"/>
                      <a:pt x="718" y="6276"/>
                      <a:pt x="784" y="6352"/>
                    </a:cubicBezTo>
                    <a:cubicBezTo>
                      <a:pt x="849" y="6423"/>
                      <a:pt x="920" y="6483"/>
                      <a:pt x="1001" y="6537"/>
                    </a:cubicBezTo>
                    <a:cubicBezTo>
                      <a:pt x="1077" y="6586"/>
                      <a:pt x="1115" y="6673"/>
                      <a:pt x="1191" y="6722"/>
                    </a:cubicBezTo>
                    <a:cubicBezTo>
                      <a:pt x="1278" y="6782"/>
                      <a:pt x="1360" y="6847"/>
                      <a:pt x="1436" y="6912"/>
                    </a:cubicBezTo>
                    <a:cubicBezTo>
                      <a:pt x="1583" y="7048"/>
                      <a:pt x="1768" y="7129"/>
                      <a:pt x="1952" y="7206"/>
                    </a:cubicBezTo>
                    <a:cubicBezTo>
                      <a:pt x="2360" y="7385"/>
                      <a:pt x="2822" y="7418"/>
                      <a:pt x="3257" y="7418"/>
                    </a:cubicBezTo>
                    <a:lnTo>
                      <a:pt x="3436" y="7418"/>
                    </a:lnTo>
                    <a:cubicBezTo>
                      <a:pt x="3436" y="7494"/>
                      <a:pt x="3447" y="7570"/>
                      <a:pt x="3447" y="7646"/>
                    </a:cubicBezTo>
                    <a:cubicBezTo>
                      <a:pt x="3442" y="7755"/>
                      <a:pt x="3464" y="7901"/>
                      <a:pt x="3415" y="8005"/>
                    </a:cubicBezTo>
                    <a:cubicBezTo>
                      <a:pt x="3328" y="8217"/>
                      <a:pt x="3018" y="8287"/>
                      <a:pt x="2828" y="8369"/>
                    </a:cubicBezTo>
                    <a:cubicBezTo>
                      <a:pt x="2616" y="8450"/>
                      <a:pt x="2393" y="8516"/>
                      <a:pt x="2186" y="8597"/>
                    </a:cubicBezTo>
                    <a:cubicBezTo>
                      <a:pt x="2148" y="8613"/>
                      <a:pt x="2115" y="8641"/>
                      <a:pt x="2088" y="8668"/>
                    </a:cubicBezTo>
                    <a:cubicBezTo>
                      <a:pt x="2050" y="8700"/>
                      <a:pt x="2007" y="8722"/>
                      <a:pt x="1963" y="8749"/>
                    </a:cubicBezTo>
                    <a:cubicBezTo>
                      <a:pt x="1887" y="8815"/>
                      <a:pt x="1822" y="8891"/>
                      <a:pt x="1773" y="8983"/>
                    </a:cubicBezTo>
                    <a:cubicBezTo>
                      <a:pt x="1702" y="9108"/>
                      <a:pt x="1621" y="9309"/>
                      <a:pt x="1773" y="9407"/>
                    </a:cubicBezTo>
                    <a:cubicBezTo>
                      <a:pt x="1838" y="9440"/>
                      <a:pt x="1909" y="9467"/>
                      <a:pt x="1985" y="9489"/>
                    </a:cubicBezTo>
                    <a:cubicBezTo>
                      <a:pt x="2105" y="9532"/>
                      <a:pt x="2213" y="9592"/>
                      <a:pt x="2333" y="9641"/>
                    </a:cubicBezTo>
                    <a:cubicBezTo>
                      <a:pt x="2550" y="9722"/>
                      <a:pt x="2773" y="9777"/>
                      <a:pt x="3001" y="9804"/>
                    </a:cubicBezTo>
                    <a:cubicBezTo>
                      <a:pt x="3224" y="9836"/>
                      <a:pt x="3447" y="9864"/>
                      <a:pt x="3670" y="9875"/>
                    </a:cubicBezTo>
                    <a:cubicBezTo>
                      <a:pt x="3701" y="9875"/>
                      <a:pt x="3732" y="9876"/>
                      <a:pt x="3762" y="9876"/>
                    </a:cubicBezTo>
                    <a:cubicBezTo>
                      <a:pt x="3982" y="9876"/>
                      <a:pt x="4200" y="9858"/>
                      <a:pt x="4415" y="9820"/>
                    </a:cubicBezTo>
                    <a:cubicBezTo>
                      <a:pt x="4518" y="9804"/>
                      <a:pt x="4610" y="9771"/>
                      <a:pt x="4708" y="9750"/>
                    </a:cubicBezTo>
                    <a:cubicBezTo>
                      <a:pt x="4749" y="9744"/>
                      <a:pt x="4788" y="9744"/>
                      <a:pt x="4828" y="9744"/>
                    </a:cubicBezTo>
                    <a:cubicBezTo>
                      <a:pt x="4867" y="9744"/>
                      <a:pt x="4907" y="9744"/>
                      <a:pt x="4947" y="9739"/>
                    </a:cubicBezTo>
                    <a:cubicBezTo>
                      <a:pt x="5034" y="9733"/>
                      <a:pt x="5116" y="9717"/>
                      <a:pt x="5203" y="9701"/>
                    </a:cubicBezTo>
                    <a:cubicBezTo>
                      <a:pt x="5241" y="9684"/>
                      <a:pt x="5279" y="9668"/>
                      <a:pt x="5317" y="9652"/>
                    </a:cubicBezTo>
                    <a:cubicBezTo>
                      <a:pt x="5355" y="9635"/>
                      <a:pt x="5399" y="9630"/>
                      <a:pt x="5437" y="9624"/>
                    </a:cubicBezTo>
                    <a:cubicBezTo>
                      <a:pt x="5507" y="9603"/>
                      <a:pt x="5573" y="9570"/>
                      <a:pt x="5627" y="9527"/>
                    </a:cubicBezTo>
                    <a:cubicBezTo>
                      <a:pt x="5698" y="9483"/>
                      <a:pt x="5768" y="9451"/>
                      <a:pt x="5834" y="9402"/>
                    </a:cubicBezTo>
                    <a:cubicBezTo>
                      <a:pt x="5942" y="9320"/>
                      <a:pt x="6084" y="9239"/>
                      <a:pt x="6100" y="9081"/>
                    </a:cubicBezTo>
                    <a:cubicBezTo>
                      <a:pt x="6116" y="8934"/>
                      <a:pt x="6084" y="8782"/>
                      <a:pt x="6013" y="8651"/>
                    </a:cubicBezTo>
                    <a:cubicBezTo>
                      <a:pt x="5931" y="8532"/>
                      <a:pt x="5812" y="8439"/>
                      <a:pt x="5670" y="8391"/>
                    </a:cubicBezTo>
                    <a:cubicBezTo>
                      <a:pt x="5627" y="8380"/>
                      <a:pt x="5583" y="8380"/>
                      <a:pt x="5545" y="8374"/>
                    </a:cubicBezTo>
                    <a:cubicBezTo>
                      <a:pt x="5502" y="8358"/>
                      <a:pt x="5464" y="8342"/>
                      <a:pt x="5426" y="8325"/>
                    </a:cubicBezTo>
                    <a:cubicBezTo>
                      <a:pt x="5339" y="8293"/>
                      <a:pt x="5246" y="8266"/>
                      <a:pt x="5154" y="8249"/>
                    </a:cubicBezTo>
                    <a:cubicBezTo>
                      <a:pt x="4969" y="8195"/>
                      <a:pt x="4779" y="8151"/>
                      <a:pt x="4594" y="8108"/>
                    </a:cubicBezTo>
                    <a:cubicBezTo>
                      <a:pt x="4502" y="8092"/>
                      <a:pt x="4415" y="8043"/>
                      <a:pt x="4366" y="7961"/>
                    </a:cubicBezTo>
                    <a:cubicBezTo>
                      <a:pt x="4301" y="7885"/>
                      <a:pt x="4257" y="7793"/>
                      <a:pt x="4235" y="7695"/>
                    </a:cubicBezTo>
                    <a:cubicBezTo>
                      <a:pt x="4225" y="7597"/>
                      <a:pt x="4235" y="7499"/>
                      <a:pt x="4257" y="7401"/>
                    </a:cubicBezTo>
                    <a:cubicBezTo>
                      <a:pt x="4268" y="7374"/>
                      <a:pt x="4268" y="7341"/>
                      <a:pt x="4273" y="7314"/>
                    </a:cubicBezTo>
                    <a:cubicBezTo>
                      <a:pt x="4290" y="7309"/>
                      <a:pt x="4306" y="7303"/>
                      <a:pt x="4322" y="7298"/>
                    </a:cubicBezTo>
                    <a:cubicBezTo>
                      <a:pt x="4437" y="7260"/>
                      <a:pt x="4556" y="7249"/>
                      <a:pt x="4670" y="7211"/>
                    </a:cubicBezTo>
                    <a:cubicBezTo>
                      <a:pt x="4768" y="7178"/>
                      <a:pt x="4866" y="7146"/>
                      <a:pt x="4958" y="7102"/>
                    </a:cubicBezTo>
                    <a:cubicBezTo>
                      <a:pt x="5018" y="7081"/>
                      <a:pt x="5078" y="7064"/>
                      <a:pt x="5138" y="7048"/>
                    </a:cubicBezTo>
                    <a:cubicBezTo>
                      <a:pt x="5198" y="7026"/>
                      <a:pt x="5257" y="7004"/>
                      <a:pt x="5312" y="6977"/>
                    </a:cubicBezTo>
                    <a:cubicBezTo>
                      <a:pt x="5426" y="6934"/>
                      <a:pt x="5535" y="6879"/>
                      <a:pt x="5638" y="6814"/>
                    </a:cubicBezTo>
                    <a:lnTo>
                      <a:pt x="5649" y="6814"/>
                    </a:lnTo>
                    <a:cubicBezTo>
                      <a:pt x="5654" y="6814"/>
                      <a:pt x="5660" y="6815"/>
                      <a:pt x="5666" y="6815"/>
                    </a:cubicBezTo>
                    <a:cubicBezTo>
                      <a:pt x="5763" y="6815"/>
                      <a:pt x="5854" y="6772"/>
                      <a:pt x="5920" y="6700"/>
                    </a:cubicBezTo>
                    <a:cubicBezTo>
                      <a:pt x="5953" y="6662"/>
                      <a:pt x="5991" y="6624"/>
                      <a:pt x="6029" y="6591"/>
                    </a:cubicBezTo>
                    <a:cubicBezTo>
                      <a:pt x="6078" y="6570"/>
                      <a:pt x="6127" y="6548"/>
                      <a:pt x="6176" y="6521"/>
                    </a:cubicBezTo>
                    <a:cubicBezTo>
                      <a:pt x="6334" y="6396"/>
                      <a:pt x="6459" y="6178"/>
                      <a:pt x="6366" y="5977"/>
                    </a:cubicBezTo>
                    <a:cubicBezTo>
                      <a:pt x="6309" y="5858"/>
                      <a:pt x="6158" y="5753"/>
                      <a:pt x="6019" y="5753"/>
                    </a:cubicBezTo>
                    <a:cubicBezTo>
                      <a:pt x="5987" y="5753"/>
                      <a:pt x="5955" y="5758"/>
                      <a:pt x="5926" y="5771"/>
                    </a:cubicBezTo>
                    <a:cubicBezTo>
                      <a:pt x="5850" y="5809"/>
                      <a:pt x="5774" y="5852"/>
                      <a:pt x="5708" y="5901"/>
                    </a:cubicBezTo>
                    <a:cubicBezTo>
                      <a:pt x="5698" y="5890"/>
                      <a:pt x="5692" y="5874"/>
                      <a:pt x="5681" y="5863"/>
                    </a:cubicBezTo>
                    <a:cubicBezTo>
                      <a:pt x="5670" y="5841"/>
                      <a:pt x="5654" y="5819"/>
                      <a:pt x="5638" y="5803"/>
                    </a:cubicBezTo>
                    <a:cubicBezTo>
                      <a:pt x="5670" y="5781"/>
                      <a:pt x="5703" y="5765"/>
                      <a:pt x="5736" y="5743"/>
                    </a:cubicBezTo>
                    <a:cubicBezTo>
                      <a:pt x="5795" y="5700"/>
                      <a:pt x="5850" y="5651"/>
                      <a:pt x="5893" y="5591"/>
                    </a:cubicBezTo>
                    <a:cubicBezTo>
                      <a:pt x="5948" y="5531"/>
                      <a:pt x="6024" y="5493"/>
                      <a:pt x="6078" y="5428"/>
                    </a:cubicBezTo>
                    <a:cubicBezTo>
                      <a:pt x="6132" y="5368"/>
                      <a:pt x="6171" y="5303"/>
                      <a:pt x="6219" y="5243"/>
                    </a:cubicBezTo>
                    <a:cubicBezTo>
                      <a:pt x="6274" y="5183"/>
                      <a:pt x="6339" y="5129"/>
                      <a:pt x="6399" y="5075"/>
                    </a:cubicBezTo>
                    <a:cubicBezTo>
                      <a:pt x="6518" y="4950"/>
                      <a:pt x="6622" y="4803"/>
                      <a:pt x="6698" y="4651"/>
                    </a:cubicBezTo>
                    <a:cubicBezTo>
                      <a:pt x="6779" y="4509"/>
                      <a:pt x="6834" y="4357"/>
                      <a:pt x="6866" y="4194"/>
                    </a:cubicBezTo>
                    <a:cubicBezTo>
                      <a:pt x="6910" y="4015"/>
                      <a:pt x="6942" y="3835"/>
                      <a:pt x="6964" y="3651"/>
                    </a:cubicBezTo>
                    <a:cubicBezTo>
                      <a:pt x="6970" y="3564"/>
                      <a:pt x="6964" y="3477"/>
                      <a:pt x="6959" y="3384"/>
                    </a:cubicBezTo>
                    <a:cubicBezTo>
                      <a:pt x="6959" y="3297"/>
                      <a:pt x="6975" y="3199"/>
                      <a:pt x="6970" y="3102"/>
                    </a:cubicBezTo>
                    <a:lnTo>
                      <a:pt x="6970" y="3102"/>
                    </a:lnTo>
                    <a:lnTo>
                      <a:pt x="6975" y="3107"/>
                    </a:lnTo>
                    <a:cubicBezTo>
                      <a:pt x="6980" y="2938"/>
                      <a:pt x="6964" y="2770"/>
                      <a:pt x="6932" y="2601"/>
                    </a:cubicBezTo>
                    <a:cubicBezTo>
                      <a:pt x="6910" y="2433"/>
                      <a:pt x="6866" y="2275"/>
                      <a:pt x="6796" y="2118"/>
                    </a:cubicBezTo>
                    <a:cubicBezTo>
                      <a:pt x="6720" y="1965"/>
                      <a:pt x="6698" y="1792"/>
                      <a:pt x="6605" y="1645"/>
                    </a:cubicBezTo>
                    <a:cubicBezTo>
                      <a:pt x="6562" y="1574"/>
                      <a:pt x="6535" y="1498"/>
                      <a:pt x="6491" y="1433"/>
                    </a:cubicBezTo>
                    <a:cubicBezTo>
                      <a:pt x="6442" y="1362"/>
                      <a:pt x="6393" y="1297"/>
                      <a:pt x="6339" y="1232"/>
                    </a:cubicBezTo>
                    <a:cubicBezTo>
                      <a:pt x="6279" y="1161"/>
                      <a:pt x="6225" y="1085"/>
                      <a:pt x="6165" y="1020"/>
                    </a:cubicBezTo>
                    <a:cubicBezTo>
                      <a:pt x="6100" y="949"/>
                      <a:pt x="6035" y="916"/>
                      <a:pt x="5980" y="862"/>
                    </a:cubicBezTo>
                    <a:cubicBezTo>
                      <a:pt x="5926" y="802"/>
                      <a:pt x="5872" y="748"/>
                      <a:pt x="5817" y="699"/>
                    </a:cubicBezTo>
                    <a:cubicBezTo>
                      <a:pt x="5752" y="661"/>
                      <a:pt x="5692" y="623"/>
                      <a:pt x="5627" y="590"/>
                    </a:cubicBezTo>
                    <a:lnTo>
                      <a:pt x="5410" y="487"/>
                    </a:lnTo>
                    <a:cubicBezTo>
                      <a:pt x="5339" y="454"/>
                      <a:pt x="5263" y="433"/>
                      <a:pt x="5181" y="411"/>
                    </a:cubicBezTo>
                    <a:cubicBezTo>
                      <a:pt x="5002" y="362"/>
                      <a:pt x="4828" y="269"/>
                      <a:pt x="4638" y="253"/>
                    </a:cubicBezTo>
                    <a:cubicBezTo>
                      <a:pt x="4475" y="226"/>
                      <a:pt x="4306" y="221"/>
                      <a:pt x="4143" y="221"/>
                    </a:cubicBezTo>
                    <a:cubicBezTo>
                      <a:pt x="4056" y="226"/>
                      <a:pt x="3969" y="242"/>
                      <a:pt x="3877" y="253"/>
                    </a:cubicBezTo>
                    <a:cubicBezTo>
                      <a:pt x="3790" y="264"/>
                      <a:pt x="3686" y="291"/>
                      <a:pt x="3594" y="308"/>
                    </a:cubicBezTo>
                    <a:cubicBezTo>
                      <a:pt x="3409" y="346"/>
                      <a:pt x="3235" y="400"/>
                      <a:pt x="3061" y="476"/>
                    </a:cubicBezTo>
                    <a:cubicBezTo>
                      <a:pt x="2909" y="541"/>
                      <a:pt x="2741" y="579"/>
                      <a:pt x="2605" y="688"/>
                    </a:cubicBezTo>
                    <a:lnTo>
                      <a:pt x="2572" y="721"/>
                    </a:lnTo>
                    <a:cubicBezTo>
                      <a:pt x="2567" y="699"/>
                      <a:pt x="2561" y="677"/>
                      <a:pt x="2550" y="661"/>
                    </a:cubicBezTo>
                    <a:cubicBezTo>
                      <a:pt x="2534" y="634"/>
                      <a:pt x="2512" y="612"/>
                      <a:pt x="2485" y="596"/>
                    </a:cubicBezTo>
                    <a:cubicBezTo>
                      <a:pt x="2512" y="579"/>
                      <a:pt x="2534" y="552"/>
                      <a:pt x="2556" y="530"/>
                    </a:cubicBezTo>
                    <a:cubicBezTo>
                      <a:pt x="2686" y="378"/>
                      <a:pt x="2599" y="90"/>
                      <a:pt x="2414" y="19"/>
                    </a:cubicBezTo>
                    <a:cubicBezTo>
                      <a:pt x="2375" y="7"/>
                      <a:pt x="2333" y="1"/>
                      <a:pt x="2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20"/>
              <p:cNvSpPr/>
              <p:nvPr/>
            </p:nvSpPr>
            <p:spPr>
              <a:xfrm>
                <a:off x="5456425" y="2919900"/>
                <a:ext cx="18275" cy="21950"/>
              </a:xfrm>
              <a:custGeom>
                <a:rect b="b" l="l" r="r" t="t"/>
                <a:pathLst>
                  <a:path extrusionOk="0" h="878" w="731">
                    <a:moveTo>
                      <a:pt x="242" y="73"/>
                    </a:moveTo>
                    <a:cubicBezTo>
                      <a:pt x="225" y="95"/>
                      <a:pt x="231" y="122"/>
                      <a:pt x="258" y="133"/>
                    </a:cubicBezTo>
                    <a:cubicBezTo>
                      <a:pt x="276" y="139"/>
                      <a:pt x="293" y="140"/>
                      <a:pt x="310" y="140"/>
                    </a:cubicBezTo>
                    <a:cubicBezTo>
                      <a:pt x="334" y="140"/>
                      <a:pt x="356" y="137"/>
                      <a:pt x="380" y="137"/>
                    </a:cubicBezTo>
                    <a:cubicBezTo>
                      <a:pt x="405" y="137"/>
                      <a:pt x="430" y="140"/>
                      <a:pt x="459" y="155"/>
                    </a:cubicBezTo>
                    <a:cubicBezTo>
                      <a:pt x="541" y="198"/>
                      <a:pt x="595" y="280"/>
                      <a:pt x="595" y="372"/>
                    </a:cubicBezTo>
                    <a:cubicBezTo>
                      <a:pt x="611" y="546"/>
                      <a:pt x="459" y="606"/>
                      <a:pt x="372" y="731"/>
                    </a:cubicBezTo>
                    <a:lnTo>
                      <a:pt x="378" y="731"/>
                    </a:lnTo>
                    <a:cubicBezTo>
                      <a:pt x="361" y="751"/>
                      <a:pt x="355" y="762"/>
                      <a:pt x="352" y="762"/>
                    </a:cubicBezTo>
                    <a:cubicBezTo>
                      <a:pt x="349" y="762"/>
                      <a:pt x="347" y="752"/>
                      <a:pt x="339" y="731"/>
                    </a:cubicBezTo>
                    <a:cubicBezTo>
                      <a:pt x="329" y="698"/>
                      <a:pt x="329" y="666"/>
                      <a:pt x="318" y="633"/>
                    </a:cubicBezTo>
                    <a:cubicBezTo>
                      <a:pt x="296" y="573"/>
                      <a:pt x="269" y="514"/>
                      <a:pt x="231" y="459"/>
                    </a:cubicBezTo>
                    <a:cubicBezTo>
                      <a:pt x="193" y="405"/>
                      <a:pt x="160" y="340"/>
                      <a:pt x="138" y="280"/>
                    </a:cubicBezTo>
                    <a:cubicBezTo>
                      <a:pt x="111" y="193"/>
                      <a:pt x="155" y="106"/>
                      <a:pt x="242" y="73"/>
                    </a:cubicBezTo>
                    <a:close/>
                    <a:moveTo>
                      <a:pt x="238" y="0"/>
                    </a:moveTo>
                    <a:cubicBezTo>
                      <a:pt x="91" y="0"/>
                      <a:pt x="1" y="180"/>
                      <a:pt x="46" y="334"/>
                    </a:cubicBezTo>
                    <a:cubicBezTo>
                      <a:pt x="84" y="475"/>
                      <a:pt x="176" y="595"/>
                      <a:pt x="204" y="736"/>
                    </a:cubicBezTo>
                    <a:cubicBezTo>
                      <a:pt x="218" y="811"/>
                      <a:pt x="248" y="878"/>
                      <a:pt x="321" y="878"/>
                    </a:cubicBezTo>
                    <a:cubicBezTo>
                      <a:pt x="333" y="878"/>
                      <a:pt x="347" y="876"/>
                      <a:pt x="361" y="872"/>
                    </a:cubicBezTo>
                    <a:cubicBezTo>
                      <a:pt x="405" y="861"/>
                      <a:pt x="448" y="834"/>
                      <a:pt x="475" y="796"/>
                    </a:cubicBezTo>
                    <a:cubicBezTo>
                      <a:pt x="519" y="736"/>
                      <a:pt x="579" y="698"/>
                      <a:pt x="622" y="644"/>
                    </a:cubicBezTo>
                    <a:cubicBezTo>
                      <a:pt x="698" y="557"/>
                      <a:pt x="731" y="443"/>
                      <a:pt x="709" y="329"/>
                    </a:cubicBezTo>
                    <a:cubicBezTo>
                      <a:pt x="685" y="176"/>
                      <a:pt x="548" y="15"/>
                      <a:pt x="397" y="15"/>
                    </a:cubicBezTo>
                    <a:cubicBezTo>
                      <a:pt x="376" y="15"/>
                      <a:pt x="355" y="18"/>
                      <a:pt x="334" y="24"/>
                    </a:cubicBezTo>
                    <a:cubicBezTo>
                      <a:pt x="300" y="8"/>
                      <a:pt x="268"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20"/>
              <p:cNvSpPr/>
              <p:nvPr/>
            </p:nvSpPr>
            <p:spPr>
              <a:xfrm>
                <a:off x="5478225" y="2905525"/>
                <a:ext cx="13475" cy="12200"/>
              </a:xfrm>
              <a:custGeom>
                <a:rect b="b" l="l" r="r" t="t"/>
                <a:pathLst>
                  <a:path extrusionOk="0" h="488" w="539">
                    <a:moveTo>
                      <a:pt x="196" y="94"/>
                    </a:moveTo>
                    <a:cubicBezTo>
                      <a:pt x="196" y="94"/>
                      <a:pt x="201" y="99"/>
                      <a:pt x="201" y="99"/>
                    </a:cubicBezTo>
                    <a:cubicBezTo>
                      <a:pt x="228" y="116"/>
                      <a:pt x="256" y="126"/>
                      <a:pt x="288" y="137"/>
                    </a:cubicBezTo>
                    <a:cubicBezTo>
                      <a:pt x="326" y="148"/>
                      <a:pt x="359" y="170"/>
                      <a:pt x="375" y="202"/>
                    </a:cubicBezTo>
                    <a:cubicBezTo>
                      <a:pt x="397" y="235"/>
                      <a:pt x="430" y="284"/>
                      <a:pt x="419" y="317"/>
                    </a:cubicBezTo>
                    <a:cubicBezTo>
                      <a:pt x="413" y="355"/>
                      <a:pt x="353" y="376"/>
                      <a:pt x="321" y="387"/>
                    </a:cubicBezTo>
                    <a:cubicBezTo>
                      <a:pt x="303" y="395"/>
                      <a:pt x="284" y="398"/>
                      <a:pt x="265" y="398"/>
                    </a:cubicBezTo>
                    <a:cubicBezTo>
                      <a:pt x="201" y="398"/>
                      <a:pt x="141" y="357"/>
                      <a:pt x="120" y="289"/>
                    </a:cubicBezTo>
                    <a:cubicBezTo>
                      <a:pt x="109" y="213"/>
                      <a:pt x="141" y="143"/>
                      <a:pt x="196" y="94"/>
                    </a:cubicBezTo>
                    <a:close/>
                    <a:moveTo>
                      <a:pt x="220" y="0"/>
                    </a:moveTo>
                    <a:cubicBezTo>
                      <a:pt x="214" y="0"/>
                      <a:pt x="207" y="2"/>
                      <a:pt x="201" y="7"/>
                    </a:cubicBezTo>
                    <a:cubicBezTo>
                      <a:pt x="103" y="83"/>
                      <a:pt x="0" y="224"/>
                      <a:pt x="55" y="355"/>
                    </a:cubicBezTo>
                    <a:cubicBezTo>
                      <a:pt x="95" y="439"/>
                      <a:pt x="179" y="488"/>
                      <a:pt x="269" y="488"/>
                    </a:cubicBezTo>
                    <a:cubicBezTo>
                      <a:pt x="301" y="488"/>
                      <a:pt x="333" y="482"/>
                      <a:pt x="364" y="469"/>
                    </a:cubicBezTo>
                    <a:cubicBezTo>
                      <a:pt x="419" y="453"/>
                      <a:pt x="468" y="420"/>
                      <a:pt x="500" y="382"/>
                    </a:cubicBezTo>
                    <a:cubicBezTo>
                      <a:pt x="538" y="328"/>
                      <a:pt x="517" y="268"/>
                      <a:pt x="495" y="213"/>
                    </a:cubicBezTo>
                    <a:cubicBezTo>
                      <a:pt x="473" y="154"/>
                      <a:pt x="435" y="99"/>
                      <a:pt x="381" y="61"/>
                    </a:cubicBezTo>
                    <a:cubicBezTo>
                      <a:pt x="352" y="41"/>
                      <a:pt x="321" y="30"/>
                      <a:pt x="287" y="30"/>
                    </a:cubicBezTo>
                    <a:cubicBezTo>
                      <a:pt x="275" y="30"/>
                      <a:pt x="263" y="31"/>
                      <a:pt x="250" y="34"/>
                    </a:cubicBezTo>
                    <a:cubicBezTo>
                      <a:pt x="250" y="14"/>
                      <a:pt x="236" y="0"/>
                      <a:pt x="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20"/>
              <p:cNvSpPr/>
              <p:nvPr/>
            </p:nvSpPr>
            <p:spPr>
              <a:xfrm>
                <a:off x="5440975" y="3075175"/>
                <a:ext cx="5200" cy="6800"/>
              </a:xfrm>
              <a:custGeom>
                <a:rect b="b" l="l" r="r" t="t"/>
                <a:pathLst>
                  <a:path extrusionOk="0" h="272" w="208">
                    <a:moveTo>
                      <a:pt x="144" y="0"/>
                    </a:moveTo>
                    <a:cubicBezTo>
                      <a:pt x="129" y="0"/>
                      <a:pt x="113" y="8"/>
                      <a:pt x="104" y="26"/>
                    </a:cubicBezTo>
                    <a:lnTo>
                      <a:pt x="104" y="32"/>
                    </a:lnTo>
                    <a:cubicBezTo>
                      <a:pt x="88" y="59"/>
                      <a:pt x="71" y="86"/>
                      <a:pt x="55" y="113"/>
                    </a:cubicBezTo>
                    <a:cubicBezTo>
                      <a:pt x="39" y="135"/>
                      <a:pt x="28" y="157"/>
                      <a:pt x="22" y="179"/>
                    </a:cubicBezTo>
                    <a:cubicBezTo>
                      <a:pt x="1" y="217"/>
                      <a:pt x="22" y="266"/>
                      <a:pt x="66" y="271"/>
                    </a:cubicBezTo>
                    <a:lnTo>
                      <a:pt x="77" y="271"/>
                    </a:lnTo>
                    <a:cubicBezTo>
                      <a:pt x="99" y="266"/>
                      <a:pt x="126" y="249"/>
                      <a:pt x="131" y="228"/>
                    </a:cubicBezTo>
                    <a:cubicBezTo>
                      <a:pt x="148" y="173"/>
                      <a:pt x="186" y="124"/>
                      <a:pt x="196" y="70"/>
                    </a:cubicBezTo>
                    <a:cubicBezTo>
                      <a:pt x="207" y="30"/>
                      <a:pt x="175"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20"/>
              <p:cNvSpPr/>
              <p:nvPr/>
            </p:nvSpPr>
            <p:spPr>
              <a:xfrm>
                <a:off x="5446950" y="3075250"/>
                <a:ext cx="6025" cy="6925"/>
              </a:xfrm>
              <a:custGeom>
                <a:rect b="b" l="l" r="r" t="t"/>
                <a:pathLst>
                  <a:path extrusionOk="0" h="277" w="241">
                    <a:moveTo>
                      <a:pt x="186" y="1"/>
                    </a:moveTo>
                    <a:cubicBezTo>
                      <a:pt x="163" y="1"/>
                      <a:pt x="142" y="15"/>
                      <a:pt x="132" y="38"/>
                    </a:cubicBezTo>
                    <a:lnTo>
                      <a:pt x="132" y="38"/>
                    </a:lnTo>
                    <a:cubicBezTo>
                      <a:pt x="130" y="40"/>
                      <a:pt x="128" y="43"/>
                      <a:pt x="126" y="45"/>
                    </a:cubicBezTo>
                    <a:cubicBezTo>
                      <a:pt x="121" y="51"/>
                      <a:pt x="115" y="56"/>
                      <a:pt x="110" y="61"/>
                    </a:cubicBezTo>
                    <a:cubicBezTo>
                      <a:pt x="93" y="72"/>
                      <a:pt x="77" y="89"/>
                      <a:pt x="61" y="100"/>
                    </a:cubicBezTo>
                    <a:cubicBezTo>
                      <a:pt x="23" y="127"/>
                      <a:pt x="1" y="181"/>
                      <a:pt x="12" y="230"/>
                    </a:cubicBezTo>
                    <a:cubicBezTo>
                      <a:pt x="20" y="258"/>
                      <a:pt x="45" y="277"/>
                      <a:pt x="73" y="277"/>
                    </a:cubicBezTo>
                    <a:cubicBezTo>
                      <a:pt x="83" y="277"/>
                      <a:pt x="94" y="274"/>
                      <a:pt x="104" y="268"/>
                    </a:cubicBezTo>
                    <a:lnTo>
                      <a:pt x="115" y="268"/>
                    </a:lnTo>
                    <a:cubicBezTo>
                      <a:pt x="131" y="263"/>
                      <a:pt x="142" y="246"/>
                      <a:pt x="142" y="230"/>
                    </a:cubicBezTo>
                    <a:cubicBezTo>
                      <a:pt x="148" y="225"/>
                      <a:pt x="148" y="219"/>
                      <a:pt x="148" y="214"/>
                    </a:cubicBezTo>
                    <a:cubicBezTo>
                      <a:pt x="159" y="203"/>
                      <a:pt x="175" y="186"/>
                      <a:pt x="186" y="176"/>
                    </a:cubicBezTo>
                    <a:cubicBezTo>
                      <a:pt x="218" y="143"/>
                      <a:pt x="235" y="105"/>
                      <a:pt x="240" y="61"/>
                    </a:cubicBezTo>
                    <a:cubicBezTo>
                      <a:pt x="240" y="29"/>
                      <a:pt x="224" y="7"/>
                      <a:pt x="191" y="7"/>
                    </a:cubicBezTo>
                    <a:lnTo>
                      <a:pt x="197" y="2"/>
                    </a:lnTo>
                    <a:cubicBezTo>
                      <a:pt x="193" y="1"/>
                      <a:pt x="1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20"/>
              <p:cNvSpPr/>
              <p:nvPr/>
            </p:nvSpPr>
            <p:spPr>
              <a:xfrm>
                <a:off x="5453475" y="3077750"/>
                <a:ext cx="5200" cy="6925"/>
              </a:xfrm>
              <a:custGeom>
                <a:rect b="b" l="l" r="r" t="t"/>
                <a:pathLst>
                  <a:path extrusionOk="0" h="277" w="208">
                    <a:moveTo>
                      <a:pt x="120" y="1"/>
                    </a:moveTo>
                    <a:cubicBezTo>
                      <a:pt x="119" y="1"/>
                      <a:pt x="118" y="2"/>
                      <a:pt x="115" y="5"/>
                    </a:cubicBezTo>
                    <a:cubicBezTo>
                      <a:pt x="99" y="5"/>
                      <a:pt x="82" y="5"/>
                      <a:pt x="66" y="10"/>
                    </a:cubicBezTo>
                    <a:cubicBezTo>
                      <a:pt x="64" y="10"/>
                      <a:pt x="63" y="10"/>
                      <a:pt x="61" y="10"/>
                    </a:cubicBezTo>
                    <a:cubicBezTo>
                      <a:pt x="17" y="10"/>
                      <a:pt x="14" y="76"/>
                      <a:pt x="61" y="81"/>
                    </a:cubicBezTo>
                    <a:lnTo>
                      <a:pt x="50" y="103"/>
                    </a:lnTo>
                    <a:cubicBezTo>
                      <a:pt x="33" y="135"/>
                      <a:pt x="17" y="168"/>
                      <a:pt x="12" y="201"/>
                    </a:cubicBezTo>
                    <a:cubicBezTo>
                      <a:pt x="8" y="207"/>
                      <a:pt x="7" y="212"/>
                      <a:pt x="8" y="212"/>
                    </a:cubicBezTo>
                    <a:cubicBezTo>
                      <a:pt x="8" y="212"/>
                      <a:pt x="10" y="210"/>
                      <a:pt x="12" y="206"/>
                    </a:cubicBezTo>
                    <a:lnTo>
                      <a:pt x="12" y="206"/>
                    </a:lnTo>
                    <a:cubicBezTo>
                      <a:pt x="1" y="228"/>
                      <a:pt x="6" y="255"/>
                      <a:pt x="23" y="266"/>
                    </a:cubicBezTo>
                    <a:cubicBezTo>
                      <a:pt x="33" y="271"/>
                      <a:pt x="50" y="277"/>
                      <a:pt x="61" y="277"/>
                    </a:cubicBezTo>
                    <a:cubicBezTo>
                      <a:pt x="72" y="277"/>
                      <a:pt x="82" y="271"/>
                      <a:pt x="93" y="266"/>
                    </a:cubicBezTo>
                    <a:cubicBezTo>
                      <a:pt x="126" y="255"/>
                      <a:pt x="148" y="228"/>
                      <a:pt x="158" y="195"/>
                    </a:cubicBezTo>
                    <a:cubicBezTo>
                      <a:pt x="180" y="157"/>
                      <a:pt x="207" y="92"/>
                      <a:pt x="191" y="43"/>
                    </a:cubicBezTo>
                    <a:lnTo>
                      <a:pt x="191" y="43"/>
                    </a:lnTo>
                    <a:lnTo>
                      <a:pt x="186" y="48"/>
                    </a:lnTo>
                    <a:cubicBezTo>
                      <a:pt x="175" y="21"/>
                      <a:pt x="153" y="5"/>
                      <a:pt x="126" y="5"/>
                    </a:cubicBezTo>
                    <a:cubicBezTo>
                      <a:pt x="123" y="2"/>
                      <a:pt x="122"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20"/>
              <p:cNvSpPr/>
              <p:nvPr/>
            </p:nvSpPr>
            <p:spPr>
              <a:xfrm>
                <a:off x="5413400" y="2944125"/>
                <a:ext cx="7600" cy="8625"/>
              </a:xfrm>
              <a:custGeom>
                <a:rect b="b" l="l" r="r" t="t"/>
                <a:pathLst>
                  <a:path extrusionOk="0" h="345" w="304">
                    <a:moveTo>
                      <a:pt x="242" y="1"/>
                    </a:moveTo>
                    <a:cubicBezTo>
                      <a:pt x="232" y="1"/>
                      <a:pt x="222" y="4"/>
                      <a:pt x="212" y="12"/>
                    </a:cubicBezTo>
                    <a:cubicBezTo>
                      <a:pt x="163" y="61"/>
                      <a:pt x="125" y="110"/>
                      <a:pt x="82" y="159"/>
                    </a:cubicBezTo>
                    <a:cubicBezTo>
                      <a:pt x="38" y="208"/>
                      <a:pt x="0" y="257"/>
                      <a:pt x="33" y="316"/>
                    </a:cubicBezTo>
                    <a:cubicBezTo>
                      <a:pt x="44" y="335"/>
                      <a:pt x="63" y="345"/>
                      <a:pt x="82" y="345"/>
                    </a:cubicBezTo>
                    <a:cubicBezTo>
                      <a:pt x="101" y="345"/>
                      <a:pt x="120" y="335"/>
                      <a:pt x="131" y="316"/>
                    </a:cubicBezTo>
                    <a:cubicBezTo>
                      <a:pt x="158" y="284"/>
                      <a:pt x="180" y="251"/>
                      <a:pt x="207" y="213"/>
                    </a:cubicBezTo>
                    <a:cubicBezTo>
                      <a:pt x="229" y="181"/>
                      <a:pt x="256" y="115"/>
                      <a:pt x="283" y="66"/>
                    </a:cubicBezTo>
                    <a:cubicBezTo>
                      <a:pt x="303" y="33"/>
                      <a:pt x="274" y="1"/>
                      <a:pt x="2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20"/>
              <p:cNvSpPr/>
              <p:nvPr/>
            </p:nvSpPr>
            <p:spPr>
              <a:xfrm>
                <a:off x="5415900" y="2951550"/>
                <a:ext cx="6125" cy="7050"/>
              </a:xfrm>
              <a:custGeom>
                <a:rect b="b" l="l" r="r" t="t"/>
                <a:pathLst>
                  <a:path extrusionOk="0" h="282" w="245">
                    <a:moveTo>
                      <a:pt x="189" y="1"/>
                    </a:moveTo>
                    <a:cubicBezTo>
                      <a:pt x="175" y="1"/>
                      <a:pt x="160" y="8"/>
                      <a:pt x="150" y="25"/>
                    </a:cubicBezTo>
                    <a:cubicBezTo>
                      <a:pt x="129" y="52"/>
                      <a:pt x="112" y="79"/>
                      <a:pt x="91" y="106"/>
                    </a:cubicBezTo>
                    <a:cubicBezTo>
                      <a:pt x="63" y="128"/>
                      <a:pt x="42" y="155"/>
                      <a:pt x="31" y="188"/>
                    </a:cubicBezTo>
                    <a:cubicBezTo>
                      <a:pt x="0" y="237"/>
                      <a:pt x="41" y="281"/>
                      <a:pt x="84" y="281"/>
                    </a:cubicBezTo>
                    <a:cubicBezTo>
                      <a:pt x="102" y="281"/>
                      <a:pt x="121" y="273"/>
                      <a:pt x="134" y="253"/>
                    </a:cubicBezTo>
                    <a:cubicBezTo>
                      <a:pt x="156" y="221"/>
                      <a:pt x="172" y="193"/>
                      <a:pt x="188" y="161"/>
                    </a:cubicBezTo>
                    <a:cubicBezTo>
                      <a:pt x="210" y="128"/>
                      <a:pt x="226" y="96"/>
                      <a:pt x="237" y="57"/>
                    </a:cubicBezTo>
                    <a:cubicBezTo>
                      <a:pt x="244" y="26"/>
                      <a:pt x="217" y="1"/>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120"/>
            <p:cNvGrpSpPr/>
            <p:nvPr/>
          </p:nvGrpSpPr>
          <p:grpSpPr>
            <a:xfrm>
              <a:off x="5489420" y="2113519"/>
              <a:ext cx="232113" cy="274308"/>
              <a:chOff x="3082250" y="3216850"/>
              <a:chExt cx="199925" cy="240875"/>
            </a:xfrm>
          </p:grpSpPr>
          <p:sp>
            <p:nvSpPr>
              <p:cNvPr id="4981" name="Google Shape;4981;p120"/>
              <p:cNvSpPr/>
              <p:nvPr/>
            </p:nvSpPr>
            <p:spPr>
              <a:xfrm>
                <a:off x="3082250" y="3216850"/>
                <a:ext cx="199925" cy="240875"/>
              </a:xfrm>
              <a:custGeom>
                <a:rect b="b" l="l" r="r" t="t"/>
                <a:pathLst>
                  <a:path extrusionOk="0" h="9635" w="7997">
                    <a:moveTo>
                      <a:pt x="3585" y="114"/>
                    </a:moveTo>
                    <a:cubicBezTo>
                      <a:pt x="3638" y="114"/>
                      <a:pt x="3692" y="118"/>
                      <a:pt x="3746" y="127"/>
                    </a:cubicBezTo>
                    <a:cubicBezTo>
                      <a:pt x="3784" y="125"/>
                      <a:pt x="3823" y="123"/>
                      <a:pt x="3863" y="123"/>
                    </a:cubicBezTo>
                    <a:cubicBezTo>
                      <a:pt x="3919" y="123"/>
                      <a:pt x="3977" y="126"/>
                      <a:pt x="4034" y="132"/>
                    </a:cubicBezTo>
                    <a:cubicBezTo>
                      <a:pt x="4039" y="274"/>
                      <a:pt x="3985" y="409"/>
                      <a:pt x="3963" y="545"/>
                    </a:cubicBezTo>
                    <a:cubicBezTo>
                      <a:pt x="3942" y="692"/>
                      <a:pt x="3936" y="844"/>
                      <a:pt x="3952" y="991"/>
                    </a:cubicBezTo>
                    <a:cubicBezTo>
                      <a:pt x="3914" y="991"/>
                      <a:pt x="3882" y="991"/>
                      <a:pt x="3849" y="997"/>
                    </a:cubicBezTo>
                    <a:cubicBezTo>
                      <a:pt x="3724" y="1007"/>
                      <a:pt x="3615" y="1013"/>
                      <a:pt x="3496" y="1035"/>
                    </a:cubicBezTo>
                    <a:lnTo>
                      <a:pt x="3463" y="1035"/>
                    </a:lnTo>
                    <a:cubicBezTo>
                      <a:pt x="3474" y="1007"/>
                      <a:pt x="3474" y="975"/>
                      <a:pt x="3480" y="948"/>
                    </a:cubicBezTo>
                    <a:cubicBezTo>
                      <a:pt x="3496" y="844"/>
                      <a:pt x="3496" y="741"/>
                      <a:pt x="3485" y="643"/>
                    </a:cubicBezTo>
                    <a:cubicBezTo>
                      <a:pt x="3469" y="600"/>
                      <a:pt x="3458" y="551"/>
                      <a:pt x="3447" y="507"/>
                    </a:cubicBezTo>
                    <a:cubicBezTo>
                      <a:pt x="3447" y="458"/>
                      <a:pt x="3447" y="415"/>
                      <a:pt x="3447" y="371"/>
                    </a:cubicBezTo>
                    <a:cubicBezTo>
                      <a:pt x="3447" y="284"/>
                      <a:pt x="3447" y="203"/>
                      <a:pt x="3458" y="121"/>
                    </a:cubicBezTo>
                    <a:cubicBezTo>
                      <a:pt x="3499" y="116"/>
                      <a:pt x="3542" y="114"/>
                      <a:pt x="3585" y="114"/>
                    </a:cubicBezTo>
                    <a:close/>
                    <a:moveTo>
                      <a:pt x="4175" y="1100"/>
                    </a:moveTo>
                    <a:cubicBezTo>
                      <a:pt x="4235" y="1105"/>
                      <a:pt x="4295" y="1116"/>
                      <a:pt x="4355" y="1127"/>
                    </a:cubicBezTo>
                    <a:cubicBezTo>
                      <a:pt x="4374" y="1128"/>
                      <a:pt x="4393" y="1129"/>
                      <a:pt x="4412" y="1129"/>
                    </a:cubicBezTo>
                    <a:cubicBezTo>
                      <a:pt x="4469" y="1129"/>
                      <a:pt x="4526" y="1123"/>
                      <a:pt x="4583" y="1111"/>
                    </a:cubicBezTo>
                    <a:cubicBezTo>
                      <a:pt x="4603" y="1108"/>
                      <a:pt x="4634" y="1102"/>
                      <a:pt x="4663" y="1102"/>
                    </a:cubicBezTo>
                    <a:cubicBezTo>
                      <a:pt x="4688" y="1102"/>
                      <a:pt x="4712" y="1106"/>
                      <a:pt x="4724" y="1122"/>
                    </a:cubicBezTo>
                    <a:cubicBezTo>
                      <a:pt x="4768" y="1170"/>
                      <a:pt x="4735" y="1323"/>
                      <a:pt x="4735" y="1382"/>
                    </a:cubicBezTo>
                    <a:cubicBezTo>
                      <a:pt x="4735" y="1469"/>
                      <a:pt x="4757" y="1578"/>
                      <a:pt x="4697" y="1654"/>
                    </a:cubicBezTo>
                    <a:cubicBezTo>
                      <a:pt x="4637" y="1719"/>
                      <a:pt x="4561" y="1763"/>
                      <a:pt x="4474" y="1785"/>
                    </a:cubicBezTo>
                    <a:cubicBezTo>
                      <a:pt x="4434" y="1790"/>
                      <a:pt x="4394" y="1793"/>
                      <a:pt x="4355" y="1793"/>
                    </a:cubicBezTo>
                    <a:cubicBezTo>
                      <a:pt x="4315" y="1793"/>
                      <a:pt x="4276" y="1790"/>
                      <a:pt x="4235" y="1785"/>
                    </a:cubicBezTo>
                    <a:cubicBezTo>
                      <a:pt x="4126" y="1768"/>
                      <a:pt x="4018" y="1752"/>
                      <a:pt x="3914" y="1730"/>
                    </a:cubicBezTo>
                    <a:cubicBezTo>
                      <a:pt x="3839" y="1709"/>
                      <a:pt x="3759" y="1701"/>
                      <a:pt x="3682" y="1701"/>
                    </a:cubicBezTo>
                    <a:cubicBezTo>
                      <a:pt x="3660" y="1701"/>
                      <a:pt x="3637" y="1702"/>
                      <a:pt x="3615" y="1703"/>
                    </a:cubicBezTo>
                    <a:cubicBezTo>
                      <a:pt x="3512" y="1709"/>
                      <a:pt x="3414" y="1725"/>
                      <a:pt x="3306" y="1725"/>
                    </a:cubicBezTo>
                    <a:lnTo>
                      <a:pt x="3170" y="1725"/>
                    </a:lnTo>
                    <a:cubicBezTo>
                      <a:pt x="3145" y="1728"/>
                      <a:pt x="3121" y="1729"/>
                      <a:pt x="3097" y="1729"/>
                    </a:cubicBezTo>
                    <a:cubicBezTo>
                      <a:pt x="3073" y="1729"/>
                      <a:pt x="3050" y="1728"/>
                      <a:pt x="3028" y="1725"/>
                    </a:cubicBezTo>
                    <a:cubicBezTo>
                      <a:pt x="2996" y="1719"/>
                      <a:pt x="2979" y="1681"/>
                      <a:pt x="2969" y="1643"/>
                    </a:cubicBezTo>
                    <a:lnTo>
                      <a:pt x="2996" y="1643"/>
                    </a:lnTo>
                    <a:cubicBezTo>
                      <a:pt x="2990" y="1638"/>
                      <a:pt x="2985" y="1627"/>
                      <a:pt x="2985" y="1616"/>
                    </a:cubicBezTo>
                    <a:lnTo>
                      <a:pt x="2985" y="1605"/>
                    </a:lnTo>
                    <a:cubicBezTo>
                      <a:pt x="2979" y="1589"/>
                      <a:pt x="2979" y="1578"/>
                      <a:pt x="2974" y="1567"/>
                    </a:cubicBezTo>
                    <a:cubicBezTo>
                      <a:pt x="2969" y="1551"/>
                      <a:pt x="2969" y="1529"/>
                      <a:pt x="2963" y="1513"/>
                    </a:cubicBezTo>
                    <a:lnTo>
                      <a:pt x="2914" y="1491"/>
                    </a:lnTo>
                    <a:cubicBezTo>
                      <a:pt x="2903" y="1459"/>
                      <a:pt x="2903" y="1426"/>
                      <a:pt x="2909" y="1399"/>
                    </a:cubicBezTo>
                    <a:lnTo>
                      <a:pt x="2903" y="1388"/>
                    </a:lnTo>
                    <a:cubicBezTo>
                      <a:pt x="2914" y="1339"/>
                      <a:pt x="2914" y="1274"/>
                      <a:pt x="2952" y="1247"/>
                    </a:cubicBezTo>
                    <a:cubicBezTo>
                      <a:pt x="2990" y="1230"/>
                      <a:pt x="3034" y="1225"/>
                      <a:pt x="3077" y="1225"/>
                    </a:cubicBezTo>
                    <a:cubicBezTo>
                      <a:pt x="3110" y="1219"/>
                      <a:pt x="3143" y="1203"/>
                      <a:pt x="3175" y="1187"/>
                    </a:cubicBezTo>
                    <a:cubicBezTo>
                      <a:pt x="3208" y="1173"/>
                      <a:pt x="3243" y="1169"/>
                      <a:pt x="3279" y="1169"/>
                    </a:cubicBezTo>
                    <a:cubicBezTo>
                      <a:pt x="3331" y="1169"/>
                      <a:pt x="3386" y="1178"/>
                      <a:pt x="3436" y="1178"/>
                    </a:cubicBezTo>
                    <a:cubicBezTo>
                      <a:pt x="3449" y="1178"/>
                      <a:pt x="3462" y="1177"/>
                      <a:pt x="3474" y="1176"/>
                    </a:cubicBezTo>
                    <a:cubicBezTo>
                      <a:pt x="3528" y="1170"/>
                      <a:pt x="3577" y="1154"/>
                      <a:pt x="3626" y="1143"/>
                    </a:cubicBezTo>
                    <a:cubicBezTo>
                      <a:pt x="3675" y="1138"/>
                      <a:pt x="3746" y="1138"/>
                      <a:pt x="3806" y="1132"/>
                    </a:cubicBezTo>
                    <a:cubicBezTo>
                      <a:pt x="3865" y="1127"/>
                      <a:pt x="3925" y="1122"/>
                      <a:pt x="3985" y="1116"/>
                    </a:cubicBezTo>
                    <a:cubicBezTo>
                      <a:pt x="4007" y="1133"/>
                      <a:pt x="4034" y="1142"/>
                      <a:pt x="4059" y="1142"/>
                    </a:cubicBezTo>
                    <a:cubicBezTo>
                      <a:pt x="4091" y="1142"/>
                      <a:pt x="4122" y="1129"/>
                      <a:pt x="4143" y="1105"/>
                    </a:cubicBezTo>
                    <a:cubicBezTo>
                      <a:pt x="4154" y="1105"/>
                      <a:pt x="4164" y="1105"/>
                      <a:pt x="4175" y="1100"/>
                    </a:cubicBezTo>
                    <a:close/>
                    <a:moveTo>
                      <a:pt x="7525" y="2132"/>
                    </a:moveTo>
                    <a:cubicBezTo>
                      <a:pt x="7559" y="2132"/>
                      <a:pt x="7585" y="2147"/>
                      <a:pt x="7589" y="2192"/>
                    </a:cubicBezTo>
                    <a:cubicBezTo>
                      <a:pt x="7594" y="2252"/>
                      <a:pt x="7524" y="2345"/>
                      <a:pt x="7491" y="2388"/>
                    </a:cubicBezTo>
                    <a:cubicBezTo>
                      <a:pt x="7442" y="2453"/>
                      <a:pt x="7377" y="2508"/>
                      <a:pt x="7312" y="2557"/>
                    </a:cubicBezTo>
                    <a:cubicBezTo>
                      <a:pt x="7024" y="2785"/>
                      <a:pt x="6725" y="2991"/>
                      <a:pt x="6420" y="3182"/>
                    </a:cubicBezTo>
                    <a:cubicBezTo>
                      <a:pt x="6235" y="3290"/>
                      <a:pt x="6040" y="3383"/>
                      <a:pt x="5844" y="3454"/>
                    </a:cubicBezTo>
                    <a:cubicBezTo>
                      <a:pt x="5790" y="3470"/>
                      <a:pt x="5741" y="3481"/>
                      <a:pt x="5686" y="3486"/>
                    </a:cubicBezTo>
                    <a:cubicBezTo>
                      <a:pt x="5648" y="3497"/>
                      <a:pt x="5605" y="3508"/>
                      <a:pt x="5561" y="3513"/>
                    </a:cubicBezTo>
                    <a:cubicBezTo>
                      <a:pt x="5469" y="3508"/>
                      <a:pt x="5464" y="3372"/>
                      <a:pt x="5442" y="3296"/>
                    </a:cubicBezTo>
                    <a:lnTo>
                      <a:pt x="5453" y="3290"/>
                    </a:lnTo>
                    <a:cubicBezTo>
                      <a:pt x="5507" y="3242"/>
                      <a:pt x="5578" y="3220"/>
                      <a:pt x="5638" y="3176"/>
                    </a:cubicBezTo>
                    <a:cubicBezTo>
                      <a:pt x="5697" y="3116"/>
                      <a:pt x="5768" y="3062"/>
                      <a:pt x="5839" y="3013"/>
                    </a:cubicBezTo>
                    <a:cubicBezTo>
                      <a:pt x="5915" y="2970"/>
                      <a:pt x="5991" y="2921"/>
                      <a:pt x="6062" y="2866"/>
                    </a:cubicBezTo>
                    <a:cubicBezTo>
                      <a:pt x="6225" y="2752"/>
                      <a:pt x="6393" y="2649"/>
                      <a:pt x="6567" y="2557"/>
                    </a:cubicBezTo>
                    <a:cubicBezTo>
                      <a:pt x="6643" y="2508"/>
                      <a:pt x="6719" y="2464"/>
                      <a:pt x="6801" y="2421"/>
                    </a:cubicBezTo>
                    <a:cubicBezTo>
                      <a:pt x="6833" y="2415"/>
                      <a:pt x="6866" y="2399"/>
                      <a:pt x="6893" y="2372"/>
                    </a:cubicBezTo>
                    <a:lnTo>
                      <a:pt x="6899" y="2366"/>
                    </a:lnTo>
                    <a:cubicBezTo>
                      <a:pt x="6958" y="2334"/>
                      <a:pt x="7024" y="2301"/>
                      <a:pt x="7094" y="2274"/>
                    </a:cubicBezTo>
                    <a:cubicBezTo>
                      <a:pt x="7176" y="2241"/>
                      <a:pt x="7263" y="2209"/>
                      <a:pt x="7350" y="2187"/>
                    </a:cubicBezTo>
                    <a:cubicBezTo>
                      <a:pt x="7390" y="2173"/>
                      <a:pt x="7469" y="2132"/>
                      <a:pt x="7525" y="2132"/>
                    </a:cubicBezTo>
                    <a:close/>
                    <a:moveTo>
                      <a:pt x="5252" y="3334"/>
                    </a:moveTo>
                    <a:cubicBezTo>
                      <a:pt x="5257" y="3345"/>
                      <a:pt x="5262" y="3356"/>
                      <a:pt x="5268" y="3367"/>
                    </a:cubicBezTo>
                    <a:cubicBezTo>
                      <a:pt x="5273" y="3454"/>
                      <a:pt x="5306" y="3535"/>
                      <a:pt x="5360" y="3606"/>
                    </a:cubicBezTo>
                    <a:cubicBezTo>
                      <a:pt x="5317" y="3606"/>
                      <a:pt x="5284" y="3638"/>
                      <a:pt x="5284" y="3676"/>
                    </a:cubicBezTo>
                    <a:cubicBezTo>
                      <a:pt x="5284" y="3916"/>
                      <a:pt x="5099" y="4057"/>
                      <a:pt x="4925" y="4176"/>
                    </a:cubicBezTo>
                    <a:cubicBezTo>
                      <a:pt x="4838" y="4258"/>
                      <a:pt x="4724" y="4301"/>
                      <a:pt x="4610" y="4312"/>
                    </a:cubicBezTo>
                    <a:cubicBezTo>
                      <a:pt x="4556" y="4301"/>
                      <a:pt x="4501" y="4291"/>
                      <a:pt x="4447" y="4274"/>
                    </a:cubicBezTo>
                    <a:lnTo>
                      <a:pt x="4409" y="4274"/>
                    </a:lnTo>
                    <a:cubicBezTo>
                      <a:pt x="4431" y="4269"/>
                      <a:pt x="4447" y="4258"/>
                      <a:pt x="4463" y="4242"/>
                    </a:cubicBezTo>
                    <a:cubicBezTo>
                      <a:pt x="4507" y="4204"/>
                      <a:pt x="4550" y="4160"/>
                      <a:pt x="4578" y="4106"/>
                    </a:cubicBezTo>
                    <a:cubicBezTo>
                      <a:pt x="4643" y="3997"/>
                      <a:pt x="4632" y="3856"/>
                      <a:pt x="4697" y="3747"/>
                    </a:cubicBezTo>
                    <a:cubicBezTo>
                      <a:pt x="4768" y="3627"/>
                      <a:pt x="4877" y="3530"/>
                      <a:pt x="5002" y="3464"/>
                    </a:cubicBezTo>
                    <a:cubicBezTo>
                      <a:pt x="5056" y="3437"/>
                      <a:pt x="5110" y="3405"/>
                      <a:pt x="5159" y="3367"/>
                    </a:cubicBezTo>
                    <a:cubicBezTo>
                      <a:pt x="5186" y="3350"/>
                      <a:pt x="5219" y="3339"/>
                      <a:pt x="5252" y="3334"/>
                    </a:cubicBezTo>
                    <a:close/>
                    <a:moveTo>
                      <a:pt x="4920" y="1567"/>
                    </a:moveTo>
                    <a:cubicBezTo>
                      <a:pt x="4925" y="1567"/>
                      <a:pt x="4936" y="1567"/>
                      <a:pt x="4947" y="1573"/>
                    </a:cubicBezTo>
                    <a:cubicBezTo>
                      <a:pt x="5040" y="1611"/>
                      <a:pt x="5143" y="1643"/>
                      <a:pt x="5246" y="1665"/>
                    </a:cubicBezTo>
                    <a:cubicBezTo>
                      <a:pt x="5388" y="1676"/>
                      <a:pt x="5529" y="1681"/>
                      <a:pt x="5670" y="1681"/>
                    </a:cubicBezTo>
                    <a:cubicBezTo>
                      <a:pt x="5700" y="1679"/>
                      <a:pt x="5731" y="1677"/>
                      <a:pt x="5763" y="1677"/>
                    </a:cubicBezTo>
                    <a:cubicBezTo>
                      <a:pt x="5795" y="1677"/>
                      <a:pt x="5828" y="1679"/>
                      <a:pt x="5860" y="1681"/>
                    </a:cubicBezTo>
                    <a:cubicBezTo>
                      <a:pt x="5909" y="1687"/>
                      <a:pt x="5958" y="1709"/>
                      <a:pt x="6013" y="1714"/>
                    </a:cubicBezTo>
                    <a:cubicBezTo>
                      <a:pt x="6138" y="1730"/>
                      <a:pt x="6268" y="1725"/>
                      <a:pt x="6399" y="1747"/>
                    </a:cubicBezTo>
                    <a:cubicBezTo>
                      <a:pt x="6453" y="1758"/>
                      <a:pt x="6513" y="1774"/>
                      <a:pt x="6573" y="1779"/>
                    </a:cubicBezTo>
                    <a:cubicBezTo>
                      <a:pt x="6616" y="1779"/>
                      <a:pt x="6665" y="1779"/>
                      <a:pt x="6714" y="1785"/>
                    </a:cubicBezTo>
                    <a:cubicBezTo>
                      <a:pt x="6725" y="1801"/>
                      <a:pt x="6681" y="1964"/>
                      <a:pt x="6676" y="2002"/>
                    </a:cubicBezTo>
                    <a:cubicBezTo>
                      <a:pt x="6681" y="2062"/>
                      <a:pt x="6670" y="2122"/>
                      <a:pt x="6659" y="2182"/>
                    </a:cubicBezTo>
                    <a:cubicBezTo>
                      <a:pt x="6643" y="2230"/>
                      <a:pt x="6638" y="2285"/>
                      <a:pt x="6654" y="2339"/>
                    </a:cubicBezTo>
                    <a:lnTo>
                      <a:pt x="6475" y="2448"/>
                    </a:lnTo>
                    <a:cubicBezTo>
                      <a:pt x="6355" y="2519"/>
                      <a:pt x="6230" y="2595"/>
                      <a:pt x="6110" y="2671"/>
                    </a:cubicBezTo>
                    <a:cubicBezTo>
                      <a:pt x="6013" y="2741"/>
                      <a:pt x="5926" y="2828"/>
                      <a:pt x="5822" y="2894"/>
                    </a:cubicBezTo>
                    <a:cubicBezTo>
                      <a:pt x="5725" y="2959"/>
                      <a:pt x="5648" y="3035"/>
                      <a:pt x="5551" y="3111"/>
                    </a:cubicBezTo>
                    <a:cubicBezTo>
                      <a:pt x="5513" y="3138"/>
                      <a:pt x="5469" y="3165"/>
                      <a:pt x="5431" y="3198"/>
                    </a:cubicBezTo>
                    <a:cubicBezTo>
                      <a:pt x="5420" y="3209"/>
                      <a:pt x="5409" y="3225"/>
                      <a:pt x="5398" y="3242"/>
                    </a:cubicBezTo>
                    <a:cubicBezTo>
                      <a:pt x="5388" y="3236"/>
                      <a:pt x="5371" y="3231"/>
                      <a:pt x="5355" y="3231"/>
                    </a:cubicBezTo>
                    <a:lnTo>
                      <a:pt x="5328" y="3231"/>
                    </a:lnTo>
                    <a:cubicBezTo>
                      <a:pt x="5293" y="3220"/>
                      <a:pt x="5255" y="3214"/>
                      <a:pt x="5219" y="3214"/>
                    </a:cubicBezTo>
                    <a:cubicBezTo>
                      <a:pt x="5198" y="3214"/>
                      <a:pt x="5178" y="3216"/>
                      <a:pt x="5159" y="3220"/>
                    </a:cubicBezTo>
                    <a:cubicBezTo>
                      <a:pt x="5110" y="3242"/>
                      <a:pt x="5061" y="3269"/>
                      <a:pt x="5018" y="3307"/>
                    </a:cubicBezTo>
                    <a:cubicBezTo>
                      <a:pt x="4964" y="3345"/>
                      <a:pt x="4893" y="3361"/>
                      <a:pt x="4833" y="3394"/>
                    </a:cubicBezTo>
                    <a:cubicBezTo>
                      <a:pt x="4779" y="3443"/>
                      <a:pt x="4730" y="3497"/>
                      <a:pt x="4686" y="3551"/>
                    </a:cubicBezTo>
                    <a:cubicBezTo>
                      <a:pt x="4588" y="3655"/>
                      <a:pt x="4523" y="3780"/>
                      <a:pt x="4501" y="3910"/>
                    </a:cubicBezTo>
                    <a:cubicBezTo>
                      <a:pt x="4485" y="3992"/>
                      <a:pt x="4447" y="4062"/>
                      <a:pt x="4382" y="4117"/>
                    </a:cubicBezTo>
                    <a:cubicBezTo>
                      <a:pt x="4333" y="4160"/>
                      <a:pt x="4257" y="4171"/>
                      <a:pt x="4213" y="4225"/>
                    </a:cubicBezTo>
                    <a:cubicBezTo>
                      <a:pt x="4192" y="4247"/>
                      <a:pt x="4186" y="4285"/>
                      <a:pt x="4202" y="4312"/>
                    </a:cubicBezTo>
                    <a:cubicBezTo>
                      <a:pt x="4224" y="4361"/>
                      <a:pt x="4268" y="4399"/>
                      <a:pt x="4322" y="4405"/>
                    </a:cubicBezTo>
                    <a:cubicBezTo>
                      <a:pt x="4387" y="4421"/>
                      <a:pt x="4469" y="4432"/>
                      <a:pt x="4540" y="4443"/>
                    </a:cubicBezTo>
                    <a:cubicBezTo>
                      <a:pt x="4556" y="4444"/>
                      <a:pt x="4572" y="4445"/>
                      <a:pt x="4588" y="4445"/>
                    </a:cubicBezTo>
                    <a:cubicBezTo>
                      <a:pt x="4718" y="4445"/>
                      <a:pt x="4846" y="4405"/>
                      <a:pt x="4947" y="4323"/>
                    </a:cubicBezTo>
                    <a:cubicBezTo>
                      <a:pt x="5072" y="4253"/>
                      <a:pt x="5186" y="4160"/>
                      <a:pt x="5279" y="4051"/>
                    </a:cubicBezTo>
                    <a:cubicBezTo>
                      <a:pt x="5360" y="3948"/>
                      <a:pt x="5447" y="3807"/>
                      <a:pt x="5431" y="3671"/>
                    </a:cubicBezTo>
                    <a:lnTo>
                      <a:pt x="5431" y="3671"/>
                    </a:lnTo>
                    <a:cubicBezTo>
                      <a:pt x="5458" y="3682"/>
                      <a:pt x="5480" y="3693"/>
                      <a:pt x="5513" y="3698"/>
                    </a:cubicBezTo>
                    <a:cubicBezTo>
                      <a:pt x="5599" y="3698"/>
                      <a:pt x="5692" y="3687"/>
                      <a:pt x="5784" y="3660"/>
                    </a:cubicBezTo>
                    <a:cubicBezTo>
                      <a:pt x="5888" y="3638"/>
                      <a:pt x="5996" y="3600"/>
                      <a:pt x="6089" y="3546"/>
                    </a:cubicBezTo>
                    <a:cubicBezTo>
                      <a:pt x="6312" y="3454"/>
                      <a:pt x="6529" y="3339"/>
                      <a:pt x="6736" y="3220"/>
                    </a:cubicBezTo>
                    <a:lnTo>
                      <a:pt x="6790" y="3182"/>
                    </a:lnTo>
                    <a:lnTo>
                      <a:pt x="6790" y="3182"/>
                    </a:lnTo>
                    <a:cubicBezTo>
                      <a:pt x="6768" y="3301"/>
                      <a:pt x="6763" y="3415"/>
                      <a:pt x="6746" y="3540"/>
                    </a:cubicBezTo>
                    <a:cubicBezTo>
                      <a:pt x="6719" y="3698"/>
                      <a:pt x="6676" y="3856"/>
                      <a:pt x="6665" y="4013"/>
                    </a:cubicBezTo>
                    <a:cubicBezTo>
                      <a:pt x="6659" y="4090"/>
                      <a:pt x="6643" y="4166"/>
                      <a:pt x="6638" y="4242"/>
                    </a:cubicBezTo>
                    <a:cubicBezTo>
                      <a:pt x="6638" y="4318"/>
                      <a:pt x="6638" y="4399"/>
                      <a:pt x="6632" y="4475"/>
                    </a:cubicBezTo>
                    <a:cubicBezTo>
                      <a:pt x="6611" y="4622"/>
                      <a:pt x="6583" y="4774"/>
                      <a:pt x="6562" y="4921"/>
                    </a:cubicBezTo>
                    <a:cubicBezTo>
                      <a:pt x="6556" y="5003"/>
                      <a:pt x="6540" y="5079"/>
                      <a:pt x="6540" y="5160"/>
                    </a:cubicBezTo>
                    <a:cubicBezTo>
                      <a:pt x="6540" y="5236"/>
                      <a:pt x="6545" y="5318"/>
                      <a:pt x="6556" y="5394"/>
                    </a:cubicBezTo>
                    <a:cubicBezTo>
                      <a:pt x="6567" y="5459"/>
                      <a:pt x="6567" y="5530"/>
                      <a:pt x="6578" y="5595"/>
                    </a:cubicBezTo>
                    <a:cubicBezTo>
                      <a:pt x="6589" y="5628"/>
                      <a:pt x="6589" y="5660"/>
                      <a:pt x="6589" y="5693"/>
                    </a:cubicBezTo>
                    <a:lnTo>
                      <a:pt x="6589" y="5704"/>
                    </a:lnTo>
                    <a:cubicBezTo>
                      <a:pt x="6573" y="5709"/>
                      <a:pt x="6556" y="5720"/>
                      <a:pt x="6540" y="5726"/>
                    </a:cubicBezTo>
                    <a:lnTo>
                      <a:pt x="6529" y="5726"/>
                    </a:lnTo>
                    <a:cubicBezTo>
                      <a:pt x="6486" y="5731"/>
                      <a:pt x="6442" y="5737"/>
                      <a:pt x="6399" y="5747"/>
                    </a:cubicBezTo>
                    <a:lnTo>
                      <a:pt x="6371" y="5747"/>
                    </a:lnTo>
                    <a:cubicBezTo>
                      <a:pt x="6317" y="5747"/>
                      <a:pt x="6263" y="5764"/>
                      <a:pt x="6214" y="5780"/>
                    </a:cubicBezTo>
                    <a:cubicBezTo>
                      <a:pt x="6009" y="5792"/>
                      <a:pt x="5806" y="5799"/>
                      <a:pt x="5604" y="5799"/>
                    </a:cubicBezTo>
                    <a:cubicBezTo>
                      <a:pt x="5447" y="5799"/>
                      <a:pt x="5289" y="5795"/>
                      <a:pt x="5132" y="5785"/>
                    </a:cubicBezTo>
                    <a:cubicBezTo>
                      <a:pt x="5040" y="5783"/>
                      <a:pt x="4947" y="5781"/>
                      <a:pt x="4855" y="5781"/>
                    </a:cubicBezTo>
                    <a:cubicBezTo>
                      <a:pt x="4762" y="5781"/>
                      <a:pt x="4670" y="5783"/>
                      <a:pt x="4578" y="5785"/>
                    </a:cubicBezTo>
                    <a:cubicBezTo>
                      <a:pt x="4485" y="5785"/>
                      <a:pt x="4393" y="5796"/>
                      <a:pt x="4306" y="5807"/>
                    </a:cubicBezTo>
                    <a:cubicBezTo>
                      <a:pt x="4280" y="5810"/>
                      <a:pt x="4254" y="5812"/>
                      <a:pt x="4227" y="5812"/>
                    </a:cubicBezTo>
                    <a:cubicBezTo>
                      <a:pt x="4159" y="5812"/>
                      <a:pt x="4090" y="5803"/>
                      <a:pt x="4023" y="5791"/>
                    </a:cubicBezTo>
                    <a:cubicBezTo>
                      <a:pt x="3950" y="5780"/>
                      <a:pt x="3874" y="5777"/>
                      <a:pt x="3798" y="5777"/>
                    </a:cubicBezTo>
                    <a:cubicBezTo>
                      <a:pt x="3676" y="5777"/>
                      <a:pt x="3551" y="5785"/>
                      <a:pt x="3431" y="5785"/>
                    </a:cubicBezTo>
                    <a:lnTo>
                      <a:pt x="2806" y="5785"/>
                    </a:lnTo>
                    <a:cubicBezTo>
                      <a:pt x="2748" y="5785"/>
                      <a:pt x="2687" y="5788"/>
                      <a:pt x="2626" y="5788"/>
                    </a:cubicBezTo>
                    <a:cubicBezTo>
                      <a:pt x="2595" y="5788"/>
                      <a:pt x="2565" y="5787"/>
                      <a:pt x="2534" y="5785"/>
                    </a:cubicBezTo>
                    <a:cubicBezTo>
                      <a:pt x="2447" y="5780"/>
                      <a:pt x="2349" y="5758"/>
                      <a:pt x="2251" y="5753"/>
                    </a:cubicBezTo>
                    <a:cubicBezTo>
                      <a:pt x="2223" y="5754"/>
                      <a:pt x="2196" y="5755"/>
                      <a:pt x="2169" y="5755"/>
                    </a:cubicBezTo>
                    <a:cubicBezTo>
                      <a:pt x="2095" y="5755"/>
                      <a:pt x="2024" y="5750"/>
                      <a:pt x="1952" y="5742"/>
                    </a:cubicBezTo>
                    <a:cubicBezTo>
                      <a:pt x="1888" y="5734"/>
                      <a:pt x="1825" y="5729"/>
                      <a:pt x="1761" y="5729"/>
                    </a:cubicBezTo>
                    <a:cubicBezTo>
                      <a:pt x="1738" y="5729"/>
                      <a:pt x="1714" y="5730"/>
                      <a:pt x="1691" y="5731"/>
                    </a:cubicBezTo>
                    <a:cubicBezTo>
                      <a:pt x="1604" y="5731"/>
                      <a:pt x="1534" y="5682"/>
                      <a:pt x="1452" y="5666"/>
                    </a:cubicBezTo>
                    <a:cubicBezTo>
                      <a:pt x="1408" y="5659"/>
                      <a:pt x="1365" y="5655"/>
                      <a:pt x="1321" y="5655"/>
                    </a:cubicBezTo>
                    <a:cubicBezTo>
                      <a:pt x="1294" y="5655"/>
                      <a:pt x="1267" y="5656"/>
                      <a:pt x="1240" y="5660"/>
                    </a:cubicBezTo>
                    <a:lnTo>
                      <a:pt x="1158" y="5660"/>
                    </a:lnTo>
                    <a:cubicBezTo>
                      <a:pt x="1158" y="5575"/>
                      <a:pt x="1153" y="5495"/>
                      <a:pt x="1153" y="5410"/>
                    </a:cubicBezTo>
                    <a:lnTo>
                      <a:pt x="1153" y="5410"/>
                    </a:lnTo>
                    <a:cubicBezTo>
                      <a:pt x="1158" y="5334"/>
                      <a:pt x="1169" y="5258"/>
                      <a:pt x="1180" y="5177"/>
                    </a:cubicBezTo>
                    <a:cubicBezTo>
                      <a:pt x="1197" y="5101"/>
                      <a:pt x="1191" y="5014"/>
                      <a:pt x="1207" y="4937"/>
                    </a:cubicBezTo>
                    <a:cubicBezTo>
                      <a:pt x="1224" y="4856"/>
                      <a:pt x="1235" y="4774"/>
                      <a:pt x="1229" y="4693"/>
                    </a:cubicBezTo>
                    <a:cubicBezTo>
                      <a:pt x="1213" y="4595"/>
                      <a:pt x="1202" y="4503"/>
                      <a:pt x="1197" y="4410"/>
                    </a:cubicBezTo>
                    <a:cubicBezTo>
                      <a:pt x="1197" y="4225"/>
                      <a:pt x="1224" y="4041"/>
                      <a:pt x="1224" y="3850"/>
                    </a:cubicBezTo>
                    <a:cubicBezTo>
                      <a:pt x="1224" y="3649"/>
                      <a:pt x="1218" y="3448"/>
                      <a:pt x="1218" y="3247"/>
                    </a:cubicBezTo>
                    <a:cubicBezTo>
                      <a:pt x="1213" y="3062"/>
                      <a:pt x="1224" y="2872"/>
                      <a:pt x="1251" y="2687"/>
                    </a:cubicBezTo>
                    <a:cubicBezTo>
                      <a:pt x="1278" y="2524"/>
                      <a:pt x="1245" y="2366"/>
                      <a:pt x="1278" y="2209"/>
                    </a:cubicBezTo>
                    <a:cubicBezTo>
                      <a:pt x="1294" y="2122"/>
                      <a:pt x="1305" y="2029"/>
                      <a:pt x="1300" y="1942"/>
                    </a:cubicBezTo>
                    <a:cubicBezTo>
                      <a:pt x="1294" y="1872"/>
                      <a:pt x="1278" y="1806"/>
                      <a:pt x="1365" y="1785"/>
                    </a:cubicBezTo>
                    <a:cubicBezTo>
                      <a:pt x="1402" y="1776"/>
                      <a:pt x="1441" y="1773"/>
                      <a:pt x="1481" y="1773"/>
                    </a:cubicBezTo>
                    <a:cubicBezTo>
                      <a:pt x="1570" y="1773"/>
                      <a:pt x="1666" y="1788"/>
                      <a:pt x="1757" y="1788"/>
                    </a:cubicBezTo>
                    <a:cubicBezTo>
                      <a:pt x="1781" y="1788"/>
                      <a:pt x="1804" y="1787"/>
                      <a:pt x="1827" y="1785"/>
                    </a:cubicBezTo>
                    <a:cubicBezTo>
                      <a:pt x="2034" y="1763"/>
                      <a:pt x="2246" y="1730"/>
                      <a:pt x="2458" y="1692"/>
                    </a:cubicBezTo>
                    <a:cubicBezTo>
                      <a:pt x="2545" y="1671"/>
                      <a:pt x="2637" y="1649"/>
                      <a:pt x="2729" y="1638"/>
                    </a:cubicBezTo>
                    <a:cubicBezTo>
                      <a:pt x="2773" y="1801"/>
                      <a:pt x="2827" y="1948"/>
                      <a:pt x="3028" y="1964"/>
                    </a:cubicBezTo>
                    <a:cubicBezTo>
                      <a:pt x="3063" y="1968"/>
                      <a:pt x="3097" y="1969"/>
                      <a:pt x="3131" y="1969"/>
                    </a:cubicBezTo>
                    <a:cubicBezTo>
                      <a:pt x="3312" y="1969"/>
                      <a:pt x="3490" y="1928"/>
                      <a:pt x="3668" y="1928"/>
                    </a:cubicBezTo>
                    <a:cubicBezTo>
                      <a:pt x="3723" y="1928"/>
                      <a:pt x="3778" y="1932"/>
                      <a:pt x="3833" y="1942"/>
                    </a:cubicBezTo>
                    <a:cubicBezTo>
                      <a:pt x="3994" y="1973"/>
                      <a:pt x="4179" y="2023"/>
                      <a:pt x="4354" y="2023"/>
                    </a:cubicBezTo>
                    <a:cubicBezTo>
                      <a:pt x="4427" y="2023"/>
                      <a:pt x="4499" y="2014"/>
                      <a:pt x="4567" y="1991"/>
                    </a:cubicBezTo>
                    <a:cubicBezTo>
                      <a:pt x="4757" y="1937"/>
                      <a:pt x="4898" y="1768"/>
                      <a:pt x="4920" y="1567"/>
                    </a:cubicBezTo>
                    <a:close/>
                    <a:moveTo>
                      <a:pt x="1017" y="5878"/>
                    </a:moveTo>
                    <a:cubicBezTo>
                      <a:pt x="1066" y="5900"/>
                      <a:pt x="1126" y="5910"/>
                      <a:pt x="1180" y="5910"/>
                    </a:cubicBezTo>
                    <a:cubicBezTo>
                      <a:pt x="1240" y="5905"/>
                      <a:pt x="1305" y="5900"/>
                      <a:pt x="1365" y="5900"/>
                    </a:cubicBezTo>
                    <a:cubicBezTo>
                      <a:pt x="1457" y="5905"/>
                      <a:pt x="1539" y="5959"/>
                      <a:pt x="1637" y="5970"/>
                    </a:cubicBezTo>
                    <a:cubicBezTo>
                      <a:pt x="1652" y="5971"/>
                      <a:pt x="1667" y="5971"/>
                      <a:pt x="1681" y="5971"/>
                    </a:cubicBezTo>
                    <a:cubicBezTo>
                      <a:pt x="1727" y="5971"/>
                      <a:pt x="1770" y="5968"/>
                      <a:pt x="1813" y="5968"/>
                    </a:cubicBezTo>
                    <a:cubicBezTo>
                      <a:pt x="1844" y="5968"/>
                      <a:pt x="1876" y="5970"/>
                      <a:pt x="1909" y="5976"/>
                    </a:cubicBezTo>
                    <a:cubicBezTo>
                      <a:pt x="1990" y="5988"/>
                      <a:pt x="2072" y="5994"/>
                      <a:pt x="2153" y="5994"/>
                    </a:cubicBezTo>
                    <a:cubicBezTo>
                      <a:pt x="2180" y="5994"/>
                      <a:pt x="2208" y="5993"/>
                      <a:pt x="2235" y="5992"/>
                    </a:cubicBezTo>
                    <a:cubicBezTo>
                      <a:pt x="2327" y="5992"/>
                      <a:pt x="2425" y="6019"/>
                      <a:pt x="2517" y="6025"/>
                    </a:cubicBezTo>
                    <a:cubicBezTo>
                      <a:pt x="2577" y="6030"/>
                      <a:pt x="2637" y="6031"/>
                      <a:pt x="2697" y="6031"/>
                    </a:cubicBezTo>
                    <a:cubicBezTo>
                      <a:pt x="2757" y="6031"/>
                      <a:pt x="2816" y="6030"/>
                      <a:pt x="2876" y="6030"/>
                    </a:cubicBezTo>
                    <a:lnTo>
                      <a:pt x="3893" y="6030"/>
                    </a:lnTo>
                    <a:cubicBezTo>
                      <a:pt x="3999" y="6030"/>
                      <a:pt x="4101" y="6063"/>
                      <a:pt x="4207" y="6063"/>
                    </a:cubicBezTo>
                    <a:cubicBezTo>
                      <a:pt x="4214" y="6063"/>
                      <a:pt x="4222" y="6063"/>
                      <a:pt x="4230" y="6063"/>
                    </a:cubicBezTo>
                    <a:cubicBezTo>
                      <a:pt x="4463" y="6046"/>
                      <a:pt x="4686" y="6036"/>
                      <a:pt x="4920" y="6036"/>
                    </a:cubicBezTo>
                    <a:cubicBezTo>
                      <a:pt x="5155" y="6036"/>
                      <a:pt x="5390" y="6050"/>
                      <a:pt x="5622" y="6050"/>
                    </a:cubicBezTo>
                    <a:cubicBezTo>
                      <a:pt x="5772" y="6050"/>
                      <a:pt x="5920" y="6044"/>
                      <a:pt x="6067" y="6025"/>
                    </a:cubicBezTo>
                    <a:cubicBezTo>
                      <a:pt x="6097" y="6042"/>
                      <a:pt x="6128" y="6048"/>
                      <a:pt x="6160" y="6048"/>
                    </a:cubicBezTo>
                    <a:cubicBezTo>
                      <a:pt x="6233" y="6048"/>
                      <a:pt x="6309" y="6018"/>
                      <a:pt x="6382" y="6018"/>
                    </a:cubicBezTo>
                    <a:cubicBezTo>
                      <a:pt x="6400" y="6018"/>
                      <a:pt x="6419" y="6020"/>
                      <a:pt x="6437" y="6025"/>
                    </a:cubicBezTo>
                    <a:cubicBezTo>
                      <a:pt x="6451" y="6028"/>
                      <a:pt x="6466" y="6029"/>
                      <a:pt x="6481" y="6029"/>
                    </a:cubicBezTo>
                    <a:cubicBezTo>
                      <a:pt x="6569" y="6029"/>
                      <a:pt x="6667" y="5980"/>
                      <a:pt x="6741" y="5943"/>
                    </a:cubicBezTo>
                    <a:cubicBezTo>
                      <a:pt x="6763" y="5932"/>
                      <a:pt x="6779" y="5921"/>
                      <a:pt x="6795" y="5905"/>
                    </a:cubicBezTo>
                    <a:lnTo>
                      <a:pt x="7089" y="5910"/>
                    </a:lnTo>
                    <a:cubicBezTo>
                      <a:pt x="7125" y="5910"/>
                      <a:pt x="7164" y="5908"/>
                      <a:pt x="7203" y="5908"/>
                    </a:cubicBezTo>
                    <a:cubicBezTo>
                      <a:pt x="7223" y="5908"/>
                      <a:pt x="7243" y="5909"/>
                      <a:pt x="7263" y="5910"/>
                    </a:cubicBezTo>
                    <a:cubicBezTo>
                      <a:pt x="7306" y="5916"/>
                      <a:pt x="7350" y="5932"/>
                      <a:pt x="7393" y="5938"/>
                    </a:cubicBezTo>
                    <a:cubicBezTo>
                      <a:pt x="7407" y="5935"/>
                      <a:pt x="7422" y="5934"/>
                      <a:pt x="7437" y="5934"/>
                    </a:cubicBezTo>
                    <a:cubicBezTo>
                      <a:pt x="7452" y="5934"/>
                      <a:pt x="7467" y="5935"/>
                      <a:pt x="7480" y="5938"/>
                    </a:cubicBezTo>
                    <a:cubicBezTo>
                      <a:pt x="7507" y="5949"/>
                      <a:pt x="7518" y="6014"/>
                      <a:pt x="7524" y="6041"/>
                    </a:cubicBezTo>
                    <a:cubicBezTo>
                      <a:pt x="7535" y="6095"/>
                      <a:pt x="7540" y="6150"/>
                      <a:pt x="7540" y="6209"/>
                    </a:cubicBezTo>
                    <a:cubicBezTo>
                      <a:pt x="7546" y="6302"/>
                      <a:pt x="7578" y="6470"/>
                      <a:pt x="7535" y="6579"/>
                    </a:cubicBezTo>
                    <a:lnTo>
                      <a:pt x="7529" y="6574"/>
                    </a:lnTo>
                    <a:cubicBezTo>
                      <a:pt x="7489" y="6566"/>
                      <a:pt x="7447" y="6562"/>
                      <a:pt x="7405" y="6562"/>
                    </a:cubicBezTo>
                    <a:cubicBezTo>
                      <a:pt x="7356" y="6562"/>
                      <a:pt x="7307" y="6567"/>
                      <a:pt x="7257" y="6579"/>
                    </a:cubicBezTo>
                    <a:cubicBezTo>
                      <a:pt x="7198" y="6585"/>
                      <a:pt x="7132" y="6595"/>
                      <a:pt x="7067" y="6612"/>
                    </a:cubicBezTo>
                    <a:cubicBezTo>
                      <a:pt x="6839" y="6617"/>
                      <a:pt x="6605" y="6699"/>
                      <a:pt x="6382" y="6704"/>
                    </a:cubicBezTo>
                    <a:cubicBezTo>
                      <a:pt x="6078" y="6710"/>
                      <a:pt x="5768" y="6715"/>
                      <a:pt x="5464" y="6720"/>
                    </a:cubicBezTo>
                    <a:cubicBezTo>
                      <a:pt x="5322" y="6720"/>
                      <a:pt x="5181" y="6693"/>
                      <a:pt x="5034" y="6693"/>
                    </a:cubicBezTo>
                    <a:cubicBezTo>
                      <a:pt x="5001" y="6692"/>
                      <a:pt x="4968" y="6692"/>
                      <a:pt x="4935" y="6692"/>
                    </a:cubicBezTo>
                    <a:cubicBezTo>
                      <a:pt x="4796" y="6692"/>
                      <a:pt x="4659" y="6700"/>
                      <a:pt x="4518" y="6704"/>
                    </a:cubicBezTo>
                    <a:cubicBezTo>
                      <a:pt x="4376" y="6704"/>
                      <a:pt x="4235" y="6693"/>
                      <a:pt x="4094" y="6682"/>
                    </a:cubicBezTo>
                    <a:cubicBezTo>
                      <a:pt x="4031" y="6676"/>
                      <a:pt x="3966" y="6675"/>
                      <a:pt x="3902" y="6675"/>
                    </a:cubicBezTo>
                    <a:cubicBezTo>
                      <a:pt x="3850" y="6675"/>
                      <a:pt x="3798" y="6676"/>
                      <a:pt x="3746" y="6676"/>
                    </a:cubicBezTo>
                    <a:cubicBezTo>
                      <a:pt x="3697" y="6676"/>
                      <a:pt x="3648" y="6675"/>
                      <a:pt x="3599" y="6672"/>
                    </a:cubicBezTo>
                    <a:cubicBezTo>
                      <a:pt x="3469" y="6672"/>
                      <a:pt x="3344" y="6639"/>
                      <a:pt x="3213" y="6639"/>
                    </a:cubicBezTo>
                    <a:cubicBezTo>
                      <a:pt x="3159" y="6637"/>
                      <a:pt x="3104" y="6636"/>
                      <a:pt x="3049" y="6636"/>
                    </a:cubicBezTo>
                    <a:cubicBezTo>
                      <a:pt x="2938" y="6636"/>
                      <a:pt x="2827" y="6639"/>
                      <a:pt x="2719" y="6639"/>
                    </a:cubicBezTo>
                    <a:cubicBezTo>
                      <a:pt x="2626" y="6639"/>
                      <a:pt x="2539" y="6639"/>
                      <a:pt x="2447" y="6644"/>
                    </a:cubicBezTo>
                    <a:lnTo>
                      <a:pt x="2420" y="6639"/>
                    </a:lnTo>
                    <a:cubicBezTo>
                      <a:pt x="2409" y="6639"/>
                      <a:pt x="2403" y="6639"/>
                      <a:pt x="2398" y="6644"/>
                    </a:cubicBezTo>
                    <a:cubicBezTo>
                      <a:pt x="2329" y="6648"/>
                      <a:pt x="2260" y="6650"/>
                      <a:pt x="2191" y="6650"/>
                    </a:cubicBezTo>
                    <a:cubicBezTo>
                      <a:pt x="2054" y="6650"/>
                      <a:pt x="1916" y="6643"/>
                      <a:pt x="1778" y="6628"/>
                    </a:cubicBezTo>
                    <a:cubicBezTo>
                      <a:pt x="1748" y="6625"/>
                      <a:pt x="1718" y="6625"/>
                      <a:pt x="1689" y="6625"/>
                    </a:cubicBezTo>
                    <a:cubicBezTo>
                      <a:pt x="1660" y="6625"/>
                      <a:pt x="1631" y="6625"/>
                      <a:pt x="1604" y="6623"/>
                    </a:cubicBezTo>
                    <a:cubicBezTo>
                      <a:pt x="1561" y="6617"/>
                      <a:pt x="1523" y="6612"/>
                      <a:pt x="1479" y="6606"/>
                    </a:cubicBezTo>
                    <a:cubicBezTo>
                      <a:pt x="1470" y="6593"/>
                      <a:pt x="1454" y="6583"/>
                      <a:pt x="1436" y="6583"/>
                    </a:cubicBezTo>
                    <a:cubicBezTo>
                      <a:pt x="1433" y="6583"/>
                      <a:pt x="1429" y="6584"/>
                      <a:pt x="1425" y="6585"/>
                    </a:cubicBezTo>
                    <a:cubicBezTo>
                      <a:pt x="1419" y="6585"/>
                      <a:pt x="1414" y="6585"/>
                      <a:pt x="1409" y="6590"/>
                    </a:cubicBezTo>
                    <a:lnTo>
                      <a:pt x="1387" y="6590"/>
                    </a:lnTo>
                    <a:cubicBezTo>
                      <a:pt x="1346" y="6586"/>
                      <a:pt x="1305" y="6584"/>
                      <a:pt x="1265" y="6584"/>
                    </a:cubicBezTo>
                    <a:cubicBezTo>
                      <a:pt x="1198" y="6584"/>
                      <a:pt x="1131" y="6588"/>
                      <a:pt x="1064" y="6588"/>
                    </a:cubicBezTo>
                    <a:cubicBezTo>
                      <a:pt x="1014" y="6588"/>
                      <a:pt x="964" y="6586"/>
                      <a:pt x="914" y="6579"/>
                    </a:cubicBezTo>
                    <a:cubicBezTo>
                      <a:pt x="783" y="6557"/>
                      <a:pt x="658" y="6536"/>
                      <a:pt x="528" y="6525"/>
                    </a:cubicBezTo>
                    <a:cubicBezTo>
                      <a:pt x="446" y="6519"/>
                      <a:pt x="370" y="6508"/>
                      <a:pt x="289" y="6508"/>
                    </a:cubicBezTo>
                    <a:cubicBezTo>
                      <a:pt x="270" y="6508"/>
                      <a:pt x="250" y="6510"/>
                      <a:pt x="233" y="6510"/>
                    </a:cubicBezTo>
                    <a:cubicBezTo>
                      <a:pt x="194" y="6510"/>
                      <a:pt x="162" y="6502"/>
                      <a:pt x="158" y="6454"/>
                    </a:cubicBezTo>
                    <a:cubicBezTo>
                      <a:pt x="158" y="6394"/>
                      <a:pt x="175" y="6329"/>
                      <a:pt x="196" y="6275"/>
                    </a:cubicBezTo>
                    <a:cubicBezTo>
                      <a:pt x="218" y="6199"/>
                      <a:pt x="229" y="6128"/>
                      <a:pt x="229" y="6052"/>
                    </a:cubicBezTo>
                    <a:cubicBezTo>
                      <a:pt x="240" y="5954"/>
                      <a:pt x="256" y="5932"/>
                      <a:pt x="354" y="5932"/>
                    </a:cubicBezTo>
                    <a:lnTo>
                      <a:pt x="533" y="5932"/>
                    </a:lnTo>
                    <a:cubicBezTo>
                      <a:pt x="696" y="5927"/>
                      <a:pt x="849" y="5894"/>
                      <a:pt x="1006" y="5878"/>
                    </a:cubicBezTo>
                    <a:close/>
                    <a:moveTo>
                      <a:pt x="3974" y="6829"/>
                    </a:moveTo>
                    <a:cubicBezTo>
                      <a:pt x="4105" y="6835"/>
                      <a:pt x="4235" y="6856"/>
                      <a:pt x="4366" y="6867"/>
                    </a:cubicBezTo>
                    <a:cubicBezTo>
                      <a:pt x="4338" y="6987"/>
                      <a:pt x="4317" y="7106"/>
                      <a:pt x="4306" y="7231"/>
                    </a:cubicBezTo>
                    <a:cubicBezTo>
                      <a:pt x="4295" y="7329"/>
                      <a:pt x="4268" y="7492"/>
                      <a:pt x="4322" y="7590"/>
                    </a:cubicBezTo>
                    <a:lnTo>
                      <a:pt x="4322" y="7596"/>
                    </a:lnTo>
                    <a:cubicBezTo>
                      <a:pt x="4202" y="7596"/>
                      <a:pt x="4077" y="7601"/>
                      <a:pt x="3958" y="7601"/>
                    </a:cubicBezTo>
                    <a:lnTo>
                      <a:pt x="3860" y="7601"/>
                    </a:lnTo>
                    <a:cubicBezTo>
                      <a:pt x="3849" y="7525"/>
                      <a:pt x="3811" y="7465"/>
                      <a:pt x="3800" y="7384"/>
                    </a:cubicBezTo>
                    <a:cubicBezTo>
                      <a:pt x="3795" y="7297"/>
                      <a:pt x="3795" y="7204"/>
                      <a:pt x="3811" y="7117"/>
                    </a:cubicBezTo>
                    <a:cubicBezTo>
                      <a:pt x="3833" y="7019"/>
                      <a:pt x="3827" y="6922"/>
                      <a:pt x="3789" y="6829"/>
                    </a:cubicBezTo>
                    <a:close/>
                    <a:moveTo>
                      <a:pt x="2974" y="6786"/>
                    </a:moveTo>
                    <a:cubicBezTo>
                      <a:pt x="3137" y="6786"/>
                      <a:pt x="3295" y="6797"/>
                      <a:pt x="3458" y="6818"/>
                    </a:cubicBezTo>
                    <a:cubicBezTo>
                      <a:pt x="3534" y="6829"/>
                      <a:pt x="3610" y="6835"/>
                      <a:pt x="3692" y="6835"/>
                    </a:cubicBezTo>
                    <a:cubicBezTo>
                      <a:pt x="3692" y="6905"/>
                      <a:pt x="3686" y="6976"/>
                      <a:pt x="3675" y="7052"/>
                    </a:cubicBezTo>
                    <a:cubicBezTo>
                      <a:pt x="3648" y="7144"/>
                      <a:pt x="3637" y="7248"/>
                      <a:pt x="3643" y="7346"/>
                    </a:cubicBezTo>
                    <a:cubicBezTo>
                      <a:pt x="3648" y="7433"/>
                      <a:pt x="3664" y="7519"/>
                      <a:pt x="3692" y="7601"/>
                    </a:cubicBezTo>
                    <a:lnTo>
                      <a:pt x="3534" y="7601"/>
                    </a:lnTo>
                    <a:cubicBezTo>
                      <a:pt x="3403" y="7601"/>
                      <a:pt x="3273" y="7568"/>
                      <a:pt x="3143" y="7563"/>
                    </a:cubicBezTo>
                    <a:cubicBezTo>
                      <a:pt x="3012" y="7568"/>
                      <a:pt x="2887" y="7585"/>
                      <a:pt x="2762" y="7606"/>
                    </a:cubicBezTo>
                    <a:cubicBezTo>
                      <a:pt x="2733" y="7610"/>
                      <a:pt x="2702" y="7611"/>
                      <a:pt x="2671" y="7611"/>
                    </a:cubicBezTo>
                    <a:cubicBezTo>
                      <a:pt x="2638" y="7611"/>
                      <a:pt x="2605" y="7610"/>
                      <a:pt x="2572" y="7610"/>
                    </a:cubicBezTo>
                    <a:cubicBezTo>
                      <a:pt x="2531" y="7610"/>
                      <a:pt x="2490" y="7611"/>
                      <a:pt x="2452" y="7617"/>
                    </a:cubicBezTo>
                    <a:lnTo>
                      <a:pt x="2441" y="7617"/>
                    </a:lnTo>
                    <a:cubicBezTo>
                      <a:pt x="2441" y="7596"/>
                      <a:pt x="2447" y="7574"/>
                      <a:pt x="2447" y="7547"/>
                    </a:cubicBezTo>
                    <a:cubicBezTo>
                      <a:pt x="2458" y="7471"/>
                      <a:pt x="2447" y="7389"/>
                      <a:pt x="2447" y="7313"/>
                    </a:cubicBezTo>
                    <a:lnTo>
                      <a:pt x="2441" y="7313"/>
                    </a:lnTo>
                    <a:cubicBezTo>
                      <a:pt x="2447" y="7237"/>
                      <a:pt x="2479" y="7161"/>
                      <a:pt x="2485" y="7079"/>
                    </a:cubicBezTo>
                    <a:cubicBezTo>
                      <a:pt x="2485" y="7003"/>
                      <a:pt x="2490" y="6922"/>
                      <a:pt x="2507" y="6840"/>
                    </a:cubicBezTo>
                    <a:cubicBezTo>
                      <a:pt x="2507" y="6824"/>
                      <a:pt x="2512" y="6807"/>
                      <a:pt x="2512" y="6791"/>
                    </a:cubicBezTo>
                    <a:cubicBezTo>
                      <a:pt x="2664" y="6791"/>
                      <a:pt x="2822" y="6786"/>
                      <a:pt x="2974" y="6786"/>
                    </a:cubicBezTo>
                    <a:close/>
                    <a:moveTo>
                      <a:pt x="4828" y="6881"/>
                    </a:moveTo>
                    <a:cubicBezTo>
                      <a:pt x="4884" y="6881"/>
                      <a:pt x="4940" y="6882"/>
                      <a:pt x="4996" y="6884"/>
                    </a:cubicBezTo>
                    <a:cubicBezTo>
                      <a:pt x="5176" y="6889"/>
                      <a:pt x="5355" y="6922"/>
                      <a:pt x="5540" y="6922"/>
                    </a:cubicBezTo>
                    <a:cubicBezTo>
                      <a:pt x="5540" y="7014"/>
                      <a:pt x="5556" y="7106"/>
                      <a:pt x="5567" y="7193"/>
                    </a:cubicBezTo>
                    <a:cubicBezTo>
                      <a:pt x="5589" y="7307"/>
                      <a:pt x="5599" y="7427"/>
                      <a:pt x="5610" y="7541"/>
                    </a:cubicBezTo>
                    <a:cubicBezTo>
                      <a:pt x="5610" y="7683"/>
                      <a:pt x="5599" y="7824"/>
                      <a:pt x="5599" y="7965"/>
                    </a:cubicBezTo>
                    <a:lnTo>
                      <a:pt x="5594" y="7960"/>
                    </a:lnTo>
                    <a:cubicBezTo>
                      <a:pt x="5485" y="7960"/>
                      <a:pt x="5371" y="7971"/>
                      <a:pt x="5262" y="7992"/>
                    </a:cubicBezTo>
                    <a:cubicBezTo>
                      <a:pt x="5137" y="8014"/>
                      <a:pt x="5012" y="8009"/>
                      <a:pt x="4887" y="8036"/>
                    </a:cubicBezTo>
                    <a:cubicBezTo>
                      <a:pt x="4741" y="8063"/>
                      <a:pt x="4588" y="8069"/>
                      <a:pt x="4442" y="8069"/>
                    </a:cubicBezTo>
                    <a:cubicBezTo>
                      <a:pt x="4300" y="8069"/>
                      <a:pt x="4164" y="8096"/>
                      <a:pt x="4023" y="8107"/>
                    </a:cubicBezTo>
                    <a:cubicBezTo>
                      <a:pt x="3978" y="8110"/>
                      <a:pt x="3933" y="8111"/>
                      <a:pt x="3889" y="8111"/>
                    </a:cubicBezTo>
                    <a:cubicBezTo>
                      <a:pt x="3800" y="8111"/>
                      <a:pt x="3713" y="8107"/>
                      <a:pt x="3626" y="8107"/>
                    </a:cubicBezTo>
                    <a:lnTo>
                      <a:pt x="3159" y="8107"/>
                    </a:lnTo>
                    <a:cubicBezTo>
                      <a:pt x="3017" y="8107"/>
                      <a:pt x="2871" y="8117"/>
                      <a:pt x="2729" y="8117"/>
                    </a:cubicBezTo>
                    <a:cubicBezTo>
                      <a:pt x="2599" y="8117"/>
                      <a:pt x="2474" y="8101"/>
                      <a:pt x="2343" y="8096"/>
                    </a:cubicBezTo>
                    <a:cubicBezTo>
                      <a:pt x="2343" y="8058"/>
                      <a:pt x="2349" y="8025"/>
                      <a:pt x="2360" y="7987"/>
                    </a:cubicBezTo>
                    <a:cubicBezTo>
                      <a:pt x="2382" y="7922"/>
                      <a:pt x="2403" y="7857"/>
                      <a:pt x="2414" y="7786"/>
                    </a:cubicBezTo>
                    <a:cubicBezTo>
                      <a:pt x="2414" y="7770"/>
                      <a:pt x="2414" y="7748"/>
                      <a:pt x="2420" y="7731"/>
                    </a:cubicBezTo>
                    <a:cubicBezTo>
                      <a:pt x="2466" y="7762"/>
                      <a:pt x="2526" y="7769"/>
                      <a:pt x="2585" y="7769"/>
                    </a:cubicBezTo>
                    <a:cubicBezTo>
                      <a:pt x="2621" y="7769"/>
                      <a:pt x="2658" y="7766"/>
                      <a:pt x="2691" y="7764"/>
                    </a:cubicBezTo>
                    <a:cubicBezTo>
                      <a:pt x="2822" y="7759"/>
                      <a:pt x="2947" y="7721"/>
                      <a:pt x="3077" y="7721"/>
                    </a:cubicBezTo>
                    <a:cubicBezTo>
                      <a:pt x="3208" y="7726"/>
                      <a:pt x="3338" y="7759"/>
                      <a:pt x="3469" y="7764"/>
                    </a:cubicBezTo>
                    <a:cubicBezTo>
                      <a:pt x="3518" y="7766"/>
                      <a:pt x="3567" y="7767"/>
                      <a:pt x="3617" y="7767"/>
                    </a:cubicBezTo>
                    <a:cubicBezTo>
                      <a:pt x="3716" y="7767"/>
                      <a:pt x="3817" y="7764"/>
                      <a:pt x="3914" y="7764"/>
                    </a:cubicBezTo>
                    <a:cubicBezTo>
                      <a:pt x="4067" y="7764"/>
                      <a:pt x="4202" y="7759"/>
                      <a:pt x="4344" y="7759"/>
                    </a:cubicBezTo>
                    <a:cubicBezTo>
                      <a:pt x="4351" y="7758"/>
                      <a:pt x="4359" y="7758"/>
                      <a:pt x="4366" y="7758"/>
                    </a:cubicBezTo>
                    <a:cubicBezTo>
                      <a:pt x="4499" y="7758"/>
                      <a:pt x="4628" y="7803"/>
                      <a:pt x="4762" y="7818"/>
                    </a:cubicBezTo>
                    <a:cubicBezTo>
                      <a:pt x="4868" y="7831"/>
                      <a:pt x="4974" y="7837"/>
                      <a:pt x="5080" y="7837"/>
                    </a:cubicBezTo>
                    <a:cubicBezTo>
                      <a:pt x="5116" y="7837"/>
                      <a:pt x="5151" y="7836"/>
                      <a:pt x="5186" y="7835"/>
                    </a:cubicBezTo>
                    <a:cubicBezTo>
                      <a:pt x="5242" y="7835"/>
                      <a:pt x="5306" y="7842"/>
                      <a:pt x="5369" y="7842"/>
                    </a:cubicBezTo>
                    <a:cubicBezTo>
                      <a:pt x="5441" y="7842"/>
                      <a:pt x="5512" y="7832"/>
                      <a:pt x="5561" y="7791"/>
                    </a:cubicBezTo>
                    <a:cubicBezTo>
                      <a:pt x="5583" y="7770"/>
                      <a:pt x="5583" y="7737"/>
                      <a:pt x="5561" y="7715"/>
                    </a:cubicBezTo>
                    <a:cubicBezTo>
                      <a:pt x="5517" y="7676"/>
                      <a:pt x="5455" y="7666"/>
                      <a:pt x="5391" y="7666"/>
                    </a:cubicBezTo>
                    <a:cubicBezTo>
                      <a:pt x="5321" y="7666"/>
                      <a:pt x="5248" y="7677"/>
                      <a:pt x="5186" y="7677"/>
                    </a:cubicBezTo>
                    <a:cubicBezTo>
                      <a:pt x="5151" y="7678"/>
                      <a:pt x="5116" y="7679"/>
                      <a:pt x="5080" y="7679"/>
                    </a:cubicBezTo>
                    <a:cubicBezTo>
                      <a:pt x="4975" y="7679"/>
                      <a:pt x="4870" y="7673"/>
                      <a:pt x="4768" y="7661"/>
                    </a:cubicBezTo>
                    <a:cubicBezTo>
                      <a:pt x="4659" y="7645"/>
                      <a:pt x="4561" y="7617"/>
                      <a:pt x="4458" y="7601"/>
                    </a:cubicBezTo>
                    <a:cubicBezTo>
                      <a:pt x="4518" y="7509"/>
                      <a:pt x="4474" y="7351"/>
                      <a:pt x="4485" y="7242"/>
                    </a:cubicBezTo>
                    <a:cubicBezTo>
                      <a:pt x="4507" y="7123"/>
                      <a:pt x="4507" y="7003"/>
                      <a:pt x="4491" y="6884"/>
                    </a:cubicBezTo>
                    <a:cubicBezTo>
                      <a:pt x="4603" y="6884"/>
                      <a:pt x="4715" y="6881"/>
                      <a:pt x="4828" y="6881"/>
                    </a:cubicBezTo>
                    <a:close/>
                    <a:moveTo>
                      <a:pt x="4404" y="8226"/>
                    </a:moveTo>
                    <a:lnTo>
                      <a:pt x="4404" y="8226"/>
                    </a:lnTo>
                    <a:cubicBezTo>
                      <a:pt x="4393" y="8248"/>
                      <a:pt x="4398" y="8275"/>
                      <a:pt x="4409" y="8297"/>
                    </a:cubicBezTo>
                    <a:cubicBezTo>
                      <a:pt x="4425" y="8329"/>
                      <a:pt x="4382" y="8471"/>
                      <a:pt x="4360" y="8525"/>
                    </a:cubicBezTo>
                    <a:lnTo>
                      <a:pt x="4355" y="8531"/>
                    </a:lnTo>
                    <a:cubicBezTo>
                      <a:pt x="4342" y="8570"/>
                      <a:pt x="4339" y="8581"/>
                      <a:pt x="4313" y="8581"/>
                    </a:cubicBezTo>
                    <a:cubicBezTo>
                      <a:pt x="4307" y="8581"/>
                      <a:pt x="4299" y="8581"/>
                      <a:pt x="4289" y="8579"/>
                    </a:cubicBezTo>
                    <a:cubicBezTo>
                      <a:pt x="4238" y="8572"/>
                      <a:pt x="4186" y="8566"/>
                      <a:pt x="4134" y="8566"/>
                    </a:cubicBezTo>
                    <a:cubicBezTo>
                      <a:pt x="4115" y="8566"/>
                      <a:pt x="4096" y="8567"/>
                      <a:pt x="4077" y="8569"/>
                    </a:cubicBezTo>
                    <a:lnTo>
                      <a:pt x="3898" y="8569"/>
                    </a:lnTo>
                    <a:cubicBezTo>
                      <a:pt x="3883" y="8569"/>
                      <a:pt x="3871" y="8570"/>
                      <a:pt x="3860" y="8570"/>
                    </a:cubicBezTo>
                    <a:cubicBezTo>
                      <a:pt x="3807" y="8570"/>
                      <a:pt x="3811" y="8554"/>
                      <a:pt x="3811" y="8482"/>
                    </a:cubicBezTo>
                    <a:cubicBezTo>
                      <a:pt x="3811" y="8406"/>
                      <a:pt x="3806" y="8335"/>
                      <a:pt x="3789" y="8264"/>
                    </a:cubicBezTo>
                    <a:lnTo>
                      <a:pt x="3789" y="8264"/>
                    </a:lnTo>
                    <a:cubicBezTo>
                      <a:pt x="3827" y="8267"/>
                      <a:pt x="3864" y="8268"/>
                      <a:pt x="3900" y="8268"/>
                    </a:cubicBezTo>
                    <a:cubicBezTo>
                      <a:pt x="3936" y="8268"/>
                      <a:pt x="3971" y="8267"/>
                      <a:pt x="4007" y="8264"/>
                    </a:cubicBezTo>
                    <a:cubicBezTo>
                      <a:pt x="4143" y="8259"/>
                      <a:pt x="4268" y="8232"/>
                      <a:pt x="4404" y="8226"/>
                    </a:cubicBezTo>
                    <a:close/>
                    <a:moveTo>
                      <a:pt x="6350" y="6916"/>
                    </a:moveTo>
                    <a:cubicBezTo>
                      <a:pt x="6344" y="6981"/>
                      <a:pt x="6350" y="7047"/>
                      <a:pt x="6366" y="7106"/>
                    </a:cubicBezTo>
                    <a:cubicBezTo>
                      <a:pt x="6382" y="7226"/>
                      <a:pt x="6399" y="7340"/>
                      <a:pt x="6409" y="7460"/>
                    </a:cubicBezTo>
                    <a:cubicBezTo>
                      <a:pt x="6409" y="7492"/>
                      <a:pt x="6420" y="7525"/>
                      <a:pt x="6431" y="7558"/>
                    </a:cubicBezTo>
                    <a:cubicBezTo>
                      <a:pt x="6437" y="7601"/>
                      <a:pt x="6442" y="7655"/>
                      <a:pt x="6442" y="7704"/>
                    </a:cubicBezTo>
                    <a:cubicBezTo>
                      <a:pt x="6447" y="7813"/>
                      <a:pt x="6475" y="7916"/>
                      <a:pt x="6475" y="8025"/>
                    </a:cubicBezTo>
                    <a:cubicBezTo>
                      <a:pt x="6475" y="8123"/>
                      <a:pt x="6491" y="8215"/>
                      <a:pt x="6513" y="8308"/>
                    </a:cubicBezTo>
                    <a:cubicBezTo>
                      <a:pt x="6534" y="8427"/>
                      <a:pt x="6545" y="8547"/>
                      <a:pt x="6540" y="8672"/>
                    </a:cubicBezTo>
                    <a:cubicBezTo>
                      <a:pt x="6540" y="8764"/>
                      <a:pt x="6545" y="8862"/>
                      <a:pt x="6556" y="8960"/>
                    </a:cubicBezTo>
                    <a:cubicBezTo>
                      <a:pt x="6567" y="9009"/>
                      <a:pt x="6573" y="9063"/>
                      <a:pt x="6573" y="9112"/>
                    </a:cubicBezTo>
                    <a:cubicBezTo>
                      <a:pt x="6583" y="9167"/>
                      <a:pt x="6583" y="9221"/>
                      <a:pt x="6573" y="9275"/>
                    </a:cubicBezTo>
                    <a:cubicBezTo>
                      <a:pt x="6548" y="9330"/>
                      <a:pt x="6462" y="9342"/>
                      <a:pt x="6375" y="9342"/>
                    </a:cubicBezTo>
                    <a:cubicBezTo>
                      <a:pt x="6308" y="9342"/>
                      <a:pt x="6241" y="9335"/>
                      <a:pt x="6203" y="9335"/>
                    </a:cubicBezTo>
                    <a:cubicBezTo>
                      <a:pt x="6181" y="9335"/>
                      <a:pt x="6159" y="9335"/>
                      <a:pt x="6138" y="9340"/>
                    </a:cubicBezTo>
                    <a:lnTo>
                      <a:pt x="6138" y="9319"/>
                    </a:lnTo>
                    <a:cubicBezTo>
                      <a:pt x="6138" y="9270"/>
                      <a:pt x="6143" y="9221"/>
                      <a:pt x="6138" y="9172"/>
                    </a:cubicBezTo>
                    <a:cubicBezTo>
                      <a:pt x="6132" y="9123"/>
                      <a:pt x="6121" y="9080"/>
                      <a:pt x="6110" y="9036"/>
                    </a:cubicBezTo>
                    <a:cubicBezTo>
                      <a:pt x="6100" y="8965"/>
                      <a:pt x="6100" y="8895"/>
                      <a:pt x="6100" y="8819"/>
                    </a:cubicBezTo>
                    <a:cubicBezTo>
                      <a:pt x="6100" y="8688"/>
                      <a:pt x="6110" y="8552"/>
                      <a:pt x="6100" y="8422"/>
                    </a:cubicBezTo>
                    <a:cubicBezTo>
                      <a:pt x="6094" y="8291"/>
                      <a:pt x="6078" y="8166"/>
                      <a:pt x="6067" y="8041"/>
                    </a:cubicBezTo>
                    <a:cubicBezTo>
                      <a:pt x="6051" y="7933"/>
                      <a:pt x="6045" y="7818"/>
                      <a:pt x="6045" y="7704"/>
                    </a:cubicBezTo>
                    <a:cubicBezTo>
                      <a:pt x="6045" y="7666"/>
                      <a:pt x="6040" y="7628"/>
                      <a:pt x="6029" y="7590"/>
                    </a:cubicBezTo>
                    <a:cubicBezTo>
                      <a:pt x="6013" y="7530"/>
                      <a:pt x="6002" y="7471"/>
                      <a:pt x="5996" y="7411"/>
                    </a:cubicBezTo>
                    <a:cubicBezTo>
                      <a:pt x="5985" y="7297"/>
                      <a:pt x="5980" y="7188"/>
                      <a:pt x="5964" y="7085"/>
                    </a:cubicBezTo>
                    <a:cubicBezTo>
                      <a:pt x="5953" y="7030"/>
                      <a:pt x="5953" y="6970"/>
                      <a:pt x="5942" y="6916"/>
                    </a:cubicBezTo>
                    <a:close/>
                    <a:moveTo>
                      <a:pt x="5850" y="6916"/>
                    </a:moveTo>
                    <a:cubicBezTo>
                      <a:pt x="5855" y="6954"/>
                      <a:pt x="5844" y="6998"/>
                      <a:pt x="5850" y="7030"/>
                    </a:cubicBezTo>
                    <a:cubicBezTo>
                      <a:pt x="5860" y="7090"/>
                      <a:pt x="5877" y="7150"/>
                      <a:pt x="5882" y="7215"/>
                    </a:cubicBezTo>
                    <a:cubicBezTo>
                      <a:pt x="5888" y="7318"/>
                      <a:pt x="5893" y="7422"/>
                      <a:pt x="5909" y="7525"/>
                    </a:cubicBezTo>
                    <a:cubicBezTo>
                      <a:pt x="5920" y="7563"/>
                      <a:pt x="5931" y="7601"/>
                      <a:pt x="5947" y="7639"/>
                    </a:cubicBezTo>
                    <a:cubicBezTo>
                      <a:pt x="5958" y="7693"/>
                      <a:pt x="5964" y="7753"/>
                      <a:pt x="5958" y="7813"/>
                    </a:cubicBezTo>
                    <a:cubicBezTo>
                      <a:pt x="5964" y="7938"/>
                      <a:pt x="5985" y="8063"/>
                      <a:pt x="5996" y="8188"/>
                    </a:cubicBezTo>
                    <a:cubicBezTo>
                      <a:pt x="6007" y="8313"/>
                      <a:pt x="6029" y="8427"/>
                      <a:pt x="6029" y="8552"/>
                    </a:cubicBezTo>
                    <a:cubicBezTo>
                      <a:pt x="6029" y="8672"/>
                      <a:pt x="6023" y="8791"/>
                      <a:pt x="6023" y="8916"/>
                    </a:cubicBezTo>
                    <a:cubicBezTo>
                      <a:pt x="6023" y="9025"/>
                      <a:pt x="6067" y="9128"/>
                      <a:pt x="6062" y="9237"/>
                    </a:cubicBezTo>
                    <a:cubicBezTo>
                      <a:pt x="6056" y="9275"/>
                      <a:pt x="6056" y="9313"/>
                      <a:pt x="6062" y="9351"/>
                    </a:cubicBezTo>
                    <a:lnTo>
                      <a:pt x="6023" y="9362"/>
                    </a:lnTo>
                    <a:lnTo>
                      <a:pt x="6018" y="9362"/>
                    </a:lnTo>
                    <a:lnTo>
                      <a:pt x="5985" y="9368"/>
                    </a:lnTo>
                    <a:cubicBezTo>
                      <a:pt x="5985" y="9351"/>
                      <a:pt x="5991" y="9335"/>
                      <a:pt x="5991" y="9324"/>
                    </a:cubicBezTo>
                    <a:cubicBezTo>
                      <a:pt x="6002" y="9292"/>
                      <a:pt x="6002" y="9259"/>
                      <a:pt x="5991" y="9226"/>
                    </a:cubicBezTo>
                    <a:cubicBezTo>
                      <a:pt x="5985" y="9210"/>
                      <a:pt x="5975" y="9194"/>
                      <a:pt x="5969" y="9177"/>
                    </a:cubicBezTo>
                    <a:cubicBezTo>
                      <a:pt x="5964" y="9172"/>
                      <a:pt x="5964" y="9172"/>
                      <a:pt x="5969" y="9167"/>
                    </a:cubicBezTo>
                    <a:cubicBezTo>
                      <a:pt x="5964" y="9085"/>
                      <a:pt x="5953" y="8998"/>
                      <a:pt x="5926" y="8922"/>
                    </a:cubicBezTo>
                    <a:cubicBezTo>
                      <a:pt x="5909" y="8813"/>
                      <a:pt x="5909" y="8710"/>
                      <a:pt x="5888" y="8601"/>
                    </a:cubicBezTo>
                    <a:cubicBezTo>
                      <a:pt x="5866" y="8498"/>
                      <a:pt x="5833" y="8400"/>
                      <a:pt x="5811" y="8297"/>
                    </a:cubicBezTo>
                    <a:cubicBezTo>
                      <a:pt x="5768" y="8047"/>
                      <a:pt x="5790" y="7791"/>
                      <a:pt x="5784" y="7536"/>
                    </a:cubicBezTo>
                    <a:cubicBezTo>
                      <a:pt x="5768" y="7433"/>
                      <a:pt x="5752" y="7324"/>
                      <a:pt x="5725" y="7226"/>
                    </a:cubicBezTo>
                    <a:cubicBezTo>
                      <a:pt x="5708" y="7123"/>
                      <a:pt x="5681" y="7019"/>
                      <a:pt x="5659" y="6916"/>
                    </a:cubicBezTo>
                    <a:close/>
                    <a:moveTo>
                      <a:pt x="2327" y="6791"/>
                    </a:moveTo>
                    <a:cubicBezTo>
                      <a:pt x="2311" y="6840"/>
                      <a:pt x="2305" y="6889"/>
                      <a:pt x="2300" y="6943"/>
                    </a:cubicBezTo>
                    <a:cubicBezTo>
                      <a:pt x="2295" y="7009"/>
                      <a:pt x="2300" y="7068"/>
                      <a:pt x="2289" y="7134"/>
                    </a:cubicBezTo>
                    <a:cubicBezTo>
                      <a:pt x="2273" y="7210"/>
                      <a:pt x="2262" y="7280"/>
                      <a:pt x="2262" y="7356"/>
                    </a:cubicBezTo>
                    <a:cubicBezTo>
                      <a:pt x="2262" y="7476"/>
                      <a:pt x="2251" y="7585"/>
                      <a:pt x="2240" y="7704"/>
                    </a:cubicBezTo>
                    <a:cubicBezTo>
                      <a:pt x="2224" y="7824"/>
                      <a:pt x="2180" y="7949"/>
                      <a:pt x="2170" y="8074"/>
                    </a:cubicBezTo>
                    <a:cubicBezTo>
                      <a:pt x="2148" y="8335"/>
                      <a:pt x="2191" y="8596"/>
                      <a:pt x="2126" y="8857"/>
                    </a:cubicBezTo>
                    <a:cubicBezTo>
                      <a:pt x="2093" y="8976"/>
                      <a:pt x="2061" y="9085"/>
                      <a:pt x="2039" y="9205"/>
                    </a:cubicBezTo>
                    <a:cubicBezTo>
                      <a:pt x="2017" y="9324"/>
                      <a:pt x="1996" y="9395"/>
                      <a:pt x="1876" y="9417"/>
                    </a:cubicBezTo>
                    <a:cubicBezTo>
                      <a:pt x="1865" y="9418"/>
                      <a:pt x="1855" y="9419"/>
                      <a:pt x="1844" y="9420"/>
                    </a:cubicBezTo>
                    <a:lnTo>
                      <a:pt x="1844" y="9420"/>
                    </a:lnTo>
                    <a:cubicBezTo>
                      <a:pt x="1856" y="9414"/>
                      <a:pt x="1865" y="9402"/>
                      <a:pt x="1865" y="9384"/>
                    </a:cubicBezTo>
                    <a:cubicBezTo>
                      <a:pt x="1865" y="9275"/>
                      <a:pt x="1865" y="9167"/>
                      <a:pt x="1865" y="9063"/>
                    </a:cubicBezTo>
                    <a:cubicBezTo>
                      <a:pt x="1881" y="8955"/>
                      <a:pt x="1903" y="8846"/>
                      <a:pt x="1930" y="8737"/>
                    </a:cubicBezTo>
                    <a:cubicBezTo>
                      <a:pt x="1936" y="8694"/>
                      <a:pt x="1936" y="8650"/>
                      <a:pt x="1930" y="8607"/>
                    </a:cubicBezTo>
                    <a:cubicBezTo>
                      <a:pt x="1930" y="8541"/>
                      <a:pt x="1941" y="8476"/>
                      <a:pt x="1958" y="8411"/>
                    </a:cubicBezTo>
                    <a:cubicBezTo>
                      <a:pt x="1985" y="8308"/>
                      <a:pt x="1996" y="8199"/>
                      <a:pt x="1996" y="8096"/>
                    </a:cubicBezTo>
                    <a:cubicBezTo>
                      <a:pt x="2006" y="7987"/>
                      <a:pt x="2017" y="7878"/>
                      <a:pt x="2044" y="7775"/>
                    </a:cubicBezTo>
                    <a:cubicBezTo>
                      <a:pt x="2061" y="7666"/>
                      <a:pt x="2077" y="7552"/>
                      <a:pt x="2093" y="7443"/>
                    </a:cubicBezTo>
                    <a:cubicBezTo>
                      <a:pt x="2137" y="7226"/>
                      <a:pt x="2159" y="7009"/>
                      <a:pt x="2159" y="6791"/>
                    </a:cubicBezTo>
                    <a:close/>
                    <a:moveTo>
                      <a:pt x="1517" y="6731"/>
                    </a:moveTo>
                    <a:cubicBezTo>
                      <a:pt x="1577" y="6742"/>
                      <a:pt x="1631" y="6742"/>
                      <a:pt x="1686" y="6748"/>
                    </a:cubicBezTo>
                    <a:cubicBezTo>
                      <a:pt x="1778" y="6753"/>
                      <a:pt x="1871" y="6775"/>
                      <a:pt x="1963" y="6780"/>
                    </a:cubicBezTo>
                    <a:cubicBezTo>
                      <a:pt x="2006" y="6780"/>
                      <a:pt x="2044" y="6786"/>
                      <a:pt x="2088" y="6786"/>
                    </a:cubicBezTo>
                    <a:cubicBezTo>
                      <a:pt x="2077" y="7019"/>
                      <a:pt x="2050" y="7253"/>
                      <a:pt x="2001" y="7481"/>
                    </a:cubicBezTo>
                    <a:cubicBezTo>
                      <a:pt x="1979" y="7596"/>
                      <a:pt x="1968" y="7704"/>
                      <a:pt x="1952" y="7813"/>
                    </a:cubicBezTo>
                    <a:cubicBezTo>
                      <a:pt x="1930" y="7905"/>
                      <a:pt x="1914" y="7998"/>
                      <a:pt x="1909" y="8096"/>
                    </a:cubicBezTo>
                    <a:cubicBezTo>
                      <a:pt x="1903" y="8215"/>
                      <a:pt x="1887" y="8335"/>
                      <a:pt x="1854" y="8449"/>
                    </a:cubicBezTo>
                    <a:cubicBezTo>
                      <a:pt x="1838" y="8552"/>
                      <a:pt x="1854" y="8650"/>
                      <a:pt x="1827" y="8753"/>
                    </a:cubicBezTo>
                    <a:cubicBezTo>
                      <a:pt x="1784" y="8960"/>
                      <a:pt x="1767" y="9172"/>
                      <a:pt x="1784" y="9384"/>
                    </a:cubicBezTo>
                    <a:cubicBezTo>
                      <a:pt x="1784" y="9406"/>
                      <a:pt x="1796" y="9419"/>
                      <a:pt x="1812" y="9423"/>
                    </a:cubicBezTo>
                    <a:lnTo>
                      <a:pt x="1812" y="9423"/>
                    </a:lnTo>
                    <a:cubicBezTo>
                      <a:pt x="1762" y="9427"/>
                      <a:pt x="1712" y="9429"/>
                      <a:pt x="1662" y="9429"/>
                    </a:cubicBezTo>
                    <a:cubicBezTo>
                      <a:pt x="1549" y="9429"/>
                      <a:pt x="1435" y="9418"/>
                      <a:pt x="1322" y="9395"/>
                    </a:cubicBezTo>
                    <a:cubicBezTo>
                      <a:pt x="1283" y="9389"/>
                      <a:pt x="1224" y="9395"/>
                      <a:pt x="1186" y="9384"/>
                    </a:cubicBezTo>
                    <a:lnTo>
                      <a:pt x="1186" y="9368"/>
                    </a:lnTo>
                    <a:cubicBezTo>
                      <a:pt x="1191" y="9351"/>
                      <a:pt x="1191" y="9335"/>
                      <a:pt x="1186" y="9313"/>
                    </a:cubicBezTo>
                    <a:cubicBezTo>
                      <a:pt x="1191" y="9167"/>
                      <a:pt x="1197" y="9014"/>
                      <a:pt x="1207" y="8862"/>
                    </a:cubicBezTo>
                    <a:cubicBezTo>
                      <a:pt x="1224" y="8601"/>
                      <a:pt x="1294" y="8351"/>
                      <a:pt x="1332" y="8090"/>
                    </a:cubicBezTo>
                    <a:cubicBezTo>
                      <a:pt x="1365" y="7829"/>
                      <a:pt x="1387" y="7563"/>
                      <a:pt x="1436" y="7302"/>
                    </a:cubicBezTo>
                    <a:cubicBezTo>
                      <a:pt x="1452" y="7231"/>
                      <a:pt x="1528" y="6922"/>
                      <a:pt x="1517" y="6731"/>
                    </a:cubicBezTo>
                    <a:close/>
                    <a:moveTo>
                      <a:pt x="3931" y="0"/>
                    </a:moveTo>
                    <a:cubicBezTo>
                      <a:pt x="3872" y="0"/>
                      <a:pt x="3814" y="5"/>
                      <a:pt x="3757" y="13"/>
                    </a:cubicBezTo>
                    <a:cubicBezTo>
                      <a:pt x="3725" y="15"/>
                      <a:pt x="3694" y="16"/>
                      <a:pt x="3663" y="16"/>
                    </a:cubicBezTo>
                    <a:cubicBezTo>
                      <a:pt x="3593" y="16"/>
                      <a:pt x="3522" y="12"/>
                      <a:pt x="3452" y="12"/>
                    </a:cubicBezTo>
                    <a:cubicBezTo>
                      <a:pt x="3434" y="12"/>
                      <a:pt x="3416" y="12"/>
                      <a:pt x="3398" y="13"/>
                    </a:cubicBezTo>
                    <a:cubicBezTo>
                      <a:pt x="3371" y="18"/>
                      <a:pt x="3349" y="34"/>
                      <a:pt x="3338" y="56"/>
                    </a:cubicBezTo>
                    <a:cubicBezTo>
                      <a:pt x="3322" y="121"/>
                      <a:pt x="3316" y="181"/>
                      <a:pt x="3300" y="246"/>
                    </a:cubicBezTo>
                    <a:cubicBezTo>
                      <a:pt x="3284" y="290"/>
                      <a:pt x="3268" y="333"/>
                      <a:pt x="3262" y="377"/>
                    </a:cubicBezTo>
                    <a:cubicBezTo>
                      <a:pt x="3246" y="480"/>
                      <a:pt x="3257" y="583"/>
                      <a:pt x="3284" y="681"/>
                    </a:cubicBezTo>
                    <a:cubicBezTo>
                      <a:pt x="3289" y="801"/>
                      <a:pt x="3300" y="915"/>
                      <a:pt x="3322" y="1035"/>
                    </a:cubicBezTo>
                    <a:cubicBezTo>
                      <a:pt x="3297" y="1030"/>
                      <a:pt x="3272" y="1029"/>
                      <a:pt x="3247" y="1029"/>
                    </a:cubicBezTo>
                    <a:cubicBezTo>
                      <a:pt x="3207" y="1029"/>
                      <a:pt x="3167" y="1033"/>
                      <a:pt x="3126" y="1040"/>
                    </a:cubicBezTo>
                    <a:cubicBezTo>
                      <a:pt x="3034" y="1067"/>
                      <a:pt x="2920" y="1045"/>
                      <a:pt x="2833" y="1111"/>
                    </a:cubicBezTo>
                    <a:cubicBezTo>
                      <a:pt x="2784" y="1149"/>
                      <a:pt x="2746" y="1209"/>
                      <a:pt x="2735" y="1274"/>
                    </a:cubicBezTo>
                    <a:cubicBezTo>
                      <a:pt x="2719" y="1328"/>
                      <a:pt x="2708" y="1382"/>
                      <a:pt x="2697" y="1442"/>
                    </a:cubicBezTo>
                    <a:cubicBezTo>
                      <a:pt x="2648" y="1442"/>
                      <a:pt x="2594" y="1448"/>
                      <a:pt x="2539" y="1453"/>
                    </a:cubicBezTo>
                    <a:cubicBezTo>
                      <a:pt x="2447" y="1469"/>
                      <a:pt x="2354" y="1497"/>
                      <a:pt x="2256" y="1513"/>
                    </a:cubicBezTo>
                    <a:cubicBezTo>
                      <a:pt x="2142" y="1535"/>
                      <a:pt x="2023" y="1535"/>
                      <a:pt x="1909" y="1551"/>
                    </a:cubicBezTo>
                    <a:cubicBezTo>
                      <a:pt x="1827" y="1556"/>
                      <a:pt x="1747" y="1559"/>
                      <a:pt x="1667" y="1559"/>
                    </a:cubicBezTo>
                    <a:cubicBezTo>
                      <a:pt x="1588" y="1559"/>
                      <a:pt x="1509" y="1556"/>
                      <a:pt x="1430" y="1551"/>
                    </a:cubicBezTo>
                    <a:cubicBezTo>
                      <a:pt x="1294" y="1551"/>
                      <a:pt x="1158" y="1594"/>
                      <a:pt x="1099" y="1725"/>
                    </a:cubicBezTo>
                    <a:cubicBezTo>
                      <a:pt x="1071" y="1796"/>
                      <a:pt x="1061" y="1866"/>
                      <a:pt x="1071" y="1937"/>
                    </a:cubicBezTo>
                    <a:cubicBezTo>
                      <a:pt x="1071" y="2040"/>
                      <a:pt x="1061" y="2138"/>
                      <a:pt x="1039" y="2236"/>
                    </a:cubicBezTo>
                    <a:cubicBezTo>
                      <a:pt x="1033" y="2323"/>
                      <a:pt x="1033" y="2410"/>
                      <a:pt x="1039" y="2497"/>
                    </a:cubicBezTo>
                    <a:cubicBezTo>
                      <a:pt x="1039" y="2584"/>
                      <a:pt x="1017" y="2671"/>
                      <a:pt x="1006" y="2758"/>
                    </a:cubicBezTo>
                    <a:cubicBezTo>
                      <a:pt x="1001" y="2839"/>
                      <a:pt x="974" y="2937"/>
                      <a:pt x="968" y="3030"/>
                    </a:cubicBezTo>
                    <a:cubicBezTo>
                      <a:pt x="957" y="3138"/>
                      <a:pt x="963" y="3252"/>
                      <a:pt x="963" y="3367"/>
                    </a:cubicBezTo>
                    <a:cubicBezTo>
                      <a:pt x="963" y="3579"/>
                      <a:pt x="963" y="3791"/>
                      <a:pt x="936" y="4003"/>
                    </a:cubicBezTo>
                    <a:cubicBezTo>
                      <a:pt x="903" y="4204"/>
                      <a:pt x="903" y="4410"/>
                      <a:pt x="925" y="4611"/>
                    </a:cubicBezTo>
                    <a:cubicBezTo>
                      <a:pt x="946" y="4698"/>
                      <a:pt x="946" y="4785"/>
                      <a:pt x="925" y="4872"/>
                    </a:cubicBezTo>
                    <a:cubicBezTo>
                      <a:pt x="908" y="4965"/>
                      <a:pt x="914" y="5057"/>
                      <a:pt x="898" y="5155"/>
                    </a:cubicBezTo>
                    <a:cubicBezTo>
                      <a:pt x="865" y="5313"/>
                      <a:pt x="832" y="5541"/>
                      <a:pt x="892" y="5709"/>
                    </a:cubicBezTo>
                    <a:cubicBezTo>
                      <a:pt x="800" y="5720"/>
                      <a:pt x="713" y="5737"/>
                      <a:pt x="620" y="5747"/>
                    </a:cubicBezTo>
                    <a:cubicBezTo>
                      <a:pt x="425" y="5764"/>
                      <a:pt x="98" y="5698"/>
                      <a:pt x="66" y="5965"/>
                    </a:cubicBezTo>
                    <a:cubicBezTo>
                      <a:pt x="66" y="6052"/>
                      <a:pt x="55" y="6139"/>
                      <a:pt x="39" y="6226"/>
                    </a:cubicBezTo>
                    <a:cubicBezTo>
                      <a:pt x="22" y="6286"/>
                      <a:pt x="11" y="6345"/>
                      <a:pt x="6" y="6405"/>
                    </a:cubicBezTo>
                    <a:cubicBezTo>
                      <a:pt x="1" y="6498"/>
                      <a:pt x="1" y="6590"/>
                      <a:pt x="93" y="6633"/>
                    </a:cubicBezTo>
                    <a:cubicBezTo>
                      <a:pt x="133" y="6652"/>
                      <a:pt x="180" y="6658"/>
                      <a:pt x="228" y="6658"/>
                    </a:cubicBezTo>
                    <a:cubicBezTo>
                      <a:pt x="309" y="6658"/>
                      <a:pt x="394" y="6640"/>
                      <a:pt x="463" y="6633"/>
                    </a:cubicBezTo>
                    <a:cubicBezTo>
                      <a:pt x="484" y="6632"/>
                      <a:pt x="505" y="6632"/>
                      <a:pt x="527" y="6632"/>
                    </a:cubicBezTo>
                    <a:cubicBezTo>
                      <a:pt x="681" y="6632"/>
                      <a:pt x="826" y="6664"/>
                      <a:pt x="979" y="6688"/>
                    </a:cubicBezTo>
                    <a:cubicBezTo>
                      <a:pt x="1115" y="6704"/>
                      <a:pt x="1256" y="6693"/>
                      <a:pt x="1392" y="6710"/>
                    </a:cubicBezTo>
                    <a:cubicBezTo>
                      <a:pt x="1392" y="6726"/>
                      <a:pt x="1387" y="6742"/>
                      <a:pt x="1381" y="6758"/>
                    </a:cubicBezTo>
                    <a:cubicBezTo>
                      <a:pt x="1365" y="6845"/>
                      <a:pt x="1343" y="6922"/>
                      <a:pt x="1327" y="7003"/>
                    </a:cubicBezTo>
                    <a:cubicBezTo>
                      <a:pt x="1278" y="7193"/>
                      <a:pt x="1235" y="7384"/>
                      <a:pt x="1207" y="7574"/>
                    </a:cubicBezTo>
                    <a:cubicBezTo>
                      <a:pt x="1169" y="7851"/>
                      <a:pt x="1142" y="8134"/>
                      <a:pt x="1077" y="8406"/>
                    </a:cubicBezTo>
                    <a:cubicBezTo>
                      <a:pt x="1017" y="8699"/>
                      <a:pt x="990" y="8993"/>
                      <a:pt x="990" y="9292"/>
                    </a:cubicBezTo>
                    <a:cubicBezTo>
                      <a:pt x="990" y="9384"/>
                      <a:pt x="979" y="9493"/>
                      <a:pt x="1071" y="9552"/>
                    </a:cubicBezTo>
                    <a:cubicBezTo>
                      <a:pt x="1103" y="9570"/>
                      <a:pt x="1138" y="9581"/>
                      <a:pt x="1174" y="9581"/>
                    </a:cubicBezTo>
                    <a:cubicBezTo>
                      <a:pt x="1182" y="9581"/>
                      <a:pt x="1189" y="9581"/>
                      <a:pt x="1197" y="9580"/>
                    </a:cubicBezTo>
                    <a:cubicBezTo>
                      <a:pt x="1262" y="9580"/>
                      <a:pt x="1332" y="9601"/>
                      <a:pt x="1398" y="9607"/>
                    </a:cubicBezTo>
                    <a:cubicBezTo>
                      <a:pt x="1495" y="9619"/>
                      <a:pt x="1610" y="9635"/>
                      <a:pt x="1723" y="9635"/>
                    </a:cubicBezTo>
                    <a:cubicBezTo>
                      <a:pt x="1812" y="9635"/>
                      <a:pt x="1899" y="9625"/>
                      <a:pt x="1974" y="9596"/>
                    </a:cubicBezTo>
                    <a:cubicBezTo>
                      <a:pt x="2197" y="9509"/>
                      <a:pt x="2180" y="9254"/>
                      <a:pt x="2235" y="9063"/>
                    </a:cubicBezTo>
                    <a:cubicBezTo>
                      <a:pt x="2267" y="8938"/>
                      <a:pt x="2295" y="8813"/>
                      <a:pt x="2311" y="8683"/>
                    </a:cubicBezTo>
                    <a:cubicBezTo>
                      <a:pt x="2327" y="8536"/>
                      <a:pt x="2333" y="8389"/>
                      <a:pt x="2333" y="8242"/>
                    </a:cubicBezTo>
                    <a:lnTo>
                      <a:pt x="2333" y="8221"/>
                    </a:lnTo>
                    <a:cubicBezTo>
                      <a:pt x="2455" y="8253"/>
                      <a:pt x="2588" y="8261"/>
                      <a:pt x="2722" y="8261"/>
                    </a:cubicBezTo>
                    <a:cubicBezTo>
                      <a:pt x="2856" y="8261"/>
                      <a:pt x="2990" y="8253"/>
                      <a:pt x="3115" y="8253"/>
                    </a:cubicBezTo>
                    <a:lnTo>
                      <a:pt x="3653" y="8253"/>
                    </a:lnTo>
                    <a:cubicBezTo>
                      <a:pt x="3653" y="8313"/>
                      <a:pt x="3643" y="8373"/>
                      <a:pt x="3637" y="8433"/>
                    </a:cubicBezTo>
                    <a:cubicBezTo>
                      <a:pt x="3637" y="8509"/>
                      <a:pt x="3621" y="8601"/>
                      <a:pt x="3670" y="8672"/>
                    </a:cubicBezTo>
                    <a:cubicBezTo>
                      <a:pt x="3708" y="8714"/>
                      <a:pt x="3763" y="8737"/>
                      <a:pt x="3819" y="8737"/>
                    </a:cubicBezTo>
                    <a:cubicBezTo>
                      <a:pt x="3834" y="8737"/>
                      <a:pt x="3850" y="8735"/>
                      <a:pt x="3865" y="8732"/>
                    </a:cubicBezTo>
                    <a:cubicBezTo>
                      <a:pt x="3974" y="8726"/>
                      <a:pt x="4077" y="8721"/>
                      <a:pt x="4186" y="8721"/>
                    </a:cubicBezTo>
                    <a:cubicBezTo>
                      <a:pt x="4228" y="8721"/>
                      <a:pt x="4274" y="8729"/>
                      <a:pt x="4318" y="8729"/>
                    </a:cubicBezTo>
                    <a:cubicBezTo>
                      <a:pt x="4352" y="8729"/>
                      <a:pt x="4386" y="8724"/>
                      <a:pt x="4414" y="8704"/>
                    </a:cubicBezTo>
                    <a:cubicBezTo>
                      <a:pt x="4458" y="8672"/>
                      <a:pt x="4485" y="8628"/>
                      <a:pt x="4501" y="8579"/>
                    </a:cubicBezTo>
                    <a:cubicBezTo>
                      <a:pt x="4540" y="8493"/>
                      <a:pt x="4599" y="8324"/>
                      <a:pt x="4550" y="8226"/>
                    </a:cubicBezTo>
                    <a:lnTo>
                      <a:pt x="4550" y="8226"/>
                    </a:lnTo>
                    <a:cubicBezTo>
                      <a:pt x="4584" y="8228"/>
                      <a:pt x="4619" y="8229"/>
                      <a:pt x="4654" y="8229"/>
                    </a:cubicBezTo>
                    <a:cubicBezTo>
                      <a:pt x="4714" y="8229"/>
                      <a:pt x="4774" y="8226"/>
                      <a:pt x="4833" y="8215"/>
                    </a:cubicBezTo>
                    <a:cubicBezTo>
                      <a:pt x="5089" y="8166"/>
                      <a:pt x="5339" y="8139"/>
                      <a:pt x="5599" y="8128"/>
                    </a:cubicBezTo>
                    <a:cubicBezTo>
                      <a:pt x="5599" y="8177"/>
                      <a:pt x="5605" y="8232"/>
                      <a:pt x="5610" y="8281"/>
                    </a:cubicBezTo>
                    <a:cubicBezTo>
                      <a:pt x="5627" y="8395"/>
                      <a:pt x="5659" y="8503"/>
                      <a:pt x="5681" y="8618"/>
                    </a:cubicBezTo>
                    <a:cubicBezTo>
                      <a:pt x="5697" y="8737"/>
                      <a:pt x="5697" y="8873"/>
                      <a:pt x="5719" y="8998"/>
                    </a:cubicBezTo>
                    <a:cubicBezTo>
                      <a:pt x="5730" y="9036"/>
                      <a:pt x="5741" y="9080"/>
                      <a:pt x="5746" y="9118"/>
                    </a:cubicBezTo>
                    <a:cubicBezTo>
                      <a:pt x="5741" y="9161"/>
                      <a:pt x="5741" y="9205"/>
                      <a:pt x="5746" y="9243"/>
                    </a:cubicBezTo>
                    <a:cubicBezTo>
                      <a:pt x="5752" y="9259"/>
                      <a:pt x="5763" y="9270"/>
                      <a:pt x="5768" y="9281"/>
                    </a:cubicBezTo>
                    <a:cubicBezTo>
                      <a:pt x="5768" y="9286"/>
                      <a:pt x="5768" y="9297"/>
                      <a:pt x="5768" y="9302"/>
                    </a:cubicBezTo>
                    <a:cubicBezTo>
                      <a:pt x="5752" y="9346"/>
                      <a:pt x="5746" y="9395"/>
                      <a:pt x="5746" y="9438"/>
                    </a:cubicBezTo>
                    <a:cubicBezTo>
                      <a:pt x="5753" y="9560"/>
                      <a:pt x="5834" y="9592"/>
                      <a:pt x="5929" y="9592"/>
                    </a:cubicBezTo>
                    <a:cubicBezTo>
                      <a:pt x="5998" y="9592"/>
                      <a:pt x="6075" y="9575"/>
                      <a:pt x="6132" y="9563"/>
                    </a:cubicBezTo>
                    <a:cubicBezTo>
                      <a:pt x="6183" y="9554"/>
                      <a:pt x="6235" y="9552"/>
                      <a:pt x="6287" y="9552"/>
                    </a:cubicBezTo>
                    <a:cubicBezTo>
                      <a:pt x="6308" y="9552"/>
                      <a:pt x="6329" y="9552"/>
                      <a:pt x="6350" y="9552"/>
                    </a:cubicBezTo>
                    <a:cubicBezTo>
                      <a:pt x="6424" y="9552"/>
                      <a:pt x="6499" y="9550"/>
                      <a:pt x="6573" y="9525"/>
                    </a:cubicBezTo>
                    <a:cubicBezTo>
                      <a:pt x="6643" y="9498"/>
                      <a:pt x="6698" y="9449"/>
                      <a:pt x="6736" y="9384"/>
                    </a:cubicBezTo>
                    <a:cubicBezTo>
                      <a:pt x="6779" y="9292"/>
                      <a:pt x="6752" y="9188"/>
                      <a:pt x="6741" y="9096"/>
                    </a:cubicBezTo>
                    <a:cubicBezTo>
                      <a:pt x="6736" y="8982"/>
                      <a:pt x="6708" y="8878"/>
                      <a:pt x="6708" y="8770"/>
                    </a:cubicBezTo>
                    <a:cubicBezTo>
                      <a:pt x="6714" y="8639"/>
                      <a:pt x="6714" y="8514"/>
                      <a:pt x="6703" y="8389"/>
                    </a:cubicBezTo>
                    <a:cubicBezTo>
                      <a:pt x="6670" y="8259"/>
                      <a:pt x="6654" y="8123"/>
                      <a:pt x="6643" y="7992"/>
                    </a:cubicBezTo>
                    <a:cubicBezTo>
                      <a:pt x="6643" y="7922"/>
                      <a:pt x="6638" y="7851"/>
                      <a:pt x="6627" y="7786"/>
                    </a:cubicBezTo>
                    <a:cubicBezTo>
                      <a:pt x="6616" y="7721"/>
                      <a:pt x="6616" y="7655"/>
                      <a:pt x="6611" y="7590"/>
                    </a:cubicBezTo>
                    <a:cubicBezTo>
                      <a:pt x="6611" y="7536"/>
                      <a:pt x="6583" y="7492"/>
                      <a:pt x="6583" y="7438"/>
                    </a:cubicBezTo>
                    <a:cubicBezTo>
                      <a:pt x="6573" y="7373"/>
                      <a:pt x="6583" y="7302"/>
                      <a:pt x="6573" y="7237"/>
                    </a:cubicBezTo>
                    <a:cubicBezTo>
                      <a:pt x="6562" y="7177"/>
                      <a:pt x="6545" y="7117"/>
                      <a:pt x="6534" y="7057"/>
                    </a:cubicBezTo>
                    <a:cubicBezTo>
                      <a:pt x="6529" y="7009"/>
                      <a:pt x="6524" y="6960"/>
                      <a:pt x="6507" y="6905"/>
                    </a:cubicBezTo>
                    <a:cubicBezTo>
                      <a:pt x="6578" y="6905"/>
                      <a:pt x="6643" y="6894"/>
                      <a:pt x="6719" y="6884"/>
                    </a:cubicBezTo>
                    <a:cubicBezTo>
                      <a:pt x="6910" y="6867"/>
                      <a:pt x="7094" y="6835"/>
                      <a:pt x="7285" y="6786"/>
                    </a:cubicBezTo>
                    <a:cubicBezTo>
                      <a:pt x="7290" y="6786"/>
                      <a:pt x="7301" y="6780"/>
                      <a:pt x="7306" y="6775"/>
                    </a:cubicBezTo>
                    <a:cubicBezTo>
                      <a:pt x="7337" y="6765"/>
                      <a:pt x="7368" y="6761"/>
                      <a:pt x="7399" y="6761"/>
                    </a:cubicBezTo>
                    <a:cubicBezTo>
                      <a:pt x="7439" y="6761"/>
                      <a:pt x="7479" y="6768"/>
                      <a:pt x="7518" y="6780"/>
                    </a:cubicBezTo>
                    <a:cubicBezTo>
                      <a:pt x="7534" y="6789"/>
                      <a:pt x="7551" y="6793"/>
                      <a:pt x="7568" y="6793"/>
                    </a:cubicBezTo>
                    <a:cubicBezTo>
                      <a:pt x="7603" y="6793"/>
                      <a:pt x="7636" y="6775"/>
                      <a:pt x="7654" y="6742"/>
                    </a:cubicBezTo>
                    <a:cubicBezTo>
                      <a:pt x="7752" y="6595"/>
                      <a:pt x="7741" y="6411"/>
                      <a:pt x="7730" y="6242"/>
                    </a:cubicBezTo>
                    <a:cubicBezTo>
                      <a:pt x="7719" y="6090"/>
                      <a:pt x="7730" y="5878"/>
                      <a:pt x="7594" y="5775"/>
                    </a:cubicBezTo>
                    <a:lnTo>
                      <a:pt x="7594" y="5775"/>
                    </a:lnTo>
                    <a:lnTo>
                      <a:pt x="7600" y="5780"/>
                    </a:lnTo>
                    <a:cubicBezTo>
                      <a:pt x="7573" y="5758"/>
                      <a:pt x="7535" y="5742"/>
                      <a:pt x="7497" y="5742"/>
                    </a:cubicBezTo>
                    <a:cubicBezTo>
                      <a:pt x="7442" y="5737"/>
                      <a:pt x="7393" y="5731"/>
                      <a:pt x="7339" y="5720"/>
                    </a:cubicBezTo>
                    <a:cubicBezTo>
                      <a:pt x="7276" y="5715"/>
                      <a:pt x="7213" y="5712"/>
                      <a:pt x="7149" y="5712"/>
                    </a:cubicBezTo>
                    <a:cubicBezTo>
                      <a:pt x="7085" y="5712"/>
                      <a:pt x="7021" y="5715"/>
                      <a:pt x="6958" y="5720"/>
                    </a:cubicBezTo>
                    <a:lnTo>
                      <a:pt x="6861" y="5720"/>
                    </a:lnTo>
                    <a:cubicBezTo>
                      <a:pt x="6861" y="5693"/>
                      <a:pt x="6861" y="5666"/>
                      <a:pt x="6855" y="5633"/>
                    </a:cubicBezTo>
                    <a:cubicBezTo>
                      <a:pt x="6823" y="5476"/>
                      <a:pt x="6806" y="5313"/>
                      <a:pt x="6801" y="5149"/>
                    </a:cubicBezTo>
                    <a:cubicBezTo>
                      <a:pt x="6806" y="4981"/>
                      <a:pt x="6839" y="4818"/>
                      <a:pt x="6855" y="4649"/>
                    </a:cubicBezTo>
                    <a:cubicBezTo>
                      <a:pt x="6861" y="4568"/>
                      <a:pt x="6882" y="4486"/>
                      <a:pt x="6882" y="4399"/>
                    </a:cubicBezTo>
                    <a:cubicBezTo>
                      <a:pt x="6882" y="4307"/>
                      <a:pt x="6888" y="4215"/>
                      <a:pt x="6899" y="4122"/>
                    </a:cubicBezTo>
                    <a:cubicBezTo>
                      <a:pt x="6920" y="3954"/>
                      <a:pt x="6937" y="3785"/>
                      <a:pt x="6953" y="3611"/>
                    </a:cubicBezTo>
                    <a:cubicBezTo>
                      <a:pt x="6975" y="3437"/>
                      <a:pt x="6958" y="3269"/>
                      <a:pt x="6910" y="3106"/>
                    </a:cubicBezTo>
                    <a:cubicBezTo>
                      <a:pt x="7035" y="3013"/>
                      <a:pt x="7160" y="2910"/>
                      <a:pt x="7285" y="2818"/>
                    </a:cubicBezTo>
                    <a:cubicBezTo>
                      <a:pt x="7469" y="2682"/>
                      <a:pt x="7997" y="2225"/>
                      <a:pt x="7638" y="2002"/>
                    </a:cubicBezTo>
                    <a:cubicBezTo>
                      <a:pt x="7602" y="1981"/>
                      <a:pt x="7560" y="1970"/>
                      <a:pt x="7518" y="1970"/>
                    </a:cubicBezTo>
                    <a:cubicBezTo>
                      <a:pt x="7485" y="1970"/>
                      <a:pt x="7452" y="1977"/>
                      <a:pt x="7420" y="1991"/>
                    </a:cubicBezTo>
                    <a:cubicBezTo>
                      <a:pt x="7312" y="2024"/>
                      <a:pt x="7208" y="2057"/>
                      <a:pt x="7105" y="2105"/>
                    </a:cubicBezTo>
                    <a:cubicBezTo>
                      <a:pt x="7029" y="2133"/>
                      <a:pt x="6958" y="2171"/>
                      <a:pt x="6888" y="2203"/>
                    </a:cubicBezTo>
                    <a:cubicBezTo>
                      <a:pt x="6899" y="2176"/>
                      <a:pt x="6904" y="2143"/>
                      <a:pt x="6910" y="2111"/>
                    </a:cubicBezTo>
                    <a:cubicBezTo>
                      <a:pt x="6910" y="2062"/>
                      <a:pt x="6904" y="2008"/>
                      <a:pt x="6910" y="1959"/>
                    </a:cubicBezTo>
                    <a:cubicBezTo>
                      <a:pt x="6920" y="1872"/>
                      <a:pt x="6953" y="1796"/>
                      <a:pt x="6926" y="1709"/>
                    </a:cubicBezTo>
                    <a:cubicBezTo>
                      <a:pt x="6893" y="1616"/>
                      <a:pt x="6806" y="1556"/>
                      <a:pt x="6708" y="1556"/>
                    </a:cubicBezTo>
                    <a:cubicBezTo>
                      <a:pt x="6573" y="1551"/>
                      <a:pt x="6442" y="1529"/>
                      <a:pt x="6306" y="1513"/>
                    </a:cubicBezTo>
                    <a:cubicBezTo>
                      <a:pt x="6187" y="1497"/>
                      <a:pt x="6067" y="1507"/>
                      <a:pt x="5947" y="1480"/>
                    </a:cubicBezTo>
                    <a:cubicBezTo>
                      <a:pt x="5879" y="1471"/>
                      <a:pt x="5808" y="1467"/>
                      <a:pt x="5737" y="1467"/>
                    </a:cubicBezTo>
                    <a:cubicBezTo>
                      <a:pt x="5679" y="1467"/>
                      <a:pt x="5620" y="1470"/>
                      <a:pt x="5561" y="1475"/>
                    </a:cubicBezTo>
                    <a:cubicBezTo>
                      <a:pt x="5491" y="1478"/>
                      <a:pt x="5419" y="1479"/>
                      <a:pt x="5347" y="1479"/>
                    </a:cubicBezTo>
                    <a:cubicBezTo>
                      <a:pt x="5275" y="1479"/>
                      <a:pt x="5203" y="1478"/>
                      <a:pt x="5132" y="1475"/>
                    </a:cubicBezTo>
                    <a:cubicBezTo>
                      <a:pt x="5078" y="1469"/>
                      <a:pt x="5029" y="1448"/>
                      <a:pt x="4980" y="1442"/>
                    </a:cubicBezTo>
                    <a:cubicBezTo>
                      <a:pt x="4969" y="1440"/>
                      <a:pt x="4959" y="1438"/>
                      <a:pt x="4950" y="1438"/>
                    </a:cubicBezTo>
                    <a:cubicBezTo>
                      <a:pt x="4940" y="1438"/>
                      <a:pt x="4931" y="1440"/>
                      <a:pt x="4920" y="1442"/>
                    </a:cubicBezTo>
                    <a:cubicBezTo>
                      <a:pt x="4931" y="1257"/>
                      <a:pt x="4958" y="991"/>
                      <a:pt x="4757" y="926"/>
                    </a:cubicBezTo>
                    <a:cubicBezTo>
                      <a:pt x="4724" y="920"/>
                      <a:pt x="4692" y="917"/>
                      <a:pt x="4659" y="917"/>
                    </a:cubicBezTo>
                    <a:cubicBezTo>
                      <a:pt x="4606" y="917"/>
                      <a:pt x="4552" y="925"/>
                      <a:pt x="4501" y="942"/>
                    </a:cubicBezTo>
                    <a:cubicBezTo>
                      <a:pt x="4398" y="942"/>
                      <a:pt x="4300" y="953"/>
                      <a:pt x="4202" y="975"/>
                    </a:cubicBezTo>
                    <a:lnTo>
                      <a:pt x="4164" y="980"/>
                    </a:lnTo>
                    <a:cubicBezTo>
                      <a:pt x="4175" y="823"/>
                      <a:pt x="4143" y="665"/>
                      <a:pt x="4154" y="513"/>
                    </a:cubicBezTo>
                    <a:cubicBezTo>
                      <a:pt x="4170" y="361"/>
                      <a:pt x="4170" y="208"/>
                      <a:pt x="4148" y="62"/>
                    </a:cubicBezTo>
                    <a:cubicBezTo>
                      <a:pt x="4143" y="40"/>
                      <a:pt x="4126" y="24"/>
                      <a:pt x="4105" y="13"/>
                    </a:cubicBezTo>
                    <a:cubicBezTo>
                      <a:pt x="4048" y="5"/>
                      <a:pt x="3989"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20"/>
              <p:cNvSpPr/>
              <p:nvPr/>
            </p:nvSpPr>
            <p:spPr>
              <a:xfrm>
                <a:off x="3120025" y="3293125"/>
                <a:ext cx="5725" cy="6250"/>
              </a:xfrm>
              <a:custGeom>
                <a:rect b="b" l="l" r="r" t="t"/>
                <a:pathLst>
                  <a:path extrusionOk="0" h="250" w="229">
                    <a:moveTo>
                      <a:pt x="182" y="0"/>
                    </a:moveTo>
                    <a:cubicBezTo>
                      <a:pt x="174" y="0"/>
                      <a:pt x="166" y="4"/>
                      <a:pt x="158" y="11"/>
                    </a:cubicBezTo>
                    <a:cubicBezTo>
                      <a:pt x="126" y="44"/>
                      <a:pt x="104" y="82"/>
                      <a:pt x="71" y="114"/>
                    </a:cubicBezTo>
                    <a:cubicBezTo>
                      <a:pt x="39" y="147"/>
                      <a:pt x="1" y="158"/>
                      <a:pt x="6" y="201"/>
                    </a:cubicBezTo>
                    <a:cubicBezTo>
                      <a:pt x="6" y="232"/>
                      <a:pt x="29" y="250"/>
                      <a:pt x="52" y="250"/>
                    </a:cubicBezTo>
                    <a:cubicBezTo>
                      <a:pt x="66" y="250"/>
                      <a:pt x="80" y="243"/>
                      <a:pt x="88" y="229"/>
                    </a:cubicBezTo>
                    <a:cubicBezTo>
                      <a:pt x="109" y="207"/>
                      <a:pt x="126" y="185"/>
                      <a:pt x="148" y="158"/>
                    </a:cubicBezTo>
                    <a:cubicBezTo>
                      <a:pt x="164" y="120"/>
                      <a:pt x="180" y="87"/>
                      <a:pt x="207" y="60"/>
                    </a:cubicBezTo>
                    <a:cubicBezTo>
                      <a:pt x="228" y="35"/>
                      <a:pt x="207"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20"/>
              <p:cNvSpPr/>
              <p:nvPr/>
            </p:nvSpPr>
            <p:spPr>
              <a:xfrm>
                <a:off x="3119750" y="3299400"/>
                <a:ext cx="5850" cy="5400"/>
              </a:xfrm>
              <a:custGeom>
                <a:rect b="b" l="l" r="r" t="t"/>
                <a:pathLst>
                  <a:path extrusionOk="0" h="216" w="234">
                    <a:moveTo>
                      <a:pt x="195" y="1"/>
                    </a:moveTo>
                    <a:cubicBezTo>
                      <a:pt x="189" y="1"/>
                      <a:pt x="181" y="4"/>
                      <a:pt x="175" y="10"/>
                    </a:cubicBezTo>
                    <a:cubicBezTo>
                      <a:pt x="142" y="37"/>
                      <a:pt x="110" y="59"/>
                      <a:pt x="82" y="92"/>
                    </a:cubicBezTo>
                    <a:cubicBezTo>
                      <a:pt x="55" y="119"/>
                      <a:pt x="1" y="157"/>
                      <a:pt x="28" y="200"/>
                    </a:cubicBezTo>
                    <a:cubicBezTo>
                      <a:pt x="38" y="210"/>
                      <a:pt x="51" y="216"/>
                      <a:pt x="63" y="216"/>
                    </a:cubicBezTo>
                    <a:cubicBezTo>
                      <a:pt x="72" y="216"/>
                      <a:pt x="81" y="213"/>
                      <a:pt x="88" y="206"/>
                    </a:cubicBezTo>
                    <a:cubicBezTo>
                      <a:pt x="99" y="195"/>
                      <a:pt x="104" y="179"/>
                      <a:pt x="110" y="162"/>
                    </a:cubicBezTo>
                    <a:cubicBezTo>
                      <a:pt x="120" y="146"/>
                      <a:pt x="131" y="135"/>
                      <a:pt x="142" y="124"/>
                    </a:cubicBezTo>
                    <a:cubicBezTo>
                      <a:pt x="164" y="97"/>
                      <a:pt x="191" y="75"/>
                      <a:pt x="213" y="48"/>
                    </a:cubicBezTo>
                    <a:cubicBezTo>
                      <a:pt x="233" y="28"/>
                      <a:pt x="217"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20"/>
              <p:cNvSpPr/>
              <p:nvPr/>
            </p:nvSpPr>
            <p:spPr>
              <a:xfrm>
                <a:off x="3117700" y="3305400"/>
                <a:ext cx="7000" cy="5750"/>
              </a:xfrm>
              <a:custGeom>
                <a:rect b="b" l="l" r="r" t="t"/>
                <a:pathLst>
                  <a:path extrusionOk="0" h="230" w="280">
                    <a:moveTo>
                      <a:pt x="233" y="0"/>
                    </a:moveTo>
                    <a:cubicBezTo>
                      <a:pt x="229" y="0"/>
                      <a:pt x="224" y="1"/>
                      <a:pt x="219" y="4"/>
                    </a:cubicBezTo>
                    <a:cubicBezTo>
                      <a:pt x="154" y="42"/>
                      <a:pt x="88" y="91"/>
                      <a:pt x="34" y="145"/>
                    </a:cubicBezTo>
                    <a:cubicBezTo>
                      <a:pt x="0" y="179"/>
                      <a:pt x="32" y="230"/>
                      <a:pt x="69" y="230"/>
                    </a:cubicBezTo>
                    <a:cubicBezTo>
                      <a:pt x="79" y="230"/>
                      <a:pt x="90" y="226"/>
                      <a:pt x="99" y="216"/>
                    </a:cubicBezTo>
                    <a:cubicBezTo>
                      <a:pt x="159" y="167"/>
                      <a:pt x="202" y="107"/>
                      <a:pt x="257" y="58"/>
                    </a:cubicBezTo>
                    <a:cubicBezTo>
                      <a:pt x="280" y="35"/>
                      <a:pt x="260" y="0"/>
                      <a:pt x="2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20"/>
              <p:cNvSpPr/>
              <p:nvPr/>
            </p:nvSpPr>
            <p:spPr>
              <a:xfrm>
                <a:off x="3118125" y="3320825"/>
                <a:ext cx="8425" cy="7200"/>
              </a:xfrm>
              <a:custGeom>
                <a:rect b="b" l="l" r="r" t="t"/>
                <a:pathLst>
                  <a:path extrusionOk="0" h="288" w="337">
                    <a:moveTo>
                      <a:pt x="266" y="1"/>
                    </a:moveTo>
                    <a:cubicBezTo>
                      <a:pt x="264" y="1"/>
                      <a:pt x="263" y="1"/>
                      <a:pt x="262" y="1"/>
                    </a:cubicBezTo>
                    <a:lnTo>
                      <a:pt x="262" y="7"/>
                    </a:lnTo>
                    <a:cubicBezTo>
                      <a:pt x="202" y="17"/>
                      <a:pt x="147" y="45"/>
                      <a:pt x="104" y="88"/>
                    </a:cubicBezTo>
                    <a:cubicBezTo>
                      <a:pt x="88" y="110"/>
                      <a:pt x="71" y="137"/>
                      <a:pt x="50" y="159"/>
                    </a:cubicBezTo>
                    <a:cubicBezTo>
                      <a:pt x="28" y="175"/>
                      <a:pt x="1" y="197"/>
                      <a:pt x="6" y="235"/>
                    </a:cubicBezTo>
                    <a:cubicBezTo>
                      <a:pt x="10" y="258"/>
                      <a:pt x="40" y="288"/>
                      <a:pt x="68" y="288"/>
                    </a:cubicBezTo>
                    <a:cubicBezTo>
                      <a:pt x="79" y="288"/>
                      <a:pt x="89" y="283"/>
                      <a:pt x="99" y="273"/>
                    </a:cubicBezTo>
                    <a:cubicBezTo>
                      <a:pt x="115" y="262"/>
                      <a:pt x="126" y="251"/>
                      <a:pt x="142" y="240"/>
                    </a:cubicBezTo>
                    <a:cubicBezTo>
                      <a:pt x="158" y="224"/>
                      <a:pt x="175" y="202"/>
                      <a:pt x="185" y="181"/>
                    </a:cubicBezTo>
                    <a:cubicBezTo>
                      <a:pt x="207" y="148"/>
                      <a:pt x="240" y="126"/>
                      <a:pt x="272" y="115"/>
                    </a:cubicBezTo>
                    <a:cubicBezTo>
                      <a:pt x="336" y="105"/>
                      <a:pt x="322"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20"/>
              <p:cNvSpPr/>
              <p:nvPr/>
            </p:nvSpPr>
            <p:spPr>
              <a:xfrm>
                <a:off x="3118950" y="3326425"/>
                <a:ext cx="5600" cy="7750"/>
              </a:xfrm>
              <a:custGeom>
                <a:rect b="b" l="l" r="r" t="t"/>
                <a:pathLst>
                  <a:path extrusionOk="0" h="310" w="224">
                    <a:moveTo>
                      <a:pt x="182" y="0"/>
                    </a:moveTo>
                    <a:cubicBezTo>
                      <a:pt x="163" y="0"/>
                      <a:pt x="144" y="11"/>
                      <a:pt x="142" y="33"/>
                    </a:cubicBezTo>
                    <a:lnTo>
                      <a:pt x="142" y="38"/>
                    </a:lnTo>
                    <a:cubicBezTo>
                      <a:pt x="142" y="82"/>
                      <a:pt x="82" y="120"/>
                      <a:pt x="55" y="152"/>
                    </a:cubicBezTo>
                    <a:cubicBezTo>
                      <a:pt x="17" y="185"/>
                      <a:pt x="0" y="234"/>
                      <a:pt x="11" y="283"/>
                    </a:cubicBezTo>
                    <a:cubicBezTo>
                      <a:pt x="14" y="300"/>
                      <a:pt x="31" y="309"/>
                      <a:pt x="48" y="309"/>
                    </a:cubicBezTo>
                    <a:cubicBezTo>
                      <a:pt x="64" y="309"/>
                      <a:pt x="79" y="301"/>
                      <a:pt x="82" y="283"/>
                    </a:cubicBezTo>
                    <a:cubicBezTo>
                      <a:pt x="93" y="245"/>
                      <a:pt x="136" y="207"/>
                      <a:pt x="163" y="169"/>
                    </a:cubicBezTo>
                    <a:cubicBezTo>
                      <a:pt x="201" y="136"/>
                      <a:pt x="218" y="87"/>
                      <a:pt x="223" y="33"/>
                    </a:cubicBezTo>
                    <a:cubicBezTo>
                      <a:pt x="220" y="11"/>
                      <a:pt x="201"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20"/>
              <p:cNvSpPr/>
              <p:nvPr/>
            </p:nvSpPr>
            <p:spPr>
              <a:xfrm>
                <a:off x="3119500" y="3405625"/>
                <a:ext cx="7700" cy="8825"/>
              </a:xfrm>
              <a:custGeom>
                <a:rect b="b" l="l" r="r" t="t"/>
                <a:pathLst>
                  <a:path extrusionOk="0" h="353" w="308">
                    <a:moveTo>
                      <a:pt x="223" y="1"/>
                    </a:moveTo>
                    <a:cubicBezTo>
                      <a:pt x="221" y="1"/>
                      <a:pt x="219" y="1"/>
                      <a:pt x="217" y="1"/>
                    </a:cubicBezTo>
                    <a:cubicBezTo>
                      <a:pt x="147" y="12"/>
                      <a:pt x="130" y="72"/>
                      <a:pt x="98" y="115"/>
                    </a:cubicBezTo>
                    <a:cubicBezTo>
                      <a:pt x="54" y="180"/>
                      <a:pt x="5" y="219"/>
                      <a:pt x="0" y="300"/>
                    </a:cubicBezTo>
                    <a:cubicBezTo>
                      <a:pt x="0" y="333"/>
                      <a:pt x="26" y="352"/>
                      <a:pt x="54" y="352"/>
                    </a:cubicBezTo>
                    <a:cubicBezTo>
                      <a:pt x="72" y="352"/>
                      <a:pt x="91" y="344"/>
                      <a:pt x="103" y="327"/>
                    </a:cubicBezTo>
                    <a:cubicBezTo>
                      <a:pt x="130" y="278"/>
                      <a:pt x="158" y="235"/>
                      <a:pt x="196" y="191"/>
                    </a:cubicBezTo>
                    <a:cubicBezTo>
                      <a:pt x="212" y="164"/>
                      <a:pt x="223" y="110"/>
                      <a:pt x="256" y="94"/>
                    </a:cubicBezTo>
                    <a:cubicBezTo>
                      <a:pt x="308" y="67"/>
                      <a:pt x="269" y="1"/>
                      <a:pt x="2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20"/>
              <p:cNvSpPr/>
              <p:nvPr/>
            </p:nvSpPr>
            <p:spPr>
              <a:xfrm>
                <a:off x="3118000" y="3415025"/>
                <a:ext cx="6125" cy="6300"/>
              </a:xfrm>
              <a:custGeom>
                <a:rect b="b" l="l" r="r" t="t"/>
                <a:pathLst>
                  <a:path extrusionOk="0" h="252" w="245">
                    <a:moveTo>
                      <a:pt x="223" y="0"/>
                    </a:moveTo>
                    <a:cubicBezTo>
                      <a:pt x="207" y="0"/>
                      <a:pt x="196" y="16"/>
                      <a:pt x="180" y="27"/>
                    </a:cubicBezTo>
                    <a:cubicBezTo>
                      <a:pt x="169" y="38"/>
                      <a:pt x="136" y="49"/>
                      <a:pt x="114" y="65"/>
                    </a:cubicBezTo>
                    <a:cubicBezTo>
                      <a:pt x="65" y="93"/>
                      <a:pt x="27" y="136"/>
                      <a:pt x="6" y="185"/>
                    </a:cubicBezTo>
                    <a:cubicBezTo>
                      <a:pt x="0" y="201"/>
                      <a:pt x="6" y="223"/>
                      <a:pt x="17" y="234"/>
                    </a:cubicBezTo>
                    <a:cubicBezTo>
                      <a:pt x="29" y="247"/>
                      <a:pt x="36" y="252"/>
                      <a:pt x="46" y="252"/>
                    </a:cubicBezTo>
                    <a:cubicBezTo>
                      <a:pt x="52" y="252"/>
                      <a:pt x="60" y="249"/>
                      <a:pt x="71" y="245"/>
                    </a:cubicBezTo>
                    <a:lnTo>
                      <a:pt x="71" y="245"/>
                    </a:lnTo>
                    <a:cubicBezTo>
                      <a:pt x="67" y="247"/>
                      <a:pt x="67" y="247"/>
                      <a:pt x="67" y="247"/>
                    </a:cubicBezTo>
                    <a:cubicBezTo>
                      <a:pt x="69" y="247"/>
                      <a:pt x="76" y="245"/>
                      <a:pt x="76" y="245"/>
                    </a:cubicBezTo>
                    <a:cubicBezTo>
                      <a:pt x="87" y="239"/>
                      <a:pt x="93" y="228"/>
                      <a:pt x="98" y="223"/>
                    </a:cubicBezTo>
                    <a:cubicBezTo>
                      <a:pt x="109" y="207"/>
                      <a:pt x="120" y="185"/>
                      <a:pt x="131" y="169"/>
                    </a:cubicBezTo>
                    <a:cubicBezTo>
                      <a:pt x="169" y="125"/>
                      <a:pt x="234" y="87"/>
                      <a:pt x="245" y="27"/>
                    </a:cubicBezTo>
                    <a:cubicBezTo>
                      <a:pt x="245" y="16"/>
                      <a:pt x="239" y="6"/>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20"/>
              <p:cNvSpPr/>
              <p:nvPr/>
            </p:nvSpPr>
            <p:spPr>
              <a:xfrm>
                <a:off x="3113925" y="3368700"/>
                <a:ext cx="3425" cy="7550"/>
              </a:xfrm>
              <a:custGeom>
                <a:rect b="b" l="l" r="r" t="t"/>
                <a:pathLst>
                  <a:path extrusionOk="0" h="302" w="137">
                    <a:moveTo>
                      <a:pt x="52" y="1"/>
                    </a:moveTo>
                    <a:cubicBezTo>
                      <a:pt x="33" y="1"/>
                      <a:pt x="14" y="13"/>
                      <a:pt x="11" y="38"/>
                    </a:cubicBezTo>
                    <a:cubicBezTo>
                      <a:pt x="11" y="81"/>
                      <a:pt x="11" y="130"/>
                      <a:pt x="6" y="174"/>
                    </a:cubicBezTo>
                    <a:cubicBezTo>
                      <a:pt x="0" y="201"/>
                      <a:pt x="0" y="222"/>
                      <a:pt x="6" y="250"/>
                    </a:cubicBezTo>
                    <a:cubicBezTo>
                      <a:pt x="16" y="283"/>
                      <a:pt x="46" y="302"/>
                      <a:pt x="75" y="302"/>
                    </a:cubicBezTo>
                    <a:cubicBezTo>
                      <a:pt x="94" y="302"/>
                      <a:pt x="112" y="294"/>
                      <a:pt x="125" y="277"/>
                    </a:cubicBezTo>
                    <a:cubicBezTo>
                      <a:pt x="136" y="260"/>
                      <a:pt x="131" y="239"/>
                      <a:pt x="114" y="233"/>
                    </a:cubicBezTo>
                    <a:lnTo>
                      <a:pt x="109" y="228"/>
                    </a:lnTo>
                    <a:lnTo>
                      <a:pt x="98" y="228"/>
                    </a:lnTo>
                    <a:lnTo>
                      <a:pt x="98" y="195"/>
                    </a:lnTo>
                    <a:cubicBezTo>
                      <a:pt x="98" y="141"/>
                      <a:pt x="93" y="87"/>
                      <a:pt x="93" y="38"/>
                    </a:cubicBezTo>
                    <a:cubicBezTo>
                      <a:pt x="90" y="13"/>
                      <a:pt x="71" y="1"/>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20"/>
              <p:cNvSpPr/>
              <p:nvPr/>
            </p:nvSpPr>
            <p:spPr>
              <a:xfrm>
                <a:off x="3119350" y="3371250"/>
                <a:ext cx="3825" cy="7950"/>
              </a:xfrm>
              <a:custGeom>
                <a:rect b="b" l="l" r="r" t="t"/>
                <a:pathLst>
                  <a:path extrusionOk="0" h="318" w="153">
                    <a:moveTo>
                      <a:pt x="77" y="1"/>
                    </a:moveTo>
                    <a:cubicBezTo>
                      <a:pt x="69" y="1"/>
                      <a:pt x="60" y="6"/>
                      <a:pt x="60" y="17"/>
                    </a:cubicBezTo>
                    <a:cubicBezTo>
                      <a:pt x="39" y="104"/>
                      <a:pt x="1" y="224"/>
                      <a:pt x="55" y="305"/>
                    </a:cubicBezTo>
                    <a:cubicBezTo>
                      <a:pt x="60" y="313"/>
                      <a:pt x="70" y="317"/>
                      <a:pt x="79" y="317"/>
                    </a:cubicBezTo>
                    <a:cubicBezTo>
                      <a:pt x="89" y="317"/>
                      <a:pt x="98" y="313"/>
                      <a:pt x="104" y="305"/>
                    </a:cubicBezTo>
                    <a:cubicBezTo>
                      <a:pt x="153" y="224"/>
                      <a:pt x="120" y="104"/>
                      <a:pt x="98" y="17"/>
                    </a:cubicBezTo>
                    <a:cubicBezTo>
                      <a:pt x="96" y="6"/>
                      <a:pt x="86" y="1"/>
                      <a:pt x="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20"/>
              <p:cNvSpPr/>
              <p:nvPr/>
            </p:nvSpPr>
            <p:spPr>
              <a:xfrm>
                <a:off x="3168950" y="3249475"/>
                <a:ext cx="3150" cy="7550"/>
              </a:xfrm>
              <a:custGeom>
                <a:rect b="b" l="l" r="r" t="t"/>
                <a:pathLst>
                  <a:path extrusionOk="0" h="302" w="126">
                    <a:moveTo>
                      <a:pt x="71" y="0"/>
                    </a:moveTo>
                    <a:cubicBezTo>
                      <a:pt x="50" y="0"/>
                      <a:pt x="28" y="15"/>
                      <a:pt x="28" y="45"/>
                    </a:cubicBezTo>
                    <a:cubicBezTo>
                      <a:pt x="28" y="99"/>
                      <a:pt x="1" y="154"/>
                      <a:pt x="1" y="208"/>
                    </a:cubicBezTo>
                    <a:cubicBezTo>
                      <a:pt x="5" y="253"/>
                      <a:pt x="36" y="302"/>
                      <a:pt x="80" y="302"/>
                    </a:cubicBezTo>
                    <a:cubicBezTo>
                      <a:pt x="89" y="302"/>
                      <a:pt x="99" y="300"/>
                      <a:pt x="109" y="295"/>
                    </a:cubicBezTo>
                    <a:cubicBezTo>
                      <a:pt x="120" y="284"/>
                      <a:pt x="126" y="268"/>
                      <a:pt x="120" y="251"/>
                    </a:cubicBezTo>
                    <a:cubicBezTo>
                      <a:pt x="115" y="241"/>
                      <a:pt x="104" y="230"/>
                      <a:pt x="99" y="213"/>
                    </a:cubicBezTo>
                    <a:cubicBezTo>
                      <a:pt x="93" y="197"/>
                      <a:pt x="93" y="181"/>
                      <a:pt x="99" y="164"/>
                    </a:cubicBezTo>
                    <a:cubicBezTo>
                      <a:pt x="104" y="126"/>
                      <a:pt x="115" y="88"/>
                      <a:pt x="115" y="45"/>
                    </a:cubicBezTo>
                    <a:cubicBezTo>
                      <a:pt x="115" y="15"/>
                      <a:pt x="93"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20"/>
              <p:cNvSpPr/>
              <p:nvPr/>
            </p:nvSpPr>
            <p:spPr>
              <a:xfrm>
                <a:off x="3176150" y="3250450"/>
                <a:ext cx="3150" cy="5300"/>
              </a:xfrm>
              <a:custGeom>
                <a:rect b="b" l="l" r="r" t="t"/>
                <a:pathLst>
                  <a:path extrusionOk="0" h="212" w="126">
                    <a:moveTo>
                      <a:pt x="55" y="0"/>
                    </a:moveTo>
                    <a:cubicBezTo>
                      <a:pt x="28" y="0"/>
                      <a:pt x="6" y="17"/>
                      <a:pt x="6" y="44"/>
                    </a:cubicBezTo>
                    <a:cubicBezTo>
                      <a:pt x="1" y="60"/>
                      <a:pt x="6" y="71"/>
                      <a:pt x="17" y="82"/>
                    </a:cubicBezTo>
                    <a:cubicBezTo>
                      <a:pt x="17" y="104"/>
                      <a:pt x="17" y="120"/>
                      <a:pt x="12" y="136"/>
                    </a:cubicBezTo>
                    <a:cubicBezTo>
                      <a:pt x="6" y="153"/>
                      <a:pt x="12" y="169"/>
                      <a:pt x="17" y="185"/>
                    </a:cubicBezTo>
                    <a:lnTo>
                      <a:pt x="23" y="191"/>
                    </a:lnTo>
                    <a:cubicBezTo>
                      <a:pt x="23" y="196"/>
                      <a:pt x="33" y="202"/>
                      <a:pt x="39" y="207"/>
                    </a:cubicBezTo>
                    <a:cubicBezTo>
                      <a:pt x="42" y="210"/>
                      <a:pt x="47" y="211"/>
                      <a:pt x="52" y="211"/>
                    </a:cubicBezTo>
                    <a:cubicBezTo>
                      <a:pt x="58" y="211"/>
                      <a:pt x="63" y="210"/>
                      <a:pt x="66" y="207"/>
                    </a:cubicBezTo>
                    <a:cubicBezTo>
                      <a:pt x="77" y="202"/>
                      <a:pt x="82" y="196"/>
                      <a:pt x="88" y="191"/>
                    </a:cubicBezTo>
                    <a:lnTo>
                      <a:pt x="88" y="185"/>
                    </a:lnTo>
                    <a:cubicBezTo>
                      <a:pt x="93" y="180"/>
                      <a:pt x="99" y="174"/>
                      <a:pt x="104" y="163"/>
                    </a:cubicBezTo>
                    <a:cubicBezTo>
                      <a:pt x="109" y="147"/>
                      <a:pt x="115" y="125"/>
                      <a:pt x="115" y="109"/>
                    </a:cubicBezTo>
                    <a:cubicBezTo>
                      <a:pt x="120" y="98"/>
                      <a:pt x="120" y="82"/>
                      <a:pt x="120" y="71"/>
                    </a:cubicBezTo>
                    <a:lnTo>
                      <a:pt x="120" y="66"/>
                    </a:lnTo>
                    <a:lnTo>
                      <a:pt x="126" y="66"/>
                    </a:lnTo>
                    <a:cubicBezTo>
                      <a:pt x="120" y="55"/>
                      <a:pt x="120" y="44"/>
                      <a:pt x="115" y="38"/>
                    </a:cubicBezTo>
                    <a:cubicBezTo>
                      <a:pt x="104" y="11"/>
                      <a:pt x="77" y="0"/>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20"/>
              <p:cNvSpPr/>
              <p:nvPr/>
            </p:nvSpPr>
            <p:spPr>
              <a:xfrm>
                <a:off x="3152500" y="3288625"/>
                <a:ext cx="25575" cy="22325"/>
              </a:xfrm>
              <a:custGeom>
                <a:rect b="b" l="l" r="r" t="t"/>
                <a:pathLst>
                  <a:path extrusionOk="0" h="893" w="1023">
                    <a:moveTo>
                      <a:pt x="700" y="84"/>
                    </a:moveTo>
                    <a:cubicBezTo>
                      <a:pt x="754" y="84"/>
                      <a:pt x="803" y="107"/>
                      <a:pt x="843" y="175"/>
                    </a:cubicBezTo>
                    <a:cubicBezTo>
                      <a:pt x="952" y="343"/>
                      <a:pt x="876" y="561"/>
                      <a:pt x="757" y="702"/>
                    </a:cubicBezTo>
                    <a:cubicBezTo>
                      <a:pt x="698" y="772"/>
                      <a:pt x="610" y="801"/>
                      <a:pt x="517" y="801"/>
                    </a:cubicBezTo>
                    <a:cubicBezTo>
                      <a:pt x="392" y="801"/>
                      <a:pt x="259" y="749"/>
                      <a:pt x="175" y="675"/>
                    </a:cubicBezTo>
                    <a:cubicBezTo>
                      <a:pt x="104" y="610"/>
                      <a:pt x="77" y="512"/>
                      <a:pt x="99" y="419"/>
                    </a:cubicBezTo>
                    <a:cubicBezTo>
                      <a:pt x="118" y="335"/>
                      <a:pt x="206" y="185"/>
                      <a:pt x="310" y="185"/>
                    </a:cubicBezTo>
                    <a:cubicBezTo>
                      <a:pt x="326" y="185"/>
                      <a:pt x="343" y="189"/>
                      <a:pt x="360" y="197"/>
                    </a:cubicBezTo>
                    <a:cubicBezTo>
                      <a:pt x="363" y="197"/>
                      <a:pt x="367" y="198"/>
                      <a:pt x="370" y="198"/>
                    </a:cubicBezTo>
                    <a:cubicBezTo>
                      <a:pt x="388" y="198"/>
                      <a:pt x="403" y="187"/>
                      <a:pt x="403" y="164"/>
                    </a:cubicBezTo>
                    <a:cubicBezTo>
                      <a:pt x="499" y="150"/>
                      <a:pt x="606" y="84"/>
                      <a:pt x="700" y="84"/>
                    </a:cubicBezTo>
                    <a:close/>
                    <a:moveTo>
                      <a:pt x="696" y="1"/>
                    </a:moveTo>
                    <a:cubicBezTo>
                      <a:pt x="662" y="1"/>
                      <a:pt x="628" y="8"/>
                      <a:pt x="599" y="23"/>
                    </a:cubicBezTo>
                    <a:cubicBezTo>
                      <a:pt x="555" y="39"/>
                      <a:pt x="512" y="55"/>
                      <a:pt x="474" y="77"/>
                    </a:cubicBezTo>
                    <a:cubicBezTo>
                      <a:pt x="447" y="93"/>
                      <a:pt x="419" y="115"/>
                      <a:pt x="392" y="131"/>
                    </a:cubicBezTo>
                    <a:cubicBezTo>
                      <a:pt x="387" y="131"/>
                      <a:pt x="381" y="137"/>
                      <a:pt x="381" y="142"/>
                    </a:cubicBezTo>
                    <a:cubicBezTo>
                      <a:pt x="358" y="132"/>
                      <a:pt x="334" y="128"/>
                      <a:pt x="311" y="128"/>
                    </a:cubicBezTo>
                    <a:cubicBezTo>
                      <a:pt x="234" y="128"/>
                      <a:pt x="163" y="177"/>
                      <a:pt x="104" y="240"/>
                    </a:cubicBezTo>
                    <a:cubicBezTo>
                      <a:pt x="28" y="332"/>
                      <a:pt x="1" y="452"/>
                      <a:pt x="23" y="572"/>
                    </a:cubicBezTo>
                    <a:cubicBezTo>
                      <a:pt x="61" y="769"/>
                      <a:pt x="314" y="892"/>
                      <a:pt x="528" y="892"/>
                    </a:cubicBezTo>
                    <a:cubicBezTo>
                      <a:pt x="585" y="892"/>
                      <a:pt x="639" y="883"/>
                      <a:pt x="686" y="865"/>
                    </a:cubicBezTo>
                    <a:cubicBezTo>
                      <a:pt x="903" y="778"/>
                      <a:pt x="1023" y="436"/>
                      <a:pt x="958" y="218"/>
                    </a:cubicBezTo>
                    <a:lnTo>
                      <a:pt x="952" y="218"/>
                    </a:lnTo>
                    <a:cubicBezTo>
                      <a:pt x="925" y="115"/>
                      <a:pt x="849" y="33"/>
                      <a:pt x="746" y="6"/>
                    </a:cubicBezTo>
                    <a:cubicBezTo>
                      <a:pt x="729" y="3"/>
                      <a:pt x="712" y="1"/>
                      <a:pt x="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20"/>
              <p:cNvSpPr/>
              <p:nvPr/>
            </p:nvSpPr>
            <p:spPr>
              <a:xfrm>
                <a:off x="3157250" y="3279025"/>
                <a:ext cx="5075" cy="9450"/>
              </a:xfrm>
              <a:custGeom>
                <a:rect b="b" l="l" r="r" t="t"/>
                <a:pathLst>
                  <a:path extrusionOk="0" h="378" w="203">
                    <a:moveTo>
                      <a:pt x="55" y="0"/>
                    </a:moveTo>
                    <a:cubicBezTo>
                      <a:pt x="28" y="0"/>
                      <a:pt x="0" y="21"/>
                      <a:pt x="7" y="53"/>
                    </a:cubicBezTo>
                    <a:cubicBezTo>
                      <a:pt x="39" y="162"/>
                      <a:pt x="88" y="271"/>
                      <a:pt x="143" y="363"/>
                    </a:cubicBezTo>
                    <a:cubicBezTo>
                      <a:pt x="147" y="373"/>
                      <a:pt x="154" y="377"/>
                      <a:pt x="161" y="377"/>
                    </a:cubicBezTo>
                    <a:cubicBezTo>
                      <a:pt x="174" y="377"/>
                      <a:pt x="188" y="366"/>
                      <a:pt x="191" y="352"/>
                    </a:cubicBezTo>
                    <a:cubicBezTo>
                      <a:pt x="202" y="233"/>
                      <a:pt x="121" y="146"/>
                      <a:pt x="99" y="32"/>
                    </a:cubicBezTo>
                    <a:lnTo>
                      <a:pt x="94" y="32"/>
                    </a:lnTo>
                    <a:cubicBezTo>
                      <a:pt x="89" y="10"/>
                      <a:pt x="72" y="0"/>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20"/>
              <p:cNvSpPr/>
              <p:nvPr/>
            </p:nvSpPr>
            <p:spPr>
              <a:xfrm>
                <a:off x="3141900" y="3298050"/>
                <a:ext cx="8925" cy="6925"/>
              </a:xfrm>
              <a:custGeom>
                <a:rect b="b" l="l" r="r" t="t"/>
                <a:pathLst>
                  <a:path extrusionOk="0" h="277" w="357">
                    <a:moveTo>
                      <a:pt x="264" y="1"/>
                    </a:moveTo>
                    <a:cubicBezTo>
                      <a:pt x="218" y="1"/>
                      <a:pt x="171" y="38"/>
                      <a:pt x="137" y="64"/>
                    </a:cubicBezTo>
                    <a:cubicBezTo>
                      <a:pt x="104" y="91"/>
                      <a:pt x="77" y="119"/>
                      <a:pt x="50" y="151"/>
                    </a:cubicBezTo>
                    <a:cubicBezTo>
                      <a:pt x="28" y="173"/>
                      <a:pt x="1" y="206"/>
                      <a:pt x="1" y="233"/>
                    </a:cubicBezTo>
                    <a:cubicBezTo>
                      <a:pt x="1" y="260"/>
                      <a:pt x="23" y="276"/>
                      <a:pt x="44" y="276"/>
                    </a:cubicBezTo>
                    <a:cubicBezTo>
                      <a:pt x="93" y="271"/>
                      <a:pt x="131" y="216"/>
                      <a:pt x="164" y="184"/>
                    </a:cubicBezTo>
                    <a:cubicBezTo>
                      <a:pt x="186" y="162"/>
                      <a:pt x="208" y="140"/>
                      <a:pt x="229" y="124"/>
                    </a:cubicBezTo>
                    <a:cubicBezTo>
                      <a:pt x="235" y="119"/>
                      <a:pt x="251" y="113"/>
                      <a:pt x="256" y="102"/>
                    </a:cubicBezTo>
                    <a:cubicBezTo>
                      <a:pt x="267" y="108"/>
                      <a:pt x="277" y="111"/>
                      <a:pt x="286" y="111"/>
                    </a:cubicBezTo>
                    <a:cubicBezTo>
                      <a:pt x="328" y="111"/>
                      <a:pt x="357" y="61"/>
                      <a:pt x="322" y="26"/>
                    </a:cubicBezTo>
                    <a:cubicBezTo>
                      <a:pt x="303" y="8"/>
                      <a:pt x="284" y="1"/>
                      <a:pt x="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20"/>
              <p:cNvSpPr/>
              <p:nvPr/>
            </p:nvSpPr>
            <p:spPr>
              <a:xfrm>
                <a:off x="3151700" y="3312250"/>
                <a:ext cx="4775" cy="10100"/>
              </a:xfrm>
              <a:custGeom>
                <a:rect b="b" l="l" r="r" t="t"/>
                <a:pathLst>
                  <a:path extrusionOk="0" h="404" w="191">
                    <a:moveTo>
                      <a:pt x="134" y="1"/>
                    </a:moveTo>
                    <a:cubicBezTo>
                      <a:pt x="115" y="1"/>
                      <a:pt x="97" y="11"/>
                      <a:pt x="93" y="34"/>
                    </a:cubicBezTo>
                    <a:cubicBezTo>
                      <a:pt x="76" y="132"/>
                      <a:pt x="0" y="382"/>
                      <a:pt x="163" y="404"/>
                    </a:cubicBezTo>
                    <a:cubicBezTo>
                      <a:pt x="180" y="404"/>
                      <a:pt x="185" y="388"/>
                      <a:pt x="185" y="377"/>
                    </a:cubicBezTo>
                    <a:cubicBezTo>
                      <a:pt x="174" y="322"/>
                      <a:pt x="169" y="268"/>
                      <a:pt x="169" y="219"/>
                    </a:cubicBezTo>
                    <a:lnTo>
                      <a:pt x="174" y="219"/>
                    </a:lnTo>
                    <a:cubicBezTo>
                      <a:pt x="180" y="159"/>
                      <a:pt x="185" y="105"/>
                      <a:pt x="191" y="51"/>
                    </a:cubicBezTo>
                    <a:cubicBezTo>
                      <a:pt x="187" y="19"/>
                      <a:pt x="159"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20"/>
              <p:cNvSpPr/>
              <p:nvPr/>
            </p:nvSpPr>
            <p:spPr>
              <a:xfrm>
                <a:off x="3169225" y="3314825"/>
                <a:ext cx="6000" cy="6850"/>
              </a:xfrm>
              <a:custGeom>
                <a:rect b="b" l="l" r="r" t="t"/>
                <a:pathLst>
                  <a:path extrusionOk="0" h="274" w="240">
                    <a:moveTo>
                      <a:pt x="62" y="0"/>
                    </a:moveTo>
                    <a:cubicBezTo>
                      <a:pt x="51" y="0"/>
                      <a:pt x="40" y="6"/>
                      <a:pt x="33" y="18"/>
                    </a:cubicBezTo>
                    <a:cubicBezTo>
                      <a:pt x="1" y="67"/>
                      <a:pt x="39" y="154"/>
                      <a:pt x="66" y="198"/>
                    </a:cubicBezTo>
                    <a:cubicBezTo>
                      <a:pt x="88" y="236"/>
                      <a:pt x="120" y="263"/>
                      <a:pt x="158" y="274"/>
                    </a:cubicBezTo>
                    <a:cubicBezTo>
                      <a:pt x="196" y="274"/>
                      <a:pt x="229" y="252"/>
                      <a:pt x="240" y="219"/>
                    </a:cubicBezTo>
                    <a:cubicBezTo>
                      <a:pt x="240" y="209"/>
                      <a:pt x="234" y="192"/>
                      <a:pt x="223" y="192"/>
                    </a:cubicBezTo>
                    <a:cubicBezTo>
                      <a:pt x="218" y="190"/>
                      <a:pt x="214" y="190"/>
                      <a:pt x="210" y="190"/>
                    </a:cubicBezTo>
                    <a:cubicBezTo>
                      <a:pt x="207" y="190"/>
                      <a:pt x="204" y="190"/>
                      <a:pt x="202" y="187"/>
                    </a:cubicBezTo>
                    <a:cubicBezTo>
                      <a:pt x="191" y="181"/>
                      <a:pt x="185" y="176"/>
                      <a:pt x="180" y="171"/>
                    </a:cubicBezTo>
                    <a:cubicBezTo>
                      <a:pt x="164" y="154"/>
                      <a:pt x="153" y="138"/>
                      <a:pt x="142" y="122"/>
                    </a:cubicBezTo>
                    <a:cubicBezTo>
                      <a:pt x="120" y="89"/>
                      <a:pt x="104" y="56"/>
                      <a:pt x="93" y="24"/>
                    </a:cubicBezTo>
                    <a:cubicBezTo>
                      <a:pt x="87" y="9"/>
                      <a:pt x="74" y="0"/>
                      <a:pt x="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20"/>
              <p:cNvSpPr/>
              <p:nvPr/>
            </p:nvSpPr>
            <p:spPr>
              <a:xfrm>
                <a:off x="3178550" y="3302100"/>
                <a:ext cx="8900" cy="3450"/>
              </a:xfrm>
              <a:custGeom>
                <a:rect b="b" l="l" r="r" t="t"/>
                <a:pathLst>
                  <a:path extrusionOk="0" h="138" w="356">
                    <a:moveTo>
                      <a:pt x="289" y="0"/>
                    </a:moveTo>
                    <a:cubicBezTo>
                      <a:pt x="278" y="0"/>
                      <a:pt x="269" y="5"/>
                      <a:pt x="264" y="16"/>
                    </a:cubicBezTo>
                    <a:cubicBezTo>
                      <a:pt x="242" y="54"/>
                      <a:pt x="215" y="54"/>
                      <a:pt x="171" y="60"/>
                    </a:cubicBezTo>
                    <a:cubicBezTo>
                      <a:pt x="133" y="60"/>
                      <a:pt x="90" y="60"/>
                      <a:pt x="52" y="44"/>
                    </a:cubicBezTo>
                    <a:cubicBezTo>
                      <a:pt x="49" y="43"/>
                      <a:pt x="46" y="42"/>
                      <a:pt x="43" y="42"/>
                    </a:cubicBezTo>
                    <a:cubicBezTo>
                      <a:pt x="15" y="42"/>
                      <a:pt x="0" y="88"/>
                      <a:pt x="30" y="103"/>
                    </a:cubicBezTo>
                    <a:cubicBezTo>
                      <a:pt x="75" y="126"/>
                      <a:pt x="128" y="137"/>
                      <a:pt x="182" y="137"/>
                    </a:cubicBezTo>
                    <a:cubicBezTo>
                      <a:pt x="193" y="137"/>
                      <a:pt x="204" y="137"/>
                      <a:pt x="215" y="136"/>
                    </a:cubicBezTo>
                    <a:cubicBezTo>
                      <a:pt x="269" y="130"/>
                      <a:pt x="356" y="82"/>
                      <a:pt x="318" y="16"/>
                    </a:cubicBezTo>
                    <a:cubicBezTo>
                      <a:pt x="310" y="5"/>
                      <a:pt x="299"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20"/>
              <p:cNvSpPr/>
              <p:nvPr/>
            </p:nvSpPr>
            <p:spPr>
              <a:xfrm>
                <a:off x="3179175" y="3284250"/>
                <a:ext cx="7025" cy="4900"/>
              </a:xfrm>
              <a:custGeom>
                <a:rect b="b" l="l" r="r" t="t"/>
                <a:pathLst>
                  <a:path extrusionOk="0" h="196" w="281">
                    <a:moveTo>
                      <a:pt x="265" y="1"/>
                    </a:moveTo>
                    <a:cubicBezTo>
                      <a:pt x="263" y="1"/>
                      <a:pt x="262" y="1"/>
                      <a:pt x="260" y="2"/>
                    </a:cubicBezTo>
                    <a:cubicBezTo>
                      <a:pt x="168" y="29"/>
                      <a:pt x="86" y="78"/>
                      <a:pt x="21" y="149"/>
                    </a:cubicBezTo>
                    <a:cubicBezTo>
                      <a:pt x="0" y="166"/>
                      <a:pt x="21" y="195"/>
                      <a:pt x="45" y="195"/>
                    </a:cubicBezTo>
                    <a:cubicBezTo>
                      <a:pt x="51" y="195"/>
                      <a:pt x="58" y="193"/>
                      <a:pt x="65" y="187"/>
                    </a:cubicBezTo>
                    <a:cubicBezTo>
                      <a:pt x="124" y="127"/>
                      <a:pt x="195" y="67"/>
                      <a:pt x="271" y="18"/>
                    </a:cubicBezTo>
                    <a:cubicBezTo>
                      <a:pt x="280" y="14"/>
                      <a:pt x="274" y="1"/>
                      <a:pt x="2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20"/>
              <p:cNvSpPr/>
              <p:nvPr/>
            </p:nvSpPr>
            <p:spPr>
              <a:xfrm>
                <a:off x="3127500" y="3373425"/>
                <a:ext cx="3575" cy="6450"/>
              </a:xfrm>
              <a:custGeom>
                <a:rect b="b" l="l" r="r" t="t"/>
                <a:pathLst>
                  <a:path extrusionOk="0" h="258" w="143">
                    <a:moveTo>
                      <a:pt x="61" y="1"/>
                    </a:moveTo>
                    <a:cubicBezTo>
                      <a:pt x="36" y="1"/>
                      <a:pt x="12" y="17"/>
                      <a:pt x="12" y="50"/>
                    </a:cubicBezTo>
                    <a:cubicBezTo>
                      <a:pt x="6" y="120"/>
                      <a:pt x="1" y="229"/>
                      <a:pt x="88" y="256"/>
                    </a:cubicBezTo>
                    <a:cubicBezTo>
                      <a:pt x="91" y="257"/>
                      <a:pt x="95" y="257"/>
                      <a:pt x="98" y="257"/>
                    </a:cubicBezTo>
                    <a:cubicBezTo>
                      <a:pt x="121" y="257"/>
                      <a:pt x="142" y="242"/>
                      <a:pt x="142" y="218"/>
                    </a:cubicBezTo>
                    <a:cubicBezTo>
                      <a:pt x="137" y="186"/>
                      <a:pt x="131" y="158"/>
                      <a:pt x="120" y="131"/>
                    </a:cubicBezTo>
                    <a:cubicBezTo>
                      <a:pt x="115" y="104"/>
                      <a:pt x="115" y="77"/>
                      <a:pt x="109" y="50"/>
                    </a:cubicBezTo>
                    <a:cubicBezTo>
                      <a:pt x="109" y="17"/>
                      <a:pt x="85" y="1"/>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20"/>
              <p:cNvSpPr/>
              <p:nvPr/>
            </p:nvSpPr>
            <p:spPr>
              <a:xfrm>
                <a:off x="3133200" y="3374275"/>
                <a:ext cx="4250" cy="5425"/>
              </a:xfrm>
              <a:custGeom>
                <a:rect b="b" l="l" r="r" t="t"/>
                <a:pathLst>
                  <a:path extrusionOk="0" h="217" w="170">
                    <a:moveTo>
                      <a:pt x="79" y="0"/>
                    </a:moveTo>
                    <a:cubicBezTo>
                      <a:pt x="40" y="0"/>
                      <a:pt x="0" y="42"/>
                      <a:pt x="34" y="86"/>
                    </a:cubicBezTo>
                    <a:cubicBezTo>
                      <a:pt x="45" y="108"/>
                      <a:pt x="55" y="124"/>
                      <a:pt x="66" y="146"/>
                    </a:cubicBezTo>
                    <a:cubicBezTo>
                      <a:pt x="83" y="168"/>
                      <a:pt x="83" y="184"/>
                      <a:pt x="99" y="201"/>
                    </a:cubicBezTo>
                    <a:cubicBezTo>
                      <a:pt x="104" y="206"/>
                      <a:pt x="110" y="211"/>
                      <a:pt x="121" y="217"/>
                    </a:cubicBezTo>
                    <a:cubicBezTo>
                      <a:pt x="132" y="217"/>
                      <a:pt x="137" y="211"/>
                      <a:pt x="137" y="211"/>
                    </a:cubicBezTo>
                    <a:cubicBezTo>
                      <a:pt x="141" y="211"/>
                      <a:pt x="160" y="198"/>
                      <a:pt x="156" y="198"/>
                    </a:cubicBezTo>
                    <a:cubicBezTo>
                      <a:pt x="155" y="198"/>
                      <a:pt x="152" y="198"/>
                      <a:pt x="148" y="201"/>
                    </a:cubicBezTo>
                    <a:cubicBezTo>
                      <a:pt x="159" y="195"/>
                      <a:pt x="170" y="179"/>
                      <a:pt x="170" y="163"/>
                    </a:cubicBezTo>
                    <a:cubicBezTo>
                      <a:pt x="164" y="119"/>
                      <a:pt x="148" y="70"/>
                      <a:pt x="126" y="32"/>
                    </a:cubicBezTo>
                    <a:cubicBezTo>
                      <a:pt x="116" y="9"/>
                      <a:pt x="97" y="0"/>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20"/>
            <p:cNvGrpSpPr/>
            <p:nvPr/>
          </p:nvGrpSpPr>
          <p:grpSpPr>
            <a:xfrm>
              <a:off x="5880596" y="2113516"/>
              <a:ext cx="219450" cy="274313"/>
              <a:chOff x="3435175" y="3239000"/>
              <a:chExt cx="180900" cy="231625"/>
            </a:xfrm>
          </p:grpSpPr>
          <p:sp>
            <p:nvSpPr>
              <p:cNvPr id="5003" name="Google Shape;5003;p120"/>
              <p:cNvSpPr/>
              <p:nvPr/>
            </p:nvSpPr>
            <p:spPr>
              <a:xfrm>
                <a:off x="3435175" y="3239000"/>
                <a:ext cx="180900" cy="231625"/>
              </a:xfrm>
              <a:custGeom>
                <a:rect b="b" l="l" r="r" t="t"/>
                <a:pathLst>
                  <a:path extrusionOk="0" h="9265" w="7236">
                    <a:moveTo>
                      <a:pt x="240" y="219"/>
                    </a:moveTo>
                    <a:cubicBezTo>
                      <a:pt x="305" y="252"/>
                      <a:pt x="375" y="274"/>
                      <a:pt x="452" y="290"/>
                    </a:cubicBezTo>
                    <a:cubicBezTo>
                      <a:pt x="469" y="288"/>
                      <a:pt x="487" y="288"/>
                      <a:pt x="504" y="288"/>
                    </a:cubicBezTo>
                    <a:cubicBezTo>
                      <a:pt x="546" y="288"/>
                      <a:pt x="589" y="292"/>
                      <a:pt x="631" y="295"/>
                    </a:cubicBezTo>
                    <a:cubicBezTo>
                      <a:pt x="685" y="312"/>
                      <a:pt x="740" y="323"/>
                      <a:pt x="794" y="333"/>
                    </a:cubicBezTo>
                    <a:cubicBezTo>
                      <a:pt x="894" y="340"/>
                      <a:pt x="996" y="342"/>
                      <a:pt x="1099" y="342"/>
                    </a:cubicBezTo>
                    <a:cubicBezTo>
                      <a:pt x="1235" y="342"/>
                      <a:pt x="1373" y="339"/>
                      <a:pt x="1506" y="339"/>
                    </a:cubicBezTo>
                    <a:cubicBezTo>
                      <a:pt x="1972" y="329"/>
                      <a:pt x="2438" y="289"/>
                      <a:pt x="2903" y="289"/>
                    </a:cubicBezTo>
                    <a:cubicBezTo>
                      <a:pt x="2932" y="289"/>
                      <a:pt x="2961" y="290"/>
                      <a:pt x="2990" y="290"/>
                    </a:cubicBezTo>
                    <a:cubicBezTo>
                      <a:pt x="3251" y="290"/>
                      <a:pt x="3506" y="333"/>
                      <a:pt x="3762" y="333"/>
                    </a:cubicBezTo>
                    <a:cubicBezTo>
                      <a:pt x="3858" y="333"/>
                      <a:pt x="3954" y="331"/>
                      <a:pt x="4051" y="331"/>
                    </a:cubicBezTo>
                    <a:cubicBezTo>
                      <a:pt x="4195" y="331"/>
                      <a:pt x="4339" y="337"/>
                      <a:pt x="4479" y="366"/>
                    </a:cubicBezTo>
                    <a:cubicBezTo>
                      <a:pt x="4568" y="383"/>
                      <a:pt x="4658" y="389"/>
                      <a:pt x="4748" y="389"/>
                    </a:cubicBezTo>
                    <a:cubicBezTo>
                      <a:pt x="4894" y="389"/>
                      <a:pt x="5041" y="372"/>
                      <a:pt x="5186" y="355"/>
                    </a:cubicBezTo>
                    <a:cubicBezTo>
                      <a:pt x="5241" y="352"/>
                      <a:pt x="5296" y="351"/>
                      <a:pt x="5352" y="351"/>
                    </a:cubicBezTo>
                    <a:cubicBezTo>
                      <a:pt x="5408" y="351"/>
                      <a:pt x="5463" y="352"/>
                      <a:pt x="5518" y="355"/>
                    </a:cubicBezTo>
                    <a:cubicBezTo>
                      <a:pt x="5637" y="350"/>
                      <a:pt x="5757" y="339"/>
                      <a:pt x="5876" y="317"/>
                    </a:cubicBezTo>
                    <a:cubicBezTo>
                      <a:pt x="5973" y="308"/>
                      <a:pt x="6076" y="285"/>
                      <a:pt x="6176" y="285"/>
                    </a:cubicBezTo>
                    <a:cubicBezTo>
                      <a:pt x="6199" y="285"/>
                      <a:pt x="6223" y="287"/>
                      <a:pt x="6246" y="290"/>
                    </a:cubicBezTo>
                    <a:cubicBezTo>
                      <a:pt x="6366" y="312"/>
                      <a:pt x="6491" y="312"/>
                      <a:pt x="6610" y="344"/>
                    </a:cubicBezTo>
                    <a:cubicBezTo>
                      <a:pt x="6714" y="371"/>
                      <a:pt x="6817" y="388"/>
                      <a:pt x="6920" y="410"/>
                    </a:cubicBezTo>
                    <a:cubicBezTo>
                      <a:pt x="6942" y="410"/>
                      <a:pt x="6958" y="420"/>
                      <a:pt x="6975" y="420"/>
                    </a:cubicBezTo>
                    <a:cubicBezTo>
                      <a:pt x="6980" y="535"/>
                      <a:pt x="6980" y="649"/>
                      <a:pt x="6964" y="763"/>
                    </a:cubicBezTo>
                    <a:lnTo>
                      <a:pt x="6964" y="752"/>
                    </a:lnTo>
                    <a:cubicBezTo>
                      <a:pt x="6947" y="768"/>
                      <a:pt x="6931" y="795"/>
                      <a:pt x="6936" y="823"/>
                    </a:cubicBezTo>
                    <a:cubicBezTo>
                      <a:pt x="6936" y="1013"/>
                      <a:pt x="6942" y="1203"/>
                      <a:pt x="6936" y="1393"/>
                    </a:cubicBezTo>
                    <a:cubicBezTo>
                      <a:pt x="6931" y="1605"/>
                      <a:pt x="6926" y="1817"/>
                      <a:pt x="6926" y="2029"/>
                    </a:cubicBezTo>
                    <a:cubicBezTo>
                      <a:pt x="6926" y="2453"/>
                      <a:pt x="6926" y="2883"/>
                      <a:pt x="6931" y="3307"/>
                    </a:cubicBezTo>
                    <a:cubicBezTo>
                      <a:pt x="6931" y="3720"/>
                      <a:pt x="6942" y="4133"/>
                      <a:pt x="6942" y="4546"/>
                    </a:cubicBezTo>
                    <a:cubicBezTo>
                      <a:pt x="6942" y="4753"/>
                      <a:pt x="6931" y="4965"/>
                      <a:pt x="6931" y="5171"/>
                    </a:cubicBezTo>
                    <a:cubicBezTo>
                      <a:pt x="6926" y="5383"/>
                      <a:pt x="6936" y="5606"/>
                      <a:pt x="6942" y="5818"/>
                    </a:cubicBezTo>
                    <a:cubicBezTo>
                      <a:pt x="6953" y="6036"/>
                      <a:pt x="6942" y="6237"/>
                      <a:pt x="6942" y="6443"/>
                    </a:cubicBezTo>
                    <a:cubicBezTo>
                      <a:pt x="6942" y="6650"/>
                      <a:pt x="6947" y="6873"/>
                      <a:pt x="6926" y="7079"/>
                    </a:cubicBezTo>
                    <a:cubicBezTo>
                      <a:pt x="6909" y="7269"/>
                      <a:pt x="6882" y="7454"/>
                      <a:pt x="6877" y="7645"/>
                    </a:cubicBezTo>
                    <a:cubicBezTo>
                      <a:pt x="6877" y="7742"/>
                      <a:pt x="6877" y="7835"/>
                      <a:pt x="6877" y="7933"/>
                    </a:cubicBezTo>
                    <a:cubicBezTo>
                      <a:pt x="6877" y="8025"/>
                      <a:pt x="6849" y="8112"/>
                      <a:pt x="6839" y="8204"/>
                    </a:cubicBezTo>
                    <a:cubicBezTo>
                      <a:pt x="6817" y="8395"/>
                      <a:pt x="6849" y="8590"/>
                      <a:pt x="6839" y="8781"/>
                    </a:cubicBezTo>
                    <a:cubicBezTo>
                      <a:pt x="6833" y="8819"/>
                      <a:pt x="6822" y="8851"/>
                      <a:pt x="6817" y="8889"/>
                    </a:cubicBezTo>
                    <a:cubicBezTo>
                      <a:pt x="6790" y="8878"/>
                      <a:pt x="6768" y="8873"/>
                      <a:pt x="6741" y="8873"/>
                    </a:cubicBezTo>
                    <a:cubicBezTo>
                      <a:pt x="6723" y="8871"/>
                      <a:pt x="6705" y="8870"/>
                      <a:pt x="6688" y="8870"/>
                    </a:cubicBezTo>
                    <a:cubicBezTo>
                      <a:pt x="6630" y="8870"/>
                      <a:pt x="6573" y="8879"/>
                      <a:pt x="6515" y="8879"/>
                    </a:cubicBezTo>
                    <a:cubicBezTo>
                      <a:pt x="6505" y="8879"/>
                      <a:pt x="6495" y="8879"/>
                      <a:pt x="6485" y="8878"/>
                    </a:cubicBezTo>
                    <a:cubicBezTo>
                      <a:pt x="6398" y="8857"/>
                      <a:pt x="6306" y="8846"/>
                      <a:pt x="6219" y="8846"/>
                    </a:cubicBezTo>
                    <a:cubicBezTo>
                      <a:pt x="6140" y="8850"/>
                      <a:pt x="6072" y="8872"/>
                      <a:pt x="5995" y="8872"/>
                    </a:cubicBezTo>
                    <a:cubicBezTo>
                      <a:pt x="5976" y="8872"/>
                      <a:pt x="5957" y="8871"/>
                      <a:pt x="5936" y="8868"/>
                    </a:cubicBezTo>
                    <a:cubicBezTo>
                      <a:pt x="5844" y="8851"/>
                      <a:pt x="5746" y="8840"/>
                      <a:pt x="5654" y="8840"/>
                    </a:cubicBezTo>
                    <a:cubicBezTo>
                      <a:pt x="5471" y="8846"/>
                      <a:pt x="5288" y="8879"/>
                      <a:pt x="5106" y="8879"/>
                    </a:cubicBezTo>
                    <a:cubicBezTo>
                      <a:pt x="5093" y="8879"/>
                      <a:pt x="5080" y="8879"/>
                      <a:pt x="5067" y="8878"/>
                    </a:cubicBezTo>
                    <a:cubicBezTo>
                      <a:pt x="4871" y="8873"/>
                      <a:pt x="4681" y="8851"/>
                      <a:pt x="4485" y="8851"/>
                    </a:cubicBezTo>
                    <a:cubicBezTo>
                      <a:pt x="4289" y="8857"/>
                      <a:pt x="4104" y="8889"/>
                      <a:pt x="3914" y="8900"/>
                    </a:cubicBezTo>
                    <a:cubicBezTo>
                      <a:pt x="3724" y="8911"/>
                      <a:pt x="3528" y="8933"/>
                      <a:pt x="3343" y="8965"/>
                    </a:cubicBezTo>
                    <a:cubicBezTo>
                      <a:pt x="3137" y="8998"/>
                      <a:pt x="2930" y="9014"/>
                      <a:pt x="2724" y="9014"/>
                    </a:cubicBezTo>
                    <a:cubicBezTo>
                      <a:pt x="2689" y="9015"/>
                      <a:pt x="2655" y="9016"/>
                      <a:pt x="2620" y="9016"/>
                    </a:cubicBezTo>
                    <a:cubicBezTo>
                      <a:pt x="2454" y="9016"/>
                      <a:pt x="2287" y="9005"/>
                      <a:pt x="2120" y="8987"/>
                    </a:cubicBezTo>
                    <a:cubicBezTo>
                      <a:pt x="2057" y="8984"/>
                      <a:pt x="1993" y="8982"/>
                      <a:pt x="1928" y="8982"/>
                    </a:cubicBezTo>
                    <a:cubicBezTo>
                      <a:pt x="1800" y="8982"/>
                      <a:pt x="1669" y="8989"/>
                      <a:pt x="1539" y="9004"/>
                    </a:cubicBezTo>
                    <a:cubicBezTo>
                      <a:pt x="1348" y="9020"/>
                      <a:pt x="1164" y="9074"/>
                      <a:pt x="973" y="9080"/>
                    </a:cubicBezTo>
                    <a:cubicBezTo>
                      <a:pt x="816" y="9080"/>
                      <a:pt x="664" y="9090"/>
                      <a:pt x="506" y="9107"/>
                    </a:cubicBezTo>
                    <a:cubicBezTo>
                      <a:pt x="480" y="9114"/>
                      <a:pt x="426" y="9129"/>
                      <a:pt x="384" y="9129"/>
                    </a:cubicBezTo>
                    <a:cubicBezTo>
                      <a:pt x="364" y="9129"/>
                      <a:pt x="348" y="9126"/>
                      <a:pt x="337" y="9118"/>
                    </a:cubicBezTo>
                    <a:cubicBezTo>
                      <a:pt x="299" y="9090"/>
                      <a:pt x="327" y="9052"/>
                      <a:pt x="332" y="9020"/>
                    </a:cubicBezTo>
                    <a:cubicBezTo>
                      <a:pt x="332" y="8976"/>
                      <a:pt x="327" y="8933"/>
                      <a:pt x="316" y="8889"/>
                    </a:cubicBezTo>
                    <a:cubicBezTo>
                      <a:pt x="272" y="8710"/>
                      <a:pt x="348" y="8525"/>
                      <a:pt x="354" y="8340"/>
                    </a:cubicBezTo>
                    <a:cubicBezTo>
                      <a:pt x="354" y="8242"/>
                      <a:pt x="354" y="8139"/>
                      <a:pt x="359" y="8041"/>
                    </a:cubicBezTo>
                    <a:cubicBezTo>
                      <a:pt x="365" y="7938"/>
                      <a:pt x="386" y="7829"/>
                      <a:pt x="392" y="7726"/>
                    </a:cubicBezTo>
                    <a:cubicBezTo>
                      <a:pt x="403" y="7530"/>
                      <a:pt x="397" y="7335"/>
                      <a:pt x="381" y="7139"/>
                    </a:cubicBezTo>
                    <a:cubicBezTo>
                      <a:pt x="365" y="6949"/>
                      <a:pt x="359" y="6753"/>
                      <a:pt x="332" y="6568"/>
                    </a:cubicBezTo>
                    <a:cubicBezTo>
                      <a:pt x="272" y="6171"/>
                      <a:pt x="288" y="5758"/>
                      <a:pt x="278" y="5356"/>
                    </a:cubicBezTo>
                    <a:cubicBezTo>
                      <a:pt x="272" y="5150"/>
                      <a:pt x="267" y="4943"/>
                      <a:pt x="261" y="4736"/>
                    </a:cubicBezTo>
                    <a:lnTo>
                      <a:pt x="261" y="4421"/>
                    </a:lnTo>
                    <a:cubicBezTo>
                      <a:pt x="261" y="4312"/>
                      <a:pt x="299" y="4215"/>
                      <a:pt x="299" y="4117"/>
                    </a:cubicBezTo>
                    <a:cubicBezTo>
                      <a:pt x="299" y="4035"/>
                      <a:pt x="288" y="3954"/>
                      <a:pt x="272" y="3878"/>
                    </a:cubicBezTo>
                    <a:cubicBezTo>
                      <a:pt x="261" y="3769"/>
                      <a:pt x="261" y="3666"/>
                      <a:pt x="267" y="3557"/>
                    </a:cubicBezTo>
                    <a:cubicBezTo>
                      <a:pt x="261" y="3475"/>
                      <a:pt x="250" y="3388"/>
                      <a:pt x="234" y="3307"/>
                    </a:cubicBezTo>
                    <a:cubicBezTo>
                      <a:pt x="223" y="3209"/>
                      <a:pt x="223" y="3111"/>
                      <a:pt x="229" y="3013"/>
                    </a:cubicBezTo>
                    <a:cubicBezTo>
                      <a:pt x="229" y="2611"/>
                      <a:pt x="185" y="2214"/>
                      <a:pt x="180" y="1812"/>
                    </a:cubicBezTo>
                    <a:cubicBezTo>
                      <a:pt x="180" y="1393"/>
                      <a:pt x="174" y="975"/>
                      <a:pt x="202" y="556"/>
                    </a:cubicBezTo>
                    <a:cubicBezTo>
                      <a:pt x="212" y="475"/>
                      <a:pt x="223" y="399"/>
                      <a:pt x="229" y="323"/>
                    </a:cubicBezTo>
                    <a:cubicBezTo>
                      <a:pt x="223" y="284"/>
                      <a:pt x="229" y="252"/>
                      <a:pt x="240" y="219"/>
                    </a:cubicBezTo>
                    <a:close/>
                    <a:moveTo>
                      <a:pt x="6186" y="0"/>
                    </a:moveTo>
                    <a:cubicBezTo>
                      <a:pt x="6093" y="0"/>
                      <a:pt x="6004" y="10"/>
                      <a:pt x="5915" y="24"/>
                    </a:cubicBezTo>
                    <a:cubicBezTo>
                      <a:pt x="5800" y="40"/>
                      <a:pt x="5692" y="62"/>
                      <a:pt x="5578" y="67"/>
                    </a:cubicBezTo>
                    <a:cubicBezTo>
                      <a:pt x="5520" y="70"/>
                      <a:pt x="5461" y="70"/>
                      <a:pt x="5401" y="70"/>
                    </a:cubicBezTo>
                    <a:cubicBezTo>
                      <a:pt x="5341" y="70"/>
                      <a:pt x="5281" y="70"/>
                      <a:pt x="5224" y="72"/>
                    </a:cubicBezTo>
                    <a:cubicBezTo>
                      <a:pt x="5051" y="85"/>
                      <a:pt x="4881" y="116"/>
                      <a:pt x="4709" y="116"/>
                    </a:cubicBezTo>
                    <a:cubicBezTo>
                      <a:pt x="4654" y="116"/>
                      <a:pt x="4600" y="113"/>
                      <a:pt x="4545" y="105"/>
                    </a:cubicBezTo>
                    <a:cubicBezTo>
                      <a:pt x="4385" y="87"/>
                      <a:pt x="4225" y="78"/>
                      <a:pt x="4066" y="78"/>
                    </a:cubicBezTo>
                    <a:cubicBezTo>
                      <a:pt x="3992" y="78"/>
                      <a:pt x="3918" y="80"/>
                      <a:pt x="3844" y="83"/>
                    </a:cubicBezTo>
                    <a:cubicBezTo>
                      <a:pt x="3748" y="83"/>
                      <a:pt x="3649" y="90"/>
                      <a:pt x="3552" y="90"/>
                    </a:cubicBezTo>
                    <a:cubicBezTo>
                      <a:pt x="3527" y="90"/>
                      <a:pt x="3503" y="90"/>
                      <a:pt x="3479" y="89"/>
                    </a:cubicBezTo>
                    <a:cubicBezTo>
                      <a:pt x="3360" y="83"/>
                      <a:pt x="3235" y="62"/>
                      <a:pt x="3115" y="62"/>
                    </a:cubicBezTo>
                    <a:cubicBezTo>
                      <a:pt x="2626" y="62"/>
                      <a:pt x="2137" y="111"/>
                      <a:pt x="1647" y="143"/>
                    </a:cubicBezTo>
                    <a:cubicBezTo>
                      <a:pt x="1381" y="159"/>
                      <a:pt x="1115" y="159"/>
                      <a:pt x="843" y="159"/>
                    </a:cubicBezTo>
                    <a:cubicBezTo>
                      <a:pt x="751" y="159"/>
                      <a:pt x="664" y="129"/>
                      <a:pt x="570" y="129"/>
                    </a:cubicBezTo>
                    <a:cubicBezTo>
                      <a:pt x="553" y="129"/>
                      <a:pt x="535" y="130"/>
                      <a:pt x="517" y="132"/>
                    </a:cubicBezTo>
                    <a:cubicBezTo>
                      <a:pt x="493" y="135"/>
                      <a:pt x="469" y="136"/>
                      <a:pt x="445" y="136"/>
                    </a:cubicBezTo>
                    <a:cubicBezTo>
                      <a:pt x="392" y="136"/>
                      <a:pt x="340" y="131"/>
                      <a:pt x="286" y="131"/>
                    </a:cubicBezTo>
                    <a:cubicBezTo>
                      <a:pt x="273" y="131"/>
                      <a:pt x="259" y="131"/>
                      <a:pt x="245" y="132"/>
                    </a:cubicBezTo>
                    <a:cubicBezTo>
                      <a:pt x="245" y="106"/>
                      <a:pt x="224" y="92"/>
                      <a:pt x="203" y="92"/>
                    </a:cubicBezTo>
                    <a:cubicBezTo>
                      <a:pt x="181" y="92"/>
                      <a:pt x="158" y="107"/>
                      <a:pt x="158" y="138"/>
                    </a:cubicBezTo>
                    <a:cubicBezTo>
                      <a:pt x="158" y="181"/>
                      <a:pt x="120" y="219"/>
                      <a:pt x="115" y="268"/>
                    </a:cubicBezTo>
                    <a:cubicBezTo>
                      <a:pt x="109" y="366"/>
                      <a:pt x="82" y="458"/>
                      <a:pt x="71" y="556"/>
                    </a:cubicBezTo>
                    <a:cubicBezTo>
                      <a:pt x="44" y="768"/>
                      <a:pt x="33" y="986"/>
                      <a:pt x="28" y="1203"/>
                    </a:cubicBezTo>
                    <a:cubicBezTo>
                      <a:pt x="22" y="1622"/>
                      <a:pt x="0" y="2046"/>
                      <a:pt x="44" y="2464"/>
                    </a:cubicBezTo>
                    <a:cubicBezTo>
                      <a:pt x="55" y="2665"/>
                      <a:pt x="60" y="2872"/>
                      <a:pt x="49" y="3073"/>
                    </a:cubicBezTo>
                    <a:cubicBezTo>
                      <a:pt x="49" y="3274"/>
                      <a:pt x="82" y="3464"/>
                      <a:pt x="76" y="3660"/>
                    </a:cubicBezTo>
                    <a:cubicBezTo>
                      <a:pt x="66" y="3856"/>
                      <a:pt x="125" y="4046"/>
                      <a:pt x="93" y="4253"/>
                    </a:cubicBezTo>
                    <a:cubicBezTo>
                      <a:pt x="71" y="4465"/>
                      <a:pt x="66" y="4677"/>
                      <a:pt x="71" y="4889"/>
                    </a:cubicBezTo>
                    <a:cubicBezTo>
                      <a:pt x="71" y="5313"/>
                      <a:pt x="60" y="5742"/>
                      <a:pt x="38" y="6166"/>
                    </a:cubicBezTo>
                    <a:cubicBezTo>
                      <a:pt x="28" y="6373"/>
                      <a:pt x="60" y="6563"/>
                      <a:pt x="66" y="6764"/>
                    </a:cubicBezTo>
                    <a:cubicBezTo>
                      <a:pt x="66" y="6971"/>
                      <a:pt x="87" y="7166"/>
                      <a:pt x="93" y="7367"/>
                    </a:cubicBezTo>
                    <a:cubicBezTo>
                      <a:pt x="93" y="7465"/>
                      <a:pt x="104" y="7563"/>
                      <a:pt x="98" y="7661"/>
                    </a:cubicBezTo>
                    <a:cubicBezTo>
                      <a:pt x="98" y="7759"/>
                      <a:pt x="76" y="7867"/>
                      <a:pt x="66" y="7976"/>
                    </a:cubicBezTo>
                    <a:cubicBezTo>
                      <a:pt x="60" y="8079"/>
                      <a:pt x="60" y="8188"/>
                      <a:pt x="60" y="8297"/>
                    </a:cubicBezTo>
                    <a:cubicBezTo>
                      <a:pt x="60" y="8400"/>
                      <a:pt x="49" y="8498"/>
                      <a:pt x="33" y="8601"/>
                    </a:cubicBezTo>
                    <a:cubicBezTo>
                      <a:pt x="17" y="8775"/>
                      <a:pt x="38" y="8949"/>
                      <a:pt x="109" y="9107"/>
                    </a:cubicBezTo>
                    <a:cubicBezTo>
                      <a:pt x="155" y="9224"/>
                      <a:pt x="263" y="9265"/>
                      <a:pt x="384" y="9265"/>
                    </a:cubicBezTo>
                    <a:cubicBezTo>
                      <a:pt x="392" y="9265"/>
                      <a:pt x="400" y="9265"/>
                      <a:pt x="408" y="9264"/>
                    </a:cubicBezTo>
                    <a:cubicBezTo>
                      <a:pt x="473" y="9254"/>
                      <a:pt x="533" y="9248"/>
                      <a:pt x="593" y="9232"/>
                    </a:cubicBezTo>
                    <a:cubicBezTo>
                      <a:pt x="643" y="9225"/>
                      <a:pt x="696" y="9220"/>
                      <a:pt x="748" y="9220"/>
                    </a:cubicBezTo>
                    <a:cubicBezTo>
                      <a:pt x="780" y="9220"/>
                      <a:pt x="812" y="9222"/>
                      <a:pt x="843" y="9226"/>
                    </a:cubicBezTo>
                    <a:cubicBezTo>
                      <a:pt x="1050" y="9226"/>
                      <a:pt x="1251" y="9215"/>
                      <a:pt x="1457" y="9183"/>
                    </a:cubicBezTo>
                    <a:cubicBezTo>
                      <a:pt x="1574" y="9173"/>
                      <a:pt x="1691" y="9168"/>
                      <a:pt x="1807" y="9168"/>
                    </a:cubicBezTo>
                    <a:cubicBezTo>
                      <a:pt x="1890" y="9168"/>
                      <a:pt x="1973" y="9171"/>
                      <a:pt x="2055" y="9177"/>
                    </a:cubicBezTo>
                    <a:cubicBezTo>
                      <a:pt x="2248" y="9193"/>
                      <a:pt x="2427" y="9227"/>
                      <a:pt x="2618" y="9227"/>
                    </a:cubicBezTo>
                    <a:cubicBezTo>
                      <a:pt x="2631" y="9227"/>
                      <a:pt x="2645" y="9227"/>
                      <a:pt x="2658" y="9226"/>
                    </a:cubicBezTo>
                    <a:cubicBezTo>
                      <a:pt x="2695" y="9227"/>
                      <a:pt x="2731" y="9228"/>
                      <a:pt x="2768" y="9228"/>
                    </a:cubicBezTo>
                    <a:cubicBezTo>
                      <a:pt x="2945" y="9228"/>
                      <a:pt x="3125" y="9217"/>
                      <a:pt x="3305" y="9199"/>
                    </a:cubicBezTo>
                    <a:cubicBezTo>
                      <a:pt x="3506" y="9167"/>
                      <a:pt x="3708" y="9150"/>
                      <a:pt x="3914" y="9139"/>
                    </a:cubicBezTo>
                    <a:cubicBezTo>
                      <a:pt x="4115" y="9139"/>
                      <a:pt x="4306" y="9107"/>
                      <a:pt x="4507" y="9107"/>
                    </a:cubicBezTo>
                    <a:cubicBezTo>
                      <a:pt x="4702" y="9112"/>
                      <a:pt x="4909" y="9145"/>
                      <a:pt x="5110" y="9150"/>
                    </a:cubicBezTo>
                    <a:cubicBezTo>
                      <a:pt x="5279" y="9150"/>
                      <a:pt x="5456" y="9119"/>
                      <a:pt x="5632" y="9119"/>
                    </a:cubicBezTo>
                    <a:cubicBezTo>
                      <a:pt x="5664" y="9119"/>
                      <a:pt x="5697" y="9121"/>
                      <a:pt x="5730" y="9123"/>
                    </a:cubicBezTo>
                    <a:cubicBezTo>
                      <a:pt x="5822" y="9129"/>
                      <a:pt x="5909" y="9156"/>
                      <a:pt x="5996" y="9161"/>
                    </a:cubicBezTo>
                    <a:cubicBezTo>
                      <a:pt x="6083" y="9161"/>
                      <a:pt x="6170" y="9127"/>
                      <a:pt x="6257" y="9127"/>
                    </a:cubicBezTo>
                    <a:cubicBezTo>
                      <a:pt x="6268" y="9127"/>
                      <a:pt x="6279" y="9127"/>
                      <a:pt x="6290" y="9129"/>
                    </a:cubicBezTo>
                    <a:cubicBezTo>
                      <a:pt x="6371" y="9150"/>
                      <a:pt x="6458" y="9161"/>
                      <a:pt x="6545" y="9161"/>
                    </a:cubicBezTo>
                    <a:cubicBezTo>
                      <a:pt x="6589" y="9161"/>
                      <a:pt x="6632" y="9156"/>
                      <a:pt x="6681" y="9156"/>
                    </a:cubicBezTo>
                    <a:cubicBezTo>
                      <a:pt x="6714" y="9167"/>
                      <a:pt x="6752" y="9177"/>
                      <a:pt x="6784" y="9194"/>
                    </a:cubicBezTo>
                    <a:cubicBezTo>
                      <a:pt x="6812" y="9203"/>
                      <a:pt x="6837" y="9207"/>
                      <a:pt x="6861" y="9207"/>
                    </a:cubicBezTo>
                    <a:cubicBezTo>
                      <a:pt x="6983" y="9207"/>
                      <a:pt x="7056" y="9099"/>
                      <a:pt x="7083" y="8976"/>
                    </a:cubicBezTo>
                    <a:cubicBezTo>
                      <a:pt x="7110" y="8802"/>
                      <a:pt x="7110" y="8634"/>
                      <a:pt x="7094" y="8460"/>
                    </a:cubicBezTo>
                    <a:cubicBezTo>
                      <a:pt x="7083" y="8259"/>
                      <a:pt x="7132" y="8069"/>
                      <a:pt x="7121" y="7867"/>
                    </a:cubicBezTo>
                    <a:cubicBezTo>
                      <a:pt x="7105" y="7677"/>
                      <a:pt x="7100" y="7476"/>
                      <a:pt x="7110" y="7280"/>
                    </a:cubicBezTo>
                    <a:cubicBezTo>
                      <a:pt x="7127" y="7068"/>
                      <a:pt x="7116" y="6862"/>
                      <a:pt x="7110" y="6644"/>
                    </a:cubicBezTo>
                    <a:cubicBezTo>
                      <a:pt x="7100" y="6215"/>
                      <a:pt x="7110" y="5786"/>
                      <a:pt x="7121" y="5351"/>
                    </a:cubicBezTo>
                    <a:cubicBezTo>
                      <a:pt x="7132" y="5128"/>
                      <a:pt x="7159" y="4905"/>
                      <a:pt x="7170" y="4677"/>
                    </a:cubicBezTo>
                    <a:cubicBezTo>
                      <a:pt x="7187" y="4465"/>
                      <a:pt x="7181" y="4253"/>
                      <a:pt x="7187" y="4035"/>
                    </a:cubicBezTo>
                    <a:cubicBezTo>
                      <a:pt x="7197" y="3165"/>
                      <a:pt x="7208" y="2290"/>
                      <a:pt x="7187" y="1415"/>
                    </a:cubicBezTo>
                    <a:cubicBezTo>
                      <a:pt x="7181" y="1339"/>
                      <a:pt x="7176" y="1257"/>
                      <a:pt x="7159" y="1181"/>
                    </a:cubicBezTo>
                    <a:cubicBezTo>
                      <a:pt x="7192" y="1045"/>
                      <a:pt x="7187" y="904"/>
                      <a:pt x="7208" y="774"/>
                    </a:cubicBezTo>
                    <a:cubicBezTo>
                      <a:pt x="7235" y="611"/>
                      <a:pt x="7197" y="448"/>
                      <a:pt x="7225" y="290"/>
                    </a:cubicBezTo>
                    <a:cubicBezTo>
                      <a:pt x="7233" y="213"/>
                      <a:pt x="7171" y="113"/>
                      <a:pt x="7094" y="113"/>
                    </a:cubicBezTo>
                    <a:cubicBezTo>
                      <a:pt x="7073" y="113"/>
                      <a:pt x="7051" y="120"/>
                      <a:pt x="7029" y="138"/>
                    </a:cubicBezTo>
                    <a:lnTo>
                      <a:pt x="7034" y="143"/>
                    </a:lnTo>
                    <a:cubicBezTo>
                      <a:pt x="7030" y="145"/>
                      <a:pt x="7025" y="146"/>
                      <a:pt x="7017" y="146"/>
                    </a:cubicBezTo>
                    <a:cubicBezTo>
                      <a:pt x="6973" y="146"/>
                      <a:pt x="6877" y="110"/>
                      <a:pt x="6844" y="105"/>
                    </a:cubicBezTo>
                    <a:cubicBezTo>
                      <a:pt x="6741" y="94"/>
                      <a:pt x="6643" y="51"/>
                      <a:pt x="6534" y="40"/>
                    </a:cubicBezTo>
                    <a:cubicBezTo>
                      <a:pt x="6510" y="37"/>
                      <a:pt x="6484" y="37"/>
                      <a:pt x="6458" y="37"/>
                    </a:cubicBezTo>
                    <a:cubicBezTo>
                      <a:pt x="6432" y="37"/>
                      <a:pt x="6406" y="37"/>
                      <a:pt x="6382" y="34"/>
                    </a:cubicBezTo>
                    <a:cubicBezTo>
                      <a:pt x="6328" y="24"/>
                      <a:pt x="6295" y="7"/>
                      <a:pt x="6246" y="2"/>
                    </a:cubicBezTo>
                    <a:cubicBezTo>
                      <a:pt x="6226" y="1"/>
                      <a:pt x="6206" y="0"/>
                      <a:pt x="6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20"/>
              <p:cNvSpPr/>
              <p:nvPr/>
            </p:nvSpPr>
            <p:spPr>
              <a:xfrm>
                <a:off x="3540775" y="3267275"/>
                <a:ext cx="37100" cy="47675"/>
              </a:xfrm>
              <a:custGeom>
                <a:rect b="b" l="l" r="r" t="t"/>
                <a:pathLst>
                  <a:path extrusionOk="0" h="1907" w="1484">
                    <a:moveTo>
                      <a:pt x="467" y="322"/>
                    </a:moveTo>
                    <a:cubicBezTo>
                      <a:pt x="489" y="344"/>
                      <a:pt x="522" y="360"/>
                      <a:pt x="549" y="366"/>
                    </a:cubicBezTo>
                    <a:cubicBezTo>
                      <a:pt x="560" y="393"/>
                      <a:pt x="576" y="425"/>
                      <a:pt x="587" y="453"/>
                    </a:cubicBezTo>
                    <a:cubicBezTo>
                      <a:pt x="658" y="578"/>
                      <a:pt x="734" y="697"/>
                      <a:pt x="821" y="811"/>
                    </a:cubicBezTo>
                    <a:cubicBezTo>
                      <a:pt x="832" y="822"/>
                      <a:pt x="843" y="833"/>
                      <a:pt x="853" y="849"/>
                    </a:cubicBezTo>
                    <a:cubicBezTo>
                      <a:pt x="832" y="849"/>
                      <a:pt x="810" y="855"/>
                      <a:pt x="788" y="860"/>
                    </a:cubicBezTo>
                    <a:lnTo>
                      <a:pt x="788" y="866"/>
                    </a:lnTo>
                    <a:cubicBezTo>
                      <a:pt x="679" y="887"/>
                      <a:pt x="571" y="920"/>
                      <a:pt x="467" y="964"/>
                    </a:cubicBezTo>
                    <a:cubicBezTo>
                      <a:pt x="419" y="991"/>
                      <a:pt x="375" y="1018"/>
                      <a:pt x="332" y="1056"/>
                    </a:cubicBezTo>
                    <a:cubicBezTo>
                      <a:pt x="364" y="904"/>
                      <a:pt x="397" y="741"/>
                      <a:pt x="419" y="583"/>
                    </a:cubicBezTo>
                    <a:cubicBezTo>
                      <a:pt x="429" y="496"/>
                      <a:pt x="457" y="409"/>
                      <a:pt x="467" y="322"/>
                    </a:cubicBezTo>
                    <a:close/>
                    <a:moveTo>
                      <a:pt x="413" y="1"/>
                    </a:moveTo>
                    <a:cubicBezTo>
                      <a:pt x="378" y="1"/>
                      <a:pt x="344" y="22"/>
                      <a:pt x="332" y="61"/>
                    </a:cubicBezTo>
                    <a:cubicBezTo>
                      <a:pt x="315" y="148"/>
                      <a:pt x="288" y="230"/>
                      <a:pt x="272" y="317"/>
                    </a:cubicBezTo>
                    <a:cubicBezTo>
                      <a:pt x="261" y="349"/>
                      <a:pt x="261" y="387"/>
                      <a:pt x="261" y="420"/>
                    </a:cubicBezTo>
                    <a:cubicBezTo>
                      <a:pt x="245" y="480"/>
                      <a:pt x="239" y="540"/>
                      <a:pt x="228" y="599"/>
                    </a:cubicBezTo>
                    <a:cubicBezTo>
                      <a:pt x="190" y="762"/>
                      <a:pt x="147" y="926"/>
                      <a:pt x="103" y="1089"/>
                    </a:cubicBezTo>
                    <a:cubicBezTo>
                      <a:pt x="60" y="1235"/>
                      <a:pt x="33" y="1382"/>
                      <a:pt x="22" y="1534"/>
                    </a:cubicBezTo>
                    <a:cubicBezTo>
                      <a:pt x="16" y="1649"/>
                      <a:pt x="0" y="1828"/>
                      <a:pt x="109" y="1899"/>
                    </a:cubicBezTo>
                    <a:cubicBezTo>
                      <a:pt x="114" y="1904"/>
                      <a:pt x="122" y="1907"/>
                      <a:pt x="131" y="1907"/>
                    </a:cubicBezTo>
                    <a:cubicBezTo>
                      <a:pt x="140" y="1907"/>
                      <a:pt x="149" y="1904"/>
                      <a:pt x="158" y="1899"/>
                    </a:cubicBezTo>
                    <a:cubicBezTo>
                      <a:pt x="266" y="1822"/>
                      <a:pt x="239" y="1654"/>
                      <a:pt x="245" y="1534"/>
                    </a:cubicBezTo>
                    <a:cubicBezTo>
                      <a:pt x="245" y="1447"/>
                      <a:pt x="261" y="1360"/>
                      <a:pt x="283" y="1279"/>
                    </a:cubicBezTo>
                    <a:cubicBezTo>
                      <a:pt x="321" y="1268"/>
                      <a:pt x="370" y="1268"/>
                      <a:pt x="391" y="1257"/>
                    </a:cubicBezTo>
                    <a:cubicBezTo>
                      <a:pt x="462" y="1219"/>
                      <a:pt x="538" y="1181"/>
                      <a:pt x="614" y="1154"/>
                    </a:cubicBezTo>
                    <a:cubicBezTo>
                      <a:pt x="696" y="1138"/>
                      <a:pt x="772" y="1116"/>
                      <a:pt x="848" y="1089"/>
                    </a:cubicBezTo>
                    <a:cubicBezTo>
                      <a:pt x="902" y="1061"/>
                      <a:pt x="951" y="1034"/>
                      <a:pt x="1000" y="1007"/>
                    </a:cubicBezTo>
                    <a:cubicBezTo>
                      <a:pt x="1027" y="1040"/>
                      <a:pt x="1060" y="1083"/>
                      <a:pt x="1087" y="1121"/>
                    </a:cubicBezTo>
                    <a:cubicBezTo>
                      <a:pt x="1163" y="1241"/>
                      <a:pt x="1245" y="1360"/>
                      <a:pt x="1337" y="1475"/>
                    </a:cubicBezTo>
                    <a:cubicBezTo>
                      <a:pt x="1344" y="1480"/>
                      <a:pt x="1353" y="1482"/>
                      <a:pt x="1362" y="1482"/>
                    </a:cubicBezTo>
                    <a:cubicBezTo>
                      <a:pt x="1380" y="1482"/>
                      <a:pt x="1399" y="1471"/>
                      <a:pt x="1402" y="1453"/>
                    </a:cubicBezTo>
                    <a:cubicBezTo>
                      <a:pt x="1484" y="1127"/>
                      <a:pt x="1158" y="871"/>
                      <a:pt x="968" y="659"/>
                    </a:cubicBezTo>
                    <a:cubicBezTo>
                      <a:pt x="848" y="545"/>
                      <a:pt x="745" y="409"/>
                      <a:pt x="652" y="268"/>
                    </a:cubicBezTo>
                    <a:cubicBezTo>
                      <a:pt x="620" y="203"/>
                      <a:pt x="593" y="132"/>
                      <a:pt x="527" y="99"/>
                    </a:cubicBezTo>
                    <a:cubicBezTo>
                      <a:pt x="511" y="78"/>
                      <a:pt x="500" y="61"/>
                      <a:pt x="484" y="40"/>
                    </a:cubicBezTo>
                    <a:cubicBezTo>
                      <a:pt x="467" y="13"/>
                      <a:pt x="440"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20"/>
              <p:cNvSpPr/>
              <p:nvPr/>
            </p:nvSpPr>
            <p:spPr>
              <a:xfrm>
                <a:off x="3572000" y="3269150"/>
                <a:ext cx="19475" cy="21375"/>
              </a:xfrm>
              <a:custGeom>
                <a:rect b="b" l="l" r="r" t="t"/>
                <a:pathLst>
                  <a:path extrusionOk="0" h="855" w="779">
                    <a:moveTo>
                      <a:pt x="287" y="0"/>
                    </a:moveTo>
                    <a:cubicBezTo>
                      <a:pt x="251" y="0"/>
                      <a:pt x="216" y="24"/>
                      <a:pt x="219" y="68"/>
                    </a:cubicBezTo>
                    <a:cubicBezTo>
                      <a:pt x="230" y="166"/>
                      <a:pt x="240" y="258"/>
                      <a:pt x="257" y="356"/>
                    </a:cubicBezTo>
                    <a:cubicBezTo>
                      <a:pt x="200" y="394"/>
                      <a:pt x="122" y="452"/>
                      <a:pt x="82" y="452"/>
                    </a:cubicBezTo>
                    <a:cubicBezTo>
                      <a:pt x="76" y="452"/>
                      <a:pt x="71" y="451"/>
                      <a:pt x="66" y="448"/>
                    </a:cubicBezTo>
                    <a:cubicBezTo>
                      <a:pt x="62" y="445"/>
                      <a:pt x="57" y="444"/>
                      <a:pt x="52" y="444"/>
                    </a:cubicBezTo>
                    <a:cubicBezTo>
                      <a:pt x="37" y="444"/>
                      <a:pt x="22" y="454"/>
                      <a:pt x="18" y="470"/>
                    </a:cubicBezTo>
                    <a:cubicBezTo>
                      <a:pt x="0" y="548"/>
                      <a:pt x="49" y="571"/>
                      <a:pt x="110" y="571"/>
                    </a:cubicBezTo>
                    <a:cubicBezTo>
                      <a:pt x="164" y="571"/>
                      <a:pt x="227" y="553"/>
                      <a:pt x="262" y="541"/>
                    </a:cubicBezTo>
                    <a:lnTo>
                      <a:pt x="278" y="535"/>
                    </a:lnTo>
                    <a:cubicBezTo>
                      <a:pt x="284" y="639"/>
                      <a:pt x="322" y="747"/>
                      <a:pt x="382" y="834"/>
                    </a:cubicBezTo>
                    <a:cubicBezTo>
                      <a:pt x="398" y="847"/>
                      <a:pt x="417" y="855"/>
                      <a:pt x="436" y="855"/>
                    </a:cubicBezTo>
                    <a:cubicBezTo>
                      <a:pt x="448" y="855"/>
                      <a:pt x="461" y="852"/>
                      <a:pt x="474" y="845"/>
                    </a:cubicBezTo>
                    <a:lnTo>
                      <a:pt x="490" y="834"/>
                    </a:lnTo>
                    <a:cubicBezTo>
                      <a:pt x="512" y="823"/>
                      <a:pt x="523" y="791"/>
                      <a:pt x="512" y="769"/>
                    </a:cubicBezTo>
                    <a:cubicBezTo>
                      <a:pt x="518" y="671"/>
                      <a:pt x="507" y="573"/>
                      <a:pt x="474" y="475"/>
                    </a:cubicBezTo>
                    <a:cubicBezTo>
                      <a:pt x="512" y="459"/>
                      <a:pt x="550" y="437"/>
                      <a:pt x="588" y="421"/>
                    </a:cubicBezTo>
                    <a:cubicBezTo>
                      <a:pt x="637" y="405"/>
                      <a:pt x="681" y="378"/>
                      <a:pt x="719" y="350"/>
                    </a:cubicBezTo>
                    <a:cubicBezTo>
                      <a:pt x="768" y="312"/>
                      <a:pt x="779" y="215"/>
                      <a:pt x="702" y="198"/>
                    </a:cubicBezTo>
                    <a:lnTo>
                      <a:pt x="697" y="204"/>
                    </a:lnTo>
                    <a:cubicBezTo>
                      <a:pt x="676" y="200"/>
                      <a:pt x="654" y="198"/>
                      <a:pt x="633" y="198"/>
                    </a:cubicBezTo>
                    <a:cubicBezTo>
                      <a:pt x="557" y="198"/>
                      <a:pt x="484" y="221"/>
                      <a:pt x="420" y="263"/>
                    </a:cubicBezTo>
                    <a:cubicBezTo>
                      <a:pt x="398" y="198"/>
                      <a:pt x="376" y="122"/>
                      <a:pt x="355" y="51"/>
                    </a:cubicBezTo>
                    <a:cubicBezTo>
                      <a:pt x="347" y="17"/>
                      <a:pt x="317"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20"/>
              <p:cNvSpPr/>
              <p:nvPr/>
            </p:nvSpPr>
            <p:spPr>
              <a:xfrm>
                <a:off x="3455425" y="3314975"/>
                <a:ext cx="11975" cy="20150"/>
              </a:xfrm>
              <a:custGeom>
                <a:rect b="b" l="l" r="r" t="t"/>
                <a:pathLst>
                  <a:path extrusionOk="0" h="806" w="479">
                    <a:moveTo>
                      <a:pt x="253" y="0"/>
                    </a:moveTo>
                    <a:cubicBezTo>
                      <a:pt x="238" y="0"/>
                      <a:pt x="223" y="10"/>
                      <a:pt x="223" y="29"/>
                    </a:cubicBezTo>
                    <a:cubicBezTo>
                      <a:pt x="223" y="61"/>
                      <a:pt x="218" y="94"/>
                      <a:pt x="218" y="132"/>
                    </a:cubicBezTo>
                    <a:cubicBezTo>
                      <a:pt x="191" y="235"/>
                      <a:pt x="136" y="333"/>
                      <a:pt x="71" y="420"/>
                    </a:cubicBezTo>
                    <a:cubicBezTo>
                      <a:pt x="63" y="432"/>
                      <a:pt x="70" y="448"/>
                      <a:pt x="81" y="448"/>
                    </a:cubicBezTo>
                    <a:cubicBezTo>
                      <a:pt x="85" y="448"/>
                      <a:pt x="89" y="446"/>
                      <a:pt x="93" y="442"/>
                    </a:cubicBezTo>
                    <a:cubicBezTo>
                      <a:pt x="136" y="393"/>
                      <a:pt x="174" y="338"/>
                      <a:pt x="207" y="284"/>
                    </a:cubicBezTo>
                    <a:lnTo>
                      <a:pt x="207" y="507"/>
                    </a:lnTo>
                    <a:cubicBezTo>
                      <a:pt x="212" y="550"/>
                      <a:pt x="218" y="599"/>
                      <a:pt x="212" y="643"/>
                    </a:cubicBezTo>
                    <a:cubicBezTo>
                      <a:pt x="212" y="654"/>
                      <a:pt x="207" y="665"/>
                      <a:pt x="201" y="675"/>
                    </a:cubicBezTo>
                    <a:lnTo>
                      <a:pt x="196" y="675"/>
                    </a:lnTo>
                    <a:cubicBezTo>
                      <a:pt x="158" y="681"/>
                      <a:pt x="131" y="686"/>
                      <a:pt x="98" y="697"/>
                    </a:cubicBezTo>
                    <a:cubicBezTo>
                      <a:pt x="76" y="708"/>
                      <a:pt x="71" y="724"/>
                      <a:pt x="49" y="730"/>
                    </a:cubicBezTo>
                    <a:cubicBezTo>
                      <a:pt x="0" y="741"/>
                      <a:pt x="11" y="800"/>
                      <a:pt x="49" y="806"/>
                    </a:cubicBezTo>
                    <a:cubicBezTo>
                      <a:pt x="104" y="806"/>
                      <a:pt x="158" y="800"/>
                      <a:pt x="207" y="790"/>
                    </a:cubicBezTo>
                    <a:cubicBezTo>
                      <a:pt x="288" y="784"/>
                      <a:pt x="370" y="768"/>
                      <a:pt x="446" y="735"/>
                    </a:cubicBezTo>
                    <a:cubicBezTo>
                      <a:pt x="479" y="719"/>
                      <a:pt x="462" y="670"/>
                      <a:pt x="435" y="659"/>
                    </a:cubicBezTo>
                    <a:lnTo>
                      <a:pt x="435" y="665"/>
                    </a:lnTo>
                    <a:cubicBezTo>
                      <a:pt x="411" y="654"/>
                      <a:pt x="384" y="648"/>
                      <a:pt x="356" y="648"/>
                    </a:cubicBezTo>
                    <a:cubicBezTo>
                      <a:pt x="341" y="648"/>
                      <a:pt x="326" y="650"/>
                      <a:pt x="310" y="654"/>
                    </a:cubicBezTo>
                    <a:cubicBezTo>
                      <a:pt x="310" y="583"/>
                      <a:pt x="299" y="507"/>
                      <a:pt x="299" y="436"/>
                    </a:cubicBezTo>
                    <a:cubicBezTo>
                      <a:pt x="294" y="300"/>
                      <a:pt x="299" y="165"/>
                      <a:pt x="283" y="29"/>
                    </a:cubicBezTo>
                    <a:cubicBezTo>
                      <a:pt x="283" y="10"/>
                      <a:pt x="268" y="0"/>
                      <a:pt x="2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0"/>
              <p:cNvSpPr/>
              <p:nvPr/>
            </p:nvSpPr>
            <p:spPr>
              <a:xfrm>
                <a:off x="3453875" y="3368800"/>
                <a:ext cx="12300" cy="18125"/>
              </a:xfrm>
              <a:custGeom>
                <a:rect b="b" l="l" r="r" t="t"/>
                <a:pathLst>
                  <a:path extrusionOk="0" h="725" w="492">
                    <a:moveTo>
                      <a:pt x="283" y="1"/>
                    </a:moveTo>
                    <a:cubicBezTo>
                      <a:pt x="260" y="1"/>
                      <a:pt x="236" y="8"/>
                      <a:pt x="215" y="23"/>
                    </a:cubicBezTo>
                    <a:cubicBezTo>
                      <a:pt x="111" y="77"/>
                      <a:pt x="128" y="170"/>
                      <a:pt x="128" y="267"/>
                    </a:cubicBezTo>
                    <a:cubicBezTo>
                      <a:pt x="130" y="276"/>
                      <a:pt x="138" y="280"/>
                      <a:pt x="146" y="280"/>
                    </a:cubicBezTo>
                    <a:cubicBezTo>
                      <a:pt x="153" y="280"/>
                      <a:pt x="160" y="276"/>
                      <a:pt x="160" y="267"/>
                    </a:cubicBezTo>
                    <a:cubicBezTo>
                      <a:pt x="155" y="224"/>
                      <a:pt x="171" y="186"/>
                      <a:pt x="198" y="164"/>
                    </a:cubicBezTo>
                    <a:cubicBezTo>
                      <a:pt x="215" y="144"/>
                      <a:pt x="235" y="125"/>
                      <a:pt x="253" y="125"/>
                    </a:cubicBezTo>
                    <a:cubicBezTo>
                      <a:pt x="264" y="125"/>
                      <a:pt x="275" y="132"/>
                      <a:pt x="285" y="148"/>
                    </a:cubicBezTo>
                    <a:cubicBezTo>
                      <a:pt x="318" y="191"/>
                      <a:pt x="280" y="273"/>
                      <a:pt x="269" y="311"/>
                    </a:cubicBezTo>
                    <a:cubicBezTo>
                      <a:pt x="242" y="403"/>
                      <a:pt x="198" y="490"/>
                      <a:pt x="138" y="566"/>
                    </a:cubicBezTo>
                    <a:cubicBezTo>
                      <a:pt x="84" y="577"/>
                      <a:pt x="35" y="610"/>
                      <a:pt x="8" y="659"/>
                    </a:cubicBezTo>
                    <a:cubicBezTo>
                      <a:pt x="0" y="682"/>
                      <a:pt x="23" y="700"/>
                      <a:pt x="45" y="700"/>
                    </a:cubicBezTo>
                    <a:cubicBezTo>
                      <a:pt x="53" y="700"/>
                      <a:pt x="62" y="697"/>
                      <a:pt x="68" y="691"/>
                    </a:cubicBezTo>
                    <a:cubicBezTo>
                      <a:pt x="78" y="682"/>
                      <a:pt x="95" y="678"/>
                      <a:pt x="117" y="678"/>
                    </a:cubicBezTo>
                    <a:cubicBezTo>
                      <a:pt x="179" y="678"/>
                      <a:pt x="275" y="709"/>
                      <a:pt x="307" y="713"/>
                    </a:cubicBezTo>
                    <a:cubicBezTo>
                      <a:pt x="332" y="721"/>
                      <a:pt x="359" y="725"/>
                      <a:pt x="385" y="725"/>
                    </a:cubicBezTo>
                    <a:cubicBezTo>
                      <a:pt x="414" y="725"/>
                      <a:pt x="444" y="719"/>
                      <a:pt x="470" y="708"/>
                    </a:cubicBezTo>
                    <a:cubicBezTo>
                      <a:pt x="486" y="697"/>
                      <a:pt x="492" y="680"/>
                      <a:pt x="486" y="670"/>
                    </a:cubicBezTo>
                    <a:lnTo>
                      <a:pt x="486" y="664"/>
                    </a:lnTo>
                    <a:cubicBezTo>
                      <a:pt x="467" y="592"/>
                      <a:pt x="362" y="554"/>
                      <a:pt x="251" y="554"/>
                    </a:cubicBezTo>
                    <a:cubicBezTo>
                      <a:pt x="237" y="554"/>
                      <a:pt x="223" y="554"/>
                      <a:pt x="209" y="555"/>
                    </a:cubicBezTo>
                    <a:lnTo>
                      <a:pt x="225" y="545"/>
                    </a:lnTo>
                    <a:cubicBezTo>
                      <a:pt x="269" y="501"/>
                      <a:pt x="312" y="458"/>
                      <a:pt x="345" y="409"/>
                    </a:cubicBezTo>
                    <a:cubicBezTo>
                      <a:pt x="416" y="316"/>
                      <a:pt x="432" y="202"/>
                      <a:pt x="405" y="88"/>
                    </a:cubicBezTo>
                    <a:cubicBezTo>
                      <a:pt x="386" y="35"/>
                      <a:pt x="336" y="1"/>
                      <a:pt x="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20"/>
              <p:cNvSpPr/>
              <p:nvPr/>
            </p:nvSpPr>
            <p:spPr>
              <a:xfrm>
                <a:off x="3456500" y="3411700"/>
                <a:ext cx="12125" cy="24275"/>
              </a:xfrm>
              <a:custGeom>
                <a:rect b="b" l="l" r="r" t="t"/>
                <a:pathLst>
                  <a:path extrusionOk="0" h="971" w="485">
                    <a:moveTo>
                      <a:pt x="234" y="1"/>
                    </a:moveTo>
                    <a:cubicBezTo>
                      <a:pt x="126" y="1"/>
                      <a:pt x="15" y="131"/>
                      <a:pt x="39" y="236"/>
                    </a:cubicBezTo>
                    <a:cubicBezTo>
                      <a:pt x="44" y="253"/>
                      <a:pt x="57" y="260"/>
                      <a:pt x="71" y="260"/>
                    </a:cubicBezTo>
                    <a:cubicBezTo>
                      <a:pt x="90" y="260"/>
                      <a:pt x="110" y="247"/>
                      <a:pt x="110" y="226"/>
                    </a:cubicBezTo>
                    <a:cubicBezTo>
                      <a:pt x="110" y="191"/>
                      <a:pt x="167" y="131"/>
                      <a:pt x="210" y="131"/>
                    </a:cubicBezTo>
                    <a:cubicBezTo>
                      <a:pt x="215" y="131"/>
                      <a:pt x="219" y="132"/>
                      <a:pt x="224" y="133"/>
                    </a:cubicBezTo>
                    <a:cubicBezTo>
                      <a:pt x="278" y="149"/>
                      <a:pt x="245" y="253"/>
                      <a:pt x="235" y="291"/>
                    </a:cubicBezTo>
                    <a:cubicBezTo>
                      <a:pt x="213" y="372"/>
                      <a:pt x="213" y="459"/>
                      <a:pt x="235" y="546"/>
                    </a:cubicBezTo>
                    <a:cubicBezTo>
                      <a:pt x="256" y="622"/>
                      <a:pt x="311" y="726"/>
                      <a:pt x="229" y="780"/>
                    </a:cubicBezTo>
                    <a:cubicBezTo>
                      <a:pt x="202" y="796"/>
                      <a:pt x="164" y="807"/>
                      <a:pt x="131" y="807"/>
                    </a:cubicBezTo>
                    <a:lnTo>
                      <a:pt x="93" y="807"/>
                    </a:lnTo>
                    <a:cubicBezTo>
                      <a:pt x="84" y="804"/>
                      <a:pt x="79" y="803"/>
                      <a:pt x="76" y="803"/>
                    </a:cubicBezTo>
                    <a:cubicBezTo>
                      <a:pt x="76" y="803"/>
                      <a:pt x="75" y="803"/>
                      <a:pt x="75" y="803"/>
                    </a:cubicBezTo>
                    <a:lnTo>
                      <a:pt x="75" y="803"/>
                    </a:lnTo>
                    <a:cubicBezTo>
                      <a:pt x="75" y="802"/>
                      <a:pt x="74" y="800"/>
                      <a:pt x="71" y="796"/>
                    </a:cubicBezTo>
                    <a:cubicBezTo>
                      <a:pt x="63" y="786"/>
                      <a:pt x="51" y="781"/>
                      <a:pt x="40" y="781"/>
                    </a:cubicBezTo>
                    <a:cubicBezTo>
                      <a:pt x="22" y="781"/>
                      <a:pt x="4" y="793"/>
                      <a:pt x="1" y="813"/>
                    </a:cubicBezTo>
                    <a:cubicBezTo>
                      <a:pt x="1" y="922"/>
                      <a:pt x="77" y="971"/>
                      <a:pt x="165" y="971"/>
                    </a:cubicBezTo>
                    <a:cubicBezTo>
                      <a:pt x="208" y="971"/>
                      <a:pt x="253" y="959"/>
                      <a:pt x="294" y="938"/>
                    </a:cubicBezTo>
                    <a:cubicBezTo>
                      <a:pt x="354" y="905"/>
                      <a:pt x="403" y="851"/>
                      <a:pt x="425" y="785"/>
                    </a:cubicBezTo>
                    <a:cubicBezTo>
                      <a:pt x="457" y="671"/>
                      <a:pt x="381" y="606"/>
                      <a:pt x="349" y="514"/>
                    </a:cubicBezTo>
                    <a:lnTo>
                      <a:pt x="349" y="508"/>
                    </a:lnTo>
                    <a:cubicBezTo>
                      <a:pt x="305" y="372"/>
                      <a:pt x="485" y="84"/>
                      <a:pt x="278" y="8"/>
                    </a:cubicBezTo>
                    <a:cubicBezTo>
                      <a:pt x="264" y="3"/>
                      <a:pt x="249" y="1"/>
                      <a:pt x="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20"/>
              <p:cNvSpPr/>
              <p:nvPr/>
            </p:nvSpPr>
            <p:spPr>
              <a:xfrm>
                <a:off x="3474050" y="3325600"/>
                <a:ext cx="101650" cy="8075"/>
              </a:xfrm>
              <a:custGeom>
                <a:rect b="b" l="l" r="r" t="t"/>
                <a:pathLst>
                  <a:path extrusionOk="0" h="323" w="4066">
                    <a:moveTo>
                      <a:pt x="3995" y="0"/>
                    </a:moveTo>
                    <a:cubicBezTo>
                      <a:pt x="3908" y="6"/>
                      <a:pt x="3821" y="22"/>
                      <a:pt x="3745" y="60"/>
                    </a:cubicBezTo>
                    <a:cubicBezTo>
                      <a:pt x="3670" y="92"/>
                      <a:pt x="3595" y="135"/>
                      <a:pt x="3517" y="135"/>
                    </a:cubicBezTo>
                    <a:cubicBezTo>
                      <a:pt x="3488" y="135"/>
                      <a:pt x="3459" y="129"/>
                      <a:pt x="3430" y="115"/>
                    </a:cubicBezTo>
                    <a:cubicBezTo>
                      <a:pt x="3381" y="87"/>
                      <a:pt x="3327" y="66"/>
                      <a:pt x="3272" y="49"/>
                    </a:cubicBezTo>
                    <a:cubicBezTo>
                      <a:pt x="3253" y="47"/>
                      <a:pt x="3233" y="45"/>
                      <a:pt x="3213" y="45"/>
                    </a:cubicBezTo>
                    <a:cubicBezTo>
                      <a:pt x="3192" y="45"/>
                      <a:pt x="3172" y="47"/>
                      <a:pt x="3153" y="49"/>
                    </a:cubicBezTo>
                    <a:cubicBezTo>
                      <a:pt x="3115" y="44"/>
                      <a:pt x="3077" y="38"/>
                      <a:pt x="3033" y="28"/>
                    </a:cubicBezTo>
                    <a:cubicBezTo>
                      <a:pt x="3015" y="25"/>
                      <a:pt x="2997" y="23"/>
                      <a:pt x="2979" y="23"/>
                    </a:cubicBezTo>
                    <a:cubicBezTo>
                      <a:pt x="2830" y="23"/>
                      <a:pt x="2690" y="114"/>
                      <a:pt x="2549" y="153"/>
                    </a:cubicBezTo>
                    <a:cubicBezTo>
                      <a:pt x="2508" y="165"/>
                      <a:pt x="2466" y="169"/>
                      <a:pt x="2425" y="169"/>
                    </a:cubicBezTo>
                    <a:cubicBezTo>
                      <a:pt x="2278" y="169"/>
                      <a:pt x="2136" y="108"/>
                      <a:pt x="1986" y="108"/>
                    </a:cubicBezTo>
                    <a:cubicBezTo>
                      <a:pt x="1973" y="108"/>
                      <a:pt x="1959" y="108"/>
                      <a:pt x="1946" y="109"/>
                    </a:cubicBezTo>
                    <a:cubicBezTo>
                      <a:pt x="1806" y="120"/>
                      <a:pt x="1666" y="156"/>
                      <a:pt x="1527" y="156"/>
                    </a:cubicBezTo>
                    <a:cubicBezTo>
                      <a:pt x="1462" y="156"/>
                      <a:pt x="1396" y="148"/>
                      <a:pt x="1332" y="125"/>
                    </a:cubicBezTo>
                    <a:cubicBezTo>
                      <a:pt x="1245" y="93"/>
                      <a:pt x="1169" y="22"/>
                      <a:pt x="1076" y="6"/>
                    </a:cubicBezTo>
                    <a:cubicBezTo>
                      <a:pt x="1066" y="5"/>
                      <a:pt x="1056" y="4"/>
                      <a:pt x="1046" y="4"/>
                    </a:cubicBezTo>
                    <a:cubicBezTo>
                      <a:pt x="995" y="4"/>
                      <a:pt x="942" y="16"/>
                      <a:pt x="897" y="38"/>
                    </a:cubicBezTo>
                    <a:cubicBezTo>
                      <a:pt x="794" y="77"/>
                      <a:pt x="696" y="125"/>
                      <a:pt x="593" y="158"/>
                    </a:cubicBezTo>
                    <a:cubicBezTo>
                      <a:pt x="511" y="196"/>
                      <a:pt x="424" y="218"/>
                      <a:pt x="332" y="234"/>
                    </a:cubicBezTo>
                    <a:cubicBezTo>
                      <a:pt x="212" y="234"/>
                      <a:pt x="179" y="158"/>
                      <a:pt x="109" y="93"/>
                    </a:cubicBezTo>
                    <a:cubicBezTo>
                      <a:pt x="92" y="68"/>
                      <a:pt x="67" y="56"/>
                      <a:pt x="41" y="56"/>
                    </a:cubicBezTo>
                    <a:cubicBezTo>
                      <a:pt x="33" y="56"/>
                      <a:pt x="24" y="57"/>
                      <a:pt x="16" y="60"/>
                    </a:cubicBezTo>
                    <a:cubicBezTo>
                      <a:pt x="0" y="66"/>
                      <a:pt x="0" y="82"/>
                      <a:pt x="16" y="87"/>
                    </a:cubicBezTo>
                    <a:cubicBezTo>
                      <a:pt x="71" y="98"/>
                      <a:pt x="92" y="202"/>
                      <a:pt x="130" y="245"/>
                    </a:cubicBezTo>
                    <a:cubicBezTo>
                      <a:pt x="174" y="289"/>
                      <a:pt x="234" y="316"/>
                      <a:pt x="304" y="321"/>
                    </a:cubicBezTo>
                    <a:cubicBezTo>
                      <a:pt x="315" y="322"/>
                      <a:pt x="325" y="323"/>
                      <a:pt x="336" y="323"/>
                    </a:cubicBezTo>
                    <a:cubicBezTo>
                      <a:pt x="481" y="323"/>
                      <a:pt x="645" y="224"/>
                      <a:pt x="766" y="163"/>
                    </a:cubicBezTo>
                    <a:cubicBezTo>
                      <a:pt x="864" y="113"/>
                      <a:pt x="948" y="59"/>
                      <a:pt x="1039" y="59"/>
                    </a:cubicBezTo>
                    <a:cubicBezTo>
                      <a:pt x="1075" y="59"/>
                      <a:pt x="1113" y="67"/>
                      <a:pt x="1152" y="87"/>
                    </a:cubicBezTo>
                    <a:cubicBezTo>
                      <a:pt x="1223" y="136"/>
                      <a:pt x="1305" y="174"/>
                      <a:pt x="1386" y="202"/>
                    </a:cubicBezTo>
                    <a:cubicBezTo>
                      <a:pt x="1442" y="217"/>
                      <a:pt x="1497" y="223"/>
                      <a:pt x="1553" y="223"/>
                    </a:cubicBezTo>
                    <a:cubicBezTo>
                      <a:pt x="1693" y="223"/>
                      <a:pt x="1833" y="186"/>
                      <a:pt x="1973" y="174"/>
                    </a:cubicBezTo>
                    <a:cubicBezTo>
                      <a:pt x="1982" y="174"/>
                      <a:pt x="1991" y="174"/>
                      <a:pt x="1999" y="174"/>
                    </a:cubicBezTo>
                    <a:cubicBezTo>
                      <a:pt x="2149" y="174"/>
                      <a:pt x="2293" y="244"/>
                      <a:pt x="2445" y="244"/>
                    </a:cubicBezTo>
                    <a:cubicBezTo>
                      <a:pt x="2476" y="244"/>
                      <a:pt x="2507" y="241"/>
                      <a:pt x="2539" y="234"/>
                    </a:cubicBezTo>
                    <a:cubicBezTo>
                      <a:pt x="2636" y="218"/>
                      <a:pt x="2723" y="169"/>
                      <a:pt x="2821" y="142"/>
                    </a:cubicBezTo>
                    <a:cubicBezTo>
                      <a:pt x="2865" y="131"/>
                      <a:pt x="2908" y="125"/>
                      <a:pt x="2957" y="115"/>
                    </a:cubicBezTo>
                    <a:cubicBezTo>
                      <a:pt x="3001" y="115"/>
                      <a:pt x="3050" y="120"/>
                      <a:pt x="3093" y="136"/>
                    </a:cubicBezTo>
                    <a:cubicBezTo>
                      <a:pt x="3185" y="153"/>
                      <a:pt x="3251" y="142"/>
                      <a:pt x="3332" y="196"/>
                    </a:cubicBezTo>
                    <a:cubicBezTo>
                      <a:pt x="3381" y="234"/>
                      <a:pt x="3441" y="261"/>
                      <a:pt x="3506" y="272"/>
                    </a:cubicBezTo>
                    <a:cubicBezTo>
                      <a:pt x="3513" y="273"/>
                      <a:pt x="3520" y="273"/>
                      <a:pt x="3527" y="273"/>
                    </a:cubicBezTo>
                    <a:cubicBezTo>
                      <a:pt x="3695" y="273"/>
                      <a:pt x="3871" y="150"/>
                      <a:pt x="4023" y="87"/>
                    </a:cubicBezTo>
                    <a:cubicBezTo>
                      <a:pt x="4066" y="66"/>
                      <a:pt x="4039" y="6"/>
                      <a:pt x="4001" y="6"/>
                    </a:cubicBezTo>
                    <a:lnTo>
                      <a:pt x="39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20"/>
              <p:cNvSpPr/>
              <p:nvPr/>
            </p:nvSpPr>
            <p:spPr>
              <a:xfrm>
                <a:off x="3481500" y="3333950"/>
                <a:ext cx="89875" cy="7800"/>
              </a:xfrm>
              <a:custGeom>
                <a:rect b="b" l="l" r="r" t="t"/>
                <a:pathLst>
                  <a:path extrusionOk="0" h="312" w="3595">
                    <a:moveTo>
                      <a:pt x="1448" y="1"/>
                    </a:moveTo>
                    <a:cubicBezTo>
                      <a:pt x="1269" y="1"/>
                      <a:pt x="1091" y="21"/>
                      <a:pt x="914" y="63"/>
                    </a:cubicBezTo>
                    <a:cubicBezTo>
                      <a:pt x="762" y="90"/>
                      <a:pt x="604" y="118"/>
                      <a:pt x="447" y="145"/>
                    </a:cubicBezTo>
                    <a:cubicBezTo>
                      <a:pt x="403" y="153"/>
                      <a:pt x="360" y="157"/>
                      <a:pt x="316" y="157"/>
                    </a:cubicBezTo>
                    <a:cubicBezTo>
                      <a:pt x="273" y="157"/>
                      <a:pt x="229" y="153"/>
                      <a:pt x="186" y="145"/>
                    </a:cubicBezTo>
                    <a:cubicBezTo>
                      <a:pt x="137" y="134"/>
                      <a:pt x="99" y="112"/>
                      <a:pt x="44" y="101"/>
                    </a:cubicBezTo>
                    <a:cubicBezTo>
                      <a:pt x="17" y="101"/>
                      <a:pt x="1" y="145"/>
                      <a:pt x="34" y="150"/>
                    </a:cubicBezTo>
                    <a:cubicBezTo>
                      <a:pt x="77" y="156"/>
                      <a:pt x="115" y="188"/>
                      <a:pt x="159" y="199"/>
                    </a:cubicBezTo>
                    <a:cubicBezTo>
                      <a:pt x="229" y="215"/>
                      <a:pt x="300" y="221"/>
                      <a:pt x="371" y="221"/>
                    </a:cubicBezTo>
                    <a:cubicBezTo>
                      <a:pt x="517" y="205"/>
                      <a:pt x="670" y="177"/>
                      <a:pt x="811" y="150"/>
                    </a:cubicBezTo>
                    <a:cubicBezTo>
                      <a:pt x="1023" y="103"/>
                      <a:pt x="1239" y="79"/>
                      <a:pt x="1455" y="79"/>
                    </a:cubicBezTo>
                    <a:cubicBezTo>
                      <a:pt x="1589" y="79"/>
                      <a:pt x="1722" y="88"/>
                      <a:pt x="1855" y="107"/>
                    </a:cubicBezTo>
                    <a:cubicBezTo>
                      <a:pt x="1996" y="128"/>
                      <a:pt x="2137" y="134"/>
                      <a:pt x="2273" y="167"/>
                    </a:cubicBezTo>
                    <a:cubicBezTo>
                      <a:pt x="2409" y="199"/>
                      <a:pt x="2550" y="292"/>
                      <a:pt x="2697" y="308"/>
                    </a:cubicBezTo>
                    <a:cubicBezTo>
                      <a:pt x="2726" y="310"/>
                      <a:pt x="2755" y="311"/>
                      <a:pt x="2783" y="311"/>
                    </a:cubicBezTo>
                    <a:cubicBezTo>
                      <a:pt x="2899" y="311"/>
                      <a:pt x="3012" y="293"/>
                      <a:pt x="3121" y="253"/>
                    </a:cubicBezTo>
                    <a:cubicBezTo>
                      <a:pt x="3268" y="210"/>
                      <a:pt x="3420" y="194"/>
                      <a:pt x="3567" y="156"/>
                    </a:cubicBezTo>
                    <a:cubicBezTo>
                      <a:pt x="3594" y="150"/>
                      <a:pt x="3594" y="107"/>
                      <a:pt x="3567" y="101"/>
                    </a:cubicBezTo>
                    <a:lnTo>
                      <a:pt x="3567" y="96"/>
                    </a:lnTo>
                    <a:cubicBezTo>
                      <a:pt x="3527" y="86"/>
                      <a:pt x="3487" y="82"/>
                      <a:pt x="3448" y="82"/>
                    </a:cubicBezTo>
                    <a:cubicBezTo>
                      <a:pt x="3222" y="82"/>
                      <a:pt x="3000" y="219"/>
                      <a:pt x="2773" y="219"/>
                    </a:cubicBezTo>
                    <a:cubicBezTo>
                      <a:pt x="2753" y="219"/>
                      <a:pt x="2733" y="218"/>
                      <a:pt x="2713" y="215"/>
                    </a:cubicBezTo>
                    <a:cubicBezTo>
                      <a:pt x="2550" y="199"/>
                      <a:pt x="2404" y="107"/>
                      <a:pt x="2241" y="80"/>
                    </a:cubicBezTo>
                    <a:cubicBezTo>
                      <a:pt x="2099" y="52"/>
                      <a:pt x="1958" y="52"/>
                      <a:pt x="1817" y="31"/>
                    </a:cubicBezTo>
                    <a:cubicBezTo>
                      <a:pt x="1694" y="11"/>
                      <a:pt x="1571" y="1"/>
                      <a:pt x="1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20"/>
              <p:cNvSpPr/>
              <p:nvPr/>
            </p:nvSpPr>
            <p:spPr>
              <a:xfrm>
                <a:off x="3471725" y="3371150"/>
                <a:ext cx="97725" cy="5950"/>
              </a:xfrm>
              <a:custGeom>
                <a:rect b="b" l="l" r="r" t="t"/>
                <a:pathLst>
                  <a:path extrusionOk="0" h="238" w="3909">
                    <a:moveTo>
                      <a:pt x="47" y="1"/>
                    </a:moveTo>
                    <a:cubicBezTo>
                      <a:pt x="25" y="1"/>
                      <a:pt x="0" y="28"/>
                      <a:pt x="17" y="48"/>
                    </a:cubicBezTo>
                    <a:cubicBezTo>
                      <a:pt x="50" y="97"/>
                      <a:pt x="55" y="152"/>
                      <a:pt x="109" y="184"/>
                    </a:cubicBezTo>
                    <a:cubicBezTo>
                      <a:pt x="155" y="207"/>
                      <a:pt x="204" y="218"/>
                      <a:pt x="253" y="218"/>
                    </a:cubicBezTo>
                    <a:cubicBezTo>
                      <a:pt x="263" y="218"/>
                      <a:pt x="273" y="218"/>
                      <a:pt x="283" y="217"/>
                    </a:cubicBezTo>
                    <a:cubicBezTo>
                      <a:pt x="441" y="211"/>
                      <a:pt x="582" y="130"/>
                      <a:pt x="734" y="103"/>
                    </a:cubicBezTo>
                    <a:cubicBezTo>
                      <a:pt x="758" y="99"/>
                      <a:pt x="782" y="96"/>
                      <a:pt x="807" y="96"/>
                    </a:cubicBezTo>
                    <a:cubicBezTo>
                      <a:pt x="879" y="96"/>
                      <a:pt x="952" y="114"/>
                      <a:pt x="1017" y="146"/>
                    </a:cubicBezTo>
                    <a:cubicBezTo>
                      <a:pt x="1088" y="173"/>
                      <a:pt x="1169" y="195"/>
                      <a:pt x="1245" y="211"/>
                    </a:cubicBezTo>
                    <a:cubicBezTo>
                      <a:pt x="1264" y="213"/>
                      <a:pt x="1283" y="213"/>
                      <a:pt x="1302" y="213"/>
                    </a:cubicBezTo>
                    <a:cubicBezTo>
                      <a:pt x="1360" y="213"/>
                      <a:pt x="1417" y="207"/>
                      <a:pt x="1474" y="195"/>
                    </a:cubicBezTo>
                    <a:cubicBezTo>
                      <a:pt x="1555" y="184"/>
                      <a:pt x="1642" y="184"/>
                      <a:pt x="1729" y="173"/>
                    </a:cubicBezTo>
                    <a:cubicBezTo>
                      <a:pt x="1784" y="158"/>
                      <a:pt x="1841" y="151"/>
                      <a:pt x="1898" y="151"/>
                    </a:cubicBezTo>
                    <a:cubicBezTo>
                      <a:pt x="1942" y="151"/>
                      <a:pt x="1985" y="155"/>
                      <a:pt x="2028" y="162"/>
                    </a:cubicBezTo>
                    <a:cubicBezTo>
                      <a:pt x="2104" y="190"/>
                      <a:pt x="2186" y="211"/>
                      <a:pt x="2267" y="233"/>
                    </a:cubicBezTo>
                    <a:cubicBezTo>
                      <a:pt x="2291" y="236"/>
                      <a:pt x="2316" y="238"/>
                      <a:pt x="2340" y="238"/>
                    </a:cubicBezTo>
                    <a:cubicBezTo>
                      <a:pt x="2481" y="238"/>
                      <a:pt x="2627" y="190"/>
                      <a:pt x="2757" y="157"/>
                    </a:cubicBezTo>
                    <a:cubicBezTo>
                      <a:pt x="2884" y="119"/>
                      <a:pt x="3016" y="101"/>
                      <a:pt x="3149" y="101"/>
                    </a:cubicBezTo>
                    <a:cubicBezTo>
                      <a:pt x="3226" y="101"/>
                      <a:pt x="3304" y="107"/>
                      <a:pt x="3382" y="119"/>
                    </a:cubicBezTo>
                    <a:cubicBezTo>
                      <a:pt x="3463" y="135"/>
                      <a:pt x="3550" y="141"/>
                      <a:pt x="3637" y="157"/>
                    </a:cubicBezTo>
                    <a:cubicBezTo>
                      <a:pt x="3719" y="184"/>
                      <a:pt x="3800" y="201"/>
                      <a:pt x="3882" y="211"/>
                    </a:cubicBezTo>
                    <a:cubicBezTo>
                      <a:pt x="3904" y="211"/>
                      <a:pt x="3909" y="184"/>
                      <a:pt x="3893" y="173"/>
                    </a:cubicBezTo>
                    <a:cubicBezTo>
                      <a:pt x="3660" y="66"/>
                      <a:pt x="3411" y="9"/>
                      <a:pt x="3158" y="9"/>
                    </a:cubicBezTo>
                    <a:cubicBezTo>
                      <a:pt x="3091" y="9"/>
                      <a:pt x="3025" y="13"/>
                      <a:pt x="2958" y="21"/>
                    </a:cubicBezTo>
                    <a:cubicBezTo>
                      <a:pt x="2773" y="48"/>
                      <a:pt x="2588" y="119"/>
                      <a:pt x="2398" y="141"/>
                    </a:cubicBezTo>
                    <a:cubicBezTo>
                      <a:pt x="2385" y="142"/>
                      <a:pt x="2372" y="143"/>
                      <a:pt x="2360" y="143"/>
                    </a:cubicBezTo>
                    <a:cubicBezTo>
                      <a:pt x="2208" y="143"/>
                      <a:pt x="2080" y="59"/>
                      <a:pt x="1925" y="54"/>
                    </a:cubicBezTo>
                    <a:cubicBezTo>
                      <a:pt x="1860" y="59"/>
                      <a:pt x="1789" y="65"/>
                      <a:pt x="1724" y="81"/>
                    </a:cubicBezTo>
                    <a:cubicBezTo>
                      <a:pt x="1631" y="97"/>
                      <a:pt x="1539" y="97"/>
                      <a:pt x="1447" y="114"/>
                    </a:cubicBezTo>
                    <a:cubicBezTo>
                      <a:pt x="1412" y="120"/>
                      <a:pt x="1377" y="123"/>
                      <a:pt x="1343" y="123"/>
                    </a:cubicBezTo>
                    <a:cubicBezTo>
                      <a:pt x="1286" y="123"/>
                      <a:pt x="1229" y="114"/>
                      <a:pt x="1175" y="97"/>
                    </a:cubicBezTo>
                    <a:cubicBezTo>
                      <a:pt x="1131" y="86"/>
                      <a:pt x="1088" y="76"/>
                      <a:pt x="1044" y="65"/>
                    </a:cubicBezTo>
                    <a:cubicBezTo>
                      <a:pt x="1012" y="54"/>
                      <a:pt x="985" y="32"/>
                      <a:pt x="952" y="21"/>
                    </a:cubicBezTo>
                    <a:cubicBezTo>
                      <a:pt x="915" y="7"/>
                      <a:pt x="875" y="2"/>
                      <a:pt x="834" y="2"/>
                    </a:cubicBezTo>
                    <a:cubicBezTo>
                      <a:pt x="729" y="2"/>
                      <a:pt x="617" y="37"/>
                      <a:pt x="528" y="65"/>
                    </a:cubicBezTo>
                    <a:cubicBezTo>
                      <a:pt x="446" y="92"/>
                      <a:pt x="365" y="114"/>
                      <a:pt x="283" y="124"/>
                    </a:cubicBezTo>
                    <a:cubicBezTo>
                      <a:pt x="264" y="130"/>
                      <a:pt x="245" y="133"/>
                      <a:pt x="226" y="133"/>
                    </a:cubicBezTo>
                    <a:cubicBezTo>
                      <a:pt x="207" y="133"/>
                      <a:pt x="188" y="130"/>
                      <a:pt x="169" y="124"/>
                    </a:cubicBezTo>
                    <a:cubicBezTo>
                      <a:pt x="115" y="108"/>
                      <a:pt x="98" y="48"/>
                      <a:pt x="66" y="10"/>
                    </a:cubicBezTo>
                    <a:cubicBezTo>
                      <a:pt x="61" y="4"/>
                      <a:pt x="54" y="1"/>
                      <a:pt x="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0"/>
              <p:cNvSpPr/>
              <p:nvPr/>
            </p:nvSpPr>
            <p:spPr>
              <a:xfrm>
                <a:off x="3474625" y="3380050"/>
                <a:ext cx="99175" cy="5625"/>
              </a:xfrm>
              <a:custGeom>
                <a:rect b="b" l="l" r="r" t="t"/>
                <a:pathLst>
                  <a:path extrusionOk="0" h="225" w="3967">
                    <a:moveTo>
                      <a:pt x="2607" y="0"/>
                    </a:moveTo>
                    <a:cubicBezTo>
                      <a:pt x="2589" y="0"/>
                      <a:pt x="2571" y="1"/>
                      <a:pt x="2554" y="2"/>
                    </a:cubicBezTo>
                    <a:cubicBezTo>
                      <a:pt x="2391" y="13"/>
                      <a:pt x="2233" y="40"/>
                      <a:pt x="2075" y="78"/>
                    </a:cubicBezTo>
                    <a:cubicBezTo>
                      <a:pt x="1967" y="95"/>
                      <a:pt x="1856" y="104"/>
                      <a:pt x="1745" y="104"/>
                    </a:cubicBezTo>
                    <a:cubicBezTo>
                      <a:pt x="1679" y="104"/>
                      <a:pt x="1613" y="101"/>
                      <a:pt x="1548" y="95"/>
                    </a:cubicBezTo>
                    <a:cubicBezTo>
                      <a:pt x="1379" y="78"/>
                      <a:pt x="1216" y="18"/>
                      <a:pt x="1042" y="8"/>
                    </a:cubicBezTo>
                    <a:cubicBezTo>
                      <a:pt x="1027" y="7"/>
                      <a:pt x="1012" y="6"/>
                      <a:pt x="997" y="6"/>
                    </a:cubicBezTo>
                    <a:cubicBezTo>
                      <a:pt x="843" y="6"/>
                      <a:pt x="714" y="54"/>
                      <a:pt x="575" y="89"/>
                    </a:cubicBezTo>
                    <a:cubicBezTo>
                      <a:pt x="493" y="111"/>
                      <a:pt x="406" y="127"/>
                      <a:pt x="325" y="144"/>
                    </a:cubicBezTo>
                    <a:cubicBezTo>
                      <a:pt x="269" y="155"/>
                      <a:pt x="212" y="172"/>
                      <a:pt x="157" y="172"/>
                    </a:cubicBezTo>
                    <a:cubicBezTo>
                      <a:pt x="109" y="172"/>
                      <a:pt x="63" y="159"/>
                      <a:pt x="21" y="122"/>
                    </a:cubicBezTo>
                    <a:cubicBezTo>
                      <a:pt x="19" y="120"/>
                      <a:pt x="17" y="120"/>
                      <a:pt x="15" y="120"/>
                    </a:cubicBezTo>
                    <a:cubicBezTo>
                      <a:pt x="8" y="120"/>
                      <a:pt x="0" y="126"/>
                      <a:pt x="4" y="138"/>
                    </a:cubicBezTo>
                    <a:cubicBezTo>
                      <a:pt x="61" y="207"/>
                      <a:pt x="127" y="224"/>
                      <a:pt x="201" y="224"/>
                    </a:cubicBezTo>
                    <a:cubicBezTo>
                      <a:pt x="227" y="224"/>
                      <a:pt x="254" y="222"/>
                      <a:pt x="281" y="220"/>
                    </a:cubicBezTo>
                    <a:cubicBezTo>
                      <a:pt x="374" y="203"/>
                      <a:pt x="461" y="192"/>
                      <a:pt x="553" y="171"/>
                    </a:cubicBezTo>
                    <a:cubicBezTo>
                      <a:pt x="640" y="144"/>
                      <a:pt x="733" y="116"/>
                      <a:pt x="825" y="100"/>
                    </a:cubicBezTo>
                    <a:cubicBezTo>
                      <a:pt x="889" y="93"/>
                      <a:pt x="951" y="89"/>
                      <a:pt x="1013" y="89"/>
                    </a:cubicBezTo>
                    <a:cubicBezTo>
                      <a:pt x="1051" y="89"/>
                      <a:pt x="1090" y="90"/>
                      <a:pt x="1129" y="95"/>
                    </a:cubicBezTo>
                    <a:cubicBezTo>
                      <a:pt x="1233" y="105"/>
                      <a:pt x="1320" y="122"/>
                      <a:pt x="1418" y="144"/>
                    </a:cubicBezTo>
                    <a:cubicBezTo>
                      <a:pt x="1533" y="162"/>
                      <a:pt x="1648" y="171"/>
                      <a:pt x="1763" y="171"/>
                    </a:cubicBezTo>
                    <a:cubicBezTo>
                      <a:pt x="1816" y="171"/>
                      <a:pt x="1870" y="169"/>
                      <a:pt x="1923" y="165"/>
                    </a:cubicBezTo>
                    <a:cubicBezTo>
                      <a:pt x="2108" y="154"/>
                      <a:pt x="2287" y="100"/>
                      <a:pt x="2467" y="78"/>
                    </a:cubicBezTo>
                    <a:cubicBezTo>
                      <a:pt x="2501" y="75"/>
                      <a:pt x="2535" y="73"/>
                      <a:pt x="2568" y="73"/>
                    </a:cubicBezTo>
                    <a:cubicBezTo>
                      <a:pt x="2636" y="73"/>
                      <a:pt x="2702" y="80"/>
                      <a:pt x="2771" y="95"/>
                    </a:cubicBezTo>
                    <a:cubicBezTo>
                      <a:pt x="2842" y="105"/>
                      <a:pt x="2918" y="122"/>
                      <a:pt x="2988" y="149"/>
                    </a:cubicBezTo>
                    <a:cubicBezTo>
                      <a:pt x="3054" y="173"/>
                      <a:pt x="3127" y="182"/>
                      <a:pt x="3202" y="182"/>
                    </a:cubicBezTo>
                    <a:cubicBezTo>
                      <a:pt x="3277" y="182"/>
                      <a:pt x="3353" y="173"/>
                      <a:pt x="3423" y="165"/>
                    </a:cubicBezTo>
                    <a:cubicBezTo>
                      <a:pt x="3592" y="149"/>
                      <a:pt x="3755" y="127"/>
                      <a:pt x="3923" y="122"/>
                    </a:cubicBezTo>
                    <a:cubicBezTo>
                      <a:pt x="3967" y="116"/>
                      <a:pt x="3967" y="51"/>
                      <a:pt x="3923" y="46"/>
                    </a:cubicBezTo>
                    <a:lnTo>
                      <a:pt x="3929" y="46"/>
                    </a:lnTo>
                    <a:cubicBezTo>
                      <a:pt x="3894" y="44"/>
                      <a:pt x="3860" y="44"/>
                      <a:pt x="3826" y="44"/>
                    </a:cubicBezTo>
                    <a:cubicBezTo>
                      <a:pt x="3715" y="44"/>
                      <a:pt x="3607" y="51"/>
                      <a:pt x="3499" y="67"/>
                    </a:cubicBezTo>
                    <a:cubicBezTo>
                      <a:pt x="3407" y="78"/>
                      <a:pt x="3320" y="84"/>
                      <a:pt x="3233" y="84"/>
                    </a:cubicBezTo>
                    <a:cubicBezTo>
                      <a:pt x="3195" y="84"/>
                      <a:pt x="3162" y="89"/>
                      <a:pt x="3124" y="89"/>
                    </a:cubicBezTo>
                    <a:cubicBezTo>
                      <a:pt x="3081" y="84"/>
                      <a:pt x="3032" y="73"/>
                      <a:pt x="2988" y="57"/>
                    </a:cubicBezTo>
                    <a:cubicBezTo>
                      <a:pt x="2923" y="35"/>
                      <a:pt x="2842" y="35"/>
                      <a:pt x="2771" y="18"/>
                    </a:cubicBezTo>
                    <a:cubicBezTo>
                      <a:pt x="2718" y="6"/>
                      <a:pt x="2662" y="0"/>
                      <a:pt x="2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0"/>
              <p:cNvSpPr/>
              <p:nvPr/>
            </p:nvSpPr>
            <p:spPr>
              <a:xfrm>
                <a:off x="3475325" y="3415225"/>
                <a:ext cx="99175" cy="10875"/>
              </a:xfrm>
              <a:custGeom>
                <a:rect b="b" l="l" r="r" t="t"/>
                <a:pathLst>
                  <a:path extrusionOk="0" h="435" w="3967">
                    <a:moveTo>
                      <a:pt x="3324" y="1"/>
                    </a:moveTo>
                    <a:cubicBezTo>
                      <a:pt x="3191" y="1"/>
                      <a:pt x="3053" y="40"/>
                      <a:pt x="2922" y="79"/>
                    </a:cubicBezTo>
                    <a:cubicBezTo>
                      <a:pt x="2743" y="128"/>
                      <a:pt x="2564" y="210"/>
                      <a:pt x="2373" y="215"/>
                    </a:cubicBezTo>
                    <a:cubicBezTo>
                      <a:pt x="2265" y="204"/>
                      <a:pt x="2156" y="182"/>
                      <a:pt x="2058" y="144"/>
                    </a:cubicBezTo>
                    <a:cubicBezTo>
                      <a:pt x="1992" y="128"/>
                      <a:pt x="1925" y="121"/>
                      <a:pt x="1859" y="121"/>
                    </a:cubicBezTo>
                    <a:cubicBezTo>
                      <a:pt x="1838" y="121"/>
                      <a:pt x="1818" y="121"/>
                      <a:pt x="1797" y="123"/>
                    </a:cubicBezTo>
                    <a:cubicBezTo>
                      <a:pt x="1618" y="139"/>
                      <a:pt x="1449" y="204"/>
                      <a:pt x="1270" y="231"/>
                    </a:cubicBezTo>
                    <a:cubicBezTo>
                      <a:pt x="1178" y="248"/>
                      <a:pt x="1085" y="264"/>
                      <a:pt x="993" y="264"/>
                    </a:cubicBezTo>
                    <a:cubicBezTo>
                      <a:pt x="900" y="264"/>
                      <a:pt x="835" y="210"/>
                      <a:pt x="748" y="182"/>
                    </a:cubicBezTo>
                    <a:cubicBezTo>
                      <a:pt x="708" y="173"/>
                      <a:pt x="667" y="169"/>
                      <a:pt x="627" y="169"/>
                    </a:cubicBezTo>
                    <a:cubicBezTo>
                      <a:pt x="522" y="169"/>
                      <a:pt x="422" y="200"/>
                      <a:pt x="335" y="259"/>
                    </a:cubicBezTo>
                    <a:cubicBezTo>
                      <a:pt x="284" y="290"/>
                      <a:pt x="228" y="352"/>
                      <a:pt x="174" y="352"/>
                    </a:cubicBezTo>
                    <a:cubicBezTo>
                      <a:pt x="153" y="352"/>
                      <a:pt x="132" y="343"/>
                      <a:pt x="112" y="318"/>
                    </a:cubicBezTo>
                    <a:cubicBezTo>
                      <a:pt x="79" y="264"/>
                      <a:pt x="63" y="204"/>
                      <a:pt x="69" y="139"/>
                    </a:cubicBezTo>
                    <a:cubicBezTo>
                      <a:pt x="69" y="120"/>
                      <a:pt x="51" y="110"/>
                      <a:pt x="34" y="110"/>
                    </a:cubicBezTo>
                    <a:cubicBezTo>
                      <a:pt x="17" y="110"/>
                      <a:pt x="1" y="120"/>
                      <a:pt x="3" y="139"/>
                    </a:cubicBezTo>
                    <a:cubicBezTo>
                      <a:pt x="3" y="231"/>
                      <a:pt x="20" y="351"/>
                      <a:pt x="90" y="405"/>
                    </a:cubicBezTo>
                    <a:cubicBezTo>
                      <a:pt x="117" y="426"/>
                      <a:pt x="143" y="435"/>
                      <a:pt x="169" y="435"/>
                    </a:cubicBezTo>
                    <a:cubicBezTo>
                      <a:pt x="243" y="435"/>
                      <a:pt x="313" y="365"/>
                      <a:pt x="373" y="329"/>
                    </a:cubicBezTo>
                    <a:cubicBezTo>
                      <a:pt x="448" y="278"/>
                      <a:pt x="534" y="253"/>
                      <a:pt x="623" y="253"/>
                    </a:cubicBezTo>
                    <a:cubicBezTo>
                      <a:pt x="657" y="253"/>
                      <a:pt x="692" y="256"/>
                      <a:pt x="726" y="264"/>
                    </a:cubicBezTo>
                    <a:cubicBezTo>
                      <a:pt x="797" y="291"/>
                      <a:pt x="868" y="318"/>
                      <a:pt x="944" y="340"/>
                    </a:cubicBezTo>
                    <a:cubicBezTo>
                      <a:pt x="966" y="341"/>
                      <a:pt x="987" y="342"/>
                      <a:pt x="1008" y="342"/>
                    </a:cubicBezTo>
                    <a:cubicBezTo>
                      <a:pt x="1072" y="342"/>
                      <a:pt x="1133" y="336"/>
                      <a:pt x="1194" y="324"/>
                    </a:cubicBezTo>
                    <a:cubicBezTo>
                      <a:pt x="1297" y="307"/>
                      <a:pt x="1400" y="291"/>
                      <a:pt x="1493" y="269"/>
                    </a:cubicBezTo>
                    <a:cubicBezTo>
                      <a:pt x="1607" y="237"/>
                      <a:pt x="1721" y="215"/>
                      <a:pt x="1841" y="204"/>
                    </a:cubicBezTo>
                    <a:cubicBezTo>
                      <a:pt x="1955" y="210"/>
                      <a:pt x="2069" y="231"/>
                      <a:pt x="2172" y="275"/>
                    </a:cubicBezTo>
                    <a:cubicBezTo>
                      <a:pt x="2234" y="291"/>
                      <a:pt x="2296" y="297"/>
                      <a:pt x="2357" y="297"/>
                    </a:cubicBezTo>
                    <a:cubicBezTo>
                      <a:pt x="2485" y="297"/>
                      <a:pt x="2611" y="268"/>
                      <a:pt x="2732" y="231"/>
                    </a:cubicBezTo>
                    <a:cubicBezTo>
                      <a:pt x="2917" y="176"/>
                      <a:pt x="3121" y="94"/>
                      <a:pt x="3318" y="94"/>
                    </a:cubicBezTo>
                    <a:cubicBezTo>
                      <a:pt x="3335" y="94"/>
                      <a:pt x="3351" y="94"/>
                      <a:pt x="3368" y="95"/>
                    </a:cubicBezTo>
                    <a:cubicBezTo>
                      <a:pt x="3466" y="106"/>
                      <a:pt x="3569" y="123"/>
                      <a:pt x="3667" y="150"/>
                    </a:cubicBezTo>
                    <a:cubicBezTo>
                      <a:pt x="3749" y="182"/>
                      <a:pt x="3836" y="193"/>
                      <a:pt x="3917" y="193"/>
                    </a:cubicBezTo>
                    <a:cubicBezTo>
                      <a:pt x="3955" y="193"/>
                      <a:pt x="3966" y="139"/>
                      <a:pt x="3928" y="134"/>
                    </a:cubicBezTo>
                    <a:cubicBezTo>
                      <a:pt x="3846" y="117"/>
                      <a:pt x="3776" y="85"/>
                      <a:pt x="3694" y="57"/>
                    </a:cubicBezTo>
                    <a:cubicBezTo>
                      <a:pt x="3607" y="36"/>
                      <a:pt x="3515" y="19"/>
                      <a:pt x="3423" y="8"/>
                    </a:cubicBezTo>
                    <a:cubicBezTo>
                      <a:pt x="3390" y="3"/>
                      <a:pt x="3357" y="1"/>
                      <a:pt x="3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0"/>
              <p:cNvSpPr/>
              <p:nvPr/>
            </p:nvSpPr>
            <p:spPr>
              <a:xfrm>
                <a:off x="3479275" y="3426875"/>
                <a:ext cx="77275" cy="6575"/>
              </a:xfrm>
              <a:custGeom>
                <a:rect b="b" l="l" r="r" t="t"/>
                <a:pathLst>
                  <a:path extrusionOk="0" h="263" w="3091">
                    <a:moveTo>
                      <a:pt x="2638" y="0"/>
                    </a:moveTo>
                    <a:cubicBezTo>
                      <a:pt x="2561" y="0"/>
                      <a:pt x="2484" y="13"/>
                      <a:pt x="2411" y="37"/>
                    </a:cubicBezTo>
                    <a:cubicBezTo>
                      <a:pt x="2145" y="102"/>
                      <a:pt x="1873" y="189"/>
                      <a:pt x="1601" y="189"/>
                    </a:cubicBezTo>
                    <a:cubicBezTo>
                      <a:pt x="1471" y="184"/>
                      <a:pt x="1340" y="173"/>
                      <a:pt x="1210" y="151"/>
                    </a:cubicBezTo>
                    <a:cubicBezTo>
                      <a:pt x="1139" y="146"/>
                      <a:pt x="1070" y="143"/>
                      <a:pt x="1000" y="143"/>
                    </a:cubicBezTo>
                    <a:cubicBezTo>
                      <a:pt x="931" y="143"/>
                      <a:pt x="862" y="146"/>
                      <a:pt x="791" y="151"/>
                    </a:cubicBezTo>
                    <a:cubicBezTo>
                      <a:pt x="666" y="162"/>
                      <a:pt x="541" y="178"/>
                      <a:pt x="416" y="189"/>
                    </a:cubicBezTo>
                    <a:cubicBezTo>
                      <a:pt x="393" y="191"/>
                      <a:pt x="370" y="192"/>
                      <a:pt x="347" y="192"/>
                    </a:cubicBezTo>
                    <a:cubicBezTo>
                      <a:pt x="301" y="192"/>
                      <a:pt x="257" y="189"/>
                      <a:pt x="210" y="189"/>
                    </a:cubicBezTo>
                    <a:cubicBezTo>
                      <a:pt x="177" y="189"/>
                      <a:pt x="144" y="195"/>
                      <a:pt x="112" y="195"/>
                    </a:cubicBezTo>
                    <a:cubicBezTo>
                      <a:pt x="80" y="195"/>
                      <a:pt x="49" y="189"/>
                      <a:pt x="19" y="168"/>
                    </a:cubicBezTo>
                    <a:cubicBezTo>
                      <a:pt x="17" y="165"/>
                      <a:pt x="14" y="164"/>
                      <a:pt x="12" y="164"/>
                    </a:cubicBezTo>
                    <a:cubicBezTo>
                      <a:pt x="5" y="164"/>
                      <a:pt x="0" y="176"/>
                      <a:pt x="8" y="184"/>
                    </a:cubicBezTo>
                    <a:cubicBezTo>
                      <a:pt x="63" y="249"/>
                      <a:pt x="133" y="249"/>
                      <a:pt x="210" y="255"/>
                    </a:cubicBezTo>
                    <a:cubicBezTo>
                      <a:pt x="345" y="255"/>
                      <a:pt x="476" y="238"/>
                      <a:pt x="612" y="233"/>
                    </a:cubicBezTo>
                    <a:cubicBezTo>
                      <a:pt x="734" y="223"/>
                      <a:pt x="868" y="210"/>
                      <a:pt x="993" y="210"/>
                    </a:cubicBezTo>
                    <a:cubicBezTo>
                      <a:pt x="1013" y="210"/>
                      <a:pt x="1033" y="210"/>
                      <a:pt x="1052" y="211"/>
                    </a:cubicBezTo>
                    <a:cubicBezTo>
                      <a:pt x="1199" y="217"/>
                      <a:pt x="1362" y="249"/>
                      <a:pt x="1514" y="260"/>
                    </a:cubicBezTo>
                    <a:cubicBezTo>
                      <a:pt x="1539" y="262"/>
                      <a:pt x="1565" y="262"/>
                      <a:pt x="1590" y="262"/>
                    </a:cubicBezTo>
                    <a:cubicBezTo>
                      <a:pt x="1836" y="262"/>
                      <a:pt x="2082" y="194"/>
                      <a:pt x="2319" y="135"/>
                    </a:cubicBezTo>
                    <a:cubicBezTo>
                      <a:pt x="2420" y="112"/>
                      <a:pt x="2526" y="77"/>
                      <a:pt x="2632" y="77"/>
                    </a:cubicBezTo>
                    <a:cubicBezTo>
                      <a:pt x="2674" y="77"/>
                      <a:pt x="2717" y="83"/>
                      <a:pt x="2759" y="97"/>
                    </a:cubicBezTo>
                    <a:cubicBezTo>
                      <a:pt x="2848" y="120"/>
                      <a:pt x="2925" y="160"/>
                      <a:pt x="3014" y="160"/>
                    </a:cubicBezTo>
                    <a:cubicBezTo>
                      <a:pt x="3028" y="160"/>
                      <a:pt x="3043" y="159"/>
                      <a:pt x="3058" y="157"/>
                    </a:cubicBezTo>
                    <a:cubicBezTo>
                      <a:pt x="3091" y="151"/>
                      <a:pt x="3080" y="102"/>
                      <a:pt x="3053" y="102"/>
                    </a:cubicBezTo>
                    <a:cubicBezTo>
                      <a:pt x="2938" y="92"/>
                      <a:pt x="2835" y="21"/>
                      <a:pt x="2715" y="5"/>
                    </a:cubicBezTo>
                    <a:cubicBezTo>
                      <a:pt x="2690" y="2"/>
                      <a:pt x="2664" y="0"/>
                      <a:pt x="26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0"/>
              <p:cNvSpPr/>
              <p:nvPr/>
            </p:nvSpPr>
            <p:spPr>
              <a:xfrm>
                <a:off x="3480025" y="3348100"/>
                <a:ext cx="79775" cy="15700"/>
              </a:xfrm>
              <a:custGeom>
                <a:rect b="b" l="l" r="r" t="t"/>
                <a:pathLst>
                  <a:path extrusionOk="0" h="628" w="3191">
                    <a:moveTo>
                      <a:pt x="1609" y="1"/>
                    </a:moveTo>
                    <a:cubicBezTo>
                      <a:pt x="1601" y="1"/>
                      <a:pt x="1594" y="1"/>
                      <a:pt x="1587" y="3"/>
                    </a:cubicBezTo>
                    <a:cubicBezTo>
                      <a:pt x="1539" y="19"/>
                      <a:pt x="1517" y="57"/>
                      <a:pt x="1473" y="79"/>
                    </a:cubicBezTo>
                    <a:cubicBezTo>
                      <a:pt x="1448" y="93"/>
                      <a:pt x="1426" y="98"/>
                      <a:pt x="1404" y="98"/>
                    </a:cubicBezTo>
                    <a:cubicBezTo>
                      <a:pt x="1360" y="98"/>
                      <a:pt x="1320" y="77"/>
                      <a:pt x="1272" y="73"/>
                    </a:cubicBezTo>
                    <a:cubicBezTo>
                      <a:pt x="1254" y="71"/>
                      <a:pt x="1236" y="69"/>
                      <a:pt x="1219" y="69"/>
                    </a:cubicBezTo>
                    <a:cubicBezTo>
                      <a:pt x="1106" y="69"/>
                      <a:pt x="1005" y="122"/>
                      <a:pt x="892" y="122"/>
                    </a:cubicBezTo>
                    <a:cubicBezTo>
                      <a:pt x="771" y="122"/>
                      <a:pt x="659" y="71"/>
                      <a:pt x="536" y="71"/>
                    </a:cubicBezTo>
                    <a:cubicBezTo>
                      <a:pt x="521" y="71"/>
                      <a:pt x="505" y="72"/>
                      <a:pt x="489" y="73"/>
                    </a:cubicBezTo>
                    <a:cubicBezTo>
                      <a:pt x="399" y="79"/>
                      <a:pt x="300" y="112"/>
                      <a:pt x="209" y="112"/>
                    </a:cubicBezTo>
                    <a:cubicBezTo>
                      <a:pt x="137" y="112"/>
                      <a:pt x="70" y="91"/>
                      <a:pt x="17" y="19"/>
                    </a:cubicBezTo>
                    <a:cubicBezTo>
                      <a:pt x="14" y="15"/>
                      <a:pt x="12" y="13"/>
                      <a:pt x="9" y="13"/>
                    </a:cubicBezTo>
                    <a:cubicBezTo>
                      <a:pt x="4" y="13"/>
                      <a:pt x="0" y="18"/>
                      <a:pt x="0" y="25"/>
                    </a:cubicBezTo>
                    <a:cubicBezTo>
                      <a:pt x="44" y="131"/>
                      <a:pt x="128" y="162"/>
                      <a:pt x="224" y="162"/>
                    </a:cubicBezTo>
                    <a:cubicBezTo>
                      <a:pt x="353" y="162"/>
                      <a:pt x="505" y="106"/>
                      <a:pt x="614" y="106"/>
                    </a:cubicBezTo>
                    <a:cubicBezTo>
                      <a:pt x="734" y="106"/>
                      <a:pt x="839" y="153"/>
                      <a:pt x="958" y="153"/>
                    </a:cubicBezTo>
                    <a:cubicBezTo>
                      <a:pt x="986" y="153"/>
                      <a:pt x="1014" y="150"/>
                      <a:pt x="1044" y="144"/>
                    </a:cubicBezTo>
                    <a:cubicBezTo>
                      <a:pt x="1107" y="130"/>
                      <a:pt x="1156" y="109"/>
                      <a:pt x="1210" y="109"/>
                    </a:cubicBezTo>
                    <a:cubicBezTo>
                      <a:pt x="1239" y="109"/>
                      <a:pt x="1270" y="116"/>
                      <a:pt x="1305" y="133"/>
                    </a:cubicBezTo>
                    <a:cubicBezTo>
                      <a:pt x="1348" y="155"/>
                      <a:pt x="1392" y="171"/>
                      <a:pt x="1435" y="177"/>
                    </a:cubicBezTo>
                    <a:cubicBezTo>
                      <a:pt x="1479" y="177"/>
                      <a:pt x="1517" y="160"/>
                      <a:pt x="1549" y="139"/>
                    </a:cubicBezTo>
                    <a:cubicBezTo>
                      <a:pt x="1577" y="120"/>
                      <a:pt x="1595" y="113"/>
                      <a:pt x="1608" y="113"/>
                    </a:cubicBezTo>
                    <a:cubicBezTo>
                      <a:pt x="1635" y="113"/>
                      <a:pt x="1648" y="141"/>
                      <a:pt x="1691" y="166"/>
                    </a:cubicBezTo>
                    <a:cubicBezTo>
                      <a:pt x="1731" y="182"/>
                      <a:pt x="1773" y="191"/>
                      <a:pt x="1813" y="191"/>
                    </a:cubicBezTo>
                    <a:cubicBezTo>
                      <a:pt x="1866" y="191"/>
                      <a:pt x="1917" y="177"/>
                      <a:pt x="1963" y="150"/>
                    </a:cubicBezTo>
                    <a:cubicBezTo>
                      <a:pt x="1984" y="139"/>
                      <a:pt x="2006" y="117"/>
                      <a:pt x="2028" y="106"/>
                    </a:cubicBezTo>
                    <a:cubicBezTo>
                      <a:pt x="2059" y="96"/>
                      <a:pt x="2082" y="91"/>
                      <a:pt x="2100" y="91"/>
                    </a:cubicBezTo>
                    <a:cubicBezTo>
                      <a:pt x="2149" y="91"/>
                      <a:pt x="2159" y="125"/>
                      <a:pt x="2175" y="177"/>
                    </a:cubicBezTo>
                    <a:cubicBezTo>
                      <a:pt x="2191" y="226"/>
                      <a:pt x="2202" y="275"/>
                      <a:pt x="2223" y="323"/>
                    </a:cubicBezTo>
                    <a:cubicBezTo>
                      <a:pt x="2240" y="367"/>
                      <a:pt x="2256" y="400"/>
                      <a:pt x="2283" y="438"/>
                    </a:cubicBezTo>
                    <a:lnTo>
                      <a:pt x="2283" y="443"/>
                    </a:lnTo>
                    <a:cubicBezTo>
                      <a:pt x="2300" y="503"/>
                      <a:pt x="2348" y="530"/>
                      <a:pt x="2403" y="557"/>
                    </a:cubicBezTo>
                    <a:cubicBezTo>
                      <a:pt x="2430" y="579"/>
                      <a:pt x="2457" y="601"/>
                      <a:pt x="2490" y="622"/>
                    </a:cubicBezTo>
                    <a:cubicBezTo>
                      <a:pt x="2495" y="626"/>
                      <a:pt x="2501" y="627"/>
                      <a:pt x="2506" y="627"/>
                    </a:cubicBezTo>
                    <a:cubicBezTo>
                      <a:pt x="2536" y="627"/>
                      <a:pt x="2566" y="585"/>
                      <a:pt x="2539" y="557"/>
                    </a:cubicBezTo>
                    <a:lnTo>
                      <a:pt x="2533" y="552"/>
                    </a:lnTo>
                    <a:cubicBezTo>
                      <a:pt x="2479" y="519"/>
                      <a:pt x="2430" y="487"/>
                      <a:pt x="2387" y="443"/>
                    </a:cubicBezTo>
                    <a:cubicBezTo>
                      <a:pt x="2370" y="432"/>
                      <a:pt x="2359" y="416"/>
                      <a:pt x="2348" y="400"/>
                    </a:cubicBezTo>
                    <a:cubicBezTo>
                      <a:pt x="2365" y="356"/>
                      <a:pt x="2387" y="323"/>
                      <a:pt x="2425" y="296"/>
                    </a:cubicBezTo>
                    <a:cubicBezTo>
                      <a:pt x="2504" y="217"/>
                      <a:pt x="2608" y="173"/>
                      <a:pt x="2719" y="173"/>
                    </a:cubicBezTo>
                    <a:cubicBezTo>
                      <a:pt x="2737" y="173"/>
                      <a:pt x="2754" y="174"/>
                      <a:pt x="2772" y="177"/>
                    </a:cubicBezTo>
                    <a:cubicBezTo>
                      <a:pt x="2808" y="183"/>
                      <a:pt x="2851" y="193"/>
                      <a:pt x="2892" y="193"/>
                    </a:cubicBezTo>
                    <a:cubicBezTo>
                      <a:pt x="2928" y="193"/>
                      <a:pt x="2962" y="185"/>
                      <a:pt x="2990" y="160"/>
                    </a:cubicBezTo>
                    <a:lnTo>
                      <a:pt x="2995" y="166"/>
                    </a:lnTo>
                    <a:cubicBezTo>
                      <a:pt x="3021" y="179"/>
                      <a:pt x="3050" y="186"/>
                      <a:pt x="3078" y="186"/>
                    </a:cubicBezTo>
                    <a:cubicBezTo>
                      <a:pt x="3108" y="186"/>
                      <a:pt x="3138" y="177"/>
                      <a:pt x="3164" y="160"/>
                    </a:cubicBezTo>
                    <a:cubicBezTo>
                      <a:pt x="3189" y="150"/>
                      <a:pt x="3191" y="111"/>
                      <a:pt x="3164" y="111"/>
                    </a:cubicBezTo>
                    <a:cubicBezTo>
                      <a:pt x="3162" y="111"/>
                      <a:pt x="3160" y="111"/>
                      <a:pt x="3158" y="111"/>
                    </a:cubicBezTo>
                    <a:lnTo>
                      <a:pt x="3164" y="101"/>
                    </a:lnTo>
                    <a:lnTo>
                      <a:pt x="3164" y="101"/>
                    </a:lnTo>
                    <a:cubicBezTo>
                      <a:pt x="3139" y="103"/>
                      <a:pt x="3115" y="105"/>
                      <a:pt x="3091" y="105"/>
                    </a:cubicBezTo>
                    <a:cubicBezTo>
                      <a:pt x="3067" y="105"/>
                      <a:pt x="3044" y="103"/>
                      <a:pt x="3023" y="101"/>
                    </a:cubicBezTo>
                    <a:cubicBezTo>
                      <a:pt x="3017" y="68"/>
                      <a:pt x="2995" y="41"/>
                      <a:pt x="2974" y="25"/>
                    </a:cubicBezTo>
                    <a:cubicBezTo>
                      <a:pt x="2967" y="17"/>
                      <a:pt x="2958" y="14"/>
                      <a:pt x="2949" y="14"/>
                    </a:cubicBezTo>
                    <a:cubicBezTo>
                      <a:pt x="2931" y="14"/>
                      <a:pt x="2914" y="28"/>
                      <a:pt x="2914" y="46"/>
                    </a:cubicBezTo>
                    <a:cubicBezTo>
                      <a:pt x="2914" y="63"/>
                      <a:pt x="2914" y="79"/>
                      <a:pt x="2925" y="95"/>
                    </a:cubicBezTo>
                    <a:cubicBezTo>
                      <a:pt x="2915" y="97"/>
                      <a:pt x="2906" y="97"/>
                      <a:pt x="2896" y="97"/>
                    </a:cubicBezTo>
                    <a:cubicBezTo>
                      <a:pt x="2873" y="97"/>
                      <a:pt x="2850" y="94"/>
                      <a:pt x="2827" y="90"/>
                    </a:cubicBezTo>
                    <a:cubicBezTo>
                      <a:pt x="2800" y="84"/>
                      <a:pt x="2772" y="79"/>
                      <a:pt x="2745" y="79"/>
                    </a:cubicBezTo>
                    <a:cubicBezTo>
                      <a:pt x="2731" y="78"/>
                      <a:pt x="2717" y="77"/>
                      <a:pt x="2703" y="77"/>
                    </a:cubicBezTo>
                    <a:cubicBezTo>
                      <a:pt x="2658" y="77"/>
                      <a:pt x="2613" y="84"/>
                      <a:pt x="2571" y="101"/>
                    </a:cubicBezTo>
                    <a:cubicBezTo>
                      <a:pt x="2484" y="139"/>
                      <a:pt x="2414" y="193"/>
                      <a:pt x="2354" y="258"/>
                    </a:cubicBezTo>
                    <a:cubicBezTo>
                      <a:pt x="2338" y="280"/>
                      <a:pt x="2321" y="302"/>
                      <a:pt x="2310" y="323"/>
                    </a:cubicBezTo>
                    <a:cubicBezTo>
                      <a:pt x="2289" y="291"/>
                      <a:pt x="2278" y="258"/>
                      <a:pt x="2261" y="220"/>
                    </a:cubicBezTo>
                    <a:cubicBezTo>
                      <a:pt x="2234" y="144"/>
                      <a:pt x="2218" y="46"/>
                      <a:pt x="2131" y="19"/>
                    </a:cubicBezTo>
                    <a:cubicBezTo>
                      <a:pt x="2116" y="13"/>
                      <a:pt x="2101" y="11"/>
                      <a:pt x="2086" y="11"/>
                    </a:cubicBezTo>
                    <a:cubicBezTo>
                      <a:pt x="2014" y="11"/>
                      <a:pt x="1942" y="65"/>
                      <a:pt x="1870" y="79"/>
                    </a:cubicBezTo>
                    <a:cubicBezTo>
                      <a:pt x="1848" y="84"/>
                      <a:pt x="1827" y="87"/>
                      <a:pt x="1805" y="87"/>
                    </a:cubicBezTo>
                    <a:cubicBezTo>
                      <a:pt x="1783" y="87"/>
                      <a:pt x="1761" y="84"/>
                      <a:pt x="1740" y="79"/>
                    </a:cubicBezTo>
                    <a:cubicBezTo>
                      <a:pt x="1712" y="68"/>
                      <a:pt x="1696" y="35"/>
                      <a:pt x="1674" y="19"/>
                    </a:cubicBezTo>
                    <a:cubicBezTo>
                      <a:pt x="1654" y="7"/>
                      <a:pt x="1631"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0"/>
              <p:cNvSpPr/>
              <p:nvPr/>
            </p:nvSpPr>
            <p:spPr>
              <a:xfrm>
                <a:off x="3562500" y="3354675"/>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0"/>
              <p:cNvSpPr/>
              <p:nvPr/>
            </p:nvSpPr>
            <p:spPr>
              <a:xfrm>
                <a:off x="3483600" y="3390575"/>
                <a:ext cx="87500" cy="20650"/>
              </a:xfrm>
              <a:custGeom>
                <a:rect b="b" l="l" r="r" t="t"/>
                <a:pathLst>
                  <a:path extrusionOk="0" h="826" w="3500">
                    <a:moveTo>
                      <a:pt x="211" y="549"/>
                    </a:moveTo>
                    <a:cubicBezTo>
                      <a:pt x="211" y="570"/>
                      <a:pt x="205" y="587"/>
                      <a:pt x="200" y="609"/>
                    </a:cubicBezTo>
                    <a:cubicBezTo>
                      <a:pt x="189" y="647"/>
                      <a:pt x="162" y="685"/>
                      <a:pt x="134" y="717"/>
                    </a:cubicBezTo>
                    <a:cubicBezTo>
                      <a:pt x="140" y="657"/>
                      <a:pt x="167" y="592"/>
                      <a:pt x="211" y="549"/>
                    </a:cubicBezTo>
                    <a:close/>
                    <a:moveTo>
                      <a:pt x="804" y="0"/>
                    </a:moveTo>
                    <a:cubicBezTo>
                      <a:pt x="718" y="0"/>
                      <a:pt x="673" y="87"/>
                      <a:pt x="673" y="174"/>
                    </a:cubicBezTo>
                    <a:cubicBezTo>
                      <a:pt x="640" y="195"/>
                      <a:pt x="607" y="206"/>
                      <a:pt x="591" y="217"/>
                    </a:cubicBezTo>
                    <a:cubicBezTo>
                      <a:pt x="493" y="277"/>
                      <a:pt x="379" y="320"/>
                      <a:pt x="281" y="386"/>
                    </a:cubicBezTo>
                    <a:lnTo>
                      <a:pt x="259" y="402"/>
                    </a:lnTo>
                    <a:cubicBezTo>
                      <a:pt x="252" y="400"/>
                      <a:pt x="243" y="399"/>
                      <a:pt x="235" y="399"/>
                    </a:cubicBezTo>
                    <a:cubicBezTo>
                      <a:pt x="204" y="399"/>
                      <a:pt x="172" y="414"/>
                      <a:pt x="151" y="440"/>
                    </a:cubicBezTo>
                    <a:cubicBezTo>
                      <a:pt x="91" y="380"/>
                      <a:pt x="96" y="250"/>
                      <a:pt x="80" y="179"/>
                    </a:cubicBezTo>
                    <a:cubicBezTo>
                      <a:pt x="76" y="157"/>
                      <a:pt x="61" y="147"/>
                      <a:pt x="46" y="147"/>
                    </a:cubicBezTo>
                    <a:cubicBezTo>
                      <a:pt x="24" y="147"/>
                      <a:pt x="1" y="167"/>
                      <a:pt x="4" y="195"/>
                    </a:cubicBezTo>
                    <a:cubicBezTo>
                      <a:pt x="26" y="304"/>
                      <a:pt x="15" y="467"/>
                      <a:pt x="124" y="532"/>
                    </a:cubicBezTo>
                    <a:cubicBezTo>
                      <a:pt x="75" y="603"/>
                      <a:pt x="47" y="690"/>
                      <a:pt x="58" y="782"/>
                    </a:cubicBezTo>
                    <a:cubicBezTo>
                      <a:pt x="58" y="804"/>
                      <a:pt x="75" y="821"/>
                      <a:pt x="96" y="826"/>
                    </a:cubicBezTo>
                    <a:cubicBezTo>
                      <a:pt x="227" y="815"/>
                      <a:pt x="298" y="663"/>
                      <a:pt x="325" y="554"/>
                    </a:cubicBezTo>
                    <a:cubicBezTo>
                      <a:pt x="336" y="522"/>
                      <a:pt x="336" y="489"/>
                      <a:pt x="325" y="462"/>
                    </a:cubicBezTo>
                    <a:cubicBezTo>
                      <a:pt x="428" y="391"/>
                      <a:pt x="542" y="342"/>
                      <a:pt x="624" y="299"/>
                    </a:cubicBezTo>
                    <a:cubicBezTo>
                      <a:pt x="645" y="288"/>
                      <a:pt x="667" y="277"/>
                      <a:pt x="689" y="266"/>
                    </a:cubicBezTo>
                    <a:cubicBezTo>
                      <a:pt x="694" y="272"/>
                      <a:pt x="700" y="282"/>
                      <a:pt x="705" y="293"/>
                    </a:cubicBezTo>
                    <a:cubicBezTo>
                      <a:pt x="754" y="369"/>
                      <a:pt x="830" y="429"/>
                      <a:pt x="917" y="462"/>
                    </a:cubicBezTo>
                    <a:cubicBezTo>
                      <a:pt x="1020" y="511"/>
                      <a:pt x="1211" y="538"/>
                      <a:pt x="1265" y="647"/>
                    </a:cubicBezTo>
                    <a:cubicBezTo>
                      <a:pt x="1278" y="663"/>
                      <a:pt x="1293" y="670"/>
                      <a:pt x="1310" y="670"/>
                    </a:cubicBezTo>
                    <a:cubicBezTo>
                      <a:pt x="1315" y="670"/>
                      <a:pt x="1320" y="670"/>
                      <a:pt x="1325" y="668"/>
                    </a:cubicBezTo>
                    <a:cubicBezTo>
                      <a:pt x="1379" y="663"/>
                      <a:pt x="1406" y="609"/>
                      <a:pt x="1439" y="570"/>
                    </a:cubicBezTo>
                    <a:cubicBezTo>
                      <a:pt x="1501" y="482"/>
                      <a:pt x="1588" y="379"/>
                      <a:pt x="1704" y="379"/>
                    </a:cubicBezTo>
                    <a:cubicBezTo>
                      <a:pt x="1710" y="379"/>
                      <a:pt x="1716" y="380"/>
                      <a:pt x="1722" y="380"/>
                    </a:cubicBezTo>
                    <a:cubicBezTo>
                      <a:pt x="1771" y="388"/>
                      <a:pt x="1820" y="392"/>
                      <a:pt x="1868" y="392"/>
                    </a:cubicBezTo>
                    <a:cubicBezTo>
                      <a:pt x="1916" y="392"/>
                      <a:pt x="1964" y="388"/>
                      <a:pt x="2010" y="380"/>
                    </a:cubicBezTo>
                    <a:cubicBezTo>
                      <a:pt x="2108" y="369"/>
                      <a:pt x="2216" y="342"/>
                      <a:pt x="2314" y="331"/>
                    </a:cubicBezTo>
                    <a:cubicBezTo>
                      <a:pt x="2321" y="331"/>
                      <a:pt x="2327" y="330"/>
                      <a:pt x="2334" y="330"/>
                    </a:cubicBezTo>
                    <a:cubicBezTo>
                      <a:pt x="2416" y="330"/>
                      <a:pt x="2494" y="386"/>
                      <a:pt x="2581" y="386"/>
                    </a:cubicBezTo>
                    <a:cubicBezTo>
                      <a:pt x="2584" y="386"/>
                      <a:pt x="2588" y="386"/>
                      <a:pt x="2591" y="386"/>
                    </a:cubicBezTo>
                    <a:cubicBezTo>
                      <a:pt x="2624" y="386"/>
                      <a:pt x="2662" y="380"/>
                      <a:pt x="2695" y="364"/>
                    </a:cubicBezTo>
                    <a:cubicBezTo>
                      <a:pt x="2738" y="348"/>
                      <a:pt x="2771" y="310"/>
                      <a:pt x="2814" y="299"/>
                    </a:cubicBezTo>
                    <a:cubicBezTo>
                      <a:pt x="2831" y="293"/>
                      <a:pt x="2846" y="291"/>
                      <a:pt x="2860" y="291"/>
                    </a:cubicBezTo>
                    <a:cubicBezTo>
                      <a:pt x="2905" y="291"/>
                      <a:pt x="2937" y="312"/>
                      <a:pt x="2983" y="320"/>
                    </a:cubicBezTo>
                    <a:cubicBezTo>
                      <a:pt x="3011" y="327"/>
                      <a:pt x="3038" y="329"/>
                      <a:pt x="3065" y="329"/>
                    </a:cubicBezTo>
                    <a:cubicBezTo>
                      <a:pt x="3085" y="329"/>
                      <a:pt x="3104" y="328"/>
                      <a:pt x="3124" y="326"/>
                    </a:cubicBezTo>
                    <a:cubicBezTo>
                      <a:pt x="3227" y="320"/>
                      <a:pt x="3320" y="282"/>
                      <a:pt x="3423" y="282"/>
                    </a:cubicBezTo>
                    <a:cubicBezTo>
                      <a:pt x="3433" y="292"/>
                      <a:pt x="3446" y="297"/>
                      <a:pt x="3458" y="297"/>
                    </a:cubicBezTo>
                    <a:cubicBezTo>
                      <a:pt x="3480" y="297"/>
                      <a:pt x="3499" y="283"/>
                      <a:pt x="3499" y="255"/>
                    </a:cubicBezTo>
                    <a:lnTo>
                      <a:pt x="3499" y="239"/>
                    </a:lnTo>
                    <a:lnTo>
                      <a:pt x="3494" y="239"/>
                    </a:lnTo>
                    <a:cubicBezTo>
                      <a:pt x="3494" y="217"/>
                      <a:pt x="3483" y="195"/>
                      <a:pt x="3461" y="190"/>
                    </a:cubicBezTo>
                    <a:cubicBezTo>
                      <a:pt x="3436" y="182"/>
                      <a:pt x="3412" y="178"/>
                      <a:pt x="3388" y="178"/>
                    </a:cubicBezTo>
                    <a:cubicBezTo>
                      <a:pt x="3318" y="178"/>
                      <a:pt x="3251" y="206"/>
                      <a:pt x="3178" y="223"/>
                    </a:cubicBezTo>
                    <a:cubicBezTo>
                      <a:pt x="3146" y="233"/>
                      <a:pt x="3111" y="239"/>
                      <a:pt x="3075" y="239"/>
                    </a:cubicBezTo>
                    <a:cubicBezTo>
                      <a:pt x="3040" y="239"/>
                      <a:pt x="3005" y="233"/>
                      <a:pt x="2972" y="223"/>
                    </a:cubicBezTo>
                    <a:cubicBezTo>
                      <a:pt x="2939" y="206"/>
                      <a:pt x="2912" y="195"/>
                      <a:pt x="2880" y="190"/>
                    </a:cubicBezTo>
                    <a:cubicBezTo>
                      <a:pt x="2782" y="190"/>
                      <a:pt x="2722" y="293"/>
                      <a:pt x="2629" y="310"/>
                    </a:cubicBezTo>
                    <a:cubicBezTo>
                      <a:pt x="2615" y="313"/>
                      <a:pt x="2602" y="314"/>
                      <a:pt x="2589" y="314"/>
                    </a:cubicBezTo>
                    <a:cubicBezTo>
                      <a:pt x="2495" y="314"/>
                      <a:pt x="2419" y="244"/>
                      <a:pt x="2330" y="244"/>
                    </a:cubicBezTo>
                    <a:cubicBezTo>
                      <a:pt x="2325" y="244"/>
                      <a:pt x="2320" y="244"/>
                      <a:pt x="2314" y="244"/>
                    </a:cubicBezTo>
                    <a:cubicBezTo>
                      <a:pt x="2271" y="250"/>
                      <a:pt x="2227" y="266"/>
                      <a:pt x="2184" y="277"/>
                    </a:cubicBezTo>
                    <a:cubicBezTo>
                      <a:pt x="2118" y="282"/>
                      <a:pt x="2053" y="288"/>
                      <a:pt x="1988" y="293"/>
                    </a:cubicBezTo>
                    <a:cubicBezTo>
                      <a:pt x="1885" y="293"/>
                      <a:pt x="1781" y="293"/>
                      <a:pt x="1684" y="282"/>
                    </a:cubicBezTo>
                    <a:cubicBezTo>
                      <a:pt x="1608" y="282"/>
                      <a:pt x="1531" y="315"/>
                      <a:pt x="1483" y="375"/>
                    </a:cubicBezTo>
                    <a:cubicBezTo>
                      <a:pt x="1444" y="407"/>
                      <a:pt x="1406" y="445"/>
                      <a:pt x="1374" y="484"/>
                    </a:cubicBezTo>
                    <a:cubicBezTo>
                      <a:pt x="1363" y="494"/>
                      <a:pt x="1347" y="532"/>
                      <a:pt x="1325" y="549"/>
                    </a:cubicBezTo>
                    <a:cubicBezTo>
                      <a:pt x="1260" y="473"/>
                      <a:pt x="1156" y="451"/>
                      <a:pt x="1053" y="413"/>
                    </a:cubicBezTo>
                    <a:cubicBezTo>
                      <a:pt x="982" y="391"/>
                      <a:pt x="912" y="364"/>
                      <a:pt x="847" y="326"/>
                    </a:cubicBezTo>
                    <a:cubicBezTo>
                      <a:pt x="814" y="304"/>
                      <a:pt x="792" y="277"/>
                      <a:pt x="776" y="244"/>
                    </a:cubicBezTo>
                    <a:cubicBezTo>
                      <a:pt x="770" y="233"/>
                      <a:pt x="770" y="228"/>
                      <a:pt x="765" y="217"/>
                    </a:cubicBezTo>
                    <a:cubicBezTo>
                      <a:pt x="830" y="185"/>
                      <a:pt x="874" y="125"/>
                      <a:pt x="890" y="54"/>
                    </a:cubicBezTo>
                    <a:cubicBezTo>
                      <a:pt x="890" y="32"/>
                      <a:pt x="874" y="16"/>
                      <a:pt x="857" y="11"/>
                    </a:cubicBezTo>
                    <a:cubicBezTo>
                      <a:pt x="838" y="4"/>
                      <a:pt x="820"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0"/>
              <p:cNvSpPr/>
              <p:nvPr/>
            </p:nvSpPr>
            <p:spPr>
              <a:xfrm>
                <a:off x="3488975" y="3439700"/>
                <a:ext cx="81450" cy="11850"/>
              </a:xfrm>
              <a:custGeom>
                <a:rect b="b" l="l" r="r" t="t"/>
                <a:pathLst>
                  <a:path extrusionOk="0" h="474" w="3258">
                    <a:moveTo>
                      <a:pt x="151" y="355"/>
                    </a:moveTo>
                    <a:cubicBezTo>
                      <a:pt x="174" y="355"/>
                      <a:pt x="213" y="361"/>
                      <a:pt x="218" y="361"/>
                    </a:cubicBezTo>
                    <a:cubicBezTo>
                      <a:pt x="240" y="367"/>
                      <a:pt x="267" y="367"/>
                      <a:pt x="295" y="367"/>
                    </a:cubicBezTo>
                    <a:cubicBezTo>
                      <a:pt x="268" y="380"/>
                      <a:pt x="240" y="387"/>
                      <a:pt x="212" y="387"/>
                    </a:cubicBezTo>
                    <a:cubicBezTo>
                      <a:pt x="194" y="387"/>
                      <a:pt x="176" y="384"/>
                      <a:pt x="159" y="378"/>
                    </a:cubicBezTo>
                    <a:cubicBezTo>
                      <a:pt x="123" y="360"/>
                      <a:pt x="131" y="355"/>
                      <a:pt x="151" y="355"/>
                    </a:cubicBezTo>
                    <a:close/>
                    <a:moveTo>
                      <a:pt x="2146" y="1"/>
                    </a:moveTo>
                    <a:cubicBezTo>
                      <a:pt x="2071" y="1"/>
                      <a:pt x="1995" y="57"/>
                      <a:pt x="1914" y="106"/>
                    </a:cubicBezTo>
                    <a:cubicBezTo>
                      <a:pt x="1865" y="144"/>
                      <a:pt x="1811" y="171"/>
                      <a:pt x="1751" y="182"/>
                    </a:cubicBezTo>
                    <a:cubicBezTo>
                      <a:pt x="1675" y="182"/>
                      <a:pt x="1653" y="138"/>
                      <a:pt x="1605" y="100"/>
                    </a:cubicBezTo>
                    <a:cubicBezTo>
                      <a:pt x="1561" y="68"/>
                      <a:pt x="1512" y="46"/>
                      <a:pt x="1458" y="41"/>
                    </a:cubicBezTo>
                    <a:cubicBezTo>
                      <a:pt x="1387" y="46"/>
                      <a:pt x="1316" y="68"/>
                      <a:pt x="1257" y="100"/>
                    </a:cubicBezTo>
                    <a:cubicBezTo>
                      <a:pt x="1164" y="149"/>
                      <a:pt x="1056" y="182"/>
                      <a:pt x="952" y="193"/>
                    </a:cubicBezTo>
                    <a:cubicBezTo>
                      <a:pt x="762" y="209"/>
                      <a:pt x="577" y="253"/>
                      <a:pt x="409" y="323"/>
                    </a:cubicBezTo>
                    <a:lnTo>
                      <a:pt x="392" y="329"/>
                    </a:lnTo>
                    <a:cubicBezTo>
                      <a:pt x="452" y="274"/>
                      <a:pt x="479" y="198"/>
                      <a:pt x="479" y="122"/>
                    </a:cubicBezTo>
                    <a:cubicBezTo>
                      <a:pt x="479" y="103"/>
                      <a:pt x="466" y="94"/>
                      <a:pt x="452" y="94"/>
                    </a:cubicBezTo>
                    <a:cubicBezTo>
                      <a:pt x="439" y="94"/>
                      <a:pt x="425" y="103"/>
                      <a:pt x="425" y="122"/>
                    </a:cubicBezTo>
                    <a:cubicBezTo>
                      <a:pt x="415" y="229"/>
                      <a:pt x="336" y="271"/>
                      <a:pt x="246" y="271"/>
                    </a:cubicBezTo>
                    <a:cubicBezTo>
                      <a:pt x="235" y="271"/>
                      <a:pt x="224" y="270"/>
                      <a:pt x="213" y="269"/>
                    </a:cubicBezTo>
                    <a:cubicBezTo>
                      <a:pt x="191" y="263"/>
                      <a:pt x="169" y="261"/>
                      <a:pt x="148" y="261"/>
                    </a:cubicBezTo>
                    <a:cubicBezTo>
                      <a:pt x="126" y="261"/>
                      <a:pt x="104" y="263"/>
                      <a:pt x="83" y="269"/>
                    </a:cubicBezTo>
                    <a:cubicBezTo>
                      <a:pt x="23" y="285"/>
                      <a:pt x="1" y="361"/>
                      <a:pt x="44" y="405"/>
                    </a:cubicBezTo>
                    <a:cubicBezTo>
                      <a:pt x="80" y="456"/>
                      <a:pt x="134" y="473"/>
                      <a:pt x="190" y="473"/>
                    </a:cubicBezTo>
                    <a:cubicBezTo>
                      <a:pt x="229" y="473"/>
                      <a:pt x="270" y="465"/>
                      <a:pt x="305" y="454"/>
                    </a:cubicBezTo>
                    <a:cubicBezTo>
                      <a:pt x="458" y="416"/>
                      <a:pt x="599" y="340"/>
                      <a:pt x="751" y="307"/>
                    </a:cubicBezTo>
                    <a:cubicBezTo>
                      <a:pt x="903" y="269"/>
                      <a:pt x="1056" y="280"/>
                      <a:pt x="1208" y="220"/>
                    </a:cubicBezTo>
                    <a:cubicBezTo>
                      <a:pt x="1278" y="187"/>
                      <a:pt x="1365" y="133"/>
                      <a:pt x="1447" y="133"/>
                    </a:cubicBezTo>
                    <a:cubicBezTo>
                      <a:pt x="1534" y="133"/>
                      <a:pt x="1566" y="204"/>
                      <a:pt x="1632" y="247"/>
                    </a:cubicBezTo>
                    <a:cubicBezTo>
                      <a:pt x="1665" y="271"/>
                      <a:pt x="1699" y="281"/>
                      <a:pt x="1733" y="281"/>
                    </a:cubicBezTo>
                    <a:cubicBezTo>
                      <a:pt x="1799" y="281"/>
                      <a:pt x="1864" y="245"/>
                      <a:pt x="1925" y="209"/>
                    </a:cubicBezTo>
                    <a:cubicBezTo>
                      <a:pt x="1991" y="168"/>
                      <a:pt x="2063" y="96"/>
                      <a:pt x="2136" y="96"/>
                    </a:cubicBezTo>
                    <a:cubicBezTo>
                      <a:pt x="2160" y="96"/>
                      <a:pt x="2184" y="103"/>
                      <a:pt x="2208" y="122"/>
                    </a:cubicBezTo>
                    <a:cubicBezTo>
                      <a:pt x="2262" y="166"/>
                      <a:pt x="2295" y="236"/>
                      <a:pt x="2349" y="280"/>
                    </a:cubicBezTo>
                    <a:cubicBezTo>
                      <a:pt x="2405" y="313"/>
                      <a:pt x="2466" y="329"/>
                      <a:pt x="2527" y="329"/>
                    </a:cubicBezTo>
                    <a:cubicBezTo>
                      <a:pt x="2586" y="329"/>
                      <a:pt x="2644" y="314"/>
                      <a:pt x="2697" y="285"/>
                    </a:cubicBezTo>
                    <a:cubicBezTo>
                      <a:pt x="2779" y="242"/>
                      <a:pt x="2833" y="176"/>
                      <a:pt x="2931" y="149"/>
                    </a:cubicBezTo>
                    <a:cubicBezTo>
                      <a:pt x="2999" y="133"/>
                      <a:pt x="3069" y="123"/>
                      <a:pt x="3140" y="123"/>
                    </a:cubicBezTo>
                    <a:cubicBezTo>
                      <a:pt x="3167" y="123"/>
                      <a:pt x="3193" y="125"/>
                      <a:pt x="3219" y="128"/>
                    </a:cubicBezTo>
                    <a:cubicBezTo>
                      <a:pt x="3252" y="128"/>
                      <a:pt x="3257" y="79"/>
                      <a:pt x="3224" y="68"/>
                    </a:cubicBezTo>
                    <a:cubicBezTo>
                      <a:pt x="3166" y="48"/>
                      <a:pt x="3106" y="38"/>
                      <a:pt x="3046" y="38"/>
                    </a:cubicBezTo>
                    <a:cubicBezTo>
                      <a:pt x="2953" y="38"/>
                      <a:pt x="2861" y="62"/>
                      <a:pt x="2779" y="111"/>
                    </a:cubicBezTo>
                    <a:cubicBezTo>
                      <a:pt x="2686" y="166"/>
                      <a:pt x="2626" y="236"/>
                      <a:pt x="2507" y="236"/>
                    </a:cubicBezTo>
                    <a:cubicBezTo>
                      <a:pt x="2393" y="236"/>
                      <a:pt x="2338" y="133"/>
                      <a:pt x="2268" y="62"/>
                    </a:cubicBezTo>
                    <a:cubicBezTo>
                      <a:pt x="2227" y="18"/>
                      <a:pt x="2187" y="1"/>
                      <a:pt x="2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0"/>
              <p:cNvSpPr/>
              <p:nvPr/>
            </p:nvSpPr>
            <p:spPr>
              <a:xfrm>
                <a:off x="3447000" y="3261525"/>
                <a:ext cx="6000" cy="7575"/>
              </a:xfrm>
              <a:custGeom>
                <a:rect b="b" l="l" r="r" t="t"/>
                <a:pathLst>
                  <a:path extrusionOk="0" h="303" w="240">
                    <a:moveTo>
                      <a:pt x="210" y="0"/>
                    </a:moveTo>
                    <a:cubicBezTo>
                      <a:pt x="196" y="0"/>
                      <a:pt x="182" y="9"/>
                      <a:pt x="180" y="25"/>
                    </a:cubicBezTo>
                    <a:cubicBezTo>
                      <a:pt x="169" y="134"/>
                      <a:pt x="0" y="166"/>
                      <a:pt x="22" y="286"/>
                    </a:cubicBezTo>
                    <a:cubicBezTo>
                      <a:pt x="26" y="296"/>
                      <a:pt x="38" y="302"/>
                      <a:pt x="50" y="302"/>
                    </a:cubicBezTo>
                    <a:cubicBezTo>
                      <a:pt x="56" y="302"/>
                      <a:pt x="62" y="301"/>
                      <a:pt x="66" y="297"/>
                    </a:cubicBezTo>
                    <a:cubicBezTo>
                      <a:pt x="109" y="259"/>
                      <a:pt x="147" y="215"/>
                      <a:pt x="180" y="172"/>
                    </a:cubicBezTo>
                    <a:cubicBezTo>
                      <a:pt x="218" y="134"/>
                      <a:pt x="239" y="79"/>
                      <a:pt x="239" y="25"/>
                    </a:cubicBezTo>
                    <a:cubicBezTo>
                      <a:pt x="237" y="9"/>
                      <a:pt x="223"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20"/>
              <p:cNvSpPr/>
              <p:nvPr/>
            </p:nvSpPr>
            <p:spPr>
              <a:xfrm>
                <a:off x="3447275" y="3269950"/>
                <a:ext cx="5475" cy="6475"/>
              </a:xfrm>
              <a:custGeom>
                <a:rect b="b" l="l" r="r" t="t"/>
                <a:pathLst>
                  <a:path extrusionOk="0" h="259" w="219">
                    <a:moveTo>
                      <a:pt x="174" y="0"/>
                    </a:moveTo>
                    <a:cubicBezTo>
                      <a:pt x="167" y="0"/>
                      <a:pt x="160" y="3"/>
                      <a:pt x="152" y="9"/>
                    </a:cubicBezTo>
                    <a:cubicBezTo>
                      <a:pt x="93" y="63"/>
                      <a:pt x="0" y="139"/>
                      <a:pt x="6" y="226"/>
                    </a:cubicBezTo>
                    <a:cubicBezTo>
                      <a:pt x="6" y="242"/>
                      <a:pt x="16" y="253"/>
                      <a:pt x="33" y="259"/>
                    </a:cubicBezTo>
                    <a:lnTo>
                      <a:pt x="38" y="259"/>
                    </a:lnTo>
                    <a:cubicBezTo>
                      <a:pt x="49" y="259"/>
                      <a:pt x="65" y="253"/>
                      <a:pt x="71" y="242"/>
                    </a:cubicBezTo>
                    <a:cubicBezTo>
                      <a:pt x="87" y="210"/>
                      <a:pt x="103" y="177"/>
                      <a:pt x="125" y="145"/>
                    </a:cubicBezTo>
                    <a:cubicBezTo>
                      <a:pt x="147" y="112"/>
                      <a:pt x="174" y="85"/>
                      <a:pt x="201" y="58"/>
                    </a:cubicBezTo>
                    <a:cubicBezTo>
                      <a:pt x="218" y="32"/>
                      <a:pt x="199" y="0"/>
                      <a:pt x="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20"/>
              <p:cNvSpPr/>
              <p:nvPr/>
            </p:nvSpPr>
            <p:spPr>
              <a:xfrm>
                <a:off x="3447275" y="3275925"/>
                <a:ext cx="5450" cy="5950"/>
              </a:xfrm>
              <a:custGeom>
                <a:rect b="b" l="l" r="r" t="t"/>
                <a:pathLst>
                  <a:path extrusionOk="0" h="238" w="218">
                    <a:moveTo>
                      <a:pt x="198" y="0"/>
                    </a:moveTo>
                    <a:cubicBezTo>
                      <a:pt x="186" y="0"/>
                      <a:pt x="174" y="7"/>
                      <a:pt x="174" y="20"/>
                    </a:cubicBezTo>
                    <a:cubicBezTo>
                      <a:pt x="174" y="58"/>
                      <a:pt x="136" y="90"/>
                      <a:pt x="114" y="107"/>
                    </a:cubicBezTo>
                    <a:cubicBezTo>
                      <a:pt x="93" y="128"/>
                      <a:pt x="49" y="150"/>
                      <a:pt x="22" y="177"/>
                    </a:cubicBezTo>
                    <a:cubicBezTo>
                      <a:pt x="0" y="199"/>
                      <a:pt x="16" y="237"/>
                      <a:pt x="49" y="237"/>
                    </a:cubicBezTo>
                    <a:cubicBezTo>
                      <a:pt x="98" y="237"/>
                      <a:pt x="147" y="177"/>
                      <a:pt x="169" y="139"/>
                    </a:cubicBezTo>
                    <a:cubicBezTo>
                      <a:pt x="201" y="107"/>
                      <a:pt x="218" y="63"/>
                      <a:pt x="218" y="14"/>
                    </a:cubicBezTo>
                    <a:cubicBezTo>
                      <a:pt x="215" y="5"/>
                      <a:pt x="207"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0"/>
              <p:cNvSpPr/>
              <p:nvPr/>
            </p:nvSpPr>
            <p:spPr>
              <a:xfrm>
                <a:off x="3446775" y="3282075"/>
                <a:ext cx="5675" cy="7750"/>
              </a:xfrm>
              <a:custGeom>
                <a:rect b="b" l="l" r="r" t="t"/>
                <a:pathLst>
                  <a:path extrusionOk="0" h="310" w="227">
                    <a:moveTo>
                      <a:pt x="200" y="1"/>
                    </a:moveTo>
                    <a:cubicBezTo>
                      <a:pt x="186" y="1"/>
                      <a:pt x="172" y="11"/>
                      <a:pt x="172" y="29"/>
                    </a:cubicBezTo>
                    <a:cubicBezTo>
                      <a:pt x="172" y="78"/>
                      <a:pt x="113" y="105"/>
                      <a:pt x="80" y="138"/>
                    </a:cubicBezTo>
                    <a:cubicBezTo>
                      <a:pt x="47" y="176"/>
                      <a:pt x="20" y="225"/>
                      <a:pt x="9" y="274"/>
                    </a:cubicBezTo>
                    <a:cubicBezTo>
                      <a:pt x="1" y="295"/>
                      <a:pt x="16" y="310"/>
                      <a:pt x="33" y="310"/>
                    </a:cubicBezTo>
                    <a:cubicBezTo>
                      <a:pt x="38" y="310"/>
                      <a:pt x="43" y="309"/>
                      <a:pt x="47" y="306"/>
                    </a:cubicBezTo>
                    <a:cubicBezTo>
                      <a:pt x="107" y="279"/>
                      <a:pt x="129" y="203"/>
                      <a:pt x="167" y="160"/>
                    </a:cubicBezTo>
                    <a:cubicBezTo>
                      <a:pt x="205" y="122"/>
                      <a:pt x="227" y="73"/>
                      <a:pt x="221" y="24"/>
                    </a:cubicBezTo>
                    <a:lnTo>
                      <a:pt x="221" y="18"/>
                    </a:lnTo>
                    <a:cubicBezTo>
                      <a:pt x="219" y="7"/>
                      <a:pt x="2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0"/>
              <p:cNvSpPr/>
              <p:nvPr/>
            </p:nvSpPr>
            <p:spPr>
              <a:xfrm>
                <a:off x="3446725" y="3290950"/>
                <a:ext cx="6475" cy="6925"/>
              </a:xfrm>
              <a:custGeom>
                <a:rect b="b" l="l" r="r" t="t"/>
                <a:pathLst>
                  <a:path extrusionOk="0" h="277" w="259">
                    <a:moveTo>
                      <a:pt x="202" y="0"/>
                    </a:moveTo>
                    <a:cubicBezTo>
                      <a:pt x="193" y="0"/>
                      <a:pt x="183" y="4"/>
                      <a:pt x="174" y="11"/>
                    </a:cubicBezTo>
                    <a:cubicBezTo>
                      <a:pt x="136" y="44"/>
                      <a:pt x="104" y="87"/>
                      <a:pt x="71" y="131"/>
                    </a:cubicBezTo>
                    <a:cubicBezTo>
                      <a:pt x="49" y="163"/>
                      <a:pt x="0" y="218"/>
                      <a:pt x="33" y="261"/>
                    </a:cubicBezTo>
                    <a:cubicBezTo>
                      <a:pt x="39" y="271"/>
                      <a:pt x="51" y="276"/>
                      <a:pt x="63" y="276"/>
                    </a:cubicBezTo>
                    <a:cubicBezTo>
                      <a:pt x="72" y="276"/>
                      <a:pt x="81" y="273"/>
                      <a:pt x="87" y="267"/>
                    </a:cubicBezTo>
                    <a:cubicBezTo>
                      <a:pt x="98" y="256"/>
                      <a:pt x="109" y="239"/>
                      <a:pt x="115" y="223"/>
                    </a:cubicBezTo>
                    <a:cubicBezTo>
                      <a:pt x="131" y="207"/>
                      <a:pt x="142" y="191"/>
                      <a:pt x="153" y="169"/>
                    </a:cubicBezTo>
                    <a:cubicBezTo>
                      <a:pt x="174" y="131"/>
                      <a:pt x="202" y="98"/>
                      <a:pt x="229" y="66"/>
                    </a:cubicBezTo>
                    <a:cubicBezTo>
                      <a:pt x="258" y="36"/>
                      <a:pt x="233" y="0"/>
                      <a:pt x="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120"/>
            <p:cNvGrpSpPr/>
            <p:nvPr/>
          </p:nvGrpSpPr>
          <p:grpSpPr>
            <a:xfrm>
              <a:off x="6238008" y="2120730"/>
              <a:ext cx="274315" cy="259885"/>
              <a:chOff x="3756700" y="3274500"/>
              <a:chExt cx="172200" cy="165775"/>
            </a:xfrm>
          </p:grpSpPr>
          <p:sp>
            <p:nvSpPr>
              <p:cNvPr id="5025" name="Google Shape;5025;p120"/>
              <p:cNvSpPr/>
              <p:nvPr/>
            </p:nvSpPr>
            <p:spPr>
              <a:xfrm>
                <a:off x="3816350" y="3330400"/>
                <a:ext cx="5875" cy="6675"/>
              </a:xfrm>
              <a:custGeom>
                <a:rect b="b" l="l" r="r" t="t"/>
                <a:pathLst>
                  <a:path extrusionOk="0" h="267" w="235">
                    <a:moveTo>
                      <a:pt x="115" y="0"/>
                    </a:moveTo>
                    <a:cubicBezTo>
                      <a:pt x="96" y="0"/>
                      <a:pt x="77" y="7"/>
                      <a:pt x="61" y="20"/>
                    </a:cubicBezTo>
                    <a:cubicBezTo>
                      <a:pt x="44" y="31"/>
                      <a:pt x="33" y="53"/>
                      <a:pt x="17" y="64"/>
                    </a:cubicBezTo>
                    <a:cubicBezTo>
                      <a:pt x="6" y="69"/>
                      <a:pt x="1" y="80"/>
                      <a:pt x="1" y="86"/>
                    </a:cubicBezTo>
                    <a:lnTo>
                      <a:pt x="1" y="107"/>
                    </a:lnTo>
                    <a:cubicBezTo>
                      <a:pt x="4" y="121"/>
                      <a:pt x="13" y="128"/>
                      <a:pt x="23" y="128"/>
                    </a:cubicBezTo>
                    <a:cubicBezTo>
                      <a:pt x="29" y="128"/>
                      <a:pt x="35" y="125"/>
                      <a:pt x="39" y="118"/>
                    </a:cubicBezTo>
                    <a:lnTo>
                      <a:pt x="66" y="118"/>
                    </a:lnTo>
                    <a:lnTo>
                      <a:pt x="66" y="124"/>
                    </a:lnTo>
                    <a:cubicBezTo>
                      <a:pt x="66" y="129"/>
                      <a:pt x="66" y="135"/>
                      <a:pt x="66" y="140"/>
                    </a:cubicBezTo>
                    <a:cubicBezTo>
                      <a:pt x="66" y="145"/>
                      <a:pt x="66" y="145"/>
                      <a:pt x="66" y="151"/>
                    </a:cubicBezTo>
                    <a:cubicBezTo>
                      <a:pt x="66" y="167"/>
                      <a:pt x="55" y="183"/>
                      <a:pt x="66" y="205"/>
                    </a:cubicBezTo>
                    <a:cubicBezTo>
                      <a:pt x="77" y="238"/>
                      <a:pt x="99" y="260"/>
                      <a:pt x="131" y="265"/>
                    </a:cubicBezTo>
                    <a:cubicBezTo>
                      <a:pt x="136" y="266"/>
                      <a:pt x="141" y="266"/>
                      <a:pt x="146" y="266"/>
                    </a:cubicBezTo>
                    <a:cubicBezTo>
                      <a:pt x="177" y="266"/>
                      <a:pt x="204" y="251"/>
                      <a:pt x="218" y="227"/>
                    </a:cubicBezTo>
                    <a:cubicBezTo>
                      <a:pt x="235" y="183"/>
                      <a:pt x="235" y="140"/>
                      <a:pt x="218" y="102"/>
                    </a:cubicBezTo>
                    <a:lnTo>
                      <a:pt x="224" y="102"/>
                    </a:lnTo>
                    <a:cubicBezTo>
                      <a:pt x="213" y="64"/>
                      <a:pt x="191" y="15"/>
                      <a:pt x="153" y="10"/>
                    </a:cubicBezTo>
                    <a:cubicBezTo>
                      <a:pt x="140" y="3"/>
                      <a:pt x="127"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0"/>
              <p:cNvSpPr/>
              <p:nvPr/>
            </p:nvSpPr>
            <p:spPr>
              <a:xfrm>
                <a:off x="3756700" y="3294125"/>
                <a:ext cx="172200" cy="146150"/>
              </a:xfrm>
              <a:custGeom>
                <a:rect b="b" l="l" r="r" t="t"/>
                <a:pathLst>
                  <a:path extrusionOk="0" h="5846" w="6888">
                    <a:moveTo>
                      <a:pt x="2665" y="130"/>
                    </a:moveTo>
                    <a:cubicBezTo>
                      <a:pt x="2698" y="130"/>
                      <a:pt x="2732" y="137"/>
                      <a:pt x="2762" y="151"/>
                    </a:cubicBezTo>
                    <a:lnTo>
                      <a:pt x="2762" y="156"/>
                    </a:lnTo>
                    <a:lnTo>
                      <a:pt x="2811" y="178"/>
                    </a:lnTo>
                    <a:cubicBezTo>
                      <a:pt x="2773" y="172"/>
                      <a:pt x="2735" y="167"/>
                      <a:pt x="2697" y="167"/>
                    </a:cubicBezTo>
                    <a:lnTo>
                      <a:pt x="2539" y="167"/>
                    </a:lnTo>
                    <a:cubicBezTo>
                      <a:pt x="2576" y="142"/>
                      <a:pt x="2621" y="130"/>
                      <a:pt x="2665" y="130"/>
                    </a:cubicBezTo>
                    <a:close/>
                    <a:moveTo>
                      <a:pt x="2441" y="319"/>
                    </a:moveTo>
                    <a:lnTo>
                      <a:pt x="2468" y="330"/>
                    </a:lnTo>
                    <a:cubicBezTo>
                      <a:pt x="2436" y="346"/>
                      <a:pt x="2414" y="363"/>
                      <a:pt x="2392" y="390"/>
                    </a:cubicBezTo>
                    <a:cubicBezTo>
                      <a:pt x="2409" y="368"/>
                      <a:pt x="2425" y="346"/>
                      <a:pt x="2441" y="319"/>
                    </a:cubicBezTo>
                    <a:close/>
                    <a:moveTo>
                      <a:pt x="2561" y="357"/>
                    </a:moveTo>
                    <a:cubicBezTo>
                      <a:pt x="2626" y="368"/>
                      <a:pt x="2697" y="368"/>
                      <a:pt x="2762" y="373"/>
                    </a:cubicBezTo>
                    <a:lnTo>
                      <a:pt x="2827" y="379"/>
                    </a:lnTo>
                    <a:lnTo>
                      <a:pt x="2778" y="390"/>
                    </a:lnTo>
                    <a:lnTo>
                      <a:pt x="2659" y="406"/>
                    </a:lnTo>
                    <a:cubicBezTo>
                      <a:pt x="2649" y="403"/>
                      <a:pt x="2641" y="402"/>
                      <a:pt x="2632" y="402"/>
                    </a:cubicBezTo>
                    <a:cubicBezTo>
                      <a:pt x="2611" y="402"/>
                      <a:pt x="2591" y="411"/>
                      <a:pt x="2572" y="422"/>
                    </a:cubicBezTo>
                    <a:lnTo>
                      <a:pt x="2534" y="433"/>
                    </a:lnTo>
                    <a:cubicBezTo>
                      <a:pt x="2539" y="428"/>
                      <a:pt x="2544" y="417"/>
                      <a:pt x="2550" y="411"/>
                    </a:cubicBezTo>
                    <a:cubicBezTo>
                      <a:pt x="2561" y="395"/>
                      <a:pt x="2566" y="373"/>
                      <a:pt x="2561" y="357"/>
                    </a:cubicBezTo>
                    <a:close/>
                    <a:moveTo>
                      <a:pt x="3594" y="349"/>
                    </a:moveTo>
                    <a:cubicBezTo>
                      <a:pt x="3640" y="349"/>
                      <a:pt x="3688" y="356"/>
                      <a:pt x="3735" y="368"/>
                    </a:cubicBezTo>
                    <a:lnTo>
                      <a:pt x="3729" y="373"/>
                    </a:lnTo>
                    <a:lnTo>
                      <a:pt x="3740" y="373"/>
                    </a:lnTo>
                    <a:lnTo>
                      <a:pt x="3746" y="379"/>
                    </a:lnTo>
                    <a:cubicBezTo>
                      <a:pt x="3762" y="390"/>
                      <a:pt x="3773" y="401"/>
                      <a:pt x="3784" y="406"/>
                    </a:cubicBezTo>
                    <a:cubicBezTo>
                      <a:pt x="3800" y="417"/>
                      <a:pt x="3822" y="428"/>
                      <a:pt x="3844" y="444"/>
                    </a:cubicBezTo>
                    <a:lnTo>
                      <a:pt x="3806" y="444"/>
                    </a:lnTo>
                    <a:cubicBezTo>
                      <a:pt x="3806" y="428"/>
                      <a:pt x="3789" y="411"/>
                      <a:pt x="3773" y="411"/>
                    </a:cubicBezTo>
                    <a:cubicBezTo>
                      <a:pt x="3757" y="406"/>
                      <a:pt x="3740" y="403"/>
                      <a:pt x="3724" y="403"/>
                    </a:cubicBezTo>
                    <a:cubicBezTo>
                      <a:pt x="3708" y="403"/>
                      <a:pt x="3691" y="406"/>
                      <a:pt x="3675" y="411"/>
                    </a:cubicBezTo>
                    <a:cubicBezTo>
                      <a:pt x="3634" y="389"/>
                      <a:pt x="3590" y="377"/>
                      <a:pt x="3548" y="377"/>
                    </a:cubicBezTo>
                    <a:cubicBezTo>
                      <a:pt x="3539" y="377"/>
                      <a:pt x="3531" y="378"/>
                      <a:pt x="3523" y="379"/>
                    </a:cubicBezTo>
                    <a:lnTo>
                      <a:pt x="3436" y="390"/>
                    </a:lnTo>
                    <a:cubicBezTo>
                      <a:pt x="3436" y="384"/>
                      <a:pt x="3436" y="384"/>
                      <a:pt x="3436" y="379"/>
                    </a:cubicBezTo>
                    <a:cubicBezTo>
                      <a:pt x="3486" y="358"/>
                      <a:pt x="3539" y="349"/>
                      <a:pt x="3594" y="349"/>
                    </a:cubicBezTo>
                    <a:close/>
                    <a:moveTo>
                      <a:pt x="2963" y="444"/>
                    </a:moveTo>
                    <a:lnTo>
                      <a:pt x="2963" y="449"/>
                    </a:lnTo>
                    <a:cubicBezTo>
                      <a:pt x="2925" y="460"/>
                      <a:pt x="2887" y="471"/>
                      <a:pt x="2849" y="482"/>
                    </a:cubicBezTo>
                    <a:cubicBezTo>
                      <a:pt x="2805" y="493"/>
                      <a:pt x="2756" y="504"/>
                      <a:pt x="2713" y="515"/>
                    </a:cubicBezTo>
                    <a:cubicBezTo>
                      <a:pt x="2713" y="504"/>
                      <a:pt x="2713" y="493"/>
                      <a:pt x="2713" y="488"/>
                    </a:cubicBezTo>
                    <a:cubicBezTo>
                      <a:pt x="2773" y="477"/>
                      <a:pt x="2833" y="466"/>
                      <a:pt x="2892" y="455"/>
                    </a:cubicBezTo>
                    <a:lnTo>
                      <a:pt x="2963" y="444"/>
                    </a:lnTo>
                    <a:close/>
                    <a:moveTo>
                      <a:pt x="2294" y="243"/>
                    </a:moveTo>
                    <a:cubicBezTo>
                      <a:pt x="2294" y="265"/>
                      <a:pt x="2289" y="286"/>
                      <a:pt x="2278" y="308"/>
                    </a:cubicBezTo>
                    <a:cubicBezTo>
                      <a:pt x="2273" y="314"/>
                      <a:pt x="2267" y="324"/>
                      <a:pt x="2267" y="330"/>
                    </a:cubicBezTo>
                    <a:cubicBezTo>
                      <a:pt x="2267" y="335"/>
                      <a:pt x="2262" y="341"/>
                      <a:pt x="2256" y="346"/>
                    </a:cubicBezTo>
                    <a:cubicBezTo>
                      <a:pt x="2245" y="346"/>
                      <a:pt x="2240" y="352"/>
                      <a:pt x="2235" y="357"/>
                    </a:cubicBezTo>
                    <a:cubicBezTo>
                      <a:pt x="2164" y="390"/>
                      <a:pt x="2104" y="428"/>
                      <a:pt x="2044" y="471"/>
                    </a:cubicBezTo>
                    <a:cubicBezTo>
                      <a:pt x="1988" y="507"/>
                      <a:pt x="1941" y="553"/>
                      <a:pt x="1899" y="599"/>
                    </a:cubicBezTo>
                    <a:lnTo>
                      <a:pt x="1899" y="599"/>
                    </a:lnTo>
                    <a:cubicBezTo>
                      <a:pt x="1970" y="497"/>
                      <a:pt x="2056" y="405"/>
                      <a:pt x="2148" y="330"/>
                    </a:cubicBezTo>
                    <a:cubicBezTo>
                      <a:pt x="2175" y="303"/>
                      <a:pt x="2191" y="276"/>
                      <a:pt x="2229" y="259"/>
                    </a:cubicBezTo>
                    <a:cubicBezTo>
                      <a:pt x="2251" y="254"/>
                      <a:pt x="2273" y="248"/>
                      <a:pt x="2294" y="243"/>
                    </a:cubicBezTo>
                    <a:close/>
                    <a:moveTo>
                      <a:pt x="1898" y="596"/>
                    </a:moveTo>
                    <a:lnTo>
                      <a:pt x="1898" y="601"/>
                    </a:lnTo>
                    <a:lnTo>
                      <a:pt x="1898" y="601"/>
                    </a:lnTo>
                    <a:cubicBezTo>
                      <a:pt x="1896" y="603"/>
                      <a:pt x="1894" y="605"/>
                      <a:pt x="1892" y="607"/>
                    </a:cubicBezTo>
                    <a:lnTo>
                      <a:pt x="1898" y="596"/>
                    </a:lnTo>
                    <a:close/>
                    <a:moveTo>
                      <a:pt x="3610" y="607"/>
                    </a:moveTo>
                    <a:lnTo>
                      <a:pt x="3583" y="616"/>
                    </a:lnTo>
                    <a:lnTo>
                      <a:pt x="3583" y="616"/>
                    </a:lnTo>
                    <a:lnTo>
                      <a:pt x="3583" y="613"/>
                    </a:lnTo>
                    <a:lnTo>
                      <a:pt x="3610" y="607"/>
                    </a:lnTo>
                    <a:close/>
                    <a:moveTo>
                      <a:pt x="3012" y="623"/>
                    </a:moveTo>
                    <a:lnTo>
                      <a:pt x="2941" y="640"/>
                    </a:lnTo>
                    <a:lnTo>
                      <a:pt x="2941" y="640"/>
                    </a:lnTo>
                    <a:lnTo>
                      <a:pt x="3006" y="623"/>
                    </a:lnTo>
                    <a:close/>
                    <a:moveTo>
                      <a:pt x="3452" y="640"/>
                    </a:moveTo>
                    <a:cubicBezTo>
                      <a:pt x="3447" y="656"/>
                      <a:pt x="3441" y="667"/>
                      <a:pt x="3436" y="672"/>
                    </a:cubicBezTo>
                    <a:cubicBezTo>
                      <a:pt x="3403" y="683"/>
                      <a:pt x="3371" y="700"/>
                      <a:pt x="3333" y="710"/>
                    </a:cubicBezTo>
                    <a:lnTo>
                      <a:pt x="3360" y="689"/>
                    </a:lnTo>
                    <a:cubicBezTo>
                      <a:pt x="3382" y="678"/>
                      <a:pt x="3409" y="661"/>
                      <a:pt x="3436" y="645"/>
                    </a:cubicBezTo>
                    <a:lnTo>
                      <a:pt x="3452" y="640"/>
                    </a:lnTo>
                    <a:close/>
                    <a:moveTo>
                      <a:pt x="3822" y="640"/>
                    </a:moveTo>
                    <a:cubicBezTo>
                      <a:pt x="3838" y="645"/>
                      <a:pt x="3849" y="656"/>
                      <a:pt x="3865" y="661"/>
                    </a:cubicBezTo>
                    <a:lnTo>
                      <a:pt x="3865" y="667"/>
                    </a:lnTo>
                    <a:lnTo>
                      <a:pt x="3860" y="667"/>
                    </a:lnTo>
                    <a:cubicBezTo>
                      <a:pt x="3855" y="665"/>
                      <a:pt x="3851" y="663"/>
                      <a:pt x="3847" y="663"/>
                    </a:cubicBezTo>
                    <a:cubicBezTo>
                      <a:pt x="3841" y="663"/>
                      <a:pt x="3836" y="666"/>
                      <a:pt x="3833" y="672"/>
                    </a:cubicBezTo>
                    <a:cubicBezTo>
                      <a:pt x="3767" y="694"/>
                      <a:pt x="3697" y="705"/>
                      <a:pt x="3632" y="716"/>
                    </a:cubicBezTo>
                    <a:cubicBezTo>
                      <a:pt x="3681" y="700"/>
                      <a:pt x="3724" y="678"/>
                      <a:pt x="3773" y="661"/>
                    </a:cubicBezTo>
                    <a:cubicBezTo>
                      <a:pt x="3789" y="656"/>
                      <a:pt x="3800" y="645"/>
                      <a:pt x="3816" y="640"/>
                    </a:cubicBezTo>
                    <a:close/>
                    <a:moveTo>
                      <a:pt x="3941" y="700"/>
                    </a:moveTo>
                    <a:lnTo>
                      <a:pt x="3979" y="716"/>
                    </a:lnTo>
                    <a:lnTo>
                      <a:pt x="3963" y="721"/>
                    </a:lnTo>
                    <a:lnTo>
                      <a:pt x="3941" y="716"/>
                    </a:lnTo>
                    <a:cubicBezTo>
                      <a:pt x="3941" y="710"/>
                      <a:pt x="3941" y="705"/>
                      <a:pt x="3941" y="700"/>
                    </a:cubicBezTo>
                    <a:close/>
                    <a:moveTo>
                      <a:pt x="2099" y="520"/>
                    </a:moveTo>
                    <a:cubicBezTo>
                      <a:pt x="2050" y="575"/>
                      <a:pt x="1995" y="634"/>
                      <a:pt x="1947" y="689"/>
                    </a:cubicBezTo>
                    <a:lnTo>
                      <a:pt x="1903" y="727"/>
                    </a:lnTo>
                    <a:cubicBezTo>
                      <a:pt x="1952" y="645"/>
                      <a:pt x="2017" y="575"/>
                      <a:pt x="2093" y="526"/>
                    </a:cubicBezTo>
                    <a:lnTo>
                      <a:pt x="2099" y="520"/>
                    </a:lnTo>
                    <a:close/>
                    <a:moveTo>
                      <a:pt x="1821" y="754"/>
                    </a:moveTo>
                    <a:lnTo>
                      <a:pt x="1821" y="765"/>
                    </a:lnTo>
                    <a:cubicBezTo>
                      <a:pt x="1821" y="776"/>
                      <a:pt x="1827" y="787"/>
                      <a:pt x="1838" y="797"/>
                    </a:cubicBezTo>
                    <a:cubicBezTo>
                      <a:pt x="1821" y="814"/>
                      <a:pt x="1811" y="830"/>
                      <a:pt x="1800" y="846"/>
                    </a:cubicBezTo>
                    <a:cubicBezTo>
                      <a:pt x="1805" y="814"/>
                      <a:pt x="1811" y="781"/>
                      <a:pt x="1821" y="754"/>
                    </a:cubicBezTo>
                    <a:close/>
                    <a:moveTo>
                      <a:pt x="2849" y="781"/>
                    </a:moveTo>
                    <a:lnTo>
                      <a:pt x="2849" y="781"/>
                    </a:lnTo>
                    <a:cubicBezTo>
                      <a:pt x="2827" y="803"/>
                      <a:pt x="2800" y="825"/>
                      <a:pt x="2778" y="846"/>
                    </a:cubicBezTo>
                    <a:cubicBezTo>
                      <a:pt x="2772" y="840"/>
                      <a:pt x="2764" y="837"/>
                      <a:pt x="2755" y="837"/>
                    </a:cubicBezTo>
                    <a:cubicBezTo>
                      <a:pt x="2748" y="837"/>
                      <a:pt x="2741" y="839"/>
                      <a:pt x="2735" y="841"/>
                    </a:cubicBezTo>
                    <a:cubicBezTo>
                      <a:pt x="2710" y="852"/>
                      <a:pt x="2687" y="865"/>
                      <a:pt x="2666" y="880"/>
                    </a:cubicBezTo>
                    <a:lnTo>
                      <a:pt x="2666" y="880"/>
                    </a:lnTo>
                    <a:cubicBezTo>
                      <a:pt x="2698" y="851"/>
                      <a:pt x="2727" y="821"/>
                      <a:pt x="2756" y="792"/>
                    </a:cubicBezTo>
                    <a:lnTo>
                      <a:pt x="2773" y="792"/>
                    </a:lnTo>
                    <a:lnTo>
                      <a:pt x="2849" y="781"/>
                    </a:lnTo>
                    <a:close/>
                    <a:moveTo>
                      <a:pt x="2248" y="563"/>
                    </a:moveTo>
                    <a:lnTo>
                      <a:pt x="2197" y="618"/>
                    </a:lnTo>
                    <a:cubicBezTo>
                      <a:pt x="2126" y="689"/>
                      <a:pt x="2050" y="754"/>
                      <a:pt x="1974" y="819"/>
                    </a:cubicBezTo>
                    <a:cubicBezTo>
                      <a:pt x="1947" y="841"/>
                      <a:pt x="1919" y="868"/>
                      <a:pt x="1898" y="890"/>
                    </a:cubicBezTo>
                    <a:cubicBezTo>
                      <a:pt x="1914" y="868"/>
                      <a:pt x="1930" y="841"/>
                      <a:pt x="1952" y="814"/>
                    </a:cubicBezTo>
                    <a:lnTo>
                      <a:pt x="1941" y="814"/>
                    </a:lnTo>
                    <a:lnTo>
                      <a:pt x="1952" y="808"/>
                    </a:lnTo>
                    <a:cubicBezTo>
                      <a:pt x="2033" y="759"/>
                      <a:pt x="2104" y="700"/>
                      <a:pt x="2169" y="634"/>
                    </a:cubicBezTo>
                    <a:cubicBezTo>
                      <a:pt x="2195" y="609"/>
                      <a:pt x="2223" y="587"/>
                      <a:pt x="2248" y="563"/>
                    </a:cubicBezTo>
                    <a:close/>
                    <a:moveTo>
                      <a:pt x="2419" y="830"/>
                    </a:moveTo>
                    <a:lnTo>
                      <a:pt x="2419" y="830"/>
                    </a:lnTo>
                    <a:cubicBezTo>
                      <a:pt x="2414" y="841"/>
                      <a:pt x="2409" y="846"/>
                      <a:pt x="2403" y="857"/>
                    </a:cubicBezTo>
                    <a:lnTo>
                      <a:pt x="2349" y="906"/>
                    </a:lnTo>
                    <a:lnTo>
                      <a:pt x="2343" y="906"/>
                    </a:lnTo>
                    <a:lnTo>
                      <a:pt x="2349" y="901"/>
                    </a:lnTo>
                    <a:lnTo>
                      <a:pt x="2419" y="830"/>
                    </a:lnTo>
                    <a:close/>
                    <a:moveTo>
                      <a:pt x="2637" y="908"/>
                    </a:moveTo>
                    <a:lnTo>
                      <a:pt x="2637" y="912"/>
                    </a:lnTo>
                    <a:lnTo>
                      <a:pt x="2621" y="922"/>
                    </a:lnTo>
                    <a:cubicBezTo>
                      <a:pt x="2626" y="918"/>
                      <a:pt x="2631" y="913"/>
                      <a:pt x="2637" y="908"/>
                    </a:cubicBezTo>
                    <a:close/>
                    <a:moveTo>
                      <a:pt x="1843" y="1020"/>
                    </a:moveTo>
                    <a:lnTo>
                      <a:pt x="1838" y="1026"/>
                    </a:lnTo>
                    <a:lnTo>
                      <a:pt x="1838" y="1020"/>
                    </a:lnTo>
                    <a:close/>
                    <a:moveTo>
                      <a:pt x="2457" y="526"/>
                    </a:moveTo>
                    <a:cubicBezTo>
                      <a:pt x="2441" y="547"/>
                      <a:pt x="2425" y="569"/>
                      <a:pt x="2409" y="591"/>
                    </a:cubicBezTo>
                    <a:lnTo>
                      <a:pt x="2381" y="618"/>
                    </a:lnTo>
                    <a:cubicBezTo>
                      <a:pt x="2311" y="683"/>
                      <a:pt x="2240" y="759"/>
                      <a:pt x="2180" y="835"/>
                    </a:cubicBezTo>
                    <a:cubicBezTo>
                      <a:pt x="2104" y="917"/>
                      <a:pt x="2028" y="993"/>
                      <a:pt x="1936" y="1058"/>
                    </a:cubicBezTo>
                    <a:cubicBezTo>
                      <a:pt x="1968" y="1009"/>
                      <a:pt x="2012" y="966"/>
                      <a:pt x="2055" y="928"/>
                    </a:cubicBezTo>
                    <a:cubicBezTo>
                      <a:pt x="2115" y="868"/>
                      <a:pt x="2175" y="808"/>
                      <a:pt x="2235" y="743"/>
                    </a:cubicBezTo>
                    <a:cubicBezTo>
                      <a:pt x="2305" y="678"/>
                      <a:pt x="2376" y="607"/>
                      <a:pt x="2447" y="531"/>
                    </a:cubicBezTo>
                    <a:lnTo>
                      <a:pt x="2441" y="526"/>
                    </a:lnTo>
                    <a:close/>
                    <a:moveTo>
                      <a:pt x="2610" y="1080"/>
                    </a:moveTo>
                    <a:cubicBezTo>
                      <a:pt x="2615" y="1091"/>
                      <a:pt x="2626" y="1102"/>
                      <a:pt x="2637" y="1107"/>
                    </a:cubicBezTo>
                    <a:lnTo>
                      <a:pt x="2577" y="1140"/>
                    </a:lnTo>
                    <a:lnTo>
                      <a:pt x="2501" y="1183"/>
                    </a:lnTo>
                    <a:lnTo>
                      <a:pt x="2517" y="1167"/>
                    </a:lnTo>
                    <a:cubicBezTo>
                      <a:pt x="2544" y="1134"/>
                      <a:pt x="2577" y="1107"/>
                      <a:pt x="2610" y="1080"/>
                    </a:cubicBezTo>
                    <a:close/>
                    <a:moveTo>
                      <a:pt x="3746" y="1167"/>
                    </a:moveTo>
                    <a:cubicBezTo>
                      <a:pt x="3713" y="1183"/>
                      <a:pt x="3675" y="1200"/>
                      <a:pt x="3642" y="1210"/>
                    </a:cubicBezTo>
                    <a:lnTo>
                      <a:pt x="3577" y="1238"/>
                    </a:lnTo>
                    <a:lnTo>
                      <a:pt x="3512" y="1254"/>
                    </a:lnTo>
                    <a:cubicBezTo>
                      <a:pt x="3561" y="1232"/>
                      <a:pt x="3610" y="1210"/>
                      <a:pt x="3659" y="1194"/>
                    </a:cubicBezTo>
                    <a:lnTo>
                      <a:pt x="3740" y="1167"/>
                    </a:lnTo>
                    <a:close/>
                    <a:moveTo>
                      <a:pt x="2876" y="1167"/>
                    </a:moveTo>
                    <a:lnTo>
                      <a:pt x="2876" y="1167"/>
                    </a:lnTo>
                    <a:cubicBezTo>
                      <a:pt x="2843" y="1189"/>
                      <a:pt x="2811" y="1216"/>
                      <a:pt x="2784" y="1238"/>
                    </a:cubicBezTo>
                    <a:cubicBezTo>
                      <a:pt x="2751" y="1259"/>
                      <a:pt x="2729" y="1276"/>
                      <a:pt x="2702" y="1303"/>
                    </a:cubicBezTo>
                    <a:lnTo>
                      <a:pt x="2691" y="1297"/>
                    </a:lnTo>
                    <a:lnTo>
                      <a:pt x="2637" y="1270"/>
                    </a:lnTo>
                    <a:cubicBezTo>
                      <a:pt x="2718" y="1238"/>
                      <a:pt x="2794" y="1200"/>
                      <a:pt x="2876" y="1167"/>
                    </a:cubicBezTo>
                    <a:close/>
                    <a:moveTo>
                      <a:pt x="2044" y="1292"/>
                    </a:moveTo>
                    <a:lnTo>
                      <a:pt x="2044" y="1297"/>
                    </a:lnTo>
                    <a:cubicBezTo>
                      <a:pt x="2039" y="1319"/>
                      <a:pt x="2033" y="1336"/>
                      <a:pt x="2023" y="1352"/>
                    </a:cubicBezTo>
                    <a:cubicBezTo>
                      <a:pt x="2018" y="1369"/>
                      <a:pt x="2017" y="1373"/>
                      <a:pt x="2014" y="1376"/>
                    </a:cubicBezTo>
                    <a:lnTo>
                      <a:pt x="2014" y="1376"/>
                    </a:lnTo>
                    <a:cubicBezTo>
                      <a:pt x="2024" y="1347"/>
                      <a:pt x="2029" y="1322"/>
                      <a:pt x="2033" y="1297"/>
                    </a:cubicBezTo>
                    <a:lnTo>
                      <a:pt x="2044" y="1292"/>
                    </a:lnTo>
                    <a:close/>
                    <a:moveTo>
                      <a:pt x="3028" y="1374"/>
                    </a:moveTo>
                    <a:lnTo>
                      <a:pt x="3023" y="1379"/>
                    </a:lnTo>
                    <a:lnTo>
                      <a:pt x="3023" y="1374"/>
                    </a:lnTo>
                    <a:close/>
                    <a:moveTo>
                      <a:pt x="2322" y="1238"/>
                    </a:moveTo>
                    <a:lnTo>
                      <a:pt x="2322" y="1238"/>
                    </a:lnTo>
                    <a:cubicBezTo>
                      <a:pt x="2311" y="1254"/>
                      <a:pt x="2305" y="1270"/>
                      <a:pt x="2305" y="1287"/>
                    </a:cubicBezTo>
                    <a:cubicBezTo>
                      <a:pt x="2268" y="1324"/>
                      <a:pt x="2230" y="1367"/>
                      <a:pt x="2208" y="1415"/>
                    </a:cubicBezTo>
                    <a:lnTo>
                      <a:pt x="2208" y="1415"/>
                    </a:lnTo>
                    <a:cubicBezTo>
                      <a:pt x="2213" y="1404"/>
                      <a:pt x="2213" y="1389"/>
                      <a:pt x="2218" y="1374"/>
                    </a:cubicBezTo>
                    <a:cubicBezTo>
                      <a:pt x="2224" y="1346"/>
                      <a:pt x="2207" y="1325"/>
                      <a:pt x="2186" y="1314"/>
                    </a:cubicBezTo>
                    <a:cubicBezTo>
                      <a:pt x="2197" y="1308"/>
                      <a:pt x="2207" y="1303"/>
                      <a:pt x="2218" y="1297"/>
                    </a:cubicBezTo>
                    <a:cubicBezTo>
                      <a:pt x="2251" y="1276"/>
                      <a:pt x="2289" y="1254"/>
                      <a:pt x="2322" y="1238"/>
                    </a:cubicBezTo>
                    <a:close/>
                    <a:moveTo>
                      <a:pt x="1854" y="1227"/>
                    </a:moveTo>
                    <a:lnTo>
                      <a:pt x="1876" y="1238"/>
                    </a:lnTo>
                    <a:cubicBezTo>
                      <a:pt x="1854" y="1270"/>
                      <a:pt x="1832" y="1308"/>
                      <a:pt x="1816" y="1341"/>
                    </a:cubicBezTo>
                    <a:cubicBezTo>
                      <a:pt x="1778" y="1417"/>
                      <a:pt x="1740" y="1493"/>
                      <a:pt x="1702" y="1569"/>
                    </a:cubicBezTo>
                    <a:cubicBezTo>
                      <a:pt x="1702" y="1564"/>
                      <a:pt x="1702" y="1564"/>
                      <a:pt x="1702" y="1558"/>
                    </a:cubicBezTo>
                    <a:cubicBezTo>
                      <a:pt x="1724" y="1482"/>
                      <a:pt x="1816" y="1346"/>
                      <a:pt x="1854" y="1227"/>
                    </a:cubicBezTo>
                    <a:close/>
                    <a:moveTo>
                      <a:pt x="1919" y="1357"/>
                    </a:moveTo>
                    <a:lnTo>
                      <a:pt x="1919" y="1357"/>
                    </a:lnTo>
                    <a:cubicBezTo>
                      <a:pt x="1908" y="1390"/>
                      <a:pt x="1903" y="1417"/>
                      <a:pt x="1892" y="1444"/>
                    </a:cubicBezTo>
                    <a:cubicBezTo>
                      <a:pt x="1865" y="1515"/>
                      <a:pt x="1827" y="1580"/>
                      <a:pt x="1805" y="1656"/>
                    </a:cubicBezTo>
                    <a:cubicBezTo>
                      <a:pt x="1797" y="1654"/>
                      <a:pt x="1789" y="1652"/>
                      <a:pt x="1781" y="1652"/>
                    </a:cubicBezTo>
                    <a:cubicBezTo>
                      <a:pt x="1774" y="1652"/>
                      <a:pt x="1767" y="1654"/>
                      <a:pt x="1762" y="1656"/>
                    </a:cubicBezTo>
                    <a:cubicBezTo>
                      <a:pt x="1767" y="1645"/>
                      <a:pt x="1773" y="1629"/>
                      <a:pt x="1778" y="1618"/>
                    </a:cubicBezTo>
                    <a:cubicBezTo>
                      <a:pt x="1811" y="1553"/>
                      <a:pt x="1849" y="1493"/>
                      <a:pt x="1881" y="1428"/>
                    </a:cubicBezTo>
                    <a:lnTo>
                      <a:pt x="1919" y="1357"/>
                    </a:lnTo>
                    <a:close/>
                    <a:moveTo>
                      <a:pt x="2854" y="1705"/>
                    </a:moveTo>
                    <a:cubicBezTo>
                      <a:pt x="2860" y="1721"/>
                      <a:pt x="2871" y="1727"/>
                      <a:pt x="2887" y="1727"/>
                    </a:cubicBezTo>
                    <a:cubicBezTo>
                      <a:pt x="2854" y="1765"/>
                      <a:pt x="2838" y="1808"/>
                      <a:pt x="2838" y="1857"/>
                    </a:cubicBezTo>
                    <a:cubicBezTo>
                      <a:pt x="2805" y="1841"/>
                      <a:pt x="2778" y="1830"/>
                      <a:pt x="2751" y="1808"/>
                    </a:cubicBezTo>
                    <a:cubicBezTo>
                      <a:pt x="2773" y="1787"/>
                      <a:pt x="2789" y="1765"/>
                      <a:pt x="2811" y="1743"/>
                    </a:cubicBezTo>
                    <a:lnTo>
                      <a:pt x="2854" y="1705"/>
                    </a:lnTo>
                    <a:close/>
                    <a:moveTo>
                      <a:pt x="2006" y="1798"/>
                    </a:moveTo>
                    <a:lnTo>
                      <a:pt x="2006" y="1798"/>
                    </a:lnTo>
                    <a:cubicBezTo>
                      <a:pt x="1995" y="1841"/>
                      <a:pt x="1985" y="1890"/>
                      <a:pt x="1974" y="1933"/>
                    </a:cubicBezTo>
                    <a:lnTo>
                      <a:pt x="1974" y="1939"/>
                    </a:lnTo>
                    <a:lnTo>
                      <a:pt x="1947" y="1972"/>
                    </a:lnTo>
                    <a:cubicBezTo>
                      <a:pt x="1941" y="1966"/>
                      <a:pt x="1936" y="1955"/>
                      <a:pt x="1930" y="1950"/>
                    </a:cubicBezTo>
                    <a:cubicBezTo>
                      <a:pt x="1941" y="1928"/>
                      <a:pt x="1952" y="1906"/>
                      <a:pt x="1963" y="1879"/>
                    </a:cubicBezTo>
                    <a:lnTo>
                      <a:pt x="2006" y="1798"/>
                    </a:lnTo>
                    <a:close/>
                    <a:moveTo>
                      <a:pt x="1908" y="2037"/>
                    </a:moveTo>
                    <a:cubicBezTo>
                      <a:pt x="1903" y="2053"/>
                      <a:pt x="1898" y="2069"/>
                      <a:pt x="1892" y="2086"/>
                    </a:cubicBezTo>
                    <a:cubicBezTo>
                      <a:pt x="1876" y="2080"/>
                      <a:pt x="1865" y="2064"/>
                      <a:pt x="1860" y="2053"/>
                    </a:cubicBezTo>
                    <a:cubicBezTo>
                      <a:pt x="1865" y="2053"/>
                      <a:pt x="1870" y="2048"/>
                      <a:pt x="1876" y="2037"/>
                    </a:cubicBezTo>
                    <a:close/>
                    <a:moveTo>
                      <a:pt x="2001" y="2097"/>
                    </a:moveTo>
                    <a:cubicBezTo>
                      <a:pt x="2001" y="2113"/>
                      <a:pt x="2001" y="2124"/>
                      <a:pt x="1995" y="2140"/>
                    </a:cubicBezTo>
                    <a:cubicBezTo>
                      <a:pt x="1990" y="2145"/>
                      <a:pt x="1990" y="2151"/>
                      <a:pt x="1995" y="2156"/>
                    </a:cubicBezTo>
                    <a:lnTo>
                      <a:pt x="1974" y="2140"/>
                    </a:lnTo>
                    <a:cubicBezTo>
                      <a:pt x="1985" y="2129"/>
                      <a:pt x="1990" y="2113"/>
                      <a:pt x="2001" y="2097"/>
                    </a:cubicBezTo>
                    <a:close/>
                    <a:moveTo>
                      <a:pt x="2523" y="1352"/>
                    </a:moveTo>
                    <a:cubicBezTo>
                      <a:pt x="2621" y="1374"/>
                      <a:pt x="2708" y="1422"/>
                      <a:pt x="2778" y="1493"/>
                    </a:cubicBezTo>
                    <a:cubicBezTo>
                      <a:pt x="2785" y="1500"/>
                      <a:pt x="2793" y="1503"/>
                      <a:pt x="2802" y="1503"/>
                    </a:cubicBezTo>
                    <a:cubicBezTo>
                      <a:pt x="2821" y="1503"/>
                      <a:pt x="2840" y="1488"/>
                      <a:pt x="2843" y="1466"/>
                    </a:cubicBezTo>
                    <a:cubicBezTo>
                      <a:pt x="2865" y="1461"/>
                      <a:pt x="2887" y="1455"/>
                      <a:pt x="2903" y="1444"/>
                    </a:cubicBezTo>
                    <a:lnTo>
                      <a:pt x="2903" y="1444"/>
                    </a:lnTo>
                    <a:cubicBezTo>
                      <a:pt x="2898" y="1455"/>
                      <a:pt x="2892" y="1466"/>
                      <a:pt x="2887" y="1477"/>
                    </a:cubicBezTo>
                    <a:cubicBezTo>
                      <a:pt x="2860" y="1531"/>
                      <a:pt x="2827" y="1586"/>
                      <a:pt x="2784" y="1634"/>
                    </a:cubicBezTo>
                    <a:cubicBezTo>
                      <a:pt x="2740" y="1673"/>
                      <a:pt x="2615" y="1760"/>
                      <a:pt x="2686" y="1830"/>
                    </a:cubicBezTo>
                    <a:cubicBezTo>
                      <a:pt x="2689" y="1837"/>
                      <a:pt x="2696" y="1839"/>
                      <a:pt x="2703" y="1839"/>
                    </a:cubicBezTo>
                    <a:cubicBezTo>
                      <a:pt x="2708" y="1839"/>
                      <a:pt x="2714" y="1838"/>
                      <a:pt x="2718" y="1836"/>
                    </a:cubicBezTo>
                    <a:lnTo>
                      <a:pt x="2729" y="1830"/>
                    </a:lnTo>
                    <a:cubicBezTo>
                      <a:pt x="2767" y="1885"/>
                      <a:pt x="2773" y="1944"/>
                      <a:pt x="2854" y="1955"/>
                    </a:cubicBezTo>
                    <a:cubicBezTo>
                      <a:pt x="2860" y="1956"/>
                      <a:pt x="2866" y="1956"/>
                      <a:pt x="2872" y="1956"/>
                    </a:cubicBezTo>
                    <a:cubicBezTo>
                      <a:pt x="2958" y="1956"/>
                      <a:pt x="3043" y="1918"/>
                      <a:pt x="3104" y="1852"/>
                    </a:cubicBezTo>
                    <a:cubicBezTo>
                      <a:pt x="3170" y="1781"/>
                      <a:pt x="3213" y="1700"/>
                      <a:pt x="3246" y="1607"/>
                    </a:cubicBezTo>
                    <a:cubicBezTo>
                      <a:pt x="3257" y="1564"/>
                      <a:pt x="3273" y="1526"/>
                      <a:pt x="3284" y="1482"/>
                    </a:cubicBezTo>
                    <a:cubicBezTo>
                      <a:pt x="3300" y="1493"/>
                      <a:pt x="3327" y="1504"/>
                      <a:pt x="3349" y="1509"/>
                    </a:cubicBezTo>
                    <a:cubicBezTo>
                      <a:pt x="3387" y="1513"/>
                      <a:pt x="3424" y="1515"/>
                      <a:pt x="3461" y="1515"/>
                    </a:cubicBezTo>
                    <a:cubicBezTo>
                      <a:pt x="3541" y="1515"/>
                      <a:pt x="3621" y="1506"/>
                      <a:pt x="3702" y="1488"/>
                    </a:cubicBezTo>
                    <a:cubicBezTo>
                      <a:pt x="3838" y="1466"/>
                      <a:pt x="3974" y="1455"/>
                      <a:pt x="4088" y="1379"/>
                    </a:cubicBezTo>
                    <a:lnTo>
                      <a:pt x="4105" y="1368"/>
                    </a:lnTo>
                    <a:cubicBezTo>
                      <a:pt x="4110" y="1368"/>
                      <a:pt x="4110" y="1374"/>
                      <a:pt x="4115" y="1374"/>
                    </a:cubicBezTo>
                    <a:cubicBezTo>
                      <a:pt x="4159" y="1384"/>
                      <a:pt x="4181" y="1499"/>
                      <a:pt x="4186" y="1537"/>
                    </a:cubicBezTo>
                    <a:cubicBezTo>
                      <a:pt x="4197" y="1613"/>
                      <a:pt x="4208" y="1689"/>
                      <a:pt x="4208" y="1765"/>
                    </a:cubicBezTo>
                    <a:cubicBezTo>
                      <a:pt x="4202" y="1868"/>
                      <a:pt x="4175" y="1966"/>
                      <a:pt x="4132" y="2058"/>
                    </a:cubicBezTo>
                    <a:cubicBezTo>
                      <a:pt x="4099" y="2135"/>
                      <a:pt x="4039" y="2200"/>
                      <a:pt x="4001" y="2276"/>
                    </a:cubicBezTo>
                    <a:cubicBezTo>
                      <a:pt x="3990" y="2303"/>
                      <a:pt x="3990" y="2336"/>
                      <a:pt x="4012" y="2357"/>
                    </a:cubicBezTo>
                    <a:cubicBezTo>
                      <a:pt x="4050" y="2401"/>
                      <a:pt x="4110" y="2390"/>
                      <a:pt x="4153" y="2417"/>
                    </a:cubicBezTo>
                    <a:cubicBezTo>
                      <a:pt x="4202" y="2444"/>
                      <a:pt x="4262" y="2488"/>
                      <a:pt x="4273" y="2537"/>
                    </a:cubicBezTo>
                    <a:cubicBezTo>
                      <a:pt x="4289" y="2607"/>
                      <a:pt x="4251" y="2673"/>
                      <a:pt x="4186" y="2700"/>
                    </a:cubicBezTo>
                    <a:cubicBezTo>
                      <a:pt x="4163" y="2712"/>
                      <a:pt x="4138" y="2719"/>
                      <a:pt x="4112" y="2719"/>
                    </a:cubicBezTo>
                    <a:cubicBezTo>
                      <a:pt x="4071" y="2719"/>
                      <a:pt x="4029" y="2703"/>
                      <a:pt x="3996" y="2673"/>
                    </a:cubicBezTo>
                    <a:cubicBezTo>
                      <a:pt x="3947" y="2631"/>
                      <a:pt x="3909" y="2604"/>
                      <a:pt x="3867" y="2604"/>
                    </a:cubicBezTo>
                    <a:cubicBezTo>
                      <a:pt x="3838" y="2604"/>
                      <a:pt x="3808" y="2617"/>
                      <a:pt x="3773" y="2646"/>
                    </a:cubicBezTo>
                    <a:cubicBezTo>
                      <a:pt x="3681" y="2716"/>
                      <a:pt x="3583" y="2776"/>
                      <a:pt x="3479" y="2830"/>
                    </a:cubicBezTo>
                    <a:cubicBezTo>
                      <a:pt x="3441" y="2847"/>
                      <a:pt x="3403" y="2868"/>
                      <a:pt x="3365" y="2885"/>
                    </a:cubicBezTo>
                    <a:lnTo>
                      <a:pt x="3360" y="2879"/>
                    </a:lnTo>
                    <a:cubicBezTo>
                      <a:pt x="3338" y="2852"/>
                      <a:pt x="3322" y="2825"/>
                      <a:pt x="3305" y="2792"/>
                    </a:cubicBezTo>
                    <a:cubicBezTo>
                      <a:pt x="3278" y="2754"/>
                      <a:pt x="3257" y="2722"/>
                      <a:pt x="3235" y="2684"/>
                    </a:cubicBezTo>
                    <a:cubicBezTo>
                      <a:pt x="3224" y="2640"/>
                      <a:pt x="3213" y="2591"/>
                      <a:pt x="3213" y="2548"/>
                    </a:cubicBezTo>
                    <a:cubicBezTo>
                      <a:pt x="3202" y="2504"/>
                      <a:pt x="3191" y="2466"/>
                      <a:pt x="3175" y="2428"/>
                    </a:cubicBezTo>
                    <a:cubicBezTo>
                      <a:pt x="3172" y="2415"/>
                      <a:pt x="3163" y="2408"/>
                      <a:pt x="3153" y="2408"/>
                    </a:cubicBezTo>
                    <a:cubicBezTo>
                      <a:pt x="3144" y="2408"/>
                      <a:pt x="3134" y="2415"/>
                      <a:pt x="3132" y="2428"/>
                    </a:cubicBezTo>
                    <a:cubicBezTo>
                      <a:pt x="3077" y="2537"/>
                      <a:pt x="3083" y="2662"/>
                      <a:pt x="3142" y="2765"/>
                    </a:cubicBezTo>
                    <a:cubicBezTo>
                      <a:pt x="3164" y="2825"/>
                      <a:pt x="3208" y="2879"/>
                      <a:pt x="3257" y="2923"/>
                    </a:cubicBezTo>
                    <a:cubicBezTo>
                      <a:pt x="3209" y="2931"/>
                      <a:pt x="3161" y="2936"/>
                      <a:pt x="3115" y="2936"/>
                    </a:cubicBezTo>
                    <a:cubicBezTo>
                      <a:pt x="3099" y="2936"/>
                      <a:pt x="3082" y="2935"/>
                      <a:pt x="3066" y="2934"/>
                    </a:cubicBezTo>
                    <a:cubicBezTo>
                      <a:pt x="2920" y="2928"/>
                      <a:pt x="2784" y="2928"/>
                      <a:pt x="2659" y="2841"/>
                    </a:cubicBezTo>
                    <a:cubicBezTo>
                      <a:pt x="2610" y="2809"/>
                      <a:pt x="2561" y="2765"/>
                      <a:pt x="2523" y="2727"/>
                    </a:cubicBezTo>
                    <a:cubicBezTo>
                      <a:pt x="2479" y="2689"/>
                      <a:pt x="2474" y="2640"/>
                      <a:pt x="2425" y="2602"/>
                    </a:cubicBezTo>
                    <a:cubicBezTo>
                      <a:pt x="2403" y="2591"/>
                      <a:pt x="2387" y="2575"/>
                      <a:pt x="2365" y="2553"/>
                    </a:cubicBezTo>
                    <a:cubicBezTo>
                      <a:pt x="2354" y="2526"/>
                      <a:pt x="2343" y="2493"/>
                      <a:pt x="2338" y="2461"/>
                    </a:cubicBezTo>
                    <a:cubicBezTo>
                      <a:pt x="2305" y="2406"/>
                      <a:pt x="2284" y="2341"/>
                      <a:pt x="2267" y="2281"/>
                    </a:cubicBezTo>
                    <a:cubicBezTo>
                      <a:pt x="2267" y="2273"/>
                      <a:pt x="2262" y="2269"/>
                      <a:pt x="2256" y="2269"/>
                    </a:cubicBezTo>
                    <a:cubicBezTo>
                      <a:pt x="2251" y="2269"/>
                      <a:pt x="2245" y="2273"/>
                      <a:pt x="2245" y="2281"/>
                    </a:cubicBezTo>
                    <a:cubicBezTo>
                      <a:pt x="2240" y="2325"/>
                      <a:pt x="2262" y="2368"/>
                      <a:pt x="2256" y="2417"/>
                    </a:cubicBezTo>
                    <a:cubicBezTo>
                      <a:pt x="2245" y="2461"/>
                      <a:pt x="2240" y="2515"/>
                      <a:pt x="2251" y="2564"/>
                    </a:cubicBezTo>
                    <a:cubicBezTo>
                      <a:pt x="2262" y="2607"/>
                      <a:pt x="2284" y="2651"/>
                      <a:pt x="2316" y="2684"/>
                    </a:cubicBezTo>
                    <a:cubicBezTo>
                      <a:pt x="2354" y="2722"/>
                      <a:pt x="2354" y="2771"/>
                      <a:pt x="2392" y="2814"/>
                    </a:cubicBezTo>
                    <a:cubicBezTo>
                      <a:pt x="2474" y="2906"/>
                      <a:pt x="2572" y="2977"/>
                      <a:pt x="2686" y="3026"/>
                    </a:cubicBezTo>
                    <a:cubicBezTo>
                      <a:pt x="2735" y="3048"/>
                      <a:pt x="2789" y="3059"/>
                      <a:pt x="2843" y="3070"/>
                    </a:cubicBezTo>
                    <a:cubicBezTo>
                      <a:pt x="2827" y="3080"/>
                      <a:pt x="2811" y="3097"/>
                      <a:pt x="2800" y="3118"/>
                    </a:cubicBezTo>
                    <a:cubicBezTo>
                      <a:pt x="2784" y="3140"/>
                      <a:pt x="2756" y="3157"/>
                      <a:pt x="2740" y="3184"/>
                    </a:cubicBezTo>
                    <a:cubicBezTo>
                      <a:pt x="2735" y="3189"/>
                      <a:pt x="2735" y="3195"/>
                      <a:pt x="2735" y="3195"/>
                    </a:cubicBezTo>
                    <a:cubicBezTo>
                      <a:pt x="2669" y="3167"/>
                      <a:pt x="2604" y="3135"/>
                      <a:pt x="2544" y="3102"/>
                    </a:cubicBezTo>
                    <a:cubicBezTo>
                      <a:pt x="2387" y="3015"/>
                      <a:pt x="2240" y="2912"/>
                      <a:pt x="2099" y="2792"/>
                    </a:cubicBezTo>
                    <a:cubicBezTo>
                      <a:pt x="2072" y="2765"/>
                      <a:pt x="2039" y="2738"/>
                      <a:pt x="2012" y="2711"/>
                    </a:cubicBezTo>
                    <a:cubicBezTo>
                      <a:pt x="1985" y="2673"/>
                      <a:pt x="1963" y="2629"/>
                      <a:pt x="1952" y="2580"/>
                    </a:cubicBezTo>
                    <a:cubicBezTo>
                      <a:pt x="1936" y="2531"/>
                      <a:pt x="1908" y="2488"/>
                      <a:pt x="1870" y="2455"/>
                    </a:cubicBezTo>
                    <a:lnTo>
                      <a:pt x="1876" y="2450"/>
                    </a:lnTo>
                    <a:cubicBezTo>
                      <a:pt x="1887" y="2439"/>
                      <a:pt x="1892" y="2428"/>
                      <a:pt x="1903" y="2417"/>
                    </a:cubicBezTo>
                    <a:cubicBezTo>
                      <a:pt x="1914" y="2412"/>
                      <a:pt x="1919" y="2406"/>
                      <a:pt x="1925" y="2396"/>
                    </a:cubicBezTo>
                    <a:lnTo>
                      <a:pt x="1925" y="2385"/>
                    </a:lnTo>
                    <a:cubicBezTo>
                      <a:pt x="1947" y="2352"/>
                      <a:pt x="1963" y="2325"/>
                      <a:pt x="1979" y="2292"/>
                    </a:cubicBezTo>
                    <a:cubicBezTo>
                      <a:pt x="1990" y="2276"/>
                      <a:pt x="1995" y="2265"/>
                      <a:pt x="2006" y="2249"/>
                    </a:cubicBezTo>
                    <a:cubicBezTo>
                      <a:pt x="2012" y="2243"/>
                      <a:pt x="2023" y="2238"/>
                      <a:pt x="2028" y="2232"/>
                    </a:cubicBezTo>
                    <a:cubicBezTo>
                      <a:pt x="2039" y="2222"/>
                      <a:pt x="2039" y="2200"/>
                      <a:pt x="2028" y="2189"/>
                    </a:cubicBezTo>
                    <a:lnTo>
                      <a:pt x="2017" y="2178"/>
                    </a:lnTo>
                    <a:lnTo>
                      <a:pt x="2017" y="2178"/>
                    </a:lnTo>
                    <a:cubicBezTo>
                      <a:pt x="2020" y="2181"/>
                      <a:pt x="2023" y="2182"/>
                      <a:pt x="2025" y="2182"/>
                    </a:cubicBezTo>
                    <a:cubicBezTo>
                      <a:pt x="2028" y="2182"/>
                      <a:pt x="2031" y="2181"/>
                      <a:pt x="2033" y="2178"/>
                    </a:cubicBezTo>
                    <a:cubicBezTo>
                      <a:pt x="2082" y="2145"/>
                      <a:pt x="2072" y="2086"/>
                      <a:pt x="2088" y="2031"/>
                    </a:cubicBezTo>
                    <a:cubicBezTo>
                      <a:pt x="2104" y="1950"/>
                      <a:pt x="2126" y="1863"/>
                      <a:pt x="2148" y="1781"/>
                    </a:cubicBezTo>
                    <a:cubicBezTo>
                      <a:pt x="2153" y="1765"/>
                      <a:pt x="2142" y="1749"/>
                      <a:pt x="2126" y="1743"/>
                    </a:cubicBezTo>
                    <a:cubicBezTo>
                      <a:pt x="2131" y="1732"/>
                      <a:pt x="2137" y="1716"/>
                      <a:pt x="2142" y="1705"/>
                    </a:cubicBezTo>
                    <a:cubicBezTo>
                      <a:pt x="2148" y="1727"/>
                      <a:pt x="2153" y="1743"/>
                      <a:pt x="2158" y="1765"/>
                    </a:cubicBezTo>
                    <a:cubicBezTo>
                      <a:pt x="2197" y="1825"/>
                      <a:pt x="2245" y="1868"/>
                      <a:pt x="2305" y="1901"/>
                    </a:cubicBezTo>
                    <a:cubicBezTo>
                      <a:pt x="2349" y="1940"/>
                      <a:pt x="2407" y="1958"/>
                      <a:pt x="2464" y="1958"/>
                    </a:cubicBezTo>
                    <a:cubicBezTo>
                      <a:pt x="2478" y="1958"/>
                      <a:pt x="2493" y="1957"/>
                      <a:pt x="2506" y="1955"/>
                    </a:cubicBezTo>
                    <a:cubicBezTo>
                      <a:pt x="2572" y="1939"/>
                      <a:pt x="2626" y="1890"/>
                      <a:pt x="2642" y="1830"/>
                    </a:cubicBezTo>
                    <a:cubicBezTo>
                      <a:pt x="2652" y="1801"/>
                      <a:pt x="2631" y="1780"/>
                      <a:pt x="2603" y="1780"/>
                    </a:cubicBezTo>
                    <a:cubicBezTo>
                      <a:pt x="2600" y="1780"/>
                      <a:pt x="2597" y="1781"/>
                      <a:pt x="2593" y="1781"/>
                    </a:cubicBezTo>
                    <a:cubicBezTo>
                      <a:pt x="2561" y="1798"/>
                      <a:pt x="2523" y="1808"/>
                      <a:pt x="2485" y="1825"/>
                    </a:cubicBezTo>
                    <a:cubicBezTo>
                      <a:pt x="2477" y="1826"/>
                      <a:pt x="2470" y="1827"/>
                      <a:pt x="2463" y="1827"/>
                    </a:cubicBezTo>
                    <a:cubicBezTo>
                      <a:pt x="2425" y="1827"/>
                      <a:pt x="2396" y="1805"/>
                      <a:pt x="2360" y="1787"/>
                    </a:cubicBezTo>
                    <a:cubicBezTo>
                      <a:pt x="2322" y="1760"/>
                      <a:pt x="2273" y="1738"/>
                      <a:pt x="2267" y="1678"/>
                    </a:cubicBezTo>
                    <a:cubicBezTo>
                      <a:pt x="2267" y="1629"/>
                      <a:pt x="2278" y="1586"/>
                      <a:pt x="2294" y="1537"/>
                    </a:cubicBezTo>
                    <a:cubicBezTo>
                      <a:pt x="2319" y="1448"/>
                      <a:pt x="2393" y="1354"/>
                      <a:pt x="2492" y="1354"/>
                    </a:cubicBezTo>
                    <a:cubicBezTo>
                      <a:pt x="2502" y="1354"/>
                      <a:pt x="2512" y="1355"/>
                      <a:pt x="2523" y="1357"/>
                    </a:cubicBezTo>
                    <a:lnTo>
                      <a:pt x="2523" y="1352"/>
                    </a:lnTo>
                    <a:close/>
                    <a:moveTo>
                      <a:pt x="3982" y="3595"/>
                    </a:moveTo>
                    <a:cubicBezTo>
                      <a:pt x="3996" y="3595"/>
                      <a:pt x="4007" y="3605"/>
                      <a:pt x="4023" y="3635"/>
                    </a:cubicBezTo>
                    <a:cubicBezTo>
                      <a:pt x="4077" y="3727"/>
                      <a:pt x="4110" y="3820"/>
                      <a:pt x="4170" y="3907"/>
                    </a:cubicBezTo>
                    <a:cubicBezTo>
                      <a:pt x="4213" y="3977"/>
                      <a:pt x="4251" y="4043"/>
                      <a:pt x="4295" y="4113"/>
                    </a:cubicBezTo>
                    <a:cubicBezTo>
                      <a:pt x="4300" y="4130"/>
                      <a:pt x="4311" y="4151"/>
                      <a:pt x="4327" y="4168"/>
                    </a:cubicBezTo>
                    <a:lnTo>
                      <a:pt x="4306" y="4168"/>
                    </a:lnTo>
                    <a:cubicBezTo>
                      <a:pt x="4278" y="4168"/>
                      <a:pt x="4257" y="4151"/>
                      <a:pt x="4224" y="4146"/>
                    </a:cubicBezTo>
                    <a:cubicBezTo>
                      <a:pt x="4218" y="4145"/>
                      <a:pt x="4213" y="4144"/>
                      <a:pt x="4208" y="4144"/>
                    </a:cubicBezTo>
                    <a:cubicBezTo>
                      <a:pt x="4195" y="4144"/>
                      <a:pt x="4184" y="4147"/>
                      <a:pt x="4175" y="4147"/>
                    </a:cubicBezTo>
                    <a:cubicBezTo>
                      <a:pt x="4171" y="4147"/>
                      <a:pt x="4168" y="4147"/>
                      <a:pt x="4164" y="4146"/>
                    </a:cubicBezTo>
                    <a:cubicBezTo>
                      <a:pt x="4121" y="4130"/>
                      <a:pt x="4126" y="4081"/>
                      <a:pt x="4105" y="4048"/>
                    </a:cubicBezTo>
                    <a:cubicBezTo>
                      <a:pt x="4094" y="4010"/>
                      <a:pt x="4061" y="3988"/>
                      <a:pt x="4028" y="3972"/>
                    </a:cubicBezTo>
                    <a:cubicBezTo>
                      <a:pt x="4012" y="3934"/>
                      <a:pt x="3996" y="3890"/>
                      <a:pt x="3979" y="3858"/>
                    </a:cubicBezTo>
                    <a:cubicBezTo>
                      <a:pt x="3947" y="3803"/>
                      <a:pt x="3914" y="3754"/>
                      <a:pt x="3893" y="3700"/>
                    </a:cubicBezTo>
                    <a:cubicBezTo>
                      <a:pt x="3882" y="3678"/>
                      <a:pt x="3871" y="3651"/>
                      <a:pt x="3854" y="3635"/>
                    </a:cubicBezTo>
                    <a:cubicBezTo>
                      <a:pt x="3882" y="3629"/>
                      <a:pt x="3903" y="3624"/>
                      <a:pt x="3925" y="3613"/>
                    </a:cubicBezTo>
                    <a:cubicBezTo>
                      <a:pt x="3952" y="3605"/>
                      <a:pt x="3969" y="3595"/>
                      <a:pt x="3982" y="3595"/>
                    </a:cubicBezTo>
                    <a:close/>
                    <a:moveTo>
                      <a:pt x="6393" y="4467"/>
                    </a:moveTo>
                    <a:cubicBezTo>
                      <a:pt x="6371" y="4499"/>
                      <a:pt x="6344" y="4532"/>
                      <a:pt x="6311" y="4564"/>
                    </a:cubicBezTo>
                    <a:cubicBezTo>
                      <a:pt x="6273" y="4597"/>
                      <a:pt x="6224" y="4619"/>
                      <a:pt x="6186" y="4651"/>
                    </a:cubicBezTo>
                    <a:cubicBezTo>
                      <a:pt x="6176" y="4668"/>
                      <a:pt x="6159" y="4679"/>
                      <a:pt x="6138" y="4684"/>
                    </a:cubicBezTo>
                    <a:cubicBezTo>
                      <a:pt x="6121" y="4689"/>
                      <a:pt x="6105" y="4695"/>
                      <a:pt x="6089" y="4700"/>
                    </a:cubicBezTo>
                    <a:cubicBezTo>
                      <a:pt x="6045" y="4722"/>
                      <a:pt x="6007" y="4766"/>
                      <a:pt x="5964" y="4787"/>
                    </a:cubicBezTo>
                    <a:lnTo>
                      <a:pt x="5947" y="4787"/>
                    </a:lnTo>
                    <a:cubicBezTo>
                      <a:pt x="5914" y="4786"/>
                      <a:pt x="5880" y="4785"/>
                      <a:pt x="5847" y="4785"/>
                    </a:cubicBezTo>
                    <a:cubicBezTo>
                      <a:pt x="5755" y="4785"/>
                      <a:pt x="5664" y="4790"/>
                      <a:pt x="5572" y="4798"/>
                    </a:cubicBezTo>
                    <a:cubicBezTo>
                      <a:pt x="5502" y="4809"/>
                      <a:pt x="5436" y="4809"/>
                      <a:pt x="5366" y="4814"/>
                    </a:cubicBezTo>
                    <a:cubicBezTo>
                      <a:pt x="5300" y="4825"/>
                      <a:pt x="5230" y="4831"/>
                      <a:pt x="5164" y="4836"/>
                    </a:cubicBezTo>
                    <a:cubicBezTo>
                      <a:pt x="5005" y="4836"/>
                      <a:pt x="4845" y="4846"/>
                      <a:pt x="4685" y="4846"/>
                    </a:cubicBezTo>
                    <a:cubicBezTo>
                      <a:pt x="4573" y="4846"/>
                      <a:pt x="4461" y="4841"/>
                      <a:pt x="4349" y="4825"/>
                    </a:cubicBezTo>
                    <a:cubicBezTo>
                      <a:pt x="4376" y="4814"/>
                      <a:pt x="4409" y="4798"/>
                      <a:pt x="4431" y="4776"/>
                    </a:cubicBezTo>
                    <a:cubicBezTo>
                      <a:pt x="4463" y="4749"/>
                      <a:pt x="4480" y="4711"/>
                      <a:pt x="4480" y="4673"/>
                    </a:cubicBezTo>
                    <a:cubicBezTo>
                      <a:pt x="4485" y="4662"/>
                      <a:pt x="4485" y="4651"/>
                      <a:pt x="4490" y="4640"/>
                    </a:cubicBezTo>
                    <a:cubicBezTo>
                      <a:pt x="4523" y="4651"/>
                      <a:pt x="4561" y="4651"/>
                      <a:pt x="4605" y="4657"/>
                    </a:cubicBezTo>
                    <a:cubicBezTo>
                      <a:pt x="4686" y="4679"/>
                      <a:pt x="4773" y="4695"/>
                      <a:pt x="4855" y="4706"/>
                    </a:cubicBezTo>
                    <a:cubicBezTo>
                      <a:pt x="4969" y="4712"/>
                      <a:pt x="5082" y="4725"/>
                      <a:pt x="5195" y="4725"/>
                    </a:cubicBezTo>
                    <a:cubicBezTo>
                      <a:pt x="5265" y="4725"/>
                      <a:pt x="5335" y="4720"/>
                      <a:pt x="5404" y="4706"/>
                    </a:cubicBezTo>
                    <a:cubicBezTo>
                      <a:pt x="5588" y="4673"/>
                      <a:pt x="5779" y="4646"/>
                      <a:pt x="5964" y="4602"/>
                    </a:cubicBezTo>
                    <a:cubicBezTo>
                      <a:pt x="6056" y="4581"/>
                      <a:pt x="6143" y="4559"/>
                      <a:pt x="6230" y="4532"/>
                    </a:cubicBezTo>
                    <a:cubicBezTo>
                      <a:pt x="6284" y="4510"/>
                      <a:pt x="6339" y="4483"/>
                      <a:pt x="6393" y="4467"/>
                    </a:cubicBezTo>
                    <a:close/>
                    <a:moveTo>
                      <a:pt x="3945" y="4066"/>
                    </a:moveTo>
                    <a:cubicBezTo>
                      <a:pt x="3971" y="4066"/>
                      <a:pt x="3994" y="4082"/>
                      <a:pt x="4007" y="4108"/>
                    </a:cubicBezTo>
                    <a:cubicBezTo>
                      <a:pt x="4034" y="4151"/>
                      <a:pt x="4034" y="4195"/>
                      <a:pt x="4077" y="4227"/>
                    </a:cubicBezTo>
                    <a:cubicBezTo>
                      <a:pt x="4115" y="4255"/>
                      <a:pt x="4202" y="4255"/>
                      <a:pt x="4262" y="4271"/>
                    </a:cubicBezTo>
                    <a:cubicBezTo>
                      <a:pt x="4295" y="4276"/>
                      <a:pt x="4327" y="4276"/>
                      <a:pt x="4365" y="4276"/>
                    </a:cubicBezTo>
                    <a:cubicBezTo>
                      <a:pt x="4431" y="4276"/>
                      <a:pt x="4452" y="4309"/>
                      <a:pt x="4485" y="4352"/>
                    </a:cubicBezTo>
                    <a:cubicBezTo>
                      <a:pt x="4501" y="4374"/>
                      <a:pt x="4588" y="4472"/>
                      <a:pt x="4572" y="4488"/>
                    </a:cubicBezTo>
                    <a:cubicBezTo>
                      <a:pt x="4566" y="4492"/>
                      <a:pt x="4555" y="4493"/>
                      <a:pt x="4542" y="4493"/>
                    </a:cubicBezTo>
                    <a:cubicBezTo>
                      <a:pt x="4528" y="4493"/>
                      <a:pt x="4513" y="4492"/>
                      <a:pt x="4501" y="4492"/>
                    </a:cubicBezTo>
                    <a:cubicBezTo>
                      <a:pt x="4494" y="4492"/>
                      <a:pt x="4489" y="4492"/>
                      <a:pt x="4485" y="4494"/>
                    </a:cubicBezTo>
                    <a:cubicBezTo>
                      <a:pt x="4458" y="4505"/>
                      <a:pt x="4431" y="4521"/>
                      <a:pt x="4414" y="4548"/>
                    </a:cubicBezTo>
                    <a:cubicBezTo>
                      <a:pt x="4409" y="4559"/>
                      <a:pt x="4403" y="4570"/>
                      <a:pt x="4398" y="4586"/>
                    </a:cubicBezTo>
                    <a:cubicBezTo>
                      <a:pt x="4387" y="4586"/>
                      <a:pt x="4382" y="4597"/>
                      <a:pt x="4393" y="4608"/>
                    </a:cubicBezTo>
                    <a:cubicBezTo>
                      <a:pt x="4382" y="4651"/>
                      <a:pt x="4382" y="4695"/>
                      <a:pt x="4338" y="4722"/>
                    </a:cubicBezTo>
                    <a:cubicBezTo>
                      <a:pt x="4295" y="4744"/>
                      <a:pt x="4257" y="4755"/>
                      <a:pt x="4213" y="4771"/>
                    </a:cubicBezTo>
                    <a:cubicBezTo>
                      <a:pt x="4191" y="4776"/>
                      <a:pt x="4170" y="4793"/>
                      <a:pt x="4148" y="4809"/>
                    </a:cubicBezTo>
                    <a:lnTo>
                      <a:pt x="3963" y="4809"/>
                    </a:lnTo>
                    <a:cubicBezTo>
                      <a:pt x="3898" y="4814"/>
                      <a:pt x="3833" y="4825"/>
                      <a:pt x="3773" y="4852"/>
                    </a:cubicBezTo>
                    <a:lnTo>
                      <a:pt x="3746" y="4863"/>
                    </a:lnTo>
                    <a:lnTo>
                      <a:pt x="3740" y="4863"/>
                    </a:lnTo>
                    <a:cubicBezTo>
                      <a:pt x="3800" y="4831"/>
                      <a:pt x="3838" y="4766"/>
                      <a:pt x="3833" y="4700"/>
                    </a:cubicBezTo>
                    <a:cubicBezTo>
                      <a:pt x="3893" y="4646"/>
                      <a:pt x="3931" y="4575"/>
                      <a:pt x="3947" y="4494"/>
                    </a:cubicBezTo>
                    <a:lnTo>
                      <a:pt x="3941" y="4494"/>
                    </a:lnTo>
                    <a:cubicBezTo>
                      <a:pt x="3958" y="4385"/>
                      <a:pt x="3958" y="4282"/>
                      <a:pt x="3941" y="4173"/>
                    </a:cubicBezTo>
                    <a:cubicBezTo>
                      <a:pt x="3941" y="4140"/>
                      <a:pt x="3936" y="4102"/>
                      <a:pt x="3925" y="4070"/>
                    </a:cubicBezTo>
                    <a:cubicBezTo>
                      <a:pt x="3932" y="4067"/>
                      <a:pt x="3939" y="4066"/>
                      <a:pt x="3945" y="4066"/>
                    </a:cubicBezTo>
                    <a:close/>
                    <a:moveTo>
                      <a:pt x="6714" y="4842"/>
                    </a:moveTo>
                    <a:cubicBezTo>
                      <a:pt x="6719" y="4847"/>
                      <a:pt x="6725" y="4858"/>
                      <a:pt x="6725" y="4869"/>
                    </a:cubicBezTo>
                    <a:cubicBezTo>
                      <a:pt x="6725" y="4896"/>
                      <a:pt x="6719" y="4918"/>
                      <a:pt x="6714" y="4945"/>
                    </a:cubicBezTo>
                    <a:lnTo>
                      <a:pt x="6714" y="4934"/>
                    </a:lnTo>
                    <a:cubicBezTo>
                      <a:pt x="6708" y="4994"/>
                      <a:pt x="6697" y="5054"/>
                      <a:pt x="6687" y="5113"/>
                    </a:cubicBezTo>
                    <a:lnTo>
                      <a:pt x="6616" y="5113"/>
                    </a:lnTo>
                    <a:cubicBezTo>
                      <a:pt x="6556" y="5103"/>
                      <a:pt x="6491" y="5092"/>
                      <a:pt x="6426" y="5092"/>
                    </a:cubicBezTo>
                    <a:cubicBezTo>
                      <a:pt x="6371" y="5103"/>
                      <a:pt x="6317" y="5113"/>
                      <a:pt x="6263" y="5124"/>
                    </a:cubicBezTo>
                    <a:cubicBezTo>
                      <a:pt x="6192" y="5124"/>
                      <a:pt x="6127" y="5113"/>
                      <a:pt x="6056" y="5113"/>
                    </a:cubicBezTo>
                    <a:cubicBezTo>
                      <a:pt x="6006" y="5111"/>
                      <a:pt x="5956" y="5110"/>
                      <a:pt x="5907" y="5110"/>
                    </a:cubicBezTo>
                    <a:cubicBezTo>
                      <a:pt x="5821" y="5110"/>
                      <a:pt x="5734" y="5114"/>
                      <a:pt x="5648" y="5124"/>
                    </a:cubicBezTo>
                    <a:cubicBezTo>
                      <a:pt x="5594" y="5141"/>
                      <a:pt x="5534" y="5146"/>
                      <a:pt x="5474" y="5151"/>
                    </a:cubicBezTo>
                    <a:cubicBezTo>
                      <a:pt x="5415" y="5151"/>
                      <a:pt x="5360" y="5146"/>
                      <a:pt x="5300" y="5146"/>
                    </a:cubicBezTo>
                    <a:cubicBezTo>
                      <a:pt x="5241" y="5151"/>
                      <a:pt x="5170" y="5168"/>
                      <a:pt x="5105" y="5173"/>
                    </a:cubicBezTo>
                    <a:cubicBezTo>
                      <a:pt x="5089" y="5174"/>
                      <a:pt x="5072" y="5175"/>
                      <a:pt x="5056" y="5175"/>
                    </a:cubicBezTo>
                    <a:cubicBezTo>
                      <a:pt x="5026" y="5175"/>
                      <a:pt x="4996" y="5174"/>
                      <a:pt x="4966" y="5174"/>
                    </a:cubicBezTo>
                    <a:cubicBezTo>
                      <a:pt x="4938" y="5174"/>
                      <a:pt x="4910" y="5175"/>
                      <a:pt x="4882" y="5179"/>
                    </a:cubicBezTo>
                    <a:cubicBezTo>
                      <a:pt x="4829" y="5188"/>
                      <a:pt x="4772" y="5196"/>
                      <a:pt x="4717" y="5196"/>
                    </a:cubicBezTo>
                    <a:cubicBezTo>
                      <a:pt x="4705" y="5196"/>
                      <a:pt x="4693" y="5196"/>
                      <a:pt x="4681" y="5195"/>
                    </a:cubicBezTo>
                    <a:cubicBezTo>
                      <a:pt x="4615" y="5184"/>
                      <a:pt x="4550" y="5179"/>
                      <a:pt x="4485" y="5179"/>
                    </a:cubicBezTo>
                    <a:cubicBezTo>
                      <a:pt x="4349" y="5195"/>
                      <a:pt x="4213" y="5195"/>
                      <a:pt x="4077" y="5217"/>
                    </a:cubicBezTo>
                    <a:cubicBezTo>
                      <a:pt x="4001" y="5228"/>
                      <a:pt x="3925" y="5249"/>
                      <a:pt x="3849" y="5255"/>
                    </a:cubicBezTo>
                    <a:cubicBezTo>
                      <a:pt x="3824" y="5257"/>
                      <a:pt x="3800" y="5257"/>
                      <a:pt x="3776" y="5257"/>
                    </a:cubicBezTo>
                    <a:cubicBezTo>
                      <a:pt x="3729" y="5257"/>
                      <a:pt x="3684" y="5255"/>
                      <a:pt x="3637" y="5255"/>
                    </a:cubicBezTo>
                    <a:cubicBezTo>
                      <a:pt x="3624" y="5255"/>
                      <a:pt x="3597" y="5262"/>
                      <a:pt x="3578" y="5262"/>
                    </a:cubicBezTo>
                    <a:cubicBezTo>
                      <a:pt x="3574" y="5262"/>
                      <a:pt x="3570" y="5261"/>
                      <a:pt x="3566" y="5260"/>
                    </a:cubicBezTo>
                    <a:cubicBezTo>
                      <a:pt x="3550" y="5255"/>
                      <a:pt x="3555" y="5238"/>
                      <a:pt x="3545" y="5211"/>
                    </a:cubicBezTo>
                    <a:cubicBezTo>
                      <a:pt x="3528" y="5151"/>
                      <a:pt x="3469" y="5075"/>
                      <a:pt x="3485" y="5010"/>
                    </a:cubicBezTo>
                    <a:cubicBezTo>
                      <a:pt x="3496" y="4961"/>
                      <a:pt x="3550" y="4945"/>
                      <a:pt x="3604" y="4934"/>
                    </a:cubicBezTo>
                    <a:cubicBezTo>
                      <a:pt x="3626" y="4945"/>
                      <a:pt x="3642" y="4950"/>
                      <a:pt x="3664" y="4956"/>
                    </a:cubicBezTo>
                    <a:cubicBezTo>
                      <a:pt x="3683" y="4960"/>
                      <a:pt x="3702" y="4961"/>
                      <a:pt x="3720" y="4961"/>
                    </a:cubicBezTo>
                    <a:cubicBezTo>
                      <a:pt x="3753" y="4961"/>
                      <a:pt x="3785" y="4955"/>
                      <a:pt x="3816" y="4945"/>
                    </a:cubicBezTo>
                    <a:cubicBezTo>
                      <a:pt x="3871" y="4934"/>
                      <a:pt x="3931" y="4923"/>
                      <a:pt x="3990" y="4923"/>
                    </a:cubicBezTo>
                    <a:cubicBezTo>
                      <a:pt x="4045" y="4923"/>
                      <a:pt x="4099" y="4929"/>
                      <a:pt x="4159" y="4929"/>
                    </a:cubicBezTo>
                    <a:cubicBezTo>
                      <a:pt x="4273" y="4929"/>
                      <a:pt x="4387" y="4956"/>
                      <a:pt x="4501" y="4961"/>
                    </a:cubicBezTo>
                    <a:cubicBezTo>
                      <a:pt x="4536" y="4963"/>
                      <a:pt x="4572" y="4963"/>
                      <a:pt x="4608" y="4963"/>
                    </a:cubicBezTo>
                    <a:cubicBezTo>
                      <a:pt x="4694" y="4963"/>
                      <a:pt x="4783" y="4960"/>
                      <a:pt x="4871" y="4956"/>
                    </a:cubicBezTo>
                    <a:cubicBezTo>
                      <a:pt x="4939" y="4956"/>
                      <a:pt x="5013" y="4959"/>
                      <a:pt x="5088" y="4959"/>
                    </a:cubicBezTo>
                    <a:cubicBezTo>
                      <a:pt x="5144" y="4959"/>
                      <a:pt x="5201" y="4957"/>
                      <a:pt x="5257" y="4950"/>
                    </a:cubicBezTo>
                    <a:cubicBezTo>
                      <a:pt x="5382" y="4939"/>
                      <a:pt x="5502" y="4929"/>
                      <a:pt x="5627" y="4912"/>
                    </a:cubicBezTo>
                    <a:cubicBezTo>
                      <a:pt x="5700" y="4906"/>
                      <a:pt x="5773" y="4903"/>
                      <a:pt x="5846" y="4903"/>
                    </a:cubicBezTo>
                    <a:cubicBezTo>
                      <a:pt x="5898" y="4903"/>
                      <a:pt x="5950" y="4905"/>
                      <a:pt x="6002" y="4907"/>
                    </a:cubicBezTo>
                    <a:lnTo>
                      <a:pt x="6170" y="4907"/>
                    </a:lnTo>
                    <a:cubicBezTo>
                      <a:pt x="6230" y="4907"/>
                      <a:pt x="6290" y="4885"/>
                      <a:pt x="6355" y="4885"/>
                    </a:cubicBezTo>
                    <a:cubicBezTo>
                      <a:pt x="6395" y="4885"/>
                      <a:pt x="6442" y="4888"/>
                      <a:pt x="6488" y="4888"/>
                    </a:cubicBezTo>
                    <a:cubicBezTo>
                      <a:pt x="6511" y="4888"/>
                      <a:pt x="6534" y="4887"/>
                      <a:pt x="6556" y="4885"/>
                    </a:cubicBezTo>
                    <a:cubicBezTo>
                      <a:pt x="6578" y="4880"/>
                      <a:pt x="6605" y="4874"/>
                      <a:pt x="6627" y="4869"/>
                    </a:cubicBezTo>
                    <a:lnTo>
                      <a:pt x="6659" y="4858"/>
                    </a:lnTo>
                    <a:cubicBezTo>
                      <a:pt x="6670" y="4858"/>
                      <a:pt x="6681" y="4852"/>
                      <a:pt x="6687" y="4852"/>
                    </a:cubicBezTo>
                    <a:cubicBezTo>
                      <a:pt x="6703" y="4852"/>
                      <a:pt x="6708" y="4852"/>
                      <a:pt x="6708" y="4842"/>
                    </a:cubicBezTo>
                    <a:close/>
                    <a:moveTo>
                      <a:pt x="1811" y="2488"/>
                    </a:moveTo>
                    <a:cubicBezTo>
                      <a:pt x="1827" y="2531"/>
                      <a:pt x="1849" y="2569"/>
                      <a:pt x="1860" y="2613"/>
                    </a:cubicBezTo>
                    <a:cubicBezTo>
                      <a:pt x="1876" y="2678"/>
                      <a:pt x="1903" y="2738"/>
                      <a:pt x="1947" y="2787"/>
                    </a:cubicBezTo>
                    <a:cubicBezTo>
                      <a:pt x="2061" y="2912"/>
                      <a:pt x="2191" y="3026"/>
                      <a:pt x="2332" y="3124"/>
                    </a:cubicBezTo>
                    <a:lnTo>
                      <a:pt x="2528" y="3260"/>
                    </a:lnTo>
                    <a:cubicBezTo>
                      <a:pt x="2561" y="3287"/>
                      <a:pt x="2593" y="3309"/>
                      <a:pt x="2631" y="3330"/>
                    </a:cubicBezTo>
                    <a:cubicBezTo>
                      <a:pt x="2664" y="3341"/>
                      <a:pt x="2697" y="3358"/>
                      <a:pt x="2724" y="3374"/>
                    </a:cubicBezTo>
                    <a:cubicBezTo>
                      <a:pt x="2762" y="3412"/>
                      <a:pt x="2784" y="3461"/>
                      <a:pt x="2789" y="3510"/>
                    </a:cubicBezTo>
                    <a:cubicBezTo>
                      <a:pt x="2805" y="3581"/>
                      <a:pt x="2800" y="3673"/>
                      <a:pt x="2843" y="3738"/>
                    </a:cubicBezTo>
                    <a:lnTo>
                      <a:pt x="2822" y="3733"/>
                    </a:lnTo>
                    <a:cubicBezTo>
                      <a:pt x="2746" y="3716"/>
                      <a:pt x="2669" y="3716"/>
                      <a:pt x="2593" y="3700"/>
                    </a:cubicBezTo>
                    <a:cubicBezTo>
                      <a:pt x="2539" y="3695"/>
                      <a:pt x="2485" y="3667"/>
                      <a:pt x="2436" y="3635"/>
                    </a:cubicBezTo>
                    <a:cubicBezTo>
                      <a:pt x="2414" y="3624"/>
                      <a:pt x="2387" y="3613"/>
                      <a:pt x="2365" y="3602"/>
                    </a:cubicBezTo>
                    <a:cubicBezTo>
                      <a:pt x="2338" y="3586"/>
                      <a:pt x="2311" y="3570"/>
                      <a:pt x="2289" y="3548"/>
                    </a:cubicBezTo>
                    <a:cubicBezTo>
                      <a:pt x="2235" y="3499"/>
                      <a:pt x="2180" y="3445"/>
                      <a:pt x="2137" y="3385"/>
                    </a:cubicBezTo>
                    <a:cubicBezTo>
                      <a:pt x="2088" y="3330"/>
                      <a:pt x="2033" y="3292"/>
                      <a:pt x="1968" y="3260"/>
                    </a:cubicBezTo>
                    <a:cubicBezTo>
                      <a:pt x="1966" y="3259"/>
                      <a:pt x="1964" y="3259"/>
                      <a:pt x="1962" y="3259"/>
                    </a:cubicBezTo>
                    <a:cubicBezTo>
                      <a:pt x="1949" y="3259"/>
                      <a:pt x="1943" y="3272"/>
                      <a:pt x="1952" y="3282"/>
                    </a:cubicBezTo>
                    <a:cubicBezTo>
                      <a:pt x="2006" y="3336"/>
                      <a:pt x="2050" y="3390"/>
                      <a:pt x="2082" y="3455"/>
                    </a:cubicBezTo>
                    <a:cubicBezTo>
                      <a:pt x="2110" y="3510"/>
                      <a:pt x="2142" y="3559"/>
                      <a:pt x="2180" y="3597"/>
                    </a:cubicBezTo>
                    <a:cubicBezTo>
                      <a:pt x="2256" y="3667"/>
                      <a:pt x="2338" y="3733"/>
                      <a:pt x="2425" y="3793"/>
                    </a:cubicBezTo>
                    <a:cubicBezTo>
                      <a:pt x="2528" y="3863"/>
                      <a:pt x="2664" y="3858"/>
                      <a:pt x="2778" y="3885"/>
                    </a:cubicBezTo>
                    <a:cubicBezTo>
                      <a:pt x="2914" y="3912"/>
                      <a:pt x="3045" y="3950"/>
                      <a:pt x="3170" y="3994"/>
                    </a:cubicBezTo>
                    <a:cubicBezTo>
                      <a:pt x="3273" y="4037"/>
                      <a:pt x="3376" y="4064"/>
                      <a:pt x="3485" y="4070"/>
                    </a:cubicBezTo>
                    <a:cubicBezTo>
                      <a:pt x="3545" y="4070"/>
                      <a:pt x="3610" y="4064"/>
                      <a:pt x="3670" y="4048"/>
                    </a:cubicBezTo>
                    <a:cubicBezTo>
                      <a:pt x="3692" y="4044"/>
                      <a:pt x="3709" y="4035"/>
                      <a:pt x="3728" y="4035"/>
                    </a:cubicBezTo>
                    <a:cubicBezTo>
                      <a:pt x="3737" y="4035"/>
                      <a:pt x="3746" y="4037"/>
                      <a:pt x="3757" y="4043"/>
                    </a:cubicBezTo>
                    <a:cubicBezTo>
                      <a:pt x="3784" y="4053"/>
                      <a:pt x="3806" y="4075"/>
                      <a:pt x="3811" y="4102"/>
                    </a:cubicBezTo>
                    <a:cubicBezTo>
                      <a:pt x="3844" y="4195"/>
                      <a:pt x="3816" y="4303"/>
                      <a:pt x="3811" y="4396"/>
                    </a:cubicBezTo>
                    <a:cubicBezTo>
                      <a:pt x="3789" y="4510"/>
                      <a:pt x="3740" y="4619"/>
                      <a:pt x="3675" y="4717"/>
                    </a:cubicBezTo>
                    <a:cubicBezTo>
                      <a:pt x="3632" y="4733"/>
                      <a:pt x="3588" y="4744"/>
                      <a:pt x="3545" y="4755"/>
                    </a:cubicBezTo>
                    <a:cubicBezTo>
                      <a:pt x="3468" y="4773"/>
                      <a:pt x="3392" y="4783"/>
                      <a:pt x="3315" y="4783"/>
                    </a:cubicBezTo>
                    <a:cubicBezTo>
                      <a:pt x="3299" y="4783"/>
                      <a:pt x="3283" y="4783"/>
                      <a:pt x="3267" y="4782"/>
                    </a:cubicBezTo>
                    <a:lnTo>
                      <a:pt x="3267" y="4787"/>
                    </a:lnTo>
                    <a:cubicBezTo>
                      <a:pt x="3170" y="4787"/>
                      <a:pt x="3077" y="4776"/>
                      <a:pt x="2985" y="4766"/>
                    </a:cubicBezTo>
                    <a:cubicBezTo>
                      <a:pt x="2881" y="4755"/>
                      <a:pt x="2784" y="4733"/>
                      <a:pt x="2686" y="4695"/>
                    </a:cubicBezTo>
                    <a:cubicBezTo>
                      <a:pt x="2604" y="4668"/>
                      <a:pt x="2523" y="4646"/>
                      <a:pt x="2441" y="4619"/>
                    </a:cubicBezTo>
                    <a:cubicBezTo>
                      <a:pt x="2354" y="4586"/>
                      <a:pt x="2273" y="4543"/>
                      <a:pt x="2202" y="4483"/>
                    </a:cubicBezTo>
                    <a:cubicBezTo>
                      <a:pt x="2169" y="4456"/>
                      <a:pt x="2126" y="4439"/>
                      <a:pt x="2093" y="4412"/>
                    </a:cubicBezTo>
                    <a:cubicBezTo>
                      <a:pt x="2050" y="4380"/>
                      <a:pt x="2017" y="4342"/>
                      <a:pt x="1985" y="4298"/>
                    </a:cubicBezTo>
                    <a:cubicBezTo>
                      <a:pt x="1930" y="4227"/>
                      <a:pt x="1870" y="4162"/>
                      <a:pt x="1811" y="4097"/>
                    </a:cubicBezTo>
                    <a:cubicBezTo>
                      <a:pt x="1804" y="4089"/>
                      <a:pt x="1795" y="4085"/>
                      <a:pt x="1787" y="4085"/>
                    </a:cubicBezTo>
                    <a:cubicBezTo>
                      <a:pt x="1761" y="4085"/>
                      <a:pt x="1736" y="4116"/>
                      <a:pt x="1756" y="4140"/>
                    </a:cubicBezTo>
                    <a:cubicBezTo>
                      <a:pt x="1816" y="4233"/>
                      <a:pt x="1865" y="4331"/>
                      <a:pt x="1936" y="4423"/>
                    </a:cubicBezTo>
                    <a:cubicBezTo>
                      <a:pt x="2006" y="4494"/>
                      <a:pt x="2082" y="4564"/>
                      <a:pt x="2164" y="4624"/>
                    </a:cubicBezTo>
                    <a:cubicBezTo>
                      <a:pt x="2245" y="4689"/>
                      <a:pt x="2338" y="4733"/>
                      <a:pt x="2436" y="4760"/>
                    </a:cubicBezTo>
                    <a:cubicBezTo>
                      <a:pt x="2544" y="4793"/>
                      <a:pt x="2642" y="4836"/>
                      <a:pt x="2751" y="4869"/>
                    </a:cubicBezTo>
                    <a:cubicBezTo>
                      <a:pt x="2800" y="4880"/>
                      <a:pt x="2849" y="4891"/>
                      <a:pt x="2903" y="4901"/>
                    </a:cubicBezTo>
                    <a:cubicBezTo>
                      <a:pt x="2903" y="4945"/>
                      <a:pt x="2909" y="4988"/>
                      <a:pt x="2909" y="5037"/>
                    </a:cubicBezTo>
                    <a:cubicBezTo>
                      <a:pt x="2909" y="5103"/>
                      <a:pt x="2903" y="5162"/>
                      <a:pt x="2903" y="5228"/>
                    </a:cubicBezTo>
                    <a:cubicBezTo>
                      <a:pt x="2909" y="5287"/>
                      <a:pt x="2903" y="5353"/>
                      <a:pt x="2887" y="5412"/>
                    </a:cubicBezTo>
                    <a:cubicBezTo>
                      <a:pt x="2876" y="5461"/>
                      <a:pt x="2871" y="5505"/>
                      <a:pt x="2865" y="5548"/>
                    </a:cubicBezTo>
                    <a:cubicBezTo>
                      <a:pt x="2833" y="5554"/>
                      <a:pt x="2805" y="5565"/>
                      <a:pt x="2778" y="5570"/>
                    </a:cubicBezTo>
                    <a:cubicBezTo>
                      <a:pt x="2758" y="5576"/>
                      <a:pt x="2738" y="5578"/>
                      <a:pt x="2718" y="5578"/>
                    </a:cubicBezTo>
                    <a:cubicBezTo>
                      <a:pt x="2658" y="5578"/>
                      <a:pt x="2601" y="5558"/>
                      <a:pt x="2540" y="5558"/>
                    </a:cubicBezTo>
                    <a:cubicBezTo>
                      <a:pt x="2531" y="5558"/>
                      <a:pt x="2521" y="5558"/>
                      <a:pt x="2512" y="5559"/>
                    </a:cubicBezTo>
                    <a:cubicBezTo>
                      <a:pt x="2468" y="5565"/>
                      <a:pt x="2430" y="5581"/>
                      <a:pt x="2387" y="5586"/>
                    </a:cubicBezTo>
                    <a:lnTo>
                      <a:pt x="2251" y="5586"/>
                    </a:lnTo>
                    <a:cubicBezTo>
                      <a:pt x="2148" y="5581"/>
                      <a:pt x="2039" y="5581"/>
                      <a:pt x="1930" y="5581"/>
                    </a:cubicBezTo>
                    <a:cubicBezTo>
                      <a:pt x="1894" y="5579"/>
                      <a:pt x="1858" y="5577"/>
                      <a:pt x="1822" y="5577"/>
                    </a:cubicBezTo>
                    <a:cubicBezTo>
                      <a:pt x="1771" y="5577"/>
                      <a:pt x="1720" y="5580"/>
                      <a:pt x="1669" y="5586"/>
                    </a:cubicBezTo>
                    <a:cubicBezTo>
                      <a:pt x="1626" y="5597"/>
                      <a:pt x="1577" y="5603"/>
                      <a:pt x="1533" y="5608"/>
                    </a:cubicBezTo>
                    <a:cubicBezTo>
                      <a:pt x="1490" y="5608"/>
                      <a:pt x="1446" y="5601"/>
                      <a:pt x="1400" y="5601"/>
                    </a:cubicBezTo>
                    <a:cubicBezTo>
                      <a:pt x="1389" y="5601"/>
                      <a:pt x="1377" y="5602"/>
                      <a:pt x="1365" y="5603"/>
                    </a:cubicBezTo>
                    <a:cubicBezTo>
                      <a:pt x="1308" y="5603"/>
                      <a:pt x="1260" y="5621"/>
                      <a:pt x="1210" y="5621"/>
                    </a:cubicBezTo>
                    <a:cubicBezTo>
                      <a:pt x="1193" y="5621"/>
                      <a:pt x="1176" y="5619"/>
                      <a:pt x="1158" y="5613"/>
                    </a:cubicBezTo>
                    <a:cubicBezTo>
                      <a:pt x="1120" y="5603"/>
                      <a:pt x="1077" y="5597"/>
                      <a:pt x="1033" y="5597"/>
                    </a:cubicBezTo>
                    <a:cubicBezTo>
                      <a:pt x="1020" y="5599"/>
                      <a:pt x="1005" y="5601"/>
                      <a:pt x="991" y="5601"/>
                    </a:cubicBezTo>
                    <a:cubicBezTo>
                      <a:pt x="970" y="5601"/>
                      <a:pt x="949" y="5598"/>
                      <a:pt x="930" y="5592"/>
                    </a:cubicBezTo>
                    <a:cubicBezTo>
                      <a:pt x="789" y="5521"/>
                      <a:pt x="789" y="5298"/>
                      <a:pt x="756" y="5168"/>
                    </a:cubicBezTo>
                    <a:cubicBezTo>
                      <a:pt x="740" y="5075"/>
                      <a:pt x="734" y="4983"/>
                      <a:pt x="745" y="4891"/>
                    </a:cubicBezTo>
                    <a:cubicBezTo>
                      <a:pt x="734" y="4787"/>
                      <a:pt x="734" y="4689"/>
                      <a:pt x="745" y="4586"/>
                    </a:cubicBezTo>
                    <a:cubicBezTo>
                      <a:pt x="783" y="4390"/>
                      <a:pt x="772" y="4189"/>
                      <a:pt x="816" y="3994"/>
                    </a:cubicBezTo>
                    <a:cubicBezTo>
                      <a:pt x="859" y="3809"/>
                      <a:pt x="914" y="3624"/>
                      <a:pt x="979" y="3445"/>
                    </a:cubicBezTo>
                    <a:cubicBezTo>
                      <a:pt x="1050" y="3238"/>
                      <a:pt x="1169" y="3053"/>
                      <a:pt x="1327" y="2901"/>
                    </a:cubicBezTo>
                    <a:cubicBezTo>
                      <a:pt x="1408" y="2830"/>
                      <a:pt x="1490" y="2749"/>
                      <a:pt x="1571" y="2678"/>
                    </a:cubicBezTo>
                    <a:cubicBezTo>
                      <a:pt x="1615" y="2646"/>
                      <a:pt x="1664" y="2613"/>
                      <a:pt x="1707" y="2575"/>
                    </a:cubicBezTo>
                    <a:cubicBezTo>
                      <a:pt x="1740" y="2542"/>
                      <a:pt x="1773" y="2515"/>
                      <a:pt x="1811" y="2488"/>
                    </a:cubicBezTo>
                    <a:close/>
                    <a:moveTo>
                      <a:pt x="6456" y="5258"/>
                    </a:moveTo>
                    <a:cubicBezTo>
                      <a:pt x="6484" y="5258"/>
                      <a:pt x="6512" y="5263"/>
                      <a:pt x="6540" y="5271"/>
                    </a:cubicBezTo>
                    <a:cubicBezTo>
                      <a:pt x="6540" y="5331"/>
                      <a:pt x="6545" y="5385"/>
                      <a:pt x="6545" y="5445"/>
                    </a:cubicBezTo>
                    <a:cubicBezTo>
                      <a:pt x="6529" y="5440"/>
                      <a:pt x="6518" y="5434"/>
                      <a:pt x="6502" y="5434"/>
                    </a:cubicBezTo>
                    <a:cubicBezTo>
                      <a:pt x="6469" y="5434"/>
                      <a:pt x="6436" y="5440"/>
                      <a:pt x="6404" y="5445"/>
                    </a:cubicBezTo>
                    <a:cubicBezTo>
                      <a:pt x="6339" y="5456"/>
                      <a:pt x="6268" y="5467"/>
                      <a:pt x="6203" y="5472"/>
                    </a:cubicBezTo>
                    <a:cubicBezTo>
                      <a:pt x="6061" y="5483"/>
                      <a:pt x="5920" y="5472"/>
                      <a:pt x="5784" y="5499"/>
                    </a:cubicBezTo>
                    <a:cubicBezTo>
                      <a:pt x="5703" y="5516"/>
                      <a:pt x="5621" y="5527"/>
                      <a:pt x="5540" y="5532"/>
                    </a:cubicBezTo>
                    <a:cubicBezTo>
                      <a:pt x="5474" y="5532"/>
                      <a:pt x="5409" y="5532"/>
                      <a:pt x="5349" y="5537"/>
                    </a:cubicBezTo>
                    <a:cubicBezTo>
                      <a:pt x="5284" y="5543"/>
                      <a:pt x="5224" y="5559"/>
                      <a:pt x="5164" y="5565"/>
                    </a:cubicBezTo>
                    <a:cubicBezTo>
                      <a:pt x="5145" y="5566"/>
                      <a:pt x="5123" y="5567"/>
                      <a:pt x="5100" y="5567"/>
                    </a:cubicBezTo>
                    <a:cubicBezTo>
                      <a:pt x="5055" y="5567"/>
                      <a:pt x="5005" y="5565"/>
                      <a:pt x="4958" y="5565"/>
                    </a:cubicBezTo>
                    <a:cubicBezTo>
                      <a:pt x="4800" y="5565"/>
                      <a:pt x="4648" y="5575"/>
                      <a:pt x="4496" y="5597"/>
                    </a:cubicBezTo>
                    <a:cubicBezTo>
                      <a:pt x="4425" y="5600"/>
                      <a:pt x="4355" y="5601"/>
                      <a:pt x="4283" y="5601"/>
                    </a:cubicBezTo>
                    <a:cubicBezTo>
                      <a:pt x="4212" y="5601"/>
                      <a:pt x="4140" y="5600"/>
                      <a:pt x="4066" y="5597"/>
                    </a:cubicBezTo>
                    <a:cubicBezTo>
                      <a:pt x="4043" y="5595"/>
                      <a:pt x="4019" y="5594"/>
                      <a:pt x="3995" y="5594"/>
                    </a:cubicBezTo>
                    <a:cubicBezTo>
                      <a:pt x="3953" y="5594"/>
                      <a:pt x="3912" y="5598"/>
                      <a:pt x="3871" y="5608"/>
                    </a:cubicBezTo>
                    <a:cubicBezTo>
                      <a:pt x="3845" y="5613"/>
                      <a:pt x="3817" y="5622"/>
                      <a:pt x="3794" y="5622"/>
                    </a:cubicBezTo>
                    <a:cubicBezTo>
                      <a:pt x="3769" y="5622"/>
                      <a:pt x="3749" y="5612"/>
                      <a:pt x="3740" y="5575"/>
                    </a:cubicBezTo>
                    <a:cubicBezTo>
                      <a:pt x="3735" y="5516"/>
                      <a:pt x="3735" y="5450"/>
                      <a:pt x="3735" y="5391"/>
                    </a:cubicBezTo>
                    <a:lnTo>
                      <a:pt x="3735" y="5391"/>
                    </a:lnTo>
                    <a:cubicBezTo>
                      <a:pt x="3754" y="5392"/>
                      <a:pt x="3773" y="5393"/>
                      <a:pt x="3791" y="5393"/>
                    </a:cubicBezTo>
                    <a:cubicBezTo>
                      <a:pt x="3835" y="5393"/>
                      <a:pt x="3877" y="5389"/>
                      <a:pt x="3920" y="5385"/>
                    </a:cubicBezTo>
                    <a:cubicBezTo>
                      <a:pt x="4012" y="5369"/>
                      <a:pt x="4099" y="5347"/>
                      <a:pt x="4186" y="5342"/>
                    </a:cubicBezTo>
                    <a:cubicBezTo>
                      <a:pt x="4278" y="5336"/>
                      <a:pt x="4365" y="5342"/>
                      <a:pt x="4452" y="5331"/>
                    </a:cubicBezTo>
                    <a:cubicBezTo>
                      <a:pt x="4479" y="5327"/>
                      <a:pt x="4506" y="5325"/>
                      <a:pt x="4532" y="5325"/>
                    </a:cubicBezTo>
                    <a:cubicBezTo>
                      <a:pt x="4579" y="5325"/>
                      <a:pt x="4626" y="5331"/>
                      <a:pt x="4675" y="5342"/>
                    </a:cubicBezTo>
                    <a:cubicBezTo>
                      <a:pt x="4751" y="5342"/>
                      <a:pt x="4827" y="5336"/>
                      <a:pt x="4904" y="5320"/>
                    </a:cubicBezTo>
                    <a:cubicBezTo>
                      <a:pt x="4920" y="5319"/>
                      <a:pt x="4936" y="5318"/>
                      <a:pt x="4952" y="5318"/>
                    </a:cubicBezTo>
                    <a:cubicBezTo>
                      <a:pt x="4996" y="5318"/>
                      <a:pt x="5039" y="5322"/>
                      <a:pt x="5081" y="5322"/>
                    </a:cubicBezTo>
                    <a:cubicBezTo>
                      <a:pt x="5096" y="5322"/>
                      <a:pt x="5112" y="5321"/>
                      <a:pt x="5126" y="5320"/>
                    </a:cubicBezTo>
                    <a:cubicBezTo>
                      <a:pt x="5208" y="5309"/>
                      <a:pt x="5290" y="5304"/>
                      <a:pt x="5371" y="5304"/>
                    </a:cubicBezTo>
                    <a:cubicBezTo>
                      <a:pt x="5404" y="5306"/>
                      <a:pt x="5436" y="5308"/>
                      <a:pt x="5469" y="5308"/>
                    </a:cubicBezTo>
                    <a:cubicBezTo>
                      <a:pt x="5502" y="5308"/>
                      <a:pt x="5534" y="5306"/>
                      <a:pt x="5567" y="5304"/>
                    </a:cubicBezTo>
                    <a:cubicBezTo>
                      <a:pt x="5643" y="5287"/>
                      <a:pt x="5714" y="5276"/>
                      <a:pt x="5790" y="5276"/>
                    </a:cubicBezTo>
                    <a:lnTo>
                      <a:pt x="6067" y="5276"/>
                    </a:lnTo>
                    <a:cubicBezTo>
                      <a:pt x="6124" y="5280"/>
                      <a:pt x="6182" y="5284"/>
                      <a:pt x="6240" y="5284"/>
                    </a:cubicBezTo>
                    <a:cubicBezTo>
                      <a:pt x="6264" y="5284"/>
                      <a:pt x="6288" y="5284"/>
                      <a:pt x="6311" y="5282"/>
                    </a:cubicBezTo>
                    <a:cubicBezTo>
                      <a:pt x="6349" y="5276"/>
                      <a:pt x="6388" y="5271"/>
                      <a:pt x="6426" y="5260"/>
                    </a:cubicBezTo>
                    <a:cubicBezTo>
                      <a:pt x="6436" y="5259"/>
                      <a:pt x="6446" y="5258"/>
                      <a:pt x="6456" y="5258"/>
                    </a:cubicBezTo>
                    <a:close/>
                    <a:moveTo>
                      <a:pt x="419" y="3803"/>
                    </a:moveTo>
                    <a:cubicBezTo>
                      <a:pt x="435" y="3885"/>
                      <a:pt x="452" y="3966"/>
                      <a:pt x="463" y="4053"/>
                    </a:cubicBezTo>
                    <a:cubicBezTo>
                      <a:pt x="473" y="4146"/>
                      <a:pt x="468" y="4249"/>
                      <a:pt x="490" y="4342"/>
                    </a:cubicBezTo>
                    <a:cubicBezTo>
                      <a:pt x="501" y="4418"/>
                      <a:pt x="511" y="4499"/>
                      <a:pt x="528" y="4575"/>
                    </a:cubicBezTo>
                    <a:cubicBezTo>
                      <a:pt x="533" y="4624"/>
                      <a:pt x="555" y="4668"/>
                      <a:pt x="588" y="4706"/>
                    </a:cubicBezTo>
                    <a:cubicBezTo>
                      <a:pt x="588" y="4825"/>
                      <a:pt x="588" y="4939"/>
                      <a:pt x="588" y="5059"/>
                    </a:cubicBezTo>
                    <a:cubicBezTo>
                      <a:pt x="588" y="5141"/>
                      <a:pt x="598" y="5228"/>
                      <a:pt x="615" y="5309"/>
                    </a:cubicBezTo>
                    <a:cubicBezTo>
                      <a:pt x="626" y="5407"/>
                      <a:pt x="658" y="5505"/>
                      <a:pt x="707" y="5592"/>
                    </a:cubicBezTo>
                    <a:cubicBezTo>
                      <a:pt x="723" y="5613"/>
                      <a:pt x="734" y="5641"/>
                      <a:pt x="756" y="5662"/>
                    </a:cubicBezTo>
                    <a:lnTo>
                      <a:pt x="745" y="5662"/>
                    </a:lnTo>
                    <a:cubicBezTo>
                      <a:pt x="691" y="5662"/>
                      <a:pt x="636" y="5668"/>
                      <a:pt x="582" y="5679"/>
                    </a:cubicBezTo>
                    <a:cubicBezTo>
                      <a:pt x="569" y="5682"/>
                      <a:pt x="555" y="5683"/>
                      <a:pt x="542" y="5683"/>
                    </a:cubicBezTo>
                    <a:cubicBezTo>
                      <a:pt x="460" y="5683"/>
                      <a:pt x="390" y="5627"/>
                      <a:pt x="376" y="5543"/>
                    </a:cubicBezTo>
                    <a:cubicBezTo>
                      <a:pt x="365" y="5488"/>
                      <a:pt x="365" y="5440"/>
                      <a:pt x="348" y="5391"/>
                    </a:cubicBezTo>
                    <a:cubicBezTo>
                      <a:pt x="327" y="5331"/>
                      <a:pt x="299" y="5276"/>
                      <a:pt x="283" y="5211"/>
                    </a:cubicBezTo>
                    <a:cubicBezTo>
                      <a:pt x="261" y="5092"/>
                      <a:pt x="240" y="4972"/>
                      <a:pt x="234" y="4847"/>
                    </a:cubicBezTo>
                    <a:cubicBezTo>
                      <a:pt x="223" y="4733"/>
                      <a:pt x="196" y="4619"/>
                      <a:pt x="185" y="4499"/>
                    </a:cubicBezTo>
                    <a:cubicBezTo>
                      <a:pt x="180" y="4439"/>
                      <a:pt x="180" y="4385"/>
                      <a:pt x="169" y="4325"/>
                    </a:cubicBezTo>
                    <a:cubicBezTo>
                      <a:pt x="153" y="4260"/>
                      <a:pt x="136" y="4195"/>
                      <a:pt x="131" y="4130"/>
                    </a:cubicBezTo>
                    <a:cubicBezTo>
                      <a:pt x="126" y="4064"/>
                      <a:pt x="131" y="4005"/>
                      <a:pt x="131" y="3945"/>
                    </a:cubicBezTo>
                    <a:cubicBezTo>
                      <a:pt x="131" y="3879"/>
                      <a:pt x="131" y="3885"/>
                      <a:pt x="180" y="3869"/>
                    </a:cubicBezTo>
                    <a:cubicBezTo>
                      <a:pt x="234" y="3847"/>
                      <a:pt x="289" y="3836"/>
                      <a:pt x="348" y="3831"/>
                    </a:cubicBezTo>
                    <a:cubicBezTo>
                      <a:pt x="370" y="3825"/>
                      <a:pt x="397" y="3814"/>
                      <a:pt x="419" y="3803"/>
                    </a:cubicBezTo>
                    <a:close/>
                    <a:moveTo>
                      <a:pt x="2662" y="1"/>
                    </a:moveTo>
                    <a:cubicBezTo>
                      <a:pt x="2649" y="1"/>
                      <a:pt x="2635" y="2"/>
                      <a:pt x="2621" y="4"/>
                    </a:cubicBezTo>
                    <a:cubicBezTo>
                      <a:pt x="2534" y="15"/>
                      <a:pt x="2452" y="58"/>
                      <a:pt x="2392" y="118"/>
                    </a:cubicBezTo>
                    <a:lnTo>
                      <a:pt x="2376" y="118"/>
                    </a:lnTo>
                    <a:cubicBezTo>
                      <a:pt x="2338" y="123"/>
                      <a:pt x="2305" y="134"/>
                      <a:pt x="2273" y="151"/>
                    </a:cubicBezTo>
                    <a:cubicBezTo>
                      <a:pt x="2235" y="161"/>
                      <a:pt x="2197" y="161"/>
                      <a:pt x="2158" y="178"/>
                    </a:cubicBezTo>
                    <a:cubicBezTo>
                      <a:pt x="2131" y="189"/>
                      <a:pt x="2104" y="210"/>
                      <a:pt x="2082" y="237"/>
                    </a:cubicBezTo>
                    <a:cubicBezTo>
                      <a:pt x="2050" y="265"/>
                      <a:pt x="2012" y="286"/>
                      <a:pt x="1979" y="314"/>
                    </a:cubicBezTo>
                    <a:cubicBezTo>
                      <a:pt x="1908" y="368"/>
                      <a:pt x="1854" y="433"/>
                      <a:pt x="1805" y="509"/>
                    </a:cubicBezTo>
                    <a:cubicBezTo>
                      <a:pt x="1718" y="640"/>
                      <a:pt x="1637" y="803"/>
                      <a:pt x="1669" y="966"/>
                    </a:cubicBezTo>
                    <a:cubicBezTo>
                      <a:pt x="1680" y="1031"/>
                      <a:pt x="1713" y="1096"/>
                      <a:pt x="1756" y="1151"/>
                    </a:cubicBezTo>
                    <a:cubicBezTo>
                      <a:pt x="1729" y="1210"/>
                      <a:pt x="1696" y="1270"/>
                      <a:pt x="1664" y="1330"/>
                    </a:cubicBezTo>
                    <a:cubicBezTo>
                      <a:pt x="1599" y="1428"/>
                      <a:pt x="1561" y="1542"/>
                      <a:pt x="1550" y="1656"/>
                    </a:cubicBezTo>
                    <a:cubicBezTo>
                      <a:pt x="1544" y="1770"/>
                      <a:pt x="1593" y="1885"/>
                      <a:pt x="1686" y="1955"/>
                    </a:cubicBezTo>
                    <a:cubicBezTo>
                      <a:pt x="1686" y="2015"/>
                      <a:pt x="1702" y="2069"/>
                      <a:pt x="1729" y="2124"/>
                    </a:cubicBezTo>
                    <a:cubicBezTo>
                      <a:pt x="1756" y="2178"/>
                      <a:pt x="1800" y="2222"/>
                      <a:pt x="1854" y="2249"/>
                    </a:cubicBezTo>
                    <a:cubicBezTo>
                      <a:pt x="1838" y="2298"/>
                      <a:pt x="1816" y="2347"/>
                      <a:pt x="1800" y="2396"/>
                    </a:cubicBezTo>
                    <a:cubicBezTo>
                      <a:pt x="1794" y="2406"/>
                      <a:pt x="1794" y="2417"/>
                      <a:pt x="1800" y="2428"/>
                    </a:cubicBezTo>
                    <a:cubicBezTo>
                      <a:pt x="1735" y="2444"/>
                      <a:pt x="1669" y="2477"/>
                      <a:pt x="1620" y="2521"/>
                    </a:cubicBezTo>
                    <a:cubicBezTo>
                      <a:pt x="1533" y="2580"/>
                      <a:pt x="1446" y="2651"/>
                      <a:pt x="1370" y="2722"/>
                    </a:cubicBezTo>
                    <a:cubicBezTo>
                      <a:pt x="1289" y="2787"/>
                      <a:pt x="1218" y="2852"/>
                      <a:pt x="1142" y="2928"/>
                    </a:cubicBezTo>
                    <a:cubicBezTo>
                      <a:pt x="1077" y="3004"/>
                      <a:pt x="1017" y="3091"/>
                      <a:pt x="968" y="3184"/>
                    </a:cubicBezTo>
                    <a:cubicBezTo>
                      <a:pt x="870" y="3374"/>
                      <a:pt x="794" y="3570"/>
                      <a:pt x="745" y="3776"/>
                    </a:cubicBezTo>
                    <a:cubicBezTo>
                      <a:pt x="680" y="3988"/>
                      <a:pt x="642" y="4206"/>
                      <a:pt x="631" y="4428"/>
                    </a:cubicBezTo>
                    <a:cubicBezTo>
                      <a:pt x="631" y="4445"/>
                      <a:pt x="631" y="4461"/>
                      <a:pt x="626" y="4472"/>
                    </a:cubicBezTo>
                    <a:cubicBezTo>
                      <a:pt x="626" y="4401"/>
                      <a:pt x="615" y="4325"/>
                      <a:pt x="615" y="4249"/>
                    </a:cubicBezTo>
                    <a:cubicBezTo>
                      <a:pt x="615" y="4070"/>
                      <a:pt x="560" y="3896"/>
                      <a:pt x="528" y="3716"/>
                    </a:cubicBezTo>
                    <a:cubicBezTo>
                      <a:pt x="523" y="3688"/>
                      <a:pt x="493" y="3672"/>
                      <a:pt x="468" y="3672"/>
                    </a:cubicBezTo>
                    <a:cubicBezTo>
                      <a:pt x="464" y="3672"/>
                      <a:pt x="461" y="3672"/>
                      <a:pt x="457" y="3673"/>
                    </a:cubicBezTo>
                    <a:cubicBezTo>
                      <a:pt x="403" y="3684"/>
                      <a:pt x="370" y="3716"/>
                      <a:pt x="321" y="3722"/>
                    </a:cubicBezTo>
                    <a:cubicBezTo>
                      <a:pt x="261" y="3733"/>
                      <a:pt x="207" y="3744"/>
                      <a:pt x="153" y="3765"/>
                    </a:cubicBezTo>
                    <a:cubicBezTo>
                      <a:pt x="82" y="3787"/>
                      <a:pt x="22" y="3814"/>
                      <a:pt x="11" y="3901"/>
                    </a:cubicBezTo>
                    <a:cubicBezTo>
                      <a:pt x="0" y="4015"/>
                      <a:pt x="6" y="4130"/>
                      <a:pt x="28" y="4244"/>
                    </a:cubicBezTo>
                    <a:cubicBezTo>
                      <a:pt x="44" y="4309"/>
                      <a:pt x="55" y="4374"/>
                      <a:pt x="60" y="4439"/>
                    </a:cubicBezTo>
                    <a:cubicBezTo>
                      <a:pt x="66" y="4499"/>
                      <a:pt x="71" y="4559"/>
                      <a:pt x="82" y="4619"/>
                    </a:cubicBezTo>
                    <a:cubicBezTo>
                      <a:pt x="98" y="4744"/>
                      <a:pt x="98" y="4869"/>
                      <a:pt x="120" y="4994"/>
                    </a:cubicBezTo>
                    <a:cubicBezTo>
                      <a:pt x="136" y="5113"/>
                      <a:pt x="158" y="5238"/>
                      <a:pt x="191" y="5358"/>
                    </a:cubicBezTo>
                    <a:cubicBezTo>
                      <a:pt x="212" y="5418"/>
                      <a:pt x="229" y="5478"/>
                      <a:pt x="234" y="5537"/>
                    </a:cubicBezTo>
                    <a:cubicBezTo>
                      <a:pt x="240" y="5586"/>
                      <a:pt x="256" y="5641"/>
                      <a:pt x="278" y="5684"/>
                    </a:cubicBezTo>
                    <a:cubicBezTo>
                      <a:pt x="316" y="5766"/>
                      <a:pt x="392" y="5820"/>
                      <a:pt x="479" y="5842"/>
                    </a:cubicBezTo>
                    <a:cubicBezTo>
                      <a:pt x="499" y="5844"/>
                      <a:pt x="519" y="5845"/>
                      <a:pt x="538" y="5845"/>
                    </a:cubicBezTo>
                    <a:cubicBezTo>
                      <a:pt x="572" y="5845"/>
                      <a:pt x="605" y="5841"/>
                      <a:pt x="636" y="5831"/>
                    </a:cubicBezTo>
                    <a:cubicBezTo>
                      <a:pt x="664" y="5828"/>
                      <a:pt x="691" y="5827"/>
                      <a:pt x="718" y="5827"/>
                    </a:cubicBezTo>
                    <a:cubicBezTo>
                      <a:pt x="745" y="5827"/>
                      <a:pt x="772" y="5828"/>
                      <a:pt x="800" y="5831"/>
                    </a:cubicBezTo>
                    <a:cubicBezTo>
                      <a:pt x="843" y="5831"/>
                      <a:pt x="881" y="5809"/>
                      <a:pt x="914" y="5777"/>
                    </a:cubicBezTo>
                    <a:cubicBezTo>
                      <a:pt x="946" y="5785"/>
                      <a:pt x="980" y="5785"/>
                      <a:pt x="1014" y="5785"/>
                    </a:cubicBezTo>
                    <a:cubicBezTo>
                      <a:pt x="1048" y="5785"/>
                      <a:pt x="1082" y="5785"/>
                      <a:pt x="1115" y="5793"/>
                    </a:cubicBezTo>
                    <a:cubicBezTo>
                      <a:pt x="1148" y="5802"/>
                      <a:pt x="1182" y="5807"/>
                      <a:pt x="1215" y="5807"/>
                    </a:cubicBezTo>
                    <a:cubicBezTo>
                      <a:pt x="1258" y="5807"/>
                      <a:pt x="1300" y="5800"/>
                      <a:pt x="1343" y="5787"/>
                    </a:cubicBezTo>
                    <a:cubicBezTo>
                      <a:pt x="1374" y="5781"/>
                      <a:pt x="1405" y="5779"/>
                      <a:pt x="1436" y="5779"/>
                    </a:cubicBezTo>
                    <a:cubicBezTo>
                      <a:pt x="1478" y="5779"/>
                      <a:pt x="1520" y="5783"/>
                      <a:pt x="1562" y="5783"/>
                    </a:cubicBezTo>
                    <a:cubicBezTo>
                      <a:pt x="1599" y="5783"/>
                      <a:pt x="1637" y="5780"/>
                      <a:pt x="1675" y="5771"/>
                    </a:cubicBezTo>
                    <a:cubicBezTo>
                      <a:pt x="1746" y="5757"/>
                      <a:pt x="1818" y="5752"/>
                      <a:pt x="1890" y="5752"/>
                    </a:cubicBezTo>
                    <a:cubicBezTo>
                      <a:pt x="2021" y="5752"/>
                      <a:pt x="2154" y="5767"/>
                      <a:pt x="2285" y="5767"/>
                    </a:cubicBezTo>
                    <a:cubicBezTo>
                      <a:pt x="2332" y="5767"/>
                      <a:pt x="2378" y="5765"/>
                      <a:pt x="2425" y="5760"/>
                    </a:cubicBezTo>
                    <a:cubicBezTo>
                      <a:pt x="2474" y="5744"/>
                      <a:pt x="2523" y="5733"/>
                      <a:pt x="2572" y="5733"/>
                    </a:cubicBezTo>
                    <a:cubicBezTo>
                      <a:pt x="2626" y="5739"/>
                      <a:pt x="2669" y="5760"/>
                      <a:pt x="2724" y="5760"/>
                    </a:cubicBezTo>
                    <a:cubicBezTo>
                      <a:pt x="2794" y="5755"/>
                      <a:pt x="2860" y="5739"/>
                      <a:pt x="2920" y="5700"/>
                    </a:cubicBezTo>
                    <a:cubicBezTo>
                      <a:pt x="2935" y="5710"/>
                      <a:pt x="2952" y="5714"/>
                      <a:pt x="2968" y="5714"/>
                    </a:cubicBezTo>
                    <a:cubicBezTo>
                      <a:pt x="3007" y="5714"/>
                      <a:pt x="3042" y="5688"/>
                      <a:pt x="3050" y="5646"/>
                    </a:cubicBezTo>
                    <a:cubicBezTo>
                      <a:pt x="3050" y="5613"/>
                      <a:pt x="3055" y="5581"/>
                      <a:pt x="3055" y="5548"/>
                    </a:cubicBezTo>
                    <a:cubicBezTo>
                      <a:pt x="3055" y="5516"/>
                      <a:pt x="3061" y="5483"/>
                      <a:pt x="3072" y="5450"/>
                    </a:cubicBezTo>
                    <a:cubicBezTo>
                      <a:pt x="3077" y="5374"/>
                      <a:pt x="3077" y="5298"/>
                      <a:pt x="3066" y="5228"/>
                    </a:cubicBezTo>
                    <a:cubicBezTo>
                      <a:pt x="3066" y="5130"/>
                      <a:pt x="3055" y="5032"/>
                      <a:pt x="3028" y="4939"/>
                    </a:cubicBezTo>
                    <a:lnTo>
                      <a:pt x="3028" y="4939"/>
                    </a:lnTo>
                    <a:cubicBezTo>
                      <a:pt x="3124" y="4956"/>
                      <a:pt x="3219" y="4963"/>
                      <a:pt x="3315" y="4963"/>
                    </a:cubicBezTo>
                    <a:cubicBezTo>
                      <a:pt x="3344" y="4963"/>
                      <a:pt x="3374" y="4962"/>
                      <a:pt x="3403" y="4961"/>
                    </a:cubicBezTo>
                    <a:lnTo>
                      <a:pt x="3403" y="4961"/>
                    </a:lnTo>
                    <a:cubicBezTo>
                      <a:pt x="3382" y="5010"/>
                      <a:pt x="3376" y="5064"/>
                      <a:pt x="3392" y="5119"/>
                    </a:cubicBezTo>
                    <a:cubicBezTo>
                      <a:pt x="3409" y="5179"/>
                      <a:pt x="3430" y="5238"/>
                      <a:pt x="3447" y="5298"/>
                    </a:cubicBezTo>
                    <a:cubicBezTo>
                      <a:pt x="3452" y="5347"/>
                      <a:pt x="3490" y="5391"/>
                      <a:pt x="3545" y="5396"/>
                    </a:cubicBezTo>
                    <a:lnTo>
                      <a:pt x="3664" y="5396"/>
                    </a:lnTo>
                    <a:cubicBezTo>
                      <a:pt x="3642" y="5499"/>
                      <a:pt x="3632" y="5641"/>
                      <a:pt x="3708" y="5700"/>
                    </a:cubicBezTo>
                    <a:cubicBezTo>
                      <a:pt x="3731" y="5720"/>
                      <a:pt x="3758" y="5727"/>
                      <a:pt x="3787" y="5727"/>
                    </a:cubicBezTo>
                    <a:cubicBezTo>
                      <a:pt x="3845" y="5727"/>
                      <a:pt x="3909" y="5700"/>
                      <a:pt x="3963" y="5700"/>
                    </a:cubicBezTo>
                    <a:cubicBezTo>
                      <a:pt x="3988" y="5699"/>
                      <a:pt x="4013" y="5699"/>
                      <a:pt x="4038" y="5699"/>
                    </a:cubicBezTo>
                    <a:cubicBezTo>
                      <a:pt x="4143" y="5699"/>
                      <a:pt x="4249" y="5707"/>
                      <a:pt x="4355" y="5711"/>
                    </a:cubicBezTo>
                    <a:cubicBezTo>
                      <a:pt x="4485" y="5711"/>
                      <a:pt x="4610" y="5684"/>
                      <a:pt x="4735" y="5679"/>
                    </a:cubicBezTo>
                    <a:cubicBezTo>
                      <a:pt x="4760" y="5678"/>
                      <a:pt x="4785" y="5677"/>
                      <a:pt x="4810" y="5677"/>
                    </a:cubicBezTo>
                    <a:cubicBezTo>
                      <a:pt x="4915" y="5677"/>
                      <a:pt x="5021" y="5685"/>
                      <a:pt x="5126" y="5690"/>
                    </a:cubicBezTo>
                    <a:cubicBezTo>
                      <a:pt x="5135" y="5690"/>
                      <a:pt x="5144" y="5690"/>
                      <a:pt x="5153" y="5690"/>
                    </a:cubicBezTo>
                    <a:cubicBezTo>
                      <a:pt x="5257" y="5690"/>
                      <a:pt x="5358" y="5662"/>
                      <a:pt x="5458" y="5662"/>
                    </a:cubicBezTo>
                    <a:cubicBezTo>
                      <a:pt x="5583" y="5662"/>
                      <a:pt x="5703" y="5652"/>
                      <a:pt x="5822" y="5635"/>
                    </a:cubicBezTo>
                    <a:cubicBezTo>
                      <a:pt x="5881" y="5627"/>
                      <a:pt x="5940" y="5625"/>
                      <a:pt x="5998" y="5625"/>
                    </a:cubicBezTo>
                    <a:cubicBezTo>
                      <a:pt x="6037" y="5625"/>
                      <a:pt x="6077" y="5626"/>
                      <a:pt x="6116" y="5626"/>
                    </a:cubicBezTo>
                    <a:cubicBezTo>
                      <a:pt x="6165" y="5626"/>
                      <a:pt x="6214" y="5624"/>
                      <a:pt x="6263" y="5619"/>
                    </a:cubicBezTo>
                    <a:lnTo>
                      <a:pt x="6469" y="5592"/>
                    </a:lnTo>
                    <a:cubicBezTo>
                      <a:pt x="6476" y="5591"/>
                      <a:pt x="6483" y="5591"/>
                      <a:pt x="6490" y="5591"/>
                    </a:cubicBezTo>
                    <a:cubicBezTo>
                      <a:pt x="6524" y="5591"/>
                      <a:pt x="6556" y="5598"/>
                      <a:pt x="6589" y="5598"/>
                    </a:cubicBezTo>
                    <a:cubicBezTo>
                      <a:pt x="6605" y="5598"/>
                      <a:pt x="6621" y="5596"/>
                      <a:pt x="6638" y="5592"/>
                    </a:cubicBezTo>
                    <a:cubicBezTo>
                      <a:pt x="6665" y="5586"/>
                      <a:pt x="6687" y="5565"/>
                      <a:pt x="6692" y="5537"/>
                    </a:cubicBezTo>
                    <a:cubicBezTo>
                      <a:pt x="6703" y="5456"/>
                      <a:pt x="6708" y="5369"/>
                      <a:pt x="6697" y="5287"/>
                    </a:cubicBezTo>
                    <a:cubicBezTo>
                      <a:pt x="6741" y="5282"/>
                      <a:pt x="6779" y="5276"/>
                      <a:pt x="6817" y="5266"/>
                    </a:cubicBezTo>
                    <a:cubicBezTo>
                      <a:pt x="6866" y="5249"/>
                      <a:pt x="6882" y="5190"/>
                      <a:pt x="6844" y="5151"/>
                    </a:cubicBezTo>
                    <a:lnTo>
                      <a:pt x="6844" y="5146"/>
                    </a:lnTo>
                    <a:lnTo>
                      <a:pt x="6844" y="5141"/>
                    </a:lnTo>
                    <a:cubicBezTo>
                      <a:pt x="6888" y="5037"/>
                      <a:pt x="6888" y="4929"/>
                      <a:pt x="6844" y="4825"/>
                    </a:cubicBezTo>
                    <a:cubicBezTo>
                      <a:pt x="6826" y="4769"/>
                      <a:pt x="6771" y="4729"/>
                      <a:pt x="6711" y="4729"/>
                    </a:cubicBezTo>
                    <a:cubicBezTo>
                      <a:pt x="6701" y="4729"/>
                      <a:pt x="6691" y="4731"/>
                      <a:pt x="6681" y="4733"/>
                    </a:cubicBezTo>
                    <a:cubicBezTo>
                      <a:pt x="6632" y="4738"/>
                      <a:pt x="6589" y="4760"/>
                      <a:pt x="6540" y="4766"/>
                    </a:cubicBezTo>
                    <a:cubicBezTo>
                      <a:pt x="6525" y="4767"/>
                      <a:pt x="6510" y="4767"/>
                      <a:pt x="6494" y="4767"/>
                    </a:cubicBezTo>
                    <a:cubicBezTo>
                      <a:pt x="6452" y="4767"/>
                      <a:pt x="6410" y="4764"/>
                      <a:pt x="6368" y="4764"/>
                    </a:cubicBezTo>
                    <a:cubicBezTo>
                      <a:pt x="6352" y="4764"/>
                      <a:pt x="6337" y="4764"/>
                      <a:pt x="6322" y="4766"/>
                    </a:cubicBezTo>
                    <a:cubicBezTo>
                      <a:pt x="6263" y="4766"/>
                      <a:pt x="6203" y="4782"/>
                      <a:pt x="6143" y="4787"/>
                    </a:cubicBezTo>
                    <a:cubicBezTo>
                      <a:pt x="6186" y="4771"/>
                      <a:pt x="6219" y="4749"/>
                      <a:pt x="6246" y="4711"/>
                    </a:cubicBezTo>
                    <a:cubicBezTo>
                      <a:pt x="6290" y="4657"/>
                      <a:pt x="6339" y="4602"/>
                      <a:pt x="6393" y="4554"/>
                    </a:cubicBezTo>
                    <a:cubicBezTo>
                      <a:pt x="6426" y="4515"/>
                      <a:pt x="6469" y="4488"/>
                      <a:pt x="6475" y="4434"/>
                    </a:cubicBezTo>
                    <a:cubicBezTo>
                      <a:pt x="6480" y="4423"/>
                      <a:pt x="6475" y="4407"/>
                      <a:pt x="6458" y="4396"/>
                    </a:cubicBezTo>
                    <a:cubicBezTo>
                      <a:pt x="6438" y="4387"/>
                      <a:pt x="6416" y="4382"/>
                      <a:pt x="6395" y="4382"/>
                    </a:cubicBezTo>
                    <a:cubicBezTo>
                      <a:pt x="6365" y="4382"/>
                      <a:pt x="6335" y="4391"/>
                      <a:pt x="6306" y="4407"/>
                    </a:cubicBezTo>
                    <a:cubicBezTo>
                      <a:pt x="6235" y="4434"/>
                      <a:pt x="6159" y="4461"/>
                      <a:pt x="6083" y="4477"/>
                    </a:cubicBezTo>
                    <a:cubicBezTo>
                      <a:pt x="5893" y="4521"/>
                      <a:pt x="5708" y="4564"/>
                      <a:pt x="5518" y="4597"/>
                    </a:cubicBezTo>
                    <a:cubicBezTo>
                      <a:pt x="5425" y="4619"/>
                      <a:pt x="5328" y="4635"/>
                      <a:pt x="5230" y="4640"/>
                    </a:cubicBezTo>
                    <a:lnTo>
                      <a:pt x="4942" y="4640"/>
                    </a:lnTo>
                    <a:cubicBezTo>
                      <a:pt x="4849" y="4640"/>
                      <a:pt x="4751" y="4630"/>
                      <a:pt x="4659" y="4613"/>
                    </a:cubicBezTo>
                    <a:lnTo>
                      <a:pt x="4654" y="4613"/>
                    </a:lnTo>
                    <a:cubicBezTo>
                      <a:pt x="4713" y="4592"/>
                      <a:pt x="4746" y="4532"/>
                      <a:pt x="4730" y="4472"/>
                    </a:cubicBezTo>
                    <a:cubicBezTo>
                      <a:pt x="4713" y="4385"/>
                      <a:pt x="4632" y="4314"/>
                      <a:pt x="4572" y="4260"/>
                    </a:cubicBezTo>
                    <a:cubicBezTo>
                      <a:pt x="4539" y="4233"/>
                      <a:pt x="4507" y="4206"/>
                      <a:pt x="4463" y="4189"/>
                    </a:cubicBezTo>
                    <a:lnTo>
                      <a:pt x="4458" y="4189"/>
                    </a:lnTo>
                    <a:cubicBezTo>
                      <a:pt x="4458" y="4184"/>
                      <a:pt x="4452" y="4184"/>
                      <a:pt x="4452" y="4178"/>
                    </a:cubicBezTo>
                    <a:cubicBezTo>
                      <a:pt x="4398" y="4119"/>
                      <a:pt x="4349" y="4048"/>
                      <a:pt x="4317" y="3977"/>
                    </a:cubicBezTo>
                    <a:cubicBezTo>
                      <a:pt x="4284" y="3928"/>
                      <a:pt x="4246" y="3890"/>
                      <a:pt x="4219" y="3841"/>
                    </a:cubicBezTo>
                    <a:cubicBezTo>
                      <a:pt x="4186" y="3782"/>
                      <a:pt x="4159" y="3727"/>
                      <a:pt x="4132" y="3667"/>
                    </a:cubicBezTo>
                    <a:cubicBezTo>
                      <a:pt x="4105" y="3613"/>
                      <a:pt x="4066" y="3510"/>
                      <a:pt x="3996" y="3510"/>
                    </a:cubicBezTo>
                    <a:cubicBezTo>
                      <a:pt x="3963" y="3515"/>
                      <a:pt x="3931" y="3526"/>
                      <a:pt x="3898" y="3542"/>
                    </a:cubicBezTo>
                    <a:cubicBezTo>
                      <a:pt x="3854" y="3553"/>
                      <a:pt x="3811" y="3570"/>
                      <a:pt x="3767" y="3586"/>
                    </a:cubicBezTo>
                    <a:cubicBezTo>
                      <a:pt x="3740" y="3597"/>
                      <a:pt x="3740" y="3635"/>
                      <a:pt x="3762" y="3651"/>
                    </a:cubicBezTo>
                    <a:cubicBezTo>
                      <a:pt x="3822" y="3706"/>
                      <a:pt x="3844" y="3798"/>
                      <a:pt x="3898" y="3869"/>
                    </a:cubicBezTo>
                    <a:cubicBezTo>
                      <a:pt x="3920" y="3896"/>
                      <a:pt x="3936" y="3934"/>
                      <a:pt x="3952" y="3966"/>
                    </a:cubicBezTo>
                    <a:lnTo>
                      <a:pt x="3947" y="3966"/>
                    </a:lnTo>
                    <a:cubicBezTo>
                      <a:pt x="3920" y="3972"/>
                      <a:pt x="3903" y="3977"/>
                      <a:pt x="3882" y="3988"/>
                    </a:cubicBezTo>
                    <a:cubicBezTo>
                      <a:pt x="3860" y="3961"/>
                      <a:pt x="3833" y="3939"/>
                      <a:pt x="3800" y="3928"/>
                    </a:cubicBezTo>
                    <a:cubicBezTo>
                      <a:pt x="3778" y="3920"/>
                      <a:pt x="3755" y="3916"/>
                      <a:pt x="3731" y="3916"/>
                    </a:cubicBezTo>
                    <a:cubicBezTo>
                      <a:pt x="3708" y="3916"/>
                      <a:pt x="3683" y="3920"/>
                      <a:pt x="3659" y="3928"/>
                    </a:cubicBezTo>
                    <a:cubicBezTo>
                      <a:pt x="3621" y="3934"/>
                      <a:pt x="3581" y="3937"/>
                      <a:pt x="3542" y="3937"/>
                    </a:cubicBezTo>
                    <a:cubicBezTo>
                      <a:pt x="3502" y="3937"/>
                      <a:pt x="3463" y="3934"/>
                      <a:pt x="3425" y="3928"/>
                    </a:cubicBezTo>
                    <a:cubicBezTo>
                      <a:pt x="3365" y="3912"/>
                      <a:pt x="3305" y="3885"/>
                      <a:pt x="3251" y="3858"/>
                    </a:cubicBezTo>
                    <a:cubicBezTo>
                      <a:pt x="3191" y="3831"/>
                      <a:pt x="3126" y="3814"/>
                      <a:pt x="3061" y="3798"/>
                    </a:cubicBezTo>
                    <a:lnTo>
                      <a:pt x="2958" y="3771"/>
                    </a:lnTo>
                    <a:cubicBezTo>
                      <a:pt x="2958" y="3771"/>
                      <a:pt x="2963" y="3765"/>
                      <a:pt x="2963" y="3760"/>
                    </a:cubicBezTo>
                    <a:cubicBezTo>
                      <a:pt x="3001" y="3684"/>
                      <a:pt x="2979" y="3602"/>
                      <a:pt x="2963" y="3521"/>
                    </a:cubicBezTo>
                    <a:cubicBezTo>
                      <a:pt x="2952" y="3450"/>
                      <a:pt x="2936" y="3379"/>
                      <a:pt x="2903" y="3314"/>
                    </a:cubicBezTo>
                    <a:cubicBezTo>
                      <a:pt x="2887" y="3287"/>
                      <a:pt x="2865" y="3265"/>
                      <a:pt x="2838" y="3249"/>
                    </a:cubicBezTo>
                    <a:lnTo>
                      <a:pt x="2876" y="3211"/>
                    </a:lnTo>
                    <a:cubicBezTo>
                      <a:pt x="2898" y="3178"/>
                      <a:pt x="2914" y="3129"/>
                      <a:pt x="2952" y="3113"/>
                    </a:cubicBezTo>
                    <a:cubicBezTo>
                      <a:pt x="2963" y="3102"/>
                      <a:pt x="2968" y="3091"/>
                      <a:pt x="2968" y="3080"/>
                    </a:cubicBezTo>
                    <a:lnTo>
                      <a:pt x="3072" y="3080"/>
                    </a:lnTo>
                    <a:cubicBezTo>
                      <a:pt x="3208" y="3080"/>
                      <a:pt x="3344" y="3053"/>
                      <a:pt x="3463" y="2988"/>
                    </a:cubicBezTo>
                    <a:cubicBezTo>
                      <a:pt x="3577" y="2939"/>
                      <a:pt x="3691" y="2874"/>
                      <a:pt x="3795" y="2798"/>
                    </a:cubicBezTo>
                    <a:cubicBezTo>
                      <a:pt x="3811" y="2781"/>
                      <a:pt x="3827" y="2765"/>
                      <a:pt x="3844" y="2749"/>
                    </a:cubicBezTo>
                    <a:cubicBezTo>
                      <a:pt x="3865" y="2738"/>
                      <a:pt x="3882" y="2727"/>
                      <a:pt x="3882" y="2727"/>
                    </a:cubicBezTo>
                    <a:cubicBezTo>
                      <a:pt x="3920" y="2733"/>
                      <a:pt x="3969" y="2792"/>
                      <a:pt x="4007" y="2809"/>
                    </a:cubicBezTo>
                    <a:cubicBezTo>
                      <a:pt x="4042" y="2824"/>
                      <a:pt x="4081" y="2832"/>
                      <a:pt x="4119" y="2832"/>
                    </a:cubicBezTo>
                    <a:cubicBezTo>
                      <a:pt x="4186" y="2832"/>
                      <a:pt x="4254" y="2808"/>
                      <a:pt x="4306" y="2760"/>
                    </a:cubicBezTo>
                    <a:cubicBezTo>
                      <a:pt x="4387" y="2689"/>
                      <a:pt x="4414" y="2575"/>
                      <a:pt x="4376" y="2477"/>
                    </a:cubicBezTo>
                    <a:cubicBezTo>
                      <a:pt x="4355" y="2434"/>
                      <a:pt x="4322" y="2396"/>
                      <a:pt x="4284" y="2368"/>
                    </a:cubicBezTo>
                    <a:cubicBezTo>
                      <a:pt x="4251" y="2341"/>
                      <a:pt x="4219" y="2319"/>
                      <a:pt x="4186" y="2298"/>
                    </a:cubicBezTo>
                    <a:cubicBezTo>
                      <a:pt x="4175" y="2298"/>
                      <a:pt x="4164" y="2292"/>
                      <a:pt x="4153" y="2292"/>
                    </a:cubicBezTo>
                    <a:cubicBezTo>
                      <a:pt x="4175" y="2260"/>
                      <a:pt x="4197" y="2232"/>
                      <a:pt x="4213" y="2200"/>
                    </a:cubicBezTo>
                    <a:cubicBezTo>
                      <a:pt x="4246" y="2145"/>
                      <a:pt x="4273" y="2086"/>
                      <a:pt x="4295" y="2026"/>
                    </a:cubicBezTo>
                    <a:cubicBezTo>
                      <a:pt x="4338" y="1912"/>
                      <a:pt x="4355" y="1781"/>
                      <a:pt x="4338" y="1656"/>
                    </a:cubicBezTo>
                    <a:cubicBezTo>
                      <a:pt x="4327" y="1596"/>
                      <a:pt x="4306" y="1374"/>
                      <a:pt x="4224" y="1308"/>
                    </a:cubicBezTo>
                    <a:cubicBezTo>
                      <a:pt x="4262" y="1281"/>
                      <a:pt x="4284" y="1232"/>
                      <a:pt x="4284" y="1183"/>
                    </a:cubicBezTo>
                    <a:cubicBezTo>
                      <a:pt x="4284" y="1178"/>
                      <a:pt x="4284" y="1167"/>
                      <a:pt x="4284" y="1162"/>
                    </a:cubicBezTo>
                    <a:cubicBezTo>
                      <a:pt x="4327" y="1140"/>
                      <a:pt x="4327" y="1069"/>
                      <a:pt x="4327" y="1026"/>
                    </a:cubicBezTo>
                    <a:cubicBezTo>
                      <a:pt x="4327" y="1004"/>
                      <a:pt x="4322" y="982"/>
                      <a:pt x="4322" y="960"/>
                    </a:cubicBezTo>
                    <a:lnTo>
                      <a:pt x="4322" y="960"/>
                    </a:lnTo>
                    <a:cubicBezTo>
                      <a:pt x="4338" y="1015"/>
                      <a:pt x="4349" y="1080"/>
                      <a:pt x="4349" y="1140"/>
                    </a:cubicBezTo>
                    <a:cubicBezTo>
                      <a:pt x="4349" y="1158"/>
                      <a:pt x="4368" y="1172"/>
                      <a:pt x="4386" y="1172"/>
                    </a:cubicBezTo>
                    <a:cubicBezTo>
                      <a:pt x="4400" y="1172"/>
                      <a:pt x="4412" y="1164"/>
                      <a:pt x="4414" y="1145"/>
                    </a:cubicBezTo>
                    <a:cubicBezTo>
                      <a:pt x="4431" y="1042"/>
                      <a:pt x="4469" y="955"/>
                      <a:pt x="4431" y="852"/>
                    </a:cubicBezTo>
                    <a:cubicBezTo>
                      <a:pt x="4387" y="754"/>
                      <a:pt x="4317" y="672"/>
                      <a:pt x="4235" y="613"/>
                    </a:cubicBezTo>
                    <a:cubicBezTo>
                      <a:pt x="4159" y="542"/>
                      <a:pt x="4061" y="488"/>
                      <a:pt x="3963" y="455"/>
                    </a:cubicBezTo>
                    <a:cubicBezTo>
                      <a:pt x="3947" y="422"/>
                      <a:pt x="3925" y="384"/>
                      <a:pt x="3903" y="357"/>
                    </a:cubicBezTo>
                    <a:cubicBezTo>
                      <a:pt x="3887" y="341"/>
                      <a:pt x="3865" y="335"/>
                      <a:pt x="3854" y="324"/>
                    </a:cubicBezTo>
                    <a:cubicBezTo>
                      <a:pt x="3838" y="314"/>
                      <a:pt x="3833" y="292"/>
                      <a:pt x="3811" y="276"/>
                    </a:cubicBezTo>
                    <a:cubicBezTo>
                      <a:pt x="3778" y="259"/>
                      <a:pt x="3746" y="248"/>
                      <a:pt x="3708" y="243"/>
                    </a:cubicBezTo>
                    <a:cubicBezTo>
                      <a:pt x="3664" y="232"/>
                      <a:pt x="3615" y="227"/>
                      <a:pt x="3572" y="227"/>
                    </a:cubicBezTo>
                    <a:cubicBezTo>
                      <a:pt x="3479" y="237"/>
                      <a:pt x="3387" y="259"/>
                      <a:pt x="3300" y="297"/>
                    </a:cubicBezTo>
                    <a:cubicBezTo>
                      <a:pt x="3284" y="303"/>
                      <a:pt x="3257" y="314"/>
                      <a:pt x="3235" y="324"/>
                    </a:cubicBezTo>
                    <a:cubicBezTo>
                      <a:pt x="3224" y="314"/>
                      <a:pt x="3213" y="314"/>
                      <a:pt x="3202" y="314"/>
                    </a:cubicBezTo>
                    <a:cubicBezTo>
                      <a:pt x="3164" y="314"/>
                      <a:pt x="3126" y="314"/>
                      <a:pt x="3093" y="303"/>
                    </a:cubicBezTo>
                    <a:cubicBezTo>
                      <a:pt x="3093" y="297"/>
                      <a:pt x="3093" y="292"/>
                      <a:pt x="3093" y="286"/>
                    </a:cubicBezTo>
                    <a:cubicBezTo>
                      <a:pt x="3110" y="286"/>
                      <a:pt x="3126" y="286"/>
                      <a:pt x="3142" y="281"/>
                    </a:cubicBezTo>
                    <a:cubicBezTo>
                      <a:pt x="3159" y="281"/>
                      <a:pt x="3153" y="259"/>
                      <a:pt x="3148" y="254"/>
                    </a:cubicBezTo>
                    <a:cubicBezTo>
                      <a:pt x="3072" y="194"/>
                      <a:pt x="3017" y="123"/>
                      <a:pt x="2930" y="85"/>
                    </a:cubicBezTo>
                    <a:cubicBezTo>
                      <a:pt x="2840" y="47"/>
                      <a:pt x="2758" y="1"/>
                      <a:pt x="2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0"/>
              <p:cNvSpPr/>
              <p:nvPr/>
            </p:nvSpPr>
            <p:spPr>
              <a:xfrm>
                <a:off x="3873975" y="3274500"/>
                <a:ext cx="54250" cy="58275"/>
              </a:xfrm>
              <a:custGeom>
                <a:rect b="b" l="l" r="r" t="t"/>
                <a:pathLst>
                  <a:path extrusionOk="0" h="2331" w="2170">
                    <a:moveTo>
                      <a:pt x="1177" y="145"/>
                    </a:moveTo>
                    <a:cubicBezTo>
                      <a:pt x="1206" y="145"/>
                      <a:pt x="1236" y="149"/>
                      <a:pt x="1267" y="153"/>
                    </a:cubicBezTo>
                    <a:cubicBezTo>
                      <a:pt x="1376" y="164"/>
                      <a:pt x="1452" y="229"/>
                      <a:pt x="1539" y="294"/>
                    </a:cubicBezTo>
                    <a:cubicBezTo>
                      <a:pt x="1702" y="419"/>
                      <a:pt x="1876" y="550"/>
                      <a:pt x="1952" y="751"/>
                    </a:cubicBezTo>
                    <a:cubicBezTo>
                      <a:pt x="1996" y="849"/>
                      <a:pt x="2023" y="952"/>
                      <a:pt x="2034" y="1055"/>
                    </a:cubicBezTo>
                    <a:cubicBezTo>
                      <a:pt x="2034" y="1104"/>
                      <a:pt x="2028" y="1153"/>
                      <a:pt x="2023" y="1202"/>
                    </a:cubicBezTo>
                    <a:lnTo>
                      <a:pt x="2012" y="1207"/>
                    </a:lnTo>
                    <a:cubicBezTo>
                      <a:pt x="2012" y="1273"/>
                      <a:pt x="2006" y="1343"/>
                      <a:pt x="2001" y="1408"/>
                    </a:cubicBezTo>
                    <a:cubicBezTo>
                      <a:pt x="1974" y="1501"/>
                      <a:pt x="1936" y="1588"/>
                      <a:pt x="1892" y="1675"/>
                    </a:cubicBezTo>
                    <a:cubicBezTo>
                      <a:pt x="1843" y="1756"/>
                      <a:pt x="1789" y="1838"/>
                      <a:pt x="1724" y="1914"/>
                    </a:cubicBezTo>
                    <a:cubicBezTo>
                      <a:pt x="1697" y="1952"/>
                      <a:pt x="1658" y="1985"/>
                      <a:pt x="1615" y="2006"/>
                    </a:cubicBezTo>
                    <a:cubicBezTo>
                      <a:pt x="1566" y="2028"/>
                      <a:pt x="1528" y="2072"/>
                      <a:pt x="1479" y="2093"/>
                    </a:cubicBezTo>
                    <a:cubicBezTo>
                      <a:pt x="1392" y="2121"/>
                      <a:pt x="1300" y="2137"/>
                      <a:pt x="1207" y="2137"/>
                    </a:cubicBezTo>
                    <a:cubicBezTo>
                      <a:pt x="1158" y="2137"/>
                      <a:pt x="1115" y="2153"/>
                      <a:pt x="1066" y="2153"/>
                    </a:cubicBezTo>
                    <a:cubicBezTo>
                      <a:pt x="1017" y="2153"/>
                      <a:pt x="974" y="2148"/>
                      <a:pt x="930" y="2131"/>
                    </a:cubicBezTo>
                    <a:cubicBezTo>
                      <a:pt x="827" y="2104"/>
                      <a:pt x="718" y="2077"/>
                      <a:pt x="615" y="2044"/>
                    </a:cubicBezTo>
                    <a:cubicBezTo>
                      <a:pt x="419" y="1979"/>
                      <a:pt x="267" y="1827"/>
                      <a:pt x="202" y="1626"/>
                    </a:cubicBezTo>
                    <a:cubicBezTo>
                      <a:pt x="185" y="1588"/>
                      <a:pt x="175" y="1550"/>
                      <a:pt x="169" y="1506"/>
                    </a:cubicBezTo>
                    <a:cubicBezTo>
                      <a:pt x="164" y="1446"/>
                      <a:pt x="169" y="1387"/>
                      <a:pt x="169" y="1321"/>
                    </a:cubicBezTo>
                    <a:cubicBezTo>
                      <a:pt x="158" y="1218"/>
                      <a:pt x="158" y="1109"/>
                      <a:pt x="169" y="1001"/>
                    </a:cubicBezTo>
                    <a:cubicBezTo>
                      <a:pt x="180" y="887"/>
                      <a:pt x="207" y="767"/>
                      <a:pt x="256" y="658"/>
                    </a:cubicBezTo>
                    <a:cubicBezTo>
                      <a:pt x="305" y="560"/>
                      <a:pt x="376" y="473"/>
                      <a:pt x="473" y="408"/>
                    </a:cubicBezTo>
                    <a:cubicBezTo>
                      <a:pt x="566" y="327"/>
                      <a:pt x="669" y="256"/>
                      <a:pt x="783" y="202"/>
                    </a:cubicBezTo>
                    <a:cubicBezTo>
                      <a:pt x="827" y="180"/>
                      <a:pt x="870" y="164"/>
                      <a:pt x="919" y="153"/>
                    </a:cubicBezTo>
                    <a:cubicBezTo>
                      <a:pt x="925" y="158"/>
                      <a:pt x="941" y="164"/>
                      <a:pt x="952" y="164"/>
                    </a:cubicBezTo>
                    <a:cubicBezTo>
                      <a:pt x="1012" y="153"/>
                      <a:pt x="1077" y="147"/>
                      <a:pt x="1142" y="147"/>
                    </a:cubicBezTo>
                    <a:cubicBezTo>
                      <a:pt x="1153" y="146"/>
                      <a:pt x="1165" y="145"/>
                      <a:pt x="1177" y="145"/>
                    </a:cubicBezTo>
                    <a:close/>
                    <a:moveTo>
                      <a:pt x="1233" y="1"/>
                    </a:moveTo>
                    <a:cubicBezTo>
                      <a:pt x="1149" y="1"/>
                      <a:pt x="1067" y="22"/>
                      <a:pt x="995" y="60"/>
                    </a:cubicBezTo>
                    <a:lnTo>
                      <a:pt x="946" y="60"/>
                    </a:lnTo>
                    <a:cubicBezTo>
                      <a:pt x="887" y="60"/>
                      <a:pt x="827" y="71"/>
                      <a:pt x="767" y="93"/>
                    </a:cubicBezTo>
                    <a:cubicBezTo>
                      <a:pt x="658" y="142"/>
                      <a:pt x="555" y="202"/>
                      <a:pt x="463" y="278"/>
                    </a:cubicBezTo>
                    <a:cubicBezTo>
                      <a:pt x="365" y="338"/>
                      <a:pt x="283" y="414"/>
                      <a:pt x="213" y="506"/>
                    </a:cubicBezTo>
                    <a:cubicBezTo>
                      <a:pt x="153" y="604"/>
                      <a:pt x="104" y="707"/>
                      <a:pt x="77" y="816"/>
                    </a:cubicBezTo>
                    <a:cubicBezTo>
                      <a:pt x="44" y="919"/>
                      <a:pt x="22" y="1033"/>
                      <a:pt x="17" y="1148"/>
                    </a:cubicBezTo>
                    <a:cubicBezTo>
                      <a:pt x="1" y="1283"/>
                      <a:pt x="1" y="1419"/>
                      <a:pt x="11" y="1555"/>
                    </a:cubicBezTo>
                    <a:cubicBezTo>
                      <a:pt x="17" y="1615"/>
                      <a:pt x="33" y="1669"/>
                      <a:pt x="55" y="1724"/>
                    </a:cubicBezTo>
                    <a:cubicBezTo>
                      <a:pt x="71" y="1784"/>
                      <a:pt x="98" y="1838"/>
                      <a:pt x="131" y="1887"/>
                    </a:cubicBezTo>
                    <a:cubicBezTo>
                      <a:pt x="196" y="1979"/>
                      <a:pt x="278" y="2061"/>
                      <a:pt x="376" y="2126"/>
                    </a:cubicBezTo>
                    <a:cubicBezTo>
                      <a:pt x="490" y="2186"/>
                      <a:pt x="609" y="2235"/>
                      <a:pt x="740" y="2262"/>
                    </a:cubicBezTo>
                    <a:cubicBezTo>
                      <a:pt x="840" y="2286"/>
                      <a:pt x="935" y="2330"/>
                      <a:pt x="1037" y="2330"/>
                    </a:cubicBezTo>
                    <a:cubicBezTo>
                      <a:pt x="1052" y="2330"/>
                      <a:pt x="1067" y="2329"/>
                      <a:pt x="1082" y="2327"/>
                    </a:cubicBezTo>
                    <a:cubicBezTo>
                      <a:pt x="1196" y="2316"/>
                      <a:pt x="1305" y="2300"/>
                      <a:pt x="1419" y="2273"/>
                    </a:cubicBezTo>
                    <a:cubicBezTo>
                      <a:pt x="1539" y="2246"/>
                      <a:pt x="1626" y="2169"/>
                      <a:pt x="1718" y="2104"/>
                    </a:cubicBezTo>
                    <a:cubicBezTo>
                      <a:pt x="1756" y="2077"/>
                      <a:pt x="1794" y="2044"/>
                      <a:pt x="1816" y="2001"/>
                    </a:cubicBezTo>
                    <a:cubicBezTo>
                      <a:pt x="1849" y="1952"/>
                      <a:pt x="1887" y="1914"/>
                      <a:pt x="1925" y="1865"/>
                    </a:cubicBezTo>
                    <a:cubicBezTo>
                      <a:pt x="1985" y="1767"/>
                      <a:pt x="2044" y="1664"/>
                      <a:pt x="2093" y="1555"/>
                    </a:cubicBezTo>
                    <a:cubicBezTo>
                      <a:pt x="2148" y="1441"/>
                      <a:pt x="2137" y="1321"/>
                      <a:pt x="2153" y="1196"/>
                    </a:cubicBezTo>
                    <a:cubicBezTo>
                      <a:pt x="2169" y="1066"/>
                      <a:pt x="2159" y="941"/>
                      <a:pt x="2121" y="821"/>
                    </a:cubicBezTo>
                    <a:lnTo>
                      <a:pt x="2121" y="816"/>
                    </a:lnTo>
                    <a:cubicBezTo>
                      <a:pt x="2034" y="533"/>
                      <a:pt x="1854" y="348"/>
                      <a:pt x="1620" y="180"/>
                    </a:cubicBezTo>
                    <a:cubicBezTo>
                      <a:pt x="1523" y="104"/>
                      <a:pt x="1430" y="22"/>
                      <a:pt x="1305" y="6"/>
                    </a:cubicBezTo>
                    <a:cubicBezTo>
                      <a:pt x="1281" y="2"/>
                      <a:pt x="1257" y="1"/>
                      <a:pt x="1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20"/>
              <p:cNvSpPr/>
              <p:nvPr/>
            </p:nvSpPr>
            <p:spPr>
              <a:xfrm>
                <a:off x="3880900" y="3281950"/>
                <a:ext cx="40250" cy="43275"/>
              </a:xfrm>
              <a:custGeom>
                <a:rect b="b" l="l" r="r" t="t"/>
                <a:pathLst>
                  <a:path extrusionOk="0" h="1731" w="1610">
                    <a:moveTo>
                      <a:pt x="888" y="106"/>
                    </a:moveTo>
                    <a:cubicBezTo>
                      <a:pt x="903" y="106"/>
                      <a:pt x="919" y="108"/>
                      <a:pt x="936" y="110"/>
                    </a:cubicBezTo>
                    <a:cubicBezTo>
                      <a:pt x="1012" y="127"/>
                      <a:pt x="1083" y="165"/>
                      <a:pt x="1137" y="214"/>
                    </a:cubicBezTo>
                    <a:cubicBezTo>
                      <a:pt x="1262" y="306"/>
                      <a:pt x="1387" y="409"/>
                      <a:pt x="1447" y="556"/>
                    </a:cubicBezTo>
                    <a:cubicBezTo>
                      <a:pt x="1479" y="627"/>
                      <a:pt x="1496" y="703"/>
                      <a:pt x="1507" y="784"/>
                    </a:cubicBezTo>
                    <a:cubicBezTo>
                      <a:pt x="1507" y="817"/>
                      <a:pt x="1501" y="855"/>
                      <a:pt x="1501" y="893"/>
                    </a:cubicBezTo>
                    <a:lnTo>
                      <a:pt x="1496" y="898"/>
                    </a:lnTo>
                    <a:cubicBezTo>
                      <a:pt x="1496" y="947"/>
                      <a:pt x="1490" y="996"/>
                      <a:pt x="1485" y="1045"/>
                    </a:cubicBezTo>
                    <a:cubicBezTo>
                      <a:pt x="1468" y="1116"/>
                      <a:pt x="1441" y="1181"/>
                      <a:pt x="1403" y="1241"/>
                    </a:cubicBezTo>
                    <a:cubicBezTo>
                      <a:pt x="1371" y="1306"/>
                      <a:pt x="1327" y="1366"/>
                      <a:pt x="1284" y="1420"/>
                    </a:cubicBezTo>
                    <a:cubicBezTo>
                      <a:pt x="1262" y="1453"/>
                      <a:pt x="1235" y="1475"/>
                      <a:pt x="1202" y="1491"/>
                    </a:cubicBezTo>
                    <a:cubicBezTo>
                      <a:pt x="1170" y="1507"/>
                      <a:pt x="1137" y="1540"/>
                      <a:pt x="1099" y="1556"/>
                    </a:cubicBezTo>
                    <a:cubicBezTo>
                      <a:pt x="1034" y="1578"/>
                      <a:pt x="963" y="1589"/>
                      <a:pt x="898" y="1589"/>
                    </a:cubicBezTo>
                    <a:cubicBezTo>
                      <a:pt x="860" y="1589"/>
                      <a:pt x="822" y="1600"/>
                      <a:pt x="789" y="1605"/>
                    </a:cubicBezTo>
                    <a:cubicBezTo>
                      <a:pt x="751" y="1605"/>
                      <a:pt x="718" y="1600"/>
                      <a:pt x="691" y="1589"/>
                    </a:cubicBezTo>
                    <a:cubicBezTo>
                      <a:pt x="610" y="1567"/>
                      <a:pt x="534" y="1545"/>
                      <a:pt x="452" y="1518"/>
                    </a:cubicBezTo>
                    <a:cubicBezTo>
                      <a:pt x="305" y="1469"/>
                      <a:pt x="191" y="1355"/>
                      <a:pt x="148" y="1208"/>
                    </a:cubicBezTo>
                    <a:cubicBezTo>
                      <a:pt x="137" y="1181"/>
                      <a:pt x="126" y="1148"/>
                      <a:pt x="120" y="1121"/>
                    </a:cubicBezTo>
                    <a:cubicBezTo>
                      <a:pt x="115" y="1072"/>
                      <a:pt x="120" y="1029"/>
                      <a:pt x="120" y="985"/>
                    </a:cubicBezTo>
                    <a:cubicBezTo>
                      <a:pt x="115" y="904"/>
                      <a:pt x="115" y="822"/>
                      <a:pt x="120" y="741"/>
                    </a:cubicBezTo>
                    <a:cubicBezTo>
                      <a:pt x="131" y="654"/>
                      <a:pt x="153" y="572"/>
                      <a:pt x="191" y="491"/>
                    </a:cubicBezTo>
                    <a:cubicBezTo>
                      <a:pt x="224" y="415"/>
                      <a:pt x="278" y="349"/>
                      <a:pt x="349" y="300"/>
                    </a:cubicBezTo>
                    <a:cubicBezTo>
                      <a:pt x="419" y="241"/>
                      <a:pt x="495" y="192"/>
                      <a:pt x="582" y="154"/>
                    </a:cubicBezTo>
                    <a:cubicBezTo>
                      <a:pt x="615" y="137"/>
                      <a:pt x="648" y="121"/>
                      <a:pt x="680" y="110"/>
                    </a:cubicBezTo>
                    <a:cubicBezTo>
                      <a:pt x="686" y="121"/>
                      <a:pt x="697" y="121"/>
                      <a:pt x="707" y="121"/>
                    </a:cubicBezTo>
                    <a:cubicBezTo>
                      <a:pt x="751" y="110"/>
                      <a:pt x="794" y="110"/>
                      <a:pt x="843" y="110"/>
                    </a:cubicBezTo>
                    <a:cubicBezTo>
                      <a:pt x="857" y="108"/>
                      <a:pt x="872" y="106"/>
                      <a:pt x="888" y="106"/>
                    </a:cubicBezTo>
                    <a:close/>
                    <a:moveTo>
                      <a:pt x="932" y="0"/>
                    </a:moveTo>
                    <a:cubicBezTo>
                      <a:pt x="867" y="0"/>
                      <a:pt x="800" y="13"/>
                      <a:pt x="740" y="45"/>
                    </a:cubicBezTo>
                    <a:lnTo>
                      <a:pt x="707" y="45"/>
                    </a:lnTo>
                    <a:cubicBezTo>
                      <a:pt x="659" y="45"/>
                      <a:pt x="615" y="56"/>
                      <a:pt x="572" y="72"/>
                    </a:cubicBezTo>
                    <a:cubicBezTo>
                      <a:pt x="490" y="105"/>
                      <a:pt x="414" y="148"/>
                      <a:pt x="343" y="208"/>
                    </a:cubicBezTo>
                    <a:cubicBezTo>
                      <a:pt x="273" y="252"/>
                      <a:pt x="207" y="311"/>
                      <a:pt x="158" y="382"/>
                    </a:cubicBezTo>
                    <a:cubicBezTo>
                      <a:pt x="110" y="447"/>
                      <a:pt x="77" y="523"/>
                      <a:pt x="55" y="605"/>
                    </a:cubicBezTo>
                    <a:cubicBezTo>
                      <a:pt x="33" y="686"/>
                      <a:pt x="17" y="768"/>
                      <a:pt x="12" y="855"/>
                    </a:cubicBezTo>
                    <a:cubicBezTo>
                      <a:pt x="1" y="953"/>
                      <a:pt x="1" y="1056"/>
                      <a:pt x="6" y="1154"/>
                    </a:cubicBezTo>
                    <a:cubicBezTo>
                      <a:pt x="12" y="1197"/>
                      <a:pt x="28" y="1241"/>
                      <a:pt x="39" y="1279"/>
                    </a:cubicBezTo>
                    <a:cubicBezTo>
                      <a:pt x="55" y="1322"/>
                      <a:pt x="71" y="1366"/>
                      <a:pt x="99" y="1399"/>
                    </a:cubicBezTo>
                    <a:cubicBezTo>
                      <a:pt x="148" y="1469"/>
                      <a:pt x="207" y="1534"/>
                      <a:pt x="278" y="1578"/>
                    </a:cubicBezTo>
                    <a:cubicBezTo>
                      <a:pt x="365" y="1627"/>
                      <a:pt x="457" y="1659"/>
                      <a:pt x="550" y="1681"/>
                    </a:cubicBezTo>
                    <a:cubicBezTo>
                      <a:pt x="631" y="1714"/>
                      <a:pt x="718" y="1730"/>
                      <a:pt x="805" y="1730"/>
                    </a:cubicBezTo>
                    <a:cubicBezTo>
                      <a:pt x="887" y="1719"/>
                      <a:pt x="974" y="1708"/>
                      <a:pt x="1055" y="1692"/>
                    </a:cubicBezTo>
                    <a:cubicBezTo>
                      <a:pt x="1137" y="1665"/>
                      <a:pt x="1213" y="1621"/>
                      <a:pt x="1278" y="1567"/>
                    </a:cubicBezTo>
                    <a:cubicBezTo>
                      <a:pt x="1305" y="1545"/>
                      <a:pt x="1333" y="1518"/>
                      <a:pt x="1349" y="1486"/>
                    </a:cubicBezTo>
                    <a:cubicBezTo>
                      <a:pt x="1376" y="1453"/>
                      <a:pt x="1403" y="1420"/>
                      <a:pt x="1430" y="1388"/>
                    </a:cubicBezTo>
                    <a:cubicBezTo>
                      <a:pt x="1474" y="1317"/>
                      <a:pt x="1517" y="1241"/>
                      <a:pt x="1555" y="1159"/>
                    </a:cubicBezTo>
                    <a:cubicBezTo>
                      <a:pt x="1583" y="1072"/>
                      <a:pt x="1599" y="980"/>
                      <a:pt x="1599" y="888"/>
                    </a:cubicBezTo>
                    <a:cubicBezTo>
                      <a:pt x="1610" y="795"/>
                      <a:pt x="1604" y="697"/>
                      <a:pt x="1572" y="610"/>
                    </a:cubicBezTo>
                    <a:lnTo>
                      <a:pt x="1577" y="610"/>
                    </a:lnTo>
                    <a:cubicBezTo>
                      <a:pt x="1512" y="398"/>
                      <a:pt x="1376" y="262"/>
                      <a:pt x="1208" y="132"/>
                    </a:cubicBezTo>
                    <a:cubicBezTo>
                      <a:pt x="1137" y="67"/>
                      <a:pt x="1061" y="23"/>
                      <a:pt x="968" y="2"/>
                    </a:cubicBezTo>
                    <a:cubicBezTo>
                      <a:pt x="956" y="1"/>
                      <a:pt x="944" y="0"/>
                      <a:pt x="9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20"/>
              <p:cNvSpPr/>
              <p:nvPr/>
            </p:nvSpPr>
            <p:spPr>
              <a:xfrm>
                <a:off x="3887025" y="3289700"/>
                <a:ext cx="22625" cy="25350"/>
              </a:xfrm>
              <a:custGeom>
                <a:rect b="b" l="l" r="r" t="t"/>
                <a:pathLst>
                  <a:path extrusionOk="0" h="1014" w="905">
                    <a:moveTo>
                      <a:pt x="609" y="0"/>
                    </a:moveTo>
                    <a:cubicBezTo>
                      <a:pt x="586" y="0"/>
                      <a:pt x="563" y="15"/>
                      <a:pt x="560" y="45"/>
                    </a:cubicBezTo>
                    <a:cubicBezTo>
                      <a:pt x="549" y="116"/>
                      <a:pt x="555" y="192"/>
                      <a:pt x="539" y="262"/>
                    </a:cubicBezTo>
                    <a:cubicBezTo>
                      <a:pt x="528" y="322"/>
                      <a:pt x="517" y="382"/>
                      <a:pt x="517" y="442"/>
                    </a:cubicBezTo>
                    <a:cubicBezTo>
                      <a:pt x="511" y="496"/>
                      <a:pt x="517" y="556"/>
                      <a:pt x="528" y="610"/>
                    </a:cubicBezTo>
                    <a:cubicBezTo>
                      <a:pt x="473" y="621"/>
                      <a:pt x="424" y="626"/>
                      <a:pt x="375" y="626"/>
                    </a:cubicBezTo>
                    <a:cubicBezTo>
                      <a:pt x="354" y="629"/>
                      <a:pt x="332" y="631"/>
                      <a:pt x="311" y="631"/>
                    </a:cubicBezTo>
                    <a:cubicBezTo>
                      <a:pt x="290" y="631"/>
                      <a:pt x="269" y="629"/>
                      <a:pt x="250" y="626"/>
                    </a:cubicBezTo>
                    <a:cubicBezTo>
                      <a:pt x="207" y="616"/>
                      <a:pt x="158" y="605"/>
                      <a:pt x="115" y="599"/>
                    </a:cubicBezTo>
                    <a:cubicBezTo>
                      <a:pt x="17" y="605"/>
                      <a:pt x="0" y="741"/>
                      <a:pt x="93" y="768"/>
                    </a:cubicBezTo>
                    <a:cubicBezTo>
                      <a:pt x="166" y="792"/>
                      <a:pt x="243" y="805"/>
                      <a:pt x="320" y="805"/>
                    </a:cubicBezTo>
                    <a:cubicBezTo>
                      <a:pt x="346" y="805"/>
                      <a:pt x="371" y="803"/>
                      <a:pt x="397" y="800"/>
                    </a:cubicBezTo>
                    <a:lnTo>
                      <a:pt x="452" y="795"/>
                    </a:lnTo>
                    <a:lnTo>
                      <a:pt x="452" y="795"/>
                    </a:lnTo>
                    <a:cubicBezTo>
                      <a:pt x="446" y="806"/>
                      <a:pt x="435" y="822"/>
                      <a:pt x="430" y="838"/>
                    </a:cubicBezTo>
                    <a:cubicBezTo>
                      <a:pt x="392" y="882"/>
                      <a:pt x="375" y="942"/>
                      <a:pt x="381" y="1002"/>
                    </a:cubicBezTo>
                    <a:cubicBezTo>
                      <a:pt x="384" y="1010"/>
                      <a:pt x="389" y="1014"/>
                      <a:pt x="395" y="1014"/>
                    </a:cubicBezTo>
                    <a:cubicBezTo>
                      <a:pt x="400" y="1014"/>
                      <a:pt x="405" y="1010"/>
                      <a:pt x="408" y="1002"/>
                    </a:cubicBezTo>
                    <a:cubicBezTo>
                      <a:pt x="430" y="920"/>
                      <a:pt x="462" y="849"/>
                      <a:pt x="517" y="784"/>
                    </a:cubicBezTo>
                    <a:cubicBezTo>
                      <a:pt x="566" y="773"/>
                      <a:pt x="615" y="757"/>
                      <a:pt x="664" y="735"/>
                    </a:cubicBezTo>
                    <a:cubicBezTo>
                      <a:pt x="713" y="708"/>
                      <a:pt x="718" y="648"/>
                      <a:pt x="680" y="610"/>
                    </a:cubicBezTo>
                    <a:cubicBezTo>
                      <a:pt x="674" y="599"/>
                      <a:pt x="674" y="594"/>
                      <a:pt x="669" y="583"/>
                    </a:cubicBezTo>
                    <a:cubicBezTo>
                      <a:pt x="745" y="491"/>
                      <a:pt x="810" y="387"/>
                      <a:pt x="892" y="300"/>
                    </a:cubicBezTo>
                    <a:cubicBezTo>
                      <a:pt x="904" y="284"/>
                      <a:pt x="891" y="261"/>
                      <a:pt x="875" y="261"/>
                    </a:cubicBezTo>
                    <a:cubicBezTo>
                      <a:pt x="870" y="261"/>
                      <a:pt x="864" y="263"/>
                      <a:pt x="859" y="268"/>
                    </a:cubicBezTo>
                    <a:cubicBezTo>
                      <a:pt x="794" y="349"/>
                      <a:pt x="723" y="436"/>
                      <a:pt x="664" y="523"/>
                    </a:cubicBezTo>
                    <a:lnTo>
                      <a:pt x="664" y="512"/>
                    </a:lnTo>
                    <a:cubicBezTo>
                      <a:pt x="653" y="469"/>
                      <a:pt x="647" y="425"/>
                      <a:pt x="647" y="376"/>
                    </a:cubicBezTo>
                    <a:cubicBezTo>
                      <a:pt x="647" y="328"/>
                      <a:pt x="669" y="273"/>
                      <a:pt x="669" y="224"/>
                    </a:cubicBezTo>
                    <a:cubicBezTo>
                      <a:pt x="669" y="164"/>
                      <a:pt x="669" y="105"/>
                      <a:pt x="658" y="45"/>
                    </a:cubicBezTo>
                    <a:cubicBezTo>
                      <a:pt x="655" y="15"/>
                      <a:pt x="632" y="0"/>
                      <a:pt x="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0"/>
              <p:cNvSpPr/>
              <p:nvPr/>
            </p:nvSpPr>
            <p:spPr>
              <a:xfrm>
                <a:off x="3845975" y="3340875"/>
                <a:ext cx="8050" cy="7300"/>
              </a:xfrm>
              <a:custGeom>
                <a:rect b="b" l="l" r="r" t="t"/>
                <a:pathLst>
                  <a:path extrusionOk="0" h="292" w="322">
                    <a:moveTo>
                      <a:pt x="150" y="1"/>
                    </a:moveTo>
                    <a:cubicBezTo>
                      <a:pt x="101" y="1"/>
                      <a:pt x="56" y="23"/>
                      <a:pt x="33" y="63"/>
                    </a:cubicBezTo>
                    <a:cubicBezTo>
                      <a:pt x="6" y="107"/>
                      <a:pt x="1" y="156"/>
                      <a:pt x="17" y="199"/>
                    </a:cubicBezTo>
                    <a:cubicBezTo>
                      <a:pt x="33" y="254"/>
                      <a:pt x="82" y="292"/>
                      <a:pt x="142" y="292"/>
                    </a:cubicBezTo>
                    <a:lnTo>
                      <a:pt x="180" y="292"/>
                    </a:lnTo>
                    <a:cubicBezTo>
                      <a:pt x="267" y="281"/>
                      <a:pt x="322" y="188"/>
                      <a:pt x="289" y="112"/>
                    </a:cubicBezTo>
                    <a:cubicBezTo>
                      <a:pt x="273" y="58"/>
                      <a:pt x="229" y="20"/>
                      <a:pt x="180" y="4"/>
                    </a:cubicBezTo>
                    <a:cubicBezTo>
                      <a:pt x="170" y="2"/>
                      <a:pt x="160"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0"/>
              <p:cNvSpPr/>
              <p:nvPr/>
            </p:nvSpPr>
            <p:spPr>
              <a:xfrm>
                <a:off x="3900350" y="3298850"/>
                <a:ext cx="13325" cy="18700"/>
              </a:xfrm>
              <a:custGeom>
                <a:rect b="b" l="l" r="r" t="t"/>
                <a:pathLst>
                  <a:path extrusionOk="0" h="748" w="533">
                    <a:moveTo>
                      <a:pt x="513" y="1"/>
                    </a:moveTo>
                    <a:cubicBezTo>
                      <a:pt x="509" y="1"/>
                      <a:pt x="505" y="2"/>
                      <a:pt x="500" y="5"/>
                    </a:cubicBezTo>
                    <a:lnTo>
                      <a:pt x="495" y="5"/>
                    </a:lnTo>
                    <a:lnTo>
                      <a:pt x="478" y="10"/>
                    </a:lnTo>
                    <a:cubicBezTo>
                      <a:pt x="468" y="21"/>
                      <a:pt x="462" y="38"/>
                      <a:pt x="478" y="48"/>
                    </a:cubicBezTo>
                    <a:cubicBezTo>
                      <a:pt x="462" y="76"/>
                      <a:pt x="440" y="97"/>
                      <a:pt x="424" y="119"/>
                    </a:cubicBezTo>
                    <a:cubicBezTo>
                      <a:pt x="397" y="152"/>
                      <a:pt x="381" y="184"/>
                      <a:pt x="353" y="217"/>
                    </a:cubicBezTo>
                    <a:cubicBezTo>
                      <a:pt x="305" y="282"/>
                      <a:pt x="256" y="347"/>
                      <a:pt x="201" y="407"/>
                    </a:cubicBezTo>
                    <a:cubicBezTo>
                      <a:pt x="152" y="462"/>
                      <a:pt x="109" y="516"/>
                      <a:pt x="71" y="570"/>
                    </a:cubicBezTo>
                    <a:cubicBezTo>
                      <a:pt x="33" y="614"/>
                      <a:pt x="6" y="674"/>
                      <a:pt x="0" y="728"/>
                    </a:cubicBezTo>
                    <a:cubicBezTo>
                      <a:pt x="0" y="740"/>
                      <a:pt x="9" y="747"/>
                      <a:pt x="17" y="747"/>
                    </a:cubicBezTo>
                    <a:cubicBezTo>
                      <a:pt x="24" y="747"/>
                      <a:pt x="30" y="743"/>
                      <a:pt x="33" y="733"/>
                    </a:cubicBezTo>
                    <a:cubicBezTo>
                      <a:pt x="60" y="668"/>
                      <a:pt x="103" y="603"/>
                      <a:pt x="152" y="543"/>
                    </a:cubicBezTo>
                    <a:cubicBezTo>
                      <a:pt x="207" y="478"/>
                      <a:pt x="272" y="413"/>
                      <a:pt x="321" y="342"/>
                    </a:cubicBezTo>
                    <a:cubicBezTo>
                      <a:pt x="370" y="271"/>
                      <a:pt x="419" y="212"/>
                      <a:pt x="468" y="146"/>
                    </a:cubicBezTo>
                    <a:cubicBezTo>
                      <a:pt x="495" y="108"/>
                      <a:pt x="533" y="81"/>
                      <a:pt x="533" y="27"/>
                    </a:cubicBezTo>
                    <a:cubicBezTo>
                      <a:pt x="533" y="11"/>
                      <a:pt x="524"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0"/>
              <p:cNvSpPr/>
              <p:nvPr/>
            </p:nvSpPr>
            <p:spPr>
              <a:xfrm>
                <a:off x="3783600" y="3377350"/>
                <a:ext cx="9000" cy="7500"/>
              </a:xfrm>
              <a:custGeom>
                <a:rect b="b" l="l" r="r" t="t"/>
                <a:pathLst>
                  <a:path extrusionOk="0" h="300" w="360">
                    <a:moveTo>
                      <a:pt x="297" y="0"/>
                    </a:moveTo>
                    <a:cubicBezTo>
                      <a:pt x="268" y="0"/>
                      <a:pt x="252" y="15"/>
                      <a:pt x="224" y="34"/>
                    </a:cubicBezTo>
                    <a:cubicBezTo>
                      <a:pt x="196" y="50"/>
                      <a:pt x="158" y="72"/>
                      <a:pt x="126" y="94"/>
                    </a:cubicBezTo>
                    <a:cubicBezTo>
                      <a:pt x="71" y="132"/>
                      <a:pt x="1" y="186"/>
                      <a:pt x="23" y="262"/>
                    </a:cubicBezTo>
                    <a:cubicBezTo>
                      <a:pt x="28" y="287"/>
                      <a:pt x="47" y="299"/>
                      <a:pt x="66" y="299"/>
                    </a:cubicBezTo>
                    <a:cubicBezTo>
                      <a:pt x="85" y="299"/>
                      <a:pt x="104" y="287"/>
                      <a:pt x="109" y="262"/>
                    </a:cubicBezTo>
                    <a:cubicBezTo>
                      <a:pt x="126" y="224"/>
                      <a:pt x="153" y="192"/>
                      <a:pt x="191" y="170"/>
                    </a:cubicBezTo>
                    <a:cubicBezTo>
                      <a:pt x="213" y="154"/>
                      <a:pt x="229" y="143"/>
                      <a:pt x="251" y="126"/>
                    </a:cubicBezTo>
                    <a:cubicBezTo>
                      <a:pt x="267" y="116"/>
                      <a:pt x="283" y="105"/>
                      <a:pt x="300" y="94"/>
                    </a:cubicBezTo>
                    <a:cubicBezTo>
                      <a:pt x="349" y="94"/>
                      <a:pt x="360" y="12"/>
                      <a:pt x="311" y="1"/>
                    </a:cubicBezTo>
                    <a:cubicBezTo>
                      <a:pt x="306" y="1"/>
                      <a:pt x="301" y="0"/>
                      <a:pt x="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0"/>
              <p:cNvSpPr/>
              <p:nvPr/>
            </p:nvSpPr>
            <p:spPr>
              <a:xfrm>
                <a:off x="3782725" y="3383225"/>
                <a:ext cx="7700" cy="6375"/>
              </a:xfrm>
              <a:custGeom>
                <a:rect b="b" l="l" r="r" t="t"/>
                <a:pathLst>
                  <a:path extrusionOk="0" h="255" w="308">
                    <a:moveTo>
                      <a:pt x="266" y="0"/>
                    </a:moveTo>
                    <a:cubicBezTo>
                      <a:pt x="250" y="0"/>
                      <a:pt x="234" y="10"/>
                      <a:pt x="237" y="27"/>
                    </a:cubicBezTo>
                    <a:cubicBezTo>
                      <a:pt x="242" y="60"/>
                      <a:pt x="172" y="65"/>
                      <a:pt x="150" y="82"/>
                    </a:cubicBezTo>
                    <a:cubicBezTo>
                      <a:pt x="96" y="103"/>
                      <a:pt x="47" y="147"/>
                      <a:pt x="14" y="196"/>
                    </a:cubicBezTo>
                    <a:cubicBezTo>
                      <a:pt x="0" y="223"/>
                      <a:pt x="25" y="254"/>
                      <a:pt x="52" y="254"/>
                    </a:cubicBezTo>
                    <a:cubicBezTo>
                      <a:pt x="57" y="254"/>
                      <a:pt x="63" y="253"/>
                      <a:pt x="68" y="250"/>
                    </a:cubicBezTo>
                    <a:cubicBezTo>
                      <a:pt x="101" y="229"/>
                      <a:pt x="134" y="201"/>
                      <a:pt x="166" y="174"/>
                    </a:cubicBezTo>
                    <a:cubicBezTo>
                      <a:pt x="188" y="158"/>
                      <a:pt x="210" y="142"/>
                      <a:pt x="231" y="131"/>
                    </a:cubicBezTo>
                    <a:cubicBezTo>
                      <a:pt x="275" y="103"/>
                      <a:pt x="308" y="71"/>
                      <a:pt x="297" y="22"/>
                    </a:cubicBezTo>
                    <a:cubicBezTo>
                      <a:pt x="294" y="7"/>
                      <a:pt x="280"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0"/>
              <p:cNvSpPr/>
              <p:nvPr/>
            </p:nvSpPr>
            <p:spPr>
              <a:xfrm>
                <a:off x="3781700" y="3388700"/>
                <a:ext cx="7225" cy="6100"/>
              </a:xfrm>
              <a:custGeom>
                <a:rect b="b" l="l" r="r" t="t"/>
                <a:pathLst>
                  <a:path extrusionOk="0" h="244" w="289">
                    <a:moveTo>
                      <a:pt x="242" y="1"/>
                    </a:moveTo>
                    <a:cubicBezTo>
                      <a:pt x="227" y="1"/>
                      <a:pt x="213" y="12"/>
                      <a:pt x="213" y="31"/>
                    </a:cubicBezTo>
                    <a:cubicBezTo>
                      <a:pt x="213" y="48"/>
                      <a:pt x="126" y="96"/>
                      <a:pt x="109" y="107"/>
                    </a:cubicBezTo>
                    <a:cubicBezTo>
                      <a:pt x="77" y="135"/>
                      <a:pt x="1" y="189"/>
                      <a:pt x="28" y="232"/>
                    </a:cubicBezTo>
                    <a:cubicBezTo>
                      <a:pt x="33" y="238"/>
                      <a:pt x="39" y="243"/>
                      <a:pt x="50" y="243"/>
                    </a:cubicBezTo>
                    <a:cubicBezTo>
                      <a:pt x="77" y="243"/>
                      <a:pt x="99" y="216"/>
                      <a:pt x="120" y="200"/>
                    </a:cubicBezTo>
                    <a:cubicBezTo>
                      <a:pt x="142" y="183"/>
                      <a:pt x="169" y="156"/>
                      <a:pt x="196" y="135"/>
                    </a:cubicBezTo>
                    <a:cubicBezTo>
                      <a:pt x="234" y="107"/>
                      <a:pt x="289" y="69"/>
                      <a:pt x="272" y="15"/>
                    </a:cubicBezTo>
                    <a:lnTo>
                      <a:pt x="272" y="15"/>
                    </a:lnTo>
                    <a:lnTo>
                      <a:pt x="267" y="20"/>
                    </a:lnTo>
                    <a:cubicBezTo>
                      <a:pt x="262" y="7"/>
                      <a:pt x="252" y="1"/>
                      <a:pt x="2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0"/>
              <p:cNvSpPr/>
              <p:nvPr/>
            </p:nvSpPr>
            <p:spPr>
              <a:xfrm>
                <a:off x="3782650" y="3393725"/>
                <a:ext cx="3300" cy="4475"/>
              </a:xfrm>
              <a:custGeom>
                <a:rect b="b" l="l" r="r" t="t"/>
                <a:pathLst>
                  <a:path extrusionOk="0" h="179" w="132">
                    <a:moveTo>
                      <a:pt x="85" y="1"/>
                    </a:moveTo>
                    <a:cubicBezTo>
                      <a:pt x="79" y="1"/>
                      <a:pt x="82" y="11"/>
                      <a:pt x="82" y="15"/>
                    </a:cubicBezTo>
                    <a:cubicBezTo>
                      <a:pt x="104" y="37"/>
                      <a:pt x="71" y="69"/>
                      <a:pt x="55" y="86"/>
                    </a:cubicBezTo>
                    <a:cubicBezTo>
                      <a:pt x="33" y="107"/>
                      <a:pt x="17" y="129"/>
                      <a:pt x="6" y="156"/>
                    </a:cubicBezTo>
                    <a:cubicBezTo>
                      <a:pt x="1" y="167"/>
                      <a:pt x="12" y="178"/>
                      <a:pt x="28" y="178"/>
                    </a:cubicBezTo>
                    <a:cubicBezTo>
                      <a:pt x="66" y="162"/>
                      <a:pt x="99" y="135"/>
                      <a:pt x="120" y="97"/>
                    </a:cubicBezTo>
                    <a:cubicBezTo>
                      <a:pt x="126" y="80"/>
                      <a:pt x="131" y="59"/>
                      <a:pt x="126" y="42"/>
                    </a:cubicBezTo>
                    <a:cubicBezTo>
                      <a:pt x="120" y="26"/>
                      <a:pt x="104" y="15"/>
                      <a:pt x="93" y="4"/>
                    </a:cubicBezTo>
                    <a:cubicBezTo>
                      <a:pt x="89" y="2"/>
                      <a:pt x="87"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0"/>
              <p:cNvSpPr/>
              <p:nvPr/>
            </p:nvSpPr>
            <p:spPr>
              <a:xfrm>
                <a:off x="3779400" y="3410175"/>
                <a:ext cx="6650" cy="6800"/>
              </a:xfrm>
              <a:custGeom>
                <a:rect b="b" l="l" r="r" t="t"/>
                <a:pathLst>
                  <a:path extrusionOk="0" h="272" w="266">
                    <a:moveTo>
                      <a:pt x="201" y="1"/>
                    </a:moveTo>
                    <a:cubicBezTo>
                      <a:pt x="194" y="1"/>
                      <a:pt x="187" y="3"/>
                      <a:pt x="180" y="9"/>
                    </a:cubicBezTo>
                    <a:cubicBezTo>
                      <a:pt x="109" y="58"/>
                      <a:pt x="0" y="145"/>
                      <a:pt x="22" y="243"/>
                    </a:cubicBezTo>
                    <a:cubicBezTo>
                      <a:pt x="22" y="254"/>
                      <a:pt x="33" y="265"/>
                      <a:pt x="44" y="270"/>
                    </a:cubicBezTo>
                    <a:cubicBezTo>
                      <a:pt x="46" y="271"/>
                      <a:pt x="49" y="271"/>
                      <a:pt x="52" y="271"/>
                    </a:cubicBezTo>
                    <a:cubicBezTo>
                      <a:pt x="86" y="271"/>
                      <a:pt x="110" y="209"/>
                      <a:pt x="125" y="189"/>
                    </a:cubicBezTo>
                    <a:cubicBezTo>
                      <a:pt x="152" y="145"/>
                      <a:pt x="191" y="107"/>
                      <a:pt x="234" y="75"/>
                    </a:cubicBezTo>
                    <a:cubicBezTo>
                      <a:pt x="265" y="52"/>
                      <a:pt x="234" y="1"/>
                      <a:pt x="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0"/>
              <p:cNvSpPr/>
              <p:nvPr/>
            </p:nvSpPr>
            <p:spPr>
              <a:xfrm>
                <a:off x="3781575" y="3416450"/>
                <a:ext cx="3550" cy="5675"/>
              </a:xfrm>
              <a:custGeom>
                <a:rect b="b" l="l" r="r" t="t"/>
                <a:pathLst>
                  <a:path extrusionOk="0" h="227" w="142">
                    <a:moveTo>
                      <a:pt x="112" y="0"/>
                    </a:moveTo>
                    <a:cubicBezTo>
                      <a:pt x="100" y="0"/>
                      <a:pt x="87" y="7"/>
                      <a:pt x="82" y="19"/>
                    </a:cubicBezTo>
                    <a:lnTo>
                      <a:pt x="87" y="19"/>
                    </a:lnTo>
                    <a:cubicBezTo>
                      <a:pt x="71" y="52"/>
                      <a:pt x="55" y="79"/>
                      <a:pt x="33" y="101"/>
                    </a:cubicBezTo>
                    <a:cubicBezTo>
                      <a:pt x="17" y="128"/>
                      <a:pt x="0" y="161"/>
                      <a:pt x="0" y="193"/>
                    </a:cubicBezTo>
                    <a:cubicBezTo>
                      <a:pt x="0" y="212"/>
                      <a:pt x="13" y="227"/>
                      <a:pt x="30" y="227"/>
                    </a:cubicBezTo>
                    <a:cubicBezTo>
                      <a:pt x="33" y="227"/>
                      <a:pt x="35" y="227"/>
                      <a:pt x="38" y="226"/>
                    </a:cubicBezTo>
                    <a:cubicBezTo>
                      <a:pt x="82" y="220"/>
                      <a:pt x="98" y="171"/>
                      <a:pt x="109" y="133"/>
                    </a:cubicBezTo>
                    <a:cubicBezTo>
                      <a:pt x="125" y="101"/>
                      <a:pt x="136" y="63"/>
                      <a:pt x="142" y="30"/>
                    </a:cubicBezTo>
                    <a:cubicBezTo>
                      <a:pt x="142" y="10"/>
                      <a:pt x="127" y="0"/>
                      <a:pt x="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20"/>
              <p:cNvSpPr/>
              <p:nvPr/>
            </p:nvSpPr>
            <p:spPr>
              <a:xfrm>
                <a:off x="3813650" y="3398500"/>
                <a:ext cx="3550" cy="6650"/>
              </a:xfrm>
              <a:custGeom>
                <a:rect b="b" l="l" r="r" t="t"/>
                <a:pathLst>
                  <a:path extrusionOk="0" h="266" w="142">
                    <a:moveTo>
                      <a:pt x="109" y="1"/>
                    </a:moveTo>
                    <a:cubicBezTo>
                      <a:pt x="94" y="1"/>
                      <a:pt x="79" y="9"/>
                      <a:pt x="76" y="25"/>
                    </a:cubicBezTo>
                    <a:cubicBezTo>
                      <a:pt x="60" y="96"/>
                      <a:pt x="0" y="161"/>
                      <a:pt x="16" y="237"/>
                    </a:cubicBezTo>
                    <a:cubicBezTo>
                      <a:pt x="22" y="256"/>
                      <a:pt x="39" y="266"/>
                      <a:pt x="58" y="266"/>
                    </a:cubicBezTo>
                    <a:cubicBezTo>
                      <a:pt x="76" y="266"/>
                      <a:pt x="95" y="256"/>
                      <a:pt x="103" y="237"/>
                    </a:cubicBezTo>
                    <a:cubicBezTo>
                      <a:pt x="109" y="205"/>
                      <a:pt x="114" y="167"/>
                      <a:pt x="125" y="139"/>
                    </a:cubicBezTo>
                    <a:cubicBezTo>
                      <a:pt x="136" y="101"/>
                      <a:pt x="141" y="63"/>
                      <a:pt x="141" y="25"/>
                    </a:cubicBezTo>
                    <a:cubicBezTo>
                      <a:pt x="139" y="9"/>
                      <a:pt x="124"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20"/>
              <p:cNvSpPr/>
              <p:nvPr/>
            </p:nvSpPr>
            <p:spPr>
              <a:xfrm>
                <a:off x="3817175" y="3400475"/>
                <a:ext cx="3600" cy="4500"/>
              </a:xfrm>
              <a:custGeom>
                <a:rect b="b" l="l" r="r" t="t"/>
                <a:pathLst>
                  <a:path extrusionOk="0" h="180" w="144">
                    <a:moveTo>
                      <a:pt x="99" y="1"/>
                    </a:moveTo>
                    <a:cubicBezTo>
                      <a:pt x="87" y="1"/>
                      <a:pt x="75" y="6"/>
                      <a:pt x="66" y="17"/>
                    </a:cubicBezTo>
                    <a:lnTo>
                      <a:pt x="71" y="17"/>
                    </a:lnTo>
                    <a:cubicBezTo>
                      <a:pt x="60" y="33"/>
                      <a:pt x="55" y="49"/>
                      <a:pt x="44" y="60"/>
                    </a:cubicBezTo>
                    <a:lnTo>
                      <a:pt x="38" y="66"/>
                    </a:lnTo>
                    <a:cubicBezTo>
                      <a:pt x="28" y="71"/>
                      <a:pt x="22" y="77"/>
                      <a:pt x="17" y="88"/>
                    </a:cubicBezTo>
                    <a:cubicBezTo>
                      <a:pt x="0" y="115"/>
                      <a:pt x="6" y="169"/>
                      <a:pt x="44" y="180"/>
                    </a:cubicBezTo>
                    <a:cubicBezTo>
                      <a:pt x="60" y="180"/>
                      <a:pt x="77" y="174"/>
                      <a:pt x="82" y="158"/>
                    </a:cubicBezTo>
                    <a:cubicBezTo>
                      <a:pt x="87" y="153"/>
                      <a:pt x="87" y="147"/>
                      <a:pt x="93" y="142"/>
                    </a:cubicBezTo>
                    <a:cubicBezTo>
                      <a:pt x="98" y="136"/>
                      <a:pt x="104" y="126"/>
                      <a:pt x="109" y="120"/>
                    </a:cubicBezTo>
                    <a:cubicBezTo>
                      <a:pt x="115" y="109"/>
                      <a:pt x="120" y="104"/>
                      <a:pt x="120" y="98"/>
                    </a:cubicBezTo>
                    <a:cubicBezTo>
                      <a:pt x="125" y="82"/>
                      <a:pt x="131" y="60"/>
                      <a:pt x="136" y="44"/>
                    </a:cubicBezTo>
                    <a:cubicBezTo>
                      <a:pt x="143" y="19"/>
                      <a:pt x="122" y="1"/>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0"/>
              <p:cNvSpPr/>
              <p:nvPr/>
            </p:nvSpPr>
            <p:spPr>
              <a:xfrm>
                <a:off x="3820975" y="3402775"/>
                <a:ext cx="2875" cy="4300"/>
              </a:xfrm>
              <a:custGeom>
                <a:rect b="b" l="l" r="r" t="t"/>
                <a:pathLst>
                  <a:path extrusionOk="0" h="172" w="115">
                    <a:moveTo>
                      <a:pt x="50" y="1"/>
                    </a:moveTo>
                    <a:cubicBezTo>
                      <a:pt x="11" y="1"/>
                      <a:pt x="1" y="44"/>
                      <a:pt x="22" y="72"/>
                    </a:cubicBezTo>
                    <a:lnTo>
                      <a:pt x="22" y="93"/>
                    </a:lnTo>
                    <a:cubicBezTo>
                      <a:pt x="17" y="110"/>
                      <a:pt x="17" y="131"/>
                      <a:pt x="22" y="148"/>
                    </a:cubicBezTo>
                    <a:cubicBezTo>
                      <a:pt x="28" y="153"/>
                      <a:pt x="28" y="159"/>
                      <a:pt x="33" y="164"/>
                    </a:cubicBezTo>
                    <a:cubicBezTo>
                      <a:pt x="41" y="168"/>
                      <a:pt x="49" y="172"/>
                      <a:pt x="56" y="172"/>
                    </a:cubicBezTo>
                    <a:cubicBezTo>
                      <a:pt x="59" y="172"/>
                      <a:pt x="63" y="171"/>
                      <a:pt x="66" y="169"/>
                    </a:cubicBezTo>
                    <a:lnTo>
                      <a:pt x="77" y="159"/>
                    </a:lnTo>
                    <a:cubicBezTo>
                      <a:pt x="93" y="142"/>
                      <a:pt x="109" y="115"/>
                      <a:pt x="109" y="88"/>
                    </a:cubicBezTo>
                    <a:cubicBezTo>
                      <a:pt x="115" y="72"/>
                      <a:pt x="115" y="50"/>
                      <a:pt x="104" y="34"/>
                    </a:cubicBezTo>
                    <a:lnTo>
                      <a:pt x="104" y="28"/>
                    </a:lnTo>
                    <a:cubicBezTo>
                      <a:pt x="93" y="6"/>
                      <a:pt x="71" y="6"/>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120"/>
            <p:cNvGrpSpPr/>
            <p:nvPr/>
          </p:nvGrpSpPr>
          <p:grpSpPr>
            <a:xfrm>
              <a:off x="3853800" y="2083835"/>
              <a:ext cx="271800" cy="285425"/>
              <a:chOff x="5736425" y="3172700"/>
              <a:chExt cx="271800" cy="285425"/>
            </a:xfrm>
          </p:grpSpPr>
          <p:sp>
            <p:nvSpPr>
              <p:cNvPr id="5042" name="Google Shape;5042;p120"/>
              <p:cNvSpPr/>
              <p:nvPr/>
            </p:nvSpPr>
            <p:spPr>
              <a:xfrm>
                <a:off x="5831550" y="3335975"/>
                <a:ext cx="72575" cy="17650"/>
              </a:xfrm>
              <a:custGeom>
                <a:rect b="b" l="l" r="r" t="t"/>
                <a:pathLst>
                  <a:path extrusionOk="0" h="706" w="2903">
                    <a:moveTo>
                      <a:pt x="2766" y="1"/>
                    </a:moveTo>
                    <a:cubicBezTo>
                      <a:pt x="2688" y="1"/>
                      <a:pt x="2596" y="30"/>
                      <a:pt x="2555" y="47"/>
                    </a:cubicBezTo>
                    <a:lnTo>
                      <a:pt x="2403" y="118"/>
                    </a:lnTo>
                    <a:lnTo>
                      <a:pt x="2365" y="124"/>
                    </a:lnTo>
                    <a:cubicBezTo>
                      <a:pt x="2251" y="151"/>
                      <a:pt x="2142" y="194"/>
                      <a:pt x="2028" y="205"/>
                    </a:cubicBezTo>
                    <a:cubicBezTo>
                      <a:pt x="1821" y="238"/>
                      <a:pt x="1626" y="287"/>
                      <a:pt x="1430" y="336"/>
                    </a:cubicBezTo>
                    <a:cubicBezTo>
                      <a:pt x="1414" y="330"/>
                      <a:pt x="1403" y="330"/>
                      <a:pt x="1392" y="330"/>
                    </a:cubicBezTo>
                    <a:cubicBezTo>
                      <a:pt x="1289" y="314"/>
                      <a:pt x="1196" y="281"/>
                      <a:pt x="1093" y="270"/>
                    </a:cubicBezTo>
                    <a:cubicBezTo>
                      <a:pt x="1057" y="266"/>
                      <a:pt x="1017" y="265"/>
                      <a:pt x="975" y="265"/>
                    </a:cubicBezTo>
                    <a:cubicBezTo>
                      <a:pt x="930" y="265"/>
                      <a:pt x="883" y="267"/>
                      <a:pt x="837" y="267"/>
                    </a:cubicBezTo>
                    <a:cubicBezTo>
                      <a:pt x="811" y="267"/>
                      <a:pt x="786" y="266"/>
                      <a:pt x="761" y="265"/>
                    </a:cubicBezTo>
                    <a:cubicBezTo>
                      <a:pt x="685" y="259"/>
                      <a:pt x="604" y="238"/>
                      <a:pt x="533" y="211"/>
                    </a:cubicBezTo>
                    <a:cubicBezTo>
                      <a:pt x="506" y="189"/>
                      <a:pt x="479" y="172"/>
                      <a:pt x="446" y="162"/>
                    </a:cubicBezTo>
                    <a:cubicBezTo>
                      <a:pt x="378" y="133"/>
                      <a:pt x="318" y="113"/>
                      <a:pt x="260" y="113"/>
                    </a:cubicBezTo>
                    <a:cubicBezTo>
                      <a:pt x="206" y="113"/>
                      <a:pt x="153" y="131"/>
                      <a:pt x="98" y="178"/>
                    </a:cubicBezTo>
                    <a:cubicBezTo>
                      <a:pt x="0" y="254"/>
                      <a:pt x="65" y="439"/>
                      <a:pt x="185" y="450"/>
                    </a:cubicBezTo>
                    <a:lnTo>
                      <a:pt x="190" y="450"/>
                    </a:lnTo>
                    <a:cubicBezTo>
                      <a:pt x="201" y="450"/>
                      <a:pt x="212" y="450"/>
                      <a:pt x="223" y="455"/>
                    </a:cubicBezTo>
                    <a:cubicBezTo>
                      <a:pt x="250" y="471"/>
                      <a:pt x="283" y="482"/>
                      <a:pt x="316" y="493"/>
                    </a:cubicBezTo>
                    <a:cubicBezTo>
                      <a:pt x="370" y="515"/>
                      <a:pt x="430" y="526"/>
                      <a:pt x="489" y="526"/>
                    </a:cubicBezTo>
                    <a:cubicBezTo>
                      <a:pt x="500" y="520"/>
                      <a:pt x="511" y="520"/>
                      <a:pt x="522" y="520"/>
                    </a:cubicBezTo>
                    <a:cubicBezTo>
                      <a:pt x="609" y="548"/>
                      <a:pt x="696" y="564"/>
                      <a:pt x="783" y="564"/>
                    </a:cubicBezTo>
                    <a:cubicBezTo>
                      <a:pt x="908" y="564"/>
                      <a:pt x="1033" y="575"/>
                      <a:pt x="1153" y="591"/>
                    </a:cubicBezTo>
                    <a:cubicBezTo>
                      <a:pt x="1250" y="618"/>
                      <a:pt x="1354" y="640"/>
                      <a:pt x="1457" y="651"/>
                    </a:cubicBezTo>
                    <a:cubicBezTo>
                      <a:pt x="1497" y="655"/>
                      <a:pt x="1537" y="656"/>
                      <a:pt x="1577" y="656"/>
                    </a:cubicBezTo>
                    <a:cubicBezTo>
                      <a:pt x="1763" y="656"/>
                      <a:pt x="1953" y="622"/>
                      <a:pt x="2137" y="613"/>
                    </a:cubicBezTo>
                    <a:cubicBezTo>
                      <a:pt x="2180" y="607"/>
                      <a:pt x="2218" y="602"/>
                      <a:pt x="2262" y="596"/>
                    </a:cubicBezTo>
                    <a:lnTo>
                      <a:pt x="2262" y="596"/>
                    </a:lnTo>
                    <a:cubicBezTo>
                      <a:pt x="2251" y="651"/>
                      <a:pt x="2294" y="700"/>
                      <a:pt x="2348" y="705"/>
                    </a:cubicBezTo>
                    <a:cubicBezTo>
                      <a:pt x="2355" y="706"/>
                      <a:pt x="2362" y="706"/>
                      <a:pt x="2368" y="706"/>
                    </a:cubicBezTo>
                    <a:cubicBezTo>
                      <a:pt x="2506" y="706"/>
                      <a:pt x="2564" y="597"/>
                      <a:pt x="2637" y="493"/>
                    </a:cubicBezTo>
                    <a:cubicBezTo>
                      <a:pt x="2675" y="433"/>
                      <a:pt x="2713" y="374"/>
                      <a:pt x="2745" y="314"/>
                    </a:cubicBezTo>
                    <a:lnTo>
                      <a:pt x="2745" y="308"/>
                    </a:lnTo>
                    <a:cubicBezTo>
                      <a:pt x="2756" y="298"/>
                      <a:pt x="2772" y="287"/>
                      <a:pt x="2783" y="281"/>
                    </a:cubicBezTo>
                    <a:cubicBezTo>
                      <a:pt x="2805" y="259"/>
                      <a:pt x="2821" y="232"/>
                      <a:pt x="2838" y="205"/>
                    </a:cubicBezTo>
                    <a:cubicBezTo>
                      <a:pt x="2881" y="178"/>
                      <a:pt x="2903" y="129"/>
                      <a:pt x="2892" y="86"/>
                    </a:cubicBezTo>
                    <a:lnTo>
                      <a:pt x="2898" y="86"/>
                    </a:lnTo>
                    <a:cubicBezTo>
                      <a:pt x="2888" y="21"/>
                      <a:pt x="2831" y="1"/>
                      <a:pt x="2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0"/>
              <p:cNvSpPr/>
              <p:nvPr/>
            </p:nvSpPr>
            <p:spPr>
              <a:xfrm>
                <a:off x="5836025" y="33472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0"/>
              <p:cNvSpPr/>
              <p:nvPr/>
            </p:nvSpPr>
            <p:spPr>
              <a:xfrm>
                <a:off x="5827475" y="3306275"/>
                <a:ext cx="18625" cy="17100"/>
              </a:xfrm>
              <a:custGeom>
                <a:rect b="b" l="l" r="r" t="t"/>
                <a:pathLst>
                  <a:path extrusionOk="0" h="684" w="745">
                    <a:moveTo>
                      <a:pt x="324" y="0"/>
                    </a:moveTo>
                    <a:cubicBezTo>
                      <a:pt x="296" y="0"/>
                      <a:pt x="269" y="4"/>
                      <a:pt x="245" y="12"/>
                    </a:cubicBezTo>
                    <a:cubicBezTo>
                      <a:pt x="239" y="12"/>
                      <a:pt x="228" y="18"/>
                      <a:pt x="223" y="18"/>
                    </a:cubicBezTo>
                    <a:cubicBezTo>
                      <a:pt x="180" y="29"/>
                      <a:pt x="141" y="45"/>
                      <a:pt x="109" y="78"/>
                    </a:cubicBezTo>
                    <a:cubicBezTo>
                      <a:pt x="76" y="110"/>
                      <a:pt x="55" y="148"/>
                      <a:pt x="44" y="197"/>
                    </a:cubicBezTo>
                    <a:cubicBezTo>
                      <a:pt x="0" y="279"/>
                      <a:pt x="0" y="382"/>
                      <a:pt x="44" y="469"/>
                    </a:cubicBezTo>
                    <a:cubicBezTo>
                      <a:pt x="76" y="586"/>
                      <a:pt x="166" y="683"/>
                      <a:pt x="288" y="683"/>
                    </a:cubicBezTo>
                    <a:cubicBezTo>
                      <a:pt x="307" y="683"/>
                      <a:pt x="327" y="681"/>
                      <a:pt x="348" y="676"/>
                    </a:cubicBezTo>
                    <a:lnTo>
                      <a:pt x="364" y="670"/>
                    </a:lnTo>
                    <a:cubicBezTo>
                      <a:pt x="375" y="671"/>
                      <a:pt x="385" y="671"/>
                      <a:pt x="396" y="671"/>
                    </a:cubicBezTo>
                    <a:cubicBezTo>
                      <a:pt x="449" y="671"/>
                      <a:pt x="497" y="659"/>
                      <a:pt x="538" y="632"/>
                    </a:cubicBezTo>
                    <a:cubicBezTo>
                      <a:pt x="680" y="540"/>
                      <a:pt x="745" y="371"/>
                      <a:pt x="707" y="214"/>
                    </a:cubicBezTo>
                    <a:lnTo>
                      <a:pt x="701" y="214"/>
                    </a:lnTo>
                    <a:cubicBezTo>
                      <a:pt x="672" y="92"/>
                      <a:pt x="564" y="9"/>
                      <a:pt x="444" y="9"/>
                    </a:cubicBezTo>
                    <a:cubicBezTo>
                      <a:pt x="430" y="9"/>
                      <a:pt x="416" y="10"/>
                      <a:pt x="402" y="12"/>
                    </a:cubicBezTo>
                    <a:cubicBezTo>
                      <a:pt x="378" y="4"/>
                      <a:pt x="351"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0"/>
              <p:cNvSpPr/>
              <p:nvPr/>
            </p:nvSpPr>
            <p:spPr>
              <a:xfrm>
                <a:off x="5894325" y="3304875"/>
                <a:ext cx="18650" cy="16100"/>
              </a:xfrm>
              <a:custGeom>
                <a:rect b="b" l="l" r="r" t="t"/>
                <a:pathLst>
                  <a:path extrusionOk="0" h="644" w="746">
                    <a:moveTo>
                      <a:pt x="377" y="0"/>
                    </a:moveTo>
                    <a:cubicBezTo>
                      <a:pt x="342" y="0"/>
                      <a:pt x="308" y="7"/>
                      <a:pt x="278" y="19"/>
                    </a:cubicBezTo>
                    <a:cubicBezTo>
                      <a:pt x="268" y="18"/>
                      <a:pt x="258" y="17"/>
                      <a:pt x="248" y="17"/>
                    </a:cubicBezTo>
                    <a:cubicBezTo>
                      <a:pt x="151" y="17"/>
                      <a:pt x="63" y="89"/>
                      <a:pt x="39" y="183"/>
                    </a:cubicBezTo>
                    <a:cubicBezTo>
                      <a:pt x="1" y="308"/>
                      <a:pt x="22" y="443"/>
                      <a:pt x="109" y="541"/>
                    </a:cubicBezTo>
                    <a:cubicBezTo>
                      <a:pt x="171" y="609"/>
                      <a:pt x="257" y="643"/>
                      <a:pt x="344" y="643"/>
                    </a:cubicBezTo>
                    <a:cubicBezTo>
                      <a:pt x="418" y="643"/>
                      <a:pt x="493" y="618"/>
                      <a:pt x="555" y="569"/>
                    </a:cubicBezTo>
                    <a:cubicBezTo>
                      <a:pt x="745" y="411"/>
                      <a:pt x="691" y="101"/>
                      <a:pt x="457" y="14"/>
                    </a:cubicBezTo>
                    <a:cubicBezTo>
                      <a:pt x="431" y="5"/>
                      <a:pt x="404" y="0"/>
                      <a:pt x="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0"/>
              <p:cNvSpPr/>
              <p:nvPr/>
            </p:nvSpPr>
            <p:spPr>
              <a:xfrm>
                <a:off x="5859400" y="3311500"/>
                <a:ext cx="25975" cy="11925"/>
              </a:xfrm>
              <a:custGeom>
                <a:rect b="b" l="l" r="r" t="t"/>
                <a:pathLst>
                  <a:path extrusionOk="0" h="477" w="1039">
                    <a:moveTo>
                      <a:pt x="862" y="0"/>
                    </a:moveTo>
                    <a:cubicBezTo>
                      <a:pt x="766" y="0"/>
                      <a:pt x="739" y="143"/>
                      <a:pt x="843" y="173"/>
                    </a:cubicBezTo>
                    <a:cubicBezTo>
                      <a:pt x="835" y="171"/>
                      <a:pt x="829" y="170"/>
                      <a:pt x="825" y="170"/>
                    </a:cubicBezTo>
                    <a:cubicBezTo>
                      <a:pt x="802" y="170"/>
                      <a:pt x="806" y="190"/>
                      <a:pt x="783" y="217"/>
                    </a:cubicBezTo>
                    <a:cubicBezTo>
                      <a:pt x="767" y="238"/>
                      <a:pt x="751" y="255"/>
                      <a:pt x="724" y="265"/>
                    </a:cubicBezTo>
                    <a:cubicBezTo>
                      <a:pt x="655" y="293"/>
                      <a:pt x="579" y="305"/>
                      <a:pt x="505" y="305"/>
                    </a:cubicBezTo>
                    <a:cubicBezTo>
                      <a:pt x="491" y="305"/>
                      <a:pt x="477" y="304"/>
                      <a:pt x="463" y="304"/>
                    </a:cubicBezTo>
                    <a:cubicBezTo>
                      <a:pt x="452" y="304"/>
                      <a:pt x="441" y="305"/>
                      <a:pt x="430" y="305"/>
                    </a:cubicBezTo>
                    <a:cubicBezTo>
                      <a:pt x="380" y="305"/>
                      <a:pt x="328" y="295"/>
                      <a:pt x="283" y="282"/>
                    </a:cubicBezTo>
                    <a:cubicBezTo>
                      <a:pt x="251" y="260"/>
                      <a:pt x="218" y="233"/>
                      <a:pt x="196" y="200"/>
                    </a:cubicBezTo>
                    <a:cubicBezTo>
                      <a:pt x="158" y="146"/>
                      <a:pt x="180" y="113"/>
                      <a:pt x="213" y="59"/>
                    </a:cubicBezTo>
                    <a:cubicBezTo>
                      <a:pt x="225" y="39"/>
                      <a:pt x="204" y="16"/>
                      <a:pt x="184" y="16"/>
                    </a:cubicBezTo>
                    <a:cubicBezTo>
                      <a:pt x="177" y="16"/>
                      <a:pt x="169" y="19"/>
                      <a:pt x="164" y="26"/>
                    </a:cubicBezTo>
                    <a:cubicBezTo>
                      <a:pt x="49" y="135"/>
                      <a:pt x="1" y="244"/>
                      <a:pt x="131" y="380"/>
                    </a:cubicBezTo>
                    <a:cubicBezTo>
                      <a:pt x="208" y="461"/>
                      <a:pt x="325" y="476"/>
                      <a:pt x="438" y="476"/>
                    </a:cubicBezTo>
                    <a:cubicBezTo>
                      <a:pt x="484" y="476"/>
                      <a:pt x="529" y="474"/>
                      <a:pt x="571" y="472"/>
                    </a:cubicBezTo>
                    <a:cubicBezTo>
                      <a:pt x="718" y="461"/>
                      <a:pt x="859" y="412"/>
                      <a:pt x="941" y="276"/>
                    </a:cubicBezTo>
                    <a:cubicBezTo>
                      <a:pt x="1001" y="178"/>
                      <a:pt x="1039" y="32"/>
                      <a:pt x="892" y="5"/>
                    </a:cubicBezTo>
                    <a:cubicBezTo>
                      <a:pt x="882" y="2"/>
                      <a:pt x="872" y="0"/>
                      <a:pt x="8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0"/>
              <p:cNvSpPr/>
              <p:nvPr/>
            </p:nvSpPr>
            <p:spPr>
              <a:xfrm>
                <a:off x="5831175" y="3330900"/>
                <a:ext cx="75125" cy="36300"/>
              </a:xfrm>
              <a:custGeom>
                <a:rect b="b" l="l" r="r" t="t"/>
                <a:pathLst>
                  <a:path extrusionOk="0" h="1452" w="3005">
                    <a:moveTo>
                      <a:pt x="2787" y="212"/>
                    </a:moveTo>
                    <a:cubicBezTo>
                      <a:pt x="2777" y="261"/>
                      <a:pt x="2766" y="305"/>
                      <a:pt x="2766" y="354"/>
                    </a:cubicBezTo>
                    <a:cubicBezTo>
                      <a:pt x="2749" y="468"/>
                      <a:pt x="2717" y="577"/>
                      <a:pt x="2668" y="674"/>
                    </a:cubicBezTo>
                    <a:cubicBezTo>
                      <a:pt x="2653" y="636"/>
                      <a:pt x="2616" y="611"/>
                      <a:pt x="2576" y="611"/>
                    </a:cubicBezTo>
                    <a:cubicBezTo>
                      <a:pt x="2560" y="611"/>
                      <a:pt x="2543" y="616"/>
                      <a:pt x="2527" y="626"/>
                    </a:cubicBezTo>
                    <a:cubicBezTo>
                      <a:pt x="2418" y="664"/>
                      <a:pt x="2309" y="696"/>
                      <a:pt x="2195" y="718"/>
                    </a:cubicBezTo>
                    <a:cubicBezTo>
                      <a:pt x="2108" y="756"/>
                      <a:pt x="2010" y="772"/>
                      <a:pt x="1912" y="778"/>
                    </a:cubicBezTo>
                    <a:cubicBezTo>
                      <a:pt x="1809" y="756"/>
                      <a:pt x="1711" y="745"/>
                      <a:pt x="1613" y="740"/>
                    </a:cubicBezTo>
                    <a:cubicBezTo>
                      <a:pt x="1494" y="740"/>
                      <a:pt x="1380" y="751"/>
                      <a:pt x="1260" y="756"/>
                    </a:cubicBezTo>
                    <a:cubicBezTo>
                      <a:pt x="1146" y="751"/>
                      <a:pt x="1032" y="729"/>
                      <a:pt x="923" y="691"/>
                    </a:cubicBezTo>
                    <a:cubicBezTo>
                      <a:pt x="803" y="658"/>
                      <a:pt x="684" y="680"/>
                      <a:pt x="564" y="647"/>
                    </a:cubicBezTo>
                    <a:cubicBezTo>
                      <a:pt x="466" y="626"/>
                      <a:pt x="369" y="571"/>
                      <a:pt x="292" y="501"/>
                    </a:cubicBezTo>
                    <a:cubicBezTo>
                      <a:pt x="244" y="457"/>
                      <a:pt x="195" y="403"/>
                      <a:pt x="157" y="343"/>
                    </a:cubicBezTo>
                    <a:cubicBezTo>
                      <a:pt x="146" y="321"/>
                      <a:pt x="135" y="299"/>
                      <a:pt x="113" y="278"/>
                    </a:cubicBezTo>
                    <a:lnTo>
                      <a:pt x="113" y="278"/>
                    </a:lnTo>
                    <a:cubicBezTo>
                      <a:pt x="189" y="305"/>
                      <a:pt x="271" y="327"/>
                      <a:pt x="347" y="365"/>
                    </a:cubicBezTo>
                    <a:cubicBezTo>
                      <a:pt x="445" y="408"/>
                      <a:pt x="548" y="441"/>
                      <a:pt x="657" y="457"/>
                    </a:cubicBezTo>
                    <a:cubicBezTo>
                      <a:pt x="939" y="501"/>
                      <a:pt x="1233" y="462"/>
                      <a:pt x="1521" y="501"/>
                    </a:cubicBezTo>
                    <a:cubicBezTo>
                      <a:pt x="1572" y="508"/>
                      <a:pt x="1622" y="511"/>
                      <a:pt x="1671" y="511"/>
                    </a:cubicBezTo>
                    <a:cubicBezTo>
                      <a:pt x="1883" y="511"/>
                      <a:pt x="2082" y="452"/>
                      <a:pt x="2298" y="408"/>
                    </a:cubicBezTo>
                    <a:cubicBezTo>
                      <a:pt x="2434" y="381"/>
                      <a:pt x="2537" y="294"/>
                      <a:pt x="2668" y="256"/>
                    </a:cubicBezTo>
                    <a:cubicBezTo>
                      <a:pt x="2706" y="240"/>
                      <a:pt x="2744" y="229"/>
                      <a:pt x="2787" y="212"/>
                    </a:cubicBezTo>
                    <a:close/>
                    <a:moveTo>
                      <a:pt x="477" y="778"/>
                    </a:moveTo>
                    <a:cubicBezTo>
                      <a:pt x="526" y="794"/>
                      <a:pt x="581" y="810"/>
                      <a:pt x="629" y="821"/>
                    </a:cubicBezTo>
                    <a:lnTo>
                      <a:pt x="510" y="821"/>
                    </a:lnTo>
                    <a:lnTo>
                      <a:pt x="510" y="827"/>
                    </a:lnTo>
                    <a:lnTo>
                      <a:pt x="477" y="778"/>
                    </a:lnTo>
                    <a:close/>
                    <a:moveTo>
                      <a:pt x="2581" y="832"/>
                    </a:moveTo>
                    <a:cubicBezTo>
                      <a:pt x="2581" y="838"/>
                      <a:pt x="2570" y="843"/>
                      <a:pt x="2570" y="848"/>
                    </a:cubicBezTo>
                    <a:lnTo>
                      <a:pt x="2559" y="859"/>
                    </a:lnTo>
                    <a:cubicBezTo>
                      <a:pt x="2554" y="854"/>
                      <a:pt x="2548" y="848"/>
                      <a:pt x="2543" y="848"/>
                    </a:cubicBezTo>
                    <a:lnTo>
                      <a:pt x="2581" y="832"/>
                    </a:lnTo>
                    <a:close/>
                    <a:moveTo>
                      <a:pt x="2879" y="0"/>
                    </a:moveTo>
                    <a:cubicBezTo>
                      <a:pt x="2843" y="0"/>
                      <a:pt x="2806" y="13"/>
                      <a:pt x="2766" y="28"/>
                    </a:cubicBezTo>
                    <a:cubicBezTo>
                      <a:pt x="2641" y="77"/>
                      <a:pt x="2527" y="109"/>
                      <a:pt x="2407" y="169"/>
                    </a:cubicBezTo>
                    <a:cubicBezTo>
                      <a:pt x="2287" y="229"/>
                      <a:pt x="2135" y="234"/>
                      <a:pt x="1999" y="272"/>
                    </a:cubicBezTo>
                    <a:cubicBezTo>
                      <a:pt x="1906" y="297"/>
                      <a:pt x="1811" y="310"/>
                      <a:pt x="1715" y="310"/>
                    </a:cubicBezTo>
                    <a:cubicBezTo>
                      <a:pt x="1665" y="310"/>
                      <a:pt x="1615" y="307"/>
                      <a:pt x="1564" y="299"/>
                    </a:cubicBezTo>
                    <a:cubicBezTo>
                      <a:pt x="1462" y="285"/>
                      <a:pt x="1360" y="282"/>
                      <a:pt x="1259" y="282"/>
                    </a:cubicBezTo>
                    <a:cubicBezTo>
                      <a:pt x="1161" y="282"/>
                      <a:pt x="1063" y="285"/>
                      <a:pt x="965" y="285"/>
                    </a:cubicBezTo>
                    <a:cubicBezTo>
                      <a:pt x="897" y="285"/>
                      <a:pt x="828" y="283"/>
                      <a:pt x="760" y="278"/>
                    </a:cubicBezTo>
                    <a:cubicBezTo>
                      <a:pt x="640" y="272"/>
                      <a:pt x="526" y="250"/>
                      <a:pt x="407" y="223"/>
                    </a:cubicBezTo>
                    <a:cubicBezTo>
                      <a:pt x="287" y="185"/>
                      <a:pt x="167" y="202"/>
                      <a:pt x="42" y="180"/>
                    </a:cubicBezTo>
                    <a:cubicBezTo>
                      <a:pt x="40" y="179"/>
                      <a:pt x="38" y="179"/>
                      <a:pt x="36" y="179"/>
                    </a:cubicBezTo>
                    <a:cubicBezTo>
                      <a:pt x="13" y="179"/>
                      <a:pt x="0" y="203"/>
                      <a:pt x="15" y="223"/>
                    </a:cubicBezTo>
                    <a:cubicBezTo>
                      <a:pt x="15" y="245"/>
                      <a:pt x="21" y="267"/>
                      <a:pt x="26" y="289"/>
                    </a:cubicBezTo>
                    <a:cubicBezTo>
                      <a:pt x="26" y="299"/>
                      <a:pt x="26" y="310"/>
                      <a:pt x="26" y="316"/>
                    </a:cubicBezTo>
                    <a:lnTo>
                      <a:pt x="32" y="343"/>
                    </a:lnTo>
                    <a:cubicBezTo>
                      <a:pt x="32" y="359"/>
                      <a:pt x="42" y="370"/>
                      <a:pt x="53" y="375"/>
                    </a:cubicBezTo>
                    <a:cubicBezTo>
                      <a:pt x="59" y="381"/>
                      <a:pt x="59" y="392"/>
                      <a:pt x="64" y="397"/>
                    </a:cubicBezTo>
                    <a:cubicBezTo>
                      <a:pt x="70" y="419"/>
                      <a:pt x="75" y="441"/>
                      <a:pt x="86" y="462"/>
                    </a:cubicBezTo>
                    <a:cubicBezTo>
                      <a:pt x="97" y="473"/>
                      <a:pt x="102" y="484"/>
                      <a:pt x="108" y="490"/>
                    </a:cubicBezTo>
                    <a:cubicBezTo>
                      <a:pt x="129" y="528"/>
                      <a:pt x="146" y="571"/>
                      <a:pt x="167" y="615"/>
                    </a:cubicBezTo>
                    <a:cubicBezTo>
                      <a:pt x="216" y="718"/>
                      <a:pt x="276" y="816"/>
                      <a:pt x="341" y="908"/>
                    </a:cubicBezTo>
                    <a:cubicBezTo>
                      <a:pt x="331" y="963"/>
                      <a:pt x="363" y="1011"/>
                      <a:pt x="412" y="1028"/>
                    </a:cubicBezTo>
                    <a:cubicBezTo>
                      <a:pt x="423" y="1028"/>
                      <a:pt x="428" y="1028"/>
                      <a:pt x="439" y="1033"/>
                    </a:cubicBezTo>
                    <a:lnTo>
                      <a:pt x="466" y="1071"/>
                    </a:lnTo>
                    <a:cubicBezTo>
                      <a:pt x="586" y="1202"/>
                      <a:pt x="733" y="1310"/>
                      <a:pt x="901" y="1381"/>
                    </a:cubicBezTo>
                    <a:cubicBezTo>
                      <a:pt x="1068" y="1448"/>
                      <a:pt x="1272" y="1452"/>
                      <a:pt x="1455" y="1452"/>
                    </a:cubicBezTo>
                    <a:cubicBezTo>
                      <a:pt x="1481" y="1452"/>
                      <a:pt x="1507" y="1452"/>
                      <a:pt x="1532" y="1452"/>
                    </a:cubicBezTo>
                    <a:cubicBezTo>
                      <a:pt x="1738" y="1452"/>
                      <a:pt x="1967" y="1452"/>
                      <a:pt x="2152" y="1397"/>
                    </a:cubicBezTo>
                    <a:cubicBezTo>
                      <a:pt x="2228" y="1359"/>
                      <a:pt x="2298" y="1316"/>
                      <a:pt x="2358" y="1262"/>
                    </a:cubicBezTo>
                    <a:cubicBezTo>
                      <a:pt x="2423" y="1218"/>
                      <a:pt x="2483" y="1175"/>
                      <a:pt x="2537" y="1126"/>
                    </a:cubicBezTo>
                    <a:cubicBezTo>
                      <a:pt x="2679" y="979"/>
                      <a:pt x="2793" y="805"/>
                      <a:pt x="2874" y="620"/>
                    </a:cubicBezTo>
                    <a:cubicBezTo>
                      <a:pt x="2945" y="462"/>
                      <a:pt x="2934" y="289"/>
                      <a:pt x="2999" y="131"/>
                    </a:cubicBezTo>
                    <a:cubicBezTo>
                      <a:pt x="3005" y="109"/>
                      <a:pt x="2999" y="82"/>
                      <a:pt x="2983" y="71"/>
                    </a:cubicBezTo>
                    <a:lnTo>
                      <a:pt x="2983" y="77"/>
                    </a:lnTo>
                    <a:cubicBezTo>
                      <a:pt x="2983" y="60"/>
                      <a:pt x="2978" y="49"/>
                      <a:pt x="2972" y="38"/>
                    </a:cubicBezTo>
                    <a:cubicBezTo>
                      <a:pt x="2942" y="10"/>
                      <a:pt x="2911" y="0"/>
                      <a:pt x="2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20"/>
              <p:cNvSpPr/>
              <p:nvPr/>
            </p:nvSpPr>
            <p:spPr>
              <a:xfrm>
                <a:off x="5736425" y="3172700"/>
                <a:ext cx="271800" cy="285425"/>
              </a:xfrm>
              <a:custGeom>
                <a:rect b="b" l="l" r="r" t="t"/>
                <a:pathLst>
                  <a:path extrusionOk="0" h="11417" w="10872">
                    <a:moveTo>
                      <a:pt x="5045" y="289"/>
                    </a:moveTo>
                    <a:cubicBezTo>
                      <a:pt x="5077" y="300"/>
                      <a:pt x="5110" y="311"/>
                      <a:pt x="5142" y="322"/>
                    </a:cubicBezTo>
                    <a:lnTo>
                      <a:pt x="5148" y="322"/>
                    </a:lnTo>
                    <a:cubicBezTo>
                      <a:pt x="5420" y="425"/>
                      <a:pt x="5730" y="441"/>
                      <a:pt x="5996" y="572"/>
                    </a:cubicBezTo>
                    <a:cubicBezTo>
                      <a:pt x="6240" y="691"/>
                      <a:pt x="6452" y="860"/>
                      <a:pt x="6713" y="947"/>
                    </a:cubicBezTo>
                    <a:cubicBezTo>
                      <a:pt x="6991" y="1045"/>
                      <a:pt x="7257" y="1159"/>
                      <a:pt x="7529" y="1279"/>
                    </a:cubicBezTo>
                    <a:cubicBezTo>
                      <a:pt x="7670" y="1338"/>
                      <a:pt x="7811" y="1404"/>
                      <a:pt x="7953" y="1469"/>
                    </a:cubicBezTo>
                    <a:cubicBezTo>
                      <a:pt x="8100" y="1529"/>
                      <a:pt x="8246" y="1594"/>
                      <a:pt x="8388" y="1665"/>
                    </a:cubicBezTo>
                    <a:cubicBezTo>
                      <a:pt x="8491" y="1741"/>
                      <a:pt x="8600" y="1806"/>
                      <a:pt x="8708" y="1871"/>
                    </a:cubicBezTo>
                    <a:cubicBezTo>
                      <a:pt x="8844" y="1931"/>
                      <a:pt x="8969" y="2007"/>
                      <a:pt x="9105" y="2067"/>
                    </a:cubicBezTo>
                    <a:cubicBezTo>
                      <a:pt x="9241" y="2132"/>
                      <a:pt x="9393" y="2170"/>
                      <a:pt x="9535" y="2224"/>
                    </a:cubicBezTo>
                    <a:cubicBezTo>
                      <a:pt x="9676" y="2273"/>
                      <a:pt x="9785" y="2360"/>
                      <a:pt x="9926" y="2398"/>
                    </a:cubicBezTo>
                    <a:cubicBezTo>
                      <a:pt x="9991" y="2415"/>
                      <a:pt x="10035" y="2409"/>
                      <a:pt x="10035" y="2491"/>
                    </a:cubicBezTo>
                    <a:cubicBezTo>
                      <a:pt x="10035" y="2540"/>
                      <a:pt x="10024" y="2589"/>
                      <a:pt x="10018" y="2643"/>
                    </a:cubicBezTo>
                    <a:cubicBezTo>
                      <a:pt x="9991" y="2616"/>
                      <a:pt x="9975" y="2589"/>
                      <a:pt x="9948" y="2567"/>
                    </a:cubicBezTo>
                    <a:cubicBezTo>
                      <a:pt x="9866" y="2502"/>
                      <a:pt x="9779" y="2453"/>
                      <a:pt x="9692" y="2415"/>
                    </a:cubicBezTo>
                    <a:cubicBezTo>
                      <a:pt x="9480" y="2306"/>
                      <a:pt x="9252" y="2257"/>
                      <a:pt x="9034" y="2175"/>
                    </a:cubicBezTo>
                    <a:cubicBezTo>
                      <a:pt x="8926" y="2132"/>
                      <a:pt x="8817" y="2099"/>
                      <a:pt x="8703" y="2072"/>
                    </a:cubicBezTo>
                    <a:cubicBezTo>
                      <a:pt x="8600" y="2050"/>
                      <a:pt x="8491" y="2067"/>
                      <a:pt x="8398" y="2029"/>
                    </a:cubicBezTo>
                    <a:cubicBezTo>
                      <a:pt x="8208" y="1936"/>
                      <a:pt x="8007" y="1866"/>
                      <a:pt x="7801" y="1806"/>
                    </a:cubicBezTo>
                    <a:cubicBezTo>
                      <a:pt x="7529" y="1741"/>
                      <a:pt x="7300" y="1610"/>
                      <a:pt x="7050" y="1485"/>
                    </a:cubicBezTo>
                    <a:cubicBezTo>
                      <a:pt x="6838" y="1376"/>
                      <a:pt x="6616" y="1300"/>
                      <a:pt x="6409" y="1175"/>
                    </a:cubicBezTo>
                    <a:cubicBezTo>
                      <a:pt x="6202" y="1056"/>
                      <a:pt x="5985" y="1001"/>
                      <a:pt x="5768" y="914"/>
                    </a:cubicBezTo>
                    <a:cubicBezTo>
                      <a:pt x="5545" y="833"/>
                      <a:pt x="5327" y="719"/>
                      <a:pt x="5099" y="643"/>
                    </a:cubicBezTo>
                    <a:cubicBezTo>
                      <a:pt x="5126" y="539"/>
                      <a:pt x="5083" y="387"/>
                      <a:pt x="5045" y="289"/>
                    </a:cubicBezTo>
                    <a:close/>
                    <a:moveTo>
                      <a:pt x="4909" y="327"/>
                    </a:moveTo>
                    <a:cubicBezTo>
                      <a:pt x="4914" y="393"/>
                      <a:pt x="4925" y="458"/>
                      <a:pt x="4947" y="518"/>
                    </a:cubicBezTo>
                    <a:cubicBezTo>
                      <a:pt x="4958" y="556"/>
                      <a:pt x="4985" y="599"/>
                      <a:pt x="4963" y="632"/>
                    </a:cubicBezTo>
                    <a:cubicBezTo>
                      <a:pt x="4947" y="664"/>
                      <a:pt x="4860" y="686"/>
                      <a:pt x="4827" y="702"/>
                    </a:cubicBezTo>
                    <a:cubicBezTo>
                      <a:pt x="4653" y="784"/>
                      <a:pt x="4479" y="860"/>
                      <a:pt x="4300" y="931"/>
                    </a:cubicBezTo>
                    <a:cubicBezTo>
                      <a:pt x="4110" y="990"/>
                      <a:pt x="3925" y="1061"/>
                      <a:pt x="3740" y="1143"/>
                    </a:cubicBezTo>
                    <a:cubicBezTo>
                      <a:pt x="3550" y="1224"/>
                      <a:pt x="3354" y="1268"/>
                      <a:pt x="3180" y="1376"/>
                    </a:cubicBezTo>
                    <a:cubicBezTo>
                      <a:pt x="3093" y="1425"/>
                      <a:pt x="3012" y="1469"/>
                      <a:pt x="2930" y="1512"/>
                    </a:cubicBezTo>
                    <a:cubicBezTo>
                      <a:pt x="2843" y="1556"/>
                      <a:pt x="2772" y="1626"/>
                      <a:pt x="2685" y="1670"/>
                    </a:cubicBezTo>
                    <a:cubicBezTo>
                      <a:pt x="2512" y="1751"/>
                      <a:pt x="2327" y="1779"/>
                      <a:pt x="2153" y="1855"/>
                    </a:cubicBezTo>
                    <a:cubicBezTo>
                      <a:pt x="1973" y="1931"/>
                      <a:pt x="1816" y="2056"/>
                      <a:pt x="1636" y="2137"/>
                    </a:cubicBezTo>
                    <a:cubicBezTo>
                      <a:pt x="1560" y="2170"/>
                      <a:pt x="1495" y="2224"/>
                      <a:pt x="1419" y="2257"/>
                    </a:cubicBezTo>
                    <a:cubicBezTo>
                      <a:pt x="1337" y="2284"/>
                      <a:pt x="1256" y="2322"/>
                      <a:pt x="1174" y="2366"/>
                    </a:cubicBezTo>
                    <a:cubicBezTo>
                      <a:pt x="1131" y="2409"/>
                      <a:pt x="1082" y="2442"/>
                      <a:pt x="1028" y="2474"/>
                    </a:cubicBezTo>
                    <a:cubicBezTo>
                      <a:pt x="973" y="2496"/>
                      <a:pt x="913" y="2507"/>
                      <a:pt x="859" y="2529"/>
                    </a:cubicBezTo>
                    <a:cubicBezTo>
                      <a:pt x="767" y="2567"/>
                      <a:pt x="674" y="2616"/>
                      <a:pt x="587" y="2665"/>
                    </a:cubicBezTo>
                    <a:cubicBezTo>
                      <a:pt x="549" y="2692"/>
                      <a:pt x="517" y="2714"/>
                      <a:pt x="479" y="2746"/>
                    </a:cubicBezTo>
                    <a:cubicBezTo>
                      <a:pt x="424" y="2784"/>
                      <a:pt x="370" y="2817"/>
                      <a:pt x="310" y="2850"/>
                    </a:cubicBezTo>
                    <a:lnTo>
                      <a:pt x="294" y="2860"/>
                    </a:lnTo>
                    <a:cubicBezTo>
                      <a:pt x="294" y="2844"/>
                      <a:pt x="294" y="2833"/>
                      <a:pt x="294" y="2822"/>
                    </a:cubicBezTo>
                    <a:cubicBezTo>
                      <a:pt x="288" y="2763"/>
                      <a:pt x="267" y="2703"/>
                      <a:pt x="261" y="2643"/>
                    </a:cubicBezTo>
                    <a:cubicBezTo>
                      <a:pt x="250" y="2556"/>
                      <a:pt x="272" y="2556"/>
                      <a:pt x="348" y="2534"/>
                    </a:cubicBezTo>
                    <a:cubicBezTo>
                      <a:pt x="468" y="2491"/>
                      <a:pt x="587" y="2431"/>
                      <a:pt x="691" y="2360"/>
                    </a:cubicBezTo>
                    <a:cubicBezTo>
                      <a:pt x="930" y="2224"/>
                      <a:pt x="1169" y="2099"/>
                      <a:pt x="1419" y="1985"/>
                    </a:cubicBezTo>
                    <a:cubicBezTo>
                      <a:pt x="1533" y="1936"/>
                      <a:pt x="1647" y="1882"/>
                      <a:pt x="1751" y="1822"/>
                    </a:cubicBezTo>
                    <a:cubicBezTo>
                      <a:pt x="1854" y="1757"/>
                      <a:pt x="1962" y="1697"/>
                      <a:pt x="2066" y="1637"/>
                    </a:cubicBezTo>
                    <a:cubicBezTo>
                      <a:pt x="2310" y="1501"/>
                      <a:pt x="2571" y="1414"/>
                      <a:pt x="2827" y="1300"/>
                    </a:cubicBezTo>
                    <a:cubicBezTo>
                      <a:pt x="3099" y="1170"/>
                      <a:pt x="3354" y="1034"/>
                      <a:pt x="3626" y="903"/>
                    </a:cubicBezTo>
                    <a:cubicBezTo>
                      <a:pt x="3892" y="773"/>
                      <a:pt x="4207" y="675"/>
                      <a:pt x="4474" y="528"/>
                    </a:cubicBezTo>
                    <a:cubicBezTo>
                      <a:pt x="4583" y="463"/>
                      <a:pt x="4708" y="458"/>
                      <a:pt x="4811" y="398"/>
                    </a:cubicBezTo>
                    <a:cubicBezTo>
                      <a:pt x="4843" y="376"/>
                      <a:pt x="4876" y="349"/>
                      <a:pt x="4909" y="327"/>
                    </a:cubicBezTo>
                    <a:close/>
                    <a:moveTo>
                      <a:pt x="5490" y="2507"/>
                    </a:moveTo>
                    <a:cubicBezTo>
                      <a:pt x="5615" y="2507"/>
                      <a:pt x="5730" y="2540"/>
                      <a:pt x="5860" y="2551"/>
                    </a:cubicBezTo>
                    <a:cubicBezTo>
                      <a:pt x="5892" y="2555"/>
                      <a:pt x="5924" y="2556"/>
                      <a:pt x="5956" y="2556"/>
                    </a:cubicBezTo>
                    <a:cubicBezTo>
                      <a:pt x="6008" y="2556"/>
                      <a:pt x="6060" y="2553"/>
                      <a:pt x="6112" y="2553"/>
                    </a:cubicBezTo>
                    <a:cubicBezTo>
                      <a:pt x="6151" y="2553"/>
                      <a:pt x="6190" y="2555"/>
                      <a:pt x="6230" y="2561"/>
                    </a:cubicBezTo>
                    <a:cubicBezTo>
                      <a:pt x="6344" y="2583"/>
                      <a:pt x="6458" y="2616"/>
                      <a:pt x="6567" y="2670"/>
                    </a:cubicBezTo>
                    <a:cubicBezTo>
                      <a:pt x="6686" y="2719"/>
                      <a:pt x="6806" y="2763"/>
                      <a:pt x="6925" y="2806"/>
                    </a:cubicBezTo>
                    <a:cubicBezTo>
                      <a:pt x="6985" y="2833"/>
                      <a:pt x="7040" y="2866"/>
                      <a:pt x="7099" y="2904"/>
                    </a:cubicBezTo>
                    <a:cubicBezTo>
                      <a:pt x="7148" y="2926"/>
                      <a:pt x="7203" y="2936"/>
                      <a:pt x="7257" y="2964"/>
                    </a:cubicBezTo>
                    <a:cubicBezTo>
                      <a:pt x="7442" y="3062"/>
                      <a:pt x="7676" y="3214"/>
                      <a:pt x="7741" y="3431"/>
                    </a:cubicBezTo>
                    <a:cubicBezTo>
                      <a:pt x="7768" y="3545"/>
                      <a:pt x="7757" y="3665"/>
                      <a:pt x="7724" y="3779"/>
                    </a:cubicBezTo>
                    <a:cubicBezTo>
                      <a:pt x="7703" y="3823"/>
                      <a:pt x="7681" y="3861"/>
                      <a:pt x="7670" y="3893"/>
                    </a:cubicBezTo>
                    <a:cubicBezTo>
                      <a:pt x="7496" y="3768"/>
                      <a:pt x="7300" y="3670"/>
                      <a:pt x="7088" y="3605"/>
                    </a:cubicBezTo>
                    <a:cubicBezTo>
                      <a:pt x="6876" y="3545"/>
                      <a:pt x="6675" y="3464"/>
                      <a:pt x="6458" y="3447"/>
                    </a:cubicBezTo>
                    <a:cubicBezTo>
                      <a:pt x="6224" y="3431"/>
                      <a:pt x="5996" y="3366"/>
                      <a:pt x="5762" y="3344"/>
                    </a:cubicBezTo>
                    <a:cubicBezTo>
                      <a:pt x="5697" y="3339"/>
                      <a:pt x="5632" y="3337"/>
                      <a:pt x="5566" y="3337"/>
                    </a:cubicBezTo>
                    <a:cubicBezTo>
                      <a:pt x="5414" y="3337"/>
                      <a:pt x="5262" y="3350"/>
                      <a:pt x="5110" y="3377"/>
                    </a:cubicBezTo>
                    <a:cubicBezTo>
                      <a:pt x="5053" y="3388"/>
                      <a:pt x="4998" y="3388"/>
                      <a:pt x="4944" y="3388"/>
                    </a:cubicBezTo>
                    <a:cubicBezTo>
                      <a:pt x="4890" y="3388"/>
                      <a:pt x="4835" y="3388"/>
                      <a:pt x="4778" y="3399"/>
                    </a:cubicBezTo>
                    <a:cubicBezTo>
                      <a:pt x="4670" y="3415"/>
                      <a:pt x="4550" y="3453"/>
                      <a:pt x="4436" y="3475"/>
                    </a:cubicBezTo>
                    <a:cubicBezTo>
                      <a:pt x="4180" y="3524"/>
                      <a:pt x="3919" y="3562"/>
                      <a:pt x="3675" y="3654"/>
                    </a:cubicBezTo>
                    <a:cubicBezTo>
                      <a:pt x="3582" y="3687"/>
                      <a:pt x="3501" y="3746"/>
                      <a:pt x="3408" y="3779"/>
                    </a:cubicBezTo>
                    <a:cubicBezTo>
                      <a:pt x="3311" y="3801"/>
                      <a:pt x="3218" y="3833"/>
                      <a:pt x="3131" y="3871"/>
                    </a:cubicBezTo>
                    <a:cubicBezTo>
                      <a:pt x="2998" y="3946"/>
                      <a:pt x="2875" y="4037"/>
                      <a:pt x="2772" y="4148"/>
                    </a:cubicBezTo>
                    <a:lnTo>
                      <a:pt x="2772" y="4148"/>
                    </a:lnTo>
                    <a:cubicBezTo>
                      <a:pt x="2778" y="3996"/>
                      <a:pt x="2772" y="3850"/>
                      <a:pt x="2772" y="3692"/>
                    </a:cubicBezTo>
                    <a:cubicBezTo>
                      <a:pt x="2772" y="3600"/>
                      <a:pt x="2810" y="3507"/>
                      <a:pt x="2816" y="3415"/>
                    </a:cubicBezTo>
                    <a:cubicBezTo>
                      <a:pt x="2821" y="3371"/>
                      <a:pt x="2805" y="3301"/>
                      <a:pt x="2838" y="3268"/>
                    </a:cubicBezTo>
                    <a:cubicBezTo>
                      <a:pt x="2859" y="3241"/>
                      <a:pt x="2946" y="3225"/>
                      <a:pt x="2979" y="3208"/>
                    </a:cubicBezTo>
                    <a:cubicBezTo>
                      <a:pt x="3088" y="3154"/>
                      <a:pt x="3191" y="3089"/>
                      <a:pt x="3300" y="3040"/>
                    </a:cubicBezTo>
                    <a:cubicBezTo>
                      <a:pt x="3430" y="2980"/>
                      <a:pt x="3566" y="2931"/>
                      <a:pt x="3702" y="2882"/>
                    </a:cubicBezTo>
                    <a:cubicBezTo>
                      <a:pt x="3816" y="2844"/>
                      <a:pt x="3930" y="2806"/>
                      <a:pt x="4044" y="2768"/>
                    </a:cubicBezTo>
                    <a:cubicBezTo>
                      <a:pt x="4153" y="2730"/>
                      <a:pt x="4284" y="2659"/>
                      <a:pt x="4403" y="2643"/>
                    </a:cubicBezTo>
                    <a:cubicBezTo>
                      <a:pt x="4523" y="2632"/>
                      <a:pt x="4637" y="2616"/>
                      <a:pt x="4751" y="2589"/>
                    </a:cubicBezTo>
                    <a:cubicBezTo>
                      <a:pt x="4876" y="2561"/>
                      <a:pt x="5007" y="2567"/>
                      <a:pt x="5132" y="2545"/>
                    </a:cubicBezTo>
                    <a:cubicBezTo>
                      <a:pt x="5251" y="2518"/>
                      <a:pt x="5371" y="2507"/>
                      <a:pt x="5490" y="2507"/>
                    </a:cubicBezTo>
                    <a:close/>
                    <a:moveTo>
                      <a:pt x="7942" y="4263"/>
                    </a:moveTo>
                    <a:lnTo>
                      <a:pt x="7942" y="4268"/>
                    </a:lnTo>
                    <a:lnTo>
                      <a:pt x="7931" y="4279"/>
                    </a:lnTo>
                    <a:lnTo>
                      <a:pt x="7926" y="4285"/>
                    </a:lnTo>
                    <a:lnTo>
                      <a:pt x="7871" y="4285"/>
                    </a:lnTo>
                    <a:cubicBezTo>
                      <a:pt x="7860" y="4279"/>
                      <a:pt x="7860" y="4268"/>
                      <a:pt x="7871" y="4263"/>
                    </a:cubicBezTo>
                    <a:close/>
                    <a:moveTo>
                      <a:pt x="3870" y="3823"/>
                    </a:moveTo>
                    <a:cubicBezTo>
                      <a:pt x="3838" y="4018"/>
                      <a:pt x="3767" y="4203"/>
                      <a:pt x="3669" y="4372"/>
                    </a:cubicBezTo>
                    <a:cubicBezTo>
                      <a:pt x="3664" y="4344"/>
                      <a:pt x="3653" y="4317"/>
                      <a:pt x="3637" y="4290"/>
                    </a:cubicBezTo>
                    <a:cubicBezTo>
                      <a:pt x="3713" y="4219"/>
                      <a:pt x="3778" y="4132"/>
                      <a:pt x="3816" y="4035"/>
                    </a:cubicBezTo>
                    <a:cubicBezTo>
                      <a:pt x="3838" y="3969"/>
                      <a:pt x="3822" y="3904"/>
                      <a:pt x="3783" y="3855"/>
                    </a:cubicBezTo>
                    <a:cubicBezTo>
                      <a:pt x="3800" y="3850"/>
                      <a:pt x="3816" y="3844"/>
                      <a:pt x="3832" y="3839"/>
                    </a:cubicBezTo>
                    <a:lnTo>
                      <a:pt x="3870" y="3823"/>
                    </a:lnTo>
                    <a:close/>
                    <a:moveTo>
                      <a:pt x="5066" y="697"/>
                    </a:moveTo>
                    <a:cubicBezTo>
                      <a:pt x="5251" y="827"/>
                      <a:pt x="5452" y="942"/>
                      <a:pt x="5664" y="1029"/>
                    </a:cubicBezTo>
                    <a:cubicBezTo>
                      <a:pt x="5865" y="1121"/>
                      <a:pt x="6094" y="1175"/>
                      <a:pt x="6289" y="1289"/>
                    </a:cubicBezTo>
                    <a:cubicBezTo>
                      <a:pt x="6512" y="1414"/>
                      <a:pt x="6741" y="1507"/>
                      <a:pt x="6969" y="1626"/>
                    </a:cubicBezTo>
                    <a:cubicBezTo>
                      <a:pt x="7186" y="1735"/>
                      <a:pt x="7393" y="1882"/>
                      <a:pt x="7627" y="1942"/>
                    </a:cubicBezTo>
                    <a:cubicBezTo>
                      <a:pt x="7752" y="1974"/>
                      <a:pt x="7877" y="2012"/>
                      <a:pt x="7996" y="2061"/>
                    </a:cubicBezTo>
                    <a:cubicBezTo>
                      <a:pt x="8089" y="2099"/>
                      <a:pt x="8192" y="2121"/>
                      <a:pt x="8284" y="2159"/>
                    </a:cubicBezTo>
                    <a:cubicBezTo>
                      <a:pt x="8350" y="2203"/>
                      <a:pt x="8426" y="2224"/>
                      <a:pt x="8502" y="2230"/>
                    </a:cubicBezTo>
                    <a:cubicBezTo>
                      <a:pt x="8627" y="2235"/>
                      <a:pt x="8752" y="2262"/>
                      <a:pt x="8871" y="2306"/>
                    </a:cubicBezTo>
                    <a:cubicBezTo>
                      <a:pt x="8991" y="2339"/>
                      <a:pt x="9100" y="2398"/>
                      <a:pt x="9214" y="2431"/>
                    </a:cubicBezTo>
                    <a:cubicBezTo>
                      <a:pt x="9328" y="2458"/>
                      <a:pt x="9442" y="2502"/>
                      <a:pt x="9551" y="2551"/>
                    </a:cubicBezTo>
                    <a:cubicBezTo>
                      <a:pt x="9654" y="2594"/>
                      <a:pt x="9747" y="2654"/>
                      <a:pt x="9834" y="2724"/>
                    </a:cubicBezTo>
                    <a:cubicBezTo>
                      <a:pt x="9888" y="2779"/>
                      <a:pt x="9953" y="2828"/>
                      <a:pt x="10024" y="2866"/>
                    </a:cubicBezTo>
                    <a:cubicBezTo>
                      <a:pt x="10024" y="2882"/>
                      <a:pt x="10029" y="2904"/>
                      <a:pt x="10029" y="2920"/>
                    </a:cubicBezTo>
                    <a:cubicBezTo>
                      <a:pt x="10051" y="2996"/>
                      <a:pt x="10073" y="2975"/>
                      <a:pt x="10024" y="3029"/>
                    </a:cubicBezTo>
                    <a:cubicBezTo>
                      <a:pt x="9790" y="3246"/>
                      <a:pt x="9464" y="3339"/>
                      <a:pt x="9208" y="3524"/>
                    </a:cubicBezTo>
                    <a:cubicBezTo>
                      <a:pt x="9083" y="3611"/>
                      <a:pt x="8964" y="3708"/>
                      <a:pt x="8850" y="3806"/>
                    </a:cubicBezTo>
                    <a:lnTo>
                      <a:pt x="8839" y="3817"/>
                    </a:lnTo>
                    <a:cubicBezTo>
                      <a:pt x="8831" y="3816"/>
                      <a:pt x="8824" y="3816"/>
                      <a:pt x="8816" y="3816"/>
                    </a:cubicBezTo>
                    <a:cubicBezTo>
                      <a:pt x="8722" y="3816"/>
                      <a:pt x="8609" y="3873"/>
                      <a:pt x="8529" y="3899"/>
                    </a:cubicBezTo>
                    <a:cubicBezTo>
                      <a:pt x="8366" y="3953"/>
                      <a:pt x="8214" y="4035"/>
                      <a:pt x="8083" y="4143"/>
                    </a:cubicBezTo>
                    <a:cubicBezTo>
                      <a:pt x="8034" y="4094"/>
                      <a:pt x="7985" y="4045"/>
                      <a:pt x="7931" y="3996"/>
                    </a:cubicBezTo>
                    <a:lnTo>
                      <a:pt x="7920" y="3986"/>
                    </a:lnTo>
                    <a:cubicBezTo>
                      <a:pt x="7936" y="3904"/>
                      <a:pt x="8002" y="3839"/>
                      <a:pt x="8007" y="3746"/>
                    </a:cubicBezTo>
                    <a:cubicBezTo>
                      <a:pt x="8018" y="3627"/>
                      <a:pt x="8013" y="3507"/>
                      <a:pt x="7991" y="3388"/>
                    </a:cubicBezTo>
                    <a:cubicBezTo>
                      <a:pt x="7947" y="3214"/>
                      <a:pt x="7773" y="3018"/>
                      <a:pt x="7632" y="2915"/>
                    </a:cubicBezTo>
                    <a:cubicBezTo>
                      <a:pt x="7529" y="2844"/>
                      <a:pt x="7425" y="2784"/>
                      <a:pt x="7311" y="2730"/>
                    </a:cubicBezTo>
                    <a:cubicBezTo>
                      <a:pt x="7192" y="2681"/>
                      <a:pt x="7094" y="2605"/>
                      <a:pt x="6969" y="2572"/>
                    </a:cubicBezTo>
                    <a:cubicBezTo>
                      <a:pt x="6697" y="2507"/>
                      <a:pt x="6469" y="2339"/>
                      <a:pt x="6181" y="2322"/>
                    </a:cubicBezTo>
                    <a:cubicBezTo>
                      <a:pt x="6034" y="2322"/>
                      <a:pt x="5893" y="2317"/>
                      <a:pt x="5751" y="2300"/>
                    </a:cubicBezTo>
                    <a:cubicBezTo>
                      <a:pt x="5652" y="2285"/>
                      <a:pt x="5555" y="2274"/>
                      <a:pt x="5457" y="2274"/>
                    </a:cubicBezTo>
                    <a:cubicBezTo>
                      <a:pt x="5421" y="2274"/>
                      <a:pt x="5385" y="2276"/>
                      <a:pt x="5349" y="2279"/>
                    </a:cubicBezTo>
                    <a:cubicBezTo>
                      <a:pt x="5208" y="2284"/>
                      <a:pt x="5077" y="2322"/>
                      <a:pt x="4930" y="2328"/>
                    </a:cubicBezTo>
                    <a:cubicBezTo>
                      <a:pt x="4789" y="2333"/>
                      <a:pt x="4648" y="2387"/>
                      <a:pt x="4501" y="2404"/>
                    </a:cubicBezTo>
                    <a:cubicBezTo>
                      <a:pt x="4381" y="2409"/>
                      <a:pt x="4262" y="2436"/>
                      <a:pt x="4153" y="2485"/>
                    </a:cubicBezTo>
                    <a:cubicBezTo>
                      <a:pt x="4006" y="2545"/>
                      <a:pt x="3849" y="2589"/>
                      <a:pt x="3702" y="2643"/>
                    </a:cubicBezTo>
                    <a:cubicBezTo>
                      <a:pt x="3430" y="2730"/>
                      <a:pt x="3169" y="2850"/>
                      <a:pt x="2925" y="2991"/>
                    </a:cubicBezTo>
                    <a:cubicBezTo>
                      <a:pt x="2838" y="3045"/>
                      <a:pt x="2713" y="3072"/>
                      <a:pt x="2653" y="3170"/>
                    </a:cubicBezTo>
                    <a:lnTo>
                      <a:pt x="2647" y="3176"/>
                    </a:lnTo>
                    <a:cubicBezTo>
                      <a:pt x="2588" y="3268"/>
                      <a:pt x="2620" y="3399"/>
                      <a:pt x="2593" y="3502"/>
                    </a:cubicBezTo>
                    <a:cubicBezTo>
                      <a:pt x="2560" y="3627"/>
                      <a:pt x="2555" y="3763"/>
                      <a:pt x="2566" y="3893"/>
                    </a:cubicBezTo>
                    <a:cubicBezTo>
                      <a:pt x="2571" y="4056"/>
                      <a:pt x="2582" y="4219"/>
                      <a:pt x="2604" y="4377"/>
                    </a:cubicBezTo>
                    <a:cubicBezTo>
                      <a:pt x="2517" y="4312"/>
                      <a:pt x="2441" y="4241"/>
                      <a:pt x="2348" y="4170"/>
                    </a:cubicBezTo>
                    <a:cubicBezTo>
                      <a:pt x="2310" y="4149"/>
                      <a:pt x="2278" y="4127"/>
                      <a:pt x="2240" y="4111"/>
                    </a:cubicBezTo>
                    <a:cubicBezTo>
                      <a:pt x="2240" y="4100"/>
                      <a:pt x="2245" y="4094"/>
                      <a:pt x="2245" y="4083"/>
                    </a:cubicBezTo>
                    <a:cubicBezTo>
                      <a:pt x="2180" y="4045"/>
                      <a:pt x="2115" y="4013"/>
                      <a:pt x="2044" y="3991"/>
                    </a:cubicBezTo>
                    <a:cubicBezTo>
                      <a:pt x="2022" y="3969"/>
                      <a:pt x="2001" y="3942"/>
                      <a:pt x="1990" y="3909"/>
                    </a:cubicBezTo>
                    <a:cubicBezTo>
                      <a:pt x="1977" y="3872"/>
                      <a:pt x="1944" y="3854"/>
                      <a:pt x="1911" y="3854"/>
                    </a:cubicBezTo>
                    <a:cubicBezTo>
                      <a:pt x="1872" y="3854"/>
                      <a:pt x="1832" y="3879"/>
                      <a:pt x="1827" y="3926"/>
                    </a:cubicBezTo>
                    <a:cubicBezTo>
                      <a:pt x="1778" y="3899"/>
                      <a:pt x="1729" y="3866"/>
                      <a:pt x="1685" y="3839"/>
                    </a:cubicBezTo>
                    <a:cubicBezTo>
                      <a:pt x="1544" y="3768"/>
                      <a:pt x="1408" y="3687"/>
                      <a:pt x="1283" y="3594"/>
                    </a:cubicBezTo>
                    <a:cubicBezTo>
                      <a:pt x="1098" y="3453"/>
                      <a:pt x="908" y="3301"/>
                      <a:pt x="685" y="3230"/>
                    </a:cubicBezTo>
                    <a:cubicBezTo>
                      <a:pt x="565" y="3197"/>
                      <a:pt x="457" y="3148"/>
                      <a:pt x="359" y="3078"/>
                    </a:cubicBezTo>
                    <a:cubicBezTo>
                      <a:pt x="315" y="3051"/>
                      <a:pt x="288" y="3045"/>
                      <a:pt x="283" y="3013"/>
                    </a:cubicBezTo>
                    <a:lnTo>
                      <a:pt x="305" y="2996"/>
                    </a:lnTo>
                    <a:cubicBezTo>
                      <a:pt x="392" y="2942"/>
                      <a:pt x="479" y="2915"/>
                      <a:pt x="560" y="2850"/>
                    </a:cubicBezTo>
                    <a:cubicBezTo>
                      <a:pt x="652" y="2784"/>
                      <a:pt x="756" y="2724"/>
                      <a:pt x="864" y="2681"/>
                    </a:cubicBezTo>
                    <a:cubicBezTo>
                      <a:pt x="962" y="2654"/>
                      <a:pt x="1055" y="2616"/>
                      <a:pt x="1147" y="2572"/>
                    </a:cubicBezTo>
                    <a:cubicBezTo>
                      <a:pt x="1229" y="2507"/>
                      <a:pt x="1321" y="2453"/>
                      <a:pt x="1413" y="2409"/>
                    </a:cubicBezTo>
                    <a:cubicBezTo>
                      <a:pt x="1495" y="2377"/>
                      <a:pt x="1577" y="2333"/>
                      <a:pt x="1653" y="2284"/>
                    </a:cubicBezTo>
                    <a:cubicBezTo>
                      <a:pt x="1734" y="2241"/>
                      <a:pt x="1827" y="2203"/>
                      <a:pt x="1908" y="2148"/>
                    </a:cubicBezTo>
                    <a:cubicBezTo>
                      <a:pt x="2006" y="2083"/>
                      <a:pt x="2109" y="2023"/>
                      <a:pt x="2213" y="1969"/>
                    </a:cubicBezTo>
                    <a:cubicBezTo>
                      <a:pt x="2386" y="1893"/>
                      <a:pt x="2577" y="1855"/>
                      <a:pt x="2745" y="1773"/>
                    </a:cubicBezTo>
                    <a:cubicBezTo>
                      <a:pt x="2843" y="1724"/>
                      <a:pt x="2919" y="1654"/>
                      <a:pt x="3012" y="1605"/>
                    </a:cubicBezTo>
                    <a:cubicBezTo>
                      <a:pt x="3109" y="1556"/>
                      <a:pt x="3207" y="1496"/>
                      <a:pt x="3300" y="1447"/>
                    </a:cubicBezTo>
                    <a:cubicBezTo>
                      <a:pt x="3490" y="1338"/>
                      <a:pt x="3718" y="1289"/>
                      <a:pt x="3919" y="1202"/>
                    </a:cubicBezTo>
                    <a:cubicBezTo>
                      <a:pt x="4121" y="1115"/>
                      <a:pt x="4338" y="1083"/>
                      <a:pt x="4528" y="980"/>
                    </a:cubicBezTo>
                    <a:cubicBezTo>
                      <a:pt x="4637" y="925"/>
                      <a:pt x="4746" y="871"/>
                      <a:pt x="4860" y="817"/>
                    </a:cubicBezTo>
                    <a:cubicBezTo>
                      <a:pt x="4925" y="784"/>
                      <a:pt x="5023" y="757"/>
                      <a:pt x="5066" y="697"/>
                    </a:cubicBezTo>
                    <a:close/>
                    <a:moveTo>
                      <a:pt x="7355" y="3986"/>
                    </a:moveTo>
                    <a:cubicBezTo>
                      <a:pt x="7398" y="4007"/>
                      <a:pt x="7436" y="4035"/>
                      <a:pt x="7474" y="4056"/>
                    </a:cubicBezTo>
                    <a:cubicBezTo>
                      <a:pt x="7464" y="4067"/>
                      <a:pt x="7458" y="4083"/>
                      <a:pt x="7458" y="4105"/>
                    </a:cubicBezTo>
                    <a:cubicBezTo>
                      <a:pt x="7453" y="4257"/>
                      <a:pt x="7453" y="4415"/>
                      <a:pt x="7464" y="4573"/>
                    </a:cubicBezTo>
                    <a:cubicBezTo>
                      <a:pt x="7464" y="4578"/>
                      <a:pt x="7458" y="4584"/>
                      <a:pt x="7458" y="4589"/>
                    </a:cubicBezTo>
                    <a:cubicBezTo>
                      <a:pt x="7409" y="4393"/>
                      <a:pt x="7377" y="4192"/>
                      <a:pt x="7355" y="3986"/>
                    </a:cubicBezTo>
                    <a:close/>
                    <a:moveTo>
                      <a:pt x="3550" y="4382"/>
                    </a:moveTo>
                    <a:cubicBezTo>
                      <a:pt x="3517" y="4475"/>
                      <a:pt x="3468" y="4562"/>
                      <a:pt x="3403" y="4638"/>
                    </a:cubicBezTo>
                    <a:lnTo>
                      <a:pt x="3403" y="4627"/>
                    </a:lnTo>
                    <a:cubicBezTo>
                      <a:pt x="3414" y="4594"/>
                      <a:pt x="3408" y="4562"/>
                      <a:pt x="3392" y="4535"/>
                    </a:cubicBezTo>
                    <a:lnTo>
                      <a:pt x="3398" y="4535"/>
                    </a:lnTo>
                    <a:cubicBezTo>
                      <a:pt x="3441" y="4497"/>
                      <a:pt x="3485" y="4453"/>
                      <a:pt x="3523" y="4410"/>
                    </a:cubicBezTo>
                    <a:lnTo>
                      <a:pt x="3550" y="4382"/>
                    </a:lnTo>
                    <a:close/>
                    <a:moveTo>
                      <a:pt x="2566" y="5013"/>
                    </a:moveTo>
                    <a:cubicBezTo>
                      <a:pt x="2544" y="5084"/>
                      <a:pt x="2533" y="5149"/>
                      <a:pt x="2528" y="5220"/>
                    </a:cubicBezTo>
                    <a:cubicBezTo>
                      <a:pt x="2517" y="5290"/>
                      <a:pt x="2522" y="5361"/>
                      <a:pt x="2544" y="5426"/>
                    </a:cubicBezTo>
                    <a:cubicBezTo>
                      <a:pt x="2528" y="5502"/>
                      <a:pt x="2517" y="5573"/>
                      <a:pt x="2506" y="5649"/>
                    </a:cubicBezTo>
                    <a:cubicBezTo>
                      <a:pt x="2506" y="5660"/>
                      <a:pt x="2506" y="5676"/>
                      <a:pt x="2501" y="5687"/>
                    </a:cubicBezTo>
                    <a:cubicBezTo>
                      <a:pt x="2463" y="5573"/>
                      <a:pt x="2452" y="5442"/>
                      <a:pt x="2479" y="5323"/>
                    </a:cubicBezTo>
                    <a:cubicBezTo>
                      <a:pt x="2495" y="5214"/>
                      <a:pt x="2522" y="5111"/>
                      <a:pt x="2566" y="5013"/>
                    </a:cubicBezTo>
                    <a:close/>
                    <a:moveTo>
                      <a:pt x="5408" y="3588"/>
                    </a:moveTo>
                    <a:cubicBezTo>
                      <a:pt x="5748" y="3588"/>
                      <a:pt x="6078" y="3699"/>
                      <a:pt x="6414" y="3730"/>
                    </a:cubicBezTo>
                    <a:cubicBezTo>
                      <a:pt x="6632" y="3746"/>
                      <a:pt x="6817" y="3828"/>
                      <a:pt x="7018" y="3888"/>
                    </a:cubicBezTo>
                    <a:cubicBezTo>
                      <a:pt x="7105" y="3915"/>
                      <a:pt x="7197" y="3931"/>
                      <a:pt x="7284" y="3964"/>
                    </a:cubicBezTo>
                    <a:cubicBezTo>
                      <a:pt x="7241" y="4236"/>
                      <a:pt x="7219" y="4524"/>
                      <a:pt x="7295" y="4790"/>
                    </a:cubicBezTo>
                    <a:cubicBezTo>
                      <a:pt x="7349" y="4953"/>
                      <a:pt x="7436" y="5171"/>
                      <a:pt x="7599" y="5252"/>
                    </a:cubicBezTo>
                    <a:cubicBezTo>
                      <a:pt x="7605" y="5268"/>
                      <a:pt x="7616" y="5279"/>
                      <a:pt x="7621" y="5290"/>
                    </a:cubicBezTo>
                    <a:cubicBezTo>
                      <a:pt x="7686" y="5399"/>
                      <a:pt x="7795" y="5508"/>
                      <a:pt x="7920" y="5524"/>
                    </a:cubicBezTo>
                    <a:lnTo>
                      <a:pt x="7920" y="5535"/>
                    </a:lnTo>
                    <a:cubicBezTo>
                      <a:pt x="7915" y="5567"/>
                      <a:pt x="7931" y="5605"/>
                      <a:pt x="7958" y="5627"/>
                    </a:cubicBezTo>
                    <a:lnTo>
                      <a:pt x="7958" y="5633"/>
                    </a:lnTo>
                    <a:cubicBezTo>
                      <a:pt x="7920" y="5774"/>
                      <a:pt x="7942" y="5915"/>
                      <a:pt x="7904" y="6057"/>
                    </a:cubicBezTo>
                    <a:cubicBezTo>
                      <a:pt x="7817" y="6328"/>
                      <a:pt x="7708" y="6589"/>
                      <a:pt x="7572" y="6834"/>
                    </a:cubicBezTo>
                    <a:cubicBezTo>
                      <a:pt x="7453" y="7062"/>
                      <a:pt x="7322" y="7285"/>
                      <a:pt x="7175" y="7497"/>
                    </a:cubicBezTo>
                    <a:cubicBezTo>
                      <a:pt x="7029" y="7715"/>
                      <a:pt x="6779" y="7910"/>
                      <a:pt x="6561" y="8057"/>
                    </a:cubicBezTo>
                    <a:cubicBezTo>
                      <a:pt x="6447" y="8139"/>
                      <a:pt x="6317" y="8204"/>
                      <a:pt x="6186" y="8247"/>
                    </a:cubicBezTo>
                    <a:cubicBezTo>
                      <a:pt x="6066" y="8273"/>
                      <a:pt x="5945" y="8289"/>
                      <a:pt x="5825" y="8289"/>
                    </a:cubicBezTo>
                    <a:cubicBezTo>
                      <a:pt x="5793" y="8289"/>
                      <a:pt x="5761" y="8288"/>
                      <a:pt x="5730" y="8285"/>
                    </a:cubicBezTo>
                    <a:cubicBezTo>
                      <a:pt x="5605" y="8285"/>
                      <a:pt x="5481" y="8294"/>
                      <a:pt x="5358" y="8294"/>
                    </a:cubicBezTo>
                    <a:cubicBezTo>
                      <a:pt x="5218" y="8294"/>
                      <a:pt x="5080" y="8283"/>
                      <a:pt x="4947" y="8236"/>
                    </a:cubicBezTo>
                    <a:cubicBezTo>
                      <a:pt x="4882" y="8220"/>
                      <a:pt x="4822" y="8209"/>
                      <a:pt x="4756" y="8198"/>
                    </a:cubicBezTo>
                    <a:cubicBezTo>
                      <a:pt x="4691" y="8182"/>
                      <a:pt x="4626" y="8160"/>
                      <a:pt x="4566" y="8128"/>
                    </a:cubicBezTo>
                    <a:cubicBezTo>
                      <a:pt x="4517" y="8100"/>
                      <a:pt x="4468" y="8084"/>
                      <a:pt x="4414" y="8073"/>
                    </a:cubicBezTo>
                    <a:cubicBezTo>
                      <a:pt x="4343" y="8052"/>
                      <a:pt x="4278" y="8014"/>
                      <a:pt x="4218" y="7970"/>
                    </a:cubicBezTo>
                    <a:cubicBezTo>
                      <a:pt x="4121" y="7905"/>
                      <a:pt x="4012" y="7861"/>
                      <a:pt x="3909" y="7796"/>
                    </a:cubicBezTo>
                    <a:cubicBezTo>
                      <a:pt x="3778" y="7709"/>
                      <a:pt x="3648" y="7606"/>
                      <a:pt x="3533" y="7497"/>
                    </a:cubicBezTo>
                    <a:lnTo>
                      <a:pt x="3528" y="7497"/>
                    </a:lnTo>
                    <a:cubicBezTo>
                      <a:pt x="3414" y="7394"/>
                      <a:pt x="3267" y="7269"/>
                      <a:pt x="3196" y="7127"/>
                    </a:cubicBezTo>
                    <a:cubicBezTo>
                      <a:pt x="3131" y="7013"/>
                      <a:pt x="3104" y="6888"/>
                      <a:pt x="3022" y="6785"/>
                    </a:cubicBezTo>
                    <a:cubicBezTo>
                      <a:pt x="2968" y="6731"/>
                      <a:pt x="2936" y="6665"/>
                      <a:pt x="2914" y="6595"/>
                    </a:cubicBezTo>
                    <a:cubicBezTo>
                      <a:pt x="2897" y="6513"/>
                      <a:pt x="2870" y="6432"/>
                      <a:pt x="2849" y="6350"/>
                    </a:cubicBezTo>
                    <a:cubicBezTo>
                      <a:pt x="2838" y="6318"/>
                      <a:pt x="2827" y="6285"/>
                      <a:pt x="2816" y="6252"/>
                    </a:cubicBezTo>
                    <a:cubicBezTo>
                      <a:pt x="2865" y="6252"/>
                      <a:pt x="2908" y="6247"/>
                      <a:pt x="2952" y="6231"/>
                    </a:cubicBezTo>
                    <a:cubicBezTo>
                      <a:pt x="3012" y="6214"/>
                      <a:pt x="3028" y="6138"/>
                      <a:pt x="2990" y="6095"/>
                    </a:cubicBezTo>
                    <a:cubicBezTo>
                      <a:pt x="2957" y="6073"/>
                      <a:pt x="2930" y="6046"/>
                      <a:pt x="2897" y="6029"/>
                    </a:cubicBezTo>
                    <a:cubicBezTo>
                      <a:pt x="2963" y="5828"/>
                      <a:pt x="2881" y="5605"/>
                      <a:pt x="2946" y="5404"/>
                    </a:cubicBezTo>
                    <a:cubicBezTo>
                      <a:pt x="2957" y="5366"/>
                      <a:pt x="2968" y="5334"/>
                      <a:pt x="2990" y="5296"/>
                    </a:cubicBezTo>
                    <a:cubicBezTo>
                      <a:pt x="2996" y="5305"/>
                      <a:pt x="3005" y="5309"/>
                      <a:pt x="3015" y="5309"/>
                    </a:cubicBezTo>
                    <a:cubicBezTo>
                      <a:pt x="3023" y="5309"/>
                      <a:pt x="3031" y="5306"/>
                      <a:pt x="3039" y="5301"/>
                    </a:cubicBezTo>
                    <a:cubicBezTo>
                      <a:pt x="3109" y="5258"/>
                      <a:pt x="3175" y="5209"/>
                      <a:pt x="3234" y="5154"/>
                    </a:cubicBezTo>
                    <a:cubicBezTo>
                      <a:pt x="3436" y="5067"/>
                      <a:pt x="3588" y="4872"/>
                      <a:pt x="3691" y="4692"/>
                    </a:cubicBezTo>
                    <a:cubicBezTo>
                      <a:pt x="3767" y="4573"/>
                      <a:pt x="3827" y="4453"/>
                      <a:pt x="3881" y="4328"/>
                    </a:cubicBezTo>
                    <a:cubicBezTo>
                      <a:pt x="3941" y="4160"/>
                      <a:pt x="3963" y="3986"/>
                      <a:pt x="3947" y="3812"/>
                    </a:cubicBezTo>
                    <a:lnTo>
                      <a:pt x="3947" y="3806"/>
                    </a:lnTo>
                    <a:cubicBezTo>
                      <a:pt x="4126" y="3757"/>
                      <a:pt x="4322" y="3736"/>
                      <a:pt x="4501" y="3697"/>
                    </a:cubicBezTo>
                    <a:cubicBezTo>
                      <a:pt x="4621" y="3665"/>
                      <a:pt x="4746" y="3638"/>
                      <a:pt x="4865" y="3627"/>
                    </a:cubicBezTo>
                    <a:cubicBezTo>
                      <a:pt x="4890" y="3628"/>
                      <a:pt x="4914" y="3629"/>
                      <a:pt x="4939" y="3629"/>
                    </a:cubicBezTo>
                    <a:cubicBezTo>
                      <a:pt x="5012" y="3629"/>
                      <a:pt x="5085" y="3623"/>
                      <a:pt x="5159" y="3611"/>
                    </a:cubicBezTo>
                    <a:cubicBezTo>
                      <a:pt x="5243" y="3595"/>
                      <a:pt x="5326" y="3588"/>
                      <a:pt x="5408" y="3588"/>
                    </a:cubicBezTo>
                    <a:close/>
                    <a:moveTo>
                      <a:pt x="3811" y="8019"/>
                    </a:moveTo>
                    <a:lnTo>
                      <a:pt x="3811" y="8019"/>
                    </a:lnTo>
                    <a:cubicBezTo>
                      <a:pt x="3849" y="8046"/>
                      <a:pt x="3892" y="8068"/>
                      <a:pt x="3930" y="8090"/>
                    </a:cubicBezTo>
                    <a:cubicBezTo>
                      <a:pt x="4039" y="8149"/>
                      <a:pt x="4148" y="8247"/>
                      <a:pt x="4267" y="8291"/>
                    </a:cubicBezTo>
                    <a:cubicBezTo>
                      <a:pt x="4338" y="8307"/>
                      <a:pt x="4409" y="8329"/>
                      <a:pt x="4474" y="8356"/>
                    </a:cubicBezTo>
                    <a:cubicBezTo>
                      <a:pt x="4534" y="8389"/>
                      <a:pt x="4599" y="8416"/>
                      <a:pt x="4659" y="8432"/>
                    </a:cubicBezTo>
                    <a:cubicBezTo>
                      <a:pt x="4735" y="8443"/>
                      <a:pt x="4805" y="8459"/>
                      <a:pt x="4876" y="8476"/>
                    </a:cubicBezTo>
                    <a:cubicBezTo>
                      <a:pt x="4936" y="8503"/>
                      <a:pt x="5001" y="8519"/>
                      <a:pt x="5066" y="8535"/>
                    </a:cubicBezTo>
                    <a:cubicBezTo>
                      <a:pt x="5145" y="8541"/>
                      <a:pt x="5224" y="8544"/>
                      <a:pt x="5303" y="8544"/>
                    </a:cubicBezTo>
                    <a:cubicBezTo>
                      <a:pt x="5382" y="8544"/>
                      <a:pt x="5460" y="8541"/>
                      <a:pt x="5539" y="8535"/>
                    </a:cubicBezTo>
                    <a:cubicBezTo>
                      <a:pt x="5617" y="8535"/>
                      <a:pt x="5694" y="8537"/>
                      <a:pt x="5771" y="8537"/>
                    </a:cubicBezTo>
                    <a:cubicBezTo>
                      <a:pt x="6003" y="8537"/>
                      <a:pt x="6231" y="8524"/>
                      <a:pt x="6447" y="8427"/>
                    </a:cubicBezTo>
                    <a:cubicBezTo>
                      <a:pt x="6659" y="8318"/>
                      <a:pt x="6860" y="8182"/>
                      <a:pt x="7040" y="8024"/>
                    </a:cubicBezTo>
                    <a:lnTo>
                      <a:pt x="7040" y="8024"/>
                    </a:lnTo>
                    <a:cubicBezTo>
                      <a:pt x="7040" y="8024"/>
                      <a:pt x="7034" y="8030"/>
                      <a:pt x="7034" y="8035"/>
                    </a:cubicBezTo>
                    <a:cubicBezTo>
                      <a:pt x="6991" y="8084"/>
                      <a:pt x="6958" y="8149"/>
                      <a:pt x="6931" y="8215"/>
                    </a:cubicBezTo>
                    <a:cubicBezTo>
                      <a:pt x="6898" y="8312"/>
                      <a:pt x="6876" y="8394"/>
                      <a:pt x="6795" y="8465"/>
                    </a:cubicBezTo>
                    <a:cubicBezTo>
                      <a:pt x="6730" y="8514"/>
                      <a:pt x="6654" y="8563"/>
                      <a:pt x="6577" y="8601"/>
                    </a:cubicBezTo>
                    <a:cubicBezTo>
                      <a:pt x="6295" y="8742"/>
                      <a:pt x="5996" y="8938"/>
                      <a:pt x="5675" y="8943"/>
                    </a:cubicBezTo>
                    <a:cubicBezTo>
                      <a:pt x="5653" y="8916"/>
                      <a:pt x="5621" y="8900"/>
                      <a:pt x="5583" y="8900"/>
                    </a:cubicBezTo>
                    <a:lnTo>
                      <a:pt x="5577" y="8905"/>
                    </a:lnTo>
                    <a:cubicBezTo>
                      <a:pt x="5550" y="8905"/>
                      <a:pt x="5523" y="8916"/>
                      <a:pt x="5501" y="8932"/>
                    </a:cubicBezTo>
                    <a:cubicBezTo>
                      <a:pt x="5474" y="8927"/>
                      <a:pt x="5447" y="8921"/>
                      <a:pt x="5414" y="8910"/>
                    </a:cubicBezTo>
                    <a:cubicBezTo>
                      <a:pt x="5410" y="8883"/>
                      <a:pt x="5386" y="8864"/>
                      <a:pt x="5363" y="8864"/>
                    </a:cubicBezTo>
                    <a:cubicBezTo>
                      <a:pt x="5354" y="8864"/>
                      <a:pt x="5346" y="8866"/>
                      <a:pt x="5338" y="8872"/>
                    </a:cubicBezTo>
                    <a:lnTo>
                      <a:pt x="5327" y="8883"/>
                    </a:lnTo>
                    <a:cubicBezTo>
                      <a:pt x="4968" y="8780"/>
                      <a:pt x="4572" y="8747"/>
                      <a:pt x="4284" y="8497"/>
                    </a:cubicBezTo>
                    <a:cubicBezTo>
                      <a:pt x="4126" y="8361"/>
                      <a:pt x="3963" y="8264"/>
                      <a:pt x="3849" y="8079"/>
                    </a:cubicBezTo>
                    <a:cubicBezTo>
                      <a:pt x="3838" y="8062"/>
                      <a:pt x="3827" y="8041"/>
                      <a:pt x="3811" y="8019"/>
                    </a:cubicBezTo>
                    <a:close/>
                    <a:moveTo>
                      <a:pt x="5235" y="9101"/>
                    </a:moveTo>
                    <a:lnTo>
                      <a:pt x="5229" y="9112"/>
                    </a:lnTo>
                    <a:cubicBezTo>
                      <a:pt x="5208" y="9128"/>
                      <a:pt x="5191" y="9150"/>
                      <a:pt x="5191" y="9177"/>
                    </a:cubicBezTo>
                    <a:lnTo>
                      <a:pt x="5191" y="9199"/>
                    </a:lnTo>
                    <a:cubicBezTo>
                      <a:pt x="5186" y="9193"/>
                      <a:pt x="5180" y="9188"/>
                      <a:pt x="5175" y="9182"/>
                    </a:cubicBezTo>
                    <a:lnTo>
                      <a:pt x="5170" y="9182"/>
                    </a:lnTo>
                    <a:cubicBezTo>
                      <a:pt x="5186" y="9150"/>
                      <a:pt x="5208" y="9122"/>
                      <a:pt x="5235" y="9101"/>
                    </a:cubicBezTo>
                    <a:close/>
                    <a:moveTo>
                      <a:pt x="5539" y="9313"/>
                    </a:moveTo>
                    <a:lnTo>
                      <a:pt x="5539" y="9329"/>
                    </a:lnTo>
                    <a:cubicBezTo>
                      <a:pt x="5539" y="9334"/>
                      <a:pt x="5539" y="9340"/>
                      <a:pt x="5539" y="9345"/>
                    </a:cubicBezTo>
                    <a:cubicBezTo>
                      <a:pt x="5539" y="9334"/>
                      <a:pt x="5534" y="9324"/>
                      <a:pt x="5528" y="9313"/>
                    </a:cubicBezTo>
                    <a:close/>
                    <a:moveTo>
                      <a:pt x="6828" y="8682"/>
                    </a:moveTo>
                    <a:cubicBezTo>
                      <a:pt x="6828" y="8693"/>
                      <a:pt x="6828" y="8704"/>
                      <a:pt x="6822" y="8715"/>
                    </a:cubicBezTo>
                    <a:cubicBezTo>
                      <a:pt x="6800" y="8829"/>
                      <a:pt x="6762" y="8943"/>
                      <a:pt x="6713" y="9046"/>
                    </a:cubicBezTo>
                    <a:cubicBezTo>
                      <a:pt x="6664" y="9155"/>
                      <a:pt x="6588" y="9253"/>
                      <a:pt x="6534" y="9356"/>
                    </a:cubicBezTo>
                    <a:cubicBezTo>
                      <a:pt x="6491" y="9438"/>
                      <a:pt x="6425" y="9617"/>
                      <a:pt x="6317" y="9617"/>
                    </a:cubicBezTo>
                    <a:cubicBezTo>
                      <a:pt x="6197" y="9617"/>
                      <a:pt x="6077" y="9340"/>
                      <a:pt x="6001" y="9247"/>
                    </a:cubicBezTo>
                    <a:cubicBezTo>
                      <a:pt x="5980" y="9215"/>
                      <a:pt x="5947" y="9182"/>
                      <a:pt x="5909" y="9139"/>
                    </a:cubicBezTo>
                    <a:cubicBezTo>
                      <a:pt x="5958" y="9128"/>
                      <a:pt x="6001" y="9117"/>
                      <a:pt x="6045" y="9101"/>
                    </a:cubicBezTo>
                    <a:cubicBezTo>
                      <a:pt x="6219" y="9030"/>
                      <a:pt x="6393" y="8948"/>
                      <a:pt x="6556" y="8856"/>
                    </a:cubicBezTo>
                    <a:cubicBezTo>
                      <a:pt x="6648" y="8807"/>
                      <a:pt x="6741" y="8747"/>
                      <a:pt x="6828" y="8682"/>
                    </a:cubicBezTo>
                    <a:close/>
                    <a:moveTo>
                      <a:pt x="3936" y="8481"/>
                    </a:moveTo>
                    <a:cubicBezTo>
                      <a:pt x="4055" y="8584"/>
                      <a:pt x="4186" y="8726"/>
                      <a:pt x="4327" y="8791"/>
                    </a:cubicBezTo>
                    <a:cubicBezTo>
                      <a:pt x="4506" y="8883"/>
                      <a:pt x="4697" y="8954"/>
                      <a:pt x="4898" y="9003"/>
                    </a:cubicBezTo>
                    <a:cubicBezTo>
                      <a:pt x="4963" y="9019"/>
                      <a:pt x="5039" y="9030"/>
                      <a:pt x="5110" y="9046"/>
                    </a:cubicBezTo>
                    <a:cubicBezTo>
                      <a:pt x="5083" y="9068"/>
                      <a:pt x="5061" y="9095"/>
                      <a:pt x="5039" y="9122"/>
                    </a:cubicBezTo>
                    <a:lnTo>
                      <a:pt x="5017" y="9122"/>
                    </a:lnTo>
                    <a:cubicBezTo>
                      <a:pt x="4979" y="9122"/>
                      <a:pt x="4958" y="9166"/>
                      <a:pt x="4979" y="9199"/>
                    </a:cubicBezTo>
                    <a:cubicBezTo>
                      <a:pt x="4882" y="9291"/>
                      <a:pt x="4795" y="9383"/>
                      <a:pt x="4718" y="9492"/>
                    </a:cubicBezTo>
                    <a:cubicBezTo>
                      <a:pt x="4670" y="9568"/>
                      <a:pt x="4631" y="9644"/>
                      <a:pt x="4583" y="9715"/>
                    </a:cubicBezTo>
                    <a:cubicBezTo>
                      <a:pt x="4566" y="9737"/>
                      <a:pt x="4555" y="9758"/>
                      <a:pt x="4545" y="9780"/>
                    </a:cubicBezTo>
                    <a:cubicBezTo>
                      <a:pt x="4539" y="9791"/>
                      <a:pt x="4534" y="9802"/>
                      <a:pt x="4528" y="9813"/>
                    </a:cubicBezTo>
                    <a:cubicBezTo>
                      <a:pt x="4474" y="9748"/>
                      <a:pt x="4452" y="9628"/>
                      <a:pt x="4425" y="9557"/>
                    </a:cubicBezTo>
                    <a:cubicBezTo>
                      <a:pt x="4354" y="9405"/>
                      <a:pt x="4246" y="9275"/>
                      <a:pt x="4180" y="9122"/>
                    </a:cubicBezTo>
                    <a:cubicBezTo>
                      <a:pt x="4164" y="9084"/>
                      <a:pt x="4148" y="9052"/>
                      <a:pt x="4131" y="9019"/>
                    </a:cubicBezTo>
                    <a:cubicBezTo>
                      <a:pt x="4110" y="8948"/>
                      <a:pt x="4088" y="8878"/>
                      <a:pt x="4061" y="8807"/>
                    </a:cubicBezTo>
                    <a:cubicBezTo>
                      <a:pt x="4028" y="8715"/>
                      <a:pt x="3990" y="8590"/>
                      <a:pt x="3936" y="8481"/>
                    </a:cubicBezTo>
                    <a:close/>
                    <a:moveTo>
                      <a:pt x="5757" y="9786"/>
                    </a:moveTo>
                    <a:cubicBezTo>
                      <a:pt x="5757" y="9796"/>
                      <a:pt x="5762" y="9802"/>
                      <a:pt x="5762" y="9807"/>
                    </a:cubicBezTo>
                    <a:lnTo>
                      <a:pt x="5768" y="9829"/>
                    </a:lnTo>
                    <a:cubicBezTo>
                      <a:pt x="5762" y="9829"/>
                      <a:pt x="5751" y="9835"/>
                      <a:pt x="5740" y="9835"/>
                    </a:cubicBezTo>
                    <a:cubicBezTo>
                      <a:pt x="5730" y="9829"/>
                      <a:pt x="5713" y="9818"/>
                      <a:pt x="5697" y="9813"/>
                    </a:cubicBezTo>
                    <a:lnTo>
                      <a:pt x="5757" y="9786"/>
                    </a:lnTo>
                    <a:close/>
                    <a:moveTo>
                      <a:pt x="5083" y="9345"/>
                    </a:moveTo>
                    <a:cubicBezTo>
                      <a:pt x="5094" y="9389"/>
                      <a:pt x="5104" y="9432"/>
                      <a:pt x="5115" y="9476"/>
                    </a:cubicBezTo>
                    <a:cubicBezTo>
                      <a:pt x="5110" y="9487"/>
                      <a:pt x="5110" y="9503"/>
                      <a:pt x="5115" y="9519"/>
                    </a:cubicBezTo>
                    <a:cubicBezTo>
                      <a:pt x="5115" y="9536"/>
                      <a:pt x="5121" y="9557"/>
                      <a:pt x="5132" y="9579"/>
                    </a:cubicBezTo>
                    <a:cubicBezTo>
                      <a:pt x="5148" y="9709"/>
                      <a:pt x="5180" y="9829"/>
                      <a:pt x="5316" y="9873"/>
                    </a:cubicBezTo>
                    <a:cubicBezTo>
                      <a:pt x="5316" y="9883"/>
                      <a:pt x="5316" y="9889"/>
                      <a:pt x="5316" y="9894"/>
                    </a:cubicBezTo>
                    <a:cubicBezTo>
                      <a:pt x="5240" y="10085"/>
                      <a:pt x="5142" y="10269"/>
                      <a:pt x="5066" y="10465"/>
                    </a:cubicBezTo>
                    <a:cubicBezTo>
                      <a:pt x="5007" y="10612"/>
                      <a:pt x="4914" y="10775"/>
                      <a:pt x="4876" y="10938"/>
                    </a:cubicBezTo>
                    <a:cubicBezTo>
                      <a:pt x="4876" y="10933"/>
                      <a:pt x="4876" y="10933"/>
                      <a:pt x="4876" y="10927"/>
                    </a:cubicBezTo>
                    <a:cubicBezTo>
                      <a:pt x="4876" y="10922"/>
                      <a:pt x="4865" y="10916"/>
                      <a:pt x="4865" y="10911"/>
                    </a:cubicBezTo>
                    <a:cubicBezTo>
                      <a:pt x="4860" y="10900"/>
                      <a:pt x="4854" y="10894"/>
                      <a:pt x="4849" y="10889"/>
                    </a:cubicBezTo>
                    <a:cubicBezTo>
                      <a:pt x="4784" y="10791"/>
                      <a:pt x="4740" y="10688"/>
                      <a:pt x="4713" y="10574"/>
                    </a:cubicBezTo>
                    <a:cubicBezTo>
                      <a:pt x="4697" y="10465"/>
                      <a:pt x="4659" y="10356"/>
                      <a:pt x="4604" y="10264"/>
                    </a:cubicBezTo>
                    <a:cubicBezTo>
                      <a:pt x="4555" y="10193"/>
                      <a:pt x="4517" y="10123"/>
                      <a:pt x="4485" y="10052"/>
                    </a:cubicBezTo>
                    <a:lnTo>
                      <a:pt x="4485" y="10052"/>
                    </a:lnTo>
                    <a:cubicBezTo>
                      <a:pt x="4502" y="10057"/>
                      <a:pt x="4519" y="10059"/>
                      <a:pt x="4535" y="10059"/>
                    </a:cubicBezTo>
                    <a:cubicBezTo>
                      <a:pt x="4639" y="10059"/>
                      <a:pt x="4699" y="9957"/>
                      <a:pt x="4751" y="9867"/>
                    </a:cubicBezTo>
                    <a:cubicBezTo>
                      <a:pt x="4838" y="9709"/>
                      <a:pt x="4936" y="9552"/>
                      <a:pt x="5045" y="9405"/>
                    </a:cubicBezTo>
                    <a:cubicBezTo>
                      <a:pt x="5055" y="9383"/>
                      <a:pt x="5072" y="9362"/>
                      <a:pt x="5083" y="9345"/>
                    </a:cubicBezTo>
                    <a:close/>
                    <a:moveTo>
                      <a:pt x="3392" y="8601"/>
                    </a:moveTo>
                    <a:lnTo>
                      <a:pt x="3392" y="8601"/>
                    </a:lnTo>
                    <a:cubicBezTo>
                      <a:pt x="3370" y="8682"/>
                      <a:pt x="3338" y="8769"/>
                      <a:pt x="3305" y="8851"/>
                    </a:cubicBezTo>
                    <a:cubicBezTo>
                      <a:pt x="3251" y="8927"/>
                      <a:pt x="3207" y="9003"/>
                      <a:pt x="3169" y="9090"/>
                    </a:cubicBezTo>
                    <a:cubicBezTo>
                      <a:pt x="3104" y="9253"/>
                      <a:pt x="3061" y="9454"/>
                      <a:pt x="3169" y="9612"/>
                    </a:cubicBezTo>
                    <a:cubicBezTo>
                      <a:pt x="3213" y="9677"/>
                      <a:pt x="3283" y="9731"/>
                      <a:pt x="3359" y="9764"/>
                    </a:cubicBezTo>
                    <a:cubicBezTo>
                      <a:pt x="3446" y="9796"/>
                      <a:pt x="3544" y="9780"/>
                      <a:pt x="3631" y="9813"/>
                    </a:cubicBezTo>
                    <a:cubicBezTo>
                      <a:pt x="3767" y="9867"/>
                      <a:pt x="3637" y="9976"/>
                      <a:pt x="3582" y="10041"/>
                    </a:cubicBezTo>
                    <a:cubicBezTo>
                      <a:pt x="3517" y="10117"/>
                      <a:pt x="3446" y="10188"/>
                      <a:pt x="3381" y="10264"/>
                    </a:cubicBezTo>
                    <a:cubicBezTo>
                      <a:pt x="3251" y="10416"/>
                      <a:pt x="3305" y="10547"/>
                      <a:pt x="3430" y="10688"/>
                    </a:cubicBezTo>
                    <a:cubicBezTo>
                      <a:pt x="3539" y="10802"/>
                      <a:pt x="3658" y="10894"/>
                      <a:pt x="3794" y="10971"/>
                    </a:cubicBezTo>
                    <a:cubicBezTo>
                      <a:pt x="3756" y="10971"/>
                      <a:pt x="3724" y="10965"/>
                      <a:pt x="3691" y="10965"/>
                    </a:cubicBezTo>
                    <a:lnTo>
                      <a:pt x="3691" y="10971"/>
                    </a:lnTo>
                    <a:cubicBezTo>
                      <a:pt x="3468" y="10971"/>
                      <a:pt x="3245" y="10987"/>
                      <a:pt x="3022" y="10987"/>
                    </a:cubicBezTo>
                    <a:cubicBezTo>
                      <a:pt x="2946" y="10987"/>
                      <a:pt x="2870" y="10992"/>
                      <a:pt x="2793" y="10992"/>
                    </a:cubicBezTo>
                    <a:cubicBezTo>
                      <a:pt x="2754" y="10992"/>
                      <a:pt x="2714" y="10991"/>
                      <a:pt x="2675" y="10987"/>
                    </a:cubicBezTo>
                    <a:cubicBezTo>
                      <a:pt x="2560" y="10981"/>
                      <a:pt x="2468" y="10954"/>
                      <a:pt x="2359" y="10949"/>
                    </a:cubicBezTo>
                    <a:cubicBezTo>
                      <a:pt x="2245" y="10943"/>
                      <a:pt x="2130" y="10941"/>
                      <a:pt x="2013" y="10941"/>
                    </a:cubicBezTo>
                    <a:cubicBezTo>
                      <a:pt x="1897" y="10941"/>
                      <a:pt x="1780" y="10943"/>
                      <a:pt x="1664" y="10949"/>
                    </a:cubicBezTo>
                    <a:cubicBezTo>
                      <a:pt x="1430" y="10960"/>
                      <a:pt x="1201" y="10960"/>
                      <a:pt x="973" y="10971"/>
                    </a:cubicBezTo>
                    <a:cubicBezTo>
                      <a:pt x="916" y="10976"/>
                      <a:pt x="859" y="10979"/>
                      <a:pt x="802" y="10979"/>
                    </a:cubicBezTo>
                    <a:cubicBezTo>
                      <a:pt x="745" y="10979"/>
                      <a:pt x="688" y="10976"/>
                      <a:pt x="631" y="10971"/>
                    </a:cubicBezTo>
                    <a:cubicBezTo>
                      <a:pt x="621" y="10972"/>
                      <a:pt x="612" y="10973"/>
                      <a:pt x="602" y="10973"/>
                    </a:cubicBezTo>
                    <a:cubicBezTo>
                      <a:pt x="574" y="10973"/>
                      <a:pt x="546" y="10967"/>
                      <a:pt x="522" y="10954"/>
                    </a:cubicBezTo>
                    <a:cubicBezTo>
                      <a:pt x="473" y="10927"/>
                      <a:pt x="506" y="10922"/>
                      <a:pt x="544" y="10884"/>
                    </a:cubicBezTo>
                    <a:cubicBezTo>
                      <a:pt x="691" y="10731"/>
                      <a:pt x="832" y="10579"/>
                      <a:pt x="973" y="10427"/>
                    </a:cubicBezTo>
                    <a:cubicBezTo>
                      <a:pt x="1125" y="10259"/>
                      <a:pt x="1294" y="10123"/>
                      <a:pt x="1457" y="9970"/>
                    </a:cubicBezTo>
                    <a:cubicBezTo>
                      <a:pt x="1636" y="9802"/>
                      <a:pt x="1865" y="9699"/>
                      <a:pt x="2066" y="9552"/>
                    </a:cubicBezTo>
                    <a:cubicBezTo>
                      <a:pt x="2278" y="9405"/>
                      <a:pt x="2484" y="9247"/>
                      <a:pt x="2691" y="9090"/>
                    </a:cubicBezTo>
                    <a:cubicBezTo>
                      <a:pt x="2881" y="8943"/>
                      <a:pt x="3071" y="8807"/>
                      <a:pt x="3278" y="8677"/>
                    </a:cubicBezTo>
                    <a:cubicBezTo>
                      <a:pt x="3316" y="8655"/>
                      <a:pt x="3354" y="8628"/>
                      <a:pt x="3392" y="8601"/>
                    </a:cubicBezTo>
                    <a:close/>
                    <a:moveTo>
                      <a:pt x="3653" y="8503"/>
                    </a:moveTo>
                    <a:cubicBezTo>
                      <a:pt x="3675" y="8622"/>
                      <a:pt x="3718" y="8742"/>
                      <a:pt x="3778" y="8845"/>
                    </a:cubicBezTo>
                    <a:cubicBezTo>
                      <a:pt x="3832" y="8910"/>
                      <a:pt x="3881" y="8987"/>
                      <a:pt x="3919" y="9063"/>
                    </a:cubicBezTo>
                    <a:cubicBezTo>
                      <a:pt x="3941" y="9112"/>
                      <a:pt x="3957" y="9160"/>
                      <a:pt x="3979" y="9209"/>
                    </a:cubicBezTo>
                    <a:cubicBezTo>
                      <a:pt x="3985" y="9253"/>
                      <a:pt x="3990" y="9291"/>
                      <a:pt x="4001" y="9334"/>
                    </a:cubicBezTo>
                    <a:cubicBezTo>
                      <a:pt x="4039" y="9465"/>
                      <a:pt x="4082" y="9590"/>
                      <a:pt x="4137" y="9715"/>
                    </a:cubicBezTo>
                    <a:cubicBezTo>
                      <a:pt x="4213" y="9927"/>
                      <a:pt x="4273" y="10166"/>
                      <a:pt x="4392" y="10356"/>
                    </a:cubicBezTo>
                    <a:cubicBezTo>
                      <a:pt x="4528" y="10563"/>
                      <a:pt x="4479" y="10851"/>
                      <a:pt x="4637" y="11063"/>
                    </a:cubicBezTo>
                    <a:cubicBezTo>
                      <a:pt x="4555" y="11058"/>
                      <a:pt x="4474" y="11058"/>
                      <a:pt x="4392" y="11047"/>
                    </a:cubicBezTo>
                    <a:lnTo>
                      <a:pt x="4392" y="11047"/>
                    </a:lnTo>
                    <a:lnTo>
                      <a:pt x="4398" y="11052"/>
                    </a:lnTo>
                    <a:cubicBezTo>
                      <a:pt x="4354" y="11052"/>
                      <a:pt x="4316" y="11041"/>
                      <a:pt x="4273" y="11036"/>
                    </a:cubicBezTo>
                    <a:lnTo>
                      <a:pt x="4207" y="10976"/>
                    </a:lnTo>
                    <a:cubicBezTo>
                      <a:pt x="4137" y="10916"/>
                      <a:pt x="4061" y="10862"/>
                      <a:pt x="3979" y="10818"/>
                    </a:cubicBezTo>
                    <a:cubicBezTo>
                      <a:pt x="3892" y="10769"/>
                      <a:pt x="3805" y="10715"/>
                      <a:pt x="3724" y="10655"/>
                    </a:cubicBezTo>
                    <a:cubicBezTo>
                      <a:pt x="3675" y="10623"/>
                      <a:pt x="3626" y="10579"/>
                      <a:pt x="3588" y="10536"/>
                    </a:cubicBezTo>
                    <a:cubicBezTo>
                      <a:pt x="3578" y="10521"/>
                      <a:pt x="3550" y="10447"/>
                      <a:pt x="3532" y="10447"/>
                    </a:cubicBezTo>
                    <a:cubicBezTo>
                      <a:pt x="3531" y="10447"/>
                      <a:pt x="3529" y="10447"/>
                      <a:pt x="3528" y="10449"/>
                    </a:cubicBezTo>
                    <a:cubicBezTo>
                      <a:pt x="3561" y="10411"/>
                      <a:pt x="3599" y="10373"/>
                      <a:pt x="3642" y="10340"/>
                    </a:cubicBezTo>
                    <a:cubicBezTo>
                      <a:pt x="3675" y="10307"/>
                      <a:pt x="3702" y="10275"/>
                      <a:pt x="3729" y="10242"/>
                    </a:cubicBezTo>
                    <a:cubicBezTo>
                      <a:pt x="3783" y="10182"/>
                      <a:pt x="3838" y="10117"/>
                      <a:pt x="3887" y="10047"/>
                    </a:cubicBezTo>
                    <a:cubicBezTo>
                      <a:pt x="3974" y="9900"/>
                      <a:pt x="3925" y="9709"/>
                      <a:pt x="3778" y="9623"/>
                    </a:cubicBezTo>
                    <a:cubicBezTo>
                      <a:pt x="3648" y="9541"/>
                      <a:pt x="3354" y="9617"/>
                      <a:pt x="3338" y="9400"/>
                    </a:cubicBezTo>
                    <a:cubicBezTo>
                      <a:pt x="3327" y="9204"/>
                      <a:pt x="3468" y="9057"/>
                      <a:pt x="3533" y="8883"/>
                    </a:cubicBezTo>
                    <a:cubicBezTo>
                      <a:pt x="3571" y="8791"/>
                      <a:pt x="3577" y="8688"/>
                      <a:pt x="3615" y="8595"/>
                    </a:cubicBezTo>
                    <a:cubicBezTo>
                      <a:pt x="3626" y="8563"/>
                      <a:pt x="3642" y="8535"/>
                      <a:pt x="3653" y="8503"/>
                    </a:cubicBezTo>
                    <a:close/>
                    <a:moveTo>
                      <a:pt x="5126" y="11030"/>
                    </a:moveTo>
                    <a:lnTo>
                      <a:pt x="5132" y="11041"/>
                    </a:lnTo>
                    <a:cubicBezTo>
                      <a:pt x="5142" y="11052"/>
                      <a:pt x="5153" y="11063"/>
                      <a:pt x="5164" y="11068"/>
                    </a:cubicBezTo>
                    <a:lnTo>
                      <a:pt x="5115" y="11068"/>
                    </a:lnTo>
                    <a:cubicBezTo>
                      <a:pt x="5115" y="11058"/>
                      <a:pt x="5121" y="11041"/>
                      <a:pt x="5126" y="11030"/>
                    </a:cubicBezTo>
                    <a:close/>
                    <a:moveTo>
                      <a:pt x="7572" y="8633"/>
                    </a:moveTo>
                    <a:lnTo>
                      <a:pt x="7572" y="8633"/>
                    </a:lnTo>
                    <a:cubicBezTo>
                      <a:pt x="7637" y="8693"/>
                      <a:pt x="7708" y="8742"/>
                      <a:pt x="7784" y="8785"/>
                    </a:cubicBezTo>
                    <a:cubicBezTo>
                      <a:pt x="7882" y="8829"/>
                      <a:pt x="7974" y="8878"/>
                      <a:pt x="8067" y="8932"/>
                    </a:cubicBezTo>
                    <a:cubicBezTo>
                      <a:pt x="8241" y="9052"/>
                      <a:pt x="8420" y="9155"/>
                      <a:pt x="8594" y="9275"/>
                    </a:cubicBezTo>
                    <a:cubicBezTo>
                      <a:pt x="8774" y="9394"/>
                      <a:pt x="8909" y="9530"/>
                      <a:pt x="9078" y="9639"/>
                    </a:cubicBezTo>
                    <a:cubicBezTo>
                      <a:pt x="9170" y="9693"/>
                      <a:pt x="9252" y="9753"/>
                      <a:pt x="9333" y="9824"/>
                    </a:cubicBezTo>
                    <a:cubicBezTo>
                      <a:pt x="9410" y="9883"/>
                      <a:pt x="9491" y="9932"/>
                      <a:pt x="9578" y="9976"/>
                    </a:cubicBezTo>
                    <a:cubicBezTo>
                      <a:pt x="9660" y="10030"/>
                      <a:pt x="9725" y="10101"/>
                      <a:pt x="9806" y="10155"/>
                    </a:cubicBezTo>
                    <a:cubicBezTo>
                      <a:pt x="9888" y="10210"/>
                      <a:pt x="9991" y="10248"/>
                      <a:pt x="10078" y="10302"/>
                    </a:cubicBezTo>
                    <a:cubicBezTo>
                      <a:pt x="10149" y="10345"/>
                      <a:pt x="10209" y="10405"/>
                      <a:pt x="10252" y="10481"/>
                    </a:cubicBezTo>
                    <a:cubicBezTo>
                      <a:pt x="10274" y="10519"/>
                      <a:pt x="10306" y="10552"/>
                      <a:pt x="10339" y="10579"/>
                    </a:cubicBezTo>
                    <a:cubicBezTo>
                      <a:pt x="10361" y="10601"/>
                      <a:pt x="10442" y="10623"/>
                      <a:pt x="10453" y="10644"/>
                    </a:cubicBezTo>
                    <a:cubicBezTo>
                      <a:pt x="10518" y="10775"/>
                      <a:pt x="10214" y="10829"/>
                      <a:pt x="10149" y="10840"/>
                    </a:cubicBezTo>
                    <a:lnTo>
                      <a:pt x="10154" y="10835"/>
                    </a:lnTo>
                    <a:lnTo>
                      <a:pt x="10154" y="10835"/>
                    </a:lnTo>
                    <a:cubicBezTo>
                      <a:pt x="10016" y="10847"/>
                      <a:pt x="9877" y="10853"/>
                      <a:pt x="9738" y="10853"/>
                    </a:cubicBezTo>
                    <a:cubicBezTo>
                      <a:pt x="9692" y="10853"/>
                      <a:pt x="9646" y="10852"/>
                      <a:pt x="9600" y="10851"/>
                    </a:cubicBezTo>
                    <a:cubicBezTo>
                      <a:pt x="9507" y="10851"/>
                      <a:pt x="9415" y="10862"/>
                      <a:pt x="9317" y="10878"/>
                    </a:cubicBezTo>
                    <a:cubicBezTo>
                      <a:pt x="9272" y="10885"/>
                      <a:pt x="9201" y="10897"/>
                      <a:pt x="9138" y="10897"/>
                    </a:cubicBezTo>
                    <a:cubicBezTo>
                      <a:pt x="9103" y="10897"/>
                      <a:pt x="9070" y="10893"/>
                      <a:pt x="9045" y="10884"/>
                    </a:cubicBezTo>
                    <a:cubicBezTo>
                      <a:pt x="9039" y="10882"/>
                      <a:pt x="9033" y="10882"/>
                      <a:pt x="9026" y="10882"/>
                    </a:cubicBezTo>
                    <a:cubicBezTo>
                      <a:pt x="8984" y="10882"/>
                      <a:pt x="8946" y="10912"/>
                      <a:pt x="8937" y="10960"/>
                    </a:cubicBezTo>
                    <a:cubicBezTo>
                      <a:pt x="8828" y="10971"/>
                      <a:pt x="8714" y="10976"/>
                      <a:pt x="8605" y="10976"/>
                    </a:cubicBezTo>
                    <a:cubicBezTo>
                      <a:pt x="8586" y="10975"/>
                      <a:pt x="8566" y="10975"/>
                      <a:pt x="8547" y="10975"/>
                    </a:cubicBezTo>
                    <a:cubicBezTo>
                      <a:pt x="8350" y="10975"/>
                      <a:pt x="8157" y="11022"/>
                      <a:pt x="7964" y="11047"/>
                    </a:cubicBezTo>
                    <a:cubicBezTo>
                      <a:pt x="7789" y="11063"/>
                      <a:pt x="7615" y="11070"/>
                      <a:pt x="7440" y="11070"/>
                    </a:cubicBezTo>
                    <a:cubicBezTo>
                      <a:pt x="7386" y="11070"/>
                      <a:pt x="7333" y="11070"/>
                      <a:pt x="7279" y="11068"/>
                    </a:cubicBezTo>
                    <a:cubicBezTo>
                      <a:pt x="7366" y="11014"/>
                      <a:pt x="7447" y="10949"/>
                      <a:pt x="7518" y="10878"/>
                    </a:cubicBezTo>
                    <a:cubicBezTo>
                      <a:pt x="7632" y="10802"/>
                      <a:pt x="7724" y="10710"/>
                      <a:pt x="7801" y="10596"/>
                    </a:cubicBezTo>
                    <a:cubicBezTo>
                      <a:pt x="7915" y="10394"/>
                      <a:pt x="7795" y="10220"/>
                      <a:pt x="7643" y="10090"/>
                    </a:cubicBezTo>
                    <a:cubicBezTo>
                      <a:pt x="7686" y="10068"/>
                      <a:pt x="7735" y="10047"/>
                      <a:pt x="7773" y="10025"/>
                    </a:cubicBezTo>
                    <a:cubicBezTo>
                      <a:pt x="7860" y="9965"/>
                      <a:pt x="7931" y="9883"/>
                      <a:pt x="7980" y="9791"/>
                    </a:cubicBezTo>
                    <a:cubicBezTo>
                      <a:pt x="8083" y="9590"/>
                      <a:pt x="8051" y="9372"/>
                      <a:pt x="7974" y="9171"/>
                    </a:cubicBezTo>
                    <a:cubicBezTo>
                      <a:pt x="7942" y="9079"/>
                      <a:pt x="7898" y="8992"/>
                      <a:pt x="7844" y="8910"/>
                    </a:cubicBezTo>
                    <a:cubicBezTo>
                      <a:pt x="7784" y="8829"/>
                      <a:pt x="7692" y="8780"/>
                      <a:pt x="7627" y="8709"/>
                    </a:cubicBezTo>
                    <a:cubicBezTo>
                      <a:pt x="7605" y="8682"/>
                      <a:pt x="7589" y="8660"/>
                      <a:pt x="7572" y="8633"/>
                    </a:cubicBezTo>
                    <a:close/>
                    <a:moveTo>
                      <a:pt x="7186" y="8318"/>
                    </a:moveTo>
                    <a:lnTo>
                      <a:pt x="7186" y="8318"/>
                    </a:lnTo>
                    <a:cubicBezTo>
                      <a:pt x="7224" y="8356"/>
                      <a:pt x="7262" y="8389"/>
                      <a:pt x="7300" y="8427"/>
                    </a:cubicBezTo>
                    <a:cubicBezTo>
                      <a:pt x="7306" y="8438"/>
                      <a:pt x="7317" y="8454"/>
                      <a:pt x="7322" y="8465"/>
                    </a:cubicBezTo>
                    <a:cubicBezTo>
                      <a:pt x="7355" y="8546"/>
                      <a:pt x="7371" y="8639"/>
                      <a:pt x="7404" y="8720"/>
                    </a:cubicBezTo>
                    <a:cubicBezTo>
                      <a:pt x="7442" y="8796"/>
                      <a:pt x="7496" y="8872"/>
                      <a:pt x="7561" y="8932"/>
                    </a:cubicBezTo>
                    <a:cubicBezTo>
                      <a:pt x="7632" y="8997"/>
                      <a:pt x="7686" y="9084"/>
                      <a:pt x="7719" y="9177"/>
                    </a:cubicBezTo>
                    <a:cubicBezTo>
                      <a:pt x="7790" y="9383"/>
                      <a:pt x="7839" y="9584"/>
                      <a:pt x="7670" y="9758"/>
                    </a:cubicBezTo>
                    <a:cubicBezTo>
                      <a:pt x="7561" y="9873"/>
                      <a:pt x="7371" y="9905"/>
                      <a:pt x="7333" y="10079"/>
                    </a:cubicBezTo>
                    <a:cubicBezTo>
                      <a:pt x="7317" y="10128"/>
                      <a:pt x="7339" y="10182"/>
                      <a:pt x="7387" y="10215"/>
                    </a:cubicBezTo>
                    <a:cubicBezTo>
                      <a:pt x="7474" y="10242"/>
                      <a:pt x="7545" y="10302"/>
                      <a:pt x="7594" y="10384"/>
                    </a:cubicBezTo>
                    <a:cubicBezTo>
                      <a:pt x="7637" y="10487"/>
                      <a:pt x="7529" y="10568"/>
                      <a:pt x="7453" y="10634"/>
                    </a:cubicBezTo>
                    <a:cubicBezTo>
                      <a:pt x="7349" y="10721"/>
                      <a:pt x="7094" y="10840"/>
                      <a:pt x="7116" y="11009"/>
                    </a:cubicBezTo>
                    <a:cubicBezTo>
                      <a:pt x="7116" y="11030"/>
                      <a:pt x="7127" y="11052"/>
                      <a:pt x="7137" y="11068"/>
                    </a:cubicBezTo>
                    <a:cubicBezTo>
                      <a:pt x="6931" y="11068"/>
                      <a:pt x="6730" y="11085"/>
                      <a:pt x="6518" y="11101"/>
                    </a:cubicBezTo>
                    <a:cubicBezTo>
                      <a:pt x="6471" y="11106"/>
                      <a:pt x="6424" y="11109"/>
                      <a:pt x="6376" y="11109"/>
                    </a:cubicBezTo>
                    <a:cubicBezTo>
                      <a:pt x="6329" y="11109"/>
                      <a:pt x="6281" y="11106"/>
                      <a:pt x="6235" y="11101"/>
                    </a:cubicBezTo>
                    <a:cubicBezTo>
                      <a:pt x="6246" y="11085"/>
                      <a:pt x="6251" y="11063"/>
                      <a:pt x="6257" y="11041"/>
                    </a:cubicBezTo>
                    <a:cubicBezTo>
                      <a:pt x="6289" y="11025"/>
                      <a:pt x="6322" y="10998"/>
                      <a:pt x="6338" y="10960"/>
                    </a:cubicBezTo>
                    <a:cubicBezTo>
                      <a:pt x="6376" y="10846"/>
                      <a:pt x="6317" y="10748"/>
                      <a:pt x="6262" y="10650"/>
                    </a:cubicBezTo>
                    <a:cubicBezTo>
                      <a:pt x="6197" y="10530"/>
                      <a:pt x="6148" y="10400"/>
                      <a:pt x="6115" y="10264"/>
                    </a:cubicBezTo>
                    <a:cubicBezTo>
                      <a:pt x="6067" y="10074"/>
                      <a:pt x="5990" y="9894"/>
                      <a:pt x="5887" y="9726"/>
                    </a:cubicBezTo>
                    <a:cubicBezTo>
                      <a:pt x="5931" y="9693"/>
                      <a:pt x="5974" y="9655"/>
                      <a:pt x="6001" y="9606"/>
                    </a:cubicBezTo>
                    <a:cubicBezTo>
                      <a:pt x="6078" y="9725"/>
                      <a:pt x="6190" y="9844"/>
                      <a:pt x="6327" y="9844"/>
                    </a:cubicBezTo>
                    <a:cubicBezTo>
                      <a:pt x="6365" y="9844"/>
                      <a:pt x="6405" y="9834"/>
                      <a:pt x="6447" y="9813"/>
                    </a:cubicBezTo>
                    <a:cubicBezTo>
                      <a:pt x="6545" y="9748"/>
                      <a:pt x="6626" y="9650"/>
                      <a:pt x="6670" y="9541"/>
                    </a:cubicBezTo>
                    <a:lnTo>
                      <a:pt x="6697" y="9481"/>
                    </a:lnTo>
                    <a:lnTo>
                      <a:pt x="6697" y="9481"/>
                    </a:lnTo>
                    <a:cubicBezTo>
                      <a:pt x="6681" y="9546"/>
                      <a:pt x="6670" y="9612"/>
                      <a:pt x="6659" y="9677"/>
                    </a:cubicBezTo>
                    <a:cubicBezTo>
                      <a:pt x="6648" y="9813"/>
                      <a:pt x="6632" y="9943"/>
                      <a:pt x="6599" y="10074"/>
                    </a:cubicBezTo>
                    <a:cubicBezTo>
                      <a:pt x="6567" y="10199"/>
                      <a:pt x="6539" y="10324"/>
                      <a:pt x="6518" y="10454"/>
                    </a:cubicBezTo>
                    <a:cubicBezTo>
                      <a:pt x="6512" y="10514"/>
                      <a:pt x="6512" y="10574"/>
                      <a:pt x="6512" y="10634"/>
                    </a:cubicBezTo>
                    <a:cubicBezTo>
                      <a:pt x="6507" y="10699"/>
                      <a:pt x="6480" y="10759"/>
                      <a:pt x="6474" y="10824"/>
                    </a:cubicBezTo>
                    <a:cubicBezTo>
                      <a:pt x="6463" y="10911"/>
                      <a:pt x="6496" y="10998"/>
                      <a:pt x="6561" y="11058"/>
                    </a:cubicBezTo>
                    <a:cubicBezTo>
                      <a:pt x="6583" y="11080"/>
                      <a:pt x="6611" y="11090"/>
                      <a:pt x="6639" y="11090"/>
                    </a:cubicBezTo>
                    <a:cubicBezTo>
                      <a:pt x="6687" y="11090"/>
                      <a:pt x="6734" y="11060"/>
                      <a:pt x="6751" y="11009"/>
                    </a:cubicBezTo>
                    <a:cubicBezTo>
                      <a:pt x="6757" y="10971"/>
                      <a:pt x="6757" y="10927"/>
                      <a:pt x="6751" y="10884"/>
                    </a:cubicBezTo>
                    <a:cubicBezTo>
                      <a:pt x="6746" y="10846"/>
                      <a:pt x="6751" y="10802"/>
                      <a:pt x="6762" y="10764"/>
                    </a:cubicBezTo>
                    <a:cubicBezTo>
                      <a:pt x="6789" y="10644"/>
                      <a:pt x="6768" y="10519"/>
                      <a:pt x="6795" y="10394"/>
                    </a:cubicBezTo>
                    <a:cubicBezTo>
                      <a:pt x="6822" y="10259"/>
                      <a:pt x="6866" y="10128"/>
                      <a:pt x="6887" y="9987"/>
                    </a:cubicBezTo>
                    <a:cubicBezTo>
                      <a:pt x="6909" y="9873"/>
                      <a:pt x="6909" y="9758"/>
                      <a:pt x="6925" y="9650"/>
                    </a:cubicBezTo>
                    <a:cubicBezTo>
                      <a:pt x="6963" y="9389"/>
                      <a:pt x="7083" y="9139"/>
                      <a:pt x="7143" y="8878"/>
                    </a:cubicBezTo>
                    <a:cubicBezTo>
                      <a:pt x="7192" y="8698"/>
                      <a:pt x="7203" y="8508"/>
                      <a:pt x="7186" y="8318"/>
                    </a:cubicBezTo>
                    <a:close/>
                    <a:moveTo>
                      <a:pt x="5000" y="1"/>
                    </a:moveTo>
                    <a:cubicBezTo>
                      <a:pt x="4967" y="1"/>
                      <a:pt x="4933" y="6"/>
                      <a:pt x="4898" y="17"/>
                    </a:cubicBezTo>
                    <a:cubicBezTo>
                      <a:pt x="4778" y="56"/>
                      <a:pt x="4697" y="153"/>
                      <a:pt x="4566" y="186"/>
                    </a:cubicBezTo>
                    <a:cubicBezTo>
                      <a:pt x="4409" y="219"/>
                      <a:pt x="4273" y="322"/>
                      <a:pt x="4121" y="382"/>
                    </a:cubicBezTo>
                    <a:cubicBezTo>
                      <a:pt x="3811" y="507"/>
                      <a:pt x="3506" y="648"/>
                      <a:pt x="3213" y="811"/>
                    </a:cubicBezTo>
                    <a:cubicBezTo>
                      <a:pt x="2925" y="963"/>
                      <a:pt x="2631" y="1110"/>
                      <a:pt x="2338" y="1246"/>
                    </a:cubicBezTo>
                    <a:cubicBezTo>
                      <a:pt x="2267" y="1279"/>
                      <a:pt x="2207" y="1317"/>
                      <a:pt x="2142" y="1355"/>
                    </a:cubicBezTo>
                    <a:cubicBezTo>
                      <a:pt x="2088" y="1387"/>
                      <a:pt x="2028" y="1404"/>
                      <a:pt x="1973" y="1436"/>
                    </a:cubicBezTo>
                    <a:cubicBezTo>
                      <a:pt x="1919" y="1463"/>
                      <a:pt x="1865" y="1518"/>
                      <a:pt x="1805" y="1550"/>
                    </a:cubicBezTo>
                    <a:cubicBezTo>
                      <a:pt x="1745" y="1588"/>
                      <a:pt x="1685" y="1610"/>
                      <a:pt x="1631" y="1648"/>
                    </a:cubicBezTo>
                    <a:cubicBezTo>
                      <a:pt x="1386" y="1811"/>
                      <a:pt x="1087" y="1893"/>
                      <a:pt x="832" y="2045"/>
                    </a:cubicBezTo>
                    <a:cubicBezTo>
                      <a:pt x="707" y="2121"/>
                      <a:pt x="593" y="2214"/>
                      <a:pt x="468" y="2284"/>
                    </a:cubicBezTo>
                    <a:cubicBezTo>
                      <a:pt x="402" y="2328"/>
                      <a:pt x="337" y="2360"/>
                      <a:pt x="267" y="2393"/>
                    </a:cubicBezTo>
                    <a:cubicBezTo>
                      <a:pt x="218" y="2404"/>
                      <a:pt x="174" y="2431"/>
                      <a:pt x="147" y="2474"/>
                    </a:cubicBezTo>
                    <a:cubicBezTo>
                      <a:pt x="120" y="2523"/>
                      <a:pt x="136" y="2551"/>
                      <a:pt x="136" y="2605"/>
                    </a:cubicBezTo>
                    <a:cubicBezTo>
                      <a:pt x="131" y="2665"/>
                      <a:pt x="125" y="2730"/>
                      <a:pt x="120" y="2795"/>
                    </a:cubicBezTo>
                    <a:cubicBezTo>
                      <a:pt x="103" y="2915"/>
                      <a:pt x="0" y="3018"/>
                      <a:pt x="55" y="3143"/>
                    </a:cubicBezTo>
                    <a:cubicBezTo>
                      <a:pt x="103" y="3257"/>
                      <a:pt x="277" y="3344"/>
                      <a:pt x="381" y="3399"/>
                    </a:cubicBezTo>
                    <a:cubicBezTo>
                      <a:pt x="511" y="3469"/>
                      <a:pt x="658" y="3480"/>
                      <a:pt x="783" y="3556"/>
                    </a:cubicBezTo>
                    <a:lnTo>
                      <a:pt x="799" y="3567"/>
                    </a:lnTo>
                    <a:cubicBezTo>
                      <a:pt x="788" y="3708"/>
                      <a:pt x="788" y="3850"/>
                      <a:pt x="783" y="3991"/>
                    </a:cubicBezTo>
                    <a:cubicBezTo>
                      <a:pt x="772" y="4132"/>
                      <a:pt x="745" y="4285"/>
                      <a:pt x="734" y="4431"/>
                    </a:cubicBezTo>
                    <a:cubicBezTo>
                      <a:pt x="701" y="4741"/>
                      <a:pt x="734" y="5056"/>
                      <a:pt x="729" y="5366"/>
                    </a:cubicBezTo>
                    <a:cubicBezTo>
                      <a:pt x="729" y="5470"/>
                      <a:pt x="750" y="5622"/>
                      <a:pt x="718" y="5720"/>
                    </a:cubicBezTo>
                    <a:cubicBezTo>
                      <a:pt x="691" y="5769"/>
                      <a:pt x="663" y="5823"/>
                      <a:pt x="625" y="5866"/>
                    </a:cubicBezTo>
                    <a:cubicBezTo>
                      <a:pt x="598" y="5921"/>
                      <a:pt x="571" y="5975"/>
                      <a:pt x="549" y="6035"/>
                    </a:cubicBezTo>
                    <a:cubicBezTo>
                      <a:pt x="484" y="6203"/>
                      <a:pt x="354" y="6453"/>
                      <a:pt x="413" y="6638"/>
                    </a:cubicBezTo>
                    <a:cubicBezTo>
                      <a:pt x="425" y="6678"/>
                      <a:pt x="463" y="6703"/>
                      <a:pt x="504" y="6703"/>
                    </a:cubicBezTo>
                    <a:cubicBezTo>
                      <a:pt x="519" y="6703"/>
                      <a:pt x="535" y="6700"/>
                      <a:pt x="549" y="6693"/>
                    </a:cubicBezTo>
                    <a:cubicBezTo>
                      <a:pt x="582" y="6676"/>
                      <a:pt x="609" y="6655"/>
                      <a:pt x="636" y="6627"/>
                    </a:cubicBezTo>
                    <a:lnTo>
                      <a:pt x="636" y="6627"/>
                    </a:lnTo>
                    <a:cubicBezTo>
                      <a:pt x="631" y="6671"/>
                      <a:pt x="636" y="6720"/>
                      <a:pt x="642" y="6763"/>
                    </a:cubicBezTo>
                    <a:cubicBezTo>
                      <a:pt x="660" y="6814"/>
                      <a:pt x="705" y="6849"/>
                      <a:pt x="758" y="6849"/>
                    </a:cubicBezTo>
                    <a:cubicBezTo>
                      <a:pt x="768" y="6849"/>
                      <a:pt x="778" y="6847"/>
                      <a:pt x="788" y="6845"/>
                    </a:cubicBezTo>
                    <a:cubicBezTo>
                      <a:pt x="957" y="6780"/>
                      <a:pt x="989" y="6617"/>
                      <a:pt x="995" y="6448"/>
                    </a:cubicBezTo>
                    <a:cubicBezTo>
                      <a:pt x="1022" y="6486"/>
                      <a:pt x="1066" y="6513"/>
                      <a:pt x="1109" y="6513"/>
                    </a:cubicBezTo>
                    <a:cubicBezTo>
                      <a:pt x="1125" y="6595"/>
                      <a:pt x="1169" y="6671"/>
                      <a:pt x="1229" y="6731"/>
                    </a:cubicBezTo>
                    <a:cubicBezTo>
                      <a:pt x="1252" y="6755"/>
                      <a:pt x="1278" y="6765"/>
                      <a:pt x="1303" y="6765"/>
                    </a:cubicBezTo>
                    <a:cubicBezTo>
                      <a:pt x="1384" y="6765"/>
                      <a:pt x="1454" y="6659"/>
                      <a:pt x="1375" y="6584"/>
                    </a:cubicBezTo>
                    <a:cubicBezTo>
                      <a:pt x="1354" y="6551"/>
                      <a:pt x="1365" y="6464"/>
                      <a:pt x="1359" y="6426"/>
                    </a:cubicBezTo>
                    <a:cubicBezTo>
                      <a:pt x="1354" y="6356"/>
                      <a:pt x="1327" y="6290"/>
                      <a:pt x="1310" y="6220"/>
                    </a:cubicBezTo>
                    <a:cubicBezTo>
                      <a:pt x="1294" y="6154"/>
                      <a:pt x="1278" y="6073"/>
                      <a:pt x="1267" y="5997"/>
                    </a:cubicBezTo>
                    <a:cubicBezTo>
                      <a:pt x="1250" y="5921"/>
                      <a:pt x="1229" y="5861"/>
                      <a:pt x="1212" y="5785"/>
                    </a:cubicBezTo>
                    <a:cubicBezTo>
                      <a:pt x="1212" y="5769"/>
                      <a:pt x="1212" y="5747"/>
                      <a:pt x="1207" y="5730"/>
                    </a:cubicBezTo>
                    <a:cubicBezTo>
                      <a:pt x="1204" y="5655"/>
                      <a:pt x="1145" y="5612"/>
                      <a:pt x="1086" y="5612"/>
                    </a:cubicBezTo>
                    <a:cubicBezTo>
                      <a:pt x="1044" y="5612"/>
                      <a:pt x="1001" y="5634"/>
                      <a:pt x="979" y="5682"/>
                    </a:cubicBezTo>
                    <a:cubicBezTo>
                      <a:pt x="962" y="5682"/>
                      <a:pt x="946" y="5687"/>
                      <a:pt x="930" y="5692"/>
                    </a:cubicBezTo>
                    <a:cubicBezTo>
                      <a:pt x="935" y="5687"/>
                      <a:pt x="935" y="5682"/>
                      <a:pt x="935" y="5676"/>
                    </a:cubicBezTo>
                    <a:cubicBezTo>
                      <a:pt x="962" y="5557"/>
                      <a:pt x="946" y="5410"/>
                      <a:pt x="941" y="5290"/>
                    </a:cubicBezTo>
                    <a:cubicBezTo>
                      <a:pt x="941" y="5002"/>
                      <a:pt x="908" y="4714"/>
                      <a:pt x="930" y="4431"/>
                    </a:cubicBezTo>
                    <a:cubicBezTo>
                      <a:pt x="951" y="4176"/>
                      <a:pt x="962" y="3920"/>
                      <a:pt x="962" y="3659"/>
                    </a:cubicBezTo>
                    <a:lnTo>
                      <a:pt x="989" y="3681"/>
                    </a:lnTo>
                    <a:cubicBezTo>
                      <a:pt x="1049" y="3719"/>
                      <a:pt x="1098" y="3779"/>
                      <a:pt x="1158" y="3823"/>
                    </a:cubicBezTo>
                    <a:cubicBezTo>
                      <a:pt x="1310" y="3926"/>
                      <a:pt x="1479" y="4013"/>
                      <a:pt x="1636" y="4105"/>
                    </a:cubicBezTo>
                    <a:cubicBezTo>
                      <a:pt x="1691" y="4143"/>
                      <a:pt x="1756" y="4170"/>
                      <a:pt x="1821" y="4192"/>
                    </a:cubicBezTo>
                    <a:cubicBezTo>
                      <a:pt x="1876" y="4208"/>
                      <a:pt x="1919" y="4219"/>
                      <a:pt x="1968" y="4230"/>
                    </a:cubicBezTo>
                    <a:cubicBezTo>
                      <a:pt x="2022" y="4285"/>
                      <a:pt x="2077" y="4333"/>
                      <a:pt x="2131" y="4382"/>
                    </a:cubicBezTo>
                    <a:cubicBezTo>
                      <a:pt x="2207" y="4469"/>
                      <a:pt x="2294" y="4551"/>
                      <a:pt x="2386" y="4622"/>
                    </a:cubicBezTo>
                    <a:cubicBezTo>
                      <a:pt x="2381" y="4627"/>
                      <a:pt x="2376" y="4632"/>
                      <a:pt x="2370" y="4638"/>
                    </a:cubicBezTo>
                    <a:lnTo>
                      <a:pt x="2343" y="4670"/>
                    </a:lnTo>
                    <a:cubicBezTo>
                      <a:pt x="2376" y="4692"/>
                      <a:pt x="2408" y="4714"/>
                      <a:pt x="2446" y="4725"/>
                    </a:cubicBezTo>
                    <a:cubicBezTo>
                      <a:pt x="2414" y="4774"/>
                      <a:pt x="2386" y="4823"/>
                      <a:pt x="2359" y="4872"/>
                    </a:cubicBezTo>
                    <a:cubicBezTo>
                      <a:pt x="2256" y="5062"/>
                      <a:pt x="2202" y="5274"/>
                      <a:pt x="2196" y="5486"/>
                    </a:cubicBezTo>
                    <a:cubicBezTo>
                      <a:pt x="2185" y="5682"/>
                      <a:pt x="2251" y="5872"/>
                      <a:pt x="2386" y="6013"/>
                    </a:cubicBezTo>
                    <a:cubicBezTo>
                      <a:pt x="2457" y="6095"/>
                      <a:pt x="2544" y="6160"/>
                      <a:pt x="2637" y="6203"/>
                    </a:cubicBezTo>
                    <a:cubicBezTo>
                      <a:pt x="2642" y="6247"/>
                      <a:pt x="2653" y="6296"/>
                      <a:pt x="2658" y="6339"/>
                    </a:cubicBezTo>
                    <a:cubicBezTo>
                      <a:pt x="2675" y="6415"/>
                      <a:pt x="2696" y="6491"/>
                      <a:pt x="2713" y="6562"/>
                    </a:cubicBezTo>
                    <a:cubicBezTo>
                      <a:pt x="2724" y="6638"/>
                      <a:pt x="2740" y="6714"/>
                      <a:pt x="2767" y="6780"/>
                    </a:cubicBezTo>
                    <a:cubicBezTo>
                      <a:pt x="2800" y="6839"/>
                      <a:pt x="2849" y="6877"/>
                      <a:pt x="2881" y="6932"/>
                    </a:cubicBezTo>
                    <a:cubicBezTo>
                      <a:pt x="2914" y="6986"/>
                      <a:pt x="2941" y="7051"/>
                      <a:pt x="2963" y="7117"/>
                    </a:cubicBezTo>
                    <a:cubicBezTo>
                      <a:pt x="3012" y="7247"/>
                      <a:pt x="3088" y="7372"/>
                      <a:pt x="3191" y="7470"/>
                    </a:cubicBezTo>
                    <a:cubicBezTo>
                      <a:pt x="3289" y="7579"/>
                      <a:pt x="3392" y="7682"/>
                      <a:pt x="3501" y="7780"/>
                    </a:cubicBezTo>
                    <a:cubicBezTo>
                      <a:pt x="3501" y="7796"/>
                      <a:pt x="3501" y="7812"/>
                      <a:pt x="3501" y="7829"/>
                    </a:cubicBezTo>
                    <a:cubicBezTo>
                      <a:pt x="3523" y="7905"/>
                      <a:pt x="3555" y="7975"/>
                      <a:pt x="3599" y="8041"/>
                    </a:cubicBezTo>
                    <a:cubicBezTo>
                      <a:pt x="3610" y="8057"/>
                      <a:pt x="3620" y="8073"/>
                      <a:pt x="3631" y="8090"/>
                    </a:cubicBezTo>
                    <a:cubicBezTo>
                      <a:pt x="3642" y="8106"/>
                      <a:pt x="3637" y="8117"/>
                      <a:pt x="3642" y="8128"/>
                    </a:cubicBezTo>
                    <a:cubicBezTo>
                      <a:pt x="3588" y="8155"/>
                      <a:pt x="3561" y="8236"/>
                      <a:pt x="3539" y="8291"/>
                    </a:cubicBezTo>
                    <a:cubicBezTo>
                      <a:pt x="3506" y="8312"/>
                      <a:pt x="3468" y="8329"/>
                      <a:pt x="3441" y="8351"/>
                    </a:cubicBezTo>
                    <a:cubicBezTo>
                      <a:pt x="3354" y="8416"/>
                      <a:pt x="3256" y="8470"/>
                      <a:pt x="3158" y="8524"/>
                    </a:cubicBezTo>
                    <a:cubicBezTo>
                      <a:pt x="2952" y="8628"/>
                      <a:pt x="2756" y="8753"/>
                      <a:pt x="2571" y="8894"/>
                    </a:cubicBezTo>
                    <a:cubicBezTo>
                      <a:pt x="2365" y="9041"/>
                      <a:pt x="2169" y="9193"/>
                      <a:pt x="1962" y="9334"/>
                    </a:cubicBezTo>
                    <a:cubicBezTo>
                      <a:pt x="1772" y="9459"/>
                      <a:pt x="1560" y="9557"/>
                      <a:pt x="1386" y="9704"/>
                    </a:cubicBezTo>
                    <a:cubicBezTo>
                      <a:pt x="1207" y="9840"/>
                      <a:pt x="1038" y="9992"/>
                      <a:pt x="881" y="10150"/>
                    </a:cubicBezTo>
                    <a:cubicBezTo>
                      <a:pt x="718" y="10324"/>
                      <a:pt x="571" y="10509"/>
                      <a:pt x="402" y="10672"/>
                    </a:cubicBezTo>
                    <a:cubicBezTo>
                      <a:pt x="294" y="10780"/>
                      <a:pt x="174" y="10927"/>
                      <a:pt x="283" y="11085"/>
                    </a:cubicBezTo>
                    <a:cubicBezTo>
                      <a:pt x="370" y="11205"/>
                      <a:pt x="522" y="11224"/>
                      <a:pt x="662" y="11224"/>
                    </a:cubicBezTo>
                    <a:cubicBezTo>
                      <a:pt x="706" y="11224"/>
                      <a:pt x="749" y="11222"/>
                      <a:pt x="788" y="11221"/>
                    </a:cubicBezTo>
                    <a:cubicBezTo>
                      <a:pt x="1104" y="11217"/>
                      <a:pt x="1422" y="11205"/>
                      <a:pt x="1740" y="11205"/>
                    </a:cubicBezTo>
                    <a:cubicBezTo>
                      <a:pt x="1921" y="11205"/>
                      <a:pt x="2102" y="11209"/>
                      <a:pt x="2283" y="11221"/>
                    </a:cubicBezTo>
                    <a:cubicBezTo>
                      <a:pt x="2386" y="11226"/>
                      <a:pt x="2484" y="11248"/>
                      <a:pt x="2593" y="11264"/>
                    </a:cubicBezTo>
                    <a:cubicBezTo>
                      <a:pt x="2718" y="11275"/>
                      <a:pt x="2843" y="11280"/>
                      <a:pt x="2968" y="11280"/>
                    </a:cubicBezTo>
                    <a:cubicBezTo>
                      <a:pt x="3207" y="11280"/>
                      <a:pt x="3446" y="11264"/>
                      <a:pt x="3691" y="11264"/>
                    </a:cubicBezTo>
                    <a:cubicBezTo>
                      <a:pt x="3930" y="11270"/>
                      <a:pt x="4175" y="11335"/>
                      <a:pt x="4419" y="11357"/>
                    </a:cubicBezTo>
                    <a:cubicBezTo>
                      <a:pt x="4675" y="11378"/>
                      <a:pt x="4936" y="11378"/>
                      <a:pt x="5191" y="11378"/>
                    </a:cubicBezTo>
                    <a:cubicBezTo>
                      <a:pt x="5337" y="11378"/>
                      <a:pt x="5485" y="11375"/>
                      <a:pt x="5634" y="11375"/>
                    </a:cubicBezTo>
                    <a:cubicBezTo>
                      <a:pt x="5745" y="11375"/>
                      <a:pt x="5857" y="11377"/>
                      <a:pt x="5969" y="11384"/>
                    </a:cubicBezTo>
                    <a:cubicBezTo>
                      <a:pt x="6083" y="11395"/>
                      <a:pt x="6192" y="11411"/>
                      <a:pt x="6306" y="11416"/>
                    </a:cubicBezTo>
                    <a:cubicBezTo>
                      <a:pt x="6442" y="11416"/>
                      <a:pt x="6572" y="11411"/>
                      <a:pt x="6703" y="11389"/>
                    </a:cubicBezTo>
                    <a:cubicBezTo>
                      <a:pt x="6891" y="11375"/>
                      <a:pt x="7082" y="11367"/>
                      <a:pt x="7272" y="11367"/>
                    </a:cubicBezTo>
                    <a:cubicBezTo>
                      <a:pt x="7367" y="11367"/>
                      <a:pt x="7462" y="11369"/>
                      <a:pt x="7556" y="11373"/>
                    </a:cubicBezTo>
                    <a:cubicBezTo>
                      <a:pt x="7833" y="11367"/>
                      <a:pt x="8110" y="11340"/>
                      <a:pt x="8382" y="11291"/>
                    </a:cubicBezTo>
                    <a:cubicBezTo>
                      <a:pt x="8447" y="11286"/>
                      <a:pt x="8511" y="11283"/>
                      <a:pt x="8574" y="11283"/>
                    </a:cubicBezTo>
                    <a:cubicBezTo>
                      <a:pt x="8638" y="11283"/>
                      <a:pt x="8700" y="11286"/>
                      <a:pt x="8763" y="11291"/>
                    </a:cubicBezTo>
                    <a:cubicBezTo>
                      <a:pt x="8888" y="11291"/>
                      <a:pt x="9013" y="11253"/>
                      <a:pt x="9138" y="11248"/>
                    </a:cubicBezTo>
                    <a:cubicBezTo>
                      <a:pt x="9361" y="11232"/>
                      <a:pt x="9551" y="11264"/>
                      <a:pt x="9741" y="11166"/>
                    </a:cubicBezTo>
                    <a:cubicBezTo>
                      <a:pt x="9834" y="11166"/>
                      <a:pt x="9926" y="11166"/>
                      <a:pt x="10018" y="11161"/>
                    </a:cubicBezTo>
                    <a:cubicBezTo>
                      <a:pt x="10328" y="11139"/>
                      <a:pt x="10872" y="10992"/>
                      <a:pt x="10741" y="10557"/>
                    </a:cubicBezTo>
                    <a:cubicBezTo>
                      <a:pt x="10709" y="10465"/>
                      <a:pt x="10638" y="10394"/>
                      <a:pt x="10551" y="10356"/>
                    </a:cubicBezTo>
                    <a:cubicBezTo>
                      <a:pt x="10464" y="10302"/>
                      <a:pt x="10421" y="10188"/>
                      <a:pt x="10344" y="10123"/>
                    </a:cubicBezTo>
                    <a:cubicBezTo>
                      <a:pt x="10258" y="10057"/>
                      <a:pt x="10165" y="10003"/>
                      <a:pt x="10073" y="9960"/>
                    </a:cubicBezTo>
                    <a:cubicBezTo>
                      <a:pt x="9964" y="9900"/>
                      <a:pt x="9861" y="9829"/>
                      <a:pt x="9763" y="9753"/>
                    </a:cubicBezTo>
                    <a:cubicBezTo>
                      <a:pt x="9670" y="9682"/>
                      <a:pt x="9567" y="9644"/>
                      <a:pt x="9475" y="9568"/>
                    </a:cubicBezTo>
                    <a:cubicBezTo>
                      <a:pt x="9382" y="9492"/>
                      <a:pt x="9285" y="9421"/>
                      <a:pt x="9181" y="9362"/>
                    </a:cubicBezTo>
                    <a:cubicBezTo>
                      <a:pt x="8975" y="9231"/>
                      <a:pt x="8801" y="9068"/>
                      <a:pt x="8589" y="8938"/>
                    </a:cubicBezTo>
                    <a:cubicBezTo>
                      <a:pt x="8475" y="8872"/>
                      <a:pt x="8355" y="8802"/>
                      <a:pt x="8241" y="8731"/>
                    </a:cubicBezTo>
                    <a:cubicBezTo>
                      <a:pt x="8127" y="8666"/>
                      <a:pt x="8007" y="8606"/>
                      <a:pt x="7888" y="8557"/>
                    </a:cubicBezTo>
                    <a:cubicBezTo>
                      <a:pt x="7762" y="8497"/>
                      <a:pt x="7665" y="8394"/>
                      <a:pt x="7545" y="8318"/>
                    </a:cubicBezTo>
                    <a:cubicBezTo>
                      <a:pt x="7425" y="8247"/>
                      <a:pt x="7290" y="8193"/>
                      <a:pt x="7170" y="8117"/>
                    </a:cubicBezTo>
                    <a:lnTo>
                      <a:pt x="7203" y="8079"/>
                    </a:lnTo>
                    <a:cubicBezTo>
                      <a:pt x="7268" y="7997"/>
                      <a:pt x="7339" y="7888"/>
                      <a:pt x="7279" y="7791"/>
                    </a:cubicBezTo>
                    <a:cubicBezTo>
                      <a:pt x="7344" y="7720"/>
                      <a:pt x="7404" y="7638"/>
                      <a:pt x="7453" y="7557"/>
                    </a:cubicBezTo>
                    <a:cubicBezTo>
                      <a:pt x="7523" y="7432"/>
                      <a:pt x="7621" y="7323"/>
                      <a:pt x="7692" y="7198"/>
                    </a:cubicBezTo>
                    <a:cubicBezTo>
                      <a:pt x="7833" y="6954"/>
                      <a:pt x="7947" y="6698"/>
                      <a:pt x="8040" y="6432"/>
                    </a:cubicBezTo>
                    <a:cubicBezTo>
                      <a:pt x="8165" y="6328"/>
                      <a:pt x="8257" y="6203"/>
                      <a:pt x="8322" y="6057"/>
                    </a:cubicBezTo>
                    <a:cubicBezTo>
                      <a:pt x="8431" y="5834"/>
                      <a:pt x="8480" y="5595"/>
                      <a:pt x="8475" y="5355"/>
                    </a:cubicBezTo>
                    <a:cubicBezTo>
                      <a:pt x="8458" y="5127"/>
                      <a:pt x="8431" y="4899"/>
                      <a:pt x="8393" y="4676"/>
                    </a:cubicBezTo>
                    <a:cubicBezTo>
                      <a:pt x="8371" y="4573"/>
                      <a:pt x="8344" y="4464"/>
                      <a:pt x="8306" y="4366"/>
                    </a:cubicBezTo>
                    <a:cubicBezTo>
                      <a:pt x="8350" y="4344"/>
                      <a:pt x="8388" y="4323"/>
                      <a:pt x="8426" y="4301"/>
                    </a:cubicBezTo>
                    <a:cubicBezTo>
                      <a:pt x="8502" y="4268"/>
                      <a:pt x="8583" y="4247"/>
                      <a:pt x="8670" y="4225"/>
                    </a:cubicBezTo>
                    <a:cubicBezTo>
                      <a:pt x="8725" y="4208"/>
                      <a:pt x="8779" y="4181"/>
                      <a:pt x="8828" y="4143"/>
                    </a:cubicBezTo>
                    <a:cubicBezTo>
                      <a:pt x="8828" y="4143"/>
                      <a:pt x="8833" y="4154"/>
                      <a:pt x="8839" y="4154"/>
                    </a:cubicBezTo>
                    <a:lnTo>
                      <a:pt x="8861" y="4176"/>
                    </a:lnTo>
                    <a:cubicBezTo>
                      <a:pt x="8888" y="4154"/>
                      <a:pt x="8915" y="4132"/>
                      <a:pt x="8942" y="4111"/>
                    </a:cubicBezTo>
                    <a:cubicBezTo>
                      <a:pt x="9051" y="4007"/>
                      <a:pt x="9170" y="3915"/>
                      <a:pt x="9290" y="3823"/>
                    </a:cubicBezTo>
                    <a:cubicBezTo>
                      <a:pt x="9551" y="3627"/>
                      <a:pt x="9861" y="3529"/>
                      <a:pt x="10116" y="3333"/>
                    </a:cubicBezTo>
                    <a:cubicBezTo>
                      <a:pt x="10203" y="3263"/>
                      <a:pt x="10312" y="3219"/>
                      <a:pt x="10350" y="3110"/>
                    </a:cubicBezTo>
                    <a:cubicBezTo>
                      <a:pt x="10366" y="3056"/>
                      <a:pt x="10366" y="2996"/>
                      <a:pt x="10350" y="2947"/>
                    </a:cubicBezTo>
                    <a:cubicBezTo>
                      <a:pt x="10323" y="2860"/>
                      <a:pt x="10312" y="2773"/>
                      <a:pt x="10312" y="2686"/>
                    </a:cubicBezTo>
                    <a:cubicBezTo>
                      <a:pt x="10317" y="2578"/>
                      <a:pt x="10350" y="2453"/>
                      <a:pt x="10312" y="2344"/>
                    </a:cubicBezTo>
                    <a:cubicBezTo>
                      <a:pt x="10268" y="2224"/>
                      <a:pt x="10165" y="2137"/>
                      <a:pt x="10040" y="2116"/>
                    </a:cubicBezTo>
                    <a:cubicBezTo>
                      <a:pt x="9910" y="2083"/>
                      <a:pt x="9806" y="2007"/>
                      <a:pt x="9681" y="1958"/>
                    </a:cubicBezTo>
                    <a:cubicBezTo>
                      <a:pt x="9524" y="1898"/>
                      <a:pt x="9361" y="1860"/>
                      <a:pt x="9208" y="1790"/>
                    </a:cubicBezTo>
                    <a:cubicBezTo>
                      <a:pt x="9067" y="1724"/>
                      <a:pt x="8931" y="1654"/>
                      <a:pt x="8790" y="1588"/>
                    </a:cubicBezTo>
                    <a:cubicBezTo>
                      <a:pt x="8649" y="1518"/>
                      <a:pt x="8551" y="1414"/>
                      <a:pt x="8409" y="1360"/>
                    </a:cubicBezTo>
                    <a:cubicBezTo>
                      <a:pt x="8083" y="1224"/>
                      <a:pt x="7762" y="1067"/>
                      <a:pt x="7436" y="931"/>
                    </a:cubicBezTo>
                    <a:cubicBezTo>
                      <a:pt x="7290" y="871"/>
                      <a:pt x="7148" y="811"/>
                      <a:pt x="7001" y="751"/>
                    </a:cubicBezTo>
                    <a:cubicBezTo>
                      <a:pt x="6855" y="708"/>
                      <a:pt x="6708" y="653"/>
                      <a:pt x="6567" y="588"/>
                    </a:cubicBezTo>
                    <a:cubicBezTo>
                      <a:pt x="6295" y="436"/>
                      <a:pt x="6056" y="273"/>
                      <a:pt x="5751" y="197"/>
                    </a:cubicBezTo>
                    <a:cubicBezTo>
                      <a:pt x="5604" y="159"/>
                      <a:pt x="5452" y="132"/>
                      <a:pt x="5306" y="83"/>
                    </a:cubicBezTo>
                    <a:cubicBezTo>
                      <a:pt x="5202" y="50"/>
                      <a:pt x="5105" y="1"/>
                      <a:pt x="5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20"/>
              <p:cNvSpPr/>
              <p:nvPr/>
            </p:nvSpPr>
            <p:spPr>
              <a:xfrm>
                <a:off x="5773650" y="3252075"/>
                <a:ext cx="575" cy="700"/>
              </a:xfrm>
              <a:custGeom>
                <a:rect b="b" l="l" r="r" t="t"/>
                <a:pathLst>
                  <a:path extrusionOk="0" h="28" w="23">
                    <a:moveTo>
                      <a:pt x="1" y="1"/>
                    </a:moveTo>
                    <a:lnTo>
                      <a:pt x="1" y="12"/>
                    </a:lnTo>
                    <a:cubicBezTo>
                      <a:pt x="1" y="12"/>
                      <a:pt x="1" y="17"/>
                      <a:pt x="1" y="22"/>
                    </a:cubicBezTo>
                    <a:cubicBezTo>
                      <a:pt x="1" y="22"/>
                      <a:pt x="1" y="28"/>
                      <a:pt x="1" y="28"/>
                    </a:cubicBezTo>
                    <a:cubicBezTo>
                      <a:pt x="22" y="28"/>
                      <a:pt x="11" y="1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0"/>
              <p:cNvSpPr/>
              <p:nvPr/>
            </p:nvSpPr>
            <p:spPr>
              <a:xfrm>
                <a:off x="5769575" y="3242000"/>
                <a:ext cx="8175" cy="11925"/>
              </a:xfrm>
              <a:custGeom>
                <a:rect b="b" l="l" r="r" t="t"/>
                <a:pathLst>
                  <a:path extrusionOk="0" h="477" w="327">
                    <a:moveTo>
                      <a:pt x="258" y="0"/>
                    </a:moveTo>
                    <a:cubicBezTo>
                      <a:pt x="233" y="0"/>
                      <a:pt x="208" y="13"/>
                      <a:pt x="196" y="39"/>
                    </a:cubicBezTo>
                    <a:cubicBezTo>
                      <a:pt x="202" y="27"/>
                      <a:pt x="203" y="23"/>
                      <a:pt x="203" y="23"/>
                    </a:cubicBezTo>
                    <a:lnTo>
                      <a:pt x="203" y="23"/>
                    </a:lnTo>
                    <a:cubicBezTo>
                      <a:pt x="202" y="23"/>
                      <a:pt x="193" y="41"/>
                      <a:pt x="185" y="45"/>
                    </a:cubicBezTo>
                    <a:cubicBezTo>
                      <a:pt x="174" y="56"/>
                      <a:pt x="153" y="83"/>
                      <a:pt x="142" y="105"/>
                    </a:cubicBezTo>
                    <a:cubicBezTo>
                      <a:pt x="104" y="148"/>
                      <a:pt x="77" y="197"/>
                      <a:pt x="49" y="246"/>
                    </a:cubicBezTo>
                    <a:cubicBezTo>
                      <a:pt x="17" y="295"/>
                      <a:pt x="1" y="349"/>
                      <a:pt x="11" y="409"/>
                    </a:cubicBezTo>
                    <a:cubicBezTo>
                      <a:pt x="24" y="439"/>
                      <a:pt x="55" y="477"/>
                      <a:pt x="97" y="477"/>
                    </a:cubicBezTo>
                    <a:cubicBezTo>
                      <a:pt x="107" y="477"/>
                      <a:pt x="119" y="474"/>
                      <a:pt x="131" y="469"/>
                    </a:cubicBezTo>
                    <a:cubicBezTo>
                      <a:pt x="153" y="453"/>
                      <a:pt x="153" y="447"/>
                      <a:pt x="158" y="425"/>
                    </a:cubicBezTo>
                    <a:lnTo>
                      <a:pt x="153" y="425"/>
                    </a:lnTo>
                    <a:cubicBezTo>
                      <a:pt x="153" y="420"/>
                      <a:pt x="158" y="415"/>
                      <a:pt x="158" y="409"/>
                    </a:cubicBezTo>
                    <a:cubicBezTo>
                      <a:pt x="156" y="407"/>
                      <a:pt x="154" y="405"/>
                      <a:pt x="153" y="404"/>
                    </a:cubicBezTo>
                    <a:cubicBezTo>
                      <a:pt x="147" y="398"/>
                      <a:pt x="147" y="396"/>
                      <a:pt x="150" y="396"/>
                    </a:cubicBezTo>
                    <a:lnTo>
                      <a:pt x="150" y="396"/>
                    </a:lnTo>
                    <a:cubicBezTo>
                      <a:pt x="153" y="396"/>
                      <a:pt x="158" y="398"/>
                      <a:pt x="164" y="404"/>
                    </a:cubicBezTo>
                    <a:cubicBezTo>
                      <a:pt x="174" y="366"/>
                      <a:pt x="202" y="306"/>
                      <a:pt x="202" y="300"/>
                    </a:cubicBezTo>
                    <a:cubicBezTo>
                      <a:pt x="229" y="251"/>
                      <a:pt x="256" y="208"/>
                      <a:pt x="289" y="159"/>
                    </a:cubicBezTo>
                    <a:cubicBezTo>
                      <a:pt x="310" y="126"/>
                      <a:pt x="321" y="94"/>
                      <a:pt x="327" y="56"/>
                    </a:cubicBezTo>
                    <a:cubicBezTo>
                      <a:pt x="321" y="20"/>
                      <a:pt x="290" y="0"/>
                      <a:pt x="2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0"/>
              <p:cNvSpPr/>
              <p:nvPr/>
            </p:nvSpPr>
            <p:spPr>
              <a:xfrm>
                <a:off x="5773375" y="3246150"/>
                <a:ext cx="9650" cy="10450"/>
              </a:xfrm>
              <a:custGeom>
                <a:rect b="b" l="l" r="r" t="t"/>
                <a:pathLst>
                  <a:path extrusionOk="0" h="418" w="386">
                    <a:moveTo>
                      <a:pt x="310" y="1"/>
                    </a:moveTo>
                    <a:cubicBezTo>
                      <a:pt x="296" y="1"/>
                      <a:pt x="281" y="7"/>
                      <a:pt x="267" y="20"/>
                    </a:cubicBezTo>
                    <a:cubicBezTo>
                      <a:pt x="213" y="75"/>
                      <a:pt x="169" y="134"/>
                      <a:pt x="120" y="194"/>
                    </a:cubicBezTo>
                    <a:cubicBezTo>
                      <a:pt x="71" y="238"/>
                      <a:pt x="33" y="297"/>
                      <a:pt x="12" y="357"/>
                    </a:cubicBezTo>
                    <a:cubicBezTo>
                      <a:pt x="1" y="390"/>
                      <a:pt x="22" y="417"/>
                      <a:pt x="55" y="417"/>
                    </a:cubicBezTo>
                    <a:cubicBezTo>
                      <a:pt x="120" y="417"/>
                      <a:pt x="169" y="346"/>
                      <a:pt x="207" y="297"/>
                    </a:cubicBezTo>
                    <a:cubicBezTo>
                      <a:pt x="262" y="232"/>
                      <a:pt x="300" y="162"/>
                      <a:pt x="349" y="102"/>
                    </a:cubicBezTo>
                    <a:cubicBezTo>
                      <a:pt x="385" y="53"/>
                      <a:pt x="352" y="1"/>
                      <a:pt x="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20"/>
              <p:cNvSpPr/>
              <p:nvPr/>
            </p:nvSpPr>
            <p:spPr>
              <a:xfrm>
                <a:off x="5778550" y="3251775"/>
                <a:ext cx="6825" cy="8350"/>
              </a:xfrm>
              <a:custGeom>
                <a:rect b="b" l="l" r="r" t="t"/>
                <a:pathLst>
                  <a:path extrusionOk="0" h="334" w="273">
                    <a:moveTo>
                      <a:pt x="191" y="0"/>
                    </a:moveTo>
                    <a:cubicBezTo>
                      <a:pt x="153" y="0"/>
                      <a:pt x="116" y="44"/>
                      <a:pt x="136" y="89"/>
                    </a:cubicBezTo>
                    <a:cubicBezTo>
                      <a:pt x="114" y="116"/>
                      <a:pt x="87" y="143"/>
                      <a:pt x="66" y="170"/>
                    </a:cubicBezTo>
                    <a:cubicBezTo>
                      <a:pt x="33" y="203"/>
                      <a:pt x="11" y="246"/>
                      <a:pt x="0" y="290"/>
                    </a:cubicBezTo>
                    <a:cubicBezTo>
                      <a:pt x="0" y="317"/>
                      <a:pt x="17" y="333"/>
                      <a:pt x="44" y="333"/>
                    </a:cubicBezTo>
                    <a:cubicBezTo>
                      <a:pt x="98" y="322"/>
                      <a:pt x="147" y="295"/>
                      <a:pt x="180" y="252"/>
                    </a:cubicBezTo>
                    <a:cubicBezTo>
                      <a:pt x="218" y="208"/>
                      <a:pt x="245" y="159"/>
                      <a:pt x="267" y="105"/>
                    </a:cubicBezTo>
                    <a:cubicBezTo>
                      <a:pt x="272" y="83"/>
                      <a:pt x="267" y="62"/>
                      <a:pt x="250" y="45"/>
                    </a:cubicBezTo>
                    <a:lnTo>
                      <a:pt x="229" y="18"/>
                    </a:lnTo>
                    <a:cubicBezTo>
                      <a:pt x="217" y="5"/>
                      <a:pt x="204"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20"/>
              <p:cNvSpPr/>
              <p:nvPr/>
            </p:nvSpPr>
            <p:spPr>
              <a:xfrm>
                <a:off x="5780575" y="3424025"/>
                <a:ext cx="7500" cy="14750"/>
              </a:xfrm>
              <a:custGeom>
                <a:rect b="b" l="l" r="r" t="t"/>
                <a:pathLst>
                  <a:path extrusionOk="0" h="590" w="300">
                    <a:moveTo>
                      <a:pt x="218" y="0"/>
                    </a:moveTo>
                    <a:cubicBezTo>
                      <a:pt x="183" y="0"/>
                      <a:pt x="148" y="23"/>
                      <a:pt x="148" y="70"/>
                    </a:cubicBezTo>
                    <a:cubicBezTo>
                      <a:pt x="148" y="157"/>
                      <a:pt x="71" y="249"/>
                      <a:pt x="44" y="331"/>
                    </a:cubicBezTo>
                    <a:cubicBezTo>
                      <a:pt x="17" y="412"/>
                      <a:pt x="1" y="499"/>
                      <a:pt x="71" y="570"/>
                    </a:cubicBezTo>
                    <a:cubicBezTo>
                      <a:pt x="87" y="583"/>
                      <a:pt x="104" y="589"/>
                      <a:pt x="121" y="589"/>
                    </a:cubicBezTo>
                    <a:cubicBezTo>
                      <a:pt x="166" y="589"/>
                      <a:pt x="208" y="549"/>
                      <a:pt x="196" y="494"/>
                    </a:cubicBezTo>
                    <a:cubicBezTo>
                      <a:pt x="148" y="358"/>
                      <a:pt x="300" y="211"/>
                      <a:pt x="289" y="70"/>
                    </a:cubicBezTo>
                    <a:cubicBezTo>
                      <a:pt x="289" y="23"/>
                      <a:pt x="254"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0"/>
              <p:cNvSpPr/>
              <p:nvPr/>
            </p:nvSpPr>
            <p:spPr>
              <a:xfrm>
                <a:off x="5789200" y="3427275"/>
                <a:ext cx="5400" cy="9150"/>
              </a:xfrm>
              <a:custGeom>
                <a:rect b="b" l="l" r="r" t="t"/>
                <a:pathLst>
                  <a:path extrusionOk="0" h="366" w="216">
                    <a:moveTo>
                      <a:pt x="165" y="0"/>
                    </a:moveTo>
                    <a:cubicBezTo>
                      <a:pt x="136" y="0"/>
                      <a:pt x="105" y="23"/>
                      <a:pt x="102" y="54"/>
                    </a:cubicBezTo>
                    <a:cubicBezTo>
                      <a:pt x="102" y="51"/>
                      <a:pt x="101" y="49"/>
                      <a:pt x="100" y="49"/>
                    </a:cubicBezTo>
                    <a:cubicBezTo>
                      <a:pt x="99" y="49"/>
                      <a:pt x="95" y="58"/>
                      <a:pt x="91" y="70"/>
                    </a:cubicBezTo>
                    <a:cubicBezTo>
                      <a:pt x="80" y="81"/>
                      <a:pt x="74" y="97"/>
                      <a:pt x="69" y="108"/>
                    </a:cubicBezTo>
                    <a:cubicBezTo>
                      <a:pt x="47" y="141"/>
                      <a:pt x="31" y="179"/>
                      <a:pt x="15" y="217"/>
                    </a:cubicBezTo>
                    <a:cubicBezTo>
                      <a:pt x="1" y="262"/>
                      <a:pt x="22" y="365"/>
                      <a:pt x="80" y="365"/>
                    </a:cubicBezTo>
                    <a:cubicBezTo>
                      <a:pt x="91" y="365"/>
                      <a:pt x="104" y="362"/>
                      <a:pt x="118" y="353"/>
                    </a:cubicBezTo>
                    <a:cubicBezTo>
                      <a:pt x="134" y="342"/>
                      <a:pt x="145" y="326"/>
                      <a:pt x="145" y="309"/>
                    </a:cubicBezTo>
                    <a:cubicBezTo>
                      <a:pt x="145" y="304"/>
                      <a:pt x="145" y="298"/>
                      <a:pt x="140" y="293"/>
                    </a:cubicBezTo>
                    <a:cubicBezTo>
                      <a:pt x="145" y="287"/>
                      <a:pt x="145" y="282"/>
                      <a:pt x="145" y="277"/>
                    </a:cubicBezTo>
                    <a:lnTo>
                      <a:pt x="167" y="228"/>
                    </a:lnTo>
                    <a:cubicBezTo>
                      <a:pt x="199" y="168"/>
                      <a:pt x="216" y="103"/>
                      <a:pt x="210" y="37"/>
                    </a:cubicBezTo>
                    <a:lnTo>
                      <a:pt x="210" y="37"/>
                    </a:lnTo>
                    <a:lnTo>
                      <a:pt x="210" y="43"/>
                    </a:lnTo>
                    <a:cubicBezTo>
                      <a:pt x="206" y="13"/>
                      <a:pt x="186" y="0"/>
                      <a:pt x="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0"/>
              <p:cNvSpPr/>
              <p:nvPr/>
            </p:nvSpPr>
            <p:spPr>
              <a:xfrm>
                <a:off x="5795975" y="3430275"/>
                <a:ext cx="5700" cy="8075"/>
              </a:xfrm>
              <a:custGeom>
                <a:rect b="b" l="l" r="r" t="t"/>
                <a:pathLst>
                  <a:path extrusionOk="0" h="323" w="228">
                    <a:moveTo>
                      <a:pt x="100" y="0"/>
                    </a:moveTo>
                    <a:cubicBezTo>
                      <a:pt x="37" y="0"/>
                      <a:pt x="0" y="92"/>
                      <a:pt x="70" y="129"/>
                    </a:cubicBezTo>
                    <a:cubicBezTo>
                      <a:pt x="64" y="189"/>
                      <a:pt x="75" y="249"/>
                      <a:pt x="102" y="298"/>
                    </a:cubicBezTo>
                    <a:cubicBezTo>
                      <a:pt x="113" y="314"/>
                      <a:pt x="128" y="322"/>
                      <a:pt x="143" y="322"/>
                    </a:cubicBezTo>
                    <a:cubicBezTo>
                      <a:pt x="158" y="322"/>
                      <a:pt x="173" y="314"/>
                      <a:pt x="184" y="298"/>
                    </a:cubicBezTo>
                    <a:cubicBezTo>
                      <a:pt x="189" y="293"/>
                      <a:pt x="195" y="282"/>
                      <a:pt x="195" y="271"/>
                    </a:cubicBezTo>
                    <a:lnTo>
                      <a:pt x="195" y="265"/>
                    </a:lnTo>
                    <a:cubicBezTo>
                      <a:pt x="211" y="244"/>
                      <a:pt x="216" y="216"/>
                      <a:pt x="222" y="195"/>
                    </a:cubicBezTo>
                    <a:cubicBezTo>
                      <a:pt x="227" y="151"/>
                      <a:pt x="222" y="102"/>
                      <a:pt x="206" y="64"/>
                    </a:cubicBezTo>
                    <a:lnTo>
                      <a:pt x="211" y="64"/>
                    </a:lnTo>
                    <a:cubicBezTo>
                      <a:pt x="200" y="32"/>
                      <a:pt x="173" y="10"/>
                      <a:pt x="140" y="10"/>
                    </a:cubicBezTo>
                    <a:lnTo>
                      <a:pt x="135" y="10"/>
                    </a:lnTo>
                    <a:cubicBezTo>
                      <a:pt x="123" y="3"/>
                      <a:pt x="111"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0"/>
              <p:cNvSpPr/>
              <p:nvPr/>
            </p:nvSpPr>
            <p:spPr>
              <a:xfrm>
                <a:off x="5945600" y="3424750"/>
                <a:ext cx="6100" cy="9525"/>
              </a:xfrm>
              <a:custGeom>
                <a:rect b="b" l="l" r="r" t="t"/>
                <a:pathLst>
                  <a:path extrusionOk="0" h="381" w="244">
                    <a:moveTo>
                      <a:pt x="152" y="1"/>
                    </a:moveTo>
                    <a:cubicBezTo>
                      <a:pt x="110" y="1"/>
                      <a:pt x="76" y="40"/>
                      <a:pt x="86" y="84"/>
                    </a:cubicBezTo>
                    <a:cubicBezTo>
                      <a:pt x="80" y="95"/>
                      <a:pt x="70" y="106"/>
                      <a:pt x="64" y="122"/>
                    </a:cubicBezTo>
                    <a:cubicBezTo>
                      <a:pt x="48" y="155"/>
                      <a:pt x="31" y="187"/>
                      <a:pt x="21" y="225"/>
                    </a:cubicBezTo>
                    <a:cubicBezTo>
                      <a:pt x="1" y="294"/>
                      <a:pt x="26" y="381"/>
                      <a:pt x="103" y="381"/>
                    </a:cubicBezTo>
                    <a:cubicBezTo>
                      <a:pt x="111" y="381"/>
                      <a:pt x="120" y="380"/>
                      <a:pt x="129" y="378"/>
                    </a:cubicBezTo>
                    <a:cubicBezTo>
                      <a:pt x="167" y="367"/>
                      <a:pt x="184" y="318"/>
                      <a:pt x="157" y="291"/>
                    </a:cubicBezTo>
                    <a:cubicBezTo>
                      <a:pt x="157" y="285"/>
                      <a:pt x="157" y="280"/>
                      <a:pt x="157" y="274"/>
                    </a:cubicBezTo>
                    <a:cubicBezTo>
                      <a:pt x="162" y="253"/>
                      <a:pt x="167" y="236"/>
                      <a:pt x="178" y="215"/>
                    </a:cubicBezTo>
                    <a:cubicBezTo>
                      <a:pt x="200" y="177"/>
                      <a:pt x="216" y="138"/>
                      <a:pt x="233" y="95"/>
                    </a:cubicBezTo>
                    <a:cubicBezTo>
                      <a:pt x="243" y="57"/>
                      <a:pt x="222" y="19"/>
                      <a:pt x="184" y="8"/>
                    </a:cubicBezTo>
                    <a:lnTo>
                      <a:pt x="167" y="3"/>
                    </a:lnTo>
                    <a:cubicBezTo>
                      <a:pt x="162" y="1"/>
                      <a:pt x="157"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0"/>
              <p:cNvSpPr/>
              <p:nvPr/>
            </p:nvSpPr>
            <p:spPr>
              <a:xfrm>
                <a:off x="5953300" y="3429100"/>
                <a:ext cx="5050" cy="7450"/>
              </a:xfrm>
              <a:custGeom>
                <a:rect b="b" l="l" r="r" t="t"/>
                <a:pathLst>
                  <a:path extrusionOk="0" h="298" w="202">
                    <a:moveTo>
                      <a:pt x="121" y="0"/>
                    </a:moveTo>
                    <a:cubicBezTo>
                      <a:pt x="87" y="0"/>
                      <a:pt x="55" y="22"/>
                      <a:pt x="61" y="68"/>
                    </a:cubicBezTo>
                    <a:cubicBezTo>
                      <a:pt x="61" y="100"/>
                      <a:pt x="50" y="138"/>
                      <a:pt x="39" y="171"/>
                    </a:cubicBezTo>
                    <a:cubicBezTo>
                      <a:pt x="22" y="198"/>
                      <a:pt x="1" y="242"/>
                      <a:pt x="12" y="274"/>
                    </a:cubicBezTo>
                    <a:cubicBezTo>
                      <a:pt x="16" y="288"/>
                      <a:pt x="28" y="297"/>
                      <a:pt x="41" y="297"/>
                    </a:cubicBezTo>
                    <a:cubicBezTo>
                      <a:pt x="44" y="297"/>
                      <a:pt x="47" y="297"/>
                      <a:pt x="50" y="296"/>
                    </a:cubicBezTo>
                    <a:cubicBezTo>
                      <a:pt x="88" y="285"/>
                      <a:pt x="120" y="242"/>
                      <a:pt x="147" y="209"/>
                    </a:cubicBezTo>
                    <a:cubicBezTo>
                      <a:pt x="180" y="171"/>
                      <a:pt x="202" y="117"/>
                      <a:pt x="196" y="68"/>
                    </a:cubicBezTo>
                    <a:cubicBezTo>
                      <a:pt x="194" y="24"/>
                      <a:pt x="156" y="0"/>
                      <a:pt x="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120"/>
            <p:cNvGrpSpPr/>
            <p:nvPr/>
          </p:nvGrpSpPr>
          <p:grpSpPr>
            <a:xfrm>
              <a:off x="6663181" y="2113515"/>
              <a:ext cx="193642" cy="274315"/>
              <a:chOff x="4019925" y="3286600"/>
              <a:chExt cx="113500" cy="153300"/>
            </a:xfrm>
          </p:grpSpPr>
          <p:sp>
            <p:nvSpPr>
              <p:cNvPr id="5059" name="Google Shape;5059;p120"/>
              <p:cNvSpPr/>
              <p:nvPr/>
            </p:nvSpPr>
            <p:spPr>
              <a:xfrm>
                <a:off x="4019925" y="3286600"/>
                <a:ext cx="113500" cy="153300"/>
              </a:xfrm>
              <a:custGeom>
                <a:rect b="b" l="l" r="r" t="t"/>
                <a:pathLst>
                  <a:path extrusionOk="0" h="6132" w="4540">
                    <a:moveTo>
                      <a:pt x="1686" y="930"/>
                    </a:moveTo>
                    <a:cubicBezTo>
                      <a:pt x="1777" y="946"/>
                      <a:pt x="1872" y="954"/>
                      <a:pt x="1967" y="954"/>
                    </a:cubicBezTo>
                    <a:cubicBezTo>
                      <a:pt x="1996" y="954"/>
                      <a:pt x="2026" y="953"/>
                      <a:pt x="2055" y="952"/>
                    </a:cubicBezTo>
                    <a:cubicBezTo>
                      <a:pt x="2121" y="952"/>
                      <a:pt x="2186" y="952"/>
                      <a:pt x="2251" y="962"/>
                    </a:cubicBezTo>
                    <a:cubicBezTo>
                      <a:pt x="2278" y="968"/>
                      <a:pt x="2305" y="968"/>
                      <a:pt x="2338" y="973"/>
                    </a:cubicBezTo>
                    <a:cubicBezTo>
                      <a:pt x="2343" y="971"/>
                      <a:pt x="2349" y="969"/>
                      <a:pt x="2354" y="969"/>
                    </a:cubicBezTo>
                    <a:cubicBezTo>
                      <a:pt x="2360" y="969"/>
                      <a:pt x="2365" y="971"/>
                      <a:pt x="2371" y="973"/>
                    </a:cubicBezTo>
                    <a:cubicBezTo>
                      <a:pt x="2365" y="1077"/>
                      <a:pt x="2365" y="1185"/>
                      <a:pt x="2371" y="1289"/>
                    </a:cubicBezTo>
                    <a:cubicBezTo>
                      <a:pt x="2371" y="1343"/>
                      <a:pt x="2354" y="1397"/>
                      <a:pt x="2354" y="1452"/>
                    </a:cubicBezTo>
                    <a:cubicBezTo>
                      <a:pt x="2354" y="1490"/>
                      <a:pt x="2354" y="1533"/>
                      <a:pt x="2365" y="1571"/>
                    </a:cubicBezTo>
                    <a:cubicBezTo>
                      <a:pt x="2327" y="1571"/>
                      <a:pt x="2289" y="1566"/>
                      <a:pt x="2251" y="1560"/>
                    </a:cubicBezTo>
                    <a:cubicBezTo>
                      <a:pt x="2229" y="1560"/>
                      <a:pt x="2208" y="1563"/>
                      <a:pt x="2187" y="1563"/>
                    </a:cubicBezTo>
                    <a:cubicBezTo>
                      <a:pt x="2177" y="1563"/>
                      <a:pt x="2168" y="1562"/>
                      <a:pt x="2159" y="1560"/>
                    </a:cubicBezTo>
                    <a:cubicBezTo>
                      <a:pt x="2126" y="1555"/>
                      <a:pt x="2099" y="1550"/>
                      <a:pt x="2066" y="1550"/>
                    </a:cubicBezTo>
                    <a:cubicBezTo>
                      <a:pt x="2034" y="1547"/>
                      <a:pt x="2001" y="1545"/>
                      <a:pt x="1968" y="1545"/>
                    </a:cubicBezTo>
                    <a:cubicBezTo>
                      <a:pt x="1934" y="1545"/>
                      <a:pt x="1900" y="1547"/>
                      <a:pt x="1865" y="1550"/>
                    </a:cubicBezTo>
                    <a:cubicBezTo>
                      <a:pt x="1811" y="1555"/>
                      <a:pt x="1762" y="1577"/>
                      <a:pt x="1707" y="1577"/>
                    </a:cubicBezTo>
                    <a:cubicBezTo>
                      <a:pt x="1707" y="1571"/>
                      <a:pt x="1713" y="1560"/>
                      <a:pt x="1713" y="1555"/>
                    </a:cubicBezTo>
                    <a:cubicBezTo>
                      <a:pt x="1713" y="1517"/>
                      <a:pt x="1713" y="1479"/>
                      <a:pt x="1713" y="1446"/>
                    </a:cubicBezTo>
                    <a:cubicBezTo>
                      <a:pt x="1718" y="1381"/>
                      <a:pt x="1713" y="1310"/>
                      <a:pt x="1702" y="1245"/>
                    </a:cubicBezTo>
                    <a:cubicBezTo>
                      <a:pt x="1691" y="1207"/>
                      <a:pt x="1686" y="1174"/>
                      <a:pt x="1680" y="1136"/>
                    </a:cubicBezTo>
                    <a:cubicBezTo>
                      <a:pt x="1686" y="1109"/>
                      <a:pt x="1686" y="1082"/>
                      <a:pt x="1680" y="1055"/>
                    </a:cubicBezTo>
                    <a:cubicBezTo>
                      <a:pt x="1675" y="1028"/>
                      <a:pt x="1669" y="1001"/>
                      <a:pt x="1669" y="979"/>
                    </a:cubicBezTo>
                    <a:cubicBezTo>
                      <a:pt x="1675" y="962"/>
                      <a:pt x="1680" y="946"/>
                      <a:pt x="1686" y="930"/>
                    </a:cubicBezTo>
                    <a:close/>
                    <a:moveTo>
                      <a:pt x="1588" y="897"/>
                    </a:moveTo>
                    <a:cubicBezTo>
                      <a:pt x="1588" y="914"/>
                      <a:pt x="1582" y="924"/>
                      <a:pt x="1577" y="930"/>
                    </a:cubicBezTo>
                    <a:cubicBezTo>
                      <a:pt x="1561" y="1001"/>
                      <a:pt x="1582" y="1049"/>
                      <a:pt x="1577" y="1115"/>
                    </a:cubicBezTo>
                    <a:cubicBezTo>
                      <a:pt x="1572" y="1213"/>
                      <a:pt x="1610" y="1300"/>
                      <a:pt x="1610" y="1397"/>
                    </a:cubicBezTo>
                    <a:cubicBezTo>
                      <a:pt x="1610" y="1441"/>
                      <a:pt x="1610" y="1484"/>
                      <a:pt x="1610" y="1533"/>
                    </a:cubicBezTo>
                    <a:cubicBezTo>
                      <a:pt x="1610" y="1560"/>
                      <a:pt x="1599" y="1582"/>
                      <a:pt x="1593" y="1604"/>
                    </a:cubicBezTo>
                    <a:cubicBezTo>
                      <a:pt x="1593" y="1609"/>
                      <a:pt x="1588" y="1615"/>
                      <a:pt x="1588" y="1620"/>
                    </a:cubicBezTo>
                    <a:cubicBezTo>
                      <a:pt x="1583" y="1646"/>
                      <a:pt x="1578" y="1691"/>
                      <a:pt x="1545" y="1691"/>
                    </a:cubicBezTo>
                    <a:cubicBezTo>
                      <a:pt x="1543" y="1691"/>
                      <a:pt x="1541" y="1691"/>
                      <a:pt x="1539" y="1691"/>
                    </a:cubicBezTo>
                    <a:cubicBezTo>
                      <a:pt x="1506" y="1680"/>
                      <a:pt x="1490" y="1609"/>
                      <a:pt x="1485" y="1577"/>
                    </a:cubicBezTo>
                    <a:cubicBezTo>
                      <a:pt x="1463" y="1533"/>
                      <a:pt x="1452" y="1484"/>
                      <a:pt x="1441" y="1441"/>
                    </a:cubicBezTo>
                    <a:cubicBezTo>
                      <a:pt x="1441" y="1397"/>
                      <a:pt x="1436" y="1359"/>
                      <a:pt x="1430" y="1316"/>
                    </a:cubicBezTo>
                    <a:cubicBezTo>
                      <a:pt x="1419" y="1223"/>
                      <a:pt x="1419" y="1126"/>
                      <a:pt x="1436" y="1033"/>
                    </a:cubicBezTo>
                    <a:lnTo>
                      <a:pt x="1441" y="1033"/>
                    </a:lnTo>
                    <a:cubicBezTo>
                      <a:pt x="1441" y="990"/>
                      <a:pt x="1430" y="946"/>
                      <a:pt x="1474" y="919"/>
                    </a:cubicBezTo>
                    <a:cubicBezTo>
                      <a:pt x="1512" y="908"/>
                      <a:pt x="1550" y="897"/>
                      <a:pt x="1588" y="897"/>
                    </a:cubicBezTo>
                    <a:close/>
                    <a:moveTo>
                      <a:pt x="2708" y="100"/>
                    </a:moveTo>
                    <a:cubicBezTo>
                      <a:pt x="2755" y="100"/>
                      <a:pt x="2801" y="113"/>
                      <a:pt x="2838" y="142"/>
                    </a:cubicBezTo>
                    <a:cubicBezTo>
                      <a:pt x="2860" y="191"/>
                      <a:pt x="2865" y="245"/>
                      <a:pt x="2865" y="299"/>
                    </a:cubicBezTo>
                    <a:cubicBezTo>
                      <a:pt x="2865" y="354"/>
                      <a:pt x="2822" y="381"/>
                      <a:pt x="2778" y="413"/>
                    </a:cubicBezTo>
                    <a:cubicBezTo>
                      <a:pt x="2686" y="479"/>
                      <a:pt x="2697" y="577"/>
                      <a:pt x="2697" y="680"/>
                    </a:cubicBezTo>
                    <a:cubicBezTo>
                      <a:pt x="2697" y="740"/>
                      <a:pt x="2691" y="805"/>
                      <a:pt x="2691" y="865"/>
                    </a:cubicBezTo>
                    <a:cubicBezTo>
                      <a:pt x="2691" y="924"/>
                      <a:pt x="2702" y="995"/>
                      <a:pt x="2702" y="1060"/>
                    </a:cubicBezTo>
                    <a:cubicBezTo>
                      <a:pt x="2702" y="1126"/>
                      <a:pt x="2713" y="1185"/>
                      <a:pt x="2735" y="1245"/>
                    </a:cubicBezTo>
                    <a:cubicBezTo>
                      <a:pt x="2746" y="1305"/>
                      <a:pt x="2751" y="1370"/>
                      <a:pt x="2751" y="1435"/>
                    </a:cubicBezTo>
                    <a:cubicBezTo>
                      <a:pt x="2751" y="1501"/>
                      <a:pt x="2762" y="1577"/>
                      <a:pt x="2762" y="1647"/>
                    </a:cubicBezTo>
                    <a:cubicBezTo>
                      <a:pt x="2762" y="1707"/>
                      <a:pt x="2773" y="1767"/>
                      <a:pt x="2789" y="1827"/>
                    </a:cubicBezTo>
                    <a:cubicBezTo>
                      <a:pt x="2789" y="1838"/>
                      <a:pt x="2789" y="1843"/>
                      <a:pt x="2789" y="1854"/>
                    </a:cubicBezTo>
                    <a:cubicBezTo>
                      <a:pt x="2800" y="1897"/>
                      <a:pt x="2816" y="1946"/>
                      <a:pt x="2838" y="1990"/>
                    </a:cubicBezTo>
                    <a:cubicBezTo>
                      <a:pt x="2882" y="2093"/>
                      <a:pt x="2931" y="2191"/>
                      <a:pt x="2974" y="2294"/>
                    </a:cubicBezTo>
                    <a:cubicBezTo>
                      <a:pt x="3017" y="2392"/>
                      <a:pt x="3066" y="2485"/>
                      <a:pt x="3115" y="2577"/>
                    </a:cubicBezTo>
                    <a:lnTo>
                      <a:pt x="3137" y="2610"/>
                    </a:lnTo>
                    <a:cubicBezTo>
                      <a:pt x="3110" y="2599"/>
                      <a:pt x="3083" y="2593"/>
                      <a:pt x="3050" y="2588"/>
                    </a:cubicBezTo>
                    <a:cubicBezTo>
                      <a:pt x="2958" y="2588"/>
                      <a:pt x="2860" y="2599"/>
                      <a:pt x="2767" y="2620"/>
                    </a:cubicBezTo>
                    <a:cubicBezTo>
                      <a:pt x="2670" y="2642"/>
                      <a:pt x="2577" y="2675"/>
                      <a:pt x="2490" y="2718"/>
                    </a:cubicBezTo>
                    <a:cubicBezTo>
                      <a:pt x="2447" y="2740"/>
                      <a:pt x="2414" y="2767"/>
                      <a:pt x="2376" y="2789"/>
                    </a:cubicBezTo>
                    <a:cubicBezTo>
                      <a:pt x="2349" y="2811"/>
                      <a:pt x="2327" y="2832"/>
                      <a:pt x="2300" y="2849"/>
                    </a:cubicBezTo>
                    <a:cubicBezTo>
                      <a:pt x="2278" y="2838"/>
                      <a:pt x="2251" y="2827"/>
                      <a:pt x="2229" y="2816"/>
                    </a:cubicBezTo>
                    <a:cubicBezTo>
                      <a:pt x="2186" y="2805"/>
                      <a:pt x="2142" y="2800"/>
                      <a:pt x="2104" y="2800"/>
                    </a:cubicBezTo>
                    <a:cubicBezTo>
                      <a:pt x="2080" y="2798"/>
                      <a:pt x="2054" y="2798"/>
                      <a:pt x="2029" y="2798"/>
                    </a:cubicBezTo>
                    <a:cubicBezTo>
                      <a:pt x="1960" y="2798"/>
                      <a:pt x="1889" y="2803"/>
                      <a:pt x="1822" y="2811"/>
                    </a:cubicBezTo>
                    <a:cubicBezTo>
                      <a:pt x="1773" y="2816"/>
                      <a:pt x="1724" y="2832"/>
                      <a:pt x="1675" y="2854"/>
                    </a:cubicBezTo>
                    <a:cubicBezTo>
                      <a:pt x="1729" y="2773"/>
                      <a:pt x="1778" y="2686"/>
                      <a:pt x="1816" y="2593"/>
                    </a:cubicBezTo>
                    <a:cubicBezTo>
                      <a:pt x="1887" y="2436"/>
                      <a:pt x="1968" y="2283"/>
                      <a:pt x="2055" y="2137"/>
                    </a:cubicBezTo>
                    <a:cubicBezTo>
                      <a:pt x="2093" y="2077"/>
                      <a:pt x="2110" y="2001"/>
                      <a:pt x="2099" y="1930"/>
                    </a:cubicBezTo>
                    <a:cubicBezTo>
                      <a:pt x="2099" y="1838"/>
                      <a:pt x="2088" y="1745"/>
                      <a:pt x="2077" y="1658"/>
                    </a:cubicBezTo>
                    <a:lnTo>
                      <a:pt x="2077" y="1658"/>
                    </a:lnTo>
                    <a:lnTo>
                      <a:pt x="2131" y="1669"/>
                    </a:lnTo>
                    <a:cubicBezTo>
                      <a:pt x="2191" y="1680"/>
                      <a:pt x="2256" y="1691"/>
                      <a:pt x="2322" y="1696"/>
                    </a:cubicBezTo>
                    <a:cubicBezTo>
                      <a:pt x="2332" y="1698"/>
                      <a:pt x="2343" y="1699"/>
                      <a:pt x="2353" y="1699"/>
                    </a:cubicBezTo>
                    <a:cubicBezTo>
                      <a:pt x="2402" y="1699"/>
                      <a:pt x="2449" y="1679"/>
                      <a:pt x="2485" y="1647"/>
                    </a:cubicBezTo>
                    <a:cubicBezTo>
                      <a:pt x="2501" y="1631"/>
                      <a:pt x="2507" y="1604"/>
                      <a:pt x="2501" y="1582"/>
                    </a:cubicBezTo>
                    <a:cubicBezTo>
                      <a:pt x="2479" y="1517"/>
                      <a:pt x="2468" y="1446"/>
                      <a:pt x="2479" y="1381"/>
                    </a:cubicBezTo>
                    <a:cubicBezTo>
                      <a:pt x="2485" y="1321"/>
                      <a:pt x="2485" y="1256"/>
                      <a:pt x="2479" y="1196"/>
                    </a:cubicBezTo>
                    <a:cubicBezTo>
                      <a:pt x="2479" y="1115"/>
                      <a:pt x="2474" y="1039"/>
                      <a:pt x="2479" y="962"/>
                    </a:cubicBezTo>
                    <a:cubicBezTo>
                      <a:pt x="2479" y="924"/>
                      <a:pt x="2479" y="897"/>
                      <a:pt x="2436" y="876"/>
                    </a:cubicBezTo>
                    <a:cubicBezTo>
                      <a:pt x="2403" y="863"/>
                      <a:pt x="2368" y="857"/>
                      <a:pt x="2331" y="857"/>
                    </a:cubicBezTo>
                    <a:cubicBezTo>
                      <a:pt x="2319" y="857"/>
                      <a:pt x="2307" y="858"/>
                      <a:pt x="2295" y="859"/>
                    </a:cubicBezTo>
                    <a:cubicBezTo>
                      <a:pt x="2229" y="848"/>
                      <a:pt x="2159" y="843"/>
                      <a:pt x="2093" y="843"/>
                    </a:cubicBezTo>
                    <a:lnTo>
                      <a:pt x="2055" y="843"/>
                    </a:lnTo>
                    <a:cubicBezTo>
                      <a:pt x="2077" y="740"/>
                      <a:pt x="2072" y="631"/>
                      <a:pt x="2039" y="528"/>
                    </a:cubicBezTo>
                    <a:cubicBezTo>
                      <a:pt x="2012" y="435"/>
                      <a:pt x="1903" y="419"/>
                      <a:pt x="1898" y="316"/>
                    </a:cubicBezTo>
                    <a:lnTo>
                      <a:pt x="1898" y="321"/>
                    </a:lnTo>
                    <a:cubicBezTo>
                      <a:pt x="1892" y="223"/>
                      <a:pt x="2017" y="180"/>
                      <a:pt x="2093" y="158"/>
                    </a:cubicBezTo>
                    <a:cubicBezTo>
                      <a:pt x="2202" y="128"/>
                      <a:pt x="2310" y="111"/>
                      <a:pt x="2418" y="111"/>
                    </a:cubicBezTo>
                    <a:cubicBezTo>
                      <a:pt x="2446" y="111"/>
                      <a:pt x="2473" y="112"/>
                      <a:pt x="2501" y="114"/>
                    </a:cubicBezTo>
                    <a:cubicBezTo>
                      <a:pt x="2555" y="114"/>
                      <a:pt x="2610" y="109"/>
                      <a:pt x="2664" y="104"/>
                    </a:cubicBezTo>
                    <a:cubicBezTo>
                      <a:pt x="2679" y="101"/>
                      <a:pt x="2694" y="100"/>
                      <a:pt x="2708" y="100"/>
                    </a:cubicBezTo>
                    <a:close/>
                    <a:moveTo>
                      <a:pt x="2990" y="2677"/>
                    </a:moveTo>
                    <a:cubicBezTo>
                      <a:pt x="3012" y="2677"/>
                      <a:pt x="3034" y="2678"/>
                      <a:pt x="3056" y="2680"/>
                    </a:cubicBezTo>
                    <a:cubicBezTo>
                      <a:pt x="3104" y="2686"/>
                      <a:pt x="3143" y="2707"/>
                      <a:pt x="3181" y="2713"/>
                    </a:cubicBezTo>
                    <a:lnTo>
                      <a:pt x="3191" y="2718"/>
                    </a:lnTo>
                    <a:lnTo>
                      <a:pt x="3191" y="2724"/>
                    </a:lnTo>
                    <a:cubicBezTo>
                      <a:pt x="3213" y="2773"/>
                      <a:pt x="3229" y="2827"/>
                      <a:pt x="3257" y="2876"/>
                    </a:cubicBezTo>
                    <a:cubicBezTo>
                      <a:pt x="3278" y="2925"/>
                      <a:pt x="3300" y="2952"/>
                      <a:pt x="3322" y="2995"/>
                    </a:cubicBezTo>
                    <a:cubicBezTo>
                      <a:pt x="3349" y="3044"/>
                      <a:pt x="3387" y="3099"/>
                      <a:pt x="3414" y="3148"/>
                    </a:cubicBezTo>
                    <a:cubicBezTo>
                      <a:pt x="3469" y="3246"/>
                      <a:pt x="3512" y="3338"/>
                      <a:pt x="3561" y="3430"/>
                    </a:cubicBezTo>
                    <a:cubicBezTo>
                      <a:pt x="3599" y="3517"/>
                      <a:pt x="3632" y="3610"/>
                      <a:pt x="3659" y="3702"/>
                    </a:cubicBezTo>
                    <a:cubicBezTo>
                      <a:pt x="3692" y="3789"/>
                      <a:pt x="3762" y="3941"/>
                      <a:pt x="3730" y="4034"/>
                    </a:cubicBezTo>
                    <a:cubicBezTo>
                      <a:pt x="3719" y="4050"/>
                      <a:pt x="3730" y="4050"/>
                      <a:pt x="3697" y="4050"/>
                    </a:cubicBezTo>
                    <a:cubicBezTo>
                      <a:pt x="3664" y="4061"/>
                      <a:pt x="3626" y="4061"/>
                      <a:pt x="3588" y="4066"/>
                    </a:cubicBezTo>
                    <a:cubicBezTo>
                      <a:pt x="3528" y="4066"/>
                      <a:pt x="3469" y="4077"/>
                      <a:pt x="3403" y="4083"/>
                    </a:cubicBezTo>
                    <a:cubicBezTo>
                      <a:pt x="3344" y="4083"/>
                      <a:pt x="3284" y="4099"/>
                      <a:pt x="3219" y="4099"/>
                    </a:cubicBezTo>
                    <a:cubicBezTo>
                      <a:pt x="3170" y="4104"/>
                      <a:pt x="3121" y="4104"/>
                      <a:pt x="3072" y="4115"/>
                    </a:cubicBezTo>
                    <a:lnTo>
                      <a:pt x="2621" y="4115"/>
                    </a:lnTo>
                    <a:cubicBezTo>
                      <a:pt x="2545" y="4110"/>
                      <a:pt x="2463" y="4099"/>
                      <a:pt x="2382" y="4099"/>
                    </a:cubicBezTo>
                    <a:cubicBezTo>
                      <a:pt x="2269" y="4099"/>
                      <a:pt x="2152" y="4092"/>
                      <a:pt x="2036" y="4092"/>
                    </a:cubicBezTo>
                    <a:cubicBezTo>
                      <a:pt x="1979" y="4092"/>
                      <a:pt x="1921" y="4094"/>
                      <a:pt x="1865" y="4099"/>
                    </a:cubicBezTo>
                    <a:cubicBezTo>
                      <a:pt x="1789" y="4099"/>
                      <a:pt x="1713" y="4099"/>
                      <a:pt x="1637" y="4094"/>
                    </a:cubicBezTo>
                    <a:cubicBezTo>
                      <a:pt x="1550" y="4088"/>
                      <a:pt x="1457" y="4094"/>
                      <a:pt x="1370" y="4083"/>
                    </a:cubicBezTo>
                    <a:cubicBezTo>
                      <a:pt x="1316" y="4077"/>
                      <a:pt x="1235" y="4066"/>
                      <a:pt x="1213" y="4017"/>
                    </a:cubicBezTo>
                    <a:cubicBezTo>
                      <a:pt x="1175" y="3941"/>
                      <a:pt x="1207" y="3871"/>
                      <a:pt x="1229" y="3800"/>
                    </a:cubicBezTo>
                    <a:cubicBezTo>
                      <a:pt x="1251" y="3729"/>
                      <a:pt x="1273" y="3664"/>
                      <a:pt x="1294" y="3599"/>
                    </a:cubicBezTo>
                    <a:cubicBezTo>
                      <a:pt x="1322" y="3528"/>
                      <a:pt x="1360" y="3468"/>
                      <a:pt x="1387" y="3403"/>
                    </a:cubicBezTo>
                    <a:cubicBezTo>
                      <a:pt x="1408" y="3338"/>
                      <a:pt x="1452" y="3284"/>
                      <a:pt x="1479" y="3224"/>
                    </a:cubicBezTo>
                    <a:cubicBezTo>
                      <a:pt x="1517" y="3148"/>
                      <a:pt x="1539" y="3066"/>
                      <a:pt x="1582" y="2995"/>
                    </a:cubicBezTo>
                    <a:cubicBezTo>
                      <a:pt x="1588" y="2985"/>
                      <a:pt x="1593" y="2968"/>
                      <a:pt x="1599" y="2957"/>
                    </a:cubicBezTo>
                    <a:cubicBezTo>
                      <a:pt x="1637" y="2936"/>
                      <a:pt x="1680" y="2919"/>
                      <a:pt x="1724" y="2908"/>
                    </a:cubicBezTo>
                    <a:cubicBezTo>
                      <a:pt x="1796" y="2888"/>
                      <a:pt x="1872" y="2877"/>
                      <a:pt x="1948" y="2877"/>
                    </a:cubicBezTo>
                    <a:cubicBezTo>
                      <a:pt x="1975" y="2877"/>
                      <a:pt x="2001" y="2879"/>
                      <a:pt x="2028" y="2881"/>
                    </a:cubicBezTo>
                    <a:cubicBezTo>
                      <a:pt x="2043" y="2880"/>
                      <a:pt x="2057" y="2879"/>
                      <a:pt x="2071" y="2879"/>
                    </a:cubicBezTo>
                    <a:cubicBezTo>
                      <a:pt x="2105" y="2879"/>
                      <a:pt x="2139" y="2883"/>
                      <a:pt x="2170" y="2887"/>
                    </a:cubicBezTo>
                    <a:cubicBezTo>
                      <a:pt x="2208" y="2898"/>
                      <a:pt x="2240" y="2914"/>
                      <a:pt x="2273" y="2930"/>
                    </a:cubicBezTo>
                    <a:cubicBezTo>
                      <a:pt x="2338" y="2963"/>
                      <a:pt x="2403" y="2995"/>
                      <a:pt x="2468" y="3039"/>
                    </a:cubicBezTo>
                    <a:cubicBezTo>
                      <a:pt x="2534" y="3072"/>
                      <a:pt x="2610" y="3104"/>
                      <a:pt x="2680" y="3126"/>
                    </a:cubicBezTo>
                    <a:cubicBezTo>
                      <a:pt x="2751" y="3159"/>
                      <a:pt x="2827" y="3175"/>
                      <a:pt x="2903" y="3180"/>
                    </a:cubicBezTo>
                    <a:cubicBezTo>
                      <a:pt x="2914" y="3181"/>
                      <a:pt x="2925" y="3181"/>
                      <a:pt x="2935" y="3181"/>
                    </a:cubicBezTo>
                    <a:cubicBezTo>
                      <a:pt x="3005" y="3181"/>
                      <a:pt x="3071" y="3167"/>
                      <a:pt x="3137" y="3148"/>
                    </a:cubicBezTo>
                    <a:cubicBezTo>
                      <a:pt x="3170" y="3131"/>
                      <a:pt x="3202" y="3126"/>
                      <a:pt x="3240" y="3115"/>
                    </a:cubicBezTo>
                    <a:cubicBezTo>
                      <a:pt x="3278" y="3104"/>
                      <a:pt x="3284" y="3077"/>
                      <a:pt x="3306" y="3061"/>
                    </a:cubicBezTo>
                    <a:cubicBezTo>
                      <a:pt x="3316" y="3050"/>
                      <a:pt x="3306" y="3034"/>
                      <a:pt x="3295" y="3034"/>
                    </a:cubicBezTo>
                    <a:cubicBezTo>
                      <a:pt x="3257" y="3034"/>
                      <a:pt x="3213" y="3034"/>
                      <a:pt x="3175" y="3044"/>
                    </a:cubicBezTo>
                    <a:cubicBezTo>
                      <a:pt x="3137" y="3050"/>
                      <a:pt x="3104" y="3072"/>
                      <a:pt x="3072" y="3082"/>
                    </a:cubicBezTo>
                    <a:cubicBezTo>
                      <a:pt x="3026" y="3096"/>
                      <a:pt x="2977" y="3103"/>
                      <a:pt x="2928" y="3103"/>
                    </a:cubicBezTo>
                    <a:cubicBezTo>
                      <a:pt x="2879" y="3103"/>
                      <a:pt x="2830" y="3096"/>
                      <a:pt x="2784" y="3082"/>
                    </a:cubicBezTo>
                    <a:cubicBezTo>
                      <a:pt x="2686" y="3055"/>
                      <a:pt x="2594" y="3017"/>
                      <a:pt x="2507" y="2974"/>
                    </a:cubicBezTo>
                    <a:cubicBezTo>
                      <a:pt x="2458" y="2947"/>
                      <a:pt x="2414" y="2914"/>
                      <a:pt x="2371" y="2887"/>
                    </a:cubicBezTo>
                    <a:cubicBezTo>
                      <a:pt x="2392" y="2876"/>
                      <a:pt x="2420" y="2860"/>
                      <a:pt x="2436" y="2849"/>
                    </a:cubicBezTo>
                    <a:cubicBezTo>
                      <a:pt x="2534" y="2789"/>
                      <a:pt x="2637" y="2745"/>
                      <a:pt x="2740" y="2718"/>
                    </a:cubicBezTo>
                    <a:cubicBezTo>
                      <a:pt x="2822" y="2692"/>
                      <a:pt x="2907" y="2677"/>
                      <a:pt x="2990" y="2677"/>
                    </a:cubicBezTo>
                    <a:close/>
                    <a:moveTo>
                      <a:pt x="2360" y="4523"/>
                    </a:moveTo>
                    <a:cubicBezTo>
                      <a:pt x="2360" y="4566"/>
                      <a:pt x="2371" y="4610"/>
                      <a:pt x="2387" y="4653"/>
                    </a:cubicBezTo>
                    <a:cubicBezTo>
                      <a:pt x="2398" y="4675"/>
                      <a:pt x="2409" y="4702"/>
                      <a:pt x="2414" y="4729"/>
                    </a:cubicBezTo>
                    <a:cubicBezTo>
                      <a:pt x="2420" y="4746"/>
                      <a:pt x="2425" y="4762"/>
                      <a:pt x="2441" y="4773"/>
                    </a:cubicBezTo>
                    <a:cubicBezTo>
                      <a:pt x="2463" y="4790"/>
                      <a:pt x="2484" y="4797"/>
                      <a:pt x="2506" y="4797"/>
                    </a:cubicBezTo>
                    <a:cubicBezTo>
                      <a:pt x="2566" y="4797"/>
                      <a:pt x="2623" y="4741"/>
                      <a:pt x="2659" y="4697"/>
                    </a:cubicBezTo>
                    <a:cubicBezTo>
                      <a:pt x="2697" y="4653"/>
                      <a:pt x="2735" y="4610"/>
                      <a:pt x="2778" y="4572"/>
                    </a:cubicBezTo>
                    <a:cubicBezTo>
                      <a:pt x="2799" y="4551"/>
                      <a:pt x="2817" y="4535"/>
                      <a:pt x="2832" y="4535"/>
                    </a:cubicBezTo>
                    <a:cubicBezTo>
                      <a:pt x="2845" y="4535"/>
                      <a:pt x="2856" y="4545"/>
                      <a:pt x="2865" y="4572"/>
                    </a:cubicBezTo>
                    <a:cubicBezTo>
                      <a:pt x="2876" y="4610"/>
                      <a:pt x="2882" y="4648"/>
                      <a:pt x="2882" y="4686"/>
                    </a:cubicBezTo>
                    <a:cubicBezTo>
                      <a:pt x="2876" y="4751"/>
                      <a:pt x="2871" y="4822"/>
                      <a:pt x="2860" y="4887"/>
                    </a:cubicBezTo>
                    <a:cubicBezTo>
                      <a:pt x="2849" y="4947"/>
                      <a:pt x="2816" y="4996"/>
                      <a:pt x="2805" y="5050"/>
                    </a:cubicBezTo>
                    <a:lnTo>
                      <a:pt x="2773" y="5050"/>
                    </a:lnTo>
                    <a:cubicBezTo>
                      <a:pt x="2729" y="5048"/>
                      <a:pt x="2686" y="5048"/>
                      <a:pt x="2642" y="5048"/>
                    </a:cubicBezTo>
                    <a:cubicBezTo>
                      <a:pt x="2555" y="5048"/>
                      <a:pt x="2467" y="5050"/>
                      <a:pt x="2376" y="5050"/>
                    </a:cubicBezTo>
                    <a:cubicBezTo>
                      <a:pt x="2316" y="5050"/>
                      <a:pt x="2262" y="5067"/>
                      <a:pt x="2202" y="5072"/>
                    </a:cubicBezTo>
                    <a:cubicBezTo>
                      <a:pt x="2142" y="5072"/>
                      <a:pt x="2083" y="5072"/>
                      <a:pt x="2017" y="5067"/>
                    </a:cubicBezTo>
                    <a:cubicBezTo>
                      <a:pt x="2006" y="5028"/>
                      <a:pt x="1990" y="4990"/>
                      <a:pt x="1968" y="4958"/>
                    </a:cubicBezTo>
                    <a:cubicBezTo>
                      <a:pt x="1930" y="4898"/>
                      <a:pt x="1914" y="4833"/>
                      <a:pt x="1919" y="4768"/>
                    </a:cubicBezTo>
                    <a:lnTo>
                      <a:pt x="1914" y="4768"/>
                    </a:lnTo>
                    <a:cubicBezTo>
                      <a:pt x="1914" y="4729"/>
                      <a:pt x="1930" y="4697"/>
                      <a:pt x="1930" y="4659"/>
                    </a:cubicBezTo>
                    <a:lnTo>
                      <a:pt x="1930" y="4621"/>
                    </a:lnTo>
                    <a:cubicBezTo>
                      <a:pt x="1930" y="4612"/>
                      <a:pt x="1927" y="4591"/>
                      <a:pt x="1932" y="4591"/>
                    </a:cubicBezTo>
                    <a:cubicBezTo>
                      <a:pt x="1933" y="4591"/>
                      <a:pt x="1934" y="4592"/>
                      <a:pt x="1936" y="4594"/>
                    </a:cubicBezTo>
                    <a:cubicBezTo>
                      <a:pt x="1968" y="4615"/>
                      <a:pt x="1979" y="4686"/>
                      <a:pt x="2001" y="4719"/>
                    </a:cubicBezTo>
                    <a:cubicBezTo>
                      <a:pt x="2021" y="4759"/>
                      <a:pt x="2063" y="4781"/>
                      <a:pt x="2106" y="4781"/>
                    </a:cubicBezTo>
                    <a:cubicBezTo>
                      <a:pt x="2131" y="4781"/>
                      <a:pt x="2158" y="4773"/>
                      <a:pt x="2180" y="4757"/>
                    </a:cubicBezTo>
                    <a:cubicBezTo>
                      <a:pt x="2262" y="4697"/>
                      <a:pt x="2273" y="4572"/>
                      <a:pt x="2360" y="4523"/>
                    </a:cubicBezTo>
                    <a:close/>
                    <a:moveTo>
                      <a:pt x="2767" y="5159"/>
                    </a:moveTo>
                    <a:cubicBezTo>
                      <a:pt x="2854" y="5159"/>
                      <a:pt x="2933" y="5176"/>
                      <a:pt x="3018" y="5176"/>
                    </a:cubicBezTo>
                    <a:cubicBezTo>
                      <a:pt x="3028" y="5176"/>
                      <a:pt x="3039" y="5176"/>
                      <a:pt x="3050" y="5175"/>
                    </a:cubicBezTo>
                    <a:cubicBezTo>
                      <a:pt x="3069" y="5175"/>
                      <a:pt x="3098" y="5168"/>
                      <a:pt x="3124" y="5168"/>
                    </a:cubicBezTo>
                    <a:cubicBezTo>
                      <a:pt x="3143" y="5168"/>
                      <a:pt x="3160" y="5172"/>
                      <a:pt x="3170" y="5186"/>
                    </a:cubicBezTo>
                    <a:cubicBezTo>
                      <a:pt x="3186" y="5208"/>
                      <a:pt x="3170" y="5262"/>
                      <a:pt x="3170" y="5289"/>
                    </a:cubicBezTo>
                    <a:cubicBezTo>
                      <a:pt x="3164" y="5349"/>
                      <a:pt x="3170" y="5409"/>
                      <a:pt x="3175" y="5469"/>
                    </a:cubicBezTo>
                    <a:cubicBezTo>
                      <a:pt x="3121" y="5474"/>
                      <a:pt x="3061" y="5474"/>
                      <a:pt x="3007" y="5474"/>
                    </a:cubicBezTo>
                    <a:cubicBezTo>
                      <a:pt x="2751" y="5474"/>
                      <a:pt x="2501" y="5491"/>
                      <a:pt x="2251" y="5491"/>
                    </a:cubicBezTo>
                    <a:cubicBezTo>
                      <a:pt x="2164" y="5491"/>
                      <a:pt x="2077" y="5491"/>
                      <a:pt x="1990" y="5485"/>
                    </a:cubicBezTo>
                    <a:cubicBezTo>
                      <a:pt x="1996" y="5474"/>
                      <a:pt x="1996" y="5463"/>
                      <a:pt x="1990" y="5452"/>
                    </a:cubicBezTo>
                    <a:cubicBezTo>
                      <a:pt x="1985" y="5442"/>
                      <a:pt x="1996" y="5414"/>
                      <a:pt x="1996" y="5398"/>
                    </a:cubicBezTo>
                    <a:cubicBezTo>
                      <a:pt x="2001" y="5365"/>
                      <a:pt x="2006" y="5333"/>
                      <a:pt x="2006" y="5295"/>
                    </a:cubicBezTo>
                    <a:cubicBezTo>
                      <a:pt x="2004" y="5279"/>
                      <a:pt x="1990" y="5270"/>
                      <a:pt x="1977" y="5270"/>
                    </a:cubicBezTo>
                    <a:cubicBezTo>
                      <a:pt x="1963" y="5270"/>
                      <a:pt x="1949" y="5279"/>
                      <a:pt x="1947" y="5295"/>
                    </a:cubicBezTo>
                    <a:cubicBezTo>
                      <a:pt x="1941" y="5338"/>
                      <a:pt x="1887" y="5442"/>
                      <a:pt x="1919" y="5485"/>
                    </a:cubicBezTo>
                    <a:lnTo>
                      <a:pt x="1735" y="5474"/>
                    </a:lnTo>
                    <a:cubicBezTo>
                      <a:pt x="1729" y="5404"/>
                      <a:pt x="1713" y="5338"/>
                      <a:pt x="1707" y="5268"/>
                    </a:cubicBezTo>
                    <a:cubicBezTo>
                      <a:pt x="1707" y="5213"/>
                      <a:pt x="1697" y="5213"/>
                      <a:pt x="1746" y="5202"/>
                    </a:cubicBezTo>
                    <a:lnTo>
                      <a:pt x="1746" y="5208"/>
                    </a:lnTo>
                    <a:cubicBezTo>
                      <a:pt x="1789" y="5202"/>
                      <a:pt x="1827" y="5192"/>
                      <a:pt x="1865" y="5186"/>
                    </a:cubicBezTo>
                    <a:cubicBezTo>
                      <a:pt x="1931" y="5176"/>
                      <a:pt x="1996" y="5172"/>
                      <a:pt x="2062" y="5172"/>
                    </a:cubicBezTo>
                    <a:cubicBezTo>
                      <a:pt x="2099" y="5172"/>
                      <a:pt x="2137" y="5173"/>
                      <a:pt x="2175" y="5175"/>
                    </a:cubicBezTo>
                    <a:cubicBezTo>
                      <a:pt x="2213" y="5175"/>
                      <a:pt x="2251" y="5175"/>
                      <a:pt x="2295" y="5170"/>
                    </a:cubicBezTo>
                    <a:cubicBezTo>
                      <a:pt x="2343" y="5159"/>
                      <a:pt x="2398" y="5159"/>
                      <a:pt x="2452" y="5159"/>
                    </a:cubicBezTo>
                    <a:close/>
                    <a:moveTo>
                      <a:pt x="1327" y="1158"/>
                    </a:moveTo>
                    <a:lnTo>
                      <a:pt x="1327" y="1180"/>
                    </a:lnTo>
                    <a:cubicBezTo>
                      <a:pt x="1322" y="1272"/>
                      <a:pt x="1327" y="1370"/>
                      <a:pt x="1343" y="1468"/>
                    </a:cubicBezTo>
                    <a:cubicBezTo>
                      <a:pt x="1224" y="1479"/>
                      <a:pt x="1099" y="1495"/>
                      <a:pt x="979" y="1522"/>
                    </a:cubicBezTo>
                    <a:cubicBezTo>
                      <a:pt x="876" y="1544"/>
                      <a:pt x="767" y="1539"/>
                      <a:pt x="669" y="1582"/>
                    </a:cubicBezTo>
                    <a:cubicBezTo>
                      <a:pt x="571" y="1620"/>
                      <a:pt x="468" y="1691"/>
                      <a:pt x="457" y="1810"/>
                    </a:cubicBezTo>
                    <a:cubicBezTo>
                      <a:pt x="452" y="1881"/>
                      <a:pt x="446" y="1946"/>
                      <a:pt x="441" y="2017"/>
                    </a:cubicBezTo>
                    <a:cubicBezTo>
                      <a:pt x="441" y="2082"/>
                      <a:pt x="425" y="2147"/>
                      <a:pt x="425" y="2218"/>
                    </a:cubicBezTo>
                    <a:cubicBezTo>
                      <a:pt x="430" y="2354"/>
                      <a:pt x="414" y="2495"/>
                      <a:pt x="425" y="2631"/>
                    </a:cubicBezTo>
                    <a:cubicBezTo>
                      <a:pt x="435" y="2773"/>
                      <a:pt x="457" y="2887"/>
                      <a:pt x="457" y="3017"/>
                    </a:cubicBezTo>
                    <a:cubicBezTo>
                      <a:pt x="457" y="3077"/>
                      <a:pt x="468" y="3137"/>
                      <a:pt x="468" y="3197"/>
                    </a:cubicBezTo>
                    <a:cubicBezTo>
                      <a:pt x="474" y="3256"/>
                      <a:pt x="463" y="3327"/>
                      <a:pt x="474" y="3392"/>
                    </a:cubicBezTo>
                    <a:cubicBezTo>
                      <a:pt x="479" y="3458"/>
                      <a:pt x="479" y="3528"/>
                      <a:pt x="484" y="3599"/>
                    </a:cubicBezTo>
                    <a:cubicBezTo>
                      <a:pt x="490" y="3675"/>
                      <a:pt x="501" y="3735"/>
                      <a:pt x="501" y="3805"/>
                    </a:cubicBezTo>
                    <a:cubicBezTo>
                      <a:pt x="501" y="3947"/>
                      <a:pt x="517" y="4094"/>
                      <a:pt x="522" y="4235"/>
                    </a:cubicBezTo>
                    <a:cubicBezTo>
                      <a:pt x="528" y="4376"/>
                      <a:pt x="544" y="4512"/>
                      <a:pt x="550" y="4648"/>
                    </a:cubicBezTo>
                    <a:cubicBezTo>
                      <a:pt x="555" y="4773"/>
                      <a:pt x="582" y="4893"/>
                      <a:pt x="582" y="5012"/>
                    </a:cubicBezTo>
                    <a:cubicBezTo>
                      <a:pt x="582" y="5072"/>
                      <a:pt x="593" y="5126"/>
                      <a:pt x="599" y="5181"/>
                    </a:cubicBezTo>
                    <a:cubicBezTo>
                      <a:pt x="604" y="5246"/>
                      <a:pt x="615" y="5311"/>
                      <a:pt x="637" y="5371"/>
                    </a:cubicBezTo>
                    <a:cubicBezTo>
                      <a:pt x="669" y="5469"/>
                      <a:pt x="745" y="5539"/>
                      <a:pt x="843" y="5572"/>
                    </a:cubicBezTo>
                    <a:cubicBezTo>
                      <a:pt x="883" y="5580"/>
                      <a:pt x="923" y="5585"/>
                      <a:pt x="963" y="5585"/>
                    </a:cubicBezTo>
                    <a:cubicBezTo>
                      <a:pt x="977" y="5585"/>
                      <a:pt x="992" y="5584"/>
                      <a:pt x="1006" y="5583"/>
                    </a:cubicBezTo>
                    <a:cubicBezTo>
                      <a:pt x="1077" y="5583"/>
                      <a:pt x="1148" y="5599"/>
                      <a:pt x="1218" y="5599"/>
                    </a:cubicBezTo>
                    <a:cubicBezTo>
                      <a:pt x="1354" y="5599"/>
                      <a:pt x="1490" y="5616"/>
                      <a:pt x="1626" y="5626"/>
                    </a:cubicBezTo>
                    <a:cubicBezTo>
                      <a:pt x="1659" y="5629"/>
                      <a:pt x="1691" y="5629"/>
                      <a:pt x="1724" y="5629"/>
                    </a:cubicBezTo>
                    <a:cubicBezTo>
                      <a:pt x="1756" y="5629"/>
                      <a:pt x="1789" y="5629"/>
                      <a:pt x="1822" y="5632"/>
                    </a:cubicBezTo>
                    <a:cubicBezTo>
                      <a:pt x="1881" y="5632"/>
                      <a:pt x="1952" y="5648"/>
                      <a:pt x="2017" y="5648"/>
                    </a:cubicBezTo>
                    <a:lnTo>
                      <a:pt x="2479" y="5648"/>
                    </a:lnTo>
                    <a:cubicBezTo>
                      <a:pt x="2632" y="5648"/>
                      <a:pt x="2795" y="5632"/>
                      <a:pt x="2947" y="5632"/>
                    </a:cubicBezTo>
                    <a:cubicBezTo>
                      <a:pt x="3104" y="5632"/>
                      <a:pt x="3278" y="5616"/>
                      <a:pt x="3441" y="5616"/>
                    </a:cubicBezTo>
                    <a:lnTo>
                      <a:pt x="3648" y="5616"/>
                    </a:lnTo>
                    <a:cubicBezTo>
                      <a:pt x="3658" y="5618"/>
                      <a:pt x="3669" y="5619"/>
                      <a:pt x="3679" y="5619"/>
                    </a:cubicBezTo>
                    <a:cubicBezTo>
                      <a:pt x="3719" y="5619"/>
                      <a:pt x="3760" y="5603"/>
                      <a:pt x="3795" y="5577"/>
                    </a:cubicBezTo>
                    <a:cubicBezTo>
                      <a:pt x="3806" y="5567"/>
                      <a:pt x="3811" y="5556"/>
                      <a:pt x="3817" y="5539"/>
                    </a:cubicBezTo>
                    <a:cubicBezTo>
                      <a:pt x="3865" y="5518"/>
                      <a:pt x="3914" y="5501"/>
                      <a:pt x="3969" y="5501"/>
                    </a:cubicBezTo>
                    <a:cubicBezTo>
                      <a:pt x="3996" y="5499"/>
                      <a:pt x="4023" y="5497"/>
                      <a:pt x="4050" y="5497"/>
                    </a:cubicBezTo>
                    <a:cubicBezTo>
                      <a:pt x="4077" y="5497"/>
                      <a:pt x="4105" y="5499"/>
                      <a:pt x="4132" y="5501"/>
                    </a:cubicBezTo>
                    <a:cubicBezTo>
                      <a:pt x="4224" y="5518"/>
                      <a:pt x="4306" y="5567"/>
                      <a:pt x="4366" y="5648"/>
                    </a:cubicBezTo>
                    <a:cubicBezTo>
                      <a:pt x="4387" y="5697"/>
                      <a:pt x="4398" y="5751"/>
                      <a:pt x="4387" y="5811"/>
                    </a:cubicBezTo>
                    <a:cubicBezTo>
                      <a:pt x="4387" y="5833"/>
                      <a:pt x="4382" y="5855"/>
                      <a:pt x="4376" y="5876"/>
                    </a:cubicBezTo>
                    <a:cubicBezTo>
                      <a:pt x="4376" y="5904"/>
                      <a:pt x="4382" y="5931"/>
                      <a:pt x="4376" y="5942"/>
                    </a:cubicBezTo>
                    <a:cubicBezTo>
                      <a:pt x="4368" y="5954"/>
                      <a:pt x="4352" y="5958"/>
                      <a:pt x="4334" y="5958"/>
                    </a:cubicBezTo>
                    <a:cubicBezTo>
                      <a:pt x="4304" y="5958"/>
                      <a:pt x="4266" y="5947"/>
                      <a:pt x="4246" y="5947"/>
                    </a:cubicBezTo>
                    <a:cubicBezTo>
                      <a:pt x="4213" y="5947"/>
                      <a:pt x="4154" y="5963"/>
                      <a:pt x="4110" y="5969"/>
                    </a:cubicBezTo>
                    <a:cubicBezTo>
                      <a:pt x="4001" y="5980"/>
                      <a:pt x="3898" y="5974"/>
                      <a:pt x="3789" y="5980"/>
                    </a:cubicBezTo>
                    <a:cubicBezTo>
                      <a:pt x="3746" y="5980"/>
                      <a:pt x="3702" y="5996"/>
                      <a:pt x="3659" y="6001"/>
                    </a:cubicBezTo>
                    <a:lnTo>
                      <a:pt x="3653" y="6001"/>
                    </a:lnTo>
                    <a:cubicBezTo>
                      <a:pt x="3648" y="5996"/>
                      <a:pt x="3643" y="5991"/>
                      <a:pt x="3637" y="5991"/>
                    </a:cubicBezTo>
                    <a:cubicBezTo>
                      <a:pt x="3605" y="5974"/>
                      <a:pt x="3572" y="5969"/>
                      <a:pt x="3539" y="5958"/>
                    </a:cubicBezTo>
                    <a:lnTo>
                      <a:pt x="3425" y="5958"/>
                    </a:lnTo>
                    <a:cubicBezTo>
                      <a:pt x="3393" y="5961"/>
                      <a:pt x="3359" y="5962"/>
                      <a:pt x="3325" y="5962"/>
                    </a:cubicBezTo>
                    <a:cubicBezTo>
                      <a:pt x="3291" y="5962"/>
                      <a:pt x="3257" y="5961"/>
                      <a:pt x="3224" y="5958"/>
                    </a:cubicBezTo>
                    <a:cubicBezTo>
                      <a:pt x="3195" y="5952"/>
                      <a:pt x="3165" y="5949"/>
                      <a:pt x="3135" y="5949"/>
                    </a:cubicBezTo>
                    <a:cubicBezTo>
                      <a:pt x="3113" y="5949"/>
                      <a:pt x="3092" y="5950"/>
                      <a:pt x="3072" y="5953"/>
                    </a:cubicBezTo>
                    <a:cubicBezTo>
                      <a:pt x="3037" y="5958"/>
                      <a:pt x="3003" y="5961"/>
                      <a:pt x="2969" y="5961"/>
                    </a:cubicBezTo>
                    <a:cubicBezTo>
                      <a:pt x="2935" y="5961"/>
                      <a:pt x="2901" y="5958"/>
                      <a:pt x="2865" y="5953"/>
                    </a:cubicBezTo>
                    <a:cubicBezTo>
                      <a:pt x="2809" y="5950"/>
                      <a:pt x="2752" y="5949"/>
                      <a:pt x="2694" y="5949"/>
                    </a:cubicBezTo>
                    <a:cubicBezTo>
                      <a:pt x="2613" y="5949"/>
                      <a:pt x="2532" y="5952"/>
                      <a:pt x="2452" y="5958"/>
                    </a:cubicBezTo>
                    <a:lnTo>
                      <a:pt x="1599" y="5958"/>
                    </a:lnTo>
                    <a:cubicBezTo>
                      <a:pt x="1470" y="5958"/>
                      <a:pt x="1360" y="5936"/>
                      <a:pt x="1243" y="5936"/>
                    </a:cubicBezTo>
                    <a:cubicBezTo>
                      <a:pt x="1231" y="5936"/>
                      <a:pt x="1219" y="5936"/>
                      <a:pt x="1207" y="5936"/>
                    </a:cubicBezTo>
                    <a:cubicBezTo>
                      <a:pt x="1142" y="5936"/>
                      <a:pt x="1071" y="5936"/>
                      <a:pt x="1006" y="5942"/>
                    </a:cubicBezTo>
                    <a:cubicBezTo>
                      <a:pt x="952" y="5947"/>
                      <a:pt x="903" y="5953"/>
                      <a:pt x="849" y="5953"/>
                    </a:cubicBezTo>
                    <a:cubicBezTo>
                      <a:pt x="783" y="5947"/>
                      <a:pt x="718" y="5947"/>
                      <a:pt x="653" y="5947"/>
                    </a:cubicBezTo>
                    <a:cubicBezTo>
                      <a:pt x="609" y="5947"/>
                      <a:pt x="571" y="5958"/>
                      <a:pt x="533" y="5958"/>
                    </a:cubicBezTo>
                    <a:cubicBezTo>
                      <a:pt x="525" y="5953"/>
                      <a:pt x="517" y="5950"/>
                      <a:pt x="509" y="5950"/>
                    </a:cubicBezTo>
                    <a:cubicBezTo>
                      <a:pt x="501" y="5950"/>
                      <a:pt x="493" y="5953"/>
                      <a:pt x="484" y="5958"/>
                    </a:cubicBezTo>
                    <a:lnTo>
                      <a:pt x="474" y="5958"/>
                    </a:lnTo>
                    <a:cubicBezTo>
                      <a:pt x="474" y="5953"/>
                      <a:pt x="468" y="5947"/>
                      <a:pt x="468" y="5947"/>
                    </a:cubicBezTo>
                    <a:cubicBezTo>
                      <a:pt x="452" y="5931"/>
                      <a:pt x="435" y="5909"/>
                      <a:pt x="425" y="5893"/>
                    </a:cubicBezTo>
                    <a:cubicBezTo>
                      <a:pt x="408" y="5855"/>
                      <a:pt x="392" y="5822"/>
                      <a:pt x="387" y="5784"/>
                    </a:cubicBezTo>
                    <a:cubicBezTo>
                      <a:pt x="370" y="5692"/>
                      <a:pt x="370" y="5605"/>
                      <a:pt x="349" y="5512"/>
                    </a:cubicBezTo>
                    <a:cubicBezTo>
                      <a:pt x="310" y="5322"/>
                      <a:pt x="294" y="5132"/>
                      <a:pt x="294" y="4941"/>
                    </a:cubicBezTo>
                    <a:cubicBezTo>
                      <a:pt x="294" y="4898"/>
                      <a:pt x="300" y="4860"/>
                      <a:pt x="294" y="4822"/>
                    </a:cubicBezTo>
                    <a:cubicBezTo>
                      <a:pt x="289" y="4784"/>
                      <a:pt x="278" y="4740"/>
                      <a:pt x="272" y="4697"/>
                    </a:cubicBezTo>
                    <a:cubicBezTo>
                      <a:pt x="267" y="4588"/>
                      <a:pt x="272" y="4479"/>
                      <a:pt x="272" y="4371"/>
                    </a:cubicBezTo>
                    <a:cubicBezTo>
                      <a:pt x="272" y="4273"/>
                      <a:pt x="256" y="4180"/>
                      <a:pt x="256" y="4083"/>
                    </a:cubicBezTo>
                    <a:cubicBezTo>
                      <a:pt x="262" y="3985"/>
                      <a:pt x="245" y="3892"/>
                      <a:pt x="240" y="3795"/>
                    </a:cubicBezTo>
                    <a:cubicBezTo>
                      <a:pt x="223" y="3414"/>
                      <a:pt x="131" y="3039"/>
                      <a:pt x="137" y="2658"/>
                    </a:cubicBezTo>
                    <a:cubicBezTo>
                      <a:pt x="137" y="2463"/>
                      <a:pt x="137" y="2267"/>
                      <a:pt x="131" y="2071"/>
                    </a:cubicBezTo>
                    <a:cubicBezTo>
                      <a:pt x="126" y="1876"/>
                      <a:pt x="137" y="1680"/>
                      <a:pt x="158" y="1484"/>
                    </a:cubicBezTo>
                    <a:cubicBezTo>
                      <a:pt x="158" y="1430"/>
                      <a:pt x="169" y="1397"/>
                      <a:pt x="218" y="1381"/>
                    </a:cubicBezTo>
                    <a:cubicBezTo>
                      <a:pt x="256" y="1365"/>
                      <a:pt x="294" y="1359"/>
                      <a:pt x="327" y="1348"/>
                    </a:cubicBezTo>
                    <a:cubicBezTo>
                      <a:pt x="435" y="1316"/>
                      <a:pt x="544" y="1289"/>
                      <a:pt x="658" y="1272"/>
                    </a:cubicBezTo>
                    <a:cubicBezTo>
                      <a:pt x="767" y="1251"/>
                      <a:pt x="876" y="1245"/>
                      <a:pt x="990" y="1223"/>
                    </a:cubicBezTo>
                    <a:cubicBezTo>
                      <a:pt x="1044" y="1218"/>
                      <a:pt x="1099" y="1202"/>
                      <a:pt x="1153" y="1191"/>
                    </a:cubicBezTo>
                    <a:cubicBezTo>
                      <a:pt x="1202" y="1180"/>
                      <a:pt x="1251" y="1174"/>
                      <a:pt x="1300" y="1169"/>
                    </a:cubicBezTo>
                    <a:cubicBezTo>
                      <a:pt x="1311" y="1169"/>
                      <a:pt x="1322" y="1164"/>
                      <a:pt x="1327" y="1158"/>
                    </a:cubicBezTo>
                    <a:close/>
                    <a:moveTo>
                      <a:pt x="2740" y="0"/>
                    </a:moveTo>
                    <a:cubicBezTo>
                      <a:pt x="2680" y="0"/>
                      <a:pt x="2621" y="6"/>
                      <a:pt x="2561" y="17"/>
                    </a:cubicBezTo>
                    <a:cubicBezTo>
                      <a:pt x="2527" y="14"/>
                      <a:pt x="2494" y="13"/>
                      <a:pt x="2461" y="13"/>
                    </a:cubicBezTo>
                    <a:cubicBezTo>
                      <a:pt x="2338" y="13"/>
                      <a:pt x="2220" y="28"/>
                      <a:pt x="2104" y="49"/>
                    </a:cubicBezTo>
                    <a:cubicBezTo>
                      <a:pt x="2001" y="71"/>
                      <a:pt x="1903" y="114"/>
                      <a:pt x="1832" y="185"/>
                    </a:cubicBezTo>
                    <a:cubicBezTo>
                      <a:pt x="1756" y="272"/>
                      <a:pt x="1756" y="403"/>
                      <a:pt x="1832" y="490"/>
                    </a:cubicBezTo>
                    <a:cubicBezTo>
                      <a:pt x="1849" y="511"/>
                      <a:pt x="1876" y="522"/>
                      <a:pt x="1898" y="544"/>
                    </a:cubicBezTo>
                    <a:cubicBezTo>
                      <a:pt x="1919" y="566"/>
                      <a:pt x="1930" y="598"/>
                      <a:pt x="1930" y="631"/>
                    </a:cubicBezTo>
                    <a:cubicBezTo>
                      <a:pt x="1941" y="669"/>
                      <a:pt x="1941" y="712"/>
                      <a:pt x="1947" y="756"/>
                    </a:cubicBezTo>
                    <a:cubicBezTo>
                      <a:pt x="1958" y="783"/>
                      <a:pt x="1968" y="810"/>
                      <a:pt x="1974" y="832"/>
                    </a:cubicBezTo>
                    <a:cubicBezTo>
                      <a:pt x="1974" y="837"/>
                      <a:pt x="1968" y="848"/>
                      <a:pt x="1968" y="854"/>
                    </a:cubicBezTo>
                    <a:lnTo>
                      <a:pt x="1871" y="859"/>
                    </a:lnTo>
                    <a:cubicBezTo>
                      <a:pt x="1816" y="859"/>
                      <a:pt x="1756" y="865"/>
                      <a:pt x="1697" y="870"/>
                    </a:cubicBezTo>
                    <a:cubicBezTo>
                      <a:pt x="1701" y="827"/>
                      <a:pt x="1694" y="780"/>
                      <a:pt x="1644" y="780"/>
                    </a:cubicBezTo>
                    <a:cubicBezTo>
                      <a:pt x="1637" y="780"/>
                      <a:pt x="1629" y="781"/>
                      <a:pt x="1620" y="783"/>
                    </a:cubicBezTo>
                    <a:cubicBezTo>
                      <a:pt x="1593" y="794"/>
                      <a:pt x="1572" y="799"/>
                      <a:pt x="1544" y="810"/>
                    </a:cubicBezTo>
                    <a:cubicBezTo>
                      <a:pt x="1523" y="810"/>
                      <a:pt x="1501" y="816"/>
                      <a:pt x="1479" y="821"/>
                    </a:cubicBezTo>
                    <a:cubicBezTo>
                      <a:pt x="1447" y="832"/>
                      <a:pt x="1408" y="854"/>
                      <a:pt x="1381" y="881"/>
                    </a:cubicBezTo>
                    <a:cubicBezTo>
                      <a:pt x="1360" y="914"/>
                      <a:pt x="1349" y="957"/>
                      <a:pt x="1349" y="1001"/>
                    </a:cubicBezTo>
                    <a:cubicBezTo>
                      <a:pt x="1349" y="1039"/>
                      <a:pt x="1338" y="1082"/>
                      <a:pt x="1338" y="1120"/>
                    </a:cubicBezTo>
                    <a:cubicBezTo>
                      <a:pt x="1332" y="1115"/>
                      <a:pt x="1322" y="1109"/>
                      <a:pt x="1311" y="1104"/>
                    </a:cubicBezTo>
                    <a:cubicBezTo>
                      <a:pt x="1278" y="1088"/>
                      <a:pt x="1245" y="1077"/>
                      <a:pt x="1207" y="1066"/>
                    </a:cubicBezTo>
                    <a:cubicBezTo>
                      <a:pt x="1158" y="1071"/>
                      <a:pt x="1115" y="1077"/>
                      <a:pt x="1071" y="1088"/>
                    </a:cubicBezTo>
                    <a:cubicBezTo>
                      <a:pt x="952" y="1115"/>
                      <a:pt x="827" y="1120"/>
                      <a:pt x="707" y="1142"/>
                    </a:cubicBezTo>
                    <a:cubicBezTo>
                      <a:pt x="609" y="1158"/>
                      <a:pt x="506" y="1174"/>
                      <a:pt x="408" y="1202"/>
                    </a:cubicBezTo>
                    <a:cubicBezTo>
                      <a:pt x="316" y="1218"/>
                      <a:pt x="229" y="1245"/>
                      <a:pt x="142" y="1283"/>
                    </a:cubicBezTo>
                    <a:cubicBezTo>
                      <a:pt x="82" y="1321"/>
                      <a:pt x="39" y="1386"/>
                      <a:pt x="39" y="1463"/>
                    </a:cubicBezTo>
                    <a:cubicBezTo>
                      <a:pt x="33" y="1517"/>
                      <a:pt x="39" y="1571"/>
                      <a:pt x="39" y="1620"/>
                    </a:cubicBezTo>
                    <a:cubicBezTo>
                      <a:pt x="33" y="1675"/>
                      <a:pt x="22" y="1729"/>
                      <a:pt x="17" y="1778"/>
                    </a:cubicBezTo>
                    <a:cubicBezTo>
                      <a:pt x="1" y="2001"/>
                      <a:pt x="17" y="2229"/>
                      <a:pt x="17" y="2452"/>
                    </a:cubicBezTo>
                    <a:cubicBezTo>
                      <a:pt x="17" y="2664"/>
                      <a:pt x="17" y="2876"/>
                      <a:pt x="39" y="3088"/>
                    </a:cubicBezTo>
                    <a:cubicBezTo>
                      <a:pt x="44" y="3186"/>
                      <a:pt x="66" y="3284"/>
                      <a:pt x="77" y="3381"/>
                    </a:cubicBezTo>
                    <a:cubicBezTo>
                      <a:pt x="98" y="3490"/>
                      <a:pt x="104" y="3604"/>
                      <a:pt x="115" y="3718"/>
                    </a:cubicBezTo>
                    <a:cubicBezTo>
                      <a:pt x="126" y="3838"/>
                      <a:pt x="137" y="3936"/>
                      <a:pt x="137" y="4039"/>
                    </a:cubicBezTo>
                    <a:cubicBezTo>
                      <a:pt x="137" y="4094"/>
                      <a:pt x="137" y="4148"/>
                      <a:pt x="137" y="4197"/>
                    </a:cubicBezTo>
                    <a:cubicBezTo>
                      <a:pt x="147" y="4262"/>
                      <a:pt x="153" y="4327"/>
                      <a:pt x="153" y="4392"/>
                    </a:cubicBezTo>
                    <a:cubicBezTo>
                      <a:pt x="153" y="4496"/>
                      <a:pt x="142" y="4604"/>
                      <a:pt x="153" y="4708"/>
                    </a:cubicBezTo>
                    <a:cubicBezTo>
                      <a:pt x="153" y="4757"/>
                      <a:pt x="169" y="4800"/>
                      <a:pt x="169" y="4849"/>
                    </a:cubicBezTo>
                    <a:cubicBezTo>
                      <a:pt x="169" y="4898"/>
                      <a:pt x="169" y="4963"/>
                      <a:pt x="169" y="5023"/>
                    </a:cubicBezTo>
                    <a:cubicBezTo>
                      <a:pt x="169" y="5077"/>
                      <a:pt x="180" y="5148"/>
                      <a:pt x="185" y="5213"/>
                    </a:cubicBezTo>
                    <a:cubicBezTo>
                      <a:pt x="185" y="5240"/>
                      <a:pt x="180" y="5262"/>
                      <a:pt x="185" y="5289"/>
                    </a:cubicBezTo>
                    <a:cubicBezTo>
                      <a:pt x="191" y="5317"/>
                      <a:pt x="202" y="5349"/>
                      <a:pt x="202" y="5382"/>
                    </a:cubicBezTo>
                    <a:cubicBezTo>
                      <a:pt x="207" y="5496"/>
                      <a:pt x="240" y="5605"/>
                      <a:pt x="251" y="5719"/>
                    </a:cubicBezTo>
                    <a:cubicBezTo>
                      <a:pt x="256" y="5822"/>
                      <a:pt x="283" y="5920"/>
                      <a:pt x="338" y="6007"/>
                    </a:cubicBezTo>
                    <a:cubicBezTo>
                      <a:pt x="372" y="6053"/>
                      <a:pt x="415" y="6097"/>
                      <a:pt x="466" y="6097"/>
                    </a:cubicBezTo>
                    <a:cubicBezTo>
                      <a:pt x="487" y="6097"/>
                      <a:pt x="510" y="6089"/>
                      <a:pt x="533" y="6072"/>
                    </a:cubicBezTo>
                    <a:cubicBezTo>
                      <a:pt x="566" y="6078"/>
                      <a:pt x="599" y="6083"/>
                      <a:pt x="631" y="6083"/>
                    </a:cubicBezTo>
                    <a:cubicBezTo>
                      <a:pt x="702" y="6083"/>
                      <a:pt x="773" y="6088"/>
                      <a:pt x="838" y="6094"/>
                    </a:cubicBezTo>
                    <a:cubicBezTo>
                      <a:pt x="858" y="6096"/>
                      <a:pt x="878" y="6097"/>
                      <a:pt x="899" y="6097"/>
                    </a:cubicBezTo>
                    <a:cubicBezTo>
                      <a:pt x="927" y="6097"/>
                      <a:pt x="956" y="6095"/>
                      <a:pt x="985" y="6088"/>
                    </a:cubicBezTo>
                    <a:cubicBezTo>
                      <a:pt x="1028" y="6088"/>
                      <a:pt x="1074" y="6091"/>
                      <a:pt x="1119" y="6091"/>
                    </a:cubicBezTo>
                    <a:cubicBezTo>
                      <a:pt x="1142" y="6091"/>
                      <a:pt x="1164" y="6090"/>
                      <a:pt x="1186" y="6088"/>
                    </a:cubicBezTo>
                    <a:cubicBezTo>
                      <a:pt x="1316" y="6088"/>
                      <a:pt x="1447" y="6110"/>
                      <a:pt x="1577" y="6110"/>
                    </a:cubicBezTo>
                    <a:lnTo>
                      <a:pt x="2458" y="6110"/>
                    </a:lnTo>
                    <a:cubicBezTo>
                      <a:pt x="2526" y="6107"/>
                      <a:pt x="2595" y="6106"/>
                      <a:pt x="2664" y="6106"/>
                    </a:cubicBezTo>
                    <a:cubicBezTo>
                      <a:pt x="2733" y="6106"/>
                      <a:pt x="2803" y="6107"/>
                      <a:pt x="2871" y="6110"/>
                    </a:cubicBezTo>
                    <a:cubicBezTo>
                      <a:pt x="2903" y="6116"/>
                      <a:pt x="2937" y="6118"/>
                      <a:pt x="2971" y="6118"/>
                    </a:cubicBezTo>
                    <a:cubicBezTo>
                      <a:pt x="3005" y="6118"/>
                      <a:pt x="3039" y="6116"/>
                      <a:pt x="3072" y="6110"/>
                    </a:cubicBezTo>
                    <a:cubicBezTo>
                      <a:pt x="3099" y="6107"/>
                      <a:pt x="3126" y="6106"/>
                      <a:pt x="3153" y="6106"/>
                    </a:cubicBezTo>
                    <a:cubicBezTo>
                      <a:pt x="3181" y="6106"/>
                      <a:pt x="3208" y="6107"/>
                      <a:pt x="3235" y="6110"/>
                    </a:cubicBezTo>
                    <a:cubicBezTo>
                      <a:pt x="3262" y="6113"/>
                      <a:pt x="3289" y="6114"/>
                      <a:pt x="3316" y="6114"/>
                    </a:cubicBezTo>
                    <a:cubicBezTo>
                      <a:pt x="3344" y="6114"/>
                      <a:pt x="3371" y="6113"/>
                      <a:pt x="3398" y="6110"/>
                    </a:cubicBezTo>
                    <a:cubicBezTo>
                      <a:pt x="3463" y="6110"/>
                      <a:pt x="3534" y="6126"/>
                      <a:pt x="3605" y="6132"/>
                    </a:cubicBezTo>
                    <a:cubicBezTo>
                      <a:pt x="3653" y="6132"/>
                      <a:pt x="3697" y="6126"/>
                      <a:pt x="3740" y="6121"/>
                    </a:cubicBezTo>
                    <a:cubicBezTo>
                      <a:pt x="3776" y="6118"/>
                      <a:pt x="3812" y="6117"/>
                      <a:pt x="3848" y="6117"/>
                    </a:cubicBezTo>
                    <a:cubicBezTo>
                      <a:pt x="3885" y="6117"/>
                      <a:pt x="3920" y="6118"/>
                      <a:pt x="3952" y="6121"/>
                    </a:cubicBezTo>
                    <a:cubicBezTo>
                      <a:pt x="4063" y="6121"/>
                      <a:pt x="4164" y="6093"/>
                      <a:pt x="4269" y="6093"/>
                    </a:cubicBezTo>
                    <a:cubicBezTo>
                      <a:pt x="4277" y="6093"/>
                      <a:pt x="4286" y="6093"/>
                      <a:pt x="4295" y="6094"/>
                    </a:cubicBezTo>
                    <a:cubicBezTo>
                      <a:pt x="4404" y="6094"/>
                      <a:pt x="4501" y="6078"/>
                      <a:pt x="4512" y="5953"/>
                    </a:cubicBezTo>
                    <a:cubicBezTo>
                      <a:pt x="4540" y="5838"/>
                      <a:pt x="4534" y="5719"/>
                      <a:pt x="4496" y="5610"/>
                    </a:cubicBezTo>
                    <a:lnTo>
                      <a:pt x="4491" y="5605"/>
                    </a:lnTo>
                    <a:cubicBezTo>
                      <a:pt x="4442" y="5512"/>
                      <a:pt x="4360" y="5442"/>
                      <a:pt x="4262" y="5404"/>
                    </a:cubicBezTo>
                    <a:cubicBezTo>
                      <a:pt x="4190" y="5375"/>
                      <a:pt x="4110" y="5360"/>
                      <a:pt x="4031" y="5360"/>
                    </a:cubicBezTo>
                    <a:cubicBezTo>
                      <a:pt x="3992" y="5360"/>
                      <a:pt x="3952" y="5364"/>
                      <a:pt x="3914" y="5371"/>
                    </a:cubicBezTo>
                    <a:cubicBezTo>
                      <a:pt x="3827" y="5398"/>
                      <a:pt x="3740" y="5431"/>
                      <a:pt x="3659" y="5469"/>
                    </a:cubicBezTo>
                    <a:cubicBezTo>
                      <a:pt x="3637" y="5469"/>
                      <a:pt x="3615" y="5463"/>
                      <a:pt x="3599" y="5463"/>
                    </a:cubicBezTo>
                    <a:lnTo>
                      <a:pt x="3311" y="5463"/>
                    </a:lnTo>
                    <a:cubicBezTo>
                      <a:pt x="3289" y="5371"/>
                      <a:pt x="3300" y="5279"/>
                      <a:pt x="3284" y="5181"/>
                    </a:cubicBezTo>
                    <a:cubicBezTo>
                      <a:pt x="3274" y="5090"/>
                      <a:pt x="3212" y="5055"/>
                      <a:pt x="3129" y="5055"/>
                    </a:cubicBezTo>
                    <a:cubicBezTo>
                      <a:pt x="3123" y="5055"/>
                      <a:pt x="3116" y="5055"/>
                      <a:pt x="3110" y="5056"/>
                    </a:cubicBezTo>
                    <a:cubicBezTo>
                      <a:pt x="3050" y="5056"/>
                      <a:pt x="2996" y="5061"/>
                      <a:pt x="2941" y="5061"/>
                    </a:cubicBezTo>
                    <a:lnTo>
                      <a:pt x="2931" y="5061"/>
                    </a:lnTo>
                    <a:cubicBezTo>
                      <a:pt x="2952" y="5012"/>
                      <a:pt x="2969" y="4963"/>
                      <a:pt x="2979" y="4909"/>
                    </a:cubicBezTo>
                    <a:cubicBezTo>
                      <a:pt x="2990" y="4833"/>
                      <a:pt x="2990" y="4757"/>
                      <a:pt x="2990" y="4681"/>
                    </a:cubicBezTo>
                    <a:cubicBezTo>
                      <a:pt x="2990" y="4596"/>
                      <a:pt x="2955" y="4430"/>
                      <a:pt x="2843" y="4430"/>
                    </a:cubicBezTo>
                    <a:cubicBezTo>
                      <a:pt x="2840" y="4430"/>
                      <a:pt x="2836" y="4430"/>
                      <a:pt x="2833" y="4431"/>
                    </a:cubicBezTo>
                    <a:cubicBezTo>
                      <a:pt x="2729" y="4447"/>
                      <a:pt x="2637" y="4577"/>
                      <a:pt x="2572" y="4643"/>
                    </a:cubicBezTo>
                    <a:cubicBezTo>
                      <a:pt x="2566" y="4648"/>
                      <a:pt x="2512" y="4702"/>
                      <a:pt x="2512" y="4702"/>
                    </a:cubicBezTo>
                    <a:cubicBezTo>
                      <a:pt x="2501" y="4675"/>
                      <a:pt x="2496" y="4653"/>
                      <a:pt x="2485" y="4632"/>
                    </a:cubicBezTo>
                    <a:cubicBezTo>
                      <a:pt x="2452" y="4577"/>
                      <a:pt x="2441" y="4512"/>
                      <a:pt x="2403" y="4463"/>
                    </a:cubicBezTo>
                    <a:cubicBezTo>
                      <a:pt x="2396" y="4453"/>
                      <a:pt x="2387" y="4447"/>
                      <a:pt x="2377" y="4447"/>
                    </a:cubicBezTo>
                    <a:cubicBezTo>
                      <a:pt x="2371" y="4447"/>
                      <a:pt x="2366" y="4448"/>
                      <a:pt x="2360" y="4452"/>
                    </a:cubicBezTo>
                    <a:cubicBezTo>
                      <a:pt x="2256" y="4507"/>
                      <a:pt x="2235" y="4637"/>
                      <a:pt x="2137" y="4691"/>
                    </a:cubicBezTo>
                    <a:cubicBezTo>
                      <a:pt x="2125" y="4698"/>
                      <a:pt x="2114" y="4701"/>
                      <a:pt x="2104" y="4701"/>
                    </a:cubicBezTo>
                    <a:cubicBezTo>
                      <a:pt x="2033" y="4701"/>
                      <a:pt x="2007" y="4547"/>
                      <a:pt x="1936" y="4528"/>
                    </a:cubicBezTo>
                    <a:cubicBezTo>
                      <a:pt x="1932" y="4528"/>
                      <a:pt x="1929" y="4528"/>
                      <a:pt x="1926" y="4528"/>
                    </a:cubicBezTo>
                    <a:cubicBezTo>
                      <a:pt x="1900" y="4528"/>
                      <a:pt x="1886" y="4548"/>
                      <a:pt x="1876" y="4572"/>
                    </a:cubicBezTo>
                    <a:cubicBezTo>
                      <a:pt x="1871" y="4604"/>
                      <a:pt x="1876" y="4643"/>
                      <a:pt x="1865" y="4675"/>
                    </a:cubicBezTo>
                    <a:cubicBezTo>
                      <a:pt x="1849" y="4713"/>
                      <a:pt x="1838" y="4751"/>
                      <a:pt x="1827" y="4789"/>
                    </a:cubicBezTo>
                    <a:cubicBezTo>
                      <a:pt x="1811" y="4898"/>
                      <a:pt x="1876" y="4980"/>
                      <a:pt x="1930" y="5067"/>
                    </a:cubicBezTo>
                    <a:cubicBezTo>
                      <a:pt x="1854" y="5072"/>
                      <a:pt x="1778" y="5088"/>
                      <a:pt x="1702" y="5105"/>
                    </a:cubicBezTo>
                    <a:cubicBezTo>
                      <a:pt x="1604" y="5121"/>
                      <a:pt x="1577" y="5192"/>
                      <a:pt x="1577" y="5279"/>
                    </a:cubicBezTo>
                    <a:cubicBezTo>
                      <a:pt x="1577" y="5344"/>
                      <a:pt x="1588" y="5409"/>
                      <a:pt x="1615" y="5469"/>
                    </a:cubicBezTo>
                    <a:lnTo>
                      <a:pt x="1517" y="5463"/>
                    </a:lnTo>
                    <a:cubicBezTo>
                      <a:pt x="1457" y="5463"/>
                      <a:pt x="1398" y="5458"/>
                      <a:pt x="1343" y="5452"/>
                    </a:cubicBezTo>
                    <a:cubicBezTo>
                      <a:pt x="1283" y="5447"/>
                      <a:pt x="1207" y="5452"/>
                      <a:pt x="1137" y="5442"/>
                    </a:cubicBezTo>
                    <a:cubicBezTo>
                      <a:pt x="1082" y="5436"/>
                      <a:pt x="1028" y="5431"/>
                      <a:pt x="968" y="5431"/>
                    </a:cubicBezTo>
                    <a:cubicBezTo>
                      <a:pt x="961" y="5432"/>
                      <a:pt x="954" y="5432"/>
                      <a:pt x="946" y="5432"/>
                    </a:cubicBezTo>
                    <a:cubicBezTo>
                      <a:pt x="909" y="5432"/>
                      <a:pt x="869" y="5421"/>
                      <a:pt x="832" y="5398"/>
                    </a:cubicBezTo>
                    <a:cubicBezTo>
                      <a:pt x="745" y="5322"/>
                      <a:pt x="767" y="5186"/>
                      <a:pt x="745" y="5088"/>
                    </a:cubicBezTo>
                    <a:cubicBezTo>
                      <a:pt x="729" y="4985"/>
                      <a:pt x="729" y="4871"/>
                      <a:pt x="718" y="4768"/>
                    </a:cubicBezTo>
                    <a:cubicBezTo>
                      <a:pt x="707" y="4643"/>
                      <a:pt x="696" y="4523"/>
                      <a:pt x="686" y="4398"/>
                    </a:cubicBezTo>
                    <a:cubicBezTo>
                      <a:pt x="680" y="4278"/>
                      <a:pt x="653" y="4142"/>
                      <a:pt x="658" y="4012"/>
                    </a:cubicBezTo>
                    <a:cubicBezTo>
                      <a:pt x="658" y="3947"/>
                      <a:pt x="647" y="3892"/>
                      <a:pt x="642" y="3833"/>
                    </a:cubicBezTo>
                    <a:cubicBezTo>
                      <a:pt x="647" y="3767"/>
                      <a:pt x="642" y="3708"/>
                      <a:pt x="637" y="3648"/>
                    </a:cubicBezTo>
                    <a:cubicBezTo>
                      <a:pt x="626" y="3583"/>
                      <a:pt x="631" y="3523"/>
                      <a:pt x="626" y="3458"/>
                    </a:cubicBezTo>
                    <a:cubicBezTo>
                      <a:pt x="620" y="3392"/>
                      <a:pt x="609" y="3343"/>
                      <a:pt x="609" y="3284"/>
                    </a:cubicBezTo>
                    <a:cubicBezTo>
                      <a:pt x="609" y="3229"/>
                      <a:pt x="609" y="3175"/>
                      <a:pt x="599" y="3120"/>
                    </a:cubicBezTo>
                    <a:cubicBezTo>
                      <a:pt x="593" y="3050"/>
                      <a:pt x="599" y="2985"/>
                      <a:pt x="593" y="2914"/>
                    </a:cubicBezTo>
                    <a:cubicBezTo>
                      <a:pt x="582" y="2805"/>
                      <a:pt x="561" y="2691"/>
                      <a:pt x="561" y="2577"/>
                    </a:cubicBezTo>
                    <a:lnTo>
                      <a:pt x="561" y="2365"/>
                    </a:lnTo>
                    <a:cubicBezTo>
                      <a:pt x="561" y="2294"/>
                      <a:pt x="555" y="2229"/>
                      <a:pt x="561" y="2153"/>
                    </a:cubicBezTo>
                    <a:cubicBezTo>
                      <a:pt x="566" y="2082"/>
                      <a:pt x="577" y="2028"/>
                      <a:pt x="577" y="1963"/>
                    </a:cubicBezTo>
                    <a:cubicBezTo>
                      <a:pt x="577" y="1930"/>
                      <a:pt x="582" y="1897"/>
                      <a:pt x="588" y="1854"/>
                    </a:cubicBezTo>
                    <a:cubicBezTo>
                      <a:pt x="588" y="1816"/>
                      <a:pt x="604" y="1778"/>
                      <a:pt x="637" y="1756"/>
                    </a:cubicBezTo>
                    <a:cubicBezTo>
                      <a:pt x="734" y="1685"/>
                      <a:pt x="843" y="1680"/>
                      <a:pt x="952" y="1653"/>
                    </a:cubicBezTo>
                    <a:cubicBezTo>
                      <a:pt x="1088" y="1609"/>
                      <a:pt x="1224" y="1577"/>
                      <a:pt x="1365" y="1560"/>
                    </a:cubicBezTo>
                    <a:cubicBezTo>
                      <a:pt x="1370" y="1566"/>
                      <a:pt x="1370" y="1571"/>
                      <a:pt x="1370" y="1582"/>
                    </a:cubicBezTo>
                    <a:cubicBezTo>
                      <a:pt x="1403" y="1675"/>
                      <a:pt x="1425" y="1783"/>
                      <a:pt x="1544" y="1805"/>
                    </a:cubicBezTo>
                    <a:cubicBezTo>
                      <a:pt x="1551" y="1807"/>
                      <a:pt x="1558" y="1807"/>
                      <a:pt x="1565" y="1807"/>
                    </a:cubicBezTo>
                    <a:cubicBezTo>
                      <a:pt x="1630" y="1807"/>
                      <a:pt x="1677" y="1739"/>
                      <a:pt x="1697" y="1675"/>
                    </a:cubicBezTo>
                    <a:cubicBezTo>
                      <a:pt x="1762" y="1669"/>
                      <a:pt x="1822" y="1647"/>
                      <a:pt x="1892" y="1647"/>
                    </a:cubicBezTo>
                    <a:cubicBezTo>
                      <a:pt x="1909" y="1645"/>
                      <a:pt x="1926" y="1643"/>
                      <a:pt x="1944" y="1643"/>
                    </a:cubicBezTo>
                    <a:cubicBezTo>
                      <a:pt x="1962" y="1643"/>
                      <a:pt x="1979" y="1645"/>
                      <a:pt x="1996" y="1647"/>
                    </a:cubicBezTo>
                    <a:cubicBezTo>
                      <a:pt x="1985" y="1734"/>
                      <a:pt x="1974" y="1821"/>
                      <a:pt x="1974" y="1919"/>
                    </a:cubicBezTo>
                    <a:cubicBezTo>
                      <a:pt x="1974" y="1957"/>
                      <a:pt x="1974" y="1995"/>
                      <a:pt x="1963" y="2028"/>
                    </a:cubicBezTo>
                    <a:cubicBezTo>
                      <a:pt x="1947" y="2066"/>
                      <a:pt x="1925" y="2099"/>
                      <a:pt x="1903" y="2126"/>
                    </a:cubicBezTo>
                    <a:cubicBezTo>
                      <a:pt x="1860" y="2196"/>
                      <a:pt x="1838" y="2267"/>
                      <a:pt x="1789" y="2338"/>
                    </a:cubicBezTo>
                    <a:cubicBezTo>
                      <a:pt x="1746" y="2419"/>
                      <a:pt x="1702" y="2501"/>
                      <a:pt x="1664" y="2593"/>
                    </a:cubicBezTo>
                    <a:cubicBezTo>
                      <a:pt x="1599" y="2745"/>
                      <a:pt x="1485" y="2876"/>
                      <a:pt x="1414" y="3034"/>
                    </a:cubicBezTo>
                    <a:cubicBezTo>
                      <a:pt x="1398" y="3066"/>
                      <a:pt x="1387" y="3099"/>
                      <a:pt x="1376" y="3137"/>
                    </a:cubicBezTo>
                    <a:cubicBezTo>
                      <a:pt x="1354" y="3175"/>
                      <a:pt x="1332" y="3218"/>
                      <a:pt x="1305" y="3251"/>
                    </a:cubicBezTo>
                    <a:cubicBezTo>
                      <a:pt x="1289" y="3284"/>
                      <a:pt x="1273" y="3316"/>
                      <a:pt x="1256" y="3349"/>
                    </a:cubicBezTo>
                    <a:cubicBezTo>
                      <a:pt x="1240" y="3387"/>
                      <a:pt x="1218" y="3419"/>
                      <a:pt x="1202" y="3452"/>
                    </a:cubicBezTo>
                    <a:cubicBezTo>
                      <a:pt x="1169" y="3517"/>
                      <a:pt x="1142" y="3588"/>
                      <a:pt x="1115" y="3653"/>
                    </a:cubicBezTo>
                    <a:cubicBezTo>
                      <a:pt x="1082" y="3735"/>
                      <a:pt x="1061" y="3816"/>
                      <a:pt x="1044" y="3903"/>
                    </a:cubicBezTo>
                    <a:cubicBezTo>
                      <a:pt x="1033" y="3963"/>
                      <a:pt x="1044" y="4028"/>
                      <a:pt x="1066" y="4088"/>
                    </a:cubicBezTo>
                    <a:cubicBezTo>
                      <a:pt x="1093" y="4153"/>
                      <a:pt x="1148" y="4197"/>
                      <a:pt x="1213" y="4219"/>
                    </a:cubicBezTo>
                    <a:cubicBezTo>
                      <a:pt x="1312" y="4254"/>
                      <a:pt x="1416" y="4257"/>
                      <a:pt x="1521" y="4257"/>
                    </a:cubicBezTo>
                    <a:cubicBezTo>
                      <a:pt x="1545" y="4257"/>
                      <a:pt x="1569" y="4257"/>
                      <a:pt x="1592" y="4257"/>
                    </a:cubicBezTo>
                    <a:cubicBezTo>
                      <a:pt x="1642" y="4257"/>
                      <a:pt x="1691" y="4257"/>
                      <a:pt x="1740" y="4262"/>
                    </a:cubicBezTo>
                    <a:cubicBezTo>
                      <a:pt x="1752" y="4263"/>
                      <a:pt x="1763" y="4263"/>
                      <a:pt x="1775" y="4263"/>
                    </a:cubicBezTo>
                    <a:cubicBezTo>
                      <a:pt x="1846" y="4263"/>
                      <a:pt x="1920" y="4251"/>
                      <a:pt x="1990" y="4251"/>
                    </a:cubicBezTo>
                    <a:lnTo>
                      <a:pt x="2284" y="4251"/>
                    </a:lnTo>
                    <a:cubicBezTo>
                      <a:pt x="2382" y="4251"/>
                      <a:pt x="2479" y="4257"/>
                      <a:pt x="2577" y="4267"/>
                    </a:cubicBezTo>
                    <a:cubicBezTo>
                      <a:pt x="2626" y="4270"/>
                      <a:pt x="2674" y="4272"/>
                      <a:pt x="2721" y="4272"/>
                    </a:cubicBezTo>
                    <a:cubicBezTo>
                      <a:pt x="2767" y="4272"/>
                      <a:pt x="2814" y="4270"/>
                      <a:pt x="2860" y="4267"/>
                    </a:cubicBezTo>
                    <a:lnTo>
                      <a:pt x="3181" y="4267"/>
                    </a:lnTo>
                    <a:cubicBezTo>
                      <a:pt x="3190" y="4268"/>
                      <a:pt x="3199" y="4269"/>
                      <a:pt x="3209" y="4269"/>
                    </a:cubicBezTo>
                    <a:cubicBezTo>
                      <a:pt x="3255" y="4269"/>
                      <a:pt x="3303" y="4258"/>
                      <a:pt x="3344" y="4240"/>
                    </a:cubicBezTo>
                    <a:lnTo>
                      <a:pt x="3393" y="4235"/>
                    </a:lnTo>
                    <a:cubicBezTo>
                      <a:pt x="3518" y="4235"/>
                      <a:pt x="3643" y="4224"/>
                      <a:pt x="3762" y="4202"/>
                    </a:cubicBezTo>
                    <a:cubicBezTo>
                      <a:pt x="4012" y="4142"/>
                      <a:pt x="3855" y="3762"/>
                      <a:pt x="3806" y="3615"/>
                    </a:cubicBezTo>
                    <a:cubicBezTo>
                      <a:pt x="3773" y="3517"/>
                      <a:pt x="3735" y="3419"/>
                      <a:pt x="3686" y="3322"/>
                    </a:cubicBezTo>
                    <a:cubicBezTo>
                      <a:pt x="3659" y="3278"/>
                      <a:pt x="3648" y="3218"/>
                      <a:pt x="3621" y="3175"/>
                    </a:cubicBezTo>
                    <a:cubicBezTo>
                      <a:pt x="3588" y="3126"/>
                      <a:pt x="3550" y="3055"/>
                      <a:pt x="3518" y="3001"/>
                    </a:cubicBezTo>
                    <a:cubicBezTo>
                      <a:pt x="3480" y="2941"/>
                      <a:pt x="3463" y="2898"/>
                      <a:pt x="3425" y="2849"/>
                    </a:cubicBezTo>
                    <a:cubicBezTo>
                      <a:pt x="3398" y="2800"/>
                      <a:pt x="3371" y="2740"/>
                      <a:pt x="3349" y="2686"/>
                    </a:cubicBezTo>
                    <a:cubicBezTo>
                      <a:pt x="3327" y="2631"/>
                      <a:pt x="3300" y="2577"/>
                      <a:pt x="3268" y="2528"/>
                    </a:cubicBezTo>
                    <a:cubicBezTo>
                      <a:pt x="3229" y="2474"/>
                      <a:pt x="3197" y="2419"/>
                      <a:pt x="3170" y="2359"/>
                    </a:cubicBezTo>
                    <a:cubicBezTo>
                      <a:pt x="3110" y="2234"/>
                      <a:pt x="3039" y="2115"/>
                      <a:pt x="2985" y="1990"/>
                    </a:cubicBezTo>
                    <a:cubicBezTo>
                      <a:pt x="2963" y="1941"/>
                      <a:pt x="2931" y="1897"/>
                      <a:pt x="2909" y="1854"/>
                    </a:cubicBezTo>
                    <a:cubicBezTo>
                      <a:pt x="2931" y="1794"/>
                      <a:pt x="2936" y="1729"/>
                      <a:pt x="2920" y="1664"/>
                    </a:cubicBezTo>
                    <a:cubicBezTo>
                      <a:pt x="2914" y="1588"/>
                      <a:pt x="2903" y="1511"/>
                      <a:pt x="2903" y="1435"/>
                    </a:cubicBezTo>
                    <a:cubicBezTo>
                      <a:pt x="2903" y="1376"/>
                      <a:pt x="2898" y="1310"/>
                      <a:pt x="2887" y="1251"/>
                    </a:cubicBezTo>
                    <a:cubicBezTo>
                      <a:pt x="2882" y="1218"/>
                      <a:pt x="2876" y="1191"/>
                      <a:pt x="2865" y="1164"/>
                    </a:cubicBezTo>
                    <a:cubicBezTo>
                      <a:pt x="2854" y="1120"/>
                      <a:pt x="2849" y="1077"/>
                      <a:pt x="2849" y="1033"/>
                    </a:cubicBezTo>
                    <a:cubicBezTo>
                      <a:pt x="2849" y="968"/>
                      <a:pt x="2833" y="897"/>
                      <a:pt x="2833" y="827"/>
                    </a:cubicBezTo>
                    <a:lnTo>
                      <a:pt x="2833" y="598"/>
                    </a:lnTo>
                    <a:cubicBezTo>
                      <a:pt x="2833" y="555"/>
                      <a:pt x="2833" y="549"/>
                      <a:pt x="2865" y="528"/>
                    </a:cubicBezTo>
                    <a:cubicBezTo>
                      <a:pt x="2887" y="517"/>
                      <a:pt x="2903" y="506"/>
                      <a:pt x="2925" y="490"/>
                    </a:cubicBezTo>
                    <a:cubicBezTo>
                      <a:pt x="2963" y="452"/>
                      <a:pt x="2996" y="403"/>
                      <a:pt x="3001" y="348"/>
                    </a:cubicBezTo>
                    <a:cubicBezTo>
                      <a:pt x="3001" y="288"/>
                      <a:pt x="2990" y="229"/>
                      <a:pt x="2979" y="174"/>
                    </a:cubicBezTo>
                    <a:cubicBezTo>
                      <a:pt x="2974" y="125"/>
                      <a:pt x="2941" y="76"/>
                      <a:pt x="2898" y="55"/>
                    </a:cubicBezTo>
                    <a:cubicBezTo>
                      <a:pt x="2849" y="28"/>
                      <a:pt x="2795" y="6"/>
                      <a:pt x="2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20"/>
              <p:cNvSpPr/>
              <p:nvPr/>
            </p:nvSpPr>
            <p:spPr>
              <a:xfrm>
                <a:off x="4075100" y="3336700"/>
                <a:ext cx="11025" cy="11525"/>
              </a:xfrm>
              <a:custGeom>
                <a:rect b="b" l="l" r="r" t="t"/>
                <a:pathLst>
                  <a:path extrusionOk="0" h="461" w="441">
                    <a:moveTo>
                      <a:pt x="191" y="89"/>
                    </a:moveTo>
                    <a:cubicBezTo>
                      <a:pt x="218" y="89"/>
                      <a:pt x="245" y="100"/>
                      <a:pt x="267" y="111"/>
                    </a:cubicBezTo>
                    <a:cubicBezTo>
                      <a:pt x="305" y="122"/>
                      <a:pt x="332" y="154"/>
                      <a:pt x="338" y="198"/>
                    </a:cubicBezTo>
                    <a:cubicBezTo>
                      <a:pt x="343" y="236"/>
                      <a:pt x="343" y="274"/>
                      <a:pt x="332" y="312"/>
                    </a:cubicBezTo>
                    <a:cubicBezTo>
                      <a:pt x="316" y="339"/>
                      <a:pt x="283" y="350"/>
                      <a:pt x="256" y="361"/>
                    </a:cubicBezTo>
                    <a:cubicBezTo>
                      <a:pt x="242" y="367"/>
                      <a:pt x="228" y="370"/>
                      <a:pt x="214" y="370"/>
                    </a:cubicBezTo>
                    <a:cubicBezTo>
                      <a:pt x="191" y="370"/>
                      <a:pt x="170" y="362"/>
                      <a:pt x="153" y="345"/>
                    </a:cubicBezTo>
                    <a:cubicBezTo>
                      <a:pt x="120" y="323"/>
                      <a:pt x="104" y="290"/>
                      <a:pt x="109" y="252"/>
                    </a:cubicBezTo>
                    <a:cubicBezTo>
                      <a:pt x="98" y="214"/>
                      <a:pt x="104" y="176"/>
                      <a:pt x="131" y="149"/>
                    </a:cubicBezTo>
                    <a:cubicBezTo>
                      <a:pt x="147" y="127"/>
                      <a:pt x="169" y="105"/>
                      <a:pt x="191" y="89"/>
                    </a:cubicBezTo>
                    <a:close/>
                    <a:moveTo>
                      <a:pt x="230" y="1"/>
                    </a:moveTo>
                    <a:cubicBezTo>
                      <a:pt x="195" y="1"/>
                      <a:pt x="164" y="16"/>
                      <a:pt x="147" y="57"/>
                    </a:cubicBezTo>
                    <a:cubicBezTo>
                      <a:pt x="142" y="62"/>
                      <a:pt x="142" y="67"/>
                      <a:pt x="147" y="73"/>
                    </a:cubicBezTo>
                    <a:cubicBezTo>
                      <a:pt x="49" y="116"/>
                      <a:pt x="1" y="214"/>
                      <a:pt x="28" y="317"/>
                    </a:cubicBezTo>
                    <a:cubicBezTo>
                      <a:pt x="44" y="372"/>
                      <a:pt x="82" y="421"/>
                      <a:pt x="136" y="448"/>
                    </a:cubicBezTo>
                    <a:cubicBezTo>
                      <a:pt x="160" y="457"/>
                      <a:pt x="185" y="461"/>
                      <a:pt x="210" y="461"/>
                    </a:cubicBezTo>
                    <a:cubicBezTo>
                      <a:pt x="247" y="461"/>
                      <a:pt x="283" y="451"/>
                      <a:pt x="316" y="432"/>
                    </a:cubicBezTo>
                    <a:cubicBezTo>
                      <a:pt x="365" y="415"/>
                      <a:pt x="403" y="377"/>
                      <a:pt x="425" y="328"/>
                    </a:cubicBezTo>
                    <a:cubicBezTo>
                      <a:pt x="441" y="258"/>
                      <a:pt x="435" y="187"/>
                      <a:pt x="414" y="116"/>
                    </a:cubicBezTo>
                    <a:cubicBezTo>
                      <a:pt x="388" y="62"/>
                      <a:pt x="301" y="1"/>
                      <a:pt x="2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20"/>
              <p:cNvSpPr/>
              <p:nvPr/>
            </p:nvSpPr>
            <p:spPr>
              <a:xfrm>
                <a:off x="4071375" y="3291625"/>
                <a:ext cx="16225" cy="5200"/>
              </a:xfrm>
              <a:custGeom>
                <a:rect b="b" l="l" r="r" t="t"/>
                <a:pathLst>
                  <a:path extrusionOk="0" h="208" w="649">
                    <a:moveTo>
                      <a:pt x="316" y="1"/>
                    </a:moveTo>
                    <a:cubicBezTo>
                      <a:pt x="293" y="1"/>
                      <a:pt x="270" y="2"/>
                      <a:pt x="247" y="6"/>
                    </a:cubicBezTo>
                    <a:cubicBezTo>
                      <a:pt x="193" y="11"/>
                      <a:pt x="150" y="33"/>
                      <a:pt x="101" y="60"/>
                    </a:cubicBezTo>
                    <a:lnTo>
                      <a:pt x="79" y="49"/>
                    </a:lnTo>
                    <a:cubicBezTo>
                      <a:pt x="74" y="48"/>
                      <a:pt x="69" y="47"/>
                      <a:pt x="65" y="47"/>
                    </a:cubicBezTo>
                    <a:cubicBezTo>
                      <a:pt x="24" y="47"/>
                      <a:pt x="1" y="107"/>
                      <a:pt x="30" y="136"/>
                    </a:cubicBezTo>
                    <a:cubicBezTo>
                      <a:pt x="90" y="193"/>
                      <a:pt x="161" y="208"/>
                      <a:pt x="236" y="208"/>
                    </a:cubicBezTo>
                    <a:cubicBezTo>
                      <a:pt x="268" y="208"/>
                      <a:pt x="301" y="205"/>
                      <a:pt x="334" y="202"/>
                    </a:cubicBezTo>
                    <a:cubicBezTo>
                      <a:pt x="352" y="203"/>
                      <a:pt x="370" y="204"/>
                      <a:pt x="387" y="204"/>
                    </a:cubicBezTo>
                    <a:cubicBezTo>
                      <a:pt x="440" y="204"/>
                      <a:pt x="492" y="198"/>
                      <a:pt x="541" y="185"/>
                    </a:cubicBezTo>
                    <a:cubicBezTo>
                      <a:pt x="574" y="174"/>
                      <a:pt x="633" y="153"/>
                      <a:pt x="639" y="115"/>
                    </a:cubicBezTo>
                    <a:cubicBezTo>
                      <a:pt x="649" y="68"/>
                      <a:pt x="613" y="56"/>
                      <a:pt x="568" y="56"/>
                    </a:cubicBezTo>
                    <a:cubicBezTo>
                      <a:pt x="539" y="56"/>
                      <a:pt x="507" y="61"/>
                      <a:pt x="481" y="66"/>
                    </a:cubicBezTo>
                    <a:lnTo>
                      <a:pt x="481" y="60"/>
                    </a:lnTo>
                    <a:cubicBezTo>
                      <a:pt x="487" y="44"/>
                      <a:pt x="476" y="33"/>
                      <a:pt x="465" y="28"/>
                    </a:cubicBezTo>
                    <a:cubicBezTo>
                      <a:pt x="417" y="9"/>
                      <a:pt x="366"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0"/>
              <p:cNvSpPr/>
              <p:nvPr/>
            </p:nvSpPr>
            <p:spPr>
              <a:xfrm>
                <a:off x="4062200" y="3364325"/>
                <a:ext cx="5325" cy="3350"/>
              </a:xfrm>
              <a:custGeom>
                <a:rect b="b" l="l" r="r" t="t"/>
                <a:pathLst>
                  <a:path extrusionOk="0" h="134" w="213">
                    <a:moveTo>
                      <a:pt x="174" y="1"/>
                    </a:moveTo>
                    <a:cubicBezTo>
                      <a:pt x="158" y="1"/>
                      <a:pt x="136" y="1"/>
                      <a:pt x="120" y="6"/>
                    </a:cubicBezTo>
                    <a:cubicBezTo>
                      <a:pt x="103" y="6"/>
                      <a:pt x="87" y="6"/>
                      <a:pt x="76" y="11"/>
                    </a:cubicBezTo>
                    <a:cubicBezTo>
                      <a:pt x="33" y="28"/>
                      <a:pt x="6" y="60"/>
                      <a:pt x="0" y="104"/>
                    </a:cubicBezTo>
                    <a:cubicBezTo>
                      <a:pt x="0" y="122"/>
                      <a:pt x="18" y="133"/>
                      <a:pt x="34" y="133"/>
                    </a:cubicBezTo>
                    <a:cubicBezTo>
                      <a:pt x="42" y="133"/>
                      <a:pt x="49" y="131"/>
                      <a:pt x="55" y="126"/>
                    </a:cubicBezTo>
                    <a:cubicBezTo>
                      <a:pt x="76" y="109"/>
                      <a:pt x="82" y="88"/>
                      <a:pt x="103" y="82"/>
                    </a:cubicBezTo>
                    <a:cubicBezTo>
                      <a:pt x="114" y="82"/>
                      <a:pt x="125" y="82"/>
                      <a:pt x="136" y="77"/>
                    </a:cubicBezTo>
                    <a:cubicBezTo>
                      <a:pt x="147" y="71"/>
                      <a:pt x="158" y="71"/>
                      <a:pt x="163" y="71"/>
                    </a:cubicBezTo>
                    <a:cubicBezTo>
                      <a:pt x="201" y="71"/>
                      <a:pt x="212" y="6"/>
                      <a:pt x="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0"/>
              <p:cNvSpPr/>
              <p:nvPr/>
            </p:nvSpPr>
            <p:spPr>
              <a:xfrm>
                <a:off x="4060025" y="3370100"/>
                <a:ext cx="5175" cy="2750"/>
              </a:xfrm>
              <a:custGeom>
                <a:rect b="b" l="l" r="r" t="t"/>
                <a:pathLst>
                  <a:path extrusionOk="0" h="110" w="207">
                    <a:moveTo>
                      <a:pt x="161" y="0"/>
                    </a:moveTo>
                    <a:cubicBezTo>
                      <a:pt x="154" y="0"/>
                      <a:pt x="148" y="3"/>
                      <a:pt x="142" y="9"/>
                    </a:cubicBezTo>
                    <a:cubicBezTo>
                      <a:pt x="125" y="14"/>
                      <a:pt x="109" y="20"/>
                      <a:pt x="93" y="20"/>
                    </a:cubicBezTo>
                    <a:cubicBezTo>
                      <a:pt x="82" y="17"/>
                      <a:pt x="71" y="16"/>
                      <a:pt x="61" y="16"/>
                    </a:cubicBezTo>
                    <a:cubicBezTo>
                      <a:pt x="50" y="16"/>
                      <a:pt x="41" y="17"/>
                      <a:pt x="33" y="20"/>
                    </a:cubicBezTo>
                    <a:cubicBezTo>
                      <a:pt x="11" y="25"/>
                      <a:pt x="0" y="52"/>
                      <a:pt x="6" y="74"/>
                    </a:cubicBezTo>
                    <a:cubicBezTo>
                      <a:pt x="9" y="95"/>
                      <a:pt x="31" y="109"/>
                      <a:pt x="53" y="109"/>
                    </a:cubicBezTo>
                    <a:cubicBezTo>
                      <a:pt x="65" y="109"/>
                      <a:pt x="78" y="105"/>
                      <a:pt x="87" y="96"/>
                    </a:cubicBezTo>
                    <a:cubicBezTo>
                      <a:pt x="98" y="90"/>
                      <a:pt x="109" y="90"/>
                      <a:pt x="125" y="85"/>
                    </a:cubicBezTo>
                    <a:cubicBezTo>
                      <a:pt x="147" y="79"/>
                      <a:pt x="169" y="69"/>
                      <a:pt x="185" y="52"/>
                    </a:cubicBezTo>
                    <a:cubicBezTo>
                      <a:pt x="206" y="31"/>
                      <a:pt x="185"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0"/>
              <p:cNvSpPr/>
              <p:nvPr/>
            </p:nvSpPr>
            <p:spPr>
              <a:xfrm>
                <a:off x="4056575" y="3372775"/>
                <a:ext cx="6925" cy="4775"/>
              </a:xfrm>
              <a:custGeom>
                <a:rect b="b" l="l" r="r" t="t"/>
                <a:pathLst>
                  <a:path extrusionOk="0" h="191" w="277">
                    <a:moveTo>
                      <a:pt x="238" y="1"/>
                    </a:moveTo>
                    <a:cubicBezTo>
                      <a:pt x="234" y="1"/>
                      <a:pt x="229" y="2"/>
                      <a:pt x="225" y="5"/>
                    </a:cubicBezTo>
                    <a:lnTo>
                      <a:pt x="220" y="5"/>
                    </a:lnTo>
                    <a:cubicBezTo>
                      <a:pt x="209" y="21"/>
                      <a:pt x="182" y="16"/>
                      <a:pt x="165" y="21"/>
                    </a:cubicBezTo>
                    <a:cubicBezTo>
                      <a:pt x="149" y="27"/>
                      <a:pt x="127" y="38"/>
                      <a:pt x="111" y="49"/>
                    </a:cubicBezTo>
                    <a:cubicBezTo>
                      <a:pt x="68" y="65"/>
                      <a:pt x="35" y="92"/>
                      <a:pt x="19" y="130"/>
                    </a:cubicBezTo>
                    <a:cubicBezTo>
                      <a:pt x="0" y="163"/>
                      <a:pt x="24" y="191"/>
                      <a:pt x="49" y="191"/>
                    </a:cubicBezTo>
                    <a:cubicBezTo>
                      <a:pt x="62" y="191"/>
                      <a:pt x="75" y="184"/>
                      <a:pt x="84" y="168"/>
                    </a:cubicBezTo>
                    <a:cubicBezTo>
                      <a:pt x="111" y="136"/>
                      <a:pt x="144" y="108"/>
                      <a:pt x="176" y="87"/>
                    </a:cubicBezTo>
                    <a:cubicBezTo>
                      <a:pt x="209" y="76"/>
                      <a:pt x="241" y="70"/>
                      <a:pt x="263" y="43"/>
                    </a:cubicBezTo>
                    <a:cubicBezTo>
                      <a:pt x="276" y="25"/>
                      <a:pt x="257"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0"/>
              <p:cNvSpPr/>
              <p:nvPr/>
            </p:nvSpPr>
            <p:spPr>
              <a:xfrm>
                <a:off x="4084875" y="3371075"/>
                <a:ext cx="14325" cy="9325"/>
              </a:xfrm>
              <a:custGeom>
                <a:rect b="b" l="l" r="r" t="t"/>
                <a:pathLst>
                  <a:path extrusionOk="0" h="373" w="573">
                    <a:moveTo>
                      <a:pt x="221" y="0"/>
                    </a:moveTo>
                    <a:cubicBezTo>
                      <a:pt x="146" y="0"/>
                      <a:pt x="66" y="105"/>
                      <a:pt x="44" y="165"/>
                    </a:cubicBezTo>
                    <a:cubicBezTo>
                      <a:pt x="1" y="280"/>
                      <a:pt x="104" y="367"/>
                      <a:pt x="213" y="372"/>
                    </a:cubicBezTo>
                    <a:cubicBezTo>
                      <a:pt x="220" y="373"/>
                      <a:pt x="227" y="373"/>
                      <a:pt x="234" y="373"/>
                    </a:cubicBezTo>
                    <a:cubicBezTo>
                      <a:pt x="297" y="373"/>
                      <a:pt x="355" y="352"/>
                      <a:pt x="409" y="318"/>
                    </a:cubicBezTo>
                    <a:cubicBezTo>
                      <a:pt x="452" y="291"/>
                      <a:pt x="490" y="247"/>
                      <a:pt x="512" y="198"/>
                    </a:cubicBezTo>
                    <a:cubicBezTo>
                      <a:pt x="573" y="86"/>
                      <a:pt x="462" y="12"/>
                      <a:pt x="359" y="12"/>
                    </a:cubicBezTo>
                    <a:cubicBezTo>
                      <a:pt x="352" y="12"/>
                      <a:pt x="345" y="13"/>
                      <a:pt x="338" y="13"/>
                    </a:cubicBezTo>
                    <a:lnTo>
                      <a:pt x="333" y="8"/>
                    </a:lnTo>
                    <a:cubicBezTo>
                      <a:pt x="322" y="8"/>
                      <a:pt x="316" y="30"/>
                      <a:pt x="333" y="30"/>
                    </a:cubicBezTo>
                    <a:cubicBezTo>
                      <a:pt x="430" y="46"/>
                      <a:pt x="501" y="89"/>
                      <a:pt x="447" y="193"/>
                    </a:cubicBezTo>
                    <a:cubicBezTo>
                      <a:pt x="414" y="252"/>
                      <a:pt x="349" y="301"/>
                      <a:pt x="278" y="318"/>
                    </a:cubicBezTo>
                    <a:cubicBezTo>
                      <a:pt x="262" y="323"/>
                      <a:pt x="246" y="325"/>
                      <a:pt x="229" y="325"/>
                    </a:cubicBezTo>
                    <a:cubicBezTo>
                      <a:pt x="174" y="325"/>
                      <a:pt x="121" y="297"/>
                      <a:pt x="88" y="247"/>
                    </a:cubicBezTo>
                    <a:cubicBezTo>
                      <a:pt x="77" y="204"/>
                      <a:pt x="88" y="160"/>
                      <a:pt x="115" y="127"/>
                    </a:cubicBezTo>
                    <a:cubicBezTo>
                      <a:pt x="129" y="105"/>
                      <a:pt x="183" y="42"/>
                      <a:pt x="226" y="42"/>
                    </a:cubicBezTo>
                    <a:cubicBezTo>
                      <a:pt x="235" y="42"/>
                      <a:pt x="243" y="45"/>
                      <a:pt x="251" y="51"/>
                    </a:cubicBezTo>
                    <a:cubicBezTo>
                      <a:pt x="256" y="55"/>
                      <a:pt x="261" y="56"/>
                      <a:pt x="265" y="56"/>
                    </a:cubicBezTo>
                    <a:cubicBezTo>
                      <a:pt x="282" y="56"/>
                      <a:pt x="295" y="37"/>
                      <a:pt x="278" y="24"/>
                    </a:cubicBezTo>
                    <a:cubicBezTo>
                      <a:pt x="260" y="7"/>
                      <a:pt x="241"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20"/>
              <p:cNvSpPr/>
              <p:nvPr/>
            </p:nvSpPr>
            <p:spPr>
              <a:xfrm>
                <a:off x="4100850" y="3376150"/>
                <a:ext cx="6450" cy="3825"/>
              </a:xfrm>
              <a:custGeom>
                <a:rect b="b" l="l" r="r" t="t"/>
                <a:pathLst>
                  <a:path extrusionOk="0" h="153" w="258">
                    <a:moveTo>
                      <a:pt x="149" y="0"/>
                    </a:moveTo>
                    <a:cubicBezTo>
                      <a:pt x="148" y="0"/>
                      <a:pt x="146" y="0"/>
                      <a:pt x="145" y="1"/>
                    </a:cubicBezTo>
                    <a:cubicBezTo>
                      <a:pt x="128" y="1"/>
                      <a:pt x="112" y="28"/>
                      <a:pt x="128" y="44"/>
                    </a:cubicBezTo>
                    <a:cubicBezTo>
                      <a:pt x="139" y="49"/>
                      <a:pt x="145" y="60"/>
                      <a:pt x="150" y="77"/>
                    </a:cubicBezTo>
                    <a:cubicBezTo>
                      <a:pt x="153" y="85"/>
                      <a:pt x="153" y="86"/>
                      <a:pt x="150" y="86"/>
                    </a:cubicBezTo>
                    <a:cubicBezTo>
                      <a:pt x="149" y="86"/>
                      <a:pt x="147" y="86"/>
                      <a:pt x="144" y="86"/>
                    </a:cubicBezTo>
                    <a:cubicBezTo>
                      <a:pt x="141" y="86"/>
                      <a:pt x="138" y="86"/>
                      <a:pt x="134" y="88"/>
                    </a:cubicBezTo>
                    <a:cubicBezTo>
                      <a:pt x="118" y="93"/>
                      <a:pt x="107" y="98"/>
                      <a:pt x="96" y="98"/>
                    </a:cubicBezTo>
                    <a:cubicBezTo>
                      <a:pt x="74" y="93"/>
                      <a:pt x="58" y="82"/>
                      <a:pt x="47" y="66"/>
                    </a:cubicBezTo>
                    <a:cubicBezTo>
                      <a:pt x="42" y="55"/>
                      <a:pt x="34" y="50"/>
                      <a:pt x="25" y="50"/>
                    </a:cubicBezTo>
                    <a:cubicBezTo>
                      <a:pt x="12" y="50"/>
                      <a:pt x="0" y="60"/>
                      <a:pt x="3" y="77"/>
                    </a:cubicBezTo>
                    <a:cubicBezTo>
                      <a:pt x="20" y="109"/>
                      <a:pt x="47" y="136"/>
                      <a:pt x="79" y="153"/>
                    </a:cubicBezTo>
                    <a:lnTo>
                      <a:pt x="123" y="153"/>
                    </a:lnTo>
                    <a:cubicBezTo>
                      <a:pt x="139" y="147"/>
                      <a:pt x="161" y="147"/>
                      <a:pt x="177" y="142"/>
                    </a:cubicBezTo>
                    <a:cubicBezTo>
                      <a:pt x="257" y="121"/>
                      <a:pt x="222" y="0"/>
                      <a:pt x="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20"/>
              <p:cNvSpPr/>
              <p:nvPr/>
            </p:nvSpPr>
            <p:spPr>
              <a:xfrm>
                <a:off x="4070900" y="3419425"/>
                <a:ext cx="2325" cy="4075"/>
              </a:xfrm>
              <a:custGeom>
                <a:rect b="b" l="l" r="r" t="t"/>
                <a:pathLst>
                  <a:path extrusionOk="0" h="163" w="93">
                    <a:moveTo>
                      <a:pt x="40" y="1"/>
                    </a:moveTo>
                    <a:cubicBezTo>
                      <a:pt x="22" y="1"/>
                      <a:pt x="4" y="15"/>
                      <a:pt x="11" y="36"/>
                    </a:cubicBezTo>
                    <a:cubicBezTo>
                      <a:pt x="16" y="47"/>
                      <a:pt x="22" y="52"/>
                      <a:pt x="22" y="63"/>
                    </a:cubicBezTo>
                    <a:cubicBezTo>
                      <a:pt x="22" y="69"/>
                      <a:pt x="16" y="74"/>
                      <a:pt x="11" y="80"/>
                    </a:cubicBezTo>
                    <a:cubicBezTo>
                      <a:pt x="0" y="101"/>
                      <a:pt x="0" y="134"/>
                      <a:pt x="16" y="150"/>
                    </a:cubicBezTo>
                    <a:cubicBezTo>
                      <a:pt x="25" y="158"/>
                      <a:pt x="33" y="163"/>
                      <a:pt x="41" y="163"/>
                    </a:cubicBezTo>
                    <a:cubicBezTo>
                      <a:pt x="49" y="163"/>
                      <a:pt x="57" y="158"/>
                      <a:pt x="65" y="150"/>
                    </a:cubicBezTo>
                    <a:cubicBezTo>
                      <a:pt x="82" y="134"/>
                      <a:pt x="92" y="112"/>
                      <a:pt x="92" y="91"/>
                    </a:cubicBezTo>
                    <a:cubicBezTo>
                      <a:pt x="92" y="63"/>
                      <a:pt x="87" y="36"/>
                      <a:pt x="65" y="14"/>
                    </a:cubicBezTo>
                    <a:cubicBezTo>
                      <a:pt x="60" y="5"/>
                      <a:pt x="50" y="1"/>
                      <a:pt x="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20"/>
              <p:cNvSpPr/>
              <p:nvPr/>
            </p:nvSpPr>
            <p:spPr>
              <a:xfrm>
                <a:off x="4074025" y="3419575"/>
                <a:ext cx="2450" cy="4025"/>
              </a:xfrm>
              <a:custGeom>
                <a:rect b="b" l="l" r="r" t="t"/>
                <a:pathLst>
                  <a:path extrusionOk="0" h="161" w="98">
                    <a:moveTo>
                      <a:pt x="54" y="0"/>
                    </a:moveTo>
                    <a:cubicBezTo>
                      <a:pt x="34" y="0"/>
                      <a:pt x="14" y="14"/>
                      <a:pt x="11" y="41"/>
                    </a:cubicBezTo>
                    <a:lnTo>
                      <a:pt x="6" y="41"/>
                    </a:lnTo>
                    <a:cubicBezTo>
                      <a:pt x="6" y="52"/>
                      <a:pt x="6" y="63"/>
                      <a:pt x="6" y="74"/>
                    </a:cubicBezTo>
                    <a:lnTo>
                      <a:pt x="6" y="95"/>
                    </a:lnTo>
                    <a:cubicBezTo>
                      <a:pt x="0" y="101"/>
                      <a:pt x="0" y="112"/>
                      <a:pt x="6" y="123"/>
                    </a:cubicBezTo>
                    <a:cubicBezTo>
                      <a:pt x="6" y="133"/>
                      <a:pt x="11" y="150"/>
                      <a:pt x="22" y="155"/>
                    </a:cubicBezTo>
                    <a:cubicBezTo>
                      <a:pt x="27" y="155"/>
                      <a:pt x="33" y="161"/>
                      <a:pt x="38" y="161"/>
                    </a:cubicBezTo>
                    <a:cubicBezTo>
                      <a:pt x="54" y="161"/>
                      <a:pt x="65" y="150"/>
                      <a:pt x="71" y="139"/>
                    </a:cubicBezTo>
                    <a:cubicBezTo>
                      <a:pt x="76" y="133"/>
                      <a:pt x="82" y="123"/>
                      <a:pt x="87" y="117"/>
                    </a:cubicBezTo>
                    <a:cubicBezTo>
                      <a:pt x="87" y="106"/>
                      <a:pt x="92" y="101"/>
                      <a:pt x="92" y="95"/>
                    </a:cubicBezTo>
                    <a:cubicBezTo>
                      <a:pt x="98" y="74"/>
                      <a:pt x="98" y="57"/>
                      <a:pt x="98" y="41"/>
                    </a:cubicBezTo>
                    <a:cubicBezTo>
                      <a:pt x="95" y="14"/>
                      <a:pt x="75"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20"/>
              <p:cNvSpPr/>
              <p:nvPr/>
            </p:nvSpPr>
            <p:spPr>
              <a:xfrm>
                <a:off x="4036650" y="3427925"/>
                <a:ext cx="2875" cy="5525"/>
              </a:xfrm>
              <a:custGeom>
                <a:rect b="b" l="l" r="r" t="t"/>
                <a:pathLst>
                  <a:path extrusionOk="0" h="221" w="115">
                    <a:moveTo>
                      <a:pt x="79" y="1"/>
                    </a:moveTo>
                    <a:cubicBezTo>
                      <a:pt x="61" y="1"/>
                      <a:pt x="44" y="11"/>
                      <a:pt x="44" y="33"/>
                    </a:cubicBezTo>
                    <a:cubicBezTo>
                      <a:pt x="44" y="60"/>
                      <a:pt x="33" y="82"/>
                      <a:pt x="22" y="104"/>
                    </a:cubicBezTo>
                    <a:cubicBezTo>
                      <a:pt x="6" y="131"/>
                      <a:pt x="0" y="164"/>
                      <a:pt x="11" y="191"/>
                    </a:cubicBezTo>
                    <a:cubicBezTo>
                      <a:pt x="18" y="210"/>
                      <a:pt x="34" y="220"/>
                      <a:pt x="51" y="220"/>
                    </a:cubicBezTo>
                    <a:cubicBezTo>
                      <a:pt x="62" y="220"/>
                      <a:pt x="73" y="216"/>
                      <a:pt x="82" y="207"/>
                    </a:cubicBezTo>
                    <a:cubicBezTo>
                      <a:pt x="93" y="196"/>
                      <a:pt x="93" y="180"/>
                      <a:pt x="87" y="169"/>
                    </a:cubicBezTo>
                    <a:cubicBezTo>
                      <a:pt x="76" y="153"/>
                      <a:pt x="98" y="120"/>
                      <a:pt x="104" y="104"/>
                    </a:cubicBezTo>
                    <a:cubicBezTo>
                      <a:pt x="109" y="82"/>
                      <a:pt x="114" y="60"/>
                      <a:pt x="109" y="33"/>
                    </a:cubicBezTo>
                    <a:lnTo>
                      <a:pt x="114" y="33"/>
                    </a:lnTo>
                    <a:cubicBezTo>
                      <a:pt x="114" y="11"/>
                      <a:pt x="97"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20"/>
              <p:cNvSpPr/>
              <p:nvPr/>
            </p:nvSpPr>
            <p:spPr>
              <a:xfrm>
                <a:off x="4039775" y="3429175"/>
                <a:ext cx="3425" cy="4800"/>
              </a:xfrm>
              <a:custGeom>
                <a:rect b="b" l="l" r="r" t="t"/>
                <a:pathLst>
                  <a:path extrusionOk="0" h="192" w="137">
                    <a:moveTo>
                      <a:pt x="106" y="1"/>
                    </a:moveTo>
                    <a:cubicBezTo>
                      <a:pt x="94" y="1"/>
                      <a:pt x="82" y="8"/>
                      <a:pt x="76" y="21"/>
                    </a:cubicBezTo>
                    <a:cubicBezTo>
                      <a:pt x="65" y="70"/>
                      <a:pt x="0" y="141"/>
                      <a:pt x="55" y="184"/>
                    </a:cubicBezTo>
                    <a:cubicBezTo>
                      <a:pt x="62" y="188"/>
                      <a:pt x="70" y="192"/>
                      <a:pt x="78" y="192"/>
                    </a:cubicBezTo>
                    <a:cubicBezTo>
                      <a:pt x="81" y="192"/>
                      <a:pt x="84" y="191"/>
                      <a:pt x="87" y="190"/>
                    </a:cubicBezTo>
                    <a:cubicBezTo>
                      <a:pt x="109" y="168"/>
                      <a:pt x="125" y="141"/>
                      <a:pt x="131" y="114"/>
                    </a:cubicBezTo>
                    <a:cubicBezTo>
                      <a:pt x="136" y="81"/>
                      <a:pt x="136" y="54"/>
                      <a:pt x="131" y="21"/>
                    </a:cubicBezTo>
                    <a:cubicBezTo>
                      <a:pt x="128" y="8"/>
                      <a:pt x="117" y="1"/>
                      <a:pt x="1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20"/>
              <p:cNvSpPr/>
              <p:nvPr/>
            </p:nvSpPr>
            <p:spPr>
              <a:xfrm>
                <a:off x="4044650" y="3430475"/>
                <a:ext cx="2750" cy="3600"/>
              </a:xfrm>
              <a:custGeom>
                <a:rect b="b" l="l" r="r" t="t"/>
                <a:pathLst>
                  <a:path extrusionOk="0" h="144" w="110">
                    <a:moveTo>
                      <a:pt x="71" y="1"/>
                    </a:moveTo>
                    <a:cubicBezTo>
                      <a:pt x="68" y="1"/>
                      <a:pt x="64" y="1"/>
                      <a:pt x="61" y="2"/>
                    </a:cubicBezTo>
                    <a:cubicBezTo>
                      <a:pt x="50" y="2"/>
                      <a:pt x="39" y="13"/>
                      <a:pt x="34" y="29"/>
                    </a:cubicBezTo>
                    <a:cubicBezTo>
                      <a:pt x="23" y="34"/>
                      <a:pt x="17" y="40"/>
                      <a:pt x="12" y="51"/>
                    </a:cubicBezTo>
                    <a:cubicBezTo>
                      <a:pt x="6" y="62"/>
                      <a:pt x="1" y="73"/>
                      <a:pt x="6" y="89"/>
                    </a:cubicBezTo>
                    <a:cubicBezTo>
                      <a:pt x="1" y="94"/>
                      <a:pt x="1" y="105"/>
                      <a:pt x="6" y="111"/>
                    </a:cubicBezTo>
                    <a:lnTo>
                      <a:pt x="6" y="116"/>
                    </a:lnTo>
                    <a:cubicBezTo>
                      <a:pt x="17" y="127"/>
                      <a:pt x="17" y="127"/>
                      <a:pt x="6" y="127"/>
                    </a:cubicBezTo>
                    <a:cubicBezTo>
                      <a:pt x="17" y="138"/>
                      <a:pt x="28" y="143"/>
                      <a:pt x="44" y="143"/>
                    </a:cubicBezTo>
                    <a:cubicBezTo>
                      <a:pt x="55" y="143"/>
                      <a:pt x="66" y="132"/>
                      <a:pt x="72" y="121"/>
                    </a:cubicBezTo>
                    <a:cubicBezTo>
                      <a:pt x="77" y="116"/>
                      <a:pt x="82" y="105"/>
                      <a:pt x="82" y="100"/>
                    </a:cubicBezTo>
                    <a:cubicBezTo>
                      <a:pt x="82" y="94"/>
                      <a:pt x="82" y="89"/>
                      <a:pt x="82" y="89"/>
                    </a:cubicBezTo>
                    <a:cubicBezTo>
                      <a:pt x="88" y="83"/>
                      <a:pt x="93" y="78"/>
                      <a:pt x="93" y="73"/>
                    </a:cubicBezTo>
                    <a:cubicBezTo>
                      <a:pt x="99" y="67"/>
                      <a:pt x="104" y="56"/>
                      <a:pt x="99" y="40"/>
                    </a:cubicBezTo>
                    <a:lnTo>
                      <a:pt x="110" y="40"/>
                    </a:lnTo>
                    <a:cubicBezTo>
                      <a:pt x="110" y="16"/>
                      <a:pt x="93" y="1"/>
                      <a:pt x="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120"/>
            <p:cNvGrpSpPr/>
            <p:nvPr/>
          </p:nvGrpSpPr>
          <p:grpSpPr>
            <a:xfrm>
              <a:off x="7013917" y="2113511"/>
              <a:ext cx="261851" cy="274324"/>
              <a:chOff x="4508875" y="3238825"/>
              <a:chExt cx="191650" cy="201250"/>
            </a:xfrm>
          </p:grpSpPr>
          <p:sp>
            <p:nvSpPr>
              <p:cNvPr id="5073" name="Google Shape;5073;p120"/>
              <p:cNvSpPr/>
              <p:nvPr/>
            </p:nvSpPr>
            <p:spPr>
              <a:xfrm>
                <a:off x="4508875" y="3341900"/>
                <a:ext cx="188250" cy="98175"/>
              </a:xfrm>
              <a:custGeom>
                <a:rect b="b" l="l" r="r" t="t"/>
                <a:pathLst>
                  <a:path extrusionOk="0" h="3927" w="7530">
                    <a:moveTo>
                      <a:pt x="5692" y="577"/>
                    </a:moveTo>
                    <a:lnTo>
                      <a:pt x="5692" y="577"/>
                    </a:lnTo>
                    <a:cubicBezTo>
                      <a:pt x="5692" y="582"/>
                      <a:pt x="5686" y="593"/>
                      <a:pt x="5686" y="599"/>
                    </a:cubicBezTo>
                    <a:lnTo>
                      <a:pt x="5681" y="599"/>
                    </a:lnTo>
                    <a:lnTo>
                      <a:pt x="5676" y="593"/>
                    </a:lnTo>
                    <a:cubicBezTo>
                      <a:pt x="5681" y="588"/>
                      <a:pt x="5686" y="582"/>
                      <a:pt x="5692" y="577"/>
                    </a:cubicBezTo>
                    <a:close/>
                    <a:moveTo>
                      <a:pt x="6089" y="441"/>
                    </a:moveTo>
                    <a:cubicBezTo>
                      <a:pt x="6089" y="479"/>
                      <a:pt x="6094" y="517"/>
                      <a:pt x="6094" y="555"/>
                    </a:cubicBezTo>
                    <a:cubicBezTo>
                      <a:pt x="6089" y="610"/>
                      <a:pt x="6083" y="615"/>
                      <a:pt x="6029" y="620"/>
                    </a:cubicBezTo>
                    <a:lnTo>
                      <a:pt x="5985" y="631"/>
                    </a:lnTo>
                    <a:cubicBezTo>
                      <a:pt x="6018" y="610"/>
                      <a:pt x="6045" y="577"/>
                      <a:pt x="6062" y="539"/>
                    </a:cubicBezTo>
                    <a:lnTo>
                      <a:pt x="6062" y="544"/>
                    </a:lnTo>
                    <a:cubicBezTo>
                      <a:pt x="6072" y="506"/>
                      <a:pt x="6062" y="474"/>
                      <a:pt x="6040" y="446"/>
                    </a:cubicBezTo>
                    <a:lnTo>
                      <a:pt x="6089" y="441"/>
                    </a:lnTo>
                    <a:close/>
                    <a:moveTo>
                      <a:pt x="3963" y="1180"/>
                    </a:moveTo>
                    <a:cubicBezTo>
                      <a:pt x="3963" y="1191"/>
                      <a:pt x="3963" y="1207"/>
                      <a:pt x="3963" y="1218"/>
                    </a:cubicBezTo>
                    <a:cubicBezTo>
                      <a:pt x="3958" y="1207"/>
                      <a:pt x="3952" y="1197"/>
                      <a:pt x="3947" y="1186"/>
                    </a:cubicBezTo>
                    <a:lnTo>
                      <a:pt x="3963" y="1180"/>
                    </a:lnTo>
                    <a:close/>
                    <a:moveTo>
                      <a:pt x="3746" y="1267"/>
                    </a:moveTo>
                    <a:lnTo>
                      <a:pt x="3746" y="1267"/>
                    </a:lnTo>
                    <a:cubicBezTo>
                      <a:pt x="3724" y="1294"/>
                      <a:pt x="3713" y="1327"/>
                      <a:pt x="3724" y="1365"/>
                    </a:cubicBezTo>
                    <a:cubicBezTo>
                      <a:pt x="3702" y="1343"/>
                      <a:pt x="3692" y="1322"/>
                      <a:pt x="3681" y="1294"/>
                    </a:cubicBezTo>
                    <a:lnTo>
                      <a:pt x="3746" y="1267"/>
                    </a:lnTo>
                    <a:close/>
                    <a:moveTo>
                      <a:pt x="3952" y="1322"/>
                    </a:moveTo>
                    <a:cubicBezTo>
                      <a:pt x="3958" y="1338"/>
                      <a:pt x="3952" y="1360"/>
                      <a:pt x="3947" y="1376"/>
                    </a:cubicBezTo>
                    <a:cubicBezTo>
                      <a:pt x="3936" y="1403"/>
                      <a:pt x="3904" y="1419"/>
                      <a:pt x="3876" y="1419"/>
                    </a:cubicBezTo>
                    <a:cubicBezTo>
                      <a:pt x="3882" y="1414"/>
                      <a:pt x="3893" y="1403"/>
                      <a:pt x="3898" y="1392"/>
                    </a:cubicBezTo>
                    <a:cubicBezTo>
                      <a:pt x="3909" y="1387"/>
                      <a:pt x="3920" y="1376"/>
                      <a:pt x="3925" y="1365"/>
                    </a:cubicBezTo>
                    <a:cubicBezTo>
                      <a:pt x="3936" y="1349"/>
                      <a:pt x="3947" y="1338"/>
                      <a:pt x="3952" y="1322"/>
                    </a:cubicBezTo>
                    <a:close/>
                    <a:moveTo>
                      <a:pt x="3083" y="1517"/>
                    </a:moveTo>
                    <a:cubicBezTo>
                      <a:pt x="3077" y="1534"/>
                      <a:pt x="3072" y="1550"/>
                      <a:pt x="3066" y="1572"/>
                    </a:cubicBezTo>
                    <a:cubicBezTo>
                      <a:pt x="3066" y="1583"/>
                      <a:pt x="3061" y="1599"/>
                      <a:pt x="3061" y="1615"/>
                    </a:cubicBezTo>
                    <a:cubicBezTo>
                      <a:pt x="3061" y="1610"/>
                      <a:pt x="3056" y="1604"/>
                      <a:pt x="3056" y="1604"/>
                    </a:cubicBezTo>
                    <a:cubicBezTo>
                      <a:pt x="3039" y="1583"/>
                      <a:pt x="3023" y="1566"/>
                      <a:pt x="3012" y="1539"/>
                    </a:cubicBezTo>
                    <a:lnTo>
                      <a:pt x="3077" y="1517"/>
                    </a:lnTo>
                    <a:close/>
                    <a:moveTo>
                      <a:pt x="2316" y="1762"/>
                    </a:moveTo>
                    <a:lnTo>
                      <a:pt x="2300" y="1789"/>
                    </a:lnTo>
                    <a:lnTo>
                      <a:pt x="2284" y="1778"/>
                    </a:lnTo>
                    <a:lnTo>
                      <a:pt x="2316" y="1762"/>
                    </a:lnTo>
                    <a:close/>
                    <a:moveTo>
                      <a:pt x="1755" y="1992"/>
                    </a:moveTo>
                    <a:lnTo>
                      <a:pt x="1746" y="2007"/>
                    </a:lnTo>
                    <a:lnTo>
                      <a:pt x="1740" y="2012"/>
                    </a:lnTo>
                    <a:lnTo>
                      <a:pt x="1740" y="2001"/>
                    </a:lnTo>
                    <a:cubicBezTo>
                      <a:pt x="1740" y="2001"/>
                      <a:pt x="1740" y="1996"/>
                      <a:pt x="1740" y="1996"/>
                    </a:cubicBezTo>
                    <a:lnTo>
                      <a:pt x="1755" y="1992"/>
                    </a:lnTo>
                    <a:close/>
                    <a:moveTo>
                      <a:pt x="7236" y="147"/>
                    </a:moveTo>
                    <a:cubicBezTo>
                      <a:pt x="7236" y="158"/>
                      <a:pt x="7236" y="169"/>
                      <a:pt x="7236" y="175"/>
                    </a:cubicBezTo>
                    <a:cubicBezTo>
                      <a:pt x="7247" y="202"/>
                      <a:pt x="7252" y="229"/>
                      <a:pt x="7252" y="262"/>
                    </a:cubicBezTo>
                    <a:cubicBezTo>
                      <a:pt x="7247" y="316"/>
                      <a:pt x="7257" y="376"/>
                      <a:pt x="7285" y="430"/>
                    </a:cubicBezTo>
                    <a:cubicBezTo>
                      <a:pt x="7301" y="463"/>
                      <a:pt x="7312" y="501"/>
                      <a:pt x="7323" y="539"/>
                    </a:cubicBezTo>
                    <a:cubicBezTo>
                      <a:pt x="7208" y="566"/>
                      <a:pt x="7105" y="610"/>
                      <a:pt x="7007" y="664"/>
                    </a:cubicBezTo>
                    <a:cubicBezTo>
                      <a:pt x="6882" y="729"/>
                      <a:pt x="6746" y="783"/>
                      <a:pt x="6616" y="849"/>
                    </a:cubicBezTo>
                    <a:cubicBezTo>
                      <a:pt x="6502" y="908"/>
                      <a:pt x="6426" y="963"/>
                      <a:pt x="6404" y="1099"/>
                    </a:cubicBezTo>
                    <a:cubicBezTo>
                      <a:pt x="6393" y="1169"/>
                      <a:pt x="6382" y="1235"/>
                      <a:pt x="6371" y="1305"/>
                    </a:cubicBezTo>
                    <a:cubicBezTo>
                      <a:pt x="6350" y="1371"/>
                      <a:pt x="6322" y="1436"/>
                      <a:pt x="6284" y="1501"/>
                    </a:cubicBezTo>
                    <a:cubicBezTo>
                      <a:pt x="6159" y="1735"/>
                      <a:pt x="5958" y="1838"/>
                      <a:pt x="5714" y="1930"/>
                    </a:cubicBezTo>
                    <a:cubicBezTo>
                      <a:pt x="5659" y="1958"/>
                      <a:pt x="5599" y="1974"/>
                      <a:pt x="5540" y="1996"/>
                    </a:cubicBezTo>
                    <a:cubicBezTo>
                      <a:pt x="5469" y="2007"/>
                      <a:pt x="5409" y="2007"/>
                      <a:pt x="5344" y="2028"/>
                    </a:cubicBezTo>
                    <a:cubicBezTo>
                      <a:pt x="5301" y="2041"/>
                      <a:pt x="5256" y="2049"/>
                      <a:pt x="5211" y="2049"/>
                    </a:cubicBezTo>
                    <a:cubicBezTo>
                      <a:pt x="5181" y="2049"/>
                      <a:pt x="5151" y="2046"/>
                      <a:pt x="5121" y="2039"/>
                    </a:cubicBezTo>
                    <a:lnTo>
                      <a:pt x="5116" y="2039"/>
                    </a:lnTo>
                    <a:cubicBezTo>
                      <a:pt x="5121" y="1903"/>
                      <a:pt x="5050" y="1746"/>
                      <a:pt x="5012" y="1626"/>
                    </a:cubicBezTo>
                    <a:cubicBezTo>
                      <a:pt x="4958" y="1441"/>
                      <a:pt x="4915" y="1251"/>
                      <a:pt x="4887" y="1055"/>
                    </a:cubicBezTo>
                    <a:cubicBezTo>
                      <a:pt x="4887" y="957"/>
                      <a:pt x="4833" y="865"/>
                      <a:pt x="4746" y="816"/>
                    </a:cubicBezTo>
                    <a:cubicBezTo>
                      <a:pt x="4752" y="794"/>
                      <a:pt x="4757" y="773"/>
                      <a:pt x="4768" y="756"/>
                    </a:cubicBezTo>
                    <a:cubicBezTo>
                      <a:pt x="4800" y="696"/>
                      <a:pt x="4849" y="648"/>
                      <a:pt x="4909" y="620"/>
                    </a:cubicBezTo>
                    <a:cubicBezTo>
                      <a:pt x="5040" y="561"/>
                      <a:pt x="5175" y="523"/>
                      <a:pt x="5317" y="506"/>
                    </a:cubicBezTo>
                    <a:cubicBezTo>
                      <a:pt x="5382" y="495"/>
                      <a:pt x="5458" y="501"/>
                      <a:pt x="5534" y="490"/>
                    </a:cubicBezTo>
                    <a:lnTo>
                      <a:pt x="5534" y="506"/>
                    </a:lnTo>
                    <a:cubicBezTo>
                      <a:pt x="5513" y="566"/>
                      <a:pt x="5518" y="631"/>
                      <a:pt x="5545" y="691"/>
                    </a:cubicBezTo>
                    <a:cubicBezTo>
                      <a:pt x="5596" y="792"/>
                      <a:pt x="5708" y="831"/>
                      <a:pt x="5817" y="831"/>
                    </a:cubicBezTo>
                    <a:cubicBezTo>
                      <a:pt x="5837" y="831"/>
                      <a:pt x="5857" y="830"/>
                      <a:pt x="5877" y="827"/>
                    </a:cubicBezTo>
                    <a:cubicBezTo>
                      <a:pt x="5947" y="816"/>
                      <a:pt x="6023" y="805"/>
                      <a:pt x="6094" y="789"/>
                    </a:cubicBezTo>
                    <a:cubicBezTo>
                      <a:pt x="6154" y="778"/>
                      <a:pt x="6208" y="740"/>
                      <a:pt x="6230" y="686"/>
                    </a:cubicBezTo>
                    <a:cubicBezTo>
                      <a:pt x="6263" y="599"/>
                      <a:pt x="6274" y="506"/>
                      <a:pt x="6252" y="414"/>
                    </a:cubicBezTo>
                    <a:cubicBezTo>
                      <a:pt x="6529" y="365"/>
                      <a:pt x="6801" y="294"/>
                      <a:pt x="7067" y="207"/>
                    </a:cubicBezTo>
                    <a:cubicBezTo>
                      <a:pt x="7127" y="196"/>
                      <a:pt x="7181" y="175"/>
                      <a:pt x="7236" y="147"/>
                    </a:cubicBezTo>
                    <a:close/>
                    <a:moveTo>
                      <a:pt x="1582" y="2055"/>
                    </a:moveTo>
                    <a:lnTo>
                      <a:pt x="1582" y="2055"/>
                    </a:lnTo>
                    <a:cubicBezTo>
                      <a:pt x="1577" y="2066"/>
                      <a:pt x="1572" y="2077"/>
                      <a:pt x="1572" y="2088"/>
                    </a:cubicBezTo>
                    <a:lnTo>
                      <a:pt x="1550" y="2066"/>
                    </a:lnTo>
                    <a:lnTo>
                      <a:pt x="1582" y="2055"/>
                    </a:lnTo>
                    <a:close/>
                    <a:moveTo>
                      <a:pt x="4670" y="941"/>
                    </a:moveTo>
                    <a:cubicBezTo>
                      <a:pt x="4681" y="952"/>
                      <a:pt x="4692" y="957"/>
                      <a:pt x="4703" y="963"/>
                    </a:cubicBezTo>
                    <a:cubicBezTo>
                      <a:pt x="4746" y="1001"/>
                      <a:pt x="4735" y="1088"/>
                      <a:pt x="4741" y="1142"/>
                    </a:cubicBezTo>
                    <a:cubicBezTo>
                      <a:pt x="4768" y="1311"/>
                      <a:pt x="4806" y="1479"/>
                      <a:pt x="4860" y="1642"/>
                    </a:cubicBezTo>
                    <a:cubicBezTo>
                      <a:pt x="4877" y="1713"/>
                      <a:pt x="4947" y="1871"/>
                      <a:pt x="4953" y="1985"/>
                    </a:cubicBezTo>
                    <a:lnTo>
                      <a:pt x="4936" y="1985"/>
                    </a:lnTo>
                    <a:cubicBezTo>
                      <a:pt x="4932" y="1984"/>
                      <a:pt x="4928" y="1984"/>
                      <a:pt x="4924" y="1984"/>
                    </a:cubicBezTo>
                    <a:cubicBezTo>
                      <a:pt x="4863" y="1984"/>
                      <a:pt x="4846" y="2058"/>
                      <a:pt x="4871" y="2104"/>
                    </a:cubicBezTo>
                    <a:cubicBezTo>
                      <a:pt x="4833" y="2115"/>
                      <a:pt x="4790" y="2121"/>
                      <a:pt x="4746" y="2132"/>
                    </a:cubicBezTo>
                    <a:cubicBezTo>
                      <a:pt x="4670" y="2148"/>
                      <a:pt x="4599" y="2164"/>
                      <a:pt x="4529" y="2191"/>
                    </a:cubicBezTo>
                    <a:cubicBezTo>
                      <a:pt x="4458" y="2213"/>
                      <a:pt x="4393" y="2246"/>
                      <a:pt x="4322" y="2273"/>
                    </a:cubicBezTo>
                    <a:cubicBezTo>
                      <a:pt x="4235" y="2305"/>
                      <a:pt x="4148" y="2316"/>
                      <a:pt x="4061" y="2349"/>
                    </a:cubicBezTo>
                    <a:cubicBezTo>
                      <a:pt x="3893" y="2403"/>
                      <a:pt x="3719" y="2447"/>
                      <a:pt x="3550" y="2512"/>
                    </a:cubicBezTo>
                    <a:cubicBezTo>
                      <a:pt x="3490" y="2539"/>
                      <a:pt x="3431" y="2572"/>
                      <a:pt x="3365" y="2599"/>
                    </a:cubicBezTo>
                    <a:cubicBezTo>
                      <a:pt x="3278" y="2637"/>
                      <a:pt x="3181" y="2659"/>
                      <a:pt x="3094" y="2691"/>
                    </a:cubicBezTo>
                    <a:cubicBezTo>
                      <a:pt x="2925" y="2746"/>
                      <a:pt x="2746" y="2784"/>
                      <a:pt x="2577" y="2833"/>
                    </a:cubicBezTo>
                    <a:cubicBezTo>
                      <a:pt x="2403" y="2882"/>
                      <a:pt x="2229" y="2941"/>
                      <a:pt x="2061" y="3001"/>
                    </a:cubicBezTo>
                    <a:cubicBezTo>
                      <a:pt x="1892" y="3061"/>
                      <a:pt x="1713" y="3132"/>
                      <a:pt x="1534" y="3181"/>
                    </a:cubicBezTo>
                    <a:lnTo>
                      <a:pt x="1495" y="3192"/>
                    </a:lnTo>
                    <a:cubicBezTo>
                      <a:pt x="1491" y="3190"/>
                      <a:pt x="1486" y="3189"/>
                      <a:pt x="1481" y="3189"/>
                    </a:cubicBezTo>
                    <a:cubicBezTo>
                      <a:pt x="1470" y="3189"/>
                      <a:pt x="1458" y="3193"/>
                      <a:pt x="1447" y="3197"/>
                    </a:cubicBezTo>
                    <a:cubicBezTo>
                      <a:pt x="1429" y="3202"/>
                      <a:pt x="1411" y="3205"/>
                      <a:pt x="1393" y="3205"/>
                    </a:cubicBezTo>
                    <a:cubicBezTo>
                      <a:pt x="1355" y="3205"/>
                      <a:pt x="1317" y="3194"/>
                      <a:pt x="1283" y="3175"/>
                    </a:cubicBezTo>
                    <a:cubicBezTo>
                      <a:pt x="1224" y="3121"/>
                      <a:pt x="1175" y="3056"/>
                      <a:pt x="1148" y="2980"/>
                    </a:cubicBezTo>
                    <a:cubicBezTo>
                      <a:pt x="1050" y="2811"/>
                      <a:pt x="941" y="2632"/>
                      <a:pt x="914" y="2436"/>
                    </a:cubicBezTo>
                    <a:cubicBezTo>
                      <a:pt x="898" y="2376"/>
                      <a:pt x="903" y="2316"/>
                      <a:pt x="936" y="2267"/>
                    </a:cubicBezTo>
                    <a:cubicBezTo>
                      <a:pt x="985" y="2257"/>
                      <a:pt x="1044" y="2246"/>
                      <a:pt x="1050" y="2246"/>
                    </a:cubicBezTo>
                    <a:cubicBezTo>
                      <a:pt x="1131" y="2224"/>
                      <a:pt x="1207" y="2202"/>
                      <a:pt x="1289" y="2170"/>
                    </a:cubicBezTo>
                    <a:cubicBezTo>
                      <a:pt x="1343" y="2148"/>
                      <a:pt x="1398" y="2126"/>
                      <a:pt x="1452" y="2104"/>
                    </a:cubicBezTo>
                    <a:cubicBezTo>
                      <a:pt x="1517" y="2219"/>
                      <a:pt x="1642" y="2295"/>
                      <a:pt x="1778" y="2300"/>
                    </a:cubicBezTo>
                    <a:cubicBezTo>
                      <a:pt x="1974" y="2284"/>
                      <a:pt x="1974" y="2055"/>
                      <a:pt x="1974" y="1909"/>
                    </a:cubicBezTo>
                    <a:cubicBezTo>
                      <a:pt x="2055" y="1876"/>
                      <a:pt x="2137" y="1843"/>
                      <a:pt x="2213" y="1811"/>
                    </a:cubicBezTo>
                    <a:cubicBezTo>
                      <a:pt x="2229" y="1838"/>
                      <a:pt x="2246" y="1871"/>
                      <a:pt x="2262" y="1898"/>
                    </a:cubicBezTo>
                    <a:cubicBezTo>
                      <a:pt x="2273" y="1941"/>
                      <a:pt x="2300" y="1979"/>
                      <a:pt x="2333" y="2007"/>
                    </a:cubicBezTo>
                    <a:cubicBezTo>
                      <a:pt x="2362" y="2025"/>
                      <a:pt x="2395" y="2033"/>
                      <a:pt x="2429" y="2033"/>
                    </a:cubicBezTo>
                    <a:cubicBezTo>
                      <a:pt x="2476" y="2033"/>
                      <a:pt x="2523" y="2016"/>
                      <a:pt x="2561" y="1985"/>
                    </a:cubicBezTo>
                    <a:cubicBezTo>
                      <a:pt x="2637" y="1925"/>
                      <a:pt x="2757" y="1746"/>
                      <a:pt x="2697" y="1642"/>
                    </a:cubicBezTo>
                    <a:cubicBezTo>
                      <a:pt x="2740" y="1626"/>
                      <a:pt x="2789" y="1615"/>
                      <a:pt x="2838" y="1599"/>
                    </a:cubicBezTo>
                    <a:cubicBezTo>
                      <a:pt x="2876" y="1588"/>
                      <a:pt x="2914" y="1577"/>
                      <a:pt x="2947" y="1561"/>
                    </a:cubicBezTo>
                    <a:cubicBezTo>
                      <a:pt x="2963" y="1604"/>
                      <a:pt x="2974" y="1642"/>
                      <a:pt x="2990" y="1680"/>
                    </a:cubicBezTo>
                    <a:cubicBezTo>
                      <a:pt x="3015" y="1754"/>
                      <a:pt x="3084" y="1801"/>
                      <a:pt x="3158" y="1801"/>
                    </a:cubicBezTo>
                    <a:cubicBezTo>
                      <a:pt x="3165" y="1801"/>
                      <a:pt x="3173" y="1801"/>
                      <a:pt x="3181" y="1800"/>
                    </a:cubicBezTo>
                    <a:cubicBezTo>
                      <a:pt x="3333" y="1762"/>
                      <a:pt x="3403" y="1561"/>
                      <a:pt x="3338" y="1425"/>
                    </a:cubicBezTo>
                    <a:cubicBezTo>
                      <a:pt x="3436" y="1392"/>
                      <a:pt x="3534" y="1354"/>
                      <a:pt x="3632" y="1311"/>
                    </a:cubicBezTo>
                    <a:cubicBezTo>
                      <a:pt x="3637" y="1387"/>
                      <a:pt x="3664" y="1458"/>
                      <a:pt x="3724" y="1501"/>
                    </a:cubicBezTo>
                    <a:cubicBezTo>
                      <a:pt x="3778" y="1544"/>
                      <a:pt x="3845" y="1569"/>
                      <a:pt x="3912" y="1569"/>
                    </a:cubicBezTo>
                    <a:cubicBezTo>
                      <a:pt x="3946" y="1569"/>
                      <a:pt x="3980" y="1563"/>
                      <a:pt x="4012" y="1550"/>
                    </a:cubicBezTo>
                    <a:cubicBezTo>
                      <a:pt x="4110" y="1501"/>
                      <a:pt x="4121" y="1392"/>
                      <a:pt x="4132" y="1294"/>
                    </a:cubicBezTo>
                    <a:cubicBezTo>
                      <a:pt x="4137" y="1235"/>
                      <a:pt x="4132" y="1180"/>
                      <a:pt x="4116" y="1126"/>
                    </a:cubicBezTo>
                    <a:cubicBezTo>
                      <a:pt x="4219" y="1082"/>
                      <a:pt x="4322" y="1044"/>
                      <a:pt x="4431" y="1012"/>
                    </a:cubicBezTo>
                    <a:cubicBezTo>
                      <a:pt x="4469" y="995"/>
                      <a:pt x="4507" y="985"/>
                      <a:pt x="4545" y="974"/>
                    </a:cubicBezTo>
                    <a:cubicBezTo>
                      <a:pt x="4583" y="957"/>
                      <a:pt x="4621" y="947"/>
                      <a:pt x="4659" y="941"/>
                    </a:cubicBezTo>
                    <a:close/>
                    <a:moveTo>
                      <a:pt x="706" y="1718"/>
                    </a:moveTo>
                    <a:cubicBezTo>
                      <a:pt x="758" y="1718"/>
                      <a:pt x="811" y="1741"/>
                      <a:pt x="865" y="1773"/>
                    </a:cubicBezTo>
                    <a:cubicBezTo>
                      <a:pt x="963" y="1827"/>
                      <a:pt x="1093" y="1903"/>
                      <a:pt x="1158" y="2007"/>
                    </a:cubicBezTo>
                    <a:cubicBezTo>
                      <a:pt x="1028" y="2039"/>
                      <a:pt x="887" y="2083"/>
                      <a:pt x="805" y="2186"/>
                    </a:cubicBezTo>
                    <a:cubicBezTo>
                      <a:pt x="696" y="2327"/>
                      <a:pt x="773" y="2561"/>
                      <a:pt x="832" y="2708"/>
                    </a:cubicBezTo>
                    <a:cubicBezTo>
                      <a:pt x="898" y="2871"/>
                      <a:pt x="979" y="3034"/>
                      <a:pt x="1071" y="3186"/>
                    </a:cubicBezTo>
                    <a:cubicBezTo>
                      <a:pt x="1137" y="3298"/>
                      <a:pt x="1255" y="3367"/>
                      <a:pt x="1381" y="3367"/>
                    </a:cubicBezTo>
                    <a:cubicBezTo>
                      <a:pt x="1390" y="3367"/>
                      <a:pt x="1399" y="3366"/>
                      <a:pt x="1408" y="3365"/>
                    </a:cubicBezTo>
                    <a:lnTo>
                      <a:pt x="1408" y="3365"/>
                    </a:lnTo>
                    <a:cubicBezTo>
                      <a:pt x="1403" y="3420"/>
                      <a:pt x="1387" y="3469"/>
                      <a:pt x="1360" y="3512"/>
                    </a:cubicBezTo>
                    <a:lnTo>
                      <a:pt x="1354" y="3512"/>
                    </a:lnTo>
                    <a:cubicBezTo>
                      <a:pt x="1300" y="3583"/>
                      <a:pt x="1240" y="3637"/>
                      <a:pt x="1169" y="3686"/>
                    </a:cubicBezTo>
                    <a:cubicBezTo>
                      <a:pt x="1112" y="3730"/>
                      <a:pt x="1037" y="3754"/>
                      <a:pt x="963" y="3754"/>
                    </a:cubicBezTo>
                    <a:cubicBezTo>
                      <a:pt x="889" y="3754"/>
                      <a:pt x="816" y="3730"/>
                      <a:pt x="762" y="3675"/>
                    </a:cubicBezTo>
                    <a:cubicBezTo>
                      <a:pt x="642" y="3556"/>
                      <a:pt x="522" y="3431"/>
                      <a:pt x="414" y="3295"/>
                    </a:cubicBezTo>
                    <a:cubicBezTo>
                      <a:pt x="180" y="3018"/>
                      <a:pt x="93" y="2643"/>
                      <a:pt x="191" y="2295"/>
                    </a:cubicBezTo>
                    <a:cubicBezTo>
                      <a:pt x="240" y="2142"/>
                      <a:pt x="294" y="1968"/>
                      <a:pt x="430" y="1871"/>
                    </a:cubicBezTo>
                    <a:cubicBezTo>
                      <a:pt x="484" y="1833"/>
                      <a:pt x="539" y="1795"/>
                      <a:pt x="593" y="1756"/>
                    </a:cubicBezTo>
                    <a:cubicBezTo>
                      <a:pt x="631" y="1730"/>
                      <a:pt x="669" y="1718"/>
                      <a:pt x="706" y="1718"/>
                    </a:cubicBezTo>
                    <a:close/>
                    <a:moveTo>
                      <a:pt x="7268" y="1"/>
                    </a:moveTo>
                    <a:cubicBezTo>
                      <a:pt x="7213" y="1"/>
                      <a:pt x="7151" y="36"/>
                      <a:pt x="7100" y="50"/>
                    </a:cubicBezTo>
                    <a:cubicBezTo>
                      <a:pt x="6953" y="93"/>
                      <a:pt x="6801" y="137"/>
                      <a:pt x="6654" y="180"/>
                    </a:cubicBezTo>
                    <a:cubicBezTo>
                      <a:pt x="6583" y="202"/>
                      <a:pt x="6518" y="207"/>
                      <a:pt x="6447" y="224"/>
                    </a:cubicBezTo>
                    <a:cubicBezTo>
                      <a:pt x="6371" y="251"/>
                      <a:pt x="6290" y="273"/>
                      <a:pt x="6208" y="283"/>
                    </a:cubicBezTo>
                    <a:cubicBezTo>
                      <a:pt x="6149" y="289"/>
                      <a:pt x="6089" y="300"/>
                      <a:pt x="6023" y="311"/>
                    </a:cubicBezTo>
                    <a:cubicBezTo>
                      <a:pt x="5958" y="321"/>
                      <a:pt x="5888" y="316"/>
                      <a:pt x="5822" y="332"/>
                    </a:cubicBezTo>
                    <a:cubicBezTo>
                      <a:pt x="5799" y="336"/>
                      <a:pt x="5774" y="340"/>
                      <a:pt x="5749" y="340"/>
                    </a:cubicBezTo>
                    <a:cubicBezTo>
                      <a:pt x="5739" y="340"/>
                      <a:pt x="5729" y="339"/>
                      <a:pt x="5719" y="338"/>
                    </a:cubicBezTo>
                    <a:cubicBezTo>
                      <a:pt x="5697" y="327"/>
                      <a:pt x="5676" y="321"/>
                      <a:pt x="5654" y="321"/>
                    </a:cubicBezTo>
                    <a:cubicBezTo>
                      <a:pt x="5578" y="321"/>
                      <a:pt x="5507" y="332"/>
                      <a:pt x="5431" y="343"/>
                    </a:cubicBezTo>
                    <a:cubicBezTo>
                      <a:pt x="5301" y="354"/>
                      <a:pt x="5170" y="376"/>
                      <a:pt x="5040" y="408"/>
                    </a:cubicBezTo>
                    <a:cubicBezTo>
                      <a:pt x="4909" y="436"/>
                      <a:pt x="4784" y="501"/>
                      <a:pt x="4692" y="604"/>
                    </a:cubicBezTo>
                    <a:cubicBezTo>
                      <a:pt x="4654" y="653"/>
                      <a:pt x="4632" y="707"/>
                      <a:pt x="4621" y="773"/>
                    </a:cubicBezTo>
                    <a:lnTo>
                      <a:pt x="4621" y="789"/>
                    </a:lnTo>
                    <a:cubicBezTo>
                      <a:pt x="4436" y="811"/>
                      <a:pt x="4251" y="908"/>
                      <a:pt x="4072" y="974"/>
                    </a:cubicBezTo>
                    <a:cubicBezTo>
                      <a:pt x="3871" y="1050"/>
                      <a:pt x="3670" y="1137"/>
                      <a:pt x="3469" y="1213"/>
                    </a:cubicBezTo>
                    <a:cubicBezTo>
                      <a:pt x="3235" y="1300"/>
                      <a:pt x="3001" y="1392"/>
                      <a:pt x="2762" y="1463"/>
                    </a:cubicBezTo>
                    <a:cubicBezTo>
                      <a:pt x="2539" y="1528"/>
                      <a:pt x="2327" y="1604"/>
                      <a:pt x="2115" y="1697"/>
                    </a:cubicBezTo>
                    <a:cubicBezTo>
                      <a:pt x="1909" y="1789"/>
                      <a:pt x="1691" y="1854"/>
                      <a:pt x="1479" y="1930"/>
                    </a:cubicBezTo>
                    <a:cubicBezTo>
                      <a:pt x="1474" y="1929"/>
                      <a:pt x="1469" y="1928"/>
                      <a:pt x="1464" y="1928"/>
                    </a:cubicBezTo>
                    <a:cubicBezTo>
                      <a:pt x="1448" y="1928"/>
                      <a:pt x="1433" y="1936"/>
                      <a:pt x="1425" y="1952"/>
                    </a:cubicBezTo>
                    <a:cubicBezTo>
                      <a:pt x="1370" y="1974"/>
                      <a:pt x="1322" y="2001"/>
                      <a:pt x="1267" y="2023"/>
                    </a:cubicBezTo>
                    <a:cubicBezTo>
                      <a:pt x="1240" y="1903"/>
                      <a:pt x="1164" y="1800"/>
                      <a:pt x="1061" y="1735"/>
                    </a:cubicBezTo>
                    <a:cubicBezTo>
                      <a:pt x="962" y="1656"/>
                      <a:pt x="832" y="1563"/>
                      <a:pt x="695" y="1563"/>
                    </a:cubicBezTo>
                    <a:cubicBezTo>
                      <a:pt x="681" y="1563"/>
                      <a:pt x="667" y="1564"/>
                      <a:pt x="653" y="1566"/>
                    </a:cubicBezTo>
                    <a:cubicBezTo>
                      <a:pt x="588" y="1577"/>
                      <a:pt x="522" y="1610"/>
                      <a:pt x="468" y="1653"/>
                    </a:cubicBezTo>
                    <a:cubicBezTo>
                      <a:pt x="408" y="1702"/>
                      <a:pt x="338" y="1746"/>
                      <a:pt x="278" y="1800"/>
                    </a:cubicBezTo>
                    <a:cubicBezTo>
                      <a:pt x="169" y="1898"/>
                      <a:pt x="126" y="2050"/>
                      <a:pt x="82" y="2186"/>
                    </a:cubicBezTo>
                    <a:cubicBezTo>
                      <a:pt x="17" y="2376"/>
                      <a:pt x="1" y="2583"/>
                      <a:pt x="28" y="2784"/>
                    </a:cubicBezTo>
                    <a:cubicBezTo>
                      <a:pt x="39" y="2865"/>
                      <a:pt x="50" y="2941"/>
                      <a:pt x="71" y="3018"/>
                    </a:cubicBezTo>
                    <a:cubicBezTo>
                      <a:pt x="104" y="3099"/>
                      <a:pt x="147" y="3175"/>
                      <a:pt x="196" y="3246"/>
                    </a:cubicBezTo>
                    <a:cubicBezTo>
                      <a:pt x="289" y="3404"/>
                      <a:pt x="403" y="3550"/>
                      <a:pt x="533" y="3675"/>
                    </a:cubicBezTo>
                    <a:cubicBezTo>
                      <a:pt x="642" y="3789"/>
                      <a:pt x="718" y="3893"/>
                      <a:pt x="881" y="3920"/>
                    </a:cubicBezTo>
                    <a:cubicBezTo>
                      <a:pt x="910" y="3925"/>
                      <a:pt x="939" y="3927"/>
                      <a:pt x="967" y="3927"/>
                    </a:cubicBezTo>
                    <a:cubicBezTo>
                      <a:pt x="1107" y="3927"/>
                      <a:pt x="1245" y="3872"/>
                      <a:pt x="1349" y="3773"/>
                    </a:cubicBezTo>
                    <a:cubicBezTo>
                      <a:pt x="1419" y="3713"/>
                      <a:pt x="1474" y="3648"/>
                      <a:pt x="1523" y="3572"/>
                    </a:cubicBezTo>
                    <a:cubicBezTo>
                      <a:pt x="1555" y="3496"/>
                      <a:pt x="1572" y="3420"/>
                      <a:pt x="1572" y="3338"/>
                    </a:cubicBezTo>
                    <a:cubicBezTo>
                      <a:pt x="1707" y="3300"/>
                      <a:pt x="1838" y="3251"/>
                      <a:pt x="1968" y="3202"/>
                    </a:cubicBezTo>
                    <a:cubicBezTo>
                      <a:pt x="2159" y="3132"/>
                      <a:pt x="2354" y="3072"/>
                      <a:pt x="2550" y="3007"/>
                    </a:cubicBezTo>
                    <a:cubicBezTo>
                      <a:pt x="2746" y="2941"/>
                      <a:pt x="2941" y="2903"/>
                      <a:pt x="3132" y="2838"/>
                    </a:cubicBezTo>
                    <a:cubicBezTo>
                      <a:pt x="3224" y="2806"/>
                      <a:pt x="3322" y="2784"/>
                      <a:pt x="3414" y="2751"/>
                    </a:cubicBezTo>
                    <a:cubicBezTo>
                      <a:pt x="3501" y="2713"/>
                      <a:pt x="3583" y="2664"/>
                      <a:pt x="3681" y="2632"/>
                    </a:cubicBezTo>
                    <a:cubicBezTo>
                      <a:pt x="3876" y="2572"/>
                      <a:pt x="4072" y="2501"/>
                      <a:pt x="4273" y="2458"/>
                    </a:cubicBezTo>
                    <a:cubicBezTo>
                      <a:pt x="4442" y="2420"/>
                      <a:pt x="4605" y="2338"/>
                      <a:pt x="4779" y="2300"/>
                    </a:cubicBezTo>
                    <a:cubicBezTo>
                      <a:pt x="4871" y="2284"/>
                      <a:pt x="4985" y="2267"/>
                      <a:pt x="5056" y="2197"/>
                    </a:cubicBezTo>
                    <a:cubicBezTo>
                      <a:pt x="5072" y="2202"/>
                      <a:pt x="5089" y="2208"/>
                      <a:pt x="5105" y="2208"/>
                    </a:cubicBezTo>
                    <a:cubicBezTo>
                      <a:pt x="5144" y="2217"/>
                      <a:pt x="5183" y="2221"/>
                      <a:pt x="5222" y="2221"/>
                    </a:cubicBezTo>
                    <a:cubicBezTo>
                      <a:pt x="5253" y="2221"/>
                      <a:pt x="5285" y="2218"/>
                      <a:pt x="5317" y="2213"/>
                    </a:cubicBezTo>
                    <a:cubicBezTo>
                      <a:pt x="5387" y="2191"/>
                      <a:pt x="5453" y="2180"/>
                      <a:pt x="5518" y="2164"/>
                    </a:cubicBezTo>
                    <a:cubicBezTo>
                      <a:pt x="5583" y="2159"/>
                      <a:pt x="5643" y="2142"/>
                      <a:pt x="5703" y="2115"/>
                    </a:cubicBezTo>
                    <a:cubicBezTo>
                      <a:pt x="5926" y="2034"/>
                      <a:pt x="6170" y="1941"/>
                      <a:pt x="6328" y="1756"/>
                    </a:cubicBezTo>
                    <a:cubicBezTo>
                      <a:pt x="6404" y="1659"/>
                      <a:pt x="6469" y="1550"/>
                      <a:pt x="6513" y="1430"/>
                    </a:cubicBezTo>
                    <a:cubicBezTo>
                      <a:pt x="6534" y="1365"/>
                      <a:pt x="6551" y="1294"/>
                      <a:pt x="6562" y="1229"/>
                    </a:cubicBezTo>
                    <a:cubicBezTo>
                      <a:pt x="6572" y="1159"/>
                      <a:pt x="6567" y="1082"/>
                      <a:pt x="6627" y="1039"/>
                    </a:cubicBezTo>
                    <a:cubicBezTo>
                      <a:pt x="6741" y="957"/>
                      <a:pt x="6893" y="936"/>
                      <a:pt x="7018" y="870"/>
                    </a:cubicBezTo>
                    <a:cubicBezTo>
                      <a:pt x="7154" y="805"/>
                      <a:pt x="7295" y="751"/>
                      <a:pt x="7448" y="713"/>
                    </a:cubicBezTo>
                    <a:cubicBezTo>
                      <a:pt x="7480" y="707"/>
                      <a:pt x="7507" y="680"/>
                      <a:pt x="7513" y="648"/>
                    </a:cubicBezTo>
                    <a:cubicBezTo>
                      <a:pt x="7529" y="539"/>
                      <a:pt x="7502" y="430"/>
                      <a:pt x="7442" y="338"/>
                    </a:cubicBezTo>
                    <a:lnTo>
                      <a:pt x="7448" y="338"/>
                    </a:lnTo>
                    <a:cubicBezTo>
                      <a:pt x="7410" y="283"/>
                      <a:pt x="7426" y="234"/>
                      <a:pt x="7399" y="180"/>
                    </a:cubicBezTo>
                    <a:cubicBezTo>
                      <a:pt x="7388" y="137"/>
                      <a:pt x="7372" y="93"/>
                      <a:pt x="7355" y="50"/>
                    </a:cubicBezTo>
                    <a:cubicBezTo>
                      <a:pt x="7331" y="13"/>
                      <a:pt x="7301" y="1"/>
                      <a:pt x="7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20"/>
              <p:cNvSpPr/>
              <p:nvPr/>
            </p:nvSpPr>
            <p:spPr>
              <a:xfrm>
                <a:off x="4511050" y="3238825"/>
                <a:ext cx="189475" cy="117100"/>
              </a:xfrm>
              <a:custGeom>
                <a:rect b="b" l="l" r="r" t="t"/>
                <a:pathLst>
                  <a:path extrusionOk="0" h="4684" w="7579">
                    <a:moveTo>
                      <a:pt x="5077" y="297"/>
                    </a:moveTo>
                    <a:cubicBezTo>
                      <a:pt x="5066" y="304"/>
                      <a:pt x="5054" y="310"/>
                      <a:pt x="5045" y="319"/>
                    </a:cubicBezTo>
                    <a:cubicBezTo>
                      <a:pt x="5045" y="313"/>
                      <a:pt x="5045" y="313"/>
                      <a:pt x="5045" y="308"/>
                    </a:cubicBezTo>
                    <a:lnTo>
                      <a:pt x="5045" y="297"/>
                    </a:lnTo>
                    <a:close/>
                    <a:moveTo>
                      <a:pt x="5882" y="188"/>
                    </a:moveTo>
                    <a:cubicBezTo>
                      <a:pt x="5882" y="259"/>
                      <a:pt x="5877" y="324"/>
                      <a:pt x="5877" y="395"/>
                    </a:cubicBezTo>
                    <a:cubicBezTo>
                      <a:pt x="5877" y="503"/>
                      <a:pt x="5877" y="612"/>
                      <a:pt x="5871" y="721"/>
                    </a:cubicBezTo>
                    <a:lnTo>
                      <a:pt x="5871" y="748"/>
                    </a:lnTo>
                    <a:lnTo>
                      <a:pt x="5127" y="748"/>
                    </a:lnTo>
                    <a:cubicBezTo>
                      <a:pt x="5116" y="672"/>
                      <a:pt x="5110" y="596"/>
                      <a:pt x="5094" y="520"/>
                    </a:cubicBezTo>
                    <a:cubicBezTo>
                      <a:pt x="5127" y="514"/>
                      <a:pt x="5154" y="503"/>
                      <a:pt x="5186" y="498"/>
                    </a:cubicBezTo>
                    <a:lnTo>
                      <a:pt x="5186" y="487"/>
                    </a:lnTo>
                    <a:cubicBezTo>
                      <a:pt x="5230" y="476"/>
                      <a:pt x="5284" y="482"/>
                      <a:pt x="5328" y="476"/>
                    </a:cubicBezTo>
                    <a:cubicBezTo>
                      <a:pt x="5377" y="465"/>
                      <a:pt x="5420" y="455"/>
                      <a:pt x="5464" y="449"/>
                    </a:cubicBezTo>
                    <a:cubicBezTo>
                      <a:pt x="5594" y="444"/>
                      <a:pt x="5822" y="455"/>
                      <a:pt x="5855" y="291"/>
                    </a:cubicBezTo>
                    <a:cubicBezTo>
                      <a:pt x="5866" y="259"/>
                      <a:pt x="5860" y="226"/>
                      <a:pt x="5839" y="199"/>
                    </a:cubicBezTo>
                    <a:cubicBezTo>
                      <a:pt x="5855" y="199"/>
                      <a:pt x="5871" y="199"/>
                      <a:pt x="5882" y="188"/>
                    </a:cubicBezTo>
                    <a:close/>
                    <a:moveTo>
                      <a:pt x="1470" y="336"/>
                    </a:moveTo>
                    <a:cubicBezTo>
                      <a:pt x="1483" y="336"/>
                      <a:pt x="1499" y="341"/>
                      <a:pt x="1517" y="351"/>
                    </a:cubicBezTo>
                    <a:cubicBezTo>
                      <a:pt x="1561" y="378"/>
                      <a:pt x="1599" y="411"/>
                      <a:pt x="1631" y="455"/>
                    </a:cubicBezTo>
                    <a:cubicBezTo>
                      <a:pt x="1664" y="493"/>
                      <a:pt x="1691" y="547"/>
                      <a:pt x="1702" y="596"/>
                    </a:cubicBezTo>
                    <a:cubicBezTo>
                      <a:pt x="1718" y="650"/>
                      <a:pt x="1729" y="705"/>
                      <a:pt x="1735" y="764"/>
                    </a:cubicBezTo>
                    <a:cubicBezTo>
                      <a:pt x="1724" y="808"/>
                      <a:pt x="1707" y="851"/>
                      <a:pt x="1691" y="889"/>
                    </a:cubicBezTo>
                    <a:cubicBezTo>
                      <a:pt x="1686" y="906"/>
                      <a:pt x="1680" y="917"/>
                      <a:pt x="1680" y="933"/>
                    </a:cubicBezTo>
                    <a:lnTo>
                      <a:pt x="1599" y="944"/>
                    </a:lnTo>
                    <a:cubicBezTo>
                      <a:pt x="1490" y="960"/>
                      <a:pt x="1387" y="971"/>
                      <a:pt x="1283" y="976"/>
                    </a:cubicBezTo>
                    <a:cubicBezTo>
                      <a:pt x="1273" y="873"/>
                      <a:pt x="1278" y="770"/>
                      <a:pt x="1305" y="667"/>
                    </a:cubicBezTo>
                    <a:lnTo>
                      <a:pt x="1300" y="667"/>
                    </a:lnTo>
                    <a:cubicBezTo>
                      <a:pt x="1327" y="580"/>
                      <a:pt x="1370" y="493"/>
                      <a:pt x="1403" y="406"/>
                    </a:cubicBezTo>
                    <a:cubicBezTo>
                      <a:pt x="1422" y="361"/>
                      <a:pt x="1441" y="336"/>
                      <a:pt x="1470" y="336"/>
                    </a:cubicBezTo>
                    <a:close/>
                    <a:moveTo>
                      <a:pt x="6248" y="889"/>
                    </a:moveTo>
                    <a:cubicBezTo>
                      <a:pt x="6362" y="889"/>
                      <a:pt x="6478" y="897"/>
                      <a:pt x="6594" y="911"/>
                    </a:cubicBezTo>
                    <a:lnTo>
                      <a:pt x="6589" y="911"/>
                    </a:lnTo>
                    <a:cubicBezTo>
                      <a:pt x="6676" y="928"/>
                      <a:pt x="6763" y="935"/>
                      <a:pt x="6850" y="935"/>
                    </a:cubicBezTo>
                    <a:cubicBezTo>
                      <a:pt x="6877" y="935"/>
                      <a:pt x="6904" y="934"/>
                      <a:pt x="6931" y="933"/>
                    </a:cubicBezTo>
                    <a:cubicBezTo>
                      <a:pt x="6972" y="931"/>
                      <a:pt x="7014" y="928"/>
                      <a:pt x="7055" y="928"/>
                    </a:cubicBezTo>
                    <a:cubicBezTo>
                      <a:pt x="7128" y="928"/>
                      <a:pt x="7200" y="938"/>
                      <a:pt x="7263" y="987"/>
                    </a:cubicBezTo>
                    <a:cubicBezTo>
                      <a:pt x="7268" y="993"/>
                      <a:pt x="7279" y="998"/>
                      <a:pt x="7285" y="998"/>
                    </a:cubicBezTo>
                    <a:lnTo>
                      <a:pt x="7285" y="1004"/>
                    </a:lnTo>
                    <a:cubicBezTo>
                      <a:pt x="7285" y="1085"/>
                      <a:pt x="7279" y="1161"/>
                      <a:pt x="7279" y="1237"/>
                    </a:cubicBezTo>
                    <a:lnTo>
                      <a:pt x="7279" y="1270"/>
                    </a:lnTo>
                    <a:cubicBezTo>
                      <a:pt x="7208" y="1270"/>
                      <a:pt x="7132" y="1237"/>
                      <a:pt x="7073" y="1237"/>
                    </a:cubicBezTo>
                    <a:cubicBezTo>
                      <a:pt x="7044" y="1236"/>
                      <a:pt x="7016" y="1235"/>
                      <a:pt x="6988" y="1235"/>
                    </a:cubicBezTo>
                    <a:cubicBezTo>
                      <a:pt x="6897" y="1235"/>
                      <a:pt x="6806" y="1242"/>
                      <a:pt x="6719" y="1259"/>
                    </a:cubicBezTo>
                    <a:cubicBezTo>
                      <a:pt x="6611" y="1281"/>
                      <a:pt x="6507" y="1292"/>
                      <a:pt x="6399" y="1297"/>
                    </a:cubicBezTo>
                    <a:cubicBezTo>
                      <a:pt x="6290" y="1297"/>
                      <a:pt x="6192" y="1303"/>
                      <a:pt x="6089" y="1313"/>
                    </a:cubicBezTo>
                    <a:cubicBezTo>
                      <a:pt x="6105" y="1270"/>
                      <a:pt x="6116" y="1226"/>
                      <a:pt x="6110" y="1183"/>
                    </a:cubicBezTo>
                    <a:lnTo>
                      <a:pt x="6110" y="1161"/>
                    </a:lnTo>
                    <a:cubicBezTo>
                      <a:pt x="6105" y="1145"/>
                      <a:pt x="6100" y="1129"/>
                      <a:pt x="6094" y="1112"/>
                    </a:cubicBezTo>
                    <a:cubicBezTo>
                      <a:pt x="6094" y="1091"/>
                      <a:pt x="6094" y="1063"/>
                      <a:pt x="6094" y="1042"/>
                    </a:cubicBezTo>
                    <a:cubicBezTo>
                      <a:pt x="6094" y="998"/>
                      <a:pt x="6089" y="955"/>
                      <a:pt x="6078" y="911"/>
                    </a:cubicBezTo>
                    <a:cubicBezTo>
                      <a:pt x="6078" y="906"/>
                      <a:pt x="6078" y="900"/>
                      <a:pt x="6078" y="895"/>
                    </a:cubicBezTo>
                    <a:cubicBezTo>
                      <a:pt x="6134" y="891"/>
                      <a:pt x="6191" y="889"/>
                      <a:pt x="6248" y="889"/>
                    </a:cubicBezTo>
                    <a:close/>
                    <a:moveTo>
                      <a:pt x="4942" y="911"/>
                    </a:moveTo>
                    <a:cubicBezTo>
                      <a:pt x="4947" y="955"/>
                      <a:pt x="4947" y="998"/>
                      <a:pt x="4953" y="1047"/>
                    </a:cubicBezTo>
                    <a:lnTo>
                      <a:pt x="4931" y="1063"/>
                    </a:lnTo>
                    <a:cubicBezTo>
                      <a:pt x="4855" y="1129"/>
                      <a:pt x="4795" y="1232"/>
                      <a:pt x="4838" y="1330"/>
                    </a:cubicBezTo>
                    <a:lnTo>
                      <a:pt x="4469" y="1330"/>
                    </a:lnTo>
                    <a:cubicBezTo>
                      <a:pt x="4382" y="1324"/>
                      <a:pt x="4296" y="1322"/>
                      <a:pt x="4211" y="1322"/>
                    </a:cubicBezTo>
                    <a:cubicBezTo>
                      <a:pt x="4125" y="1322"/>
                      <a:pt x="4039" y="1324"/>
                      <a:pt x="3952" y="1330"/>
                    </a:cubicBezTo>
                    <a:cubicBezTo>
                      <a:pt x="3963" y="1216"/>
                      <a:pt x="3980" y="1063"/>
                      <a:pt x="3898" y="1009"/>
                    </a:cubicBezTo>
                    <a:cubicBezTo>
                      <a:pt x="3871" y="993"/>
                      <a:pt x="3844" y="976"/>
                      <a:pt x="3817" y="971"/>
                    </a:cubicBezTo>
                    <a:lnTo>
                      <a:pt x="3838" y="971"/>
                    </a:lnTo>
                    <a:cubicBezTo>
                      <a:pt x="3955" y="971"/>
                      <a:pt x="4067" y="938"/>
                      <a:pt x="4183" y="938"/>
                    </a:cubicBezTo>
                    <a:cubicBezTo>
                      <a:pt x="4191" y="938"/>
                      <a:pt x="4200" y="938"/>
                      <a:pt x="4208" y="938"/>
                    </a:cubicBezTo>
                    <a:lnTo>
                      <a:pt x="4572" y="938"/>
                    </a:lnTo>
                    <a:cubicBezTo>
                      <a:pt x="4697" y="938"/>
                      <a:pt x="4817" y="917"/>
                      <a:pt x="4942" y="911"/>
                    </a:cubicBezTo>
                    <a:close/>
                    <a:moveTo>
                      <a:pt x="5260" y="899"/>
                    </a:moveTo>
                    <a:cubicBezTo>
                      <a:pt x="5415" y="899"/>
                      <a:pt x="5567" y="906"/>
                      <a:pt x="5719" y="906"/>
                    </a:cubicBezTo>
                    <a:lnTo>
                      <a:pt x="5882" y="906"/>
                    </a:lnTo>
                    <a:cubicBezTo>
                      <a:pt x="5882" y="933"/>
                      <a:pt x="5882" y="966"/>
                      <a:pt x="5888" y="998"/>
                    </a:cubicBezTo>
                    <a:cubicBezTo>
                      <a:pt x="5860" y="1004"/>
                      <a:pt x="5839" y="1009"/>
                      <a:pt x="5817" y="1014"/>
                    </a:cubicBezTo>
                    <a:cubicBezTo>
                      <a:pt x="5784" y="1025"/>
                      <a:pt x="5757" y="1042"/>
                      <a:pt x="5735" y="1063"/>
                    </a:cubicBezTo>
                    <a:cubicBezTo>
                      <a:pt x="5654" y="1091"/>
                      <a:pt x="5589" y="1150"/>
                      <a:pt x="5556" y="1232"/>
                    </a:cubicBezTo>
                    <a:cubicBezTo>
                      <a:pt x="5545" y="1264"/>
                      <a:pt x="5540" y="1303"/>
                      <a:pt x="5540" y="1335"/>
                    </a:cubicBezTo>
                    <a:cubicBezTo>
                      <a:pt x="5453" y="1335"/>
                      <a:pt x="5366" y="1330"/>
                      <a:pt x="5279" y="1330"/>
                    </a:cubicBezTo>
                    <a:cubicBezTo>
                      <a:pt x="5306" y="1275"/>
                      <a:pt x="5311" y="1216"/>
                      <a:pt x="5295" y="1156"/>
                    </a:cubicBezTo>
                    <a:lnTo>
                      <a:pt x="5290" y="1156"/>
                    </a:lnTo>
                    <a:cubicBezTo>
                      <a:pt x="5273" y="1091"/>
                      <a:pt x="5224" y="1042"/>
                      <a:pt x="5159" y="1025"/>
                    </a:cubicBezTo>
                    <a:cubicBezTo>
                      <a:pt x="5154" y="982"/>
                      <a:pt x="5148" y="938"/>
                      <a:pt x="5143" y="900"/>
                    </a:cubicBezTo>
                    <a:cubicBezTo>
                      <a:pt x="5182" y="899"/>
                      <a:pt x="5221" y="899"/>
                      <a:pt x="5260" y="899"/>
                    </a:cubicBezTo>
                    <a:close/>
                    <a:moveTo>
                      <a:pt x="3778" y="1308"/>
                    </a:moveTo>
                    <a:lnTo>
                      <a:pt x="3778" y="1346"/>
                    </a:lnTo>
                    <a:cubicBezTo>
                      <a:pt x="3730" y="1357"/>
                      <a:pt x="3681" y="1362"/>
                      <a:pt x="3632" y="1362"/>
                    </a:cubicBezTo>
                    <a:cubicBezTo>
                      <a:pt x="3686" y="1351"/>
                      <a:pt x="3735" y="1330"/>
                      <a:pt x="3778" y="1308"/>
                    </a:cubicBezTo>
                    <a:close/>
                    <a:moveTo>
                      <a:pt x="1615" y="1112"/>
                    </a:moveTo>
                    <a:lnTo>
                      <a:pt x="1615" y="1112"/>
                    </a:lnTo>
                    <a:cubicBezTo>
                      <a:pt x="1566" y="1199"/>
                      <a:pt x="1512" y="1286"/>
                      <a:pt x="1447" y="1357"/>
                    </a:cubicBezTo>
                    <a:lnTo>
                      <a:pt x="1376" y="1444"/>
                    </a:lnTo>
                    <a:lnTo>
                      <a:pt x="1338" y="1444"/>
                    </a:lnTo>
                    <a:cubicBezTo>
                      <a:pt x="1321" y="1346"/>
                      <a:pt x="1300" y="1248"/>
                      <a:pt x="1289" y="1150"/>
                    </a:cubicBezTo>
                    <a:lnTo>
                      <a:pt x="1289" y="1145"/>
                    </a:lnTo>
                    <a:cubicBezTo>
                      <a:pt x="1398" y="1145"/>
                      <a:pt x="1506" y="1134"/>
                      <a:pt x="1615" y="1112"/>
                    </a:cubicBezTo>
                    <a:close/>
                    <a:moveTo>
                      <a:pt x="3132" y="993"/>
                    </a:moveTo>
                    <a:cubicBezTo>
                      <a:pt x="3208" y="993"/>
                      <a:pt x="3278" y="998"/>
                      <a:pt x="3349" y="998"/>
                    </a:cubicBezTo>
                    <a:cubicBezTo>
                      <a:pt x="3295" y="1014"/>
                      <a:pt x="3246" y="1036"/>
                      <a:pt x="3186" y="1052"/>
                    </a:cubicBezTo>
                    <a:cubicBezTo>
                      <a:pt x="3094" y="1085"/>
                      <a:pt x="2985" y="1085"/>
                      <a:pt x="2887" y="1112"/>
                    </a:cubicBezTo>
                    <a:cubicBezTo>
                      <a:pt x="2860" y="1118"/>
                      <a:pt x="2844" y="1139"/>
                      <a:pt x="2833" y="1167"/>
                    </a:cubicBezTo>
                    <a:cubicBezTo>
                      <a:pt x="2816" y="1237"/>
                      <a:pt x="2811" y="1308"/>
                      <a:pt x="2816" y="1379"/>
                    </a:cubicBezTo>
                    <a:cubicBezTo>
                      <a:pt x="2670" y="1390"/>
                      <a:pt x="2523" y="1406"/>
                      <a:pt x="2381" y="1417"/>
                    </a:cubicBezTo>
                    <a:cubicBezTo>
                      <a:pt x="2324" y="1419"/>
                      <a:pt x="2269" y="1419"/>
                      <a:pt x="2214" y="1419"/>
                    </a:cubicBezTo>
                    <a:cubicBezTo>
                      <a:pt x="2159" y="1419"/>
                      <a:pt x="2104" y="1419"/>
                      <a:pt x="2050" y="1422"/>
                    </a:cubicBezTo>
                    <a:cubicBezTo>
                      <a:pt x="1925" y="1428"/>
                      <a:pt x="1800" y="1455"/>
                      <a:pt x="1669" y="1455"/>
                    </a:cubicBezTo>
                    <a:lnTo>
                      <a:pt x="1599" y="1455"/>
                    </a:lnTo>
                    <a:cubicBezTo>
                      <a:pt x="1659" y="1390"/>
                      <a:pt x="1707" y="1319"/>
                      <a:pt x="1756" y="1243"/>
                    </a:cubicBezTo>
                    <a:cubicBezTo>
                      <a:pt x="1784" y="1188"/>
                      <a:pt x="1805" y="1139"/>
                      <a:pt x="1827" y="1085"/>
                    </a:cubicBezTo>
                    <a:cubicBezTo>
                      <a:pt x="1876" y="1074"/>
                      <a:pt x="1925" y="1069"/>
                      <a:pt x="1974" y="1063"/>
                    </a:cubicBezTo>
                    <a:cubicBezTo>
                      <a:pt x="2240" y="1042"/>
                      <a:pt x="2506" y="1063"/>
                      <a:pt x="2767" y="1036"/>
                    </a:cubicBezTo>
                    <a:cubicBezTo>
                      <a:pt x="2892" y="1014"/>
                      <a:pt x="3012" y="1004"/>
                      <a:pt x="3132" y="993"/>
                    </a:cubicBezTo>
                    <a:close/>
                    <a:moveTo>
                      <a:pt x="1162" y="1144"/>
                    </a:moveTo>
                    <a:cubicBezTo>
                      <a:pt x="1171" y="1144"/>
                      <a:pt x="1181" y="1144"/>
                      <a:pt x="1191" y="1145"/>
                    </a:cubicBezTo>
                    <a:cubicBezTo>
                      <a:pt x="1191" y="1167"/>
                      <a:pt x="1196" y="1194"/>
                      <a:pt x="1202" y="1210"/>
                    </a:cubicBezTo>
                    <a:cubicBezTo>
                      <a:pt x="1207" y="1286"/>
                      <a:pt x="1218" y="1362"/>
                      <a:pt x="1229" y="1438"/>
                    </a:cubicBezTo>
                    <a:cubicBezTo>
                      <a:pt x="1210" y="1437"/>
                      <a:pt x="1192" y="1437"/>
                      <a:pt x="1173" y="1437"/>
                    </a:cubicBezTo>
                    <a:cubicBezTo>
                      <a:pt x="1083" y="1437"/>
                      <a:pt x="993" y="1448"/>
                      <a:pt x="903" y="1466"/>
                    </a:cubicBezTo>
                    <a:cubicBezTo>
                      <a:pt x="822" y="1479"/>
                      <a:pt x="742" y="1489"/>
                      <a:pt x="664" y="1489"/>
                    </a:cubicBezTo>
                    <a:cubicBezTo>
                      <a:pt x="648" y="1489"/>
                      <a:pt x="631" y="1488"/>
                      <a:pt x="615" y="1487"/>
                    </a:cubicBezTo>
                    <a:lnTo>
                      <a:pt x="615" y="1313"/>
                    </a:lnTo>
                    <a:lnTo>
                      <a:pt x="615" y="1194"/>
                    </a:lnTo>
                    <a:cubicBezTo>
                      <a:pt x="696" y="1183"/>
                      <a:pt x="778" y="1172"/>
                      <a:pt x="859" y="1172"/>
                    </a:cubicBezTo>
                    <a:cubicBezTo>
                      <a:pt x="963" y="1167"/>
                      <a:pt x="1063" y="1144"/>
                      <a:pt x="1162" y="1144"/>
                    </a:cubicBezTo>
                    <a:close/>
                    <a:moveTo>
                      <a:pt x="479" y="1210"/>
                    </a:moveTo>
                    <a:cubicBezTo>
                      <a:pt x="468" y="1303"/>
                      <a:pt x="463" y="1395"/>
                      <a:pt x="463" y="1482"/>
                    </a:cubicBezTo>
                    <a:cubicBezTo>
                      <a:pt x="435" y="1480"/>
                      <a:pt x="408" y="1480"/>
                      <a:pt x="381" y="1480"/>
                    </a:cubicBezTo>
                    <a:cubicBezTo>
                      <a:pt x="307" y="1480"/>
                      <a:pt x="235" y="1485"/>
                      <a:pt x="164" y="1493"/>
                    </a:cubicBezTo>
                    <a:cubicBezTo>
                      <a:pt x="175" y="1395"/>
                      <a:pt x="158" y="1297"/>
                      <a:pt x="115" y="1210"/>
                    </a:cubicBezTo>
                    <a:lnTo>
                      <a:pt x="115" y="1210"/>
                    </a:lnTo>
                    <a:cubicBezTo>
                      <a:pt x="153" y="1226"/>
                      <a:pt x="191" y="1232"/>
                      <a:pt x="234" y="1232"/>
                    </a:cubicBezTo>
                    <a:cubicBezTo>
                      <a:pt x="278" y="1232"/>
                      <a:pt x="316" y="1216"/>
                      <a:pt x="359" y="1210"/>
                    </a:cubicBezTo>
                    <a:close/>
                    <a:moveTo>
                      <a:pt x="6961" y="1375"/>
                    </a:moveTo>
                    <a:cubicBezTo>
                      <a:pt x="7039" y="1375"/>
                      <a:pt x="7116" y="1382"/>
                      <a:pt x="7192" y="1395"/>
                    </a:cubicBezTo>
                    <a:cubicBezTo>
                      <a:pt x="7208" y="1400"/>
                      <a:pt x="7225" y="1403"/>
                      <a:pt x="7241" y="1403"/>
                    </a:cubicBezTo>
                    <a:cubicBezTo>
                      <a:pt x="7257" y="1403"/>
                      <a:pt x="7274" y="1400"/>
                      <a:pt x="7290" y="1395"/>
                    </a:cubicBezTo>
                    <a:lnTo>
                      <a:pt x="7290" y="1438"/>
                    </a:lnTo>
                    <a:cubicBezTo>
                      <a:pt x="7290" y="1504"/>
                      <a:pt x="7290" y="1574"/>
                      <a:pt x="7295" y="1640"/>
                    </a:cubicBezTo>
                    <a:cubicBezTo>
                      <a:pt x="7306" y="1694"/>
                      <a:pt x="7317" y="1748"/>
                      <a:pt x="7317" y="1803"/>
                    </a:cubicBezTo>
                    <a:cubicBezTo>
                      <a:pt x="7234" y="1803"/>
                      <a:pt x="7150" y="1805"/>
                      <a:pt x="7067" y="1805"/>
                    </a:cubicBezTo>
                    <a:cubicBezTo>
                      <a:pt x="7025" y="1805"/>
                      <a:pt x="6984" y="1804"/>
                      <a:pt x="6942" y="1803"/>
                    </a:cubicBezTo>
                    <a:cubicBezTo>
                      <a:pt x="6828" y="1798"/>
                      <a:pt x="6719" y="1775"/>
                      <a:pt x="6602" y="1775"/>
                    </a:cubicBezTo>
                    <a:cubicBezTo>
                      <a:pt x="6590" y="1775"/>
                      <a:pt x="6579" y="1775"/>
                      <a:pt x="6567" y="1775"/>
                    </a:cubicBezTo>
                    <a:cubicBezTo>
                      <a:pt x="6540" y="1777"/>
                      <a:pt x="6513" y="1777"/>
                      <a:pt x="6485" y="1777"/>
                    </a:cubicBezTo>
                    <a:cubicBezTo>
                      <a:pt x="6404" y="1777"/>
                      <a:pt x="6322" y="1771"/>
                      <a:pt x="6241" y="1759"/>
                    </a:cubicBezTo>
                    <a:cubicBezTo>
                      <a:pt x="6150" y="1743"/>
                      <a:pt x="6055" y="1735"/>
                      <a:pt x="5960" y="1735"/>
                    </a:cubicBezTo>
                    <a:cubicBezTo>
                      <a:pt x="5930" y="1735"/>
                      <a:pt x="5901" y="1736"/>
                      <a:pt x="5871" y="1737"/>
                    </a:cubicBezTo>
                    <a:cubicBezTo>
                      <a:pt x="5763" y="1743"/>
                      <a:pt x="5654" y="1759"/>
                      <a:pt x="5545" y="1775"/>
                    </a:cubicBezTo>
                    <a:cubicBezTo>
                      <a:pt x="5485" y="1786"/>
                      <a:pt x="5426" y="1792"/>
                      <a:pt x="5366" y="1803"/>
                    </a:cubicBezTo>
                    <a:cubicBezTo>
                      <a:pt x="5333" y="1805"/>
                      <a:pt x="5299" y="1805"/>
                      <a:pt x="5264" y="1805"/>
                    </a:cubicBezTo>
                    <a:cubicBezTo>
                      <a:pt x="5230" y="1805"/>
                      <a:pt x="5194" y="1805"/>
                      <a:pt x="5159" y="1808"/>
                    </a:cubicBezTo>
                    <a:cubicBezTo>
                      <a:pt x="5105" y="1808"/>
                      <a:pt x="5050" y="1830"/>
                      <a:pt x="4996" y="1835"/>
                    </a:cubicBezTo>
                    <a:cubicBezTo>
                      <a:pt x="4942" y="1835"/>
                      <a:pt x="4882" y="1835"/>
                      <a:pt x="4828" y="1830"/>
                    </a:cubicBezTo>
                    <a:cubicBezTo>
                      <a:pt x="4786" y="1828"/>
                      <a:pt x="4745" y="1827"/>
                      <a:pt x="4704" y="1827"/>
                    </a:cubicBezTo>
                    <a:cubicBezTo>
                      <a:pt x="4634" y="1827"/>
                      <a:pt x="4565" y="1830"/>
                      <a:pt x="4496" y="1841"/>
                    </a:cubicBezTo>
                    <a:cubicBezTo>
                      <a:pt x="4371" y="1862"/>
                      <a:pt x="4246" y="1873"/>
                      <a:pt x="4121" y="1890"/>
                    </a:cubicBezTo>
                    <a:cubicBezTo>
                      <a:pt x="4083" y="1895"/>
                      <a:pt x="4039" y="1900"/>
                      <a:pt x="4001" y="1900"/>
                    </a:cubicBezTo>
                    <a:cubicBezTo>
                      <a:pt x="3990" y="1841"/>
                      <a:pt x="3985" y="1786"/>
                      <a:pt x="3974" y="1732"/>
                    </a:cubicBezTo>
                    <a:cubicBezTo>
                      <a:pt x="3958" y="1640"/>
                      <a:pt x="3947" y="1542"/>
                      <a:pt x="3952" y="1449"/>
                    </a:cubicBezTo>
                    <a:cubicBezTo>
                      <a:pt x="3985" y="1444"/>
                      <a:pt x="4018" y="1444"/>
                      <a:pt x="4050" y="1444"/>
                    </a:cubicBezTo>
                    <a:cubicBezTo>
                      <a:pt x="4074" y="1443"/>
                      <a:pt x="4098" y="1442"/>
                      <a:pt x="4122" y="1442"/>
                    </a:cubicBezTo>
                    <a:cubicBezTo>
                      <a:pt x="4225" y="1442"/>
                      <a:pt x="4330" y="1450"/>
                      <a:pt x="4431" y="1455"/>
                    </a:cubicBezTo>
                    <a:cubicBezTo>
                      <a:pt x="4483" y="1457"/>
                      <a:pt x="4535" y="1457"/>
                      <a:pt x="4587" y="1457"/>
                    </a:cubicBezTo>
                    <a:cubicBezTo>
                      <a:pt x="4690" y="1457"/>
                      <a:pt x="4793" y="1455"/>
                      <a:pt x="4898" y="1455"/>
                    </a:cubicBezTo>
                    <a:cubicBezTo>
                      <a:pt x="4935" y="1482"/>
                      <a:pt x="4979" y="1494"/>
                      <a:pt x="5024" y="1494"/>
                    </a:cubicBezTo>
                    <a:cubicBezTo>
                      <a:pt x="5033" y="1494"/>
                      <a:pt x="5042" y="1494"/>
                      <a:pt x="5050" y="1493"/>
                    </a:cubicBezTo>
                    <a:cubicBezTo>
                      <a:pt x="5088" y="1493"/>
                      <a:pt x="5121" y="1476"/>
                      <a:pt x="5154" y="1455"/>
                    </a:cubicBezTo>
                    <a:lnTo>
                      <a:pt x="5214" y="1455"/>
                    </a:lnTo>
                    <a:cubicBezTo>
                      <a:pt x="5328" y="1455"/>
                      <a:pt x="5447" y="1455"/>
                      <a:pt x="5567" y="1460"/>
                    </a:cubicBezTo>
                    <a:cubicBezTo>
                      <a:pt x="5589" y="1504"/>
                      <a:pt x="5621" y="1542"/>
                      <a:pt x="5670" y="1569"/>
                    </a:cubicBezTo>
                    <a:cubicBezTo>
                      <a:pt x="5700" y="1584"/>
                      <a:pt x="5730" y="1591"/>
                      <a:pt x="5759" y="1591"/>
                    </a:cubicBezTo>
                    <a:cubicBezTo>
                      <a:pt x="5841" y="1591"/>
                      <a:pt x="5920" y="1537"/>
                      <a:pt x="5980" y="1476"/>
                    </a:cubicBezTo>
                    <a:cubicBezTo>
                      <a:pt x="5985" y="1466"/>
                      <a:pt x="5996" y="1460"/>
                      <a:pt x="6002" y="1449"/>
                    </a:cubicBezTo>
                    <a:cubicBezTo>
                      <a:pt x="6143" y="1438"/>
                      <a:pt x="6274" y="1428"/>
                      <a:pt x="6420" y="1428"/>
                    </a:cubicBezTo>
                    <a:cubicBezTo>
                      <a:pt x="6551" y="1417"/>
                      <a:pt x="6681" y="1400"/>
                      <a:pt x="6812" y="1384"/>
                    </a:cubicBezTo>
                    <a:cubicBezTo>
                      <a:pt x="6861" y="1378"/>
                      <a:pt x="6911" y="1375"/>
                      <a:pt x="6961" y="1375"/>
                    </a:cubicBezTo>
                    <a:close/>
                    <a:moveTo>
                      <a:pt x="3773" y="1476"/>
                    </a:moveTo>
                    <a:lnTo>
                      <a:pt x="3773" y="1569"/>
                    </a:lnTo>
                    <a:cubicBezTo>
                      <a:pt x="3773" y="1661"/>
                      <a:pt x="3784" y="1748"/>
                      <a:pt x="3789" y="1841"/>
                    </a:cubicBezTo>
                    <a:lnTo>
                      <a:pt x="3789" y="1890"/>
                    </a:lnTo>
                    <a:cubicBezTo>
                      <a:pt x="3778" y="1890"/>
                      <a:pt x="3768" y="1890"/>
                      <a:pt x="3757" y="1895"/>
                    </a:cubicBezTo>
                    <a:lnTo>
                      <a:pt x="3746" y="1895"/>
                    </a:lnTo>
                    <a:cubicBezTo>
                      <a:pt x="3649" y="1895"/>
                      <a:pt x="3563" y="1928"/>
                      <a:pt x="3467" y="1928"/>
                    </a:cubicBezTo>
                    <a:cubicBezTo>
                      <a:pt x="3461" y="1928"/>
                      <a:pt x="3454" y="1928"/>
                      <a:pt x="3447" y="1928"/>
                    </a:cubicBezTo>
                    <a:lnTo>
                      <a:pt x="3034" y="1928"/>
                    </a:lnTo>
                    <a:cubicBezTo>
                      <a:pt x="3034" y="1895"/>
                      <a:pt x="3028" y="1862"/>
                      <a:pt x="3017" y="1835"/>
                    </a:cubicBezTo>
                    <a:cubicBezTo>
                      <a:pt x="2996" y="1732"/>
                      <a:pt x="2990" y="1629"/>
                      <a:pt x="2996" y="1520"/>
                    </a:cubicBezTo>
                    <a:lnTo>
                      <a:pt x="2996" y="1498"/>
                    </a:lnTo>
                    <a:lnTo>
                      <a:pt x="3012" y="1498"/>
                    </a:lnTo>
                    <a:cubicBezTo>
                      <a:pt x="3070" y="1492"/>
                      <a:pt x="3127" y="1490"/>
                      <a:pt x="3185" y="1490"/>
                    </a:cubicBezTo>
                    <a:cubicBezTo>
                      <a:pt x="3304" y="1490"/>
                      <a:pt x="3423" y="1499"/>
                      <a:pt x="3543" y="1499"/>
                    </a:cubicBezTo>
                    <a:cubicBezTo>
                      <a:pt x="3608" y="1499"/>
                      <a:pt x="3674" y="1496"/>
                      <a:pt x="3740" y="1487"/>
                    </a:cubicBezTo>
                    <a:lnTo>
                      <a:pt x="3735" y="1482"/>
                    </a:lnTo>
                    <a:lnTo>
                      <a:pt x="3773" y="1476"/>
                    </a:lnTo>
                    <a:close/>
                    <a:moveTo>
                      <a:pt x="1262" y="1824"/>
                    </a:moveTo>
                    <a:lnTo>
                      <a:pt x="1262" y="1852"/>
                    </a:lnTo>
                    <a:cubicBezTo>
                      <a:pt x="1262" y="1879"/>
                      <a:pt x="1267" y="1906"/>
                      <a:pt x="1273" y="1933"/>
                    </a:cubicBezTo>
                    <a:cubicBezTo>
                      <a:pt x="1240" y="1922"/>
                      <a:pt x="1207" y="1917"/>
                      <a:pt x="1180" y="1917"/>
                    </a:cubicBezTo>
                    <a:cubicBezTo>
                      <a:pt x="1207" y="1884"/>
                      <a:pt x="1235" y="1857"/>
                      <a:pt x="1262" y="1824"/>
                    </a:cubicBezTo>
                    <a:close/>
                    <a:moveTo>
                      <a:pt x="2816" y="1504"/>
                    </a:moveTo>
                    <a:lnTo>
                      <a:pt x="2816" y="1504"/>
                    </a:lnTo>
                    <a:cubicBezTo>
                      <a:pt x="2805" y="1612"/>
                      <a:pt x="2805" y="1721"/>
                      <a:pt x="2816" y="1830"/>
                    </a:cubicBezTo>
                    <a:cubicBezTo>
                      <a:pt x="2822" y="1862"/>
                      <a:pt x="2827" y="1890"/>
                      <a:pt x="2827" y="1922"/>
                    </a:cubicBezTo>
                    <a:lnTo>
                      <a:pt x="2251" y="1922"/>
                    </a:lnTo>
                    <a:cubicBezTo>
                      <a:pt x="2160" y="1922"/>
                      <a:pt x="2072" y="1920"/>
                      <a:pt x="1985" y="1920"/>
                    </a:cubicBezTo>
                    <a:cubicBezTo>
                      <a:pt x="1941" y="1920"/>
                      <a:pt x="1898" y="1920"/>
                      <a:pt x="1854" y="1922"/>
                    </a:cubicBezTo>
                    <a:cubicBezTo>
                      <a:pt x="1735" y="1922"/>
                      <a:pt x="1620" y="1949"/>
                      <a:pt x="1501" y="1949"/>
                    </a:cubicBezTo>
                    <a:lnTo>
                      <a:pt x="1398" y="1949"/>
                    </a:lnTo>
                    <a:cubicBezTo>
                      <a:pt x="1387" y="1890"/>
                      <a:pt x="1376" y="1824"/>
                      <a:pt x="1376" y="1765"/>
                    </a:cubicBezTo>
                    <a:lnTo>
                      <a:pt x="1370" y="1705"/>
                    </a:lnTo>
                    <a:lnTo>
                      <a:pt x="1408" y="1667"/>
                    </a:lnTo>
                    <a:cubicBezTo>
                      <a:pt x="1436" y="1634"/>
                      <a:pt x="1468" y="1602"/>
                      <a:pt x="1495" y="1569"/>
                    </a:cubicBezTo>
                    <a:lnTo>
                      <a:pt x="1544" y="1569"/>
                    </a:lnTo>
                    <a:cubicBezTo>
                      <a:pt x="1589" y="1571"/>
                      <a:pt x="1634" y="1572"/>
                      <a:pt x="1679" y="1572"/>
                    </a:cubicBezTo>
                    <a:cubicBezTo>
                      <a:pt x="1743" y="1572"/>
                      <a:pt x="1807" y="1570"/>
                      <a:pt x="1871" y="1563"/>
                    </a:cubicBezTo>
                    <a:cubicBezTo>
                      <a:pt x="1978" y="1550"/>
                      <a:pt x="2089" y="1540"/>
                      <a:pt x="2198" y="1540"/>
                    </a:cubicBezTo>
                    <a:cubicBezTo>
                      <a:pt x="2221" y="1540"/>
                      <a:pt x="2244" y="1541"/>
                      <a:pt x="2267" y="1542"/>
                    </a:cubicBezTo>
                    <a:cubicBezTo>
                      <a:pt x="2392" y="1542"/>
                      <a:pt x="2512" y="1520"/>
                      <a:pt x="2637" y="1515"/>
                    </a:cubicBezTo>
                    <a:cubicBezTo>
                      <a:pt x="2697" y="1509"/>
                      <a:pt x="2757" y="1509"/>
                      <a:pt x="2816" y="1504"/>
                    </a:cubicBezTo>
                    <a:close/>
                    <a:moveTo>
                      <a:pt x="1245" y="1563"/>
                    </a:moveTo>
                    <a:lnTo>
                      <a:pt x="1245" y="1585"/>
                    </a:lnTo>
                    <a:cubicBezTo>
                      <a:pt x="1142" y="1705"/>
                      <a:pt x="1039" y="1819"/>
                      <a:pt x="941" y="1939"/>
                    </a:cubicBezTo>
                    <a:cubicBezTo>
                      <a:pt x="876" y="1944"/>
                      <a:pt x="816" y="1955"/>
                      <a:pt x="756" y="1966"/>
                    </a:cubicBezTo>
                    <a:cubicBezTo>
                      <a:pt x="707" y="1971"/>
                      <a:pt x="664" y="1977"/>
                      <a:pt x="620" y="1982"/>
                    </a:cubicBezTo>
                    <a:cubicBezTo>
                      <a:pt x="620" y="1852"/>
                      <a:pt x="615" y="1727"/>
                      <a:pt x="609" y="1602"/>
                    </a:cubicBezTo>
                    <a:lnTo>
                      <a:pt x="615" y="1602"/>
                    </a:lnTo>
                    <a:cubicBezTo>
                      <a:pt x="650" y="1604"/>
                      <a:pt x="684" y="1606"/>
                      <a:pt x="718" y="1606"/>
                    </a:cubicBezTo>
                    <a:cubicBezTo>
                      <a:pt x="752" y="1606"/>
                      <a:pt x="786" y="1604"/>
                      <a:pt x="821" y="1602"/>
                    </a:cubicBezTo>
                    <a:cubicBezTo>
                      <a:pt x="930" y="1591"/>
                      <a:pt x="1028" y="1563"/>
                      <a:pt x="1137" y="1563"/>
                    </a:cubicBezTo>
                    <a:close/>
                    <a:moveTo>
                      <a:pt x="164" y="1585"/>
                    </a:moveTo>
                    <a:cubicBezTo>
                      <a:pt x="245" y="1591"/>
                      <a:pt x="332" y="1596"/>
                      <a:pt x="414" y="1596"/>
                    </a:cubicBezTo>
                    <a:lnTo>
                      <a:pt x="457" y="1596"/>
                    </a:lnTo>
                    <a:cubicBezTo>
                      <a:pt x="457" y="1721"/>
                      <a:pt x="452" y="1852"/>
                      <a:pt x="446" y="1982"/>
                    </a:cubicBezTo>
                    <a:cubicBezTo>
                      <a:pt x="425" y="1982"/>
                      <a:pt x="397" y="1982"/>
                      <a:pt x="376" y="1987"/>
                    </a:cubicBezTo>
                    <a:cubicBezTo>
                      <a:pt x="321" y="2004"/>
                      <a:pt x="272" y="2020"/>
                      <a:pt x="218" y="2031"/>
                    </a:cubicBezTo>
                    <a:cubicBezTo>
                      <a:pt x="196" y="2031"/>
                      <a:pt x="180" y="2036"/>
                      <a:pt x="158" y="2047"/>
                    </a:cubicBezTo>
                    <a:lnTo>
                      <a:pt x="158" y="1710"/>
                    </a:lnTo>
                    <a:cubicBezTo>
                      <a:pt x="158" y="1667"/>
                      <a:pt x="158" y="1623"/>
                      <a:pt x="164" y="1585"/>
                    </a:cubicBezTo>
                    <a:close/>
                    <a:moveTo>
                      <a:pt x="5945" y="1877"/>
                    </a:moveTo>
                    <a:cubicBezTo>
                      <a:pt x="6004" y="1877"/>
                      <a:pt x="6063" y="1880"/>
                      <a:pt x="6121" y="1884"/>
                    </a:cubicBezTo>
                    <a:cubicBezTo>
                      <a:pt x="6246" y="1906"/>
                      <a:pt x="6366" y="1917"/>
                      <a:pt x="6491" y="1922"/>
                    </a:cubicBezTo>
                    <a:cubicBezTo>
                      <a:pt x="6522" y="1921"/>
                      <a:pt x="6554" y="1920"/>
                      <a:pt x="6586" y="1920"/>
                    </a:cubicBezTo>
                    <a:cubicBezTo>
                      <a:pt x="6681" y="1920"/>
                      <a:pt x="6779" y="1926"/>
                      <a:pt x="6877" y="1939"/>
                    </a:cubicBezTo>
                    <a:cubicBezTo>
                      <a:pt x="6963" y="1945"/>
                      <a:pt x="7051" y="1948"/>
                      <a:pt x="7139" y="1948"/>
                    </a:cubicBezTo>
                    <a:cubicBezTo>
                      <a:pt x="7202" y="1948"/>
                      <a:pt x="7265" y="1946"/>
                      <a:pt x="7328" y="1944"/>
                    </a:cubicBezTo>
                    <a:cubicBezTo>
                      <a:pt x="7333" y="2046"/>
                      <a:pt x="7349" y="2147"/>
                      <a:pt x="7355" y="2249"/>
                    </a:cubicBezTo>
                    <a:lnTo>
                      <a:pt x="7355" y="2249"/>
                    </a:lnTo>
                    <a:cubicBezTo>
                      <a:pt x="7313" y="2251"/>
                      <a:pt x="7272" y="2252"/>
                      <a:pt x="7230" y="2252"/>
                    </a:cubicBezTo>
                    <a:cubicBezTo>
                      <a:pt x="7187" y="2252"/>
                      <a:pt x="7143" y="2251"/>
                      <a:pt x="7100" y="2248"/>
                    </a:cubicBezTo>
                    <a:cubicBezTo>
                      <a:pt x="7045" y="2243"/>
                      <a:pt x="6996" y="2227"/>
                      <a:pt x="6948" y="2221"/>
                    </a:cubicBezTo>
                    <a:cubicBezTo>
                      <a:pt x="6922" y="2219"/>
                      <a:pt x="6897" y="2219"/>
                      <a:pt x="6873" y="2219"/>
                    </a:cubicBezTo>
                    <a:cubicBezTo>
                      <a:pt x="6824" y="2219"/>
                      <a:pt x="6777" y="2221"/>
                      <a:pt x="6730" y="2221"/>
                    </a:cubicBezTo>
                    <a:lnTo>
                      <a:pt x="6404" y="2221"/>
                    </a:lnTo>
                    <a:cubicBezTo>
                      <a:pt x="6350" y="2216"/>
                      <a:pt x="6295" y="2214"/>
                      <a:pt x="6240" y="2214"/>
                    </a:cubicBezTo>
                    <a:cubicBezTo>
                      <a:pt x="6173" y="2214"/>
                      <a:pt x="6106" y="2218"/>
                      <a:pt x="6040" y="2227"/>
                    </a:cubicBezTo>
                    <a:cubicBezTo>
                      <a:pt x="5811" y="2259"/>
                      <a:pt x="5578" y="2276"/>
                      <a:pt x="5349" y="2303"/>
                    </a:cubicBezTo>
                    <a:cubicBezTo>
                      <a:pt x="5241" y="2319"/>
                      <a:pt x="5132" y="2314"/>
                      <a:pt x="5023" y="2335"/>
                    </a:cubicBezTo>
                    <a:cubicBezTo>
                      <a:pt x="4924" y="2343"/>
                      <a:pt x="4824" y="2348"/>
                      <a:pt x="4725" y="2348"/>
                    </a:cubicBezTo>
                    <a:cubicBezTo>
                      <a:pt x="4688" y="2348"/>
                      <a:pt x="4652" y="2348"/>
                      <a:pt x="4616" y="2346"/>
                    </a:cubicBezTo>
                    <a:cubicBezTo>
                      <a:pt x="4518" y="2346"/>
                      <a:pt x="4420" y="2373"/>
                      <a:pt x="4322" y="2379"/>
                    </a:cubicBezTo>
                    <a:cubicBezTo>
                      <a:pt x="4192" y="2384"/>
                      <a:pt x="4067" y="2406"/>
                      <a:pt x="3936" y="2406"/>
                    </a:cubicBezTo>
                    <a:lnTo>
                      <a:pt x="3909" y="2406"/>
                    </a:lnTo>
                    <a:cubicBezTo>
                      <a:pt x="3996" y="2341"/>
                      <a:pt x="4045" y="2232"/>
                      <a:pt x="4029" y="2123"/>
                    </a:cubicBezTo>
                    <a:cubicBezTo>
                      <a:pt x="4029" y="2112"/>
                      <a:pt x="4023" y="2102"/>
                      <a:pt x="4023" y="2096"/>
                    </a:cubicBezTo>
                    <a:cubicBezTo>
                      <a:pt x="4034" y="2074"/>
                      <a:pt x="4034" y="2058"/>
                      <a:pt x="4034" y="2036"/>
                    </a:cubicBezTo>
                    <a:cubicBezTo>
                      <a:pt x="4121" y="2031"/>
                      <a:pt x="4202" y="2015"/>
                      <a:pt x="4289" y="2009"/>
                    </a:cubicBezTo>
                    <a:cubicBezTo>
                      <a:pt x="4409" y="1993"/>
                      <a:pt x="4529" y="1971"/>
                      <a:pt x="4648" y="1966"/>
                    </a:cubicBezTo>
                    <a:cubicBezTo>
                      <a:pt x="4662" y="1965"/>
                      <a:pt x="4675" y="1965"/>
                      <a:pt x="4689" y="1965"/>
                    </a:cubicBezTo>
                    <a:cubicBezTo>
                      <a:pt x="4770" y="1965"/>
                      <a:pt x="4848" y="1974"/>
                      <a:pt x="4928" y="1974"/>
                    </a:cubicBezTo>
                    <a:cubicBezTo>
                      <a:pt x="4953" y="1974"/>
                      <a:pt x="4977" y="1973"/>
                      <a:pt x="5002" y="1971"/>
                    </a:cubicBezTo>
                    <a:cubicBezTo>
                      <a:pt x="5056" y="1966"/>
                      <a:pt x="5110" y="1949"/>
                      <a:pt x="5159" y="1944"/>
                    </a:cubicBezTo>
                    <a:cubicBezTo>
                      <a:pt x="5171" y="1943"/>
                      <a:pt x="5182" y="1942"/>
                      <a:pt x="5194" y="1942"/>
                    </a:cubicBezTo>
                    <a:cubicBezTo>
                      <a:pt x="5227" y="1942"/>
                      <a:pt x="5261" y="1946"/>
                      <a:pt x="5295" y="1946"/>
                    </a:cubicBezTo>
                    <a:cubicBezTo>
                      <a:pt x="5308" y="1946"/>
                      <a:pt x="5320" y="1945"/>
                      <a:pt x="5333" y="1944"/>
                    </a:cubicBezTo>
                    <a:cubicBezTo>
                      <a:pt x="5453" y="1933"/>
                      <a:pt x="5572" y="1911"/>
                      <a:pt x="5692" y="1895"/>
                    </a:cubicBezTo>
                    <a:cubicBezTo>
                      <a:pt x="5778" y="1882"/>
                      <a:pt x="5862" y="1877"/>
                      <a:pt x="5945" y="1877"/>
                    </a:cubicBezTo>
                    <a:close/>
                    <a:moveTo>
                      <a:pt x="3240" y="2058"/>
                    </a:moveTo>
                    <a:cubicBezTo>
                      <a:pt x="3306" y="2058"/>
                      <a:pt x="3371" y="2063"/>
                      <a:pt x="3436" y="2063"/>
                    </a:cubicBezTo>
                    <a:cubicBezTo>
                      <a:pt x="3469" y="2063"/>
                      <a:pt x="3501" y="2062"/>
                      <a:pt x="3534" y="2058"/>
                    </a:cubicBezTo>
                    <a:lnTo>
                      <a:pt x="3534" y="2058"/>
                    </a:lnTo>
                    <a:cubicBezTo>
                      <a:pt x="3512" y="2091"/>
                      <a:pt x="3496" y="2129"/>
                      <a:pt x="3490" y="2172"/>
                    </a:cubicBezTo>
                    <a:cubicBezTo>
                      <a:pt x="3469" y="2270"/>
                      <a:pt x="3512" y="2368"/>
                      <a:pt x="3605" y="2422"/>
                    </a:cubicBezTo>
                    <a:lnTo>
                      <a:pt x="3561" y="2428"/>
                    </a:lnTo>
                    <a:cubicBezTo>
                      <a:pt x="3528" y="2431"/>
                      <a:pt x="3496" y="2432"/>
                      <a:pt x="3464" y="2432"/>
                    </a:cubicBezTo>
                    <a:cubicBezTo>
                      <a:pt x="3392" y="2432"/>
                      <a:pt x="3321" y="2427"/>
                      <a:pt x="3251" y="2427"/>
                    </a:cubicBezTo>
                    <a:cubicBezTo>
                      <a:pt x="3233" y="2427"/>
                      <a:pt x="3215" y="2427"/>
                      <a:pt x="3197" y="2428"/>
                    </a:cubicBezTo>
                    <a:cubicBezTo>
                      <a:pt x="3170" y="2428"/>
                      <a:pt x="3142" y="2428"/>
                      <a:pt x="3115" y="2433"/>
                    </a:cubicBezTo>
                    <a:cubicBezTo>
                      <a:pt x="3126" y="2384"/>
                      <a:pt x="3126" y="2330"/>
                      <a:pt x="3115" y="2281"/>
                    </a:cubicBezTo>
                    <a:lnTo>
                      <a:pt x="3115" y="2286"/>
                    </a:lnTo>
                    <a:cubicBezTo>
                      <a:pt x="3104" y="2248"/>
                      <a:pt x="3083" y="2216"/>
                      <a:pt x="3050" y="2194"/>
                    </a:cubicBezTo>
                    <a:cubicBezTo>
                      <a:pt x="3050" y="2172"/>
                      <a:pt x="3045" y="2151"/>
                      <a:pt x="3045" y="2134"/>
                    </a:cubicBezTo>
                    <a:cubicBezTo>
                      <a:pt x="3039" y="2112"/>
                      <a:pt x="3039" y="2085"/>
                      <a:pt x="3034" y="2058"/>
                    </a:cubicBezTo>
                    <a:close/>
                    <a:moveTo>
                      <a:pt x="827" y="2096"/>
                    </a:moveTo>
                    <a:cubicBezTo>
                      <a:pt x="767" y="2183"/>
                      <a:pt x="713" y="2276"/>
                      <a:pt x="669" y="2373"/>
                    </a:cubicBezTo>
                    <a:cubicBezTo>
                      <a:pt x="658" y="2395"/>
                      <a:pt x="647" y="2422"/>
                      <a:pt x="642" y="2449"/>
                    </a:cubicBezTo>
                    <a:cubicBezTo>
                      <a:pt x="631" y="2346"/>
                      <a:pt x="626" y="2243"/>
                      <a:pt x="631" y="2140"/>
                    </a:cubicBezTo>
                    <a:lnTo>
                      <a:pt x="631" y="2112"/>
                    </a:lnTo>
                    <a:lnTo>
                      <a:pt x="691" y="2107"/>
                    </a:lnTo>
                    <a:cubicBezTo>
                      <a:pt x="734" y="2102"/>
                      <a:pt x="783" y="2096"/>
                      <a:pt x="827" y="2096"/>
                    </a:cubicBezTo>
                    <a:close/>
                    <a:moveTo>
                      <a:pt x="1572" y="2259"/>
                    </a:moveTo>
                    <a:cubicBezTo>
                      <a:pt x="1622" y="2259"/>
                      <a:pt x="1673" y="2266"/>
                      <a:pt x="1724" y="2281"/>
                    </a:cubicBezTo>
                    <a:cubicBezTo>
                      <a:pt x="1805" y="2314"/>
                      <a:pt x="1822" y="2352"/>
                      <a:pt x="1832" y="2433"/>
                    </a:cubicBezTo>
                    <a:cubicBezTo>
                      <a:pt x="1832" y="2439"/>
                      <a:pt x="1832" y="2444"/>
                      <a:pt x="1832" y="2449"/>
                    </a:cubicBezTo>
                    <a:lnTo>
                      <a:pt x="1718" y="2449"/>
                    </a:lnTo>
                    <a:cubicBezTo>
                      <a:pt x="1631" y="2455"/>
                      <a:pt x="1544" y="2471"/>
                      <a:pt x="1457" y="2482"/>
                    </a:cubicBezTo>
                    <a:lnTo>
                      <a:pt x="1457" y="2444"/>
                    </a:lnTo>
                    <a:cubicBezTo>
                      <a:pt x="1457" y="2390"/>
                      <a:pt x="1447" y="2341"/>
                      <a:pt x="1436" y="2292"/>
                    </a:cubicBezTo>
                    <a:cubicBezTo>
                      <a:pt x="1452" y="2276"/>
                      <a:pt x="1474" y="2270"/>
                      <a:pt x="1495" y="2265"/>
                    </a:cubicBezTo>
                    <a:cubicBezTo>
                      <a:pt x="1521" y="2261"/>
                      <a:pt x="1546" y="2259"/>
                      <a:pt x="1572" y="2259"/>
                    </a:cubicBezTo>
                    <a:close/>
                    <a:moveTo>
                      <a:pt x="2838" y="2058"/>
                    </a:moveTo>
                    <a:cubicBezTo>
                      <a:pt x="2838" y="2096"/>
                      <a:pt x="2838" y="2129"/>
                      <a:pt x="2844" y="2167"/>
                    </a:cubicBezTo>
                    <a:lnTo>
                      <a:pt x="2849" y="2199"/>
                    </a:lnTo>
                    <a:cubicBezTo>
                      <a:pt x="2746" y="2254"/>
                      <a:pt x="2670" y="2352"/>
                      <a:pt x="2642" y="2460"/>
                    </a:cubicBezTo>
                    <a:lnTo>
                      <a:pt x="2642" y="2482"/>
                    </a:lnTo>
                    <a:cubicBezTo>
                      <a:pt x="2577" y="2482"/>
                      <a:pt x="2512" y="2482"/>
                      <a:pt x="2447" y="2477"/>
                    </a:cubicBezTo>
                    <a:cubicBezTo>
                      <a:pt x="2305" y="2471"/>
                      <a:pt x="2164" y="2460"/>
                      <a:pt x="2023" y="2455"/>
                    </a:cubicBezTo>
                    <a:cubicBezTo>
                      <a:pt x="1996" y="2352"/>
                      <a:pt x="2006" y="2265"/>
                      <a:pt x="1919" y="2183"/>
                    </a:cubicBezTo>
                    <a:cubicBezTo>
                      <a:pt x="1865" y="2129"/>
                      <a:pt x="1800" y="2096"/>
                      <a:pt x="1729" y="2074"/>
                    </a:cubicBezTo>
                    <a:cubicBezTo>
                      <a:pt x="1817" y="2066"/>
                      <a:pt x="1907" y="2061"/>
                      <a:pt x="1996" y="2061"/>
                    </a:cubicBezTo>
                    <a:cubicBezTo>
                      <a:pt x="2029" y="2061"/>
                      <a:pt x="2061" y="2062"/>
                      <a:pt x="2093" y="2064"/>
                    </a:cubicBezTo>
                    <a:lnTo>
                      <a:pt x="2093" y="2058"/>
                    </a:lnTo>
                    <a:close/>
                    <a:moveTo>
                      <a:pt x="1175" y="2058"/>
                    </a:moveTo>
                    <a:cubicBezTo>
                      <a:pt x="1213" y="2058"/>
                      <a:pt x="1245" y="2069"/>
                      <a:pt x="1278" y="2080"/>
                    </a:cubicBezTo>
                    <a:lnTo>
                      <a:pt x="1278" y="2129"/>
                    </a:lnTo>
                    <a:cubicBezTo>
                      <a:pt x="1240" y="2167"/>
                      <a:pt x="1213" y="2205"/>
                      <a:pt x="1186" y="2254"/>
                    </a:cubicBezTo>
                    <a:cubicBezTo>
                      <a:pt x="1137" y="2324"/>
                      <a:pt x="1109" y="2411"/>
                      <a:pt x="1109" y="2498"/>
                    </a:cubicBezTo>
                    <a:lnTo>
                      <a:pt x="811" y="2498"/>
                    </a:lnTo>
                    <a:cubicBezTo>
                      <a:pt x="827" y="2439"/>
                      <a:pt x="849" y="2379"/>
                      <a:pt x="887" y="2330"/>
                    </a:cubicBezTo>
                    <a:cubicBezTo>
                      <a:pt x="930" y="2248"/>
                      <a:pt x="979" y="2167"/>
                      <a:pt x="1033" y="2091"/>
                    </a:cubicBezTo>
                    <a:lnTo>
                      <a:pt x="1055" y="2069"/>
                    </a:lnTo>
                    <a:cubicBezTo>
                      <a:pt x="1093" y="2058"/>
                      <a:pt x="1137" y="2058"/>
                      <a:pt x="1175" y="2058"/>
                    </a:cubicBezTo>
                    <a:close/>
                    <a:moveTo>
                      <a:pt x="446" y="2123"/>
                    </a:moveTo>
                    <a:lnTo>
                      <a:pt x="446" y="2335"/>
                    </a:lnTo>
                    <a:cubicBezTo>
                      <a:pt x="446" y="2390"/>
                      <a:pt x="452" y="2444"/>
                      <a:pt x="463" y="2498"/>
                    </a:cubicBezTo>
                    <a:cubicBezTo>
                      <a:pt x="365" y="2498"/>
                      <a:pt x="267" y="2504"/>
                      <a:pt x="169" y="2515"/>
                    </a:cubicBezTo>
                    <a:lnTo>
                      <a:pt x="169" y="2455"/>
                    </a:lnTo>
                    <a:cubicBezTo>
                      <a:pt x="169" y="2352"/>
                      <a:pt x="164" y="2248"/>
                      <a:pt x="164" y="2140"/>
                    </a:cubicBezTo>
                    <a:cubicBezTo>
                      <a:pt x="180" y="2140"/>
                      <a:pt x="202" y="2134"/>
                      <a:pt x="218" y="2134"/>
                    </a:cubicBezTo>
                    <a:lnTo>
                      <a:pt x="348" y="2134"/>
                    </a:lnTo>
                    <a:cubicBezTo>
                      <a:pt x="381" y="2129"/>
                      <a:pt x="414" y="2123"/>
                      <a:pt x="446" y="2123"/>
                    </a:cubicBezTo>
                    <a:close/>
                    <a:moveTo>
                      <a:pt x="821" y="2623"/>
                    </a:moveTo>
                    <a:cubicBezTo>
                      <a:pt x="925" y="2623"/>
                      <a:pt x="1028" y="2623"/>
                      <a:pt x="1131" y="2629"/>
                    </a:cubicBezTo>
                    <a:cubicBezTo>
                      <a:pt x="1158" y="2700"/>
                      <a:pt x="1202" y="2759"/>
                      <a:pt x="1256" y="2814"/>
                    </a:cubicBezTo>
                    <a:cubicBezTo>
                      <a:pt x="1283" y="2835"/>
                      <a:pt x="1311" y="2852"/>
                      <a:pt x="1343" y="2857"/>
                    </a:cubicBezTo>
                    <a:cubicBezTo>
                      <a:pt x="1349" y="2906"/>
                      <a:pt x="1354" y="2950"/>
                      <a:pt x="1365" y="2993"/>
                    </a:cubicBezTo>
                    <a:lnTo>
                      <a:pt x="1017" y="2993"/>
                    </a:lnTo>
                    <a:cubicBezTo>
                      <a:pt x="990" y="2955"/>
                      <a:pt x="963" y="2917"/>
                      <a:pt x="946" y="2879"/>
                    </a:cubicBezTo>
                    <a:cubicBezTo>
                      <a:pt x="898" y="2797"/>
                      <a:pt x="854" y="2710"/>
                      <a:pt x="821" y="2623"/>
                    </a:cubicBezTo>
                    <a:close/>
                    <a:moveTo>
                      <a:pt x="1860" y="2580"/>
                    </a:moveTo>
                    <a:lnTo>
                      <a:pt x="1860" y="2738"/>
                    </a:lnTo>
                    <a:cubicBezTo>
                      <a:pt x="1865" y="2825"/>
                      <a:pt x="1860" y="2912"/>
                      <a:pt x="1838" y="2993"/>
                    </a:cubicBezTo>
                    <a:lnTo>
                      <a:pt x="1544" y="2993"/>
                    </a:lnTo>
                    <a:cubicBezTo>
                      <a:pt x="1534" y="2951"/>
                      <a:pt x="1523" y="2909"/>
                      <a:pt x="1513" y="2862"/>
                    </a:cubicBezTo>
                    <a:lnTo>
                      <a:pt x="1513" y="2862"/>
                    </a:lnTo>
                    <a:lnTo>
                      <a:pt x="1577" y="2846"/>
                    </a:lnTo>
                    <a:cubicBezTo>
                      <a:pt x="1659" y="2825"/>
                      <a:pt x="1659" y="2716"/>
                      <a:pt x="1577" y="2689"/>
                    </a:cubicBezTo>
                    <a:cubicBezTo>
                      <a:pt x="1544" y="2683"/>
                      <a:pt x="1512" y="2678"/>
                      <a:pt x="1479" y="2672"/>
                    </a:cubicBezTo>
                    <a:cubicBezTo>
                      <a:pt x="1479" y="2651"/>
                      <a:pt x="1474" y="2629"/>
                      <a:pt x="1468" y="2607"/>
                    </a:cubicBezTo>
                    <a:lnTo>
                      <a:pt x="1523" y="2602"/>
                    </a:lnTo>
                    <a:cubicBezTo>
                      <a:pt x="1637" y="2585"/>
                      <a:pt x="1745" y="2580"/>
                      <a:pt x="1860" y="2580"/>
                    </a:cubicBezTo>
                    <a:close/>
                    <a:moveTo>
                      <a:pt x="6197" y="2351"/>
                    </a:moveTo>
                    <a:cubicBezTo>
                      <a:pt x="6206" y="2351"/>
                      <a:pt x="6215" y="2351"/>
                      <a:pt x="6225" y="2352"/>
                    </a:cubicBezTo>
                    <a:cubicBezTo>
                      <a:pt x="6366" y="2352"/>
                      <a:pt x="6507" y="2357"/>
                      <a:pt x="6649" y="2363"/>
                    </a:cubicBezTo>
                    <a:cubicBezTo>
                      <a:pt x="6672" y="2362"/>
                      <a:pt x="6695" y="2361"/>
                      <a:pt x="6718" y="2361"/>
                    </a:cubicBezTo>
                    <a:cubicBezTo>
                      <a:pt x="6827" y="2361"/>
                      <a:pt x="6938" y="2371"/>
                      <a:pt x="7045" y="2384"/>
                    </a:cubicBezTo>
                    <a:cubicBezTo>
                      <a:pt x="7111" y="2395"/>
                      <a:pt x="7179" y="2398"/>
                      <a:pt x="7247" y="2398"/>
                    </a:cubicBezTo>
                    <a:cubicBezTo>
                      <a:pt x="7287" y="2398"/>
                      <a:pt x="7326" y="2397"/>
                      <a:pt x="7366" y="2395"/>
                    </a:cubicBezTo>
                    <a:cubicBezTo>
                      <a:pt x="7366" y="2449"/>
                      <a:pt x="7366" y="2504"/>
                      <a:pt x="7366" y="2564"/>
                    </a:cubicBezTo>
                    <a:lnTo>
                      <a:pt x="7366" y="2645"/>
                    </a:lnTo>
                    <a:cubicBezTo>
                      <a:pt x="7328" y="2651"/>
                      <a:pt x="7290" y="2661"/>
                      <a:pt x="7252" y="2661"/>
                    </a:cubicBezTo>
                    <a:cubicBezTo>
                      <a:pt x="7132" y="2683"/>
                      <a:pt x="7007" y="2694"/>
                      <a:pt x="6882" y="2700"/>
                    </a:cubicBezTo>
                    <a:cubicBezTo>
                      <a:pt x="6632" y="2689"/>
                      <a:pt x="6382" y="2678"/>
                      <a:pt x="6138" y="2678"/>
                    </a:cubicBezTo>
                    <a:cubicBezTo>
                      <a:pt x="6018" y="2683"/>
                      <a:pt x="5904" y="2694"/>
                      <a:pt x="5790" y="2710"/>
                    </a:cubicBezTo>
                    <a:cubicBezTo>
                      <a:pt x="5659" y="2732"/>
                      <a:pt x="5529" y="2716"/>
                      <a:pt x="5398" y="2732"/>
                    </a:cubicBezTo>
                    <a:cubicBezTo>
                      <a:pt x="5284" y="2748"/>
                      <a:pt x="5175" y="2781"/>
                      <a:pt x="5067" y="2787"/>
                    </a:cubicBezTo>
                    <a:cubicBezTo>
                      <a:pt x="4953" y="2792"/>
                      <a:pt x="4822" y="2808"/>
                      <a:pt x="4703" y="2819"/>
                    </a:cubicBezTo>
                    <a:cubicBezTo>
                      <a:pt x="4453" y="2857"/>
                      <a:pt x="4192" y="2873"/>
                      <a:pt x="3936" y="2895"/>
                    </a:cubicBezTo>
                    <a:cubicBezTo>
                      <a:pt x="3860" y="2902"/>
                      <a:pt x="3782" y="2904"/>
                      <a:pt x="3704" y="2904"/>
                    </a:cubicBezTo>
                    <a:cubicBezTo>
                      <a:pt x="3571" y="2904"/>
                      <a:pt x="3435" y="2898"/>
                      <a:pt x="3300" y="2898"/>
                    </a:cubicBezTo>
                    <a:cubicBezTo>
                      <a:pt x="3253" y="2898"/>
                      <a:pt x="3206" y="2899"/>
                      <a:pt x="3159" y="2901"/>
                    </a:cubicBezTo>
                    <a:cubicBezTo>
                      <a:pt x="3110" y="2906"/>
                      <a:pt x="3056" y="2912"/>
                      <a:pt x="3007" y="2928"/>
                    </a:cubicBezTo>
                    <a:cubicBezTo>
                      <a:pt x="2960" y="2932"/>
                      <a:pt x="2914" y="2936"/>
                      <a:pt x="2868" y="2936"/>
                    </a:cubicBezTo>
                    <a:cubicBezTo>
                      <a:pt x="2849" y="2936"/>
                      <a:pt x="2830" y="2935"/>
                      <a:pt x="2811" y="2933"/>
                    </a:cubicBezTo>
                    <a:cubicBezTo>
                      <a:pt x="2702" y="2939"/>
                      <a:pt x="2593" y="2960"/>
                      <a:pt x="2485" y="2971"/>
                    </a:cubicBezTo>
                    <a:cubicBezTo>
                      <a:pt x="2327" y="2988"/>
                      <a:pt x="2175" y="2988"/>
                      <a:pt x="2023" y="2993"/>
                    </a:cubicBezTo>
                    <a:cubicBezTo>
                      <a:pt x="2034" y="2939"/>
                      <a:pt x="2039" y="2884"/>
                      <a:pt x="2039" y="2835"/>
                    </a:cubicBezTo>
                    <a:cubicBezTo>
                      <a:pt x="2039" y="2754"/>
                      <a:pt x="2050" y="2667"/>
                      <a:pt x="2039" y="2585"/>
                    </a:cubicBezTo>
                    <a:lnTo>
                      <a:pt x="2039" y="2585"/>
                    </a:lnTo>
                    <a:cubicBezTo>
                      <a:pt x="2256" y="2591"/>
                      <a:pt x="2468" y="2607"/>
                      <a:pt x="2680" y="2607"/>
                    </a:cubicBezTo>
                    <a:cubicBezTo>
                      <a:pt x="2680" y="2607"/>
                      <a:pt x="2680" y="2613"/>
                      <a:pt x="2680" y="2613"/>
                    </a:cubicBezTo>
                    <a:cubicBezTo>
                      <a:pt x="2718" y="2664"/>
                      <a:pt x="2777" y="2687"/>
                      <a:pt x="2837" y="2687"/>
                    </a:cubicBezTo>
                    <a:cubicBezTo>
                      <a:pt x="2897" y="2687"/>
                      <a:pt x="2958" y="2664"/>
                      <a:pt x="3001" y="2623"/>
                    </a:cubicBezTo>
                    <a:cubicBezTo>
                      <a:pt x="3017" y="2613"/>
                      <a:pt x="3034" y="2596"/>
                      <a:pt x="3045" y="2580"/>
                    </a:cubicBezTo>
                    <a:cubicBezTo>
                      <a:pt x="3118" y="2568"/>
                      <a:pt x="3191" y="2562"/>
                      <a:pt x="3267" y="2562"/>
                    </a:cubicBezTo>
                    <a:cubicBezTo>
                      <a:pt x="3292" y="2562"/>
                      <a:pt x="3318" y="2562"/>
                      <a:pt x="3344" y="2564"/>
                    </a:cubicBezTo>
                    <a:cubicBezTo>
                      <a:pt x="3474" y="2558"/>
                      <a:pt x="3610" y="2553"/>
                      <a:pt x="3740" y="2536"/>
                    </a:cubicBezTo>
                    <a:cubicBezTo>
                      <a:pt x="3860" y="2531"/>
                      <a:pt x="3980" y="2536"/>
                      <a:pt x="4094" y="2520"/>
                    </a:cubicBezTo>
                    <a:cubicBezTo>
                      <a:pt x="4213" y="2504"/>
                      <a:pt x="4317" y="2509"/>
                      <a:pt x="4431" y="2493"/>
                    </a:cubicBezTo>
                    <a:cubicBezTo>
                      <a:pt x="4520" y="2481"/>
                      <a:pt x="4613" y="2475"/>
                      <a:pt x="4704" y="2475"/>
                    </a:cubicBezTo>
                    <a:cubicBezTo>
                      <a:pt x="4735" y="2475"/>
                      <a:pt x="4765" y="2475"/>
                      <a:pt x="4795" y="2477"/>
                    </a:cubicBezTo>
                    <a:cubicBezTo>
                      <a:pt x="4920" y="2477"/>
                      <a:pt x="5045" y="2449"/>
                      <a:pt x="5170" y="2444"/>
                    </a:cubicBezTo>
                    <a:cubicBezTo>
                      <a:pt x="5404" y="2439"/>
                      <a:pt x="5638" y="2401"/>
                      <a:pt x="5871" y="2390"/>
                    </a:cubicBezTo>
                    <a:cubicBezTo>
                      <a:pt x="5982" y="2380"/>
                      <a:pt x="6088" y="2351"/>
                      <a:pt x="6197" y="2351"/>
                    </a:cubicBezTo>
                    <a:close/>
                    <a:moveTo>
                      <a:pt x="664" y="2710"/>
                    </a:moveTo>
                    <a:cubicBezTo>
                      <a:pt x="696" y="2797"/>
                      <a:pt x="734" y="2884"/>
                      <a:pt x="783" y="2966"/>
                    </a:cubicBezTo>
                    <a:cubicBezTo>
                      <a:pt x="789" y="2982"/>
                      <a:pt x="794" y="2993"/>
                      <a:pt x="800" y="3004"/>
                    </a:cubicBezTo>
                    <a:cubicBezTo>
                      <a:pt x="762" y="3009"/>
                      <a:pt x="734" y="3015"/>
                      <a:pt x="691" y="3020"/>
                    </a:cubicBezTo>
                    <a:cubicBezTo>
                      <a:pt x="691" y="2988"/>
                      <a:pt x="691" y="2960"/>
                      <a:pt x="686" y="2928"/>
                    </a:cubicBezTo>
                    <a:cubicBezTo>
                      <a:pt x="675" y="2868"/>
                      <a:pt x="669" y="2803"/>
                      <a:pt x="664" y="2738"/>
                    </a:cubicBezTo>
                    <a:lnTo>
                      <a:pt x="664" y="2710"/>
                    </a:lnTo>
                    <a:close/>
                    <a:moveTo>
                      <a:pt x="169" y="2607"/>
                    </a:moveTo>
                    <a:cubicBezTo>
                      <a:pt x="272" y="2618"/>
                      <a:pt x="376" y="2618"/>
                      <a:pt x="479" y="2623"/>
                    </a:cubicBezTo>
                    <a:lnTo>
                      <a:pt x="479" y="2672"/>
                    </a:lnTo>
                    <a:cubicBezTo>
                      <a:pt x="479" y="2792"/>
                      <a:pt x="501" y="2906"/>
                      <a:pt x="506" y="3026"/>
                    </a:cubicBezTo>
                    <a:lnTo>
                      <a:pt x="506" y="3058"/>
                    </a:lnTo>
                    <a:lnTo>
                      <a:pt x="452" y="3069"/>
                    </a:lnTo>
                    <a:cubicBezTo>
                      <a:pt x="387" y="3075"/>
                      <a:pt x="321" y="3075"/>
                      <a:pt x="262" y="3085"/>
                    </a:cubicBezTo>
                    <a:cubicBezTo>
                      <a:pt x="240" y="3091"/>
                      <a:pt x="223" y="3096"/>
                      <a:pt x="207" y="3102"/>
                    </a:cubicBezTo>
                    <a:lnTo>
                      <a:pt x="202" y="3102"/>
                    </a:lnTo>
                    <a:cubicBezTo>
                      <a:pt x="207" y="2993"/>
                      <a:pt x="207" y="2884"/>
                      <a:pt x="202" y="2781"/>
                    </a:cubicBezTo>
                    <a:cubicBezTo>
                      <a:pt x="196" y="2732"/>
                      <a:pt x="175" y="2683"/>
                      <a:pt x="169" y="2640"/>
                    </a:cubicBezTo>
                    <a:cubicBezTo>
                      <a:pt x="169" y="2629"/>
                      <a:pt x="169" y="2613"/>
                      <a:pt x="169" y="2607"/>
                    </a:cubicBezTo>
                    <a:close/>
                    <a:moveTo>
                      <a:pt x="1392" y="3140"/>
                    </a:moveTo>
                    <a:cubicBezTo>
                      <a:pt x="1392" y="3145"/>
                      <a:pt x="1392" y="3145"/>
                      <a:pt x="1392" y="3151"/>
                    </a:cubicBezTo>
                    <a:cubicBezTo>
                      <a:pt x="1370" y="3151"/>
                      <a:pt x="1349" y="3145"/>
                      <a:pt x="1332" y="3140"/>
                    </a:cubicBezTo>
                    <a:close/>
                    <a:moveTo>
                      <a:pt x="7361" y="2797"/>
                    </a:moveTo>
                    <a:lnTo>
                      <a:pt x="7361" y="2960"/>
                    </a:lnTo>
                    <a:cubicBezTo>
                      <a:pt x="7350" y="3047"/>
                      <a:pt x="7350" y="3140"/>
                      <a:pt x="7361" y="3232"/>
                    </a:cubicBezTo>
                    <a:cubicBezTo>
                      <a:pt x="7328" y="3238"/>
                      <a:pt x="7290" y="3243"/>
                      <a:pt x="7257" y="3249"/>
                    </a:cubicBezTo>
                    <a:cubicBezTo>
                      <a:pt x="7218" y="3249"/>
                      <a:pt x="7178" y="3246"/>
                      <a:pt x="7138" y="3246"/>
                    </a:cubicBezTo>
                    <a:cubicBezTo>
                      <a:pt x="7118" y="3246"/>
                      <a:pt x="7098" y="3247"/>
                      <a:pt x="7078" y="3249"/>
                    </a:cubicBezTo>
                    <a:cubicBezTo>
                      <a:pt x="7029" y="3254"/>
                      <a:pt x="6986" y="3270"/>
                      <a:pt x="6942" y="3276"/>
                    </a:cubicBezTo>
                    <a:cubicBezTo>
                      <a:pt x="6912" y="3278"/>
                      <a:pt x="6881" y="3280"/>
                      <a:pt x="6850" y="3280"/>
                    </a:cubicBezTo>
                    <a:cubicBezTo>
                      <a:pt x="6818" y="3280"/>
                      <a:pt x="6787" y="3278"/>
                      <a:pt x="6757" y="3276"/>
                    </a:cubicBezTo>
                    <a:cubicBezTo>
                      <a:pt x="6670" y="3274"/>
                      <a:pt x="6583" y="3273"/>
                      <a:pt x="6496" y="3273"/>
                    </a:cubicBezTo>
                    <a:cubicBezTo>
                      <a:pt x="6322" y="3273"/>
                      <a:pt x="6148" y="3276"/>
                      <a:pt x="5975" y="3276"/>
                    </a:cubicBezTo>
                    <a:lnTo>
                      <a:pt x="4474" y="3276"/>
                    </a:lnTo>
                    <a:cubicBezTo>
                      <a:pt x="4243" y="3276"/>
                      <a:pt x="4016" y="3320"/>
                      <a:pt x="3784" y="3320"/>
                    </a:cubicBezTo>
                    <a:cubicBezTo>
                      <a:pt x="3772" y="3320"/>
                      <a:pt x="3759" y="3320"/>
                      <a:pt x="3746" y="3319"/>
                    </a:cubicBezTo>
                    <a:cubicBezTo>
                      <a:pt x="3699" y="3317"/>
                      <a:pt x="3651" y="3316"/>
                      <a:pt x="3604" y="3316"/>
                    </a:cubicBezTo>
                    <a:cubicBezTo>
                      <a:pt x="3536" y="3316"/>
                      <a:pt x="3468" y="3318"/>
                      <a:pt x="3398" y="3325"/>
                    </a:cubicBezTo>
                    <a:cubicBezTo>
                      <a:pt x="3278" y="3341"/>
                      <a:pt x="3153" y="3330"/>
                      <a:pt x="3028" y="3346"/>
                    </a:cubicBezTo>
                    <a:cubicBezTo>
                      <a:pt x="2930" y="3357"/>
                      <a:pt x="2827" y="3374"/>
                      <a:pt x="2724" y="3390"/>
                    </a:cubicBezTo>
                    <a:cubicBezTo>
                      <a:pt x="2604" y="3406"/>
                      <a:pt x="2479" y="3401"/>
                      <a:pt x="2354" y="3417"/>
                    </a:cubicBezTo>
                    <a:cubicBezTo>
                      <a:pt x="2246" y="3433"/>
                      <a:pt x="2131" y="3422"/>
                      <a:pt x="2023" y="3444"/>
                    </a:cubicBezTo>
                    <a:cubicBezTo>
                      <a:pt x="1903" y="3466"/>
                      <a:pt x="1784" y="3477"/>
                      <a:pt x="1664" y="3493"/>
                    </a:cubicBezTo>
                    <a:lnTo>
                      <a:pt x="1637" y="3493"/>
                    </a:lnTo>
                    <a:cubicBezTo>
                      <a:pt x="1631" y="3433"/>
                      <a:pt x="1620" y="3374"/>
                      <a:pt x="1610" y="3314"/>
                    </a:cubicBezTo>
                    <a:cubicBezTo>
                      <a:pt x="1664" y="3308"/>
                      <a:pt x="1713" y="3297"/>
                      <a:pt x="1756" y="3281"/>
                    </a:cubicBezTo>
                    <a:cubicBezTo>
                      <a:pt x="1838" y="3259"/>
                      <a:pt x="1909" y="3211"/>
                      <a:pt x="1952" y="3140"/>
                    </a:cubicBezTo>
                    <a:cubicBezTo>
                      <a:pt x="2061" y="3140"/>
                      <a:pt x="2169" y="3140"/>
                      <a:pt x="2273" y="3134"/>
                    </a:cubicBezTo>
                    <a:cubicBezTo>
                      <a:pt x="2381" y="3129"/>
                      <a:pt x="2485" y="3113"/>
                      <a:pt x="2588" y="3107"/>
                    </a:cubicBezTo>
                    <a:cubicBezTo>
                      <a:pt x="2637" y="3102"/>
                      <a:pt x="2680" y="3096"/>
                      <a:pt x="2724" y="3085"/>
                    </a:cubicBezTo>
                    <a:cubicBezTo>
                      <a:pt x="2782" y="3082"/>
                      <a:pt x="2837" y="3078"/>
                      <a:pt x="2891" y="3078"/>
                    </a:cubicBezTo>
                    <a:cubicBezTo>
                      <a:pt x="2913" y="3078"/>
                      <a:pt x="2935" y="3078"/>
                      <a:pt x="2958" y="3080"/>
                    </a:cubicBezTo>
                    <a:cubicBezTo>
                      <a:pt x="3012" y="3069"/>
                      <a:pt x="3061" y="3064"/>
                      <a:pt x="3110" y="3047"/>
                    </a:cubicBezTo>
                    <a:cubicBezTo>
                      <a:pt x="3140" y="3045"/>
                      <a:pt x="3170" y="3043"/>
                      <a:pt x="3199" y="3043"/>
                    </a:cubicBezTo>
                    <a:cubicBezTo>
                      <a:pt x="3228" y="3043"/>
                      <a:pt x="3257" y="3045"/>
                      <a:pt x="3284" y="3047"/>
                    </a:cubicBezTo>
                    <a:cubicBezTo>
                      <a:pt x="3329" y="3049"/>
                      <a:pt x="3374" y="3050"/>
                      <a:pt x="3420" y="3050"/>
                    </a:cubicBezTo>
                    <a:cubicBezTo>
                      <a:pt x="3510" y="3050"/>
                      <a:pt x="3601" y="3047"/>
                      <a:pt x="3691" y="3047"/>
                    </a:cubicBezTo>
                    <a:cubicBezTo>
                      <a:pt x="3947" y="3047"/>
                      <a:pt x="4192" y="2999"/>
                      <a:pt x="4442" y="2993"/>
                    </a:cubicBezTo>
                    <a:cubicBezTo>
                      <a:pt x="4670" y="2982"/>
                      <a:pt x="4904" y="2955"/>
                      <a:pt x="5137" y="2928"/>
                    </a:cubicBezTo>
                    <a:cubicBezTo>
                      <a:pt x="5252" y="2912"/>
                      <a:pt x="5366" y="2879"/>
                      <a:pt x="5485" y="2873"/>
                    </a:cubicBezTo>
                    <a:cubicBezTo>
                      <a:pt x="5605" y="2863"/>
                      <a:pt x="5714" y="2873"/>
                      <a:pt x="5828" y="2852"/>
                    </a:cubicBezTo>
                    <a:cubicBezTo>
                      <a:pt x="5951" y="2833"/>
                      <a:pt x="6075" y="2827"/>
                      <a:pt x="6199" y="2827"/>
                    </a:cubicBezTo>
                    <a:cubicBezTo>
                      <a:pt x="6366" y="2827"/>
                      <a:pt x="6535" y="2838"/>
                      <a:pt x="6703" y="2841"/>
                    </a:cubicBezTo>
                    <a:cubicBezTo>
                      <a:pt x="6765" y="2846"/>
                      <a:pt x="6828" y="2849"/>
                      <a:pt x="6890" y="2849"/>
                    </a:cubicBezTo>
                    <a:cubicBezTo>
                      <a:pt x="6953" y="2849"/>
                      <a:pt x="7015" y="2846"/>
                      <a:pt x="7078" y="2841"/>
                    </a:cubicBezTo>
                    <a:cubicBezTo>
                      <a:pt x="7149" y="2830"/>
                      <a:pt x="7214" y="2825"/>
                      <a:pt x="7285" y="2819"/>
                    </a:cubicBezTo>
                    <a:cubicBezTo>
                      <a:pt x="7312" y="2814"/>
                      <a:pt x="7333" y="2808"/>
                      <a:pt x="7361" y="2797"/>
                    </a:cubicBezTo>
                    <a:close/>
                    <a:moveTo>
                      <a:pt x="908" y="3134"/>
                    </a:moveTo>
                    <a:cubicBezTo>
                      <a:pt x="925" y="3145"/>
                      <a:pt x="936" y="3156"/>
                      <a:pt x="952" y="3167"/>
                    </a:cubicBezTo>
                    <a:cubicBezTo>
                      <a:pt x="1039" y="3238"/>
                      <a:pt x="1082" y="3303"/>
                      <a:pt x="1202" y="3314"/>
                    </a:cubicBezTo>
                    <a:cubicBezTo>
                      <a:pt x="1278" y="3319"/>
                      <a:pt x="1354" y="3341"/>
                      <a:pt x="1430" y="3341"/>
                    </a:cubicBezTo>
                    <a:cubicBezTo>
                      <a:pt x="1436" y="3374"/>
                      <a:pt x="1441" y="3406"/>
                      <a:pt x="1447" y="3444"/>
                    </a:cubicBezTo>
                    <a:cubicBezTo>
                      <a:pt x="1452" y="3477"/>
                      <a:pt x="1452" y="3493"/>
                      <a:pt x="1452" y="3520"/>
                    </a:cubicBezTo>
                    <a:cubicBezTo>
                      <a:pt x="1262" y="3542"/>
                      <a:pt x="1071" y="3548"/>
                      <a:pt x="881" y="3564"/>
                    </a:cubicBezTo>
                    <a:cubicBezTo>
                      <a:pt x="827" y="3569"/>
                      <a:pt x="778" y="3575"/>
                      <a:pt x="729" y="3580"/>
                    </a:cubicBezTo>
                    <a:cubicBezTo>
                      <a:pt x="729" y="3580"/>
                      <a:pt x="729" y="3575"/>
                      <a:pt x="729" y="3575"/>
                    </a:cubicBezTo>
                    <a:cubicBezTo>
                      <a:pt x="724" y="3482"/>
                      <a:pt x="718" y="3384"/>
                      <a:pt x="702" y="3292"/>
                    </a:cubicBezTo>
                    <a:cubicBezTo>
                      <a:pt x="691" y="3249"/>
                      <a:pt x="691" y="3200"/>
                      <a:pt x="691" y="3156"/>
                    </a:cubicBezTo>
                    <a:lnTo>
                      <a:pt x="751" y="3145"/>
                    </a:lnTo>
                    <a:cubicBezTo>
                      <a:pt x="805" y="3140"/>
                      <a:pt x="859" y="3140"/>
                      <a:pt x="908" y="3134"/>
                    </a:cubicBezTo>
                    <a:close/>
                    <a:moveTo>
                      <a:pt x="495" y="3183"/>
                    </a:moveTo>
                    <a:cubicBezTo>
                      <a:pt x="495" y="3243"/>
                      <a:pt x="501" y="3303"/>
                      <a:pt x="512" y="3368"/>
                    </a:cubicBezTo>
                    <a:cubicBezTo>
                      <a:pt x="522" y="3417"/>
                      <a:pt x="528" y="3471"/>
                      <a:pt x="528" y="3526"/>
                    </a:cubicBezTo>
                    <a:cubicBezTo>
                      <a:pt x="528" y="3548"/>
                      <a:pt x="528" y="3569"/>
                      <a:pt x="528" y="3591"/>
                    </a:cubicBezTo>
                    <a:lnTo>
                      <a:pt x="474" y="3596"/>
                    </a:lnTo>
                    <a:cubicBezTo>
                      <a:pt x="408" y="3607"/>
                      <a:pt x="343" y="3613"/>
                      <a:pt x="278" y="3613"/>
                    </a:cubicBezTo>
                    <a:lnTo>
                      <a:pt x="272" y="3613"/>
                    </a:lnTo>
                    <a:cubicBezTo>
                      <a:pt x="267" y="3596"/>
                      <a:pt x="256" y="3580"/>
                      <a:pt x="240" y="3569"/>
                    </a:cubicBezTo>
                    <a:lnTo>
                      <a:pt x="229" y="3564"/>
                    </a:lnTo>
                    <a:cubicBezTo>
                      <a:pt x="223" y="3509"/>
                      <a:pt x="229" y="3455"/>
                      <a:pt x="234" y="3406"/>
                    </a:cubicBezTo>
                    <a:cubicBezTo>
                      <a:pt x="234" y="3330"/>
                      <a:pt x="223" y="3254"/>
                      <a:pt x="213" y="3183"/>
                    </a:cubicBezTo>
                    <a:lnTo>
                      <a:pt x="376" y="3183"/>
                    </a:lnTo>
                    <a:cubicBezTo>
                      <a:pt x="395" y="3186"/>
                      <a:pt x="415" y="3187"/>
                      <a:pt x="435" y="3187"/>
                    </a:cubicBezTo>
                    <a:cubicBezTo>
                      <a:pt x="456" y="3187"/>
                      <a:pt x="476" y="3186"/>
                      <a:pt x="495" y="3183"/>
                    </a:cubicBezTo>
                    <a:close/>
                    <a:moveTo>
                      <a:pt x="5953" y="1"/>
                    </a:moveTo>
                    <a:cubicBezTo>
                      <a:pt x="5946" y="1"/>
                      <a:pt x="5938" y="2"/>
                      <a:pt x="5931" y="3"/>
                    </a:cubicBezTo>
                    <a:cubicBezTo>
                      <a:pt x="5828" y="31"/>
                      <a:pt x="5719" y="25"/>
                      <a:pt x="5616" y="58"/>
                    </a:cubicBezTo>
                    <a:cubicBezTo>
                      <a:pt x="5507" y="90"/>
                      <a:pt x="5398" y="107"/>
                      <a:pt x="5284" y="107"/>
                    </a:cubicBezTo>
                    <a:cubicBezTo>
                      <a:pt x="5266" y="107"/>
                      <a:pt x="5243" y="106"/>
                      <a:pt x="5216" y="106"/>
                    </a:cubicBezTo>
                    <a:cubicBezTo>
                      <a:pt x="5087" y="106"/>
                      <a:pt x="4881" y="117"/>
                      <a:pt x="4877" y="248"/>
                    </a:cubicBezTo>
                    <a:cubicBezTo>
                      <a:pt x="4877" y="302"/>
                      <a:pt x="4887" y="357"/>
                      <a:pt x="4898" y="411"/>
                    </a:cubicBezTo>
                    <a:cubicBezTo>
                      <a:pt x="4915" y="520"/>
                      <a:pt x="4925" y="628"/>
                      <a:pt x="4931" y="737"/>
                    </a:cubicBezTo>
                    <a:cubicBezTo>
                      <a:pt x="4806" y="754"/>
                      <a:pt x="4686" y="764"/>
                      <a:pt x="4561" y="764"/>
                    </a:cubicBezTo>
                    <a:lnTo>
                      <a:pt x="4213" y="764"/>
                    </a:lnTo>
                    <a:cubicBezTo>
                      <a:pt x="4088" y="764"/>
                      <a:pt x="3969" y="797"/>
                      <a:pt x="3844" y="797"/>
                    </a:cubicBezTo>
                    <a:cubicBezTo>
                      <a:pt x="3815" y="796"/>
                      <a:pt x="3787" y="795"/>
                      <a:pt x="3758" y="795"/>
                    </a:cubicBezTo>
                    <a:cubicBezTo>
                      <a:pt x="3672" y="795"/>
                      <a:pt x="3586" y="801"/>
                      <a:pt x="3496" y="813"/>
                    </a:cubicBezTo>
                    <a:cubicBezTo>
                      <a:pt x="3419" y="820"/>
                      <a:pt x="3341" y="825"/>
                      <a:pt x="3264" y="825"/>
                    </a:cubicBezTo>
                    <a:cubicBezTo>
                      <a:pt x="3216" y="825"/>
                      <a:pt x="3168" y="823"/>
                      <a:pt x="3121" y="819"/>
                    </a:cubicBezTo>
                    <a:cubicBezTo>
                      <a:pt x="3001" y="819"/>
                      <a:pt x="2887" y="851"/>
                      <a:pt x="2773" y="868"/>
                    </a:cubicBezTo>
                    <a:cubicBezTo>
                      <a:pt x="2637" y="879"/>
                      <a:pt x="2496" y="884"/>
                      <a:pt x="2360" y="884"/>
                    </a:cubicBezTo>
                    <a:cubicBezTo>
                      <a:pt x="2197" y="884"/>
                      <a:pt x="2044" y="895"/>
                      <a:pt x="1881" y="911"/>
                    </a:cubicBezTo>
                    <a:cubicBezTo>
                      <a:pt x="1909" y="868"/>
                      <a:pt x="1919" y="819"/>
                      <a:pt x="1919" y="770"/>
                    </a:cubicBezTo>
                    <a:cubicBezTo>
                      <a:pt x="1914" y="607"/>
                      <a:pt x="1865" y="417"/>
                      <a:pt x="1745" y="302"/>
                    </a:cubicBezTo>
                    <a:cubicBezTo>
                      <a:pt x="1677" y="238"/>
                      <a:pt x="1575" y="175"/>
                      <a:pt x="1480" y="175"/>
                    </a:cubicBezTo>
                    <a:cubicBezTo>
                      <a:pt x="1431" y="175"/>
                      <a:pt x="1384" y="191"/>
                      <a:pt x="1343" y="232"/>
                    </a:cubicBezTo>
                    <a:cubicBezTo>
                      <a:pt x="1300" y="275"/>
                      <a:pt x="1273" y="335"/>
                      <a:pt x="1262" y="395"/>
                    </a:cubicBezTo>
                    <a:cubicBezTo>
                      <a:pt x="1245" y="476"/>
                      <a:pt x="1224" y="558"/>
                      <a:pt x="1202" y="639"/>
                    </a:cubicBezTo>
                    <a:cubicBezTo>
                      <a:pt x="1175" y="748"/>
                      <a:pt x="1164" y="862"/>
                      <a:pt x="1175" y="976"/>
                    </a:cubicBezTo>
                    <a:lnTo>
                      <a:pt x="1153" y="976"/>
                    </a:lnTo>
                    <a:cubicBezTo>
                      <a:pt x="1088" y="982"/>
                      <a:pt x="1028" y="993"/>
                      <a:pt x="968" y="1004"/>
                    </a:cubicBezTo>
                    <a:cubicBezTo>
                      <a:pt x="908" y="1014"/>
                      <a:pt x="849" y="1009"/>
                      <a:pt x="789" y="1020"/>
                    </a:cubicBezTo>
                    <a:cubicBezTo>
                      <a:pt x="729" y="1031"/>
                      <a:pt x="675" y="1036"/>
                      <a:pt x="615" y="1047"/>
                    </a:cubicBezTo>
                    <a:cubicBezTo>
                      <a:pt x="604" y="1047"/>
                      <a:pt x="588" y="1052"/>
                      <a:pt x="577" y="1052"/>
                    </a:cubicBezTo>
                    <a:cubicBezTo>
                      <a:pt x="562" y="1034"/>
                      <a:pt x="536" y="1009"/>
                      <a:pt x="516" y="1009"/>
                    </a:cubicBezTo>
                    <a:cubicBezTo>
                      <a:pt x="508" y="1009"/>
                      <a:pt x="500" y="1014"/>
                      <a:pt x="495" y="1025"/>
                    </a:cubicBezTo>
                    <a:cubicBezTo>
                      <a:pt x="484" y="1042"/>
                      <a:pt x="479" y="1058"/>
                      <a:pt x="479" y="1080"/>
                    </a:cubicBezTo>
                    <a:cubicBezTo>
                      <a:pt x="457" y="1085"/>
                      <a:pt x="435" y="1091"/>
                      <a:pt x="414" y="1091"/>
                    </a:cubicBezTo>
                    <a:cubicBezTo>
                      <a:pt x="348" y="1095"/>
                      <a:pt x="238" y="1139"/>
                      <a:pt x="160" y="1139"/>
                    </a:cubicBezTo>
                    <a:cubicBezTo>
                      <a:pt x="136" y="1139"/>
                      <a:pt x="114" y="1135"/>
                      <a:pt x="98" y="1123"/>
                    </a:cubicBezTo>
                    <a:cubicBezTo>
                      <a:pt x="92" y="1119"/>
                      <a:pt x="86" y="1117"/>
                      <a:pt x="81" y="1117"/>
                    </a:cubicBezTo>
                    <a:cubicBezTo>
                      <a:pt x="66" y="1117"/>
                      <a:pt x="53" y="1131"/>
                      <a:pt x="50" y="1150"/>
                    </a:cubicBezTo>
                    <a:cubicBezTo>
                      <a:pt x="33" y="1150"/>
                      <a:pt x="17" y="1172"/>
                      <a:pt x="22" y="1188"/>
                    </a:cubicBezTo>
                    <a:cubicBezTo>
                      <a:pt x="60" y="1395"/>
                      <a:pt x="17" y="1612"/>
                      <a:pt x="11" y="1814"/>
                    </a:cubicBezTo>
                    <a:cubicBezTo>
                      <a:pt x="11" y="2074"/>
                      <a:pt x="1" y="2335"/>
                      <a:pt x="1" y="2596"/>
                    </a:cubicBezTo>
                    <a:cubicBezTo>
                      <a:pt x="1" y="2705"/>
                      <a:pt x="39" y="2803"/>
                      <a:pt x="39" y="2912"/>
                    </a:cubicBezTo>
                    <a:cubicBezTo>
                      <a:pt x="33" y="3020"/>
                      <a:pt x="33" y="3129"/>
                      <a:pt x="44" y="3238"/>
                    </a:cubicBezTo>
                    <a:cubicBezTo>
                      <a:pt x="55" y="3330"/>
                      <a:pt x="55" y="3417"/>
                      <a:pt x="44" y="3504"/>
                    </a:cubicBezTo>
                    <a:cubicBezTo>
                      <a:pt x="44" y="3575"/>
                      <a:pt x="44" y="3667"/>
                      <a:pt x="104" y="3711"/>
                    </a:cubicBezTo>
                    <a:cubicBezTo>
                      <a:pt x="120" y="3727"/>
                      <a:pt x="141" y="3735"/>
                      <a:pt x="161" y="3735"/>
                    </a:cubicBezTo>
                    <a:cubicBezTo>
                      <a:pt x="181" y="3735"/>
                      <a:pt x="202" y="3727"/>
                      <a:pt x="218" y="3711"/>
                    </a:cubicBezTo>
                    <a:cubicBezTo>
                      <a:pt x="223" y="3705"/>
                      <a:pt x="229" y="3700"/>
                      <a:pt x="234" y="3694"/>
                    </a:cubicBezTo>
                    <a:cubicBezTo>
                      <a:pt x="294" y="3711"/>
                      <a:pt x="348" y="3721"/>
                      <a:pt x="408" y="3727"/>
                    </a:cubicBezTo>
                    <a:cubicBezTo>
                      <a:pt x="468" y="3732"/>
                      <a:pt x="528" y="3735"/>
                      <a:pt x="588" y="3735"/>
                    </a:cubicBezTo>
                    <a:cubicBezTo>
                      <a:pt x="647" y="3735"/>
                      <a:pt x="707" y="3732"/>
                      <a:pt x="767" y="3727"/>
                    </a:cubicBezTo>
                    <a:cubicBezTo>
                      <a:pt x="881" y="3716"/>
                      <a:pt x="990" y="3721"/>
                      <a:pt x="1104" y="3705"/>
                    </a:cubicBezTo>
                    <a:cubicBezTo>
                      <a:pt x="1224" y="3694"/>
                      <a:pt x="1338" y="3694"/>
                      <a:pt x="1452" y="3683"/>
                    </a:cubicBezTo>
                    <a:cubicBezTo>
                      <a:pt x="1452" y="3705"/>
                      <a:pt x="1452" y="3732"/>
                      <a:pt x="1457" y="3754"/>
                    </a:cubicBezTo>
                    <a:cubicBezTo>
                      <a:pt x="1479" y="3923"/>
                      <a:pt x="1533" y="4178"/>
                      <a:pt x="1414" y="4325"/>
                    </a:cubicBezTo>
                    <a:cubicBezTo>
                      <a:pt x="1387" y="4363"/>
                      <a:pt x="1354" y="4390"/>
                      <a:pt x="1311" y="4417"/>
                    </a:cubicBezTo>
                    <a:cubicBezTo>
                      <a:pt x="1292" y="4427"/>
                      <a:pt x="1282" y="4432"/>
                      <a:pt x="1275" y="4432"/>
                    </a:cubicBezTo>
                    <a:cubicBezTo>
                      <a:pt x="1265" y="4432"/>
                      <a:pt x="1259" y="4423"/>
                      <a:pt x="1240" y="4401"/>
                    </a:cubicBezTo>
                    <a:cubicBezTo>
                      <a:pt x="1207" y="4368"/>
                      <a:pt x="1175" y="4330"/>
                      <a:pt x="1153" y="4292"/>
                    </a:cubicBezTo>
                    <a:cubicBezTo>
                      <a:pt x="1131" y="4249"/>
                      <a:pt x="1120" y="4194"/>
                      <a:pt x="1115" y="4145"/>
                    </a:cubicBezTo>
                    <a:cubicBezTo>
                      <a:pt x="1110" y="4092"/>
                      <a:pt x="1063" y="4066"/>
                      <a:pt x="1016" y="4066"/>
                    </a:cubicBezTo>
                    <a:cubicBezTo>
                      <a:pt x="967" y="4066"/>
                      <a:pt x="917" y="4093"/>
                      <a:pt x="908" y="4145"/>
                    </a:cubicBezTo>
                    <a:cubicBezTo>
                      <a:pt x="887" y="4260"/>
                      <a:pt x="876" y="4347"/>
                      <a:pt x="946" y="4444"/>
                    </a:cubicBezTo>
                    <a:cubicBezTo>
                      <a:pt x="1001" y="4526"/>
                      <a:pt x="1066" y="4591"/>
                      <a:pt x="1142" y="4651"/>
                    </a:cubicBezTo>
                    <a:cubicBezTo>
                      <a:pt x="1181" y="4674"/>
                      <a:pt x="1220" y="4684"/>
                      <a:pt x="1260" y="4684"/>
                    </a:cubicBezTo>
                    <a:cubicBezTo>
                      <a:pt x="1407" y="4684"/>
                      <a:pt x="1547" y="4544"/>
                      <a:pt x="1620" y="4428"/>
                    </a:cubicBezTo>
                    <a:cubicBezTo>
                      <a:pt x="1724" y="4260"/>
                      <a:pt x="1702" y="4026"/>
                      <a:pt x="1675" y="3836"/>
                    </a:cubicBezTo>
                    <a:cubicBezTo>
                      <a:pt x="1669" y="3776"/>
                      <a:pt x="1659" y="3716"/>
                      <a:pt x="1653" y="3662"/>
                    </a:cubicBezTo>
                    <a:cubicBezTo>
                      <a:pt x="1827" y="3629"/>
                      <a:pt x="2006" y="3607"/>
                      <a:pt x="2186" y="3596"/>
                    </a:cubicBezTo>
                    <a:cubicBezTo>
                      <a:pt x="2420" y="3586"/>
                      <a:pt x="2653" y="3569"/>
                      <a:pt x="2882" y="3537"/>
                    </a:cubicBezTo>
                    <a:cubicBezTo>
                      <a:pt x="3001" y="3520"/>
                      <a:pt x="3115" y="3515"/>
                      <a:pt x="3235" y="3515"/>
                    </a:cubicBezTo>
                    <a:cubicBezTo>
                      <a:pt x="3354" y="3515"/>
                      <a:pt x="3474" y="3488"/>
                      <a:pt x="3594" y="3488"/>
                    </a:cubicBezTo>
                    <a:cubicBezTo>
                      <a:pt x="3689" y="3488"/>
                      <a:pt x="3778" y="3495"/>
                      <a:pt x="3871" y="3495"/>
                    </a:cubicBezTo>
                    <a:cubicBezTo>
                      <a:pt x="3894" y="3495"/>
                      <a:pt x="3918" y="3494"/>
                      <a:pt x="3942" y="3493"/>
                    </a:cubicBezTo>
                    <a:cubicBezTo>
                      <a:pt x="4067" y="3493"/>
                      <a:pt x="4192" y="3461"/>
                      <a:pt x="4317" y="3455"/>
                    </a:cubicBezTo>
                    <a:cubicBezTo>
                      <a:pt x="4400" y="3450"/>
                      <a:pt x="4484" y="3448"/>
                      <a:pt x="4568" y="3448"/>
                    </a:cubicBezTo>
                    <a:cubicBezTo>
                      <a:pt x="4737" y="3448"/>
                      <a:pt x="4907" y="3455"/>
                      <a:pt x="5078" y="3455"/>
                    </a:cubicBezTo>
                    <a:lnTo>
                      <a:pt x="6714" y="3455"/>
                    </a:lnTo>
                    <a:cubicBezTo>
                      <a:pt x="6766" y="3455"/>
                      <a:pt x="6822" y="3462"/>
                      <a:pt x="6875" y="3462"/>
                    </a:cubicBezTo>
                    <a:cubicBezTo>
                      <a:pt x="6889" y="3462"/>
                      <a:pt x="6902" y="3462"/>
                      <a:pt x="6915" y="3461"/>
                    </a:cubicBezTo>
                    <a:cubicBezTo>
                      <a:pt x="6964" y="3450"/>
                      <a:pt x="7013" y="3444"/>
                      <a:pt x="7062" y="3428"/>
                    </a:cubicBezTo>
                    <a:cubicBezTo>
                      <a:pt x="7138" y="3422"/>
                      <a:pt x="7208" y="3422"/>
                      <a:pt x="7285" y="3422"/>
                    </a:cubicBezTo>
                    <a:cubicBezTo>
                      <a:pt x="7339" y="3417"/>
                      <a:pt x="7393" y="3401"/>
                      <a:pt x="7448" y="3390"/>
                    </a:cubicBezTo>
                    <a:cubicBezTo>
                      <a:pt x="7486" y="3390"/>
                      <a:pt x="7513" y="3357"/>
                      <a:pt x="7513" y="3325"/>
                    </a:cubicBezTo>
                    <a:lnTo>
                      <a:pt x="7524" y="3314"/>
                    </a:lnTo>
                    <a:cubicBezTo>
                      <a:pt x="7562" y="3292"/>
                      <a:pt x="7578" y="3243"/>
                      <a:pt x="7556" y="3205"/>
                    </a:cubicBezTo>
                    <a:cubicBezTo>
                      <a:pt x="7529" y="3167"/>
                      <a:pt x="7545" y="3091"/>
                      <a:pt x="7545" y="3053"/>
                    </a:cubicBezTo>
                    <a:cubicBezTo>
                      <a:pt x="7551" y="2993"/>
                      <a:pt x="7551" y="2939"/>
                      <a:pt x="7551" y="2879"/>
                    </a:cubicBezTo>
                    <a:cubicBezTo>
                      <a:pt x="7551" y="2727"/>
                      <a:pt x="7556" y="2575"/>
                      <a:pt x="7551" y="2422"/>
                    </a:cubicBezTo>
                    <a:cubicBezTo>
                      <a:pt x="7551" y="2395"/>
                      <a:pt x="7551" y="2363"/>
                      <a:pt x="7545" y="2330"/>
                    </a:cubicBezTo>
                    <a:cubicBezTo>
                      <a:pt x="7545" y="2314"/>
                      <a:pt x="7545" y="2297"/>
                      <a:pt x="7535" y="2281"/>
                    </a:cubicBezTo>
                    <a:lnTo>
                      <a:pt x="7524" y="2237"/>
                    </a:lnTo>
                    <a:cubicBezTo>
                      <a:pt x="7513" y="2178"/>
                      <a:pt x="7507" y="2112"/>
                      <a:pt x="7507" y="2053"/>
                    </a:cubicBezTo>
                    <a:cubicBezTo>
                      <a:pt x="7497" y="1982"/>
                      <a:pt x="7480" y="1922"/>
                      <a:pt x="7475" y="1857"/>
                    </a:cubicBezTo>
                    <a:cubicBezTo>
                      <a:pt x="7475" y="1786"/>
                      <a:pt x="7469" y="1716"/>
                      <a:pt x="7453" y="1650"/>
                    </a:cubicBezTo>
                    <a:cubicBezTo>
                      <a:pt x="7442" y="1574"/>
                      <a:pt x="7431" y="1498"/>
                      <a:pt x="7431" y="1422"/>
                    </a:cubicBezTo>
                    <a:cubicBezTo>
                      <a:pt x="7426" y="1379"/>
                      <a:pt x="7420" y="1346"/>
                      <a:pt x="7415" y="1308"/>
                    </a:cubicBezTo>
                    <a:cubicBezTo>
                      <a:pt x="7415" y="1232"/>
                      <a:pt x="7415" y="1156"/>
                      <a:pt x="7415" y="1080"/>
                    </a:cubicBezTo>
                    <a:cubicBezTo>
                      <a:pt x="7415" y="1014"/>
                      <a:pt x="7404" y="955"/>
                      <a:pt x="7388" y="900"/>
                    </a:cubicBezTo>
                    <a:cubicBezTo>
                      <a:pt x="7388" y="884"/>
                      <a:pt x="7382" y="868"/>
                      <a:pt x="7372" y="857"/>
                    </a:cubicBezTo>
                    <a:cubicBezTo>
                      <a:pt x="7362" y="827"/>
                      <a:pt x="7334" y="802"/>
                      <a:pt x="7300" y="802"/>
                    </a:cubicBezTo>
                    <a:cubicBezTo>
                      <a:pt x="7297" y="802"/>
                      <a:pt x="7293" y="802"/>
                      <a:pt x="7290" y="802"/>
                    </a:cubicBezTo>
                    <a:cubicBezTo>
                      <a:pt x="7219" y="771"/>
                      <a:pt x="7144" y="762"/>
                      <a:pt x="7068" y="762"/>
                    </a:cubicBezTo>
                    <a:cubicBezTo>
                      <a:pt x="6974" y="762"/>
                      <a:pt x="6877" y="775"/>
                      <a:pt x="6784" y="775"/>
                    </a:cubicBezTo>
                    <a:cubicBezTo>
                      <a:pt x="6681" y="775"/>
                      <a:pt x="6572" y="743"/>
                      <a:pt x="6469" y="737"/>
                    </a:cubicBezTo>
                    <a:cubicBezTo>
                      <a:pt x="6428" y="735"/>
                      <a:pt x="6386" y="735"/>
                      <a:pt x="6346" y="735"/>
                    </a:cubicBezTo>
                    <a:cubicBezTo>
                      <a:pt x="6264" y="735"/>
                      <a:pt x="6183" y="737"/>
                      <a:pt x="6100" y="737"/>
                    </a:cubicBezTo>
                    <a:lnTo>
                      <a:pt x="6056" y="737"/>
                    </a:lnTo>
                    <a:cubicBezTo>
                      <a:pt x="6051" y="694"/>
                      <a:pt x="6051" y="650"/>
                      <a:pt x="6045" y="607"/>
                    </a:cubicBezTo>
                    <a:cubicBezTo>
                      <a:pt x="6045" y="509"/>
                      <a:pt x="6040" y="417"/>
                      <a:pt x="6045" y="324"/>
                    </a:cubicBezTo>
                    <a:cubicBezTo>
                      <a:pt x="6056" y="237"/>
                      <a:pt x="6051" y="150"/>
                      <a:pt x="6040" y="63"/>
                    </a:cubicBezTo>
                    <a:cubicBezTo>
                      <a:pt x="6026" y="26"/>
                      <a:pt x="5992" y="1"/>
                      <a:pt x="5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20"/>
              <p:cNvSpPr/>
              <p:nvPr/>
            </p:nvSpPr>
            <p:spPr>
              <a:xfrm>
                <a:off x="4550250" y="3407750"/>
                <a:ext cx="6900" cy="7575"/>
              </a:xfrm>
              <a:custGeom>
                <a:rect b="b" l="l" r="r" t="t"/>
                <a:pathLst>
                  <a:path extrusionOk="0" h="303" w="276">
                    <a:moveTo>
                      <a:pt x="64" y="0"/>
                    </a:moveTo>
                    <a:cubicBezTo>
                      <a:pt x="31" y="0"/>
                      <a:pt x="1" y="36"/>
                      <a:pt x="25" y="68"/>
                    </a:cubicBezTo>
                    <a:cubicBezTo>
                      <a:pt x="52" y="112"/>
                      <a:pt x="69" y="166"/>
                      <a:pt x="85" y="221"/>
                    </a:cubicBezTo>
                    <a:cubicBezTo>
                      <a:pt x="100" y="258"/>
                      <a:pt x="151" y="303"/>
                      <a:pt x="197" y="303"/>
                    </a:cubicBezTo>
                    <a:cubicBezTo>
                      <a:pt x="218" y="303"/>
                      <a:pt x="238" y="293"/>
                      <a:pt x="254" y="269"/>
                    </a:cubicBezTo>
                    <a:cubicBezTo>
                      <a:pt x="275" y="237"/>
                      <a:pt x="254" y="204"/>
                      <a:pt x="216" y="188"/>
                    </a:cubicBezTo>
                    <a:cubicBezTo>
                      <a:pt x="205" y="188"/>
                      <a:pt x="205" y="188"/>
                      <a:pt x="199" y="182"/>
                    </a:cubicBezTo>
                    <a:cubicBezTo>
                      <a:pt x="194" y="172"/>
                      <a:pt x="183" y="166"/>
                      <a:pt x="177" y="155"/>
                    </a:cubicBezTo>
                    <a:cubicBezTo>
                      <a:pt x="156" y="106"/>
                      <a:pt x="129" y="57"/>
                      <a:pt x="96" y="14"/>
                    </a:cubicBezTo>
                    <a:cubicBezTo>
                      <a:pt x="86" y="4"/>
                      <a:pt x="75" y="0"/>
                      <a:pt x="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0"/>
              <p:cNvSpPr/>
              <p:nvPr/>
            </p:nvSpPr>
            <p:spPr>
              <a:xfrm>
                <a:off x="4555500" y="3407275"/>
                <a:ext cx="5725" cy="6550"/>
              </a:xfrm>
              <a:custGeom>
                <a:rect b="b" l="l" r="r" t="t"/>
                <a:pathLst>
                  <a:path extrusionOk="0" h="262" w="229">
                    <a:moveTo>
                      <a:pt x="69" y="0"/>
                    </a:moveTo>
                    <a:cubicBezTo>
                      <a:pt x="33" y="0"/>
                      <a:pt x="1" y="49"/>
                      <a:pt x="38" y="82"/>
                    </a:cubicBezTo>
                    <a:cubicBezTo>
                      <a:pt x="38" y="82"/>
                      <a:pt x="38" y="82"/>
                      <a:pt x="44" y="93"/>
                    </a:cubicBezTo>
                    <a:cubicBezTo>
                      <a:pt x="44" y="98"/>
                      <a:pt x="44" y="109"/>
                      <a:pt x="49" y="120"/>
                    </a:cubicBezTo>
                    <a:cubicBezTo>
                      <a:pt x="49" y="136"/>
                      <a:pt x="54" y="158"/>
                      <a:pt x="60" y="180"/>
                    </a:cubicBezTo>
                    <a:cubicBezTo>
                      <a:pt x="71" y="229"/>
                      <a:pt x="114" y="261"/>
                      <a:pt x="163" y="261"/>
                    </a:cubicBezTo>
                    <a:cubicBezTo>
                      <a:pt x="201" y="261"/>
                      <a:pt x="228" y="223"/>
                      <a:pt x="218" y="185"/>
                    </a:cubicBezTo>
                    <a:lnTo>
                      <a:pt x="218" y="180"/>
                    </a:lnTo>
                    <a:cubicBezTo>
                      <a:pt x="218" y="174"/>
                      <a:pt x="218" y="169"/>
                      <a:pt x="218" y="163"/>
                    </a:cubicBezTo>
                    <a:cubicBezTo>
                      <a:pt x="218" y="149"/>
                      <a:pt x="205" y="135"/>
                      <a:pt x="191" y="135"/>
                    </a:cubicBezTo>
                    <a:cubicBezTo>
                      <a:pt x="189" y="135"/>
                      <a:pt x="187" y="136"/>
                      <a:pt x="185" y="136"/>
                    </a:cubicBezTo>
                    <a:lnTo>
                      <a:pt x="169" y="142"/>
                    </a:lnTo>
                    <a:cubicBezTo>
                      <a:pt x="163" y="131"/>
                      <a:pt x="158" y="120"/>
                      <a:pt x="152" y="104"/>
                    </a:cubicBezTo>
                    <a:cubicBezTo>
                      <a:pt x="141" y="71"/>
                      <a:pt x="125" y="38"/>
                      <a:pt x="103" y="17"/>
                    </a:cubicBezTo>
                    <a:cubicBezTo>
                      <a:pt x="93" y="5"/>
                      <a:pt x="81"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0"/>
              <p:cNvSpPr/>
              <p:nvPr/>
            </p:nvSpPr>
            <p:spPr>
              <a:xfrm>
                <a:off x="4564725" y="3412025"/>
                <a:ext cx="25" cy="25"/>
              </a:xfrm>
              <a:custGeom>
                <a:rect b="b" l="l" r="r" t="t"/>
                <a:pathLst>
                  <a:path extrusionOk="0" h="1" w="1">
                    <a:moveTo>
                      <a:pt x="1" y="1"/>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0"/>
              <p:cNvSpPr/>
              <p:nvPr/>
            </p:nvSpPr>
            <p:spPr>
              <a:xfrm>
                <a:off x="4561125" y="3404675"/>
                <a:ext cx="4175" cy="7650"/>
              </a:xfrm>
              <a:custGeom>
                <a:rect b="b" l="l" r="r" t="t"/>
                <a:pathLst>
                  <a:path extrusionOk="0" h="306" w="167">
                    <a:moveTo>
                      <a:pt x="58" y="0"/>
                    </a:moveTo>
                    <a:cubicBezTo>
                      <a:pt x="31" y="0"/>
                      <a:pt x="0" y="24"/>
                      <a:pt x="3" y="61"/>
                    </a:cubicBezTo>
                    <a:cubicBezTo>
                      <a:pt x="9" y="115"/>
                      <a:pt x="20" y="170"/>
                      <a:pt x="31" y="218"/>
                    </a:cubicBezTo>
                    <a:cubicBezTo>
                      <a:pt x="36" y="251"/>
                      <a:pt x="52" y="278"/>
                      <a:pt x="80" y="295"/>
                    </a:cubicBezTo>
                    <a:cubicBezTo>
                      <a:pt x="90" y="300"/>
                      <a:pt x="101" y="305"/>
                      <a:pt x="118" y="305"/>
                    </a:cubicBezTo>
                    <a:lnTo>
                      <a:pt x="128" y="305"/>
                    </a:lnTo>
                    <a:lnTo>
                      <a:pt x="145" y="295"/>
                    </a:lnTo>
                    <a:cubicBezTo>
                      <a:pt x="161" y="289"/>
                      <a:pt x="166" y="273"/>
                      <a:pt x="161" y="257"/>
                    </a:cubicBezTo>
                    <a:lnTo>
                      <a:pt x="156" y="257"/>
                    </a:lnTo>
                    <a:cubicBezTo>
                      <a:pt x="156" y="251"/>
                      <a:pt x="156" y="246"/>
                      <a:pt x="156" y="246"/>
                    </a:cubicBezTo>
                    <a:lnTo>
                      <a:pt x="150" y="235"/>
                    </a:lnTo>
                    <a:lnTo>
                      <a:pt x="150" y="224"/>
                    </a:lnTo>
                    <a:cubicBezTo>
                      <a:pt x="145" y="202"/>
                      <a:pt x="134" y="180"/>
                      <a:pt x="123" y="159"/>
                    </a:cubicBezTo>
                    <a:cubicBezTo>
                      <a:pt x="112" y="121"/>
                      <a:pt x="107" y="77"/>
                      <a:pt x="96" y="34"/>
                    </a:cubicBezTo>
                    <a:cubicBezTo>
                      <a:pt x="92" y="10"/>
                      <a:pt x="76"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0"/>
              <p:cNvSpPr/>
              <p:nvPr/>
            </p:nvSpPr>
            <p:spPr>
              <a:xfrm>
                <a:off x="4566725" y="3404725"/>
                <a:ext cx="3200" cy="5150"/>
              </a:xfrm>
              <a:custGeom>
                <a:rect b="b" l="l" r="r" t="t"/>
                <a:pathLst>
                  <a:path extrusionOk="0" h="206" w="128">
                    <a:moveTo>
                      <a:pt x="61" y="0"/>
                    </a:moveTo>
                    <a:cubicBezTo>
                      <a:pt x="28" y="0"/>
                      <a:pt x="1" y="42"/>
                      <a:pt x="29" y="75"/>
                    </a:cubicBezTo>
                    <a:cubicBezTo>
                      <a:pt x="35" y="81"/>
                      <a:pt x="29" y="91"/>
                      <a:pt x="29" y="102"/>
                    </a:cubicBezTo>
                    <a:cubicBezTo>
                      <a:pt x="19" y="119"/>
                      <a:pt x="13" y="140"/>
                      <a:pt x="13" y="157"/>
                    </a:cubicBezTo>
                    <a:cubicBezTo>
                      <a:pt x="13" y="189"/>
                      <a:pt x="38" y="206"/>
                      <a:pt x="62" y="206"/>
                    </a:cubicBezTo>
                    <a:cubicBezTo>
                      <a:pt x="87" y="206"/>
                      <a:pt x="111" y="189"/>
                      <a:pt x="111" y="157"/>
                    </a:cubicBezTo>
                    <a:cubicBezTo>
                      <a:pt x="111" y="135"/>
                      <a:pt x="116" y="113"/>
                      <a:pt x="122" y="97"/>
                    </a:cubicBezTo>
                    <a:cubicBezTo>
                      <a:pt x="127" y="64"/>
                      <a:pt x="116" y="32"/>
                      <a:pt x="95" y="15"/>
                    </a:cubicBezTo>
                    <a:cubicBezTo>
                      <a:pt x="84" y="5"/>
                      <a:pt x="72" y="0"/>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0"/>
              <p:cNvSpPr/>
              <p:nvPr/>
            </p:nvSpPr>
            <p:spPr>
              <a:xfrm>
                <a:off x="4600725" y="3393700"/>
                <a:ext cx="4525" cy="5800"/>
              </a:xfrm>
              <a:custGeom>
                <a:rect b="b" l="l" r="r" t="t"/>
                <a:pathLst>
                  <a:path extrusionOk="0" h="232" w="181">
                    <a:moveTo>
                      <a:pt x="61" y="0"/>
                    </a:moveTo>
                    <a:cubicBezTo>
                      <a:pt x="30" y="0"/>
                      <a:pt x="0" y="33"/>
                      <a:pt x="23" y="70"/>
                    </a:cubicBezTo>
                    <a:cubicBezTo>
                      <a:pt x="39" y="114"/>
                      <a:pt x="61" y="152"/>
                      <a:pt x="77" y="195"/>
                    </a:cubicBezTo>
                    <a:cubicBezTo>
                      <a:pt x="85" y="220"/>
                      <a:pt x="104" y="231"/>
                      <a:pt x="124" y="231"/>
                    </a:cubicBezTo>
                    <a:cubicBezTo>
                      <a:pt x="148" y="231"/>
                      <a:pt x="172" y="214"/>
                      <a:pt x="175" y="185"/>
                    </a:cubicBezTo>
                    <a:cubicBezTo>
                      <a:pt x="181" y="125"/>
                      <a:pt x="126" y="70"/>
                      <a:pt x="99" y="22"/>
                    </a:cubicBezTo>
                    <a:cubicBezTo>
                      <a:pt x="89" y="7"/>
                      <a:pt x="75" y="0"/>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0"/>
              <p:cNvSpPr/>
              <p:nvPr/>
            </p:nvSpPr>
            <p:spPr>
              <a:xfrm>
                <a:off x="4606050" y="3391200"/>
                <a:ext cx="3425" cy="5175"/>
              </a:xfrm>
              <a:custGeom>
                <a:rect b="b" l="l" r="r" t="t"/>
                <a:pathLst>
                  <a:path extrusionOk="0" h="207" w="137">
                    <a:moveTo>
                      <a:pt x="45" y="1"/>
                    </a:moveTo>
                    <a:cubicBezTo>
                      <a:pt x="22" y="1"/>
                      <a:pt x="0" y="16"/>
                      <a:pt x="0" y="45"/>
                    </a:cubicBezTo>
                    <a:cubicBezTo>
                      <a:pt x="6" y="73"/>
                      <a:pt x="11" y="105"/>
                      <a:pt x="17" y="132"/>
                    </a:cubicBezTo>
                    <a:cubicBezTo>
                      <a:pt x="25" y="163"/>
                      <a:pt x="51" y="207"/>
                      <a:pt x="86" y="207"/>
                    </a:cubicBezTo>
                    <a:cubicBezTo>
                      <a:pt x="95" y="207"/>
                      <a:pt x="105" y="204"/>
                      <a:pt x="114" y="198"/>
                    </a:cubicBezTo>
                    <a:cubicBezTo>
                      <a:pt x="131" y="181"/>
                      <a:pt x="136" y="165"/>
                      <a:pt x="131" y="149"/>
                    </a:cubicBezTo>
                    <a:cubicBezTo>
                      <a:pt x="131" y="143"/>
                      <a:pt x="131" y="138"/>
                      <a:pt x="125" y="132"/>
                    </a:cubicBezTo>
                    <a:lnTo>
                      <a:pt x="120" y="122"/>
                    </a:lnTo>
                    <a:lnTo>
                      <a:pt x="109" y="105"/>
                    </a:lnTo>
                    <a:cubicBezTo>
                      <a:pt x="103" y="94"/>
                      <a:pt x="103" y="83"/>
                      <a:pt x="98" y="73"/>
                    </a:cubicBezTo>
                    <a:cubicBezTo>
                      <a:pt x="98" y="62"/>
                      <a:pt x="93" y="45"/>
                      <a:pt x="93" y="35"/>
                    </a:cubicBezTo>
                    <a:cubicBezTo>
                      <a:pt x="85" y="12"/>
                      <a:pt x="65"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0"/>
              <p:cNvSpPr/>
              <p:nvPr/>
            </p:nvSpPr>
            <p:spPr>
              <a:xfrm>
                <a:off x="4611050" y="3390825"/>
                <a:ext cx="2900" cy="4775"/>
              </a:xfrm>
              <a:custGeom>
                <a:rect b="b" l="l" r="r" t="t"/>
                <a:pathLst>
                  <a:path extrusionOk="0" h="191" w="116">
                    <a:moveTo>
                      <a:pt x="53" y="1"/>
                    </a:moveTo>
                    <a:cubicBezTo>
                      <a:pt x="28" y="1"/>
                      <a:pt x="0" y="22"/>
                      <a:pt x="7" y="55"/>
                    </a:cubicBezTo>
                    <a:cubicBezTo>
                      <a:pt x="18" y="109"/>
                      <a:pt x="23" y="185"/>
                      <a:pt x="88" y="191"/>
                    </a:cubicBezTo>
                    <a:cubicBezTo>
                      <a:pt x="110" y="191"/>
                      <a:pt x="115" y="169"/>
                      <a:pt x="115" y="153"/>
                    </a:cubicBezTo>
                    <a:cubicBezTo>
                      <a:pt x="115" y="153"/>
                      <a:pt x="115" y="147"/>
                      <a:pt x="110" y="142"/>
                    </a:cubicBezTo>
                    <a:cubicBezTo>
                      <a:pt x="110" y="137"/>
                      <a:pt x="110" y="131"/>
                      <a:pt x="110" y="126"/>
                    </a:cubicBezTo>
                    <a:cubicBezTo>
                      <a:pt x="110" y="115"/>
                      <a:pt x="105" y="104"/>
                      <a:pt x="105" y="93"/>
                    </a:cubicBezTo>
                    <a:cubicBezTo>
                      <a:pt x="99" y="82"/>
                      <a:pt x="94" y="50"/>
                      <a:pt x="88" y="28"/>
                    </a:cubicBezTo>
                    <a:cubicBezTo>
                      <a:pt x="84" y="9"/>
                      <a:pt x="69"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0"/>
              <p:cNvSpPr/>
              <p:nvPr/>
            </p:nvSpPr>
            <p:spPr>
              <a:xfrm>
                <a:off x="4645850" y="3379575"/>
                <a:ext cx="3300" cy="7200"/>
              </a:xfrm>
              <a:custGeom>
                <a:rect b="b" l="l" r="r" t="t"/>
                <a:pathLst>
                  <a:path extrusionOk="0" h="288" w="132">
                    <a:moveTo>
                      <a:pt x="34" y="1"/>
                    </a:moveTo>
                    <a:cubicBezTo>
                      <a:pt x="17" y="1"/>
                      <a:pt x="1" y="13"/>
                      <a:pt x="1" y="37"/>
                    </a:cubicBezTo>
                    <a:cubicBezTo>
                      <a:pt x="1" y="81"/>
                      <a:pt x="17" y="103"/>
                      <a:pt x="12" y="135"/>
                    </a:cubicBezTo>
                    <a:cubicBezTo>
                      <a:pt x="6" y="173"/>
                      <a:pt x="6" y="211"/>
                      <a:pt x="6" y="249"/>
                    </a:cubicBezTo>
                    <a:cubicBezTo>
                      <a:pt x="17" y="271"/>
                      <a:pt x="39" y="288"/>
                      <a:pt x="61" y="288"/>
                    </a:cubicBezTo>
                    <a:cubicBezTo>
                      <a:pt x="82" y="288"/>
                      <a:pt x="104" y="277"/>
                      <a:pt x="115" y="255"/>
                    </a:cubicBezTo>
                    <a:cubicBezTo>
                      <a:pt x="131" y="239"/>
                      <a:pt x="126" y="211"/>
                      <a:pt x="110" y="195"/>
                    </a:cubicBezTo>
                    <a:lnTo>
                      <a:pt x="104" y="190"/>
                    </a:lnTo>
                    <a:cubicBezTo>
                      <a:pt x="104" y="168"/>
                      <a:pt x="99" y="146"/>
                      <a:pt x="93" y="124"/>
                    </a:cubicBezTo>
                    <a:cubicBezTo>
                      <a:pt x="82" y="97"/>
                      <a:pt x="72" y="65"/>
                      <a:pt x="66" y="37"/>
                    </a:cubicBezTo>
                    <a:cubicBezTo>
                      <a:pt x="66" y="13"/>
                      <a:pt x="50" y="1"/>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20"/>
              <p:cNvSpPr/>
              <p:nvPr/>
            </p:nvSpPr>
            <p:spPr>
              <a:xfrm>
                <a:off x="4649675" y="3378200"/>
                <a:ext cx="3225" cy="5700"/>
              </a:xfrm>
              <a:custGeom>
                <a:rect b="b" l="l" r="r" t="t"/>
                <a:pathLst>
                  <a:path extrusionOk="0" h="228" w="129">
                    <a:moveTo>
                      <a:pt x="60" y="1"/>
                    </a:moveTo>
                    <a:cubicBezTo>
                      <a:pt x="40" y="1"/>
                      <a:pt x="25" y="22"/>
                      <a:pt x="38" y="44"/>
                    </a:cubicBezTo>
                    <a:cubicBezTo>
                      <a:pt x="38" y="49"/>
                      <a:pt x="38" y="54"/>
                      <a:pt x="44" y="60"/>
                    </a:cubicBezTo>
                    <a:lnTo>
                      <a:pt x="38" y="65"/>
                    </a:lnTo>
                    <a:cubicBezTo>
                      <a:pt x="27" y="82"/>
                      <a:pt x="22" y="98"/>
                      <a:pt x="16" y="114"/>
                    </a:cubicBezTo>
                    <a:cubicBezTo>
                      <a:pt x="0" y="152"/>
                      <a:pt x="11" y="201"/>
                      <a:pt x="54" y="223"/>
                    </a:cubicBezTo>
                    <a:cubicBezTo>
                      <a:pt x="60" y="226"/>
                      <a:pt x="67" y="227"/>
                      <a:pt x="73" y="227"/>
                    </a:cubicBezTo>
                    <a:cubicBezTo>
                      <a:pt x="101" y="227"/>
                      <a:pt x="129" y="200"/>
                      <a:pt x="120" y="169"/>
                    </a:cubicBezTo>
                    <a:cubicBezTo>
                      <a:pt x="120" y="158"/>
                      <a:pt x="114" y="152"/>
                      <a:pt x="114" y="147"/>
                    </a:cubicBezTo>
                    <a:cubicBezTo>
                      <a:pt x="109" y="136"/>
                      <a:pt x="114" y="136"/>
                      <a:pt x="114" y="136"/>
                    </a:cubicBezTo>
                    <a:cubicBezTo>
                      <a:pt x="114" y="125"/>
                      <a:pt x="120" y="109"/>
                      <a:pt x="120" y="92"/>
                    </a:cubicBezTo>
                    <a:cubicBezTo>
                      <a:pt x="125" y="54"/>
                      <a:pt x="103" y="22"/>
                      <a:pt x="76" y="6"/>
                    </a:cubicBezTo>
                    <a:cubicBezTo>
                      <a:pt x="71" y="2"/>
                      <a:pt x="65"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20"/>
              <p:cNvSpPr/>
              <p:nvPr/>
            </p:nvSpPr>
            <p:spPr>
              <a:xfrm>
                <a:off x="4653875" y="3377625"/>
                <a:ext cx="4100" cy="6025"/>
              </a:xfrm>
              <a:custGeom>
                <a:rect b="b" l="l" r="r" t="t"/>
                <a:pathLst>
                  <a:path extrusionOk="0" h="241" w="164">
                    <a:moveTo>
                      <a:pt x="115" y="0"/>
                    </a:moveTo>
                    <a:cubicBezTo>
                      <a:pt x="92" y="0"/>
                      <a:pt x="71" y="16"/>
                      <a:pt x="66" y="39"/>
                    </a:cubicBezTo>
                    <a:cubicBezTo>
                      <a:pt x="55" y="67"/>
                      <a:pt x="44" y="99"/>
                      <a:pt x="22" y="126"/>
                    </a:cubicBezTo>
                    <a:cubicBezTo>
                      <a:pt x="17" y="137"/>
                      <a:pt x="11" y="154"/>
                      <a:pt x="6" y="175"/>
                    </a:cubicBezTo>
                    <a:cubicBezTo>
                      <a:pt x="6" y="181"/>
                      <a:pt x="6" y="192"/>
                      <a:pt x="6" y="202"/>
                    </a:cubicBezTo>
                    <a:cubicBezTo>
                      <a:pt x="1" y="213"/>
                      <a:pt x="11" y="230"/>
                      <a:pt x="22" y="235"/>
                    </a:cubicBezTo>
                    <a:cubicBezTo>
                      <a:pt x="28" y="235"/>
                      <a:pt x="33" y="235"/>
                      <a:pt x="39" y="241"/>
                    </a:cubicBezTo>
                    <a:cubicBezTo>
                      <a:pt x="55" y="241"/>
                      <a:pt x="66" y="235"/>
                      <a:pt x="77" y="224"/>
                    </a:cubicBezTo>
                    <a:lnTo>
                      <a:pt x="77" y="224"/>
                    </a:lnTo>
                    <a:cubicBezTo>
                      <a:pt x="81" y="220"/>
                      <a:pt x="88" y="213"/>
                      <a:pt x="88" y="213"/>
                    </a:cubicBezTo>
                    <a:cubicBezTo>
                      <a:pt x="88" y="208"/>
                      <a:pt x="93" y="202"/>
                      <a:pt x="98" y="197"/>
                    </a:cubicBezTo>
                    <a:cubicBezTo>
                      <a:pt x="104" y="181"/>
                      <a:pt x="115" y="170"/>
                      <a:pt x="120" y="154"/>
                    </a:cubicBezTo>
                    <a:cubicBezTo>
                      <a:pt x="137" y="126"/>
                      <a:pt x="153" y="94"/>
                      <a:pt x="158" y="61"/>
                    </a:cubicBezTo>
                    <a:cubicBezTo>
                      <a:pt x="164" y="39"/>
                      <a:pt x="147" y="12"/>
                      <a:pt x="126" y="1"/>
                    </a:cubicBezTo>
                    <a:cubicBezTo>
                      <a:pt x="122" y="1"/>
                      <a:pt x="119"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0"/>
              <p:cNvSpPr/>
              <p:nvPr/>
            </p:nvSpPr>
            <p:spPr>
              <a:xfrm>
                <a:off x="4515525" y="3407100"/>
                <a:ext cx="5200" cy="8150"/>
              </a:xfrm>
              <a:custGeom>
                <a:rect b="b" l="l" r="r" t="t"/>
                <a:pathLst>
                  <a:path extrusionOk="0" h="326" w="208">
                    <a:moveTo>
                      <a:pt x="175" y="1"/>
                    </a:moveTo>
                    <a:cubicBezTo>
                      <a:pt x="161" y="1"/>
                      <a:pt x="148" y="10"/>
                      <a:pt x="148" y="29"/>
                    </a:cubicBezTo>
                    <a:cubicBezTo>
                      <a:pt x="137" y="116"/>
                      <a:pt x="1" y="225"/>
                      <a:pt x="77" y="312"/>
                    </a:cubicBezTo>
                    <a:cubicBezTo>
                      <a:pt x="85" y="321"/>
                      <a:pt x="96" y="326"/>
                      <a:pt x="106" y="326"/>
                    </a:cubicBezTo>
                    <a:cubicBezTo>
                      <a:pt x="135" y="326"/>
                      <a:pt x="164" y="291"/>
                      <a:pt x="148" y="263"/>
                    </a:cubicBezTo>
                    <a:cubicBezTo>
                      <a:pt x="137" y="247"/>
                      <a:pt x="169" y="192"/>
                      <a:pt x="175" y="170"/>
                    </a:cubicBezTo>
                    <a:cubicBezTo>
                      <a:pt x="197" y="127"/>
                      <a:pt x="208" y="78"/>
                      <a:pt x="208" y="29"/>
                    </a:cubicBezTo>
                    <a:lnTo>
                      <a:pt x="202" y="29"/>
                    </a:lnTo>
                    <a:cubicBezTo>
                      <a:pt x="202" y="10"/>
                      <a:pt x="189" y="1"/>
                      <a:pt x="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0"/>
              <p:cNvSpPr/>
              <p:nvPr/>
            </p:nvSpPr>
            <p:spPr>
              <a:xfrm>
                <a:off x="4517175" y="3411625"/>
                <a:ext cx="8450" cy="11425"/>
              </a:xfrm>
              <a:custGeom>
                <a:rect b="b" l="l" r="r" t="t"/>
                <a:pathLst>
                  <a:path extrusionOk="0" h="457" w="338">
                    <a:moveTo>
                      <a:pt x="245" y="267"/>
                    </a:moveTo>
                    <a:cubicBezTo>
                      <a:pt x="245" y="267"/>
                      <a:pt x="246" y="267"/>
                      <a:pt x="246" y="267"/>
                    </a:cubicBezTo>
                    <a:lnTo>
                      <a:pt x="246" y="267"/>
                    </a:lnTo>
                    <a:cubicBezTo>
                      <a:pt x="248" y="267"/>
                      <a:pt x="249" y="267"/>
                      <a:pt x="250" y="267"/>
                    </a:cubicBezTo>
                    <a:close/>
                    <a:moveTo>
                      <a:pt x="201" y="0"/>
                    </a:moveTo>
                    <a:cubicBezTo>
                      <a:pt x="180" y="0"/>
                      <a:pt x="169" y="27"/>
                      <a:pt x="185" y="44"/>
                    </a:cubicBezTo>
                    <a:cubicBezTo>
                      <a:pt x="147" y="120"/>
                      <a:pt x="0" y="250"/>
                      <a:pt x="93" y="321"/>
                    </a:cubicBezTo>
                    <a:cubicBezTo>
                      <a:pt x="105" y="330"/>
                      <a:pt x="115" y="333"/>
                      <a:pt x="126" y="333"/>
                    </a:cubicBezTo>
                    <a:cubicBezTo>
                      <a:pt x="148" y="333"/>
                      <a:pt x="166" y="318"/>
                      <a:pt x="185" y="310"/>
                    </a:cubicBezTo>
                    <a:cubicBezTo>
                      <a:pt x="195" y="306"/>
                      <a:pt x="203" y="304"/>
                      <a:pt x="209" y="304"/>
                    </a:cubicBezTo>
                    <a:cubicBezTo>
                      <a:pt x="234" y="304"/>
                      <a:pt x="222" y="338"/>
                      <a:pt x="218" y="364"/>
                    </a:cubicBezTo>
                    <a:cubicBezTo>
                      <a:pt x="212" y="386"/>
                      <a:pt x="212" y="408"/>
                      <a:pt x="212" y="430"/>
                    </a:cubicBezTo>
                    <a:cubicBezTo>
                      <a:pt x="212" y="441"/>
                      <a:pt x="223" y="457"/>
                      <a:pt x="239" y="457"/>
                    </a:cubicBezTo>
                    <a:cubicBezTo>
                      <a:pt x="331" y="457"/>
                      <a:pt x="337" y="274"/>
                      <a:pt x="246" y="267"/>
                    </a:cubicBezTo>
                    <a:lnTo>
                      <a:pt x="246" y="267"/>
                    </a:lnTo>
                    <a:cubicBezTo>
                      <a:pt x="222" y="268"/>
                      <a:pt x="211" y="283"/>
                      <a:pt x="185" y="288"/>
                    </a:cubicBezTo>
                    <a:cubicBezTo>
                      <a:pt x="171" y="291"/>
                      <a:pt x="164" y="294"/>
                      <a:pt x="161" y="294"/>
                    </a:cubicBezTo>
                    <a:cubicBezTo>
                      <a:pt x="157" y="294"/>
                      <a:pt x="160" y="288"/>
                      <a:pt x="163" y="267"/>
                    </a:cubicBezTo>
                    <a:cubicBezTo>
                      <a:pt x="169" y="250"/>
                      <a:pt x="174" y="234"/>
                      <a:pt x="180" y="218"/>
                    </a:cubicBezTo>
                    <a:cubicBezTo>
                      <a:pt x="201" y="158"/>
                      <a:pt x="256" y="98"/>
                      <a:pt x="250" y="33"/>
                    </a:cubicBezTo>
                    <a:cubicBezTo>
                      <a:pt x="245" y="17"/>
                      <a:pt x="234"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120"/>
            <p:cNvGrpSpPr/>
            <p:nvPr/>
          </p:nvGrpSpPr>
          <p:grpSpPr>
            <a:xfrm>
              <a:off x="2358889" y="2116461"/>
              <a:ext cx="182882" cy="274323"/>
              <a:chOff x="4250675" y="3274575"/>
              <a:chExt cx="109425" cy="165225"/>
            </a:xfrm>
          </p:grpSpPr>
          <p:sp>
            <p:nvSpPr>
              <p:cNvPr id="5089" name="Google Shape;5089;p120"/>
              <p:cNvSpPr/>
              <p:nvPr/>
            </p:nvSpPr>
            <p:spPr>
              <a:xfrm>
                <a:off x="4250675" y="3274575"/>
                <a:ext cx="109425" cy="165225"/>
              </a:xfrm>
              <a:custGeom>
                <a:rect b="b" l="l" r="r" t="t"/>
                <a:pathLst>
                  <a:path extrusionOk="0" h="6609" w="4377">
                    <a:moveTo>
                      <a:pt x="2072" y="128"/>
                    </a:moveTo>
                    <a:cubicBezTo>
                      <a:pt x="2169" y="139"/>
                      <a:pt x="2267" y="150"/>
                      <a:pt x="2360" y="172"/>
                    </a:cubicBezTo>
                    <a:cubicBezTo>
                      <a:pt x="2420" y="188"/>
                      <a:pt x="2479" y="210"/>
                      <a:pt x="2534" y="248"/>
                    </a:cubicBezTo>
                    <a:cubicBezTo>
                      <a:pt x="2583" y="291"/>
                      <a:pt x="2615" y="351"/>
                      <a:pt x="2626" y="422"/>
                    </a:cubicBezTo>
                    <a:cubicBezTo>
                      <a:pt x="2648" y="476"/>
                      <a:pt x="2637" y="536"/>
                      <a:pt x="2593" y="579"/>
                    </a:cubicBezTo>
                    <a:cubicBezTo>
                      <a:pt x="2555" y="617"/>
                      <a:pt x="2501" y="634"/>
                      <a:pt x="2468" y="677"/>
                    </a:cubicBezTo>
                    <a:cubicBezTo>
                      <a:pt x="2398" y="791"/>
                      <a:pt x="2425" y="965"/>
                      <a:pt x="2425" y="1096"/>
                    </a:cubicBezTo>
                    <a:cubicBezTo>
                      <a:pt x="2425" y="1166"/>
                      <a:pt x="2409" y="1237"/>
                      <a:pt x="2409" y="1308"/>
                    </a:cubicBezTo>
                    <a:cubicBezTo>
                      <a:pt x="2414" y="1335"/>
                      <a:pt x="2414" y="1362"/>
                      <a:pt x="2420" y="1384"/>
                    </a:cubicBezTo>
                    <a:cubicBezTo>
                      <a:pt x="2425" y="1433"/>
                      <a:pt x="2420" y="1482"/>
                      <a:pt x="2414" y="1530"/>
                    </a:cubicBezTo>
                    <a:cubicBezTo>
                      <a:pt x="2392" y="1666"/>
                      <a:pt x="2425" y="1802"/>
                      <a:pt x="2441" y="1938"/>
                    </a:cubicBezTo>
                    <a:cubicBezTo>
                      <a:pt x="2452" y="2085"/>
                      <a:pt x="2517" y="2221"/>
                      <a:pt x="2626" y="2324"/>
                    </a:cubicBezTo>
                    <a:cubicBezTo>
                      <a:pt x="2670" y="2368"/>
                      <a:pt x="2719" y="2406"/>
                      <a:pt x="2773" y="2438"/>
                    </a:cubicBezTo>
                    <a:cubicBezTo>
                      <a:pt x="2838" y="2476"/>
                      <a:pt x="2909" y="2498"/>
                      <a:pt x="2969" y="2536"/>
                    </a:cubicBezTo>
                    <a:cubicBezTo>
                      <a:pt x="3028" y="2580"/>
                      <a:pt x="3088" y="2618"/>
                      <a:pt x="3148" y="2661"/>
                    </a:cubicBezTo>
                    <a:cubicBezTo>
                      <a:pt x="3208" y="2705"/>
                      <a:pt x="3278" y="2732"/>
                      <a:pt x="3344" y="2775"/>
                    </a:cubicBezTo>
                    <a:cubicBezTo>
                      <a:pt x="3393" y="2819"/>
                      <a:pt x="3436" y="2862"/>
                      <a:pt x="3480" y="2917"/>
                    </a:cubicBezTo>
                    <a:cubicBezTo>
                      <a:pt x="3528" y="2971"/>
                      <a:pt x="3577" y="3020"/>
                      <a:pt x="3626" y="3074"/>
                    </a:cubicBezTo>
                    <a:cubicBezTo>
                      <a:pt x="3735" y="3188"/>
                      <a:pt x="3833" y="3313"/>
                      <a:pt x="3925" y="3444"/>
                    </a:cubicBezTo>
                    <a:cubicBezTo>
                      <a:pt x="4007" y="3569"/>
                      <a:pt x="4039" y="3710"/>
                      <a:pt x="4094" y="3846"/>
                    </a:cubicBezTo>
                    <a:cubicBezTo>
                      <a:pt x="4154" y="3971"/>
                      <a:pt x="4181" y="4112"/>
                      <a:pt x="4175" y="4254"/>
                    </a:cubicBezTo>
                    <a:cubicBezTo>
                      <a:pt x="4186" y="4324"/>
                      <a:pt x="4192" y="4401"/>
                      <a:pt x="4186" y="4477"/>
                    </a:cubicBezTo>
                    <a:lnTo>
                      <a:pt x="4197" y="4477"/>
                    </a:lnTo>
                    <a:cubicBezTo>
                      <a:pt x="4192" y="4553"/>
                      <a:pt x="4175" y="4629"/>
                      <a:pt x="4159" y="4705"/>
                    </a:cubicBezTo>
                    <a:cubicBezTo>
                      <a:pt x="4143" y="4781"/>
                      <a:pt x="4132" y="4857"/>
                      <a:pt x="4116" y="4928"/>
                    </a:cubicBezTo>
                    <a:cubicBezTo>
                      <a:pt x="4099" y="5004"/>
                      <a:pt x="4056" y="5080"/>
                      <a:pt x="4039" y="5156"/>
                    </a:cubicBezTo>
                    <a:cubicBezTo>
                      <a:pt x="4018" y="5232"/>
                      <a:pt x="3990" y="5303"/>
                      <a:pt x="3947" y="5374"/>
                    </a:cubicBezTo>
                    <a:cubicBezTo>
                      <a:pt x="3909" y="5439"/>
                      <a:pt x="3893" y="5509"/>
                      <a:pt x="3855" y="5575"/>
                    </a:cubicBezTo>
                    <a:cubicBezTo>
                      <a:pt x="3817" y="5645"/>
                      <a:pt x="3784" y="5721"/>
                      <a:pt x="3735" y="5787"/>
                    </a:cubicBezTo>
                    <a:cubicBezTo>
                      <a:pt x="3692" y="5846"/>
                      <a:pt x="3643" y="5901"/>
                      <a:pt x="3583" y="5950"/>
                    </a:cubicBezTo>
                    <a:cubicBezTo>
                      <a:pt x="3518" y="6004"/>
                      <a:pt x="3458" y="6064"/>
                      <a:pt x="3393" y="6118"/>
                    </a:cubicBezTo>
                    <a:cubicBezTo>
                      <a:pt x="3376" y="6140"/>
                      <a:pt x="3354" y="6156"/>
                      <a:pt x="3333" y="6173"/>
                    </a:cubicBezTo>
                    <a:cubicBezTo>
                      <a:pt x="3327" y="6170"/>
                      <a:pt x="3322" y="6169"/>
                      <a:pt x="3317" y="6169"/>
                    </a:cubicBezTo>
                    <a:cubicBezTo>
                      <a:pt x="3312" y="6169"/>
                      <a:pt x="3308" y="6170"/>
                      <a:pt x="3306" y="6173"/>
                    </a:cubicBezTo>
                    <a:cubicBezTo>
                      <a:pt x="3246" y="6205"/>
                      <a:pt x="3181" y="6227"/>
                      <a:pt x="3115" y="6243"/>
                    </a:cubicBezTo>
                    <a:cubicBezTo>
                      <a:pt x="3039" y="6265"/>
                      <a:pt x="2979" y="6314"/>
                      <a:pt x="2903" y="6325"/>
                    </a:cubicBezTo>
                    <a:cubicBezTo>
                      <a:pt x="2729" y="6374"/>
                      <a:pt x="2550" y="6401"/>
                      <a:pt x="2371" y="6406"/>
                    </a:cubicBezTo>
                    <a:cubicBezTo>
                      <a:pt x="2313" y="6410"/>
                      <a:pt x="2254" y="6412"/>
                      <a:pt x="2195" y="6412"/>
                    </a:cubicBezTo>
                    <a:cubicBezTo>
                      <a:pt x="2077" y="6412"/>
                      <a:pt x="1957" y="6405"/>
                      <a:pt x="1838" y="6390"/>
                    </a:cubicBezTo>
                    <a:cubicBezTo>
                      <a:pt x="1664" y="6363"/>
                      <a:pt x="1490" y="6325"/>
                      <a:pt x="1327" y="6265"/>
                    </a:cubicBezTo>
                    <a:cubicBezTo>
                      <a:pt x="1164" y="6222"/>
                      <a:pt x="1023" y="6135"/>
                      <a:pt x="903" y="6020"/>
                    </a:cubicBezTo>
                    <a:cubicBezTo>
                      <a:pt x="843" y="5966"/>
                      <a:pt x="783" y="5917"/>
                      <a:pt x="724" y="5863"/>
                    </a:cubicBezTo>
                    <a:cubicBezTo>
                      <a:pt x="669" y="5808"/>
                      <a:pt x="615" y="5749"/>
                      <a:pt x="571" y="5683"/>
                    </a:cubicBezTo>
                    <a:cubicBezTo>
                      <a:pt x="463" y="5548"/>
                      <a:pt x="376" y="5390"/>
                      <a:pt x="316" y="5227"/>
                    </a:cubicBezTo>
                    <a:cubicBezTo>
                      <a:pt x="289" y="5140"/>
                      <a:pt x="267" y="5058"/>
                      <a:pt x="251" y="4966"/>
                    </a:cubicBezTo>
                    <a:cubicBezTo>
                      <a:pt x="234" y="4879"/>
                      <a:pt x="223" y="4797"/>
                      <a:pt x="213" y="4705"/>
                    </a:cubicBezTo>
                    <a:cubicBezTo>
                      <a:pt x="196" y="4531"/>
                      <a:pt x="202" y="4357"/>
                      <a:pt x="245" y="4189"/>
                    </a:cubicBezTo>
                    <a:cubicBezTo>
                      <a:pt x="267" y="4102"/>
                      <a:pt x="300" y="4015"/>
                      <a:pt x="310" y="3922"/>
                    </a:cubicBezTo>
                    <a:cubicBezTo>
                      <a:pt x="316" y="3884"/>
                      <a:pt x="321" y="3846"/>
                      <a:pt x="332" y="3808"/>
                    </a:cubicBezTo>
                    <a:cubicBezTo>
                      <a:pt x="348" y="3770"/>
                      <a:pt x="376" y="3743"/>
                      <a:pt x="392" y="3699"/>
                    </a:cubicBezTo>
                    <a:cubicBezTo>
                      <a:pt x="512" y="3400"/>
                      <a:pt x="680" y="3123"/>
                      <a:pt x="892" y="2884"/>
                    </a:cubicBezTo>
                    <a:cubicBezTo>
                      <a:pt x="1001" y="2764"/>
                      <a:pt x="1137" y="2694"/>
                      <a:pt x="1262" y="2590"/>
                    </a:cubicBezTo>
                    <a:cubicBezTo>
                      <a:pt x="1322" y="2547"/>
                      <a:pt x="1370" y="2493"/>
                      <a:pt x="1414" y="2433"/>
                    </a:cubicBezTo>
                    <a:cubicBezTo>
                      <a:pt x="1447" y="2362"/>
                      <a:pt x="1468" y="2286"/>
                      <a:pt x="1474" y="2210"/>
                    </a:cubicBezTo>
                    <a:cubicBezTo>
                      <a:pt x="1501" y="2052"/>
                      <a:pt x="1463" y="1900"/>
                      <a:pt x="1457" y="1737"/>
                    </a:cubicBezTo>
                    <a:cubicBezTo>
                      <a:pt x="1457" y="1655"/>
                      <a:pt x="1436" y="1579"/>
                      <a:pt x="1441" y="1498"/>
                    </a:cubicBezTo>
                    <a:cubicBezTo>
                      <a:pt x="1441" y="1422"/>
                      <a:pt x="1414" y="1335"/>
                      <a:pt x="1414" y="1248"/>
                    </a:cubicBezTo>
                    <a:cubicBezTo>
                      <a:pt x="1408" y="1166"/>
                      <a:pt x="1398" y="1085"/>
                      <a:pt x="1381" y="1003"/>
                    </a:cubicBezTo>
                    <a:cubicBezTo>
                      <a:pt x="1381" y="922"/>
                      <a:pt x="1354" y="851"/>
                      <a:pt x="1316" y="786"/>
                    </a:cubicBezTo>
                    <a:cubicBezTo>
                      <a:pt x="1273" y="726"/>
                      <a:pt x="1218" y="688"/>
                      <a:pt x="1153" y="666"/>
                    </a:cubicBezTo>
                    <a:cubicBezTo>
                      <a:pt x="1077" y="644"/>
                      <a:pt x="1033" y="568"/>
                      <a:pt x="1050" y="492"/>
                    </a:cubicBezTo>
                    <a:cubicBezTo>
                      <a:pt x="1071" y="411"/>
                      <a:pt x="1131" y="345"/>
                      <a:pt x="1213" y="318"/>
                    </a:cubicBezTo>
                    <a:cubicBezTo>
                      <a:pt x="1294" y="269"/>
                      <a:pt x="1387" y="231"/>
                      <a:pt x="1474" y="204"/>
                    </a:cubicBezTo>
                    <a:cubicBezTo>
                      <a:pt x="1675" y="161"/>
                      <a:pt x="1871" y="133"/>
                      <a:pt x="2072" y="128"/>
                    </a:cubicBezTo>
                    <a:close/>
                    <a:moveTo>
                      <a:pt x="2031" y="0"/>
                    </a:moveTo>
                    <a:cubicBezTo>
                      <a:pt x="1954" y="0"/>
                      <a:pt x="1877" y="5"/>
                      <a:pt x="1800" y="14"/>
                    </a:cubicBezTo>
                    <a:cubicBezTo>
                      <a:pt x="1762" y="19"/>
                      <a:pt x="1724" y="30"/>
                      <a:pt x="1686" y="41"/>
                    </a:cubicBezTo>
                    <a:cubicBezTo>
                      <a:pt x="1626" y="41"/>
                      <a:pt x="1566" y="46"/>
                      <a:pt x="1506" y="63"/>
                    </a:cubicBezTo>
                    <a:cubicBezTo>
                      <a:pt x="1343" y="95"/>
                      <a:pt x="1191" y="161"/>
                      <a:pt x="1055" y="248"/>
                    </a:cubicBezTo>
                    <a:cubicBezTo>
                      <a:pt x="936" y="329"/>
                      <a:pt x="887" y="476"/>
                      <a:pt x="919" y="617"/>
                    </a:cubicBezTo>
                    <a:cubicBezTo>
                      <a:pt x="936" y="672"/>
                      <a:pt x="968" y="726"/>
                      <a:pt x="1023" y="759"/>
                    </a:cubicBezTo>
                    <a:cubicBezTo>
                      <a:pt x="1082" y="797"/>
                      <a:pt x="1164" y="802"/>
                      <a:pt x="1207" y="873"/>
                    </a:cubicBezTo>
                    <a:cubicBezTo>
                      <a:pt x="1251" y="943"/>
                      <a:pt x="1235" y="1030"/>
                      <a:pt x="1251" y="1101"/>
                    </a:cubicBezTo>
                    <a:cubicBezTo>
                      <a:pt x="1267" y="1193"/>
                      <a:pt x="1240" y="1286"/>
                      <a:pt x="1251" y="1378"/>
                    </a:cubicBezTo>
                    <a:cubicBezTo>
                      <a:pt x="1262" y="1471"/>
                      <a:pt x="1251" y="1541"/>
                      <a:pt x="1262" y="1623"/>
                    </a:cubicBezTo>
                    <a:cubicBezTo>
                      <a:pt x="1273" y="1721"/>
                      <a:pt x="1262" y="1813"/>
                      <a:pt x="1273" y="1911"/>
                    </a:cubicBezTo>
                    <a:cubicBezTo>
                      <a:pt x="1289" y="2052"/>
                      <a:pt x="1305" y="2270"/>
                      <a:pt x="1202" y="2384"/>
                    </a:cubicBezTo>
                    <a:cubicBezTo>
                      <a:pt x="1099" y="2503"/>
                      <a:pt x="941" y="2590"/>
                      <a:pt x="816" y="2699"/>
                    </a:cubicBezTo>
                    <a:cubicBezTo>
                      <a:pt x="696" y="2830"/>
                      <a:pt x="588" y="2971"/>
                      <a:pt x="490" y="3118"/>
                    </a:cubicBezTo>
                    <a:cubicBezTo>
                      <a:pt x="392" y="3248"/>
                      <a:pt x="310" y="3395"/>
                      <a:pt x="256" y="3547"/>
                    </a:cubicBezTo>
                    <a:cubicBezTo>
                      <a:pt x="240" y="3591"/>
                      <a:pt x="223" y="3640"/>
                      <a:pt x="202" y="3683"/>
                    </a:cubicBezTo>
                    <a:cubicBezTo>
                      <a:pt x="180" y="3710"/>
                      <a:pt x="158" y="3743"/>
                      <a:pt x="147" y="3781"/>
                    </a:cubicBezTo>
                    <a:cubicBezTo>
                      <a:pt x="137" y="3819"/>
                      <a:pt x="137" y="3862"/>
                      <a:pt x="126" y="3906"/>
                    </a:cubicBezTo>
                    <a:cubicBezTo>
                      <a:pt x="115" y="3966"/>
                      <a:pt x="93" y="4025"/>
                      <a:pt x="77" y="4085"/>
                    </a:cubicBezTo>
                    <a:cubicBezTo>
                      <a:pt x="22" y="4259"/>
                      <a:pt x="1" y="4444"/>
                      <a:pt x="11" y="4629"/>
                    </a:cubicBezTo>
                    <a:cubicBezTo>
                      <a:pt x="28" y="4819"/>
                      <a:pt x="55" y="5009"/>
                      <a:pt x="104" y="5194"/>
                    </a:cubicBezTo>
                    <a:cubicBezTo>
                      <a:pt x="153" y="5368"/>
                      <a:pt x="234" y="5537"/>
                      <a:pt x="338" y="5683"/>
                    </a:cubicBezTo>
                    <a:cubicBezTo>
                      <a:pt x="430" y="5836"/>
                      <a:pt x="544" y="5966"/>
                      <a:pt x="680" y="6086"/>
                    </a:cubicBezTo>
                    <a:cubicBezTo>
                      <a:pt x="800" y="6200"/>
                      <a:pt x="930" y="6303"/>
                      <a:pt x="1082" y="6385"/>
                    </a:cubicBezTo>
                    <a:cubicBezTo>
                      <a:pt x="1278" y="6466"/>
                      <a:pt x="1479" y="6526"/>
                      <a:pt x="1691" y="6564"/>
                    </a:cubicBezTo>
                    <a:cubicBezTo>
                      <a:pt x="1870" y="6596"/>
                      <a:pt x="2052" y="6609"/>
                      <a:pt x="2232" y="6609"/>
                    </a:cubicBezTo>
                    <a:cubicBezTo>
                      <a:pt x="2265" y="6609"/>
                      <a:pt x="2299" y="6608"/>
                      <a:pt x="2333" y="6607"/>
                    </a:cubicBezTo>
                    <a:cubicBezTo>
                      <a:pt x="2528" y="6607"/>
                      <a:pt x="2724" y="6575"/>
                      <a:pt x="2914" y="6515"/>
                    </a:cubicBezTo>
                    <a:cubicBezTo>
                      <a:pt x="3012" y="6504"/>
                      <a:pt x="3115" y="6482"/>
                      <a:pt x="3208" y="6444"/>
                    </a:cubicBezTo>
                    <a:cubicBezTo>
                      <a:pt x="3360" y="6395"/>
                      <a:pt x="3496" y="6309"/>
                      <a:pt x="3599" y="6194"/>
                    </a:cubicBezTo>
                    <a:cubicBezTo>
                      <a:pt x="3713" y="6097"/>
                      <a:pt x="3822" y="5988"/>
                      <a:pt x="3909" y="5863"/>
                    </a:cubicBezTo>
                    <a:cubicBezTo>
                      <a:pt x="4001" y="5738"/>
                      <a:pt x="4045" y="5586"/>
                      <a:pt x="4121" y="5450"/>
                    </a:cubicBezTo>
                    <a:cubicBezTo>
                      <a:pt x="4159" y="5390"/>
                      <a:pt x="4186" y="5325"/>
                      <a:pt x="4208" y="5254"/>
                    </a:cubicBezTo>
                    <a:cubicBezTo>
                      <a:pt x="4235" y="5178"/>
                      <a:pt x="4268" y="5091"/>
                      <a:pt x="4284" y="5009"/>
                    </a:cubicBezTo>
                    <a:cubicBezTo>
                      <a:pt x="4322" y="4852"/>
                      <a:pt x="4349" y="4694"/>
                      <a:pt x="4366" y="4536"/>
                    </a:cubicBezTo>
                    <a:cubicBezTo>
                      <a:pt x="4376" y="4449"/>
                      <a:pt x="4376" y="4363"/>
                      <a:pt x="4366" y="4281"/>
                    </a:cubicBezTo>
                    <a:lnTo>
                      <a:pt x="4376" y="4281"/>
                    </a:lnTo>
                    <a:cubicBezTo>
                      <a:pt x="4360" y="4199"/>
                      <a:pt x="4366" y="4118"/>
                      <a:pt x="4355" y="4036"/>
                    </a:cubicBezTo>
                    <a:cubicBezTo>
                      <a:pt x="4333" y="3966"/>
                      <a:pt x="4311" y="3900"/>
                      <a:pt x="4284" y="3830"/>
                    </a:cubicBezTo>
                    <a:cubicBezTo>
                      <a:pt x="4273" y="3797"/>
                      <a:pt x="4262" y="3770"/>
                      <a:pt x="4246" y="3737"/>
                    </a:cubicBezTo>
                    <a:cubicBezTo>
                      <a:pt x="4230" y="3699"/>
                      <a:pt x="4219" y="3661"/>
                      <a:pt x="4208" y="3618"/>
                    </a:cubicBezTo>
                    <a:cubicBezTo>
                      <a:pt x="4116" y="3308"/>
                      <a:pt x="3855" y="3058"/>
                      <a:pt x="3637" y="2830"/>
                    </a:cubicBezTo>
                    <a:cubicBezTo>
                      <a:pt x="3588" y="2781"/>
                      <a:pt x="3545" y="2726"/>
                      <a:pt x="3496" y="2683"/>
                    </a:cubicBezTo>
                    <a:cubicBezTo>
                      <a:pt x="3431" y="2634"/>
                      <a:pt x="3365" y="2590"/>
                      <a:pt x="3295" y="2552"/>
                    </a:cubicBezTo>
                    <a:cubicBezTo>
                      <a:pt x="3170" y="2455"/>
                      <a:pt x="3039" y="2373"/>
                      <a:pt x="2903" y="2302"/>
                    </a:cubicBezTo>
                    <a:cubicBezTo>
                      <a:pt x="2751" y="2237"/>
                      <a:pt x="2648" y="2096"/>
                      <a:pt x="2621" y="1938"/>
                    </a:cubicBezTo>
                    <a:cubicBezTo>
                      <a:pt x="2615" y="1857"/>
                      <a:pt x="2604" y="1781"/>
                      <a:pt x="2599" y="1704"/>
                    </a:cubicBezTo>
                    <a:cubicBezTo>
                      <a:pt x="2588" y="1672"/>
                      <a:pt x="2583" y="1645"/>
                      <a:pt x="2583" y="1612"/>
                    </a:cubicBezTo>
                    <a:cubicBezTo>
                      <a:pt x="2583" y="1563"/>
                      <a:pt x="2593" y="1520"/>
                      <a:pt x="2599" y="1476"/>
                    </a:cubicBezTo>
                    <a:cubicBezTo>
                      <a:pt x="2604" y="1400"/>
                      <a:pt x="2583" y="1329"/>
                      <a:pt x="2588" y="1259"/>
                    </a:cubicBezTo>
                    <a:cubicBezTo>
                      <a:pt x="2599" y="1172"/>
                      <a:pt x="2599" y="1085"/>
                      <a:pt x="2593" y="998"/>
                    </a:cubicBezTo>
                    <a:cubicBezTo>
                      <a:pt x="2593" y="943"/>
                      <a:pt x="2572" y="829"/>
                      <a:pt x="2604" y="780"/>
                    </a:cubicBezTo>
                    <a:cubicBezTo>
                      <a:pt x="2642" y="726"/>
                      <a:pt x="2713" y="715"/>
                      <a:pt x="2746" y="672"/>
                    </a:cubicBezTo>
                    <a:cubicBezTo>
                      <a:pt x="2795" y="612"/>
                      <a:pt x="2816" y="541"/>
                      <a:pt x="2805" y="465"/>
                    </a:cubicBezTo>
                    <a:cubicBezTo>
                      <a:pt x="2800" y="394"/>
                      <a:pt x="2778" y="318"/>
                      <a:pt x="2751" y="253"/>
                    </a:cubicBezTo>
                    <a:cubicBezTo>
                      <a:pt x="2675" y="106"/>
                      <a:pt x="2496" y="46"/>
                      <a:pt x="2349" y="25"/>
                    </a:cubicBezTo>
                    <a:cubicBezTo>
                      <a:pt x="2244" y="9"/>
                      <a:pt x="2138" y="0"/>
                      <a:pt x="2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0"/>
              <p:cNvSpPr/>
              <p:nvPr/>
            </p:nvSpPr>
            <p:spPr>
              <a:xfrm>
                <a:off x="4259650" y="3361975"/>
                <a:ext cx="91475" cy="65875"/>
              </a:xfrm>
              <a:custGeom>
                <a:rect b="b" l="l" r="r" t="t"/>
                <a:pathLst>
                  <a:path extrusionOk="0" h="2635" w="3659">
                    <a:moveTo>
                      <a:pt x="2721" y="109"/>
                    </a:moveTo>
                    <a:cubicBezTo>
                      <a:pt x="2870" y="109"/>
                      <a:pt x="3017" y="159"/>
                      <a:pt x="3137" y="258"/>
                    </a:cubicBezTo>
                    <a:cubicBezTo>
                      <a:pt x="3229" y="323"/>
                      <a:pt x="3316" y="404"/>
                      <a:pt x="3387" y="491"/>
                    </a:cubicBezTo>
                    <a:cubicBezTo>
                      <a:pt x="3403" y="519"/>
                      <a:pt x="3414" y="540"/>
                      <a:pt x="3430" y="568"/>
                    </a:cubicBezTo>
                    <a:cubicBezTo>
                      <a:pt x="3419" y="566"/>
                      <a:pt x="3407" y="566"/>
                      <a:pt x="3396" y="566"/>
                    </a:cubicBezTo>
                    <a:cubicBezTo>
                      <a:pt x="3290" y="566"/>
                      <a:pt x="3192" y="609"/>
                      <a:pt x="3093" y="638"/>
                    </a:cubicBezTo>
                    <a:cubicBezTo>
                      <a:pt x="3023" y="660"/>
                      <a:pt x="2952" y="671"/>
                      <a:pt x="2876" y="676"/>
                    </a:cubicBezTo>
                    <a:cubicBezTo>
                      <a:pt x="2800" y="687"/>
                      <a:pt x="2718" y="703"/>
                      <a:pt x="2642" y="709"/>
                    </a:cubicBezTo>
                    <a:cubicBezTo>
                      <a:pt x="2623" y="710"/>
                      <a:pt x="2604" y="710"/>
                      <a:pt x="2585" y="710"/>
                    </a:cubicBezTo>
                    <a:cubicBezTo>
                      <a:pt x="2453" y="710"/>
                      <a:pt x="2325" y="693"/>
                      <a:pt x="2196" y="660"/>
                    </a:cubicBezTo>
                    <a:cubicBezTo>
                      <a:pt x="2061" y="638"/>
                      <a:pt x="1930" y="611"/>
                      <a:pt x="1800" y="578"/>
                    </a:cubicBezTo>
                    <a:cubicBezTo>
                      <a:pt x="1734" y="562"/>
                      <a:pt x="1669" y="540"/>
                      <a:pt x="1604" y="513"/>
                    </a:cubicBezTo>
                    <a:cubicBezTo>
                      <a:pt x="1702" y="497"/>
                      <a:pt x="1805" y="470"/>
                      <a:pt x="1897" y="437"/>
                    </a:cubicBezTo>
                    <a:lnTo>
                      <a:pt x="1903" y="437"/>
                    </a:lnTo>
                    <a:cubicBezTo>
                      <a:pt x="2012" y="404"/>
                      <a:pt x="2115" y="361"/>
                      <a:pt x="2213" y="301"/>
                    </a:cubicBezTo>
                    <a:cubicBezTo>
                      <a:pt x="2294" y="236"/>
                      <a:pt x="2387" y="187"/>
                      <a:pt x="2479" y="154"/>
                    </a:cubicBezTo>
                    <a:cubicBezTo>
                      <a:pt x="2558" y="124"/>
                      <a:pt x="2640" y="109"/>
                      <a:pt x="2721" y="109"/>
                    </a:cubicBezTo>
                    <a:close/>
                    <a:moveTo>
                      <a:pt x="879" y="472"/>
                    </a:moveTo>
                    <a:cubicBezTo>
                      <a:pt x="941" y="472"/>
                      <a:pt x="1003" y="475"/>
                      <a:pt x="1066" y="481"/>
                    </a:cubicBezTo>
                    <a:cubicBezTo>
                      <a:pt x="1185" y="502"/>
                      <a:pt x="1310" y="535"/>
                      <a:pt x="1430" y="573"/>
                    </a:cubicBezTo>
                    <a:cubicBezTo>
                      <a:pt x="1631" y="622"/>
                      <a:pt x="1838" y="709"/>
                      <a:pt x="2050" y="747"/>
                    </a:cubicBezTo>
                    <a:cubicBezTo>
                      <a:pt x="2169" y="769"/>
                      <a:pt x="2289" y="790"/>
                      <a:pt x="2408" y="812"/>
                    </a:cubicBezTo>
                    <a:cubicBezTo>
                      <a:pt x="2460" y="817"/>
                      <a:pt x="2512" y="820"/>
                      <a:pt x="2565" y="820"/>
                    </a:cubicBezTo>
                    <a:cubicBezTo>
                      <a:pt x="2629" y="820"/>
                      <a:pt x="2693" y="816"/>
                      <a:pt x="2756" y="807"/>
                    </a:cubicBezTo>
                    <a:cubicBezTo>
                      <a:pt x="2887" y="796"/>
                      <a:pt x="3017" y="774"/>
                      <a:pt x="3148" y="736"/>
                    </a:cubicBezTo>
                    <a:cubicBezTo>
                      <a:pt x="3205" y="716"/>
                      <a:pt x="3311" y="669"/>
                      <a:pt x="3395" y="669"/>
                    </a:cubicBezTo>
                    <a:cubicBezTo>
                      <a:pt x="3447" y="669"/>
                      <a:pt x="3490" y="687"/>
                      <a:pt x="3506" y="741"/>
                    </a:cubicBezTo>
                    <a:cubicBezTo>
                      <a:pt x="3512" y="758"/>
                      <a:pt x="3523" y="769"/>
                      <a:pt x="3539" y="769"/>
                    </a:cubicBezTo>
                    <a:cubicBezTo>
                      <a:pt x="3534" y="828"/>
                      <a:pt x="3528" y="883"/>
                      <a:pt x="3523" y="943"/>
                    </a:cubicBezTo>
                    <a:cubicBezTo>
                      <a:pt x="3506" y="1051"/>
                      <a:pt x="3490" y="1165"/>
                      <a:pt x="3474" y="1274"/>
                    </a:cubicBezTo>
                    <a:cubicBezTo>
                      <a:pt x="3463" y="1318"/>
                      <a:pt x="3452" y="1367"/>
                      <a:pt x="3436" y="1410"/>
                    </a:cubicBezTo>
                    <a:cubicBezTo>
                      <a:pt x="3425" y="1454"/>
                      <a:pt x="3414" y="1492"/>
                      <a:pt x="3398" y="1535"/>
                    </a:cubicBezTo>
                    <a:cubicBezTo>
                      <a:pt x="3360" y="1611"/>
                      <a:pt x="3316" y="1687"/>
                      <a:pt x="3267" y="1758"/>
                    </a:cubicBezTo>
                    <a:cubicBezTo>
                      <a:pt x="3159" y="1905"/>
                      <a:pt x="3050" y="2062"/>
                      <a:pt x="2903" y="2171"/>
                    </a:cubicBezTo>
                    <a:cubicBezTo>
                      <a:pt x="2838" y="2220"/>
                      <a:pt x="2773" y="2269"/>
                      <a:pt x="2713" y="2323"/>
                    </a:cubicBezTo>
                    <a:cubicBezTo>
                      <a:pt x="2631" y="2389"/>
                      <a:pt x="2533" y="2432"/>
                      <a:pt x="2430" y="2448"/>
                    </a:cubicBezTo>
                    <a:cubicBezTo>
                      <a:pt x="2245" y="2492"/>
                      <a:pt x="2061" y="2519"/>
                      <a:pt x="1870" y="2524"/>
                    </a:cubicBezTo>
                    <a:lnTo>
                      <a:pt x="1598" y="2524"/>
                    </a:lnTo>
                    <a:cubicBezTo>
                      <a:pt x="1495" y="2524"/>
                      <a:pt x="1392" y="2514"/>
                      <a:pt x="1294" y="2486"/>
                    </a:cubicBezTo>
                    <a:cubicBezTo>
                      <a:pt x="1256" y="2470"/>
                      <a:pt x="1223" y="2459"/>
                      <a:pt x="1185" y="2448"/>
                    </a:cubicBezTo>
                    <a:cubicBezTo>
                      <a:pt x="1142" y="2437"/>
                      <a:pt x="1098" y="2427"/>
                      <a:pt x="1055" y="2416"/>
                    </a:cubicBezTo>
                    <a:cubicBezTo>
                      <a:pt x="957" y="2378"/>
                      <a:pt x="865" y="2329"/>
                      <a:pt x="778" y="2274"/>
                    </a:cubicBezTo>
                    <a:cubicBezTo>
                      <a:pt x="707" y="2225"/>
                      <a:pt x="642" y="2166"/>
                      <a:pt x="582" y="2106"/>
                    </a:cubicBezTo>
                    <a:cubicBezTo>
                      <a:pt x="511" y="2041"/>
                      <a:pt x="452" y="1970"/>
                      <a:pt x="403" y="1894"/>
                    </a:cubicBezTo>
                    <a:cubicBezTo>
                      <a:pt x="375" y="1845"/>
                      <a:pt x="337" y="1807"/>
                      <a:pt x="310" y="1758"/>
                    </a:cubicBezTo>
                    <a:cubicBezTo>
                      <a:pt x="278" y="1704"/>
                      <a:pt x="250" y="1644"/>
                      <a:pt x="234" y="1584"/>
                    </a:cubicBezTo>
                    <a:cubicBezTo>
                      <a:pt x="196" y="1492"/>
                      <a:pt x="163" y="1388"/>
                      <a:pt x="142" y="1291"/>
                    </a:cubicBezTo>
                    <a:cubicBezTo>
                      <a:pt x="120" y="1171"/>
                      <a:pt x="109" y="1057"/>
                      <a:pt x="115" y="937"/>
                    </a:cubicBezTo>
                    <a:cubicBezTo>
                      <a:pt x="115" y="883"/>
                      <a:pt x="115" y="828"/>
                      <a:pt x="120" y="774"/>
                    </a:cubicBezTo>
                    <a:lnTo>
                      <a:pt x="125" y="741"/>
                    </a:lnTo>
                    <a:cubicBezTo>
                      <a:pt x="131" y="720"/>
                      <a:pt x="142" y="698"/>
                      <a:pt x="158" y="682"/>
                    </a:cubicBezTo>
                    <a:cubicBezTo>
                      <a:pt x="207" y="638"/>
                      <a:pt x="272" y="600"/>
                      <a:pt x="337" y="584"/>
                    </a:cubicBezTo>
                    <a:cubicBezTo>
                      <a:pt x="452" y="535"/>
                      <a:pt x="571" y="497"/>
                      <a:pt x="696" y="481"/>
                    </a:cubicBezTo>
                    <a:cubicBezTo>
                      <a:pt x="756" y="475"/>
                      <a:pt x="817" y="472"/>
                      <a:pt x="879" y="472"/>
                    </a:cubicBezTo>
                    <a:close/>
                    <a:moveTo>
                      <a:pt x="2658" y="0"/>
                    </a:moveTo>
                    <a:cubicBezTo>
                      <a:pt x="2618" y="0"/>
                      <a:pt x="2579" y="5"/>
                      <a:pt x="2539" y="13"/>
                    </a:cubicBezTo>
                    <a:cubicBezTo>
                      <a:pt x="2490" y="29"/>
                      <a:pt x="2436" y="51"/>
                      <a:pt x="2381" y="73"/>
                    </a:cubicBezTo>
                    <a:cubicBezTo>
                      <a:pt x="2289" y="116"/>
                      <a:pt x="2202" y="165"/>
                      <a:pt x="2120" y="225"/>
                    </a:cubicBezTo>
                    <a:cubicBezTo>
                      <a:pt x="2006" y="285"/>
                      <a:pt x="1887" y="334"/>
                      <a:pt x="1762" y="366"/>
                    </a:cubicBezTo>
                    <a:cubicBezTo>
                      <a:pt x="1696" y="388"/>
                      <a:pt x="1631" y="404"/>
                      <a:pt x="1566" y="421"/>
                    </a:cubicBezTo>
                    <a:cubicBezTo>
                      <a:pt x="1522" y="437"/>
                      <a:pt x="1484" y="448"/>
                      <a:pt x="1441" y="459"/>
                    </a:cubicBezTo>
                    <a:cubicBezTo>
                      <a:pt x="1310" y="421"/>
                      <a:pt x="1185" y="394"/>
                      <a:pt x="1049" y="372"/>
                    </a:cubicBezTo>
                    <a:cubicBezTo>
                      <a:pt x="997" y="368"/>
                      <a:pt x="945" y="366"/>
                      <a:pt x="894" y="366"/>
                    </a:cubicBezTo>
                    <a:cubicBezTo>
                      <a:pt x="799" y="366"/>
                      <a:pt x="704" y="372"/>
                      <a:pt x="609" y="383"/>
                    </a:cubicBezTo>
                    <a:cubicBezTo>
                      <a:pt x="457" y="415"/>
                      <a:pt x="310" y="464"/>
                      <a:pt x="180" y="535"/>
                    </a:cubicBezTo>
                    <a:cubicBezTo>
                      <a:pt x="71" y="595"/>
                      <a:pt x="0" y="703"/>
                      <a:pt x="38" y="823"/>
                    </a:cubicBezTo>
                    <a:cubicBezTo>
                      <a:pt x="33" y="856"/>
                      <a:pt x="28" y="888"/>
                      <a:pt x="28" y="921"/>
                    </a:cubicBezTo>
                    <a:cubicBezTo>
                      <a:pt x="22" y="1030"/>
                      <a:pt x="22" y="1138"/>
                      <a:pt x="38" y="1247"/>
                    </a:cubicBezTo>
                    <a:cubicBezTo>
                      <a:pt x="71" y="1443"/>
                      <a:pt x="131" y="1682"/>
                      <a:pt x="245" y="1845"/>
                    </a:cubicBezTo>
                    <a:cubicBezTo>
                      <a:pt x="299" y="1921"/>
                      <a:pt x="337" y="1997"/>
                      <a:pt x="397" y="2068"/>
                    </a:cubicBezTo>
                    <a:cubicBezTo>
                      <a:pt x="468" y="2149"/>
                      <a:pt x="544" y="2225"/>
                      <a:pt x="625" y="2296"/>
                    </a:cubicBezTo>
                    <a:cubicBezTo>
                      <a:pt x="783" y="2421"/>
                      <a:pt x="963" y="2508"/>
                      <a:pt x="1153" y="2552"/>
                    </a:cubicBezTo>
                    <a:cubicBezTo>
                      <a:pt x="1191" y="2562"/>
                      <a:pt x="1223" y="2579"/>
                      <a:pt x="1261" y="2595"/>
                    </a:cubicBezTo>
                    <a:cubicBezTo>
                      <a:pt x="1310" y="2606"/>
                      <a:pt x="1354" y="2611"/>
                      <a:pt x="1403" y="2611"/>
                    </a:cubicBezTo>
                    <a:cubicBezTo>
                      <a:pt x="1517" y="2622"/>
                      <a:pt x="1626" y="2633"/>
                      <a:pt x="1740" y="2633"/>
                    </a:cubicBezTo>
                    <a:cubicBezTo>
                      <a:pt x="1766" y="2634"/>
                      <a:pt x="1791" y="2634"/>
                      <a:pt x="1817" y="2634"/>
                    </a:cubicBezTo>
                    <a:cubicBezTo>
                      <a:pt x="1998" y="2634"/>
                      <a:pt x="2179" y="2618"/>
                      <a:pt x="2360" y="2584"/>
                    </a:cubicBezTo>
                    <a:cubicBezTo>
                      <a:pt x="2452" y="2568"/>
                      <a:pt x="2550" y="2541"/>
                      <a:pt x="2637" y="2503"/>
                    </a:cubicBezTo>
                    <a:cubicBezTo>
                      <a:pt x="2724" y="2459"/>
                      <a:pt x="2800" y="2405"/>
                      <a:pt x="2870" y="2340"/>
                    </a:cubicBezTo>
                    <a:cubicBezTo>
                      <a:pt x="3034" y="2225"/>
                      <a:pt x="3175" y="2084"/>
                      <a:pt x="3289" y="1921"/>
                    </a:cubicBezTo>
                    <a:cubicBezTo>
                      <a:pt x="3316" y="1883"/>
                      <a:pt x="3354" y="1850"/>
                      <a:pt x="3381" y="1807"/>
                    </a:cubicBezTo>
                    <a:cubicBezTo>
                      <a:pt x="3409" y="1769"/>
                      <a:pt x="3441" y="1704"/>
                      <a:pt x="3468" y="1649"/>
                    </a:cubicBezTo>
                    <a:cubicBezTo>
                      <a:pt x="3490" y="1617"/>
                      <a:pt x="3512" y="1579"/>
                      <a:pt x="3523" y="1541"/>
                    </a:cubicBezTo>
                    <a:cubicBezTo>
                      <a:pt x="3539" y="1481"/>
                      <a:pt x="3561" y="1421"/>
                      <a:pt x="3577" y="1361"/>
                    </a:cubicBezTo>
                    <a:cubicBezTo>
                      <a:pt x="3610" y="1242"/>
                      <a:pt x="3615" y="1106"/>
                      <a:pt x="3637" y="975"/>
                    </a:cubicBezTo>
                    <a:cubicBezTo>
                      <a:pt x="3659" y="877"/>
                      <a:pt x="3648" y="780"/>
                      <a:pt x="3599" y="693"/>
                    </a:cubicBezTo>
                    <a:cubicBezTo>
                      <a:pt x="3610" y="627"/>
                      <a:pt x="3555" y="557"/>
                      <a:pt x="3523" y="508"/>
                    </a:cubicBezTo>
                    <a:cubicBezTo>
                      <a:pt x="3463" y="410"/>
                      <a:pt x="3392" y="328"/>
                      <a:pt x="3311" y="258"/>
                    </a:cubicBezTo>
                    <a:cubicBezTo>
                      <a:pt x="3148" y="95"/>
                      <a:pt x="2930" y="2"/>
                      <a:pt x="2702" y="2"/>
                    </a:cubicBezTo>
                    <a:cubicBezTo>
                      <a:pt x="2687" y="1"/>
                      <a:pt x="2673" y="0"/>
                      <a:pt x="26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0"/>
              <p:cNvSpPr/>
              <p:nvPr/>
            </p:nvSpPr>
            <p:spPr>
              <a:xfrm>
                <a:off x="4292800" y="3344350"/>
                <a:ext cx="14850" cy="15650"/>
              </a:xfrm>
              <a:custGeom>
                <a:rect b="b" l="l" r="r" t="t"/>
                <a:pathLst>
                  <a:path extrusionOk="0" h="626" w="594">
                    <a:moveTo>
                      <a:pt x="349" y="90"/>
                    </a:moveTo>
                    <a:cubicBezTo>
                      <a:pt x="370" y="90"/>
                      <a:pt x="392" y="93"/>
                      <a:pt x="414" y="98"/>
                    </a:cubicBezTo>
                    <a:cubicBezTo>
                      <a:pt x="457" y="126"/>
                      <a:pt x="490" y="175"/>
                      <a:pt x="495" y="223"/>
                    </a:cubicBezTo>
                    <a:cubicBezTo>
                      <a:pt x="517" y="332"/>
                      <a:pt x="506" y="446"/>
                      <a:pt x="408" y="512"/>
                    </a:cubicBezTo>
                    <a:cubicBezTo>
                      <a:pt x="389" y="525"/>
                      <a:pt x="366" y="531"/>
                      <a:pt x="342" y="531"/>
                    </a:cubicBezTo>
                    <a:cubicBezTo>
                      <a:pt x="301" y="531"/>
                      <a:pt x="256" y="515"/>
                      <a:pt x="218" y="501"/>
                    </a:cubicBezTo>
                    <a:cubicBezTo>
                      <a:pt x="137" y="479"/>
                      <a:pt x="82" y="403"/>
                      <a:pt x="99" y="321"/>
                    </a:cubicBezTo>
                    <a:cubicBezTo>
                      <a:pt x="115" y="261"/>
                      <a:pt x="147" y="207"/>
                      <a:pt x="186" y="169"/>
                    </a:cubicBezTo>
                    <a:cubicBezTo>
                      <a:pt x="213" y="136"/>
                      <a:pt x="245" y="115"/>
                      <a:pt x="283" y="98"/>
                    </a:cubicBezTo>
                    <a:cubicBezTo>
                      <a:pt x="305" y="93"/>
                      <a:pt x="327" y="90"/>
                      <a:pt x="349" y="90"/>
                    </a:cubicBezTo>
                    <a:close/>
                    <a:moveTo>
                      <a:pt x="371" y="1"/>
                    </a:moveTo>
                    <a:cubicBezTo>
                      <a:pt x="325" y="1"/>
                      <a:pt x="282" y="15"/>
                      <a:pt x="245" y="44"/>
                    </a:cubicBezTo>
                    <a:cubicBezTo>
                      <a:pt x="115" y="66"/>
                      <a:pt x="1" y="267"/>
                      <a:pt x="12" y="387"/>
                    </a:cubicBezTo>
                    <a:cubicBezTo>
                      <a:pt x="28" y="468"/>
                      <a:pt x="82" y="544"/>
                      <a:pt x="164" y="577"/>
                    </a:cubicBezTo>
                    <a:cubicBezTo>
                      <a:pt x="217" y="600"/>
                      <a:pt x="284" y="625"/>
                      <a:pt x="347" y="625"/>
                    </a:cubicBezTo>
                    <a:cubicBezTo>
                      <a:pt x="374" y="625"/>
                      <a:pt x="400" y="621"/>
                      <a:pt x="425" y="609"/>
                    </a:cubicBezTo>
                    <a:cubicBezTo>
                      <a:pt x="495" y="577"/>
                      <a:pt x="544" y="517"/>
                      <a:pt x="577" y="441"/>
                    </a:cubicBezTo>
                    <a:cubicBezTo>
                      <a:pt x="593" y="359"/>
                      <a:pt x="593" y="272"/>
                      <a:pt x="577" y="185"/>
                    </a:cubicBezTo>
                    <a:cubicBezTo>
                      <a:pt x="561" y="109"/>
                      <a:pt x="512" y="44"/>
                      <a:pt x="441" y="11"/>
                    </a:cubicBezTo>
                    <a:cubicBezTo>
                      <a:pt x="417" y="4"/>
                      <a:pt x="394"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20"/>
              <p:cNvSpPr/>
              <p:nvPr/>
            </p:nvSpPr>
            <p:spPr>
              <a:xfrm>
                <a:off x="4295525" y="3320600"/>
                <a:ext cx="13750" cy="11925"/>
              </a:xfrm>
              <a:custGeom>
                <a:rect b="b" l="l" r="r" t="t"/>
                <a:pathLst>
                  <a:path extrusionOk="0" h="477" w="550">
                    <a:moveTo>
                      <a:pt x="264" y="94"/>
                    </a:moveTo>
                    <a:cubicBezTo>
                      <a:pt x="287" y="94"/>
                      <a:pt x="310" y="97"/>
                      <a:pt x="332" y="103"/>
                    </a:cubicBezTo>
                    <a:cubicBezTo>
                      <a:pt x="419" y="141"/>
                      <a:pt x="441" y="255"/>
                      <a:pt x="370" y="315"/>
                    </a:cubicBezTo>
                    <a:cubicBezTo>
                      <a:pt x="330" y="358"/>
                      <a:pt x="269" y="394"/>
                      <a:pt x="208" y="394"/>
                    </a:cubicBezTo>
                    <a:cubicBezTo>
                      <a:pt x="177" y="394"/>
                      <a:pt x="147" y="385"/>
                      <a:pt x="120" y="363"/>
                    </a:cubicBezTo>
                    <a:cubicBezTo>
                      <a:pt x="55" y="315"/>
                      <a:pt x="115" y="135"/>
                      <a:pt x="196" y="103"/>
                    </a:cubicBezTo>
                    <a:cubicBezTo>
                      <a:pt x="218" y="97"/>
                      <a:pt x="241" y="94"/>
                      <a:pt x="264" y="94"/>
                    </a:cubicBezTo>
                    <a:close/>
                    <a:moveTo>
                      <a:pt x="243" y="0"/>
                    </a:moveTo>
                    <a:cubicBezTo>
                      <a:pt x="186" y="0"/>
                      <a:pt x="134" y="27"/>
                      <a:pt x="104" y="75"/>
                    </a:cubicBezTo>
                    <a:cubicBezTo>
                      <a:pt x="98" y="81"/>
                      <a:pt x="93" y="86"/>
                      <a:pt x="93" y="97"/>
                    </a:cubicBezTo>
                    <a:cubicBezTo>
                      <a:pt x="28" y="162"/>
                      <a:pt x="0" y="255"/>
                      <a:pt x="11" y="347"/>
                    </a:cubicBezTo>
                    <a:cubicBezTo>
                      <a:pt x="26" y="441"/>
                      <a:pt x="104" y="476"/>
                      <a:pt x="188" y="476"/>
                    </a:cubicBezTo>
                    <a:cubicBezTo>
                      <a:pt x="255" y="476"/>
                      <a:pt x="324" y="454"/>
                      <a:pt x="370" y="423"/>
                    </a:cubicBezTo>
                    <a:cubicBezTo>
                      <a:pt x="473" y="353"/>
                      <a:pt x="549" y="190"/>
                      <a:pt x="452" y="86"/>
                    </a:cubicBezTo>
                    <a:lnTo>
                      <a:pt x="452" y="81"/>
                    </a:lnTo>
                    <a:cubicBezTo>
                      <a:pt x="408" y="37"/>
                      <a:pt x="348" y="10"/>
                      <a:pt x="283" y="5"/>
                    </a:cubicBezTo>
                    <a:cubicBezTo>
                      <a:pt x="270" y="2"/>
                      <a:pt x="256"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20"/>
              <p:cNvSpPr/>
              <p:nvPr/>
            </p:nvSpPr>
            <p:spPr>
              <a:xfrm>
                <a:off x="4295650" y="3303700"/>
                <a:ext cx="9400" cy="9400"/>
              </a:xfrm>
              <a:custGeom>
                <a:rect b="b" l="l" r="r" t="t"/>
                <a:pathLst>
                  <a:path extrusionOk="0" h="376" w="376">
                    <a:moveTo>
                      <a:pt x="191" y="88"/>
                    </a:moveTo>
                    <a:cubicBezTo>
                      <a:pt x="258" y="88"/>
                      <a:pt x="294" y="187"/>
                      <a:pt x="267" y="240"/>
                    </a:cubicBezTo>
                    <a:cubicBezTo>
                      <a:pt x="246" y="278"/>
                      <a:pt x="207" y="302"/>
                      <a:pt x="165" y="302"/>
                    </a:cubicBezTo>
                    <a:cubicBezTo>
                      <a:pt x="152" y="302"/>
                      <a:pt x="139" y="300"/>
                      <a:pt x="126" y="295"/>
                    </a:cubicBezTo>
                    <a:cubicBezTo>
                      <a:pt x="82" y="284"/>
                      <a:pt x="61" y="246"/>
                      <a:pt x="66" y="208"/>
                    </a:cubicBezTo>
                    <a:cubicBezTo>
                      <a:pt x="66" y="186"/>
                      <a:pt x="72" y="159"/>
                      <a:pt x="82" y="137"/>
                    </a:cubicBezTo>
                    <a:cubicBezTo>
                      <a:pt x="88" y="137"/>
                      <a:pt x="88" y="132"/>
                      <a:pt x="93" y="126"/>
                    </a:cubicBezTo>
                    <a:cubicBezTo>
                      <a:pt x="126" y="121"/>
                      <a:pt x="148" y="88"/>
                      <a:pt x="186" y="88"/>
                    </a:cubicBezTo>
                    <a:cubicBezTo>
                      <a:pt x="187" y="88"/>
                      <a:pt x="189" y="88"/>
                      <a:pt x="191" y="88"/>
                    </a:cubicBezTo>
                    <a:close/>
                    <a:moveTo>
                      <a:pt x="179" y="1"/>
                    </a:moveTo>
                    <a:cubicBezTo>
                      <a:pt x="174" y="1"/>
                      <a:pt x="169" y="1"/>
                      <a:pt x="164" y="1"/>
                    </a:cubicBezTo>
                    <a:cubicBezTo>
                      <a:pt x="142" y="7"/>
                      <a:pt x="120" y="18"/>
                      <a:pt x="110" y="34"/>
                    </a:cubicBezTo>
                    <a:cubicBezTo>
                      <a:pt x="88" y="56"/>
                      <a:pt x="82" y="83"/>
                      <a:pt x="61" y="99"/>
                    </a:cubicBezTo>
                    <a:cubicBezTo>
                      <a:pt x="55" y="99"/>
                      <a:pt x="50" y="105"/>
                      <a:pt x="55" y="110"/>
                    </a:cubicBezTo>
                    <a:cubicBezTo>
                      <a:pt x="50" y="115"/>
                      <a:pt x="44" y="121"/>
                      <a:pt x="44" y="126"/>
                    </a:cubicBezTo>
                    <a:cubicBezTo>
                      <a:pt x="28" y="153"/>
                      <a:pt x="17" y="175"/>
                      <a:pt x="12" y="208"/>
                    </a:cubicBezTo>
                    <a:cubicBezTo>
                      <a:pt x="1" y="251"/>
                      <a:pt x="17" y="300"/>
                      <a:pt x="55" y="333"/>
                    </a:cubicBezTo>
                    <a:cubicBezTo>
                      <a:pt x="89" y="361"/>
                      <a:pt x="131" y="375"/>
                      <a:pt x="174" y="375"/>
                    </a:cubicBezTo>
                    <a:cubicBezTo>
                      <a:pt x="221" y="375"/>
                      <a:pt x="268" y="359"/>
                      <a:pt x="305" y="327"/>
                    </a:cubicBezTo>
                    <a:cubicBezTo>
                      <a:pt x="370" y="251"/>
                      <a:pt x="376" y="143"/>
                      <a:pt x="311" y="66"/>
                    </a:cubicBezTo>
                    <a:cubicBezTo>
                      <a:pt x="281" y="27"/>
                      <a:pt x="233"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0"/>
              <p:cNvSpPr/>
              <p:nvPr/>
            </p:nvSpPr>
            <p:spPr>
              <a:xfrm>
                <a:off x="4281525" y="3280975"/>
                <a:ext cx="28825" cy="10125"/>
              </a:xfrm>
              <a:custGeom>
                <a:rect b="b" l="l" r="r" t="t"/>
                <a:pathLst>
                  <a:path extrusionOk="0" h="405" w="1153">
                    <a:moveTo>
                      <a:pt x="977" y="1"/>
                    </a:moveTo>
                    <a:cubicBezTo>
                      <a:pt x="968" y="1"/>
                      <a:pt x="960" y="1"/>
                      <a:pt x="952" y="2"/>
                    </a:cubicBezTo>
                    <a:cubicBezTo>
                      <a:pt x="930" y="2"/>
                      <a:pt x="789" y="24"/>
                      <a:pt x="805" y="73"/>
                    </a:cubicBezTo>
                    <a:cubicBezTo>
                      <a:pt x="810" y="100"/>
                      <a:pt x="876" y="111"/>
                      <a:pt x="903" y="117"/>
                    </a:cubicBezTo>
                    <a:lnTo>
                      <a:pt x="952" y="122"/>
                    </a:lnTo>
                    <a:lnTo>
                      <a:pt x="941" y="122"/>
                    </a:lnTo>
                    <a:cubicBezTo>
                      <a:pt x="908" y="144"/>
                      <a:pt x="881" y="182"/>
                      <a:pt x="849" y="204"/>
                    </a:cubicBezTo>
                    <a:lnTo>
                      <a:pt x="843" y="204"/>
                    </a:lnTo>
                    <a:cubicBezTo>
                      <a:pt x="745" y="236"/>
                      <a:pt x="647" y="263"/>
                      <a:pt x="550" y="274"/>
                    </a:cubicBezTo>
                    <a:cubicBezTo>
                      <a:pt x="501" y="274"/>
                      <a:pt x="457" y="269"/>
                      <a:pt x="408" y="263"/>
                    </a:cubicBezTo>
                    <a:cubicBezTo>
                      <a:pt x="398" y="262"/>
                      <a:pt x="388" y="262"/>
                      <a:pt x="378" y="262"/>
                    </a:cubicBezTo>
                    <a:cubicBezTo>
                      <a:pt x="351" y="262"/>
                      <a:pt x="324" y="265"/>
                      <a:pt x="297" y="265"/>
                    </a:cubicBezTo>
                    <a:cubicBezTo>
                      <a:pt x="287" y="265"/>
                      <a:pt x="277" y="265"/>
                      <a:pt x="267" y="263"/>
                    </a:cubicBezTo>
                    <a:cubicBezTo>
                      <a:pt x="218" y="258"/>
                      <a:pt x="174" y="242"/>
                      <a:pt x="136" y="214"/>
                    </a:cubicBezTo>
                    <a:lnTo>
                      <a:pt x="142" y="214"/>
                    </a:lnTo>
                    <a:cubicBezTo>
                      <a:pt x="185" y="198"/>
                      <a:pt x="234" y="182"/>
                      <a:pt x="283" y="182"/>
                    </a:cubicBezTo>
                    <a:cubicBezTo>
                      <a:pt x="343" y="171"/>
                      <a:pt x="403" y="155"/>
                      <a:pt x="457" y="133"/>
                    </a:cubicBezTo>
                    <a:cubicBezTo>
                      <a:pt x="506" y="111"/>
                      <a:pt x="555" y="95"/>
                      <a:pt x="604" y="79"/>
                    </a:cubicBezTo>
                    <a:cubicBezTo>
                      <a:pt x="615" y="79"/>
                      <a:pt x="620" y="57"/>
                      <a:pt x="609" y="57"/>
                    </a:cubicBezTo>
                    <a:cubicBezTo>
                      <a:pt x="587" y="54"/>
                      <a:pt x="563" y="52"/>
                      <a:pt x="540" y="52"/>
                    </a:cubicBezTo>
                    <a:cubicBezTo>
                      <a:pt x="440" y="52"/>
                      <a:pt x="336" y="76"/>
                      <a:pt x="240" y="89"/>
                    </a:cubicBezTo>
                    <a:cubicBezTo>
                      <a:pt x="174" y="95"/>
                      <a:pt x="66" y="122"/>
                      <a:pt x="33" y="198"/>
                    </a:cubicBezTo>
                    <a:cubicBezTo>
                      <a:pt x="11" y="204"/>
                      <a:pt x="1" y="231"/>
                      <a:pt x="17" y="253"/>
                    </a:cubicBezTo>
                    <a:cubicBezTo>
                      <a:pt x="77" y="307"/>
                      <a:pt x="147" y="350"/>
                      <a:pt x="223" y="378"/>
                    </a:cubicBezTo>
                    <a:cubicBezTo>
                      <a:pt x="278" y="383"/>
                      <a:pt x="327" y="388"/>
                      <a:pt x="381" y="388"/>
                    </a:cubicBezTo>
                    <a:cubicBezTo>
                      <a:pt x="435" y="388"/>
                      <a:pt x="484" y="405"/>
                      <a:pt x="539" y="405"/>
                    </a:cubicBezTo>
                    <a:cubicBezTo>
                      <a:pt x="713" y="405"/>
                      <a:pt x="952" y="356"/>
                      <a:pt x="1082" y="231"/>
                    </a:cubicBezTo>
                    <a:cubicBezTo>
                      <a:pt x="1088" y="225"/>
                      <a:pt x="1093" y="214"/>
                      <a:pt x="1088" y="204"/>
                    </a:cubicBezTo>
                    <a:cubicBezTo>
                      <a:pt x="1104" y="193"/>
                      <a:pt x="1120" y="182"/>
                      <a:pt x="1131" y="171"/>
                    </a:cubicBezTo>
                    <a:cubicBezTo>
                      <a:pt x="1147" y="155"/>
                      <a:pt x="1153" y="133"/>
                      <a:pt x="1147" y="111"/>
                    </a:cubicBezTo>
                    <a:lnTo>
                      <a:pt x="1142" y="111"/>
                    </a:lnTo>
                    <a:cubicBezTo>
                      <a:pt x="1118" y="43"/>
                      <a:pt x="1049" y="1"/>
                      <a:pt x="9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0"/>
              <p:cNvSpPr/>
              <p:nvPr/>
            </p:nvSpPr>
            <p:spPr>
              <a:xfrm>
                <a:off x="4257325" y="3311475"/>
                <a:ext cx="14725" cy="14900"/>
              </a:xfrm>
              <a:custGeom>
                <a:rect b="b" l="l" r="r" t="t"/>
                <a:pathLst>
                  <a:path extrusionOk="0" h="596" w="589">
                    <a:moveTo>
                      <a:pt x="296" y="113"/>
                    </a:moveTo>
                    <a:cubicBezTo>
                      <a:pt x="322" y="113"/>
                      <a:pt x="348" y="117"/>
                      <a:pt x="376" y="120"/>
                    </a:cubicBezTo>
                    <a:cubicBezTo>
                      <a:pt x="430" y="190"/>
                      <a:pt x="512" y="245"/>
                      <a:pt x="496" y="343"/>
                    </a:cubicBezTo>
                    <a:cubicBezTo>
                      <a:pt x="483" y="425"/>
                      <a:pt x="373" y="493"/>
                      <a:pt x="280" y="493"/>
                    </a:cubicBezTo>
                    <a:cubicBezTo>
                      <a:pt x="256" y="493"/>
                      <a:pt x="233" y="488"/>
                      <a:pt x="213" y="478"/>
                    </a:cubicBezTo>
                    <a:cubicBezTo>
                      <a:pt x="148" y="430"/>
                      <a:pt x="115" y="348"/>
                      <a:pt x="137" y="266"/>
                    </a:cubicBezTo>
                    <a:cubicBezTo>
                      <a:pt x="148" y="223"/>
                      <a:pt x="169" y="185"/>
                      <a:pt x="197" y="152"/>
                    </a:cubicBezTo>
                    <a:cubicBezTo>
                      <a:pt x="228" y="121"/>
                      <a:pt x="261" y="113"/>
                      <a:pt x="296" y="113"/>
                    </a:cubicBezTo>
                    <a:close/>
                    <a:moveTo>
                      <a:pt x="376" y="0"/>
                    </a:moveTo>
                    <a:cubicBezTo>
                      <a:pt x="352" y="0"/>
                      <a:pt x="333" y="20"/>
                      <a:pt x="333" y="49"/>
                    </a:cubicBezTo>
                    <a:cubicBezTo>
                      <a:pt x="308" y="37"/>
                      <a:pt x="279" y="30"/>
                      <a:pt x="251" y="30"/>
                    </a:cubicBezTo>
                    <a:cubicBezTo>
                      <a:pt x="218" y="30"/>
                      <a:pt x="185" y="39"/>
                      <a:pt x="159" y="60"/>
                    </a:cubicBezTo>
                    <a:cubicBezTo>
                      <a:pt x="104" y="103"/>
                      <a:pt x="66" y="158"/>
                      <a:pt x="44" y="223"/>
                    </a:cubicBezTo>
                    <a:cubicBezTo>
                      <a:pt x="1" y="353"/>
                      <a:pt x="50" y="500"/>
                      <a:pt x="169" y="571"/>
                    </a:cubicBezTo>
                    <a:cubicBezTo>
                      <a:pt x="203" y="588"/>
                      <a:pt x="239" y="595"/>
                      <a:pt x="275" y="595"/>
                    </a:cubicBezTo>
                    <a:cubicBezTo>
                      <a:pt x="389" y="595"/>
                      <a:pt x="503" y="519"/>
                      <a:pt x="561" y="424"/>
                    </a:cubicBezTo>
                    <a:cubicBezTo>
                      <a:pt x="588" y="359"/>
                      <a:pt x="588" y="283"/>
                      <a:pt x="561" y="218"/>
                    </a:cubicBezTo>
                    <a:cubicBezTo>
                      <a:pt x="528" y="147"/>
                      <a:pt x="468" y="38"/>
                      <a:pt x="398" y="6"/>
                    </a:cubicBezTo>
                    <a:cubicBezTo>
                      <a:pt x="390" y="2"/>
                      <a:pt x="383"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20"/>
              <p:cNvSpPr/>
              <p:nvPr/>
            </p:nvSpPr>
            <p:spPr>
              <a:xfrm>
                <a:off x="4328675" y="3304575"/>
                <a:ext cx="14025" cy="13325"/>
              </a:xfrm>
              <a:custGeom>
                <a:rect b="b" l="l" r="r" t="t"/>
                <a:pathLst>
                  <a:path extrusionOk="0" h="533" w="561">
                    <a:moveTo>
                      <a:pt x="262" y="86"/>
                    </a:moveTo>
                    <a:cubicBezTo>
                      <a:pt x="267" y="91"/>
                      <a:pt x="273" y="91"/>
                      <a:pt x="278" y="91"/>
                    </a:cubicBezTo>
                    <a:cubicBezTo>
                      <a:pt x="332" y="129"/>
                      <a:pt x="414" y="108"/>
                      <a:pt x="446" y="184"/>
                    </a:cubicBezTo>
                    <a:cubicBezTo>
                      <a:pt x="479" y="282"/>
                      <a:pt x="430" y="385"/>
                      <a:pt x="332" y="423"/>
                    </a:cubicBezTo>
                    <a:cubicBezTo>
                      <a:pt x="310" y="433"/>
                      <a:pt x="288" y="438"/>
                      <a:pt x="266" y="438"/>
                    </a:cubicBezTo>
                    <a:cubicBezTo>
                      <a:pt x="195" y="438"/>
                      <a:pt x="131" y="389"/>
                      <a:pt x="115" y="314"/>
                    </a:cubicBezTo>
                    <a:cubicBezTo>
                      <a:pt x="99" y="249"/>
                      <a:pt x="120" y="184"/>
                      <a:pt x="164" y="140"/>
                    </a:cubicBezTo>
                    <a:cubicBezTo>
                      <a:pt x="191" y="118"/>
                      <a:pt x="224" y="97"/>
                      <a:pt x="262" y="86"/>
                    </a:cubicBezTo>
                    <a:close/>
                    <a:moveTo>
                      <a:pt x="328" y="0"/>
                    </a:moveTo>
                    <a:cubicBezTo>
                      <a:pt x="308" y="0"/>
                      <a:pt x="287" y="4"/>
                      <a:pt x="267" y="10"/>
                    </a:cubicBezTo>
                    <a:cubicBezTo>
                      <a:pt x="262" y="15"/>
                      <a:pt x="256" y="21"/>
                      <a:pt x="251" y="26"/>
                    </a:cubicBezTo>
                    <a:cubicBezTo>
                      <a:pt x="241" y="23"/>
                      <a:pt x="230" y="21"/>
                      <a:pt x="220" y="21"/>
                    </a:cubicBezTo>
                    <a:cubicBezTo>
                      <a:pt x="128" y="21"/>
                      <a:pt x="26" y="139"/>
                      <a:pt x="12" y="227"/>
                    </a:cubicBezTo>
                    <a:cubicBezTo>
                      <a:pt x="1" y="309"/>
                      <a:pt x="22" y="396"/>
                      <a:pt x="82" y="461"/>
                    </a:cubicBezTo>
                    <a:cubicBezTo>
                      <a:pt x="126" y="510"/>
                      <a:pt x="188" y="532"/>
                      <a:pt x="256" y="532"/>
                    </a:cubicBezTo>
                    <a:cubicBezTo>
                      <a:pt x="263" y="532"/>
                      <a:pt x="270" y="532"/>
                      <a:pt x="278" y="532"/>
                    </a:cubicBezTo>
                    <a:cubicBezTo>
                      <a:pt x="436" y="521"/>
                      <a:pt x="555" y="390"/>
                      <a:pt x="555" y="233"/>
                    </a:cubicBezTo>
                    <a:cubicBezTo>
                      <a:pt x="561" y="167"/>
                      <a:pt x="528" y="97"/>
                      <a:pt x="474" y="59"/>
                    </a:cubicBezTo>
                    <a:lnTo>
                      <a:pt x="468" y="59"/>
                    </a:lnTo>
                    <a:cubicBezTo>
                      <a:pt x="429" y="20"/>
                      <a:pt x="379" y="0"/>
                      <a:pt x="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20"/>
              <p:cNvSpPr/>
              <p:nvPr/>
            </p:nvSpPr>
            <p:spPr>
              <a:xfrm>
                <a:off x="4261550" y="3293550"/>
                <a:ext cx="8575" cy="7900"/>
              </a:xfrm>
              <a:custGeom>
                <a:rect b="b" l="l" r="r" t="t"/>
                <a:pathLst>
                  <a:path extrusionOk="0" h="316" w="343">
                    <a:moveTo>
                      <a:pt x="159" y="63"/>
                    </a:moveTo>
                    <a:cubicBezTo>
                      <a:pt x="176" y="63"/>
                      <a:pt x="192" y="66"/>
                      <a:pt x="207" y="70"/>
                    </a:cubicBezTo>
                    <a:cubicBezTo>
                      <a:pt x="229" y="87"/>
                      <a:pt x="234" y="108"/>
                      <a:pt x="240" y="130"/>
                    </a:cubicBezTo>
                    <a:cubicBezTo>
                      <a:pt x="251" y="152"/>
                      <a:pt x="267" y="168"/>
                      <a:pt x="251" y="190"/>
                    </a:cubicBezTo>
                    <a:cubicBezTo>
                      <a:pt x="234" y="212"/>
                      <a:pt x="212" y="228"/>
                      <a:pt x="185" y="239"/>
                    </a:cubicBezTo>
                    <a:cubicBezTo>
                      <a:pt x="158" y="244"/>
                      <a:pt x="136" y="244"/>
                      <a:pt x="109" y="244"/>
                    </a:cubicBezTo>
                    <a:cubicBezTo>
                      <a:pt x="77" y="239"/>
                      <a:pt x="77" y="217"/>
                      <a:pt x="77" y="190"/>
                    </a:cubicBezTo>
                    <a:cubicBezTo>
                      <a:pt x="77" y="141"/>
                      <a:pt x="98" y="92"/>
                      <a:pt x="136" y="65"/>
                    </a:cubicBezTo>
                    <a:cubicBezTo>
                      <a:pt x="144" y="63"/>
                      <a:pt x="152" y="63"/>
                      <a:pt x="159" y="63"/>
                    </a:cubicBezTo>
                    <a:close/>
                    <a:moveTo>
                      <a:pt x="189" y="1"/>
                    </a:moveTo>
                    <a:cubicBezTo>
                      <a:pt x="176" y="1"/>
                      <a:pt x="164" y="4"/>
                      <a:pt x="153" y="10"/>
                    </a:cubicBezTo>
                    <a:cubicBezTo>
                      <a:pt x="150" y="8"/>
                      <a:pt x="147" y="6"/>
                      <a:pt x="145" y="6"/>
                    </a:cubicBezTo>
                    <a:cubicBezTo>
                      <a:pt x="142" y="6"/>
                      <a:pt x="139" y="8"/>
                      <a:pt x="136" y="10"/>
                    </a:cubicBezTo>
                    <a:cubicBezTo>
                      <a:pt x="49" y="43"/>
                      <a:pt x="0" y="130"/>
                      <a:pt x="11" y="222"/>
                    </a:cubicBezTo>
                    <a:cubicBezTo>
                      <a:pt x="19" y="289"/>
                      <a:pt x="77" y="316"/>
                      <a:pt x="140" y="316"/>
                    </a:cubicBezTo>
                    <a:cubicBezTo>
                      <a:pt x="164" y="316"/>
                      <a:pt x="189" y="312"/>
                      <a:pt x="212" y="304"/>
                    </a:cubicBezTo>
                    <a:cubicBezTo>
                      <a:pt x="256" y="288"/>
                      <a:pt x="289" y="260"/>
                      <a:pt x="316" y="222"/>
                    </a:cubicBezTo>
                    <a:cubicBezTo>
                      <a:pt x="343" y="174"/>
                      <a:pt x="321" y="146"/>
                      <a:pt x="305" y="103"/>
                    </a:cubicBezTo>
                    <a:cubicBezTo>
                      <a:pt x="289" y="65"/>
                      <a:pt x="278" y="32"/>
                      <a:pt x="240" y="16"/>
                    </a:cubicBezTo>
                    <a:cubicBezTo>
                      <a:pt x="224" y="6"/>
                      <a:pt x="206" y="1"/>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0"/>
              <p:cNvSpPr/>
              <p:nvPr/>
            </p:nvSpPr>
            <p:spPr>
              <a:xfrm>
                <a:off x="4270300" y="3389575"/>
                <a:ext cx="4450" cy="9600"/>
              </a:xfrm>
              <a:custGeom>
                <a:rect b="b" l="l" r="r" t="t"/>
                <a:pathLst>
                  <a:path extrusionOk="0" h="384" w="178">
                    <a:moveTo>
                      <a:pt x="146" y="0"/>
                    </a:moveTo>
                    <a:cubicBezTo>
                      <a:pt x="132" y="0"/>
                      <a:pt x="118" y="8"/>
                      <a:pt x="113" y="23"/>
                    </a:cubicBezTo>
                    <a:cubicBezTo>
                      <a:pt x="74" y="105"/>
                      <a:pt x="36" y="187"/>
                      <a:pt x="9" y="268"/>
                    </a:cubicBezTo>
                    <a:cubicBezTo>
                      <a:pt x="0" y="314"/>
                      <a:pt x="18" y="384"/>
                      <a:pt x="67" y="384"/>
                    </a:cubicBezTo>
                    <a:cubicBezTo>
                      <a:pt x="76" y="384"/>
                      <a:pt x="86" y="382"/>
                      <a:pt x="96" y="377"/>
                    </a:cubicBezTo>
                    <a:cubicBezTo>
                      <a:pt x="118" y="371"/>
                      <a:pt x="129" y="350"/>
                      <a:pt x="118" y="328"/>
                    </a:cubicBezTo>
                    <a:cubicBezTo>
                      <a:pt x="113" y="322"/>
                      <a:pt x="113" y="317"/>
                      <a:pt x="102" y="312"/>
                    </a:cubicBezTo>
                    <a:lnTo>
                      <a:pt x="102" y="290"/>
                    </a:lnTo>
                    <a:cubicBezTo>
                      <a:pt x="123" y="203"/>
                      <a:pt x="178" y="127"/>
                      <a:pt x="178" y="34"/>
                    </a:cubicBezTo>
                    <a:cubicBezTo>
                      <a:pt x="178" y="11"/>
                      <a:pt x="162" y="0"/>
                      <a:pt x="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20"/>
              <p:cNvSpPr/>
              <p:nvPr/>
            </p:nvSpPr>
            <p:spPr>
              <a:xfrm>
                <a:off x="4272425" y="3395625"/>
                <a:ext cx="4225" cy="6950"/>
              </a:xfrm>
              <a:custGeom>
                <a:rect b="b" l="l" r="r" t="t"/>
                <a:pathLst>
                  <a:path extrusionOk="0" h="278" w="169">
                    <a:moveTo>
                      <a:pt x="145" y="0"/>
                    </a:moveTo>
                    <a:cubicBezTo>
                      <a:pt x="142" y="0"/>
                      <a:pt x="139" y="2"/>
                      <a:pt x="136" y="4"/>
                    </a:cubicBezTo>
                    <a:cubicBezTo>
                      <a:pt x="93" y="26"/>
                      <a:pt x="66" y="64"/>
                      <a:pt x="49" y="113"/>
                    </a:cubicBezTo>
                    <a:cubicBezTo>
                      <a:pt x="33" y="151"/>
                      <a:pt x="0" y="200"/>
                      <a:pt x="17" y="249"/>
                    </a:cubicBezTo>
                    <a:cubicBezTo>
                      <a:pt x="23" y="267"/>
                      <a:pt x="41" y="277"/>
                      <a:pt x="60" y="277"/>
                    </a:cubicBezTo>
                    <a:cubicBezTo>
                      <a:pt x="74" y="277"/>
                      <a:pt x="89" y="272"/>
                      <a:pt x="98" y="260"/>
                    </a:cubicBezTo>
                    <a:cubicBezTo>
                      <a:pt x="120" y="216"/>
                      <a:pt x="136" y="167"/>
                      <a:pt x="147" y="124"/>
                    </a:cubicBezTo>
                    <a:cubicBezTo>
                      <a:pt x="153" y="97"/>
                      <a:pt x="158" y="75"/>
                      <a:pt x="163" y="48"/>
                    </a:cubicBezTo>
                    <a:cubicBezTo>
                      <a:pt x="169" y="31"/>
                      <a:pt x="169" y="15"/>
                      <a:pt x="153" y="4"/>
                    </a:cubicBezTo>
                    <a:lnTo>
                      <a:pt x="158" y="4"/>
                    </a:lnTo>
                    <a:cubicBezTo>
                      <a:pt x="153" y="2"/>
                      <a:pt x="148"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20"/>
              <p:cNvSpPr/>
              <p:nvPr/>
            </p:nvSpPr>
            <p:spPr>
              <a:xfrm>
                <a:off x="4274725" y="3398450"/>
                <a:ext cx="4375" cy="7625"/>
              </a:xfrm>
              <a:custGeom>
                <a:rect b="b" l="l" r="r" t="t"/>
                <a:pathLst>
                  <a:path extrusionOk="0" h="305" w="175">
                    <a:moveTo>
                      <a:pt x="128" y="1"/>
                    </a:moveTo>
                    <a:cubicBezTo>
                      <a:pt x="119" y="1"/>
                      <a:pt x="111" y="4"/>
                      <a:pt x="104" y="11"/>
                    </a:cubicBezTo>
                    <a:cubicBezTo>
                      <a:pt x="33" y="76"/>
                      <a:pt x="1" y="174"/>
                      <a:pt x="12" y="272"/>
                    </a:cubicBezTo>
                    <a:cubicBezTo>
                      <a:pt x="14" y="295"/>
                      <a:pt x="29" y="305"/>
                      <a:pt x="45" y="305"/>
                    </a:cubicBezTo>
                    <a:cubicBezTo>
                      <a:pt x="64" y="305"/>
                      <a:pt x="84" y="292"/>
                      <a:pt x="93" y="272"/>
                    </a:cubicBezTo>
                    <a:cubicBezTo>
                      <a:pt x="109" y="201"/>
                      <a:pt x="131" y="125"/>
                      <a:pt x="158" y="54"/>
                    </a:cubicBezTo>
                    <a:cubicBezTo>
                      <a:pt x="175" y="26"/>
                      <a:pt x="152" y="1"/>
                      <a:pt x="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20"/>
              <p:cNvSpPr/>
              <p:nvPr/>
            </p:nvSpPr>
            <p:spPr>
              <a:xfrm>
                <a:off x="4276625" y="3402925"/>
                <a:ext cx="4250" cy="6825"/>
              </a:xfrm>
              <a:custGeom>
                <a:rect b="b" l="l" r="r" t="t"/>
                <a:pathLst>
                  <a:path extrusionOk="0" h="273" w="170">
                    <a:moveTo>
                      <a:pt x="134" y="0"/>
                    </a:moveTo>
                    <a:cubicBezTo>
                      <a:pt x="116" y="0"/>
                      <a:pt x="99" y="11"/>
                      <a:pt x="99" y="33"/>
                    </a:cubicBezTo>
                    <a:lnTo>
                      <a:pt x="104" y="33"/>
                    </a:lnTo>
                    <a:cubicBezTo>
                      <a:pt x="104" y="104"/>
                      <a:pt x="1" y="185"/>
                      <a:pt x="44" y="256"/>
                    </a:cubicBezTo>
                    <a:cubicBezTo>
                      <a:pt x="50" y="267"/>
                      <a:pt x="61" y="272"/>
                      <a:pt x="72" y="272"/>
                    </a:cubicBezTo>
                    <a:cubicBezTo>
                      <a:pt x="82" y="272"/>
                      <a:pt x="93" y="267"/>
                      <a:pt x="99" y="256"/>
                    </a:cubicBezTo>
                    <a:cubicBezTo>
                      <a:pt x="115" y="223"/>
                      <a:pt x="131" y="185"/>
                      <a:pt x="142" y="153"/>
                    </a:cubicBezTo>
                    <a:cubicBezTo>
                      <a:pt x="158" y="115"/>
                      <a:pt x="169" y="71"/>
                      <a:pt x="169" y="33"/>
                    </a:cubicBezTo>
                    <a:cubicBezTo>
                      <a:pt x="169" y="11"/>
                      <a:pt x="152"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20"/>
              <p:cNvSpPr/>
              <p:nvPr/>
            </p:nvSpPr>
            <p:spPr>
              <a:xfrm>
                <a:off x="4280850" y="3408525"/>
                <a:ext cx="2475" cy="4525"/>
              </a:xfrm>
              <a:custGeom>
                <a:rect b="b" l="l" r="r" t="t"/>
                <a:pathLst>
                  <a:path extrusionOk="0" h="181" w="99">
                    <a:moveTo>
                      <a:pt x="47" y="0"/>
                    </a:moveTo>
                    <a:cubicBezTo>
                      <a:pt x="23" y="0"/>
                      <a:pt x="1" y="25"/>
                      <a:pt x="17" y="54"/>
                    </a:cubicBezTo>
                    <a:cubicBezTo>
                      <a:pt x="17" y="64"/>
                      <a:pt x="17" y="70"/>
                      <a:pt x="11" y="81"/>
                    </a:cubicBezTo>
                    <a:cubicBezTo>
                      <a:pt x="6" y="103"/>
                      <a:pt x="6" y="130"/>
                      <a:pt x="11" y="151"/>
                    </a:cubicBezTo>
                    <a:cubicBezTo>
                      <a:pt x="17" y="162"/>
                      <a:pt x="28" y="173"/>
                      <a:pt x="38" y="173"/>
                    </a:cubicBezTo>
                    <a:cubicBezTo>
                      <a:pt x="42" y="177"/>
                      <a:pt x="49" y="181"/>
                      <a:pt x="56" y="181"/>
                    </a:cubicBezTo>
                    <a:cubicBezTo>
                      <a:pt x="59" y="181"/>
                      <a:pt x="62" y="180"/>
                      <a:pt x="66" y="179"/>
                    </a:cubicBezTo>
                    <a:cubicBezTo>
                      <a:pt x="71" y="179"/>
                      <a:pt x="82" y="173"/>
                      <a:pt x="82" y="162"/>
                    </a:cubicBezTo>
                    <a:cubicBezTo>
                      <a:pt x="82" y="151"/>
                      <a:pt x="82" y="157"/>
                      <a:pt x="82" y="151"/>
                    </a:cubicBezTo>
                    <a:cubicBezTo>
                      <a:pt x="82" y="146"/>
                      <a:pt x="82" y="141"/>
                      <a:pt x="82" y="130"/>
                    </a:cubicBezTo>
                    <a:cubicBezTo>
                      <a:pt x="76" y="113"/>
                      <a:pt x="93" y="92"/>
                      <a:pt x="93" y="70"/>
                    </a:cubicBezTo>
                    <a:cubicBezTo>
                      <a:pt x="98" y="48"/>
                      <a:pt x="87" y="26"/>
                      <a:pt x="71" y="10"/>
                    </a:cubicBezTo>
                    <a:cubicBezTo>
                      <a:pt x="64" y="3"/>
                      <a:pt x="56" y="0"/>
                      <a:pt x="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20"/>
              <p:cNvSpPr/>
              <p:nvPr/>
            </p:nvSpPr>
            <p:spPr>
              <a:xfrm>
                <a:off x="4281250" y="3409850"/>
                <a:ext cx="25" cy="25"/>
              </a:xfrm>
              <a:custGeom>
                <a:rect b="b" l="l" r="r" t="t"/>
                <a:pathLst>
                  <a:path extrusionOk="0" h="1" w="1">
                    <a:moveTo>
                      <a:pt x="1" y="1"/>
                    </a:move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20"/>
              <p:cNvSpPr/>
              <p:nvPr/>
            </p:nvSpPr>
            <p:spPr>
              <a:xfrm>
                <a:off x="4313450" y="3343250"/>
                <a:ext cx="16350" cy="16250"/>
              </a:xfrm>
              <a:custGeom>
                <a:rect b="b" l="l" r="r" t="t"/>
                <a:pathLst>
                  <a:path extrusionOk="0" h="650" w="654">
                    <a:moveTo>
                      <a:pt x="249" y="59"/>
                    </a:moveTo>
                    <a:cubicBezTo>
                      <a:pt x="268" y="59"/>
                      <a:pt x="287" y="61"/>
                      <a:pt x="305" y="66"/>
                    </a:cubicBezTo>
                    <a:cubicBezTo>
                      <a:pt x="381" y="88"/>
                      <a:pt x="403" y="137"/>
                      <a:pt x="447" y="191"/>
                    </a:cubicBezTo>
                    <a:cubicBezTo>
                      <a:pt x="453" y="198"/>
                      <a:pt x="464" y="203"/>
                      <a:pt x="474" y="203"/>
                    </a:cubicBezTo>
                    <a:cubicBezTo>
                      <a:pt x="480" y="203"/>
                      <a:pt x="486" y="201"/>
                      <a:pt x="490" y="197"/>
                    </a:cubicBezTo>
                    <a:cubicBezTo>
                      <a:pt x="539" y="246"/>
                      <a:pt x="593" y="284"/>
                      <a:pt x="588" y="365"/>
                    </a:cubicBezTo>
                    <a:cubicBezTo>
                      <a:pt x="577" y="447"/>
                      <a:pt x="534" y="517"/>
                      <a:pt x="463" y="566"/>
                    </a:cubicBezTo>
                    <a:cubicBezTo>
                      <a:pt x="434" y="585"/>
                      <a:pt x="405" y="595"/>
                      <a:pt x="378" y="595"/>
                    </a:cubicBezTo>
                    <a:cubicBezTo>
                      <a:pt x="336" y="595"/>
                      <a:pt x="300" y="569"/>
                      <a:pt x="284" y="512"/>
                    </a:cubicBezTo>
                    <a:cubicBezTo>
                      <a:pt x="267" y="458"/>
                      <a:pt x="267" y="403"/>
                      <a:pt x="246" y="354"/>
                    </a:cubicBezTo>
                    <a:cubicBezTo>
                      <a:pt x="229" y="316"/>
                      <a:pt x="208" y="284"/>
                      <a:pt x="175" y="257"/>
                    </a:cubicBezTo>
                    <a:cubicBezTo>
                      <a:pt x="131" y="202"/>
                      <a:pt x="61" y="153"/>
                      <a:pt x="131" y="93"/>
                    </a:cubicBezTo>
                    <a:cubicBezTo>
                      <a:pt x="165" y="71"/>
                      <a:pt x="207" y="59"/>
                      <a:pt x="249" y="59"/>
                    </a:cubicBezTo>
                    <a:close/>
                    <a:moveTo>
                      <a:pt x="249" y="0"/>
                    </a:moveTo>
                    <a:cubicBezTo>
                      <a:pt x="189" y="0"/>
                      <a:pt x="131" y="18"/>
                      <a:pt x="82" y="50"/>
                    </a:cubicBezTo>
                    <a:cubicBezTo>
                      <a:pt x="34" y="88"/>
                      <a:pt x="1" y="142"/>
                      <a:pt x="44" y="197"/>
                    </a:cubicBezTo>
                    <a:cubicBezTo>
                      <a:pt x="72" y="235"/>
                      <a:pt x="110" y="262"/>
                      <a:pt x="142" y="305"/>
                    </a:cubicBezTo>
                    <a:cubicBezTo>
                      <a:pt x="180" y="354"/>
                      <a:pt x="202" y="414"/>
                      <a:pt x="213" y="479"/>
                    </a:cubicBezTo>
                    <a:cubicBezTo>
                      <a:pt x="229" y="556"/>
                      <a:pt x="256" y="632"/>
                      <a:pt x="338" y="648"/>
                    </a:cubicBezTo>
                    <a:cubicBezTo>
                      <a:pt x="348" y="649"/>
                      <a:pt x="359" y="650"/>
                      <a:pt x="369" y="650"/>
                    </a:cubicBezTo>
                    <a:cubicBezTo>
                      <a:pt x="440" y="650"/>
                      <a:pt x="507" y="618"/>
                      <a:pt x="550" y="561"/>
                    </a:cubicBezTo>
                    <a:cubicBezTo>
                      <a:pt x="615" y="501"/>
                      <a:pt x="653" y="414"/>
                      <a:pt x="648" y="327"/>
                    </a:cubicBezTo>
                    <a:lnTo>
                      <a:pt x="648" y="327"/>
                    </a:lnTo>
                    <a:lnTo>
                      <a:pt x="653" y="333"/>
                    </a:lnTo>
                    <a:cubicBezTo>
                      <a:pt x="642" y="257"/>
                      <a:pt x="583" y="159"/>
                      <a:pt x="506" y="153"/>
                    </a:cubicBezTo>
                    <a:lnTo>
                      <a:pt x="496" y="153"/>
                    </a:lnTo>
                    <a:cubicBezTo>
                      <a:pt x="474" y="115"/>
                      <a:pt x="447" y="83"/>
                      <a:pt x="420" y="50"/>
                    </a:cubicBezTo>
                    <a:cubicBezTo>
                      <a:pt x="387" y="28"/>
                      <a:pt x="349" y="12"/>
                      <a:pt x="311" y="7"/>
                    </a:cubicBezTo>
                    <a:cubicBezTo>
                      <a:pt x="290" y="2"/>
                      <a:pt x="269"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20"/>
              <p:cNvSpPr/>
              <p:nvPr/>
            </p:nvSpPr>
            <p:spPr>
              <a:xfrm>
                <a:off x="4324325" y="3390275"/>
                <a:ext cx="12275" cy="13900"/>
              </a:xfrm>
              <a:custGeom>
                <a:rect b="b" l="l" r="r" t="t"/>
                <a:pathLst>
                  <a:path extrusionOk="0" h="556" w="491">
                    <a:moveTo>
                      <a:pt x="376" y="1"/>
                    </a:moveTo>
                    <a:cubicBezTo>
                      <a:pt x="354" y="1"/>
                      <a:pt x="343" y="23"/>
                      <a:pt x="360" y="39"/>
                    </a:cubicBezTo>
                    <a:cubicBezTo>
                      <a:pt x="414" y="88"/>
                      <a:pt x="430" y="164"/>
                      <a:pt x="403" y="229"/>
                    </a:cubicBezTo>
                    <a:cubicBezTo>
                      <a:pt x="398" y="305"/>
                      <a:pt x="370" y="376"/>
                      <a:pt x="322" y="430"/>
                    </a:cubicBezTo>
                    <a:cubicBezTo>
                      <a:pt x="284" y="468"/>
                      <a:pt x="237" y="488"/>
                      <a:pt x="195" y="488"/>
                    </a:cubicBezTo>
                    <a:cubicBezTo>
                      <a:pt x="138" y="488"/>
                      <a:pt x="89" y="453"/>
                      <a:pt x="77" y="376"/>
                    </a:cubicBezTo>
                    <a:cubicBezTo>
                      <a:pt x="61" y="256"/>
                      <a:pt x="99" y="137"/>
                      <a:pt x="180" y="50"/>
                    </a:cubicBezTo>
                    <a:cubicBezTo>
                      <a:pt x="193" y="37"/>
                      <a:pt x="179" y="18"/>
                      <a:pt x="165" y="18"/>
                    </a:cubicBezTo>
                    <a:cubicBezTo>
                      <a:pt x="161" y="18"/>
                      <a:pt x="157" y="19"/>
                      <a:pt x="153" y="23"/>
                    </a:cubicBezTo>
                    <a:cubicBezTo>
                      <a:pt x="44" y="131"/>
                      <a:pt x="1" y="284"/>
                      <a:pt x="33" y="430"/>
                    </a:cubicBezTo>
                    <a:cubicBezTo>
                      <a:pt x="57" y="509"/>
                      <a:pt x="131" y="556"/>
                      <a:pt x="207" y="556"/>
                    </a:cubicBezTo>
                    <a:cubicBezTo>
                      <a:pt x="237" y="556"/>
                      <a:pt x="267" y="549"/>
                      <a:pt x="294" y="534"/>
                    </a:cubicBezTo>
                    <a:cubicBezTo>
                      <a:pt x="408" y="474"/>
                      <a:pt x="452" y="349"/>
                      <a:pt x="474" y="229"/>
                    </a:cubicBezTo>
                    <a:cubicBezTo>
                      <a:pt x="490" y="142"/>
                      <a:pt x="485" y="12"/>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120"/>
            <p:cNvGrpSpPr/>
            <p:nvPr/>
          </p:nvGrpSpPr>
          <p:grpSpPr>
            <a:xfrm>
              <a:off x="7396952" y="2113511"/>
              <a:ext cx="265476" cy="274323"/>
              <a:chOff x="4799975" y="3228850"/>
              <a:chExt cx="205350" cy="210000"/>
            </a:xfrm>
          </p:grpSpPr>
          <p:sp>
            <p:nvSpPr>
              <p:cNvPr id="5107" name="Google Shape;5107;p120"/>
              <p:cNvSpPr/>
              <p:nvPr/>
            </p:nvSpPr>
            <p:spPr>
              <a:xfrm>
                <a:off x="4799975" y="3228850"/>
                <a:ext cx="205350" cy="210000"/>
              </a:xfrm>
              <a:custGeom>
                <a:rect b="b" l="l" r="r" t="t"/>
                <a:pathLst>
                  <a:path extrusionOk="0" h="8400" w="8214">
                    <a:moveTo>
                      <a:pt x="2713" y="250"/>
                    </a:moveTo>
                    <a:cubicBezTo>
                      <a:pt x="2734" y="315"/>
                      <a:pt x="2734" y="484"/>
                      <a:pt x="2740" y="533"/>
                    </a:cubicBezTo>
                    <a:cubicBezTo>
                      <a:pt x="2745" y="582"/>
                      <a:pt x="2761" y="631"/>
                      <a:pt x="2783" y="674"/>
                    </a:cubicBezTo>
                    <a:cubicBezTo>
                      <a:pt x="2740" y="690"/>
                      <a:pt x="2696" y="712"/>
                      <a:pt x="2653" y="734"/>
                    </a:cubicBezTo>
                    <a:cubicBezTo>
                      <a:pt x="2647" y="701"/>
                      <a:pt x="2653" y="647"/>
                      <a:pt x="2647" y="631"/>
                    </a:cubicBezTo>
                    <a:cubicBezTo>
                      <a:pt x="2631" y="576"/>
                      <a:pt x="2604" y="522"/>
                      <a:pt x="2593" y="462"/>
                    </a:cubicBezTo>
                    <a:cubicBezTo>
                      <a:pt x="2577" y="370"/>
                      <a:pt x="2647" y="310"/>
                      <a:pt x="2713" y="250"/>
                    </a:cubicBezTo>
                    <a:close/>
                    <a:moveTo>
                      <a:pt x="4387" y="1185"/>
                    </a:moveTo>
                    <a:cubicBezTo>
                      <a:pt x="4441" y="1196"/>
                      <a:pt x="4490" y="1201"/>
                      <a:pt x="4539" y="1201"/>
                    </a:cubicBezTo>
                    <a:cubicBezTo>
                      <a:pt x="4539" y="1207"/>
                      <a:pt x="4539" y="1207"/>
                      <a:pt x="4539" y="1212"/>
                    </a:cubicBezTo>
                    <a:cubicBezTo>
                      <a:pt x="4517" y="1250"/>
                      <a:pt x="4496" y="1288"/>
                      <a:pt x="4479" y="1332"/>
                    </a:cubicBezTo>
                    <a:cubicBezTo>
                      <a:pt x="4474" y="1343"/>
                      <a:pt x="4463" y="1359"/>
                      <a:pt x="4457" y="1375"/>
                    </a:cubicBezTo>
                    <a:cubicBezTo>
                      <a:pt x="4441" y="1375"/>
                      <a:pt x="4425" y="1375"/>
                      <a:pt x="4409" y="1370"/>
                    </a:cubicBezTo>
                    <a:cubicBezTo>
                      <a:pt x="4376" y="1365"/>
                      <a:pt x="4343" y="1348"/>
                      <a:pt x="4316" y="1321"/>
                    </a:cubicBezTo>
                    <a:cubicBezTo>
                      <a:pt x="4349" y="1278"/>
                      <a:pt x="4370" y="1234"/>
                      <a:pt x="4387" y="1185"/>
                    </a:cubicBezTo>
                    <a:close/>
                    <a:moveTo>
                      <a:pt x="2922" y="777"/>
                    </a:moveTo>
                    <a:cubicBezTo>
                      <a:pt x="2943" y="777"/>
                      <a:pt x="2961" y="782"/>
                      <a:pt x="2973" y="794"/>
                    </a:cubicBezTo>
                    <a:cubicBezTo>
                      <a:pt x="2995" y="810"/>
                      <a:pt x="2995" y="886"/>
                      <a:pt x="3006" y="908"/>
                    </a:cubicBezTo>
                    <a:cubicBezTo>
                      <a:pt x="3022" y="951"/>
                      <a:pt x="3044" y="989"/>
                      <a:pt x="3055" y="1033"/>
                    </a:cubicBezTo>
                    <a:cubicBezTo>
                      <a:pt x="3071" y="1087"/>
                      <a:pt x="3082" y="1147"/>
                      <a:pt x="3088" y="1201"/>
                    </a:cubicBezTo>
                    <a:cubicBezTo>
                      <a:pt x="3093" y="1223"/>
                      <a:pt x="3093" y="1245"/>
                      <a:pt x="3104" y="1261"/>
                    </a:cubicBezTo>
                    <a:cubicBezTo>
                      <a:pt x="3017" y="1288"/>
                      <a:pt x="2935" y="1326"/>
                      <a:pt x="2859" y="1365"/>
                    </a:cubicBezTo>
                    <a:cubicBezTo>
                      <a:pt x="2821" y="1381"/>
                      <a:pt x="2789" y="1403"/>
                      <a:pt x="2756" y="1419"/>
                    </a:cubicBezTo>
                    <a:cubicBezTo>
                      <a:pt x="2745" y="1348"/>
                      <a:pt x="2718" y="1283"/>
                      <a:pt x="2675" y="1229"/>
                    </a:cubicBezTo>
                    <a:cubicBezTo>
                      <a:pt x="2615" y="1136"/>
                      <a:pt x="2549" y="1017"/>
                      <a:pt x="2560" y="902"/>
                    </a:cubicBezTo>
                    <a:lnTo>
                      <a:pt x="2560" y="902"/>
                    </a:lnTo>
                    <a:lnTo>
                      <a:pt x="2560" y="908"/>
                    </a:lnTo>
                    <a:cubicBezTo>
                      <a:pt x="2620" y="892"/>
                      <a:pt x="2680" y="864"/>
                      <a:pt x="2734" y="837"/>
                    </a:cubicBezTo>
                    <a:cubicBezTo>
                      <a:pt x="2767" y="821"/>
                      <a:pt x="2858" y="777"/>
                      <a:pt x="2922" y="777"/>
                    </a:cubicBezTo>
                    <a:close/>
                    <a:moveTo>
                      <a:pt x="4278" y="1381"/>
                    </a:moveTo>
                    <a:cubicBezTo>
                      <a:pt x="4305" y="1413"/>
                      <a:pt x="4338" y="1435"/>
                      <a:pt x="4376" y="1451"/>
                    </a:cubicBezTo>
                    <a:cubicBezTo>
                      <a:pt x="4387" y="1451"/>
                      <a:pt x="4403" y="1457"/>
                      <a:pt x="4414" y="1462"/>
                    </a:cubicBezTo>
                    <a:cubicBezTo>
                      <a:pt x="4392" y="1495"/>
                      <a:pt x="4376" y="1533"/>
                      <a:pt x="4354" y="1566"/>
                    </a:cubicBezTo>
                    <a:cubicBezTo>
                      <a:pt x="4340" y="1566"/>
                      <a:pt x="4325" y="1566"/>
                      <a:pt x="4314" y="1573"/>
                    </a:cubicBezTo>
                    <a:lnTo>
                      <a:pt x="4314" y="1573"/>
                    </a:lnTo>
                    <a:cubicBezTo>
                      <a:pt x="4314" y="1571"/>
                      <a:pt x="4303" y="1571"/>
                      <a:pt x="4294" y="1571"/>
                    </a:cubicBezTo>
                    <a:cubicBezTo>
                      <a:pt x="4289" y="1566"/>
                      <a:pt x="4267" y="1560"/>
                      <a:pt x="4256" y="1560"/>
                    </a:cubicBezTo>
                    <a:cubicBezTo>
                      <a:pt x="4253" y="1559"/>
                      <a:pt x="4249" y="1559"/>
                      <a:pt x="4244" y="1559"/>
                    </a:cubicBezTo>
                    <a:cubicBezTo>
                      <a:pt x="4225" y="1559"/>
                      <a:pt x="4197" y="1566"/>
                      <a:pt x="4175" y="1566"/>
                    </a:cubicBezTo>
                    <a:cubicBezTo>
                      <a:pt x="4202" y="1517"/>
                      <a:pt x="4229" y="1462"/>
                      <a:pt x="4256" y="1413"/>
                    </a:cubicBezTo>
                    <a:lnTo>
                      <a:pt x="4278" y="1381"/>
                    </a:lnTo>
                    <a:close/>
                    <a:moveTo>
                      <a:pt x="4137" y="1625"/>
                    </a:moveTo>
                    <a:cubicBezTo>
                      <a:pt x="4169" y="1642"/>
                      <a:pt x="4213" y="1636"/>
                      <a:pt x="4245" y="1653"/>
                    </a:cubicBezTo>
                    <a:cubicBezTo>
                      <a:pt x="4262" y="1658"/>
                      <a:pt x="4278" y="1663"/>
                      <a:pt x="4289" y="1669"/>
                    </a:cubicBezTo>
                    <a:cubicBezTo>
                      <a:pt x="4262" y="1718"/>
                      <a:pt x="4235" y="1772"/>
                      <a:pt x="4218" y="1832"/>
                    </a:cubicBezTo>
                    <a:cubicBezTo>
                      <a:pt x="4207" y="1832"/>
                      <a:pt x="4197" y="1827"/>
                      <a:pt x="4191" y="1827"/>
                    </a:cubicBezTo>
                    <a:cubicBezTo>
                      <a:pt x="4148" y="1805"/>
                      <a:pt x="4104" y="1794"/>
                      <a:pt x="4061" y="1794"/>
                    </a:cubicBezTo>
                    <a:lnTo>
                      <a:pt x="4044" y="1794"/>
                    </a:lnTo>
                    <a:cubicBezTo>
                      <a:pt x="4077" y="1740"/>
                      <a:pt x="4104" y="1685"/>
                      <a:pt x="4137" y="1625"/>
                    </a:cubicBezTo>
                    <a:close/>
                    <a:moveTo>
                      <a:pt x="906" y="1283"/>
                    </a:moveTo>
                    <a:cubicBezTo>
                      <a:pt x="978" y="1283"/>
                      <a:pt x="1056" y="1309"/>
                      <a:pt x="1109" y="1337"/>
                    </a:cubicBezTo>
                    <a:cubicBezTo>
                      <a:pt x="1169" y="1365"/>
                      <a:pt x="1212" y="1413"/>
                      <a:pt x="1234" y="1473"/>
                    </a:cubicBezTo>
                    <a:cubicBezTo>
                      <a:pt x="1250" y="1522"/>
                      <a:pt x="1267" y="1566"/>
                      <a:pt x="1294" y="1609"/>
                    </a:cubicBezTo>
                    <a:cubicBezTo>
                      <a:pt x="1218" y="1653"/>
                      <a:pt x="1136" y="1691"/>
                      <a:pt x="1055" y="1723"/>
                    </a:cubicBezTo>
                    <a:cubicBezTo>
                      <a:pt x="935" y="1767"/>
                      <a:pt x="821" y="1821"/>
                      <a:pt x="701" y="1870"/>
                    </a:cubicBezTo>
                    <a:cubicBezTo>
                      <a:pt x="690" y="1702"/>
                      <a:pt x="642" y="1473"/>
                      <a:pt x="767" y="1337"/>
                    </a:cubicBezTo>
                    <a:cubicBezTo>
                      <a:pt x="801" y="1298"/>
                      <a:pt x="852" y="1283"/>
                      <a:pt x="906" y="1283"/>
                    </a:cubicBezTo>
                    <a:close/>
                    <a:moveTo>
                      <a:pt x="636" y="1854"/>
                    </a:moveTo>
                    <a:lnTo>
                      <a:pt x="636" y="1854"/>
                    </a:lnTo>
                    <a:cubicBezTo>
                      <a:pt x="652" y="1859"/>
                      <a:pt x="669" y="1870"/>
                      <a:pt x="685" y="1881"/>
                    </a:cubicBezTo>
                    <a:lnTo>
                      <a:pt x="647" y="1897"/>
                    </a:lnTo>
                    <a:cubicBezTo>
                      <a:pt x="647" y="1881"/>
                      <a:pt x="642" y="1870"/>
                      <a:pt x="636" y="1854"/>
                    </a:cubicBezTo>
                    <a:close/>
                    <a:moveTo>
                      <a:pt x="5854" y="343"/>
                    </a:moveTo>
                    <a:cubicBezTo>
                      <a:pt x="5860" y="359"/>
                      <a:pt x="5865" y="375"/>
                      <a:pt x="5876" y="397"/>
                    </a:cubicBezTo>
                    <a:cubicBezTo>
                      <a:pt x="5914" y="462"/>
                      <a:pt x="5963" y="527"/>
                      <a:pt x="6018" y="587"/>
                    </a:cubicBezTo>
                    <a:cubicBezTo>
                      <a:pt x="6126" y="718"/>
                      <a:pt x="6257" y="870"/>
                      <a:pt x="6262" y="1049"/>
                    </a:cubicBezTo>
                    <a:cubicBezTo>
                      <a:pt x="6262" y="1125"/>
                      <a:pt x="6224" y="1196"/>
                      <a:pt x="6224" y="1272"/>
                    </a:cubicBezTo>
                    <a:cubicBezTo>
                      <a:pt x="6230" y="1316"/>
                      <a:pt x="6230" y="1359"/>
                      <a:pt x="6219" y="1403"/>
                    </a:cubicBezTo>
                    <a:cubicBezTo>
                      <a:pt x="6208" y="1441"/>
                      <a:pt x="6191" y="1484"/>
                      <a:pt x="6175" y="1522"/>
                    </a:cubicBezTo>
                    <a:cubicBezTo>
                      <a:pt x="6121" y="1631"/>
                      <a:pt x="6056" y="1740"/>
                      <a:pt x="5979" y="1837"/>
                    </a:cubicBezTo>
                    <a:cubicBezTo>
                      <a:pt x="5977" y="1835"/>
                      <a:pt x="5974" y="1833"/>
                      <a:pt x="5971" y="1833"/>
                    </a:cubicBezTo>
                    <a:cubicBezTo>
                      <a:pt x="5969" y="1833"/>
                      <a:pt x="5966" y="1835"/>
                      <a:pt x="5963" y="1837"/>
                    </a:cubicBezTo>
                    <a:cubicBezTo>
                      <a:pt x="5903" y="1848"/>
                      <a:pt x="5854" y="1886"/>
                      <a:pt x="5833" y="1941"/>
                    </a:cubicBezTo>
                    <a:cubicBezTo>
                      <a:pt x="5822" y="1957"/>
                      <a:pt x="5811" y="1968"/>
                      <a:pt x="5806" y="1984"/>
                    </a:cubicBezTo>
                    <a:lnTo>
                      <a:pt x="5795" y="1984"/>
                    </a:lnTo>
                    <a:cubicBezTo>
                      <a:pt x="5681" y="1973"/>
                      <a:pt x="5566" y="1952"/>
                      <a:pt x="5458" y="1919"/>
                    </a:cubicBezTo>
                    <a:cubicBezTo>
                      <a:pt x="5409" y="1908"/>
                      <a:pt x="5365" y="1892"/>
                      <a:pt x="5316" y="1881"/>
                    </a:cubicBezTo>
                    <a:cubicBezTo>
                      <a:pt x="5284" y="1881"/>
                      <a:pt x="5251" y="1875"/>
                      <a:pt x="5224" y="1875"/>
                    </a:cubicBezTo>
                    <a:cubicBezTo>
                      <a:pt x="5224" y="1859"/>
                      <a:pt x="5213" y="1848"/>
                      <a:pt x="5202" y="1837"/>
                    </a:cubicBezTo>
                    <a:cubicBezTo>
                      <a:pt x="5202" y="1783"/>
                      <a:pt x="5197" y="1723"/>
                      <a:pt x="5186" y="1669"/>
                    </a:cubicBezTo>
                    <a:cubicBezTo>
                      <a:pt x="5159" y="1577"/>
                      <a:pt x="5142" y="1479"/>
                      <a:pt x="5137" y="1381"/>
                    </a:cubicBezTo>
                    <a:lnTo>
                      <a:pt x="5131" y="1386"/>
                    </a:lnTo>
                    <a:cubicBezTo>
                      <a:pt x="5142" y="1207"/>
                      <a:pt x="5240" y="1055"/>
                      <a:pt x="5338" y="908"/>
                    </a:cubicBezTo>
                    <a:cubicBezTo>
                      <a:pt x="5436" y="772"/>
                      <a:pt x="5550" y="652"/>
                      <a:pt x="5675" y="544"/>
                    </a:cubicBezTo>
                    <a:cubicBezTo>
                      <a:pt x="5740" y="489"/>
                      <a:pt x="5795" y="424"/>
                      <a:pt x="5844" y="353"/>
                    </a:cubicBezTo>
                    <a:cubicBezTo>
                      <a:pt x="5849" y="348"/>
                      <a:pt x="5849" y="348"/>
                      <a:pt x="5854" y="343"/>
                    </a:cubicBezTo>
                    <a:close/>
                    <a:moveTo>
                      <a:pt x="3220" y="1350"/>
                    </a:moveTo>
                    <a:cubicBezTo>
                      <a:pt x="3228" y="1350"/>
                      <a:pt x="3236" y="1351"/>
                      <a:pt x="3245" y="1354"/>
                    </a:cubicBezTo>
                    <a:cubicBezTo>
                      <a:pt x="3289" y="1370"/>
                      <a:pt x="3294" y="1451"/>
                      <a:pt x="3311" y="1490"/>
                    </a:cubicBezTo>
                    <a:cubicBezTo>
                      <a:pt x="3327" y="1549"/>
                      <a:pt x="3349" y="1609"/>
                      <a:pt x="3376" y="1669"/>
                    </a:cubicBezTo>
                    <a:lnTo>
                      <a:pt x="3343" y="1734"/>
                    </a:lnTo>
                    <a:cubicBezTo>
                      <a:pt x="3338" y="1745"/>
                      <a:pt x="3332" y="1756"/>
                      <a:pt x="3327" y="1772"/>
                    </a:cubicBezTo>
                    <a:cubicBezTo>
                      <a:pt x="3319" y="1764"/>
                      <a:pt x="3311" y="1759"/>
                      <a:pt x="3301" y="1759"/>
                    </a:cubicBezTo>
                    <a:cubicBezTo>
                      <a:pt x="3297" y="1759"/>
                      <a:pt x="3293" y="1760"/>
                      <a:pt x="3289" y="1761"/>
                    </a:cubicBezTo>
                    <a:cubicBezTo>
                      <a:pt x="3169" y="1778"/>
                      <a:pt x="3050" y="1821"/>
                      <a:pt x="2941" y="1881"/>
                    </a:cubicBezTo>
                    <a:cubicBezTo>
                      <a:pt x="2843" y="1919"/>
                      <a:pt x="2751" y="1962"/>
                      <a:pt x="2658" y="2022"/>
                    </a:cubicBezTo>
                    <a:cubicBezTo>
                      <a:pt x="2647" y="1968"/>
                      <a:pt x="2642" y="1919"/>
                      <a:pt x="2631" y="1865"/>
                    </a:cubicBezTo>
                    <a:lnTo>
                      <a:pt x="2631" y="1865"/>
                    </a:lnTo>
                    <a:lnTo>
                      <a:pt x="2636" y="1870"/>
                    </a:lnTo>
                    <a:cubicBezTo>
                      <a:pt x="2729" y="1854"/>
                      <a:pt x="2821" y="1821"/>
                      <a:pt x="2908" y="1783"/>
                    </a:cubicBezTo>
                    <a:cubicBezTo>
                      <a:pt x="2957" y="1761"/>
                      <a:pt x="3001" y="1740"/>
                      <a:pt x="3050" y="1712"/>
                    </a:cubicBezTo>
                    <a:cubicBezTo>
                      <a:pt x="3109" y="1691"/>
                      <a:pt x="3175" y="1669"/>
                      <a:pt x="3234" y="1658"/>
                    </a:cubicBezTo>
                    <a:cubicBezTo>
                      <a:pt x="3262" y="1647"/>
                      <a:pt x="3267" y="1598"/>
                      <a:pt x="3234" y="1593"/>
                    </a:cubicBezTo>
                    <a:cubicBezTo>
                      <a:pt x="3221" y="1591"/>
                      <a:pt x="3208" y="1590"/>
                      <a:pt x="3196" y="1590"/>
                    </a:cubicBezTo>
                    <a:cubicBezTo>
                      <a:pt x="2995" y="1590"/>
                      <a:pt x="2825" y="1780"/>
                      <a:pt x="2626" y="1821"/>
                    </a:cubicBezTo>
                    <a:cubicBezTo>
                      <a:pt x="2620" y="1778"/>
                      <a:pt x="2615" y="1740"/>
                      <a:pt x="2609" y="1696"/>
                    </a:cubicBezTo>
                    <a:cubicBezTo>
                      <a:pt x="2598" y="1636"/>
                      <a:pt x="2598" y="1598"/>
                      <a:pt x="2658" y="1571"/>
                    </a:cubicBezTo>
                    <a:cubicBezTo>
                      <a:pt x="2696" y="1555"/>
                      <a:pt x="2740" y="1549"/>
                      <a:pt x="2778" y="1528"/>
                    </a:cubicBezTo>
                    <a:cubicBezTo>
                      <a:pt x="2892" y="1468"/>
                      <a:pt x="3012" y="1413"/>
                      <a:pt x="3131" y="1370"/>
                    </a:cubicBezTo>
                    <a:lnTo>
                      <a:pt x="3153" y="1365"/>
                    </a:lnTo>
                    <a:cubicBezTo>
                      <a:pt x="3156" y="1366"/>
                      <a:pt x="3159" y="1367"/>
                      <a:pt x="3162" y="1367"/>
                    </a:cubicBezTo>
                    <a:cubicBezTo>
                      <a:pt x="3170" y="1367"/>
                      <a:pt x="3178" y="1363"/>
                      <a:pt x="3185" y="1359"/>
                    </a:cubicBezTo>
                    <a:cubicBezTo>
                      <a:pt x="3198" y="1353"/>
                      <a:pt x="3209" y="1350"/>
                      <a:pt x="3220" y="1350"/>
                    </a:cubicBezTo>
                    <a:close/>
                    <a:moveTo>
                      <a:pt x="4028" y="1832"/>
                    </a:moveTo>
                    <a:cubicBezTo>
                      <a:pt x="4033" y="1843"/>
                      <a:pt x="4044" y="1854"/>
                      <a:pt x="4061" y="1859"/>
                    </a:cubicBezTo>
                    <a:cubicBezTo>
                      <a:pt x="4104" y="1859"/>
                      <a:pt x="4142" y="1897"/>
                      <a:pt x="4180" y="1919"/>
                    </a:cubicBezTo>
                    <a:cubicBezTo>
                      <a:pt x="4148" y="1968"/>
                      <a:pt x="4120" y="2017"/>
                      <a:pt x="4099" y="2077"/>
                    </a:cubicBezTo>
                    <a:lnTo>
                      <a:pt x="4099" y="2071"/>
                    </a:lnTo>
                    <a:lnTo>
                      <a:pt x="4093" y="2082"/>
                    </a:lnTo>
                    <a:lnTo>
                      <a:pt x="4077" y="2082"/>
                    </a:lnTo>
                    <a:cubicBezTo>
                      <a:pt x="4055" y="2077"/>
                      <a:pt x="4044" y="2066"/>
                      <a:pt x="4028" y="2066"/>
                    </a:cubicBezTo>
                    <a:cubicBezTo>
                      <a:pt x="4016" y="2064"/>
                      <a:pt x="4005" y="2064"/>
                      <a:pt x="3993" y="2064"/>
                    </a:cubicBezTo>
                    <a:cubicBezTo>
                      <a:pt x="3962" y="2064"/>
                      <a:pt x="3931" y="2069"/>
                      <a:pt x="3903" y="2077"/>
                    </a:cubicBezTo>
                    <a:cubicBezTo>
                      <a:pt x="3946" y="1995"/>
                      <a:pt x="3985" y="1914"/>
                      <a:pt x="4028" y="1837"/>
                    </a:cubicBezTo>
                    <a:lnTo>
                      <a:pt x="4028" y="1832"/>
                    </a:lnTo>
                    <a:close/>
                    <a:moveTo>
                      <a:pt x="3870" y="2136"/>
                    </a:moveTo>
                    <a:cubicBezTo>
                      <a:pt x="3876" y="2142"/>
                      <a:pt x="3887" y="2147"/>
                      <a:pt x="3898" y="2147"/>
                    </a:cubicBezTo>
                    <a:cubicBezTo>
                      <a:pt x="3905" y="2146"/>
                      <a:pt x="3913" y="2146"/>
                      <a:pt x="3921" y="2146"/>
                    </a:cubicBezTo>
                    <a:cubicBezTo>
                      <a:pt x="3956" y="2146"/>
                      <a:pt x="3991" y="2156"/>
                      <a:pt x="4023" y="2169"/>
                    </a:cubicBezTo>
                    <a:cubicBezTo>
                      <a:pt x="4033" y="2174"/>
                      <a:pt x="4039" y="2180"/>
                      <a:pt x="4044" y="2180"/>
                    </a:cubicBezTo>
                    <a:cubicBezTo>
                      <a:pt x="4023" y="2218"/>
                      <a:pt x="3995" y="2256"/>
                      <a:pt x="3974" y="2299"/>
                    </a:cubicBezTo>
                    <a:lnTo>
                      <a:pt x="3974" y="2294"/>
                    </a:lnTo>
                    <a:cubicBezTo>
                      <a:pt x="3968" y="2310"/>
                      <a:pt x="3957" y="2327"/>
                      <a:pt x="3952" y="2343"/>
                    </a:cubicBezTo>
                    <a:lnTo>
                      <a:pt x="3914" y="2343"/>
                    </a:lnTo>
                    <a:cubicBezTo>
                      <a:pt x="3870" y="2343"/>
                      <a:pt x="3827" y="2332"/>
                      <a:pt x="3794" y="2305"/>
                    </a:cubicBezTo>
                    <a:cubicBezTo>
                      <a:pt x="3783" y="2299"/>
                      <a:pt x="3773" y="2299"/>
                      <a:pt x="3767" y="2299"/>
                    </a:cubicBezTo>
                    <a:cubicBezTo>
                      <a:pt x="3778" y="2283"/>
                      <a:pt x="3794" y="2261"/>
                      <a:pt x="3800" y="2256"/>
                    </a:cubicBezTo>
                    <a:cubicBezTo>
                      <a:pt x="3827" y="2218"/>
                      <a:pt x="3849" y="2174"/>
                      <a:pt x="3870" y="2136"/>
                    </a:cubicBezTo>
                    <a:close/>
                    <a:moveTo>
                      <a:pt x="7224" y="1908"/>
                    </a:moveTo>
                    <a:cubicBezTo>
                      <a:pt x="7257" y="1962"/>
                      <a:pt x="7273" y="2022"/>
                      <a:pt x="7279" y="2087"/>
                    </a:cubicBezTo>
                    <a:lnTo>
                      <a:pt x="7197" y="2104"/>
                    </a:lnTo>
                    <a:cubicBezTo>
                      <a:pt x="7056" y="2142"/>
                      <a:pt x="6942" y="2223"/>
                      <a:pt x="6800" y="2267"/>
                    </a:cubicBezTo>
                    <a:cubicBezTo>
                      <a:pt x="6654" y="2316"/>
                      <a:pt x="6501" y="2354"/>
                      <a:pt x="6349" y="2392"/>
                    </a:cubicBezTo>
                    <a:cubicBezTo>
                      <a:pt x="6268" y="2414"/>
                      <a:pt x="6181" y="2435"/>
                      <a:pt x="6105" y="2463"/>
                    </a:cubicBezTo>
                    <a:cubicBezTo>
                      <a:pt x="6034" y="2495"/>
                      <a:pt x="5963" y="2517"/>
                      <a:pt x="5887" y="2528"/>
                    </a:cubicBezTo>
                    <a:cubicBezTo>
                      <a:pt x="5887" y="2517"/>
                      <a:pt x="5887" y="2511"/>
                      <a:pt x="5887" y="2506"/>
                    </a:cubicBezTo>
                    <a:cubicBezTo>
                      <a:pt x="5909" y="2501"/>
                      <a:pt x="5931" y="2495"/>
                      <a:pt x="5947" y="2484"/>
                    </a:cubicBezTo>
                    <a:cubicBezTo>
                      <a:pt x="6007" y="2463"/>
                      <a:pt x="6066" y="2446"/>
                      <a:pt x="6126" y="2424"/>
                    </a:cubicBezTo>
                    <a:cubicBezTo>
                      <a:pt x="6262" y="2370"/>
                      <a:pt x="6414" y="2327"/>
                      <a:pt x="6550" y="2267"/>
                    </a:cubicBezTo>
                    <a:cubicBezTo>
                      <a:pt x="6773" y="2169"/>
                      <a:pt x="7039" y="2082"/>
                      <a:pt x="7224" y="1908"/>
                    </a:cubicBezTo>
                    <a:close/>
                    <a:moveTo>
                      <a:pt x="3740" y="2338"/>
                    </a:moveTo>
                    <a:cubicBezTo>
                      <a:pt x="3740" y="2348"/>
                      <a:pt x="3745" y="2354"/>
                      <a:pt x="3751" y="2359"/>
                    </a:cubicBezTo>
                    <a:cubicBezTo>
                      <a:pt x="3783" y="2392"/>
                      <a:pt x="3827" y="2414"/>
                      <a:pt x="3876" y="2430"/>
                    </a:cubicBezTo>
                    <a:lnTo>
                      <a:pt x="3903" y="2435"/>
                    </a:lnTo>
                    <a:cubicBezTo>
                      <a:pt x="3892" y="2446"/>
                      <a:pt x="3881" y="2457"/>
                      <a:pt x="3870" y="2468"/>
                    </a:cubicBezTo>
                    <a:cubicBezTo>
                      <a:pt x="3849" y="2495"/>
                      <a:pt x="3843" y="2533"/>
                      <a:pt x="3865" y="2560"/>
                    </a:cubicBezTo>
                    <a:cubicBezTo>
                      <a:pt x="3832" y="2560"/>
                      <a:pt x="3805" y="2555"/>
                      <a:pt x="3773" y="2550"/>
                    </a:cubicBezTo>
                    <a:lnTo>
                      <a:pt x="3664" y="2533"/>
                    </a:lnTo>
                    <a:cubicBezTo>
                      <a:pt x="3686" y="2490"/>
                      <a:pt x="3702" y="2446"/>
                      <a:pt x="3718" y="2408"/>
                    </a:cubicBezTo>
                    <a:cubicBezTo>
                      <a:pt x="3729" y="2386"/>
                      <a:pt x="3729" y="2359"/>
                      <a:pt x="3740" y="2338"/>
                    </a:cubicBezTo>
                    <a:close/>
                    <a:moveTo>
                      <a:pt x="1892" y="1500"/>
                    </a:moveTo>
                    <a:cubicBezTo>
                      <a:pt x="1990" y="1696"/>
                      <a:pt x="2017" y="1919"/>
                      <a:pt x="2109" y="2115"/>
                    </a:cubicBezTo>
                    <a:cubicBezTo>
                      <a:pt x="2115" y="2131"/>
                      <a:pt x="2164" y="2202"/>
                      <a:pt x="2153" y="2218"/>
                    </a:cubicBezTo>
                    <a:cubicBezTo>
                      <a:pt x="2142" y="2240"/>
                      <a:pt x="2055" y="2245"/>
                      <a:pt x="2033" y="2245"/>
                    </a:cubicBezTo>
                    <a:cubicBezTo>
                      <a:pt x="1919" y="2272"/>
                      <a:pt x="1799" y="2316"/>
                      <a:pt x="1685" y="2348"/>
                    </a:cubicBezTo>
                    <a:cubicBezTo>
                      <a:pt x="1658" y="2359"/>
                      <a:pt x="1636" y="2365"/>
                      <a:pt x="1615" y="2370"/>
                    </a:cubicBezTo>
                    <a:lnTo>
                      <a:pt x="1544" y="2381"/>
                    </a:lnTo>
                    <a:cubicBezTo>
                      <a:pt x="1468" y="2392"/>
                      <a:pt x="1392" y="2414"/>
                      <a:pt x="1321" y="2435"/>
                    </a:cubicBezTo>
                    <a:cubicBezTo>
                      <a:pt x="1299" y="2441"/>
                      <a:pt x="1278" y="2446"/>
                      <a:pt x="1261" y="2452"/>
                    </a:cubicBezTo>
                    <a:cubicBezTo>
                      <a:pt x="1207" y="2468"/>
                      <a:pt x="1152" y="2490"/>
                      <a:pt x="1104" y="2517"/>
                    </a:cubicBezTo>
                    <a:cubicBezTo>
                      <a:pt x="1071" y="2528"/>
                      <a:pt x="1022" y="2544"/>
                      <a:pt x="984" y="2566"/>
                    </a:cubicBezTo>
                    <a:cubicBezTo>
                      <a:pt x="951" y="2577"/>
                      <a:pt x="919" y="2593"/>
                      <a:pt x="892" y="2604"/>
                    </a:cubicBezTo>
                    <a:lnTo>
                      <a:pt x="886" y="2609"/>
                    </a:lnTo>
                    <a:cubicBezTo>
                      <a:pt x="877" y="2600"/>
                      <a:pt x="867" y="2596"/>
                      <a:pt x="855" y="2596"/>
                    </a:cubicBezTo>
                    <a:cubicBezTo>
                      <a:pt x="846" y="2596"/>
                      <a:pt x="836" y="2599"/>
                      <a:pt x="826" y="2604"/>
                    </a:cubicBezTo>
                    <a:lnTo>
                      <a:pt x="815" y="2609"/>
                    </a:lnTo>
                    <a:cubicBezTo>
                      <a:pt x="805" y="2609"/>
                      <a:pt x="788" y="2609"/>
                      <a:pt x="783" y="2620"/>
                    </a:cubicBezTo>
                    <a:lnTo>
                      <a:pt x="728" y="2631"/>
                    </a:lnTo>
                    <a:cubicBezTo>
                      <a:pt x="680" y="2647"/>
                      <a:pt x="636" y="2653"/>
                      <a:pt x="593" y="2664"/>
                    </a:cubicBezTo>
                    <a:cubicBezTo>
                      <a:pt x="544" y="2680"/>
                      <a:pt x="500" y="2702"/>
                      <a:pt x="457" y="2734"/>
                    </a:cubicBezTo>
                    <a:lnTo>
                      <a:pt x="402" y="2772"/>
                    </a:lnTo>
                    <a:lnTo>
                      <a:pt x="391" y="2772"/>
                    </a:lnTo>
                    <a:cubicBezTo>
                      <a:pt x="370" y="2740"/>
                      <a:pt x="348" y="2702"/>
                      <a:pt x="326" y="2669"/>
                    </a:cubicBezTo>
                    <a:cubicBezTo>
                      <a:pt x="277" y="2588"/>
                      <a:pt x="239" y="2501"/>
                      <a:pt x="207" y="2414"/>
                    </a:cubicBezTo>
                    <a:cubicBezTo>
                      <a:pt x="196" y="2359"/>
                      <a:pt x="190" y="2299"/>
                      <a:pt x="190" y="2245"/>
                    </a:cubicBezTo>
                    <a:cubicBezTo>
                      <a:pt x="196" y="2234"/>
                      <a:pt x="196" y="2223"/>
                      <a:pt x="196" y="2213"/>
                    </a:cubicBezTo>
                    <a:cubicBezTo>
                      <a:pt x="212" y="2213"/>
                      <a:pt x="223" y="2207"/>
                      <a:pt x="239" y="2202"/>
                    </a:cubicBezTo>
                    <a:cubicBezTo>
                      <a:pt x="283" y="2180"/>
                      <a:pt x="332" y="2153"/>
                      <a:pt x="375" y="2126"/>
                    </a:cubicBezTo>
                    <a:cubicBezTo>
                      <a:pt x="435" y="2098"/>
                      <a:pt x="495" y="2077"/>
                      <a:pt x="560" y="2060"/>
                    </a:cubicBezTo>
                    <a:cubicBezTo>
                      <a:pt x="669" y="2022"/>
                      <a:pt x="772" y="1973"/>
                      <a:pt x="881" y="1924"/>
                    </a:cubicBezTo>
                    <a:cubicBezTo>
                      <a:pt x="984" y="1875"/>
                      <a:pt x="1109" y="1843"/>
                      <a:pt x="1218" y="1789"/>
                    </a:cubicBezTo>
                    <a:cubicBezTo>
                      <a:pt x="1321" y="1734"/>
                      <a:pt x="1435" y="1663"/>
                      <a:pt x="1555" y="1620"/>
                    </a:cubicBezTo>
                    <a:cubicBezTo>
                      <a:pt x="1674" y="1571"/>
                      <a:pt x="1778" y="1544"/>
                      <a:pt x="1892" y="1500"/>
                    </a:cubicBezTo>
                    <a:close/>
                    <a:moveTo>
                      <a:pt x="3283" y="1859"/>
                    </a:moveTo>
                    <a:lnTo>
                      <a:pt x="3283" y="1859"/>
                    </a:lnTo>
                    <a:cubicBezTo>
                      <a:pt x="3196" y="2001"/>
                      <a:pt x="3093" y="2131"/>
                      <a:pt x="3017" y="2283"/>
                    </a:cubicBezTo>
                    <a:cubicBezTo>
                      <a:pt x="2930" y="2463"/>
                      <a:pt x="2832" y="2636"/>
                      <a:pt x="2740" y="2821"/>
                    </a:cubicBezTo>
                    <a:cubicBezTo>
                      <a:pt x="2756" y="2762"/>
                      <a:pt x="2761" y="2702"/>
                      <a:pt x="2767" y="2642"/>
                    </a:cubicBezTo>
                    <a:cubicBezTo>
                      <a:pt x="2767" y="2609"/>
                      <a:pt x="2751" y="2588"/>
                      <a:pt x="2745" y="2555"/>
                    </a:cubicBezTo>
                    <a:cubicBezTo>
                      <a:pt x="2740" y="2511"/>
                      <a:pt x="2745" y="2468"/>
                      <a:pt x="2734" y="2424"/>
                    </a:cubicBezTo>
                    <a:cubicBezTo>
                      <a:pt x="2718" y="2310"/>
                      <a:pt x="2702" y="2196"/>
                      <a:pt x="2675" y="2082"/>
                    </a:cubicBezTo>
                    <a:lnTo>
                      <a:pt x="2675" y="2077"/>
                    </a:lnTo>
                    <a:cubicBezTo>
                      <a:pt x="2756" y="2017"/>
                      <a:pt x="2870" y="1995"/>
                      <a:pt x="2963" y="1962"/>
                    </a:cubicBezTo>
                    <a:cubicBezTo>
                      <a:pt x="3066" y="1919"/>
                      <a:pt x="3175" y="1881"/>
                      <a:pt x="3283" y="1859"/>
                    </a:cubicBezTo>
                    <a:close/>
                    <a:moveTo>
                      <a:pt x="7561" y="2082"/>
                    </a:moveTo>
                    <a:lnTo>
                      <a:pt x="7561" y="2082"/>
                    </a:lnTo>
                    <a:cubicBezTo>
                      <a:pt x="7556" y="2131"/>
                      <a:pt x="7556" y="2180"/>
                      <a:pt x="7561" y="2229"/>
                    </a:cubicBezTo>
                    <a:cubicBezTo>
                      <a:pt x="7550" y="2310"/>
                      <a:pt x="7550" y="2392"/>
                      <a:pt x="7561" y="2473"/>
                    </a:cubicBezTo>
                    <a:cubicBezTo>
                      <a:pt x="7583" y="2593"/>
                      <a:pt x="7599" y="2713"/>
                      <a:pt x="7610" y="2838"/>
                    </a:cubicBezTo>
                    <a:cubicBezTo>
                      <a:pt x="7610" y="2914"/>
                      <a:pt x="7599" y="2995"/>
                      <a:pt x="7599" y="3071"/>
                    </a:cubicBezTo>
                    <a:cubicBezTo>
                      <a:pt x="7588" y="3147"/>
                      <a:pt x="7599" y="3218"/>
                      <a:pt x="7621" y="3289"/>
                    </a:cubicBezTo>
                    <a:cubicBezTo>
                      <a:pt x="7627" y="3300"/>
                      <a:pt x="7632" y="3311"/>
                      <a:pt x="7637" y="3321"/>
                    </a:cubicBezTo>
                    <a:cubicBezTo>
                      <a:pt x="7594" y="3321"/>
                      <a:pt x="7550" y="3327"/>
                      <a:pt x="7512" y="3332"/>
                    </a:cubicBezTo>
                    <a:cubicBezTo>
                      <a:pt x="7507" y="3283"/>
                      <a:pt x="7496" y="3240"/>
                      <a:pt x="7491" y="3202"/>
                    </a:cubicBezTo>
                    <a:cubicBezTo>
                      <a:pt x="7474" y="3066"/>
                      <a:pt x="7469" y="2930"/>
                      <a:pt x="7463" y="2800"/>
                    </a:cubicBezTo>
                    <a:cubicBezTo>
                      <a:pt x="7463" y="2745"/>
                      <a:pt x="7469" y="2685"/>
                      <a:pt x="7463" y="2626"/>
                    </a:cubicBezTo>
                    <a:cubicBezTo>
                      <a:pt x="7458" y="2571"/>
                      <a:pt x="7442" y="2528"/>
                      <a:pt x="7431" y="2473"/>
                    </a:cubicBezTo>
                    <a:cubicBezTo>
                      <a:pt x="7425" y="2419"/>
                      <a:pt x="7409" y="2386"/>
                      <a:pt x="7344" y="2376"/>
                    </a:cubicBezTo>
                    <a:cubicBezTo>
                      <a:pt x="7300" y="2376"/>
                      <a:pt x="7257" y="2386"/>
                      <a:pt x="7219" y="2408"/>
                    </a:cubicBezTo>
                    <a:cubicBezTo>
                      <a:pt x="7159" y="2430"/>
                      <a:pt x="7094" y="2452"/>
                      <a:pt x="7034" y="2463"/>
                    </a:cubicBezTo>
                    <a:cubicBezTo>
                      <a:pt x="6909" y="2490"/>
                      <a:pt x="6789" y="2511"/>
                      <a:pt x="6664" y="2544"/>
                    </a:cubicBezTo>
                    <a:cubicBezTo>
                      <a:pt x="6545" y="2577"/>
                      <a:pt x="6409" y="2620"/>
                      <a:pt x="6278" y="2642"/>
                    </a:cubicBezTo>
                    <a:cubicBezTo>
                      <a:pt x="6148" y="2664"/>
                      <a:pt x="6007" y="2675"/>
                      <a:pt x="5876" y="2685"/>
                    </a:cubicBezTo>
                    <a:cubicBezTo>
                      <a:pt x="5882" y="2653"/>
                      <a:pt x="5887" y="2620"/>
                      <a:pt x="5887" y="2582"/>
                    </a:cubicBezTo>
                    <a:cubicBezTo>
                      <a:pt x="5928" y="2591"/>
                      <a:pt x="5971" y="2595"/>
                      <a:pt x="6013" y="2595"/>
                    </a:cubicBezTo>
                    <a:cubicBezTo>
                      <a:pt x="6076" y="2595"/>
                      <a:pt x="6140" y="2585"/>
                      <a:pt x="6202" y="2566"/>
                    </a:cubicBezTo>
                    <a:cubicBezTo>
                      <a:pt x="6349" y="2528"/>
                      <a:pt x="6490" y="2501"/>
                      <a:pt x="6637" y="2468"/>
                    </a:cubicBezTo>
                    <a:cubicBezTo>
                      <a:pt x="6762" y="2435"/>
                      <a:pt x="6887" y="2397"/>
                      <a:pt x="7001" y="2338"/>
                    </a:cubicBezTo>
                    <a:cubicBezTo>
                      <a:pt x="7045" y="2310"/>
                      <a:pt x="7094" y="2289"/>
                      <a:pt x="7143" y="2272"/>
                    </a:cubicBezTo>
                    <a:cubicBezTo>
                      <a:pt x="7213" y="2245"/>
                      <a:pt x="7290" y="2240"/>
                      <a:pt x="7360" y="2213"/>
                    </a:cubicBezTo>
                    <a:cubicBezTo>
                      <a:pt x="7409" y="2196"/>
                      <a:pt x="7458" y="2174"/>
                      <a:pt x="7496" y="2147"/>
                    </a:cubicBezTo>
                    <a:lnTo>
                      <a:pt x="7496" y="2142"/>
                    </a:lnTo>
                    <a:cubicBezTo>
                      <a:pt x="7518" y="2126"/>
                      <a:pt x="7540" y="2104"/>
                      <a:pt x="7561" y="2082"/>
                    </a:cubicBezTo>
                    <a:close/>
                    <a:moveTo>
                      <a:pt x="7316" y="2461"/>
                    </a:moveTo>
                    <a:cubicBezTo>
                      <a:pt x="7335" y="2461"/>
                      <a:pt x="7350" y="2469"/>
                      <a:pt x="7360" y="2490"/>
                    </a:cubicBezTo>
                    <a:cubicBezTo>
                      <a:pt x="7366" y="2501"/>
                      <a:pt x="7360" y="2522"/>
                      <a:pt x="7360" y="2539"/>
                    </a:cubicBezTo>
                    <a:cubicBezTo>
                      <a:pt x="7366" y="2582"/>
                      <a:pt x="7371" y="2631"/>
                      <a:pt x="7371" y="2680"/>
                    </a:cubicBezTo>
                    <a:cubicBezTo>
                      <a:pt x="7366" y="2734"/>
                      <a:pt x="7366" y="2789"/>
                      <a:pt x="7366" y="2838"/>
                    </a:cubicBezTo>
                    <a:cubicBezTo>
                      <a:pt x="7366" y="3006"/>
                      <a:pt x="7376" y="3180"/>
                      <a:pt x="7415" y="3343"/>
                    </a:cubicBezTo>
                    <a:lnTo>
                      <a:pt x="7409" y="3343"/>
                    </a:lnTo>
                    <a:cubicBezTo>
                      <a:pt x="7342" y="3352"/>
                      <a:pt x="7274" y="3356"/>
                      <a:pt x="7207" y="3356"/>
                    </a:cubicBezTo>
                    <a:cubicBezTo>
                      <a:pt x="7107" y="3356"/>
                      <a:pt x="7007" y="3346"/>
                      <a:pt x="6909" y="3327"/>
                    </a:cubicBezTo>
                    <a:cubicBezTo>
                      <a:pt x="6825" y="3321"/>
                      <a:pt x="6740" y="3319"/>
                      <a:pt x="6657" y="3319"/>
                    </a:cubicBezTo>
                    <a:cubicBezTo>
                      <a:pt x="6573" y="3319"/>
                      <a:pt x="6490" y="3321"/>
                      <a:pt x="6409" y="3327"/>
                    </a:cubicBezTo>
                    <a:cubicBezTo>
                      <a:pt x="6224" y="3327"/>
                      <a:pt x="6034" y="3332"/>
                      <a:pt x="5849" y="3343"/>
                    </a:cubicBezTo>
                    <a:cubicBezTo>
                      <a:pt x="5800" y="3343"/>
                      <a:pt x="5751" y="3354"/>
                      <a:pt x="5697" y="3359"/>
                    </a:cubicBezTo>
                    <a:cubicBezTo>
                      <a:pt x="5702" y="3305"/>
                      <a:pt x="5708" y="3256"/>
                      <a:pt x="5713" y="3207"/>
                    </a:cubicBezTo>
                    <a:cubicBezTo>
                      <a:pt x="5740" y="3093"/>
                      <a:pt x="5795" y="2995"/>
                      <a:pt x="5827" y="2881"/>
                    </a:cubicBezTo>
                    <a:cubicBezTo>
                      <a:pt x="5844" y="2827"/>
                      <a:pt x="5860" y="2772"/>
                      <a:pt x="5871" y="2713"/>
                    </a:cubicBezTo>
                    <a:cubicBezTo>
                      <a:pt x="5931" y="2719"/>
                      <a:pt x="5992" y="2722"/>
                      <a:pt x="6052" y="2722"/>
                    </a:cubicBezTo>
                    <a:cubicBezTo>
                      <a:pt x="6204" y="2722"/>
                      <a:pt x="6355" y="2703"/>
                      <a:pt x="6507" y="2664"/>
                    </a:cubicBezTo>
                    <a:cubicBezTo>
                      <a:pt x="6615" y="2636"/>
                      <a:pt x="6724" y="2609"/>
                      <a:pt x="6833" y="2582"/>
                    </a:cubicBezTo>
                    <a:cubicBezTo>
                      <a:pt x="6942" y="2555"/>
                      <a:pt x="7045" y="2544"/>
                      <a:pt x="7148" y="2511"/>
                    </a:cubicBezTo>
                    <a:cubicBezTo>
                      <a:pt x="7192" y="2501"/>
                      <a:pt x="7235" y="2473"/>
                      <a:pt x="7279" y="2468"/>
                    </a:cubicBezTo>
                    <a:cubicBezTo>
                      <a:pt x="7293" y="2464"/>
                      <a:pt x="7305" y="2461"/>
                      <a:pt x="7316" y="2461"/>
                    </a:cubicBezTo>
                    <a:close/>
                    <a:moveTo>
                      <a:pt x="5115" y="2001"/>
                    </a:moveTo>
                    <a:cubicBezTo>
                      <a:pt x="5180" y="2017"/>
                      <a:pt x="5246" y="2017"/>
                      <a:pt x="5311" y="2033"/>
                    </a:cubicBezTo>
                    <a:cubicBezTo>
                      <a:pt x="5409" y="2055"/>
                      <a:pt x="5507" y="2082"/>
                      <a:pt x="5599" y="2109"/>
                    </a:cubicBezTo>
                    <a:cubicBezTo>
                      <a:pt x="5642" y="2126"/>
                      <a:pt x="5691" y="2131"/>
                      <a:pt x="5735" y="2136"/>
                    </a:cubicBezTo>
                    <a:lnTo>
                      <a:pt x="5784" y="2136"/>
                    </a:lnTo>
                    <a:cubicBezTo>
                      <a:pt x="5816" y="2147"/>
                      <a:pt x="5800" y="2131"/>
                      <a:pt x="5806" y="2169"/>
                    </a:cubicBezTo>
                    <a:cubicBezTo>
                      <a:pt x="5806" y="2240"/>
                      <a:pt x="5789" y="2305"/>
                      <a:pt x="5762" y="2370"/>
                    </a:cubicBezTo>
                    <a:cubicBezTo>
                      <a:pt x="5729" y="2463"/>
                      <a:pt x="5751" y="2555"/>
                      <a:pt x="5735" y="2647"/>
                    </a:cubicBezTo>
                    <a:cubicBezTo>
                      <a:pt x="5724" y="2751"/>
                      <a:pt x="5697" y="2848"/>
                      <a:pt x="5659" y="2946"/>
                    </a:cubicBezTo>
                    <a:cubicBezTo>
                      <a:pt x="5621" y="3033"/>
                      <a:pt x="5588" y="3126"/>
                      <a:pt x="5566" y="3224"/>
                    </a:cubicBezTo>
                    <a:cubicBezTo>
                      <a:pt x="5561" y="3267"/>
                      <a:pt x="5555" y="3316"/>
                      <a:pt x="5550" y="3359"/>
                    </a:cubicBezTo>
                    <a:lnTo>
                      <a:pt x="5550" y="3365"/>
                    </a:lnTo>
                    <a:lnTo>
                      <a:pt x="5539" y="3365"/>
                    </a:lnTo>
                    <a:cubicBezTo>
                      <a:pt x="5539" y="3327"/>
                      <a:pt x="5534" y="3283"/>
                      <a:pt x="5534" y="3245"/>
                    </a:cubicBezTo>
                    <a:cubicBezTo>
                      <a:pt x="5528" y="3147"/>
                      <a:pt x="5534" y="3044"/>
                      <a:pt x="5555" y="2946"/>
                    </a:cubicBezTo>
                    <a:cubicBezTo>
                      <a:pt x="5588" y="2794"/>
                      <a:pt x="5550" y="2669"/>
                      <a:pt x="5398" y="2609"/>
                    </a:cubicBezTo>
                    <a:cubicBezTo>
                      <a:pt x="5299" y="2570"/>
                      <a:pt x="5181" y="2561"/>
                      <a:pt x="5064" y="2561"/>
                    </a:cubicBezTo>
                    <a:cubicBezTo>
                      <a:pt x="5002" y="2561"/>
                      <a:pt x="4940" y="2564"/>
                      <a:pt x="4881" y="2566"/>
                    </a:cubicBezTo>
                    <a:cubicBezTo>
                      <a:pt x="4930" y="2484"/>
                      <a:pt x="4947" y="2386"/>
                      <a:pt x="4996" y="2299"/>
                    </a:cubicBezTo>
                    <a:lnTo>
                      <a:pt x="4990" y="2299"/>
                    </a:lnTo>
                    <a:cubicBezTo>
                      <a:pt x="5039" y="2196"/>
                      <a:pt x="5061" y="2093"/>
                      <a:pt x="5115" y="2001"/>
                    </a:cubicBezTo>
                    <a:close/>
                    <a:moveTo>
                      <a:pt x="1747" y="2488"/>
                    </a:moveTo>
                    <a:cubicBezTo>
                      <a:pt x="1778" y="2488"/>
                      <a:pt x="1805" y="2500"/>
                      <a:pt x="1832" y="2522"/>
                    </a:cubicBezTo>
                    <a:cubicBezTo>
                      <a:pt x="1854" y="2544"/>
                      <a:pt x="1870" y="2577"/>
                      <a:pt x="1881" y="2609"/>
                    </a:cubicBezTo>
                    <a:cubicBezTo>
                      <a:pt x="1827" y="2626"/>
                      <a:pt x="1767" y="2664"/>
                      <a:pt x="1723" y="2675"/>
                    </a:cubicBezTo>
                    <a:cubicBezTo>
                      <a:pt x="1685" y="2685"/>
                      <a:pt x="1696" y="2734"/>
                      <a:pt x="1729" y="2734"/>
                    </a:cubicBezTo>
                    <a:cubicBezTo>
                      <a:pt x="1778" y="2729"/>
                      <a:pt x="1821" y="2723"/>
                      <a:pt x="1865" y="2713"/>
                    </a:cubicBezTo>
                    <a:cubicBezTo>
                      <a:pt x="1881" y="2707"/>
                      <a:pt x="1903" y="2702"/>
                      <a:pt x="1919" y="2696"/>
                    </a:cubicBezTo>
                    <a:cubicBezTo>
                      <a:pt x="1941" y="2740"/>
                      <a:pt x="1957" y="2778"/>
                      <a:pt x="1973" y="2821"/>
                    </a:cubicBezTo>
                    <a:cubicBezTo>
                      <a:pt x="1957" y="2821"/>
                      <a:pt x="1941" y="2827"/>
                      <a:pt x="1924" y="2832"/>
                    </a:cubicBezTo>
                    <a:cubicBezTo>
                      <a:pt x="1897" y="2843"/>
                      <a:pt x="1859" y="2876"/>
                      <a:pt x="1832" y="2876"/>
                    </a:cubicBezTo>
                    <a:cubicBezTo>
                      <a:pt x="1799" y="2876"/>
                      <a:pt x="1788" y="2930"/>
                      <a:pt x="1821" y="2935"/>
                    </a:cubicBezTo>
                    <a:cubicBezTo>
                      <a:pt x="1837" y="2938"/>
                      <a:pt x="1854" y="2940"/>
                      <a:pt x="1870" y="2940"/>
                    </a:cubicBezTo>
                    <a:cubicBezTo>
                      <a:pt x="1915" y="2940"/>
                      <a:pt x="1961" y="2930"/>
                      <a:pt x="2000" y="2914"/>
                    </a:cubicBezTo>
                    <a:cubicBezTo>
                      <a:pt x="2017" y="2952"/>
                      <a:pt x="2028" y="2995"/>
                      <a:pt x="2039" y="3033"/>
                    </a:cubicBezTo>
                    <a:lnTo>
                      <a:pt x="2022" y="3044"/>
                    </a:lnTo>
                    <a:cubicBezTo>
                      <a:pt x="2006" y="3050"/>
                      <a:pt x="1995" y="3055"/>
                      <a:pt x="1984" y="3060"/>
                    </a:cubicBezTo>
                    <a:cubicBezTo>
                      <a:pt x="1977" y="3054"/>
                      <a:pt x="1968" y="3051"/>
                      <a:pt x="1958" y="3051"/>
                    </a:cubicBezTo>
                    <a:cubicBezTo>
                      <a:pt x="1937" y="3051"/>
                      <a:pt x="1914" y="3065"/>
                      <a:pt x="1914" y="3088"/>
                    </a:cubicBezTo>
                    <a:cubicBezTo>
                      <a:pt x="1917" y="3129"/>
                      <a:pt x="1945" y="3145"/>
                      <a:pt x="1976" y="3145"/>
                    </a:cubicBezTo>
                    <a:cubicBezTo>
                      <a:pt x="1989" y="3145"/>
                      <a:pt x="2004" y="3142"/>
                      <a:pt x="2017" y="3137"/>
                    </a:cubicBezTo>
                    <a:cubicBezTo>
                      <a:pt x="2033" y="3131"/>
                      <a:pt x="2049" y="3120"/>
                      <a:pt x="2060" y="3115"/>
                    </a:cubicBezTo>
                    <a:cubicBezTo>
                      <a:pt x="2066" y="3137"/>
                      <a:pt x="2071" y="3164"/>
                      <a:pt x="2082" y="3180"/>
                    </a:cubicBezTo>
                    <a:cubicBezTo>
                      <a:pt x="2098" y="3234"/>
                      <a:pt x="2098" y="3305"/>
                      <a:pt x="2115" y="3365"/>
                    </a:cubicBezTo>
                    <a:lnTo>
                      <a:pt x="2022" y="3365"/>
                    </a:lnTo>
                    <a:cubicBezTo>
                      <a:pt x="1984" y="3365"/>
                      <a:pt x="1946" y="3365"/>
                      <a:pt x="1903" y="3370"/>
                    </a:cubicBezTo>
                    <a:lnTo>
                      <a:pt x="1908" y="3359"/>
                    </a:lnTo>
                    <a:cubicBezTo>
                      <a:pt x="1919" y="3343"/>
                      <a:pt x="1919" y="3321"/>
                      <a:pt x="1903" y="3305"/>
                    </a:cubicBezTo>
                    <a:lnTo>
                      <a:pt x="1892" y="3294"/>
                    </a:lnTo>
                    <a:cubicBezTo>
                      <a:pt x="1865" y="3234"/>
                      <a:pt x="1832" y="3180"/>
                      <a:pt x="1799" y="3120"/>
                    </a:cubicBezTo>
                    <a:cubicBezTo>
                      <a:pt x="1772" y="3044"/>
                      <a:pt x="1745" y="2968"/>
                      <a:pt x="1723" y="2887"/>
                    </a:cubicBezTo>
                    <a:cubicBezTo>
                      <a:pt x="1696" y="2805"/>
                      <a:pt x="1674" y="2723"/>
                      <a:pt x="1658" y="2642"/>
                    </a:cubicBezTo>
                    <a:cubicBezTo>
                      <a:pt x="1647" y="2598"/>
                      <a:pt x="1642" y="2555"/>
                      <a:pt x="1631" y="2517"/>
                    </a:cubicBezTo>
                    <a:cubicBezTo>
                      <a:pt x="1663" y="2506"/>
                      <a:pt x="1696" y="2501"/>
                      <a:pt x="1729" y="2490"/>
                    </a:cubicBezTo>
                    <a:cubicBezTo>
                      <a:pt x="1735" y="2489"/>
                      <a:pt x="1741" y="2488"/>
                      <a:pt x="1747" y="2488"/>
                    </a:cubicBezTo>
                    <a:close/>
                    <a:moveTo>
                      <a:pt x="4050" y="3142"/>
                    </a:moveTo>
                    <a:cubicBezTo>
                      <a:pt x="4110" y="3142"/>
                      <a:pt x="4169" y="3153"/>
                      <a:pt x="4229" y="3169"/>
                    </a:cubicBezTo>
                    <a:cubicBezTo>
                      <a:pt x="4306" y="3176"/>
                      <a:pt x="4382" y="3178"/>
                      <a:pt x="4458" y="3178"/>
                    </a:cubicBezTo>
                    <a:cubicBezTo>
                      <a:pt x="4512" y="3178"/>
                      <a:pt x="4566" y="3177"/>
                      <a:pt x="4621" y="3175"/>
                    </a:cubicBezTo>
                    <a:cubicBezTo>
                      <a:pt x="4630" y="3176"/>
                      <a:pt x="4639" y="3176"/>
                      <a:pt x="4648" y="3176"/>
                    </a:cubicBezTo>
                    <a:cubicBezTo>
                      <a:pt x="4692" y="3176"/>
                      <a:pt x="4732" y="3165"/>
                      <a:pt x="4773" y="3147"/>
                    </a:cubicBezTo>
                    <a:lnTo>
                      <a:pt x="4794" y="3147"/>
                    </a:lnTo>
                    <a:cubicBezTo>
                      <a:pt x="4794" y="3169"/>
                      <a:pt x="4800" y="3191"/>
                      <a:pt x="4805" y="3213"/>
                    </a:cubicBezTo>
                    <a:cubicBezTo>
                      <a:pt x="4816" y="3262"/>
                      <a:pt x="4822" y="3316"/>
                      <a:pt x="4822" y="3370"/>
                    </a:cubicBezTo>
                    <a:cubicBezTo>
                      <a:pt x="4805" y="3365"/>
                      <a:pt x="4789" y="3359"/>
                      <a:pt x="4773" y="3359"/>
                    </a:cubicBezTo>
                    <a:lnTo>
                      <a:pt x="4278" y="3370"/>
                    </a:lnTo>
                    <a:cubicBezTo>
                      <a:pt x="4262" y="3369"/>
                      <a:pt x="4246" y="3369"/>
                      <a:pt x="4230" y="3369"/>
                    </a:cubicBezTo>
                    <a:cubicBezTo>
                      <a:pt x="4159" y="3369"/>
                      <a:pt x="4087" y="3378"/>
                      <a:pt x="4012" y="3387"/>
                    </a:cubicBezTo>
                    <a:cubicBezTo>
                      <a:pt x="4006" y="3332"/>
                      <a:pt x="4001" y="3272"/>
                      <a:pt x="4001" y="3218"/>
                    </a:cubicBezTo>
                    <a:cubicBezTo>
                      <a:pt x="4001" y="3164"/>
                      <a:pt x="4001" y="3142"/>
                      <a:pt x="4050" y="3142"/>
                    </a:cubicBezTo>
                    <a:close/>
                    <a:moveTo>
                      <a:pt x="1593" y="2528"/>
                    </a:moveTo>
                    <a:cubicBezTo>
                      <a:pt x="1604" y="2588"/>
                      <a:pt x="1598" y="2653"/>
                      <a:pt x="1609" y="2713"/>
                    </a:cubicBezTo>
                    <a:cubicBezTo>
                      <a:pt x="1620" y="2789"/>
                      <a:pt x="1636" y="2865"/>
                      <a:pt x="1653" y="2941"/>
                    </a:cubicBezTo>
                    <a:cubicBezTo>
                      <a:pt x="1669" y="3006"/>
                      <a:pt x="1685" y="3071"/>
                      <a:pt x="1707" y="3131"/>
                    </a:cubicBezTo>
                    <a:cubicBezTo>
                      <a:pt x="1745" y="3207"/>
                      <a:pt x="1778" y="3283"/>
                      <a:pt x="1810" y="3365"/>
                    </a:cubicBezTo>
                    <a:cubicBezTo>
                      <a:pt x="1810" y="3370"/>
                      <a:pt x="1810" y="3376"/>
                      <a:pt x="1816" y="3376"/>
                    </a:cubicBezTo>
                    <a:cubicBezTo>
                      <a:pt x="1740" y="3387"/>
                      <a:pt x="1663" y="3392"/>
                      <a:pt x="1582" y="3392"/>
                    </a:cubicBezTo>
                    <a:cubicBezTo>
                      <a:pt x="1468" y="3392"/>
                      <a:pt x="1354" y="3403"/>
                      <a:pt x="1239" y="3419"/>
                    </a:cubicBezTo>
                    <a:cubicBezTo>
                      <a:pt x="1223" y="3425"/>
                      <a:pt x="1207" y="3425"/>
                      <a:pt x="1185" y="3425"/>
                    </a:cubicBezTo>
                    <a:cubicBezTo>
                      <a:pt x="1185" y="3359"/>
                      <a:pt x="1174" y="3289"/>
                      <a:pt x="1152" y="3224"/>
                    </a:cubicBezTo>
                    <a:cubicBezTo>
                      <a:pt x="1120" y="3099"/>
                      <a:pt x="1082" y="2979"/>
                      <a:pt x="1038" y="2859"/>
                    </a:cubicBezTo>
                    <a:lnTo>
                      <a:pt x="1038" y="2854"/>
                    </a:lnTo>
                    <a:cubicBezTo>
                      <a:pt x="1027" y="2827"/>
                      <a:pt x="979" y="2751"/>
                      <a:pt x="984" y="2729"/>
                    </a:cubicBezTo>
                    <a:cubicBezTo>
                      <a:pt x="995" y="2707"/>
                      <a:pt x="1066" y="2685"/>
                      <a:pt x="1098" y="2669"/>
                    </a:cubicBezTo>
                    <a:lnTo>
                      <a:pt x="1109" y="2664"/>
                    </a:lnTo>
                    <a:cubicBezTo>
                      <a:pt x="1169" y="2647"/>
                      <a:pt x="1223" y="2626"/>
                      <a:pt x="1283" y="2598"/>
                    </a:cubicBezTo>
                    <a:cubicBezTo>
                      <a:pt x="1354" y="2566"/>
                      <a:pt x="1430" y="2550"/>
                      <a:pt x="1506" y="2544"/>
                    </a:cubicBezTo>
                    <a:cubicBezTo>
                      <a:pt x="1533" y="2539"/>
                      <a:pt x="1566" y="2533"/>
                      <a:pt x="1593" y="2528"/>
                    </a:cubicBezTo>
                    <a:close/>
                    <a:moveTo>
                      <a:pt x="3878" y="1106"/>
                    </a:moveTo>
                    <a:cubicBezTo>
                      <a:pt x="3927" y="1106"/>
                      <a:pt x="4004" y="1132"/>
                      <a:pt x="4033" y="1136"/>
                    </a:cubicBezTo>
                    <a:cubicBezTo>
                      <a:pt x="4120" y="1153"/>
                      <a:pt x="4207" y="1158"/>
                      <a:pt x="4294" y="1174"/>
                    </a:cubicBezTo>
                    <a:lnTo>
                      <a:pt x="4349" y="1185"/>
                    </a:lnTo>
                    <a:cubicBezTo>
                      <a:pt x="4327" y="1229"/>
                      <a:pt x="4300" y="1272"/>
                      <a:pt x="4267" y="1316"/>
                    </a:cubicBezTo>
                    <a:cubicBezTo>
                      <a:pt x="4262" y="1321"/>
                      <a:pt x="4251" y="1332"/>
                      <a:pt x="4251" y="1343"/>
                    </a:cubicBezTo>
                    <a:cubicBezTo>
                      <a:pt x="4218" y="1386"/>
                      <a:pt x="4191" y="1424"/>
                      <a:pt x="4164" y="1468"/>
                    </a:cubicBezTo>
                    <a:cubicBezTo>
                      <a:pt x="4142" y="1500"/>
                      <a:pt x="4126" y="1528"/>
                      <a:pt x="4110" y="1560"/>
                    </a:cubicBezTo>
                    <a:cubicBezTo>
                      <a:pt x="4099" y="1566"/>
                      <a:pt x="4088" y="1577"/>
                      <a:pt x="4088" y="1593"/>
                    </a:cubicBezTo>
                    <a:cubicBezTo>
                      <a:pt x="4039" y="1685"/>
                      <a:pt x="3990" y="1783"/>
                      <a:pt x="3936" y="1875"/>
                    </a:cubicBezTo>
                    <a:cubicBezTo>
                      <a:pt x="3870" y="2011"/>
                      <a:pt x="3794" y="2142"/>
                      <a:pt x="3707" y="2272"/>
                    </a:cubicBezTo>
                    <a:cubicBezTo>
                      <a:pt x="3686" y="2310"/>
                      <a:pt x="3669" y="2354"/>
                      <a:pt x="3653" y="2403"/>
                    </a:cubicBezTo>
                    <a:cubicBezTo>
                      <a:pt x="3631" y="2441"/>
                      <a:pt x="3609" y="2484"/>
                      <a:pt x="3599" y="2533"/>
                    </a:cubicBezTo>
                    <a:cubicBezTo>
                      <a:pt x="3576" y="2530"/>
                      <a:pt x="3554" y="2528"/>
                      <a:pt x="3533" y="2528"/>
                    </a:cubicBezTo>
                    <a:cubicBezTo>
                      <a:pt x="3487" y="2528"/>
                      <a:pt x="3442" y="2536"/>
                      <a:pt x="3397" y="2555"/>
                    </a:cubicBezTo>
                    <a:cubicBezTo>
                      <a:pt x="3234" y="2636"/>
                      <a:pt x="3256" y="2859"/>
                      <a:pt x="3256" y="3012"/>
                    </a:cubicBezTo>
                    <a:cubicBezTo>
                      <a:pt x="3251" y="3131"/>
                      <a:pt x="3262" y="3251"/>
                      <a:pt x="3278" y="3370"/>
                    </a:cubicBezTo>
                    <a:cubicBezTo>
                      <a:pt x="3283" y="3403"/>
                      <a:pt x="3289" y="3436"/>
                      <a:pt x="3294" y="3468"/>
                    </a:cubicBezTo>
                    <a:cubicBezTo>
                      <a:pt x="3289" y="3463"/>
                      <a:pt x="3283" y="3457"/>
                      <a:pt x="3278" y="3452"/>
                    </a:cubicBezTo>
                    <a:cubicBezTo>
                      <a:pt x="3289" y="3425"/>
                      <a:pt x="3272" y="3392"/>
                      <a:pt x="3240" y="3387"/>
                    </a:cubicBezTo>
                    <a:cubicBezTo>
                      <a:pt x="3081" y="3361"/>
                      <a:pt x="2918" y="3345"/>
                      <a:pt x="2755" y="3345"/>
                    </a:cubicBezTo>
                    <a:cubicBezTo>
                      <a:pt x="2712" y="3345"/>
                      <a:pt x="2669" y="3346"/>
                      <a:pt x="2626" y="3349"/>
                    </a:cubicBezTo>
                    <a:cubicBezTo>
                      <a:pt x="2658" y="3283"/>
                      <a:pt x="2696" y="3213"/>
                      <a:pt x="2734" y="3147"/>
                    </a:cubicBezTo>
                    <a:lnTo>
                      <a:pt x="2734" y="3142"/>
                    </a:lnTo>
                    <a:cubicBezTo>
                      <a:pt x="2821" y="2984"/>
                      <a:pt x="2897" y="2821"/>
                      <a:pt x="2984" y="2664"/>
                    </a:cubicBezTo>
                    <a:cubicBezTo>
                      <a:pt x="3071" y="2506"/>
                      <a:pt x="3142" y="2332"/>
                      <a:pt x="3245" y="2185"/>
                    </a:cubicBezTo>
                    <a:cubicBezTo>
                      <a:pt x="3338" y="2049"/>
                      <a:pt x="3419" y="1914"/>
                      <a:pt x="3495" y="1767"/>
                    </a:cubicBezTo>
                    <a:cubicBezTo>
                      <a:pt x="3501" y="1761"/>
                      <a:pt x="3506" y="1750"/>
                      <a:pt x="3512" y="1745"/>
                    </a:cubicBezTo>
                    <a:cubicBezTo>
                      <a:pt x="3512" y="1734"/>
                      <a:pt x="3517" y="1723"/>
                      <a:pt x="3517" y="1718"/>
                    </a:cubicBezTo>
                    <a:cubicBezTo>
                      <a:pt x="3582" y="1566"/>
                      <a:pt x="3658" y="1419"/>
                      <a:pt x="3745" y="1283"/>
                    </a:cubicBezTo>
                    <a:cubicBezTo>
                      <a:pt x="3762" y="1256"/>
                      <a:pt x="3783" y="1229"/>
                      <a:pt x="3800" y="1201"/>
                    </a:cubicBezTo>
                    <a:cubicBezTo>
                      <a:pt x="3816" y="1174"/>
                      <a:pt x="3821" y="1125"/>
                      <a:pt x="3843" y="1114"/>
                    </a:cubicBezTo>
                    <a:cubicBezTo>
                      <a:pt x="3851" y="1108"/>
                      <a:pt x="3863" y="1106"/>
                      <a:pt x="3878" y="1106"/>
                    </a:cubicBezTo>
                    <a:close/>
                    <a:moveTo>
                      <a:pt x="3555" y="2673"/>
                    </a:moveTo>
                    <a:cubicBezTo>
                      <a:pt x="3600" y="2673"/>
                      <a:pt x="3650" y="2684"/>
                      <a:pt x="3691" y="2691"/>
                    </a:cubicBezTo>
                    <a:cubicBezTo>
                      <a:pt x="3778" y="2707"/>
                      <a:pt x="3869" y="2715"/>
                      <a:pt x="3957" y="2715"/>
                    </a:cubicBezTo>
                    <a:cubicBezTo>
                      <a:pt x="3985" y="2715"/>
                      <a:pt x="4012" y="2714"/>
                      <a:pt x="4039" y="2713"/>
                    </a:cubicBezTo>
                    <a:lnTo>
                      <a:pt x="4050" y="2718"/>
                    </a:lnTo>
                    <a:cubicBezTo>
                      <a:pt x="4166" y="2718"/>
                      <a:pt x="4279" y="2682"/>
                      <a:pt x="4398" y="2682"/>
                    </a:cubicBezTo>
                    <a:cubicBezTo>
                      <a:pt x="4417" y="2682"/>
                      <a:pt x="4437" y="2683"/>
                      <a:pt x="4457" y="2685"/>
                    </a:cubicBezTo>
                    <a:cubicBezTo>
                      <a:pt x="4528" y="2691"/>
                      <a:pt x="4593" y="2713"/>
                      <a:pt x="4669" y="2718"/>
                    </a:cubicBezTo>
                    <a:cubicBezTo>
                      <a:pt x="4713" y="2721"/>
                      <a:pt x="4756" y="2722"/>
                      <a:pt x="4801" y="2722"/>
                    </a:cubicBezTo>
                    <a:cubicBezTo>
                      <a:pt x="4845" y="2722"/>
                      <a:pt x="4890" y="2721"/>
                      <a:pt x="4936" y="2718"/>
                    </a:cubicBezTo>
                    <a:cubicBezTo>
                      <a:pt x="4986" y="2718"/>
                      <a:pt x="5062" y="2711"/>
                      <a:pt x="5139" y="2711"/>
                    </a:cubicBezTo>
                    <a:cubicBezTo>
                      <a:pt x="5238" y="2711"/>
                      <a:pt x="5338" y="2723"/>
                      <a:pt x="5387" y="2778"/>
                    </a:cubicBezTo>
                    <a:cubicBezTo>
                      <a:pt x="5430" y="2827"/>
                      <a:pt x="5403" y="2897"/>
                      <a:pt x="5387" y="2952"/>
                    </a:cubicBezTo>
                    <a:cubicBezTo>
                      <a:pt x="5371" y="3022"/>
                      <a:pt x="5365" y="3099"/>
                      <a:pt x="5365" y="3169"/>
                    </a:cubicBezTo>
                    <a:lnTo>
                      <a:pt x="5365" y="3408"/>
                    </a:lnTo>
                    <a:cubicBezTo>
                      <a:pt x="5365" y="3474"/>
                      <a:pt x="5376" y="3555"/>
                      <a:pt x="5295" y="3566"/>
                    </a:cubicBezTo>
                    <a:cubicBezTo>
                      <a:pt x="5286" y="3567"/>
                      <a:pt x="5277" y="3567"/>
                      <a:pt x="5268" y="3567"/>
                    </a:cubicBezTo>
                    <a:cubicBezTo>
                      <a:pt x="5225" y="3567"/>
                      <a:pt x="5179" y="3559"/>
                      <a:pt x="5133" y="3559"/>
                    </a:cubicBezTo>
                    <a:cubicBezTo>
                      <a:pt x="5123" y="3559"/>
                      <a:pt x="5114" y="3560"/>
                      <a:pt x="5104" y="3561"/>
                    </a:cubicBezTo>
                    <a:cubicBezTo>
                      <a:pt x="5039" y="3566"/>
                      <a:pt x="4985" y="3571"/>
                      <a:pt x="4930" y="3571"/>
                    </a:cubicBezTo>
                    <a:cubicBezTo>
                      <a:pt x="4963" y="3479"/>
                      <a:pt x="4979" y="3376"/>
                      <a:pt x="4974" y="3278"/>
                    </a:cubicBezTo>
                    <a:cubicBezTo>
                      <a:pt x="4963" y="3224"/>
                      <a:pt x="4947" y="3169"/>
                      <a:pt x="4936" y="3115"/>
                    </a:cubicBezTo>
                    <a:cubicBezTo>
                      <a:pt x="4936" y="3077"/>
                      <a:pt x="4925" y="3044"/>
                      <a:pt x="4903" y="3017"/>
                    </a:cubicBezTo>
                    <a:cubicBezTo>
                      <a:pt x="4875" y="2997"/>
                      <a:pt x="4838" y="2986"/>
                      <a:pt x="4803" y="2986"/>
                    </a:cubicBezTo>
                    <a:cubicBezTo>
                      <a:pt x="4790" y="2986"/>
                      <a:pt x="4779" y="2987"/>
                      <a:pt x="4767" y="2990"/>
                    </a:cubicBezTo>
                    <a:cubicBezTo>
                      <a:pt x="4729" y="2995"/>
                      <a:pt x="4697" y="3012"/>
                      <a:pt x="4664" y="3017"/>
                    </a:cubicBezTo>
                    <a:cubicBezTo>
                      <a:pt x="4642" y="3020"/>
                      <a:pt x="4621" y="3021"/>
                      <a:pt x="4599" y="3021"/>
                    </a:cubicBezTo>
                    <a:cubicBezTo>
                      <a:pt x="4578" y="3021"/>
                      <a:pt x="4558" y="3020"/>
                      <a:pt x="4539" y="3017"/>
                    </a:cubicBezTo>
                    <a:cubicBezTo>
                      <a:pt x="4468" y="3017"/>
                      <a:pt x="4392" y="3022"/>
                      <a:pt x="4322" y="3022"/>
                    </a:cubicBezTo>
                    <a:cubicBezTo>
                      <a:pt x="4245" y="3017"/>
                      <a:pt x="4164" y="3006"/>
                      <a:pt x="4088" y="2995"/>
                    </a:cubicBezTo>
                    <a:cubicBezTo>
                      <a:pt x="4070" y="2993"/>
                      <a:pt x="4053" y="2992"/>
                      <a:pt x="4035" y="2992"/>
                    </a:cubicBezTo>
                    <a:cubicBezTo>
                      <a:pt x="3966" y="2992"/>
                      <a:pt x="3900" y="3013"/>
                      <a:pt x="3865" y="3082"/>
                    </a:cubicBezTo>
                    <a:cubicBezTo>
                      <a:pt x="3838" y="3169"/>
                      <a:pt x="3832" y="3256"/>
                      <a:pt x="3849" y="3343"/>
                    </a:cubicBezTo>
                    <a:cubicBezTo>
                      <a:pt x="3849" y="3370"/>
                      <a:pt x="3854" y="3398"/>
                      <a:pt x="3854" y="3430"/>
                    </a:cubicBezTo>
                    <a:lnTo>
                      <a:pt x="3843" y="3436"/>
                    </a:lnTo>
                    <a:cubicBezTo>
                      <a:pt x="3827" y="3446"/>
                      <a:pt x="3827" y="3474"/>
                      <a:pt x="3843" y="3484"/>
                    </a:cubicBezTo>
                    <a:lnTo>
                      <a:pt x="3860" y="3490"/>
                    </a:lnTo>
                    <a:lnTo>
                      <a:pt x="3860" y="3528"/>
                    </a:lnTo>
                    <a:cubicBezTo>
                      <a:pt x="3860" y="3579"/>
                      <a:pt x="3843" y="3590"/>
                      <a:pt x="3808" y="3590"/>
                    </a:cubicBezTo>
                    <a:cubicBezTo>
                      <a:pt x="3798" y="3590"/>
                      <a:pt x="3786" y="3589"/>
                      <a:pt x="3773" y="3588"/>
                    </a:cubicBezTo>
                    <a:cubicBezTo>
                      <a:pt x="3713" y="3579"/>
                      <a:pt x="3653" y="3575"/>
                      <a:pt x="3593" y="3575"/>
                    </a:cubicBezTo>
                    <a:cubicBezTo>
                      <a:pt x="3544" y="3575"/>
                      <a:pt x="3495" y="3577"/>
                      <a:pt x="3446" y="3582"/>
                    </a:cubicBezTo>
                    <a:cubicBezTo>
                      <a:pt x="3446" y="3550"/>
                      <a:pt x="3452" y="3523"/>
                      <a:pt x="3452" y="3490"/>
                    </a:cubicBezTo>
                    <a:cubicBezTo>
                      <a:pt x="3446" y="3408"/>
                      <a:pt x="3441" y="3327"/>
                      <a:pt x="3430" y="3245"/>
                    </a:cubicBezTo>
                    <a:cubicBezTo>
                      <a:pt x="3425" y="3164"/>
                      <a:pt x="3430" y="3082"/>
                      <a:pt x="3430" y="3001"/>
                    </a:cubicBezTo>
                    <a:cubicBezTo>
                      <a:pt x="3425" y="2925"/>
                      <a:pt x="3425" y="2848"/>
                      <a:pt x="3430" y="2772"/>
                    </a:cubicBezTo>
                    <a:cubicBezTo>
                      <a:pt x="3440" y="2694"/>
                      <a:pt x="3493" y="2673"/>
                      <a:pt x="3555" y="2673"/>
                    </a:cubicBezTo>
                    <a:close/>
                    <a:moveTo>
                      <a:pt x="4767" y="3566"/>
                    </a:moveTo>
                    <a:lnTo>
                      <a:pt x="4756" y="3599"/>
                    </a:lnTo>
                    <a:cubicBezTo>
                      <a:pt x="4729" y="3648"/>
                      <a:pt x="4751" y="3702"/>
                      <a:pt x="4800" y="3718"/>
                    </a:cubicBezTo>
                    <a:cubicBezTo>
                      <a:pt x="4879" y="3737"/>
                      <a:pt x="4962" y="3741"/>
                      <a:pt x="5045" y="3741"/>
                    </a:cubicBezTo>
                    <a:cubicBezTo>
                      <a:pt x="5107" y="3741"/>
                      <a:pt x="5169" y="3739"/>
                      <a:pt x="5229" y="3739"/>
                    </a:cubicBezTo>
                    <a:cubicBezTo>
                      <a:pt x="5249" y="3739"/>
                      <a:pt x="5269" y="3739"/>
                      <a:pt x="5289" y="3740"/>
                    </a:cubicBezTo>
                    <a:cubicBezTo>
                      <a:pt x="5298" y="3741"/>
                      <a:pt x="5307" y="3741"/>
                      <a:pt x="5315" y="3741"/>
                    </a:cubicBezTo>
                    <a:cubicBezTo>
                      <a:pt x="5408" y="3741"/>
                      <a:pt x="5488" y="3688"/>
                      <a:pt x="5517" y="3599"/>
                    </a:cubicBezTo>
                    <a:cubicBezTo>
                      <a:pt x="5517" y="3604"/>
                      <a:pt x="5517" y="3610"/>
                      <a:pt x="5517" y="3610"/>
                    </a:cubicBezTo>
                    <a:cubicBezTo>
                      <a:pt x="5534" y="3664"/>
                      <a:pt x="5545" y="3718"/>
                      <a:pt x="5550" y="3773"/>
                    </a:cubicBezTo>
                    <a:cubicBezTo>
                      <a:pt x="5545" y="3849"/>
                      <a:pt x="5452" y="3843"/>
                      <a:pt x="5392" y="3854"/>
                    </a:cubicBezTo>
                    <a:cubicBezTo>
                      <a:pt x="5341" y="3862"/>
                      <a:pt x="5286" y="3867"/>
                      <a:pt x="5231" y="3867"/>
                    </a:cubicBezTo>
                    <a:cubicBezTo>
                      <a:pt x="5210" y="3867"/>
                      <a:pt x="5190" y="3866"/>
                      <a:pt x="5170" y="3865"/>
                    </a:cubicBezTo>
                    <a:cubicBezTo>
                      <a:pt x="5136" y="3866"/>
                      <a:pt x="5103" y="3867"/>
                      <a:pt x="5069" y="3867"/>
                    </a:cubicBezTo>
                    <a:cubicBezTo>
                      <a:pt x="4961" y="3867"/>
                      <a:pt x="4852" y="3860"/>
                      <a:pt x="4740" y="3843"/>
                    </a:cubicBezTo>
                    <a:cubicBezTo>
                      <a:pt x="4659" y="3827"/>
                      <a:pt x="4659" y="3756"/>
                      <a:pt x="4659" y="3680"/>
                    </a:cubicBezTo>
                    <a:lnTo>
                      <a:pt x="4664" y="3680"/>
                    </a:lnTo>
                    <a:cubicBezTo>
                      <a:pt x="4664" y="3642"/>
                      <a:pt x="4664" y="3604"/>
                      <a:pt x="4669" y="3566"/>
                    </a:cubicBezTo>
                    <a:close/>
                    <a:moveTo>
                      <a:pt x="3300" y="3506"/>
                    </a:moveTo>
                    <a:cubicBezTo>
                      <a:pt x="3305" y="3544"/>
                      <a:pt x="3311" y="3577"/>
                      <a:pt x="3316" y="3615"/>
                    </a:cubicBezTo>
                    <a:cubicBezTo>
                      <a:pt x="3267" y="3669"/>
                      <a:pt x="3305" y="3762"/>
                      <a:pt x="3381" y="3762"/>
                    </a:cubicBezTo>
                    <a:cubicBezTo>
                      <a:pt x="3469" y="3754"/>
                      <a:pt x="3556" y="3749"/>
                      <a:pt x="3642" y="3749"/>
                    </a:cubicBezTo>
                    <a:cubicBezTo>
                      <a:pt x="3673" y="3749"/>
                      <a:pt x="3704" y="3749"/>
                      <a:pt x="3734" y="3751"/>
                    </a:cubicBezTo>
                    <a:cubicBezTo>
                      <a:pt x="3768" y="3756"/>
                      <a:pt x="3804" y="3761"/>
                      <a:pt x="3840" y="3761"/>
                    </a:cubicBezTo>
                    <a:cubicBezTo>
                      <a:pt x="3885" y="3761"/>
                      <a:pt x="3929" y="3752"/>
                      <a:pt x="3963" y="3718"/>
                    </a:cubicBezTo>
                    <a:cubicBezTo>
                      <a:pt x="4006" y="3669"/>
                      <a:pt x="4028" y="3610"/>
                      <a:pt x="4023" y="3539"/>
                    </a:cubicBezTo>
                    <a:lnTo>
                      <a:pt x="4023" y="3539"/>
                    </a:lnTo>
                    <a:lnTo>
                      <a:pt x="4088" y="3550"/>
                    </a:lnTo>
                    <a:cubicBezTo>
                      <a:pt x="4077" y="3555"/>
                      <a:pt x="4072" y="3561"/>
                      <a:pt x="4066" y="3566"/>
                    </a:cubicBezTo>
                    <a:cubicBezTo>
                      <a:pt x="4044" y="3599"/>
                      <a:pt x="4028" y="3637"/>
                      <a:pt x="4028" y="3675"/>
                    </a:cubicBezTo>
                    <a:cubicBezTo>
                      <a:pt x="4023" y="3724"/>
                      <a:pt x="4061" y="3789"/>
                      <a:pt x="4050" y="3832"/>
                    </a:cubicBezTo>
                    <a:lnTo>
                      <a:pt x="4044" y="3832"/>
                    </a:lnTo>
                    <a:cubicBezTo>
                      <a:pt x="4033" y="3870"/>
                      <a:pt x="3949" y="3880"/>
                      <a:pt x="3859" y="3880"/>
                    </a:cubicBezTo>
                    <a:cubicBezTo>
                      <a:pt x="3768" y="3880"/>
                      <a:pt x="3672" y="3870"/>
                      <a:pt x="3637" y="3870"/>
                    </a:cubicBezTo>
                    <a:cubicBezTo>
                      <a:pt x="3578" y="3870"/>
                      <a:pt x="3515" y="3878"/>
                      <a:pt x="3455" y="3878"/>
                    </a:cubicBezTo>
                    <a:cubicBezTo>
                      <a:pt x="3381" y="3878"/>
                      <a:pt x="3310" y="3867"/>
                      <a:pt x="3251" y="3816"/>
                    </a:cubicBezTo>
                    <a:cubicBezTo>
                      <a:pt x="3180" y="3751"/>
                      <a:pt x="3180" y="3631"/>
                      <a:pt x="3175" y="3528"/>
                    </a:cubicBezTo>
                    <a:lnTo>
                      <a:pt x="3218" y="3528"/>
                    </a:lnTo>
                    <a:cubicBezTo>
                      <a:pt x="3240" y="3528"/>
                      <a:pt x="3267" y="3528"/>
                      <a:pt x="3289" y="3517"/>
                    </a:cubicBezTo>
                    <a:cubicBezTo>
                      <a:pt x="3294" y="3517"/>
                      <a:pt x="3300" y="3512"/>
                      <a:pt x="3300" y="3506"/>
                    </a:cubicBezTo>
                    <a:close/>
                    <a:moveTo>
                      <a:pt x="3071" y="3517"/>
                    </a:moveTo>
                    <a:cubicBezTo>
                      <a:pt x="3077" y="3533"/>
                      <a:pt x="3088" y="3544"/>
                      <a:pt x="3109" y="3550"/>
                    </a:cubicBezTo>
                    <a:lnTo>
                      <a:pt x="3104" y="3550"/>
                    </a:lnTo>
                    <a:cubicBezTo>
                      <a:pt x="3109" y="3555"/>
                      <a:pt x="3115" y="3561"/>
                      <a:pt x="3120" y="3561"/>
                    </a:cubicBezTo>
                    <a:cubicBezTo>
                      <a:pt x="3109" y="3669"/>
                      <a:pt x="3099" y="3783"/>
                      <a:pt x="3175" y="3865"/>
                    </a:cubicBezTo>
                    <a:cubicBezTo>
                      <a:pt x="3274" y="3964"/>
                      <a:pt x="3387" y="3974"/>
                      <a:pt x="3508" y="3974"/>
                    </a:cubicBezTo>
                    <a:cubicBezTo>
                      <a:pt x="3539" y="3974"/>
                      <a:pt x="3571" y="3974"/>
                      <a:pt x="3604" y="3974"/>
                    </a:cubicBezTo>
                    <a:cubicBezTo>
                      <a:pt x="3702" y="3974"/>
                      <a:pt x="3794" y="3979"/>
                      <a:pt x="3892" y="3979"/>
                    </a:cubicBezTo>
                    <a:cubicBezTo>
                      <a:pt x="3915" y="3983"/>
                      <a:pt x="3937" y="3984"/>
                      <a:pt x="3960" y="3984"/>
                    </a:cubicBezTo>
                    <a:cubicBezTo>
                      <a:pt x="4010" y="3984"/>
                      <a:pt x="4060" y="3976"/>
                      <a:pt x="4104" y="3957"/>
                    </a:cubicBezTo>
                    <a:cubicBezTo>
                      <a:pt x="4142" y="3930"/>
                      <a:pt x="4169" y="3887"/>
                      <a:pt x="4169" y="3838"/>
                    </a:cubicBezTo>
                    <a:cubicBezTo>
                      <a:pt x="4169" y="3800"/>
                      <a:pt x="4164" y="3767"/>
                      <a:pt x="4158" y="3729"/>
                    </a:cubicBezTo>
                    <a:cubicBezTo>
                      <a:pt x="4153" y="3691"/>
                      <a:pt x="4158" y="3658"/>
                      <a:pt x="4164" y="3620"/>
                    </a:cubicBezTo>
                    <a:cubicBezTo>
                      <a:pt x="4175" y="3599"/>
                      <a:pt x="4169" y="3577"/>
                      <a:pt x="4153" y="3566"/>
                    </a:cubicBezTo>
                    <a:lnTo>
                      <a:pt x="4148" y="3561"/>
                    </a:lnTo>
                    <a:cubicBezTo>
                      <a:pt x="4197" y="3561"/>
                      <a:pt x="4240" y="3566"/>
                      <a:pt x="4284" y="3566"/>
                    </a:cubicBezTo>
                    <a:lnTo>
                      <a:pt x="4621" y="3571"/>
                    </a:lnTo>
                    <a:cubicBezTo>
                      <a:pt x="4582" y="3680"/>
                      <a:pt x="4550" y="3811"/>
                      <a:pt x="4621" y="3892"/>
                    </a:cubicBezTo>
                    <a:cubicBezTo>
                      <a:pt x="4665" y="3931"/>
                      <a:pt x="4717" y="3953"/>
                      <a:pt x="4771" y="3953"/>
                    </a:cubicBezTo>
                    <a:cubicBezTo>
                      <a:pt x="4777" y="3953"/>
                      <a:pt x="4783" y="3953"/>
                      <a:pt x="4789" y="3952"/>
                    </a:cubicBezTo>
                    <a:cubicBezTo>
                      <a:pt x="4903" y="3963"/>
                      <a:pt x="5023" y="3979"/>
                      <a:pt x="5137" y="3979"/>
                    </a:cubicBezTo>
                    <a:cubicBezTo>
                      <a:pt x="5163" y="3981"/>
                      <a:pt x="5189" y="3981"/>
                      <a:pt x="5215" y="3981"/>
                    </a:cubicBezTo>
                    <a:cubicBezTo>
                      <a:pt x="5287" y="3981"/>
                      <a:pt x="5357" y="3976"/>
                      <a:pt x="5425" y="3968"/>
                    </a:cubicBezTo>
                    <a:cubicBezTo>
                      <a:pt x="5501" y="3952"/>
                      <a:pt x="5572" y="3957"/>
                      <a:pt x="5626" y="3903"/>
                    </a:cubicBezTo>
                    <a:cubicBezTo>
                      <a:pt x="5670" y="3854"/>
                      <a:pt x="5681" y="3794"/>
                      <a:pt x="5664" y="3735"/>
                    </a:cubicBezTo>
                    <a:cubicBezTo>
                      <a:pt x="5653" y="3669"/>
                      <a:pt x="5648" y="3599"/>
                      <a:pt x="5637" y="3539"/>
                    </a:cubicBezTo>
                    <a:lnTo>
                      <a:pt x="5648" y="3523"/>
                    </a:lnTo>
                    <a:lnTo>
                      <a:pt x="5729" y="3523"/>
                    </a:lnTo>
                    <a:cubicBezTo>
                      <a:pt x="5876" y="3528"/>
                      <a:pt x="6018" y="3533"/>
                      <a:pt x="6164" y="3539"/>
                    </a:cubicBezTo>
                    <a:cubicBezTo>
                      <a:pt x="6213" y="3541"/>
                      <a:pt x="6261" y="3541"/>
                      <a:pt x="6308" y="3541"/>
                    </a:cubicBezTo>
                    <a:cubicBezTo>
                      <a:pt x="6402" y="3541"/>
                      <a:pt x="6494" y="3539"/>
                      <a:pt x="6588" y="3539"/>
                    </a:cubicBezTo>
                    <a:cubicBezTo>
                      <a:pt x="6719" y="3539"/>
                      <a:pt x="6855" y="3544"/>
                      <a:pt x="6985" y="3566"/>
                    </a:cubicBezTo>
                    <a:cubicBezTo>
                      <a:pt x="7045" y="3572"/>
                      <a:pt x="7104" y="3575"/>
                      <a:pt x="7162" y="3575"/>
                    </a:cubicBezTo>
                    <a:cubicBezTo>
                      <a:pt x="7349" y="3575"/>
                      <a:pt x="7533" y="3550"/>
                      <a:pt x="7719" y="3550"/>
                    </a:cubicBezTo>
                    <a:cubicBezTo>
                      <a:pt x="7741" y="3547"/>
                      <a:pt x="7762" y="3546"/>
                      <a:pt x="7784" y="3546"/>
                    </a:cubicBezTo>
                    <a:cubicBezTo>
                      <a:pt x="7806" y="3546"/>
                      <a:pt x="7828" y="3547"/>
                      <a:pt x="7849" y="3550"/>
                    </a:cubicBezTo>
                    <a:cubicBezTo>
                      <a:pt x="7915" y="3561"/>
                      <a:pt x="7887" y="3588"/>
                      <a:pt x="7893" y="3642"/>
                    </a:cubicBezTo>
                    <a:cubicBezTo>
                      <a:pt x="7898" y="3773"/>
                      <a:pt x="7947" y="3898"/>
                      <a:pt x="7958" y="4028"/>
                    </a:cubicBezTo>
                    <a:cubicBezTo>
                      <a:pt x="7980" y="4300"/>
                      <a:pt x="7958" y="4572"/>
                      <a:pt x="7958" y="4843"/>
                    </a:cubicBezTo>
                    <a:lnTo>
                      <a:pt x="7958" y="5708"/>
                    </a:lnTo>
                    <a:cubicBezTo>
                      <a:pt x="7958" y="5996"/>
                      <a:pt x="7980" y="6289"/>
                      <a:pt x="7947" y="6572"/>
                    </a:cubicBezTo>
                    <a:lnTo>
                      <a:pt x="7942" y="6572"/>
                    </a:lnTo>
                    <a:cubicBezTo>
                      <a:pt x="7931" y="6692"/>
                      <a:pt x="7898" y="6806"/>
                      <a:pt x="7887" y="6920"/>
                    </a:cubicBezTo>
                    <a:cubicBezTo>
                      <a:pt x="7882" y="7039"/>
                      <a:pt x="7887" y="7154"/>
                      <a:pt x="7893" y="7273"/>
                    </a:cubicBezTo>
                    <a:cubicBezTo>
                      <a:pt x="7898" y="7398"/>
                      <a:pt x="7947" y="7659"/>
                      <a:pt x="7822" y="7746"/>
                    </a:cubicBezTo>
                    <a:cubicBezTo>
                      <a:pt x="7746" y="7801"/>
                      <a:pt x="7627" y="7801"/>
                      <a:pt x="7518" y="7801"/>
                    </a:cubicBezTo>
                    <a:cubicBezTo>
                      <a:pt x="7507" y="7795"/>
                      <a:pt x="7491" y="7795"/>
                      <a:pt x="7480" y="7795"/>
                    </a:cubicBezTo>
                    <a:cubicBezTo>
                      <a:pt x="7458" y="7795"/>
                      <a:pt x="7409" y="7790"/>
                      <a:pt x="7382" y="7790"/>
                    </a:cubicBezTo>
                    <a:cubicBezTo>
                      <a:pt x="7333" y="7795"/>
                      <a:pt x="7284" y="7801"/>
                      <a:pt x="7235" y="7801"/>
                    </a:cubicBezTo>
                    <a:cubicBezTo>
                      <a:pt x="7193" y="7802"/>
                      <a:pt x="7151" y="7803"/>
                      <a:pt x="7109" y="7803"/>
                    </a:cubicBezTo>
                    <a:cubicBezTo>
                      <a:pt x="7024" y="7803"/>
                      <a:pt x="6938" y="7801"/>
                      <a:pt x="6855" y="7801"/>
                    </a:cubicBezTo>
                    <a:cubicBezTo>
                      <a:pt x="6768" y="7801"/>
                      <a:pt x="6688" y="7796"/>
                      <a:pt x="6609" y="7796"/>
                    </a:cubicBezTo>
                    <a:cubicBezTo>
                      <a:pt x="6570" y="7796"/>
                      <a:pt x="6530" y="7797"/>
                      <a:pt x="6490" y="7801"/>
                    </a:cubicBezTo>
                    <a:cubicBezTo>
                      <a:pt x="6371" y="7811"/>
                      <a:pt x="6268" y="7839"/>
                      <a:pt x="6153" y="7839"/>
                    </a:cubicBezTo>
                    <a:cubicBezTo>
                      <a:pt x="6034" y="7833"/>
                      <a:pt x="5914" y="7817"/>
                      <a:pt x="5789" y="7811"/>
                    </a:cubicBezTo>
                    <a:cubicBezTo>
                      <a:pt x="5670" y="7811"/>
                      <a:pt x="5550" y="7817"/>
                      <a:pt x="5430" y="7839"/>
                    </a:cubicBezTo>
                    <a:cubicBezTo>
                      <a:pt x="5347" y="7842"/>
                      <a:pt x="5263" y="7843"/>
                      <a:pt x="5179" y="7843"/>
                    </a:cubicBezTo>
                    <a:cubicBezTo>
                      <a:pt x="5011" y="7843"/>
                      <a:pt x="4842" y="7839"/>
                      <a:pt x="4675" y="7839"/>
                    </a:cubicBezTo>
                    <a:lnTo>
                      <a:pt x="3908" y="7839"/>
                    </a:lnTo>
                    <a:cubicBezTo>
                      <a:pt x="3761" y="7839"/>
                      <a:pt x="3610" y="7830"/>
                      <a:pt x="3460" y="7830"/>
                    </a:cubicBezTo>
                    <a:cubicBezTo>
                      <a:pt x="3366" y="7830"/>
                      <a:pt x="3272" y="7834"/>
                      <a:pt x="3180" y="7844"/>
                    </a:cubicBezTo>
                    <a:cubicBezTo>
                      <a:pt x="3060" y="7855"/>
                      <a:pt x="2946" y="7882"/>
                      <a:pt x="2832" y="7882"/>
                    </a:cubicBezTo>
                    <a:cubicBezTo>
                      <a:pt x="2810" y="7883"/>
                      <a:pt x="2788" y="7883"/>
                      <a:pt x="2766" y="7883"/>
                    </a:cubicBezTo>
                    <a:cubicBezTo>
                      <a:pt x="2667" y="7883"/>
                      <a:pt x="2565" y="7875"/>
                      <a:pt x="2463" y="7866"/>
                    </a:cubicBezTo>
                    <a:cubicBezTo>
                      <a:pt x="2439" y="7865"/>
                      <a:pt x="2416" y="7864"/>
                      <a:pt x="2393" y="7864"/>
                    </a:cubicBezTo>
                    <a:cubicBezTo>
                      <a:pt x="2182" y="7864"/>
                      <a:pt x="1971" y="7904"/>
                      <a:pt x="1756" y="7909"/>
                    </a:cubicBezTo>
                    <a:cubicBezTo>
                      <a:pt x="1620" y="7915"/>
                      <a:pt x="1484" y="7915"/>
                      <a:pt x="1348" y="7915"/>
                    </a:cubicBezTo>
                    <a:cubicBezTo>
                      <a:pt x="1212" y="7915"/>
                      <a:pt x="1087" y="7893"/>
                      <a:pt x="951" y="7887"/>
                    </a:cubicBezTo>
                    <a:cubicBezTo>
                      <a:pt x="871" y="7887"/>
                      <a:pt x="791" y="7896"/>
                      <a:pt x="709" y="7896"/>
                    </a:cubicBezTo>
                    <a:cubicBezTo>
                      <a:pt x="658" y="7896"/>
                      <a:pt x="607" y="7892"/>
                      <a:pt x="555" y="7882"/>
                    </a:cubicBezTo>
                    <a:cubicBezTo>
                      <a:pt x="536" y="7878"/>
                      <a:pt x="515" y="7877"/>
                      <a:pt x="491" y="7877"/>
                    </a:cubicBezTo>
                    <a:cubicBezTo>
                      <a:pt x="444" y="7877"/>
                      <a:pt x="390" y="7882"/>
                      <a:pt x="343" y="7882"/>
                    </a:cubicBezTo>
                    <a:cubicBezTo>
                      <a:pt x="332" y="7822"/>
                      <a:pt x="332" y="7762"/>
                      <a:pt x="332" y="7697"/>
                    </a:cubicBezTo>
                    <a:cubicBezTo>
                      <a:pt x="332" y="7578"/>
                      <a:pt x="332" y="7453"/>
                      <a:pt x="326" y="7328"/>
                    </a:cubicBezTo>
                    <a:cubicBezTo>
                      <a:pt x="326" y="7056"/>
                      <a:pt x="326" y="6789"/>
                      <a:pt x="321" y="6518"/>
                    </a:cubicBezTo>
                    <a:cubicBezTo>
                      <a:pt x="321" y="6251"/>
                      <a:pt x="348" y="6007"/>
                      <a:pt x="348" y="5746"/>
                    </a:cubicBezTo>
                    <a:cubicBezTo>
                      <a:pt x="348" y="5632"/>
                      <a:pt x="359" y="5517"/>
                      <a:pt x="375" y="5403"/>
                    </a:cubicBezTo>
                    <a:cubicBezTo>
                      <a:pt x="381" y="5278"/>
                      <a:pt x="381" y="5148"/>
                      <a:pt x="375" y="5017"/>
                    </a:cubicBezTo>
                    <a:cubicBezTo>
                      <a:pt x="375" y="4784"/>
                      <a:pt x="413" y="4534"/>
                      <a:pt x="364" y="4300"/>
                    </a:cubicBezTo>
                    <a:cubicBezTo>
                      <a:pt x="343" y="4186"/>
                      <a:pt x="337" y="4066"/>
                      <a:pt x="348" y="3952"/>
                    </a:cubicBezTo>
                    <a:cubicBezTo>
                      <a:pt x="353" y="3892"/>
                      <a:pt x="348" y="3832"/>
                      <a:pt x="343" y="3773"/>
                    </a:cubicBezTo>
                    <a:cubicBezTo>
                      <a:pt x="343" y="3756"/>
                      <a:pt x="337" y="3735"/>
                      <a:pt x="332" y="3718"/>
                    </a:cubicBezTo>
                    <a:cubicBezTo>
                      <a:pt x="326" y="3702"/>
                      <a:pt x="321" y="3686"/>
                      <a:pt x="315" y="3664"/>
                    </a:cubicBezTo>
                    <a:lnTo>
                      <a:pt x="375" y="3664"/>
                    </a:lnTo>
                    <a:cubicBezTo>
                      <a:pt x="413" y="3664"/>
                      <a:pt x="451" y="3669"/>
                      <a:pt x="489" y="3669"/>
                    </a:cubicBezTo>
                    <a:cubicBezTo>
                      <a:pt x="591" y="3669"/>
                      <a:pt x="688" y="3636"/>
                      <a:pt x="788" y="3636"/>
                    </a:cubicBezTo>
                    <a:cubicBezTo>
                      <a:pt x="796" y="3636"/>
                      <a:pt x="803" y="3636"/>
                      <a:pt x="810" y="3637"/>
                    </a:cubicBezTo>
                    <a:cubicBezTo>
                      <a:pt x="886" y="3637"/>
                      <a:pt x="967" y="3639"/>
                      <a:pt x="1048" y="3639"/>
                    </a:cubicBezTo>
                    <a:cubicBezTo>
                      <a:pt x="1088" y="3639"/>
                      <a:pt x="1129" y="3638"/>
                      <a:pt x="1169" y="3637"/>
                    </a:cubicBezTo>
                    <a:cubicBezTo>
                      <a:pt x="1288" y="3631"/>
                      <a:pt x="1408" y="3604"/>
                      <a:pt x="1533" y="3604"/>
                    </a:cubicBezTo>
                    <a:cubicBezTo>
                      <a:pt x="1674" y="3604"/>
                      <a:pt x="1810" y="3571"/>
                      <a:pt x="1946" y="3571"/>
                    </a:cubicBezTo>
                    <a:cubicBezTo>
                      <a:pt x="1978" y="3570"/>
                      <a:pt x="2011" y="3570"/>
                      <a:pt x="2044" y="3570"/>
                    </a:cubicBezTo>
                    <a:cubicBezTo>
                      <a:pt x="2102" y="3570"/>
                      <a:pt x="2162" y="3571"/>
                      <a:pt x="2222" y="3571"/>
                    </a:cubicBezTo>
                    <a:cubicBezTo>
                      <a:pt x="2277" y="3571"/>
                      <a:pt x="2332" y="3570"/>
                      <a:pt x="2386" y="3566"/>
                    </a:cubicBezTo>
                    <a:cubicBezTo>
                      <a:pt x="2533" y="3550"/>
                      <a:pt x="2669" y="3533"/>
                      <a:pt x="2816" y="3533"/>
                    </a:cubicBezTo>
                    <a:cubicBezTo>
                      <a:pt x="2897" y="3533"/>
                      <a:pt x="2984" y="3523"/>
                      <a:pt x="3071" y="3517"/>
                    </a:cubicBezTo>
                    <a:close/>
                    <a:moveTo>
                      <a:pt x="6675" y="8034"/>
                    </a:moveTo>
                    <a:cubicBezTo>
                      <a:pt x="6751" y="8034"/>
                      <a:pt x="6822" y="8040"/>
                      <a:pt x="6893" y="8040"/>
                    </a:cubicBezTo>
                    <a:cubicBezTo>
                      <a:pt x="6947" y="8040"/>
                      <a:pt x="7007" y="8040"/>
                      <a:pt x="7061" y="8045"/>
                    </a:cubicBezTo>
                    <a:lnTo>
                      <a:pt x="7355" y="8045"/>
                    </a:lnTo>
                    <a:cubicBezTo>
                      <a:pt x="7344" y="8067"/>
                      <a:pt x="7338" y="8089"/>
                      <a:pt x="7338" y="8110"/>
                    </a:cubicBezTo>
                    <a:lnTo>
                      <a:pt x="7333" y="8110"/>
                    </a:lnTo>
                    <a:cubicBezTo>
                      <a:pt x="7328" y="8138"/>
                      <a:pt x="7333" y="8176"/>
                      <a:pt x="7333" y="8208"/>
                    </a:cubicBezTo>
                    <a:lnTo>
                      <a:pt x="7333" y="8214"/>
                    </a:lnTo>
                    <a:lnTo>
                      <a:pt x="7257" y="8214"/>
                    </a:lnTo>
                    <a:cubicBezTo>
                      <a:pt x="7213" y="8208"/>
                      <a:pt x="7164" y="8197"/>
                      <a:pt x="7116" y="8192"/>
                    </a:cubicBezTo>
                    <a:cubicBezTo>
                      <a:pt x="7018" y="8181"/>
                      <a:pt x="6925" y="8186"/>
                      <a:pt x="6833" y="8176"/>
                    </a:cubicBezTo>
                    <a:cubicBezTo>
                      <a:pt x="6807" y="8169"/>
                      <a:pt x="6780" y="8167"/>
                      <a:pt x="6753" y="8167"/>
                    </a:cubicBezTo>
                    <a:cubicBezTo>
                      <a:pt x="6734" y="8167"/>
                      <a:pt x="6715" y="8168"/>
                      <a:pt x="6697" y="8170"/>
                    </a:cubicBezTo>
                    <a:cubicBezTo>
                      <a:pt x="6686" y="8127"/>
                      <a:pt x="6681" y="8078"/>
                      <a:pt x="6675" y="8034"/>
                    </a:cubicBezTo>
                    <a:close/>
                    <a:moveTo>
                      <a:pt x="951" y="8067"/>
                    </a:moveTo>
                    <a:cubicBezTo>
                      <a:pt x="1071" y="8078"/>
                      <a:pt x="1185" y="8099"/>
                      <a:pt x="1310" y="8105"/>
                    </a:cubicBezTo>
                    <a:lnTo>
                      <a:pt x="1462" y="8105"/>
                    </a:lnTo>
                    <a:cubicBezTo>
                      <a:pt x="1451" y="8138"/>
                      <a:pt x="1441" y="8170"/>
                      <a:pt x="1435" y="8208"/>
                    </a:cubicBezTo>
                    <a:lnTo>
                      <a:pt x="1435" y="8214"/>
                    </a:lnTo>
                    <a:cubicBezTo>
                      <a:pt x="1425" y="8248"/>
                      <a:pt x="1429" y="8274"/>
                      <a:pt x="1401" y="8274"/>
                    </a:cubicBezTo>
                    <a:cubicBezTo>
                      <a:pt x="1398" y="8274"/>
                      <a:pt x="1395" y="8274"/>
                      <a:pt x="1392" y="8273"/>
                    </a:cubicBezTo>
                    <a:cubicBezTo>
                      <a:pt x="1348" y="8268"/>
                      <a:pt x="1321" y="8235"/>
                      <a:pt x="1288" y="8224"/>
                    </a:cubicBezTo>
                    <a:cubicBezTo>
                      <a:pt x="1269" y="8222"/>
                      <a:pt x="1250" y="8220"/>
                      <a:pt x="1232" y="8220"/>
                    </a:cubicBezTo>
                    <a:cubicBezTo>
                      <a:pt x="1214" y="8220"/>
                      <a:pt x="1196" y="8222"/>
                      <a:pt x="1180" y="8224"/>
                    </a:cubicBezTo>
                    <a:cubicBezTo>
                      <a:pt x="1125" y="8241"/>
                      <a:pt x="1071" y="8252"/>
                      <a:pt x="1022" y="8252"/>
                    </a:cubicBezTo>
                    <a:cubicBezTo>
                      <a:pt x="973" y="8246"/>
                      <a:pt x="930" y="8230"/>
                      <a:pt x="886" y="8224"/>
                    </a:cubicBezTo>
                    <a:cubicBezTo>
                      <a:pt x="821" y="8219"/>
                      <a:pt x="788" y="8208"/>
                      <a:pt x="777" y="8138"/>
                    </a:cubicBezTo>
                    <a:cubicBezTo>
                      <a:pt x="777" y="8116"/>
                      <a:pt x="777" y="8094"/>
                      <a:pt x="777" y="8067"/>
                    </a:cubicBezTo>
                    <a:close/>
                    <a:moveTo>
                      <a:pt x="2561" y="0"/>
                    </a:moveTo>
                    <a:cubicBezTo>
                      <a:pt x="2551" y="0"/>
                      <a:pt x="2541" y="6"/>
                      <a:pt x="2539" y="16"/>
                    </a:cubicBezTo>
                    <a:cubicBezTo>
                      <a:pt x="2539" y="22"/>
                      <a:pt x="2539" y="22"/>
                      <a:pt x="2539" y="27"/>
                    </a:cubicBezTo>
                    <a:cubicBezTo>
                      <a:pt x="2517" y="44"/>
                      <a:pt x="2506" y="71"/>
                      <a:pt x="2501" y="103"/>
                    </a:cubicBezTo>
                    <a:cubicBezTo>
                      <a:pt x="2495" y="147"/>
                      <a:pt x="2511" y="190"/>
                      <a:pt x="2539" y="223"/>
                    </a:cubicBezTo>
                    <a:cubicBezTo>
                      <a:pt x="2549" y="228"/>
                      <a:pt x="2560" y="239"/>
                      <a:pt x="2571" y="239"/>
                    </a:cubicBezTo>
                    <a:cubicBezTo>
                      <a:pt x="2522" y="283"/>
                      <a:pt x="2490" y="343"/>
                      <a:pt x="2479" y="408"/>
                    </a:cubicBezTo>
                    <a:cubicBezTo>
                      <a:pt x="2473" y="533"/>
                      <a:pt x="2517" y="658"/>
                      <a:pt x="2598" y="756"/>
                    </a:cubicBezTo>
                    <a:cubicBezTo>
                      <a:pt x="2560" y="767"/>
                      <a:pt x="2528" y="777"/>
                      <a:pt x="2490" y="783"/>
                    </a:cubicBezTo>
                    <a:cubicBezTo>
                      <a:pt x="2468" y="788"/>
                      <a:pt x="2446" y="810"/>
                      <a:pt x="2441" y="832"/>
                    </a:cubicBezTo>
                    <a:cubicBezTo>
                      <a:pt x="2386" y="1076"/>
                      <a:pt x="2566" y="1267"/>
                      <a:pt x="2669" y="1462"/>
                    </a:cubicBezTo>
                    <a:lnTo>
                      <a:pt x="2658" y="1468"/>
                    </a:lnTo>
                    <a:cubicBezTo>
                      <a:pt x="2615" y="1479"/>
                      <a:pt x="2571" y="1506"/>
                      <a:pt x="2544" y="1544"/>
                    </a:cubicBezTo>
                    <a:cubicBezTo>
                      <a:pt x="2522" y="1571"/>
                      <a:pt x="2517" y="1609"/>
                      <a:pt x="2511" y="1642"/>
                    </a:cubicBezTo>
                    <a:cubicBezTo>
                      <a:pt x="2501" y="1729"/>
                      <a:pt x="2495" y="1810"/>
                      <a:pt x="2495" y="1897"/>
                    </a:cubicBezTo>
                    <a:cubicBezTo>
                      <a:pt x="2506" y="2049"/>
                      <a:pt x="2560" y="2207"/>
                      <a:pt x="2588" y="2359"/>
                    </a:cubicBezTo>
                    <a:cubicBezTo>
                      <a:pt x="2598" y="2424"/>
                      <a:pt x="2609" y="2495"/>
                      <a:pt x="2615" y="2566"/>
                    </a:cubicBezTo>
                    <a:cubicBezTo>
                      <a:pt x="2615" y="2615"/>
                      <a:pt x="2647" y="2642"/>
                      <a:pt x="2653" y="2691"/>
                    </a:cubicBezTo>
                    <a:cubicBezTo>
                      <a:pt x="2664" y="2756"/>
                      <a:pt x="2664" y="2843"/>
                      <a:pt x="2723" y="2887"/>
                    </a:cubicBezTo>
                    <a:lnTo>
                      <a:pt x="2696" y="2935"/>
                    </a:lnTo>
                    <a:cubicBezTo>
                      <a:pt x="2653" y="3039"/>
                      <a:pt x="2593" y="3131"/>
                      <a:pt x="2544" y="3234"/>
                    </a:cubicBezTo>
                    <a:cubicBezTo>
                      <a:pt x="2528" y="3272"/>
                      <a:pt x="2522" y="3316"/>
                      <a:pt x="2506" y="3354"/>
                    </a:cubicBezTo>
                    <a:lnTo>
                      <a:pt x="2414" y="3365"/>
                    </a:lnTo>
                    <a:cubicBezTo>
                      <a:pt x="2365" y="3365"/>
                      <a:pt x="2316" y="3370"/>
                      <a:pt x="2272" y="3370"/>
                    </a:cubicBezTo>
                    <a:cubicBezTo>
                      <a:pt x="2267" y="3289"/>
                      <a:pt x="2245" y="3213"/>
                      <a:pt x="2212" y="3137"/>
                    </a:cubicBezTo>
                    <a:cubicBezTo>
                      <a:pt x="2169" y="3001"/>
                      <a:pt x="2136" y="2865"/>
                      <a:pt x="2077" y="2740"/>
                    </a:cubicBezTo>
                    <a:cubicBezTo>
                      <a:pt x="2039" y="2647"/>
                      <a:pt x="1995" y="2506"/>
                      <a:pt x="1919" y="2430"/>
                    </a:cubicBezTo>
                    <a:cubicBezTo>
                      <a:pt x="2077" y="2381"/>
                      <a:pt x="2370" y="2359"/>
                      <a:pt x="2267" y="2131"/>
                    </a:cubicBezTo>
                    <a:cubicBezTo>
                      <a:pt x="2158" y="1897"/>
                      <a:pt x="2098" y="1636"/>
                      <a:pt x="1968" y="1413"/>
                    </a:cubicBezTo>
                    <a:cubicBezTo>
                      <a:pt x="1959" y="1395"/>
                      <a:pt x="1939" y="1385"/>
                      <a:pt x="1920" y="1385"/>
                    </a:cubicBezTo>
                    <a:cubicBezTo>
                      <a:pt x="1916" y="1385"/>
                      <a:pt x="1912" y="1385"/>
                      <a:pt x="1908" y="1386"/>
                    </a:cubicBezTo>
                    <a:cubicBezTo>
                      <a:pt x="1767" y="1435"/>
                      <a:pt x="1615" y="1479"/>
                      <a:pt x="1479" y="1533"/>
                    </a:cubicBezTo>
                    <a:cubicBezTo>
                      <a:pt x="1418" y="1314"/>
                      <a:pt x="1163" y="1116"/>
                      <a:pt x="926" y="1116"/>
                    </a:cubicBezTo>
                    <a:cubicBezTo>
                      <a:pt x="846" y="1116"/>
                      <a:pt x="769" y="1138"/>
                      <a:pt x="701" y="1191"/>
                    </a:cubicBezTo>
                    <a:cubicBezTo>
                      <a:pt x="680" y="1207"/>
                      <a:pt x="658" y="1223"/>
                      <a:pt x="642" y="1245"/>
                    </a:cubicBezTo>
                    <a:lnTo>
                      <a:pt x="625" y="1261"/>
                    </a:lnTo>
                    <a:cubicBezTo>
                      <a:pt x="462" y="1419"/>
                      <a:pt x="468" y="1658"/>
                      <a:pt x="489" y="1870"/>
                    </a:cubicBezTo>
                    <a:cubicBezTo>
                      <a:pt x="430" y="1881"/>
                      <a:pt x="375" y="1903"/>
                      <a:pt x="326" y="1935"/>
                    </a:cubicBezTo>
                    <a:cubicBezTo>
                      <a:pt x="272" y="1968"/>
                      <a:pt x="212" y="2001"/>
                      <a:pt x="152" y="2044"/>
                    </a:cubicBezTo>
                    <a:cubicBezTo>
                      <a:pt x="120" y="2066"/>
                      <a:pt x="93" y="2093"/>
                      <a:pt x="76" y="2131"/>
                    </a:cubicBezTo>
                    <a:cubicBezTo>
                      <a:pt x="49" y="2142"/>
                      <a:pt x="27" y="2164"/>
                      <a:pt x="16" y="2191"/>
                    </a:cubicBezTo>
                    <a:cubicBezTo>
                      <a:pt x="0" y="2229"/>
                      <a:pt x="6" y="2272"/>
                      <a:pt x="22" y="2310"/>
                    </a:cubicBezTo>
                    <a:cubicBezTo>
                      <a:pt x="49" y="2376"/>
                      <a:pt x="54" y="2452"/>
                      <a:pt x="82" y="2522"/>
                    </a:cubicBezTo>
                    <a:cubicBezTo>
                      <a:pt x="114" y="2615"/>
                      <a:pt x="147" y="2707"/>
                      <a:pt x="169" y="2805"/>
                    </a:cubicBezTo>
                    <a:cubicBezTo>
                      <a:pt x="190" y="2870"/>
                      <a:pt x="218" y="2952"/>
                      <a:pt x="294" y="2974"/>
                    </a:cubicBezTo>
                    <a:cubicBezTo>
                      <a:pt x="299" y="2975"/>
                      <a:pt x="305" y="2976"/>
                      <a:pt x="311" y="2976"/>
                    </a:cubicBezTo>
                    <a:cubicBezTo>
                      <a:pt x="328" y="2976"/>
                      <a:pt x="347" y="2969"/>
                      <a:pt x="359" y="2957"/>
                    </a:cubicBezTo>
                    <a:lnTo>
                      <a:pt x="381" y="2930"/>
                    </a:lnTo>
                    <a:cubicBezTo>
                      <a:pt x="386" y="2930"/>
                      <a:pt x="391" y="2925"/>
                      <a:pt x="397" y="2925"/>
                    </a:cubicBezTo>
                    <a:cubicBezTo>
                      <a:pt x="402" y="2919"/>
                      <a:pt x="408" y="2914"/>
                      <a:pt x="413" y="2908"/>
                    </a:cubicBezTo>
                    <a:cubicBezTo>
                      <a:pt x="506" y="2903"/>
                      <a:pt x="609" y="2859"/>
                      <a:pt x="690" y="2848"/>
                    </a:cubicBezTo>
                    <a:cubicBezTo>
                      <a:pt x="745" y="2843"/>
                      <a:pt x="799" y="2821"/>
                      <a:pt x="848" y="2794"/>
                    </a:cubicBezTo>
                    <a:cubicBezTo>
                      <a:pt x="854" y="2810"/>
                      <a:pt x="864" y="2821"/>
                      <a:pt x="870" y="2838"/>
                    </a:cubicBezTo>
                    <a:cubicBezTo>
                      <a:pt x="902" y="2914"/>
                      <a:pt x="930" y="2990"/>
                      <a:pt x="957" y="3071"/>
                    </a:cubicBezTo>
                    <a:cubicBezTo>
                      <a:pt x="989" y="3186"/>
                      <a:pt x="1011" y="3321"/>
                      <a:pt x="1055" y="3436"/>
                    </a:cubicBezTo>
                    <a:cubicBezTo>
                      <a:pt x="973" y="3436"/>
                      <a:pt x="892" y="3425"/>
                      <a:pt x="815" y="3425"/>
                    </a:cubicBezTo>
                    <a:cubicBezTo>
                      <a:pt x="791" y="3422"/>
                      <a:pt x="767" y="3421"/>
                      <a:pt x="741" y="3421"/>
                    </a:cubicBezTo>
                    <a:cubicBezTo>
                      <a:pt x="716" y="3421"/>
                      <a:pt x="690" y="3422"/>
                      <a:pt x="663" y="3425"/>
                    </a:cubicBezTo>
                    <a:cubicBezTo>
                      <a:pt x="609" y="3441"/>
                      <a:pt x="555" y="3446"/>
                      <a:pt x="495" y="3452"/>
                    </a:cubicBezTo>
                    <a:cubicBezTo>
                      <a:pt x="459" y="3447"/>
                      <a:pt x="423" y="3445"/>
                      <a:pt x="387" y="3445"/>
                    </a:cubicBezTo>
                    <a:cubicBezTo>
                      <a:pt x="337" y="3445"/>
                      <a:pt x="287" y="3450"/>
                      <a:pt x="239" y="3463"/>
                    </a:cubicBezTo>
                    <a:cubicBezTo>
                      <a:pt x="147" y="3484"/>
                      <a:pt x="93" y="3571"/>
                      <a:pt x="109" y="3664"/>
                    </a:cubicBezTo>
                    <a:cubicBezTo>
                      <a:pt x="114" y="3707"/>
                      <a:pt x="131" y="3745"/>
                      <a:pt x="141" y="3789"/>
                    </a:cubicBezTo>
                    <a:cubicBezTo>
                      <a:pt x="152" y="3865"/>
                      <a:pt x="152" y="3941"/>
                      <a:pt x="147" y="4017"/>
                    </a:cubicBezTo>
                    <a:cubicBezTo>
                      <a:pt x="152" y="4142"/>
                      <a:pt x="163" y="4262"/>
                      <a:pt x="185" y="4381"/>
                    </a:cubicBezTo>
                    <a:cubicBezTo>
                      <a:pt x="196" y="4517"/>
                      <a:pt x="196" y="4653"/>
                      <a:pt x="179" y="4789"/>
                    </a:cubicBezTo>
                    <a:lnTo>
                      <a:pt x="179" y="5186"/>
                    </a:lnTo>
                    <a:cubicBezTo>
                      <a:pt x="179" y="5246"/>
                      <a:pt x="185" y="5305"/>
                      <a:pt x="179" y="5365"/>
                    </a:cubicBezTo>
                    <a:cubicBezTo>
                      <a:pt x="174" y="5441"/>
                      <a:pt x="152" y="5512"/>
                      <a:pt x="147" y="5588"/>
                    </a:cubicBezTo>
                    <a:cubicBezTo>
                      <a:pt x="136" y="5713"/>
                      <a:pt x="147" y="5833"/>
                      <a:pt x="147" y="5958"/>
                    </a:cubicBezTo>
                    <a:cubicBezTo>
                      <a:pt x="147" y="6099"/>
                      <a:pt x="114" y="6246"/>
                      <a:pt x="114" y="6393"/>
                    </a:cubicBezTo>
                    <a:cubicBezTo>
                      <a:pt x="109" y="6724"/>
                      <a:pt x="114" y="7061"/>
                      <a:pt x="103" y="7393"/>
                    </a:cubicBezTo>
                    <a:cubicBezTo>
                      <a:pt x="103" y="7518"/>
                      <a:pt x="93" y="7643"/>
                      <a:pt x="98" y="7768"/>
                    </a:cubicBezTo>
                    <a:cubicBezTo>
                      <a:pt x="103" y="7893"/>
                      <a:pt x="136" y="7991"/>
                      <a:pt x="261" y="8018"/>
                    </a:cubicBezTo>
                    <a:cubicBezTo>
                      <a:pt x="268" y="8021"/>
                      <a:pt x="276" y="8022"/>
                      <a:pt x="284" y="8022"/>
                    </a:cubicBezTo>
                    <a:cubicBezTo>
                      <a:pt x="305" y="8022"/>
                      <a:pt x="325" y="8012"/>
                      <a:pt x="337" y="7996"/>
                    </a:cubicBezTo>
                    <a:cubicBezTo>
                      <a:pt x="430" y="8023"/>
                      <a:pt x="522" y="8040"/>
                      <a:pt x="609" y="8056"/>
                    </a:cubicBezTo>
                    <a:cubicBezTo>
                      <a:pt x="636" y="8056"/>
                      <a:pt x="663" y="8061"/>
                      <a:pt x="685" y="8061"/>
                    </a:cubicBezTo>
                    <a:cubicBezTo>
                      <a:pt x="674" y="8148"/>
                      <a:pt x="669" y="8241"/>
                      <a:pt x="739" y="8301"/>
                    </a:cubicBezTo>
                    <a:cubicBezTo>
                      <a:pt x="788" y="8344"/>
                      <a:pt x="848" y="8333"/>
                      <a:pt x="908" y="8344"/>
                    </a:cubicBezTo>
                    <a:cubicBezTo>
                      <a:pt x="966" y="8358"/>
                      <a:pt x="1024" y="8367"/>
                      <a:pt x="1085" y="8367"/>
                    </a:cubicBezTo>
                    <a:cubicBezTo>
                      <a:pt x="1099" y="8367"/>
                      <a:pt x="1112" y="8367"/>
                      <a:pt x="1125" y="8366"/>
                    </a:cubicBezTo>
                    <a:cubicBezTo>
                      <a:pt x="1169" y="8350"/>
                      <a:pt x="1218" y="8339"/>
                      <a:pt x="1267" y="8339"/>
                    </a:cubicBezTo>
                    <a:cubicBezTo>
                      <a:pt x="1299" y="8355"/>
                      <a:pt x="1332" y="8366"/>
                      <a:pt x="1359" y="8388"/>
                    </a:cubicBezTo>
                    <a:cubicBezTo>
                      <a:pt x="1379" y="8395"/>
                      <a:pt x="1401" y="8399"/>
                      <a:pt x="1422" y="8399"/>
                    </a:cubicBezTo>
                    <a:cubicBezTo>
                      <a:pt x="1447" y="8399"/>
                      <a:pt x="1472" y="8394"/>
                      <a:pt x="1495" y="8382"/>
                    </a:cubicBezTo>
                    <a:cubicBezTo>
                      <a:pt x="1528" y="8355"/>
                      <a:pt x="1549" y="8317"/>
                      <a:pt x="1555" y="8273"/>
                    </a:cubicBezTo>
                    <a:cubicBezTo>
                      <a:pt x="1571" y="8219"/>
                      <a:pt x="1582" y="8159"/>
                      <a:pt x="1587" y="8105"/>
                    </a:cubicBezTo>
                    <a:cubicBezTo>
                      <a:pt x="1772" y="8105"/>
                      <a:pt x="1952" y="8099"/>
                      <a:pt x="2131" y="8078"/>
                    </a:cubicBezTo>
                    <a:cubicBezTo>
                      <a:pt x="2185" y="8072"/>
                      <a:pt x="2239" y="8069"/>
                      <a:pt x="2293" y="8069"/>
                    </a:cubicBezTo>
                    <a:cubicBezTo>
                      <a:pt x="2472" y="8069"/>
                      <a:pt x="2654" y="8094"/>
                      <a:pt x="2836" y="8094"/>
                    </a:cubicBezTo>
                    <a:cubicBezTo>
                      <a:pt x="2849" y="8094"/>
                      <a:pt x="2862" y="8094"/>
                      <a:pt x="2876" y="8094"/>
                    </a:cubicBezTo>
                    <a:cubicBezTo>
                      <a:pt x="2995" y="8089"/>
                      <a:pt x="3109" y="8061"/>
                      <a:pt x="3224" y="8051"/>
                    </a:cubicBezTo>
                    <a:cubicBezTo>
                      <a:pt x="3297" y="8048"/>
                      <a:pt x="3369" y="8046"/>
                      <a:pt x="3440" y="8046"/>
                    </a:cubicBezTo>
                    <a:cubicBezTo>
                      <a:pt x="3512" y="8046"/>
                      <a:pt x="3582" y="8048"/>
                      <a:pt x="3653" y="8051"/>
                    </a:cubicBezTo>
                    <a:cubicBezTo>
                      <a:pt x="3925" y="8061"/>
                      <a:pt x="4197" y="8061"/>
                      <a:pt x="4468" y="8061"/>
                    </a:cubicBezTo>
                    <a:lnTo>
                      <a:pt x="5289" y="8061"/>
                    </a:lnTo>
                    <a:cubicBezTo>
                      <a:pt x="5409" y="8061"/>
                      <a:pt x="5534" y="8051"/>
                      <a:pt x="5653" y="8034"/>
                    </a:cubicBezTo>
                    <a:cubicBezTo>
                      <a:pt x="5784" y="8034"/>
                      <a:pt x="5914" y="8045"/>
                      <a:pt x="6045" y="8061"/>
                    </a:cubicBezTo>
                    <a:cubicBezTo>
                      <a:pt x="6186" y="8061"/>
                      <a:pt x="6327" y="8056"/>
                      <a:pt x="6469" y="8029"/>
                    </a:cubicBezTo>
                    <a:cubicBezTo>
                      <a:pt x="6512" y="8023"/>
                      <a:pt x="6556" y="8023"/>
                      <a:pt x="6605" y="8023"/>
                    </a:cubicBezTo>
                    <a:cubicBezTo>
                      <a:pt x="6583" y="8089"/>
                      <a:pt x="6577" y="8154"/>
                      <a:pt x="6588" y="8219"/>
                    </a:cubicBezTo>
                    <a:cubicBezTo>
                      <a:pt x="6594" y="8263"/>
                      <a:pt x="6632" y="8301"/>
                      <a:pt x="6675" y="8306"/>
                    </a:cubicBezTo>
                    <a:cubicBezTo>
                      <a:pt x="6680" y="8307"/>
                      <a:pt x="6685" y="8307"/>
                      <a:pt x="6690" y="8307"/>
                    </a:cubicBezTo>
                    <a:cubicBezTo>
                      <a:pt x="6713" y="8307"/>
                      <a:pt x="6736" y="8299"/>
                      <a:pt x="6759" y="8299"/>
                    </a:cubicBezTo>
                    <a:cubicBezTo>
                      <a:pt x="6764" y="8299"/>
                      <a:pt x="6768" y="8300"/>
                      <a:pt x="6773" y="8301"/>
                    </a:cubicBezTo>
                    <a:cubicBezTo>
                      <a:pt x="6817" y="8301"/>
                      <a:pt x="6855" y="8311"/>
                      <a:pt x="6898" y="8317"/>
                    </a:cubicBezTo>
                    <a:cubicBezTo>
                      <a:pt x="7001" y="8328"/>
                      <a:pt x="7094" y="8328"/>
                      <a:pt x="7192" y="8344"/>
                    </a:cubicBezTo>
                    <a:cubicBezTo>
                      <a:pt x="7230" y="8355"/>
                      <a:pt x="7268" y="8360"/>
                      <a:pt x="7306" y="8360"/>
                    </a:cubicBezTo>
                    <a:cubicBezTo>
                      <a:pt x="7344" y="8360"/>
                      <a:pt x="7382" y="8355"/>
                      <a:pt x="7420" y="8344"/>
                    </a:cubicBezTo>
                    <a:cubicBezTo>
                      <a:pt x="7463" y="8322"/>
                      <a:pt x="7491" y="8279"/>
                      <a:pt x="7491" y="8230"/>
                    </a:cubicBezTo>
                    <a:lnTo>
                      <a:pt x="7491" y="8138"/>
                    </a:lnTo>
                    <a:cubicBezTo>
                      <a:pt x="7491" y="8105"/>
                      <a:pt x="7507" y="8067"/>
                      <a:pt x="7512" y="8034"/>
                    </a:cubicBezTo>
                    <a:cubicBezTo>
                      <a:pt x="7561" y="8034"/>
                      <a:pt x="7610" y="8034"/>
                      <a:pt x="7659" y="8029"/>
                    </a:cubicBezTo>
                    <a:cubicBezTo>
                      <a:pt x="7893" y="8002"/>
                      <a:pt x="8089" y="7926"/>
                      <a:pt x="8137" y="7675"/>
                    </a:cubicBezTo>
                    <a:cubicBezTo>
                      <a:pt x="8176" y="7474"/>
                      <a:pt x="8148" y="7262"/>
                      <a:pt x="8143" y="7061"/>
                    </a:cubicBezTo>
                    <a:cubicBezTo>
                      <a:pt x="8148" y="6914"/>
                      <a:pt x="8165" y="6779"/>
                      <a:pt x="8192" y="6637"/>
                    </a:cubicBezTo>
                    <a:cubicBezTo>
                      <a:pt x="8208" y="6474"/>
                      <a:pt x="8214" y="6311"/>
                      <a:pt x="8208" y="6143"/>
                    </a:cubicBezTo>
                    <a:lnTo>
                      <a:pt x="8208" y="4251"/>
                    </a:lnTo>
                    <a:lnTo>
                      <a:pt x="8192" y="4245"/>
                    </a:lnTo>
                    <a:cubicBezTo>
                      <a:pt x="8197" y="4104"/>
                      <a:pt x="8181" y="3963"/>
                      <a:pt x="8159" y="3821"/>
                    </a:cubicBezTo>
                    <a:cubicBezTo>
                      <a:pt x="8137" y="3756"/>
                      <a:pt x="8127" y="3691"/>
                      <a:pt x="8121" y="3626"/>
                    </a:cubicBezTo>
                    <a:cubicBezTo>
                      <a:pt x="8127" y="3555"/>
                      <a:pt x="8110" y="3484"/>
                      <a:pt x="8078" y="3425"/>
                    </a:cubicBezTo>
                    <a:cubicBezTo>
                      <a:pt x="8019" y="3361"/>
                      <a:pt x="7939" y="3320"/>
                      <a:pt x="7856" y="3320"/>
                    </a:cubicBezTo>
                    <a:cubicBezTo>
                      <a:pt x="7847" y="3320"/>
                      <a:pt x="7837" y="3320"/>
                      <a:pt x="7828" y="3321"/>
                    </a:cubicBezTo>
                    <a:cubicBezTo>
                      <a:pt x="7828" y="3289"/>
                      <a:pt x="7822" y="3262"/>
                      <a:pt x="7811" y="3240"/>
                    </a:cubicBezTo>
                    <a:cubicBezTo>
                      <a:pt x="7795" y="3164"/>
                      <a:pt x="7790" y="3082"/>
                      <a:pt x="7795" y="3006"/>
                    </a:cubicBezTo>
                    <a:cubicBezTo>
                      <a:pt x="7800" y="2935"/>
                      <a:pt x="7800" y="2865"/>
                      <a:pt x="7795" y="2789"/>
                    </a:cubicBezTo>
                    <a:cubicBezTo>
                      <a:pt x="7784" y="2647"/>
                      <a:pt x="7730" y="2511"/>
                      <a:pt x="7724" y="2370"/>
                    </a:cubicBezTo>
                    <a:cubicBezTo>
                      <a:pt x="7715" y="2245"/>
                      <a:pt x="7773" y="1924"/>
                      <a:pt x="7606" y="1924"/>
                    </a:cubicBezTo>
                    <a:cubicBezTo>
                      <a:pt x="7584" y="1924"/>
                      <a:pt x="7558" y="1929"/>
                      <a:pt x="7529" y="1941"/>
                    </a:cubicBezTo>
                    <a:cubicBezTo>
                      <a:pt x="7480" y="1968"/>
                      <a:pt x="7431" y="2001"/>
                      <a:pt x="7387" y="2044"/>
                    </a:cubicBezTo>
                    <a:lnTo>
                      <a:pt x="7376" y="2049"/>
                    </a:lnTo>
                    <a:cubicBezTo>
                      <a:pt x="7360" y="1952"/>
                      <a:pt x="7322" y="1865"/>
                      <a:pt x="7257" y="1794"/>
                    </a:cubicBezTo>
                    <a:cubicBezTo>
                      <a:pt x="7243" y="1783"/>
                      <a:pt x="7228" y="1778"/>
                      <a:pt x="7214" y="1778"/>
                    </a:cubicBezTo>
                    <a:cubicBezTo>
                      <a:pt x="7200" y="1778"/>
                      <a:pt x="7186" y="1783"/>
                      <a:pt x="7175" y="1794"/>
                    </a:cubicBezTo>
                    <a:cubicBezTo>
                      <a:pt x="6980" y="1962"/>
                      <a:pt x="6740" y="2055"/>
                      <a:pt x="6507" y="2164"/>
                    </a:cubicBezTo>
                    <a:cubicBezTo>
                      <a:pt x="6376" y="2223"/>
                      <a:pt x="6240" y="2256"/>
                      <a:pt x="6115" y="2316"/>
                    </a:cubicBezTo>
                    <a:cubicBezTo>
                      <a:pt x="6066" y="2343"/>
                      <a:pt x="6012" y="2359"/>
                      <a:pt x="5963" y="2386"/>
                    </a:cubicBezTo>
                    <a:cubicBezTo>
                      <a:pt x="5936" y="2397"/>
                      <a:pt x="5914" y="2414"/>
                      <a:pt x="5893" y="2430"/>
                    </a:cubicBezTo>
                    <a:cubicBezTo>
                      <a:pt x="5893" y="2419"/>
                      <a:pt x="5893" y="2414"/>
                      <a:pt x="5898" y="2403"/>
                    </a:cubicBezTo>
                    <a:cubicBezTo>
                      <a:pt x="5909" y="2370"/>
                      <a:pt x="5920" y="2338"/>
                      <a:pt x="5931" y="2299"/>
                    </a:cubicBezTo>
                    <a:cubicBezTo>
                      <a:pt x="5947" y="2213"/>
                      <a:pt x="5963" y="2109"/>
                      <a:pt x="5920" y="2044"/>
                    </a:cubicBezTo>
                    <a:cubicBezTo>
                      <a:pt x="5920" y="2039"/>
                      <a:pt x="5925" y="2028"/>
                      <a:pt x="5925" y="2022"/>
                    </a:cubicBezTo>
                    <a:cubicBezTo>
                      <a:pt x="5937" y="2031"/>
                      <a:pt x="5952" y="2035"/>
                      <a:pt x="5968" y="2035"/>
                    </a:cubicBezTo>
                    <a:cubicBezTo>
                      <a:pt x="5981" y="2035"/>
                      <a:pt x="5994" y="2033"/>
                      <a:pt x="6007" y="2028"/>
                    </a:cubicBezTo>
                    <a:cubicBezTo>
                      <a:pt x="6088" y="1995"/>
                      <a:pt x="6132" y="1908"/>
                      <a:pt x="6181" y="1837"/>
                    </a:cubicBezTo>
                    <a:cubicBezTo>
                      <a:pt x="6235" y="1767"/>
                      <a:pt x="6278" y="1691"/>
                      <a:pt x="6316" y="1609"/>
                    </a:cubicBezTo>
                    <a:cubicBezTo>
                      <a:pt x="6360" y="1522"/>
                      <a:pt x="6382" y="1430"/>
                      <a:pt x="6393" y="1337"/>
                    </a:cubicBezTo>
                    <a:cubicBezTo>
                      <a:pt x="6387" y="1288"/>
                      <a:pt x="6393" y="1239"/>
                      <a:pt x="6398" y="1196"/>
                    </a:cubicBezTo>
                    <a:cubicBezTo>
                      <a:pt x="6414" y="1153"/>
                      <a:pt x="6420" y="1104"/>
                      <a:pt x="6414" y="1060"/>
                    </a:cubicBezTo>
                    <a:cubicBezTo>
                      <a:pt x="6403" y="864"/>
                      <a:pt x="6278" y="712"/>
                      <a:pt x="6164" y="565"/>
                    </a:cubicBezTo>
                    <a:cubicBezTo>
                      <a:pt x="6094" y="495"/>
                      <a:pt x="6034" y="419"/>
                      <a:pt x="5985" y="337"/>
                    </a:cubicBezTo>
                    <a:cubicBezTo>
                      <a:pt x="5958" y="256"/>
                      <a:pt x="5920" y="180"/>
                      <a:pt x="5876" y="109"/>
                    </a:cubicBezTo>
                    <a:cubicBezTo>
                      <a:pt x="5862" y="94"/>
                      <a:pt x="5843" y="88"/>
                      <a:pt x="5826" y="88"/>
                    </a:cubicBezTo>
                    <a:cubicBezTo>
                      <a:pt x="5797" y="88"/>
                      <a:pt x="5769" y="106"/>
                      <a:pt x="5762" y="136"/>
                    </a:cubicBezTo>
                    <a:cubicBezTo>
                      <a:pt x="5757" y="185"/>
                      <a:pt x="5746" y="228"/>
                      <a:pt x="5724" y="272"/>
                    </a:cubicBezTo>
                    <a:cubicBezTo>
                      <a:pt x="5697" y="305"/>
                      <a:pt x="5664" y="337"/>
                      <a:pt x="5637" y="370"/>
                    </a:cubicBezTo>
                    <a:cubicBezTo>
                      <a:pt x="5572" y="435"/>
                      <a:pt x="5501" y="484"/>
                      <a:pt x="5436" y="549"/>
                    </a:cubicBezTo>
                    <a:cubicBezTo>
                      <a:pt x="5316" y="674"/>
                      <a:pt x="5213" y="810"/>
                      <a:pt x="5121" y="962"/>
                    </a:cubicBezTo>
                    <a:cubicBezTo>
                      <a:pt x="5023" y="1104"/>
                      <a:pt x="4974" y="1272"/>
                      <a:pt x="4974" y="1441"/>
                    </a:cubicBezTo>
                    <a:cubicBezTo>
                      <a:pt x="4985" y="1528"/>
                      <a:pt x="5006" y="1620"/>
                      <a:pt x="5039" y="1702"/>
                    </a:cubicBezTo>
                    <a:cubicBezTo>
                      <a:pt x="5050" y="1740"/>
                      <a:pt x="5050" y="1783"/>
                      <a:pt x="5061" y="1821"/>
                    </a:cubicBezTo>
                    <a:cubicBezTo>
                      <a:pt x="5066" y="1837"/>
                      <a:pt x="5077" y="1848"/>
                      <a:pt x="5083" y="1865"/>
                    </a:cubicBezTo>
                    <a:cubicBezTo>
                      <a:pt x="5072" y="1865"/>
                      <a:pt x="5055" y="1870"/>
                      <a:pt x="5045" y="1881"/>
                    </a:cubicBezTo>
                    <a:cubicBezTo>
                      <a:pt x="5006" y="1930"/>
                      <a:pt x="4974" y="1984"/>
                      <a:pt x="4952" y="2044"/>
                    </a:cubicBezTo>
                    <a:cubicBezTo>
                      <a:pt x="4925" y="2098"/>
                      <a:pt x="4919" y="2164"/>
                      <a:pt x="4898" y="2218"/>
                    </a:cubicBezTo>
                    <a:cubicBezTo>
                      <a:pt x="4843" y="2332"/>
                      <a:pt x="4811" y="2446"/>
                      <a:pt x="4794" y="2571"/>
                    </a:cubicBezTo>
                    <a:cubicBezTo>
                      <a:pt x="4645" y="2566"/>
                      <a:pt x="4495" y="2531"/>
                      <a:pt x="4341" y="2531"/>
                    </a:cubicBezTo>
                    <a:cubicBezTo>
                      <a:pt x="4322" y="2531"/>
                      <a:pt x="4303" y="2532"/>
                      <a:pt x="4284" y="2533"/>
                    </a:cubicBezTo>
                    <a:cubicBezTo>
                      <a:pt x="4191" y="2544"/>
                      <a:pt x="4110" y="2571"/>
                      <a:pt x="4017" y="2571"/>
                    </a:cubicBezTo>
                    <a:lnTo>
                      <a:pt x="4012" y="2571"/>
                    </a:lnTo>
                    <a:cubicBezTo>
                      <a:pt x="4099" y="2511"/>
                      <a:pt x="4126" y="2386"/>
                      <a:pt x="4186" y="2299"/>
                    </a:cubicBezTo>
                    <a:cubicBezTo>
                      <a:pt x="4213" y="2261"/>
                      <a:pt x="4240" y="2218"/>
                      <a:pt x="4256" y="2174"/>
                    </a:cubicBezTo>
                    <a:cubicBezTo>
                      <a:pt x="4262" y="2131"/>
                      <a:pt x="4284" y="2093"/>
                      <a:pt x="4305" y="2055"/>
                    </a:cubicBezTo>
                    <a:cubicBezTo>
                      <a:pt x="4365" y="1979"/>
                      <a:pt x="4376" y="1892"/>
                      <a:pt x="4419" y="1810"/>
                    </a:cubicBezTo>
                    <a:cubicBezTo>
                      <a:pt x="4512" y="1620"/>
                      <a:pt x="4631" y="1446"/>
                      <a:pt x="4708" y="1245"/>
                    </a:cubicBezTo>
                    <a:cubicBezTo>
                      <a:pt x="4767" y="1093"/>
                      <a:pt x="4599" y="1055"/>
                      <a:pt x="4479" y="1044"/>
                    </a:cubicBezTo>
                    <a:cubicBezTo>
                      <a:pt x="4284" y="1027"/>
                      <a:pt x="4088" y="984"/>
                      <a:pt x="3892" y="962"/>
                    </a:cubicBezTo>
                    <a:cubicBezTo>
                      <a:pt x="3884" y="961"/>
                      <a:pt x="3876" y="961"/>
                      <a:pt x="3868" y="961"/>
                    </a:cubicBezTo>
                    <a:cubicBezTo>
                      <a:pt x="3731" y="961"/>
                      <a:pt x="3703" y="1093"/>
                      <a:pt x="3631" y="1191"/>
                    </a:cubicBezTo>
                    <a:cubicBezTo>
                      <a:pt x="3582" y="1272"/>
                      <a:pt x="3539" y="1354"/>
                      <a:pt x="3495" y="1441"/>
                    </a:cubicBezTo>
                    <a:cubicBezTo>
                      <a:pt x="3484" y="1457"/>
                      <a:pt x="3479" y="1473"/>
                      <a:pt x="3468" y="1495"/>
                    </a:cubicBezTo>
                    <a:cubicBezTo>
                      <a:pt x="3446" y="1446"/>
                      <a:pt x="3425" y="1408"/>
                      <a:pt x="3408" y="1370"/>
                    </a:cubicBezTo>
                    <a:cubicBezTo>
                      <a:pt x="3393" y="1295"/>
                      <a:pt x="3328" y="1238"/>
                      <a:pt x="3249" y="1238"/>
                    </a:cubicBezTo>
                    <a:cubicBezTo>
                      <a:pt x="3243" y="1238"/>
                      <a:pt x="3236" y="1239"/>
                      <a:pt x="3229" y="1239"/>
                    </a:cubicBezTo>
                    <a:cubicBezTo>
                      <a:pt x="3240" y="1153"/>
                      <a:pt x="3224" y="1060"/>
                      <a:pt x="3180" y="984"/>
                    </a:cubicBezTo>
                    <a:cubicBezTo>
                      <a:pt x="3153" y="924"/>
                      <a:pt x="3126" y="864"/>
                      <a:pt x="3104" y="805"/>
                    </a:cubicBezTo>
                    <a:cubicBezTo>
                      <a:pt x="3099" y="761"/>
                      <a:pt x="3077" y="723"/>
                      <a:pt x="3050" y="690"/>
                    </a:cubicBezTo>
                    <a:cubicBezTo>
                      <a:pt x="3016" y="667"/>
                      <a:pt x="2975" y="651"/>
                      <a:pt x="2933" y="651"/>
                    </a:cubicBezTo>
                    <a:cubicBezTo>
                      <a:pt x="2926" y="651"/>
                      <a:pt x="2920" y="652"/>
                      <a:pt x="2914" y="652"/>
                    </a:cubicBezTo>
                    <a:cubicBezTo>
                      <a:pt x="2897" y="625"/>
                      <a:pt x="2881" y="565"/>
                      <a:pt x="2876" y="544"/>
                    </a:cubicBezTo>
                    <a:cubicBezTo>
                      <a:pt x="2859" y="495"/>
                      <a:pt x="2848" y="446"/>
                      <a:pt x="2843" y="397"/>
                    </a:cubicBezTo>
                    <a:cubicBezTo>
                      <a:pt x="2832" y="310"/>
                      <a:pt x="2838" y="174"/>
                      <a:pt x="2745" y="131"/>
                    </a:cubicBezTo>
                    <a:cubicBezTo>
                      <a:pt x="2736" y="126"/>
                      <a:pt x="2726" y="123"/>
                      <a:pt x="2716" y="123"/>
                    </a:cubicBezTo>
                    <a:cubicBezTo>
                      <a:pt x="2702" y="123"/>
                      <a:pt x="2687" y="129"/>
                      <a:pt x="2675" y="141"/>
                    </a:cubicBezTo>
                    <a:lnTo>
                      <a:pt x="2653" y="163"/>
                    </a:lnTo>
                    <a:cubicBezTo>
                      <a:pt x="2653" y="147"/>
                      <a:pt x="2647" y="131"/>
                      <a:pt x="2636" y="120"/>
                    </a:cubicBezTo>
                    <a:cubicBezTo>
                      <a:pt x="2626" y="109"/>
                      <a:pt x="2620" y="93"/>
                      <a:pt x="2615" y="76"/>
                    </a:cubicBezTo>
                    <a:cubicBezTo>
                      <a:pt x="2609" y="60"/>
                      <a:pt x="2598" y="49"/>
                      <a:pt x="2598" y="44"/>
                    </a:cubicBezTo>
                    <a:cubicBezTo>
                      <a:pt x="2593" y="38"/>
                      <a:pt x="2588" y="27"/>
                      <a:pt x="2588" y="16"/>
                    </a:cubicBezTo>
                    <a:cubicBezTo>
                      <a:pt x="2582" y="6"/>
                      <a:pt x="2571" y="0"/>
                      <a:pt x="2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20"/>
              <p:cNvSpPr/>
              <p:nvPr/>
            </p:nvSpPr>
            <p:spPr>
              <a:xfrm>
                <a:off x="4814225" y="3412375"/>
                <a:ext cx="6275" cy="7750"/>
              </a:xfrm>
              <a:custGeom>
                <a:rect b="b" l="l" r="r" t="t"/>
                <a:pathLst>
                  <a:path extrusionOk="0" h="310" w="251">
                    <a:moveTo>
                      <a:pt x="122" y="1"/>
                    </a:moveTo>
                    <a:cubicBezTo>
                      <a:pt x="102" y="1"/>
                      <a:pt x="82" y="7"/>
                      <a:pt x="66" y="19"/>
                    </a:cubicBezTo>
                    <a:cubicBezTo>
                      <a:pt x="39" y="36"/>
                      <a:pt x="17" y="63"/>
                      <a:pt x="6" y="90"/>
                    </a:cubicBezTo>
                    <a:lnTo>
                      <a:pt x="6" y="112"/>
                    </a:lnTo>
                    <a:cubicBezTo>
                      <a:pt x="1" y="128"/>
                      <a:pt x="1" y="150"/>
                      <a:pt x="6" y="166"/>
                    </a:cubicBezTo>
                    <a:cubicBezTo>
                      <a:pt x="6" y="166"/>
                      <a:pt x="6" y="171"/>
                      <a:pt x="6" y="171"/>
                    </a:cubicBezTo>
                    <a:lnTo>
                      <a:pt x="6" y="199"/>
                    </a:lnTo>
                    <a:cubicBezTo>
                      <a:pt x="1" y="215"/>
                      <a:pt x="6" y="226"/>
                      <a:pt x="12" y="242"/>
                    </a:cubicBezTo>
                    <a:cubicBezTo>
                      <a:pt x="23" y="258"/>
                      <a:pt x="39" y="280"/>
                      <a:pt x="55" y="291"/>
                    </a:cubicBezTo>
                    <a:lnTo>
                      <a:pt x="66" y="296"/>
                    </a:lnTo>
                    <a:cubicBezTo>
                      <a:pt x="86" y="304"/>
                      <a:pt x="106" y="309"/>
                      <a:pt x="126" y="309"/>
                    </a:cubicBezTo>
                    <a:cubicBezTo>
                      <a:pt x="133" y="309"/>
                      <a:pt x="140" y="309"/>
                      <a:pt x="148" y="307"/>
                    </a:cubicBezTo>
                    <a:cubicBezTo>
                      <a:pt x="175" y="296"/>
                      <a:pt x="197" y="280"/>
                      <a:pt x="213" y="258"/>
                    </a:cubicBezTo>
                    <a:cubicBezTo>
                      <a:pt x="235" y="220"/>
                      <a:pt x="251" y="182"/>
                      <a:pt x="251" y="139"/>
                    </a:cubicBezTo>
                    <a:lnTo>
                      <a:pt x="251" y="128"/>
                    </a:lnTo>
                    <a:cubicBezTo>
                      <a:pt x="251" y="122"/>
                      <a:pt x="251" y="122"/>
                      <a:pt x="251" y="122"/>
                    </a:cubicBezTo>
                    <a:lnTo>
                      <a:pt x="245" y="122"/>
                    </a:lnTo>
                    <a:cubicBezTo>
                      <a:pt x="245" y="112"/>
                      <a:pt x="245" y="106"/>
                      <a:pt x="245" y="95"/>
                    </a:cubicBezTo>
                    <a:cubicBezTo>
                      <a:pt x="245" y="95"/>
                      <a:pt x="245" y="95"/>
                      <a:pt x="245" y="90"/>
                    </a:cubicBezTo>
                    <a:cubicBezTo>
                      <a:pt x="229" y="46"/>
                      <a:pt x="191" y="8"/>
                      <a:pt x="142" y="3"/>
                    </a:cubicBezTo>
                    <a:cubicBezTo>
                      <a:pt x="135" y="2"/>
                      <a:pt x="129"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20"/>
              <p:cNvSpPr/>
              <p:nvPr/>
            </p:nvSpPr>
            <p:spPr>
              <a:xfrm>
                <a:off x="4982475" y="3410550"/>
                <a:ext cx="6825" cy="6350"/>
              </a:xfrm>
              <a:custGeom>
                <a:rect b="b" l="l" r="r" t="t"/>
                <a:pathLst>
                  <a:path extrusionOk="0" h="254" w="273">
                    <a:moveTo>
                      <a:pt x="131" y="0"/>
                    </a:moveTo>
                    <a:cubicBezTo>
                      <a:pt x="66" y="0"/>
                      <a:pt x="0" y="53"/>
                      <a:pt x="0" y="130"/>
                    </a:cubicBezTo>
                    <a:cubicBezTo>
                      <a:pt x="0" y="163"/>
                      <a:pt x="17" y="195"/>
                      <a:pt x="38" y="217"/>
                    </a:cubicBezTo>
                    <a:cubicBezTo>
                      <a:pt x="63" y="242"/>
                      <a:pt x="96" y="254"/>
                      <a:pt x="128" y="254"/>
                    </a:cubicBezTo>
                    <a:cubicBezTo>
                      <a:pt x="161" y="254"/>
                      <a:pt x="193" y="242"/>
                      <a:pt x="218" y="217"/>
                    </a:cubicBezTo>
                    <a:cubicBezTo>
                      <a:pt x="272" y="168"/>
                      <a:pt x="272" y="87"/>
                      <a:pt x="218" y="38"/>
                    </a:cubicBezTo>
                    <a:cubicBezTo>
                      <a:pt x="193" y="12"/>
                      <a:pt x="162" y="0"/>
                      <a:pt x="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20"/>
              <p:cNvSpPr/>
              <p:nvPr/>
            </p:nvSpPr>
            <p:spPr>
              <a:xfrm>
                <a:off x="4813000" y="3334550"/>
                <a:ext cx="8300" cy="8975"/>
              </a:xfrm>
              <a:custGeom>
                <a:rect b="b" l="l" r="r" t="t"/>
                <a:pathLst>
                  <a:path extrusionOk="0" h="359" w="332">
                    <a:moveTo>
                      <a:pt x="264" y="0"/>
                    </a:moveTo>
                    <a:cubicBezTo>
                      <a:pt x="256" y="0"/>
                      <a:pt x="248" y="2"/>
                      <a:pt x="240" y="7"/>
                    </a:cubicBezTo>
                    <a:lnTo>
                      <a:pt x="246" y="12"/>
                    </a:lnTo>
                    <a:cubicBezTo>
                      <a:pt x="159" y="72"/>
                      <a:pt x="1" y="262"/>
                      <a:pt x="110" y="355"/>
                    </a:cubicBezTo>
                    <a:cubicBezTo>
                      <a:pt x="112" y="357"/>
                      <a:pt x="118" y="359"/>
                      <a:pt x="124" y="359"/>
                    </a:cubicBezTo>
                    <a:cubicBezTo>
                      <a:pt x="130" y="359"/>
                      <a:pt x="137" y="357"/>
                      <a:pt x="142" y="355"/>
                    </a:cubicBezTo>
                    <a:cubicBezTo>
                      <a:pt x="186" y="322"/>
                      <a:pt x="180" y="268"/>
                      <a:pt x="207" y="219"/>
                    </a:cubicBezTo>
                    <a:cubicBezTo>
                      <a:pt x="235" y="170"/>
                      <a:pt x="262" y="126"/>
                      <a:pt x="300" y="88"/>
                    </a:cubicBezTo>
                    <a:cubicBezTo>
                      <a:pt x="332" y="52"/>
                      <a:pt x="303" y="0"/>
                      <a:pt x="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20"/>
              <p:cNvSpPr/>
              <p:nvPr/>
            </p:nvSpPr>
            <p:spPr>
              <a:xfrm>
                <a:off x="4813550" y="3342725"/>
                <a:ext cx="7825" cy="8450"/>
              </a:xfrm>
              <a:custGeom>
                <a:rect b="b" l="l" r="r" t="t"/>
                <a:pathLst>
                  <a:path extrusionOk="0" h="338" w="313">
                    <a:moveTo>
                      <a:pt x="266" y="1"/>
                    </a:moveTo>
                    <a:cubicBezTo>
                      <a:pt x="254" y="1"/>
                      <a:pt x="242" y="6"/>
                      <a:pt x="234" y="17"/>
                    </a:cubicBezTo>
                    <a:cubicBezTo>
                      <a:pt x="191" y="71"/>
                      <a:pt x="142" y="125"/>
                      <a:pt x="88" y="174"/>
                    </a:cubicBezTo>
                    <a:cubicBezTo>
                      <a:pt x="55" y="212"/>
                      <a:pt x="1" y="261"/>
                      <a:pt x="28" y="316"/>
                    </a:cubicBezTo>
                    <a:cubicBezTo>
                      <a:pt x="38" y="331"/>
                      <a:pt x="54" y="338"/>
                      <a:pt x="69" y="338"/>
                    </a:cubicBezTo>
                    <a:cubicBezTo>
                      <a:pt x="86" y="338"/>
                      <a:pt x="104" y="328"/>
                      <a:pt x="109" y="310"/>
                    </a:cubicBezTo>
                    <a:cubicBezTo>
                      <a:pt x="131" y="267"/>
                      <a:pt x="158" y="229"/>
                      <a:pt x="191" y="196"/>
                    </a:cubicBezTo>
                    <a:cubicBezTo>
                      <a:pt x="240" y="153"/>
                      <a:pt x="278" y="104"/>
                      <a:pt x="305" y="44"/>
                    </a:cubicBezTo>
                    <a:cubicBezTo>
                      <a:pt x="312" y="19"/>
                      <a:pt x="289"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0"/>
              <p:cNvSpPr/>
              <p:nvPr/>
            </p:nvSpPr>
            <p:spPr>
              <a:xfrm>
                <a:off x="4813550" y="3348325"/>
                <a:ext cx="7175" cy="8150"/>
              </a:xfrm>
              <a:custGeom>
                <a:rect b="b" l="l" r="r" t="t"/>
                <a:pathLst>
                  <a:path extrusionOk="0" h="326" w="287">
                    <a:moveTo>
                      <a:pt x="252" y="1"/>
                    </a:moveTo>
                    <a:cubicBezTo>
                      <a:pt x="234" y="1"/>
                      <a:pt x="215" y="13"/>
                      <a:pt x="213" y="37"/>
                    </a:cubicBezTo>
                    <a:cubicBezTo>
                      <a:pt x="207" y="86"/>
                      <a:pt x="115" y="130"/>
                      <a:pt x="82" y="162"/>
                    </a:cubicBezTo>
                    <a:cubicBezTo>
                      <a:pt x="44" y="195"/>
                      <a:pt x="1" y="249"/>
                      <a:pt x="33" y="309"/>
                    </a:cubicBezTo>
                    <a:cubicBezTo>
                      <a:pt x="39" y="320"/>
                      <a:pt x="51" y="325"/>
                      <a:pt x="63" y="325"/>
                    </a:cubicBezTo>
                    <a:cubicBezTo>
                      <a:pt x="75" y="325"/>
                      <a:pt x="88" y="320"/>
                      <a:pt x="93" y="309"/>
                    </a:cubicBezTo>
                    <a:cubicBezTo>
                      <a:pt x="137" y="206"/>
                      <a:pt x="272" y="157"/>
                      <a:pt x="283" y="37"/>
                    </a:cubicBezTo>
                    <a:cubicBezTo>
                      <a:pt x="286" y="13"/>
                      <a:pt x="270"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0"/>
              <p:cNvSpPr/>
              <p:nvPr/>
            </p:nvSpPr>
            <p:spPr>
              <a:xfrm>
                <a:off x="4813700" y="3355900"/>
                <a:ext cx="6675" cy="6825"/>
              </a:xfrm>
              <a:custGeom>
                <a:rect b="b" l="l" r="r" t="t"/>
                <a:pathLst>
                  <a:path extrusionOk="0" h="273" w="267">
                    <a:moveTo>
                      <a:pt x="221" y="0"/>
                    </a:moveTo>
                    <a:cubicBezTo>
                      <a:pt x="210" y="0"/>
                      <a:pt x="199" y="5"/>
                      <a:pt x="190" y="17"/>
                    </a:cubicBezTo>
                    <a:lnTo>
                      <a:pt x="185" y="17"/>
                    </a:lnTo>
                    <a:cubicBezTo>
                      <a:pt x="163" y="60"/>
                      <a:pt x="109" y="88"/>
                      <a:pt x="76" y="126"/>
                    </a:cubicBezTo>
                    <a:cubicBezTo>
                      <a:pt x="44" y="158"/>
                      <a:pt x="0" y="234"/>
                      <a:pt x="60" y="267"/>
                    </a:cubicBezTo>
                    <a:cubicBezTo>
                      <a:pt x="67" y="271"/>
                      <a:pt x="74" y="272"/>
                      <a:pt x="80" y="272"/>
                    </a:cubicBezTo>
                    <a:cubicBezTo>
                      <a:pt x="119" y="272"/>
                      <a:pt x="134" y="204"/>
                      <a:pt x="158" y="180"/>
                    </a:cubicBezTo>
                    <a:cubicBezTo>
                      <a:pt x="190" y="142"/>
                      <a:pt x="223" y="98"/>
                      <a:pt x="256" y="55"/>
                    </a:cubicBezTo>
                    <a:cubicBezTo>
                      <a:pt x="267" y="25"/>
                      <a:pt x="244"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0"/>
              <p:cNvSpPr/>
              <p:nvPr/>
            </p:nvSpPr>
            <p:spPr>
              <a:xfrm>
                <a:off x="4812325" y="3373825"/>
                <a:ext cx="7025" cy="8775"/>
              </a:xfrm>
              <a:custGeom>
                <a:rect b="b" l="l" r="r" t="t"/>
                <a:pathLst>
                  <a:path extrusionOk="0" h="351" w="281">
                    <a:moveTo>
                      <a:pt x="207" y="1"/>
                    </a:moveTo>
                    <a:cubicBezTo>
                      <a:pt x="196" y="1"/>
                      <a:pt x="185" y="4"/>
                      <a:pt x="175" y="12"/>
                    </a:cubicBezTo>
                    <a:lnTo>
                      <a:pt x="180" y="12"/>
                    </a:lnTo>
                    <a:cubicBezTo>
                      <a:pt x="120" y="61"/>
                      <a:pt x="71" y="115"/>
                      <a:pt x="28" y="181"/>
                    </a:cubicBezTo>
                    <a:cubicBezTo>
                      <a:pt x="23" y="202"/>
                      <a:pt x="17" y="224"/>
                      <a:pt x="17" y="240"/>
                    </a:cubicBezTo>
                    <a:cubicBezTo>
                      <a:pt x="6" y="262"/>
                      <a:pt x="1" y="289"/>
                      <a:pt x="1" y="316"/>
                    </a:cubicBezTo>
                    <a:cubicBezTo>
                      <a:pt x="4" y="340"/>
                      <a:pt x="24" y="351"/>
                      <a:pt x="45" y="351"/>
                    </a:cubicBezTo>
                    <a:cubicBezTo>
                      <a:pt x="64" y="351"/>
                      <a:pt x="83" y="342"/>
                      <a:pt x="93" y="327"/>
                    </a:cubicBezTo>
                    <a:cubicBezTo>
                      <a:pt x="104" y="311"/>
                      <a:pt x="115" y="300"/>
                      <a:pt x="126" y="284"/>
                    </a:cubicBezTo>
                    <a:cubicBezTo>
                      <a:pt x="131" y="273"/>
                      <a:pt x="131" y="262"/>
                      <a:pt x="137" y="251"/>
                    </a:cubicBezTo>
                    <a:lnTo>
                      <a:pt x="137" y="235"/>
                    </a:lnTo>
                    <a:cubicBezTo>
                      <a:pt x="164" y="181"/>
                      <a:pt x="207" y="132"/>
                      <a:pt x="251" y="88"/>
                    </a:cubicBezTo>
                    <a:cubicBezTo>
                      <a:pt x="281" y="49"/>
                      <a:pt x="246" y="1"/>
                      <a:pt x="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0"/>
              <p:cNvSpPr/>
              <p:nvPr/>
            </p:nvSpPr>
            <p:spPr>
              <a:xfrm>
                <a:off x="4813600" y="3381325"/>
                <a:ext cx="4600" cy="6675"/>
              </a:xfrm>
              <a:custGeom>
                <a:rect b="b" l="l" r="r" t="t"/>
                <a:pathLst>
                  <a:path extrusionOk="0" h="267" w="184">
                    <a:moveTo>
                      <a:pt x="124" y="0"/>
                    </a:moveTo>
                    <a:cubicBezTo>
                      <a:pt x="97" y="0"/>
                      <a:pt x="80" y="27"/>
                      <a:pt x="97" y="54"/>
                    </a:cubicBezTo>
                    <a:cubicBezTo>
                      <a:pt x="80" y="76"/>
                      <a:pt x="58" y="98"/>
                      <a:pt x="48" y="120"/>
                    </a:cubicBezTo>
                    <a:cubicBezTo>
                      <a:pt x="26" y="152"/>
                      <a:pt x="10" y="190"/>
                      <a:pt x="4" y="228"/>
                    </a:cubicBezTo>
                    <a:cubicBezTo>
                      <a:pt x="1" y="251"/>
                      <a:pt x="23" y="266"/>
                      <a:pt x="45" y="266"/>
                    </a:cubicBezTo>
                    <a:cubicBezTo>
                      <a:pt x="60" y="266"/>
                      <a:pt x="74" y="260"/>
                      <a:pt x="80" y="245"/>
                    </a:cubicBezTo>
                    <a:cubicBezTo>
                      <a:pt x="97" y="207"/>
                      <a:pt x="118" y="174"/>
                      <a:pt x="140" y="136"/>
                    </a:cubicBezTo>
                    <a:cubicBezTo>
                      <a:pt x="167" y="109"/>
                      <a:pt x="183" y="71"/>
                      <a:pt x="178" y="27"/>
                    </a:cubicBezTo>
                    <a:cubicBezTo>
                      <a:pt x="173" y="11"/>
                      <a:pt x="156" y="0"/>
                      <a:pt x="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0"/>
              <p:cNvSpPr/>
              <p:nvPr/>
            </p:nvSpPr>
            <p:spPr>
              <a:xfrm>
                <a:off x="4847175" y="3412850"/>
                <a:ext cx="3225" cy="7750"/>
              </a:xfrm>
              <a:custGeom>
                <a:rect b="b" l="l" r="r" t="t"/>
                <a:pathLst>
                  <a:path extrusionOk="0" h="310" w="129">
                    <a:moveTo>
                      <a:pt x="42" y="1"/>
                    </a:moveTo>
                    <a:cubicBezTo>
                      <a:pt x="20" y="1"/>
                      <a:pt x="0" y="19"/>
                      <a:pt x="4" y="44"/>
                    </a:cubicBezTo>
                    <a:cubicBezTo>
                      <a:pt x="15" y="82"/>
                      <a:pt x="20" y="125"/>
                      <a:pt x="15" y="163"/>
                    </a:cubicBezTo>
                    <a:cubicBezTo>
                      <a:pt x="15" y="201"/>
                      <a:pt x="26" y="239"/>
                      <a:pt x="42" y="277"/>
                    </a:cubicBezTo>
                    <a:cubicBezTo>
                      <a:pt x="47" y="299"/>
                      <a:pt x="64" y="309"/>
                      <a:pt x="83" y="309"/>
                    </a:cubicBezTo>
                    <a:cubicBezTo>
                      <a:pt x="105" y="309"/>
                      <a:pt x="129" y="294"/>
                      <a:pt x="129" y="267"/>
                    </a:cubicBezTo>
                    <a:cubicBezTo>
                      <a:pt x="129" y="218"/>
                      <a:pt x="118" y="174"/>
                      <a:pt x="107" y="136"/>
                    </a:cubicBezTo>
                    <a:cubicBezTo>
                      <a:pt x="102" y="93"/>
                      <a:pt x="91" y="55"/>
                      <a:pt x="74" y="17"/>
                    </a:cubicBezTo>
                    <a:cubicBezTo>
                      <a:pt x="65" y="5"/>
                      <a:pt x="53" y="1"/>
                      <a:pt x="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0"/>
              <p:cNvSpPr/>
              <p:nvPr/>
            </p:nvSpPr>
            <p:spPr>
              <a:xfrm>
                <a:off x="4851875" y="3411800"/>
                <a:ext cx="3825" cy="7325"/>
              </a:xfrm>
              <a:custGeom>
                <a:rect b="b" l="l" r="r" t="t"/>
                <a:pathLst>
                  <a:path extrusionOk="0" h="293" w="153">
                    <a:moveTo>
                      <a:pt x="75" y="0"/>
                    </a:moveTo>
                    <a:cubicBezTo>
                      <a:pt x="55" y="0"/>
                      <a:pt x="36" y="12"/>
                      <a:pt x="33" y="37"/>
                    </a:cubicBezTo>
                    <a:cubicBezTo>
                      <a:pt x="33" y="107"/>
                      <a:pt x="1" y="287"/>
                      <a:pt x="115" y="292"/>
                    </a:cubicBezTo>
                    <a:cubicBezTo>
                      <a:pt x="136" y="292"/>
                      <a:pt x="153" y="276"/>
                      <a:pt x="153" y="260"/>
                    </a:cubicBezTo>
                    <a:cubicBezTo>
                      <a:pt x="153" y="222"/>
                      <a:pt x="131" y="189"/>
                      <a:pt x="120" y="151"/>
                    </a:cubicBezTo>
                    <a:cubicBezTo>
                      <a:pt x="115" y="113"/>
                      <a:pt x="115" y="75"/>
                      <a:pt x="120" y="37"/>
                    </a:cubicBezTo>
                    <a:cubicBezTo>
                      <a:pt x="115" y="12"/>
                      <a:pt x="94"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0"/>
              <p:cNvSpPr/>
              <p:nvPr/>
            </p:nvSpPr>
            <p:spPr>
              <a:xfrm>
                <a:off x="4858400" y="3412900"/>
                <a:ext cx="2875" cy="6500"/>
              </a:xfrm>
              <a:custGeom>
                <a:rect b="b" l="l" r="r" t="t"/>
                <a:pathLst>
                  <a:path extrusionOk="0" h="260" w="115">
                    <a:moveTo>
                      <a:pt x="58" y="1"/>
                    </a:moveTo>
                    <a:cubicBezTo>
                      <a:pt x="47" y="1"/>
                      <a:pt x="36" y="9"/>
                      <a:pt x="33" y="25"/>
                    </a:cubicBezTo>
                    <a:cubicBezTo>
                      <a:pt x="6" y="85"/>
                      <a:pt x="0" y="156"/>
                      <a:pt x="11" y="227"/>
                    </a:cubicBezTo>
                    <a:cubicBezTo>
                      <a:pt x="20" y="248"/>
                      <a:pt x="39" y="259"/>
                      <a:pt x="58" y="259"/>
                    </a:cubicBezTo>
                    <a:cubicBezTo>
                      <a:pt x="77" y="259"/>
                      <a:pt x="96" y="248"/>
                      <a:pt x="104" y="227"/>
                    </a:cubicBezTo>
                    <a:cubicBezTo>
                      <a:pt x="115" y="156"/>
                      <a:pt x="109" y="85"/>
                      <a:pt x="87" y="25"/>
                    </a:cubicBezTo>
                    <a:cubicBezTo>
                      <a:pt x="82" y="9"/>
                      <a:pt x="70" y="1"/>
                      <a:pt x="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0"/>
              <p:cNvSpPr/>
              <p:nvPr/>
            </p:nvSpPr>
            <p:spPr>
              <a:xfrm>
                <a:off x="4863700" y="3414075"/>
                <a:ext cx="3700" cy="5750"/>
              </a:xfrm>
              <a:custGeom>
                <a:rect b="b" l="l" r="r" t="t"/>
                <a:pathLst>
                  <a:path extrusionOk="0" h="230" w="148">
                    <a:moveTo>
                      <a:pt x="49" y="0"/>
                    </a:moveTo>
                    <a:cubicBezTo>
                      <a:pt x="17" y="6"/>
                      <a:pt x="0" y="44"/>
                      <a:pt x="17" y="71"/>
                    </a:cubicBezTo>
                    <a:cubicBezTo>
                      <a:pt x="17" y="98"/>
                      <a:pt x="17" y="120"/>
                      <a:pt x="22" y="147"/>
                    </a:cubicBezTo>
                    <a:cubicBezTo>
                      <a:pt x="27" y="157"/>
                      <a:pt x="33" y="173"/>
                      <a:pt x="43" y="183"/>
                    </a:cubicBezTo>
                    <a:lnTo>
                      <a:pt x="43" y="183"/>
                    </a:lnTo>
                    <a:cubicBezTo>
                      <a:pt x="43" y="186"/>
                      <a:pt x="44" y="188"/>
                      <a:pt x="44" y="190"/>
                    </a:cubicBezTo>
                    <a:cubicBezTo>
                      <a:pt x="49" y="201"/>
                      <a:pt x="55" y="207"/>
                      <a:pt x="60" y="212"/>
                    </a:cubicBezTo>
                    <a:cubicBezTo>
                      <a:pt x="68" y="224"/>
                      <a:pt x="79" y="230"/>
                      <a:pt x="91" y="230"/>
                    </a:cubicBezTo>
                    <a:cubicBezTo>
                      <a:pt x="105" y="230"/>
                      <a:pt x="120" y="222"/>
                      <a:pt x="126" y="207"/>
                    </a:cubicBezTo>
                    <a:cubicBezTo>
                      <a:pt x="142" y="180"/>
                      <a:pt x="147" y="147"/>
                      <a:pt x="131" y="120"/>
                    </a:cubicBezTo>
                    <a:cubicBezTo>
                      <a:pt x="131" y="87"/>
                      <a:pt x="120" y="54"/>
                      <a:pt x="109" y="27"/>
                    </a:cubicBezTo>
                    <a:cubicBezTo>
                      <a:pt x="98" y="11"/>
                      <a:pt x="82"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0"/>
              <p:cNvSpPr/>
              <p:nvPr/>
            </p:nvSpPr>
            <p:spPr>
              <a:xfrm>
                <a:off x="4880500" y="3412950"/>
                <a:ext cx="3075" cy="5750"/>
              </a:xfrm>
              <a:custGeom>
                <a:rect b="b" l="l" r="r" t="t"/>
                <a:pathLst>
                  <a:path extrusionOk="0" h="230" w="123">
                    <a:moveTo>
                      <a:pt x="47" y="0"/>
                    </a:moveTo>
                    <a:cubicBezTo>
                      <a:pt x="15" y="0"/>
                      <a:pt x="1" y="47"/>
                      <a:pt x="35" y="61"/>
                    </a:cubicBezTo>
                    <a:cubicBezTo>
                      <a:pt x="35" y="110"/>
                      <a:pt x="8" y="165"/>
                      <a:pt x="41" y="208"/>
                    </a:cubicBezTo>
                    <a:cubicBezTo>
                      <a:pt x="46" y="225"/>
                      <a:pt x="68" y="230"/>
                      <a:pt x="84" y="230"/>
                    </a:cubicBezTo>
                    <a:lnTo>
                      <a:pt x="90" y="230"/>
                    </a:lnTo>
                    <a:cubicBezTo>
                      <a:pt x="111" y="219"/>
                      <a:pt x="122" y="197"/>
                      <a:pt x="106" y="181"/>
                    </a:cubicBezTo>
                    <a:lnTo>
                      <a:pt x="106" y="176"/>
                    </a:lnTo>
                    <a:cubicBezTo>
                      <a:pt x="111" y="121"/>
                      <a:pt x="106" y="72"/>
                      <a:pt x="100" y="23"/>
                    </a:cubicBezTo>
                    <a:cubicBezTo>
                      <a:pt x="95" y="13"/>
                      <a:pt x="90" y="2"/>
                      <a:pt x="73" y="2"/>
                    </a:cubicBezTo>
                    <a:lnTo>
                      <a:pt x="57" y="2"/>
                    </a:lnTo>
                    <a:cubicBezTo>
                      <a:pt x="53" y="1"/>
                      <a:pt x="50" y="0"/>
                      <a:pt x="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0"/>
              <p:cNvSpPr/>
              <p:nvPr/>
            </p:nvSpPr>
            <p:spPr>
              <a:xfrm>
                <a:off x="4885200" y="3413500"/>
                <a:ext cx="3250" cy="6200"/>
              </a:xfrm>
              <a:custGeom>
                <a:rect b="b" l="l" r="r" t="t"/>
                <a:pathLst>
                  <a:path extrusionOk="0" h="248" w="130">
                    <a:moveTo>
                      <a:pt x="64" y="1"/>
                    </a:moveTo>
                    <a:cubicBezTo>
                      <a:pt x="40" y="1"/>
                      <a:pt x="23" y="30"/>
                      <a:pt x="43" y="50"/>
                    </a:cubicBezTo>
                    <a:cubicBezTo>
                      <a:pt x="43" y="61"/>
                      <a:pt x="37" y="67"/>
                      <a:pt x="37" y="77"/>
                    </a:cubicBezTo>
                    <a:cubicBezTo>
                      <a:pt x="27" y="94"/>
                      <a:pt x="21" y="116"/>
                      <a:pt x="10" y="137"/>
                    </a:cubicBezTo>
                    <a:cubicBezTo>
                      <a:pt x="0" y="188"/>
                      <a:pt x="23" y="247"/>
                      <a:pt x="78" y="247"/>
                    </a:cubicBezTo>
                    <a:cubicBezTo>
                      <a:pt x="82" y="247"/>
                      <a:pt x="87" y="247"/>
                      <a:pt x="92" y="246"/>
                    </a:cubicBezTo>
                    <a:cubicBezTo>
                      <a:pt x="108" y="241"/>
                      <a:pt x="113" y="230"/>
                      <a:pt x="119" y="213"/>
                    </a:cubicBezTo>
                    <a:lnTo>
                      <a:pt x="124" y="197"/>
                    </a:lnTo>
                    <a:cubicBezTo>
                      <a:pt x="130" y="186"/>
                      <a:pt x="119" y="175"/>
                      <a:pt x="108" y="170"/>
                    </a:cubicBezTo>
                    <a:lnTo>
                      <a:pt x="103" y="170"/>
                    </a:lnTo>
                    <a:cubicBezTo>
                      <a:pt x="103" y="164"/>
                      <a:pt x="103" y="159"/>
                      <a:pt x="103" y="154"/>
                    </a:cubicBezTo>
                    <a:cubicBezTo>
                      <a:pt x="103" y="143"/>
                      <a:pt x="113" y="116"/>
                      <a:pt x="119" y="99"/>
                    </a:cubicBezTo>
                    <a:cubicBezTo>
                      <a:pt x="124" y="56"/>
                      <a:pt x="119" y="12"/>
                      <a:pt x="70" y="1"/>
                    </a:cubicBezTo>
                    <a:cubicBezTo>
                      <a:pt x="68" y="1"/>
                      <a:pt x="66" y="1"/>
                      <a:pt x="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0"/>
              <p:cNvSpPr/>
              <p:nvPr/>
            </p:nvSpPr>
            <p:spPr>
              <a:xfrm>
                <a:off x="4890975" y="3413225"/>
                <a:ext cx="3325" cy="5825"/>
              </a:xfrm>
              <a:custGeom>
                <a:rect b="b" l="l" r="r" t="t"/>
                <a:pathLst>
                  <a:path extrusionOk="0" h="233" w="133">
                    <a:moveTo>
                      <a:pt x="56" y="0"/>
                    </a:moveTo>
                    <a:cubicBezTo>
                      <a:pt x="20" y="0"/>
                      <a:pt x="0" y="47"/>
                      <a:pt x="35" y="72"/>
                    </a:cubicBezTo>
                    <a:lnTo>
                      <a:pt x="35" y="78"/>
                    </a:lnTo>
                    <a:cubicBezTo>
                      <a:pt x="29" y="94"/>
                      <a:pt x="29" y="105"/>
                      <a:pt x="24" y="121"/>
                    </a:cubicBezTo>
                    <a:cubicBezTo>
                      <a:pt x="13" y="148"/>
                      <a:pt x="2" y="186"/>
                      <a:pt x="24" y="214"/>
                    </a:cubicBezTo>
                    <a:cubicBezTo>
                      <a:pt x="30" y="226"/>
                      <a:pt x="43" y="233"/>
                      <a:pt x="57" y="233"/>
                    </a:cubicBezTo>
                    <a:cubicBezTo>
                      <a:pt x="68" y="233"/>
                      <a:pt x="80" y="228"/>
                      <a:pt x="89" y="219"/>
                    </a:cubicBezTo>
                    <a:cubicBezTo>
                      <a:pt x="111" y="186"/>
                      <a:pt x="122" y="143"/>
                      <a:pt x="127" y="99"/>
                    </a:cubicBezTo>
                    <a:cubicBezTo>
                      <a:pt x="133" y="56"/>
                      <a:pt x="116" y="7"/>
                      <a:pt x="67" y="2"/>
                    </a:cubicBezTo>
                    <a:cubicBezTo>
                      <a:pt x="63" y="1"/>
                      <a:pt x="60" y="0"/>
                      <a:pt x="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20"/>
              <p:cNvSpPr/>
              <p:nvPr/>
            </p:nvSpPr>
            <p:spPr>
              <a:xfrm>
                <a:off x="4896450" y="3414600"/>
                <a:ext cx="3275" cy="4075"/>
              </a:xfrm>
              <a:custGeom>
                <a:rect b="b" l="l" r="r" t="t"/>
                <a:pathLst>
                  <a:path extrusionOk="0" h="163" w="131">
                    <a:moveTo>
                      <a:pt x="60" y="1"/>
                    </a:moveTo>
                    <a:cubicBezTo>
                      <a:pt x="22" y="1"/>
                      <a:pt x="1" y="50"/>
                      <a:pt x="33" y="82"/>
                    </a:cubicBezTo>
                    <a:lnTo>
                      <a:pt x="33" y="88"/>
                    </a:lnTo>
                    <a:cubicBezTo>
                      <a:pt x="33" y="99"/>
                      <a:pt x="33" y="115"/>
                      <a:pt x="33" y="126"/>
                    </a:cubicBezTo>
                    <a:cubicBezTo>
                      <a:pt x="39" y="142"/>
                      <a:pt x="55" y="159"/>
                      <a:pt x="71" y="159"/>
                    </a:cubicBezTo>
                    <a:cubicBezTo>
                      <a:pt x="74" y="161"/>
                      <a:pt x="78" y="163"/>
                      <a:pt x="82" y="163"/>
                    </a:cubicBezTo>
                    <a:cubicBezTo>
                      <a:pt x="86" y="163"/>
                      <a:pt x="90" y="161"/>
                      <a:pt x="93" y="159"/>
                    </a:cubicBezTo>
                    <a:cubicBezTo>
                      <a:pt x="109" y="159"/>
                      <a:pt x="120" y="142"/>
                      <a:pt x="126" y="126"/>
                    </a:cubicBezTo>
                    <a:cubicBezTo>
                      <a:pt x="131" y="115"/>
                      <a:pt x="131" y="99"/>
                      <a:pt x="131" y="82"/>
                    </a:cubicBezTo>
                    <a:cubicBezTo>
                      <a:pt x="131" y="66"/>
                      <a:pt x="131" y="50"/>
                      <a:pt x="120" y="39"/>
                    </a:cubicBezTo>
                    <a:lnTo>
                      <a:pt x="120" y="33"/>
                    </a:lnTo>
                    <a:cubicBezTo>
                      <a:pt x="115" y="17"/>
                      <a:pt x="98" y="1"/>
                      <a:pt x="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20"/>
              <p:cNvSpPr/>
              <p:nvPr/>
            </p:nvSpPr>
            <p:spPr>
              <a:xfrm>
                <a:off x="4932600" y="3410725"/>
                <a:ext cx="3275" cy="7875"/>
              </a:xfrm>
              <a:custGeom>
                <a:rect b="b" l="l" r="r" t="t"/>
                <a:pathLst>
                  <a:path extrusionOk="0" h="315" w="131">
                    <a:moveTo>
                      <a:pt x="74" y="1"/>
                    </a:moveTo>
                    <a:cubicBezTo>
                      <a:pt x="52" y="1"/>
                      <a:pt x="30" y="15"/>
                      <a:pt x="28" y="42"/>
                    </a:cubicBezTo>
                    <a:cubicBezTo>
                      <a:pt x="33" y="80"/>
                      <a:pt x="33" y="118"/>
                      <a:pt x="28" y="156"/>
                    </a:cubicBezTo>
                    <a:cubicBezTo>
                      <a:pt x="28" y="172"/>
                      <a:pt x="17" y="188"/>
                      <a:pt x="11" y="210"/>
                    </a:cubicBezTo>
                    <a:cubicBezTo>
                      <a:pt x="0" y="248"/>
                      <a:pt x="11" y="303"/>
                      <a:pt x="60" y="314"/>
                    </a:cubicBezTo>
                    <a:cubicBezTo>
                      <a:pt x="64" y="314"/>
                      <a:pt x="68" y="315"/>
                      <a:pt x="72" y="315"/>
                    </a:cubicBezTo>
                    <a:cubicBezTo>
                      <a:pt x="89" y="315"/>
                      <a:pt x="106" y="305"/>
                      <a:pt x="115" y="292"/>
                    </a:cubicBezTo>
                    <a:cubicBezTo>
                      <a:pt x="115" y="286"/>
                      <a:pt x="120" y="281"/>
                      <a:pt x="120" y="275"/>
                    </a:cubicBezTo>
                    <a:cubicBezTo>
                      <a:pt x="125" y="265"/>
                      <a:pt x="125" y="248"/>
                      <a:pt x="115" y="243"/>
                    </a:cubicBezTo>
                    <a:cubicBezTo>
                      <a:pt x="112" y="246"/>
                      <a:pt x="108" y="247"/>
                      <a:pt x="106" y="247"/>
                    </a:cubicBezTo>
                    <a:cubicBezTo>
                      <a:pt x="104" y="247"/>
                      <a:pt x="104" y="246"/>
                      <a:pt x="109" y="243"/>
                    </a:cubicBezTo>
                    <a:lnTo>
                      <a:pt x="93" y="227"/>
                    </a:lnTo>
                    <a:lnTo>
                      <a:pt x="109" y="227"/>
                    </a:lnTo>
                    <a:cubicBezTo>
                      <a:pt x="109" y="221"/>
                      <a:pt x="115" y="210"/>
                      <a:pt x="115" y="205"/>
                    </a:cubicBezTo>
                    <a:cubicBezTo>
                      <a:pt x="125" y="150"/>
                      <a:pt x="131" y="96"/>
                      <a:pt x="120" y="42"/>
                    </a:cubicBezTo>
                    <a:cubicBezTo>
                      <a:pt x="117" y="15"/>
                      <a:pt x="96" y="1"/>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20"/>
              <p:cNvSpPr/>
              <p:nvPr/>
            </p:nvSpPr>
            <p:spPr>
              <a:xfrm>
                <a:off x="4935450" y="3416250"/>
                <a:ext cx="175" cy="425"/>
              </a:xfrm>
              <a:custGeom>
                <a:rect b="b" l="l" r="r" t="t"/>
                <a:pathLst>
                  <a:path extrusionOk="0" h="17" w="7">
                    <a:moveTo>
                      <a:pt x="1" y="0"/>
                    </a:moveTo>
                    <a:lnTo>
                      <a:pt x="1" y="6"/>
                    </a:lnTo>
                    <a:lnTo>
                      <a:pt x="1" y="16"/>
                    </a:lnTo>
                    <a:cubicBezTo>
                      <a:pt x="1" y="11"/>
                      <a:pt x="6" y="6"/>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20"/>
              <p:cNvSpPr/>
              <p:nvPr/>
            </p:nvSpPr>
            <p:spPr>
              <a:xfrm>
                <a:off x="4937750" y="3411900"/>
                <a:ext cx="2900" cy="6625"/>
              </a:xfrm>
              <a:custGeom>
                <a:rect b="b" l="l" r="r" t="t"/>
                <a:pathLst>
                  <a:path extrusionOk="0" h="265" w="116">
                    <a:moveTo>
                      <a:pt x="55" y="0"/>
                    </a:moveTo>
                    <a:cubicBezTo>
                      <a:pt x="31" y="0"/>
                      <a:pt x="6" y="16"/>
                      <a:pt x="6" y="49"/>
                    </a:cubicBezTo>
                    <a:cubicBezTo>
                      <a:pt x="1" y="114"/>
                      <a:pt x="12" y="180"/>
                      <a:pt x="34" y="245"/>
                    </a:cubicBezTo>
                    <a:cubicBezTo>
                      <a:pt x="42" y="259"/>
                      <a:pt x="54" y="265"/>
                      <a:pt x="67" y="265"/>
                    </a:cubicBezTo>
                    <a:cubicBezTo>
                      <a:pt x="89" y="265"/>
                      <a:pt x="112" y="247"/>
                      <a:pt x="115" y="223"/>
                    </a:cubicBezTo>
                    <a:cubicBezTo>
                      <a:pt x="115" y="163"/>
                      <a:pt x="110" y="109"/>
                      <a:pt x="104" y="49"/>
                    </a:cubicBezTo>
                    <a:cubicBezTo>
                      <a:pt x="104" y="16"/>
                      <a:pt x="80" y="0"/>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120"/>
            <p:cNvGrpSpPr/>
            <p:nvPr/>
          </p:nvGrpSpPr>
          <p:grpSpPr>
            <a:xfrm>
              <a:off x="7808547" y="2113514"/>
              <a:ext cx="211981" cy="274319"/>
              <a:chOff x="5086150" y="3239075"/>
              <a:chExt cx="154550" cy="201025"/>
            </a:xfrm>
          </p:grpSpPr>
          <p:sp>
            <p:nvSpPr>
              <p:cNvPr id="5128" name="Google Shape;5128;p120"/>
              <p:cNvSpPr/>
              <p:nvPr/>
            </p:nvSpPr>
            <p:spPr>
              <a:xfrm>
                <a:off x="5134700" y="3275775"/>
                <a:ext cx="56875" cy="20175"/>
              </a:xfrm>
              <a:custGeom>
                <a:rect b="b" l="l" r="r" t="t"/>
                <a:pathLst>
                  <a:path extrusionOk="0" h="807" w="2275">
                    <a:moveTo>
                      <a:pt x="1107" y="1"/>
                    </a:moveTo>
                    <a:cubicBezTo>
                      <a:pt x="1084" y="1"/>
                      <a:pt x="1061" y="2"/>
                      <a:pt x="1038" y="4"/>
                    </a:cubicBezTo>
                    <a:cubicBezTo>
                      <a:pt x="929" y="26"/>
                      <a:pt x="826" y="64"/>
                      <a:pt x="722" y="113"/>
                    </a:cubicBezTo>
                    <a:cubicBezTo>
                      <a:pt x="674" y="140"/>
                      <a:pt x="625" y="178"/>
                      <a:pt x="576" y="205"/>
                    </a:cubicBezTo>
                    <a:cubicBezTo>
                      <a:pt x="521" y="221"/>
                      <a:pt x="467" y="249"/>
                      <a:pt x="418" y="276"/>
                    </a:cubicBezTo>
                    <a:cubicBezTo>
                      <a:pt x="320" y="341"/>
                      <a:pt x="239" y="422"/>
                      <a:pt x="168" y="515"/>
                    </a:cubicBezTo>
                    <a:cubicBezTo>
                      <a:pt x="141" y="553"/>
                      <a:pt x="108" y="586"/>
                      <a:pt x="81" y="629"/>
                    </a:cubicBezTo>
                    <a:cubicBezTo>
                      <a:pt x="48" y="678"/>
                      <a:pt x="27" y="727"/>
                      <a:pt x="5" y="781"/>
                    </a:cubicBezTo>
                    <a:cubicBezTo>
                      <a:pt x="1" y="794"/>
                      <a:pt x="10" y="807"/>
                      <a:pt x="19" y="807"/>
                    </a:cubicBezTo>
                    <a:cubicBezTo>
                      <a:pt x="21" y="807"/>
                      <a:pt x="24" y="805"/>
                      <a:pt x="27" y="803"/>
                    </a:cubicBezTo>
                    <a:cubicBezTo>
                      <a:pt x="103" y="732"/>
                      <a:pt x="168" y="656"/>
                      <a:pt x="228" y="575"/>
                    </a:cubicBezTo>
                    <a:cubicBezTo>
                      <a:pt x="298" y="493"/>
                      <a:pt x="380" y="422"/>
                      <a:pt x="467" y="357"/>
                    </a:cubicBezTo>
                    <a:cubicBezTo>
                      <a:pt x="510" y="336"/>
                      <a:pt x="559" y="308"/>
                      <a:pt x="614" y="292"/>
                    </a:cubicBezTo>
                    <a:cubicBezTo>
                      <a:pt x="663" y="270"/>
                      <a:pt x="701" y="238"/>
                      <a:pt x="750" y="210"/>
                    </a:cubicBezTo>
                    <a:cubicBezTo>
                      <a:pt x="858" y="167"/>
                      <a:pt x="972" y="140"/>
                      <a:pt x="1092" y="134"/>
                    </a:cubicBezTo>
                    <a:cubicBezTo>
                      <a:pt x="1097" y="134"/>
                      <a:pt x="1103" y="134"/>
                      <a:pt x="1108" y="134"/>
                    </a:cubicBezTo>
                    <a:cubicBezTo>
                      <a:pt x="1216" y="134"/>
                      <a:pt x="1315" y="185"/>
                      <a:pt x="1418" y="216"/>
                    </a:cubicBezTo>
                    <a:cubicBezTo>
                      <a:pt x="1527" y="249"/>
                      <a:pt x="1630" y="287"/>
                      <a:pt x="1723" y="341"/>
                    </a:cubicBezTo>
                    <a:cubicBezTo>
                      <a:pt x="1810" y="390"/>
                      <a:pt x="1864" y="477"/>
                      <a:pt x="1945" y="531"/>
                    </a:cubicBezTo>
                    <a:cubicBezTo>
                      <a:pt x="2022" y="591"/>
                      <a:pt x="2022" y="689"/>
                      <a:pt x="2119" y="711"/>
                    </a:cubicBezTo>
                    <a:cubicBezTo>
                      <a:pt x="2128" y="713"/>
                      <a:pt x="2137" y="714"/>
                      <a:pt x="2145" y="714"/>
                    </a:cubicBezTo>
                    <a:cubicBezTo>
                      <a:pt x="2232" y="714"/>
                      <a:pt x="2275" y="592"/>
                      <a:pt x="2190" y="542"/>
                    </a:cubicBezTo>
                    <a:cubicBezTo>
                      <a:pt x="2152" y="526"/>
                      <a:pt x="2130" y="488"/>
                      <a:pt x="2098" y="466"/>
                    </a:cubicBezTo>
                    <a:cubicBezTo>
                      <a:pt x="2049" y="439"/>
                      <a:pt x="2005" y="412"/>
                      <a:pt x="1962" y="379"/>
                    </a:cubicBezTo>
                    <a:cubicBezTo>
                      <a:pt x="1929" y="336"/>
                      <a:pt x="1886" y="297"/>
                      <a:pt x="1848" y="265"/>
                    </a:cubicBezTo>
                    <a:cubicBezTo>
                      <a:pt x="1799" y="232"/>
                      <a:pt x="1750" y="205"/>
                      <a:pt x="1701" y="183"/>
                    </a:cubicBezTo>
                    <a:cubicBezTo>
                      <a:pt x="1598" y="134"/>
                      <a:pt x="1489" y="96"/>
                      <a:pt x="1380" y="58"/>
                    </a:cubicBezTo>
                    <a:cubicBezTo>
                      <a:pt x="1293" y="19"/>
                      <a:pt x="1202" y="1"/>
                      <a:pt x="1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20"/>
              <p:cNvSpPr/>
              <p:nvPr/>
            </p:nvSpPr>
            <p:spPr>
              <a:xfrm>
                <a:off x="5086150" y="3239075"/>
                <a:ext cx="154550" cy="201025"/>
              </a:xfrm>
              <a:custGeom>
                <a:rect b="b" l="l" r="r" t="t"/>
                <a:pathLst>
                  <a:path extrusionOk="0" h="8041" w="6182">
                    <a:moveTo>
                      <a:pt x="5538" y="52"/>
                    </a:moveTo>
                    <a:cubicBezTo>
                      <a:pt x="5580" y="52"/>
                      <a:pt x="5624" y="62"/>
                      <a:pt x="5660" y="80"/>
                    </a:cubicBezTo>
                    <a:cubicBezTo>
                      <a:pt x="5725" y="129"/>
                      <a:pt x="5698" y="216"/>
                      <a:pt x="5676" y="281"/>
                    </a:cubicBezTo>
                    <a:cubicBezTo>
                      <a:pt x="5660" y="324"/>
                      <a:pt x="5644" y="371"/>
                      <a:pt x="5618" y="414"/>
                    </a:cubicBezTo>
                    <a:lnTo>
                      <a:pt x="5618" y="414"/>
                    </a:lnTo>
                    <a:lnTo>
                      <a:pt x="5605" y="401"/>
                    </a:lnTo>
                    <a:cubicBezTo>
                      <a:pt x="5597" y="391"/>
                      <a:pt x="5586" y="387"/>
                      <a:pt x="5574" y="387"/>
                    </a:cubicBezTo>
                    <a:cubicBezTo>
                      <a:pt x="5554" y="387"/>
                      <a:pt x="5532" y="398"/>
                      <a:pt x="5518" y="412"/>
                    </a:cubicBezTo>
                    <a:cubicBezTo>
                      <a:pt x="5508" y="425"/>
                      <a:pt x="5499" y="431"/>
                      <a:pt x="5490" y="431"/>
                    </a:cubicBezTo>
                    <a:cubicBezTo>
                      <a:pt x="5459" y="431"/>
                      <a:pt x="5433" y="365"/>
                      <a:pt x="5420" y="336"/>
                    </a:cubicBezTo>
                    <a:cubicBezTo>
                      <a:pt x="5399" y="276"/>
                      <a:pt x="5399" y="216"/>
                      <a:pt x="5420" y="156"/>
                    </a:cubicBezTo>
                    <a:cubicBezTo>
                      <a:pt x="5442" y="102"/>
                      <a:pt x="5458" y="59"/>
                      <a:pt x="5513" y="53"/>
                    </a:cubicBezTo>
                    <a:cubicBezTo>
                      <a:pt x="5521" y="52"/>
                      <a:pt x="5530" y="52"/>
                      <a:pt x="5538" y="52"/>
                    </a:cubicBezTo>
                    <a:close/>
                    <a:moveTo>
                      <a:pt x="1697" y="148"/>
                    </a:moveTo>
                    <a:cubicBezTo>
                      <a:pt x="1718" y="148"/>
                      <a:pt x="1739" y="156"/>
                      <a:pt x="1757" y="173"/>
                    </a:cubicBezTo>
                    <a:cubicBezTo>
                      <a:pt x="1784" y="195"/>
                      <a:pt x="1806" y="222"/>
                      <a:pt x="1827" y="249"/>
                    </a:cubicBezTo>
                    <a:cubicBezTo>
                      <a:pt x="1854" y="298"/>
                      <a:pt x="1833" y="330"/>
                      <a:pt x="1811" y="374"/>
                    </a:cubicBezTo>
                    <a:cubicBezTo>
                      <a:pt x="1778" y="428"/>
                      <a:pt x="1746" y="510"/>
                      <a:pt x="1686" y="537"/>
                    </a:cubicBezTo>
                    <a:cubicBezTo>
                      <a:pt x="1691" y="521"/>
                      <a:pt x="1697" y="510"/>
                      <a:pt x="1697" y="493"/>
                    </a:cubicBezTo>
                    <a:cubicBezTo>
                      <a:pt x="1702" y="434"/>
                      <a:pt x="1642" y="412"/>
                      <a:pt x="1621" y="358"/>
                    </a:cubicBezTo>
                    <a:cubicBezTo>
                      <a:pt x="1604" y="314"/>
                      <a:pt x="1599" y="265"/>
                      <a:pt x="1610" y="216"/>
                    </a:cubicBezTo>
                    <a:lnTo>
                      <a:pt x="1615" y="216"/>
                    </a:lnTo>
                    <a:cubicBezTo>
                      <a:pt x="1622" y="174"/>
                      <a:pt x="1659" y="148"/>
                      <a:pt x="1697" y="148"/>
                    </a:cubicBezTo>
                    <a:close/>
                    <a:moveTo>
                      <a:pt x="3833" y="1209"/>
                    </a:moveTo>
                    <a:cubicBezTo>
                      <a:pt x="3871" y="1209"/>
                      <a:pt x="3907" y="1217"/>
                      <a:pt x="3936" y="1238"/>
                    </a:cubicBezTo>
                    <a:cubicBezTo>
                      <a:pt x="3991" y="1276"/>
                      <a:pt x="4023" y="1347"/>
                      <a:pt x="4018" y="1412"/>
                    </a:cubicBezTo>
                    <a:cubicBezTo>
                      <a:pt x="3996" y="1390"/>
                      <a:pt x="3980" y="1369"/>
                      <a:pt x="3958" y="1347"/>
                    </a:cubicBezTo>
                    <a:cubicBezTo>
                      <a:pt x="3909" y="1298"/>
                      <a:pt x="3849" y="1249"/>
                      <a:pt x="3784" y="1211"/>
                    </a:cubicBezTo>
                    <a:lnTo>
                      <a:pt x="3801" y="1211"/>
                    </a:lnTo>
                    <a:cubicBezTo>
                      <a:pt x="3812" y="1210"/>
                      <a:pt x="3823" y="1209"/>
                      <a:pt x="3833" y="1209"/>
                    </a:cubicBezTo>
                    <a:close/>
                    <a:moveTo>
                      <a:pt x="2284" y="1390"/>
                    </a:moveTo>
                    <a:lnTo>
                      <a:pt x="2284" y="1390"/>
                    </a:lnTo>
                    <a:cubicBezTo>
                      <a:pt x="2208" y="1450"/>
                      <a:pt x="2132" y="1515"/>
                      <a:pt x="2061" y="1586"/>
                    </a:cubicBezTo>
                    <a:cubicBezTo>
                      <a:pt x="2056" y="1559"/>
                      <a:pt x="2061" y="1526"/>
                      <a:pt x="2066" y="1505"/>
                    </a:cubicBezTo>
                    <a:cubicBezTo>
                      <a:pt x="2094" y="1450"/>
                      <a:pt x="2143" y="1418"/>
                      <a:pt x="2197" y="1412"/>
                    </a:cubicBezTo>
                    <a:cubicBezTo>
                      <a:pt x="2224" y="1401"/>
                      <a:pt x="2257" y="1396"/>
                      <a:pt x="2284" y="1390"/>
                    </a:cubicBezTo>
                    <a:close/>
                    <a:moveTo>
                      <a:pt x="5458" y="3933"/>
                    </a:moveTo>
                    <a:cubicBezTo>
                      <a:pt x="5490" y="3933"/>
                      <a:pt x="5525" y="3942"/>
                      <a:pt x="5562" y="3951"/>
                    </a:cubicBezTo>
                    <a:cubicBezTo>
                      <a:pt x="5573" y="4048"/>
                      <a:pt x="5535" y="4141"/>
                      <a:pt x="5464" y="4201"/>
                    </a:cubicBezTo>
                    <a:lnTo>
                      <a:pt x="5437" y="4217"/>
                    </a:lnTo>
                    <a:lnTo>
                      <a:pt x="5415" y="4217"/>
                    </a:lnTo>
                    <a:cubicBezTo>
                      <a:pt x="5413" y="4217"/>
                      <a:pt x="5411" y="4217"/>
                      <a:pt x="5409" y="4217"/>
                    </a:cubicBezTo>
                    <a:cubicBezTo>
                      <a:pt x="5344" y="4217"/>
                      <a:pt x="5334" y="4042"/>
                      <a:pt x="5344" y="4010"/>
                    </a:cubicBezTo>
                    <a:lnTo>
                      <a:pt x="5350" y="4010"/>
                    </a:lnTo>
                    <a:cubicBezTo>
                      <a:pt x="5375" y="3950"/>
                      <a:pt x="5413" y="3933"/>
                      <a:pt x="5458" y="3933"/>
                    </a:cubicBezTo>
                    <a:close/>
                    <a:moveTo>
                      <a:pt x="349" y="4935"/>
                    </a:moveTo>
                    <a:lnTo>
                      <a:pt x="349" y="4962"/>
                    </a:lnTo>
                    <a:cubicBezTo>
                      <a:pt x="349" y="5032"/>
                      <a:pt x="322" y="5163"/>
                      <a:pt x="392" y="5206"/>
                    </a:cubicBezTo>
                    <a:cubicBezTo>
                      <a:pt x="357" y="5221"/>
                      <a:pt x="323" y="5238"/>
                      <a:pt x="294" y="5238"/>
                    </a:cubicBezTo>
                    <a:cubicBezTo>
                      <a:pt x="268" y="5238"/>
                      <a:pt x="247" y="5225"/>
                      <a:pt x="235" y="5185"/>
                    </a:cubicBezTo>
                    <a:lnTo>
                      <a:pt x="240" y="5185"/>
                    </a:lnTo>
                    <a:cubicBezTo>
                      <a:pt x="224" y="5114"/>
                      <a:pt x="240" y="5049"/>
                      <a:pt x="278" y="4994"/>
                    </a:cubicBezTo>
                    <a:cubicBezTo>
                      <a:pt x="294" y="4973"/>
                      <a:pt x="322" y="4951"/>
                      <a:pt x="349" y="4935"/>
                    </a:cubicBezTo>
                    <a:close/>
                    <a:moveTo>
                      <a:pt x="1166" y="746"/>
                    </a:moveTo>
                    <a:cubicBezTo>
                      <a:pt x="1167" y="746"/>
                      <a:pt x="1167" y="752"/>
                      <a:pt x="1175" y="765"/>
                    </a:cubicBezTo>
                    <a:cubicBezTo>
                      <a:pt x="1180" y="776"/>
                      <a:pt x="1180" y="792"/>
                      <a:pt x="1180" y="803"/>
                    </a:cubicBezTo>
                    <a:cubicBezTo>
                      <a:pt x="1186" y="836"/>
                      <a:pt x="1191" y="863"/>
                      <a:pt x="1191" y="896"/>
                    </a:cubicBezTo>
                    <a:lnTo>
                      <a:pt x="1191" y="1102"/>
                    </a:lnTo>
                    <a:cubicBezTo>
                      <a:pt x="1170" y="1135"/>
                      <a:pt x="1153" y="1162"/>
                      <a:pt x="1142" y="1195"/>
                    </a:cubicBezTo>
                    <a:cubicBezTo>
                      <a:pt x="1121" y="1238"/>
                      <a:pt x="1104" y="1287"/>
                      <a:pt x="1093" y="1331"/>
                    </a:cubicBezTo>
                    <a:cubicBezTo>
                      <a:pt x="1093" y="1347"/>
                      <a:pt x="1105" y="1357"/>
                      <a:pt x="1118" y="1357"/>
                    </a:cubicBezTo>
                    <a:cubicBezTo>
                      <a:pt x="1122" y="1357"/>
                      <a:pt x="1127" y="1355"/>
                      <a:pt x="1132" y="1352"/>
                    </a:cubicBezTo>
                    <a:cubicBezTo>
                      <a:pt x="1153" y="1336"/>
                      <a:pt x="1175" y="1320"/>
                      <a:pt x="1186" y="1293"/>
                    </a:cubicBezTo>
                    <a:lnTo>
                      <a:pt x="1186" y="1592"/>
                    </a:lnTo>
                    <a:cubicBezTo>
                      <a:pt x="1186" y="1695"/>
                      <a:pt x="1191" y="1809"/>
                      <a:pt x="1186" y="1918"/>
                    </a:cubicBezTo>
                    <a:cubicBezTo>
                      <a:pt x="1175" y="1999"/>
                      <a:pt x="1186" y="2086"/>
                      <a:pt x="1219" y="2168"/>
                    </a:cubicBezTo>
                    <a:cubicBezTo>
                      <a:pt x="1229" y="2184"/>
                      <a:pt x="1246" y="2195"/>
                      <a:pt x="1267" y="2195"/>
                    </a:cubicBezTo>
                    <a:cubicBezTo>
                      <a:pt x="1295" y="2249"/>
                      <a:pt x="1322" y="2304"/>
                      <a:pt x="1354" y="2358"/>
                    </a:cubicBezTo>
                    <a:cubicBezTo>
                      <a:pt x="1441" y="2478"/>
                      <a:pt x="1479" y="2613"/>
                      <a:pt x="1556" y="2738"/>
                    </a:cubicBezTo>
                    <a:cubicBezTo>
                      <a:pt x="1621" y="2858"/>
                      <a:pt x="1708" y="2967"/>
                      <a:pt x="1806" y="3059"/>
                    </a:cubicBezTo>
                    <a:cubicBezTo>
                      <a:pt x="1860" y="3106"/>
                      <a:pt x="1915" y="3158"/>
                      <a:pt x="1979" y="3158"/>
                    </a:cubicBezTo>
                    <a:cubicBezTo>
                      <a:pt x="2005" y="3158"/>
                      <a:pt x="2032" y="3150"/>
                      <a:pt x="2061" y="3130"/>
                    </a:cubicBezTo>
                    <a:cubicBezTo>
                      <a:pt x="2077" y="3124"/>
                      <a:pt x="2088" y="3108"/>
                      <a:pt x="2088" y="3092"/>
                    </a:cubicBezTo>
                    <a:cubicBezTo>
                      <a:pt x="2126" y="3048"/>
                      <a:pt x="2153" y="3005"/>
                      <a:pt x="2181" y="2956"/>
                    </a:cubicBezTo>
                    <a:cubicBezTo>
                      <a:pt x="2219" y="2907"/>
                      <a:pt x="2235" y="2836"/>
                      <a:pt x="2219" y="2771"/>
                    </a:cubicBezTo>
                    <a:cubicBezTo>
                      <a:pt x="2216" y="2762"/>
                      <a:pt x="2208" y="2758"/>
                      <a:pt x="2199" y="2758"/>
                    </a:cubicBezTo>
                    <a:cubicBezTo>
                      <a:pt x="2193" y="2758"/>
                      <a:pt x="2186" y="2761"/>
                      <a:pt x="2181" y="2766"/>
                    </a:cubicBezTo>
                    <a:cubicBezTo>
                      <a:pt x="2137" y="2717"/>
                      <a:pt x="2099" y="2657"/>
                      <a:pt x="2072" y="2592"/>
                    </a:cubicBezTo>
                    <a:cubicBezTo>
                      <a:pt x="2028" y="2516"/>
                      <a:pt x="1980" y="2445"/>
                      <a:pt x="1920" y="2380"/>
                    </a:cubicBezTo>
                    <a:cubicBezTo>
                      <a:pt x="1898" y="2353"/>
                      <a:pt x="1871" y="2331"/>
                      <a:pt x="1849" y="2304"/>
                    </a:cubicBezTo>
                    <a:cubicBezTo>
                      <a:pt x="1833" y="2260"/>
                      <a:pt x="1827" y="2217"/>
                      <a:pt x="1833" y="2173"/>
                    </a:cubicBezTo>
                    <a:cubicBezTo>
                      <a:pt x="1849" y="2081"/>
                      <a:pt x="1882" y="1994"/>
                      <a:pt x="1936" y="1912"/>
                    </a:cubicBezTo>
                    <a:cubicBezTo>
                      <a:pt x="1985" y="1847"/>
                      <a:pt x="2039" y="1787"/>
                      <a:pt x="2105" y="1733"/>
                    </a:cubicBezTo>
                    <a:cubicBezTo>
                      <a:pt x="2170" y="1673"/>
                      <a:pt x="2230" y="1608"/>
                      <a:pt x="2300" y="1548"/>
                    </a:cubicBezTo>
                    <a:cubicBezTo>
                      <a:pt x="2431" y="1445"/>
                      <a:pt x="2572" y="1347"/>
                      <a:pt x="2692" y="1238"/>
                    </a:cubicBezTo>
                    <a:cubicBezTo>
                      <a:pt x="2800" y="1144"/>
                      <a:pt x="2888" y="1070"/>
                      <a:pt x="3016" y="1070"/>
                    </a:cubicBezTo>
                    <a:cubicBezTo>
                      <a:pt x="3036" y="1070"/>
                      <a:pt x="3056" y="1072"/>
                      <a:pt x="3078" y="1075"/>
                    </a:cubicBezTo>
                    <a:cubicBezTo>
                      <a:pt x="3241" y="1108"/>
                      <a:pt x="3371" y="1238"/>
                      <a:pt x="3523" y="1309"/>
                    </a:cubicBezTo>
                    <a:cubicBezTo>
                      <a:pt x="3589" y="1331"/>
                      <a:pt x="3654" y="1352"/>
                      <a:pt x="3714" y="1385"/>
                    </a:cubicBezTo>
                    <a:cubicBezTo>
                      <a:pt x="3773" y="1428"/>
                      <a:pt x="3822" y="1477"/>
                      <a:pt x="3866" y="1537"/>
                    </a:cubicBezTo>
                    <a:cubicBezTo>
                      <a:pt x="3920" y="1597"/>
                      <a:pt x="3980" y="1646"/>
                      <a:pt x="4040" y="1700"/>
                    </a:cubicBezTo>
                    <a:cubicBezTo>
                      <a:pt x="4105" y="1755"/>
                      <a:pt x="4154" y="1831"/>
                      <a:pt x="4214" y="1890"/>
                    </a:cubicBezTo>
                    <a:cubicBezTo>
                      <a:pt x="4279" y="1945"/>
                      <a:pt x="4306" y="2037"/>
                      <a:pt x="4279" y="2119"/>
                    </a:cubicBezTo>
                    <a:cubicBezTo>
                      <a:pt x="4263" y="2206"/>
                      <a:pt x="4235" y="2298"/>
                      <a:pt x="4197" y="2380"/>
                    </a:cubicBezTo>
                    <a:cubicBezTo>
                      <a:pt x="4165" y="2472"/>
                      <a:pt x="4121" y="2565"/>
                      <a:pt x="4078" y="2651"/>
                    </a:cubicBezTo>
                    <a:cubicBezTo>
                      <a:pt x="4056" y="2684"/>
                      <a:pt x="4034" y="2722"/>
                      <a:pt x="4018" y="2755"/>
                    </a:cubicBezTo>
                    <a:cubicBezTo>
                      <a:pt x="4007" y="2782"/>
                      <a:pt x="4002" y="2831"/>
                      <a:pt x="3980" y="2847"/>
                    </a:cubicBezTo>
                    <a:cubicBezTo>
                      <a:pt x="3958" y="2863"/>
                      <a:pt x="3953" y="2896"/>
                      <a:pt x="3974" y="2912"/>
                    </a:cubicBezTo>
                    <a:cubicBezTo>
                      <a:pt x="3947" y="2929"/>
                      <a:pt x="3958" y="2967"/>
                      <a:pt x="3980" y="2972"/>
                    </a:cubicBezTo>
                    <a:cubicBezTo>
                      <a:pt x="3999" y="2976"/>
                      <a:pt x="4016" y="2978"/>
                      <a:pt x="4032" y="2978"/>
                    </a:cubicBezTo>
                    <a:cubicBezTo>
                      <a:pt x="4099" y="2978"/>
                      <a:pt x="4145" y="2943"/>
                      <a:pt x="4197" y="2891"/>
                    </a:cubicBezTo>
                    <a:cubicBezTo>
                      <a:pt x="4284" y="2798"/>
                      <a:pt x="4388" y="2728"/>
                      <a:pt x="4475" y="2635"/>
                    </a:cubicBezTo>
                    <a:cubicBezTo>
                      <a:pt x="4567" y="2548"/>
                      <a:pt x="4659" y="2483"/>
                      <a:pt x="4757" y="2401"/>
                    </a:cubicBezTo>
                    <a:cubicBezTo>
                      <a:pt x="4844" y="2331"/>
                      <a:pt x="4909" y="2238"/>
                      <a:pt x="4964" y="2141"/>
                    </a:cubicBezTo>
                    <a:cubicBezTo>
                      <a:pt x="5024" y="2032"/>
                      <a:pt x="5002" y="1907"/>
                      <a:pt x="5007" y="1787"/>
                    </a:cubicBezTo>
                    <a:cubicBezTo>
                      <a:pt x="5002" y="1711"/>
                      <a:pt x="5013" y="1635"/>
                      <a:pt x="5034" y="1559"/>
                    </a:cubicBezTo>
                    <a:cubicBezTo>
                      <a:pt x="5062" y="1515"/>
                      <a:pt x="5078" y="1461"/>
                      <a:pt x="5083" y="1412"/>
                    </a:cubicBezTo>
                    <a:cubicBezTo>
                      <a:pt x="5094" y="1287"/>
                      <a:pt x="5116" y="1162"/>
                      <a:pt x="5154" y="1037"/>
                    </a:cubicBezTo>
                    <a:cubicBezTo>
                      <a:pt x="5154" y="1004"/>
                      <a:pt x="5170" y="972"/>
                      <a:pt x="5192" y="945"/>
                    </a:cubicBezTo>
                    <a:cubicBezTo>
                      <a:pt x="5205" y="934"/>
                      <a:pt x="5221" y="929"/>
                      <a:pt x="5236" y="929"/>
                    </a:cubicBezTo>
                    <a:cubicBezTo>
                      <a:pt x="5252" y="929"/>
                      <a:pt x="5265" y="936"/>
                      <a:pt x="5268" y="950"/>
                    </a:cubicBezTo>
                    <a:cubicBezTo>
                      <a:pt x="5279" y="983"/>
                      <a:pt x="5252" y="1059"/>
                      <a:pt x="5241" y="1097"/>
                    </a:cubicBezTo>
                    <a:cubicBezTo>
                      <a:pt x="5203" y="1227"/>
                      <a:pt x="5181" y="1358"/>
                      <a:pt x="5170" y="1488"/>
                    </a:cubicBezTo>
                    <a:cubicBezTo>
                      <a:pt x="5165" y="1608"/>
                      <a:pt x="5089" y="1722"/>
                      <a:pt x="5100" y="1847"/>
                    </a:cubicBezTo>
                    <a:cubicBezTo>
                      <a:pt x="5100" y="1869"/>
                      <a:pt x="5116" y="1890"/>
                      <a:pt x="5138" y="1896"/>
                    </a:cubicBezTo>
                    <a:cubicBezTo>
                      <a:pt x="5146" y="1898"/>
                      <a:pt x="5154" y="1900"/>
                      <a:pt x="5162" y="1900"/>
                    </a:cubicBezTo>
                    <a:cubicBezTo>
                      <a:pt x="5255" y="1900"/>
                      <a:pt x="5304" y="1733"/>
                      <a:pt x="5339" y="1668"/>
                    </a:cubicBezTo>
                    <a:cubicBezTo>
                      <a:pt x="5388" y="1564"/>
                      <a:pt x="5453" y="1461"/>
                      <a:pt x="5529" y="1374"/>
                    </a:cubicBezTo>
                    <a:cubicBezTo>
                      <a:pt x="5567" y="1331"/>
                      <a:pt x="5605" y="1298"/>
                      <a:pt x="5643" y="1260"/>
                    </a:cubicBezTo>
                    <a:cubicBezTo>
                      <a:pt x="5649" y="1254"/>
                      <a:pt x="5654" y="1249"/>
                      <a:pt x="5654" y="1244"/>
                    </a:cubicBezTo>
                    <a:lnTo>
                      <a:pt x="5654" y="1260"/>
                    </a:lnTo>
                    <a:cubicBezTo>
                      <a:pt x="5654" y="1269"/>
                      <a:pt x="5659" y="1272"/>
                      <a:pt x="5665" y="1272"/>
                    </a:cubicBezTo>
                    <a:cubicBezTo>
                      <a:pt x="5673" y="1272"/>
                      <a:pt x="5684" y="1266"/>
                      <a:pt x="5687" y="1260"/>
                    </a:cubicBezTo>
                    <a:lnTo>
                      <a:pt x="5692" y="1189"/>
                    </a:lnTo>
                    <a:cubicBezTo>
                      <a:pt x="5703" y="1178"/>
                      <a:pt x="5714" y="1162"/>
                      <a:pt x="5730" y="1151"/>
                    </a:cubicBezTo>
                    <a:cubicBezTo>
                      <a:pt x="5757" y="1119"/>
                      <a:pt x="5795" y="1097"/>
                      <a:pt x="5833" y="1081"/>
                    </a:cubicBezTo>
                    <a:cubicBezTo>
                      <a:pt x="5849" y="1076"/>
                      <a:pt x="5860" y="1074"/>
                      <a:pt x="5869" y="1074"/>
                    </a:cubicBezTo>
                    <a:cubicBezTo>
                      <a:pt x="5892" y="1074"/>
                      <a:pt x="5894" y="1090"/>
                      <a:pt x="5882" y="1129"/>
                    </a:cubicBezTo>
                    <a:cubicBezTo>
                      <a:pt x="5850" y="1195"/>
                      <a:pt x="5812" y="1265"/>
                      <a:pt x="5768" y="1325"/>
                    </a:cubicBezTo>
                    <a:cubicBezTo>
                      <a:pt x="5747" y="1380"/>
                      <a:pt x="5725" y="1423"/>
                      <a:pt x="5692" y="1466"/>
                    </a:cubicBezTo>
                    <a:cubicBezTo>
                      <a:pt x="5660" y="1510"/>
                      <a:pt x="5616" y="1543"/>
                      <a:pt x="5583" y="1586"/>
                    </a:cubicBezTo>
                    <a:cubicBezTo>
                      <a:pt x="5502" y="1668"/>
                      <a:pt x="5448" y="1765"/>
                      <a:pt x="5361" y="1842"/>
                    </a:cubicBezTo>
                    <a:cubicBezTo>
                      <a:pt x="5324" y="1887"/>
                      <a:pt x="5356" y="1947"/>
                      <a:pt x="5405" y="1947"/>
                    </a:cubicBezTo>
                    <a:cubicBezTo>
                      <a:pt x="5415" y="1947"/>
                      <a:pt x="5426" y="1945"/>
                      <a:pt x="5437" y="1939"/>
                    </a:cubicBezTo>
                    <a:cubicBezTo>
                      <a:pt x="5513" y="1896"/>
                      <a:pt x="5589" y="1847"/>
                      <a:pt x="5665" y="1793"/>
                    </a:cubicBezTo>
                    <a:cubicBezTo>
                      <a:pt x="5714" y="1744"/>
                      <a:pt x="5774" y="1711"/>
                      <a:pt x="5844" y="1700"/>
                    </a:cubicBezTo>
                    <a:cubicBezTo>
                      <a:pt x="5904" y="1700"/>
                      <a:pt x="6040" y="1722"/>
                      <a:pt x="6013" y="1804"/>
                    </a:cubicBezTo>
                    <a:cubicBezTo>
                      <a:pt x="5991" y="1874"/>
                      <a:pt x="5893" y="1929"/>
                      <a:pt x="5833" y="1961"/>
                    </a:cubicBezTo>
                    <a:cubicBezTo>
                      <a:pt x="5698" y="2043"/>
                      <a:pt x="5545" y="2064"/>
                      <a:pt x="5399" y="2108"/>
                    </a:cubicBezTo>
                    <a:cubicBezTo>
                      <a:pt x="5339" y="2130"/>
                      <a:pt x="5284" y="2162"/>
                      <a:pt x="5246" y="2206"/>
                    </a:cubicBezTo>
                    <a:cubicBezTo>
                      <a:pt x="5198" y="2217"/>
                      <a:pt x="5159" y="2244"/>
                      <a:pt x="5127" y="2282"/>
                    </a:cubicBezTo>
                    <a:cubicBezTo>
                      <a:pt x="5078" y="2325"/>
                      <a:pt x="5034" y="2374"/>
                      <a:pt x="4991" y="2423"/>
                    </a:cubicBezTo>
                    <a:cubicBezTo>
                      <a:pt x="4953" y="2483"/>
                      <a:pt x="4909" y="2537"/>
                      <a:pt x="4866" y="2581"/>
                    </a:cubicBezTo>
                    <a:cubicBezTo>
                      <a:pt x="4806" y="2630"/>
                      <a:pt x="4768" y="2690"/>
                      <a:pt x="4708" y="2738"/>
                    </a:cubicBezTo>
                    <a:cubicBezTo>
                      <a:pt x="4594" y="2831"/>
                      <a:pt x="4475" y="2923"/>
                      <a:pt x="4355" y="3010"/>
                    </a:cubicBezTo>
                    <a:cubicBezTo>
                      <a:pt x="4268" y="3070"/>
                      <a:pt x="4170" y="3135"/>
                      <a:pt x="4154" y="3244"/>
                    </a:cubicBezTo>
                    <a:cubicBezTo>
                      <a:pt x="4127" y="3380"/>
                      <a:pt x="4246" y="3478"/>
                      <a:pt x="4279" y="3597"/>
                    </a:cubicBezTo>
                    <a:lnTo>
                      <a:pt x="4295" y="3597"/>
                    </a:lnTo>
                    <a:cubicBezTo>
                      <a:pt x="4328" y="3739"/>
                      <a:pt x="4339" y="3885"/>
                      <a:pt x="4328" y="4027"/>
                    </a:cubicBezTo>
                    <a:cubicBezTo>
                      <a:pt x="4322" y="4179"/>
                      <a:pt x="4257" y="4315"/>
                      <a:pt x="4225" y="4462"/>
                    </a:cubicBezTo>
                    <a:cubicBezTo>
                      <a:pt x="4203" y="4521"/>
                      <a:pt x="4176" y="4581"/>
                      <a:pt x="4143" y="4636"/>
                    </a:cubicBezTo>
                    <a:cubicBezTo>
                      <a:pt x="4116" y="4679"/>
                      <a:pt x="4127" y="4739"/>
                      <a:pt x="4165" y="4771"/>
                    </a:cubicBezTo>
                    <a:cubicBezTo>
                      <a:pt x="4173" y="4779"/>
                      <a:pt x="4184" y="4784"/>
                      <a:pt x="4195" y="4784"/>
                    </a:cubicBezTo>
                    <a:cubicBezTo>
                      <a:pt x="4199" y="4784"/>
                      <a:pt x="4204" y="4784"/>
                      <a:pt x="4208" y="4782"/>
                    </a:cubicBezTo>
                    <a:cubicBezTo>
                      <a:pt x="4263" y="4761"/>
                      <a:pt x="4311" y="4723"/>
                      <a:pt x="4344" y="4668"/>
                    </a:cubicBezTo>
                    <a:cubicBezTo>
                      <a:pt x="4344" y="4668"/>
                      <a:pt x="4350" y="4679"/>
                      <a:pt x="4355" y="4679"/>
                    </a:cubicBezTo>
                    <a:cubicBezTo>
                      <a:pt x="4409" y="4728"/>
                      <a:pt x="4464" y="4777"/>
                      <a:pt x="4518" y="4820"/>
                    </a:cubicBezTo>
                    <a:cubicBezTo>
                      <a:pt x="4610" y="4891"/>
                      <a:pt x="4708" y="4951"/>
                      <a:pt x="4812" y="5000"/>
                    </a:cubicBezTo>
                    <a:cubicBezTo>
                      <a:pt x="4768" y="5049"/>
                      <a:pt x="4741" y="5098"/>
                      <a:pt x="4714" y="5152"/>
                    </a:cubicBezTo>
                    <a:cubicBezTo>
                      <a:pt x="4709" y="5165"/>
                      <a:pt x="4720" y="5175"/>
                      <a:pt x="4729" y="5175"/>
                    </a:cubicBezTo>
                    <a:cubicBezTo>
                      <a:pt x="4731" y="5175"/>
                      <a:pt x="4734" y="5175"/>
                      <a:pt x="4735" y="5174"/>
                    </a:cubicBezTo>
                    <a:cubicBezTo>
                      <a:pt x="4784" y="5136"/>
                      <a:pt x="4833" y="5087"/>
                      <a:pt x="4866" y="5038"/>
                    </a:cubicBezTo>
                    <a:lnTo>
                      <a:pt x="4893" y="5049"/>
                    </a:lnTo>
                    <a:cubicBezTo>
                      <a:pt x="5029" y="5119"/>
                      <a:pt x="5138" y="5217"/>
                      <a:pt x="5263" y="5310"/>
                    </a:cubicBezTo>
                    <a:cubicBezTo>
                      <a:pt x="5323" y="5348"/>
                      <a:pt x="5377" y="5402"/>
                      <a:pt x="5420" y="5467"/>
                    </a:cubicBezTo>
                    <a:cubicBezTo>
                      <a:pt x="5437" y="5522"/>
                      <a:pt x="5442" y="5576"/>
                      <a:pt x="5437" y="5630"/>
                    </a:cubicBezTo>
                    <a:cubicBezTo>
                      <a:pt x="5426" y="5701"/>
                      <a:pt x="5415" y="5772"/>
                      <a:pt x="5393" y="5842"/>
                    </a:cubicBezTo>
                    <a:cubicBezTo>
                      <a:pt x="5371" y="5924"/>
                      <a:pt x="5344" y="6000"/>
                      <a:pt x="5306" y="6076"/>
                    </a:cubicBezTo>
                    <a:cubicBezTo>
                      <a:pt x="5274" y="6141"/>
                      <a:pt x="5230" y="6201"/>
                      <a:pt x="5203" y="6272"/>
                    </a:cubicBezTo>
                    <a:cubicBezTo>
                      <a:pt x="5181" y="6337"/>
                      <a:pt x="5159" y="6408"/>
                      <a:pt x="5127" y="6467"/>
                    </a:cubicBezTo>
                    <a:cubicBezTo>
                      <a:pt x="5089" y="6516"/>
                      <a:pt x="5045" y="6571"/>
                      <a:pt x="5013" y="6625"/>
                    </a:cubicBezTo>
                    <a:cubicBezTo>
                      <a:pt x="4980" y="6690"/>
                      <a:pt x="4964" y="6761"/>
                      <a:pt x="4937" y="6826"/>
                    </a:cubicBezTo>
                    <a:cubicBezTo>
                      <a:pt x="4909" y="6897"/>
                      <a:pt x="4871" y="6951"/>
                      <a:pt x="4844" y="7022"/>
                    </a:cubicBezTo>
                    <a:cubicBezTo>
                      <a:pt x="4817" y="7087"/>
                      <a:pt x="4806" y="7158"/>
                      <a:pt x="4784" y="7223"/>
                    </a:cubicBezTo>
                    <a:cubicBezTo>
                      <a:pt x="4806" y="7256"/>
                      <a:pt x="4839" y="7277"/>
                      <a:pt x="4877" y="7288"/>
                    </a:cubicBezTo>
                    <a:cubicBezTo>
                      <a:pt x="4975" y="7288"/>
                      <a:pt x="5083" y="7397"/>
                      <a:pt x="5149" y="7462"/>
                    </a:cubicBezTo>
                    <a:cubicBezTo>
                      <a:pt x="5225" y="7544"/>
                      <a:pt x="5312" y="7614"/>
                      <a:pt x="5410" y="7663"/>
                    </a:cubicBezTo>
                    <a:cubicBezTo>
                      <a:pt x="5507" y="7707"/>
                      <a:pt x="5616" y="7707"/>
                      <a:pt x="5714" y="7734"/>
                    </a:cubicBezTo>
                    <a:lnTo>
                      <a:pt x="5747" y="7745"/>
                    </a:lnTo>
                    <a:cubicBezTo>
                      <a:pt x="5725" y="7745"/>
                      <a:pt x="5708" y="7750"/>
                      <a:pt x="5692" y="7756"/>
                    </a:cubicBezTo>
                    <a:cubicBezTo>
                      <a:pt x="5660" y="7767"/>
                      <a:pt x="5643" y="7799"/>
                      <a:pt x="5654" y="7832"/>
                    </a:cubicBezTo>
                    <a:lnTo>
                      <a:pt x="5622" y="7832"/>
                    </a:lnTo>
                    <a:cubicBezTo>
                      <a:pt x="5578" y="7739"/>
                      <a:pt x="5453" y="7734"/>
                      <a:pt x="5366" y="7707"/>
                    </a:cubicBezTo>
                    <a:cubicBezTo>
                      <a:pt x="5246" y="7669"/>
                      <a:pt x="5132" y="7571"/>
                      <a:pt x="5002" y="7555"/>
                    </a:cubicBezTo>
                    <a:cubicBezTo>
                      <a:pt x="4958" y="7555"/>
                      <a:pt x="4958" y="7614"/>
                      <a:pt x="4991" y="7625"/>
                    </a:cubicBezTo>
                    <a:cubicBezTo>
                      <a:pt x="5100" y="7669"/>
                      <a:pt x="5187" y="7761"/>
                      <a:pt x="5301" y="7805"/>
                    </a:cubicBezTo>
                    <a:cubicBezTo>
                      <a:pt x="5333" y="7821"/>
                      <a:pt x="5371" y="7832"/>
                      <a:pt x="5410" y="7843"/>
                    </a:cubicBezTo>
                    <a:lnTo>
                      <a:pt x="5399" y="7843"/>
                    </a:lnTo>
                    <a:cubicBezTo>
                      <a:pt x="5328" y="7854"/>
                      <a:pt x="5257" y="7886"/>
                      <a:pt x="5187" y="7902"/>
                    </a:cubicBezTo>
                    <a:cubicBezTo>
                      <a:pt x="5089" y="7859"/>
                      <a:pt x="4996" y="7805"/>
                      <a:pt x="4909" y="7739"/>
                    </a:cubicBezTo>
                    <a:cubicBezTo>
                      <a:pt x="4855" y="7707"/>
                      <a:pt x="4795" y="7680"/>
                      <a:pt x="4735" y="7642"/>
                    </a:cubicBezTo>
                    <a:cubicBezTo>
                      <a:pt x="4703" y="7620"/>
                      <a:pt x="4676" y="7587"/>
                      <a:pt x="4638" y="7576"/>
                    </a:cubicBezTo>
                    <a:cubicBezTo>
                      <a:pt x="4604" y="7570"/>
                      <a:pt x="4570" y="7565"/>
                      <a:pt x="4537" y="7565"/>
                    </a:cubicBezTo>
                    <a:cubicBezTo>
                      <a:pt x="4516" y="7565"/>
                      <a:pt x="4495" y="7567"/>
                      <a:pt x="4475" y="7571"/>
                    </a:cubicBezTo>
                    <a:cubicBezTo>
                      <a:pt x="4371" y="7571"/>
                      <a:pt x="4502" y="7478"/>
                      <a:pt x="4534" y="7451"/>
                    </a:cubicBezTo>
                    <a:cubicBezTo>
                      <a:pt x="4627" y="7375"/>
                      <a:pt x="4687" y="7272"/>
                      <a:pt x="4703" y="7152"/>
                    </a:cubicBezTo>
                    <a:cubicBezTo>
                      <a:pt x="4719" y="6848"/>
                      <a:pt x="4714" y="6516"/>
                      <a:pt x="4839" y="6228"/>
                    </a:cubicBezTo>
                    <a:cubicBezTo>
                      <a:pt x="4860" y="6174"/>
                      <a:pt x="4882" y="6120"/>
                      <a:pt x="4899" y="6060"/>
                    </a:cubicBezTo>
                    <a:cubicBezTo>
                      <a:pt x="4915" y="5995"/>
                      <a:pt x="4931" y="5929"/>
                      <a:pt x="4937" y="5859"/>
                    </a:cubicBezTo>
                    <a:cubicBezTo>
                      <a:pt x="4947" y="5804"/>
                      <a:pt x="4958" y="5750"/>
                      <a:pt x="4953" y="5690"/>
                    </a:cubicBezTo>
                    <a:cubicBezTo>
                      <a:pt x="4964" y="5679"/>
                      <a:pt x="4969" y="5663"/>
                      <a:pt x="4964" y="5647"/>
                    </a:cubicBezTo>
                    <a:lnTo>
                      <a:pt x="4958" y="5619"/>
                    </a:lnTo>
                    <a:cubicBezTo>
                      <a:pt x="4954" y="5596"/>
                      <a:pt x="4928" y="5580"/>
                      <a:pt x="4904" y="5580"/>
                    </a:cubicBezTo>
                    <a:cubicBezTo>
                      <a:pt x="4900" y="5580"/>
                      <a:pt x="4897" y="5581"/>
                      <a:pt x="4893" y="5581"/>
                    </a:cubicBezTo>
                    <a:cubicBezTo>
                      <a:pt x="4865" y="5586"/>
                      <a:pt x="4837" y="5587"/>
                      <a:pt x="4810" y="5587"/>
                    </a:cubicBezTo>
                    <a:cubicBezTo>
                      <a:pt x="4764" y="5587"/>
                      <a:pt x="4719" y="5583"/>
                      <a:pt x="4673" y="5583"/>
                    </a:cubicBezTo>
                    <a:cubicBezTo>
                      <a:pt x="4638" y="5583"/>
                      <a:pt x="4603" y="5585"/>
                      <a:pt x="4567" y="5592"/>
                    </a:cubicBezTo>
                    <a:cubicBezTo>
                      <a:pt x="4458" y="5619"/>
                      <a:pt x="4350" y="5641"/>
                      <a:pt x="4235" y="5652"/>
                    </a:cubicBezTo>
                    <a:cubicBezTo>
                      <a:pt x="4208" y="5653"/>
                      <a:pt x="4181" y="5654"/>
                      <a:pt x="4154" y="5654"/>
                    </a:cubicBezTo>
                    <a:cubicBezTo>
                      <a:pt x="3962" y="5654"/>
                      <a:pt x="3784" y="5616"/>
                      <a:pt x="3632" y="5473"/>
                    </a:cubicBezTo>
                    <a:cubicBezTo>
                      <a:pt x="3578" y="5418"/>
                      <a:pt x="3518" y="5337"/>
                      <a:pt x="3431" y="5337"/>
                    </a:cubicBezTo>
                    <a:cubicBezTo>
                      <a:pt x="3344" y="5337"/>
                      <a:pt x="3251" y="5418"/>
                      <a:pt x="3159" y="5440"/>
                    </a:cubicBezTo>
                    <a:cubicBezTo>
                      <a:pt x="3124" y="5445"/>
                      <a:pt x="3090" y="5448"/>
                      <a:pt x="3056" y="5448"/>
                    </a:cubicBezTo>
                    <a:cubicBezTo>
                      <a:pt x="3022" y="5448"/>
                      <a:pt x="2988" y="5445"/>
                      <a:pt x="2953" y="5440"/>
                    </a:cubicBezTo>
                    <a:cubicBezTo>
                      <a:pt x="2936" y="5423"/>
                      <a:pt x="2916" y="5416"/>
                      <a:pt x="2896" y="5416"/>
                    </a:cubicBezTo>
                    <a:cubicBezTo>
                      <a:pt x="2889" y="5416"/>
                      <a:pt x="2883" y="5417"/>
                      <a:pt x="2876" y="5418"/>
                    </a:cubicBezTo>
                    <a:cubicBezTo>
                      <a:pt x="2865" y="5420"/>
                      <a:pt x="2854" y="5421"/>
                      <a:pt x="2842" y="5421"/>
                    </a:cubicBezTo>
                    <a:cubicBezTo>
                      <a:pt x="2789" y="5421"/>
                      <a:pt x="2737" y="5401"/>
                      <a:pt x="2697" y="5369"/>
                    </a:cubicBezTo>
                    <a:cubicBezTo>
                      <a:pt x="2664" y="5337"/>
                      <a:pt x="2621" y="5320"/>
                      <a:pt x="2579" y="5320"/>
                    </a:cubicBezTo>
                    <a:cubicBezTo>
                      <a:pt x="2544" y="5320"/>
                      <a:pt x="2509" y="5331"/>
                      <a:pt x="2480" y="5353"/>
                    </a:cubicBezTo>
                    <a:cubicBezTo>
                      <a:pt x="2414" y="5413"/>
                      <a:pt x="2355" y="5478"/>
                      <a:pt x="2295" y="5549"/>
                    </a:cubicBezTo>
                    <a:cubicBezTo>
                      <a:pt x="2224" y="5625"/>
                      <a:pt x="2148" y="5690"/>
                      <a:pt x="2061" y="5750"/>
                    </a:cubicBezTo>
                    <a:cubicBezTo>
                      <a:pt x="1969" y="5810"/>
                      <a:pt x="1865" y="5821"/>
                      <a:pt x="1778" y="5875"/>
                    </a:cubicBezTo>
                    <a:cubicBezTo>
                      <a:pt x="1735" y="5897"/>
                      <a:pt x="1708" y="5935"/>
                      <a:pt x="1664" y="5962"/>
                    </a:cubicBezTo>
                    <a:cubicBezTo>
                      <a:pt x="1621" y="5984"/>
                      <a:pt x="1572" y="5995"/>
                      <a:pt x="1528" y="6016"/>
                    </a:cubicBezTo>
                    <a:cubicBezTo>
                      <a:pt x="1436" y="6071"/>
                      <a:pt x="1365" y="6141"/>
                      <a:pt x="1257" y="6174"/>
                    </a:cubicBezTo>
                    <a:cubicBezTo>
                      <a:pt x="1208" y="6184"/>
                      <a:pt x="1158" y="6188"/>
                      <a:pt x="1108" y="6188"/>
                    </a:cubicBezTo>
                    <a:cubicBezTo>
                      <a:pt x="1079" y="6188"/>
                      <a:pt x="1051" y="6187"/>
                      <a:pt x="1023" y="6185"/>
                    </a:cubicBezTo>
                    <a:lnTo>
                      <a:pt x="1007" y="6163"/>
                    </a:lnTo>
                    <a:cubicBezTo>
                      <a:pt x="999" y="6146"/>
                      <a:pt x="982" y="6138"/>
                      <a:pt x="964" y="6138"/>
                    </a:cubicBezTo>
                    <a:cubicBezTo>
                      <a:pt x="942" y="6138"/>
                      <a:pt x="920" y="6150"/>
                      <a:pt x="914" y="6174"/>
                    </a:cubicBezTo>
                    <a:lnTo>
                      <a:pt x="914" y="6201"/>
                    </a:lnTo>
                    <a:cubicBezTo>
                      <a:pt x="909" y="6212"/>
                      <a:pt x="909" y="6223"/>
                      <a:pt x="914" y="6234"/>
                    </a:cubicBezTo>
                    <a:cubicBezTo>
                      <a:pt x="925" y="6293"/>
                      <a:pt x="941" y="6359"/>
                      <a:pt x="963" y="6418"/>
                    </a:cubicBezTo>
                    <a:cubicBezTo>
                      <a:pt x="985" y="6516"/>
                      <a:pt x="1001" y="6620"/>
                      <a:pt x="1034" y="6717"/>
                    </a:cubicBezTo>
                    <a:cubicBezTo>
                      <a:pt x="1093" y="6875"/>
                      <a:pt x="1175" y="7011"/>
                      <a:pt x="1327" y="7082"/>
                    </a:cubicBezTo>
                    <a:cubicBezTo>
                      <a:pt x="1322" y="7103"/>
                      <a:pt x="1322" y="7120"/>
                      <a:pt x="1327" y="7141"/>
                    </a:cubicBezTo>
                    <a:cubicBezTo>
                      <a:pt x="1338" y="7196"/>
                      <a:pt x="1354" y="7256"/>
                      <a:pt x="1371" y="7310"/>
                    </a:cubicBezTo>
                    <a:cubicBezTo>
                      <a:pt x="1398" y="7370"/>
                      <a:pt x="1403" y="7435"/>
                      <a:pt x="1387" y="7500"/>
                    </a:cubicBezTo>
                    <a:cubicBezTo>
                      <a:pt x="1354" y="7555"/>
                      <a:pt x="1311" y="7604"/>
                      <a:pt x="1257" y="7642"/>
                    </a:cubicBezTo>
                    <a:cubicBezTo>
                      <a:pt x="1202" y="7690"/>
                      <a:pt x="1142" y="7734"/>
                      <a:pt x="1077" y="7772"/>
                    </a:cubicBezTo>
                    <a:cubicBezTo>
                      <a:pt x="1017" y="7805"/>
                      <a:pt x="947" y="7826"/>
                      <a:pt x="881" y="7837"/>
                    </a:cubicBezTo>
                    <a:cubicBezTo>
                      <a:pt x="920" y="7794"/>
                      <a:pt x="952" y="7739"/>
                      <a:pt x="990" y="7701"/>
                    </a:cubicBezTo>
                    <a:cubicBezTo>
                      <a:pt x="1055" y="7614"/>
                      <a:pt x="1213" y="7500"/>
                      <a:pt x="1208" y="7375"/>
                    </a:cubicBezTo>
                    <a:cubicBezTo>
                      <a:pt x="1205" y="7359"/>
                      <a:pt x="1191" y="7351"/>
                      <a:pt x="1178" y="7351"/>
                    </a:cubicBezTo>
                    <a:cubicBezTo>
                      <a:pt x="1164" y="7351"/>
                      <a:pt x="1151" y="7359"/>
                      <a:pt x="1148" y="7375"/>
                    </a:cubicBezTo>
                    <a:cubicBezTo>
                      <a:pt x="1142" y="7413"/>
                      <a:pt x="1050" y="7489"/>
                      <a:pt x="1023" y="7511"/>
                    </a:cubicBezTo>
                    <a:cubicBezTo>
                      <a:pt x="974" y="7555"/>
                      <a:pt x="930" y="7598"/>
                      <a:pt x="887" y="7647"/>
                    </a:cubicBezTo>
                    <a:cubicBezTo>
                      <a:pt x="854" y="7696"/>
                      <a:pt x="816" y="7739"/>
                      <a:pt x="778" y="7783"/>
                    </a:cubicBezTo>
                    <a:cubicBezTo>
                      <a:pt x="756" y="7805"/>
                      <a:pt x="740" y="7826"/>
                      <a:pt x="724" y="7854"/>
                    </a:cubicBezTo>
                    <a:cubicBezTo>
                      <a:pt x="680" y="7859"/>
                      <a:pt x="637" y="7864"/>
                      <a:pt x="588" y="7870"/>
                    </a:cubicBezTo>
                    <a:cubicBezTo>
                      <a:pt x="577" y="7870"/>
                      <a:pt x="528" y="7892"/>
                      <a:pt x="485" y="7902"/>
                    </a:cubicBezTo>
                    <a:cubicBezTo>
                      <a:pt x="523" y="7859"/>
                      <a:pt x="566" y="7821"/>
                      <a:pt x="615" y="7783"/>
                    </a:cubicBezTo>
                    <a:cubicBezTo>
                      <a:pt x="691" y="7701"/>
                      <a:pt x="762" y="7625"/>
                      <a:pt x="827" y="7538"/>
                    </a:cubicBezTo>
                    <a:cubicBezTo>
                      <a:pt x="898" y="7457"/>
                      <a:pt x="1012" y="7364"/>
                      <a:pt x="1034" y="7250"/>
                    </a:cubicBezTo>
                    <a:cubicBezTo>
                      <a:pt x="1036" y="7250"/>
                      <a:pt x="1039" y="7251"/>
                      <a:pt x="1041" y="7251"/>
                    </a:cubicBezTo>
                    <a:cubicBezTo>
                      <a:pt x="1093" y="7251"/>
                      <a:pt x="1146" y="7199"/>
                      <a:pt x="1104" y="7147"/>
                    </a:cubicBezTo>
                    <a:cubicBezTo>
                      <a:pt x="1061" y="7076"/>
                      <a:pt x="1012" y="7011"/>
                      <a:pt x="963" y="6951"/>
                    </a:cubicBezTo>
                    <a:cubicBezTo>
                      <a:pt x="909" y="6897"/>
                      <a:pt x="860" y="6842"/>
                      <a:pt x="816" y="6783"/>
                    </a:cubicBezTo>
                    <a:cubicBezTo>
                      <a:pt x="729" y="6647"/>
                      <a:pt x="626" y="6527"/>
                      <a:pt x="506" y="6424"/>
                    </a:cubicBezTo>
                    <a:cubicBezTo>
                      <a:pt x="485" y="6408"/>
                      <a:pt x="457" y="6391"/>
                      <a:pt x="441" y="6370"/>
                    </a:cubicBezTo>
                    <a:cubicBezTo>
                      <a:pt x="414" y="6348"/>
                      <a:pt x="419" y="6348"/>
                      <a:pt x="441" y="6315"/>
                    </a:cubicBezTo>
                    <a:cubicBezTo>
                      <a:pt x="463" y="6255"/>
                      <a:pt x="496" y="6201"/>
                      <a:pt x="534" y="6152"/>
                    </a:cubicBezTo>
                    <a:cubicBezTo>
                      <a:pt x="555" y="6120"/>
                      <a:pt x="577" y="6092"/>
                      <a:pt x="604" y="6065"/>
                    </a:cubicBezTo>
                    <a:cubicBezTo>
                      <a:pt x="626" y="6054"/>
                      <a:pt x="653" y="6033"/>
                      <a:pt x="669" y="6011"/>
                    </a:cubicBezTo>
                    <a:cubicBezTo>
                      <a:pt x="697" y="5978"/>
                      <a:pt x="713" y="5929"/>
                      <a:pt x="740" y="5891"/>
                    </a:cubicBezTo>
                    <a:cubicBezTo>
                      <a:pt x="762" y="5864"/>
                      <a:pt x="784" y="5842"/>
                      <a:pt x="800" y="5815"/>
                    </a:cubicBezTo>
                    <a:cubicBezTo>
                      <a:pt x="854" y="5744"/>
                      <a:pt x="914" y="5679"/>
                      <a:pt x="968" y="5614"/>
                    </a:cubicBezTo>
                    <a:cubicBezTo>
                      <a:pt x="1012" y="5647"/>
                      <a:pt x="1061" y="5674"/>
                      <a:pt x="1104" y="5706"/>
                    </a:cubicBezTo>
                    <a:cubicBezTo>
                      <a:pt x="1112" y="5711"/>
                      <a:pt x="1119" y="5713"/>
                      <a:pt x="1126" y="5713"/>
                    </a:cubicBezTo>
                    <a:cubicBezTo>
                      <a:pt x="1160" y="5713"/>
                      <a:pt x="1186" y="5663"/>
                      <a:pt x="1159" y="5636"/>
                    </a:cubicBezTo>
                    <a:cubicBezTo>
                      <a:pt x="1121" y="5603"/>
                      <a:pt x="1083" y="5571"/>
                      <a:pt x="1045" y="5527"/>
                    </a:cubicBezTo>
                    <a:cubicBezTo>
                      <a:pt x="1066" y="5505"/>
                      <a:pt x="1083" y="5478"/>
                      <a:pt x="1104" y="5456"/>
                    </a:cubicBezTo>
                    <a:cubicBezTo>
                      <a:pt x="1153" y="5397"/>
                      <a:pt x="1208" y="5337"/>
                      <a:pt x="1262" y="5282"/>
                    </a:cubicBezTo>
                    <a:cubicBezTo>
                      <a:pt x="1311" y="5233"/>
                      <a:pt x="1382" y="5201"/>
                      <a:pt x="1425" y="5147"/>
                    </a:cubicBezTo>
                    <a:cubicBezTo>
                      <a:pt x="1474" y="5087"/>
                      <a:pt x="1528" y="5027"/>
                      <a:pt x="1588" y="4978"/>
                    </a:cubicBezTo>
                    <a:cubicBezTo>
                      <a:pt x="1637" y="4940"/>
                      <a:pt x="1686" y="4891"/>
                      <a:pt x="1724" y="4842"/>
                    </a:cubicBezTo>
                    <a:cubicBezTo>
                      <a:pt x="1773" y="4766"/>
                      <a:pt x="1849" y="4652"/>
                      <a:pt x="1833" y="4554"/>
                    </a:cubicBezTo>
                    <a:cubicBezTo>
                      <a:pt x="1829" y="4534"/>
                      <a:pt x="1813" y="4523"/>
                      <a:pt x="1796" y="4523"/>
                    </a:cubicBezTo>
                    <a:cubicBezTo>
                      <a:pt x="1790" y="4523"/>
                      <a:pt x="1784" y="4524"/>
                      <a:pt x="1778" y="4527"/>
                    </a:cubicBezTo>
                    <a:cubicBezTo>
                      <a:pt x="1762" y="4462"/>
                      <a:pt x="1729" y="4402"/>
                      <a:pt x="1719" y="4347"/>
                    </a:cubicBezTo>
                    <a:cubicBezTo>
                      <a:pt x="1708" y="4288"/>
                      <a:pt x="1691" y="4228"/>
                      <a:pt x="1681" y="4168"/>
                    </a:cubicBezTo>
                    <a:cubicBezTo>
                      <a:pt x="1653" y="4114"/>
                      <a:pt x="1648" y="4059"/>
                      <a:pt x="1653" y="4000"/>
                    </a:cubicBezTo>
                    <a:cubicBezTo>
                      <a:pt x="1664" y="3940"/>
                      <a:pt x="1681" y="3891"/>
                      <a:pt x="1691" y="3831"/>
                    </a:cubicBezTo>
                    <a:cubicBezTo>
                      <a:pt x="1708" y="3771"/>
                      <a:pt x="1702" y="3722"/>
                      <a:pt x="1713" y="3668"/>
                    </a:cubicBezTo>
                    <a:cubicBezTo>
                      <a:pt x="1735" y="3548"/>
                      <a:pt x="1735" y="3423"/>
                      <a:pt x="1713" y="3309"/>
                    </a:cubicBezTo>
                    <a:cubicBezTo>
                      <a:pt x="1697" y="3206"/>
                      <a:pt x="1653" y="3114"/>
                      <a:pt x="1594" y="3037"/>
                    </a:cubicBezTo>
                    <a:cubicBezTo>
                      <a:pt x="1517" y="2950"/>
                      <a:pt x="1452" y="2863"/>
                      <a:pt x="1392" y="2771"/>
                    </a:cubicBezTo>
                    <a:cubicBezTo>
                      <a:pt x="1333" y="2673"/>
                      <a:pt x="1224" y="2619"/>
                      <a:pt x="1170" y="2516"/>
                    </a:cubicBezTo>
                    <a:cubicBezTo>
                      <a:pt x="1142" y="2461"/>
                      <a:pt x="1104" y="2407"/>
                      <a:pt x="1077" y="2347"/>
                    </a:cubicBezTo>
                    <a:cubicBezTo>
                      <a:pt x="1104" y="2336"/>
                      <a:pt x="1121" y="2304"/>
                      <a:pt x="1115" y="2266"/>
                    </a:cubicBezTo>
                    <a:cubicBezTo>
                      <a:pt x="1050" y="2086"/>
                      <a:pt x="876" y="1999"/>
                      <a:pt x="713" y="1929"/>
                    </a:cubicBezTo>
                    <a:cubicBezTo>
                      <a:pt x="648" y="1896"/>
                      <a:pt x="561" y="1890"/>
                      <a:pt x="496" y="1858"/>
                    </a:cubicBezTo>
                    <a:cubicBezTo>
                      <a:pt x="457" y="1842"/>
                      <a:pt x="441" y="1820"/>
                      <a:pt x="398" y="1809"/>
                    </a:cubicBezTo>
                    <a:cubicBezTo>
                      <a:pt x="360" y="1809"/>
                      <a:pt x="316" y="1798"/>
                      <a:pt x="273" y="1782"/>
                    </a:cubicBezTo>
                    <a:cubicBezTo>
                      <a:pt x="207" y="1749"/>
                      <a:pt x="61" y="1646"/>
                      <a:pt x="186" y="1581"/>
                    </a:cubicBezTo>
                    <a:cubicBezTo>
                      <a:pt x="207" y="1568"/>
                      <a:pt x="232" y="1563"/>
                      <a:pt x="259" y="1563"/>
                    </a:cubicBezTo>
                    <a:cubicBezTo>
                      <a:pt x="316" y="1563"/>
                      <a:pt x="381" y="1586"/>
                      <a:pt x="425" y="1608"/>
                    </a:cubicBezTo>
                    <a:cubicBezTo>
                      <a:pt x="512" y="1651"/>
                      <a:pt x="588" y="1711"/>
                      <a:pt x="648" y="1787"/>
                    </a:cubicBezTo>
                    <a:cubicBezTo>
                      <a:pt x="672" y="1828"/>
                      <a:pt x="711" y="1850"/>
                      <a:pt x="754" y="1850"/>
                    </a:cubicBezTo>
                    <a:cubicBezTo>
                      <a:pt x="769" y="1850"/>
                      <a:pt x="785" y="1847"/>
                      <a:pt x="800" y="1842"/>
                    </a:cubicBezTo>
                    <a:cubicBezTo>
                      <a:pt x="833" y="1836"/>
                      <a:pt x="849" y="1809"/>
                      <a:pt x="849" y="1776"/>
                    </a:cubicBezTo>
                    <a:cubicBezTo>
                      <a:pt x="854" y="1706"/>
                      <a:pt x="827" y="1684"/>
                      <a:pt x="795" y="1635"/>
                    </a:cubicBezTo>
                    <a:cubicBezTo>
                      <a:pt x="756" y="1559"/>
                      <a:pt x="729" y="1483"/>
                      <a:pt x="713" y="1407"/>
                    </a:cubicBezTo>
                    <a:cubicBezTo>
                      <a:pt x="680" y="1331"/>
                      <a:pt x="631" y="1271"/>
                      <a:pt x="604" y="1189"/>
                    </a:cubicBezTo>
                    <a:cubicBezTo>
                      <a:pt x="583" y="1129"/>
                      <a:pt x="555" y="1064"/>
                      <a:pt x="539" y="1004"/>
                    </a:cubicBezTo>
                    <a:cubicBezTo>
                      <a:pt x="528" y="972"/>
                      <a:pt x="512" y="917"/>
                      <a:pt x="561" y="912"/>
                    </a:cubicBezTo>
                    <a:cubicBezTo>
                      <a:pt x="599" y="912"/>
                      <a:pt x="631" y="956"/>
                      <a:pt x="642" y="983"/>
                    </a:cubicBezTo>
                    <a:cubicBezTo>
                      <a:pt x="669" y="1048"/>
                      <a:pt x="697" y="1119"/>
                      <a:pt x="708" y="1195"/>
                    </a:cubicBezTo>
                    <a:cubicBezTo>
                      <a:pt x="746" y="1320"/>
                      <a:pt x="800" y="1445"/>
                      <a:pt x="871" y="1553"/>
                    </a:cubicBezTo>
                    <a:cubicBezTo>
                      <a:pt x="879" y="1570"/>
                      <a:pt x="894" y="1577"/>
                      <a:pt x="910" y="1577"/>
                    </a:cubicBezTo>
                    <a:cubicBezTo>
                      <a:pt x="915" y="1577"/>
                      <a:pt x="920" y="1576"/>
                      <a:pt x="925" y="1575"/>
                    </a:cubicBezTo>
                    <a:lnTo>
                      <a:pt x="936" y="1575"/>
                    </a:lnTo>
                    <a:lnTo>
                      <a:pt x="936" y="1581"/>
                    </a:lnTo>
                    <a:cubicBezTo>
                      <a:pt x="941" y="1590"/>
                      <a:pt x="951" y="1594"/>
                      <a:pt x="961" y="1594"/>
                    </a:cubicBezTo>
                    <a:cubicBezTo>
                      <a:pt x="974" y="1594"/>
                      <a:pt x="987" y="1587"/>
                      <a:pt x="990" y="1575"/>
                    </a:cubicBezTo>
                    <a:cubicBezTo>
                      <a:pt x="1007" y="1483"/>
                      <a:pt x="979" y="1396"/>
                      <a:pt x="990" y="1303"/>
                    </a:cubicBezTo>
                    <a:cubicBezTo>
                      <a:pt x="1007" y="1195"/>
                      <a:pt x="1023" y="1081"/>
                      <a:pt x="1045" y="972"/>
                    </a:cubicBezTo>
                    <a:cubicBezTo>
                      <a:pt x="1050" y="912"/>
                      <a:pt x="1066" y="858"/>
                      <a:pt x="1099" y="814"/>
                    </a:cubicBezTo>
                    <a:cubicBezTo>
                      <a:pt x="1115" y="792"/>
                      <a:pt x="1132" y="776"/>
                      <a:pt x="1153" y="760"/>
                    </a:cubicBezTo>
                    <a:cubicBezTo>
                      <a:pt x="1164" y="752"/>
                      <a:pt x="1166" y="746"/>
                      <a:pt x="1166" y="746"/>
                    </a:cubicBezTo>
                    <a:close/>
                    <a:moveTo>
                      <a:pt x="5554" y="0"/>
                    </a:moveTo>
                    <a:cubicBezTo>
                      <a:pt x="5510" y="0"/>
                      <a:pt x="5468" y="11"/>
                      <a:pt x="5431" y="31"/>
                    </a:cubicBezTo>
                    <a:cubicBezTo>
                      <a:pt x="5382" y="86"/>
                      <a:pt x="5355" y="151"/>
                      <a:pt x="5350" y="216"/>
                    </a:cubicBezTo>
                    <a:cubicBezTo>
                      <a:pt x="5350" y="292"/>
                      <a:pt x="5371" y="363"/>
                      <a:pt x="5415" y="423"/>
                    </a:cubicBezTo>
                    <a:cubicBezTo>
                      <a:pt x="5442" y="461"/>
                      <a:pt x="5480" y="488"/>
                      <a:pt x="5529" y="493"/>
                    </a:cubicBezTo>
                    <a:cubicBezTo>
                      <a:pt x="5583" y="618"/>
                      <a:pt x="5545" y="738"/>
                      <a:pt x="5567" y="869"/>
                    </a:cubicBezTo>
                    <a:cubicBezTo>
                      <a:pt x="5583" y="950"/>
                      <a:pt x="5605" y="1032"/>
                      <a:pt x="5627" y="1108"/>
                    </a:cubicBezTo>
                    <a:cubicBezTo>
                      <a:pt x="5578" y="1162"/>
                      <a:pt x="5529" y="1227"/>
                      <a:pt x="5480" y="1282"/>
                    </a:cubicBezTo>
                    <a:cubicBezTo>
                      <a:pt x="5399" y="1363"/>
                      <a:pt x="5328" y="1461"/>
                      <a:pt x="5279" y="1564"/>
                    </a:cubicBezTo>
                    <a:cubicBezTo>
                      <a:pt x="5279" y="1553"/>
                      <a:pt x="5279" y="1537"/>
                      <a:pt x="5284" y="1526"/>
                    </a:cubicBezTo>
                    <a:cubicBezTo>
                      <a:pt x="5290" y="1385"/>
                      <a:pt x="5317" y="1249"/>
                      <a:pt x="5355" y="1119"/>
                    </a:cubicBezTo>
                    <a:cubicBezTo>
                      <a:pt x="5377" y="1042"/>
                      <a:pt x="5415" y="934"/>
                      <a:pt x="5355" y="863"/>
                    </a:cubicBezTo>
                    <a:cubicBezTo>
                      <a:pt x="5325" y="833"/>
                      <a:pt x="5286" y="820"/>
                      <a:pt x="5247" y="820"/>
                    </a:cubicBezTo>
                    <a:cubicBezTo>
                      <a:pt x="5202" y="820"/>
                      <a:pt x="5156" y="837"/>
                      <a:pt x="5121" y="863"/>
                    </a:cubicBezTo>
                    <a:cubicBezTo>
                      <a:pt x="5029" y="934"/>
                      <a:pt x="5034" y="1064"/>
                      <a:pt x="5002" y="1162"/>
                    </a:cubicBezTo>
                    <a:cubicBezTo>
                      <a:pt x="4975" y="1227"/>
                      <a:pt x="4953" y="1298"/>
                      <a:pt x="4942" y="1369"/>
                    </a:cubicBezTo>
                    <a:cubicBezTo>
                      <a:pt x="4947" y="1401"/>
                      <a:pt x="4942" y="1434"/>
                      <a:pt x="4931" y="1461"/>
                    </a:cubicBezTo>
                    <a:cubicBezTo>
                      <a:pt x="4915" y="1494"/>
                      <a:pt x="4904" y="1521"/>
                      <a:pt x="4893" y="1548"/>
                    </a:cubicBezTo>
                    <a:cubicBezTo>
                      <a:pt x="4850" y="1695"/>
                      <a:pt x="4871" y="1847"/>
                      <a:pt x="4860" y="1999"/>
                    </a:cubicBezTo>
                    <a:cubicBezTo>
                      <a:pt x="4850" y="2064"/>
                      <a:pt x="4822" y="2124"/>
                      <a:pt x="4779" y="2173"/>
                    </a:cubicBezTo>
                    <a:cubicBezTo>
                      <a:pt x="4746" y="2233"/>
                      <a:pt x="4703" y="2287"/>
                      <a:pt x="4643" y="2331"/>
                    </a:cubicBezTo>
                    <a:cubicBezTo>
                      <a:pt x="4518" y="2423"/>
                      <a:pt x="4415" y="2526"/>
                      <a:pt x="4301" y="2630"/>
                    </a:cubicBezTo>
                    <a:lnTo>
                      <a:pt x="4268" y="2657"/>
                    </a:lnTo>
                    <a:cubicBezTo>
                      <a:pt x="4284" y="2624"/>
                      <a:pt x="4301" y="2592"/>
                      <a:pt x="4317" y="2554"/>
                    </a:cubicBezTo>
                    <a:cubicBezTo>
                      <a:pt x="4393" y="2380"/>
                      <a:pt x="4502" y="2189"/>
                      <a:pt x="4475" y="1988"/>
                    </a:cubicBezTo>
                    <a:cubicBezTo>
                      <a:pt x="4458" y="1907"/>
                      <a:pt x="4420" y="1836"/>
                      <a:pt x="4360" y="1776"/>
                    </a:cubicBezTo>
                    <a:cubicBezTo>
                      <a:pt x="4295" y="1706"/>
                      <a:pt x="4235" y="1619"/>
                      <a:pt x="4159" y="1553"/>
                    </a:cubicBezTo>
                    <a:cubicBezTo>
                      <a:pt x="4127" y="1526"/>
                      <a:pt x="4094" y="1505"/>
                      <a:pt x="4061" y="1483"/>
                    </a:cubicBezTo>
                    <a:cubicBezTo>
                      <a:pt x="4208" y="1445"/>
                      <a:pt x="4078" y="1222"/>
                      <a:pt x="4013" y="1168"/>
                    </a:cubicBezTo>
                    <a:cubicBezTo>
                      <a:pt x="3972" y="1131"/>
                      <a:pt x="3922" y="1112"/>
                      <a:pt x="3870" y="1112"/>
                    </a:cubicBezTo>
                    <a:cubicBezTo>
                      <a:pt x="3852" y="1112"/>
                      <a:pt x="3834" y="1115"/>
                      <a:pt x="3817" y="1119"/>
                    </a:cubicBezTo>
                    <a:cubicBezTo>
                      <a:pt x="3757" y="1119"/>
                      <a:pt x="3692" y="1135"/>
                      <a:pt x="3637" y="1162"/>
                    </a:cubicBezTo>
                    <a:cubicBezTo>
                      <a:pt x="3589" y="1146"/>
                      <a:pt x="3534" y="1124"/>
                      <a:pt x="3485" y="1102"/>
                    </a:cubicBezTo>
                    <a:cubicBezTo>
                      <a:pt x="3442" y="1075"/>
                      <a:pt x="3393" y="1059"/>
                      <a:pt x="3344" y="1032"/>
                    </a:cubicBezTo>
                    <a:cubicBezTo>
                      <a:pt x="3300" y="1004"/>
                      <a:pt x="3257" y="977"/>
                      <a:pt x="3208" y="956"/>
                    </a:cubicBezTo>
                    <a:cubicBezTo>
                      <a:pt x="3149" y="932"/>
                      <a:pt x="3087" y="920"/>
                      <a:pt x="3025" y="920"/>
                    </a:cubicBezTo>
                    <a:cubicBezTo>
                      <a:pt x="2915" y="920"/>
                      <a:pt x="2806" y="957"/>
                      <a:pt x="2719" y="1026"/>
                    </a:cubicBezTo>
                    <a:cubicBezTo>
                      <a:pt x="2610" y="1108"/>
                      <a:pt x="2507" y="1200"/>
                      <a:pt x="2404" y="1287"/>
                    </a:cubicBezTo>
                    <a:cubicBezTo>
                      <a:pt x="2384" y="1268"/>
                      <a:pt x="2361" y="1261"/>
                      <a:pt x="2336" y="1261"/>
                    </a:cubicBezTo>
                    <a:cubicBezTo>
                      <a:pt x="2310" y="1261"/>
                      <a:pt x="2281" y="1268"/>
                      <a:pt x="2251" y="1276"/>
                    </a:cubicBezTo>
                    <a:cubicBezTo>
                      <a:pt x="2170" y="1287"/>
                      <a:pt x="2088" y="1320"/>
                      <a:pt x="2018" y="1369"/>
                    </a:cubicBezTo>
                    <a:cubicBezTo>
                      <a:pt x="1941" y="1434"/>
                      <a:pt x="1909" y="1581"/>
                      <a:pt x="1985" y="1646"/>
                    </a:cubicBezTo>
                    <a:cubicBezTo>
                      <a:pt x="1936" y="1695"/>
                      <a:pt x="1887" y="1744"/>
                      <a:pt x="1844" y="1798"/>
                    </a:cubicBezTo>
                    <a:cubicBezTo>
                      <a:pt x="1768" y="1890"/>
                      <a:pt x="1713" y="1994"/>
                      <a:pt x="1681" y="2108"/>
                    </a:cubicBezTo>
                    <a:cubicBezTo>
                      <a:pt x="1659" y="2195"/>
                      <a:pt x="1653" y="2325"/>
                      <a:pt x="1713" y="2401"/>
                    </a:cubicBezTo>
                    <a:cubicBezTo>
                      <a:pt x="1746" y="2434"/>
                      <a:pt x="1784" y="2456"/>
                      <a:pt x="1816" y="2494"/>
                    </a:cubicBezTo>
                    <a:cubicBezTo>
                      <a:pt x="1860" y="2543"/>
                      <a:pt x="1898" y="2592"/>
                      <a:pt x="1936" y="2641"/>
                    </a:cubicBezTo>
                    <a:cubicBezTo>
                      <a:pt x="1985" y="2722"/>
                      <a:pt x="2039" y="2793"/>
                      <a:pt x="2105" y="2858"/>
                    </a:cubicBezTo>
                    <a:lnTo>
                      <a:pt x="2099" y="2863"/>
                    </a:lnTo>
                    <a:cubicBezTo>
                      <a:pt x="2061" y="2896"/>
                      <a:pt x="2028" y="2934"/>
                      <a:pt x="2001" y="2978"/>
                    </a:cubicBezTo>
                    <a:cubicBezTo>
                      <a:pt x="2001" y="2983"/>
                      <a:pt x="1996" y="2989"/>
                      <a:pt x="1996" y="2994"/>
                    </a:cubicBezTo>
                    <a:cubicBezTo>
                      <a:pt x="1941" y="2961"/>
                      <a:pt x="1893" y="2929"/>
                      <a:pt x="1844" y="2891"/>
                    </a:cubicBezTo>
                    <a:cubicBezTo>
                      <a:pt x="1740" y="2804"/>
                      <a:pt x="1659" y="2700"/>
                      <a:pt x="1594" y="2586"/>
                    </a:cubicBezTo>
                    <a:cubicBezTo>
                      <a:pt x="1566" y="2532"/>
                      <a:pt x="1539" y="2472"/>
                      <a:pt x="1507" y="2423"/>
                    </a:cubicBezTo>
                    <a:cubicBezTo>
                      <a:pt x="1474" y="2369"/>
                      <a:pt x="1431" y="2325"/>
                      <a:pt x="1398" y="2276"/>
                    </a:cubicBezTo>
                    <a:cubicBezTo>
                      <a:pt x="1376" y="2238"/>
                      <a:pt x="1354" y="2200"/>
                      <a:pt x="1338" y="2162"/>
                    </a:cubicBezTo>
                    <a:cubicBezTo>
                      <a:pt x="1344" y="2146"/>
                      <a:pt x="1333" y="2124"/>
                      <a:pt x="1316" y="2113"/>
                    </a:cubicBezTo>
                    <a:cubicBezTo>
                      <a:pt x="1316" y="2010"/>
                      <a:pt x="1333" y="1901"/>
                      <a:pt x="1333" y="1798"/>
                    </a:cubicBezTo>
                    <a:lnTo>
                      <a:pt x="1333" y="1341"/>
                    </a:lnTo>
                    <a:lnTo>
                      <a:pt x="1333" y="1075"/>
                    </a:lnTo>
                    <a:cubicBezTo>
                      <a:pt x="1360" y="1048"/>
                      <a:pt x="1387" y="1010"/>
                      <a:pt x="1403" y="977"/>
                    </a:cubicBezTo>
                    <a:cubicBezTo>
                      <a:pt x="1425" y="934"/>
                      <a:pt x="1436" y="896"/>
                      <a:pt x="1458" y="852"/>
                    </a:cubicBezTo>
                    <a:cubicBezTo>
                      <a:pt x="1485" y="803"/>
                      <a:pt x="1517" y="760"/>
                      <a:pt x="1556" y="711"/>
                    </a:cubicBezTo>
                    <a:cubicBezTo>
                      <a:pt x="1577" y="684"/>
                      <a:pt x="1610" y="646"/>
                      <a:pt x="1637" y="613"/>
                    </a:cubicBezTo>
                    <a:cubicBezTo>
                      <a:pt x="1648" y="616"/>
                      <a:pt x="1659" y="618"/>
                      <a:pt x="1670" y="618"/>
                    </a:cubicBezTo>
                    <a:cubicBezTo>
                      <a:pt x="1733" y="618"/>
                      <a:pt x="1789" y="567"/>
                      <a:pt x="1822" y="521"/>
                    </a:cubicBezTo>
                    <a:cubicBezTo>
                      <a:pt x="1865" y="461"/>
                      <a:pt x="1941" y="363"/>
                      <a:pt x="1931" y="281"/>
                    </a:cubicBezTo>
                    <a:cubicBezTo>
                      <a:pt x="1914" y="243"/>
                      <a:pt x="1893" y="205"/>
                      <a:pt x="1860" y="178"/>
                    </a:cubicBezTo>
                    <a:cubicBezTo>
                      <a:pt x="1833" y="146"/>
                      <a:pt x="1806" y="113"/>
                      <a:pt x="1768" y="86"/>
                    </a:cubicBezTo>
                    <a:cubicBezTo>
                      <a:pt x="1746" y="76"/>
                      <a:pt x="1722" y="71"/>
                      <a:pt x="1699" y="71"/>
                    </a:cubicBezTo>
                    <a:cubicBezTo>
                      <a:pt x="1645" y="71"/>
                      <a:pt x="1591" y="96"/>
                      <a:pt x="1561" y="146"/>
                    </a:cubicBezTo>
                    <a:cubicBezTo>
                      <a:pt x="1512" y="216"/>
                      <a:pt x="1501" y="309"/>
                      <a:pt x="1528" y="396"/>
                    </a:cubicBezTo>
                    <a:cubicBezTo>
                      <a:pt x="1539" y="439"/>
                      <a:pt x="1594" y="477"/>
                      <a:pt x="1577" y="521"/>
                    </a:cubicBezTo>
                    <a:cubicBezTo>
                      <a:pt x="1539" y="586"/>
                      <a:pt x="1501" y="640"/>
                      <a:pt x="1447" y="689"/>
                    </a:cubicBezTo>
                    <a:cubicBezTo>
                      <a:pt x="1403" y="754"/>
                      <a:pt x="1365" y="825"/>
                      <a:pt x="1333" y="896"/>
                    </a:cubicBezTo>
                    <a:cubicBezTo>
                      <a:pt x="1338" y="820"/>
                      <a:pt x="1316" y="744"/>
                      <a:pt x="1273" y="684"/>
                    </a:cubicBezTo>
                    <a:cubicBezTo>
                      <a:pt x="1249" y="651"/>
                      <a:pt x="1212" y="634"/>
                      <a:pt x="1174" y="634"/>
                    </a:cubicBezTo>
                    <a:cubicBezTo>
                      <a:pt x="1144" y="634"/>
                      <a:pt x="1113" y="645"/>
                      <a:pt x="1088" y="667"/>
                    </a:cubicBezTo>
                    <a:cubicBezTo>
                      <a:pt x="1061" y="689"/>
                      <a:pt x="1055" y="727"/>
                      <a:pt x="1028" y="754"/>
                    </a:cubicBezTo>
                    <a:cubicBezTo>
                      <a:pt x="1001" y="782"/>
                      <a:pt x="979" y="814"/>
                      <a:pt x="968" y="858"/>
                    </a:cubicBezTo>
                    <a:cubicBezTo>
                      <a:pt x="936" y="999"/>
                      <a:pt x="914" y="1146"/>
                      <a:pt x="892" y="1287"/>
                    </a:cubicBezTo>
                    <a:cubicBezTo>
                      <a:pt x="860" y="1211"/>
                      <a:pt x="833" y="1135"/>
                      <a:pt x="811" y="1053"/>
                    </a:cubicBezTo>
                    <a:cubicBezTo>
                      <a:pt x="779" y="940"/>
                      <a:pt x="686" y="784"/>
                      <a:pt x="558" y="784"/>
                    </a:cubicBezTo>
                    <a:cubicBezTo>
                      <a:pt x="533" y="784"/>
                      <a:pt x="507" y="790"/>
                      <a:pt x="479" y="803"/>
                    </a:cubicBezTo>
                    <a:cubicBezTo>
                      <a:pt x="305" y="885"/>
                      <a:pt x="425" y="1119"/>
                      <a:pt x="468" y="1244"/>
                    </a:cubicBezTo>
                    <a:cubicBezTo>
                      <a:pt x="506" y="1347"/>
                      <a:pt x="566" y="1434"/>
                      <a:pt x="599" y="1537"/>
                    </a:cubicBezTo>
                    <a:cubicBezTo>
                      <a:pt x="610" y="1564"/>
                      <a:pt x="615" y="1586"/>
                      <a:pt x="626" y="1608"/>
                    </a:cubicBezTo>
                    <a:cubicBezTo>
                      <a:pt x="599" y="1586"/>
                      <a:pt x="566" y="1570"/>
                      <a:pt x="539" y="1548"/>
                    </a:cubicBezTo>
                    <a:cubicBezTo>
                      <a:pt x="463" y="1494"/>
                      <a:pt x="371" y="1466"/>
                      <a:pt x="273" y="1461"/>
                    </a:cubicBezTo>
                    <a:cubicBezTo>
                      <a:pt x="262" y="1459"/>
                      <a:pt x="252" y="1459"/>
                      <a:pt x="242" y="1459"/>
                    </a:cubicBezTo>
                    <a:cubicBezTo>
                      <a:pt x="182" y="1459"/>
                      <a:pt x="124" y="1485"/>
                      <a:pt x="82" y="1532"/>
                    </a:cubicBezTo>
                    <a:cubicBezTo>
                      <a:pt x="34" y="1586"/>
                      <a:pt x="1" y="1635"/>
                      <a:pt x="34" y="1711"/>
                    </a:cubicBezTo>
                    <a:cubicBezTo>
                      <a:pt x="77" y="1782"/>
                      <a:pt x="137" y="1842"/>
                      <a:pt x="213" y="1880"/>
                    </a:cubicBezTo>
                    <a:cubicBezTo>
                      <a:pt x="245" y="1901"/>
                      <a:pt x="284" y="1918"/>
                      <a:pt x="322" y="1934"/>
                    </a:cubicBezTo>
                    <a:cubicBezTo>
                      <a:pt x="349" y="1939"/>
                      <a:pt x="376" y="1950"/>
                      <a:pt x="403" y="1961"/>
                    </a:cubicBezTo>
                    <a:cubicBezTo>
                      <a:pt x="414" y="1972"/>
                      <a:pt x="425" y="1983"/>
                      <a:pt x="441" y="1988"/>
                    </a:cubicBezTo>
                    <a:cubicBezTo>
                      <a:pt x="490" y="2015"/>
                      <a:pt x="544" y="2021"/>
                      <a:pt x="588" y="2048"/>
                    </a:cubicBezTo>
                    <a:cubicBezTo>
                      <a:pt x="637" y="2070"/>
                      <a:pt x="686" y="2097"/>
                      <a:pt x="729" y="2124"/>
                    </a:cubicBezTo>
                    <a:cubicBezTo>
                      <a:pt x="838" y="2184"/>
                      <a:pt x="903" y="2276"/>
                      <a:pt x="1001" y="2347"/>
                    </a:cubicBezTo>
                    <a:cubicBezTo>
                      <a:pt x="1007" y="2380"/>
                      <a:pt x="1012" y="2407"/>
                      <a:pt x="1017" y="2429"/>
                    </a:cubicBezTo>
                    <a:cubicBezTo>
                      <a:pt x="1039" y="2483"/>
                      <a:pt x="1055" y="2532"/>
                      <a:pt x="1077" y="2586"/>
                    </a:cubicBezTo>
                    <a:cubicBezTo>
                      <a:pt x="1115" y="2684"/>
                      <a:pt x="1208" y="2749"/>
                      <a:pt x="1257" y="2836"/>
                    </a:cubicBezTo>
                    <a:cubicBezTo>
                      <a:pt x="1305" y="2929"/>
                      <a:pt x="1354" y="3021"/>
                      <a:pt x="1414" y="3103"/>
                    </a:cubicBezTo>
                    <a:cubicBezTo>
                      <a:pt x="1474" y="3184"/>
                      <a:pt x="1517" y="3277"/>
                      <a:pt x="1528" y="3374"/>
                    </a:cubicBezTo>
                    <a:cubicBezTo>
                      <a:pt x="1534" y="3597"/>
                      <a:pt x="1463" y="3809"/>
                      <a:pt x="1474" y="4027"/>
                    </a:cubicBezTo>
                    <a:cubicBezTo>
                      <a:pt x="1490" y="4141"/>
                      <a:pt x="1517" y="4255"/>
                      <a:pt x="1556" y="4364"/>
                    </a:cubicBezTo>
                    <a:cubicBezTo>
                      <a:pt x="1577" y="4456"/>
                      <a:pt x="1621" y="4608"/>
                      <a:pt x="1697" y="4668"/>
                    </a:cubicBezTo>
                    <a:cubicBezTo>
                      <a:pt x="1686" y="4684"/>
                      <a:pt x="1675" y="4701"/>
                      <a:pt x="1664" y="4712"/>
                    </a:cubicBezTo>
                    <a:cubicBezTo>
                      <a:pt x="1610" y="4782"/>
                      <a:pt x="1550" y="4848"/>
                      <a:pt x="1474" y="4896"/>
                    </a:cubicBezTo>
                    <a:cubicBezTo>
                      <a:pt x="1420" y="4945"/>
                      <a:pt x="1376" y="5000"/>
                      <a:pt x="1333" y="5054"/>
                    </a:cubicBezTo>
                    <a:cubicBezTo>
                      <a:pt x="1289" y="5103"/>
                      <a:pt x="1219" y="5136"/>
                      <a:pt x="1170" y="5185"/>
                    </a:cubicBezTo>
                    <a:cubicBezTo>
                      <a:pt x="1093" y="5255"/>
                      <a:pt x="1023" y="5337"/>
                      <a:pt x="952" y="5418"/>
                    </a:cubicBezTo>
                    <a:cubicBezTo>
                      <a:pt x="941" y="5407"/>
                      <a:pt x="925" y="5397"/>
                      <a:pt x="914" y="5386"/>
                    </a:cubicBezTo>
                    <a:cubicBezTo>
                      <a:pt x="833" y="5326"/>
                      <a:pt x="729" y="5304"/>
                      <a:pt x="642" y="5250"/>
                    </a:cubicBezTo>
                    <a:cubicBezTo>
                      <a:pt x="593" y="5206"/>
                      <a:pt x="534" y="5185"/>
                      <a:pt x="468" y="5179"/>
                    </a:cubicBezTo>
                    <a:cubicBezTo>
                      <a:pt x="468" y="5179"/>
                      <a:pt x="468" y="5179"/>
                      <a:pt x="468" y="5174"/>
                    </a:cubicBezTo>
                    <a:cubicBezTo>
                      <a:pt x="441" y="5087"/>
                      <a:pt x="490" y="4902"/>
                      <a:pt x="398" y="4842"/>
                    </a:cubicBezTo>
                    <a:cubicBezTo>
                      <a:pt x="380" y="4830"/>
                      <a:pt x="361" y="4825"/>
                      <a:pt x="344" y="4825"/>
                    </a:cubicBezTo>
                    <a:cubicBezTo>
                      <a:pt x="237" y="4825"/>
                      <a:pt x="140" y="5008"/>
                      <a:pt x="126" y="5087"/>
                    </a:cubicBezTo>
                    <a:cubicBezTo>
                      <a:pt x="103" y="5230"/>
                      <a:pt x="188" y="5348"/>
                      <a:pt x="314" y="5348"/>
                    </a:cubicBezTo>
                    <a:cubicBezTo>
                      <a:pt x="340" y="5348"/>
                      <a:pt x="368" y="5343"/>
                      <a:pt x="398" y="5331"/>
                    </a:cubicBezTo>
                    <a:cubicBezTo>
                      <a:pt x="420" y="5318"/>
                      <a:pt x="444" y="5312"/>
                      <a:pt x="467" y="5312"/>
                    </a:cubicBezTo>
                    <a:cubicBezTo>
                      <a:pt x="501" y="5312"/>
                      <a:pt x="535" y="5325"/>
                      <a:pt x="561" y="5348"/>
                    </a:cubicBezTo>
                    <a:cubicBezTo>
                      <a:pt x="610" y="5380"/>
                      <a:pt x="664" y="5407"/>
                      <a:pt x="718" y="5429"/>
                    </a:cubicBezTo>
                    <a:cubicBezTo>
                      <a:pt x="773" y="5445"/>
                      <a:pt x="822" y="5478"/>
                      <a:pt x="860" y="5511"/>
                    </a:cubicBezTo>
                    <a:lnTo>
                      <a:pt x="833" y="5543"/>
                    </a:lnTo>
                    <a:cubicBezTo>
                      <a:pt x="778" y="5603"/>
                      <a:pt x="735" y="5657"/>
                      <a:pt x="686" y="5717"/>
                    </a:cubicBezTo>
                    <a:cubicBezTo>
                      <a:pt x="659" y="5755"/>
                      <a:pt x="626" y="5788"/>
                      <a:pt x="604" y="5826"/>
                    </a:cubicBezTo>
                    <a:cubicBezTo>
                      <a:pt x="588" y="5859"/>
                      <a:pt x="566" y="5891"/>
                      <a:pt x="544" y="5924"/>
                    </a:cubicBezTo>
                    <a:cubicBezTo>
                      <a:pt x="523" y="5946"/>
                      <a:pt x="496" y="5956"/>
                      <a:pt x="468" y="5978"/>
                    </a:cubicBezTo>
                    <a:cubicBezTo>
                      <a:pt x="452" y="6011"/>
                      <a:pt x="430" y="6038"/>
                      <a:pt x="403" y="6060"/>
                    </a:cubicBezTo>
                    <a:cubicBezTo>
                      <a:pt x="343" y="6109"/>
                      <a:pt x="289" y="6130"/>
                      <a:pt x="251" y="6196"/>
                    </a:cubicBezTo>
                    <a:cubicBezTo>
                      <a:pt x="186" y="6315"/>
                      <a:pt x="229" y="6418"/>
                      <a:pt x="332" y="6495"/>
                    </a:cubicBezTo>
                    <a:cubicBezTo>
                      <a:pt x="392" y="6533"/>
                      <a:pt x="447" y="6582"/>
                      <a:pt x="496" y="6630"/>
                    </a:cubicBezTo>
                    <a:cubicBezTo>
                      <a:pt x="561" y="6701"/>
                      <a:pt x="615" y="6777"/>
                      <a:pt x="664" y="6853"/>
                    </a:cubicBezTo>
                    <a:cubicBezTo>
                      <a:pt x="740" y="6973"/>
                      <a:pt x="833" y="7076"/>
                      <a:pt x="930" y="7180"/>
                    </a:cubicBezTo>
                    <a:cubicBezTo>
                      <a:pt x="920" y="7239"/>
                      <a:pt x="849" y="7288"/>
                      <a:pt x="805" y="7326"/>
                    </a:cubicBezTo>
                    <a:cubicBezTo>
                      <a:pt x="762" y="7370"/>
                      <a:pt x="718" y="7413"/>
                      <a:pt x="680" y="7457"/>
                    </a:cubicBezTo>
                    <a:cubicBezTo>
                      <a:pt x="588" y="7571"/>
                      <a:pt x="485" y="7674"/>
                      <a:pt x="376" y="7772"/>
                    </a:cubicBezTo>
                    <a:cubicBezTo>
                      <a:pt x="305" y="7837"/>
                      <a:pt x="235" y="7951"/>
                      <a:pt x="338" y="8022"/>
                    </a:cubicBezTo>
                    <a:cubicBezTo>
                      <a:pt x="358" y="8035"/>
                      <a:pt x="382" y="8040"/>
                      <a:pt x="408" y="8040"/>
                    </a:cubicBezTo>
                    <a:cubicBezTo>
                      <a:pt x="491" y="8040"/>
                      <a:pt x="597" y="7988"/>
                      <a:pt x="659" y="7968"/>
                    </a:cubicBezTo>
                    <a:cubicBezTo>
                      <a:pt x="811" y="7924"/>
                      <a:pt x="952" y="7864"/>
                      <a:pt x="1099" y="7821"/>
                    </a:cubicBezTo>
                    <a:cubicBezTo>
                      <a:pt x="1229" y="7783"/>
                      <a:pt x="1349" y="7718"/>
                      <a:pt x="1447" y="7625"/>
                    </a:cubicBezTo>
                    <a:cubicBezTo>
                      <a:pt x="1523" y="7544"/>
                      <a:pt x="1550" y="7430"/>
                      <a:pt x="1528" y="7321"/>
                    </a:cubicBezTo>
                    <a:cubicBezTo>
                      <a:pt x="1517" y="7256"/>
                      <a:pt x="1501" y="7196"/>
                      <a:pt x="1479" y="7136"/>
                    </a:cubicBezTo>
                    <a:cubicBezTo>
                      <a:pt x="1463" y="7076"/>
                      <a:pt x="1420" y="7022"/>
                      <a:pt x="1403" y="6968"/>
                    </a:cubicBezTo>
                    <a:cubicBezTo>
                      <a:pt x="1398" y="6951"/>
                      <a:pt x="1379" y="6941"/>
                      <a:pt x="1361" y="6941"/>
                    </a:cubicBezTo>
                    <a:cubicBezTo>
                      <a:pt x="1344" y="6941"/>
                      <a:pt x="1327" y="6949"/>
                      <a:pt x="1322" y="6968"/>
                    </a:cubicBezTo>
                    <a:lnTo>
                      <a:pt x="1322" y="6984"/>
                    </a:lnTo>
                    <a:cubicBezTo>
                      <a:pt x="1300" y="6940"/>
                      <a:pt x="1278" y="6902"/>
                      <a:pt x="1257" y="6864"/>
                    </a:cubicBezTo>
                    <a:cubicBezTo>
                      <a:pt x="1202" y="6783"/>
                      <a:pt x="1164" y="6701"/>
                      <a:pt x="1137" y="6614"/>
                    </a:cubicBezTo>
                    <a:cubicBezTo>
                      <a:pt x="1099" y="6495"/>
                      <a:pt x="1083" y="6375"/>
                      <a:pt x="1045" y="6261"/>
                    </a:cubicBezTo>
                    <a:lnTo>
                      <a:pt x="1045" y="6261"/>
                    </a:lnTo>
                    <a:cubicBezTo>
                      <a:pt x="1094" y="6277"/>
                      <a:pt x="1147" y="6285"/>
                      <a:pt x="1199" y="6285"/>
                    </a:cubicBezTo>
                    <a:cubicBezTo>
                      <a:pt x="1215" y="6285"/>
                      <a:pt x="1230" y="6284"/>
                      <a:pt x="1246" y="6283"/>
                    </a:cubicBezTo>
                    <a:cubicBezTo>
                      <a:pt x="1354" y="6266"/>
                      <a:pt x="1452" y="6228"/>
                      <a:pt x="1545" y="6163"/>
                    </a:cubicBezTo>
                    <a:cubicBezTo>
                      <a:pt x="1599" y="6141"/>
                      <a:pt x="1659" y="6114"/>
                      <a:pt x="1713" y="6098"/>
                    </a:cubicBezTo>
                    <a:cubicBezTo>
                      <a:pt x="1768" y="6076"/>
                      <a:pt x="1806" y="6027"/>
                      <a:pt x="1860" y="6005"/>
                    </a:cubicBezTo>
                    <a:cubicBezTo>
                      <a:pt x="1914" y="5978"/>
                      <a:pt x="1980" y="5973"/>
                      <a:pt x="2039" y="5946"/>
                    </a:cubicBezTo>
                    <a:cubicBezTo>
                      <a:pt x="2088" y="5924"/>
                      <a:pt x="2143" y="5897"/>
                      <a:pt x="2186" y="5864"/>
                    </a:cubicBezTo>
                    <a:cubicBezTo>
                      <a:pt x="2284" y="5799"/>
                      <a:pt x="2365" y="5723"/>
                      <a:pt x="2452" y="5647"/>
                    </a:cubicBezTo>
                    <a:cubicBezTo>
                      <a:pt x="2496" y="5619"/>
                      <a:pt x="2534" y="5592"/>
                      <a:pt x="2572" y="5554"/>
                    </a:cubicBezTo>
                    <a:cubicBezTo>
                      <a:pt x="2583" y="5565"/>
                      <a:pt x="2588" y="5571"/>
                      <a:pt x="2594" y="5571"/>
                    </a:cubicBezTo>
                    <a:cubicBezTo>
                      <a:pt x="2649" y="5604"/>
                      <a:pt x="2709" y="5619"/>
                      <a:pt x="2769" y="5619"/>
                    </a:cubicBezTo>
                    <a:cubicBezTo>
                      <a:pt x="2798" y="5619"/>
                      <a:pt x="2826" y="5616"/>
                      <a:pt x="2855" y="5609"/>
                    </a:cubicBezTo>
                    <a:lnTo>
                      <a:pt x="2860" y="5609"/>
                    </a:lnTo>
                    <a:cubicBezTo>
                      <a:pt x="2893" y="5614"/>
                      <a:pt x="2920" y="5619"/>
                      <a:pt x="2931" y="5625"/>
                    </a:cubicBezTo>
                    <a:cubicBezTo>
                      <a:pt x="2981" y="5637"/>
                      <a:pt x="3033" y="5644"/>
                      <a:pt x="3085" y="5644"/>
                    </a:cubicBezTo>
                    <a:cubicBezTo>
                      <a:pt x="3147" y="5644"/>
                      <a:pt x="3209" y="5635"/>
                      <a:pt x="3268" y="5614"/>
                    </a:cubicBezTo>
                    <a:cubicBezTo>
                      <a:pt x="3311" y="5592"/>
                      <a:pt x="3360" y="5571"/>
                      <a:pt x="3404" y="5549"/>
                    </a:cubicBezTo>
                    <a:lnTo>
                      <a:pt x="3404" y="5549"/>
                    </a:lnTo>
                    <a:cubicBezTo>
                      <a:pt x="3393" y="5554"/>
                      <a:pt x="3425" y="5576"/>
                      <a:pt x="3436" y="5587"/>
                    </a:cubicBezTo>
                    <a:cubicBezTo>
                      <a:pt x="3463" y="5614"/>
                      <a:pt x="3491" y="5636"/>
                      <a:pt x="3518" y="5663"/>
                    </a:cubicBezTo>
                    <a:cubicBezTo>
                      <a:pt x="3697" y="5811"/>
                      <a:pt x="3905" y="5854"/>
                      <a:pt x="4132" y="5854"/>
                    </a:cubicBezTo>
                    <a:cubicBezTo>
                      <a:pt x="4147" y="5854"/>
                      <a:pt x="4161" y="5853"/>
                      <a:pt x="4176" y="5853"/>
                    </a:cubicBezTo>
                    <a:cubicBezTo>
                      <a:pt x="4306" y="5848"/>
                      <a:pt x="4431" y="5826"/>
                      <a:pt x="4551" y="5788"/>
                    </a:cubicBezTo>
                    <a:cubicBezTo>
                      <a:pt x="4616" y="5766"/>
                      <a:pt x="4681" y="5744"/>
                      <a:pt x="4746" y="5734"/>
                    </a:cubicBezTo>
                    <a:cubicBezTo>
                      <a:pt x="4784" y="5723"/>
                      <a:pt x="4817" y="5712"/>
                      <a:pt x="4855" y="5701"/>
                    </a:cubicBezTo>
                    <a:lnTo>
                      <a:pt x="4855" y="5701"/>
                    </a:lnTo>
                    <a:cubicBezTo>
                      <a:pt x="4844" y="5750"/>
                      <a:pt x="4817" y="5793"/>
                      <a:pt x="4806" y="5837"/>
                    </a:cubicBezTo>
                    <a:cubicBezTo>
                      <a:pt x="4790" y="5902"/>
                      <a:pt x="4774" y="5978"/>
                      <a:pt x="4752" y="6049"/>
                    </a:cubicBezTo>
                    <a:cubicBezTo>
                      <a:pt x="4730" y="6114"/>
                      <a:pt x="4687" y="6174"/>
                      <a:pt x="4665" y="6239"/>
                    </a:cubicBezTo>
                    <a:cubicBezTo>
                      <a:pt x="4638" y="6304"/>
                      <a:pt x="4616" y="6375"/>
                      <a:pt x="4594" y="6440"/>
                    </a:cubicBezTo>
                    <a:cubicBezTo>
                      <a:pt x="4551" y="6598"/>
                      <a:pt x="4518" y="6756"/>
                      <a:pt x="4502" y="6919"/>
                    </a:cubicBezTo>
                    <a:cubicBezTo>
                      <a:pt x="4491" y="7060"/>
                      <a:pt x="4518" y="7228"/>
                      <a:pt x="4436" y="7359"/>
                    </a:cubicBezTo>
                    <a:cubicBezTo>
                      <a:pt x="4398" y="7430"/>
                      <a:pt x="4268" y="7511"/>
                      <a:pt x="4333" y="7609"/>
                    </a:cubicBezTo>
                    <a:cubicBezTo>
                      <a:pt x="4361" y="7651"/>
                      <a:pt x="4400" y="7660"/>
                      <a:pt x="4441" y="7660"/>
                    </a:cubicBezTo>
                    <a:cubicBezTo>
                      <a:pt x="4472" y="7660"/>
                      <a:pt x="4505" y="7655"/>
                      <a:pt x="4535" y="7655"/>
                    </a:cubicBezTo>
                    <a:cubicBezTo>
                      <a:pt x="4558" y="7655"/>
                      <a:pt x="4581" y="7658"/>
                      <a:pt x="4600" y="7669"/>
                    </a:cubicBezTo>
                    <a:cubicBezTo>
                      <a:pt x="4648" y="7701"/>
                      <a:pt x="4692" y="7739"/>
                      <a:pt x="4741" y="7767"/>
                    </a:cubicBezTo>
                    <a:cubicBezTo>
                      <a:pt x="4812" y="7805"/>
                      <a:pt x="4866" y="7854"/>
                      <a:pt x="4926" y="7892"/>
                    </a:cubicBezTo>
                    <a:cubicBezTo>
                      <a:pt x="5017" y="7964"/>
                      <a:pt x="5131" y="8002"/>
                      <a:pt x="5246" y="8002"/>
                    </a:cubicBezTo>
                    <a:cubicBezTo>
                      <a:pt x="5261" y="8002"/>
                      <a:pt x="5275" y="8002"/>
                      <a:pt x="5290" y="8000"/>
                    </a:cubicBezTo>
                    <a:lnTo>
                      <a:pt x="5573" y="8000"/>
                    </a:lnTo>
                    <a:cubicBezTo>
                      <a:pt x="5623" y="8000"/>
                      <a:pt x="5674" y="8004"/>
                      <a:pt x="5723" y="8004"/>
                    </a:cubicBezTo>
                    <a:cubicBezTo>
                      <a:pt x="5803" y="8004"/>
                      <a:pt x="5879" y="7994"/>
                      <a:pt x="5942" y="7941"/>
                    </a:cubicBezTo>
                    <a:cubicBezTo>
                      <a:pt x="5959" y="7924"/>
                      <a:pt x="5959" y="7897"/>
                      <a:pt x="5942" y="7881"/>
                    </a:cubicBezTo>
                    <a:cubicBezTo>
                      <a:pt x="5937" y="7875"/>
                      <a:pt x="5931" y="7870"/>
                      <a:pt x="5920" y="7864"/>
                    </a:cubicBezTo>
                    <a:cubicBezTo>
                      <a:pt x="5969" y="7854"/>
                      <a:pt x="6007" y="7832"/>
                      <a:pt x="6045" y="7810"/>
                    </a:cubicBezTo>
                    <a:cubicBezTo>
                      <a:pt x="6078" y="7788"/>
                      <a:pt x="6089" y="7750"/>
                      <a:pt x="6073" y="7718"/>
                    </a:cubicBezTo>
                    <a:cubicBezTo>
                      <a:pt x="6024" y="7642"/>
                      <a:pt x="5920" y="7625"/>
                      <a:pt x="5844" y="7593"/>
                    </a:cubicBezTo>
                    <a:cubicBezTo>
                      <a:pt x="5719" y="7544"/>
                      <a:pt x="5594" y="7544"/>
                      <a:pt x="5469" y="7500"/>
                    </a:cubicBezTo>
                    <a:cubicBezTo>
                      <a:pt x="5268" y="7435"/>
                      <a:pt x="5143" y="7180"/>
                      <a:pt x="4915" y="7169"/>
                    </a:cubicBezTo>
                    <a:cubicBezTo>
                      <a:pt x="4947" y="7114"/>
                      <a:pt x="4964" y="7049"/>
                      <a:pt x="4996" y="6989"/>
                    </a:cubicBezTo>
                    <a:cubicBezTo>
                      <a:pt x="5062" y="6875"/>
                      <a:pt x="5078" y="6728"/>
                      <a:pt x="5159" y="6625"/>
                    </a:cubicBezTo>
                    <a:cubicBezTo>
                      <a:pt x="5198" y="6582"/>
                      <a:pt x="5230" y="6538"/>
                      <a:pt x="5257" y="6489"/>
                    </a:cubicBezTo>
                    <a:cubicBezTo>
                      <a:pt x="5284" y="6435"/>
                      <a:pt x="5290" y="6375"/>
                      <a:pt x="5312" y="6321"/>
                    </a:cubicBezTo>
                    <a:cubicBezTo>
                      <a:pt x="5366" y="6196"/>
                      <a:pt x="5448" y="6081"/>
                      <a:pt x="5502" y="5951"/>
                    </a:cubicBezTo>
                    <a:cubicBezTo>
                      <a:pt x="5589" y="5755"/>
                      <a:pt x="5725" y="5494"/>
                      <a:pt x="5562" y="5299"/>
                    </a:cubicBezTo>
                    <a:cubicBezTo>
                      <a:pt x="5480" y="5195"/>
                      <a:pt x="5361" y="5141"/>
                      <a:pt x="5252" y="5070"/>
                    </a:cubicBezTo>
                    <a:cubicBezTo>
                      <a:pt x="5203" y="5038"/>
                      <a:pt x="5154" y="4994"/>
                      <a:pt x="5100" y="4962"/>
                    </a:cubicBezTo>
                    <a:cubicBezTo>
                      <a:pt x="5051" y="4935"/>
                      <a:pt x="4996" y="4913"/>
                      <a:pt x="4942" y="4891"/>
                    </a:cubicBezTo>
                    <a:cubicBezTo>
                      <a:pt x="4980" y="4831"/>
                      <a:pt x="5018" y="4777"/>
                      <a:pt x="5067" y="4723"/>
                    </a:cubicBezTo>
                    <a:cubicBezTo>
                      <a:pt x="5127" y="4663"/>
                      <a:pt x="5181" y="4603"/>
                      <a:pt x="5230" y="4532"/>
                    </a:cubicBezTo>
                    <a:cubicBezTo>
                      <a:pt x="5274" y="4467"/>
                      <a:pt x="5323" y="4402"/>
                      <a:pt x="5382" y="4347"/>
                    </a:cubicBezTo>
                    <a:lnTo>
                      <a:pt x="5393" y="4347"/>
                    </a:lnTo>
                    <a:cubicBezTo>
                      <a:pt x="5415" y="4342"/>
                      <a:pt x="5431" y="4326"/>
                      <a:pt x="5437" y="4304"/>
                    </a:cubicBezTo>
                    <a:cubicBezTo>
                      <a:pt x="5491" y="4288"/>
                      <a:pt x="5540" y="4255"/>
                      <a:pt x="5573" y="4206"/>
                    </a:cubicBezTo>
                    <a:cubicBezTo>
                      <a:pt x="5622" y="4114"/>
                      <a:pt x="5638" y="4005"/>
                      <a:pt x="5616" y="3902"/>
                    </a:cubicBezTo>
                    <a:cubicBezTo>
                      <a:pt x="5611" y="3885"/>
                      <a:pt x="5600" y="3875"/>
                      <a:pt x="5583" y="3869"/>
                    </a:cubicBezTo>
                    <a:cubicBezTo>
                      <a:pt x="5533" y="3857"/>
                      <a:pt x="5479" y="3835"/>
                      <a:pt x="5425" y="3835"/>
                    </a:cubicBezTo>
                    <a:cubicBezTo>
                      <a:pt x="5404" y="3835"/>
                      <a:pt x="5382" y="3838"/>
                      <a:pt x="5361" y="3847"/>
                    </a:cubicBezTo>
                    <a:cubicBezTo>
                      <a:pt x="5301" y="3875"/>
                      <a:pt x="5257" y="3929"/>
                      <a:pt x="5241" y="3983"/>
                    </a:cubicBezTo>
                    <a:cubicBezTo>
                      <a:pt x="5219" y="4076"/>
                      <a:pt x="5252" y="4168"/>
                      <a:pt x="5323" y="4222"/>
                    </a:cubicBezTo>
                    <a:cubicBezTo>
                      <a:pt x="5306" y="4233"/>
                      <a:pt x="5295" y="4255"/>
                      <a:pt x="5295" y="4277"/>
                    </a:cubicBezTo>
                    <a:cubicBezTo>
                      <a:pt x="5295" y="4304"/>
                      <a:pt x="5230" y="4337"/>
                      <a:pt x="5214" y="4358"/>
                    </a:cubicBezTo>
                    <a:cubicBezTo>
                      <a:pt x="5187" y="4386"/>
                      <a:pt x="5165" y="4424"/>
                      <a:pt x="5149" y="4456"/>
                    </a:cubicBezTo>
                    <a:cubicBezTo>
                      <a:pt x="5094" y="4538"/>
                      <a:pt x="5034" y="4614"/>
                      <a:pt x="4975" y="4690"/>
                    </a:cubicBezTo>
                    <a:cubicBezTo>
                      <a:pt x="4931" y="4744"/>
                      <a:pt x="4893" y="4804"/>
                      <a:pt x="4860" y="4869"/>
                    </a:cubicBezTo>
                    <a:cubicBezTo>
                      <a:pt x="4735" y="4815"/>
                      <a:pt x="4616" y="4750"/>
                      <a:pt x="4507" y="4674"/>
                    </a:cubicBezTo>
                    <a:cubicBezTo>
                      <a:pt x="4458" y="4641"/>
                      <a:pt x="4404" y="4608"/>
                      <a:pt x="4355" y="4576"/>
                    </a:cubicBezTo>
                    <a:cubicBezTo>
                      <a:pt x="4360" y="4565"/>
                      <a:pt x="4366" y="4549"/>
                      <a:pt x="4371" y="4532"/>
                    </a:cubicBezTo>
                    <a:cubicBezTo>
                      <a:pt x="4415" y="4402"/>
                      <a:pt x="4447" y="4266"/>
                      <a:pt x="4469" y="4130"/>
                    </a:cubicBezTo>
                    <a:cubicBezTo>
                      <a:pt x="4502" y="3880"/>
                      <a:pt x="4496" y="3603"/>
                      <a:pt x="4360" y="3380"/>
                    </a:cubicBezTo>
                    <a:cubicBezTo>
                      <a:pt x="4328" y="3331"/>
                      <a:pt x="4290" y="3287"/>
                      <a:pt x="4333" y="3233"/>
                    </a:cubicBezTo>
                    <a:cubicBezTo>
                      <a:pt x="4366" y="3195"/>
                      <a:pt x="4404" y="3168"/>
                      <a:pt x="4447" y="3141"/>
                    </a:cubicBezTo>
                    <a:lnTo>
                      <a:pt x="4475" y="3146"/>
                    </a:lnTo>
                    <a:cubicBezTo>
                      <a:pt x="4578" y="3070"/>
                      <a:pt x="4681" y="2983"/>
                      <a:pt x="4784" y="2902"/>
                    </a:cubicBezTo>
                    <a:cubicBezTo>
                      <a:pt x="4844" y="2853"/>
                      <a:pt x="4893" y="2798"/>
                      <a:pt x="4947" y="2744"/>
                    </a:cubicBezTo>
                    <a:cubicBezTo>
                      <a:pt x="4986" y="2706"/>
                      <a:pt x="5029" y="2673"/>
                      <a:pt x="5062" y="2630"/>
                    </a:cubicBezTo>
                    <a:cubicBezTo>
                      <a:pt x="5100" y="2565"/>
                      <a:pt x="5138" y="2505"/>
                      <a:pt x="5181" y="2445"/>
                    </a:cubicBezTo>
                    <a:cubicBezTo>
                      <a:pt x="5187" y="2434"/>
                      <a:pt x="5198" y="2423"/>
                      <a:pt x="5203" y="2412"/>
                    </a:cubicBezTo>
                    <a:cubicBezTo>
                      <a:pt x="5268" y="2353"/>
                      <a:pt x="5339" y="2304"/>
                      <a:pt x="5415" y="2260"/>
                    </a:cubicBezTo>
                    <a:cubicBezTo>
                      <a:pt x="5469" y="2244"/>
                      <a:pt x="5524" y="2227"/>
                      <a:pt x="5578" y="2222"/>
                    </a:cubicBezTo>
                    <a:cubicBezTo>
                      <a:pt x="5627" y="2211"/>
                      <a:pt x="5676" y="2189"/>
                      <a:pt x="5725" y="2173"/>
                    </a:cubicBezTo>
                    <a:cubicBezTo>
                      <a:pt x="5888" y="2119"/>
                      <a:pt x="6094" y="2015"/>
                      <a:pt x="6143" y="1836"/>
                    </a:cubicBezTo>
                    <a:cubicBezTo>
                      <a:pt x="6181" y="1684"/>
                      <a:pt x="6007" y="1619"/>
                      <a:pt x="5888" y="1602"/>
                    </a:cubicBezTo>
                    <a:cubicBezTo>
                      <a:pt x="5880" y="1602"/>
                      <a:pt x="5871" y="1601"/>
                      <a:pt x="5863" y="1601"/>
                    </a:cubicBezTo>
                    <a:cubicBezTo>
                      <a:pt x="5806" y="1601"/>
                      <a:pt x="5750" y="1617"/>
                      <a:pt x="5703" y="1646"/>
                    </a:cubicBezTo>
                    <a:lnTo>
                      <a:pt x="5719" y="1630"/>
                    </a:lnTo>
                    <a:cubicBezTo>
                      <a:pt x="5757" y="1592"/>
                      <a:pt x="5795" y="1548"/>
                      <a:pt x="5828" y="1499"/>
                    </a:cubicBezTo>
                    <a:cubicBezTo>
                      <a:pt x="5855" y="1456"/>
                      <a:pt x="5866" y="1401"/>
                      <a:pt x="5893" y="1358"/>
                    </a:cubicBezTo>
                    <a:cubicBezTo>
                      <a:pt x="5948" y="1260"/>
                      <a:pt x="6116" y="1042"/>
                      <a:pt x="5931" y="972"/>
                    </a:cubicBezTo>
                    <a:cubicBezTo>
                      <a:pt x="5916" y="966"/>
                      <a:pt x="5901" y="964"/>
                      <a:pt x="5885" y="964"/>
                    </a:cubicBezTo>
                    <a:cubicBezTo>
                      <a:pt x="5822" y="964"/>
                      <a:pt x="5756" y="1003"/>
                      <a:pt x="5708" y="1042"/>
                    </a:cubicBezTo>
                    <a:cubicBezTo>
                      <a:pt x="5708" y="1037"/>
                      <a:pt x="5708" y="1037"/>
                      <a:pt x="5708" y="1032"/>
                    </a:cubicBezTo>
                    <a:cubicBezTo>
                      <a:pt x="5703" y="956"/>
                      <a:pt x="5681" y="879"/>
                      <a:pt x="5681" y="803"/>
                    </a:cubicBezTo>
                    <a:cubicBezTo>
                      <a:pt x="5687" y="711"/>
                      <a:pt x="5676" y="613"/>
                      <a:pt x="5660" y="521"/>
                    </a:cubicBezTo>
                    <a:cubicBezTo>
                      <a:pt x="5730" y="472"/>
                      <a:pt x="5757" y="325"/>
                      <a:pt x="5774" y="254"/>
                    </a:cubicBezTo>
                    <a:cubicBezTo>
                      <a:pt x="5795" y="129"/>
                      <a:pt x="5736" y="21"/>
                      <a:pt x="5600" y="4"/>
                    </a:cubicBezTo>
                    <a:cubicBezTo>
                      <a:pt x="5584" y="1"/>
                      <a:pt x="5569" y="0"/>
                      <a:pt x="5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0"/>
              <p:cNvSpPr/>
              <p:nvPr/>
            </p:nvSpPr>
            <p:spPr>
              <a:xfrm>
                <a:off x="5146225" y="3303925"/>
                <a:ext cx="32750" cy="6675"/>
              </a:xfrm>
              <a:custGeom>
                <a:rect b="b" l="l" r="r" t="t"/>
                <a:pathLst>
                  <a:path extrusionOk="0" h="267" w="1310">
                    <a:moveTo>
                      <a:pt x="713" y="1"/>
                    </a:moveTo>
                    <a:cubicBezTo>
                      <a:pt x="649" y="1"/>
                      <a:pt x="586" y="5"/>
                      <a:pt x="522" y="14"/>
                    </a:cubicBezTo>
                    <a:cubicBezTo>
                      <a:pt x="403" y="30"/>
                      <a:pt x="283" y="57"/>
                      <a:pt x="169" y="96"/>
                    </a:cubicBezTo>
                    <a:cubicBezTo>
                      <a:pt x="104" y="117"/>
                      <a:pt x="1" y="166"/>
                      <a:pt x="28" y="248"/>
                    </a:cubicBezTo>
                    <a:cubicBezTo>
                      <a:pt x="32" y="260"/>
                      <a:pt x="42" y="266"/>
                      <a:pt x="51" y="266"/>
                    </a:cubicBezTo>
                    <a:cubicBezTo>
                      <a:pt x="55" y="266"/>
                      <a:pt x="58" y="265"/>
                      <a:pt x="60" y="264"/>
                    </a:cubicBezTo>
                    <a:cubicBezTo>
                      <a:pt x="229" y="161"/>
                      <a:pt x="419" y="106"/>
                      <a:pt x="615" y="101"/>
                    </a:cubicBezTo>
                    <a:cubicBezTo>
                      <a:pt x="676" y="96"/>
                      <a:pt x="737" y="93"/>
                      <a:pt x="798" y="93"/>
                    </a:cubicBezTo>
                    <a:cubicBezTo>
                      <a:pt x="873" y="93"/>
                      <a:pt x="948" y="97"/>
                      <a:pt x="1022" y="106"/>
                    </a:cubicBezTo>
                    <a:cubicBezTo>
                      <a:pt x="1082" y="112"/>
                      <a:pt x="1137" y="123"/>
                      <a:pt x="1191" y="139"/>
                    </a:cubicBezTo>
                    <a:cubicBezTo>
                      <a:pt x="1224" y="161"/>
                      <a:pt x="1256" y="183"/>
                      <a:pt x="1289" y="199"/>
                    </a:cubicBezTo>
                    <a:cubicBezTo>
                      <a:pt x="1291" y="199"/>
                      <a:pt x="1292" y="200"/>
                      <a:pt x="1294" y="200"/>
                    </a:cubicBezTo>
                    <a:cubicBezTo>
                      <a:pt x="1306" y="200"/>
                      <a:pt x="1309" y="182"/>
                      <a:pt x="1300" y="177"/>
                    </a:cubicBezTo>
                    <a:lnTo>
                      <a:pt x="1300" y="177"/>
                    </a:lnTo>
                    <a:lnTo>
                      <a:pt x="1300" y="183"/>
                    </a:lnTo>
                    <a:cubicBezTo>
                      <a:pt x="1251" y="150"/>
                      <a:pt x="1218" y="101"/>
                      <a:pt x="1164" y="79"/>
                    </a:cubicBezTo>
                    <a:cubicBezTo>
                      <a:pt x="1104" y="52"/>
                      <a:pt x="1039" y="36"/>
                      <a:pt x="974" y="25"/>
                    </a:cubicBezTo>
                    <a:cubicBezTo>
                      <a:pt x="888" y="9"/>
                      <a:pt x="801" y="1"/>
                      <a:pt x="7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0"/>
              <p:cNvSpPr/>
              <p:nvPr/>
            </p:nvSpPr>
            <p:spPr>
              <a:xfrm>
                <a:off x="5151800" y="3313625"/>
                <a:ext cx="18100" cy="49675"/>
              </a:xfrm>
              <a:custGeom>
                <a:rect b="b" l="l" r="r" t="t"/>
                <a:pathLst>
                  <a:path extrusionOk="0" h="1987" w="724">
                    <a:moveTo>
                      <a:pt x="397" y="83"/>
                    </a:moveTo>
                    <a:cubicBezTo>
                      <a:pt x="403" y="88"/>
                      <a:pt x="403" y="88"/>
                      <a:pt x="408" y="93"/>
                    </a:cubicBezTo>
                    <a:cubicBezTo>
                      <a:pt x="446" y="110"/>
                      <a:pt x="457" y="191"/>
                      <a:pt x="473" y="229"/>
                    </a:cubicBezTo>
                    <a:lnTo>
                      <a:pt x="479" y="246"/>
                    </a:lnTo>
                    <a:cubicBezTo>
                      <a:pt x="468" y="246"/>
                      <a:pt x="462" y="251"/>
                      <a:pt x="457" y="257"/>
                    </a:cubicBezTo>
                    <a:cubicBezTo>
                      <a:pt x="348" y="349"/>
                      <a:pt x="261" y="463"/>
                      <a:pt x="196" y="594"/>
                    </a:cubicBezTo>
                    <a:cubicBezTo>
                      <a:pt x="170" y="655"/>
                      <a:pt x="149" y="791"/>
                      <a:pt x="245" y="791"/>
                    </a:cubicBezTo>
                    <a:cubicBezTo>
                      <a:pt x="250" y="791"/>
                      <a:pt x="255" y="790"/>
                      <a:pt x="261" y="789"/>
                    </a:cubicBezTo>
                    <a:cubicBezTo>
                      <a:pt x="288" y="789"/>
                      <a:pt x="299" y="757"/>
                      <a:pt x="283" y="735"/>
                    </a:cubicBezTo>
                    <a:cubicBezTo>
                      <a:pt x="234" y="691"/>
                      <a:pt x="299" y="604"/>
                      <a:pt x="321" y="561"/>
                    </a:cubicBezTo>
                    <a:cubicBezTo>
                      <a:pt x="370" y="469"/>
                      <a:pt x="424" y="382"/>
                      <a:pt x="495" y="311"/>
                    </a:cubicBezTo>
                    <a:cubicBezTo>
                      <a:pt x="511" y="360"/>
                      <a:pt x="522" y="414"/>
                      <a:pt x="528" y="463"/>
                    </a:cubicBezTo>
                    <a:lnTo>
                      <a:pt x="528" y="479"/>
                    </a:lnTo>
                    <a:cubicBezTo>
                      <a:pt x="517" y="517"/>
                      <a:pt x="479" y="534"/>
                      <a:pt x="452" y="561"/>
                    </a:cubicBezTo>
                    <a:cubicBezTo>
                      <a:pt x="424" y="594"/>
                      <a:pt x="403" y="632"/>
                      <a:pt x="381" y="670"/>
                    </a:cubicBezTo>
                    <a:cubicBezTo>
                      <a:pt x="348" y="735"/>
                      <a:pt x="316" y="811"/>
                      <a:pt x="278" y="871"/>
                    </a:cubicBezTo>
                    <a:cubicBezTo>
                      <a:pt x="264" y="889"/>
                      <a:pt x="281" y="911"/>
                      <a:pt x="300" y="911"/>
                    </a:cubicBezTo>
                    <a:cubicBezTo>
                      <a:pt x="303" y="911"/>
                      <a:pt x="307" y="911"/>
                      <a:pt x="310" y="909"/>
                    </a:cubicBezTo>
                    <a:cubicBezTo>
                      <a:pt x="381" y="860"/>
                      <a:pt x="424" y="789"/>
                      <a:pt x="446" y="713"/>
                    </a:cubicBezTo>
                    <a:cubicBezTo>
                      <a:pt x="462" y="659"/>
                      <a:pt x="490" y="610"/>
                      <a:pt x="522" y="566"/>
                    </a:cubicBezTo>
                    <a:lnTo>
                      <a:pt x="533" y="556"/>
                    </a:lnTo>
                    <a:cubicBezTo>
                      <a:pt x="533" y="610"/>
                      <a:pt x="539" y="659"/>
                      <a:pt x="549" y="713"/>
                    </a:cubicBezTo>
                    <a:cubicBezTo>
                      <a:pt x="555" y="768"/>
                      <a:pt x="560" y="822"/>
                      <a:pt x="560" y="882"/>
                    </a:cubicBezTo>
                    <a:cubicBezTo>
                      <a:pt x="555" y="874"/>
                      <a:pt x="545" y="869"/>
                      <a:pt x="536" y="869"/>
                    </a:cubicBezTo>
                    <a:cubicBezTo>
                      <a:pt x="526" y="869"/>
                      <a:pt x="517" y="874"/>
                      <a:pt x="511" y="882"/>
                    </a:cubicBezTo>
                    <a:cubicBezTo>
                      <a:pt x="473" y="931"/>
                      <a:pt x="452" y="990"/>
                      <a:pt x="435" y="1050"/>
                    </a:cubicBezTo>
                    <a:cubicBezTo>
                      <a:pt x="413" y="1105"/>
                      <a:pt x="408" y="1164"/>
                      <a:pt x="419" y="1224"/>
                    </a:cubicBezTo>
                    <a:cubicBezTo>
                      <a:pt x="422" y="1235"/>
                      <a:pt x="430" y="1241"/>
                      <a:pt x="439" y="1241"/>
                    </a:cubicBezTo>
                    <a:cubicBezTo>
                      <a:pt x="443" y="1241"/>
                      <a:pt x="448" y="1239"/>
                      <a:pt x="452" y="1235"/>
                    </a:cubicBezTo>
                    <a:cubicBezTo>
                      <a:pt x="506" y="1213"/>
                      <a:pt x="506" y="1159"/>
                      <a:pt x="517" y="1110"/>
                    </a:cubicBezTo>
                    <a:cubicBezTo>
                      <a:pt x="533" y="1050"/>
                      <a:pt x="528" y="974"/>
                      <a:pt x="566" y="925"/>
                    </a:cubicBezTo>
                    <a:cubicBezTo>
                      <a:pt x="566" y="931"/>
                      <a:pt x="566" y="936"/>
                      <a:pt x="571" y="947"/>
                    </a:cubicBezTo>
                    <a:cubicBezTo>
                      <a:pt x="609" y="1115"/>
                      <a:pt x="609" y="1295"/>
                      <a:pt x="577" y="1469"/>
                    </a:cubicBezTo>
                    <a:cubicBezTo>
                      <a:pt x="560" y="1534"/>
                      <a:pt x="577" y="1616"/>
                      <a:pt x="549" y="1681"/>
                    </a:cubicBezTo>
                    <a:cubicBezTo>
                      <a:pt x="533" y="1724"/>
                      <a:pt x="500" y="1762"/>
                      <a:pt x="457" y="1789"/>
                    </a:cubicBezTo>
                    <a:cubicBezTo>
                      <a:pt x="435" y="1795"/>
                      <a:pt x="403" y="1789"/>
                      <a:pt x="381" y="1800"/>
                    </a:cubicBezTo>
                    <a:lnTo>
                      <a:pt x="370" y="1779"/>
                    </a:lnTo>
                    <a:cubicBezTo>
                      <a:pt x="354" y="1741"/>
                      <a:pt x="332" y="1702"/>
                      <a:pt x="316" y="1670"/>
                    </a:cubicBezTo>
                    <a:cubicBezTo>
                      <a:pt x="272" y="1594"/>
                      <a:pt x="240" y="1523"/>
                      <a:pt x="212" y="1447"/>
                    </a:cubicBezTo>
                    <a:lnTo>
                      <a:pt x="212" y="1447"/>
                    </a:lnTo>
                    <a:cubicBezTo>
                      <a:pt x="236" y="1454"/>
                      <a:pt x="261" y="1458"/>
                      <a:pt x="287" y="1458"/>
                    </a:cubicBezTo>
                    <a:cubicBezTo>
                      <a:pt x="302" y="1458"/>
                      <a:pt x="317" y="1457"/>
                      <a:pt x="332" y="1452"/>
                    </a:cubicBezTo>
                    <a:cubicBezTo>
                      <a:pt x="386" y="1452"/>
                      <a:pt x="441" y="1431"/>
                      <a:pt x="479" y="1393"/>
                    </a:cubicBezTo>
                    <a:cubicBezTo>
                      <a:pt x="495" y="1376"/>
                      <a:pt x="490" y="1344"/>
                      <a:pt x="468" y="1333"/>
                    </a:cubicBezTo>
                    <a:cubicBezTo>
                      <a:pt x="458" y="1328"/>
                      <a:pt x="449" y="1326"/>
                      <a:pt x="441" y="1326"/>
                    </a:cubicBezTo>
                    <a:cubicBezTo>
                      <a:pt x="415" y="1326"/>
                      <a:pt x="399" y="1348"/>
                      <a:pt x="370" y="1360"/>
                    </a:cubicBezTo>
                    <a:cubicBezTo>
                      <a:pt x="354" y="1365"/>
                      <a:pt x="332" y="1365"/>
                      <a:pt x="316" y="1376"/>
                    </a:cubicBezTo>
                    <a:cubicBezTo>
                      <a:pt x="301" y="1380"/>
                      <a:pt x="276" y="1391"/>
                      <a:pt x="255" y="1391"/>
                    </a:cubicBezTo>
                    <a:cubicBezTo>
                      <a:pt x="245" y="1391"/>
                      <a:pt x="236" y="1389"/>
                      <a:pt x="229" y="1382"/>
                    </a:cubicBezTo>
                    <a:cubicBezTo>
                      <a:pt x="223" y="1376"/>
                      <a:pt x="216" y="1374"/>
                      <a:pt x="210" y="1374"/>
                    </a:cubicBezTo>
                    <a:cubicBezTo>
                      <a:pt x="203" y="1374"/>
                      <a:pt x="196" y="1376"/>
                      <a:pt x="191" y="1382"/>
                    </a:cubicBezTo>
                    <a:cubicBezTo>
                      <a:pt x="163" y="1327"/>
                      <a:pt x="147" y="1273"/>
                      <a:pt x="142" y="1213"/>
                    </a:cubicBezTo>
                    <a:cubicBezTo>
                      <a:pt x="142" y="1170"/>
                      <a:pt x="136" y="1126"/>
                      <a:pt x="131" y="1077"/>
                    </a:cubicBezTo>
                    <a:lnTo>
                      <a:pt x="131" y="1077"/>
                    </a:lnTo>
                    <a:cubicBezTo>
                      <a:pt x="196" y="1105"/>
                      <a:pt x="267" y="1115"/>
                      <a:pt x="337" y="1115"/>
                    </a:cubicBezTo>
                    <a:cubicBezTo>
                      <a:pt x="370" y="1115"/>
                      <a:pt x="473" y="1061"/>
                      <a:pt x="419" y="1012"/>
                    </a:cubicBezTo>
                    <a:cubicBezTo>
                      <a:pt x="412" y="1005"/>
                      <a:pt x="403" y="1001"/>
                      <a:pt x="394" y="1001"/>
                    </a:cubicBezTo>
                    <a:cubicBezTo>
                      <a:pt x="388" y="1001"/>
                      <a:pt x="382" y="1003"/>
                      <a:pt x="375" y="1007"/>
                    </a:cubicBezTo>
                    <a:cubicBezTo>
                      <a:pt x="331" y="1027"/>
                      <a:pt x="285" y="1037"/>
                      <a:pt x="241" y="1037"/>
                    </a:cubicBezTo>
                    <a:cubicBezTo>
                      <a:pt x="203" y="1037"/>
                      <a:pt x="166" y="1030"/>
                      <a:pt x="131" y="1018"/>
                    </a:cubicBezTo>
                    <a:lnTo>
                      <a:pt x="131" y="931"/>
                    </a:lnTo>
                    <a:cubicBezTo>
                      <a:pt x="131" y="865"/>
                      <a:pt x="147" y="806"/>
                      <a:pt x="147" y="735"/>
                    </a:cubicBezTo>
                    <a:cubicBezTo>
                      <a:pt x="153" y="653"/>
                      <a:pt x="169" y="572"/>
                      <a:pt x="191" y="490"/>
                    </a:cubicBezTo>
                    <a:cubicBezTo>
                      <a:pt x="218" y="425"/>
                      <a:pt x="250" y="360"/>
                      <a:pt x="283" y="300"/>
                    </a:cubicBezTo>
                    <a:cubicBezTo>
                      <a:pt x="310" y="224"/>
                      <a:pt x="348" y="148"/>
                      <a:pt x="397" y="83"/>
                    </a:cubicBezTo>
                    <a:close/>
                    <a:moveTo>
                      <a:pt x="438" y="0"/>
                    </a:moveTo>
                    <a:cubicBezTo>
                      <a:pt x="413" y="0"/>
                      <a:pt x="391" y="20"/>
                      <a:pt x="386" y="45"/>
                    </a:cubicBezTo>
                    <a:cubicBezTo>
                      <a:pt x="278" y="132"/>
                      <a:pt x="240" y="251"/>
                      <a:pt x="163" y="365"/>
                    </a:cubicBezTo>
                    <a:cubicBezTo>
                      <a:pt x="98" y="490"/>
                      <a:pt x="60" y="626"/>
                      <a:pt x="55" y="768"/>
                    </a:cubicBezTo>
                    <a:cubicBezTo>
                      <a:pt x="49" y="844"/>
                      <a:pt x="22" y="909"/>
                      <a:pt x="17" y="985"/>
                    </a:cubicBezTo>
                    <a:cubicBezTo>
                      <a:pt x="6" y="1083"/>
                      <a:pt x="0" y="1181"/>
                      <a:pt x="6" y="1278"/>
                    </a:cubicBezTo>
                    <a:cubicBezTo>
                      <a:pt x="11" y="1338"/>
                      <a:pt x="28" y="1398"/>
                      <a:pt x="49" y="1458"/>
                    </a:cubicBezTo>
                    <a:cubicBezTo>
                      <a:pt x="71" y="1545"/>
                      <a:pt x="98" y="1632"/>
                      <a:pt x="136" y="1713"/>
                    </a:cubicBezTo>
                    <a:cubicBezTo>
                      <a:pt x="178" y="1797"/>
                      <a:pt x="220" y="1986"/>
                      <a:pt x="344" y="1986"/>
                    </a:cubicBezTo>
                    <a:cubicBezTo>
                      <a:pt x="349" y="1986"/>
                      <a:pt x="354" y="1986"/>
                      <a:pt x="359" y="1985"/>
                    </a:cubicBezTo>
                    <a:cubicBezTo>
                      <a:pt x="408" y="1969"/>
                      <a:pt x="457" y="1936"/>
                      <a:pt x="479" y="1882"/>
                    </a:cubicBezTo>
                    <a:cubicBezTo>
                      <a:pt x="490" y="1855"/>
                      <a:pt x="506" y="1827"/>
                      <a:pt x="522" y="1806"/>
                    </a:cubicBezTo>
                    <a:cubicBezTo>
                      <a:pt x="539" y="1779"/>
                      <a:pt x="560" y="1757"/>
                      <a:pt x="577" y="1735"/>
                    </a:cubicBezTo>
                    <a:cubicBezTo>
                      <a:pt x="609" y="1675"/>
                      <a:pt x="636" y="1610"/>
                      <a:pt x="642" y="1539"/>
                    </a:cubicBezTo>
                    <a:cubicBezTo>
                      <a:pt x="658" y="1474"/>
                      <a:pt x="674" y="1404"/>
                      <a:pt x="685" y="1338"/>
                    </a:cubicBezTo>
                    <a:cubicBezTo>
                      <a:pt x="696" y="1246"/>
                      <a:pt x="712" y="1159"/>
                      <a:pt x="718" y="1072"/>
                    </a:cubicBezTo>
                    <a:cubicBezTo>
                      <a:pt x="723" y="980"/>
                      <a:pt x="702" y="914"/>
                      <a:pt x="696" y="833"/>
                    </a:cubicBezTo>
                    <a:lnTo>
                      <a:pt x="696" y="827"/>
                    </a:lnTo>
                    <a:cubicBezTo>
                      <a:pt x="696" y="729"/>
                      <a:pt x="669" y="637"/>
                      <a:pt x="669" y="545"/>
                    </a:cubicBezTo>
                    <a:cubicBezTo>
                      <a:pt x="664" y="452"/>
                      <a:pt x="647" y="365"/>
                      <a:pt x="620" y="284"/>
                    </a:cubicBezTo>
                    <a:cubicBezTo>
                      <a:pt x="598" y="197"/>
                      <a:pt x="549" y="28"/>
                      <a:pt x="446" y="1"/>
                    </a:cubicBezTo>
                    <a:cubicBezTo>
                      <a:pt x="443" y="1"/>
                      <a:pt x="440" y="0"/>
                      <a:pt x="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0"/>
              <p:cNvSpPr/>
              <p:nvPr/>
            </p:nvSpPr>
            <p:spPr>
              <a:xfrm>
                <a:off x="5129925" y="3326425"/>
                <a:ext cx="5825" cy="7900"/>
              </a:xfrm>
              <a:custGeom>
                <a:rect b="b" l="l" r="r" t="t"/>
                <a:pathLst>
                  <a:path extrusionOk="0" h="316" w="233">
                    <a:moveTo>
                      <a:pt x="178" y="1"/>
                    </a:moveTo>
                    <a:cubicBezTo>
                      <a:pt x="169" y="1"/>
                      <a:pt x="161" y="4"/>
                      <a:pt x="152" y="11"/>
                    </a:cubicBezTo>
                    <a:lnTo>
                      <a:pt x="152" y="16"/>
                    </a:lnTo>
                    <a:cubicBezTo>
                      <a:pt x="125" y="49"/>
                      <a:pt x="98" y="87"/>
                      <a:pt x="82" y="125"/>
                    </a:cubicBezTo>
                    <a:cubicBezTo>
                      <a:pt x="65" y="147"/>
                      <a:pt x="55" y="163"/>
                      <a:pt x="38" y="185"/>
                    </a:cubicBezTo>
                    <a:cubicBezTo>
                      <a:pt x="17" y="201"/>
                      <a:pt x="6" y="228"/>
                      <a:pt x="0" y="256"/>
                    </a:cubicBezTo>
                    <a:cubicBezTo>
                      <a:pt x="0" y="288"/>
                      <a:pt x="27" y="315"/>
                      <a:pt x="60" y="315"/>
                    </a:cubicBezTo>
                    <a:cubicBezTo>
                      <a:pt x="62" y="316"/>
                      <a:pt x="65" y="316"/>
                      <a:pt x="67" y="316"/>
                    </a:cubicBezTo>
                    <a:cubicBezTo>
                      <a:pt x="101" y="316"/>
                      <a:pt x="125" y="281"/>
                      <a:pt x="114" y="250"/>
                    </a:cubicBezTo>
                    <a:cubicBezTo>
                      <a:pt x="114" y="245"/>
                      <a:pt x="109" y="245"/>
                      <a:pt x="109" y="245"/>
                    </a:cubicBezTo>
                    <a:cubicBezTo>
                      <a:pt x="136" y="179"/>
                      <a:pt x="169" y="125"/>
                      <a:pt x="207" y="65"/>
                    </a:cubicBezTo>
                    <a:cubicBezTo>
                      <a:pt x="232" y="40"/>
                      <a:pt x="208"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0"/>
              <p:cNvSpPr/>
              <p:nvPr/>
            </p:nvSpPr>
            <p:spPr>
              <a:xfrm>
                <a:off x="5129375" y="3330200"/>
                <a:ext cx="8050" cy="8550"/>
              </a:xfrm>
              <a:custGeom>
                <a:rect b="b" l="l" r="r" t="t"/>
                <a:pathLst>
                  <a:path extrusionOk="0" h="342" w="322">
                    <a:moveTo>
                      <a:pt x="271" y="1"/>
                    </a:moveTo>
                    <a:cubicBezTo>
                      <a:pt x="262" y="1"/>
                      <a:pt x="253" y="4"/>
                      <a:pt x="245" y="12"/>
                    </a:cubicBezTo>
                    <a:lnTo>
                      <a:pt x="251" y="12"/>
                    </a:lnTo>
                    <a:cubicBezTo>
                      <a:pt x="212" y="56"/>
                      <a:pt x="0" y="284"/>
                      <a:pt x="115" y="338"/>
                    </a:cubicBezTo>
                    <a:cubicBezTo>
                      <a:pt x="120" y="341"/>
                      <a:pt x="124" y="342"/>
                      <a:pt x="129" y="342"/>
                    </a:cubicBezTo>
                    <a:cubicBezTo>
                      <a:pt x="167" y="342"/>
                      <a:pt x="181" y="265"/>
                      <a:pt x="191" y="240"/>
                    </a:cubicBezTo>
                    <a:cubicBezTo>
                      <a:pt x="223" y="175"/>
                      <a:pt x="272" y="121"/>
                      <a:pt x="305" y="61"/>
                    </a:cubicBezTo>
                    <a:cubicBezTo>
                      <a:pt x="321" y="32"/>
                      <a:pt x="298"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0"/>
              <p:cNvSpPr/>
              <p:nvPr/>
            </p:nvSpPr>
            <p:spPr>
              <a:xfrm>
                <a:off x="5133050" y="3337325"/>
                <a:ext cx="3275" cy="5875"/>
              </a:xfrm>
              <a:custGeom>
                <a:rect b="b" l="l" r="r" t="t"/>
                <a:pathLst>
                  <a:path extrusionOk="0" h="235" w="131">
                    <a:moveTo>
                      <a:pt x="91" y="0"/>
                    </a:moveTo>
                    <a:cubicBezTo>
                      <a:pt x="85" y="0"/>
                      <a:pt x="77" y="3"/>
                      <a:pt x="71" y="10"/>
                    </a:cubicBezTo>
                    <a:cubicBezTo>
                      <a:pt x="44" y="37"/>
                      <a:pt x="27" y="70"/>
                      <a:pt x="17" y="108"/>
                    </a:cubicBezTo>
                    <a:cubicBezTo>
                      <a:pt x="17" y="124"/>
                      <a:pt x="17" y="146"/>
                      <a:pt x="11" y="162"/>
                    </a:cubicBezTo>
                    <a:cubicBezTo>
                      <a:pt x="6" y="178"/>
                      <a:pt x="0" y="195"/>
                      <a:pt x="0" y="216"/>
                    </a:cubicBezTo>
                    <a:cubicBezTo>
                      <a:pt x="0" y="225"/>
                      <a:pt x="11" y="234"/>
                      <a:pt x="21" y="234"/>
                    </a:cubicBezTo>
                    <a:cubicBezTo>
                      <a:pt x="23" y="234"/>
                      <a:pt x="25" y="234"/>
                      <a:pt x="27" y="233"/>
                    </a:cubicBezTo>
                    <a:cubicBezTo>
                      <a:pt x="87" y="195"/>
                      <a:pt x="71" y="102"/>
                      <a:pt x="114" y="53"/>
                    </a:cubicBezTo>
                    <a:cubicBezTo>
                      <a:pt x="131" y="28"/>
                      <a:pt x="113" y="0"/>
                      <a:pt x="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0"/>
              <p:cNvSpPr/>
              <p:nvPr/>
            </p:nvSpPr>
            <p:spPr>
              <a:xfrm>
                <a:off x="5134000" y="3369800"/>
                <a:ext cx="2875" cy="8300"/>
              </a:xfrm>
              <a:custGeom>
                <a:rect b="b" l="l" r="r" t="t"/>
                <a:pathLst>
                  <a:path extrusionOk="0" h="332" w="115">
                    <a:moveTo>
                      <a:pt x="71" y="0"/>
                    </a:moveTo>
                    <a:cubicBezTo>
                      <a:pt x="52" y="0"/>
                      <a:pt x="33" y="13"/>
                      <a:pt x="33" y="37"/>
                    </a:cubicBezTo>
                    <a:cubicBezTo>
                      <a:pt x="33" y="81"/>
                      <a:pt x="17" y="124"/>
                      <a:pt x="17" y="168"/>
                    </a:cubicBezTo>
                    <a:cubicBezTo>
                      <a:pt x="11" y="211"/>
                      <a:pt x="17" y="238"/>
                      <a:pt x="17" y="276"/>
                    </a:cubicBezTo>
                    <a:cubicBezTo>
                      <a:pt x="0" y="293"/>
                      <a:pt x="11" y="320"/>
                      <a:pt x="27" y="325"/>
                    </a:cubicBezTo>
                    <a:lnTo>
                      <a:pt x="44" y="331"/>
                    </a:lnTo>
                    <a:cubicBezTo>
                      <a:pt x="47" y="331"/>
                      <a:pt x="50" y="332"/>
                      <a:pt x="52" y="332"/>
                    </a:cubicBezTo>
                    <a:cubicBezTo>
                      <a:pt x="70" y="332"/>
                      <a:pt x="83" y="318"/>
                      <a:pt x="93" y="303"/>
                    </a:cubicBezTo>
                    <a:cubicBezTo>
                      <a:pt x="104" y="260"/>
                      <a:pt x="104" y="216"/>
                      <a:pt x="98" y="173"/>
                    </a:cubicBezTo>
                    <a:cubicBezTo>
                      <a:pt x="98" y="130"/>
                      <a:pt x="109" y="81"/>
                      <a:pt x="114" y="37"/>
                    </a:cubicBezTo>
                    <a:lnTo>
                      <a:pt x="109" y="37"/>
                    </a:lnTo>
                    <a:cubicBezTo>
                      <a:pt x="109" y="13"/>
                      <a:pt x="90"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0"/>
              <p:cNvSpPr/>
              <p:nvPr/>
            </p:nvSpPr>
            <p:spPr>
              <a:xfrm>
                <a:off x="5129500" y="3374400"/>
                <a:ext cx="3300" cy="5750"/>
              </a:xfrm>
              <a:custGeom>
                <a:rect b="b" l="l" r="r" t="t"/>
                <a:pathLst>
                  <a:path extrusionOk="0" h="230" w="132">
                    <a:moveTo>
                      <a:pt x="84" y="1"/>
                    </a:moveTo>
                    <a:cubicBezTo>
                      <a:pt x="72" y="1"/>
                      <a:pt x="61" y="7"/>
                      <a:pt x="55" y="22"/>
                    </a:cubicBezTo>
                    <a:cubicBezTo>
                      <a:pt x="44" y="49"/>
                      <a:pt x="39" y="81"/>
                      <a:pt x="34" y="119"/>
                    </a:cubicBezTo>
                    <a:cubicBezTo>
                      <a:pt x="23" y="152"/>
                      <a:pt x="1" y="168"/>
                      <a:pt x="12" y="206"/>
                    </a:cubicBezTo>
                    <a:cubicBezTo>
                      <a:pt x="18" y="221"/>
                      <a:pt x="32" y="230"/>
                      <a:pt x="47" y="230"/>
                    </a:cubicBezTo>
                    <a:cubicBezTo>
                      <a:pt x="60" y="230"/>
                      <a:pt x="73" y="224"/>
                      <a:pt x="82" y="212"/>
                    </a:cubicBezTo>
                    <a:cubicBezTo>
                      <a:pt x="93" y="190"/>
                      <a:pt x="104" y="163"/>
                      <a:pt x="110" y="141"/>
                    </a:cubicBezTo>
                    <a:cubicBezTo>
                      <a:pt x="110" y="109"/>
                      <a:pt x="115" y="76"/>
                      <a:pt x="120" y="49"/>
                    </a:cubicBezTo>
                    <a:cubicBezTo>
                      <a:pt x="131" y="24"/>
                      <a:pt x="106"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0"/>
              <p:cNvSpPr/>
              <p:nvPr/>
            </p:nvSpPr>
            <p:spPr>
              <a:xfrm>
                <a:off x="5125700" y="3376700"/>
                <a:ext cx="4050" cy="6600"/>
              </a:xfrm>
              <a:custGeom>
                <a:rect b="b" l="l" r="r" t="t"/>
                <a:pathLst>
                  <a:path extrusionOk="0" h="264" w="162">
                    <a:moveTo>
                      <a:pt x="109" y="0"/>
                    </a:moveTo>
                    <a:cubicBezTo>
                      <a:pt x="100" y="0"/>
                      <a:pt x="91" y="4"/>
                      <a:pt x="82" y="11"/>
                    </a:cubicBezTo>
                    <a:cubicBezTo>
                      <a:pt x="22" y="71"/>
                      <a:pt x="1" y="158"/>
                      <a:pt x="17" y="239"/>
                    </a:cubicBezTo>
                    <a:cubicBezTo>
                      <a:pt x="25" y="256"/>
                      <a:pt x="40" y="264"/>
                      <a:pt x="54" y="264"/>
                    </a:cubicBezTo>
                    <a:cubicBezTo>
                      <a:pt x="69" y="264"/>
                      <a:pt x="82" y="256"/>
                      <a:pt x="88" y="239"/>
                    </a:cubicBezTo>
                    <a:cubicBezTo>
                      <a:pt x="88" y="180"/>
                      <a:pt x="104" y="120"/>
                      <a:pt x="137" y="66"/>
                    </a:cubicBezTo>
                    <a:cubicBezTo>
                      <a:pt x="162" y="36"/>
                      <a:pt x="138" y="0"/>
                      <a:pt x="1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20"/>
              <p:cNvSpPr/>
              <p:nvPr/>
            </p:nvSpPr>
            <p:spPr>
              <a:xfrm>
                <a:off x="5188900" y="3366875"/>
                <a:ext cx="2900" cy="7775"/>
              </a:xfrm>
              <a:custGeom>
                <a:rect b="b" l="l" r="r" t="t"/>
                <a:pathLst>
                  <a:path extrusionOk="0" h="311" w="116">
                    <a:moveTo>
                      <a:pt x="60" y="1"/>
                    </a:moveTo>
                    <a:cubicBezTo>
                      <a:pt x="43" y="1"/>
                      <a:pt x="26" y="11"/>
                      <a:pt x="22" y="35"/>
                    </a:cubicBezTo>
                    <a:cubicBezTo>
                      <a:pt x="6" y="89"/>
                      <a:pt x="0" y="149"/>
                      <a:pt x="0" y="208"/>
                    </a:cubicBezTo>
                    <a:cubicBezTo>
                      <a:pt x="0" y="244"/>
                      <a:pt x="26" y="310"/>
                      <a:pt x="66" y="310"/>
                    </a:cubicBezTo>
                    <a:cubicBezTo>
                      <a:pt x="75" y="310"/>
                      <a:pt x="83" y="307"/>
                      <a:pt x="93" y="301"/>
                    </a:cubicBezTo>
                    <a:cubicBezTo>
                      <a:pt x="104" y="295"/>
                      <a:pt x="109" y="285"/>
                      <a:pt x="104" y="274"/>
                    </a:cubicBezTo>
                    <a:cubicBezTo>
                      <a:pt x="82" y="203"/>
                      <a:pt x="82" y="127"/>
                      <a:pt x="109" y="56"/>
                    </a:cubicBezTo>
                    <a:cubicBezTo>
                      <a:pt x="116" y="24"/>
                      <a:pt x="87"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20"/>
              <p:cNvSpPr/>
              <p:nvPr/>
            </p:nvSpPr>
            <p:spPr>
              <a:xfrm>
                <a:off x="5192525" y="3370725"/>
                <a:ext cx="2650" cy="5625"/>
              </a:xfrm>
              <a:custGeom>
                <a:rect b="b" l="l" r="r" t="t"/>
                <a:pathLst>
                  <a:path extrusionOk="0" h="225" w="106">
                    <a:moveTo>
                      <a:pt x="50" y="0"/>
                    </a:moveTo>
                    <a:cubicBezTo>
                      <a:pt x="23" y="0"/>
                      <a:pt x="0" y="37"/>
                      <a:pt x="18" y="60"/>
                    </a:cubicBezTo>
                    <a:cubicBezTo>
                      <a:pt x="18" y="82"/>
                      <a:pt x="13" y="98"/>
                      <a:pt x="13" y="120"/>
                    </a:cubicBezTo>
                    <a:cubicBezTo>
                      <a:pt x="13" y="147"/>
                      <a:pt x="13" y="169"/>
                      <a:pt x="8" y="196"/>
                    </a:cubicBezTo>
                    <a:cubicBezTo>
                      <a:pt x="3" y="214"/>
                      <a:pt x="17" y="224"/>
                      <a:pt x="31" y="224"/>
                    </a:cubicBezTo>
                    <a:cubicBezTo>
                      <a:pt x="34" y="224"/>
                      <a:pt x="37" y="224"/>
                      <a:pt x="40" y="223"/>
                    </a:cubicBezTo>
                    <a:cubicBezTo>
                      <a:pt x="105" y="190"/>
                      <a:pt x="89" y="109"/>
                      <a:pt x="95" y="54"/>
                    </a:cubicBezTo>
                    <a:cubicBezTo>
                      <a:pt x="100" y="38"/>
                      <a:pt x="95" y="22"/>
                      <a:pt x="78" y="11"/>
                    </a:cubicBezTo>
                    <a:lnTo>
                      <a:pt x="67" y="6"/>
                    </a:lnTo>
                    <a:cubicBezTo>
                      <a:pt x="62" y="2"/>
                      <a:pt x="56"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0"/>
              <p:cNvSpPr/>
              <p:nvPr/>
            </p:nvSpPr>
            <p:spPr>
              <a:xfrm>
                <a:off x="5177625" y="3319200"/>
                <a:ext cx="10075" cy="19825"/>
              </a:xfrm>
              <a:custGeom>
                <a:rect b="b" l="l" r="r" t="t"/>
                <a:pathLst>
                  <a:path extrusionOk="0" h="793" w="403">
                    <a:moveTo>
                      <a:pt x="115" y="0"/>
                    </a:moveTo>
                    <a:cubicBezTo>
                      <a:pt x="73" y="0"/>
                      <a:pt x="54" y="31"/>
                      <a:pt x="44" y="72"/>
                    </a:cubicBezTo>
                    <a:cubicBezTo>
                      <a:pt x="0" y="235"/>
                      <a:pt x="0" y="409"/>
                      <a:pt x="44" y="572"/>
                    </a:cubicBezTo>
                    <a:cubicBezTo>
                      <a:pt x="59" y="647"/>
                      <a:pt x="92" y="792"/>
                      <a:pt x="188" y="792"/>
                    </a:cubicBezTo>
                    <a:cubicBezTo>
                      <a:pt x="195" y="792"/>
                      <a:pt x="204" y="791"/>
                      <a:pt x="212" y="789"/>
                    </a:cubicBezTo>
                    <a:cubicBezTo>
                      <a:pt x="392" y="751"/>
                      <a:pt x="402" y="479"/>
                      <a:pt x="359" y="349"/>
                    </a:cubicBezTo>
                    <a:cubicBezTo>
                      <a:pt x="359" y="341"/>
                      <a:pt x="354" y="337"/>
                      <a:pt x="349" y="337"/>
                    </a:cubicBezTo>
                    <a:cubicBezTo>
                      <a:pt x="344" y="337"/>
                      <a:pt x="340" y="341"/>
                      <a:pt x="343" y="349"/>
                    </a:cubicBezTo>
                    <a:cubicBezTo>
                      <a:pt x="343" y="414"/>
                      <a:pt x="343" y="479"/>
                      <a:pt x="332" y="545"/>
                    </a:cubicBezTo>
                    <a:cubicBezTo>
                      <a:pt x="321" y="607"/>
                      <a:pt x="281" y="741"/>
                      <a:pt x="200" y="741"/>
                    </a:cubicBezTo>
                    <a:cubicBezTo>
                      <a:pt x="197" y="741"/>
                      <a:pt x="194" y="741"/>
                      <a:pt x="190" y="740"/>
                    </a:cubicBezTo>
                    <a:cubicBezTo>
                      <a:pt x="109" y="729"/>
                      <a:pt x="98" y="583"/>
                      <a:pt x="87" y="528"/>
                    </a:cubicBezTo>
                    <a:cubicBezTo>
                      <a:pt x="55" y="414"/>
                      <a:pt x="49" y="300"/>
                      <a:pt x="60" y="180"/>
                    </a:cubicBezTo>
                    <a:cubicBezTo>
                      <a:pt x="65" y="159"/>
                      <a:pt x="71" y="137"/>
                      <a:pt x="76" y="115"/>
                    </a:cubicBezTo>
                    <a:cubicBezTo>
                      <a:pt x="82" y="72"/>
                      <a:pt x="71" y="77"/>
                      <a:pt x="120" y="66"/>
                    </a:cubicBezTo>
                    <a:cubicBezTo>
                      <a:pt x="127" y="64"/>
                      <a:pt x="134" y="64"/>
                      <a:pt x="140" y="64"/>
                    </a:cubicBezTo>
                    <a:cubicBezTo>
                      <a:pt x="190" y="64"/>
                      <a:pt x="188" y="120"/>
                      <a:pt x="218" y="159"/>
                    </a:cubicBezTo>
                    <a:cubicBezTo>
                      <a:pt x="224" y="168"/>
                      <a:pt x="232" y="172"/>
                      <a:pt x="240" y="172"/>
                    </a:cubicBezTo>
                    <a:cubicBezTo>
                      <a:pt x="259" y="172"/>
                      <a:pt x="276" y="149"/>
                      <a:pt x="261" y="126"/>
                    </a:cubicBezTo>
                    <a:cubicBezTo>
                      <a:pt x="234" y="99"/>
                      <a:pt x="234" y="77"/>
                      <a:pt x="212" y="55"/>
                    </a:cubicBezTo>
                    <a:cubicBezTo>
                      <a:pt x="185" y="28"/>
                      <a:pt x="158" y="12"/>
                      <a:pt x="125" y="1"/>
                    </a:cubicBezTo>
                    <a:cubicBezTo>
                      <a:pt x="122" y="1"/>
                      <a:pt x="118"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0"/>
              <p:cNvSpPr/>
              <p:nvPr/>
            </p:nvSpPr>
            <p:spPr>
              <a:xfrm>
                <a:off x="5178125" y="3346150"/>
                <a:ext cx="7400" cy="8825"/>
              </a:xfrm>
              <a:custGeom>
                <a:rect b="b" l="l" r="r" t="t"/>
                <a:pathLst>
                  <a:path extrusionOk="0" h="353" w="296">
                    <a:moveTo>
                      <a:pt x="219" y="0"/>
                    </a:moveTo>
                    <a:cubicBezTo>
                      <a:pt x="214" y="0"/>
                      <a:pt x="210" y="8"/>
                      <a:pt x="214" y="16"/>
                    </a:cubicBezTo>
                    <a:cubicBezTo>
                      <a:pt x="236" y="64"/>
                      <a:pt x="241" y="119"/>
                      <a:pt x="225" y="173"/>
                    </a:cubicBezTo>
                    <a:cubicBezTo>
                      <a:pt x="220" y="200"/>
                      <a:pt x="186" y="283"/>
                      <a:pt x="150" y="283"/>
                    </a:cubicBezTo>
                    <a:cubicBezTo>
                      <a:pt x="142" y="283"/>
                      <a:pt x="134" y="279"/>
                      <a:pt x="127" y="271"/>
                    </a:cubicBezTo>
                    <a:cubicBezTo>
                      <a:pt x="83" y="228"/>
                      <a:pt x="89" y="130"/>
                      <a:pt x="62" y="70"/>
                    </a:cubicBezTo>
                    <a:cubicBezTo>
                      <a:pt x="56" y="60"/>
                      <a:pt x="46" y="56"/>
                      <a:pt x="36" y="56"/>
                    </a:cubicBezTo>
                    <a:cubicBezTo>
                      <a:pt x="18" y="56"/>
                      <a:pt x="0" y="70"/>
                      <a:pt x="7" y="92"/>
                    </a:cubicBezTo>
                    <a:cubicBezTo>
                      <a:pt x="34" y="160"/>
                      <a:pt x="35" y="353"/>
                      <a:pt x="145" y="353"/>
                    </a:cubicBezTo>
                    <a:cubicBezTo>
                      <a:pt x="148" y="353"/>
                      <a:pt x="151" y="353"/>
                      <a:pt x="154" y="353"/>
                    </a:cubicBezTo>
                    <a:cubicBezTo>
                      <a:pt x="230" y="347"/>
                      <a:pt x="274" y="260"/>
                      <a:pt x="290" y="189"/>
                    </a:cubicBezTo>
                    <a:cubicBezTo>
                      <a:pt x="295" y="124"/>
                      <a:pt x="274" y="54"/>
                      <a:pt x="230" y="5"/>
                    </a:cubicBezTo>
                    <a:lnTo>
                      <a:pt x="225" y="5"/>
                    </a:lnTo>
                    <a:cubicBezTo>
                      <a:pt x="223" y="1"/>
                      <a:pt x="221" y="0"/>
                      <a:pt x="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20"/>
              <p:cNvSpPr/>
              <p:nvPr/>
            </p:nvSpPr>
            <p:spPr>
              <a:xfrm>
                <a:off x="5167175" y="3289525"/>
                <a:ext cx="9100" cy="6475"/>
              </a:xfrm>
              <a:custGeom>
                <a:rect b="b" l="l" r="r" t="t"/>
                <a:pathLst>
                  <a:path extrusionOk="0" h="259" w="364">
                    <a:moveTo>
                      <a:pt x="187" y="1"/>
                    </a:moveTo>
                    <a:cubicBezTo>
                      <a:pt x="109" y="1"/>
                      <a:pt x="0" y="38"/>
                      <a:pt x="43" y="133"/>
                    </a:cubicBezTo>
                    <a:cubicBezTo>
                      <a:pt x="70" y="193"/>
                      <a:pt x="119" y="237"/>
                      <a:pt x="179" y="248"/>
                    </a:cubicBezTo>
                    <a:cubicBezTo>
                      <a:pt x="203" y="254"/>
                      <a:pt x="230" y="258"/>
                      <a:pt x="255" y="258"/>
                    </a:cubicBezTo>
                    <a:cubicBezTo>
                      <a:pt x="298" y="258"/>
                      <a:pt x="338" y="245"/>
                      <a:pt x="358" y="204"/>
                    </a:cubicBezTo>
                    <a:cubicBezTo>
                      <a:pt x="363" y="195"/>
                      <a:pt x="356" y="181"/>
                      <a:pt x="346" y="181"/>
                    </a:cubicBezTo>
                    <a:cubicBezTo>
                      <a:pt x="345" y="181"/>
                      <a:pt x="344" y="182"/>
                      <a:pt x="342" y="182"/>
                    </a:cubicBezTo>
                    <a:lnTo>
                      <a:pt x="337" y="182"/>
                    </a:lnTo>
                    <a:cubicBezTo>
                      <a:pt x="305" y="204"/>
                      <a:pt x="271" y="214"/>
                      <a:pt x="236" y="214"/>
                    </a:cubicBezTo>
                    <a:cubicBezTo>
                      <a:pt x="175" y="214"/>
                      <a:pt x="116" y="182"/>
                      <a:pt x="81" y="123"/>
                    </a:cubicBezTo>
                    <a:cubicBezTo>
                      <a:pt x="43" y="41"/>
                      <a:pt x="163" y="25"/>
                      <a:pt x="217" y="19"/>
                    </a:cubicBezTo>
                    <a:cubicBezTo>
                      <a:pt x="222" y="19"/>
                      <a:pt x="222" y="8"/>
                      <a:pt x="217" y="3"/>
                    </a:cubicBezTo>
                    <a:cubicBezTo>
                      <a:pt x="208" y="2"/>
                      <a:pt x="198"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120"/>
            <p:cNvGrpSpPr/>
            <p:nvPr/>
          </p:nvGrpSpPr>
          <p:grpSpPr>
            <a:xfrm>
              <a:off x="8162221" y="2125444"/>
              <a:ext cx="274326" cy="250458"/>
              <a:chOff x="5373300" y="3205025"/>
              <a:chExt cx="212425" cy="195900"/>
            </a:xfrm>
          </p:grpSpPr>
          <p:sp>
            <p:nvSpPr>
              <p:cNvPr id="5144" name="Google Shape;5144;p120"/>
              <p:cNvSpPr/>
              <p:nvPr/>
            </p:nvSpPr>
            <p:spPr>
              <a:xfrm>
                <a:off x="5373300" y="3205025"/>
                <a:ext cx="212425" cy="195900"/>
              </a:xfrm>
              <a:custGeom>
                <a:rect b="b" l="l" r="r" t="t"/>
                <a:pathLst>
                  <a:path extrusionOk="0" h="7836" w="8497">
                    <a:moveTo>
                      <a:pt x="8285" y="91"/>
                    </a:moveTo>
                    <a:cubicBezTo>
                      <a:pt x="8375" y="91"/>
                      <a:pt x="8398" y="252"/>
                      <a:pt x="8383" y="323"/>
                    </a:cubicBezTo>
                    <a:cubicBezTo>
                      <a:pt x="8372" y="377"/>
                      <a:pt x="8339" y="420"/>
                      <a:pt x="8328" y="469"/>
                    </a:cubicBezTo>
                    <a:cubicBezTo>
                      <a:pt x="8317" y="518"/>
                      <a:pt x="8307" y="567"/>
                      <a:pt x="8285" y="616"/>
                    </a:cubicBezTo>
                    <a:cubicBezTo>
                      <a:pt x="8231" y="714"/>
                      <a:pt x="8154" y="801"/>
                      <a:pt x="8067" y="866"/>
                    </a:cubicBezTo>
                    <a:cubicBezTo>
                      <a:pt x="8029" y="893"/>
                      <a:pt x="7997" y="926"/>
                      <a:pt x="7953" y="948"/>
                    </a:cubicBezTo>
                    <a:cubicBezTo>
                      <a:pt x="7915" y="975"/>
                      <a:pt x="7888" y="975"/>
                      <a:pt x="7850" y="1002"/>
                    </a:cubicBezTo>
                    <a:lnTo>
                      <a:pt x="7845" y="997"/>
                    </a:lnTo>
                    <a:cubicBezTo>
                      <a:pt x="7888" y="964"/>
                      <a:pt x="7932" y="926"/>
                      <a:pt x="7959" y="882"/>
                    </a:cubicBezTo>
                    <a:cubicBezTo>
                      <a:pt x="8002" y="806"/>
                      <a:pt x="8035" y="725"/>
                      <a:pt x="8046" y="643"/>
                    </a:cubicBezTo>
                    <a:cubicBezTo>
                      <a:pt x="8067" y="529"/>
                      <a:pt x="8046" y="415"/>
                      <a:pt x="8084" y="301"/>
                    </a:cubicBezTo>
                    <a:cubicBezTo>
                      <a:pt x="8105" y="225"/>
                      <a:pt x="8176" y="116"/>
                      <a:pt x="8263" y="94"/>
                    </a:cubicBezTo>
                    <a:cubicBezTo>
                      <a:pt x="8271" y="92"/>
                      <a:pt x="8278" y="91"/>
                      <a:pt x="8285" y="91"/>
                    </a:cubicBezTo>
                    <a:close/>
                    <a:moveTo>
                      <a:pt x="7654" y="1046"/>
                    </a:moveTo>
                    <a:cubicBezTo>
                      <a:pt x="7692" y="1046"/>
                      <a:pt x="7747" y="1105"/>
                      <a:pt x="7774" y="1133"/>
                    </a:cubicBezTo>
                    <a:cubicBezTo>
                      <a:pt x="7839" y="1203"/>
                      <a:pt x="7899" y="1285"/>
                      <a:pt x="7942" y="1372"/>
                    </a:cubicBezTo>
                    <a:lnTo>
                      <a:pt x="7942" y="1383"/>
                    </a:lnTo>
                    <a:cubicBezTo>
                      <a:pt x="7877" y="1431"/>
                      <a:pt x="7807" y="1480"/>
                      <a:pt x="7736" y="1529"/>
                    </a:cubicBezTo>
                    <a:cubicBezTo>
                      <a:pt x="7649" y="1600"/>
                      <a:pt x="7551" y="1671"/>
                      <a:pt x="7459" y="1730"/>
                    </a:cubicBezTo>
                    <a:cubicBezTo>
                      <a:pt x="7306" y="1828"/>
                      <a:pt x="7138" y="1948"/>
                      <a:pt x="7073" y="2127"/>
                    </a:cubicBezTo>
                    <a:cubicBezTo>
                      <a:pt x="7040" y="2231"/>
                      <a:pt x="7067" y="2301"/>
                      <a:pt x="7084" y="2399"/>
                    </a:cubicBezTo>
                    <a:cubicBezTo>
                      <a:pt x="7094" y="2448"/>
                      <a:pt x="7084" y="2497"/>
                      <a:pt x="7094" y="2551"/>
                    </a:cubicBezTo>
                    <a:cubicBezTo>
                      <a:pt x="7105" y="2584"/>
                      <a:pt x="7105" y="2616"/>
                      <a:pt x="7094" y="2649"/>
                    </a:cubicBezTo>
                    <a:cubicBezTo>
                      <a:pt x="7073" y="2687"/>
                      <a:pt x="7051" y="2725"/>
                      <a:pt x="7024" y="2758"/>
                    </a:cubicBezTo>
                    <a:cubicBezTo>
                      <a:pt x="7002" y="2807"/>
                      <a:pt x="6975" y="2856"/>
                      <a:pt x="6937" y="2894"/>
                    </a:cubicBezTo>
                    <a:cubicBezTo>
                      <a:pt x="6899" y="2921"/>
                      <a:pt x="6855" y="2937"/>
                      <a:pt x="6823" y="2970"/>
                    </a:cubicBezTo>
                    <a:cubicBezTo>
                      <a:pt x="6812" y="2981"/>
                      <a:pt x="6806" y="2992"/>
                      <a:pt x="6801" y="3002"/>
                    </a:cubicBezTo>
                    <a:cubicBezTo>
                      <a:pt x="6785" y="2981"/>
                      <a:pt x="6768" y="2964"/>
                      <a:pt x="6752" y="2948"/>
                    </a:cubicBezTo>
                    <a:cubicBezTo>
                      <a:pt x="6551" y="2709"/>
                      <a:pt x="6361" y="2459"/>
                      <a:pt x="6192" y="2198"/>
                    </a:cubicBezTo>
                    <a:cubicBezTo>
                      <a:pt x="6111" y="2067"/>
                      <a:pt x="6024" y="1937"/>
                      <a:pt x="5920" y="1823"/>
                    </a:cubicBezTo>
                    <a:cubicBezTo>
                      <a:pt x="5909" y="1807"/>
                      <a:pt x="5904" y="1796"/>
                      <a:pt x="5899" y="1779"/>
                    </a:cubicBezTo>
                    <a:cubicBezTo>
                      <a:pt x="6034" y="1721"/>
                      <a:pt x="6158" y="1606"/>
                      <a:pt x="6311" y="1606"/>
                    </a:cubicBezTo>
                    <a:cubicBezTo>
                      <a:pt x="6343" y="1606"/>
                      <a:pt x="6375" y="1611"/>
                      <a:pt x="6410" y="1622"/>
                    </a:cubicBezTo>
                    <a:cubicBezTo>
                      <a:pt x="6506" y="1655"/>
                      <a:pt x="6589" y="1706"/>
                      <a:pt x="6686" y="1706"/>
                    </a:cubicBezTo>
                    <a:cubicBezTo>
                      <a:pt x="6699" y="1706"/>
                      <a:pt x="6712" y="1705"/>
                      <a:pt x="6725" y="1703"/>
                    </a:cubicBezTo>
                    <a:cubicBezTo>
                      <a:pt x="6828" y="1676"/>
                      <a:pt x="6920" y="1633"/>
                      <a:pt x="7002" y="1573"/>
                    </a:cubicBezTo>
                    <a:cubicBezTo>
                      <a:pt x="7051" y="1540"/>
                      <a:pt x="7100" y="1502"/>
                      <a:pt x="7143" y="1475"/>
                    </a:cubicBezTo>
                    <a:cubicBezTo>
                      <a:pt x="7198" y="1448"/>
                      <a:pt x="7247" y="1410"/>
                      <a:pt x="7296" y="1372"/>
                    </a:cubicBezTo>
                    <a:cubicBezTo>
                      <a:pt x="7372" y="1296"/>
                      <a:pt x="7459" y="1225"/>
                      <a:pt x="7540" y="1143"/>
                    </a:cubicBezTo>
                    <a:cubicBezTo>
                      <a:pt x="7562" y="1122"/>
                      <a:pt x="7611" y="1046"/>
                      <a:pt x="7654" y="1046"/>
                    </a:cubicBezTo>
                    <a:close/>
                    <a:moveTo>
                      <a:pt x="5283" y="1761"/>
                    </a:moveTo>
                    <a:cubicBezTo>
                      <a:pt x="5358" y="1761"/>
                      <a:pt x="5432" y="1768"/>
                      <a:pt x="5507" y="1785"/>
                    </a:cubicBezTo>
                    <a:cubicBezTo>
                      <a:pt x="5518" y="1787"/>
                      <a:pt x="5530" y="1788"/>
                      <a:pt x="5543" y="1788"/>
                    </a:cubicBezTo>
                    <a:cubicBezTo>
                      <a:pt x="5575" y="1788"/>
                      <a:pt x="5610" y="1783"/>
                      <a:pt x="5643" y="1783"/>
                    </a:cubicBezTo>
                    <a:cubicBezTo>
                      <a:pt x="5670" y="1783"/>
                      <a:pt x="5694" y="1786"/>
                      <a:pt x="5714" y="1796"/>
                    </a:cubicBezTo>
                    <a:cubicBezTo>
                      <a:pt x="5752" y="1812"/>
                      <a:pt x="5757" y="1861"/>
                      <a:pt x="5779" y="1894"/>
                    </a:cubicBezTo>
                    <a:cubicBezTo>
                      <a:pt x="5806" y="1926"/>
                      <a:pt x="5828" y="1948"/>
                      <a:pt x="5850" y="1975"/>
                    </a:cubicBezTo>
                    <a:cubicBezTo>
                      <a:pt x="5904" y="2046"/>
                      <a:pt x="5947" y="2116"/>
                      <a:pt x="5991" y="2198"/>
                    </a:cubicBezTo>
                    <a:cubicBezTo>
                      <a:pt x="6083" y="2356"/>
                      <a:pt x="6192" y="2502"/>
                      <a:pt x="6295" y="2665"/>
                    </a:cubicBezTo>
                    <a:cubicBezTo>
                      <a:pt x="6377" y="2796"/>
                      <a:pt x="6475" y="2915"/>
                      <a:pt x="6583" y="3035"/>
                    </a:cubicBezTo>
                    <a:cubicBezTo>
                      <a:pt x="6632" y="3084"/>
                      <a:pt x="6676" y="3144"/>
                      <a:pt x="6708" y="3204"/>
                    </a:cubicBezTo>
                    <a:cubicBezTo>
                      <a:pt x="6752" y="3291"/>
                      <a:pt x="6730" y="3339"/>
                      <a:pt x="6698" y="3426"/>
                    </a:cubicBezTo>
                    <a:cubicBezTo>
                      <a:pt x="6681" y="3497"/>
                      <a:pt x="6660" y="3568"/>
                      <a:pt x="6627" y="3633"/>
                    </a:cubicBezTo>
                    <a:cubicBezTo>
                      <a:pt x="6589" y="3693"/>
                      <a:pt x="6567" y="3769"/>
                      <a:pt x="6524" y="3829"/>
                    </a:cubicBezTo>
                    <a:cubicBezTo>
                      <a:pt x="6480" y="3872"/>
                      <a:pt x="6431" y="3916"/>
                      <a:pt x="6382" y="3948"/>
                    </a:cubicBezTo>
                    <a:cubicBezTo>
                      <a:pt x="6344" y="3910"/>
                      <a:pt x="6312" y="3872"/>
                      <a:pt x="6290" y="3829"/>
                    </a:cubicBezTo>
                    <a:cubicBezTo>
                      <a:pt x="6252" y="3763"/>
                      <a:pt x="6208" y="3698"/>
                      <a:pt x="6165" y="3633"/>
                    </a:cubicBezTo>
                    <a:cubicBezTo>
                      <a:pt x="6067" y="3508"/>
                      <a:pt x="5958" y="3405"/>
                      <a:pt x="5866" y="3280"/>
                    </a:cubicBezTo>
                    <a:cubicBezTo>
                      <a:pt x="5774" y="3155"/>
                      <a:pt x="5670" y="3024"/>
                      <a:pt x="5589" y="2894"/>
                    </a:cubicBezTo>
                    <a:cubicBezTo>
                      <a:pt x="5502" y="2758"/>
                      <a:pt x="5431" y="2622"/>
                      <a:pt x="5344" y="2486"/>
                    </a:cubicBezTo>
                    <a:cubicBezTo>
                      <a:pt x="5208" y="2279"/>
                      <a:pt x="5072" y="2035"/>
                      <a:pt x="4893" y="1855"/>
                    </a:cubicBezTo>
                    <a:cubicBezTo>
                      <a:pt x="4920" y="1845"/>
                      <a:pt x="4953" y="1828"/>
                      <a:pt x="4985" y="1817"/>
                    </a:cubicBezTo>
                    <a:cubicBezTo>
                      <a:pt x="5056" y="1790"/>
                      <a:pt x="5132" y="1774"/>
                      <a:pt x="5214" y="1763"/>
                    </a:cubicBezTo>
                    <a:cubicBezTo>
                      <a:pt x="5237" y="1762"/>
                      <a:pt x="5260" y="1761"/>
                      <a:pt x="5283" y="1761"/>
                    </a:cubicBezTo>
                    <a:close/>
                    <a:moveTo>
                      <a:pt x="4392" y="1855"/>
                    </a:moveTo>
                    <a:cubicBezTo>
                      <a:pt x="4533" y="1855"/>
                      <a:pt x="4637" y="1882"/>
                      <a:pt x="4741" y="1991"/>
                    </a:cubicBezTo>
                    <a:cubicBezTo>
                      <a:pt x="4844" y="2106"/>
                      <a:pt x="4936" y="2236"/>
                      <a:pt x="5018" y="2372"/>
                    </a:cubicBezTo>
                    <a:cubicBezTo>
                      <a:pt x="5100" y="2497"/>
                      <a:pt x="5186" y="2622"/>
                      <a:pt x="5263" y="2752"/>
                    </a:cubicBezTo>
                    <a:cubicBezTo>
                      <a:pt x="5333" y="2883"/>
                      <a:pt x="5409" y="3013"/>
                      <a:pt x="5496" y="3133"/>
                    </a:cubicBezTo>
                    <a:cubicBezTo>
                      <a:pt x="5594" y="3263"/>
                      <a:pt x="5681" y="3405"/>
                      <a:pt x="5784" y="3524"/>
                    </a:cubicBezTo>
                    <a:cubicBezTo>
                      <a:pt x="5899" y="3644"/>
                      <a:pt x="6002" y="3774"/>
                      <a:pt x="6089" y="3916"/>
                    </a:cubicBezTo>
                    <a:cubicBezTo>
                      <a:pt x="6121" y="3981"/>
                      <a:pt x="6165" y="4035"/>
                      <a:pt x="6214" y="4090"/>
                    </a:cubicBezTo>
                    <a:cubicBezTo>
                      <a:pt x="6219" y="4095"/>
                      <a:pt x="6225" y="4100"/>
                      <a:pt x="6225" y="4106"/>
                    </a:cubicBezTo>
                    <a:cubicBezTo>
                      <a:pt x="6219" y="4117"/>
                      <a:pt x="6219" y="4128"/>
                      <a:pt x="6214" y="4139"/>
                    </a:cubicBezTo>
                    <a:cubicBezTo>
                      <a:pt x="6204" y="4182"/>
                      <a:pt x="6237" y="4234"/>
                      <a:pt x="6283" y="4234"/>
                    </a:cubicBezTo>
                    <a:cubicBezTo>
                      <a:pt x="6288" y="4234"/>
                      <a:pt x="6295" y="4233"/>
                      <a:pt x="6301" y="4231"/>
                    </a:cubicBezTo>
                    <a:lnTo>
                      <a:pt x="6312" y="4225"/>
                    </a:lnTo>
                    <a:cubicBezTo>
                      <a:pt x="6323" y="4242"/>
                      <a:pt x="6333" y="4258"/>
                      <a:pt x="6350" y="4274"/>
                    </a:cubicBezTo>
                    <a:cubicBezTo>
                      <a:pt x="6399" y="4351"/>
                      <a:pt x="6442" y="4410"/>
                      <a:pt x="6410" y="4503"/>
                    </a:cubicBezTo>
                    <a:lnTo>
                      <a:pt x="6410" y="4497"/>
                    </a:lnTo>
                    <a:cubicBezTo>
                      <a:pt x="6388" y="4552"/>
                      <a:pt x="6377" y="4606"/>
                      <a:pt x="6361" y="4660"/>
                    </a:cubicBezTo>
                    <a:cubicBezTo>
                      <a:pt x="6257" y="4818"/>
                      <a:pt x="6132" y="4970"/>
                      <a:pt x="5991" y="5101"/>
                    </a:cubicBezTo>
                    <a:cubicBezTo>
                      <a:pt x="5877" y="5209"/>
                      <a:pt x="5741" y="5302"/>
                      <a:pt x="5627" y="5410"/>
                    </a:cubicBezTo>
                    <a:cubicBezTo>
                      <a:pt x="5496" y="5530"/>
                      <a:pt x="5371" y="5639"/>
                      <a:pt x="5230" y="5742"/>
                    </a:cubicBezTo>
                    <a:cubicBezTo>
                      <a:pt x="5094" y="5851"/>
                      <a:pt x="4969" y="5954"/>
                      <a:pt x="4844" y="6063"/>
                    </a:cubicBezTo>
                    <a:cubicBezTo>
                      <a:pt x="4724" y="6177"/>
                      <a:pt x="4594" y="6286"/>
                      <a:pt x="4458" y="6383"/>
                    </a:cubicBezTo>
                    <a:cubicBezTo>
                      <a:pt x="4328" y="6465"/>
                      <a:pt x="4213" y="6568"/>
                      <a:pt x="4083" y="6655"/>
                    </a:cubicBezTo>
                    <a:cubicBezTo>
                      <a:pt x="3953" y="6737"/>
                      <a:pt x="3833" y="6829"/>
                      <a:pt x="3713" y="6927"/>
                    </a:cubicBezTo>
                    <a:cubicBezTo>
                      <a:pt x="3480" y="7145"/>
                      <a:pt x="3175" y="7253"/>
                      <a:pt x="2914" y="7422"/>
                    </a:cubicBezTo>
                    <a:cubicBezTo>
                      <a:pt x="2860" y="7454"/>
                      <a:pt x="2800" y="7476"/>
                      <a:pt x="2735" y="7482"/>
                    </a:cubicBezTo>
                    <a:cubicBezTo>
                      <a:pt x="2670" y="7498"/>
                      <a:pt x="2604" y="7530"/>
                      <a:pt x="2539" y="7569"/>
                    </a:cubicBezTo>
                    <a:cubicBezTo>
                      <a:pt x="2518" y="7574"/>
                      <a:pt x="2496" y="7585"/>
                      <a:pt x="2474" y="7590"/>
                    </a:cubicBezTo>
                    <a:cubicBezTo>
                      <a:pt x="2436" y="7422"/>
                      <a:pt x="2382" y="7253"/>
                      <a:pt x="2311" y="7096"/>
                    </a:cubicBezTo>
                    <a:cubicBezTo>
                      <a:pt x="2284" y="7014"/>
                      <a:pt x="2246" y="6938"/>
                      <a:pt x="2197" y="6862"/>
                    </a:cubicBezTo>
                    <a:cubicBezTo>
                      <a:pt x="2175" y="6824"/>
                      <a:pt x="2142" y="6786"/>
                      <a:pt x="2126" y="6748"/>
                    </a:cubicBezTo>
                    <a:cubicBezTo>
                      <a:pt x="2110" y="6710"/>
                      <a:pt x="2094" y="6666"/>
                      <a:pt x="2088" y="6623"/>
                    </a:cubicBezTo>
                    <a:cubicBezTo>
                      <a:pt x="2061" y="6547"/>
                      <a:pt x="1996" y="6503"/>
                      <a:pt x="1963" y="6427"/>
                    </a:cubicBezTo>
                    <a:cubicBezTo>
                      <a:pt x="1936" y="6367"/>
                      <a:pt x="1909" y="6302"/>
                      <a:pt x="1876" y="6242"/>
                    </a:cubicBezTo>
                    <a:cubicBezTo>
                      <a:pt x="1833" y="6161"/>
                      <a:pt x="1800" y="6074"/>
                      <a:pt x="1751" y="5998"/>
                    </a:cubicBezTo>
                    <a:cubicBezTo>
                      <a:pt x="1702" y="5916"/>
                      <a:pt x="1670" y="5840"/>
                      <a:pt x="1621" y="5775"/>
                    </a:cubicBezTo>
                    <a:cubicBezTo>
                      <a:pt x="1572" y="5704"/>
                      <a:pt x="1506" y="5655"/>
                      <a:pt x="1452" y="5595"/>
                    </a:cubicBezTo>
                    <a:cubicBezTo>
                      <a:pt x="1398" y="5536"/>
                      <a:pt x="1332" y="5454"/>
                      <a:pt x="1267" y="5383"/>
                    </a:cubicBezTo>
                    <a:cubicBezTo>
                      <a:pt x="1142" y="5258"/>
                      <a:pt x="990" y="5160"/>
                      <a:pt x="860" y="5041"/>
                    </a:cubicBezTo>
                    <a:cubicBezTo>
                      <a:pt x="735" y="4916"/>
                      <a:pt x="604" y="4807"/>
                      <a:pt x="463" y="4698"/>
                    </a:cubicBezTo>
                    <a:cubicBezTo>
                      <a:pt x="408" y="4649"/>
                      <a:pt x="349" y="4611"/>
                      <a:pt x="278" y="4584"/>
                    </a:cubicBezTo>
                    <a:cubicBezTo>
                      <a:pt x="316" y="4557"/>
                      <a:pt x="359" y="4535"/>
                      <a:pt x="398" y="4514"/>
                    </a:cubicBezTo>
                    <a:cubicBezTo>
                      <a:pt x="512" y="4432"/>
                      <a:pt x="620" y="4340"/>
                      <a:pt x="735" y="4258"/>
                    </a:cubicBezTo>
                    <a:cubicBezTo>
                      <a:pt x="843" y="4171"/>
                      <a:pt x="968" y="4144"/>
                      <a:pt x="1066" y="4062"/>
                    </a:cubicBezTo>
                    <a:cubicBezTo>
                      <a:pt x="1115" y="4008"/>
                      <a:pt x="1169" y="3965"/>
                      <a:pt x="1224" y="3927"/>
                    </a:cubicBezTo>
                    <a:cubicBezTo>
                      <a:pt x="1278" y="3894"/>
                      <a:pt x="1327" y="3861"/>
                      <a:pt x="1376" y="3823"/>
                    </a:cubicBezTo>
                    <a:cubicBezTo>
                      <a:pt x="1615" y="3611"/>
                      <a:pt x="1882" y="3432"/>
                      <a:pt x="2137" y="3242"/>
                    </a:cubicBezTo>
                    <a:cubicBezTo>
                      <a:pt x="2262" y="3144"/>
                      <a:pt x="2392" y="3062"/>
                      <a:pt x="2523" y="2970"/>
                    </a:cubicBezTo>
                    <a:cubicBezTo>
                      <a:pt x="2643" y="2888"/>
                      <a:pt x="2746" y="2790"/>
                      <a:pt x="2871" y="2720"/>
                    </a:cubicBezTo>
                    <a:cubicBezTo>
                      <a:pt x="3001" y="2655"/>
                      <a:pt x="3121" y="2578"/>
                      <a:pt x="3235" y="2491"/>
                    </a:cubicBezTo>
                    <a:cubicBezTo>
                      <a:pt x="3284" y="2443"/>
                      <a:pt x="3327" y="2399"/>
                      <a:pt x="3382" y="2356"/>
                    </a:cubicBezTo>
                    <a:cubicBezTo>
                      <a:pt x="3442" y="2312"/>
                      <a:pt x="3518" y="2296"/>
                      <a:pt x="3577" y="2258"/>
                    </a:cubicBezTo>
                    <a:cubicBezTo>
                      <a:pt x="3632" y="2220"/>
                      <a:pt x="3681" y="2182"/>
                      <a:pt x="3730" y="2138"/>
                    </a:cubicBezTo>
                    <a:cubicBezTo>
                      <a:pt x="3789" y="2095"/>
                      <a:pt x="3860" y="2057"/>
                      <a:pt x="3931" y="2024"/>
                    </a:cubicBezTo>
                    <a:cubicBezTo>
                      <a:pt x="4067" y="1948"/>
                      <a:pt x="4186" y="1866"/>
                      <a:pt x="4349" y="1855"/>
                    </a:cubicBezTo>
                    <a:cubicBezTo>
                      <a:pt x="4364" y="1855"/>
                      <a:pt x="4378" y="1855"/>
                      <a:pt x="4392" y="1855"/>
                    </a:cubicBezTo>
                    <a:close/>
                    <a:moveTo>
                      <a:pt x="213" y="4639"/>
                    </a:moveTo>
                    <a:cubicBezTo>
                      <a:pt x="262" y="4660"/>
                      <a:pt x="300" y="4720"/>
                      <a:pt x="332" y="4753"/>
                    </a:cubicBezTo>
                    <a:cubicBezTo>
                      <a:pt x="387" y="4802"/>
                      <a:pt x="436" y="4845"/>
                      <a:pt x="490" y="4883"/>
                    </a:cubicBezTo>
                    <a:cubicBezTo>
                      <a:pt x="615" y="4986"/>
                      <a:pt x="718" y="5106"/>
                      <a:pt x="838" y="5209"/>
                    </a:cubicBezTo>
                    <a:cubicBezTo>
                      <a:pt x="974" y="5307"/>
                      <a:pt x="1099" y="5421"/>
                      <a:pt x="1213" y="5536"/>
                    </a:cubicBezTo>
                    <a:cubicBezTo>
                      <a:pt x="1267" y="5595"/>
                      <a:pt x="1316" y="5661"/>
                      <a:pt x="1371" y="5720"/>
                    </a:cubicBezTo>
                    <a:cubicBezTo>
                      <a:pt x="1436" y="5775"/>
                      <a:pt x="1490" y="5840"/>
                      <a:pt x="1534" y="5911"/>
                    </a:cubicBezTo>
                    <a:cubicBezTo>
                      <a:pt x="1610" y="6057"/>
                      <a:pt x="1691" y="6199"/>
                      <a:pt x="1767" y="6345"/>
                    </a:cubicBezTo>
                    <a:cubicBezTo>
                      <a:pt x="1800" y="6405"/>
                      <a:pt x="1816" y="6476"/>
                      <a:pt x="1854" y="6530"/>
                    </a:cubicBezTo>
                    <a:cubicBezTo>
                      <a:pt x="1871" y="6552"/>
                      <a:pt x="1887" y="6574"/>
                      <a:pt x="1903" y="6590"/>
                    </a:cubicBezTo>
                    <a:cubicBezTo>
                      <a:pt x="1936" y="6628"/>
                      <a:pt x="1952" y="6677"/>
                      <a:pt x="1963" y="6721"/>
                    </a:cubicBezTo>
                    <a:cubicBezTo>
                      <a:pt x="2007" y="6873"/>
                      <a:pt x="2115" y="6992"/>
                      <a:pt x="2175" y="7139"/>
                    </a:cubicBezTo>
                    <a:cubicBezTo>
                      <a:pt x="2208" y="7215"/>
                      <a:pt x="2235" y="7291"/>
                      <a:pt x="2257" y="7373"/>
                    </a:cubicBezTo>
                    <a:cubicBezTo>
                      <a:pt x="2278" y="7449"/>
                      <a:pt x="2289" y="7530"/>
                      <a:pt x="2306" y="7607"/>
                    </a:cubicBezTo>
                    <a:cubicBezTo>
                      <a:pt x="2235" y="7607"/>
                      <a:pt x="2170" y="7590"/>
                      <a:pt x="2104" y="7558"/>
                    </a:cubicBezTo>
                    <a:lnTo>
                      <a:pt x="2110" y="7558"/>
                    </a:lnTo>
                    <a:cubicBezTo>
                      <a:pt x="1963" y="7482"/>
                      <a:pt x="1849" y="7329"/>
                      <a:pt x="1740" y="7215"/>
                    </a:cubicBezTo>
                    <a:cubicBezTo>
                      <a:pt x="1631" y="7101"/>
                      <a:pt x="1501" y="6992"/>
                      <a:pt x="1398" y="6867"/>
                    </a:cubicBezTo>
                    <a:cubicBezTo>
                      <a:pt x="1294" y="6737"/>
                      <a:pt x="1229" y="6612"/>
                      <a:pt x="1121" y="6498"/>
                    </a:cubicBezTo>
                    <a:cubicBezTo>
                      <a:pt x="1017" y="6389"/>
                      <a:pt x="881" y="6275"/>
                      <a:pt x="800" y="6133"/>
                    </a:cubicBezTo>
                    <a:cubicBezTo>
                      <a:pt x="756" y="6063"/>
                      <a:pt x="724" y="5987"/>
                      <a:pt x="680" y="5916"/>
                    </a:cubicBezTo>
                    <a:cubicBezTo>
                      <a:pt x="642" y="5845"/>
                      <a:pt x="626" y="5775"/>
                      <a:pt x="588" y="5709"/>
                    </a:cubicBezTo>
                    <a:cubicBezTo>
                      <a:pt x="501" y="5563"/>
                      <a:pt x="419" y="5410"/>
                      <a:pt x="349" y="5253"/>
                    </a:cubicBezTo>
                    <a:cubicBezTo>
                      <a:pt x="311" y="5166"/>
                      <a:pt x="294" y="5073"/>
                      <a:pt x="262" y="4986"/>
                    </a:cubicBezTo>
                    <a:cubicBezTo>
                      <a:pt x="218" y="4905"/>
                      <a:pt x="196" y="4818"/>
                      <a:pt x="191" y="4726"/>
                    </a:cubicBezTo>
                    <a:cubicBezTo>
                      <a:pt x="196" y="4698"/>
                      <a:pt x="202" y="4666"/>
                      <a:pt x="213" y="4639"/>
                    </a:cubicBezTo>
                    <a:close/>
                    <a:moveTo>
                      <a:pt x="8293" y="1"/>
                    </a:moveTo>
                    <a:cubicBezTo>
                      <a:pt x="8175" y="1"/>
                      <a:pt x="8048" y="133"/>
                      <a:pt x="8008" y="230"/>
                    </a:cubicBezTo>
                    <a:cubicBezTo>
                      <a:pt x="7953" y="366"/>
                      <a:pt x="7980" y="507"/>
                      <a:pt x="7959" y="643"/>
                    </a:cubicBezTo>
                    <a:cubicBezTo>
                      <a:pt x="7937" y="763"/>
                      <a:pt x="7883" y="872"/>
                      <a:pt x="7807" y="964"/>
                    </a:cubicBezTo>
                    <a:cubicBezTo>
                      <a:pt x="7763" y="926"/>
                      <a:pt x="7709" y="904"/>
                      <a:pt x="7649" y="899"/>
                    </a:cubicBezTo>
                    <a:cubicBezTo>
                      <a:pt x="7535" y="910"/>
                      <a:pt x="7464" y="1018"/>
                      <a:pt x="7388" y="1089"/>
                    </a:cubicBezTo>
                    <a:cubicBezTo>
                      <a:pt x="7301" y="1176"/>
                      <a:pt x="7198" y="1258"/>
                      <a:pt x="7094" y="1328"/>
                    </a:cubicBezTo>
                    <a:cubicBezTo>
                      <a:pt x="6986" y="1404"/>
                      <a:pt x="6872" y="1470"/>
                      <a:pt x="6747" y="1524"/>
                    </a:cubicBezTo>
                    <a:cubicBezTo>
                      <a:pt x="6722" y="1533"/>
                      <a:pt x="6696" y="1537"/>
                      <a:pt x="6670" y="1537"/>
                    </a:cubicBezTo>
                    <a:cubicBezTo>
                      <a:pt x="6576" y="1537"/>
                      <a:pt x="6476" y="1488"/>
                      <a:pt x="6382" y="1475"/>
                    </a:cubicBezTo>
                    <a:cubicBezTo>
                      <a:pt x="6363" y="1473"/>
                      <a:pt x="6344" y="1472"/>
                      <a:pt x="6325" y="1472"/>
                    </a:cubicBezTo>
                    <a:cubicBezTo>
                      <a:pt x="6231" y="1472"/>
                      <a:pt x="6138" y="1495"/>
                      <a:pt x="6056" y="1540"/>
                    </a:cubicBezTo>
                    <a:cubicBezTo>
                      <a:pt x="5969" y="1584"/>
                      <a:pt x="5893" y="1627"/>
                      <a:pt x="5817" y="1687"/>
                    </a:cubicBezTo>
                    <a:cubicBezTo>
                      <a:pt x="5779" y="1665"/>
                      <a:pt x="5735" y="1654"/>
                      <a:pt x="5692" y="1654"/>
                    </a:cubicBezTo>
                    <a:cubicBezTo>
                      <a:pt x="5610" y="1654"/>
                      <a:pt x="5523" y="1649"/>
                      <a:pt x="5442" y="1638"/>
                    </a:cubicBezTo>
                    <a:cubicBezTo>
                      <a:pt x="5400" y="1629"/>
                      <a:pt x="5358" y="1625"/>
                      <a:pt x="5316" y="1625"/>
                    </a:cubicBezTo>
                    <a:cubicBezTo>
                      <a:pt x="5282" y="1625"/>
                      <a:pt x="5248" y="1628"/>
                      <a:pt x="5214" y="1633"/>
                    </a:cubicBezTo>
                    <a:cubicBezTo>
                      <a:pt x="5121" y="1649"/>
                      <a:pt x="5034" y="1671"/>
                      <a:pt x="4947" y="1703"/>
                    </a:cubicBezTo>
                    <a:cubicBezTo>
                      <a:pt x="4898" y="1725"/>
                      <a:pt x="4849" y="1752"/>
                      <a:pt x="4806" y="1790"/>
                    </a:cubicBezTo>
                    <a:lnTo>
                      <a:pt x="4757" y="1752"/>
                    </a:lnTo>
                    <a:cubicBezTo>
                      <a:pt x="4654" y="1692"/>
                      <a:pt x="4536" y="1663"/>
                      <a:pt x="4418" y="1663"/>
                    </a:cubicBezTo>
                    <a:cubicBezTo>
                      <a:pt x="4399" y="1663"/>
                      <a:pt x="4379" y="1664"/>
                      <a:pt x="4360" y="1665"/>
                    </a:cubicBezTo>
                    <a:cubicBezTo>
                      <a:pt x="4213" y="1671"/>
                      <a:pt x="4072" y="1714"/>
                      <a:pt x="3947" y="1796"/>
                    </a:cubicBezTo>
                    <a:cubicBezTo>
                      <a:pt x="3806" y="1861"/>
                      <a:pt x="3675" y="1942"/>
                      <a:pt x="3556" y="2035"/>
                    </a:cubicBezTo>
                    <a:cubicBezTo>
                      <a:pt x="3442" y="2133"/>
                      <a:pt x="3295" y="2165"/>
                      <a:pt x="3186" y="2269"/>
                    </a:cubicBezTo>
                    <a:cubicBezTo>
                      <a:pt x="3072" y="2377"/>
                      <a:pt x="2941" y="2470"/>
                      <a:pt x="2806" y="2540"/>
                    </a:cubicBezTo>
                    <a:cubicBezTo>
                      <a:pt x="2670" y="2622"/>
                      <a:pt x="2556" y="2725"/>
                      <a:pt x="2425" y="2812"/>
                    </a:cubicBezTo>
                    <a:cubicBezTo>
                      <a:pt x="2148" y="3002"/>
                      <a:pt x="1882" y="3204"/>
                      <a:pt x="1610" y="3405"/>
                    </a:cubicBezTo>
                    <a:cubicBezTo>
                      <a:pt x="1539" y="3459"/>
                      <a:pt x="1463" y="3508"/>
                      <a:pt x="1392" y="3562"/>
                    </a:cubicBezTo>
                    <a:cubicBezTo>
                      <a:pt x="1322" y="3617"/>
                      <a:pt x="1267" y="3687"/>
                      <a:pt x="1191" y="3731"/>
                    </a:cubicBezTo>
                    <a:cubicBezTo>
                      <a:pt x="1121" y="3769"/>
                      <a:pt x="1061" y="3818"/>
                      <a:pt x="1001" y="3867"/>
                    </a:cubicBezTo>
                    <a:cubicBezTo>
                      <a:pt x="947" y="3927"/>
                      <a:pt x="887" y="3970"/>
                      <a:pt x="816" y="4003"/>
                    </a:cubicBezTo>
                    <a:cubicBezTo>
                      <a:pt x="664" y="4073"/>
                      <a:pt x="539" y="4193"/>
                      <a:pt x="414" y="4296"/>
                    </a:cubicBezTo>
                    <a:cubicBezTo>
                      <a:pt x="387" y="4318"/>
                      <a:pt x="359" y="4340"/>
                      <a:pt x="332" y="4361"/>
                    </a:cubicBezTo>
                    <a:cubicBezTo>
                      <a:pt x="273" y="4394"/>
                      <a:pt x="218" y="4432"/>
                      <a:pt x="169" y="4476"/>
                    </a:cubicBezTo>
                    <a:cubicBezTo>
                      <a:pt x="55" y="4568"/>
                      <a:pt x="1" y="4715"/>
                      <a:pt x="33" y="4856"/>
                    </a:cubicBezTo>
                    <a:cubicBezTo>
                      <a:pt x="50" y="4938"/>
                      <a:pt x="77" y="5019"/>
                      <a:pt x="109" y="5095"/>
                    </a:cubicBezTo>
                    <a:cubicBezTo>
                      <a:pt x="131" y="5188"/>
                      <a:pt x="158" y="5275"/>
                      <a:pt x="191" y="5356"/>
                    </a:cubicBezTo>
                    <a:cubicBezTo>
                      <a:pt x="256" y="5519"/>
                      <a:pt x="332" y="5671"/>
                      <a:pt x="414" y="5818"/>
                    </a:cubicBezTo>
                    <a:cubicBezTo>
                      <a:pt x="452" y="5883"/>
                      <a:pt x="468" y="5954"/>
                      <a:pt x="501" y="6014"/>
                    </a:cubicBezTo>
                    <a:cubicBezTo>
                      <a:pt x="523" y="6046"/>
                      <a:pt x="544" y="6074"/>
                      <a:pt x="561" y="6101"/>
                    </a:cubicBezTo>
                    <a:cubicBezTo>
                      <a:pt x="582" y="6150"/>
                      <a:pt x="599" y="6199"/>
                      <a:pt x="626" y="6248"/>
                    </a:cubicBezTo>
                    <a:cubicBezTo>
                      <a:pt x="729" y="6389"/>
                      <a:pt x="838" y="6525"/>
                      <a:pt x="968" y="6644"/>
                    </a:cubicBezTo>
                    <a:cubicBezTo>
                      <a:pt x="1088" y="6769"/>
                      <a:pt x="1164" y="6922"/>
                      <a:pt x="1278" y="7052"/>
                    </a:cubicBezTo>
                    <a:cubicBezTo>
                      <a:pt x="1398" y="7193"/>
                      <a:pt x="1544" y="7324"/>
                      <a:pt x="1670" y="7460"/>
                    </a:cubicBezTo>
                    <a:cubicBezTo>
                      <a:pt x="1778" y="7579"/>
                      <a:pt x="1903" y="7715"/>
                      <a:pt x="2061" y="7780"/>
                    </a:cubicBezTo>
                    <a:cubicBezTo>
                      <a:pt x="2154" y="7817"/>
                      <a:pt x="2253" y="7835"/>
                      <a:pt x="2352" y="7835"/>
                    </a:cubicBezTo>
                    <a:cubicBezTo>
                      <a:pt x="2415" y="7835"/>
                      <a:pt x="2478" y="7828"/>
                      <a:pt x="2539" y="7813"/>
                    </a:cubicBezTo>
                    <a:cubicBezTo>
                      <a:pt x="2610" y="7786"/>
                      <a:pt x="2681" y="7753"/>
                      <a:pt x="2751" y="7721"/>
                    </a:cubicBezTo>
                    <a:cubicBezTo>
                      <a:pt x="2816" y="7694"/>
                      <a:pt x="2898" y="7699"/>
                      <a:pt x="2969" y="7666"/>
                    </a:cubicBezTo>
                    <a:cubicBezTo>
                      <a:pt x="3039" y="7628"/>
                      <a:pt x="3105" y="7579"/>
                      <a:pt x="3170" y="7541"/>
                    </a:cubicBezTo>
                    <a:cubicBezTo>
                      <a:pt x="3251" y="7498"/>
                      <a:pt x="3333" y="7454"/>
                      <a:pt x="3414" y="7411"/>
                    </a:cubicBezTo>
                    <a:cubicBezTo>
                      <a:pt x="3572" y="7335"/>
                      <a:pt x="3719" y="7237"/>
                      <a:pt x="3855" y="7123"/>
                    </a:cubicBezTo>
                    <a:cubicBezTo>
                      <a:pt x="3985" y="7003"/>
                      <a:pt x="4132" y="6922"/>
                      <a:pt x="4273" y="6813"/>
                    </a:cubicBezTo>
                    <a:cubicBezTo>
                      <a:pt x="4338" y="6764"/>
                      <a:pt x="4398" y="6710"/>
                      <a:pt x="4469" y="6661"/>
                    </a:cubicBezTo>
                    <a:cubicBezTo>
                      <a:pt x="4534" y="6617"/>
                      <a:pt x="4616" y="6574"/>
                      <a:pt x="4686" y="6519"/>
                    </a:cubicBezTo>
                    <a:cubicBezTo>
                      <a:pt x="4833" y="6411"/>
                      <a:pt x="4958" y="6280"/>
                      <a:pt x="5094" y="6161"/>
                    </a:cubicBezTo>
                    <a:cubicBezTo>
                      <a:pt x="5257" y="6019"/>
                      <a:pt x="5431" y="5894"/>
                      <a:pt x="5600" y="5753"/>
                    </a:cubicBezTo>
                    <a:cubicBezTo>
                      <a:pt x="5681" y="5688"/>
                      <a:pt x="5752" y="5612"/>
                      <a:pt x="5828" y="5546"/>
                    </a:cubicBezTo>
                    <a:cubicBezTo>
                      <a:pt x="5904" y="5476"/>
                      <a:pt x="5996" y="5410"/>
                      <a:pt x="6078" y="5340"/>
                    </a:cubicBezTo>
                    <a:cubicBezTo>
                      <a:pt x="6295" y="5160"/>
                      <a:pt x="6502" y="4927"/>
                      <a:pt x="6573" y="4649"/>
                    </a:cubicBezTo>
                    <a:cubicBezTo>
                      <a:pt x="6583" y="4628"/>
                      <a:pt x="6594" y="4606"/>
                      <a:pt x="6605" y="4590"/>
                    </a:cubicBezTo>
                    <a:cubicBezTo>
                      <a:pt x="6643" y="4524"/>
                      <a:pt x="6649" y="4454"/>
                      <a:pt x="6638" y="4383"/>
                    </a:cubicBezTo>
                    <a:cubicBezTo>
                      <a:pt x="6622" y="4312"/>
                      <a:pt x="6594" y="4247"/>
                      <a:pt x="6551" y="4193"/>
                    </a:cubicBezTo>
                    <a:cubicBezTo>
                      <a:pt x="6529" y="4166"/>
                      <a:pt x="6513" y="4133"/>
                      <a:pt x="6491" y="4106"/>
                    </a:cubicBezTo>
                    <a:cubicBezTo>
                      <a:pt x="6540" y="4079"/>
                      <a:pt x="6583" y="4041"/>
                      <a:pt x="6622" y="4003"/>
                    </a:cubicBezTo>
                    <a:cubicBezTo>
                      <a:pt x="6665" y="3959"/>
                      <a:pt x="6698" y="3899"/>
                      <a:pt x="6730" y="3845"/>
                    </a:cubicBezTo>
                    <a:cubicBezTo>
                      <a:pt x="6757" y="3780"/>
                      <a:pt x="6795" y="3725"/>
                      <a:pt x="6823" y="3666"/>
                    </a:cubicBezTo>
                    <a:cubicBezTo>
                      <a:pt x="6850" y="3606"/>
                      <a:pt x="6855" y="3535"/>
                      <a:pt x="6877" y="3475"/>
                    </a:cubicBezTo>
                    <a:cubicBezTo>
                      <a:pt x="6904" y="3416"/>
                      <a:pt x="6920" y="3356"/>
                      <a:pt x="6920" y="3296"/>
                    </a:cubicBezTo>
                    <a:cubicBezTo>
                      <a:pt x="6915" y="3236"/>
                      <a:pt x="6899" y="3182"/>
                      <a:pt x="6877" y="3133"/>
                    </a:cubicBezTo>
                    <a:lnTo>
                      <a:pt x="6926" y="3095"/>
                    </a:lnTo>
                    <a:cubicBezTo>
                      <a:pt x="7013" y="3035"/>
                      <a:pt x="7089" y="3002"/>
                      <a:pt x="7138" y="2899"/>
                    </a:cubicBezTo>
                    <a:cubicBezTo>
                      <a:pt x="7176" y="2818"/>
                      <a:pt x="7241" y="2747"/>
                      <a:pt x="7258" y="2660"/>
                    </a:cubicBezTo>
                    <a:cubicBezTo>
                      <a:pt x="7263" y="2616"/>
                      <a:pt x="7258" y="2568"/>
                      <a:pt x="7252" y="2524"/>
                    </a:cubicBezTo>
                    <a:cubicBezTo>
                      <a:pt x="7241" y="2470"/>
                      <a:pt x="7252" y="2410"/>
                      <a:pt x="7230" y="2356"/>
                    </a:cubicBezTo>
                    <a:cubicBezTo>
                      <a:pt x="7209" y="2301"/>
                      <a:pt x="7203" y="2241"/>
                      <a:pt x="7219" y="2182"/>
                    </a:cubicBezTo>
                    <a:cubicBezTo>
                      <a:pt x="7236" y="2127"/>
                      <a:pt x="7268" y="2084"/>
                      <a:pt x="7306" y="2046"/>
                    </a:cubicBezTo>
                    <a:cubicBezTo>
                      <a:pt x="7393" y="1964"/>
                      <a:pt x="7480" y="1899"/>
                      <a:pt x="7578" y="1845"/>
                    </a:cubicBezTo>
                    <a:cubicBezTo>
                      <a:pt x="7687" y="1774"/>
                      <a:pt x="7774" y="1698"/>
                      <a:pt x="7872" y="1627"/>
                    </a:cubicBezTo>
                    <a:cubicBezTo>
                      <a:pt x="7959" y="1573"/>
                      <a:pt x="8035" y="1508"/>
                      <a:pt x="8105" y="1431"/>
                    </a:cubicBezTo>
                    <a:cubicBezTo>
                      <a:pt x="8116" y="1404"/>
                      <a:pt x="8116" y="1377"/>
                      <a:pt x="8105" y="1350"/>
                    </a:cubicBezTo>
                    <a:cubicBezTo>
                      <a:pt x="8051" y="1247"/>
                      <a:pt x="7986" y="1154"/>
                      <a:pt x="7915" y="1067"/>
                    </a:cubicBezTo>
                    <a:cubicBezTo>
                      <a:pt x="7991" y="1062"/>
                      <a:pt x="8073" y="980"/>
                      <a:pt x="8127" y="942"/>
                    </a:cubicBezTo>
                    <a:cubicBezTo>
                      <a:pt x="8225" y="872"/>
                      <a:pt x="8307" y="785"/>
                      <a:pt x="8361" y="681"/>
                    </a:cubicBezTo>
                    <a:cubicBezTo>
                      <a:pt x="8394" y="622"/>
                      <a:pt x="8415" y="562"/>
                      <a:pt x="8426" y="497"/>
                    </a:cubicBezTo>
                    <a:cubicBezTo>
                      <a:pt x="8453" y="437"/>
                      <a:pt x="8470" y="377"/>
                      <a:pt x="8486" y="312"/>
                    </a:cubicBezTo>
                    <a:cubicBezTo>
                      <a:pt x="8497" y="219"/>
                      <a:pt x="8464" y="127"/>
                      <a:pt x="8410" y="56"/>
                    </a:cubicBezTo>
                    <a:cubicBezTo>
                      <a:pt x="8375" y="17"/>
                      <a:pt x="8335" y="1"/>
                      <a:pt x="8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0"/>
              <p:cNvSpPr/>
              <p:nvPr/>
            </p:nvSpPr>
            <p:spPr>
              <a:xfrm>
                <a:off x="5406600" y="3273150"/>
                <a:ext cx="104250" cy="94125"/>
              </a:xfrm>
              <a:custGeom>
                <a:rect b="b" l="l" r="r" t="t"/>
                <a:pathLst>
                  <a:path extrusionOk="0" h="3765" w="4170">
                    <a:moveTo>
                      <a:pt x="3019" y="148"/>
                    </a:moveTo>
                    <a:cubicBezTo>
                      <a:pt x="3054" y="148"/>
                      <a:pt x="3089" y="154"/>
                      <a:pt x="3121" y="163"/>
                    </a:cubicBezTo>
                    <a:cubicBezTo>
                      <a:pt x="3229" y="190"/>
                      <a:pt x="3360" y="218"/>
                      <a:pt x="3430" y="310"/>
                    </a:cubicBezTo>
                    <a:cubicBezTo>
                      <a:pt x="3458" y="348"/>
                      <a:pt x="3485" y="386"/>
                      <a:pt x="3517" y="419"/>
                    </a:cubicBezTo>
                    <a:cubicBezTo>
                      <a:pt x="3561" y="457"/>
                      <a:pt x="3588" y="506"/>
                      <a:pt x="3604" y="560"/>
                    </a:cubicBezTo>
                    <a:cubicBezTo>
                      <a:pt x="3664" y="680"/>
                      <a:pt x="3735" y="794"/>
                      <a:pt x="3784" y="919"/>
                    </a:cubicBezTo>
                    <a:cubicBezTo>
                      <a:pt x="3811" y="979"/>
                      <a:pt x="3833" y="1033"/>
                      <a:pt x="3860" y="1087"/>
                    </a:cubicBezTo>
                    <a:cubicBezTo>
                      <a:pt x="3903" y="1158"/>
                      <a:pt x="3941" y="1223"/>
                      <a:pt x="3974" y="1299"/>
                    </a:cubicBezTo>
                    <a:cubicBezTo>
                      <a:pt x="4012" y="1435"/>
                      <a:pt x="3941" y="1484"/>
                      <a:pt x="3860" y="1571"/>
                    </a:cubicBezTo>
                    <a:lnTo>
                      <a:pt x="3876" y="1571"/>
                    </a:lnTo>
                    <a:cubicBezTo>
                      <a:pt x="3800" y="1647"/>
                      <a:pt x="3740" y="1778"/>
                      <a:pt x="3632" y="1810"/>
                    </a:cubicBezTo>
                    <a:cubicBezTo>
                      <a:pt x="3610" y="1816"/>
                      <a:pt x="3599" y="1838"/>
                      <a:pt x="3599" y="1865"/>
                    </a:cubicBezTo>
                    <a:cubicBezTo>
                      <a:pt x="3550" y="1897"/>
                      <a:pt x="3501" y="1924"/>
                      <a:pt x="3452" y="1957"/>
                    </a:cubicBezTo>
                    <a:cubicBezTo>
                      <a:pt x="3186" y="2126"/>
                      <a:pt x="2920" y="2289"/>
                      <a:pt x="2669" y="2479"/>
                    </a:cubicBezTo>
                    <a:cubicBezTo>
                      <a:pt x="2539" y="2588"/>
                      <a:pt x="2403" y="2685"/>
                      <a:pt x="2262" y="2778"/>
                    </a:cubicBezTo>
                    <a:cubicBezTo>
                      <a:pt x="2126" y="2859"/>
                      <a:pt x="1990" y="2946"/>
                      <a:pt x="1865" y="3044"/>
                    </a:cubicBezTo>
                    <a:cubicBezTo>
                      <a:pt x="1735" y="3142"/>
                      <a:pt x="1631" y="3256"/>
                      <a:pt x="1506" y="3354"/>
                    </a:cubicBezTo>
                    <a:cubicBezTo>
                      <a:pt x="1441" y="3408"/>
                      <a:pt x="1376" y="3446"/>
                      <a:pt x="1311" y="3495"/>
                    </a:cubicBezTo>
                    <a:cubicBezTo>
                      <a:pt x="1267" y="3528"/>
                      <a:pt x="1229" y="3566"/>
                      <a:pt x="1191" y="3610"/>
                    </a:cubicBezTo>
                    <a:cubicBezTo>
                      <a:pt x="1175" y="3561"/>
                      <a:pt x="1164" y="3517"/>
                      <a:pt x="1158" y="3474"/>
                    </a:cubicBezTo>
                    <a:cubicBezTo>
                      <a:pt x="1126" y="3398"/>
                      <a:pt x="1088" y="3327"/>
                      <a:pt x="1044" y="3262"/>
                    </a:cubicBezTo>
                    <a:cubicBezTo>
                      <a:pt x="1001" y="3196"/>
                      <a:pt x="952" y="3126"/>
                      <a:pt x="903" y="3061"/>
                    </a:cubicBezTo>
                    <a:cubicBezTo>
                      <a:pt x="854" y="2990"/>
                      <a:pt x="821" y="2897"/>
                      <a:pt x="767" y="2827"/>
                    </a:cubicBezTo>
                    <a:cubicBezTo>
                      <a:pt x="713" y="2756"/>
                      <a:pt x="653" y="2713"/>
                      <a:pt x="604" y="2653"/>
                    </a:cubicBezTo>
                    <a:cubicBezTo>
                      <a:pt x="550" y="2588"/>
                      <a:pt x="490" y="2522"/>
                      <a:pt x="430" y="2463"/>
                    </a:cubicBezTo>
                    <a:cubicBezTo>
                      <a:pt x="316" y="2321"/>
                      <a:pt x="191" y="2196"/>
                      <a:pt x="49" y="2088"/>
                    </a:cubicBezTo>
                    <a:lnTo>
                      <a:pt x="49" y="2082"/>
                    </a:lnTo>
                    <a:cubicBezTo>
                      <a:pt x="77" y="2028"/>
                      <a:pt x="147" y="2001"/>
                      <a:pt x="191" y="1968"/>
                    </a:cubicBezTo>
                    <a:cubicBezTo>
                      <a:pt x="240" y="1935"/>
                      <a:pt x="289" y="1892"/>
                      <a:pt x="338" y="1854"/>
                    </a:cubicBezTo>
                    <a:cubicBezTo>
                      <a:pt x="452" y="1761"/>
                      <a:pt x="560" y="1653"/>
                      <a:pt x="680" y="1566"/>
                    </a:cubicBezTo>
                    <a:cubicBezTo>
                      <a:pt x="789" y="1495"/>
                      <a:pt x="897" y="1435"/>
                      <a:pt x="1017" y="1381"/>
                    </a:cubicBezTo>
                    <a:cubicBezTo>
                      <a:pt x="1077" y="1354"/>
                      <a:pt x="1131" y="1321"/>
                      <a:pt x="1180" y="1283"/>
                    </a:cubicBezTo>
                    <a:cubicBezTo>
                      <a:pt x="1240" y="1234"/>
                      <a:pt x="1289" y="1174"/>
                      <a:pt x="1354" y="1125"/>
                    </a:cubicBezTo>
                    <a:cubicBezTo>
                      <a:pt x="1468" y="1049"/>
                      <a:pt x="1599" y="990"/>
                      <a:pt x="1718" y="919"/>
                    </a:cubicBezTo>
                    <a:cubicBezTo>
                      <a:pt x="1838" y="843"/>
                      <a:pt x="1930" y="734"/>
                      <a:pt x="2050" y="658"/>
                    </a:cubicBezTo>
                    <a:cubicBezTo>
                      <a:pt x="2099" y="625"/>
                      <a:pt x="2148" y="593"/>
                      <a:pt x="2197" y="549"/>
                    </a:cubicBezTo>
                    <a:cubicBezTo>
                      <a:pt x="2245" y="511"/>
                      <a:pt x="2300" y="479"/>
                      <a:pt x="2360" y="451"/>
                    </a:cubicBezTo>
                    <a:cubicBezTo>
                      <a:pt x="2457" y="381"/>
                      <a:pt x="2523" y="272"/>
                      <a:pt x="2642" y="239"/>
                    </a:cubicBezTo>
                    <a:cubicBezTo>
                      <a:pt x="2669" y="234"/>
                      <a:pt x="2691" y="212"/>
                      <a:pt x="2686" y="185"/>
                    </a:cubicBezTo>
                    <a:cubicBezTo>
                      <a:pt x="2713" y="174"/>
                      <a:pt x="2740" y="169"/>
                      <a:pt x="2767" y="163"/>
                    </a:cubicBezTo>
                    <a:cubicBezTo>
                      <a:pt x="2797" y="161"/>
                      <a:pt x="2827" y="161"/>
                      <a:pt x="2857" y="161"/>
                    </a:cubicBezTo>
                    <a:cubicBezTo>
                      <a:pt x="2887" y="161"/>
                      <a:pt x="2917" y="161"/>
                      <a:pt x="2947" y="158"/>
                    </a:cubicBezTo>
                    <a:cubicBezTo>
                      <a:pt x="2969" y="151"/>
                      <a:pt x="2994" y="148"/>
                      <a:pt x="3019" y="148"/>
                    </a:cubicBezTo>
                    <a:close/>
                    <a:moveTo>
                      <a:pt x="3088" y="0"/>
                    </a:moveTo>
                    <a:cubicBezTo>
                      <a:pt x="3012" y="0"/>
                      <a:pt x="2941" y="6"/>
                      <a:pt x="2871" y="17"/>
                    </a:cubicBezTo>
                    <a:cubicBezTo>
                      <a:pt x="2805" y="17"/>
                      <a:pt x="2746" y="22"/>
                      <a:pt x="2686" y="38"/>
                    </a:cubicBezTo>
                    <a:cubicBezTo>
                      <a:pt x="2610" y="60"/>
                      <a:pt x="2544" y="109"/>
                      <a:pt x="2501" y="174"/>
                    </a:cubicBezTo>
                    <a:cubicBezTo>
                      <a:pt x="2447" y="218"/>
                      <a:pt x="2392" y="261"/>
                      <a:pt x="2343" y="310"/>
                    </a:cubicBezTo>
                    <a:cubicBezTo>
                      <a:pt x="2294" y="359"/>
                      <a:pt x="2229" y="370"/>
                      <a:pt x="2175" y="408"/>
                    </a:cubicBezTo>
                    <a:cubicBezTo>
                      <a:pt x="2120" y="451"/>
                      <a:pt x="2061" y="506"/>
                      <a:pt x="1995" y="549"/>
                    </a:cubicBezTo>
                    <a:cubicBezTo>
                      <a:pt x="1870" y="631"/>
                      <a:pt x="1767" y="745"/>
                      <a:pt x="1637" y="826"/>
                    </a:cubicBezTo>
                    <a:cubicBezTo>
                      <a:pt x="1506" y="908"/>
                      <a:pt x="1376" y="962"/>
                      <a:pt x="1262" y="1049"/>
                    </a:cubicBezTo>
                    <a:cubicBezTo>
                      <a:pt x="1207" y="1093"/>
                      <a:pt x="1164" y="1147"/>
                      <a:pt x="1109" y="1191"/>
                    </a:cubicBezTo>
                    <a:cubicBezTo>
                      <a:pt x="1044" y="1234"/>
                      <a:pt x="974" y="1272"/>
                      <a:pt x="903" y="1305"/>
                    </a:cubicBezTo>
                    <a:cubicBezTo>
                      <a:pt x="783" y="1365"/>
                      <a:pt x="669" y="1435"/>
                      <a:pt x="566" y="1511"/>
                    </a:cubicBezTo>
                    <a:cubicBezTo>
                      <a:pt x="452" y="1609"/>
                      <a:pt x="338" y="1712"/>
                      <a:pt x="223" y="1810"/>
                    </a:cubicBezTo>
                    <a:cubicBezTo>
                      <a:pt x="142" y="1876"/>
                      <a:pt x="28" y="1952"/>
                      <a:pt x="0" y="2055"/>
                    </a:cubicBezTo>
                    <a:cubicBezTo>
                      <a:pt x="0" y="2071"/>
                      <a:pt x="0" y="2082"/>
                      <a:pt x="11" y="2088"/>
                    </a:cubicBezTo>
                    <a:cubicBezTo>
                      <a:pt x="11" y="2093"/>
                      <a:pt x="11" y="2098"/>
                      <a:pt x="11" y="2104"/>
                    </a:cubicBezTo>
                    <a:cubicBezTo>
                      <a:pt x="77" y="2267"/>
                      <a:pt x="218" y="2392"/>
                      <a:pt x="332" y="2522"/>
                    </a:cubicBezTo>
                    <a:cubicBezTo>
                      <a:pt x="397" y="2599"/>
                      <a:pt x="468" y="2675"/>
                      <a:pt x="533" y="2762"/>
                    </a:cubicBezTo>
                    <a:cubicBezTo>
                      <a:pt x="604" y="2843"/>
                      <a:pt x="669" y="2892"/>
                      <a:pt x="707" y="2979"/>
                    </a:cubicBezTo>
                    <a:cubicBezTo>
                      <a:pt x="783" y="3142"/>
                      <a:pt x="914" y="3278"/>
                      <a:pt x="1001" y="3436"/>
                    </a:cubicBezTo>
                    <a:cubicBezTo>
                      <a:pt x="1055" y="3533"/>
                      <a:pt x="1055" y="3691"/>
                      <a:pt x="1153" y="3756"/>
                    </a:cubicBezTo>
                    <a:cubicBezTo>
                      <a:pt x="1164" y="3762"/>
                      <a:pt x="1176" y="3764"/>
                      <a:pt x="1188" y="3764"/>
                    </a:cubicBezTo>
                    <a:cubicBezTo>
                      <a:pt x="1200" y="3764"/>
                      <a:pt x="1213" y="3762"/>
                      <a:pt x="1224" y="3756"/>
                    </a:cubicBezTo>
                    <a:cubicBezTo>
                      <a:pt x="1272" y="3718"/>
                      <a:pt x="1316" y="3675"/>
                      <a:pt x="1359" y="3631"/>
                    </a:cubicBezTo>
                    <a:cubicBezTo>
                      <a:pt x="1419" y="3577"/>
                      <a:pt x="1495" y="3544"/>
                      <a:pt x="1555" y="3495"/>
                    </a:cubicBezTo>
                    <a:cubicBezTo>
                      <a:pt x="1675" y="3398"/>
                      <a:pt x="1783" y="3294"/>
                      <a:pt x="1903" y="3196"/>
                    </a:cubicBezTo>
                    <a:cubicBezTo>
                      <a:pt x="2148" y="2995"/>
                      <a:pt x="2436" y="2854"/>
                      <a:pt x="2680" y="2653"/>
                    </a:cubicBezTo>
                    <a:cubicBezTo>
                      <a:pt x="2805" y="2550"/>
                      <a:pt x="2941" y="2468"/>
                      <a:pt x="3077" y="2370"/>
                    </a:cubicBezTo>
                    <a:cubicBezTo>
                      <a:pt x="3208" y="2278"/>
                      <a:pt x="3333" y="2213"/>
                      <a:pt x="3458" y="2126"/>
                    </a:cubicBezTo>
                    <a:cubicBezTo>
                      <a:pt x="3572" y="2044"/>
                      <a:pt x="3708" y="1990"/>
                      <a:pt x="3806" y="1892"/>
                    </a:cubicBezTo>
                    <a:cubicBezTo>
                      <a:pt x="3844" y="1854"/>
                      <a:pt x="3882" y="1810"/>
                      <a:pt x="3914" y="1761"/>
                    </a:cubicBezTo>
                    <a:cubicBezTo>
                      <a:pt x="3936" y="1745"/>
                      <a:pt x="3952" y="1723"/>
                      <a:pt x="3974" y="1702"/>
                    </a:cubicBezTo>
                    <a:cubicBezTo>
                      <a:pt x="4061" y="1609"/>
                      <a:pt x="4148" y="1555"/>
                      <a:pt x="4159" y="1419"/>
                    </a:cubicBezTo>
                    <a:cubicBezTo>
                      <a:pt x="4170" y="1234"/>
                      <a:pt x="4061" y="1109"/>
                      <a:pt x="3980" y="951"/>
                    </a:cubicBezTo>
                    <a:lnTo>
                      <a:pt x="3974" y="951"/>
                    </a:lnTo>
                    <a:cubicBezTo>
                      <a:pt x="3893" y="783"/>
                      <a:pt x="3806" y="614"/>
                      <a:pt x="3735" y="446"/>
                    </a:cubicBezTo>
                    <a:cubicBezTo>
                      <a:pt x="3713" y="386"/>
                      <a:pt x="3675" y="337"/>
                      <a:pt x="3632" y="299"/>
                    </a:cubicBezTo>
                    <a:cubicBezTo>
                      <a:pt x="3577" y="256"/>
                      <a:pt x="3550" y="196"/>
                      <a:pt x="3496" y="152"/>
                    </a:cubicBezTo>
                    <a:cubicBezTo>
                      <a:pt x="3371" y="71"/>
                      <a:pt x="3229" y="17"/>
                      <a:pt x="30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20"/>
              <p:cNvSpPr/>
              <p:nvPr/>
            </p:nvSpPr>
            <p:spPr>
              <a:xfrm>
                <a:off x="5429425" y="3318525"/>
                <a:ext cx="19325" cy="22100"/>
              </a:xfrm>
              <a:custGeom>
                <a:rect b="b" l="l" r="r" t="t"/>
                <a:pathLst>
                  <a:path extrusionOk="0" h="884" w="773">
                    <a:moveTo>
                      <a:pt x="331" y="0"/>
                    </a:moveTo>
                    <a:cubicBezTo>
                      <a:pt x="285" y="0"/>
                      <a:pt x="233" y="28"/>
                      <a:pt x="202" y="55"/>
                    </a:cubicBezTo>
                    <a:cubicBezTo>
                      <a:pt x="131" y="131"/>
                      <a:pt x="88" y="224"/>
                      <a:pt x="66" y="327"/>
                    </a:cubicBezTo>
                    <a:cubicBezTo>
                      <a:pt x="1" y="582"/>
                      <a:pt x="99" y="822"/>
                      <a:pt x="376" y="876"/>
                    </a:cubicBezTo>
                    <a:cubicBezTo>
                      <a:pt x="399" y="881"/>
                      <a:pt x="423" y="884"/>
                      <a:pt x="447" y="884"/>
                    </a:cubicBezTo>
                    <a:cubicBezTo>
                      <a:pt x="544" y="884"/>
                      <a:pt x="640" y="839"/>
                      <a:pt x="696" y="756"/>
                    </a:cubicBezTo>
                    <a:cubicBezTo>
                      <a:pt x="762" y="664"/>
                      <a:pt x="773" y="539"/>
                      <a:pt x="724" y="436"/>
                    </a:cubicBezTo>
                    <a:lnTo>
                      <a:pt x="729" y="430"/>
                    </a:lnTo>
                    <a:cubicBezTo>
                      <a:pt x="701" y="365"/>
                      <a:pt x="657" y="276"/>
                      <a:pt x="580" y="276"/>
                    </a:cubicBezTo>
                    <a:cubicBezTo>
                      <a:pt x="567" y="276"/>
                      <a:pt x="554" y="278"/>
                      <a:pt x="539" y="283"/>
                    </a:cubicBezTo>
                    <a:cubicBezTo>
                      <a:pt x="463" y="316"/>
                      <a:pt x="365" y="414"/>
                      <a:pt x="392" y="501"/>
                    </a:cubicBezTo>
                    <a:cubicBezTo>
                      <a:pt x="396" y="519"/>
                      <a:pt x="407" y="528"/>
                      <a:pt x="421" y="528"/>
                    </a:cubicBezTo>
                    <a:cubicBezTo>
                      <a:pt x="427" y="528"/>
                      <a:pt x="434" y="526"/>
                      <a:pt x="441" y="523"/>
                    </a:cubicBezTo>
                    <a:cubicBezTo>
                      <a:pt x="484" y="495"/>
                      <a:pt x="523" y="457"/>
                      <a:pt x="566" y="425"/>
                    </a:cubicBezTo>
                    <a:lnTo>
                      <a:pt x="571" y="425"/>
                    </a:lnTo>
                    <a:cubicBezTo>
                      <a:pt x="577" y="436"/>
                      <a:pt x="582" y="446"/>
                      <a:pt x="588" y="457"/>
                    </a:cubicBezTo>
                    <a:cubicBezTo>
                      <a:pt x="599" y="485"/>
                      <a:pt x="610" y="512"/>
                      <a:pt x="615" y="544"/>
                    </a:cubicBezTo>
                    <a:cubicBezTo>
                      <a:pt x="639" y="676"/>
                      <a:pt x="547" y="730"/>
                      <a:pt x="445" y="730"/>
                    </a:cubicBezTo>
                    <a:cubicBezTo>
                      <a:pt x="386" y="730"/>
                      <a:pt x="324" y="712"/>
                      <a:pt x="278" y="680"/>
                    </a:cubicBezTo>
                    <a:cubicBezTo>
                      <a:pt x="147" y="593"/>
                      <a:pt x="186" y="430"/>
                      <a:pt x="224" y="311"/>
                    </a:cubicBezTo>
                    <a:cubicBezTo>
                      <a:pt x="240" y="251"/>
                      <a:pt x="262" y="196"/>
                      <a:pt x="289" y="148"/>
                    </a:cubicBezTo>
                    <a:cubicBezTo>
                      <a:pt x="321" y="93"/>
                      <a:pt x="359" y="82"/>
                      <a:pt x="398" y="50"/>
                    </a:cubicBezTo>
                    <a:cubicBezTo>
                      <a:pt x="403" y="44"/>
                      <a:pt x="403" y="39"/>
                      <a:pt x="398" y="33"/>
                    </a:cubicBezTo>
                    <a:cubicBezTo>
                      <a:pt x="382" y="9"/>
                      <a:pt x="357" y="0"/>
                      <a:pt x="3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20"/>
              <p:cNvSpPr/>
              <p:nvPr/>
            </p:nvSpPr>
            <p:spPr>
              <a:xfrm>
                <a:off x="5443700" y="3314025"/>
                <a:ext cx="22450" cy="15425"/>
              </a:xfrm>
              <a:custGeom>
                <a:rect b="b" l="l" r="r" t="t"/>
                <a:pathLst>
                  <a:path extrusionOk="0" h="617" w="898">
                    <a:moveTo>
                      <a:pt x="59" y="1"/>
                    </a:moveTo>
                    <a:cubicBezTo>
                      <a:pt x="47" y="1"/>
                      <a:pt x="34" y="4"/>
                      <a:pt x="22" y="12"/>
                    </a:cubicBezTo>
                    <a:cubicBezTo>
                      <a:pt x="0" y="23"/>
                      <a:pt x="0" y="45"/>
                      <a:pt x="11" y="61"/>
                    </a:cubicBezTo>
                    <a:cubicBezTo>
                      <a:pt x="77" y="126"/>
                      <a:pt x="98" y="224"/>
                      <a:pt x="147" y="300"/>
                    </a:cubicBezTo>
                    <a:cubicBezTo>
                      <a:pt x="185" y="349"/>
                      <a:pt x="229" y="393"/>
                      <a:pt x="261" y="447"/>
                    </a:cubicBezTo>
                    <a:cubicBezTo>
                      <a:pt x="289" y="491"/>
                      <a:pt x="316" y="529"/>
                      <a:pt x="343" y="567"/>
                    </a:cubicBezTo>
                    <a:cubicBezTo>
                      <a:pt x="376" y="602"/>
                      <a:pt x="410" y="617"/>
                      <a:pt x="444" y="617"/>
                    </a:cubicBezTo>
                    <a:cubicBezTo>
                      <a:pt x="577" y="617"/>
                      <a:pt x="712" y="398"/>
                      <a:pt x="816" y="355"/>
                    </a:cubicBezTo>
                    <a:cubicBezTo>
                      <a:pt x="897" y="328"/>
                      <a:pt x="881" y="208"/>
                      <a:pt x="794" y="208"/>
                    </a:cubicBezTo>
                    <a:lnTo>
                      <a:pt x="794" y="203"/>
                    </a:lnTo>
                    <a:cubicBezTo>
                      <a:pt x="791" y="202"/>
                      <a:pt x="789" y="202"/>
                      <a:pt x="786" y="202"/>
                    </a:cubicBezTo>
                    <a:cubicBezTo>
                      <a:pt x="698" y="202"/>
                      <a:pt x="640" y="286"/>
                      <a:pt x="582" y="338"/>
                    </a:cubicBezTo>
                    <a:cubicBezTo>
                      <a:pt x="550" y="365"/>
                      <a:pt x="468" y="447"/>
                      <a:pt x="448" y="447"/>
                    </a:cubicBezTo>
                    <a:cubicBezTo>
                      <a:pt x="447" y="447"/>
                      <a:pt x="447" y="447"/>
                      <a:pt x="446" y="447"/>
                    </a:cubicBezTo>
                    <a:cubicBezTo>
                      <a:pt x="419" y="436"/>
                      <a:pt x="381" y="349"/>
                      <a:pt x="359" y="328"/>
                    </a:cubicBezTo>
                    <a:cubicBezTo>
                      <a:pt x="294" y="241"/>
                      <a:pt x="234" y="148"/>
                      <a:pt x="164" y="67"/>
                    </a:cubicBezTo>
                    <a:cubicBezTo>
                      <a:pt x="139" y="34"/>
                      <a:pt x="99"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0"/>
              <p:cNvSpPr/>
              <p:nvPr/>
            </p:nvSpPr>
            <p:spPr>
              <a:xfrm>
                <a:off x="5459400" y="3297875"/>
                <a:ext cx="17750" cy="19675"/>
              </a:xfrm>
              <a:custGeom>
                <a:rect b="b" l="l" r="r" t="t"/>
                <a:pathLst>
                  <a:path extrusionOk="0" h="787" w="710">
                    <a:moveTo>
                      <a:pt x="419" y="0"/>
                    </a:moveTo>
                    <a:cubicBezTo>
                      <a:pt x="402" y="0"/>
                      <a:pt x="385" y="6"/>
                      <a:pt x="367" y="17"/>
                    </a:cubicBezTo>
                    <a:cubicBezTo>
                      <a:pt x="351" y="22"/>
                      <a:pt x="345" y="39"/>
                      <a:pt x="351" y="55"/>
                    </a:cubicBezTo>
                    <a:cubicBezTo>
                      <a:pt x="367" y="93"/>
                      <a:pt x="389" y="126"/>
                      <a:pt x="411" y="164"/>
                    </a:cubicBezTo>
                    <a:cubicBezTo>
                      <a:pt x="438" y="202"/>
                      <a:pt x="449" y="245"/>
                      <a:pt x="471" y="283"/>
                    </a:cubicBezTo>
                    <a:cubicBezTo>
                      <a:pt x="519" y="354"/>
                      <a:pt x="563" y="392"/>
                      <a:pt x="547" y="490"/>
                    </a:cubicBezTo>
                    <a:cubicBezTo>
                      <a:pt x="541" y="539"/>
                      <a:pt x="519" y="588"/>
                      <a:pt x="487" y="626"/>
                    </a:cubicBezTo>
                    <a:cubicBezTo>
                      <a:pt x="471" y="639"/>
                      <a:pt x="448" y="645"/>
                      <a:pt x="422" y="645"/>
                    </a:cubicBezTo>
                    <a:cubicBezTo>
                      <a:pt x="344" y="645"/>
                      <a:pt x="240" y="592"/>
                      <a:pt x="215" y="539"/>
                    </a:cubicBezTo>
                    <a:cubicBezTo>
                      <a:pt x="199" y="490"/>
                      <a:pt x="172" y="446"/>
                      <a:pt x="150" y="403"/>
                    </a:cubicBezTo>
                    <a:cubicBezTo>
                      <a:pt x="117" y="348"/>
                      <a:pt x="52" y="310"/>
                      <a:pt x="30" y="256"/>
                    </a:cubicBezTo>
                    <a:cubicBezTo>
                      <a:pt x="27" y="248"/>
                      <a:pt x="19" y="244"/>
                      <a:pt x="13" y="244"/>
                    </a:cubicBezTo>
                    <a:cubicBezTo>
                      <a:pt x="6" y="244"/>
                      <a:pt x="0" y="248"/>
                      <a:pt x="3" y="256"/>
                    </a:cubicBezTo>
                    <a:cubicBezTo>
                      <a:pt x="14" y="343"/>
                      <a:pt x="36" y="435"/>
                      <a:pt x="68" y="522"/>
                    </a:cubicBezTo>
                    <a:cubicBezTo>
                      <a:pt x="79" y="582"/>
                      <a:pt x="112" y="642"/>
                      <a:pt x="150" y="685"/>
                    </a:cubicBezTo>
                    <a:cubicBezTo>
                      <a:pt x="214" y="743"/>
                      <a:pt x="324" y="786"/>
                      <a:pt x="425" y="786"/>
                    </a:cubicBezTo>
                    <a:cubicBezTo>
                      <a:pt x="485" y="786"/>
                      <a:pt x="542" y="771"/>
                      <a:pt x="585" y="734"/>
                    </a:cubicBezTo>
                    <a:cubicBezTo>
                      <a:pt x="628" y="685"/>
                      <a:pt x="661" y="620"/>
                      <a:pt x="677" y="555"/>
                    </a:cubicBezTo>
                    <a:cubicBezTo>
                      <a:pt x="710" y="473"/>
                      <a:pt x="704" y="376"/>
                      <a:pt x="661" y="299"/>
                    </a:cubicBezTo>
                    <a:lnTo>
                      <a:pt x="661" y="305"/>
                    </a:lnTo>
                    <a:cubicBezTo>
                      <a:pt x="628" y="256"/>
                      <a:pt x="590" y="218"/>
                      <a:pt x="568" y="174"/>
                    </a:cubicBezTo>
                    <a:cubicBezTo>
                      <a:pt x="552" y="136"/>
                      <a:pt x="536" y="104"/>
                      <a:pt x="519" y="71"/>
                    </a:cubicBezTo>
                    <a:cubicBezTo>
                      <a:pt x="493" y="29"/>
                      <a:pt x="458" y="0"/>
                      <a:pt x="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0"/>
              <p:cNvSpPr/>
              <p:nvPr/>
            </p:nvSpPr>
            <p:spPr>
              <a:xfrm>
                <a:off x="5474275" y="3287225"/>
                <a:ext cx="20550" cy="20775"/>
              </a:xfrm>
              <a:custGeom>
                <a:rect b="b" l="l" r="r" t="t"/>
                <a:pathLst>
                  <a:path extrusionOk="0" h="831" w="822">
                    <a:moveTo>
                      <a:pt x="291" y="0"/>
                    </a:moveTo>
                    <a:cubicBezTo>
                      <a:pt x="279" y="0"/>
                      <a:pt x="268" y="2"/>
                      <a:pt x="256" y="8"/>
                    </a:cubicBezTo>
                    <a:cubicBezTo>
                      <a:pt x="218" y="30"/>
                      <a:pt x="185" y="51"/>
                      <a:pt x="158" y="84"/>
                    </a:cubicBezTo>
                    <a:cubicBezTo>
                      <a:pt x="98" y="133"/>
                      <a:pt x="49" y="193"/>
                      <a:pt x="22" y="263"/>
                    </a:cubicBezTo>
                    <a:cubicBezTo>
                      <a:pt x="1" y="345"/>
                      <a:pt x="49" y="421"/>
                      <a:pt x="82" y="492"/>
                    </a:cubicBezTo>
                    <a:cubicBezTo>
                      <a:pt x="93" y="513"/>
                      <a:pt x="104" y="535"/>
                      <a:pt x="115" y="557"/>
                    </a:cubicBezTo>
                    <a:cubicBezTo>
                      <a:pt x="115" y="562"/>
                      <a:pt x="115" y="573"/>
                      <a:pt x="120" y="579"/>
                    </a:cubicBezTo>
                    <a:cubicBezTo>
                      <a:pt x="120" y="584"/>
                      <a:pt x="131" y="595"/>
                      <a:pt x="136" y="595"/>
                    </a:cubicBezTo>
                    <a:cubicBezTo>
                      <a:pt x="158" y="639"/>
                      <a:pt x="180" y="671"/>
                      <a:pt x="213" y="709"/>
                    </a:cubicBezTo>
                    <a:cubicBezTo>
                      <a:pt x="275" y="785"/>
                      <a:pt x="348" y="831"/>
                      <a:pt x="426" y="831"/>
                    </a:cubicBezTo>
                    <a:cubicBezTo>
                      <a:pt x="476" y="831"/>
                      <a:pt x="529" y="812"/>
                      <a:pt x="582" y="769"/>
                    </a:cubicBezTo>
                    <a:cubicBezTo>
                      <a:pt x="620" y="736"/>
                      <a:pt x="647" y="698"/>
                      <a:pt x="691" y="666"/>
                    </a:cubicBezTo>
                    <a:cubicBezTo>
                      <a:pt x="729" y="628"/>
                      <a:pt x="751" y="622"/>
                      <a:pt x="778" y="595"/>
                    </a:cubicBezTo>
                    <a:cubicBezTo>
                      <a:pt x="821" y="557"/>
                      <a:pt x="821" y="481"/>
                      <a:pt x="778" y="443"/>
                    </a:cubicBezTo>
                    <a:lnTo>
                      <a:pt x="783" y="443"/>
                    </a:lnTo>
                    <a:cubicBezTo>
                      <a:pt x="773" y="435"/>
                      <a:pt x="762" y="431"/>
                      <a:pt x="751" y="431"/>
                    </a:cubicBezTo>
                    <a:cubicBezTo>
                      <a:pt x="739" y="431"/>
                      <a:pt x="727" y="437"/>
                      <a:pt x="718" y="448"/>
                    </a:cubicBezTo>
                    <a:cubicBezTo>
                      <a:pt x="680" y="513"/>
                      <a:pt x="588" y="562"/>
                      <a:pt x="539" y="617"/>
                    </a:cubicBezTo>
                    <a:cubicBezTo>
                      <a:pt x="508" y="648"/>
                      <a:pt x="470" y="689"/>
                      <a:pt x="427" y="689"/>
                    </a:cubicBezTo>
                    <a:cubicBezTo>
                      <a:pt x="418" y="689"/>
                      <a:pt x="408" y="687"/>
                      <a:pt x="397" y="682"/>
                    </a:cubicBezTo>
                    <a:cubicBezTo>
                      <a:pt x="348" y="649"/>
                      <a:pt x="310" y="611"/>
                      <a:pt x="283" y="562"/>
                    </a:cubicBezTo>
                    <a:lnTo>
                      <a:pt x="316" y="546"/>
                    </a:lnTo>
                    <a:cubicBezTo>
                      <a:pt x="348" y="530"/>
                      <a:pt x="381" y="513"/>
                      <a:pt x="408" y="492"/>
                    </a:cubicBezTo>
                    <a:cubicBezTo>
                      <a:pt x="479" y="443"/>
                      <a:pt x="577" y="378"/>
                      <a:pt x="555" y="280"/>
                    </a:cubicBezTo>
                    <a:cubicBezTo>
                      <a:pt x="545" y="242"/>
                      <a:pt x="512" y="221"/>
                      <a:pt x="479" y="221"/>
                    </a:cubicBezTo>
                    <a:cubicBezTo>
                      <a:pt x="460" y="221"/>
                      <a:pt x="440" y="228"/>
                      <a:pt x="425" y="242"/>
                    </a:cubicBezTo>
                    <a:cubicBezTo>
                      <a:pt x="376" y="296"/>
                      <a:pt x="321" y="345"/>
                      <a:pt x="256" y="388"/>
                    </a:cubicBezTo>
                    <a:cubicBezTo>
                      <a:pt x="240" y="399"/>
                      <a:pt x="218" y="410"/>
                      <a:pt x="202" y="421"/>
                    </a:cubicBezTo>
                    <a:cubicBezTo>
                      <a:pt x="174" y="367"/>
                      <a:pt x="153" y="307"/>
                      <a:pt x="180" y="269"/>
                    </a:cubicBezTo>
                    <a:cubicBezTo>
                      <a:pt x="213" y="225"/>
                      <a:pt x="251" y="182"/>
                      <a:pt x="289" y="138"/>
                    </a:cubicBezTo>
                    <a:cubicBezTo>
                      <a:pt x="310" y="111"/>
                      <a:pt x="343" y="46"/>
                      <a:pt x="370" y="30"/>
                    </a:cubicBezTo>
                    <a:cubicBezTo>
                      <a:pt x="385" y="20"/>
                      <a:pt x="378" y="2"/>
                      <a:pt x="361" y="2"/>
                    </a:cubicBezTo>
                    <a:cubicBezTo>
                      <a:pt x="358" y="2"/>
                      <a:pt x="356" y="2"/>
                      <a:pt x="354" y="3"/>
                    </a:cubicBezTo>
                    <a:cubicBezTo>
                      <a:pt x="349" y="3"/>
                      <a:pt x="344" y="4"/>
                      <a:pt x="339" y="4"/>
                    </a:cubicBezTo>
                    <a:cubicBezTo>
                      <a:pt x="323" y="4"/>
                      <a:pt x="307"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20"/>
              <p:cNvSpPr/>
              <p:nvPr/>
            </p:nvSpPr>
            <p:spPr>
              <a:xfrm>
                <a:off x="5455850" y="3365275"/>
                <a:ext cx="4050" cy="9000"/>
              </a:xfrm>
              <a:custGeom>
                <a:rect b="b" l="l" r="r" t="t"/>
                <a:pathLst>
                  <a:path extrusionOk="0" h="360" w="162">
                    <a:moveTo>
                      <a:pt x="53" y="1"/>
                    </a:moveTo>
                    <a:cubicBezTo>
                      <a:pt x="24" y="1"/>
                      <a:pt x="0" y="37"/>
                      <a:pt x="25" y="66"/>
                    </a:cubicBezTo>
                    <a:cubicBezTo>
                      <a:pt x="31" y="77"/>
                      <a:pt x="25" y="104"/>
                      <a:pt x="25" y="115"/>
                    </a:cubicBezTo>
                    <a:cubicBezTo>
                      <a:pt x="25" y="131"/>
                      <a:pt x="31" y="153"/>
                      <a:pt x="42" y="169"/>
                    </a:cubicBezTo>
                    <a:cubicBezTo>
                      <a:pt x="58" y="218"/>
                      <a:pt x="42" y="272"/>
                      <a:pt x="53" y="321"/>
                    </a:cubicBezTo>
                    <a:cubicBezTo>
                      <a:pt x="58" y="343"/>
                      <a:pt x="80" y="359"/>
                      <a:pt x="107" y="359"/>
                    </a:cubicBezTo>
                    <a:cubicBezTo>
                      <a:pt x="134" y="359"/>
                      <a:pt x="161" y="338"/>
                      <a:pt x="161" y="305"/>
                    </a:cubicBezTo>
                    <a:cubicBezTo>
                      <a:pt x="161" y="289"/>
                      <a:pt x="156" y="272"/>
                      <a:pt x="156" y="256"/>
                    </a:cubicBezTo>
                    <a:lnTo>
                      <a:pt x="150" y="251"/>
                    </a:lnTo>
                    <a:lnTo>
                      <a:pt x="150" y="185"/>
                    </a:lnTo>
                    <a:cubicBezTo>
                      <a:pt x="140" y="153"/>
                      <a:pt x="129" y="126"/>
                      <a:pt x="118" y="99"/>
                    </a:cubicBezTo>
                    <a:cubicBezTo>
                      <a:pt x="112" y="60"/>
                      <a:pt x="112" y="39"/>
                      <a:pt x="80" y="12"/>
                    </a:cubicBezTo>
                    <a:cubicBezTo>
                      <a:pt x="71" y="4"/>
                      <a:pt x="62"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20"/>
              <p:cNvSpPr/>
              <p:nvPr/>
            </p:nvSpPr>
            <p:spPr>
              <a:xfrm>
                <a:off x="5459875" y="3362050"/>
                <a:ext cx="4100" cy="9700"/>
              </a:xfrm>
              <a:custGeom>
                <a:rect b="b" l="l" r="r" t="t"/>
                <a:pathLst>
                  <a:path extrusionOk="0" h="388" w="164">
                    <a:moveTo>
                      <a:pt x="70" y="0"/>
                    </a:moveTo>
                    <a:cubicBezTo>
                      <a:pt x="57" y="0"/>
                      <a:pt x="43" y="5"/>
                      <a:pt x="33" y="16"/>
                    </a:cubicBezTo>
                    <a:lnTo>
                      <a:pt x="17" y="32"/>
                    </a:lnTo>
                    <a:cubicBezTo>
                      <a:pt x="0" y="48"/>
                      <a:pt x="0" y="81"/>
                      <a:pt x="17" y="97"/>
                    </a:cubicBezTo>
                    <a:cubicBezTo>
                      <a:pt x="17" y="119"/>
                      <a:pt x="17" y="141"/>
                      <a:pt x="17" y="157"/>
                    </a:cubicBezTo>
                    <a:cubicBezTo>
                      <a:pt x="28" y="189"/>
                      <a:pt x="33" y="217"/>
                      <a:pt x="38" y="249"/>
                    </a:cubicBezTo>
                    <a:cubicBezTo>
                      <a:pt x="28" y="298"/>
                      <a:pt x="44" y="353"/>
                      <a:pt x="87" y="380"/>
                    </a:cubicBezTo>
                    <a:cubicBezTo>
                      <a:pt x="93" y="385"/>
                      <a:pt x="101" y="388"/>
                      <a:pt x="110" y="388"/>
                    </a:cubicBezTo>
                    <a:cubicBezTo>
                      <a:pt x="119" y="388"/>
                      <a:pt x="128" y="385"/>
                      <a:pt x="136" y="380"/>
                    </a:cubicBezTo>
                    <a:cubicBezTo>
                      <a:pt x="142" y="380"/>
                      <a:pt x="147" y="374"/>
                      <a:pt x="147" y="374"/>
                    </a:cubicBezTo>
                    <a:cubicBezTo>
                      <a:pt x="158" y="369"/>
                      <a:pt x="163" y="353"/>
                      <a:pt x="163" y="342"/>
                    </a:cubicBezTo>
                    <a:cubicBezTo>
                      <a:pt x="153" y="304"/>
                      <a:pt x="153" y="266"/>
                      <a:pt x="158" y="228"/>
                    </a:cubicBezTo>
                    <a:cubicBezTo>
                      <a:pt x="153" y="200"/>
                      <a:pt x="142" y="173"/>
                      <a:pt x="136" y="146"/>
                    </a:cubicBezTo>
                    <a:cubicBezTo>
                      <a:pt x="125" y="108"/>
                      <a:pt x="136" y="75"/>
                      <a:pt x="120" y="37"/>
                    </a:cubicBezTo>
                    <a:cubicBezTo>
                      <a:pt x="113" y="14"/>
                      <a:pt x="92" y="0"/>
                      <a:pt x="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0"/>
              <p:cNvSpPr/>
              <p:nvPr/>
            </p:nvSpPr>
            <p:spPr>
              <a:xfrm>
                <a:off x="5464900" y="3357225"/>
                <a:ext cx="5325" cy="10000"/>
              </a:xfrm>
              <a:custGeom>
                <a:rect b="b" l="l" r="r" t="t"/>
                <a:pathLst>
                  <a:path extrusionOk="0" h="400" w="213">
                    <a:moveTo>
                      <a:pt x="132" y="1"/>
                    </a:moveTo>
                    <a:cubicBezTo>
                      <a:pt x="125" y="1"/>
                      <a:pt x="117" y="3"/>
                      <a:pt x="109" y="7"/>
                    </a:cubicBezTo>
                    <a:cubicBezTo>
                      <a:pt x="82" y="18"/>
                      <a:pt x="71" y="45"/>
                      <a:pt x="71" y="73"/>
                    </a:cubicBezTo>
                    <a:cubicBezTo>
                      <a:pt x="71" y="89"/>
                      <a:pt x="77" y="100"/>
                      <a:pt x="87" y="105"/>
                    </a:cubicBezTo>
                    <a:cubicBezTo>
                      <a:pt x="71" y="209"/>
                      <a:pt x="0" y="361"/>
                      <a:pt x="125" y="399"/>
                    </a:cubicBezTo>
                    <a:cubicBezTo>
                      <a:pt x="128" y="399"/>
                      <a:pt x="131" y="400"/>
                      <a:pt x="134" y="400"/>
                    </a:cubicBezTo>
                    <a:cubicBezTo>
                      <a:pt x="159" y="400"/>
                      <a:pt x="185" y="379"/>
                      <a:pt x="185" y="350"/>
                    </a:cubicBezTo>
                    <a:cubicBezTo>
                      <a:pt x="185" y="344"/>
                      <a:pt x="185" y="339"/>
                      <a:pt x="185" y="339"/>
                    </a:cubicBezTo>
                    <a:lnTo>
                      <a:pt x="180" y="339"/>
                    </a:lnTo>
                    <a:lnTo>
                      <a:pt x="180" y="334"/>
                    </a:lnTo>
                    <a:cubicBezTo>
                      <a:pt x="153" y="230"/>
                      <a:pt x="212" y="132"/>
                      <a:pt x="174" y="35"/>
                    </a:cubicBezTo>
                    <a:cubicBezTo>
                      <a:pt x="170" y="15"/>
                      <a:pt x="152"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0"/>
              <p:cNvSpPr/>
              <p:nvPr/>
            </p:nvSpPr>
            <p:spPr>
              <a:xfrm>
                <a:off x="5471275" y="3354625"/>
                <a:ext cx="3975" cy="7675"/>
              </a:xfrm>
              <a:custGeom>
                <a:rect b="b" l="l" r="r" t="t"/>
                <a:pathLst>
                  <a:path extrusionOk="0" h="307" w="159">
                    <a:moveTo>
                      <a:pt x="97" y="1"/>
                    </a:moveTo>
                    <a:cubicBezTo>
                      <a:pt x="73" y="1"/>
                      <a:pt x="61" y="28"/>
                      <a:pt x="66" y="52"/>
                    </a:cubicBezTo>
                    <a:cubicBezTo>
                      <a:pt x="39" y="122"/>
                      <a:pt x="1" y="209"/>
                      <a:pt x="44" y="285"/>
                    </a:cubicBezTo>
                    <a:cubicBezTo>
                      <a:pt x="53" y="300"/>
                      <a:pt x="67" y="306"/>
                      <a:pt x="82" y="306"/>
                    </a:cubicBezTo>
                    <a:cubicBezTo>
                      <a:pt x="106" y="306"/>
                      <a:pt x="131" y="289"/>
                      <a:pt x="131" y="258"/>
                    </a:cubicBezTo>
                    <a:cubicBezTo>
                      <a:pt x="131" y="226"/>
                      <a:pt x="131" y="193"/>
                      <a:pt x="137" y="160"/>
                    </a:cubicBezTo>
                    <a:cubicBezTo>
                      <a:pt x="142" y="128"/>
                      <a:pt x="153" y="90"/>
                      <a:pt x="153" y="57"/>
                    </a:cubicBezTo>
                    <a:cubicBezTo>
                      <a:pt x="159" y="35"/>
                      <a:pt x="148" y="14"/>
                      <a:pt x="126" y="3"/>
                    </a:cubicBezTo>
                    <a:lnTo>
                      <a:pt x="110" y="3"/>
                    </a:lnTo>
                    <a:cubicBezTo>
                      <a:pt x="105" y="1"/>
                      <a:pt x="101" y="1"/>
                      <a:pt x="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20"/>
              <p:cNvSpPr/>
              <p:nvPr/>
            </p:nvSpPr>
            <p:spPr>
              <a:xfrm>
                <a:off x="5492475" y="3337900"/>
                <a:ext cx="3450" cy="7775"/>
              </a:xfrm>
              <a:custGeom>
                <a:rect b="b" l="l" r="r" t="t"/>
                <a:pathLst>
                  <a:path extrusionOk="0" h="311" w="138">
                    <a:moveTo>
                      <a:pt x="76" y="1"/>
                    </a:moveTo>
                    <a:cubicBezTo>
                      <a:pt x="67" y="1"/>
                      <a:pt x="59" y="3"/>
                      <a:pt x="50" y="9"/>
                    </a:cubicBezTo>
                    <a:cubicBezTo>
                      <a:pt x="23" y="41"/>
                      <a:pt x="6" y="85"/>
                      <a:pt x="6" y="128"/>
                    </a:cubicBezTo>
                    <a:cubicBezTo>
                      <a:pt x="1" y="177"/>
                      <a:pt x="1" y="226"/>
                      <a:pt x="17" y="269"/>
                    </a:cubicBezTo>
                    <a:cubicBezTo>
                      <a:pt x="23" y="297"/>
                      <a:pt x="44" y="310"/>
                      <a:pt x="66" y="310"/>
                    </a:cubicBezTo>
                    <a:cubicBezTo>
                      <a:pt x="88" y="310"/>
                      <a:pt x="110" y="297"/>
                      <a:pt x="115" y="269"/>
                    </a:cubicBezTo>
                    <a:cubicBezTo>
                      <a:pt x="121" y="237"/>
                      <a:pt x="121" y="199"/>
                      <a:pt x="115" y="166"/>
                    </a:cubicBezTo>
                    <a:cubicBezTo>
                      <a:pt x="115" y="144"/>
                      <a:pt x="104" y="95"/>
                      <a:pt x="121" y="79"/>
                    </a:cubicBezTo>
                    <a:lnTo>
                      <a:pt x="121" y="74"/>
                    </a:lnTo>
                    <a:cubicBezTo>
                      <a:pt x="138" y="39"/>
                      <a:pt x="110"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20"/>
              <p:cNvSpPr/>
              <p:nvPr/>
            </p:nvSpPr>
            <p:spPr>
              <a:xfrm>
                <a:off x="5497375" y="3334700"/>
                <a:ext cx="5050" cy="6800"/>
              </a:xfrm>
              <a:custGeom>
                <a:rect b="b" l="l" r="r" t="t"/>
                <a:pathLst>
                  <a:path extrusionOk="0" h="272" w="202">
                    <a:moveTo>
                      <a:pt x="139" y="0"/>
                    </a:moveTo>
                    <a:cubicBezTo>
                      <a:pt x="105" y="0"/>
                      <a:pt x="78" y="30"/>
                      <a:pt x="88" y="60"/>
                    </a:cubicBezTo>
                    <a:cubicBezTo>
                      <a:pt x="55" y="120"/>
                      <a:pt x="1" y="191"/>
                      <a:pt x="39" y="251"/>
                    </a:cubicBezTo>
                    <a:cubicBezTo>
                      <a:pt x="46" y="262"/>
                      <a:pt x="60" y="271"/>
                      <a:pt x="75" y="271"/>
                    </a:cubicBezTo>
                    <a:cubicBezTo>
                      <a:pt x="81" y="271"/>
                      <a:pt x="87" y="270"/>
                      <a:pt x="93" y="267"/>
                    </a:cubicBezTo>
                    <a:cubicBezTo>
                      <a:pt x="120" y="240"/>
                      <a:pt x="137" y="207"/>
                      <a:pt x="153" y="175"/>
                    </a:cubicBezTo>
                    <a:cubicBezTo>
                      <a:pt x="169" y="142"/>
                      <a:pt x="180" y="104"/>
                      <a:pt x="191" y="66"/>
                    </a:cubicBezTo>
                    <a:cubicBezTo>
                      <a:pt x="202" y="39"/>
                      <a:pt x="185" y="11"/>
                      <a:pt x="158" y="6"/>
                    </a:cubicBezTo>
                    <a:lnTo>
                      <a:pt x="158" y="1"/>
                    </a:lnTo>
                    <a:lnTo>
                      <a:pt x="147" y="1"/>
                    </a:lnTo>
                    <a:cubicBezTo>
                      <a:pt x="145" y="0"/>
                      <a:pt x="142"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20"/>
              <p:cNvSpPr/>
              <p:nvPr/>
            </p:nvSpPr>
            <p:spPr>
              <a:xfrm>
                <a:off x="5504850" y="3332575"/>
                <a:ext cx="3425" cy="5300"/>
              </a:xfrm>
              <a:custGeom>
                <a:rect b="b" l="l" r="r" t="t"/>
                <a:pathLst>
                  <a:path extrusionOk="0" h="212" w="137">
                    <a:moveTo>
                      <a:pt x="49" y="1"/>
                    </a:moveTo>
                    <a:cubicBezTo>
                      <a:pt x="28" y="1"/>
                      <a:pt x="10" y="15"/>
                      <a:pt x="6" y="37"/>
                    </a:cubicBezTo>
                    <a:cubicBezTo>
                      <a:pt x="1" y="58"/>
                      <a:pt x="6" y="75"/>
                      <a:pt x="22" y="91"/>
                    </a:cubicBezTo>
                    <a:lnTo>
                      <a:pt x="17" y="102"/>
                    </a:lnTo>
                    <a:cubicBezTo>
                      <a:pt x="17" y="113"/>
                      <a:pt x="11" y="124"/>
                      <a:pt x="11" y="135"/>
                    </a:cubicBezTo>
                    <a:cubicBezTo>
                      <a:pt x="11" y="145"/>
                      <a:pt x="11" y="156"/>
                      <a:pt x="11" y="167"/>
                    </a:cubicBezTo>
                    <a:lnTo>
                      <a:pt x="11" y="178"/>
                    </a:lnTo>
                    <a:cubicBezTo>
                      <a:pt x="18" y="199"/>
                      <a:pt x="37" y="211"/>
                      <a:pt x="56" y="211"/>
                    </a:cubicBezTo>
                    <a:cubicBezTo>
                      <a:pt x="67" y="211"/>
                      <a:pt x="78" y="207"/>
                      <a:pt x="88" y="200"/>
                    </a:cubicBezTo>
                    <a:lnTo>
                      <a:pt x="98" y="189"/>
                    </a:lnTo>
                    <a:lnTo>
                      <a:pt x="104" y="178"/>
                    </a:lnTo>
                    <a:cubicBezTo>
                      <a:pt x="109" y="167"/>
                      <a:pt x="115" y="156"/>
                      <a:pt x="115" y="151"/>
                    </a:cubicBezTo>
                    <a:cubicBezTo>
                      <a:pt x="120" y="129"/>
                      <a:pt x="126" y="113"/>
                      <a:pt x="131" y="96"/>
                    </a:cubicBezTo>
                    <a:cubicBezTo>
                      <a:pt x="136" y="53"/>
                      <a:pt x="109" y="10"/>
                      <a:pt x="66" y="4"/>
                    </a:cubicBezTo>
                    <a:cubicBezTo>
                      <a:pt x="60" y="2"/>
                      <a:pt x="54"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20"/>
              <p:cNvSpPr/>
              <p:nvPr/>
            </p:nvSpPr>
            <p:spPr>
              <a:xfrm>
                <a:off x="5538500" y="3262975"/>
                <a:ext cx="3250" cy="6400"/>
              </a:xfrm>
              <a:custGeom>
                <a:rect b="b" l="l" r="r" t="t"/>
                <a:pathLst>
                  <a:path extrusionOk="0" h="256" w="130">
                    <a:moveTo>
                      <a:pt x="40" y="0"/>
                    </a:moveTo>
                    <a:cubicBezTo>
                      <a:pt x="19" y="0"/>
                      <a:pt x="0" y="14"/>
                      <a:pt x="3" y="43"/>
                    </a:cubicBezTo>
                    <a:cubicBezTo>
                      <a:pt x="3" y="81"/>
                      <a:pt x="14" y="114"/>
                      <a:pt x="19" y="152"/>
                    </a:cubicBezTo>
                    <a:cubicBezTo>
                      <a:pt x="19" y="179"/>
                      <a:pt x="30" y="212"/>
                      <a:pt x="41" y="233"/>
                    </a:cubicBezTo>
                    <a:cubicBezTo>
                      <a:pt x="50" y="248"/>
                      <a:pt x="64" y="255"/>
                      <a:pt x="78" y="255"/>
                    </a:cubicBezTo>
                    <a:cubicBezTo>
                      <a:pt x="104" y="255"/>
                      <a:pt x="129" y="232"/>
                      <a:pt x="122" y="201"/>
                    </a:cubicBezTo>
                    <a:cubicBezTo>
                      <a:pt x="106" y="152"/>
                      <a:pt x="95" y="97"/>
                      <a:pt x="84" y="43"/>
                    </a:cubicBezTo>
                    <a:cubicBezTo>
                      <a:pt x="84" y="15"/>
                      <a:pt x="61" y="0"/>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0"/>
              <p:cNvSpPr/>
              <p:nvPr/>
            </p:nvSpPr>
            <p:spPr>
              <a:xfrm>
                <a:off x="5543050" y="3259900"/>
                <a:ext cx="3150" cy="7875"/>
              </a:xfrm>
              <a:custGeom>
                <a:rect b="b" l="l" r="r" t="t"/>
                <a:pathLst>
                  <a:path extrusionOk="0" h="315" w="126">
                    <a:moveTo>
                      <a:pt x="43" y="1"/>
                    </a:moveTo>
                    <a:cubicBezTo>
                      <a:pt x="21" y="1"/>
                      <a:pt x="0" y="14"/>
                      <a:pt x="0" y="41"/>
                    </a:cubicBezTo>
                    <a:cubicBezTo>
                      <a:pt x="5" y="90"/>
                      <a:pt x="16" y="128"/>
                      <a:pt x="16" y="171"/>
                    </a:cubicBezTo>
                    <a:cubicBezTo>
                      <a:pt x="11" y="215"/>
                      <a:pt x="22" y="258"/>
                      <a:pt x="38" y="302"/>
                    </a:cubicBezTo>
                    <a:cubicBezTo>
                      <a:pt x="44" y="310"/>
                      <a:pt x="53" y="314"/>
                      <a:pt x="63" y="314"/>
                    </a:cubicBezTo>
                    <a:cubicBezTo>
                      <a:pt x="73" y="314"/>
                      <a:pt x="84" y="310"/>
                      <a:pt x="92" y="302"/>
                    </a:cubicBezTo>
                    <a:cubicBezTo>
                      <a:pt x="125" y="215"/>
                      <a:pt x="120" y="117"/>
                      <a:pt x="87" y="30"/>
                    </a:cubicBezTo>
                    <a:cubicBezTo>
                      <a:pt x="80" y="10"/>
                      <a:pt x="61" y="1"/>
                      <a:pt x="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0"/>
              <p:cNvSpPr/>
              <p:nvPr/>
            </p:nvSpPr>
            <p:spPr>
              <a:xfrm>
                <a:off x="5529575" y="3284225"/>
                <a:ext cx="3150" cy="6225"/>
              </a:xfrm>
              <a:custGeom>
                <a:rect b="b" l="l" r="r" t="t"/>
                <a:pathLst>
                  <a:path extrusionOk="0" h="249" w="126">
                    <a:moveTo>
                      <a:pt x="55" y="0"/>
                    </a:moveTo>
                    <a:cubicBezTo>
                      <a:pt x="34" y="0"/>
                      <a:pt x="12" y="14"/>
                      <a:pt x="12" y="41"/>
                    </a:cubicBezTo>
                    <a:cubicBezTo>
                      <a:pt x="1" y="101"/>
                      <a:pt x="1" y="155"/>
                      <a:pt x="12" y="215"/>
                    </a:cubicBezTo>
                    <a:cubicBezTo>
                      <a:pt x="21" y="234"/>
                      <a:pt x="43" y="249"/>
                      <a:pt x="63" y="249"/>
                    </a:cubicBezTo>
                    <a:cubicBezTo>
                      <a:pt x="66" y="249"/>
                      <a:pt x="69" y="248"/>
                      <a:pt x="72" y="248"/>
                    </a:cubicBezTo>
                    <a:lnTo>
                      <a:pt x="82" y="248"/>
                    </a:lnTo>
                    <a:cubicBezTo>
                      <a:pt x="110" y="242"/>
                      <a:pt x="126" y="204"/>
                      <a:pt x="110" y="182"/>
                    </a:cubicBezTo>
                    <a:lnTo>
                      <a:pt x="104" y="177"/>
                    </a:lnTo>
                    <a:cubicBezTo>
                      <a:pt x="99" y="133"/>
                      <a:pt x="104" y="84"/>
                      <a:pt x="99" y="41"/>
                    </a:cubicBezTo>
                    <a:cubicBezTo>
                      <a:pt x="99" y="14"/>
                      <a:pt x="77" y="0"/>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0"/>
              <p:cNvSpPr/>
              <p:nvPr/>
            </p:nvSpPr>
            <p:spPr>
              <a:xfrm>
                <a:off x="5532975" y="3283750"/>
                <a:ext cx="2875" cy="4475"/>
              </a:xfrm>
              <a:custGeom>
                <a:rect b="b" l="l" r="r" t="t"/>
                <a:pathLst>
                  <a:path extrusionOk="0" h="179" w="115">
                    <a:moveTo>
                      <a:pt x="44" y="0"/>
                    </a:moveTo>
                    <a:cubicBezTo>
                      <a:pt x="23" y="0"/>
                      <a:pt x="6" y="17"/>
                      <a:pt x="1" y="38"/>
                    </a:cubicBezTo>
                    <a:cubicBezTo>
                      <a:pt x="1" y="55"/>
                      <a:pt x="6" y="71"/>
                      <a:pt x="17" y="76"/>
                    </a:cubicBezTo>
                    <a:cubicBezTo>
                      <a:pt x="17" y="114"/>
                      <a:pt x="12" y="152"/>
                      <a:pt x="44" y="174"/>
                    </a:cubicBezTo>
                    <a:cubicBezTo>
                      <a:pt x="50" y="177"/>
                      <a:pt x="57" y="178"/>
                      <a:pt x="63" y="178"/>
                    </a:cubicBezTo>
                    <a:cubicBezTo>
                      <a:pt x="69" y="178"/>
                      <a:pt x="74" y="177"/>
                      <a:pt x="77" y="174"/>
                    </a:cubicBezTo>
                    <a:cubicBezTo>
                      <a:pt x="99" y="158"/>
                      <a:pt x="110" y="131"/>
                      <a:pt x="110" y="103"/>
                    </a:cubicBezTo>
                    <a:cubicBezTo>
                      <a:pt x="115" y="76"/>
                      <a:pt x="110" y="55"/>
                      <a:pt x="99" y="27"/>
                    </a:cubicBezTo>
                    <a:cubicBezTo>
                      <a:pt x="88" y="11"/>
                      <a:pt x="77" y="0"/>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0"/>
              <p:cNvSpPr/>
              <p:nvPr/>
            </p:nvSpPr>
            <p:spPr>
              <a:xfrm>
                <a:off x="5447900" y="3264150"/>
                <a:ext cx="27350" cy="16700"/>
              </a:xfrm>
              <a:custGeom>
                <a:rect b="b" l="l" r="r" t="t"/>
                <a:pathLst>
                  <a:path extrusionOk="0" h="668" w="1094">
                    <a:moveTo>
                      <a:pt x="834" y="0"/>
                    </a:moveTo>
                    <a:cubicBezTo>
                      <a:pt x="832" y="0"/>
                      <a:pt x="829" y="1"/>
                      <a:pt x="827" y="1"/>
                    </a:cubicBezTo>
                    <a:cubicBezTo>
                      <a:pt x="713" y="72"/>
                      <a:pt x="588" y="137"/>
                      <a:pt x="458" y="192"/>
                    </a:cubicBezTo>
                    <a:cubicBezTo>
                      <a:pt x="387" y="224"/>
                      <a:pt x="322" y="262"/>
                      <a:pt x="256" y="311"/>
                    </a:cubicBezTo>
                    <a:cubicBezTo>
                      <a:pt x="186" y="360"/>
                      <a:pt x="1" y="480"/>
                      <a:pt x="39" y="594"/>
                    </a:cubicBezTo>
                    <a:cubicBezTo>
                      <a:pt x="57" y="647"/>
                      <a:pt x="98" y="667"/>
                      <a:pt x="149" y="667"/>
                    </a:cubicBezTo>
                    <a:cubicBezTo>
                      <a:pt x="269" y="667"/>
                      <a:pt x="444" y="558"/>
                      <a:pt x="501" y="523"/>
                    </a:cubicBezTo>
                    <a:cubicBezTo>
                      <a:pt x="626" y="458"/>
                      <a:pt x="751" y="377"/>
                      <a:pt x="871" y="295"/>
                    </a:cubicBezTo>
                    <a:cubicBezTo>
                      <a:pt x="958" y="235"/>
                      <a:pt x="1056" y="170"/>
                      <a:pt x="1094" y="61"/>
                    </a:cubicBezTo>
                    <a:cubicBezTo>
                      <a:pt x="1094" y="50"/>
                      <a:pt x="1094" y="39"/>
                      <a:pt x="1083" y="39"/>
                    </a:cubicBezTo>
                    <a:lnTo>
                      <a:pt x="1083" y="45"/>
                    </a:lnTo>
                    <a:lnTo>
                      <a:pt x="1050" y="12"/>
                    </a:lnTo>
                    <a:cubicBezTo>
                      <a:pt x="1048" y="5"/>
                      <a:pt x="1043" y="2"/>
                      <a:pt x="1037" y="2"/>
                    </a:cubicBezTo>
                    <a:cubicBezTo>
                      <a:pt x="1030" y="2"/>
                      <a:pt x="1023" y="8"/>
                      <a:pt x="1023" y="18"/>
                    </a:cubicBezTo>
                    <a:cubicBezTo>
                      <a:pt x="1023" y="34"/>
                      <a:pt x="1045" y="56"/>
                      <a:pt x="1045" y="67"/>
                    </a:cubicBezTo>
                    <a:cubicBezTo>
                      <a:pt x="1045" y="99"/>
                      <a:pt x="985" y="159"/>
                      <a:pt x="963" y="181"/>
                    </a:cubicBezTo>
                    <a:cubicBezTo>
                      <a:pt x="876" y="251"/>
                      <a:pt x="778" y="317"/>
                      <a:pt x="680" y="371"/>
                    </a:cubicBezTo>
                    <a:cubicBezTo>
                      <a:pt x="588" y="436"/>
                      <a:pt x="485" y="491"/>
                      <a:pt x="387" y="545"/>
                    </a:cubicBezTo>
                    <a:cubicBezTo>
                      <a:pt x="333" y="578"/>
                      <a:pt x="273" y="599"/>
                      <a:pt x="213" y="616"/>
                    </a:cubicBezTo>
                    <a:cubicBezTo>
                      <a:pt x="202" y="617"/>
                      <a:pt x="190" y="618"/>
                      <a:pt x="180" y="618"/>
                    </a:cubicBezTo>
                    <a:cubicBezTo>
                      <a:pt x="124" y="618"/>
                      <a:pt x="81" y="593"/>
                      <a:pt x="99" y="534"/>
                    </a:cubicBezTo>
                    <a:cubicBezTo>
                      <a:pt x="142" y="436"/>
                      <a:pt x="273" y="349"/>
                      <a:pt x="360" y="290"/>
                    </a:cubicBezTo>
                    <a:cubicBezTo>
                      <a:pt x="430" y="241"/>
                      <a:pt x="507" y="208"/>
                      <a:pt x="583" y="165"/>
                    </a:cubicBezTo>
                    <a:cubicBezTo>
                      <a:pt x="670" y="121"/>
                      <a:pt x="757" y="72"/>
                      <a:pt x="844" y="18"/>
                    </a:cubicBezTo>
                    <a:cubicBezTo>
                      <a:pt x="853" y="13"/>
                      <a:pt x="846"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20"/>
              <p:cNvSpPr/>
              <p:nvPr/>
            </p:nvSpPr>
            <p:spPr>
              <a:xfrm>
                <a:off x="5421150" y="3291350"/>
                <a:ext cx="13050" cy="10500"/>
              </a:xfrm>
              <a:custGeom>
                <a:rect b="b" l="l" r="r" t="t"/>
                <a:pathLst>
                  <a:path extrusionOk="0" h="420" w="522">
                    <a:moveTo>
                      <a:pt x="429" y="0"/>
                    </a:moveTo>
                    <a:cubicBezTo>
                      <a:pt x="428" y="0"/>
                      <a:pt x="426" y="0"/>
                      <a:pt x="424" y="1"/>
                    </a:cubicBezTo>
                    <a:cubicBezTo>
                      <a:pt x="299" y="22"/>
                      <a:pt x="0" y="207"/>
                      <a:pt x="109" y="365"/>
                    </a:cubicBezTo>
                    <a:cubicBezTo>
                      <a:pt x="135" y="404"/>
                      <a:pt x="173" y="419"/>
                      <a:pt x="214" y="419"/>
                    </a:cubicBezTo>
                    <a:cubicBezTo>
                      <a:pt x="259" y="419"/>
                      <a:pt x="306" y="401"/>
                      <a:pt x="343" y="376"/>
                    </a:cubicBezTo>
                    <a:cubicBezTo>
                      <a:pt x="419" y="332"/>
                      <a:pt x="522" y="240"/>
                      <a:pt x="506" y="158"/>
                    </a:cubicBezTo>
                    <a:cubicBezTo>
                      <a:pt x="506" y="147"/>
                      <a:pt x="498" y="141"/>
                      <a:pt x="490" y="141"/>
                    </a:cubicBezTo>
                    <a:cubicBezTo>
                      <a:pt x="483" y="141"/>
                      <a:pt x="476" y="145"/>
                      <a:pt x="473" y="153"/>
                    </a:cubicBezTo>
                    <a:cubicBezTo>
                      <a:pt x="435" y="213"/>
                      <a:pt x="392" y="267"/>
                      <a:pt x="337" y="316"/>
                    </a:cubicBezTo>
                    <a:cubicBezTo>
                      <a:pt x="308" y="332"/>
                      <a:pt x="252" y="359"/>
                      <a:pt x="208" y="359"/>
                    </a:cubicBezTo>
                    <a:cubicBezTo>
                      <a:pt x="176" y="359"/>
                      <a:pt x="151" y="345"/>
                      <a:pt x="147" y="305"/>
                    </a:cubicBezTo>
                    <a:cubicBezTo>
                      <a:pt x="136" y="234"/>
                      <a:pt x="218" y="175"/>
                      <a:pt x="261" y="136"/>
                    </a:cubicBezTo>
                    <a:cubicBezTo>
                      <a:pt x="310" y="93"/>
                      <a:pt x="370" y="60"/>
                      <a:pt x="435" y="39"/>
                    </a:cubicBezTo>
                    <a:cubicBezTo>
                      <a:pt x="460" y="34"/>
                      <a:pt x="453" y="0"/>
                      <a:pt x="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3" name="Google Shape;5163;p120"/>
          <p:cNvGrpSpPr/>
          <p:nvPr/>
        </p:nvGrpSpPr>
        <p:grpSpPr>
          <a:xfrm>
            <a:off x="747785" y="2791524"/>
            <a:ext cx="7609823" cy="340305"/>
            <a:chOff x="780998" y="2793984"/>
            <a:chExt cx="7609823" cy="340305"/>
          </a:xfrm>
        </p:grpSpPr>
        <p:grpSp>
          <p:nvGrpSpPr>
            <p:cNvPr id="5164" name="Google Shape;5164;p120"/>
            <p:cNvGrpSpPr/>
            <p:nvPr/>
          </p:nvGrpSpPr>
          <p:grpSpPr>
            <a:xfrm>
              <a:off x="780998" y="2859961"/>
              <a:ext cx="259885" cy="274327"/>
              <a:chOff x="3082125" y="3636575"/>
              <a:chExt cx="166625" cy="174475"/>
            </a:xfrm>
          </p:grpSpPr>
          <p:sp>
            <p:nvSpPr>
              <p:cNvPr id="5165" name="Google Shape;5165;p120"/>
              <p:cNvSpPr/>
              <p:nvPr/>
            </p:nvSpPr>
            <p:spPr>
              <a:xfrm>
                <a:off x="3143200" y="3736575"/>
                <a:ext cx="43050" cy="11200"/>
              </a:xfrm>
              <a:custGeom>
                <a:rect b="b" l="l" r="r" t="t"/>
                <a:pathLst>
                  <a:path extrusionOk="0" h="448" w="1722">
                    <a:moveTo>
                      <a:pt x="1619" y="1"/>
                    </a:moveTo>
                    <a:cubicBezTo>
                      <a:pt x="1583" y="1"/>
                      <a:pt x="1547" y="13"/>
                      <a:pt x="1514" y="37"/>
                    </a:cubicBezTo>
                    <a:cubicBezTo>
                      <a:pt x="1491" y="27"/>
                      <a:pt x="1466" y="23"/>
                      <a:pt x="1441" y="23"/>
                    </a:cubicBezTo>
                    <a:cubicBezTo>
                      <a:pt x="1399" y="23"/>
                      <a:pt x="1357" y="37"/>
                      <a:pt x="1319" y="65"/>
                    </a:cubicBezTo>
                    <a:cubicBezTo>
                      <a:pt x="1281" y="81"/>
                      <a:pt x="1243" y="108"/>
                      <a:pt x="1205" y="141"/>
                    </a:cubicBezTo>
                    <a:lnTo>
                      <a:pt x="1031" y="141"/>
                    </a:lnTo>
                    <a:cubicBezTo>
                      <a:pt x="1023" y="139"/>
                      <a:pt x="1017" y="138"/>
                      <a:pt x="1010" y="138"/>
                    </a:cubicBezTo>
                    <a:cubicBezTo>
                      <a:pt x="997" y="138"/>
                      <a:pt x="985" y="141"/>
                      <a:pt x="971" y="141"/>
                    </a:cubicBezTo>
                    <a:lnTo>
                      <a:pt x="965" y="141"/>
                    </a:lnTo>
                    <a:cubicBezTo>
                      <a:pt x="917" y="141"/>
                      <a:pt x="868" y="162"/>
                      <a:pt x="835" y="200"/>
                    </a:cubicBezTo>
                    <a:cubicBezTo>
                      <a:pt x="835" y="200"/>
                      <a:pt x="830" y="206"/>
                      <a:pt x="830" y="206"/>
                    </a:cubicBezTo>
                    <a:cubicBezTo>
                      <a:pt x="726" y="200"/>
                      <a:pt x="623" y="195"/>
                      <a:pt x="525" y="184"/>
                    </a:cubicBezTo>
                    <a:cubicBezTo>
                      <a:pt x="465" y="184"/>
                      <a:pt x="406" y="168"/>
                      <a:pt x="351" y="146"/>
                    </a:cubicBezTo>
                    <a:cubicBezTo>
                      <a:pt x="297" y="119"/>
                      <a:pt x="237" y="113"/>
                      <a:pt x="199" y="70"/>
                    </a:cubicBezTo>
                    <a:cubicBezTo>
                      <a:pt x="178" y="48"/>
                      <a:pt x="154" y="38"/>
                      <a:pt x="131" y="38"/>
                    </a:cubicBezTo>
                    <a:cubicBezTo>
                      <a:pt x="63" y="38"/>
                      <a:pt x="1" y="118"/>
                      <a:pt x="41" y="195"/>
                    </a:cubicBezTo>
                    <a:cubicBezTo>
                      <a:pt x="63" y="233"/>
                      <a:pt x="96" y="266"/>
                      <a:pt x="134" y="287"/>
                    </a:cubicBezTo>
                    <a:cubicBezTo>
                      <a:pt x="161" y="304"/>
                      <a:pt x="188" y="315"/>
                      <a:pt x="210" y="331"/>
                    </a:cubicBezTo>
                    <a:cubicBezTo>
                      <a:pt x="219" y="337"/>
                      <a:pt x="229" y="340"/>
                      <a:pt x="239" y="340"/>
                    </a:cubicBezTo>
                    <a:cubicBezTo>
                      <a:pt x="245" y="340"/>
                      <a:pt x="252" y="339"/>
                      <a:pt x="259" y="336"/>
                    </a:cubicBezTo>
                    <a:cubicBezTo>
                      <a:pt x="308" y="363"/>
                      <a:pt x="362" y="380"/>
                      <a:pt x="416" y="391"/>
                    </a:cubicBezTo>
                    <a:cubicBezTo>
                      <a:pt x="503" y="407"/>
                      <a:pt x="590" y="402"/>
                      <a:pt x="677" y="412"/>
                    </a:cubicBezTo>
                    <a:cubicBezTo>
                      <a:pt x="764" y="423"/>
                      <a:pt x="851" y="440"/>
                      <a:pt x="938" y="445"/>
                    </a:cubicBezTo>
                    <a:cubicBezTo>
                      <a:pt x="962" y="446"/>
                      <a:pt x="985" y="447"/>
                      <a:pt x="1008" y="447"/>
                    </a:cubicBezTo>
                    <a:cubicBezTo>
                      <a:pt x="1072" y="447"/>
                      <a:pt x="1136" y="442"/>
                      <a:pt x="1199" y="434"/>
                    </a:cubicBezTo>
                    <a:cubicBezTo>
                      <a:pt x="1264" y="434"/>
                      <a:pt x="1330" y="429"/>
                      <a:pt x="1395" y="418"/>
                    </a:cubicBezTo>
                    <a:cubicBezTo>
                      <a:pt x="1482" y="380"/>
                      <a:pt x="1558" y="336"/>
                      <a:pt x="1629" y="277"/>
                    </a:cubicBezTo>
                    <a:cubicBezTo>
                      <a:pt x="1667" y="249"/>
                      <a:pt x="1699" y="206"/>
                      <a:pt x="1710" y="162"/>
                    </a:cubicBezTo>
                    <a:cubicBezTo>
                      <a:pt x="1716" y="146"/>
                      <a:pt x="1721" y="130"/>
                      <a:pt x="1721" y="108"/>
                    </a:cubicBezTo>
                    <a:cubicBezTo>
                      <a:pt x="1721" y="97"/>
                      <a:pt x="1721" y="81"/>
                      <a:pt x="1716" y="70"/>
                    </a:cubicBezTo>
                    <a:lnTo>
                      <a:pt x="1716" y="75"/>
                    </a:lnTo>
                    <a:cubicBezTo>
                      <a:pt x="1716" y="43"/>
                      <a:pt x="1688" y="16"/>
                      <a:pt x="1656" y="5"/>
                    </a:cubicBezTo>
                    <a:cubicBezTo>
                      <a:pt x="1644" y="2"/>
                      <a:pt x="1631" y="1"/>
                      <a:pt x="1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20"/>
              <p:cNvSpPr/>
              <p:nvPr/>
            </p:nvSpPr>
            <p:spPr>
              <a:xfrm>
                <a:off x="3139200" y="3718800"/>
                <a:ext cx="11425" cy="10625"/>
              </a:xfrm>
              <a:custGeom>
                <a:rect b="b" l="l" r="r" t="t"/>
                <a:pathLst>
                  <a:path extrusionOk="0" h="425" w="457">
                    <a:moveTo>
                      <a:pt x="196" y="1"/>
                    </a:moveTo>
                    <a:cubicBezTo>
                      <a:pt x="180" y="1"/>
                      <a:pt x="163" y="4"/>
                      <a:pt x="147" y="9"/>
                    </a:cubicBezTo>
                    <a:lnTo>
                      <a:pt x="136" y="14"/>
                    </a:lnTo>
                    <a:cubicBezTo>
                      <a:pt x="109" y="20"/>
                      <a:pt x="87" y="31"/>
                      <a:pt x="65" y="47"/>
                    </a:cubicBezTo>
                    <a:cubicBezTo>
                      <a:pt x="44" y="69"/>
                      <a:pt x="33" y="96"/>
                      <a:pt x="27" y="123"/>
                    </a:cubicBezTo>
                    <a:cubicBezTo>
                      <a:pt x="0" y="178"/>
                      <a:pt x="0" y="237"/>
                      <a:pt x="27" y="292"/>
                    </a:cubicBezTo>
                    <a:cubicBezTo>
                      <a:pt x="42" y="369"/>
                      <a:pt x="108" y="425"/>
                      <a:pt x="184" y="425"/>
                    </a:cubicBezTo>
                    <a:cubicBezTo>
                      <a:pt x="193" y="425"/>
                      <a:pt x="203" y="424"/>
                      <a:pt x="212" y="422"/>
                    </a:cubicBezTo>
                    <a:lnTo>
                      <a:pt x="223" y="422"/>
                    </a:lnTo>
                    <a:cubicBezTo>
                      <a:pt x="230" y="423"/>
                      <a:pt x="236" y="424"/>
                      <a:pt x="243" y="424"/>
                    </a:cubicBezTo>
                    <a:cubicBezTo>
                      <a:pt x="274" y="424"/>
                      <a:pt x="305" y="413"/>
                      <a:pt x="332" y="395"/>
                    </a:cubicBezTo>
                    <a:cubicBezTo>
                      <a:pt x="419" y="341"/>
                      <a:pt x="457" y="237"/>
                      <a:pt x="435" y="140"/>
                    </a:cubicBezTo>
                    <a:lnTo>
                      <a:pt x="430" y="134"/>
                    </a:lnTo>
                    <a:cubicBezTo>
                      <a:pt x="410" y="60"/>
                      <a:pt x="340" y="8"/>
                      <a:pt x="266" y="8"/>
                    </a:cubicBezTo>
                    <a:cubicBezTo>
                      <a:pt x="259" y="8"/>
                      <a:pt x="252" y="8"/>
                      <a:pt x="245" y="9"/>
                    </a:cubicBezTo>
                    <a:cubicBezTo>
                      <a:pt x="229" y="4"/>
                      <a:pt x="212"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20"/>
              <p:cNvSpPr/>
              <p:nvPr/>
            </p:nvSpPr>
            <p:spPr>
              <a:xfrm>
                <a:off x="3180375" y="3718000"/>
                <a:ext cx="11425" cy="9925"/>
              </a:xfrm>
              <a:custGeom>
                <a:rect b="b" l="l" r="r" t="t"/>
                <a:pathLst>
                  <a:path extrusionOk="0" h="397" w="457">
                    <a:moveTo>
                      <a:pt x="232" y="1"/>
                    </a:moveTo>
                    <a:cubicBezTo>
                      <a:pt x="211" y="1"/>
                      <a:pt x="190" y="5"/>
                      <a:pt x="169" y="14"/>
                    </a:cubicBezTo>
                    <a:cubicBezTo>
                      <a:pt x="162" y="13"/>
                      <a:pt x="155" y="12"/>
                      <a:pt x="149" y="12"/>
                    </a:cubicBezTo>
                    <a:cubicBezTo>
                      <a:pt x="91" y="12"/>
                      <a:pt x="37" y="53"/>
                      <a:pt x="22" y="112"/>
                    </a:cubicBezTo>
                    <a:cubicBezTo>
                      <a:pt x="0" y="188"/>
                      <a:pt x="17" y="269"/>
                      <a:pt x="66" y="335"/>
                    </a:cubicBezTo>
                    <a:cubicBezTo>
                      <a:pt x="104" y="376"/>
                      <a:pt x="157" y="396"/>
                      <a:pt x="212" y="396"/>
                    </a:cubicBezTo>
                    <a:cubicBezTo>
                      <a:pt x="258" y="396"/>
                      <a:pt x="305" y="381"/>
                      <a:pt x="343" y="351"/>
                    </a:cubicBezTo>
                    <a:cubicBezTo>
                      <a:pt x="457" y="253"/>
                      <a:pt x="424" y="63"/>
                      <a:pt x="283" y="8"/>
                    </a:cubicBezTo>
                    <a:cubicBezTo>
                      <a:pt x="266" y="4"/>
                      <a:pt x="249" y="1"/>
                      <a:pt x="2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0"/>
              <p:cNvSpPr/>
              <p:nvPr/>
            </p:nvSpPr>
            <p:spPr>
              <a:xfrm>
                <a:off x="3158750" y="3721975"/>
                <a:ext cx="16075" cy="7325"/>
              </a:xfrm>
              <a:custGeom>
                <a:rect b="b" l="l" r="r" t="t"/>
                <a:pathLst>
                  <a:path extrusionOk="0" h="293" w="643">
                    <a:moveTo>
                      <a:pt x="540" y="1"/>
                    </a:moveTo>
                    <a:cubicBezTo>
                      <a:pt x="482" y="1"/>
                      <a:pt x="461" y="85"/>
                      <a:pt x="523" y="110"/>
                    </a:cubicBezTo>
                    <a:cubicBezTo>
                      <a:pt x="517" y="108"/>
                      <a:pt x="512" y="107"/>
                      <a:pt x="509" y="107"/>
                    </a:cubicBezTo>
                    <a:cubicBezTo>
                      <a:pt x="497" y="107"/>
                      <a:pt x="498" y="121"/>
                      <a:pt x="485" y="138"/>
                    </a:cubicBezTo>
                    <a:cubicBezTo>
                      <a:pt x="479" y="148"/>
                      <a:pt x="463" y="159"/>
                      <a:pt x="452" y="165"/>
                    </a:cubicBezTo>
                    <a:cubicBezTo>
                      <a:pt x="411" y="181"/>
                      <a:pt x="369" y="188"/>
                      <a:pt x="328" y="188"/>
                    </a:cubicBezTo>
                    <a:cubicBezTo>
                      <a:pt x="315" y="188"/>
                      <a:pt x="302" y="188"/>
                      <a:pt x="289" y="186"/>
                    </a:cubicBezTo>
                    <a:cubicBezTo>
                      <a:pt x="279" y="188"/>
                      <a:pt x="269" y="189"/>
                      <a:pt x="258" y="189"/>
                    </a:cubicBezTo>
                    <a:cubicBezTo>
                      <a:pt x="231" y="189"/>
                      <a:pt x="203" y="184"/>
                      <a:pt x="175" y="176"/>
                    </a:cubicBezTo>
                    <a:cubicBezTo>
                      <a:pt x="159" y="165"/>
                      <a:pt x="137" y="148"/>
                      <a:pt x="121" y="127"/>
                    </a:cubicBezTo>
                    <a:cubicBezTo>
                      <a:pt x="99" y="89"/>
                      <a:pt x="115" y="72"/>
                      <a:pt x="131" y="40"/>
                    </a:cubicBezTo>
                    <a:cubicBezTo>
                      <a:pt x="140" y="27"/>
                      <a:pt x="129" y="14"/>
                      <a:pt x="116" y="14"/>
                    </a:cubicBezTo>
                    <a:cubicBezTo>
                      <a:pt x="112" y="14"/>
                      <a:pt x="108" y="16"/>
                      <a:pt x="104" y="18"/>
                    </a:cubicBezTo>
                    <a:cubicBezTo>
                      <a:pt x="34" y="83"/>
                      <a:pt x="1" y="154"/>
                      <a:pt x="83" y="235"/>
                    </a:cubicBezTo>
                    <a:cubicBezTo>
                      <a:pt x="130" y="283"/>
                      <a:pt x="202" y="293"/>
                      <a:pt x="274" y="293"/>
                    </a:cubicBezTo>
                    <a:cubicBezTo>
                      <a:pt x="301" y="293"/>
                      <a:pt x="329" y="291"/>
                      <a:pt x="354" y="290"/>
                    </a:cubicBezTo>
                    <a:cubicBezTo>
                      <a:pt x="359" y="290"/>
                      <a:pt x="364" y="290"/>
                      <a:pt x="368" y="290"/>
                    </a:cubicBezTo>
                    <a:cubicBezTo>
                      <a:pt x="455" y="290"/>
                      <a:pt x="536" y="242"/>
                      <a:pt x="583" y="170"/>
                    </a:cubicBezTo>
                    <a:cubicBezTo>
                      <a:pt x="621" y="116"/>
                      <a:pt x="642" y="23"/>
                      <a:pt x="550" y="2"/>
                    </a:cubicBezTo>
                    <a:cubicBezTo>
                      <a:pt x="546" y="1"/>
                      <a:pt x="543"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0"/>
              <p:cNvSpPr/>
              <p:nvPr/>
            </p:nvSpPr>
            <p:spPr>
              <a:xfrm>
                <a:off x="3141400" y="3734050"/>
                <a:ext cx="46325" cy="22525"/>
              </a:xfrm>
              <a:custGeom>
                <a:rect b="b" l="l" r="r" t="t"/>
                <a:pathLst>
                  <a:path extrusionOk="0" h="901" w="1853">
                    <a:moveTo>
                      <a:pt x="1722" y="133"/>
                    </a:moveTo>
                    <a:lnTo>
                      <a:pt x="1722" y="133"/>
                    </a:lnTo>
                    <a:cubicBezTo>
                      <a:pt x="1717" y="160"/>
                      <a:pt x="1711" y="187"/>
                      <a:pt x="1706" y="220"/>
                    </a:cubicBezTo>
                    <a:cubicBezTo>
                      <a:pt x="1701" y="285"/>
                      <a:pt x="1679" y="350"/>
                      <a:pt x="1646" y="416"/>
                    </a:cubicBezTo>
                    <a:cubicBezTo>
                      <a:pt x="1638" y="392"/>
                      <a:pt x="1613" y="377"/>
                      <a:pt x="1587" y="377"/>
                    </a:cubicBezTo>
                    <a:cubicBezTo>
                      <a:pt x="1578" y="377"/>
                      <a:pt x="1568" y="379"/>
                      <a:pt x="1559" y="383"/>
                    </a:cubicBezTo>
                    <a:cubicBezTo>
                      <a:pt x="1494" y="410"/>
                      <a:pt x="1423" y="426"/>
                      <a:pt x="1358" y="443"/>
                    </a:cubicBezTo>
                    <a:cubicBezTo>
                      <a:pt x="1298" y="464"/>
                      <a:pt x="1239" y="475"/>
                      <a:pt x="1179" y="475"/>
                    </a:cubicBezTo>
                    <a:cubicBezTo>
                      <a:pt x="1119" y="464"/>
                      <a:pt x="1054" y="459"/>
                      <a:pt x="994" y="454"/>
                    </a:cubicBezTo>
                    <a:cubicBezTo>
                      <a:pt x="923" y="454"/>
                      <a:pt x="853" y="464"/>
                      <a:pt x="777" y="464"/>
                    </a:cubicBezTo>
                    <a:cubicBezTo>
                      <a:pt x="706" y="464"/>
                      <a:pt x="635" y="448"/>
                      <a:pt x="570" y="426"/>
                    </a:cubicBezTo>
                    <a:cubicBezTo>
                      <a:pt x="494" y="405"/>
                      <a:pt x="423" y="416"/>
                      <a:pt x="347" y="399"/>
                    </a:cubicBezTo>
                    <a:cubicBezTo>
                      <a:pt x="287" y="383"/>
                      <a:pt x="228" y="350"/>
                      <a:pt x="184" y="307"/>
                    </a:cubicBezTo>
                    <a:cubicBezTo>
                      <a:pt x="151" y="280"/>
                      <a:pt x="124" y="247"/>
                      <a:pt x="102" y="214"/>
                    </a:cubicBezTo>
                    <a:cubicBezTo>
                      <a:pt x="92" y="198"/>
                      <a:pt x="86" y="182"/>
                      <a:pt x="70" y="171"/>
                    </a:cubicBezTo>
                    <a:lnTo>
                      <a:pt x="70" y="171"/>
                    </a:lnTo>
                    <a:cubicBezTo>
                      <a:pt x="119" y="187"/>
                      <a:pt x="168" y="198"/>
                      <a:pt x="217" y="220"/>
                    </a:cubicBezTo>
                    <a:cubicBezTo>
                      <a:pt x="276" y="252"/>
                      <a:pt x="342" y="269"/>
                      <a:pt x="407" y="280"/>
                    </a:cubicBezTo>
                    <a:cubicBezTo>
                      <a:pt x="586" y="307"/>
                      <a:pt x="766" y="285"/>
                      <a:pt x="940" y="307"/>
                    </a:cubicBezTo>
                    <a:cubicBezTo>
                      <a:pt x="975" y="312"/>
                      <a:pt x="1009" y="315"/>
                      <a:pt x="1042" y="315"/>
                    </a:cubicBezTo>
                    <a:cubicBezTo>
                      <a:pt x="1172" y="315"/>
                      <a:pt x="1289" y="278"/>
                      <a:pt x="1423" y="252"/>
                    </a:cubicBezTo>
                    <a:cubicBezTo>
                      <a:pt x="1505" y="231"/>
                      <a:pt x="1570" y="182"/>
                      <a:pt x="1646" y="155"/>
                    </a:cubicBezTo>
                    <a:cubicBezTo>
                      <a:pt x="1673" y="149"/>
                      <a:pt x="1695" y="138"/>
                      <a:pt x="1722" y="133"/>
                    </a:cubicBezTo>
                    <a:close/>
                    <a:moveTo>
                      <a:pt x="293" y="481"/>
                    </a:moveTo>
                    <a:cubicBezTo>
                      <a:pt x="325" y="492"/>
                      <a:pt x="358" y="497"/>
                      <a:pt x="391" y="508"/>
                    </a:cubicBezTo>
                    <a:lnTo>
                      <a:pt x="314" y="508"/>
                    </a:lnTo>
                    <a:lnTo>
                      <a:pt x="293" y="481"/>
                    </a:lnTo>
                    <a:close/>
                    <a:moveTo>
                      <a:pt x="1592" y="513"/>
                    </a:moveTo>
                    <a:lnTo>
                      <a:pt x="1586" y="519"/>
                    </a:lnTo>
                    <a:lnTo>
                      <a:pt x="1581" y="530"/>
                    </a:lnTo>
                    <a:cubicBezTo>
                      <a:pt x="1576" y="524"/>
                      <a:pt x="1576" y="524"/>
                      <a:pt x="1570" y="524"/>
                    </a:cubicBezTo>
                    <a:lnTo>
                      <a:pt x="1592" y="513"/>
                    </a:lnTo>
                    <a:close/>
                    <a:moveTo>
                      <a:pt x="1778" y="1"/>
                    </a:moveTo>
                    <a:cubicBezTo>
                      <a:pt x="1756" y="1"/>
                      <a:pt x="1733" y="10"/>
                      <a:pt x="1706" y="19"/>
                    </a:cubicBezTo>
                    <a:cubicBezTo>
                      <a:pt x="1630" y="46"/>
                      <a:pt x="1559" y="68"/>
                      <a:pt x="1483" y="106"/>
                    </a:cubicBezTo>
                    <a:cubicBezTo>
                      <a:pt x="1407" y="133"/>
                      <a:pt x="1320" y="155"/>
                      <a:pt x="1239" y="166"/>
                    </a:cubicBezTo>
                    <a:cubicBezTo>
                      <a:pt x="1175" y="184"/>
                      <a:pt x="1112" y="192"/>
                      <a:pt x="1051" y="192"/>
                    </a:cubicBezTo>
                    <a:cubicBezTo>
                      <a:pt x="1022" y="192"/>
                      <a:pt x="994" y="191"/>
                      <a:pt x="967" y="187"/>
                    </a:cubicBezTo>
                    <a:cubicBezTo>
                      <a:pt x="903" y="177"/>
                      <a:pt x="840" y="174"/>
                      <a:pt x="777" y="174"/>
                    </a:cubicBezTo>
                    <a:cubicBezTo>
                      <a:pt x="719" y="174"/>
                      <a:pt x="661" y="177"/>
                      <a:pt x="604" y="177"/>
                    </a:cubicBezTo>
                    <a:cubicBezTo>
                      <a:pt x="560" y="177"/>
                      <a:pt x="516" y="175"/>
                      <a:pt x="472" y="171"/>
                    </a:cubicBezTo>
                    <a:cubicBezTo>
                      <a:pt x="396" y="166"/>
                      <a:pt x="325" y="155"/>
                      <a:pt x="255" y="138"/>
                    </a:cubicBezTo>
                    <a:cubicBezTo>
                      <a:pt x="179" y="111"/>
                      <a:pt x="102" y="127"/>
                      <a:pt x="26" y="111"/>
                    </a:cubicBezTo>
                    <a:cubicBezTo>
                      <a:pt x="24" y="110"/>
                      <a:pt x="22" y="110"/>
                      <a:pt x="20" y="110"/>
                    </a:cubicBezTo>
                    <a:cubicBezTo>
                      <a:pt x="8" y="110"/>
                      <a:pt x="1" y="124"/>
                      <a:pt x="10" y="138"/>
                    </a:cubicBezTo>
                    <a:cubicBezTo>
                      <a:pt x="10" y="149"/>
                      <a:pt x="16" y="166"/>
                      <a:pt x="16" y="182"/>
                    </a:cubicBezTo>
                    <a:cubicBezTo>
                      <a:pt x="16" y="187"/>
                      <a:pt x="16" y="193"/>
                      <a:pt x="16" y="198"/>
                    </a:cubicBezTo>
                    <a:lnTo>
                      <a:pt x="16" y="214"/>
                    </a:lnTo>
                    <a:cubicBezTo>
                      <a:pt x="16" y="220"/>
                      <a:pt x="21" y="231"/>
                      <a:pt x="32" y="231"/>
                    </a:cubicBezTo>
                    <a:lnTo>
                      <a:pt x="37" y="247"/>
                    </a:lnTo>
                    <a:cubicBezTo>
                      <a:pt x="43" y="258"/>
                      <a:pt x="48" y="274"/>
                      <a:pt x="54" y="285"/>
                    </a:cubicBezTo>
                    <a:cubicBezTo>
                      <a:pt x="59" y="291"/>
                      <a:pt x="59" y="296"/>
                      <a:pt x="64" y="301"/>
                    </a:cubicBezTo>
                    <a:cubicBezTo>
                      <a:pt x="75" y="329"/>
                      <a:pt x="92" y="350"/>
                      <a:pt x="102" y="378"/>
                    </a:cubicBezTo>
                    <a:cubicBezTo>
                      <a:pt x="130" y="443"/>
                      <a:pt x="168" y="503"/>
                      <a:pt x="211" y="562"/>
                    </a:cubicBezTo>
                    <a:cubicBezTo>
                      <a:pt x="200" y="595"/>
                      <a:pt x="222" y="622"/>
                      <a:pt x="255" y="633"/>
                    </a:cubicBezTo>
                    <a:lnTo>
                      <a:pt x="271" y="638"/>
                    </a:lnTo>
                    <a:lnTo>
                      <a:pt x="287" y="660"/>
                    </a:lnTo>
                    <a:cubicBezTo>
                      <a:pt x="363" y="742"/>
                      <a:pt x="450" y="807"/>
                      <a:pt x="554" y="856"/>
                    </a:cubicBezTo>
                    <a:cubicBezTo>
                      <a:pt x="663" y="884"/>
                      <a:pt x="780" y="900"/>
                      <a:pt x="895" y="900"/>
                    </a:cubicBezTo>
                    <a:cubicBezTo>
                      <a:pt x="912" y="900"/>
                      <a:pt x="928" y="900"/>
                      <a:pt x="945" y="899"/>
                    </a:cubicBezTo>
                    <a:cubicBezTo>
                      <a:pt x="966" y="900"/>
                      <a:pt x="987" y="901"/>
                      <a:pt x="1008" y="901"/>
                    </a:cubicBezTo>
                    <a:cubicBezTo>
                      <a:pt x="1116" y="901"/>
                      <a:pt x="1222" y="889"/>
                      <a:pt x="1331" y="861"/>
                    </a:cubicBezTo>
                    <a:cubicBezTo>
                      <a:pt x="1374" y="845"/>
                      <a:pt x="1418" y="818"/>
                      <a:pt x="1456" y="780"/>
                    </a:cubicBezTo>
                    <a:cubicBezTo>
                      <a:pt x="1494" y="758"/>
                      <a:pt x="1532" y="731"/>
                      <a:pt x="1565" y="698"/>
                    </a:cubicBezTo>
                    <a:cubicBezTo>
                      <a:pt x="1652" y="606"/>
                      <a:pt x="1722" y="503"/>
                      <a:pt x="1777" y="388"/>
                    </a:cubicBezTo>
                    <a:cubicBezTo>
                      <a:pt x="1820" y="291"/>
                      <a:pt x="1809" y="182"/>
                      <a:pt x="1847" y="84"/>
                    </a:cubicBezTo>
                    <a:cubicBezTo>
                      <a:pt x="1853" y="73"/>
                      <a:pt x="1853" y="57"/>
                      <a:pt x="1842" y="46"/>
                    </a:cubicBezTo>
                    <a:cubicBezTo>
                      <a:pt x="1842" y="40"/>
                      <a:pt x="1836" y="30"/>
                      <a:pt x="1831" y="24"/>
                    </a:cubicBezTo>
                    <a:cubicBezTo>
                      <a:pt x="1814" y="7"/>
                      <a:pt x="1797" y="1"/>
                      <a:pt x="1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0"/>
              <p:cNvSpPr/>
              <p:nvPr/>
            </p:nvSpPr>
            <p:spPr>
              <a:xfrm>
                <a:off x="3082125" y="3636575"/>
                <a:ext cx="166625" cy="174475"/>
              </a:xfrm>
              <a:custGeom>
                <a:rect b="b" l="l" r="r" t="t"/>
                <a:pathLst>
                  <a:path extrusionOk="0" h="6979" w="6665">
                    <a:moveTo>
                      <a:pt x="3120" y="172"/>
                    </a:moveTo>
                    <a:cubicBezTo>
                      <a:pt x="3142" y="178"/>
                      <a:pt x="3164" y="183"/>
                      <a:pt x="3186" y="194"/>
                    </a:cubicBezTo>
                    <a:lnTo>
                      <a:pt x="3180" y="189"/>
                    </a:lnTo>
                    <a:lnTo>
                      <a:pt x="3180" y="189"/>
                    </a:lnTo>
                    <a:cubicBezTo>
                      <a:pt x="3349" y="254"/>
                      <a:pt x="3539" y="265"/>
                      <a:pt x="3702" y="346"/>
                    </a:cubicBezTo>
                    <a:cubicBezTo>
                      <a:pt x="3854" y="417"/>
                      <a:pt x="3990" y="520"/>
                      <a:pt x="4148" y="575"/>
                    </a:cubicBezTo>
                    <a:cubicBezTo>
                      <a:pt x="4311" y="635"/>
                      <a:pt x="4490" y="705"/>
                      <a:pt x="4653" y="781"/>
                    </a:cubicBezTo>
                    <a:cubicBezTo>
                      <a:pt x="4740" y="819"/>
                      <a:pt x="4827" y="857"/>
                      <a:pt x="4914" y="901"/>
                    </a:cubicBezTo>
                    <a:cubicBezTo>
                      <a:pt x="5007" y="933"/>
                      <a:pt x="5099" y="977"/>
                      <a:pt x="5186" y="1020"/>
                    </a:cubicBezTo>
                    <a:cubicBezTo>
                      <a:pt x="5251" y="1064"/>
                      <a:pt x="5316" y="1107"/>
                      <a:pt x="5387" y="1145"/>
                    </a:cubicBezTo>
                    <a:cubicBezTo>
                      <a:pt x="5469" y="1184"/>
                      <a:pt x="5545" y="1232"/>
                      <a:pt x="5632" y="1265"/>
                    </a:cubicBezTo>
                    <a:cubicBezTo>
                      <a:pt x="5713" y="1303"/>
                      <a:pt x="5806" y="1330"/>
                      <a:pt x="5893" y="1363"/>
                    </a:cubicBezTo>
                    <a:cubicBezTo>
                      <a:pt x="5974" y="1401"/>
                      <a:pt x="6050" y="1439"/>
                      <a:pt x="6137" y="1472"/>
                    </a:cubicBezTo>
                    <a:cubicBezTo>
                      <a:pt x="6175" y="1483"/>
                      <a:pt x="6202" y="1483"/>
                      <a:pt x="6202" y="1531"/>
                    </a:cubicBezTo>
                    <a:cubicBezTo>
                      <a:pt x="6202" y="1559"/>
                      <a:pt x="6197" y="1591"/>
                      <a:pt x="6192" y="1624"/>
                    </a:cubicBezTo>
                    <a:cubicBezTo>
                      <a:pt x="6181" y="1608"/>
                      <a:pt x="6164" y="1591"/>
                      <a:pt x="6148" y="1575"/>
                    </a:cubicBezTo>
                    <a:cubicBezTo>
                      <a:pt x="6099" y="1537"/>
                      <a:pt x="6050" y="1504"/>
                      <a:pt x="5990" y="1483"/>
                    </a:cubicBezTo>
                    <a:cubicBezTo>
                      <a:pt x="5860" y="1423"/>
                      <a:pt x="5724" y="1374"/>
                      <a:pt x="5583" y="1336"/>
                    </a:cubicBezTo>
                    <a:cubicBezTo>
                      <a:pt x="5518" y="1309"/>
                      <a:pt x="5447" y="1287"/>
                      <a:pt x="5382" y="1276"/>
                    </a:cubicBezTo>
                    <a:cubicBezTo>
                      <a:pt x="5316" y="1271"/>
                      <a:pt x="5251" y="1260"/>
                      <a:pt x="5191" y="1243"/>
                    </a:cubicBezTo>
                    <a:cubicBezTo>
                      <a:pt x="5072" y="1189"/>
                      <a:pt x="4947" y="1145"/>
                      <a:pt x="4822" y="1107"/>
                    </a:cubicBezTo>
                    <a:cubicBezTo>
                      <a:pt x="4664" y="1064"/>
                      <a:pt x="4506" y="993"/>
                      <a:pt x="4360" y="912"/>
                    </a:cubicBezTo>
                    <a:cubicBezTo>
                      <a:pt x="4229" y="841"/>
                      <a:pt x="4088" y="798"/>
                      <a:pt x="3963" y="721"/>
                    </a:cubicBezTo>
                    <a:cubicBezTo>
                      <a:pt x="3838" y="656"/>
                      <a:pt x="3702" y="602"/>
                      <a:pt x="3566" y="558"/>
                    </a:cubicBezTo>
                    <a:cubicBezTo>
                      <a:pt x="3430" y="509"/>
                      <a:pt x="3294" y="439"/>
                      <a:pt x="3153" y="390"/>
                    </a:cubicBezTo>
                    <a:cubicBezTo>
                      <a:pt x="3164" y="314"/>
                      <a:pt x="3153" y="238"/>
                      <a:pt x="3120" y="172"/>
                    </a:cubicBezTo>
                    <a:close/>
                    <a:moveTo>
                      <a:pt x="3028" y="189"/>
                    </a:moveTo>
                    <a:cubicBezTo>
                      <a:pt x="3033" y="232"/>
                      <a:pt x="3044" y="270"/>
                      <a:pt x="3055" y="308"/>
                    </a:cubicBezTo>
                    <a:cubicBezTo>
                      <a:pt x="3061" y="336"/>
                      <a:pt x="3077" y="357"/>
                      <a:pt x="3066" y="379"/>
                    </a:cubicBezTo>
                    <a:cubicBezTo>
                      <a:pt x="3055" y="395"/>
                      <a:pt x="3001" y="406"/>
                      <a:pt x="2979" y="417"/>
                    </a:cubicBezTo>
                    <a:cubicBezTo>
                      <a:pt x="2876" y="471"/>
                      <a:pt x="2767" y="515"/>
                      <a:pt x="2653" y="558"/>
                    </a:cubicBezTo>
                    <a:cubicBezTo>
                      <a:pt x="2533" y="596"/>
                      <a:pt x="2419" y="640"/>
                      <a:pt x="2310" y="694"/>
                    </a:cubicBezTo>
                    <a:cubicBezTo>
                      <a:pt x="2191" y="732"/>
                      <a:pt x="2071" y="781"/>
                      <a:pt x="1963" y="836"/>
                    </a:cubicBezTo>
                    <a:cubicBezTo>
                      <a:pt x="1908" y="868"/>
                      <a:pt x="1859" y="895"/>
                      <a:pt x="1810" y="923"/>
                    </a:cubicBezTo>
                    <a:cubicBezTo>
                      <a:pt x="1756" y="950"/>
                      <a:pt x="1712" y="993"/>
                      <a:pt x="1658" y="1020"/>
                    </a:cubicBezTo>
                    <a:cubicBezTo>
                      <a:pt x="1549" y="1069"/>
                      <a:pt x="1435" y="1091"/>
                      <a:pt x="1327" y="1135"/>
                    </a:cubicBezTo>
                    <a:cubicBezTo>
                      <a:pt x="1223" y="1178"/>
                      <a:pt x="1120" y="1260"/>
                      <a:pt x="1006" y="1309"/>
                    </a:cubicBezTo>
                    <a:cubicBezTo>
                      <a:pt x="962" y="1330"/>
                      <a:pt x="924" y="1363"/>
                      <a:pt x="875" y="1385"/>
                    </a:cubicBezTo>
                    <a:cubicBezTo>
                      <a:pt x="821" y="1401"/>
                      <a:pt x="772" y="1423"/>
                      <a:pt x="723" y="1450"/>
                    </a:cubicBezTo>
                    <a:cubicBezTo>
                      <a:pt x="696" y="1477"/>
                      <a:pt x="663" y="1499"/>
                      <a:pt x="631" y="1521"/>
                    </a:cubicBezTo>
                    <a:cubicBezTo>
                      <a:pt x="598" y="1531"/>
                      <a:pt x="566" y="1542"/>
                      <a:pt x="533" y="1553"/>
                    </a:cubicBezTo>
                    <a:cubicBezTo>
                      <a:pt x="473" y="1580"/>
                      <a:pt x="419" y="1608"/>
                      <a:pt x="364" y="1640"/>
                    </a:cubicBezTo>
                    <a:cubicBezTo>
                      <a:pt x="337" y="1656"/>
                      <a:pt x="315" y="1673"/>
                      <a:pt x="294" y="1689"/>
                    </a:cubicBezTo>
                    <a:cubicBezTo>
                      <a:pt x="261" y="1711"/>
                      <a:pt x="228" y="1733"/>
                      <a:pt x="190" y="1754"/>
                    </a:cubicBezTo>
                    <a:lnTo>
                      <a:pt x="180" y="1760"/>
                    </a:lnTo>
                    <a:lnTo>
                      <a:pt x="180" y="1738"/>
                    </a:lnTo>
                    <a:cubicBezTo>
                      <a:pt x="180" y="1700"/>
                      <a:pt x="163" y="1662"/>
                      <a:pt x="163" y="1624"/>
                    </a:cubicBezTo>
                    <a:cubicBezTo>
                      <a:pt x="158" y="1569"/>
                      <a:pt x="169" y="1575"/>
                      <a:pt x="212" y="1559"/>
                    </a:cubicBezTo>
                    <a:lnTo>
                      <a:pt x="218" y="1553"/>
                    </a:lnTo>
                    <a:cubicBezTo>
                      <a:pt x="288" y="1531"/>
                      <a:pt x="364" y="1493"/>
                      <a:pt x="430" y="1450"/>
                    </a:cubicBezTo>
                    <a:cubicBezTo>
                      <a:pt x="576" y="1363"/>
                      <a:pt x="723" y="1287"/>
                      <a:pt x="881" y="1216"/>
                    </a:cubicBezTo>
                    <a:cubicBezTo>
                      <a:pt x="946" y="1189"/>
                      <a:pt x="1017" y="1151"/>
                      <a:pt x="1082" y="1118"/>
                    </a:cubicBezTo>
                    <a:cubicBezTo>
                      <a:pt x="1147" y="1075"/>
                      <a:pt x="1212" y="1037"/>
                      <a:pt x="1278" y="1004"/>
                    </a:cubicBezTo>
                    <a:cubicBezTo>
                      <a:pt x="1424" y="917"/>
                      <a:pt x="1587" y="868"/>
                      <a:pt x="1745" y="792"/>
                    </a:cubicBezTo>
                    <a:cubicBezTo>
                      <a:pt x="1908" y="711"/>
                      <a:pt x="2071" y="629"/>
                      <a:pt x="2240" y="548"/>
                    </a:cubicBezTo>
                    <a:cubicBezTo>
                      <a:pt x="2403" y="466"/>
                      <a:pt x="2599" y="406"/>
                      <a:pt x="2762" y="314"/>
                    </a:cubicBezTo>
                    <a:cubicBezTo>
                      <a:pt x="2832" y="276"/>
                      <a:pt x="2908" y="270"/>
                      <a:pt x="2974" y="232"/>
                    </a:cubicBezTo>
                    <a:cubicBezTo>
                      <a:pt x="2990" y="221"/>
                      <a:pt x="3012" y="205"/>
                      <a:pt x="3028" y="189"/>
                    </a:cubicBezTo>
                    <a:close/>
                    <a:moveTo>
                      <a:pt x="3419" y="1542"/>
                    </a:moveTo>
                    <a:cubicBezTo>
                      <a:pt x="3501" y="1542"/>
                      <a:pt x="3572" y="1564"/>
                      <a:pt x="3648" y="1569"/>
                    </a:cubicBezTo>
                    <a:cubicBezTo>
                      <a:pt x="3664" y="1571"/>
                      <a:pt x="3680" y="1571"/>
                      <a:pt x="3696" y="1571"/>
                    </a:cubicBezTo>
                    <a:cubicBezTo>
                      <a:pt x="3740" y="1571"/>
                      <a:pt x="3784" y="1568"/>
                      <a:pt x="3828" y="1568"/>
                    </a:cubicBezTo>
                    <a:cubicBezTo>
                      <a:pt x="3844" y="1568"/>
                      <a:pt x="3860" y="1568"/>
                      <a:pt x="3876" y="1569"/>
                    </a:cubicBezTo>
                    <a:cubicBezTo>
                      <a:pt x="3952" y="1586"/>
                      <a:pt x="4023" y="1608"/>
                      <a:pt x="4088" y="1640"/>
                    </a:cubicBezTo>
                    <a:cubicBezTo>
                      <a:pt x="4164" y="1667"/>
                      <a:pt x="4235" y="1694"/>
                      <a:pt x="4311" y="1722"/>
                    </a:cubicBezTo>
                    <a:cubicBezTo>
                      <a:pt x="4349" y="1738"/>
                      <a:pt x="4381" y="1760"/>
                      <a:pt x="4414" y="1781"/>
                    </a:cubicBezTo>
                    <a:cubicBezTo>
                      <a:pt x="4447" y="1798"/>
                      <a:pt x="4485" y="1803"/>
                      <a:pt x="4512" y="1820"/>
                    </a:cubicBezTo>
                    <a:cubicBezTo>
                      <a:pt x="4626" y="1879"/>
                      <a:pt x="4773" y="1972"/>
                      <a:pt x="4811" y="2108"/>
                    </a:cubicBezTo>
                    <a:cubicBezTo>
                      <a:pt x="4827" y="2178"/>
                      <a:pt x="4827" y="2249"/>
                      <a:pt x="4800" y="2320"/>
                    </a:cubicBezTo>
                    <a:cubicBezTo>
                      <a:pt x="4789" y="2347"/>
                      <a:pt x="4778" y="2369"/>
                      <a:pt x="4767" y="2396"/>
                    </a:cubicBezTo>
                    <a:cubicBezTo>
                      <a:pt x="4659" y="2314"/>
                      <a:pt x="4539" y="2254"/>
                      <a:pt x="4414" y="2216"/>
                    </a:cubicBezTo>
                    <a:cubicBezTo>
                      <a:pt x="4284" y="2173"/>
                      <a:pt x="4153" y="2140"/>
                      <a:pt x="4017" y="2118"/>
                    </a:cubicBezTo>
                    <a:cubicBezTo>
                      <a:pt x="3876" y="2108"/>
                      <a:pt x="3735" y="2070"/>
                      <a:pt x="3593" y="2053"/>
                    </a:cubicBezTo>
                    <a:cubicBezTo>
                      <a:pt x="3550" y="2050"/>
                      <a:pt x="3507" y="2048"/>
                      <a:pt x="3464" y="2048"/>
                    </a:cubicBezTo>
                    <a:cubicBezTo>
                      <a:pt x="3372" y="2048"/>
                      <a:pt x="3280" y="2056"/>
                      <a:pt x="3191" y="2075"/>
                    </a:cubicBezTo>
                    <a:cubicBezTo>
                      <a:pt x="3164" y="2081"/>
                      <a:pt x="3137" y="2083"/>
                      <a:pt x="3111" y="2083"/>
                    </a:cubicBezTo>
                    <a:cubicBezTo>
                      <a:pt x="3089" y="2083"/>
                      <a:pt x="3068" y="2082"/>
                      <a:pt x="3046" y="2082"/>
                    </a:cubicBezTo>
                    <a:cubicBezTo>
                      <a:pt x="3026" y="2082"/>
                      <a:pt x="3005" y="2083"/>
                      <a:pt x="2984" y="2086"/>
                    </a:cubicBezTo>
                    <a:cubicBezTo>
                      <a:pt x="2919" y="2097"/>
                      <a:pt x="2843" y="2118"/>
                      <a:pt x="2772" y="2135"/>
                    </a:cubicBezTo>
                    <a:cubicBezTo>
                      <a:pt x="2615" y="2157"/>
                      <a:pt x="2457" y="2195"/>
                      <a:pt x="2300" y="2244"/>
                    </a:cubicBezTo>
                    <a:cubicBezTo>
                      <a:pt x="2245" y="2265"/>
                      <a:pt x="2191" y="2303"/>
                      <a:pt x="2136" y="2325"/>
                    </a:cubicBezTo>
                    <a:cubicBezTo>
                      <a:pt x="2077" y="2336"/>
                      <a:pt x="2022" y="2358"/>
                      <a:pt x="1968" y="2379"/>
                    </a:cubicBezTo>
                    <a:cubicBezTo>
                      <a:pt x="1881" y="2428"/>
                      <a:pt x="1805" y="2483"/>
                      <a:pt x="1740" y="2553"/>
                    </a:cubicBezTo>
                    <a:cubicBezTo>
                      <a:pt x="1745" y="2461"/>
                      <a:pt x="1740" y="2369"/>
                      <a:pt x="1740" y="2271"/>
                    </a:cubicBezTo>
                    <a:cubicBezTo>
                      <a:pt x="1740" y="2211"/>
                      <a:pt x="1767" y="2157"/>
                      <a:pt x="1772" y="2102"/>
                    </a:cubicBezTo>
                    <a:cubicBezTo>
                      <a:pt x="1772" y="2075"/>
                      <a:pt x="1761" y="2032"/>
                      <a:pt x="1783" y="2010"/>
                    </a:cubicBezTo>
                    <a:cubicBezTo>
                      <a:pt x="1805" y="1983"/>
                      <a:pt x="1848" y="1983"/>
                      <a:pt x="1870" y="1972"/>
                    </a:cubicBezTo>
                    <a:cubicBezTo>
                      <a:pt x="1941" y="1939"/>
                      <a:pt x="2001" y="1896"/>
                      <a:pt x="2071" y="1868"/>
                    </a:cubicBezTo>
                    <a:cubicBezTo>
                      <a:pt x="2147" y="1830"/>
                      <a:pt x="2234" y="1798"/>
                      <a:pt x="2316" y="1771"/>
                    </a:cubicBezTo>
                    <a:cubicBezTo>
                      <a:pt x="2387" y="1749"/>
                      <a:pt x="2457" y="1722"/>
                      <a:pt x="2528" y="1705"/>
                    </a:cubicBezTo>
                    <a:cubicBezTo>
                      <a:pt x="2599" y="1667"/>
                      <a:pt x="2675" y="1646"/>
                      <a:pt x="2751" y="1624"/>
                    </a:cubicBezTo>
                    <a:cubicBezTo>
                      <a:pt x="2821" y="1618"/>
                      <a:pt x="2892" y="1608"/>
                      <a:pt x="2963" y="1591"/>
                    </a:cubicBezTo>
                    <a:cubicBezTo>
                      <a:pt x="3044" y="1575"/>
                      <a:pt x="3120" y="1580"/>
                      <a:pt x="3202" y="1564"/>
                    </a:cubicBezTo>
                    <a:cubicBezTo>
                      <a:pt x="3273" y="1548"/>
                      <a:pt x="3349" y="1542"/>
                      <a:pt x="3419" y="1542"/>
                    </a:cubicBezTo>
                    <a:close/>
                    <a:moveTo>
                      <a:pt x="3126" y="428"/>
                    </a:moveTo>
                    <a:cubicBezTo>
                      <a:pt x="3240" y="504"/>
                      <a:pt x="3365" y="575"/>
                      <a:pt x="3490" y="629"/>
                    </a:cubicBezTo>
                    <a:cubicBezTo>
                      <a:pt x="3626" y="678"/>
                      <a:pt x="3756" y="732"/>
                      <a:pt x="3881" y="792"/>
                    </a:cubicBezTo>
                    <a:cubicBezTo>
                      <a:pt x="4017" y="868"/>
                      <a:pt x="4159" y="928"/>
                      <a:pt x="4300" y="993"/>
                    </a:cubicBezTo>
                    <a:cubicBezTo>
                      <a:pt x="4441" y="1064"/>
                      <a:pt x="4561" y="1156"/>
                      <a:pt x="4708" y="1194"/>
                    </a:cubicBezTo>
                    <a:cubicBezTo>
                      <a:pt x="4784" y="1211"/>
                      <a:pt x="4860" y="1232"/>
                      <a:pt x="4936" y="1265"/>
                    </a:cubicBezTo>
                    <a:cubicBezTo>
                      <a:pt x="4996" y="1287"/>
                      <a:pt x="5055" y="1303"/>
                      <a:pt x="5110" y="1325"/>
                    </a:cubicBezTo>
                    <a:cubicBezTo>
                      <a:pt x="5153" y="1352"/>
                      <a:pt x="5197" y="1368"/>
                      <a:pt x="5246" y="1374"/>
                    </a:cubicBezTo>
                    <a:cubicBezTo>
                      <a:pt x="5327" y="1374"/>
                      <a:pt x="5403" y="1390"/>
                      <a:pt x="5479" y="1417"/>
                    </a:cubicBezTo>
                    <a:cubicBezTo>
                      <a:pt x="5550" y="1439"/>
                      <a:pt x="5615" y="1477"/>
                      <a:pt x="5686" y="1499"/>
                    </a:cubicBezTo>
                    <a:cubicBezTo>
                      <a:pt x="5762" y="1515"/>
                      <a:pt x="5827" y="1537"/>
                      <a:pt x="5898" y="1569"/>
                    </a:cubicBezTo>
                    <a:cubicBezTo>
                      <a:pt x="5958" y="1597"/>
                      <a:pt x="6018" y="1629"/>
                      <a:pt x="6072" y="1678"/>
                    </a:cubicBezTo>
                    <a:cubicBezTo>
                      <a:pt x="6105" y="1711"/>
                      <a:pt x="6143" y="1738"/>
                      <a:pt x="6186" y="1765"/>
                    </a:cubicBezTo>
                    <a:cubicBezTo>
                      <a:pt x="6186" y="1776"/>
                      <a:pt x="6192" y="1787"/>
                      <a:pt x="6192" y="1798"/>
                    </a:cubicBezTo>
                    <a:cubicBezTo>
                      <a:pt x="6202" y="1847"/>
                      <a:pt x="6219" y="1830"/>
                      <a:pt x="6186" y="1863"/>
                    </a:cubicBezTo>
                    <a:cubicBezTo>
                      <a:pt x="6045" y="1999"/>
                      <a:pt x="5844" y="2053"/>
                      <a:pt x="5681" y="2167"/>
                    </a:cubicBezTo>
                    <a:cubicBezTo>
                      <a:pt x="5648" y="2195"/>
                      <a:pt x="5610" y="2222"/>
                      <a:pt x="5577" y="2254"/>
                    </a:cubicBezTo>
                    <a:cubicBezTo>
                      <a:pt x="5512" y="2254"/>
                      <a:pt x="5425" y="2330"/>
                      <a:pt x="5393" y="2352"/>
                    </a:cubicBezTo>
                    <a:cubicBezTo>
                      <a:pt x="5327" y="2390"/>
                      <a:pt x="5262" y="2423"/>
                      <a:pt x="5202" y="2466"/>
                    </a:cubicBezTo>
                    <a:cubicBezTo>
                      <a:pt x="5164" y="2499"/>
                      <a:pt x="5126" y="2532"/>
                      <a:pt x="5083" y="2564"/>
                    </a:cubicBezTo>
                    <a:lnTo>
                      <a:pt x="5072" y="2553"/>
                    </a:lnTo>
                    <a:cubicBezTo>
                      <a:pt x="5072" y="2559"/>
                      <a:pt x="5072" y="2564"/>
                      <a:pt x="5072" y="2570"/>
                    </a:cubicBezTo>
                    <a:lnTo>
                      <a:pt x="5061" y="2575"/>
                    </a:lnTo>
                    <a:lnTo>
                      <a:pt x="5050" y="2586"/>
                    </a:lnTo>
                    <a:cubicBezTo>
                      <a:pt x="5017" y="2559"/>
                      <a:pt x="4979" y="2532"/>
                      <a:pt x="4941" y="2510"/>
                    </a:cubicBezTo>
                    <a:cubicBezTo>
                      <a:pt x="4930" y="2504"/>
                      <a:pt x="4920" y="2499"/>
                      <a:pt x="4909" y="2494"/>
                    </a:cubicBezTo>
                    <a:cubicBezTo>
                      <a:pt x="4909" y="2488"/>
                      <a:pt x="4914" y="2483"/>
                      <a:pt x="4914" y="2472"/>
                    </a:cubicBezTo>
                    <a:cubicBezTo>
                      <a:pt x="4920" y="2412"/>
                      <a:pt x="4963" y="2369"/>
                      <a:pt x="4969" y="2309"/>
                    </a:cubicBezTo>
                    <a:cubicBezTo>
                      <a:pt x="4974" y="2233"/>
                      <a:pt x="4974" y="2162"/>
                      <a:pt x="4958" y="2086"/>
                    </a:cubicBezTo>
                    <a:cubicBezTo>
                      <a:pt x="4914" y="1966"/>
                      <a:pt x="4838" y="1868"/>
                      <a:pt x="4735" y="1798"/>
                    </a:cubicBezTo>
                    <a:cubicBezTo>
                      <a:pt x="4675" y="1749"/>
                      <a:pt x="4610" y="1711"/>
                      <a:pt x="4539" y="1684"/>
                    </a:cubicBezTo>
                    <a:cubicBezTo>
                      <a:pt x="4474" y="1646"/>
                      <a:pt x="4403" y="1613"/>
                      <a:pt x="4327" y="1586"/>
                    </a:cubicBezTo>
                    <a:cubicBezTo>
                      <a:pt x="4159" y="1542"/>
                      <a:pt x="4017" y="1439"/>
                      <a:pt x="3838" y="1428"/>
                    </a:cubicBezTo>
                    <a:cubicBezTo>
                      <a:pt x="3751" y="1428"/>
                      <a:pt x="3664" y="1423"/>
                      <a:pt x="3577" y="1417"/>
                    </a:cubicBezTo>
                    <a:cubicBezTo>
                      <a:pt x="3512" y="1405"/>
                      <a:pt x="3450" y="1399"/>
                      <a:pt x="3388" y="1399"/>
                    </a:cubicBezTo>
                    <a:cubicBezTo>
                      <a:pt x="3368" y="1399"/>
                      <a:pt x="3347" y="1400"/>
                      <a:pt x="3327" y="1401"/>
                    </a:cubicBezTo>
                    <a:cubicBezTo>
                      <a:pt x="3240" y="1406"/>
                      <a:pt x="3158" y="1428"/>
                      <a:pt x="3071" y="1434"/>
                    </a:cubicBezTo>
                    <a:cubicBezTo>
                      <a:pt x="2984" y="1434"/>
                      <a:pt x="2892" y="1472"/>
                      <a:pt x="2805" y="1477"/>
                    </a:cubicBezTo>
                    <a:cubicBezTo>
                      <a:pt x="2729" y="1483"/>
                      <a:pt x="2658" y="1499"/>
                      <a:pt x="2588" y="1526"/>
                    </a:cubicBezTo>
                    <a:cubicBezTo>
                      <a:pt x="2495" y="1569"/>
                      <a:pt x="2403" y="1597"/>
                      <a:pt x="2310" y="1624"/>
                    </a:cubicBezTo>
                    <a:cubicBezTo>
                      <a:pt x="2142" y="1684"/>
                      <a:pt x="1984" y="1754"/>
                      <a:pt x="1832" y="1841"/>
                    </a:cubicBezTo>
                    <a:cubicBezTo>
                      <a:pt x="1778" y="1874"/>
                      <a:pt x="1702" y="1890"/>
                      <a:pt x="1664" y="1950"/>
                    </a:cubicBezTo>
                    <a:cubicBezTo>
                      <a:pt x="1631" y="2010"/>
                      <a:pt x="1647" y="2086"/>
                      <a:pt x="1631" y="2157"/>
                    </a:cubicBezTo>
                    <a:cubicBezTo>
                      <a:pt x="1615" y="2233"/>
                      <a:pt x="1609" y="2314"/>
                      <a:pt x="1615" y="2396"/>
                    </a:cubicBezTo>
                    <a:cubicBezTo>
                      <a:pt x="1615" y="2466"/>
                      <a:pt x="1620" y="2532"/>
                      <a:pt x="1625" y="2602"/>
                    </a:cubicBezTo>
                    <a:cubicBezTo>
                      <a:pt x="1598" y="2608"/>
                      <a:pt x="1577" y="2624"/>
                      <a:pt x="1555" y="2640"/>
                    </a:cubicBezTo>
                    <a:lnTo>
                      <a:pt x="1522" y="2662"/>
                    </a:lnTo>
                    <a:cubicBezTo>
                      <a:pt x="1517" y="2640"/>
                      <a:pt x="1500" y="2613"/>
                      <a:pt x="1479" y="2602"/>
                    </a:cubicBezTo>
                    <a:cubicBezTo>
                      <a:pt x="1446" y="2575"/>
                      <a:pt x="1408" y="2553"/>
                      <a:pt x="1365" y="2532"/>
                    </a:cubicBezTo>
                    <a:lnTo>
                      <a:pt x="1381" y="2526"/>
                    </a:lnTo>
                    <a:lnTo>
                      <a:pt x="1386" y="2515"/>
                    </a:lnTo>
                    <a:cubicBezTo>
                      <a:pt x="1343" y="2494"/>
                      <a:pt x="1305" y="2472"/>
                      <a:pt x="1261" y="2461"/>
                    </a:cubicBezTo>
                    <a:cubicBezTo>
                      <a:pt x="1229" y="2450"/>
                      <a:pt x="1202" y="2450"/>
                      <a:pt x="1169" y="2439"/>
                    </a:cubicBezTo>
                    <a:cubicBezTo>
                      <a:pt x="1169" y="2428"/>
                      <a:pt x="1163" y="2423"/>
                      <a:pt x="1153" y="2423"/>
                    </a:cubicBezTo>
                    <a:lnTo>
                      <a:pt x="1142" y="2428"/>
                    </a:lnTo>
                    <a:cubicBezTo>
                      <a:pt x="1109" y="2412"/>
                      <a:pt x="1076" y="2390"/>
                      <a:pt x="1044" y="2369"/>
                    </a:cubicBezTo>
                    <a:cubicBezTo>
                      <a:pt x="957" y="2325"/>
                      <a:pt x="875" y="2276"/>
                      <a:pt x="794" y="2222"/>
                    </a:cubicBezTo>
                    <a:cubicBezTo>
                      <a:pt x="685" y="2124"/>
                      <a:pt x="560" y="2048"/>
                      <a:pt x="424" y="1993"/>
                    </a:cubicBezTo>
                    <a:lnTo>
                      <a:pt x="424" y="1988"/>
                    </a:lnTo>
                    <a:cubicBezTo>
                      <a:pt x="354" y="1966"/>
                      <a:pt x="283" y="1934"/>
                      <a:pt x="223" y="1896"/>
                    </a:cubicBezTo>
                    <a:cubicBezTo>
                      <a:pt x="196" y="1874"/>
                      <a:pt x="180" y="1874"/>
                      <a:pt x="174" y="1852"/>
                    </a:cubicBezTo>
                    <a:lnTo>
                      <a:pt x="190" y="1847"/>
                    </a:lnTo>
                    <a:cubicBezTo>
                      <a:pt x="239" y="1809"/>
                      <a:pt x="294" y="1792"/>
                      <a:pt x="348" y="1754"/>
                    </a:cubicBezTo>
                    <a:cubicBezTo>
                      <a:pt x="402" y="1711"/>
                      <a:pt x="468" y="1678"/>
                      <a:pt x="533" y="1651"/>
                    </a:cubicBezTo>
                    <a:cubicBezTo>
                      <a:pt x="593" y="1629"/>
                      <a:pt x="652" y="1608"/>
                      <a:pt x="707" y="1580"/>
                    </a:cubicBezTo>
                    <a:cubicBezTo>
                      <a:pt x="761" y="1542"/>
                      <a:pt x="816" y="1510"/>
                      <a:pt x="870" y="1483"/>
                    </a:cubicBezTo>
                    <a:cubicBezTo>
                      <a:pt x="924" y="1461"/>
                      <a:pt x="973" y="1434"/>
                      <a:pt x="1017" y="1406"/>
                    </a:cubicBezTo>
                    <a:cubicBezTo>
                      <a:pt x="1071" y="1379"/>
                      <a:pt x="1125" y="1357"/>
                      <a:pt x="1180" y="1325"/>
                    </a:cubicBezTo>
                    <a:cubicBezTo>
                      <a:pt x="1240" y="1281"/>
                      <a:pt x="1299" y="1243"/>
                      <a:pt x="1365" y="1211"/>
                    </a:cubicBezTo>
                    <a:cubicBezTo>
                      <a:pt x="1473" y="1162"/>
                      <a:pt x="1587" y="1140"/>
                      <a:pt x="1696" y="1091"/>
                    </a:cubicBezTo>
                    <a:cubicBezTo>
                      <a:pt x="1751" y="1059"/>
                      <a:pt x="1799" y="1015"/>
                      <a:pt x="1859" y="988"/>
                    </a:cubicBezTo>
                    <a:cubicBezTo>
                      <a:pt x="1919" y="955"/>
                      <a:pt x="1979" y="917"/>
                      <a:pt x="2039" y="890"/>
                    </a:cubicBezTo>
                    <a:cubicBezTo>
                      <a:pt x="2153" y="819"/>
                      <a:pt x="2294" y="792"/>
                      <a:pt x="2419" y="738"/>
                    </a:cubicBezTo>
                    <a:cubicBezTo>
                      <a:pt x="2544" y="683"/>
                      <a:pt x="2675" y="662"/>
                      <a:pt x="2794" y="602"/>
                    </a:cubicBezTo>
                    <a:cubicBezTo>
                      <a:pt x="2859" y="564"/>
                      <a:pt x="2930" y="531"/>
                      <a:pt x="2995" y="499"/>
                    </a:cubicBezTo>
                    <a:cubicBezTo>
                      <a:pt x="3044" y="482"/>
                      <a:pt x="3088" y="461"/>
                      <a:pt x="3126" y="428"/>
                    </a:cubicBezTo>
                    <a:close/>
                    <a:moveTo>
                      <a:pt x="604" y="2254"/>
                    </a:moveTo>
                    <a:lnTo>
                      <a:pt x="620" y="2265"/>
                    </a:lnTo>
                    <a:cubicBezTo>
                      <a:pt x="658" y="2287"/>
                      <a:pt x="685" y="2325"/>
                      <a:pt x="723" y="2352"/>
                    </a:cubicBezTo>
                    <a:cubicBezTo>
                      <a:pt x="816" y="2423"/>
                      <a:pt x="919" y="2472"/>
                      <a:pt x="1017" y="2526"/>
                    </a:cubicBezTo>
                    <a:cubicBezTo>
                      <a:pt x="1044" y="2542"/>
                      <a:pt x="1071" y="2559"/>
                      <a:pt x="1098" y="2570"/>
                    </a:cubicBezTo>
                    <a:cubicBezTo>
                      <a:pt x="1169" y="2646"/>
                      <a:pt x="1250" y="2706"/>
                      <a:pt x="1337" y="2754"/>
                    </a:cubicBezTo>
                    <a:cubicBezTo>
                      <a:pt x="1332" y="2760"/>
                      <a:pt x="1327" y="2760"/>
                      <a:pt x="1327" y="2765"/>
                    </a:cubicBezTo>
                    <a:lnTo>
                      <a:pt x="1348" y="2782"/>
                    </a:lnTo>
                    <a:cubicBezTo>
                      <a:pt x="1327" y="2798"/>
                      <a:pt x="1305" y="2814"/>
                      <a:pt x="1288" y="2831"/>
                    </a:cubicBezTo>
                    <a:cubicBezTo>
                      <a:pt x="1098" y="3010"/>
                      <a:pt x="951" y="3233"/>
                      <a:pt x="864" y="3483"/>
                    </a:cubicBezTo>
                    <a:cubicBezTo>
                      <a:pt x="832" y="3564"/>
                      <a:pt x="810" y="3651"/>
                      <a:pt x="794" y="3733"/>
                    </a:cubicBezTo>
                    <a:cubicBezTo>
                      <a:pt x="794" y="3722"/>
                      <a:pt x="788" y="3706"/>
                      <a:pt x="788" y="3695"/>
                    </a:cubicBezTo>
                    <a:cubicBezTo>
                      <a:pt x="778" y="3651"/>
                      <a:pt x="761" y="3608"/>
                      <a:pt x="756" y="3564"/>
                    </a:cubicBezTo>
                    <a:lnTo>
                      <a:pt x="756" y="3532"/>
                    </a:lnTo>
                    <a:cubicBezTo>
                      <a:pt x="753" y="3488"/>
                      <a:pt x="716" y="3462"/>
                      <a:pt x="679" y="3462"/>
                    </a:cubicBezTo>
                    <a:cubicBezTo>
                      <a:pt x="652" y="3462"/>
                      <a:pt x="625" y="3475"/>
                      <a:pt x="609" y="3505"/>
                    </a:cubicBezTo>
                    <a:cubicBezTo>
                      <a:pt x="598" y="3505"/>
                      <a:pt x="593" y="3505"/>
                      <a:pt x="582" y="3510"/>
                    </a:cubicBezTo>
                    <a:cubicBezTo>
                      <a:pt x="582" y="3505"/>
                      <a:pt x="582" y="3499"/>
                      <a:pt x="587" y="3499"/>
                    </a:cubicBezTo>
                    <a:cubicBezTo>
                      <a:pt x="598" y="3418"/>
                      <a:pt x="598" y="3336"/>
                      <a:pt x="587" y="3260"/>
                    </a:cubicBezTo>
                    <a:cubicBezTo>
                      <a:pt x="587" y="3081"/>
                      <a:pt x="566" y="2907"/>
                      <a:pt x="582" y="2727"/>
                    </a:cubicBezTo>
                    <a:cubicBezTo>
                      <a:pt x="598" y="2570"/>
                      <a:pt x="604" y="2412"/>
                      <a:pt x="604" y="2254"/>
                    </a:cubicBezTo>
                    <a:close/>
                    <a:moveTo>
                      <a:pt x="4294" y="2369"/>
                    </a:moveTo>
                    <a:lnTo>
                      <a:pt x="4360" y="2390"/>
                    </a:lnTo>
                    <a:cubicBezTo>
                      <a:pt x="4430" y="2407"/>
                      <a:pt x="4501" y="2423"/>
                      <a:pt x="4566" y="2450"/>
                    </a:cubicBezTo>
                    <a:cubicBezTo>
                      <a:pt x="4621" y="2488"/>
                      <a:pt x="4675" y="2515"/>
                      <a:pt x="4735" y="2537"/>
                    </a:cubicBezTo>
                    <a:cubicBezTo>
                      <a:pt x="4743" y="2540"/>
                      <a:pt x="4751" y="2541"/>
                      <a:pt x="4759" y="2541"/>
                    </a:cubicBezTo>
                    <a:cubicBezTo>
                      <a:pt x="4767" y="2541"/>
                      <a:pt x="4776" y="2540"/>
                      <a:pt x="4784" y="2537"/>
                    </a:cubicBezTo>
                    <a:cubicBezTo>
                      <a:pt x="4789" y="2542"/>
                      <a:pt x="4800" y="2548"/>
                      <a:pt x="4811" y="2553"/>
                    </a:cubicBezTo>
                    <a:cubicBezTo>
                      <a:pt x="4822" y="2564"/>
                      <a:pt x="4838" y="2575"/>
                      <a:pt x="4849" y="2586"/>
                    </a:cubicBezTo>
                    <a:cubicBezTo>
                      <a:pt x="4920" y="2640"/>
                      <a:pt x="4985" y="2706"/>
                      <a:pt x="5045" y="2771"/>
                    </a:cubicBezTo>
                    <a:cubicBezTo>
                      <a:pt x="5175" y="2907"/>
                      <a:pt x="5278" y="3070"/>
                      <a:pt x="5349" y="3244"/>
                    </a:cubicBezTo>
                    <a:lnTo>
                      <a:pt x="5354" y="3244"/>
                    </a:lnTo>
                    <a:cubicBezTo>
                      <a:pt x="5382" y="3325"/>
                      <a:pt x="5398" y="3412"/>
                      <a:pt x="5420" y="3499"/>
                    </a:cubicBezTo>
                    <a:cubicBezTo>
                      <a:pt x="5452" y="3586"/>
                      <a:pt x="5474" y="3679"/>
                      <a:pt x="5496" y="3771"/>
                    </a:cubicBezTo>
                    <a:cubicBezTo>
                      <a:pt x="5501" y="3853"/>
                      <a:pt x="5501" y="3934"/>
                      <a:pt x="5485" y="4016"/>
                    </a:cubicBezTo>
                    <a:cubicBezTo>
                      <a:pt x="5474" y="4065"/>
                      <a:pt x="5463" y="4113"/>
                      <a:pt x="5458" y="4162"/>
                    </a:cubicBezTo>
                    <a:cubicBezTo>
                      <a:pt x="5414" y="4037"/>
                      <a:pt x="5349" y="3923"/>
                      <a:pt x="5257" y="3825"/>
                    </a:cubicBezTo>
                    <a:cubicBezTo>
                      <a:pt x="5250" y="3817"/>
                      <a:pt x="5242" y="3814"/>
                      <a:pt x="5235" y="3814"/>
                    </a:cubicBezTo>
                    <a:cubicBezTo>
                      <a:pt x="5214" y="3814"/>
                      <a:pt x="5197" y="3844"/>
                      <a:pt x="5213" y="3869"/>
                    </a:cubicBezTo>
                    <a:cubicBezTo>
                      <a:pt x="5316" y="4010"/>
                      <a:pt x="5365" y="4184"/>
                      <a:pt x="5354" y="4358"/>
                    </a:cubicBezTo>
                    <a:cubicBezTo>
                      <a:pt x="5344" y="4494"/>
                      <a:pt x="5327" y="4657"/>
                      <a:pt x="5251" y="4771"/>
                    </a:cubicBezTo>
                    <a:cubicBezTo>
                      <a:pt x="5235" y="4798"/>
                      <a:pt x="5251" y="4826"/>
                      <a:pt x="5278" y="4836"/>
                    </a:cubicBezTo>
                    <a:cubicBezTo>
                      <a:pt x="5285" y="4838"/>
                      <a:pt x="5292" y="4838"/>
                      <a:pt x="5299" y="4838"/>
                    </a:cubicBezTo>
                    <a:cubicBezTo>
                      <a:pt x="5319" y="4838"/>
                      <a:pt x="5340" y="4832"/>
                      <a:pt x="5360" y="4820"/>
                    </a:cubicBezTo>
                    <a:lnTo>
                      <a:pt x="5360" y="4820"/>
                    </a:lnTo>
                    <a:cubicBezTo>
                      <a:pt x="5349" y="4874"/>
                      <a:pt x="5327" y="4929"/>
                      <a:pt x="5306" y="4978"/>
                    </a:cubicBezTo>
                    <a:cubicBezTo>
                      <a:pt x="5262" y="5065"/>
                      <a:pt x="5213" y="5152"/>
                      <a:pt x="5153" y="5228"/>
                    </a:cubicBezTo>
                    <a:lnTo>
                      <a:pt x="5148" y="5239"/>
                    </a:lnTo>
                    <a:lnTo>
                      <a:pt x="5137" y="5233"/>
                    </a:lnTo>
                    <a:cubicBezTo>
                      <a:pt x="5066" y="5195"/>
                      <a:pt x="5001" y="5146"/>
                      <a:pt x="4936" y="5108"/>
                    </a:cubicBezTo>
                    <a:cubicBezTo>
                      <a:pt x="4865" y="5065"/>
                      <a:pt x="4800" y="5021"/>
                      <a:pt x="4735" y="4978"/>
                    </a:cubicBezTo>
                    <a:cubicBezTo>
                      <a:pt x="4680" y="4940"/>
                      <a:pt x="4621" y="4912"/>
                      <a:pt x="4555" y="4885"/>
                    </a:cubicBezTo>
                    <a:cubicBezTo>
                      <a:pt x="4577" y="4842"/>
                      <a:pt x="4599" y="4798"/>
                      <a:pt x="4615" y="4749"/>
                    </a:cubicBezTo>
                    <a:cubicBezTo>
                      <a:pt x="4621" y="4733"/>
                      <a:pt x="4610" y="4722"/>
                      <a:pt x="4599" y="4711"/>
                    </a:cubicBezTo>
                    <a:cubicBezTo>
                      <a:pt x="4615" y="4695"/>
                      <a:pt x="4626" y="4673"/>
                      <a:pt x="4637" y="4652"/>
                    </a:cubicBezTo>
                    <a:cubicBezTo>
                      <a:pt x="4680" y="4575"/>
                      <a:pt x="4740" y="4510"/>
                      <a:pt x="4784" y="4434"/>
                    </a:cubicBezTo>
                    <a:cubicBezTo>
                      <a:pt x="4887" y="4249"/>
                      <a:pt x="4974" y="4054"/>
                      <a:pt x="5034" y="3853"/>
                    </a:cubicBezTo>
                    <a:lnTo>
                      <a:pt x="5034" y="3847"/>
                    </a:lnTo>
                    <a:cubicBezTo>
                      <a:pt x="5039" y="3869"/>
                      <a:pt x="5050" y="3885"/>
                      <a:pt x="5061" y="3907"/>
                    </a:cubicBezTo>
                    <a:cubicBezTo>
                      <a:pt x="5104" y="3999"/>
                      <a:pt x="5137" y="4097"/>
                      <a:pt x="5148" y="4200"/>
                    </a:cubicBezTo>
                    <a:cubicBezTo>
                      <a:pt x="5153" y="4347"/>
                      <a:pt x="5126" y="4494"/>
                      <a:pt x="5072" y="4624"/>
                    </a:cubicBezTo>
                    <a:lnTo>
                      <a:pt x="5072" y="4614"/>
                    </a:lnTo>
                    <a:cubicBezTo>
                      <a:pt x="5099" y="4478"/>
                      <a:pt x="5110" y="4336"/>
                      <a:pt x="5110" y="4200"/>
                    </a:cubicBezTo>
                    <a:cubicBezTo>
                      <a:pt x="5107" y="4181"/>
                      <a:pt x="5094" y="4172"/>
                      <a:pt x="5080" y="4172"/>
                    </a:cubicBezTo>
                    <a:cubicBezTo>
                      <a:pt x="5066" y="4172"/>
                      <a:pt x="5053" y="4181"/>
                      <a:pt x="5050" y="4200"/>
                    </a:cubicBezTo>
                    <a:cubicBezTo>
                      <a:pt x="5045" y="4266"/>
                      <a:pt x="5034" y="4331"/>
                      <a:pt x="5023" y="4396"/>
                    </a:cubicBezTo>
                    <a:cubicBezTo>
                      <a:pt x="5017" y="4467"/>
                      <a:pt x="5007" y="4537"/>
                      <a:pt x="4990" y="4608"/>
                    </a:cubicBezTo>
                    <a:cubicBezTo>
                      <a:pt x="4958" y="4733"/>
                      <a:pt x="4871" y="4842"/>
                      <a:pt x="4822" y="4961"/>
                    </a:cubicBezTo>
                    <a:cubicBezTo>
                      <a:pt x="4815" y="4983"/>
                      <a:pt x="4833" y="4997"/>
                      <a:pt x="4851" y="4997"/>
                    </a:cubicBezTo>
                    <a:cubicBezTo>
                      <a:pt x="4861" y="4997"/>
                      <a:pt x="4870" y="4993"/>
                      <a:pt x="4876" y="4983"/>
                    </a:cubicBezTo>
                    <a:cubicBezTo>
                      <a:pt x="4930" y="4918"/>
                      <a:pt x="4974" y="4847"/>
                      <a:pt x="5012" y="4771"/>
                    </a:cubicBezTo>
                    <a:cubicBezTo>
                      <a:pt x="5015" y="4778"/>
                      <a:pt x="5020" y="4780"/>
                      <a:pt x="5025" y="4780"/>
                    </a:cubicBezTo>
                    <a:cubicBezTo>
                      <a:pt x="5028" y="4780"/>
                      <a:pt x="5031" y="4779"/>
                      <a:pt x="5034" y="4777"/>
                    </a:cubicBezTo>
                    <a:cubicBezTo>
                      <a:pt x="5099" y="4717"/>
                      <a:pt x="5142" y="4641"/>
                      <a:pt x="5170" y="4559"/>
                    </a:cubicBezTo>
                    <a:cubicBezTo>
                      <a:pt x="5219" y="4445"/>
                      <a:pt x="5235" y="4320"/>
                      <a:pt x="5224" y="4200"/>
                    </a:cubicBezTo>
                    <a:cubicBezTo>
                      <a:pt x="5213" y="4103"/>
                      <a:pt x="5181" y="4005"/>
                      <a:pt x="5132" y="3912"/>
                    </a:cubicBezTo>
                    <a:cubicBezTo>
                      <a:pt x="5104" y="3863"/>
                      <a:pt x="5077" y="3814"/>
                      <a:pt x="5050" y="3766"/>
                    </a:cubicBezTo>
                    <a:cubicBezTo>
                      <a:pt x="5055" y="3738"/>
                      <a:pt x="5061" y="3711"/>
                      <a:pt x="5066" y="3684"/>
                    </a:cubicBezTo>
                    <a:cubicBezTo>
                      <a:pt x="5072" y="3630"/>
                      <a:pt x="5066" y="3581"/>
                      <a:pt x="5066" y="3532"/>
                    </a:cubicBezTo>
                    <a:cubicBezTo>
                      <a:pt x="5066" y="3505"/>
                      <a:pt x="5072" y="3472"/>
                      <a:pt x="5072" y="3445"/>
                    </a:cubicBezTo>
                    <a:cubicBezTo>
                      <a:pt x="5083" y="3445"/>
                      <a:pt x="5088" y="3445"/>
                      <a:pt x="5099" y="3439"/>
                    </a:cubicBezTo>
                    <a:cubicBezTo>
                      <a:pt x="5121" y="3423"/>
                      <a:pt x="5126" y="3390"/>
                      <a:pt x="5104" y="3369"/>
                    </a:cubicBezTo>
                    <a:cubicBezTo>
                      <a:pt x="5094" y="3358"/>
                      <a:pt x="5083" y="3352"/>
                      <a:pt x="5066" y="3347"/>
                    </a:cubicBezTo>
                    <a:cubicBezTo>
                      <a:pt x="5066" y="3309"/>
                      <a:pt x="5055" y="3282"/>
                      <a:pt x="5039" y="3249"/>
                    </a:cubicBezTo>
                    <a:cubicBezTo>
                      <a:pt x="5036" y="3241"/>
                      <a:pt x="5030" y="3237"/>
                      <a:pt x="5022" y="3237"/>
                    </a:cubicBezTo>
                    <a:cubicBezTo>
                      <a:pt x="5015" y="3237"/>
                      <a:pt x="5007" y="3241"/>
                      <a:pt x="5001" y="3249"/>
                    </a:cubicBezTo>
                    <a:cubicBezTo>
                      <a:pt x="4996" y="3260"/>
                      <a:pt x="4990" y="3276"/>
                      <a:pt x="4990" y="3287"/>
                    </a:cubicBezTo>
                    <a:cubicBezTo>
                      <a:pt x="4974" y="3271"/>
                      <a:pt x="4958" y="3249"/>
                      <a:pt x="4947" y="3233"/>
                    </a:cubicBezTo>
                    <a:cubicBezTo>
                      <a:pt x="4920" y="3173"/>
                      <a:pt x="4882" y="3124"/>
                      <a:pt x="4833" y="3081"/>
                    </a:cubicBezTo>
                    <a:cubicBezTo>
                      <a:pt x="4826" y="3076"/>
                      <a:pt x="4819" y="3074"/>
                      <a:pt x="4812" y="3074"/>
                    </a:cubicBezTo>
                    <a:cubicBezTo>
                      <a:pt x="4781" y="3074"/>
                      <a:pt x="4757" y="3118"/>
                      <a:pt x="4784" y="3140"/>
                    </a:cubicBezTo>
                    <a:cubicBezTo>
                      <a:pt x="4822" y="3189"/>
                      <a:pt x="4849" y="3244"/>
                      <a:pt x="4871" y="3303"/>
                    </a:cubicBezTo>
                    <a:cubicBezTo>
                      <a:pt x="4805" y="3293"/>
                      <a:pt x="4746" y="3276"/>
                      <a:pt x="4691" y="3255"/>
                    </a:cubicBezTo>
                    <a:cubicBezTo>
                      <a:pt x="4572" y="3211"/>
                      <a:pt x="4474" y="3130"/>
                      <a:pt x="4419" y="3021"/>
                    </a:cubicBezTo>
                    <a:cubicBezTo>
                      <a:pt x="4376" y="2896"/>
                      <a:pt x="4349" y="2771"/>
                      <a:pt x="4338" y="2646"/>
                    </a:cubicBezTo>
                    <a:cubicBezTo>
                      <a:pt x="4327" y="2559"/>
                      <a:pt x="4333" y="2450"/>
                      <a:pt x="4294" y="2369"/>
                    </a:cubicBezTo>
                    <a:close/>
                    <a:moveTo>
                      <a:pt x="3368" y="2214"/>
                    </a:moveTo>
                    <a:cubicBezTo>
                      <a:pt x="3577" y="2214"/>
                      <a:pt x="3780" y="2280"/>
                      <a:pt x="3990" y="2298"/>
                    </a:cubicBezTo>
                    <a:cubicBezTo>
                      <a:pt x="4061" y="2309"/>
                      <a:pt x="4126" y="2325"/>
                      <a:pt x="4197" y="2347"/>
                    </a:cubicBezTo>
                    <a:cubicBezTo>
                      <a:pt x="4186" y="2358"/>
                      <a:pt x="4191" y="2379"/>
                      <a:pt x="4202" y="2390"/>
                    </a:cubicBezTo>
                    <a:cubicBezTo>
                      <a:pt x="4246" y="2445"/>
                      <a:pt x="4229" y="2570"/>
                      <a:pt x="4229" y="2635"/>
                    </a:cubicBezTo>
                    <a:cubicBezTo>
                      <a:pt x="4235" y="2706"/>
                      <a:pt x="4240" y="2776"/>
                      <a:pt x="4251" y="2847"/>
                    </a:cubicBezTo>
                    <a:cubicBezTo>
                      <a:pt x="4256" y="2966"/>
                      <a:pt x="4294" y="3086"/>
                      <a:pt x="4365" y="3184"/>
                    </a:cubicBezTo>
                    <a:cubicBezTo>
                      <a:pt x="4436" y="3276"/>
                      <a:pt x="4528" y="3342"/>
                      <a:pt x="4637" y="3385"/>
                    </a:cubicBezTo>
                    <a:cubicBezTo>
                      <a:pt x="4711" y="3424"/>
                      <a:pt x="4796" y="3443"/>
                      <a:pt x="4883" y="3443"/>
                    </a:cubicBezTo>
                    <a:cubicBezTo>
                      <a:pt x="4904" y="3443"/>
                      <a:pt x="4925" y="3442"/>
                      <a:pt x="4947" y="3439"/>
                    </a:cubicBezTo>
                    <a:lnTo>
                      <a:pt x="4947" y="3439"/>
                    </a:lnTo>
                    <a:cubicBezTo>
                      <a:pt x="4947" y="3450"/>
                      <a:pt x="4941" y="3467"/>
                      <a:pt x="4936" y="3477"/>
                    </a:cubicBezTo>
                    <a:cubicBezTo>
                      <a:pt x="4925" y="3532"/>
                      <a:pt x="4920" y="3586"/>
                      <a:pt x="4920" y="3641"/>
                    </a:cubicBezTo>
                    <a:cubicBezTo>
                      <a:pt x="4914" y="3646"/>
                      <a:pt x="4914" y="3657"/>
                      <a:pt x="4920" y="3668"/>
                    </a:cubicBezTo>
                    <a:cubicBezTo>
                      <a:pt x="4920" y="3689"/>
                      <a:pt x="4914" y="3717"/>
                      <a:pt x="4909" y="3738"/>
                    </a:cubicBezTo>
                    <a:cubicBezTo>
                      <a:pt x="4854" y="3907"/>
                      <a:pt x="4784" y="4070"/>
                      <a:pt x="4702" y="4222"/>
                    </a:cubicBezTo>
                    <a:cubicBezTo>
                      <a:pt x="4626" y="4363"/>
                      <a:pt x="4545" y="4499"/>
                      <a:pt x="4458" y="4630"/>
                    </a:cubicBezTo>
                    <a:cubicBezTo>
                      <a:pt x="4354" y="4766"/>
                      <a:pt x="4224" y="4885"/>
                      <a:pt x="4077" y="4978"/>
                    </a:cubicBezTo>
                    <a:cubicBezTo>
                      <a:pt x="4006" y="5027"/>
                      <a:pt x="3930" y="5065"/>
                      <a:pt x="3843" y="5092"/>
                    </a:cubicBezTo>
                    <a:cubicBezTo>
                      <a:pt x="3767" y="5110"/>
                      <a:pt x="3690" y="5120"/>
                      <a:pt x="3611" y="5120"/>
                    </a:cubicBezTo>
                    <a:cubicBezTo>
                      <a:pt x="3594" y="5120"/>
                      <a:pt x="3577" y="5120"/>
                      <a:pt x="3561" y="5119"/>
                    </a:cubicBezTo>
                    <a:cubicBezTo>
                      <a:pt x="3488" y="5119"/>
                      <a:pt x="3416" y="5123"/>
                      <a:pt x="3344" y="5123"/>
                    </a:cubicBezTo>
                    <a:cubicBezTo>
                      <a:pt x="3254" y="5123"/>
                      <a:pt x="3164" y="5117"/>
                      <a:pt x="3077" y="5086"/>
                    </a:cubicBezTo>
                    <a:cubicBezTo>
                      <a:pt x="3039" y="5076"/>
                      <a:pt x="3001" y="5070"/>
                      <a:pt x="2963" y="5065"/>
                    </a:cubicBezTo>
                    <a:cubicBezTo>
                      <a:pt x="2919" y="5054"/>
                      <a:pt x="2881" y="5038"/>
                      <a:pt x="2843" y="5016"/>
                    </a:cubicBezTo>
                    <a:cubicBezTo>
                      <a:pt x="2816" y="5005"/>
                      <a:pt x="2783" y="4994"/>
                      <a:pt x="2751" y="4983"/>
                    </a:cubicBezTo>
                    <a:cubicBezTo>
                      <a:pt x="2707" y="4972"/>
                      <a:pt x="2669" y="4951"/>
                      <a:pt x="2631" y="4923"/>
                    </a:cubicBezTo>
                    <a:cubicBezTo>
                      <a:pt x="2571" y="4880"/>
                      <a:pt x="2501" y="4853"/>
                      <a:pt x="2441" y="4815"/>
                    </a:cubicBezTo>
                    <a:cubicBezTo>
                      <a:pt x="2359" y="4760"/>
                      <a:pt x="2278" y="4700"/>
                      <a:pt x="2207" y="4630"/>
                    </a:cubicBezTo>
                    <a:cubicBezTo>
                      <a:pt x="2126" y="4570"/>
                      <a:pt x="2060" y="4488"/>
                      <a:pt x="2006" y="4407"/>
                    </a:cubicBezTo>
                    <a:cubicBezTo>
                      <a:pt x="1973" y="4331"/>
                      <a:pt x="1941" y="4260"/>
                      <a:pt x="1897" y="4190"/>
                    </a:cubicBezTo>
                    <a:cubicBezTo>
                      <a:pt x="1865" y="4157"/>
                      <a:pt x="1843" y="4119"/>
                      <a:pt x="1827" y="4070"/>
                    </a:cubicBezTo>
                    <a:cubicBezTo>
                      <a:pt x="1816" y="4021"/>
                      <a:pt x="1805" y="3972"/>
                      <a:pt x="1789" y="3923"/>
                    </a:cubicBezTo>
                    <a:cubicBezTo>
                      <a:pt x="1767" y="3858"/>
                      <a:pt x="1745" y="3787"/>
                      <a:pt x="1718" y="3717"/>
                    </a:cubicBezTo>
                    <a:cubicBezTo>
                      <a:pt x="1767" y="3646"/>
                      <a:pt x="1805" y="3581"/>
                      <a:pt x="1827" y="3554"/>
                    </a:cubicBezTo>
                    <a:cubicBezTo>
                      <a:pt x="1876" y="3488"/>
                      <a:pt x="1919" y="3418"/>
                      <a:pt x="1963" y="3347"/>
                    </a:cubicBezTo>
                    <a:cubicBezTo>
                      <a:pt x="1995" y="3287"/>
                      <a:pt x="2017" y="3211"/>
                      <a:pt x="2049" y="3151"/>
                    </a:cubicBezTo>
                    <a:cubicBezTo>
                      <a:pt x="2082" y="3091"/>
                      <a:pt x="2109" y="3032"/>
                      <a:pt x="2136" y="2972"/>
                    </a:cubicBezTo>
                    <a:cubicBezTo>
                      <a:pt x="2164" y="2923"/>
                      <a:pt x="2185" y="2869"/>
                      <a:pt x="2196" y="2814"/>
                    </a:cubicBezTo>
                    <a:cubicBezTo>
                      <a:pt x="2196" y="2802"/>
                      <a:pt x="2186" y="2795"/>
                      <a:pt x="2175" y="2795"/>
                    </a:cubicBezTo>
                    <a:cubicBezTo>
                      <a:pt x="2166" y="2795"/>
                      <a:pt x="2158" y="2799"/>
                      <a:pt x="2153" y="2809"/>
                    </a:cubicBezTo>
                    <a:cubicBezTo>
                      <a:pt x="2131" y="2863"/>
                      <a:pt x="2098" y="2918"/>
                      <a:pt x="2066" y="2972"/>
                    </a:cubicBezTo>
                    <a:cubicBezTo>
                      <a:pt x="2044" y="3021"/>
                      <a:pt x="2017" y="3070"/>
                      <a:pt x="1984" y="3113"/>
                    </a:cubicBezTo>
                    <a:cubicBezTo>
                      <a:pt x="1957" y="3162"/>
                      <a:pt x="1930" y="3217"/>
                      <a:pt x="1908" y="3265"/>
                    </a:cubicBezTo>
                    <a:cubicBezTo>
                      <a:pt x="1870" y="3331"/>
                      <a:pt x="1827" y="3390"/>
                      <a:pt x="1783" y="3445"/>
                    </a:cubicBezTo>
                    <a:cubicBezTo>
                      <a:pt x="1734" y="3510"/>
                      <a:pt x="1691" y="3570"/>
                      <a:pt x="1642" y="3630"/>
                    </a:cubicBezTo>
                    <a:cubicBezTo>
                      <a:pt x="1707" y="3472"/>
                      <a:pt x="1799" y="3320"/>
                      <a:pt x="1914" y="3184"/>
                    </a:cubicBezTo>
                    <a:cubicBezTo>
                      <a:pt x="1940" y="3154"/>
                      <a:pt x="1910" y="3116"/>
                      <a:pt x="1878" y="3116"/>
                    </a:cubicBezTo>
                    <a:cubicBezTo>
                      <a:pt x="1870" y="3116"/>
                      <a:pt x="1861" y="3119"/>
                      <a:pt x="1854" y="3124"/>
                    </a:cubicBezTo>
                    <a:cubicBezTo>
                      <a:pt x="1772" y="3200"/>
                      <a:pt x="1702" y="3282"/>
                      <a:pt x="1647" y="3380"/>
                    </a:cubicBezTo>
                    <a:cubicBezTo>
                      <a:pt x="1620" y="3429"/>
                      <a:pt x="1593" y="3483"/>
                      <a:pt x="1566" y="3537"/>
                    </a:cubicBezTo>
                    <a:cubicBezTo>
                      <a:pt x="1539" y="3570"/>
                      <a:pt x="1517" y="3613"/>
                      <a:pt x="1506" y="3657"/>
                    </a:cubicBezTo>
                    <a:cubicBezTo>
                      <a:pt x="1500" y="3711"/>
                      <a:pt x="1490" y="3760"/>
                      <a:pt x="1473" y="3809"/>
                    </a:cubicBezTo>
                    <a:lnTo>
                      <a:pt x="1462" y="3809"/>
                    </a:lnTo>
                    <a:cubicBezTo>
                      <a:pt x="1452" y="3809"/>
                      <a:pt x="1446" y="3814"/>
                      <a:pt x="1441" y="3820"/>
                    </a:cubicBezTo>
                    <a:cubicBezTo>
                      <a:pt x="1441" y="3825"/>
                      <a:pt x="1435" y="3831"/>
                      <a:pt x="1430" y="3836"/>
                    </a:cubicBezTo>
                    <a:cubicBezTo>
                      <a:pt x="1419" y="3858"/>
                      <a:pt x="1424" y="3880"/>
                      <a:pt x="1446" y="3891"/>
                    </a:cubicBezTo>
                    <a:cubicBezTo>
                      <a:pt x="1441" y="3912"/>
                      <a:pt x="1435" y="3934"/>
                      <a:pt x="1430" y="3956"/>
                    </a:cubicBezTo>
                    <a:cubicBezTo>
                      <a:pt x="1408" y="4016"/>
                      <a:pt x="1419" y="4081"/>
                      <a:pt x="1452" y="4135"/>
                    </a:cubicBezTo>
                    <a:cubicBezTo>
                      <a:pt x="1419" y="4266"/>
                      <a:pt x="1397" y="4396"/>
                      <a:pt x="1397" y="4532"/>
                    </a:cubicBezTo>
                    <a:cubicBezTo>
                      <a:pt x="1402" y="4655"/>
                      <a:pt x="1456" y="4972"/>
                      <a:pt x="1629" y="4972"/>
                    </a:cubicBezTo>
                    <a:cubicBezTo>
                      <a:pt x="1647" y="4972"/>
                      <a:pt x="1665" y="4968"/>
                      <a:pt x="1685" y="4961"/>
                    </a:cubicBezTo>
                    <a:cubicBezTo>
                      <a:pt x="1702" y="4956"/>
                      <a:pt x="1702" y="4934"/>
                      <a:pt x="1685" y="4929"/>
                    </a:cubicBezTo>
                    <a:cubicBezTo>
                      <a:pt x="1468" y="4874"/>
                      <a:pt x="1457" y="4537"/>
                      <a:pt x="1484" y="4363"/>
                    </a:cubicBezTo>
                    <a:cubicBezTo>
                      <a:pt x="1495" y="4293"/>
                      <a:pt x="1506" y="4228"/>
                      <a:pt x="1522" y="4157"/>
                    </a:cubicBezTo>
                    <a:cubicBezTo>
                      <a:pt x="1549" y="4151"/>
                      <a:pt x="1560" y="4124"/>
                      <a:pt x="1549" y="4097"/>
                    </a:cubicBezTo>
                    <a:cubicBezTo>
                      <a:pt x="1544" y="4092"/>
                      <a:pt x="1544" y="4081"/>
                      <a:pt x="1539" y="4075"/>
                    </a:cubicBezTo>
                    <a:lnTo>
                      <a:pt x="1549" y="4037"/>
                    </a:lnTo>
                    <a:cubicBezTo>
                      <a:pt x="1566" y="3988"/>
                      <a:pt x="1582" y="3939"/>
                      <a:pt x="1593" y="3891"/>
                    </a:cubicBezTo>
                    <a:cubicBezTo>
                      <a:pt x="1598" y="3874"/>
                      <a:pt x="1604" y="3853"/>
                      <a:pt x="1615" y="3831"/>
                    </a:cubicBezTo>
                    <a:cubicBezTo>
                      <a:pt x="1625" y="3820"/>
                      <a:pt x="1636" y="3809"/>
                      <a:pt x="1647" y="3793"/>
                    </a:cubicBezTo>
                    <a:cubicBezTo>
                      <a:pt x="1647" y="3836"/>
                      <a:pt x="1653" y="3874"/>
                      <a:pt x="1664" y="3912"/>
                    </a:cubicBezTo>
                    <a:cubicBezTo>
                      <a:pt x="1669" y="3956"/>
                      <a:pt x="1685" y="4005"/>
                      <a:pt x="1696" y="4054"/>
                    </a:cubicBezTo>
                    <a:cubicBezTo>
                      <a:pt x="1702" y="4103"/>
                      <a:pt x="1712" y="4146"/>
                      <a:pt x="1729" y="4190"/>
                    </a:cubicBezTo>
                    <a:cubicBezTo>
                      <a:pt x="1745" y="4222"/>
                      <a:pt x="1778" y="4249"/>
                      <a:pt x="1799" y="4282"/>
                    </a:cubicBezTo>
                    <a:cubicBezTo>
                      <a:pt x="1805" y="4293"/>
                      <a:pt x="1810" y="4298"/>
                      <a:pt x="1810" y="4309"/>
                    </a:cubicBezTo>
                    <a:cubicBezTo>
                      <a:pt x="1772" y="4434"/>
                      <a:pt x="1794" y="4570"/>
                      <a:pt x="1794" y="4695"/>
                    </a:cubicBezTo>
                    <a:cubicBezTo>
                      <a:pt x="1794" y="4798"/>
                      <a:pt x="1810" y="4940"/>
                      <a:pt x="1897" y="5010"/>
                    </a:cubicBezTo>
                    <a:cubicBezTo>
                      <a:pt x="1900" y="5014"/>
                      <a:pt x="1904" y="5016"/>
                      <a:pt x="1908" y="5016"/>
                    </a:cubicBezTo>
                    <a:cubicBezTo>
                      <a:pt x="1919" y="5016"/>
                      <a:pt x="1933" y="5001"/>
                      <a:pt x="1924" y="4989"/>
                    </a:cubicBezTo>
                    <a:cubicBezTo>
                      <a:pt x="1870" y="4891"/>
                      <a:pt x="1881" y="4760"/>
                      <a:pt x="1881" y="4652"/>
                    </a:cubicBezTo>
                    <a:cubicBezTo>
                      <a:pt x="1881" y="4586"/>
                      <a:pt x="1876" y="4521"/>
                      <a:pt x="1876" y="4461"/>
                    </a:cubicBezTo>
                    <a:lnTo>
                      <a:pt x="1876" y="4461"/>
                    </a:lnTo>
                    <a:cubicBezTo>
                      <a:pt x="1903" y="4516"/>
                      <a:pt x="1941" y="4565"/>
                      <a:pt x="1984" y="4608"/>
                    </a:cubicBezTo>
                    <a:lnTo>
                      <a:pt x="2028" y="4657"/>
                    </a:lnTo>
                    <a:cubicBezTo>
                      <a:pt x="2022" y="4760"/>
                      <a:pt x="2082" y="4858"/>
                      <a:pt x="2136" y="4945"/>
                    </a:cubicBezTo>
                    <a:cubicBezTo>
                      <a:pt x="2060" y="4983"/>
                      <a:pt x="1995" y="5027"/>
                      <a:pt x="1935" y="5086"/>
                    </a:cubicBezTo>
                    <a:cubicBezTo>
                      <a:pt x="1876" y="5130"/>
                      <a:pt x="1816" y="5168"/>
                      <a:pt x="1751" y="5201"/>
                    </a:cubicBezTo>
                    <a:cubicBezTo>
                      <a:pt x="1685" y="5239"/>
                      <a:pt x="1620" y="5288"/>
                      <a:pt x="1549" y="5320"/>
                    </a:cubicBezTo>
                    <a:cubicBezTo>
                      <a:pt x="1517" y="5342"/>
                      <a:pt x="1490" y="5358"/>
                      <a:pt x="1457" y="5380"/>
                    </a:cubicBezTo>
                    <a:lnTo>
                      <a:pt x="1452" y="5375"/>
                    </a:lnTo>
                    <a:cubicBezTo>
                      <a:pt x="1452" y="5375"/>
                      <a:pt x="1435" y="5342"/>
                      <a:pt x="1430" y="5336"/>
                    </a:cubicBezTo>
                    <a:cubicBezTo>
                      <a:pt x="1419" y="5320"/>
                      <a:pt x="1403" y="5304"/>
                      <a:pt x="1386" y="5288"/>
                    </a:cubicBezTo>
                    <a:cubicBezTo>
                      <a:pt x="1359" y="5266"/>
                      <a:pt x="1321" y="5250"/>
                      <a:pt x="1305" y="5222"/>
                    </a:cubicBezTo>
                    <a:lnTo>
                      <a:pt x="1316" y="5217"/>
                    </a:lnTo>
                    <a:cubicBezTo>
                      <a:pt x="1294" y="5173"/>
                      <a:pt x="1278" y="5130"/>
                      <a:pt x="1267" y="5081"/>
                    </a:cubicBezTo>
                    <a:lnTo>
                      <a:pt x="1267" y="5081"/>
                    </a:lnTo>
                    <a:cubicBezTo>
                      <a:pt x="1285" y="5090"/>
                      <a:pt x="1306" y="5094"/>
                      <a:pt x="1328" y="5094"/>
                    </a:cubicBezTo>
                    <a:cubicBezTo>
                      <a:pt x="1346" y="5094"/>
                      <a:pt x="1364" y="5091"/>
                      <a:pt x="1381" y="5086"/>
                    </a:cubicBezTo>
                    <a:cubicBezTo>
                      <a:pt x="1424" y="5076"/>
                      <a:pt x="1435" y="5016"/>
                      <a:pt x="1392" y="4989"/>
                    </a:cubicBezTo>
                    <a:cubicBezTo>
                      <a:pt x="1283" y="4934"/>
                      <a:pt x="1196" y="4847"/>
                      <a:pt x="1142" y="4739"/>
                    </a:cubicBezTo>
                    <a:cubicBezTo>
                      <a:pt x="1158" y="4722"/>
                      <a:pt x="1158" y="4700"/>
                      <a:pt x="1136" y="4695"/>
                    </a:cubicBezTo>
                    <a:lnTo>
                      <a:pt x="1125" y="4695"/>
                    </a:lnTo>
                    <a:cubicBezTo>
                      <a:pt x="1098" y="4624"/>
                      <a:pt x="1076" y="4543"/>
                      <a:pt x="1060" y="4467"/>
                    </a:cubicBezTo>
                    <a:cubicBezTo>
                      <a:pt x="1049" y="4418"/>
                      <a:pt x="1055" y="4369"/>
                      <a:pt x="1071" y="4325"/>
                    </a:cubicBezTo>
                    <a:cubicBezTo>
                      <a:pt x="1076" y="4298"/>
                      <a:pt x="1071" y="4249"/>
                      <a:pt x="1087" y="4233"/>
                    </a:cubicBezTo>
                    <a:cubicBezTo>
                      <a:pt x="1120" y="4200"/>
                      <a:pt x="1088" y="4151"/>
                      <a:pt x="1051" y="4151"/>
                    </a:cubicBezTo>
                    <a:cubicBezTo>
                      <a:pt x="1039" y="4151"/>
                      <a:pt x="1027" y="4156"/>
                      <a:pt x="1017" y="4168"/>
                    </a:cubicBezTo>
                    <a:cubicBezTo>
                      <a:pt x="979" y="4200"/>
                      <a:pt x="984" y="4217"/>
                      <a:pt x="979" y="4266"/>
                    </a:cubicBezTo>
                    <a:cubicBezTo>
                      <a:pt x="968" y="4309"/>
                      <a:pt x="951" y="4342"/>
                      <a:pt x="941" y="4385"/>
                    </a:cubicBezTo>
                    <a:cubicBezTo>
                      <a:pt x="919" y="4309"/>
                      <a:pt x="903" y="4228"/>
                      <a:pt x="897" y="4146"/>
                    </a:cubicBezTo>
                    <a:cubicBezTo>
                      <a:pt x="881" y="3918"/>
                      <a:pt x="919" y="3689"/>
                      <a:pt x="995" y="3477"/>
                    </a:cubicBezTo>
                    <a:cubicBezTo>
                      <a:pt x="1076" y="3271"/>
                      <a:pt x="1202" y="3086"/>
                      <a:pt x="1359" y="2934"/>
                    </a:cubicBezTo>
                    <a:cubicBezTo>
                      <a:pt x="1397" y="2890"/>
                      <a:pt x="1435" y="2852"/>
                      <a:pt x="1479" y="2825"/>
                    </a:cubicBezTo>
                    <a:cubicBezTo>
                      <a:pt x="1517" y="2803"/>
                      <a:pt x="1544" y="2787"/>
                      <a:pt x="1577" y="2765"/>
                    </a:cubicBezTo>
                    <a:cubicBezTo>
                      <a:pt x="1598" y="2744"/>
                      <a:pt x="1615" y="2722"/>
                      <a:pt x="1642" y="2706"/>
                    </a:cubicBezTo>
                    <a:cubicBezTo>
                      <a:pt x="1650" y="2724"/>
                      <a:pt x="1666" y="2732"/>
                      <a:pt x="1683" y="2732"/>
                    </a:cubicBezTo>
                    <a:cubicBezTo>
                      <a:pt x="1700" y="2732"/>
                      <a:pt x="1718" y="2722"/>
                      <a:pt x="1723" y="2706"/>
                    </a:cubicBezTo>
                    <a:lnTo>
                      <a:pt x="1729" y="2706"/>
                    </a:lnTo>
                    <a:lnTo>
                      <a:pt x="1783" y="2668"/>
                    </a:lnTo>
                    <a:lnTo>
                      <a:pt x="1821" y="2657"/>
                    </a:lnTo>
                    <a:cubicBezTo>
                      <a:pt x="1837" y="2651"/>
                      <a:pt x="1854" y="2635"/>
                      <a:pt x="1848" y="2619"/>
                    </a:cubicBezTo>
                    <a:cubicBezTo>
                      <a:pt x="1914" y="2570"/>
                      <a:pt x="1984" y="2526"/>
                      <a:pt x="2055" y="2494"/>
                    </a:cubicBezTo>
                    <a:cubicBezTo>
                      <a:pt x="2109" y="2472"/>
                      <a:pt x="2164" y="2472"/>
                      <a:pt x="2213" y="2450"/>
                    </a:cubicBezTo>
                    <a:cubicBezTo>
                      <a:pt x="2272" y="2417"/>
                      <a:pt x="2332" y="2390"/>
                      <a:pt x="2397" y="2369"/>
                    </a:cubicBezTo>
                    <a:cubicBezTo>
                      <a:pt x="2533" y="2330"/>
                      <a:pt x="2669" y="2303"/>
                      <a:pt x="2811" y="2282"/>
                    </a:cubicBezTo>
                    <a:cubicBezTo>
                      <a:pt x="2881" y="2260"/>
                      <a:pt x="2957" y="2244"/>
                      <a:pt x="3033" y="2238"/>
                    </a:cubicBezTo>
                    <a:cubicBezTo>
                      <a:pt x="3093" y="2238"/>
                      <a:pt x="3153" y="2233"/>
                      <a:pt x="3213" y="2227"/>
                    </a:cubicBezTo>
                    <a:cubicBezTo>
                      <a:pt x="3265" y="2218"/>
                      <a:pt x="3316" y="2214"/>
                      <a:pt x="3368" y="2214"/>
                    </a:cubicBezTo>
                    <a:close/>
                    <a:moveTo>
                      <a:pt x="2207" y="4815"/>
                    </a:moveTo>
                    <a:lnTo>
                      <a:pt x="2207" y="4815"/>
                    </a:lnTo>
                    <a:cubicBezTo>
                      <a:pt x="2283" y="4880"/>
                      <a:pt x="2365" y="4934"/>
                      <a:pt x="2452" y="4983"/>
                    </a:cubicBezTo>
                    <a:cubicBezTo>
                      <a:pt x="2517" y="5032"/>
                      <a:pt x="2588" y="5070"/>
                      <a:pt x="2653" y="5108"/>
                    </a:cubicBezTo>
                    <a:cubicBezTo>
                      <a:pt x="2702" y="5119"/>
                      <a:pt x="2745" y="5135"/>
                      <a:pt x="2789" y="5152"/>
                    </a:cubicBezTo>
                    <a:cubicBezTo>
                      <a:pt x="2821" y="5168"/>
                      <a:pt x="2859" y="5184"/>
                      <a:pt x="2897" y="5201"/>
                    </a:cubicBezTo>
                    <a:cubicBezTo>
                      <a:pt x="2946" y="5206"/>
                      <a:pt x="2990" y="5211"/>
                      <a:pt x="3033" y="5222"/>
                    </a:cubicBezTo>
                    <a:cubicBezTo>
                      <a:pt x="3071" y="5239"/>
                      <a:pt x="3109" y="5250"/>
                      <a:pt x="3153" y="5260"/>
                    </a:cubicBezTo>
                    <a:cubicBezTo>
                      <a:pt x="3202" y="5263"/>
                      <a:pt x="3251" y="5264"/>
                      <a:pt x="3300" y="5264"/>
                    </a:cubicBezTo>
                    <a:cubicBezTo>
                      <a:pt x="3349" y="5264"/>
                      <a:pt x="3398" y="5263"/>
                      <a:pt x="3446" y="5260"/>
                    </a:cubicBezTo>
                    <a:cubicBezTo>
                      <a:pt x="3487" y="5260"/>
                      <a:pt x="3526" y="5261"/>
                      <a:pt x="3566" y="5261"/>
                    </a:cubicBezTo>
                    <a:cubicBezTo>
                      <a:pt x="3714" y="5261"/>
                      <a:pt x="3859" y="5254"/>
                      <a:pt x="4001" y="5190"/>
                    </a:cubicBezTo>
                    <a:cubicBezTo>
                      <a:pt x="4121" y="5135"/>
                      <a:pt x="4235" y="5065"/>
                      <a:pt x="4333" y="4978"/>
                    </a:cubicBezTo>
                    <a:lnTo>
                      <a:pt x="4333" y="4978"/>
                    </a:lnTo>
                    <a:cubicBezTo>
                      <a:pt x="4322" y="4994"/>
                      <a:pt x="4311" y="5010"/>
                      <a:pt x="4294" y="5032"/>
                    </a:cubicBezTo>
                    <a:cubicBezTo>
                      <a:pt x="4262" y="5081"/>
                      <a:pt x="4229" y="5130"/>
                      <a:pt x="4186" y="5179"/>
                    </a:cubicBezTo>
                    <a:cubicBezTo>
                      <a:pt x="4137" y="5233"/>
                      <a:pt x="4077" y="5282"/>
                      <a:pt x="4012" y="5326"/>
                    </a:cubicBezTo>
                    <a:cubicBezTo>
                      <a:pt x="3968" y="5364"/>
                      <a:pt x="3925" y="5396"/>
                      <a:pt x="3876" y="5429"/>
                    </a:cubicBezTo>
                    <a:cubicBezTo>
                      <a:pt x="3816" y="5440"/>
                      <a:pt x="3756" y="5451"/>
                      <a:pt x="3697" y="5462"/>
                    </a:cubicBezTo>
                    <a:cubicBezTo>
                      <a:pt x="3620" y="5478"/>
                      <a:pt x="3544" y="5489"/>
                      <a:pt x="3463" y="5494"/>
                    </a:cubicBezTo>
                    <a:cubicBezTo>
                      <a:pt x="3398" y="5489"/>
                      <a:pt x="3327" y="5483"/>
                      <a:pt x="3262" y="5467"/>
                    </a:cubicBezTo>
                    <a:cubicBezTo>
                      <a:pt x="3196" y="5467"/>
                      <a:pt x="3131" y="5462"/>
                      <a:pt x="3066" y="5451"/>
                    </a:cubicBezTo>
                    <a:lnTo>
                      <a:pt x="2881" y="5396"/>
                    </a:lnTo>
                    <a:cubicBezTo>
                      <a:pt x="2762" y="5358"/>
                      <a:pt x="2653" y="5304"/>
                      <a:pt x="2555" y="5228"/>
                    </a:cubicBezTo>
                    <a:cubicBezTo>
                      <a:pt x="2414" y="5119"/>
                      <a:pt x="2294" y="4978"/>
                      <a:pt x="2207" y="4815"/>
                    </a:cubicBezTo>
                    <a:close/>
                    <a:moveTo>
                      <a:pt x="3294" y="5608"/>
                    </a:moveTo>
                    <a:cubicBezTo>
                      <a:pt x="3349" y="5619"/>
                      <a:pt x="3408" y="5625"/>
                      <a:pt x="3468" y="5630"/>
                    </a:cubicBezTo>
                    <a:cubicBezTo>
                      <a:pt x="3512" y="5630"/>
                      <a:pt x="3555" y="5625"/>
                      <a:pt x="3604" y="5619"/>
                    </a:cubicBezTo>
                    <a:cubicBezTo>
                      <a:pt x="3620" y="5646"/>
                      <a:pt x="3642" y="5668"/>
                      <a:pt x="3658" y="5695"/>
                    </a:cubicBezTo>
                    <a:cubicBezTo>
                      <a:pt x="3680" y="5722"/>
                      <a:pt x="3702" y="5750"/>
                      <a:pt x="3718" y="5777"/>
                    </a:cubicBezTo>
                    <a:lnTo>
                      <a:pt x="3686" y="5788"/>
                    </a:lnTo>
                    <a:cubicBezTo>
                      <a:pt x="3658" y="5799"/>
                      <a:pt x="3631" y="5804"/>
                      <a:pt x="3604" y="5809"/>
                    </a:cubicBezTo>
                    <a:cubicBezTo>
                      <a:pt x="3561" y="5760"/>
                      <a:pt x="3501" y="5733"/>
                      <a:pt x="3436" y="5733"/>
                    </a:cubicBezTo>
                    <a:cubicBezTo>
                      <a:pt x="3414" y="5722"/>
                      <a:pt x="3392" y="5717"/>
                      <a:pt x="3370" y="5712"/>
                    </a:cubicBezTo>
                    <a:cubicBezTo>
                      <a:pt x="3356" y="5710"/>
                      <a:pt x="3341" y="5710"/>
                      <a:pt x="3326" y="5710"/>
                    </a:cubicBezTo>
                    <a:cubicBezTo>
                      <a:pt x="3274" y="5710"/>
                      <a:pt x="3220" y="5718"/>
                      <a:pt x="3169" y="5739"/>
                    </a:cubicBezTo>
                    <a:lnTo>
                      <a:pt x="3196" y="5712"/>
                    </a:lnTo>
                    <a:cubicBezTo>
                      <a:pt x="3234" y="5684"/>
                      <a:pt x="3267" y="5646"/>
                      <a:pt x="3294" y="5608"/>
                    </a:cubicBezTo>
                    <a:close/>
                    <a:moveTo>
                      <a:pt x="4392" y="5135"/>
                    </a:moveTo>
                    <a:lnTo>
                      <a:pt x="4392" y="5135"/>
                    </a:lnTo>
                    <a:cubicBezTo>
                      <a:pt x="4349" y="5222"/>
                      <a:pt x="4311" y="5315"/>
                      <a:pt x="4284" y="5407"/>
                    </a:cubicBezTo>
                    <a:cubicBezTo>
                      <a:pt x="4262" y="5467"/>
                      <a:pt x="4224" y="5510"/>
                      <a:pt x="4202" y="5570"/>
                    </a:cubicBezTo>
                    <a:cubicBezTo>
                      <a:pt x="4186" y="5625"/>
                      <a:pt x="4180" y="5695"/>
                      <a:pt x="4153" y="5760"/>
                    </a:cubicBezTo>
                    <a:cubicBezTo>
                      <a:pt x="4142" y="5782"/>
                      <a:pt x="4137" y="5799"/>
                      <a:pt x="4131" y="5820"/>
                    </a:cubicBezTo>
                    <a:lnTo>
                      <a:pt x="4093" y="5820"/>
                    </a:lnTo>
                    <a:cubicBezTo>
                      <a:pt x="4080" y="5823"/>
                      <a:pt x="4065" y="5824"/>
                      <a:pt x="4050" y="5824"/>
                    </a:cubicBezTo>
                    <a:cubicBezTo>
                      <a:pt x="4035" y="5824"/>
                      <a:pt x="4020" y="5823"/>
                      <a:pt x="4006" y="5820"/>
                    </a:cubicBezTo>
                    <a:cubicBezTo>
                      <a:pt x="3974" y="5809"/>
                      <a:pt x="3957" y="5782"/>
                      <a:pt x="3925" y="5766"/>
                    </a:cubicBezTo>
                    <a:cubicBezTo>
                      <a:pt x="3892" y="5755"/>
                      <a:pt x="3860" y="5739"/>
                      <a:pt x="3827" y="5717"/>
                    </a:cubicBezTo>
                    <a:cubicBezTo>
                      <a:pt x="3794" y="5695"/>
                      <a:pt x="3767" y="5668"/>
                      <a:pt x="3740" y="5641"/>
                    </a:cubicBezTo>
                    <a:lnTo>
                      <a:pt x="3691" y="5597"/>
                    </a:lnTo>
                    <a:cubicBezTo>
                      <a:pt x="3762" y="5587"/>
                      <a:pt x="3827" y="5576"/>
                      <a:pt x="3898" y="5565"/>
                    </a:cubicBezTo>
                    <a:cubicBezTo>
                      <a:pt x="3957" y="5543"/>
                      <a:pt x="4006" y="5505"/>
                      <a:pt x="4050" y="5462"/>
                    </a:cubicBezTo>
                    <a:cubicBezTo>
                      <a:pt x="4169" y="5380"/>
                      <a:pt x="4273" y="5288"/>
                      <a:pt x="4360" y="5173"/>
                    </a:cubicBezTo>
                    <a:cubicBezTo>
                      <a:pt x="4371" y="5157"/>
                      <a:pt x="4381" y="5146"/>
                      <a:pt x="4392" y="5135"/>
                    </a:cubicBezTo>
                    <a:close/>
                    <a:moveTo>
                      <a:pt x="2332" y="5206"/>
                    </a:moveTo>
                    <a:cubicBezTo>
                      <a:pt x="2370" y="5250"/>
                      <a:pt x="2414" y="5288"/>
                      <a:pt x="2457" y="5320"/>
                    </a:cubicBezTo>
                    <a:cubicBezTo>
                      <a:pt x="2566" y="5407"/>
                      <a:pt x="2685" y="5478"/>
                      <a:pt x="2816" y="5521"/>
                    </a:cubicBezTo>
                    <a:cubicBezTo>
                      <a:pt x="2881" y="5543"/>
                      <a:pt x="2941" y="5554"/>
                      <a:pt x="3001" y="5576"/>
                    </a:cubicBezTo>
                    <a:cubicBezTo>
                      <a:pt x="3019" y="5580"/>
                      <a:pt x="3037" y="5585"/>
                      <a:pt x="3056" y="5589"/>
                    </a:cubicBezTo>
                    <a:lnTo>
                      <a:pt x="3056" y="5589"/>
                    </a:lnTo>
                    <a:cubicBezTo>
                      <a:pt x="3034" y="5623"/>
                      <a:pt x="3003" y="5648"/>
                      <a:pt x="2968" y="5674"/>
                    </a:cubicBezTo>
                    <a:cubicBezTo>
                      <a:pt x="2925" y="5706"/>
                      <a:pt x="2903" y="5750"/>
                      <a:pt x="2859" y="5782"/>
                    </a:cubicBezTo>
                    <a:cubicBezTo>
                      <a:pt x="2816" y="5809"/>
                      <a:pt x="2767" y="5837"/>
                      <a:pt x="2718" y="5858"/>
                    </a:cubicBezTo>
                    <a:cubicBezTo>
                      <a:pt x="2696" y="5869"/>
                      <a:pt x="2680" y="5891"/>
                      <a:pt x="2653" y="5902"/>
                    </a:cubicBezTo>
                    <a:cubicBezTo>
                      <a:pt x="2647" y="5891"/>
                      <a:pt x="2642" y="5880"/>
                      <a:pt x="2637" y="5869"/>
                    </a:cubicBezTo>
                    <a:cubicBezTo>
                      <a:pt x="2588" y="5777"/>
                      <a:pt x="2544" y="5679"/>
                      <a:pt x="2506" y="5581"/>
                    </a:cubicBezTo>
                    <a:cubicBezTo>
                      <a:pt x="2490" y="5538"/>
                      <a:pt x="2468" y="5500"/>
                      <a:pt x="2446" y="5456"/>
                    </a:cubicBezTo>
                    <a:cubicBezTo>
                      <a:pt x="2430" y="5418"/>
                      <a:pt x="2430" y="5380"/>
                      <a:pt x="2414" y="5342"/>
                    </a:cubicBezTo>
                    <a:cubicBezTo>
                      <a:pt x="2381" y="5304"/>
                      <a:pt x="2354" y="5255"/>
                      <a:pt x="2332" y="5206"/>
                    </a:cubicBezTo>
                    <a:close/>
                    <a:moveTo>
                      <a:pt x="3403" y="5799"/>
                    </a:moveTo>
                    <a:cubicBezTo>
                      <a:pt x="3436" y="5820"/>
                      <a:pt x="3474" y="5858"/>
                      <a:pt x="3506" y="5880"/>
                    </a:cubicBezTo>
                    <a:cubicBezTo>
                      <a:pt x="3512" y="5891"/>
                      <a:pt x="3512" y="5896"/>
                      <a:pt x="3523" y="5907"/>
                    </a:cubicBezTo>
                    <a:lnTo>
                      <a:pt x="3517" y="5907"/>
                    </a:lnTo>
                    <a:lnTo>
                      <a:pt x="3506" y="5913"/>
                    </a:lnTo>
                    <a:cubicBezTo>
                      <a:pt x="3479" y="5929"/>
                      <a:pt x="3452" y="5945"/>
                      <a:pt x="3419" y="5956"/>
                    </a:cubicBezTo>
                    <a:cubicBezTo>
                      <a:pt x="3398" y="5962"/>
                      <a:pt x="3370" y="5972"/>
                      <a:pt x="3349" y="5983"/>
                    </a:cubicBezTo>
                    <a:cubicBezTo>
                      <a:pt x="3338" y="5994"/>
                      <a:pt x="3327" y="6000"/>
                      <a:pt x="3311" y="6005"/>
                    </a:cubicBezTo>
                    <a:lnTo>
                      <a:pt x="3305" y="6005"/>
                    </a:lnTo>
                    <a:cubicBezTo>
                      <a:pt x="3283" y="5994"/>
                      <a:pt x="3267" y="5945"/>
                      <a:pt x="3256" y="5929"/>
                    </a:cubicBezTo>
                    <a:cubicBezTo>
                      <a:pt x="3240" y="5902"/>
                      <a:pt x="3224" y="5869"/>
                      <a:pt x="3218" y="5837"/>
                    </a:cubicBezTo>
                    <a:cubicBezTo>
                      <a:pt x="3256" y="5826"/>
                      <a:pt x="3294" y="5815"/>
                      <a:pt x="3338" y="5809"/>
                    </a:cubicBezTo>
                    <a:cubicBezTo>
                      <a:pt x="3349" y="5809"/>
                      <a:pt x="3376" y="5804"/>
                      <a:pt x="3403" y="5799"/>
                    </a:cubicBezTo>
                    <a:close/>
                    <a:moveTo>
                      <a:pt x="3822" y="5885"/>
                    </a:moveTo>
                    <a:lnTo>
                      <a:pt x="3827" y="5891"/>
                    </a:lnTo>
                    <a:cubicBezTo>
                      <a:pt x="3892" y="5934"/>
                      <a:pt x="3941" y="5983"/>
                      <a:pt x="4023" y="5989"/>
                    </a:cubicBezTo>
                    <a:lnTo>
                      <a:pt x="4082" y="5989"/>
                    </a:lnTo>
                    <a:cubicBezTo>
                      <a:pt x="4055" y="6049"/>
                      <a:pt x="4039" y="6114"/>
                      <a:pt x="4023" y="6174"/>
                    </a:cubicBezTo>
                    <a:cubicBezTo>
                      <a:pt x="4012" y="6239"/>
                      <a:pt x="3985" y="6293"/>
                      <a:pt x="3974" y="6358"/>
                    </a:cubicBezTo>
                    <a:lnTo>
                      <a:pt x="3974" y="6353"/>
                    </a:lnTo>
                    <a:cubicBezTo>
                      <a:pt x="3968" y="6429"/>
                      <a:pt x="3952" y="6500"/>
                      <a:pt x="3936" y="6570"/>
                    </a:cubicBezTo>
                    <a:cubicBezTo>
                      <a:pt x="3915" y="6626"/>
                      <a:pt x="3874" y="6641"/>
                      <a:pt x="3828" y="6641"/>
                    </a:cubicBezTo>
                    <a:cubicBezTo>
                      <a:pt x="3789" y="6641"/>
                      <a:pt x="3745" y="6630"/>
                      <a:pt x="3707" y="6625"/>
                    </a:cubicBezTo>
                    <a:cubicBezTo>
                      <a:pt x="3661" y="6621"/>
                      <a:pt x="3615" y="6617"/>
                      <a:pt x="3569" y="6617"/>
                    </a:cubicBezTo>
                    <a:cubicBezTo>
                      <a:pt x="3550" y="6617"/>
                      <a:pt x="3531" y="6618"/>
                      <a:pt x="3512" y="6619"/>
                    </a:cubicBezTo>
                    <a:cubicBezTo>
                      <a:pt x="3479" y="6617"/>
                      <a:pt x="3448" y="6615"/>
                      <a:pt x="3417" y="6615"/>
                    </a:cubicBezTo>
                    <a:cubicBezTo>
                      <a:pt x="3387" y="6615"/>
                      <a:pt x="3357" y="6617"/>
                      <a:pt x="3327" y="6619"/>
                    </a:cubicBezTo>
                    <a:cubicBezTo>
                      <a:pt x="3262" y="6630"/>
                      <a:pt x="3202" y="6652"/>
                      <a:pt x="3142" y="6674"/>
                    </a:cubicBezTo>
                    <a:cubicBezTo>
                      <a:pt x="3126" y="6685"/>
                      <a:pt x="3109" y="6685"/>
                      <a:pt x="3093" y="6690"/>
                    </a:cubicBezTo>
                    <a:cubicBezTo>
                      <a:pt x="3088" y="6685"/>
                      <a:pt x="3077" y="6679"/>
                      <a:pt x="3071" y="6674"/>
                    </a:cubicBezTo>
                    <a:cubicBezTo>
                      <a:pt x="3044" y="6630"/>
                      <a:pt x="3006" y="6603"/>
                      <a:pt x="2979" y="6560"/>
                    </a:cubicBezTo>
                    <a:cubicBezTo>
                      <a:pt x="2936" y="6494"/>
                      <a:pt x="2919" y="6418"/>
                      <a:pt x="2876" y="6353"/>
                    </a:cubicBezTo>
                    <a:cubicBezTo>
                      <a:pt x="2816" y="6250"/>
                      <a:pt x="2762" y="6146"/>
                      <a:pt x="2713" y="6038"/>
                    </a:cubicBezTo>
                    <a:cubicBezTo>
                      <a:pt x="2729" y="6032"/>
                      <a:pt x="2740" y="6027"/>
                      <a:pt x="2751" y="6016"/>
                    </a:cubicBezTo>
                    <a:lnTo>
                      <a:pt x="2772" y="6000"/>
                    </a:lnTo>
                    <a:cubicBezTo>
                      <a:pt x="2800" y="6000"/>
                      <a:pt x="2827" y="5994"/>
                      <a:pt x="2849" y="5983"/>
                    </a:cubicBezTo>
                    <a:cubicBezTo>
                      <a:pt x="2887" y="5967"/>
                      <a:pt x="2925" y="5945"/>
                      <a:pt x="2963" y="5924"/>
                    </a:cubicBezTo>
                    <a:lnTo>
                      <a:pt x="3001" y="5940"/>
                    </a:lnTo>
                    <a:cubicBezTo>
                      <a:pt x="3022" y="5951"/>
                      <a:pt x="3044" y="5962"/>
                      <a:pt x="3066" y="5962"/>
                    </a:cubicBezTo>
                    <a:cubicBezTo>
                      <a:pt x="3071" y="5962"/>
                      <a:pt x="3075" y="5961"/>
                      <a:pt x="3078" y="5961"/>
                    </a:cubicBezTo>
                    <a:lnTo>
                      <a:pt x="3078" y="5961"/>
                    </a:lnTo>
                    <a:cubicBezTo>
                      <a:pt x="3078" y="5961"/>
                      <a:pt x="3077" y="5961"/>
                      <a:pt x="3077" y="5962"/>
                    </a:cubicBezTo>
                    <a:cubicBezTo>
                      <a:pt x="3093" y="5962"/>
                      <a:pt x="3109" y="5956"/>
                      <a:pt x="3120" y="5951"/>
                    </a:cubicBezTo>
                    <a:cubicBezTo>
                      <a:pt x="3142" y="6021"/>
                      <a:pt x="3180" y="6087"/>
                      <a:pt x="3234" y="6136"/>
                    </a:cubicBezTo>
                    <a:cubicBezTo>
                      <a:pt x="3251" y="6141"/>
                      <a:pt x="3262" y="6146"/>
                      <a:pt x="3278" y="6152"/>
                    </a:cubicBezTo>
                    <a:cubicBezTo>
                      <a:pt x="3251" y="6190"/>
                      <a:pt x="3229" y="6228"/>
                      <a:pt x="3213" y="6271"/>
                    </a:cubicBezTo>
                    <a:cubicBezTo>
                      <a:pt x="3207" y="6293"/>
                      <a:pt x="3196" y="6315"/>
                      <a:pt x="3180" y="6337"/>
                    </a:cubicBezTo>
                    <a:cubicBezTo>
                      <a:pt x="3164" y="6358"/>
                      <a:pt x="3153" y="6386"/>
                      <a:pt x="3148" y="6418"/>
                    </a:cubicBezTo>
                    <a:cubicBezTo>
                      <a:pt x="3151" y="6451"/>
                      <a:pt x="3179" y="6472"/>
                      <a:pt x="3208" y="6472"/>
                    </a:cubicBezTo>
                    <a:cubicBezTo>
                      <a:pt x="3221" y="6472"/>
                      <a:pt x="3235" y="6467"/>
                      <a:pt x="3245" y="6456"/>
                    </a:cubicBezTo>
                    <a:cubicBezTo>
                      <a:pt x="3262" y="6435"/>
                      <a:pt x="3289" y="6418"/>
                      <a:pt x="3300" y="6396"/>
                    </a:cubicBezTo>
                    <a:cubicBezTo>
                      <a:pt x="3316" y="6369"/>
                      <a:pt x="3327" y="6342"/>
                      <a:pt x="3332" y="6315"/>
                    </a:cubicBezTo>
                    <a:cubicBezTo>
                      <a:pt x="3343" y="6255"/>
                      <a:pt x="3392" y="6195"/>
                      <a:pt x="3376" y="6136"/>
                    </a:cubicBezTo>
                    <a:lnTo>
                      <a:pt x="3403" y="6119"/>
                    </a:lnTo>
                    <a:cubicBezTo>
                      <a:pt x="3414" y="6190"/>
                      <a:pt x="3441" y="6261"/>
                      <a:pt x="3485" y="6315"/>
                    </a:cubicBezTo>
                    <a:cubicBezTo>
                      <a:pt x="3522" y="6368"/>
                      <a:pt x="3576" y="6423"/>
                      <a:pt x="3634" y="6423"/>
                    </a:cubicBezTo>
                    <a:cubicBezTo>
                      <a:pt x="3660" y="6423"/>
                      <a:pt x="3686" y="6412"/>
                      <a:pt x="3713" y="6386"/>
                    </a:cubicBezTo>
                    <a:cubicBezTo>
                      <a:pt x="3735" y="6364"/>
                      <a:pt x="3735" y="6331"/>
                      <a:pt x="3713" y="6309"/>
                    </a:cubicBezTo>
                    <a:cubicBezTo>
                      <a:pt x="3691" y="6288"/>
                      <a:pt x="3664" y="6288"/>
                      <a:pt x="3637" y="6277"/>
                    </a:cubicBezTo>
                    <a:cubicBezTo>
                      <a:pt x="3615" y="6255"/>
                      <a:pt x="3599" y="6233"/>
                      <a:pt x="3577" y="6212"/>
                    </a:cubicBezTo>
                    <a:cubicBezTo>
                      <a:pt x="3544" y="6174"/>
                      <a:pt x="3517" y="6125"/>
                      <a:pt x="3495" y="6076"/>
                    </a:cubicBezTo>
                    <a:cubicBezTo>
                      <a:pt x="3550" y="6059"/>
                      <a:pt x="3593" y="6027"/>
                      <a:pt x="3626" y="5983"/>
                    </a:cubicBezTo>
                    <a:cubicBezTo>
                      <a:pt x="3637" y="5972"/>
                      <a:pt x="3642" y="5962"/>
                      <a:pt x="3642" y="5945"/>
                    </a:cubicBezTo>
                    <a:cubicBezTo>
                      <a:pt x="3649" y="5946"/>
                      <a:pt x="3655" y="5946"/>
                      <a:pt x="3662" y="5946"/>
                    </a:cubicBezTo>
                    <a:cubicBezTo>
                      <a:pt x="3720" y="5946"/>
                      <a:pt x="3778" y="5925"/>
                      <a:pt x="3822" y="5885"/>
                    </a:cubicBezTo>
                    <a:close/>
                    <a:moveTo>
                      <a:pt x="2191" y="5086"/>
                    </a:moveTo>
                    <a:cubicBezTo>
                      <a:pt x="2196" y="5119"/>
                      <a:pt x="2202" y="5152"/>
                      <a:pt x="2207" y="5184"/>
                    </a:cubicBezTo>
                    <a:cubicBezTo>
                      <a:pt x="2218" y="5228"/>
                      <a:pt x="2234" y="5271"/>
                      <a:pt x="2251" y="5315"/>
                    </a:cubicBezTo>
                    <a:cubicBezTo>
                      <a:pt x="2272" y="5347"/>
                      <a:pt x="2289" y="5391"/>
                      <a:pt x="2300" y="5429"/>
                    </a:cubicBezTo>
                    <a:cubicBezTo>
                      <a:pt x="2316" y="5472"/>
                      <a:pt x="2332" y="5510"/>
                      <a:pt x="2354" y="5548"/>
                    </a:cubicBezTo>
                    <a:cubicBezTo>
                      <a:pt x="2376" y="5603"/>
                      <a:pt x="2397" y="5663"/>
                      <a:pt x="2414" y="5722"/>
                    </a:cubicBezTo>
                    <a:cubicBezTo>
                      <a:pt x="2452" y="5820"/>
                      <a:pt x="2501" y="5913"/>
                      <a:pt x="2544" y="6016"/>
                    </a:cubicBezTo>
                    <a:cubicBezTo>
                      <a:pt x="2588" y="6114"/>
                      <a:pt x="2637" y="6217"/>
                      <a:pt x="2675" y="6320"/>
                    </a:cubicBezTo>
                    <a:cubicBezTo>
                      <a:pt x="2707" y="6396"/>
                      <a:pt x="2751" y="6467"/>
                      <a:pt x="2783" y="6549"/>
                    </a:cubicBezTo>
                    <a:cubicBezTo>
                      <a:pt x="2805" y="6608"/>
                      <a:pt x="2838" y="6663"/>
                      <a:pt x="2876" y="6712"/>
                    </a:cubicBezTo>
                    <a:cubicBezTo>
                      <a:pt x="2870" y="6717"/>
                      <a:pt x="2865" y="6717"/>
                      <a:pt x="2859" y="6723"/>
                    </a:cubicBezTo>
                    <a:cubicBezTo>
                      <a:pt x="2805" y="6717"/>
                      <a:pt x="2751" y="6706"/>
                      <a:pt x="2702" y="6701"/>
                    </a:cubicBezTo>
                    <a:lnTo>
                      <a:pt x="2664" y="6701"/>
                    </a:lnTo>
                    <a:cubicBezTo>
                      <a:pt x="2675" y="6679"/>
                      <a:pt x="2664" y="6657"/>
                      <a:pt x="2637" y="6652"/>
                    </a:cubicBezTo>
                    <a:cubicBezTo>
                      <a:pt x="2544" y="6630"/>
                      <a:pt x="2452" y="6587"/>
                      <a:pt x="2354" y="6560"/>
                    </a:cubicBezTo>
                    <a:cubicBezTo>
                      <a:pt x="2261" y="6538"/>
                      <a:pt x="2213" y="6527"/>
                      <a:pt x="2158" y="6440"/>
                    </a:cubicBezTo>
                    <a:cubicBezTo>
                      <a:pt x="2120" y="6375"/>
                      <a:pt x="2060" y="6293"/>
                      <a:pt x="2093" y="6201"/>
                    </a:cubicBezTo>
                    <a:cubicBezTo>
                      <a:pt x="2104" y="6163"/>
                      <a:pt x="2136" y="6141"/>
                      <a:pt x="2142" y="6097"/>
                    </a:cubicBezTo>
                    <a:cubicBezTo>
                      <a:pt x="2147" y="6059"/>
                      <a:pt x="2142" y="6027"/>
                      <a:pt x="2120" y="6000"/>
                    </a:cubicBezTo>
                    <a:cubicBezTo>
                      <a:pt x="2098" y="5972"/>
                      <a:pt x="2071" y="5951"/>
                      <a:pt x="2039" y="5940"/>
                    </a:cubicBezTo>
                    <a:cubicBezTo>
                      <a:pt x="1990" y="5907"/>
                      <a:pt x="1952" y="5869"/>
                      <a:pt x="1919" y="5820"/>
                    </a:cubicBezTo>
                    <a:cubicBezTo>
                      <a:pt x="1843" y="5695"/>
                      <a:pt x="1886" y="5576"/>
                      <a:pt x="1930" y="5451"/>
                    </a:cubicBezTo>
                    <a:cubicBezTo>
                      <a:pt x="1973" y="5347"/>
                      <a:pt x="2033" y="5255"/>
                      <a:pt x="2115" y="5179"/>
                    </a:cubicBezTo>
                    <a:cubicBezTo>
                      <a:pt x="2142" y="5152"/>
                      <a:pt x="2169" y="5119"/>
                      <a:pt x="2191" y="5086"/>
                    </a:cubicBezTo>
                    <a:close/>
                    <a:moveTo>
                      <a:pt x="1859" y="5315"/>
                    </a:moveTo>
                    <a:cubicBezTo>
                      <a:pt x="1821" y="5385"/>
                      <a:pt x="1789" y="5456"/>
                      <a:pt x="1767" y="5532"/>
                    </a:cubicBezTo>
                    <a:cubicBezTo>
                      <a:pt x="1734" y="5641"/>
                      <a:pt x="1745" y="5760"/>
                      <a:pt x="1805" y="5864"/>
                    </a:cubicBezTo>
                    <a:cubicBezTo>
                      <a:pt x="1832" y="5907"/>
                      <a:pt x="1859" y="5951"/>
                      <a:pt x="1897" y="5983"/>
                    </a:cubicBezTo>
                    <a:cubicBezTo>
                      <a:pt x="1919" y="6005"/>
                      <a:pt x="2006" y="6049"/>
                      <a:pt x="2006" y="6076"/>
                    </a:cubicBezTo>
                    <a:cubicBezTo>
                      <a:pt x="1995" y="6092"/>
                      <a:pt x="1984" y="6108"/>
                      <a:pt x="1973" y="6125"/>
                    </a:cubicBezTo>
                    <a:cubicBezTo>
                      <a:pt x="1963" y="6141"/>
                      <a:pt x="1952" y="6168"/>
                      <a:pt x="1952" y="6190"/>
                    </a:cubicBezTo>
                    <a:cubicBezTo>
                      <a:pt x="1941" y="6239"/>
                      <a:pt x="1941" y="6293"/>
                      <a:pt x="1952" y="6342"/>
                    </a:cubicBezTo>
                    <a:cubicBezTo>
                      <a:pt x="1973" y="6429"/>
                      <a:pt x="2017" y="6511"/>
                      <a:pt x="2077" y="6581"/>
                    </a:cubicBezTo>
                    <a:cubicBezTo>
                      <a:pt x="2136" y="6647"/>
                      <a:pt x="2213" y="6690"/>
                      <a:pt x="2300" y="6701"/>
                    </a:cubicBezTo>
                    <a:lnTo>
                      <a:pt x="2327" y="6706"/>
                    </a:lnTo>
                    <a:lnTo>
                      <a:pt x="2289" y="6717"/>
                    </a:lnTo>
                    <a:cubicBezTo>
                      <a:pt x="2276" y="6720"/>
                      <a:pt x="2264" y="6722"/>
                      <a:pt x="2252" y="6722"/>
                    </a:cubicBezTo>
                    <a:cubicBezTo>
                      <a:pt x="2203" y="6722"/>
                      <a:pt x="2161" y="6700"/>
                      <a:pt x="2104" y="6695"/>
                    </a:cubicBezTo>
                    <a:cubicBezTo>
                      <a:pt x="2064" y="6692"/>
                      <a:pt x="2024" y="6690"/>
                      <a:pt x="1984" y="6690"/>
                    </a:cubicBezTo>
                    <a:cubicBezTo>
                      <a:pt x="1897" y="6690"/>
                      <a:pt x="1809" y="6699"/>
                      <a:pt x="1723" y="6717"/>
                    </a:cubicBezTo>
                    <a:cubicBezTo>
                      <a:pt x="1658" y="6739"/>
                      <a:pt x="1587" y="6750"/>
                      <a:pt x="1517" y="6750"/>
                    </a:cubicBezTo>
                    <a:cubicBezTo>
                      <a:pt x="1441" y="6750"/>
                      <a:pt x="1365" y="6733"/>
                      <a:pt x="1288" y="6728"/>
                    </a:cubicBezTo>
                    <a:cubicBezTo>
                      <a:pt x="1203" y="6722"/>
                      <a:pt x="1117" y="6719"/>
                      <a:pt x="1031" y="6719"/>
                    </a:cubicBezTo>
                    <a:cubicBezTo>
                      <a:pt x="970" y="6719"/>
                      <a:pt x="909" y="6720"/>
                      <a:pt x="848" y="6723"/>
                    </a:cubicBezTo>
                    <a:cubicBezTo>
                      <a:pt x="790" y="6725"/>
                      <a:pt x="731" y="6726"/>
                      <a:pt x="673" y="6726"/>
                    </a:cubicBezTo>
                    <a:cubicBezTo>
                      <a:pt x="590" y="6726"/>
                      <a:pt x="507" y="6724"/>
                      <a:pt x="424" y="6717"/>
                    </a:cubicBezTo>
                    <a:cubicBezTo>
                      <a:pt x="364" y="6712"/>
                      <a:pt x="305" y="6690"/>
                      <a:pt x="256" y="6657"/>
                    </a:cubicBezTo>
                    <a:cubicBezTo>
                      <a:pt x="196" y="6614"/>
                      <a:pt x="207" y="6598"/>
                      <a:pt x="250" y="6549"/>
                    </a:cubicBezTo>
                    <a:cubicBezTo>
                      <a:pt x="332" y="6445"/>
                      <a:pt x="419" y="6348"/>
                      <a:pt x="511" y="6261"/>
                    </a:cubicBezTo>
                    <a:cubicBezTo>
                      <a:pt x="620" y="6174"/>
                      <a:pt x="745" y="6103"/>
                      <a:pt x="854" y="6016"/>
                    </a:cubicBezTo>
                    <a:cubicBezTo>
                      <a:pt x="913" y="5972"/>
                      <a:pt x="979" y="5934"/>
                      <a:pt x="1038" y="5891"/>
                    </a:cubicBezTo>
                    <a:cubicBezTo>
                      <a:pt x="1104" y="5842"/>
                      <a:pt x="1153" y="5799"/>
                      <a:pt x="1207" y="5755"/>
                    </a:cubicBezTo>
                    <a:cubicBezTo>
                      <a:pt x="1267" y="5712"/>
                      <a:pt x="1343" y="5674"/>
                      <a:pt x="1414" y="5625"/>
                    </a:cubicBezTo>
                    <a:cubicBezTo>
                      <a:pt x="1479" y="5581"/>
                      <a:pt x="1522" y="5532"/>
                      <a:pt x="1587" y="5489"/>
                    </a:cubicBezTo>
                    <a:cubicBezTo>
                      <a:pt x="1674" y="5429"/>
                      <a:pt x="1767" y="5375"/>
                      <a:pt x="1859" y="5315"/>
                    </a:cubicBezTo>
                    <a:close/>
                    <a:moveTo>
                      <a:pt x="4523" y="4972"/>
                    </a:moveTo>
                    <a:cubicBezTo>
                      <a:pt x="4550" y="4999"/>
                      <a:pt x="4577" y="5027"/>
                      <a:pt x="4599" y="5059"/>
                    </a:cubicBezTo>
                    <a:cubicBezTo>
                      <a:pt x="4626" y="5103"/>
                      <a:pt x="4653" y="5146"/>
                      <a:pt x="4675" y="5195"/>
                    </a:cubicBezTo>
                    <a:cubicBezTo>
                      <a:pt x="4724" y="5260"/>
                      <a:pt x="4757" y="5336"/>
                      <a:pt x="4778" y="5418"/>
                    </a:cubicBezTo>
                    <a:cubicBezTo>
                      <a:pt x="4789" y="5467"/>
                      <a:pt x="4795" y="5516"/>
                      <a:pt x="4795" y="5565"/>
                    </a:cubicBezTo>
                    <a:cubicBezTo>
                      <a:pt x="4784" y="5614"/>
                      <a:pt x="4767" y="5657"/>
                      <a:pt x="4740" y="5701"/>
                    </a:cubicBezTo>
                    <a:cubicBezTo>
                      <a:pt x="4729" y="5739"/>
                      <a:pt x="4708" y="5777"/>
                      <a:pt x="4675" y="5804"/>
                    </a:cubicBezTo>
                    <a:cubicBezTo>
                      <a:pt x="4642" y="5826"/>
                      <a:pt x="4621" y="5847"/>
                      <a:pt x="4599" y="5875"/>
                    </a:cubicBezTo>
                    <a:cubicBezTo>
                      <a:pt x="4555" y="5934"/>
                      <a:pt x="4555" y="6011"/>
                      <a:pt x="4599" y="6070"/>
                    </a:cubicBezTo>
                    <a:cubicBezTo>
                      <a:pt x="4631" y="6125"/>
                      <a:pt x="4713" y="6174"/>
                      <a:pt x="4691" y="6244"/>
                    </a:cubicBezTo>
                    <a:cubicBezTo>
                      <a:pt x="4670" y="6277"/>
                      <a:pt x="4648" y="6309"/>
                      <a:pt x="4621" y="6337"/>
                    </a:cubicBezTo>
                    <a:cubicBezTo>
                      <a:pt x="4593" y="6369"/>
                      <a:pt x="4572" y="6402"/>
                      <a:pt x="4550" y="6435"/>
                    </a:cubicBezTo>
                    <a:cubicBezTo>
                      <a:pt x="4501" y="6511"/>
                      <a:pt x="4398" y="6543"/>
                      <a:pt x="4398" y="6641"/>
                    </a:cubicBezTo>
                    <a:cubicBezTo>
                      <a:pt x="4398" y="6679"/>
                      <a:pt x="4430" y="6706"/>
                      <a:pt x="4468" y="6706"/>
                    </a:cubicBezTo>
                    <a:cubicBezTo>
                      <a:pt x="4566" y="6690"/>
                      <a:pt x="4648" y="6630"/>
                      <a:pt x="4697" y="6543"/>
                    </a:cubicBezTo>
                    <a:cubicBezTo>
                      <a:pt x="4746" y="6467"/>
                      <a:pt x="4827" y="6396"/>
                      <a:pt x="4854" y="6309"/>
                    </a:cubicBezTo>
                    <a:cubicBezTo>
                      <a:pt x="4882" y="6223"/>
                      <a:pt x="4865" y="6125"/>
                      <a:pt x="4805" y="6054"/>
                    </a:cubicBezTo>
                    <a:cubicBezTo>
                      <a:pt x="4784" y="6027"/>
                      <a:pt x="4735" y="6000"/>
                      <a:pt x="4746" y="5967"/>
                    </a:cubicBezTo>
                    <a:cubicBezTo>
                      <a:pt x="4757" y="5934"/>
                      <a:pt x="4822" y="5902"/>
                      <a:pt x="4843" y="5869"/>
                    </a:cubicBezTo>
                    <a:cubicBezTo>
                      <a:pt x="4898" y="5782"/>
                      <a:pt x="4936" y="5684"/>
                      <a:pt x="4947" y="5581"/>
                    </a:cubicBezTo>
                    <a:cubicBezTo>
                      <a:pt x="4941" y="5472"/>
                      <a:pt x="4920" y="5369"/>
                      <a:pt x="4871" y="5271"/>
                    </a:cubicBezTo>
                    <a:cubicBezTo>
                      <a:pt x="4865" y="5255"/>
                      <a:pt x="4854" y="5239"/>
                      <a:pt x="4849" y="5222"/>
                    </a:cubicBezTo>
                    <a:lnTo>
                      <a:pt x="4849" y="5222"/>
                    </a:lnTo>
                    <a:cubicBezTo>
                      <a:pt x="4930" y="5282"/>
                      <a:pt x="5012" y="5342"/>
                      <a:pt x="5099" y="5391"/>
                    </a:cubicBezTo>
                    <a:cubicBezTo>
                      <a:pt x="5197" y="5456"/>
                      <a:pt x="5289" y="5532"/>
                      <a:pt x="5371" y="5619"/>
                    </a:cubicBezTo>
                    <a:cubicBezTo>
                      <a:pt x="5458" y="5701"/>
                      <a:pt x="5550" y="5771"/>
                      <a:pt x="5648" y="5837"/>
                    </a:cubicBezTo>
                    <a:cubicBezTo>
                      <a:pt x="5697" y="5869"/>
                      <a:pt x="5740" y="5896"/>
                      <a:pt x="5784" y="5929"/>
                    </a:cubicBezTo>
                    <a:cubicBezTo>
                      <a:pt x="5811" y="5945"/>
                      <a:pt x="5833" y="5956"/>
                      <a:pt x="5860" y="5972"/>
                    </a:cubicBezTo>
                    <a:cubicBezTo>
                      <a:pt x="5882" y="5994"/>
                      <a:pt x="5909" y="6016"/>
                      <a:pt x="5925" y="6038"/>
                    </a:cubicBezTo>
                    <a:cubicBezTo>
                      <a:pt x="5969" y="6081"/>
                      <a:pt x="6028" y="6108"/>
                      <a:pt x="6072" y="6152"/>
                    </a:cubicBezTo>
                    <a:cubicBezTo>
                      <a:pt x="6115" y="6190"/>
                      <a:pt x="6164" y="6239"/>
                      <a:pt x="6208" y="6288"/>
                    </a:cubicBezTo>
                    <a:cubicBezTo>
                      <a:pt x="6246" y="6331"/>
                      <a:pt x="6284" y="6369"/>
                      <a:pt x="6327" y="6407"/>
                    </a:cubicBezTo>
                    <a:cubicBezTo>
                      <a:pt x="6371" y="6445"/>
                      <a:pt x="6425" y="6478"/>
                      <a:pt x="6436" y="6532"/>
                    </a:cubicBezTo>
                    <a:cubicBezTo>
                      <a:pt x="6452" y="6614"/>
                      <a:pt x="6452" y="6744"/>
                      <a:pt x="6355" y="6755"/>
                    </a:cubicBezTo>
                    <a:lnTo>
                      <a:pt x="6360" y="6750"/>
                    </a:lnTo>
                    <a:cubicBezTo>
                      <a:pt x="6284" y="6744"/>
                      <a:pt x="6213" y="6733"/>
                      <a:pt x="6143" y="6717"/>
                    </a:cubicBezTo>
                    <a:cubicBezTo>
                      <a:pt x="6072" y="6712"/>
                      <a:pt x="5996" y="6712"/>
                      <a:pt x="5920" y="6712"/>
                    </a:cubicBezTo>
                    <a:cubicBezTo>
                      <a:pt x="5844" y="6712"/>
                      <a:pt x="5762" y="6717"/>
                      <a:pt x="5686" y="6723"/>
                    </a:cubicBezTo>
                    <a:cubicBezTo>
                      <a:pt x="5615" y="6733"/>
                      <a:pt x="5550" y="6750"/>
                      <a:pt x="5479" y="6766"/>
                    </a:cubicBezTo>
                    <a:cubicBezTo>
                      <a:pt x="5382" y="6755"/>
                      <a:pt x="5278" y="6744"/>
                      <a:pt x="5181" y="6744"/>
                    </a:cubicBezTo>
                    <a:cubicBezTo>
                      <a:pt x="5044" y="6747"/>
                      <a:pt x="4907" y="6749"/>
                      <a:pt x="4770" y="6749"/>
                    </a:cubicBezTo>
                    <a:cubicBezTo>
                      <a:pt x="4601" y="6749"/>
                      <a:pt x="4433" y="6746"/>
                      <a:pt x="4267" y="6733"/>
                    </a:cubicBezTo>
                    <a:cubicBezTo>
                      <a:pt x="4197" y="6728"/>
                      <a:pt x="4131" y="6723"/>
                      <a:pt x="4061" y="6723"/>
                    </a:cubicBezTo>
                    <a:cubicBezTo>
                      <a:pt x="4121" y="6630"/>
                      <a:pt x="4110" y="6505"/>
                      <a:pt x="4126" y="6402"/>
                    </a:cubicBezTo>
                    <a:cubicBezTo>
                      <a:pt x="4148" y="6261"/>
                      <a:pt x="4175" y="6125"/>
                      <a:pt x="4218" y="5994"/>
                    </a:cubicBezTo>
                    <a:cubicBezTo>
                      <a:pt x="4224" y="5967"/>
                      <a:pt x="4229" y="5945"/>
                      <a:pt x="4235" y="5918"/>
                    </a:cubicBezTo>
                    <a:lnTo>
                      <a:pt x="4251" y="5913"/>
                    </a:lnTo>
                    <a:cubicBezTo>
                      <a:pt x="4278" y="5896"/>
                      <a:pt x="4278" y="5864"/>
                      <a:pt x="4256" y="5842"/>
                    </a:cubicBezTo>
                    <a:cubicBezTo>
                      <a:pt x="4267" y="5815"/>
                      <a:pt x="4278" y="5782"/>
                      <a:pt x="4289" y="5750"/>
                    </a:cubicBezTo>
                    <a:cubicBezTo>
                      <a:pt x="4300" y="5690"/>
                      <a:pt x="4316" y="5630"/>
                      <a:pt x="4333" y="5570"/>
                    </a:cubicBezTo>
                    <a:cubicBezTo>
                      <a:pt x="4365" y="5521"/>
                      <a:pt x="4387" y="5467"/>
                      <a:pt x="4403" y="5407"/>
                    </a:cubicBezTo>
                    <a:cubicBezTo>
                      <a:pt x="4425" y="5336"/>
                      <a:pt x="4447" y="5271"/>
                      <a:pt x="4479" y="5206"/>
                    </a:cubicBezTo>
                    <a:cubicBezTo>
                      <a:pt x="4501" y="5135"/>
                      <a:pt x="4517" y="5070"/>
                      <a:pt x="4523" y="4999"/>
                    </a:cubicBezTo>
                    <a:lnTo>
                      <a:pt x="4523" y="4972"/>
                    </a:lnTo>
                    <a:close/>
                    <a:moveTo>
                      <a:pt x="3081" y="1"/>
                    </a:moveTo>
                    <a:cubicBezTo>
                      <a:pt x="3062" y="1"/>
                      <a:pt x="3043" y="3"/>
                      <a:pt x="3022" y="9"/>
                    </a:cubicBezTo>
                    <a:cubicBezTo>
                      <a:pt x="2946" y="31"/>
                      <a:pt x="2897" y="96"/>
                      <a:pt x="2821" y="113"/>
                    </a:cubicBezTo>
                    <a:cubicBezTo>
                      <a:pt x="2724" y="145"/>
                      <a:pt x="2631" y="189"/>
                      <a:pt x="2544" y="232"/>
                    </a:cubicBezTo>
                    <a:cubicBezTo>
                      <a:pt x="2354" y="308"/>
                      <a:pt x="2164" y="401"/>
                      <a:pt x="1984" y="499"/>
                    </a:cubicBezTo>
                    <a:cubicBezTo>
                      <a:pt x="1805" y="596"/>
                      <a:pt x="1625" y="683"/>
                      <a:pt x="1441" y="770"/>
                    </a:cubicBezTo>
                    <a:cubicBezTo>
                      <a:pt x="1397" y="787"/>
                      <a:pt x="1359" y="814"/>
                      <a:pt x="1321" y="836"/>
                    </a:cubicBezTo>
                    <a:cubicBezTo>
                      <a:pt x="1283" y="857"/>
                      <a:pt x="1256" y="868"/>
                      <a:pt x="1218" y="885"/>
                    </a:cubicBezTo>
                    <a:cubicBezTo>
                      <a:pt x="1180" y="901"/>
                      <a:pt x="1147" y="933"/>
                      <a:pt x="1109" y="955"/>
                    </a:cubicBezTo>
                    <a:cubicBezTo>
                      <a:pt x="1071" y="977"/>
                      <a:pt x="1038" y="993"/>
                      <a:pt x="1006" y="1015"/>
                    </a:cubicBezTo>
                    <a:cubicBezTo>
                      <a:pt x="854" y="1118"/>
                      <a:pt x="663" y="1167"/>
                      <a:pt x="511" y="1265"/>
                    </a:cubicBezTo>
                    <a:cubicBezTo>
                      <a:pt x="435" y="1309"/>
                      <a:pt x="364" y="1363"/>
                      <a:pt x="288" y="1412"/>
                    </a:cubicBezTo>
                    <a:cubicBezTo>
                      <a:pt x="245" y="1434"/>
                      <a:pt x="207" y="1461"/>
                      <a:pt x="163" y="1477"/>
                    </a:cubicBezTo>
                    <a:cubicBezTo>
                      <a:pt x="131" y="1488"/>
                      <a:pt x="109" y="1504"/>
                      <a:pt x="93" y="1531"/>
                    </a:cubicBezTo>
                    <a:cubicBezTo>
                      <a:pt x="76" y="1559"/>
                      <a:pt x="82" y="1575"/>
                      <a:pt x="82" y="1608"/>
                    </a:cubicBezTo>
                    <a:cubicBezTo>
                      <a:pt x="82" y="1646"/>
                      <a:pt x="76" y="1689"/>
                      <a:pt x="71" y="1727"/>
                    </a:cubicBezTo>
                    <a:cubicBezTo>
                      <a:pt x="65" y="1803"/>
                      <a:pt x="6" y="1863"/>
                      <a:pt x="33" y="1945"/>
                    </a:cubicBezTo>
                    <a:cubicBezTo>
                      <a:pt x="60" y="2021"/>
                      <a:pt x="169" y="2070"/>
                      <a:pt x="234" y="2102"/>
                    </a:cubicBezTo>
                    <a:cubicBezTo>
                      <a:pt x="315" y="2140"/>
                      <a:pt x="408" y="2151"/>
                      <a:pt x="484" y="2200"/>
                    </a:cubicBezTo>
                    <a:lnTo>
                      <a:pt x="495" y="2205"/>
                    </a:lnTo>
                    <a:cubicBezTo>
                      <a:pt x="489" y="2292"/>
                      <a:pt x="489" y="2379"/>
                      <a:pt x="484" y="2466"/>
                    </a:cubicBezTo>
                    <a:cubicBezTo>
                      <a:pt x="479" y="2553"/>
                      <a:pt x="462" y="2646"/>
                      <a:pt x="451" y="2738"/>
                    </a:cubicBezTo>
                    <a:cubicBezTo>
                      <a:pt x="435" y="2928"/>
                      <a:pt x="451" y="3124"/>
                      <a:pt x="451" y="3314"/>
                    </a:cubicBezTo>
                    <a:cubicBezTo>
                      <a:pt x="462" y="3385"/>
                      <a:pt x="457" y="3461"/>
                      <a:pt x="446" y="3532"/>
                    </a:cubicBezTo>
                    <a:cubicBezTo>
                      <a:pt x="430" y="3564"/>
                      <a:pt x="413" y="3592"/>
                      <a:pt x="392" y="3624"/>
                    </a:cubicBezTo>
                    <a:cubicBezTo>
                      <a:pt x="370" y="3657"/>
                      <a:pt x="359" y="3689"/>
                      <a:pt x="343" y="3727"/>
                    </a:cubicBezTo>
                    <a:cubicBezTo>
                      <a:pt x="299" y="3831"/>
                      <a:pt x="223" y="3983"/>
                      <a:pt x="256" y="4097"/>
                    </a:cubicBezTo>
                    <a:cubicBezTo>
                      <a:pt x="264" y="4125"/>
                      <a:pt x="290" y="4141"/>
                      <a:pt x="316" y="4141"/>
                    </a:cubicBezTo>
                    <a:cubicBezTo>
                      <a:pt x="325" y="4141"/>
                      <a:pt x="334" y="4139"/>
                      <a:pt x="343" y="4135"/>
                    </a:cubicBezTo>
                    <a:cubicBezTo>
                      <a:pt x="364" y="4124"/>
                      <a:pt x="381" y="4108"/>
                      <a:pt x="397" y="4092"/>
                    </a:cubicBezTo>
                    <a:lnTo>
                      <a:pt x="397" y="4092"/>
                    </a:lnTo>
                    <a:cubicBezTo>
                      <a:pt x="392" y="4119"/>
                      <a:pt x="397" y="4146"/>
                      <a:pt x="402" y="4173"/>
                    </a:cubicBezTo>
                    <a:cubicBezTo>
                      <a:pt x="412" y="4207"/>
                      <a:pt x="444" y="4228"/>
                      <a:pt x="478" y="4228"/>
                    </a:cubicBezTo>
                    <a:cubicBezTo>
                      <a:pt x="482" y="4228"/>
                      <a:pt x="486" y="4228"/>
                      <a:pt x="489" y="4228"/>
                    </a:cubicBezTo>
                    <a:cubicBezTo>
                      <a:pt x="598" y="4184"/>
                      <a:pt x="614" y="4081"/>
                      <a:pt x="620" y="3983"/>
                    </a:cubicBezTo>
                    <a:cubicBezTo>
                      <a:pt x="636" y="4005"/>
                      <a:pt x="658" y="4016"/>
                      <a:pt x="691" y="4021"/>
                    </a:cubicBezTo>
                    <a:cubicBezTo>
                      <a:pt x="696" y="4070"/>
                      <a:pt x="723" y="4119"/>
                      <a:pt x="761" y="4157"/>
                    </a:cubicBezTo>
                    <a:lnTo>
                      <a:pt x="767" y="4157"/>
                    </a:lnTo>
                    <a:cubicBezTo>
                      <a:pt x="767" y="4200"/>
                      <a:pt x="772" y="4244"/>
                      <a:pt x="778" y="4282"/>
                    </a:cubicBezTo>
                    <a:cubicBezTo>
                      <a:pt x="799" y="4412"/>
                      <a:pt x="837" y="4537"/>
                      <a:pt x="908" y="4646"/>
                    </a:cubicBezTo>
                    <a:cubicBezTo>
                      <a:pt x="924" y="4684"/>
                      <a:pt x="951" y="4711"/>
                      <a:pt x="990" y="4733"/>
                    </a:cubicBezTo>
                    <a:lnTo>
                      <a:pt x="995" y="4755"/>
                    </a:lnTo>
                    <a:cubicBezTo>
                      <a:pt x="1028" y="4853"/>
                      <a:pt x="1082" y="4940"/>
                      <a:pt x="1158" y="5010"/>
                    </a:cubicBezTo>
                    <a:cubicBezTo>
                      <a:pt x="1109" y="5092"/>
                      <a:pt x="1131" y="5217"/>
                      <a:pt x="1163" y="5304"/>
                    </a:cubicBezTo>
                    <a:cubicBezTo>
                      <a:pt x="1202" y="5380"/>
                      <a:pt x="1272" y="5440"/>
                      <a:pt x="1354" y="5462"/>
                    </a:cubicBezTo>
                    <a:cubicBezTo>
                      <a:pt x="1305" y="5494"/>
                      <a:pt x="1256" y="5516"/>
                      <a:pt x="1207" y="5548"/>
                    </a:cubicBezTo>
                    <a:cubicBezTo>
                      <a:pt x="1082" y="5614"/>
                      <a:pt x="979" y="5717"/>
                      <a:pt x="854" y="5788"/>
                    </a:cubicBezTo>
                    <a:cubicBezTo>
                      <a:pt x="729" y="5858"/>
                      <a:pt x="614" y="5956"/>
                      <a:pt x="495" y="6038"/>
                    </a:cubicBezTo>
                    <a:cubicBezTo>
                      <a:pt x="375" y="6119"/>
                      <a:pt x="272" y="6223"/>
                      <a:pt x="180" y="6337"/>
                    </a:cubicBezTo>
                    <a:cubicBezTo>
                      <a:pt x="103" y="6418"/>
                      <a:pt x="0" y="6505"/>
                      <a:pt x="6" y="6630"/>
                    </a:cubicBezTo>
                    <a:cubicBezTo>
                      <a:pt x="16" y="6755"/>
                      <a:pt x="152" y="6848"/>
                      <a:pt x="267" y="6886"/>
                    </a:cubicBezTo>
                    <a:cubicBezTo>
                      <a:pt x="369" y="6915"/>
                      <a:pt x="476" y="6928"/>
                      <a:pt x="582" y="6928"/>
                    </a:cubicBezTo>
                    <a:cubicBezTo>
                      <a:pt x="617" y="6928"/>
                      <a:pt x="651" y="6926"/>
                      <a:pt x="685" y="6924"/>
                    </a:cubicBezTo>
                    <a:cubicBezTo>
                      <a:pt x="811" y="6924"/>
                      <a:pt x="937" y="6917"/>
                      <a:pt x="1063" y="6917"/>
                    </a:cubicBezTo>
                    <a:cubicBezTo>
                      <a:pt x="1095" y="6917"/>
                      <a:pt x="1126" y="6917"/>
                      <a:pt x="1158" y="6918"/>
                    </a:cubicBezTo>
                    <a:cubicBezTo>
                      <a:pt x="1284" y="6918"/>
                      <a:pt x="1407" y="6946"/>
                      <a:pt x="1529" y="6946"/>
                    </a:cubicBezTo>
                    <a:cubicBezTo>
                      <a:pt x="1559" y="6946"/>
                      <a:pt x="1590" y="6944"/>
                      <a:pt x="1620" y="6940"/>
                    </a:cubicBezTo>
                    <a:cubicBezTo>
                      <a:pt x="1691" y="6929"/>
                      <a:pt x="1761" y="6907"/>
                      <a:pt x="1832" y="6897"/>
                    </a:cubicBezTo>
                    <a:cubicBezTo>
                      <a:pt x="1867" y="6894"/>
                      <a:pt x="1904" y="6892"/>
                      <a:pt x="1941" y="6892"/>
                    </a:cubicBezTo>
                    <a:cubicBezTo>
                      <a:pt x="1979" y="6892"/>
                      <a:pt x="2017" y="6894"/>
                      <a:pt x="2055" y="6897"/>
                    </a:cubicBezTo>
                    <a:cubicBezTo>
                      <a:pt x="2120" y="6897"/>
                      <a:pt x="2175" y="6929"/>
                      <a:pt x="2240" y="6929"/>
                    </a:cubicBezTo>
                    <a:cubicBezTo>
                      <a:pt x="2305" y="6929"/>
                      <a:pt x="2370" y="6902"/>
                      <a:pt x="2435" y="6902"/>
                    </a:cubicBezTo>
                    <a:cubicBezTo>
                      <a:pt x="2476" y="6899"/>
                      <a:pt x="2516" y="6898"/>
                      <a:pt x="2554" y="6898"/>
                    </a:cubicBezTo>
                    <a:cubicBezTo>
                      <a:pt x="2593" y="6898"/>
                      <a:pt x="2631" y="6899"/>
                      <a:pt x="2669" y="6902"/>
                    </a:cubicBezTo>
                    <a:cubicBezTo>
                      <a:pt x="2740" y="6907"/>
                      <a:pt x="2811" y="6924"/>
                      <a:pt x="2887" y="6929"/>
                    </a:cubicBezTo>
                    <a:cubicBezTo>
                      <a:pt x="2918" y="6930"/>
                      <a:pt x="2950" y="6931"/>
                      <a:pt x="2981" y="6931"/>
                    </a:cubicBezTo>
                    <a:cubicBezTo>
                      <a:pt x="3107" y="6931"/>
                      <a:pt x="3233" y="6924"/>
                      <a:pt x="3360" y="6924"/>
                    </a:cubicBezTo>
                    <a:lnTo>
                      <a:pt x="3854" y="6924"/>
                    </a:lnTo>
                    <a:cubicBezTo>
                      <a:pt x="4044" y="6924"/>
                      <a:pt x="4235" y="6935"/>
                      <a:pt x="4430" y="6945"/>
                    </a:cubicBezTo>
                    <a:cubicBezTo>
                      <a:pt x="4525" y="6951"/>
                      <a:pt x="4617" y="6952"/>
                      <a:pt x="4707" y="6952"/>
                    </a:cubicBezTo>
                    <a:cubicBezTo>
                      <a:pt x="4797" y="6952"/>
                      <a:pt x="4887" y="6951"/>
                      <a:pt x="4979" y="6951"/>
                    </a:cubicBezTo>
                    <a:cubicBezTo>
                      <a:pt x="5011" y="6950"/>
                      <a:pt x="5043" y="6949"/>
                      <a:pt x="5075" y="6949"/>
                    </a:cubicBezTo>
                    <a:cubicBezTo>
                      <a:pt x="5217" y="6949"/>
                      <a:pt x="5359" y="6958"/>
                      <a:pt x="5501" y="6967"/>
                    </a:cubicBezTo>
                    <a:cubicBezTo>
                      <a:pt x="5565" y="6975"/>
                      <a:pt x="5629" y="6978"/>
                      <a:pt x="5693" y="6978"/>
                    </a:cubicBezTo>
                    <a:cubicBezTo>
                      <a:pt x="5816" y="6978"/>
                      <a:pt x="5940" y="6965"/>
                      <a:pt x="6061" y="6940"/>
                    </a:cubicBezTo>
                    <a:cubicBezTo>
                      <a:pt x="6067" y="6935"/>
                      <a:pt x="6072" y="6935"/>
                      <a:pt x="6077" y="6929"/>
                    </a:cubicBezTo>
                    <a:cubicBezTo>
                      <a:pt x="6105" y="6929"/>
                      <a:pt x="6132" y="6935"/>
                      <a:pt x="6154" y="6935"/>
                    </a:cubicBezTo>
                    <a:cubicBezTo>
                      <a:pt x="6224" y="6951"/>
                      <a:pt x="6295" y="6962"/>
                      <a:pt x="6371" y="6962"/>
                    </a:cubicBezTo>
                    <a:cubicBezTo>
                      <a:pt x="6491" y="6951"/>
                      <a:pt x="6594" y="6869"/>
                      <a:pt x="6632" y="6755"/>
                    </a:cubicBezTo>
                    <a:cubicBezTo>
                      <a:pt x="6664" y="6636"/>
                      <a:pt x="6659" y="6511"/>
                      <a:pt x="6605" y="6396"/>
                    </a:cubicBezTo>
                    <a:lnTo>
                      <a:pt x="6616" y="6396"/>
                    </a:lnTo>
                    <a:cubicBezTo>
                      <a:pt x="6578" y="6342"/>
                      <a:pt x="6534" y="6293"/>
                      <a:pt x="6480" y="6261"/>
                    </a:cubicBezTo>
                    <a:cubicBezTo>
                      <a:pt x="6425" y="6212"/>
                      <a:pt x="6371" y="6157"/>
                      <a:pt x="6322" y="6103"/>
                    </a:cubicBezTo>
                    <a:cubicBezTo>
                      <a:pt x="6273" y="6059"/>
                      <a:pt x="6224" y="6011"/>
                      <a:pt x="6170" y="5967"/>
                    </a:cubicBezTo>
                    <a:cubicBezTo>
                      <a:pt x="6143" y="5951"/>
                      <a:pt x="6121" y="5934"/>
                      <a:pt x="6094" y="5918"/>
                    </a:cubicBezTo>
                    <a:cubicBezTo>
                      <a:pt x="6067" y="5896"/>
                      <a:pt x="6039" y="5864"/>
                      <a:pt x="6012" y="5842"/>
                    </a:cubicBezTo>
                    <a:cubicBezTo>
                      <a:pt x="5958" y="5804"/>
                      <a:pt x="5903" y="5771"/>
                      <a:pt x="5844" y="5739"/>
                    </a:cubicBezTo>
                    <a:cubicBezTo>
                      <a:pt x="5778" y="5701"/>
                      <a:pt x="5708" y="5663"/>
                      <a:pt x="5648" y="5619"/>
                    </a:cubicBezTo>
                    <a:cubicBezTo>
                      <a:pt x="5539" y="5532"/>
                      <a:pt x="5441" y="5445"/>
                      <a:pt x="5333" y="5358"/>
                    </a:cubicBezTo>
                    <a:cubicBezTo>
                      <a:pt x="5311" y="5336"/>
                      <a:pt x="5284" y="5320"/>
                      <a:pt x="5257" y="5304"/>
                    </a:cubicBezTo>
                    <a:cubicBezTo>
                      <a:pt x="5289" y="5271"/>
                      <a:pt x="5322" y="5233"/>
                      <a:pt x="5349" y="5195"/>
                    </a:cubicBezTo>
                    <a:cubicBezTo>
                      <a:pt x="5414" y="5103"/>
                      <a:pt x="5463" y="4994"/>
                      <a:pt x="5485" y="4880"/>
                    </a:cubicBezTo>
                    <a:cubicBezTo>
                      <a:pt x="5496" y="4809"/>
                      <a:pt x="5496" y="4744"/>
                      <a:pt x="5512" y="4679"/>
                    </a:cubicBezTo>
                    <a:cubicBezTo>
                      <a:pt x="5534" y="4586"/>
                      <a:pt x="5523" y="4483"/>
                      <a:pt x="5485" y="4396"/>
                    </a:cubicBezTo>
                    <a:lnTo>
                      <a:pt x="5485" y="4315"/>
                    </a:lnTo>
                    <a:cubicBezTo>
                      <a:pt x="5489" y="4316"/>
                      <a:pt x="5493" y="4317"/>
                      <a:pt x="5498" y="4317"/>
                    </a:cubicBezTo>
                    <a:cubicBezTo>
                      <a:pt x="5513" y="4317"/>
                      <a:pt x="5531" y="4309"/>
                      <a:pt x="5539" y="4293"/>
                    </a:cubicBezTo>
                    <a:cubicBezTo>
                      <a:pt x="5626" y="4146"/>
                      <a:pt x="5675" y="3972"/>
                      <a:pt x="5675" y="3798"/>
                    </a:cubicBezTo>
                    <a:cubicBezTo>
                      <a:pt x="5664" y="3706"/>
                      <a:pt x="5643" y="3613"/>
                      <a:pt x="5610" y="3526"/>
                    </a:cubicBezTo>
                    <a:cubicBezTo>
                      <a:pt x="5583" y="3439"/>
                      <a:pt x="5566" y="3347"/>
                      <a:pt x="5539" y="3255"/>
                    </a:cubicBezTo>
                    <a:cubicBezTo>
                      <a:pt x="5479" y="3086"/>
                      <a:pt x="5393" y="2928"/>
                      <a:pt x="5273" y="2793"/>
                    </a:cubicBezTo>
                    <a:cubicBezTo>
                      <a:pt x="5246" y="2765"/>
                      <a:pt x="5219" y="2733"/>
                      <a:pt x="5191" y="2706"/>
                    </a:cubicBezTo>
                    <a:cubicBezTo>
                      <a:pt x="5267" y="2673"/>
                      <a:pt x="5344" y="2629"/>
                      <a:pt x="5414" y="2586"/>
                    </a:cubicBezTo>
                    <a:cubicBezTo>
                      <a:pt x="5458" y="2564"/>
                      <a:pt x="5496" y="2537"/>
                      <a:pt x="5539" y="2510"/>
                    </a:cubicBezTo>
                    <a:lnTo>
                      <a:pt x="5539" y="2521"/>
                    </a:lnTo>
                    <a:cubicBezTo>
                      <a:pt x="5599" y="2461"/>
                      <a:pt x="5670" y="2407"/>
                      <a:pt x="5735" y="2358"/>
                    </a:cubicBezTo>
                    <a:cubicBezTo>
                      <a:pt x="5898" y="2238"/>
                      <a:pt x="6088" y="2173"/>
                      <a:pt x="6251" y="2053"/>
                    </a:cubicBezTo>
                    <a:cubicBezTo>
                      <a:pt x="6300" y="2010"/>
                      <a:pt x="6366" y="1983"/>
                      <a:pt x="6393" y="1917"/>
                    </a:cubicBezTo>
                    <a:cubicBezTo>
                      <a:pt x="6404" y="1885"/>
                      <a:pt x="6404" y="1847"/>
                      <a:pt x="6393" y="1814"/>
                    </a:cubicBezTo>
                    <a:cubicBezTo>
                      <a:pt x="6376" y="1760"/>
                      <a:pt x="6366" y="1711"/>
                      <a:pt x="6371" y="1656"/>
                    </a:cubicBezTo>
                    <a:cubicBezTo>
                      <a:pt x="6382" y="1586"/>
                      <a:pt x="6382" y="1510"/>
                      <a:pt x="6371" y="1444"/>
                    </a:cubicBezTo>
                    <a:cubicBezTo>
                      <a:pt x="6344" y="1368"/>
                      <a:pt x="6279" y="1314"/>
                      <a:pt x="6197" y="1303"/>
                    </a:cubicBezTo>
                    <a:cubicBezTo>
                      <a:pt x="6121" y="1276"/>
                      <a:pt x="6050" y="1243"/>
                      <a:pt x="5980" y="1205"/>
                    </a:cubicBezTo>
                    <a:cubicBezTo>
                      <a:pt x="5882" y="1167"/>
                      <a:pt x="5778" y="1145"/>
                      <a:pt x="5686" y="1102"/>
                    </a:cubicBezTo>
                    <a:cubicBezTo>
                      <a:pt x="5594" y="1059"/>
                      <a:pt x="5512" y="1015"/>
                      <a:pt x="5425" y="977"/>
                    </a:cubicBezTo>
                    <a:cubicBezTo>
                      <a:pt x="5344" y="933"/>
                      <a:pt x="5278" y="868"/>
                      <a:pt x="5191" y="836"/>
                    </a:cubicBezTo>
                    <a:cubicBezTo>
                      <a:pt x="4990" y="749"/>
                      <a:pt x="4795" y="656"/>
                      <a:pt x="4588" y="575"/>
                    </a:cubicBezTo>
                    <a:cubicBezTo>
                      <a:pt x="4501" y="537"/>
                      <a:pt x="4414" y="493"/>
                      <a:pt x="4322" y="461"/>
                    </a:cubicBezTo>
                    <a:cubicBezTo>
                      <a:pt x="4229" y="433"/>
                      <a:pt x="4142" y="401"/>
                      <a:pt x="4055" y="357"/>
                    </a:cubicBezTo>
                    <a:cubicBezTo>
                      <a:pt x="3887" y="265"/>
                      <a:pt x="3740" y="167"/>
                      <a:pt x="3550" y="118"/>
                    </a:cubicBezTo>
                    <a:cubicBezTo>
                      <a:pt x="3457" y="96"/>
                      <a:pt x="3365" y="75"/>
                      <a:pt x="3273" y="53"/>
                    </a:cubicBezTo>
                    <a:cubicBezTo>
                      <a:pt x="3201" y="32"/>
                      <a:pt x="3145" y="1"/>
                      <a:pt x="3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20"/>
              <p:cNvSpPr/>
              <p:nvPr/>
            </p:nvSpPr>
            <p:spPr>
              <a:xfrm>
                <a:off x="3132675" y="3692800"/>
                <a:ext cx="25475" cy="27875"/>
              </a:xfrm>
              <a:custGeom>
                <a:rect b="b" l="l" r="r" t="t"/>
                <a:pathLst>
                  <a:path extrusionOk="0" h="1115" w="1019">
                    <a:moveTo>
                      <a:pt x="976" y="0"/>
                    </a:moveTo>
                    <a:cubicBezTo>
                      <a:pt x="970" y="0"/>
                      <a:pt x="964" y="2"/>
                      <a:pt x="957" y="5"/>
                    </a:cubicBezTo>
                    <a:cubicBezTo>
                      <a:pt x="865" y="49"/>
                      <a:pt x="865" y="158"/>
                      <a:pt x="794" y="223"/>
                    </a:cubicBezTo>
                    <a:cubicBezTo>
                      <a:pt x="750" y="261"/>
                      <a:pt x="718" y="304"/>
                      <a:pt x="685" y="348"/>
                    </a:cubicBezTo>
                    <a:cubicBezTo>
                      <a:pt x="658" y="402"/>
                      <a:pt x="620" y="457"/>
                      <a:pt x="582" y="500"/>
                    </a:cubicBezTo>
                    <a:cubicBezTo>
                      <a:pt x="484" y="598"/>
                      <a:pt x="381" y="690"/>
                      <a:pt x="288" y="788"/>
                    </a:cubicBezTo>
                    <a:cubicBezTo>
                      <a:pt x="245" y="837"/>
                      <a:pt x="196" y="881"/>
                      <a:pt x="153" y="924"/>
                    </a:cubicBezTo>
                    <a:cubicBezTo>
                      <a:pt x="109" y="973"/>
                      <a:pt x="82" y="1022"/>
                      <a:pt x="38" y="1044"/>
                    </a:cubicBezTo>
                    <a:cubicBezTo>
                      <a:pt x="0" y="1060"/>
                      <a:pt x="22" y="1114"/>
                      <a:pt x="55" y="1114"/>
                    </a:cubicBezTo>
                    <a:cubicBezTo>
                      <a:pt x="98" y="1114"/>
                      <a:pt x="142" y="1098"/>
                      <a:pt x="180" y="1071"/>
                    </a:cubicBezTo>
                    <a:cubicBezTo>
                      <a:pt x="223" y="1033"/>
                      <a:pt x="272" y="1006"/>
                      <a:pt x="321" y="968"/>
                    </a:cubicBezTo>
                    <a:cubicBezTo>
                      <a:pt x="430" y="870"/>
                      <a:pt x="533" y="761"/>
                      <a:pt x="642" y="652"/>
                    </a:cubicBezTo>
                    <a:cubicBezTo>
                      <a:pt x="691" y="609"/>
                      <a:pt x="734" y="560"/>
                      <a:pt x="767" y="505"/>
                    </a:cubicBezTo>
                    <a:cubicBezTo>
                      <a:pt x="794" y="446"/>
                      <a:pt x="827" y="391"/>
                      <a:pt x="865" y="342"/>
                    </a:cubicBezTo>
                    <a:cubicBezTo>
                      <a:pt x="903" y="310"/>
                      <a:pt x="930" y="272"/>
                      <a:pt x="952" y="228"/>
                    </a:cubicBezTo>
                    <a:cubicBezTo>
                      <a:pt x="968" y="168"/>
                      <a:pt x="984" y="114"/>
                      <a:pt x="1000" y="60"/>
                    </a:cubicBezTo>
                    <a:cubicBezTo>
                      <a:pt x="1019" y="42"/>
                      <a:pt x="1006" y="0"/>
                      <a:pt x="9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20"/>
              <p:cNvSpPr/>
              <p:nvPr/>
            </p:nvSpPr>
            <p:spPr>
              <a:xfrm>
                <a:off x="3103175" y="3678450"/>
                <a:ext cx="4925" cy="8525"/>
              </a:xfrm>
              <a:custGeom>
                <a:rect b="b" l="l" r="r" t="t"/>
                <a:pathLst>
                  <a:path extrusionOk="0" h="341" w="197">
                    <a:moveTo>
                      <a:pt x="151" y="1"/>
                    </a:moveTo>
                    <a:cubicBezTo>
                      <a:pt x="137" y="1"/>
                      <a:pt x="123" y="7"/>
                      <a:pt x="115" y="19"/>
                    </a:cubicBezTo>
                    <a:cubicBezTo>
                      <a:pt x="104" y="47"/>
                      <a:pt x="88" y="68"/>
                      <a:pt x="71" y="96"/>
                    </a:cubicBezTo>
                    <a:cubicBezTo>
                      <a:pt x="61" y="123"/>
                      <a:pt x="50" y="145"/>
                      <a:pt x="39" y="166"/>
                    </a:cubicBezTo>
                    <a:cubicBezTo>
                      <a:pt x="12" y="210"/>
                      <a:pt x="1" y="259"/>
                      <a:pt x="6" y="308"/>
                    </a:cubicBezTo>
                    <a:cubicBezTo>
                      <a:pt x="12" y="329"/>
                      <a:pt x="29" y="340"/>
                      <a:pt x="47" y="340"/>
                    </a:cubicBezTo>
                    <a:cubicBezTo>
                      <a:pt x="65" y="340"/>
                      <a:pt x="82" y="329"/>
                      <a:pt x="88" y="308"/>
                    </a:cubicBezTo>
                    <a:cubicBezTo>
                      <a:pt x="115" y="231"/>
                      <a:pt x="148" y="155"/>
                      <a:pt x="180" y="79"/>
                    </a:cubicBezTo>
                    <a:cubicBezTo>
                      <a:pt x="191" y="74"/>
                      <a:pt x="191" y="63"/>
                      <a:pt x="196" y="52"/>
                    </a:cubicBezTo>
                    <a:cubicBezTo>
                      <a:pt x="191" y="52"/>
                      <a:pt x="191" y="47"/>
                      <a:pt x="196" y="41"/>
                    </a:cubicBezTo>
                    <a:cubicBezTo>
                      <a:pt x="193" y="15"/>
                      <a:pt x="172"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20"/>
              <p:cNvSpPr/>
              <p:nvPr/>
            </p:nvSpPr>
            <p:spPr>
              <a:xfrm>
                <a:off x="3106175" y="3681300"/>
                <a:ext cx="6150" cy="7475"/>
              </a:xfrm>
              <a:custGeom>
                <a:rect b="b" l="l" r="r" t="t"/>
                <a:pathLst>
                  <a:path extrusionOk="0" h="299" w="246">
                    <a:moveTo>
                      <a:pt x="187" y="0"/>
                    </a:moveTo>
                    <a:cubicBezTo>
                      <a:pt x="173" y="0"/>
                      <a:pt x="158" y="7"/>
                      <a:pt x="147" y="25"/>
                    </a:cubicBezTo>
                    <a:lnTo>
                      <a:pt x="153" y="25"/>
                    </a:lnTo>
                    <a:cubicBezTo>
                      <a:pt x="131" y="52"/>
                      <a:pt x="120" y="85"/>
                      <a:pt x="104" y="112"/>
                    </a:cubicBezTo>
                    <a:cubicBezTo>
                      <a:pt x="93" y="139"/>
                      <a:pt x="71" y="161"/>
                      <a:pt x="55" y="183"/>
                    </a:cubicBezTo>
                    <a:cubicBezTo>
                      <a:pt x="28" y="215"/>
                      <a:pt x="0" y="286"/>
                      <a:pt x="55" y="297"/>
                    </a:cubicBezTo>
                    <a:cubicBezTo>
                      <a:pt x="59" y="298"/>
                      <a:pt x="63" y="299"/>
                      <a:pt x="67" y="299"/>
                    </a:cubicBezTo>
                    <a:cubicBezTo>
                      <a:pt x="79" y="299"/>
                      <a:pt x="90" y="293"/>
                      <a:pt x="98" y="281"/>
                    </a:cubicBezTo>
                    <a:cubicBezTo>
                      <a:pt x="104" y="275"/>
                      <a:pt x="104" y="264"/>
                      <a:pt x="109" y="253"/>
                    </a:cubicBezTo>
                    <a:cubicBezTo>
                      <a:pt x="114" y="248"/>
                      <a:pt x="120" y="243"/>
                      <a:pt x="131" y="237"/>
                    </a:cubicBezTo>
                    <a:cubicBezTo>
                      <a:pt x="169" y="183"/>
                      <a:pt x="201" y="128"/>
                      <a:pt x="223" y="69"/>
                    </a:cubicBezTo>
                    <a:cubicBezTo>
                      <a:pt x="245" y="32"/>
                      <a:pt x="218"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20"/>
              <p:cNvSpPr/>
              <p:nvPr/>
            </p:nvSpPr>
            <p:spPr>
              <a:xfrm>
                <a:off x="3110525" y="3686250"/>
                <a:ext cx="3150" cy="5075"/>
              </a:xfrm>
              <a:custGeom>
                <a:rect b="b" l="l" r="r" t="t"/>
                <a:pathLst>
                  <a:path extrusionOk="0" h="203" w="126">
                    <a:moveTo>
                      <a:pt x="71" y="0"/>
                    </a:moveTo>
                    <a:cubicBezTo>
                      <a:pt x="43" y="0"/>
                      <a:pt x="17" y="32"/>
                      <a:pt x="33" y="61"/>
                    </a:cubicBezTo>
                    <a:lnTo>
                      <a:pt x="33" y="66"/>
                    </a:lnTo>
                    <a:cubicBezTo>
                      <a:pt x="33" y="72"/>
                      <a:pt x="27" y="77"/>
                      <a:pt x="22" y="83"/>
                    </a:cubicBezTo>
                    <a:cubicBezTo>
                      <a:pt x="17" y="99"/>
                      <a:pt x="11" y="115"/>
                      <a:pt x="11" y="131"/>
                    </a:cubicBezTo>
                    <a:cubicBezTo>
                      <a:pt x="11" y="153"/>
                      <a:pt x="0" y="191"/>
                      <a:pt x="27" y="202"/>
                    </a:cubicBezTo>
                    <a:cubicBezTo>
                      <a:pt x="38" y="202"/>
                      <a:pt x="49" y="197"/>
                      <a:pt x="60" y="191"/>
                    </a:cubicBezTo>
                    <a:cubicBezTo>
                      <a:pt x="71" y="180"/>
                      <a:pt x="76" y="164"/>
                      <a:pt x="87" y="148"/>
                    </a:cubicBezTo>
                    <a:cubicBezTo>
                      <a:pt x="93" y="131"/>
                      <a:pt x="104" y="121"/>
                      <a:pt x="109" y="110"/>
                    </a:cubicBezTo>
                    <a:cubicBezTo>
                      <a:pt x="125" y="77"/>
                      <a:pt x="120" y="34"/>
                      <a:pt x="98" y="12"/>
                    </a:cubicBezTo>
                    <a:cubicBezTo>
                      <a:pt x="90" y="4"/>
                      <a:pt x="81"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20"/>
              <p:cNvSpPr/>
              <p:nvPr/>
            </p:nvSpPr>
            <p:spPr>
              <a:xfrm>
                <a:off x="3122875" y="3738875"/>
                <a:ext cx="5075" cy="19975"/>
              </a:xfrm>
              <a:custGeom>
                <a:rect b="b" l="l" r="r" t="t"/>
                <a:pathLst>
                  <a:path extrusionOk="0" h="799" w="203">
                    <a:moveTo>
                      <a:pt x="50" y="0"/>
                    </a:moveTo>
                    <a:cubicBezTo>
                      <a:pt x="41" y="0"/>
                      <a:pt x="33" y="5"/>
                      <a:pt x="28" y="16"/>
                    </a:cubicBezTo>
                    <a:cubicBezTo>
                      <a:pt x="6" y="98"/>
                      <a:pt x="1" y="179"/>
                      <a:pt x="17" y="261"/>
                    </a:cubicBezTo>
                    <a:cubicBezTo>
                      <a:pt x="34" y="353"/>
                      <a:pt x="17" y="440"/>
                      <a:pt x="39" y="532"/>
                    </a:cubicBezTo>
                    <a:cubicBezTo>
                      <a:pt x="50" y="602"/>
                      <a:pt x="66" y="799"/>
                      <a:pt x="171" y="799"/>
                    </a:cubicBezTo>
                    <a:cubicBezTo>
                      <a:pt x="172" y="799"/>
                      <a:pt x="173" y="799"/>
                      <a:pt x="175" y="799"/>
                    </a:cubicBezTo>
                    <a:cubicBezTo>
                      <a:pt x="191" y="799"/>
                      <a:pt x="202" y="772"/>
                      <a:pt x="180" y="761"/>
                    </a:cubicBezTo>
                    <a:cubicBezTo>
                      <a:pt x="148" y="744"/>
                      <a:pt x="126" y="663"/>
                      <a:pt x="115" y="630"/>
                    </a:cubicBezTo>
                    <a:cubicBezTo>
                      <a:pt x="99" y="570"/>
                      <a:pt x="88" y="511"/>
                      <a:pt x="77" y="451"/>
                    </a:cubicBezTo>
                    <a:cubicBezTo>
                      <a:pt x="72" y="391"/>
                      <a:pt x="77" y="331"/>
                      <a:pt x="72" y="277"/>
                    </a:cubicBezTo>
                    <a:cubicBezTo>
                      <a:pt x="50" y="195"/>
                      <a:pt x="50" y="108"/>
                      <a:pt x="72" y="27"/>
                    </a:cubicBezTo>
                    <a:cubicBezTo>
                      <a:pt x="75" y="11"/>
                      <a:pt x="63"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20"/>
              <p:cNvSpPr/>
              <p:nvPr/>
            </p:nvSpPr>
            <p:spPr>
              <a:xfrm>
                <a:off x="3104275" y="3792525"/>
                <a:ext cx="3275" cy="8700"/>
              </a:xfrm>
              <a:custGeom>
                <a:rect b="b" l="l" r="r" t="t"/>
                <a:pathLst>
                  <a:path extrusionOk="0" h="348" w="131">
                    <a:moveTo>
                      <a:pt x="90" y="1"/>
                    </a:moveTo>
                    <a:cubicBezTo>
                      <a:pt x="74" y="1"/>
                      <a:pt x="57" y="12"/>
                      <a:pt x="55" y="33"/>
                    </a:cubicBezTo>
                    <a:cubicBezTo>
                      <a:pt x="55" y="99"/>
                      <a:pt x="27" y="153"/>
                      <a:pt x="22" y="218"/>
                    </a:cubicBezTo>
                    <a:cubicBezTo>
                      <a:pt x="22" y="262"/>
                      <a:pt x="0" y="311"/>
                      <a:pt x="38" y="343"/>
                    </a:cubicBezTo>
                    <a:cubicBezTo>
                      <a:pt x="44" y="346"/>
                      <a:pt x="49" y="347"/>
                      <a:pt x="54" y="347"/>
                    </a:cubicBezTo>
                    <a:cubicBezTo>
                      <a:pt x="59" y="347"/>
                      <a:pt x="63" y="346"/>
                      <a:pt x="65" y="343"/>
                    </a:cubicBezTo>
                    <a:cubicBezTo>
                      <a:pt x="98" y="316"/>
                      <a:pt x="120" y="278"/>
                      <a:pt x="120" y="235"/>
                    </a:cubicBezTo>
                    <a:cubicBezTo>
                      <a:pt x="120" y="197"/>
                      <a:pt x="125" y="164"/>
                      <a:pt x="131" y="131"/>
                    </a:cubicBezTo>
                    <a:cubicBezTo>
                      <a:pt x="131" y="93"/>
                      <a:pt x="131" y="61"/>
                      <a:pt x="131" y="28"/>
                    </a:cubicBezTo>
                    <a:lnTo>
                      <a:pt x="125" y="33"/>
                    </a:lnTo>
                    <a:cubicBezTo>
                      <a:pt x="123" y="12"/>
                      <a:pt x="106"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20"/>
              <p:cNvSpPr/>
              <p:nvPr/>
            </p:nvSpPr>
            <p:spPr>
              <a:xfrm>
                <a:off x="3105900" y="3792550"/>
                <a:ext cx="5400" cy="6850"/>
              </a:xfrm>
              <a:custGeom>
                <a:rect b="b" l="l" r="r" t="t"/>
                <a:pathLst>
                  <a:path extrusionOk="0" h="274" w="216">
                    <a:moveTo>
                      <a:pt x="160" y="0"/>
                    </a:moveTo>
                    <a:cubicBezTo>
                      <a:pt x="141" y="0"/>
                      <a:pt x="124" y="11"/>
                      <a:pt x="120" y="38"/>
                    </a:cubicBezTo>
                    <a:cubicBezTo>
                      <a:pt x="104" y="103"/>
                      <a:pt x="0" y="228"/>
                      <a:pt x="115" y="272"/>
                    </a:cubicBezTo>
                    <a:cubicBezTo>
                      <a:pt x="118" y="273"/>
                      <a:pt x="122" y="274"/>
                      <a:pt x="125" y="274"/>
                    </a:cubicBezTo>
                    <a:cubicBezTo>
                      <a:pt x="147" y="274"/>
                      <a:pt x="163" y="247"/>
                      <a:pt x="158" y="228"/>
                    </a:cubicBezTo>
                    <a:cubicBezTo>
                      <a:pt x="158" y="223"/>
                      <a:pt x="158" y="217"/>
                      <a:pt x="158" y="217"/>
                    </a:cubicBezTo>
                    <a:cubicBezTo>
                      <a:pt x="158" y="212"/>
                      <a:pt x="158" y="206"/>
                      <a:pt x="158" y="201"/>
                    </a:cubicBezTo>
                    <a:cubicBezTo>
                      <a:pt x="164" y="185"/>
                      <a:pt x="169" y="168"/>
                      <a:pt x="174" y="157"/>
                    </a:cubicBezTo>
                    <a:cubicBezTo>
                      <a:pt x="191" y="125"/>
                      <a:pt x="202" y="92"/>
                      <a:pt x="212" y="60"/>
                    </a:cubicBezTo>
                    <a:cubicBezTo>
                      <a:pt x="216" y="24"/>
                      <a:pt x="186" y="0"/>
                      <a:pt x="1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0"/>
              <p:cNvSpPr/>
              <p:nvPr/>
            </p:nvSpPr>
            <p:spPr>
              <a:xfrm>
                <a:off x="3111000" y="3795075"/>
                <a:ext cx="2525" cy="3425"/>
              </a:xfrm>
              <a:custGeom>
                <a:rect b="b" l="l" r="r" t="t"/>
                <a:pathLst>
                  <a:path extrusionOk="0" h="137" w="101">
                    <a:moveTo>
                      <a:pt x="55" y="1"/>
                    </a:moveTo>
                    <a:cubicBezTo>
                      <a:pt x="37" y="1"/>
                      <a:pt x="19" y="10"/>
                      <a:pt x="14" y="29"/>
                    </a:cubicBezTo>
                    <a:lnTo>
                      <a:pt x="8" y="40"/>
                    </a:lnTo>
                    <a:cubicBezTo>
                      <a:pt x="8" y="51"/>
                      <a:pt x="8" y="56"/>
                      <a:pt x="8" y="67"/>
                    </a:cubicBezTo>
                    <a:cubicBezTo>
                      <a:pt x="8" y="78"/>
                      <a:pt x="3" y="89"/>
                      <a:pt x="3" y="100"/>
                    </a:cubicBezTo>
                    <a:cubicBezTo>
                      <a:pt x="0" y="124"/>
                      <a:pt x="25" y="137"/>
                      <a:pt x="49" y="137"/>
                    </a:cubicBezTo>
                    <a:cubicBezTo>
                      <a:pt x="74" y="137"/>
                      <a:pt x="98" y="124"/>
                      <a:pt x="95" y="100"/>
                    </a:cubicBezTo>
                    <a:cubicBezTo>
                      <a:pt x="95" y="100"/>
                      <a:pt x="95" y="95"/>
                      <a:pt x="95" y="95"/>
                    </a:cubicBezTo>
                    <a:lnTo>
                      <a:pt x="95" y="78"/>
                    </a:lnTo>
                    <a:cubicBezTo>
                      <a:pt x="101" y="62"/>
                      <a:pt x="101" y="46"/>
                      <a:pt x="95" y="29"/>
                    </a:cubicBezTo>
                    <a:cubicBezTo>
                      <a:pt x="90" y="10"/>
                      <a:pt x="72"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0"/>
              <p:cNvSpPr/>
              <p:nvPr/>
            </p:nvSpPr>
            <p:spPr>
              <a:xfrm>
                <a:off x="3206200" y="3795225"/>
                <a:ext cx="3400" cy="4900"/>
              </a:xfrm>
              <a:custGeom>
                <a:rect b="b" l="l" r="r" t="t"/>
                <a:pathLst>
                  <a:path extrusionOk="0" h="196" w="136">
                    <a:moveTo>
                      <a:pt x="80" y="0"/>
                    </a:moveTo>
                    <a:cubicBezTo>
                      <a:pt x="77" y="0"/>
                      <a:pt x="74" y="1"/>
                      <a:pt x="71" y="2"/>
                    </a:cubicBezTo>
                    <a:cubicBezTo>
                      <a:pt x="44" y="7"/>
                      <a:pt x="33" y="34"/>
                      <a:pt x="38" y="56"/>
                    </a:cubicBezTo>
                    <a:cubicBezTo>
                      <a:pt x="27" y="67"/>
                      <a:pt x="16" y="83"/>
                      <a:pt x="11" y="94"/>
                    </a:cubicBezTo>
                    <a:cubicBezTo>
                      <a:pt x="0" y="121"/>
                      <a:pt x="6" y="154"/>
                      <a:pt x="16" y="175"/>
                    </a:cubicBezTo>
                    <a:cubicBezTo>
                      <a:pt x="25" y="189"/>
                      <a:pt x="37" y="196"/>
                      <a:pt x="49" y="196"/>
                    </a:cubicBezTo>
                    <a:cubicBezTo>
                      <a:pt x="61" y="196"/>
                      <a:pt x="73" y="189"/>
                      <a:pt x="82" y="175"/>
                    </a:cubicBezTo>
                    <a:cubicBezTo>
                      <a:pt x="92" y="159"/>
                      <a:pt x="98" y="132"/>
                      <a:pt x="109" y="116"/>
                    </a:cubicBezTo>
                    <a:cubicBezTo>
                      <a:pt x="125" y="94"/>
                      <a:pt x="136" y="61"/>
                      <a:pt x="131" y="29"/>
                    </a:cubicBezTo>
                    <a:lnTo>
                      <a:pt x="131" y="29"/>
                    </a:lnTo>
                    <a:lnTo>
                      <a:pt x="125" y="34"/>
                    </a:lnTo>
                    <a:cubicBezTo>
                      <a:pt x="120" y="15"/>
                      <a:pt x="99" y="0"/>
                      <a:pt x="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0"/>
              <p:cNvSpPr/>
              <p:nvPr/>
            </p:nvSpPr>
            <p:spPr>
              <a:xfrm>
                <a:off x="3210275" y="3797625"/>
                <a:ext cx="3000" cy="4000"/>
              </a:xfrm>
              <a:custGeom>
                <a:rect b="b" l="l" r="r" t="t"/>
                <a:pathLst>
                  <a:path extrusionOk="0" h="160" w="120">
                    <a:moveTo>
                      <a:pt x="79" y="1"/>
                    </a:moveTo>
                    <a:cubicBezTo>
                      <a:pt x="59" y="1"/>
                      <a:pt x="38" y="14"/>
                      <a:pt x="38" y="41"/>
                    </a:cubicBezTo>
                    <a:lnTo>
                      <a:pt x="33" y="41"/>
                    </a:lnTo>
                    <a:cubicBezTo>
                      <a:pt x="33" y="74"/>
                      <a:pt x="0" y="118"/>
                      <a:pt x="33" y="150"/>
                    </a:cubicBezTo>
                    <a:cubicBezTo>
                      <a:pt x="39" y="157"/>
                      <a:pt x="49" y="159"/>
                      <a:pt x="59" y="159"/>
                    </a:cubicBezTo>
                    <a:cubicBezTo>
                      <a:pt x="65" y="159"/>
                      <a:pt x="72" y="158"/>
                      <a:pt x="76" y="156"/>
                    </a:cubicBezTo>
                    <a:cubicBezTo>
                      <a:pt x="98" y="145"/>
                      <a:pt x="103" y="123"/>
                      <a:pt x="109" y="101"/>
                    </a:cubicBezTo>
                    <a:cubicBezTo>
                      <a:pt x="114" y="79"/>
                      <a:pt x="114" y="58"/>
                      <a:pt x="120" y="41"/>
                    </a:cubicBezTo>
                    <a:cubicBezTo>
                      <a:pt x="120" y="14"/>
                      <a:pt x="99"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120"/>
            <p:cNvGrpSpPr/>
            <p:nvPr/>
          </p:nvGrpSpPr>
          <p:grpSpPr>
            <a:xfrm>
              <a:off x="1165157" y="2859962"/>
              <a:ext cx="261263" cy="274324"/>
              <a:chOff x="3332025" y="3588825"/>
              <a:chExt cx="179550" cy="195750"/>
            </a:xfrm>
          </p:grpSpPr>
          <p:sp>
            <p:nvSpPr>
              <p:cNvPr id="5182" name="Google Shape;5182;p120"/>
              <p:cNvSpPr/>
              <p:nvPr/>
            </p:nvSpPr>
            <p:spPr>
              <a:xfrm>
                <a:off x="3423350" y="3630650"/>
                <a:ext cx="88225" cy="92175"/>
              </a:xfrm>
              <a:custGeom>
                <a:rect b="b" l="l" r="r" t="t"/>
                <a:pathLst>
                  <a:path extrusionOk="0" h="3687" w="3529">
                    <a:moveTo>
                      <a:pt x="1446" y="137"/>
                    </a:moveTo>
                    <a:cubicBezTo>
                      <a:pt x="1508" y="137"/>
                      <a:pt x="1569" y="153"/>
                      <a:pt x="1626" y="181"/>
                    </a:cubicBezTo>
                    <a:cubicBezTo>
                      <a:pt x="1702" y="219"/>
                      <a:pt x="1789" y="252"/>
                      <a:pt x="1870" y="279"/>
                    </a:cubicBezTo>
                    <a:cubicBezTo>
                      <a:pt x="1957" y="295"/>
                      <a:pt x="2044" y="306"/>
                      <a:pt x="2131" y="328"/>
                    </a:cubicBezTo>
                    <a:cubicBezTo>
                      <a:pt x="2218" y="350"/>
                      <a:pt x="2294" y="382"/>
                      <a:pt x="2376" y="409"/>
                    </a:cubicBezTo>
                    <a:cubicBezTo>
                      <a:pt x="2436" y="437"/>
                      <a:pt x="2496" y="458"/>
                      <a:pt x="2555" y="480"/>
                    </a:cubicBezTo>
                    <a:cubicBezTo>
                      <a:pt x="2637" y="491"/>
                      <a:pt x="2680" y="551"/>
                      <a:pt x="2751" y="578"/>
                    </a:cubicBezTo>
                    <a:cubicBezTo>
                      <a:pt x="2827" y="600"/>
                      <a:pt x="2903" y="627"/>
                      <a:pt x="2979" y="654"/>
                    </a:cubicBezTo>
                    <a:cubicBezTo>
                      <a:pt x="3045" y="692"/>
                      <a:pt x="3110" y="736"/>
                      <a:pt x="3164" y="790"/>
                    </a:cubicBezTo>
                    <a:cubicBezTo>
                      <a:pt x="3202" y="833"/>
                      <a:pt x="3235" y="882"/>
                      <a:pt x="3257" y="937"/>
                    </a:cubicBezTo>
                    <a:cubicBezTo>
                      <a:pt x="3289" y="1002"/>
                      <a:pt x="3311" y="1078"/>
                      <a:pt x="3322" y="1149"/>
                    </a:cubicBezTo>
                    <a:cubicBezTo>
                      <a:pt x="3322" y="1198"/>
                      <a:pt x="3267" y="1257"/>
                      <a:pt x="3246" y="1306"/>
                    </a:cubicBezTo>
                    <a:lnTo>
                      <a:pt x="3240" y="1312"/>
                    </a:lnTo>
                    <a:cubicBezTo>
                      <a:pt x="3208" y="1399"/>
                      <a:pt x="3164" y="1475"/>
                      <a:pt x="3104" y="1546"/>
                    </a:cubicBezTo>
                    <a:cubicBezTo>
                      <a:pt x="3055" y="1605"/>
                      <a:pt x="3006" y="1660"/>
                      <a:pt x="2963" y="1720"/>
                    </a:cubicBezTo>
                    <a:cubicBezTo>
                      <a:pt x="2909" y="1785"/>
                      <a:pt x="2871" y="1872"/>
                      <a:pt x="2822" y="1942"/>
                    </a:cubicBezTo>
                    <a:cubicBezTo>
                      <a:pt x="2773" y="2018"/>
                      <a:pt x="2718" y="2105"/>
                      <a:pt x="2664" y="2187"/>
                    </a:cubicBezTo>
                    <a:cubicBezTo>
                      <a:pt x="2610" y="2269"/>
                      <a:pt x="2544" y="2307"/>
                      <a:pt x="2490" y="2377"/>
                    </a:cubicBezTo>
                    <a:cubicBezTo>
                      <a:pt x="2430" y="2448"/>
                      <a:pt x="2381" y="2529"/>
                      <a:pt x="2338" y="2611"/>
                    </a:cubicBezTo>
                    <a:cubicBezTo>
                      <a:pt x="2289" y="2698"/>
                      <a:pt x="2240" y="2790"/>
                      <a:pt x="2202" y="2883"/>
                    </a:cubicBezTo>
                    <a:cubicBezTo>
                      <a:pt x="2197" y="2899"/>
                      <a:pt x="2202" y="2915"/>
                      <a:pt x="2207" y="2926"/>
                    </a:cubicBezTo>
                    <a:cubicBezTo>
                      <a:pt x="2180" y="2959"/>
                      <a:pt x="2148" y="2991"/>
                      <a:pt x="2126" y="3024"/>
                    </a:cubicBezTo>
                    <a:cubicBezTo>
                      <a:pt x="2088" y="3078"/>
                      <a:pt x="2028" y="3117"/>
                      <a:pt x="1963" y="3133"/>
                    </a:cubicBezTo>
                    <a:cubicBezTo>
                      <a:pt x="1952" y="3133"/>
                      <a:pt x="1936" y="3127"/>
                      <a:pt x="1919" y="3122"/>
                    </a:cubicBezTo>
                    <a:cubicBezTo>
                      <a:pt x="1930" y="3122"/>
                      <a:pt x="1936" y="3117"/>
                      <a:pt x="1941" y="3111"/>
                    </a:cubicBezTo>
                    <a:cubicBezTo>
                      <a:pt x="2104" y="2959"/>
                      <a:pt x="2039" y="2676"/>
                      <a:pt x="1898" y="2535"/>
                    </a:cubicBezTo>
                    <a:cubicBezTo>
                      <a:pt x="1811" y="2448"/>
                      <a:pt x="1686" y="2415"/>
                      <a:pt x="1577" y="2372"/>
                    </a:cubicBezTo>
                    <a:cubicBezTo>
                      <a:pt x="1446" y="2323"/>
                      <a:pt x="1327" y="2225"/>
                      <a:pt x="1191" y="2203"/>
                    </a:cubicBezTo>
                    <a:cubicBezTo>
                      <a:pt x="1137" y="2192"/>
                      <a:pt x="1077" y="2187"/>
                      <a:pt x="1022" y="2187"/>
                    </a:cubicBezTo>
                    <a:cubicBezTo>
                      <a:pt x="946" y="2176"/>
                      <a:pt x="881" y="2160"/>
                      <a:pt x="810" y="2138"/>
                    </a:cubicBezTo>
                    <a:cubicBezTo>
                      <a:pt x="718" y="2105"/>
                      <a:pt x="615" y="2035"/>
                      <a:pt x="511" y="2029"/>
                    </a:cubicBezTo>
                    <a:cubicBezTo>
                      <a:pt x="430" y="2029"/>
                      <a:pt x="397" y="2084"/>
                      <a:pt x="403" y="2154"/>
                    </a:cubicBezTo>
                    <a:cubicBezTo>
                      <a:pt x="386" y="2209"/>
                      <a:pt x="386" y="2269"/>
                      <a:pt x="408" y="2317"/>
                    </a:cubicBezTo>
                    <a:cubicBezTo>
                      <a:pt x="452" y="2421"/>
                      <a:pt x="582" y="2470"/>
                      <a:pt x="664" y="2535"/>
                    </a:cubicBezTo>
                    <a:cubicBezTo>
                      <a:pt x="709" y="2576"/>
                      <a:pt x="767" y="2652"/>
                      <a:pt x="833" y="2652"/>
                    </a:cubicBezTo>
                    <a:cubicBezTo>
                      <a:pt x="845" y="2652"/>
                      <a:pt x="857" y="2650"/>
                      <a:pt x="870" y="2644"/>
                    </a:cubicBezTo>
                    <a:cubicBezTo>
                      <a:pt x="903" y="2627"/>
                      <a:pt x="892" y="2578"/>
                      <a:pt x="859" y="2567"/>
                    </a:cubicBezTo>
                    <a:cubicBezTo>
                      <a:pt x="848" y="2562"/>
                      <a:pt x="838" y="2535"/>
                      <a:pt x="827" y="2519"/>
                    </a:cubicBezTo>
                    <a:cubicBezTo>
                      <a:pt x="810" y="2497"/>
                      <a:pt x="794" y="2481"/>
                      <a:pt x="772" y="2464"/>
                    </a:cubicBezTo>
                    <a:cubicBezTo>
                      <a:pt x="729" y="2426"/>
                      <a:pt x="680" y="2394"/>
                      <a:pt x="631" y="2361"/>
                    </a:cubicBezTo>
                    <a:cubicBezTo>
                      <a:pt x="588" y="2345"/>
                      <a:pt x="549" y="2317"/>
                      <a:pt x="517" y="2285"/>
                    </a:cubicBezTo>
                    <a:cubicBezTo>
                      <a:pt x="506" y="2269"/>
                      <a:pt x="501" y="2252"/>
                      <a:pt x="495" y="2236"/>
                    </a:cubicBezTo>
                    <a:cubicBezTo>
                      <a:pt x="490" y="2209"/>
                      <a:pt x="490" y="2187"/>
                      <a:pt x="495" y="2165"/>
                    </a:cubicBezTo>
                    <a:cubicBezTo>
                      <a:pt x="495" y="2154"/>
                      <a:pt x="501" y="2149"/>
                      <a:pt x="501" y="2138"/>
                    </a:cubicBezTo>
                    <a:lnTo>
                      <a:pt x="501" y="2133"/>
                    </a:lnTo>
                    <a:lnTo>
                      <a:pt x="511" y="2133"/>
                    </a:lnTo>
                    <a:cubicBezTo>
                      <a:pt x="514" y="2135"/>
                      <a:pt x="518" y="2137"/>
                      <a:pt x="522" y="2137"/>
                    </a:cubicBezTo>
                    <a:cubicBezTo>
                      <a:pt x="526" y="2137"/>
                      <a:pt x="530" y="2135"/>
                      <a:pt x="533" y="2133"/>
                    </a:cubicBezTo>
                    <a:cubicBezTo>
                      <a:pt x="598" y="2154"/>
                      <a:pt x="658" y="2182"/>
                      <a:pt x="713" y="2214"/>
                    </a:cubicBezTo>
                    <a:cubicBezTo>
                      <a:pt x="789" y="2252"/>
                      <a:pt x="876" y="2279"/>
                      <a:pt x="957" y="2301"/>
                    </a:cubicBezTo>
                    <a:cubicBezTo>
                      <a:pt x="1044" y="2307"/>
                      <a:pt x="1131" y="2317"/>
                      <a:pt x="1218" y="2339"/>
                    </a:cubicBezTo>
                    <a:cubicBezTo>
                      <a:pt x="1305" y="2372"/>
                      <a:pt x="1376" y="2432"/>
                      <a:pt x="1457" y="2475"/>
                    </a:cubicBezTo>
                    <a:cubicBezTo>
                      <a:pt x="1550" y="2508"/>
                      <a:pt x="1637" y="2546"/>
                      <a:pt x="1718" y="2589"/>
                    </a:cubicBezTo>
                    <a:cubicBezTo>
                      <a:pt x="1876" y="2687"/>
                      <a:pt x="1936" y="2883"/>
                      <a:pt x="1854" y="3051"/>
                    </a:cubicBezTo>
                    <a:cubicBezTo>
                      <a:pt x="1843" y="3068"/>
                      <a:pt x="1843" y="3089"/>
                      <a:pt x="1854" y="3106"/>
                    </a:cubicBezTo>
                    <a:cubicBezTo>
                      <a:pt x="1811" y="3084"/>
                      <a:pt x="1762" y="3057"/>
                      <a:pt x="1729" y="3046"/>
                    </a:cubicBezTo>
                    <a:cubicBezTo>
                      <a:pt x="1642" y="3013"/>
                      <a:pt x="1555" y="2975"/>
                      <a:pt x="1468" y="2937"/>
                    </a:cubicBezTo>
                    <a:cubicBezTo>
                      <a:pt x="1403" y="2910"/>
                      <a:pt x="1327" y="2883"/>
                      <a:pt x="1256" y="2866"/>
                    </a:cubicBezTo>
                    <a:cubicBezTo>
                      <a:pt x="1169" y="2839"/>
                      <a:pt x="1088" y="2807"/>
                      <a:pt x="1006" y="2769"/>
                    </a:cubicBezTo>
                    <a:cubicBezTo>
                      <a:pt x="870" y="2709"/>
                      <a:pt x="729" y="2665"/>
                      <a:pt x="588" y="2633"/>
                    </a:cubicBezTo>
                    <a:cubicBezTo>
                      <a:pt x="588" y="2627"/>
                      <a:pt x="582" y="2616"/>
                      <a:pt x="582" y="2611"/>
                    </a:cubicBezTo>
                    <a:cubicBezTo>
                      <a:pt x="566" y="2573"/>
                      <a:pt x="533" y="2540"/>
                      <a:pt x="495" y="2524"/>
                    </a:cubicBezTo>
                    <a:cubicBezTo>
                      <a:pt x="446" y="2491"/>
                      <a:pt x="408" y="2459"/>
                      <a:pt x="370" y="2421"/>
                    </a:cubicBezTo>
                    <a:cubicBezTo>
                      <a:pt x="272" y="2323"/>
                      <a:pt x="185" y="2236"/>
                      <a:pt x="191" y="2089"/>
                    </a:cubicBezTo>
                    <a:cubicBezTo>
                      <a:pt x="196" y="2024"/>
                      <a:pt x="212" y="1959"/>
                      <a:pt x="234" y="1904"/>
                    </a:cubicBezTo>
                    <a:cubicBezTo>
                      <a:pt x="245" y="1839"/>
                      <a:pt x="267" y="1774"/>
                      <a:pt x="294" y="1714"/>
                    </a:cubicBezTo>
                    <a:cubicBezTo>
                      <a:pt x="376" y="1589"/>
                      <a:pt x="463" y="1469"/>
                      <a:pt x="560" y="1355"/>
                    </a:cubicBezTo>
                    <a:cubicBezTo>
                      <a:pt x="647" y="1247"/>
                      <a:pt x="723" y="1132"/>
                      <a:pt x="805" y="1018"/>
                    </a:cubicBezTo>
                    <a:cubicBezTo>
                      <a:pt x="881" y="899"/>
                      <a:pt x="946" y="763"/>
                      <a:pt x="1033" y="654"/>
                    </a:cubicBezTo>
                    <a:cubicBezTo>
                      <a:pt x="1109" y="556"/>
                      <a:pt x="1175" y="458"/>
                      <a:pt x="1245" y="355"/>
                    </a:cubicBezTo>
                    <a:cubicBezTo>
                      <a:pt x="1294" y="274"/>
                      <a:pt x="1370" y="219"/>
                      <a:pt x="1419" y="138"/>
                    </a:cubicBezTo>
                    <a:cubicBezTo>
                      <a:pt x="1428" y="137"/>
                      <a:pt x="1437" y="137"/>
                      <a:pt x="1446" y="137"/>
                    </a:cubicBezTo>
                    <a:close/>
                    <a:moveTo>
                      <a:pt x="903" y="2883"/>
                    </a:moveTo>
                    <a:cubicBezTo>
                      <a:pt x="952" y="2899"/>
                      <a:pt x="1001" y="2915"/>
                      <a:pt x="1044" y="2937"/>
                    </a:cubicBezTo>
                    <a:cubicBezTo>
                      <a:pt x="1131" y="2981"/>
                      <a:pt x="1229" y="3008"/>
                      <a:pt x="1321" y="3035"/>
                    </a:cubicBezTo>
                    <a:cubicBezTo>
                      <a:pt x="1343" y="3046"/>
                      <a:pt x="1370" y="3057"/>
                      <a:pt x="1397" y="3068"/>
                    </a:cubicBezTo>
                    <a:cubicBezTo>
                      <a:pt x="1381" y="3100"/>
                      <a:pt x="1365" y="3133"/>
                      <a:pt x="1354" y="3165"/>
                    </a:cubicBezTo>
                    <a:cubicBezTo>
                      <a:pt x="1311" y="3258"/>
                      <a:pt x="1251" y="3334"/>
                      <a:pt x="1180" y="3405"/>
                    </a:cubicBezTo>
                    <a:cubicBezTo>
                      <a:pt x="1137" y="3448"/>
                      <a:pt x="1082" y="3530"/>
                      <a:pt x="1017" y="3551"/>
                    </a:cubicBezTo>
                    <a:cubicBezTo>
                      <a:pt x="987" y="3560"/>
                      <a:pt x="957" y="3565"/>
                      <a:pt x="927" y="3565"/>
                    </a:cubicBezTo>
                    <a:cubicBezTo>
                      <a:pt x="885" y="3565"/>
                      <a:pt x="843" y="3556"/>
                      <a:pt x="805" y="3540"/>
                    </a:cubicBezTo>
                    <a:cubicBezTo>
                      <a:pt x="751" y="3502"/>
                      <a:pt x="685" y="3464"/>
                      <a:pt x="626" y="3432"/>
                    </a:cubicBezTo>
                    <a:cubicBezTo>
                      <a:pt x="577" y="3405"/>
                      <a:pt x="539" y="3372"/>
                      <a:pt x="566" y="3318"/>
                    </a:cubicBezTo>
                    <a:cubicBezTo>
                      <a:pt x="582" y="3285"/>
                      <a:pt x="609" y="3252"/>
                      <a:pt x="636" y="3225"/>
                    </a:cubicBezTo>
                    <a:cubicBezTo>
                      <a:pt x="696" y="3149"/>
                      <a:pt x="756" y="3073"/>
                      <a:pt x="816" y="2991"/>
                    </a:cubicBezTo>
                    <a:cubicBezTo>
                      <a:pt x="848" y="2959"/>
                      <a:pt x="876" y="2921"/>
                      <a:pt x="903" y="2883"/>
                    </a:cubicBezTo>
                    <a:close/>
                    <a:moveTo>
                      <a:pt x="1496" y="0"/>
                    </a:moveTo>
                    <a:cubicBezTo>
                      <a:pt x="1447" y="0"/>
                      <a:pt x="1399" y="10"/>
                      <a:pt x="1354" y="34"/>
                    </a:cubicBezTo>
                    <a:cubicBezTo>
                      <a:pt x="1289" y="78"/>
                      <a:pt x="1234" y="138"/>
                      <a:pt x="1196" y="208"/>
                    </a:cubicBezTo>
                    <a:cubicBezTo>
                      <a:pt x="1153" y="263"/>
                      <a:pt x="1120" y="317"/>
                      <a:pt x="1088" y="377"/>
                    </a:cubicBezTo>
                    <a:cubicBezTo>
                      <a:pt x="1017" y="480"/>
                      <a:pt x="925" y="573"/>
                      <a:pt x="859" y="681"/>
                    </a:cubicBezTo>
                    <a:cubicBezTo>
                      <a:pt x="772" y="823"/>
                      <a:pt x="680" y="958"/>
                      <a:pt x="588" y="1094"/>
                    </a:cubicBezTo>
                    <a:cubicBezTo>
                      <a:pt x="495" y="1219"/>
                      <a:pt x="386" y="1328"/>
                      <a:pt x="294" y="1448"/>
                    </a:cubicBezTo>
                    <a:cubicBezTo>
                      <a:pt x="251" y="1513"/>
                      <a:pt x="196" y="1567"/>
                      <a:pt x="153" y="1633"/>
                    </a:cubicBezTo>
                    <a:cubicBezTo>
                      <a:pt x="115" y="1692"/>
                      <a:pt x="93" y="1758"/>
                      <a:pt x="77" y="1823"/>
                    </a:cubicBezTo>
                    <a:cubicBezTo>
                      <a:pt x="49" y="1888"/>
                      <a:pt x="22" y="1953"/>
                      <a:pt x="6" y="2024"/>
                    </a:cubicBezTo>
                    <a:cubicBezTo>
                      <a:pt x="0" y="2089"/>
                      <a:pt x="0" y="2154"/>
                      <a:pt x="11" y="2220"/>
                    </a:cubicBezTo>
                    <a:cubicBezTo>
                      <a:pt x="39" y="2350"/>
                      <a:pt x="136" y="2453"/>
                      <a:pt x="223" y="2540"/>
                    </a:cubicBezTo>
                    <a:cubicBezTo>
                      <a:pt x="267" y="2589"/>
                      <a:pt x="321" y="2633"/>
                      <a:pt x="381" y="2660"/>
                    </a:cubicBezTo>
                    <a:cubicBezTo>
                      <a:pt x="430" y="2676"/>
                      <a:pt x="479" y="2665"/>
                      <a:pt x="522" y="2682"/>
                    </a:cubicBezTo>
                    <a:lnTo>
                      <a:pt x="544" y="2682"/>
                    </a:lnTo>
                    <a:cubicBezTo>
                      <a:pt x="620" y="2747"/>
                      <a:pt x="702" y="2796"/>
                      <a:pt x="794" y="2828"/>
                    </a:cubicBezTo>
                    <a:cubicBezTo>
                      <a:pt x="740" y="2883"/>
                      <a:pt x="691" y="2943"/>
                      <a:pt x="647" y="3008"/>
                    </a:cubicBezTo>
                    <a:cubicBezTo>
                      <a:pt x="577" y="3084"/>
                      <a:pt x="511" y="3171"/>
                      <a:pt x="452" y="3258"/>
                    </a:cubicBezTo>
                    <a:cubicBezTo>
                      <a:pt x="327" y="3464"/>
                      <a:pt x="615" y="3546"/>
                      <a:pt x="734" y="3644"/>
                    </a:cubicBezTo>
                    <a:cubicBezTo>
                      <a:pt x="779" y="3678"/>
                      <a:pt x="826" y="3687"/>
                      <a:pt x="877" y="3687"/>
                    </a:cubicBezTo>
                    <a:cubicBezTo>
                      <a:pt x="906" y="3687"/>
                      <a:pt x="936" y="3684"/>
                      <a:pt x="968" y="3682"/>
                    </a:cubicBezTo>
                    <a:cubicBezTo>
                      <a:pt x="974" y="3682"/>
                      <a:pt x="980" y="3683"/>
                      <a:pt x="986" y="3683"/>
                    </a:cubicBezTo>
                    <a:cubicBezTo>
                      <a:pt x="1050" y="3683"/>
                      <a:pt x="1109" y="3656"/>
                      <a:pt x="1158" y="3617"/>
                    </a:cubicBezTo>
                    <a:cubicBezTo>
                      <a:pt x="1251" y="3535"/>
                      <a:pt x="1332" y="3448"/>
                      <a:pt x="1403" y="3350"/>
                    </a:cubicBezTo>
                    <a:cubicBezTo>
                      <a:pt x="1452" y="3280"/>
                      <a:pt x="1490" y="3198"/>
                      <a:pt x="1523" y="3117"/>
                    </a:cubicBezTo>
                    <a:cubicBezTo>
                      <a:pt x="1555" y="3133"/>
                      <a:pt x="1593" y="3144"/>
                      <a:pt x="1620" y="3160"/>
                    </a:cubicBezTo>
                    <a:cubicBezTo>
                      <a:pt x="1739" y="3205"/>
                      <a:pt x="1861" y="3281"/>
                      <a:pt x="1985" y="3281"/>
                    </a:cubicBezTo>
                    <a:cubicBezTo>
                      <a:pt x="2027" y="3281"/>
                      <a:pt x="2068" y="3273"/>
                      <a:pt x="2110" y="3252"/>
                    </a:cubicBezTo>
                    <a:cubicBezTo>
                      <a:pt x="2175" y="3220"/>
                      <a:pt x="2235" y="3165"/>
                      <a:pt x="2278" y="3106"/>
                    </a:cubicBezTo>
                    <a:cubicBezTo>
                      <a:pt x="2322" y="3040"/>
                      <a:pt x="2338" y="2970"/>
                      <a:pt x="2327" y="2894"/>
                    </a:cubicBezTo>
                    <a:cubicBezTo>
                      <a:pt x="2376" y="2845"/>
                      <a:pt x="2414" y="2790"/>
                      <a:pt x="2447" y="2725"/>
                    </a:cubicBezTo>
                    <a:cubicBezTo>
                      <a:pt x="2496" y="2638"/>
                      <a:pt x="2555" y="2551"/>
                      <a:pt x="2621" y="2470"/>
                    </a:cubicBezTo>
                    <a:cubicBezTo>
                      <a:pt x="2675" y="2404"/>
                      <a:pt x="2740" y="2361"/>
                      <a:pt x="2794" y="2296"/>
                    </a:cubicBezTo>
                    <a:cubicBezTo>
                      <a:pt x="2854" y="2209"/>
                      <a:pt x="2914" y="2116"/>
                      <a:pt x="2974" y="2024"/>
                    </a:cubicBezTo>
                    <a:cubicBezTo>
                      <a:pt x="3028" y="1948"/>
                      <a:pt x="3066" y="1866"/>
                      <a:pt x="3126" y="1796"/>
                    </a:cubicBezTo>
                    <a:cubicBezTo>
                      <a:pt x="3186" y="1725"/>
                      <a:pt x="3257" y="1654"/>
                      <a:pt x="3316" y="1573"/>
                    </a:cubicBezTo>
                    <a:cubicBezTo>
                      <a:pt x="3343" y="1540"/>
                      <a:pt x="3371" y="1508"/>
                      <a:pt x="3392" y="1469"/>
                    </a:cubicBezTo>
                    <a:cubicBezTo>
                      <a:pt x="3409" y="1426"/>
                      <a:pt x="3420" y="1377"/>
                      <a:pt x="3441" y="1339"/>
                    </a:cubicBezTo>
                    <a:cubicBezTo>
                      <a:pt x="3490" y="1268"/>
                      <a:pt x="3528" y="1230"/>
                      <a:pt x="3523" y="1138"/>
                    </a:cubicBezTo>
                    <a:lnTo>
                      <a:pt x="3523" y="1138"/>
                    </a:lnTo>
                    <a:lnTo>
                      <a:pt x="3517" y="1143"/>
                    </a:lnTo>
                    <a:cubicBezTo>
                      <a:pt x="3490" y="812"/>
                      <a:pt x="3262" y="534"/>
                      <a:pt x="2952" y="431"/>
                    </a:cubicBezTo>
                    <a:cubicBezTo>
                      <a:pt x="2909" y="420"/>
                      <a:pt x="2871" y="415"/>
                      <a:pt x="2833" y="404"/>
                    </a:cubicBezTo>
                    <a:cubicBezTo>
                      <a:pt x="2789" y="382"/>
                      <a:pt x="2756" y="355"/>
                      <a:pt x="2724" y="328"/>
                    </a:cubicBezTo>
                    <a:cubicBezTo>
                      <a:pt x="2691" y="312"/>
                      <a:pt x="2659" y="301"/>
                      <a:pt x="2621" y="295"/>
                    </a:cubicBezTo>
                    <a:cubicBezTo>
                      <a:pt x="2582" y="284"/>
                      <a:pt x="2544" y="268"/>
                      <a:pt x="2506" y="252"/>
                    </a:cubicBezTo>
                    <a:cubicBezTo>
                      <a:pt x="2322" y="187"/>
                      <a:pt x="2126" y="138"/>
                      <a:pt x="1930" y="105"/>
                    </a:cubicBezTo>
                    <a:cubicBezTo>
                      <a:pt x="1800" y="85"/>
                      <a:pt x="1642" y="0"/>
                      <a:pt x="1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0"/>
              <p:cNvSpPr/>
              <p:nvPr/>
            </p:nvSpPr>
            <p:spPr>
              <a:xfrm>
                <a:off x="3468425" y="3650700"/>
                <a:ext cx="28600" cy="38600"/>
              </a:xfrm>
              <a:custGeom>
                <a:rect b="b" l="l" r="r" t="t"/>
                <a:pathLst>
                  <a:path extrusionOk="0" h="1544" w="1144">
                    <a:moveTo>
                      <a:pt x="1098" y="1"/>
                    </a:moveTo>
                    <a:cubicBezTo>
                      <a:pt x="1069" y="1"/>
                      <a:pt x="1041" y="17"/>
                      <a:pt x="1024" y="42"/>
                    </a:cubicBezTo>
                    <a:cubicBezTo>
                      <a:pt x="1013" y="64"/>
                      <a:pt x="1002" y="91"/>
                      <a:pt x="991" y="118"/>
                    </a:cubicBezTo>
                    <a:cubicBezTo>
                      <a:pt x="975" y="156"/>
                      <a:pt x="948" y="189"/>
                      <a:pt x="921" y="216"/>
                    </a:cubicBezTo>
                    <a:cubicBezTo>
                      <a:pt x="866" y="282"/>
                      <a:pt x="834" y="363"/>
                      <a:pt x="779" y="428"/>
                    </a:cubicBezTo>
                    <a:cubicBezTo>
                      <a:pt x="714" y="515"/>
                      <a:pt x="644" y="602"/>
                      <a:pt x="578" y="684"/>
                    </a:cubicBezTo>
                    <a:cubicBezTo>
                      <a:pt x="481" y="809"/>
                      <a:pt x="388" y="939"/>
                      <a:pt x="312" y="1075"/>
                    </a:cubicBezTo>
                    <a:cubicBezTo>
                      <a:pt x="236" y="1227"/>
                      <a:pt x="138" y="1369"/>
                      <a:pt x="18" y="1494"/>
                    </a:cubicBezTo>
                    <a:cubicBezTo>
                      <a:pt x="1" y="1511"/>
                      <a:pt x="19" y="1543"/>
                      <a:pt x="38" y="1543"/>
                    </a:cubicBezTo>
                    <a:cubicBezTo>
                      <a:pt x="42" y="1543"/>
                      <a:pt x="47" y="1541"/>
                      <a:pt x="51" y="1537"/>
                    </a:cubicBezTo>
                    <a:cubicBezTo>
                      <a:pt x="307" y="1363"/>
                      <a:pt x="404" y="1070"/>
                      <a:pt x="589" y="836"/>
                    </a:cubicBezTo>
                    <a:cubicBezTo>
                      <a:pt x="698" y="689"/>
                      <a:pt x="818" y="553"/>
                      <a:pt x="921" y="407"/>
                    </a:cubicBezTo>
                    <a:cubicBezTo>
                      <a:pt x="948" y="363"/>
                      <a:pt x="970" y="314"/>
                      <a:pt x="1002" y="276"/>
                    </a:cubicBezTo>
                    <a:cubicBezTo>
                      <a:pt x="1024" y="254"/>
                      <a:pt x="1046" y="227"/>
                      <a:pt x="1062" y="200"/>
                    </a:cubicBezTo>
                    <a:cubicBezTo>
                      <a:pt x="1084" y="151"/>
                      <a:pt x="1106" y="97"/>
                      <a:pt x="1133" y="53"/>
                    </a:cubicBezTo>
                    <a:cubicBezTo>
                      <a:pt x="1144" y="37"/>
                      <a:pt x="1138" y="10"/>
                      <a:pt x="1122" y="4"/>
                    </a:cubicBezTo>
                    <a:cubicBezTo>
                      <a:pt x="1114" y="2"/>
                      <a:pt x="1106"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0"/>
              <p:cNvSpPr/>
              <p:nvPr/>
            </p:nvSpPr>
            <p:spPr>
              <a:xfrm>
                <a:off x="3478925" y="3655725"/>
                <a:ext cx="22050" cy="29100"/>
              </a:xfrm>
              <a:custGeom>
                <a:rect b="b" l="l" r="r" t="t"/>
                <a:pathLst>
                  <a:path extrusionOk="0" h="1164" w="882">
                    <a:moveTo>
                      <a:pt x="868" y="0"/>
                    </a:moveTo>
                    <a:cubicBezTo>
                      <a:pt x="866" y="0"/>
                      <a:pt x="865" y="2"/>
                      <a:pt x="865" y="4"/>
                    </a:cubicBezTo>
                    <a:cubicBezTo>
                      <a:pt x="865" y="119"/>
                      <a:pt x="707" y="211"/>
                      <a:pt x="631" y="276"/>
                    </a:cubicBezTo>
                    <a:cubicBezTo>
                      <a:pt x="582" y="320"/>
                      <a:pt x="544" y="369"/>
                      <a:pt x="517" y="428"/>
                    </a:cubicBezTo>
                    <a:cubicBezTo>
                      <a:pt x="479" y="483"/>
                      <a:pt x="430" y="521"/>
                      <a:pt x="403" y="581"/>
                    </a:cubicBezTo>
                    <a:cubicBezTo>
                      <a:pt x="365" y="630"/>
                      <a:pt x="321" y="673"/>
                      <a:pt x="278" y="717"/>
                    </a:cubicBezTo>
                    <a:cubicBezTo>
                      <a:pt x="240" y="776"/>
                      <a:pt x="213" y="842"/>
                      <a:pt x="175" y="901"/>
                    </a:cubicBezTo>
                    <a:cubicBezTo>
                      <a:pt x="131" y="956"/>
                      <a:pt x="1" y="1070"/>
                      <a:pt x="66" y="1151"/>
                    </a:cubicBezTo>
                    <a:cubicBezTo>
                      <a:pt x="69" y="1160"/>
                      <a:pt x="75" y="1164"/>
                      <a:pt x="83" y="1164"/>
                    </a:cubicBezTo>
                    <a:cubicBezTo>
                      <a:pt x="90" y="1164"/>
                      <a:pt x="99" y="1160"/>
                      <a:pt x="104" y="1151"/>
                    </a:cubicBezTo>
                    <a:cubicBezTo>
                      <a:pt x="169" y="1048"/>
                      <a:pt x="245" y="950"/>
                      <a:pt x="311" y="836"/>
                    </a:cubicBezTo>
                    <a:cubicBezTo>
                      <a:pt x="327" y="798"/>
                      <a:pt x="354" y="760"/>
                      <a:pt x="387" y="727"/>
                    </a:cubicBezTo>
                    <a:cubicBezTo>
                      <a:pt x="403" y="717"/>
                      <a:pt x="414" y="700"/>
                      <a:pt x="430" y="684"/>
                    </a:cubicBezTo>
                    <a:cubicBezTo>
                      <a:pt x="446" y="657"/>
                      <a:pt x="463" y="630"/>
                      <a:pt x="474" y="602"/>
                    </a:cubicBezTo>
                    <a:cubicBezTo>
                      <a:pt x="495" y="570"/>
                      <a:pt x="517" y="537"/>
                      <a:pt x="544" y="505"/>
                    </a:cubicBezTo>
                    <a:cubicBezTo>
                      <a:pt x="588" y="456"/>
                      <a:pt x="604" y="390"/>
                      <a:pt x="648" y="336"/>
                    </a:cubicBezTo>
                    <a:cubicBezTo>
                      <a:pt x="686" y="298"/>
                      <a:pt x="724" y="260"/>
                      <a:pt x="762" y="216"/>
                    </a:cubicBezTo>
                    <a:cubicBezTo>
                      <a:pt x="805" y="157"/>
                      <a:pt x="881" y="91"/>
                      <a:pt x="870" y="4"/>
                    </a:cubicBezTo>
                    <a:cubicBezTo>
                      <a:pt x="870" y="2"/>
                      <a:pt x="869" y="0"/>
                      <a:pt x="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0"/>
              <p:cNvSpPr/>
              <p:nvPr/>
            </p:nvSpPr>
            <p:spPr>
              <a:xfrm>
                <a:off x="3444925" y="3693100"/>
                <a:ext cx="13500" cy="6250"/>
              </a:xfrm>
              <a:custGeom>
                <a:rect b="b" l="l" r="r" t="t"/>
                <a:pathLst>
                  <a:path extrusionOk="0" h="250" w="540">
                    <a:moveTo>
                      <a:pt x="43" y="1"/>
                    </a:moveTo>
                    <a:cubicBezTo>
                      <a:pt x="17" y="1"/>
                      <a:pt x="1" y="39"/>
                      <a:pt x="29" y="53"/>
                    </a:cubicBezTo>
                    <a:cubicBezTo>
                      <a:pt x="116" y="113"/>
                      <a:pt x="208" y="162"/>
                      <a:pt x="301" y="200"/>
                    </a:cubicBezTo>
                    <a:cubicBezTo>
                      <a:pt x="358" y="233"/>
                      <a:pt x="423" y="250"/>
                      <a:pt x="490" y="250"/>
                    </a:cubicBezTo>
                    <a:cubicBezTo>
                      <a:pt x="499" y="250"/>
                      <a:pt x="509" y="250"/>
                      <a:pt x="518" y="249"/>
                    </a:cubicBezTo>
                    <a:cubicBezTo>
                      <a:pt x="540" y="238"/>
                      <a:pt x="540" y="211"/>
                      <a:pt x="518" y="205"/>
                    </a:cubicBezTo>
                    <a:cubicBezTo>
                      <a:pt x="448" y="184"/>
                      <a:pt x="382" y="156"/>
                      <a:pt x="322" y="124"/>
                    </a:cubicBezTo>
                    <a:cubicBezTo>
                      <a:pt x="230" y="91"/>
                      <a:pt x="143" y="53"/>
                      <a:pt x="56" y="4"/>
                    </a:cubicBezTo>
                    <a:cubicBezTo>
                      <a:pt x="52" y="2"/>
                      <a:pt x="47" y="1"/>
                      <a:pt x="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20"/>
              <p:cNvSpPr/>
              <p:nvPr/>
            </p:nvSpPr>
            <p:spPr>
              <a:xfrm>
                <a:off x="3352000" y="3621800"/>
                <a:ext cx="34000" cy="81775"/>
              </a:xfrm>
              <a:custGeom>
                <a:rect b="b" l="l" r="r" t="t"/>
                <a:pathLst>
                  <a:path extrusionOk="0" h="3271" w="1360">
                    <a:moveTo>
                      <a:pt x="819" y="0"/>
                    </a:moveTo>
                    <a:cubicBezTo>
                      <a:pt x="798" y="0"/>
                      <a:pt x="777" y="1"/>
                      <a:pt x="756" y="2"/>
                    </a:cubicBezTo>
                    <a:cubicBezTo>
                      <a:pt x="696" y="8"/>
                      <a:pt x="696" y="100"/>
                      <a:pt x="756" y="106"/>
                    </a:cubicBezTo>
                    <a:cubicBezTo>
                      <a:pt x="876" y="111"/>
                      <a:pt x="1012" y="106"/>
                      <a:pt x="1104" y="187"/>
                    </a:cubicBezTo>
                    <a:cubicBezTo>
                      <a:pt x="1186" y="263"/>
                      <a:pt x="1175" y="378"/>
                      <a:pt x="1175" y="475"/>
                    </a:cubicBezTo>
                    <a:cubicBezTo>
                      <a:pt x="1175" y="579"/>
                      <a:pt x="1186" y="687"/>
                      <a:pt x="1202" y="791"/>
                    </a:cubicBezTo>
                    <a:cubicBezTo>
                      <a:pt x="1213" y="899"/>
                      <a:pt x="1218" y="1008"/>
                      <a:pt x="1218" y="1122"/>
                    </a:cubicBezTo>
                    <a:cubicBezTo>
                      <a:pt x="1218" y="1236"/>
                      <a:pt x="1240" y="1351"/>
                      <a:pt x="1240" y="1465"/>
                    </a:cubicBezTo>
                    <a:cubicBezTo>
                      <a:pt x="1240" y="1584"/>
                      <a:pt x="1240" y="1709"/>
                      <a:pt x="1240" y="1829"/>
                    </a:cubicBezTo>
                    <a:cubicBezTo>
                      <a:pt x="1240" y="2074"/>
                      <a:pt x="1207" y="2318"/>
                      <a:pt x="1191" y="2568"/>
                    </a:cubicBezTo>
                    <a:cubicBezTo>
                      <a:pt x="1186" y="2677"/>
                      <a:pt x="1175" y="2786"/>
                      <a:pt x="1169" y="2894"/>
                    </a:cubicBezTo>
                    <a:cubicBezTo>
                      <a:pt x="1164" y="3019"/>
                      <a:pt x="1137" y="3172"/>
                      <a:pt x="985" y="3193"/>
                    </a:cubicBezTo>
                    <a:cubicBezTo>
                      <a:pt x="971" y="3195"/>
                      <a:pt x="957" y="3196"/>
                      <a:pt x="943" y="3196"/>
                    </a:cubicBezTo>
                    <a:cubicBezTo>
                      <a:pt x="847" y="3196"/>
                      <a:pt x="748" y="3153"/>
                      <a:pt x="653" y="3139"/>
                    </a:cubicBezTo>
                    <a:cubicBezTo>
                      <a:pt x="599" y="3133"/>
                      <a:pt x="539" y="3128"/>
                      <a:pt x="479" y="3117"/>
                    </a:cubicBezTo>
                    <a:cubicBezTo>
                      <a:pt x="414" y="3106"/>
                      <a:pt x="354" y="3063"/>
                      <a:pt x="316" y="3003"/>
                    </a:cubicBezTo>
                    <a:cubicBezTo>
                      <a:pt x="175" y="2796"/>
                      <a:pt x="218" y="2508"/>
                      <a:pt x="218" y="2269"/>
                    </a:cubicBezTo>
                    <a:cubicBezTo>
                      <a:pt x="218" y="2155"/>
                      <a:pt x="207" y="2035"/>
                      <a:pt x="213" y="1916"/>
                    </a:cubicBezTo>
                    <a:cubicBezTo>
                      <a:pt x="218" y="1785"/>
                      <a:pt x="229" y="1660"/>
                      <a:pt x="229" y="1530"/>
                    </a:cubicBezTo>
                    <a:cubicBezTo>
                      <a:pt x="229" y="1253"/>
                      <a:pt x="213" y="970"/>
                      <a:pt x="207" y="693"/>
                    </a:cubicBezTo>
                    <a:cubicBezTo>
                      <a:pt x="196" y="546"/>
                      <a:pt x="218" y="405"/>
                      <a:pt x="278" y="269"/>
                    </a:cubicBezTo>
                    <a:cubicBezTo>
                      <a:pt x="349" y="155"/>
                      <a:pt x="457" y="68"/>
                      <a:pt x="588" y="24"/>
                    </a:cubicBezTo>
                    <a:cubicBezTo>
                      <a:pt x="599" y="24"/>
                      <a:pt x="599" y="2"/>
                      <a:pt x="588" y="2"/>
                    </a:cubicBezTo>
                    <a:cubicBezTo>
                      <a:pt x="1" y="79"/>
                      <a:pt x="169" y="850"/>
                      <a:pt x="164" y="1253"/>
                    </a:cubicBezTo>
                    <a:cubicBezTo>
                      <a:pt x="164" y="1405"/>
                      <a:pt x="175" y="1563"/>
                      <a:pt x="164" y="1715"/>
                    </a:cubicBezTo>
                    <a:cubicBezTo>
                      <a:pt x="147" y="1872"/>
                      <a:pt x="142" y="2025"/>
                      <a:pt x="142" y="2177"/>
                    </a:cubicBezTo>
                    <a:cubicBezTo>
                      <a:pt x="142" y="2334"/>
                      <a:pt x="137" y="2492"/>
                      <a:pt x="137" y="2655"/>
                    </a:cubicBezTo>
                    <a:cubicBezTo>
                      <a:pt x="131" y="2775"/>
                      <a:pt x="158" y="2900"/>
                      <a:pt x="213" y="3008"/>
                    </a:cubicBezTo>
                    <a:cubicBezTo>
                      <a:pt x="251" y="3095"/>
                      <a:pt x="321" y="3161"/>
                      <a:pt x="414" y="3199"/>
                    </a:cubicBezTo>
                    <a:cubicBezTo>
                      <a:pt x="468" y="3215"/>
                      <a:pt x="533" y="3226"/>
                      <a:pt x="593" y="3226"/>
                    </a:cubicBezTo>
                    <a:cubicBezTo>
                      <a:pt x="675" y="3237"/>
                      <a:pt x="751" y="3248"/>
                      <a:pt x="832" y="3264"/>
                    </a:cubicBezTo>
                    <a:cubicBezTo>
                      <a:pt x="859" y="3269"/>
                      <a:pt x="885" y="3271"/>
                      <a:pt x="912" y="3271"/>
                    </a:cubicBezTo>
                    <a:cubicBezTo>
                      <a:pt x="979" y="3271"/>
                      <a:pt x="1047" y="3255"/>
                      <a:pt x="1110" y="3220"/>
                    </a:cubicBezTo>
                    <a:cubicBezTo>
                      <a:pt x="1180" y="3155"/>
                      <a:pt x="1229" y="3068"/>
                      <a:pt x="1229" y="2970"/>
                    </a:cubicBezTo>
                    <a:cubicBezTo>
                      <a:pt x="1289" y="2400"/>
                      <a:pt x="1360" y="1818"/>
                      <a:pt x="1311" y="1242"/>
                    </a:cubicBezTo>
                    <a:cubicBezTo>
                      <a:pt x="1300" y="1095"/>
                      <a:pt x="1322" y="948"/>
                      <a:pt x="1300" y="802"/>
                    </a:cubicBezTo>
                    <a:cubicBezTo>
                      <a:pt x="1278" y="649"/>
                      <a:pt x="1273" y="503"/>
                      <a:pt x="1278" y="350"/>
                    </a:cubicBezTo>
                    <a:cubicBezTo>
                      <a:pt x="1273" y="86"/>
                      <a:pt x="1049" y="0"/>
                      <a:pt x="8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20"/>
              <p:cNvSpPr/>
              <p:nvPr/>
            </p:nvSpPr>
            <p:spPr>
              <a:xfrm>
                <a:off x="3343450" y="3626950"/>
                <a:ext cx="7025" cy="7850"/>
              </a:xfrm>
              <a:custGeom>
                <a:rect b="b" l="l" r="r" t="t"/>
                <a:pathLst>
                  <a:path extrusionOk="0" h="314" w="281">
                    <a:moveTo>
                      <a:pt x="227" y="1"/>
                    </a:moveTo>
                    <a:cubicBezTo>
                      <a:pt x="218" y="1"/>
                      <a:pt x="209" y="5"/>
                      <a:pt x="201" y="14"/>
                    </a:cubicBezTo>
                    <a:lnTo>
                      <a:pt x="196" y="14"/>
                    </a:lnTo>
                    <a:cubicBezTo>
                      <a:pt x="174" y="41"/>
                      <a:pt x="152" y="74"/>
                      <a:pt x="131" y="101"/>
                    </a:cubicBezTo>
                    <a:cubicBezTo>
                      <a:pt x="114" y="117"/>
                      <a:pt x="93" y="133"/>
                      <a:pt x="76" y="150"/>
                    </a:cubicBezTo>
                    <a:cubicBezTo>
                      <a:pt x="44" y="182"/>
                      <a:pt x="0" y="231"/>
                      <a:pt x="17" y="280"/>
                    </a:cubicBezTo>
                    <a:cubicBezTo>
                      <a:pt x="20" y="301"/>
                      <a:pt x="37" y="313"/>
                      <a:pt x="56" y="313"/>
                    </a:cubicBezTo>
                    <a:cubicBezTo>
                      <a:pt x="67" y="313"/>
                      <a:pt x="78" y="310"/>
                      <a:pt x="87" y="302"/>
                    </a:cubicBezTo>
                    <a:cubicBezTo>
                      <a:pt x="93" y="297"/>
                      <a:pt x="98" y="291"/>
                      <a:pt x="104" y="291"/>
                    </a:cubicBezTo>
                    <a:cubicBezTo>
                      <a:pt x="109" y="286"/>
                      <a:pt x="114" y="275"/>
                      <a:pt x="109" y="264"/>
                    </a:cubicBezTo>
                    <a:cubicBezTo>
                      <a:pt x="114" y="259"/>
                      <a:pt x="114" y="248"/>
                      <a:pt x="120" y="242"/>
                    </a:cubicBezTo>
                    <a:cubicBezTo>
                      <a:pt x="131" y="226"/>
                      <a:pt x="147" y="210"/>
                      <a:pt x="158" y="199"/>
                    </a:cubicBezTo>
                    <a:cubicBezTo>
                      <a:pt x="196" y="155"/>
                      <a:pt x="229" y="117"/>
                      <a:pt x="256" y="68"/>
                    </a:cubicBezTo>
                    <a:cubicBezTo>
                      <a:pt x="281" y="39"/>
                      <a:pt x="255" y="1"/>
                      <a:pt x="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0"/>
              <p:cNvSpPr/>
              <p:nvPr/>
            </p:nvSpPr>
            <p:spPr>
              <a:xfrm>
                <a:off x="3341550" y="3633900"/>
                <a:ext cx="9200" cy="8375"/>
              </a:xfrm>
              <a:custGeom>
                <a:rect b="b" l="l" r="r" t="t"/>
                <a:pathLst>
                  <a:path extrusionOk="0" h="335" w="368">
                    <a:moveTo>
                      <a:pt x="325" y="1"/>
                    </a:moveTo>
                    <a:cubicBezTo>
                      <a:pt x="322" y="1"/>
                      <a:pt x="319" y="1"/>
                      <a:pt x="315" y="2"/>
                    </a:cubicBezTo>
                    <a:cubicBezTo>
                      <a:pt x="234" y="24"/>
                      <a:pt x="201" y="100"/>
                      <a:pt x="141" y="154"/>
                    </a:cubicBezTo>
                    <a:cubicBezTo>
                      <a:pt x="98" y="187"/>
                      <a:pt x="0" y="258"/>
                      <a:pt x="49" y="323"/>
                    </a:cubicBezTo>
                    <a:cubicBezTo>
                      <a:pt x="52" y="330"/>
                      <a:pt x="62" y="334"/>
                      <a:pt x="73" y="334"/>
                    </a:cubicBezTo>
                    <a:cubicBezTo>
                      <a:pt x="79" y="334"/>
                      <a:pt x="86" y="333"/>
                      <a:pt x="93" y="328"/>
                    </a:cubicBezTo>
                    <a:cubicBezTo>
                      <a:pt x="125" y="290"/>
                      <a:pt x="169" y="252"/>
                      <a:pt x="207" y="214"/>
                    </a:cubicBezTo>
                    <a:cubicBezTo>
                      <a:pt x="245" y="176"/>
                      <a:pt x="283" y="95"/>
                      <a:pt x="343" y="62"/>
                    </a:cubicBezTo>
                    <a:cubicBezTo>
                      <a:pt x="367" y="47"/>
                      <a:pt x="356" y="1"/>
                      <a:pt x="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0"/>
              <p:cNvSpPr/>
              <p:nvPr/>
            </p:nvSpPr>
            <p:spPr>
              <a:xfrm>
                <a:off x="3341825" y="3640800"/>
                <a:ext cx="6200" cy="7000"/>
              </a:xfrm>
              <a:custGeom>
                <a:rect b="b" l="l" r="r" t="t"/>
                <a:pathLst>
                  <a:path extrusionOk="0" h="280" w="248">
                    <a:moveTo>
                      <a:pt x="214" y="0"/>
                    </a:moveTo>
                    <a:cubicBezTo>
                      <a:pt x="202" y="0"/>
                      <a:pt x="189" y="6"/>
                      <a:pt x="185" y="20"/>
                    </a:cubicBezTo>
                    <a:lnTo>
                      <a:pt x="185" y="25"/>
                    </a:lnTo>
                    <a:cubicBezTo>
                      <a:pt x="174" y="80"/>
                      <a:pt x="120" y="123"/>
                      <a:pt x="76" y="161"/>
                    </a:cubicBezTo>
                    <a:cubicBezTo>
                      <a:pt x="33" y="194"/>
                      <a:pt x="0" y="226"/>
                      <a:pt x="27" y="275"/>
                    </a:cubicBezTo>
                    <a:cubicBezTo>
                      <a:pt x="30" y="278"/>
                      <a:pt x="34" y="279"/>
                      <a:pt x="38" y="279"/>
                    </a:cubicBezTo>
                    <a:cubicBezTo>
                      <a:pt x="42" y="279"/>
                      <a:pt x="46" y="278"/>
                      <a:pt x="49" y="275"/>
                    </a:cubicBezTo>
                    <a:cubicBezTo>
                      <a:pt x="125" y="210"/>
                      <a:pt x="234" y="134"/>
                      <a:pt x="245" y="31"/>
                    </a:cubicBezTo>
                    <a:cubicBezTo>
                      <a:pt x="248" y="12"/>
                      <a:pt x="231"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20"/>
              <p:cNvSpPr/>
              <p:nvPr/>
            </p:nvSpPr>
            <p:spPr>
              <a:xfrm>
                <a:off x="3343200" y="3647100"/>
                <a:ext cx="3800" cy="5100"/>
              </a:xfrm>
              <a:custGeom>
                <a:rect b="b" l="l" r="r" t="t"/>
                <a:pathLst>
                  <a:path extrusionOk="0" h="204" w="152">
                    <a:moveTo>
                      <a:pt x="103" y="0"/>
                    </a:moveTo>
                    <a:cubicBezTo>
                      <a:pt x="81" y="0"/>
                      <a:pt x="63" y="16"/>
                      <a:pt x="54" y="40"/>
                    </a:cubicBezTo>
                    <a:cubicBezTo>
                      <a:pt x="54" y="56"/>
                      <a:pt x="43" y="78"/>
                      <a:pt x="37" y="94"/>
                    </a:cubicBezTo>
                    <a:cubicBezTo>
                      <a:pt x="27" y="116"/>
                      <a:pt x="16" y="132"/>
                      <a:pt x="10" y="154"/>
                    </a:cubicBezTo>
                    <a:cubicBezTo>
                      <a:pt x="0" y="179"/>
                      <a:pt x="22" y="203"/>
                      <a:pt x="47" y="203"/>
                    </a:cubicBezTo>
                    <a:cubicBezTo>
                      <a:pt x="49" y="203"/>
                      <a:pt x="51" y="203"/>
                      <a:pt x="54" y="203"/>
                    </a:cubicBezTo>
                    <a:cubicBezTo>
                      <a:pt x="81" y="192"/>
                      <a:pt x="103" y="170"/>
                      <a:pt x="114" y="143"/>
                    </a:cubicBezTo>
                    <a:cubicBezTo>
                      <a:pt x="130" y="116"/>
                      <a:pt x="141" y="88"/>
                      <a:pt x="146" y="61"/>
                    </a:cubicBezTo>
                    <a:cubicBezTo>
                      <a:pt x="152" y="34"/>
                      <a:pt x="141" y="12"/>
                      <a:pt x="114" y="2"/>
                    </a:cubicBezTo>
                    <a:cubicBezTo>
                      <a:pt x="110" y="1"/>
                      <a:pt x="107"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20"/>
              <p:cNvSpPr/>
              <p:nvPr/>
            </p:nvSpPr>
            <p:spPr>
              <a:xfrm>
                <a:off x="3341675" y="3673050"/>
                <a:ext cx="6125" cy="6050"/>
              </a:xfrm>
              <a:custGeom>
                <a:rect b="b" l="l" r="r" t="t"/>
                <a:pathLst>
                  <a:path extrusionOk="0" h="242" w="245">
                    <a:moveTo>
                      <a:pt x="224" y="0"/>
                    </a:moveTo>
                    <a:cubicBezTo>
                      <a:pt x="222" y="0"/>
                      <a:pt x="220" y="1"/>
                      <a:pt x="218" y="2"/>
                    </a:cubicBezTo>
                    <a:cubicBezTo>
                      <a:pt x="136" y="24"/>
                      <a:pt x="1" y="110"/>
                      <a:pt x="28" y="214"/>
                    </a:cubicBezTo>
                    <a:cubicBezTo>
                      <a:pt x="34" y="231"/>
                      <a:pt x="49" y="241"/>
                      <a:pt x="65" y="241"/>
                    </a:cubicBezTo>
                    <a:cubicBezTo>
                      <a:pt x="78" y="241"/>
                      <a:pt x="91" y="234"/>
                      <a:pt x="98" y="219"/>
                    </a:cubicBezTo>
                    <a:cubicBezTo>
                      <a:pt x="115" y="192"/>
                      <a:pt x="131" y="165"/>
                      <a:pt x="153" y="138"/>
                    </a:cubicBezTo>
                    <a:cubicBezTo>
                      <a:pt x="191" y="105"/>
                      <a:pt x="218" y="67"/>
                      <a:pt x="240" y="24"/>
                    </a:cubicBezTo>
                    <a:cubicBezTo>
                      <a:pt x="244" y="10"/>
                      <a:pt x="234" y="0"/>
                      <a:pt x="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0"/>
              <p:cNvSpPr/>
              <p:nvPr/>
            </p:nvSpPr>
            <p:spPr>
              <a:xfrm>
                <a:off x="3343025" y="3678325"/>
                <a:ext cx="4575" cy="4775"/>
              </a:xfrm>
              <a:custGeom>
                <a:rect b="b" l="l" r="r" t="t"/>
                <a:pathLst>
                  <a:path extrusionOk="0" h="191" w="183">
                    <a:moveTo>
                      <a:pt x="127" y="0"/>
                    </a:moveTo>
                    <a:cubicBezTo>
                      <a:pt x="114" y="0"/>
                      <a:pt x="102" y="6"/>
                      <a:pt x="93" y="19"/>
                    </a:cubicBezTo>
                    <a:cubicBezTo>
                      <a:pt x="66" y="68"/>
                      <a:pt x="1" y="101"/>
                      <a:pt x="17" y="166"/>
                    </a:cubicBezTo>
                    <a:cubicBezTo>
                      <a:pt x="24" y="182"/>
                      <a:pt x="39" y="190"/>
                      <a:pt x="53" y="190"/>
                    </a:cubicBezTo>
                    <a:cubicBezTo>
                      <a:pt x="63" y="190"/>
                      <a:pt x="72" y="186"/>
                      <a:pt x="77" y="177"/>
                    </a:cubicBezTo>
                    <a:cubicBezTo>
                      <a:pt x="88" y="155"/>
                      <a:pt x="104" y="139"/>
                      <a:pt x="115" y="122"/>
                    </a:cubicBezTo>
                    <a:cubicBezTo>
                      <a:pt x="131" y="101"/>
                      <a:pt x="148" y="84"/>
                      <a:pt x="164" y="63"/>
                    </a:cubicBezTo>
                    <a:cubicBezTo>
                      <a:pt x="183" y="29"/>
                      <a:pt x="155"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0"/>
              <p:cNvSpPr/>
              <p:nvPr/>
            </p:nvSpPr>
            <p:spPr>
              <a:xfrm>
                <a:off x="3351725" y="3727575"/>
                <a:ext cx="4300" cy="6450"/>
              </a:xfrm>
              <a:custGeom>
                <a:rect b="b" l="l" r="r" t="t"/>
                <a:pathLst>
                  <a:path extrusionOk="0" h="258" w="172">
                    <a:moveTo>
                      <a:pt x="108" y="1"/>
                    </a:moveTo>
                    <a:cubicBezTo>
                      <a:pt x="93" y="1"/>
                      <a:pt x="78" y="7"/>
                      <a:pt x="66" y="22"/>
                    </a:cubicBezTo>
                    <a:cubicBezTo>
                      <a:pt x="39" y="66"/>
                      <a:pt x="17" y="115"/>
                      <a:pt x="6" y="169"/>
                    </a:cubicBezTo>
                    <a:cubicBezTo>
                      <a:pt x="1" y="202"/>
                      <a:pt x="6" y="245"/>
                      <a:pt x="44" y="256"/>
                    </a:cubicBezTo>
                    <a:cubicBezTo>
                      <a:pt x="48" y="257"/>
                      <a:pt x="52" y="257"/>
                      <a:pt x="56" y="257"/>
                    </a:cubicBezTo>
                    <a:cubicBezTo>
                      <a:pt x="73" y="257"/>
                      <a:pt x="90" y="248"/>
                      <a:pt x="99" y="234"/>
                    </a:cubicBezTo>
                    <a:cubicBezTo>
                      <a:pt x="110" y="229"/>
                      <a:pt x="110" y="218"/>
                      <a:pt x="99" y="213"/>
                    </a:cubicBezTo>
                    <a:lnTo>
                      <a:pt x="99" y="202"/>
                    </a:lnTo>
                    <a:cubicBezTo>
                      <a:pt x="104" y="196"/>
                      <a:pt x="104" y="191"/>
                      <a:pt x="104" y="185"/>
                    </a:cubicBezTo>
                    <a:cubicBezTo>
                      <a:pt x="104" y="174"/>
                      <a:pt x="110" y="164"/>
                      <a:pt x="115" y="158"/>
                    </a:cubicBezTo>
                    <a:cubicBezTo>
                      <a:pt x="126" y="126"/>
                      <a:pt x="137" y="98"/>
                      <a:pt x="153" y="71"/>
                    </a:cubicBezTo>
                    <a:cubicBezTo>
                      <a:pt x="172" y="33"/>
                      <a:pt x="141"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20"/>
              <p:cNvSpPr/>
              <p:nvPr/>
            </p:nvSpPr>
            <p:spPr>
              <a:xfrm>
                <a:off x="3355275" y="3731475"/>
                <a:ext cx="3950" cy="5175"/>
              </a:xfrm>
              <a:custGeom>
                <a:rect b="b" l="l" r="r" t="t"/>
                <a:pathLst>
                  <a:path extrusionOk="0" h="207" w="158">
                    <a:moveTo>
                      <a:pt x="103" y="1"/>
                    </a:moveTo>
                    <a:cubicBezTo>
                      <a:pt x="84" y="1"/>
                      <a:pt x="64" y="12"/>
                      <a:pt x="60" y="35"/>
                    </a:cubicBezTo>
                    <a:cubicBezTo>
                      <a:pt x="49" y="84"/>
                      <a:pt x="0" y="133"/>
                      <a:pt x="27" y="187"/>
                    </a:cubicBezTo>
                    <a:cubicBezTo>
                      <a:pt x="36" y="199"/>
                      <a:pt x="51" y="206"/>
                      <a:pt x="65" y="206"/>
                    </a:cubicBezTo>
                    <a:cubicBezTo>
                      <a:pt x="77" y="206"/>
                      <a:pt x="88" y="202"/>
                      <a:pt x="98" y="192"/>
                    </a:cubicBezTo>
                    <a:cubicBezTo>
                      <a:pt x="114" y="171"/>
                      <a:pt x="125" y="149"/>
                      <a:pt x="131" y="127"/>
                    </a:cubicBezTo>
                    <a:cubicBezTo>
                      <a:pt x="136" y="100"/>
                      <a:pt x="147" y="78"/>
                      <a:pt x="152" y="57"/>
                    </a:cubicBezTo>
                    <a:cubicBezTo>
                      <a:pt x="158" y="29"/>
                      <a:pt x="141" y="8"/>
                      <a:pt x="120" y="2"/>
                    </a:cubicBezTo>
                    <a:lnTo>
                      <a:pt x="114" y="2"/>
                    </a:lnTo>
                    <a:cubicBezTo>
                      <a:pt x="111" y="1"/>
                      <a:pt x="107" y="1"/>
                      <a:pt x="1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20"/>
              <p:cNvSpPr/>
              <p:nvPr/>
            </p:nvSpPr>
            <p:spPr>
              <a:xfrm>
                <a:off x="3475700" y="3690900"/>
                <a:ext cx="3525" cy="7325"/>
              </a:xfrm>
              <a:custGeom>
                <a:rect b="b" l="l" r="r" t="t"/>
                <a:pathLst>
                  <a:path extrusionOk="0" h="293" w="141">
                    <a:moveTo>
                      <a:pt x="56" y="1"/>
                    </a:moveTo>
                    <a:cubicBezTo>
                      <a:pt x="25" y="1"/>
                      <a:pt x="1" y="41"/>
                      <a:pt x="26" y="71"/>
                    </a:cubicBezTo>
                    <a:cubicBezTo>
                      <a:pt x="43" y="92"/>
                      <a:pt x="26" y="141"/>
                      <a:pt x="26" y="168"/>
                    </a:cubicBezTo>
                    <a:cubicBezTo>
                      <a:pt x="32" y="206"/>
                      <a:pt x="43" y="239"/>
                      <a:pt x="59" y="272"/>
                    </a:cubicBezTo>
                    <a:cubicBezTo>
                      <a:pt x="67" y="285"/>
                      <a:pt x="84" y="293"/>
                      <a:pt x="99" y="293"/>
                    </a:cubicBezTo>
                    <a:cubicBezTo>
                      <a:pt x="116" y="293"/>
                      <a:pt x="132" y="283"/>
                      <a:pt x="135" y="261"/>
                    </a:cubicBezTo>
                    <a:cubicBezTo>
                      <a:pt x="141" y="223"/>
                      <a:pt x="119" y="174"/>
                      <a:pt x="119" y="125"/>
                    </a:cubicBezTo>
                    <a:cubicBezTo>
                      <a:pt x="124" y="87"/>
                      <a:pt x="108" y="43"/>
                      <a:pt x="81" y="11"/>
                    </a:cubicBezTo>
                    <a:cubicBezTo>
                      <a:pt x="73" y="4"/>
                      <a:pt x="64"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0"/>
              <p:cNvSpPr/>
              <p:nvPr/>
            </p:nvSpPr>
            <p:spPr>
              <a:xfrm>
                <a:off x="3478425" y="3687875"/>
                <a:ext cx="4200" cy="6575"/>
              </a:xfrm>
              <a:custGeom>
                <a:rect b="b" l="l" r="r" t="t"/>
                <a:pathLst>
                  <a:path extrusionOk="0" h="263" w="168">
                    <a:moveTo>
                      <a:pt x="54" y="1"/>
                    </a:moveTo>
                    <a:cubicBezTo>
                      <a:pt x="14" y="1"/>
                      <a:pt x="0" y="67"/>
                      <a:pt x="32" y="88"/>
                    </a:cubicBezTo>
                    <a:cubicBezTo>
                      <a:pt x="26" y="115"/>
                      <a:pt x="26" y="143"/>
                      <a:pt x="32" y="170"/>
                    </a:cubicBezTo>
                    <a:cubicBezTo>
                      <a:pt x="37" y="202"/>
                      <a:pt x="53" y="235"/>
                      <a:pt x="81" y="257"/>
                    </a:cubicBezTo>
                    <a:cubicBezTo>
                      <a:pt x="88" y="260"/>
                      <a:pt x="96" y="262"/>
                      <a:pt x="103" y="262"/>
                    </a:cubicBezTo>
                    <a:cubicBezTo>
                      <a:pt x="119" y="262"/>
                      <a:pt x="133" y="255"/>
                      <a:pt x="140" y="240"/>
                    </a:cubicBezTo>
                    <a:cubicBezTo>
                      <a:pt x="167" y="208"/>
                      <a:pt x="140" y="175"/>
                      <a:pt x="135" y="143"/>
                    </a:cubicBezTo>
                    <a:cubicBezTo>
                      <a:pt x="124" y="105"/>
                      <a:pt x="135" y="72"/>
                      <a:pt x="124" y="34"/>
                    </a:cubicBezTo>
                    <a:cubicBezTo>
                      <a:pt x="119" y="12"/>
                      <a:pt x="97" y="1"/>
                      <a:pt x="75" y="1"/>
                    </a:cubicBezTo>
                    <a:lnTo>
                      <a:pt x="59" y="1"/>
                    </a:lnTo>
                    <a:cubicBezTo>
                      <a:pt x="57" y="1"/>
                      <a:pt x="56" y="1"/>
                      <a:pt x="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0"/>
              <p:cNvSpPr/>
              <p:nvPr/>
            </p:nvSpPr>
            <p:spPr>
              <a:xfrm>
                <a:off x="3441700" y="3645300"/>
                <a:ext cx="16600" cy="25900"/>
              </a:xfrm>
              <a:custGeom>
                <a:rect b="b" l="l" r="r" t="t"/>
                <a:pathLst>
                  <a:path extrusionOk="0" h="1036" w="664">
                    <a:moveTo>
                      <a:pt x="657" y="1"/>
                    </a:moveTo>
                    <a:cubicBezTo>
                      <a:pt x="656" y="1"/>
                      <a:pt x="654" y="1"/>
                      <a:pt x="653" y="3"/>
                    </a:cubicBezTo>
                    <a:cubicBezTo>
                      <a:pt x="577" y="79"/>
                      <a:pt x="517" y="160"/>
                      <a:pt x="457" y="247"/>
                    </a:cubicBezTo>
                    <a:cubicBezTo>
                      <a:pt x="392" y="362"/>
                      <a:pt x="321" y="470"/>
                      <a:pt x="256" y="579"/>
                    </a:cubicBezTo>
                    <a:cubicBezTo>
                      <a:pt x="185" y="693"/>
                      <a:pt x="0" y="894"/>
                      <a:pt x="120" y="1030"/>
                    </a:cubicBezTo>
                    <a:cubicBezTo>
                      <a:pt x="125" y="1036"/>
                      <a:pt x="136" y="1036"/>
                      <a:pt x="147" y="1036"/>
                    </a:cubicBezTo>
                    <a:cubicBezTo>
                      <a:pt x="294" y="981"/>
                      <a:pt x="386" y="867"/>
                      <a:pt x="473" y="748"/>
                    </a:cubicBezTo>
                    <a:cubicBezTo>
                      <a:pt x="577" y="633"/>
                      <a:pt x="636" y="487"/>
                      <a:pt x="653" y="334"/>
                    </a:cubicBezTo>
                    <a:cubicBezTo>
                      <a:pt x="653" y="326"/>
                      <a:pt x="647" y="322"/>
                      <a:pt x="641" y="322"/>
                    </a:cubicBezTo>
                    <a:cubicBezTo>
                      <a:pt x="635" y="322"/>
                      <a:pt x="628" y="326"/>
                      <a:pt x="625" y="334"/>
                    </a:cubicBezTo>
                    <a:cubicBezTo>
                      <a:pt x="571" y="487"/>
                      <a:pt x="490" y="628"/>
                      <a:pt x="386" y="753"/>
                    </a:cubicBezTo>
                    <a:cubicBezTo>
                      <a:pt x="348" y="813"/>
                      <a:pt x="299" y="862"/>
                      <a:pt x="245" y="911"/>
                    </a:cubicBezTo>
                    <a:cubicBezTo>
                      <a:pt x="223" y="927"/>
                      <a:pt x="201" y="943"/>
                      <a:pt x="180" y="960"/>
                    </a:cubicBezTo>
                    <a:cubicBezTo>
                      <a:pt x="136" y="960"/>
                      <a:pt x="120" y="943"/>
                      <a:pt x="136" y="916"/>
                    </a:cubicBezTo>
                    <a:cubicBezTo>
                      <a:pt x="142" y="883"/>
                      <a:pt x="147" y="851"/>
                      <a:pt x="163" y="824"/>
                    </a:cubicBezTo>
                    <a:lnTo>
                      <a:pt x="163" y="818"/>
                    </a:lnTo>
                    <a:cubicBezTo>
                      <a:pt x="191" y="748"/>
                      <a:pt x="229" y="677"/>
                      <a:pt x="272" y="606"/>
                    </a:cubicBezTo>
                    <a:cubicBezTo>
                      <a:pt x="310" y="541"/>
                      <a:pt x="348" y="470"/>
                      <a:pt x="392" y="405"/>
                    </a:cubicBezTo>
                    <a:cubicBezTo>
                      <a:pt x="473" y="269"/>
                      <a:pt x="560" y="139"/>
                      <a:pt x="663" y="14"/>
                    </a:cubicBezTo>
                    <a:cubicBezTo>
                      <a:pt x="663" y="6"/>
                      <a:pt x="661" y="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0"/>
              <p:cNvSpPr/>
              <p:nvPr/>
            </p:nvSpPr>
            <p:spPr>
              <a:xfrm>
                <a:off x="3388300" y="3632550"/>
                <a:ext cx="7225" cy="41250"/>
              </a:xfrm>
              <a:custGeom>
                <a:rect b="b" l="l" r="r" t="t"/>
                <a:pathLst>
                  <a:path extrusionOk="0" h="1650" w="289">
                    <a:moveTo>
                      <a:pt x="97" y="1"/>
                    </a:moveTo>
                    <a:cubicBezTo>
                      <a:pt x="83" y="1"/>
                      <a:pt x="68" y="10"/>
                      <a:pt x="65" y="29"/>
                    </a:cubicBezTo>
                    <a:cubicBezTo>
                      <a:pt x="60" y="350"/>
                      <a:pt x="33" y="670"/>
                      <a:pt x="16" y="991"/>
                    </a:cubicBezTo>
                    <a:cubicBezTo>
                      <a:pt x="0" y="1143"/>
                      <a:pt x="5" y="1296"/>
                      <a:pt x="38" y="1442"/>
                    </a:cubicBezTo>
                    <a:cubicBezTo>
                      <a:pt x="54" y="1506"/>
                      <a:pt x="86" y="1649"/>
                      <a:pt x="169" y="1649"/>
                    </a:cubicBezTo>
                    <a:cubicBezTo>
                      <a:pt x="171" y="1649"/>
                      <a:pt x="172" y="1649"/>
                      <a:pt x="174" y="1649"/>
                    </a:cubicBezTo>
                    <a:cubicBezTo>
                      <a:pt x="256" y="1649"/>
                      <a:pt x="266" y="1518"/>
                      <a:pt x="272" y="1464"/>
                    </a:cubicBezTo>
                    <a:cubicBezTo>
                      <a:pt x="288" y="1306"/>
                      <a:pt x="277" y="1149"/>
                      <a:pt x="277" y="997"/>
                    </a:cubicBezTo>
                    <a:cubicBezTo>
                      <a:pt x="283" y="839"/>
                      <a:pt x="283" y="687"/>
                      <a:pt x="272" y="535"/>
                    </a:cubicBezTo>
                    <a:cubicBezTo>
                      <a:pt x="256" y="361"/>
                      <a:pt x="239" y="187"/>
                      <a:pt x="223" y="13"/>
                    </a:cubicBezTo>
                    <a:cubicBezTo>
                      <a:pt x="223" y="7"/>
                      <a:pt x="219" y="5"/>
                      <a:pt x="215" y="5"/>
                    </a:cubicBezTo>
                    <a:cubicBezTo>
                      <a:pt x="211" y="5"/>
                      <a:pt x="207" y="7"/>
                      <a:pt x="207" y="13"/>
                    </a:cubicBezTo>
                    <a:cubicBezTo>
                      <a:pt x="201" y="274"/>
                      <a:pt x="234" y="535"/>
                      <a:pt x="228" y="796"/>
                    </a:cubicBezTo>
                    <a:lnTo>
                      <a:pt x="228" y="1176"/>
                    </a:lnTo>
                    <a:lnTo>
                      <a:pt x="228" y="1361"/>
                    </a:lnTo>
                    <a:cubicBezTo>
                      <a:pt x="228" y="1426"/>
                      <a:pt x="239" y="1540"/>
                      <a:pt x="174" y="1562"/>
                    </a:cubicBezTo>
                    <a:cubicBezTo>
                      <a:pt x="167" y="1564"/>
                      <a:pt x="162" y="1565"/>
                      <a:pt x="157" y="1565"/>
                    </a:cubicBezTo>
                    <a:cubicBezTo>
                      <a:pt x="125" y="1565"/>
                      <a:pt x="124" y="1524"/>
                      <a:pt x="114" y="1491"/>
                    </a:cubicBezTo>
                    <a:cubicBezTo>
                      <a:pt x="103" y="1459"/>
                      <a:pt x="92" y="1426"/>
                      <a:pt x="87" y="1393"/>
                    </a:cubicBezTo>
                    <a:cubicBezTo>
                      <a:pt x="76" y="1334"/>
                      <a:pt x="65" y="1268"/>
                      <a:pt x="65" y="1209"/>
                    </a:cubicBezTo>
                    <a:cubicBezTo>
                      <a:pt x="65" y="1078"/>
                      <a:pt x="82" y="948"/>
                      <a:pt x="87" y="812"/>
                    </a:cubicBezTo>
                    <a:cubicBezTo>
                      <a:pt x="98" y="551"/>
                      <a:pt x="120" y="290"/>
                      <a:pt x="125" y="29"/>
                    </a:cubicBezTo>
                    <a:cubicBezTo>
                      <a:pt x="125" y="10"/>
                      <a:pt x="111" y="1"/>
                      <a:pt x="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0"/>
              <p:cNvSpPr/>
              <p:nvPr/>
            </p:nvSpPr>
            <p:spPr>
              <a:xfrm>
                <a:off x="3377950" y="3729800"/>
                <a:ext cx="10375" cy="10175"/>
              </a:xfrm>
              <a:custGeom>
                <a:rect b="b" l="l" r="r" t="t"/>
                <a:pathLst>
                  <a:path extrusionOk="0" h="407" w="415">
                    <a:moveTo>
                      <a:pt x="182" y="1"/>
                    </a:moveTo>
                    <a:cubicBezTo>
                      <a:pt x="179" y="1"/>
                      <a:pt x="177" y="2"/>
                      <a:pt x="175" y="4"/>
                    </a:cubicBezTo>
                    <a:cubicBezTo>
                      <a:pt x="99" y="64"/>
                      <a:pt x="44" y="145"/>
                      <a:pt x="23" y="238"/>
                    </a:cubicBezTo>
                    <a:cubicBezTo>
                      <a:pt x="1" y="303"/>
                      <a:pt x="34" y="368"/>
                      <a:pt x="93" y="401"/>
                    </a:cubicBezTo>
                    <a:cubicBezTo>
                      <a:pt x="105" y="405"/>
                      <a:pt x="117" y="407"/>
                      <a:pt x="128" y="407"/>
                    </a:cubicBezTo>
                    <a:cubicBezTo>
                      <a:pt x="190" y="407"/>
                      <a:pt x="247" y="350"/>
                      <a:pt x="284" y="308"/>
                    </a:cubicBezTo>
                    <a:cubicBezTo>
                      <a:pt x="354" y="249"/>
                      <a:pt x="403" y="167"/>
                      <a:pt x="414" y="75"/>
                    </a:cubicBezTo>
                    <a:cubicBezTo>
                      <a:pt x="414" y="62"/>
                      <a:pt x="404" y="55"/>
                      <a:pt x="394" y="55"/>
                    </a:cubicBezTo>
                    <a:cubicBezTo>
                      <a:pt x="386" y="55"/>
                      <a:pt x="378" y="60"/>
                      <a:pt x="376" y="69"/>
                    </a:cubicBezTo>
                    <a:lnTo>
                      <a:pt x="381" y="69"/>
                    </a:lnTo>
                    <a:cubicBezTo>
                      <a:pt x="354" y="124"/>
                      <a:pt x="322" y="178"/>
                      <a:pt x="284" y="221"/>
                    </a:cubicBezTo>
                    <a:cubicBezTo>
                      <a:pt x="246" y="265"/>
                      <a:pt x="202" y="303"/>
                      <a:pt x="153" y="330"/>
                    </a:cubicBezTo>
                    <a:cubicBezTo>
                      <a:pt x="142" y="335"/>
                      <a:pt x="132" y="337"/>
                      <a:pt x="124" y="337"/>
                    </a:cubicBezTo>
                    <a:cubicBezTo>
                      <a:pt x="71" y="337"/>
                      <a:pt x="68" y="257"/>
                      <a:pt x="82" y="210"/>
                    </a:cubicBezTo>
                    <a:cubicBezTo>
                      <a:pt x="110" y="140"/>
                      <a:pt x="148" y="80"/>
                      <a:pt x="197" y="31"/>
                    </a:cubicBezTo>
                    <a:cubicBezTo>
                      <a:pt x="205" y="18"/>
                      <a:pt x="193"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0"/>
              <p:cNvSpPr/>
              <p:nvPr/>
            </p:nvSpPr>
            <p:spPr>
              <a:xfrm>
                <a:off x="3332025" y="3588825"/>
                <a:ext cx="164000" cy="195750"/>
              </a:xfrm>
              <a:custGeom>
                <a:rect b="b" l="l" r="r" t="t"/>
                <a:pathLst>
                  <a:path extrusionOk="0" h="7830" w="6560">
                    <a:moveTo>
                      <a:pt x="1077" y="169"/>
                    </a:moveTo>
                    <a:cubicBezTo>
                      <a:pt x="1164" y="169"/>
                      <a:pt x="1245" y="175"/>
                      <a:pt x="1327" y="175"/>
                    </a:cubicBezTo>
                    <a:cubicBezTo>
                      <a:pt x="1322" y="213"/>
                      <a:pt x="1305" y="261"/>
                      <a:pt x="1300" y="278"/>
                    </a:cubicBezTo>
                    <a:cubicBezTo>
                      <a:pt x="1294" y="321"/>
                      <a:pt x="1289" y="370"/>
                      <a:pt x="1294" y="419"/>
                    </a:cubicBezTo>
                    <a:cubicBezTo>
                      <a:pt x="1294" y="452"/>
                      <a:pt x="1300" y="490"/>
                      <a:pt x="1311" y="522"/>
                    </a:cubicBezTo>
                    <a:lnTo>
                      <a:pt x="1033" y="522"/>
                    </a:lnTo>
                    <a:cubicBezTo>
                      <a:pt x="1044" y="457"/>
                      <a:pt x="1050" y="381"/>
                      <a:pt x="1039" y="310"/>
                    </a:cubicBezTo>
                    <a:cubicBezTo>
                      <a:pt x="1039" y="261"/>
                      <a:pt x="1033" y="213"/>
                      <a:pt x="1017" y="169"/>
                    </a:cubicBezTo>
                    <a:close/>
                    <a:moveTo>
                      <a:pt x="841" y="162"/>
                    </a:moveTo>
                    <a:cubicBezTo>
                      <a:pt x="858" y="162"/>
                      <a:pt x="875" y="162"/>
                      <a:pt x="892" y="164"/>
                    </a:cubicBezTo>
                    <a:cubicBezTo>
                      <a:pt x="908" y="229"/>
                      <a:pt x="908" y="294"/>
                      <a:pt x="892" y="359"/>
                    </a:cubicBezTo>
                    <a:cubicBezTo>
                      <a:pt x="881" y="414"/>
                      <a:pt x="881" y="468"/>
                      <a:pt x="881" y="522"/>
                    </a:cubicBezTo>
                    <a:cubicBezTo>
                      <a:pt x="827" y="528"/>
                      <a:pt x="778" y="539"/>
                      <a:pt x="718" y="550"/>
                    </a:cubicBezTo>
                    <a:cubicBezTo>
                      <a:pt x="702" y="550"/>
                      <a:pt x="686" y="555"/>
                      <a:pt x="664" y="555"/>
                    </a:cubicBezTo>
                    <a:cubicBezTo>
                      <a:pt x="686" y="501"/>
                      <a:pt x="691" y="446"/>
                      <a:pt x="686" y="392"/>
                    </a:cubicBezTo>
                    <a:cubicBezTo>
                      <a:pt x="680" y="332"/>
                      <a:pt x="626" y="207"/>
                      <a:pt x="707" y="175"/>
                    </a:cubicBezTo>
                    <a:cubicBezTo>
                      <a:pt x="751" y="167"/>
                      <a:pt x="795" y="162"/>
                      <a:pt x="841" y="162"/>
                    </a:cubicBezTo>
                    <a:close/>
                    <a:moveTo>
                      <a:pt x="1898" y="213"/>
                    </a:moveTo>
                    <a:lnTo>
                      <a:pt x="1898" y="213"/>
                    </a:lnTo>
                    <a:cubicBezTo>
                      <a:pt x="1941" y="218"/>
                      <a:pt x="1979" y="234"/>
                      <a:pt x="2023" y="240"/>
                    </a:cubicBezTo>
                    <a:cubicBezTo>
                      <a:pt x="2055" y="245"/>
                      <a:pt x="2088" y="240"/>
                      <a:pt x="2121" y="251"/>
                    </a:cubicBezTo>
                    <a:cubicBezTo>
                      <a:pt x="2130" y="254"/>
                      <a:pt x="2135" y="254"/>
                      <a:pt x="2139" y="254"/>
                    </a:cubicBezTo>
                    <a:cubicBezTo>
                      <a:pt x="2145" y="254"/>
                      <a:pt x="2144" y="254"/>
                      <a:pt x="2148" y="283"/>
                    </a:cubicBezTo>
                    <a:cubicBezTo>
                      <a:pt x="2153" y="376"/>
                      <a:pt x="2131" y="468"/>
                      <a:pt x="2153" y="555"/>
                    </a:cubicBezTo>
                    <a:cubicBezTo>
                      <a:pt x="2121" y="550"/>
                      <a:pt x="2088" y="550"/>
                      <a:pt x="2061" y="550"/>
                    </a:cubicBezTo>
                    <a:cubicBezTo>
                      <a:pt x="2006" y="550"/>
                      <a:pt x="1952" y="555"/>
                      <a:pt x="1892" y="560"/>
                    </a:cubicBezTo>
                    <a:cubicBezTo>
                      <a:pt x="1952" y="490"/>
                      <a:pt x="1919" y="321"/>
                      <a:pt x="1898" y="213"/>
                    </a:cubicBezTo>
                    <a:close/>
                    <a:moveTo>
                      <a:pt x="1425" y="175"/>
                    </a:moveTo>
                    <a:cubicBezTo>
                      <a:pt x="1534" y="175"/>
                      <a:pt x="1631" y="207"/>
                      <a:pt x="1740" y="213"/>
                    </a:cubicBezTo>
                    <a:lnTo>
                      <a:pt x="1762" y="213"/>
                    </a:lnTo>
                    <a:cubicBezTo>
                      <a:pt x="1740" y="327"/>
                      <a:pt x="1707" y="512"/>
                      <a:pt x="1778" y="566"/>
                    </a:cubicBezTo>
                    <a:cubicBezTo>
                      <a:pt x="1762" y="569"/>
                      <a:pt x="1744" y="570"/>
                      <a:pt x="1726" y="570"/>
                    </a:cubicBezTo>
                    <a:cubicBezTo>
                      <a:pt x="1709" y="570"/>
                      <a:pt x="1691" y="569"/>
                      <a:pt x="1675" y="566"/>
                    </a:cubicBezTo>
                    <a:lnTo>
                      <a:pt x="1626" y="566"/>
                    </a:lnTo>
                    <a:cubicBezTo>
                      <a:pt x="1599" y="555"/>
                      <a:pt x="1572" y="555"/>
                      <a:pt x="1544" y="550"/>
                    </a:cubicBezTo>
                    <a:cubicBezTo>
                      <a:pt x="1517" y="550"/>
                      <a:pt x="1490" y="539"/>
                      <a:pt x="1463" y="539"/>
                    </a:cubicBezTo>
                    <a:cubicBezTo>
                      <a:pt x="1463" y="484"/>
                      <a:pt x="1457" y="435"/>
                      <a:pt x="1441" y="387"/>
                    </a:cubicBezTo>
                    <a:cubicBezTo>
                      <a:pt x="1430" y="316"/>
                      <a:pt x="1425" y="251"/>
                      <a:pt x="1408" y="180"/>
                    </a:cubicBezTo>
                    <a:lnTo>
                      <a:pt x="1425" y="175"/>
                    </a:lnTo>
                    <a:close/>
                    <a:moveTo>
                      <a:pt x="1517" y="685"/>
                    </a:moveTo>
                    <a:cubicBezTo>
                      <a:pt x="1544" y="691"/>
                      <a:pt x="1572" y="702"/>
                      <a:pt x="1599" y="707"/>
                    </a:cubicBezTo>
                    <a:cubicBezTo>
                      <a:pt x="1658" y="726"/>
                      <a:pt x="1720" y="734"/>
                      <a:pt x="1783" y="734"/>
                    </a:cubicBezTo>
                    <a:cubicBezTo>
                      <a:pt x="1812" y="734"/>
                      <a:pt x="1841" y="732"/>
                      <a:pt x="1871" y="729"/>
                    </a:cubicBezTo>
                    <a:cubicBezTo>
                      <a:pt x="1974" y="729"/>
                      <a:pt x="2077" y="734"/>
                      <a:pt x="2186" y="745"/>
                    </a:cubicBezTo>
                    <a:cubicBezTo>
                      <a:pt x="2235" y="756"/>
                      <a:pt x="2278" y="772"/>
                      <a:pt x="2327" y="778"/>
                    </a:cubicBezTo>
                    <a:cubicBezTo>
                      <a:pt x="2365" y="783"/>
                      <a:pt x="2403" y="794"/>
                      <a:pt x="2441" y="810"/>
                    </a:cubicBezTo>
                    <a:cubicBezTo>
                      <a:pt x="2512" y="865"/>
                      <a:pt x="2501" y="968"/>
                      <a:pt x="2512" y="1044"/>
                    </a:cubicBezTo>
                    <a:cubicBezTo>
                      <a:pt x="2528" y="1153"/>
                      <a:pt x="2534" y="1262"/>
                      <a:pt x="2539" y="1370"/>
                    </a:cubicBezTo>
                    <a:cubicBezTo>
                      <a:pt x="2539" y="1479"/>
                      <a:pt x="2528" y="1588"/>
                      <a:pt x="2534" y="1697"/>
                    </a:cubicBezTo>
                    <a:cubicBezTo>
                      <a:pt x="2539" y="1805"/>
                      <a:pt x="2561" y="1903"/>
                      <a:pt x="2561" y="2012"/>
                    </a:cubicBezTo>
                    <a:cubicBezTo>
                      <a:pt x="2555" y="2218"/>
                      <a:pt x="2566" y="2425"/>
                      <a:pt x="2599" y="2631"/>
                    </a:cubicBezTo>
                    <a:cubicBezTo>
                      <a:pt x="2621" y="2724"/>
                      <a:pt x="2604" y="2811"/>
                      <a:pt x="2615" y="2903"/>
                    </a:cubicBezTo>
                    <a:cubicBezTo>
                      <a:pt x="2621" y="2952"/>
                      <a:pt x="2632" y="2996"/>
                      <a:pt x="2637" y="3039"/>
                    </a:cubicBezTo>
                    <a:cubicBezTo>
                      <a:pt x="2648" y="3094"/>
                      <a:pt x="2648" y="3148"/>
                      <a:pt x="2637" y="3202"/>
                    </a:cubicBezTo>
                    <a:cubicBezTo>
                      <a:pt x="2626" y="3403"/>
                      <a:pt x="2691" y="3599"/>
                      <a:pt x="2697" y="3795"/>
                    </a:cubicBezTo>
                    <a:cubicBezTo>
                      <a:pt x="2697" y="3882"/>
                      <a:pt x="2708" y="3963"/>
                      <a:pt x="2724" y="4050"/>
                    </a:cubicBezTo>
                    <a:cubicBezTo>
                      <a:pt x="2735" y="4159"/>
                      <a:pt x="2735" y="4273"/>
                      <a:pt x="2724" y="4382"/>
                    </a:cubicBezTo>
                    <a:cubicBezTo>
                      <a:pt x="2719" y="4496"/>
                      <a:pt x="2724" y="4616"/>
                      <a:pt x="2724" y="4730"/>
                    </a:cubicBezTo>
                    <a:cubicBezTo>
                      <a:pt x="2729" y="4828"/>
                      <a:pt x="2719" y="4925"/>
                      <a:pt x="2686" y="5023"/>
                    </a:cubicBezTo>
                    <a:cubicBezTo>
                      <a:pt x="2670" y="5056"/>
                      <a:pt x="2653" y="5083"/>
                      <a:pt x="2626" y="5110"/>
                    </a:cubicBezTo>
                    <a:cubicBezTo>
                      <a:pt x="2599" y="5132"/>
                      <a:pt x="2539" y="5127"/>
                      <a:pt x="2501" y="5137"/>
                    </a:cubicBezTo>
                    <a:cubicBezTo>
                      <a:pt x="2414" y="5154"/>
                      <a:pt x="2322" y="5159"/>
                      <a:pt x="2240" y="5186"/>
                    </a:cubicBezTo>
                    <a:cubicBezTo>
                      <a:pt x="2202" y="5186"/>
                      <a:pt x="2170" y="5181"/>
                      <a:pt x="2142" y="5181"/>
                    </a:cubicBezTo>
                    <a:cubicBezTo>
                      <a:pt x="2006" y="5181"/>
                      <a:pt x="1887" y="5203"/>
                      <a:pt x="1756" y="5213"/>
                    </a:cubicBezTo>
                    <a:cubicBezTo>
                      <a:pt x="1728" y="5215"/>
                      <a:pt x="1699" y="5216"/>
                      <a:pt x="1671" y="5216"/>
                    </a:cubicBezTo>
                    <a:cubicBezTo>
                      <a:pt x="1585" y="5216"/>
                      <a:pt x="1500" y="5209"/>
                      <a:pt x="1414" y="5197"/>
                    </a:cubicBezTo>
                    <a:cubicBezTo>
                      <a:pt x="1341" y="5186"/>
                      <a:pt x="1267" y="5185"/>
                      <a:pt x="1194" y="5185"/>
                    </a:cubicBezTo>
                    <a:cubicBezTo>
                      <a:pt x="1169" y="5185"/>
                      <a:pt x="1145" y="5185"/>
                      <a:pt x="1120" y="5185"/>
                    </a:cubicBezTo>
                    <a:cubicBezTo>
                      <a:pt x="1071" y="5185"/>
                      <a:pt x="1023" y="5185"/>
                      <a:pt x="974" y="5181"/>
                    </a:cubicBezTo>
                    <a:cubicBezTo>
                      <a:pt x="919" y="5181"/>
                      <a:pt x="865" y="5159"/>
                      <a:pt x="805" y="5148"/>
                    </a:cubicBezTo>
                    <a:lnTo>
                      <a:pt x="631" y="5148"/>
                    </a:lnTo>
                    <a:cubicBezTo>
                      <a:pt x="609" y="5150"/>
                      <a:pt x="588" y="5152"/>
                      <a:pt x="567" y="5152"/>
                    </a:cubicBezTo>
                    <a:cubicBezTo>
                      <a:pt x="481" y="5152"/>
                      <a:pt x="400" y="5134"/>
                      <a:pt x="321" y="5099"/>
                    </a:cubicBezTo>
                    <a:cubicBezTo>
                      <a:pt x="213" y="5050"/>
                      <a:pt x="218" y="4953"/>
                      <a:pt x="218" y="4849"/>
                    </a:cubicBezTo>
                    <a:lnTo>
                      <a:pt x="218" y="4849"/>
                    </a:lnTo>
                    <a:lnTo>
                      <a:pt x="223" y="4855"/>
                    </a:lnTo>
                    <a:cubicBezTo>
                      <a:pt x="223" y="4708"/>
                      <a:pt x="223" y="4561"/>
                      <a:pt x="218" y="4414"/>
                    </a:cubicBezTo>
                    <a:cubicBezTo>
                      <a:pt x="218" y="4279"/>
                      <a:pt x="213" y="4143"/>
                      <a:pt x="218" y="4007"/>
                    </a:cubicBezTo>
                    <a:cubicBezTo>
                      <a:pt x="223" y="3871"/>
                      <a:pt x="251" y="3751"/>
                      <a:pt x="245" y="3615"/>
                    </a:cubicBezTo>
                    <a:cubicBezTo>
                      <a:pt x="245" y="3490"/>
                      <a:pt x="262" y="3376"/>
                      <a:pt x="272" y="3251"/>
                    </a:cubicBezTo>
                    <a:cubicBezTo>
                      <a:pt x="278" y="3104"/>
                      <a:pt x="272" y="2958"/>
                      <a:pt x="272" y="2816"/>
                    </a:cubicBezTo>
                    <a:cubicBezTo>
                      <a:pt x="262" y="2680"/>
                      <a:pt x="262" y="2550"/>
                      <a:pt x="267" y="2419"/>
                    </a:cubicBezTo>
                    <a:cubicBezTo>
                      <a:pt x="272" y="2365"/>
                      <a:pt x="289" y="2311"/>
                      <a:pt x="294" y="2256"/>
                    </a:cubicBezTo>
                    <a:cubicBezTo>
                      <a:pt x="300" y="2186"/>
                      <a:pt x="300" y="2110"/>
                      <a:pt x="294" y="2034"/>
                    </a:cubicBezTo>
                    <a:cubicBezTo>
                      <a:pt x="294" y="1767"/>
                      <a:pt x="310" y="1501"/>
                      <a:pt x="349" y="1234"/>
                    </a:cubicBezTo>
                    <a:cubicBezTo>
                      <a:pt x="359" y="1093"/>
                      <a:pt x="392" y="946"/>
                      <a:pt x="435" y="810"/>
                    </a:cubicBezTo>
                    <a:cubicBezTo>
                      <a:pt x="454" y="749"/>
                      <a:pt x="512" y="738"/>
                      <a:pt x="575" y="738"/>
                    </a:cubicBezTo>
                    <a:cubicBezTo>
                      <a:pt x="611" y="738"/>
                      <a:pt x="648" y="742"/>
                      <a:pt x="680" y="742"/>
                    </a:cubicBezTo>
                    <a:cubicBezTo>
                      <a:pt x="692" y="742"/>
                      <a:pt x="703" y="741"/>
                      <a:pt x="713" y="740"/>
                    </a:cubicBezTo>
                    <a:cubicBezTo>
                      <a:pt x="778" y="734"/>
                      <a:pt x="838" y="713"/>
                      <a:pt x="903" y="707"/>
                    </a:cubicBezTo>
                    <a:cubicBezTo>
                      <a:pt x="930" y="705"/>
                      <a:pt x="958" y="705"/>
                      <a:pt x="986" y="705"/>
                    </a:cubicBezTo>
                    <a:cubicBezTo>
                      <a:pt x="1042" y="705"/>
                      <a:pt x="1099" y="707"/>
                      <a:pt x="1153" y="707"/>
                    </a:cubicBezTo>
                    <a:cubicBezTo>
                      <a:pt x="1240" y="707"/>
                      <a:pt x="1305" y="707"/>
                      <a:pt x="1381" y="702"/>
                    </a:cubicBezTo>
                    <a:cubicBezTo>
                      <a:pt x="1430" y="702"/>
                      <a:pt x="1474" y="696"/>
                      <a:pt x="1517" y="685"/>
                    </a:cubicBezTo>
                    <a:close/>
                    <a:moveTo>
                      <a:pt x="316" y="5344"/>
                    </a:moveTo>
                    <a:cubicBezTo>
                      <a:pt x="338" y="5349"/>
                      <a:pt x="359" y="5355"/>
                      <a:pt x="387" y="5360"/>
                    </a:cubicBezTo>
                    <a:cubicBezTo>
                      <a:pt x="430" y="5371"/>
                      <a:pt x="479" y="5377"/>
                      <a:pt x="528" y="5382"/>
                    </a:cubicBezTo>
                    <a:cubicBezTo>
                      <a:pt x="537" y="5383"/>
                      <a:pt x="547" y="5383"/>
                      <a:pt x="556" y="5383"/>
                    </a:cubicBezTo>
                    <a:cubicBezTo>
                      <a:pt x="611" y="5383"/>
                      <a:pt x="667" y="5373"/>
                      <a:pt x="722" y="5373"/>
                    </a:cubicBezTo>
                    <a:cubicBezTo>
                      <a:pt x="739" y="5373"/>
                      <a:pt x="756" y="5374"/>
                      <a:pt x="773" y="5377"/>
                    </a:cubicBezTo>
                    <a:cubicBezTo>
                      <a:pt x="843" y="5382"/>
                      <a:pt x="908" y="5409"/>
                      <a:pt x="979" y="5409"/>
                    </a:cubicBezTo>
                    <a:cubicBezTo>
                      <a:pt x="1010" y="5411"/>
                      <a:pt x="1041" y="5412"/>
                      <a:pt x="1071" y="5412"/>
                    </a:cubicBezTo>
                    <a:cubicBezTo>
                      <a:pt x="1132" y="5412"/>
                      <a:pt x="1193" y="5409"/>
                      <a:pt x="1251" y="5409"/>
                    </a:cubicBezTo>
                    <a:cubicBezTo>
                      <a:pt x="1397" y="5419"/>
                      <a:pt x="1533" y="5448"/>
                      <a:pt x="1673" y="5448"/>
                    </a:cubicBezTo>
                    <a:cubicBezTo>
                      <a:pt x="1684" y="5448"/>
                      <a:pt x="1696" y="5448"/>
                      <a:pt x="1707" y="5447"/>
                    </a:cubicBezTo>
                    <a:cubicBezTo>
                      <a:pt x="1784" y="5442"/>
                      <a:pt x="1860" y="5436"/>
                      <a:pt x="1936" y="5420"/>
                    </a:cubicBezTo>
                    <a:cubicBezTo>
                      <a:pt x="2012" y="5409"/>
                      <a:pt x="2093" y="5415"/>
                      <a:pt x="2175" y="5398"/>
                    </a:cubicBezTo>
                    <a:cubicBezTo>
                      <a:pt x="2224" y="5387"/>
                      <a:pt x="2278" y="5382"/>
                      <a:pt x="2327" y="5366"/>
                    </a:cubicBezTo>
                    <a:cubicBezTo>
                      <a:pt x="2359" y="5372"/>
                      <a:pt x="2391" y="5375"/>
                      <a:pt x="2423" y="5375"/>
                    </a:cubicBezTo>
                    <a:cubicBezTo>
                      <a:pt x="2445" y="5375"/>
                      <a:pt x="2468" y="5373"/>
                      <a:pt x="2490" y="5371"/>
                    </a:cubicBezTo>
                    <a:cubicBezTo>
                      <a:pt x="2550" y="5371"/>
                      <a:pt x="2604" y="5366"/>
                      <a:pt x="2664" y="5355"/>
                    </a:cubicBezTo>
                    <a:lnTo>
                      <a:pt x="2664" y="5355"/>
                    </a:lnTo>
                    <a:cubicBezTo>
                      <a:pt x="2664" y="5502"/>
                      <a:pt x="2675" y="5665"/>
                      <a:pt x="2593" y="5795"/>
                    </a:cubicBezTo>
                    <a:cubicBezTo>
                      <a:pt x="2550" y="5860"/>
                      <a:pt x="2474" y="5882"/>
                      <a:pt x="2403" y="5915"/>
                    </a:cubicBezTo>
                    <a:cubicBezTo>
                      <a:pt x="2343" y="5942"/>
                      <a:pt x="2284" y="5980"/>
                      <a:pt x="2235" y="6018"/>
                    </a:cubicBezTo>
                    <a:cubicBezTo>
                      <a:pt x="2137" y="6083"/>
                      <a:pt x="2066" y="6170"/>
                      <a:pt x="2017" y="6273"/>
                    </a:cubicBezTo>
                    <a:cubicBezTo>
                      <a:pt x="1985" y="6388"/>
                      <a:pt x="1979" y="6507"/>
                      <a:pt x="2001" y="6621"/>
                    </a:cubicBezTo>
                    <a:cubicBezTo>
                      <a:pt x="1968" y="6639"/>
                      <a:pt x="1926" y="6644"/>
                      <a:pt x="1882" y="6644"/>
                    </a:cubicBezTo>
                    <a:cubicBezTo>
                      <a:pt x="1833" y="6644"/>
                      <a:pt x="1783" y="6638"/>
                      <a:pt x="1746" y="6638"/>
                    </a:cubicBezTo>
                    <a:cubicBezTo>
                      <a:pt x="1604" y="6638"/>
                      <a:pt x="1463" y="6665"/>
                      <a:pt x="1322" y="6665"/>
                    </a:cubicBezTo>
                    <a:cubicBezTo>
                      <a:pt x="1311" y="6666"/>
                      <a:pt x="1300" y="6667"/>
                      <a:pt x="1289" y="6667"/>
                    </a:cubicBezTo>
                    <a:cubicBezTo>
                      <a:pt x="1256" y="6667"/>
                      <a:pt x="1224" y="6661"/>
                      <a:pt x="1191" y="6649"/>
                    </a:cubicBezTo>
                    <a:lnTo>
                      <a:pt x="1196" y="6649"/>
                    </a:lnTo>
                    <a:cubicBezTo>
                      <a:pt x="1153" y="6621"/>
                      <a:pt x="1164" y="6572"/>
                      <a:pt x="1169" y="6529"/>
                    </a:cubicBezTo>
                    <a:cubicBezTo>
                      <a:pt x="1180" y="6415"/>
                      <a:pt x="1153" y="6306"/>
                      <a:pt x="1099" y="6208"/>
                    </a:cubicBezTo>
                    <a:cubicBezTo>
                      <a:pt x="1044" y="6116"/>
                      <a:pt x="968" y="6045"/>
                      <a:pt x="870" y="6007"/>
                    </a:cubicBezTo>
                    <a:cubicBezTo>
                      <a:pt x="778" y="5958"/>
                      <a:pt x="669" y="5947"/>
                      <a:pt x="571" y="5904"/>
                    </a:cubicBezTo>
                    <a:cubicBezTo>
                      <a:pt x="517" y="5888"/>
                      <a:pt x="474" y="5855"/>
                      <a:pt x="435" y="5811"/>
                    </a:cubicBezTo>
                    <a:cubicBezTo>
                      <a:pt x="408" y="5757"/>
                      <a:pt x="392" y="5697"/>
                      <a:pt x="381" y="5637"/>
                    </a:cubicBezTo>
                    <a:cubicBezTo>
                      <a:pt x="354" y="5583"/>
                      <a:pt x="338" y="5523"/>
                      <a:pt x="327" y="5469"/>
                    </a:cubicBezTo>
                    <a:cubicBezTo>
                      <a:pt x="321" y="5425"/>
                      <a:pt x="321" y="5382"/>
                      <a:pt x="316" y="5344"/>
                    </a:cubicBezTo>
                    <a:close/>
                    <a:moveTo>
                      <a:pt x="1832" y="6812"/>
                    </a:moveTo>
                    <a:cubicBezTo>
                      <a:pt x="1854" y="6855"/>
                      <a:pt x="1871" y="6899"/>
                      <a:pt x="1876" y="6948"/>
                    </a:cubicBezTo>
                    <a:cubicBezTo>
                      <a:pt x="1876" y="7002"/>
                      <a:pt x="1876" y="7056"/>
                      <a:pt x="1876" y="7111"/>
                    </a:cubicBezTo>
                    <a:cubicBezTo>
                      <a:pt x="1876" y="7160"/>
                      <a:pt x="1881" y="7208"/>
                      <a:pt x="1876" y="7252"/>
                    </a:cubicBezTo>
                    <a:cubicBezTo>
                      <a:pt x="1871" y="7257"/>
                      <a:pt x="1871" y="7268"/>
                      <a:pt x="1871" y="7274"/>
                    </a:cubicBezTo>
                    <a:cubicBezTo>
                      <a:pt x="1865" y="7274"/>
                      <a:pt x="1860" y="7268"/>
                      <a:pt x="1854" y="7263"/>
                    </a:cubicBezTo>
                    <a:cubicBezTo>
                      <a:pt x="1854" y="7257"/>
                      <a:pt x="1850" y="7255"/>
                      <a:pt x="1846" y="7255"/>
                    </a:cubicBezTo>
                    <a:cubicBezTo>
                      <a:pt x="1842" y="7255"/>
                      <a:pt x="1838" y="7257"/>
                      <a:pt x="1838" y="7263"/>
                    </a:cubicBezTo>
                    <a:lnTo>
                      <a:pt x="1838" y="7279"/>
                    </a:lnTo>
                    <a:cubicBezTo>
                      <a:pt x="1838" y="7285"/>
                      <a:pt x="1838" y="7285"/>
                      <a:pt x="1843" y="7290"/>
                    </a:cubicBezTo>
                    <a:lnTo>
                      <a:pt x="1854" y="7295"/>
                    </a:lnTo>
                    <a:cubicBezTo>
                      <a:pt x="1843" y="7312"/>
                      <a:pt x="1827" y="7317"/>
                      <a:pt x="1805" y="7323"/>
                    </a:cubicBezTo>
                    <a:cubicBezTo>
                      <a:pt x="1789" y="7312"/>
                      <a:pt x="1773" y="7306"/>
                      <a:pt x="1756" y="7295"/>
                    </a:cubicBezTo>
                    <a:cubicBezTo>
                      <a:pt x="1697" y="7285"/>
                      <a:pt x="1642" y="7268"/>
                      <a:pt x="1588" y="7252"/>
                    </a:cubicBezTo>
                    <a:cubicBezTo>
                      <a:pt x="1544" y="7230"/>
                      <a:pt x="1512" y="7203"/>
                      <a:pt x="1468" y="7181"/>
                    </a:cubicBezTo>
                    <a:cubicBezTo>
                      <a:pt x="1430" y="7160"/>
                      <a:pt x="1370" y="7170"/>
                      <a:pt x="1343" y="7138"/>
                    </a:cubicBezTo>
                    <a:cubicBezTo>
                      <a:pt x="1316" y="7100"/>
                      <a:pt x="1322" y="6991"/>
                      <a:pt x="1316" y="6942"/>
                    </a:cubicBezTo>
                    <a:cubicBezTo>
                      <a:pt x="1316" y="6920"/>
                      <a:pt x="1316" y="6904"/>
                      <a:pt x="1311" y="6882"/>
                    </a:cubicBezTo>
                    <a:cubicBezTo>
                      <a:pt x="1315" y="6869"/>
                      <a:pt x="1316" y="6855"/>
                      <a:pt x="1313" y="6839"/>
                    </a:cubicBezTo>
                    <a:lnTo>
                      <a:pt x="1376" y="6839"/>
                    </a:lnTo>
                    <a:cubicBezTo>
                      <a:pt x="1528" y="6828"/>
                      <a:pt x="1680" y="6812"/>
                      <a:pt x="1832" y="6812"/>
                    </a:cubicBezTo>
                    <a:close/>
                    <a:moveTo>
                      <a:pt x="821" y="0"/>
                    </a:moveTo>
                    <a:cubicBezTo>
                      <a:pt x="725" y="0"/>
                      <a:pt x="617" y="7"/>
                      <a:pt x="555" y="82"/>
                    </a:cubicBezTo>
                    <a:cubicBezTo>
                      <a:pt x="479" y="175"/>
                      <a:pt x="506" y="278"/>
                      <a:pt x="522" y="381"/>
                    </a:cubicBezTo>
                    <a:cubicBezTo>
                      <a:pt x="528" y="435"/>
                      <a:pt x="539" y="495"/>
                      <a:pt x="561" y="550"/>
                    </a:cubicBezTo>
                    <a:cubicBezTo>
                      <a:pt x="512" y="550"/>
                      <a:pt x="468" y="555"/>
                      <a:pt x="425" y="571"/>
                    </a:cubicBezTo>
                    <a:cubicBezTo>
                      <a:pt x="310" y="615"/>
                      <a:pt x="272" y="707"/>
                      <a:pt x="251" y="816"/>
                    </a:cubicBezTo>
                    <a:cubicBezTo>
                      <a:pt x="218" y="963"/>
                      <a:pt x="191" y="1109"/>
                      <a:pt x="175" y="1256"/>
                    </a:cubicBezTo>
                    <a:cubicBezTo>
                      <a:pt x="153" y="1398"/>
                      <a:pt x="147" y="1544"/>
                      <a:pt x="126" y="1686"/>
                    </a:cubicBezTo>
                    <a:cubicBezTo>
                      <a:pt x="115" y="1838"/>
                      <a:pt x="109" y="1996"/>
                      <a:pt x="115" y="2148"/>
                    </a:cubicBezTo>
                    <a:cubicBezTo>
                      <a:pt x="115" y="2300"/>
                      <a:pt x="77" y="2441"/>
                      <a:pt x="82" y="2593"/>
                    </a:cubicBezTo>
                    <a:cubicBezTo>
                      <a:pt x="88" y="2746"/>
                      <a:pt x="82" y="2914"/>
                      <a:pt x="82" y="3072"/>
                    </a:cubicBezTo>
                    <a:cubicBezTo>
                      <a:pt x="82" y="3219"/>
                      <a:pt x="60" y="3354"/>
                      <a:pt x="55" y="3501"/>
                    </a:cubicBezTo>
                    <a:cubicBezTo>
                      <a:pt x="44" y="3643"/>
                      <a:pt x="50" y="3784"/>
                      <a:pt x="28" y="3925"/>
                    </a:cubicBezTo>
                    <a:cubicBezTo>
                      <a:pt x="6" y="4083"/>
                      <a:pt x="1" y="4240"/>
                      <a:pt x="6" y="4404"/>
                    </a:cubicBezTo>
                    <a:cubicBezTo>
                      <a:pt x="6" y="4556"/>
                      <a:pt x="6" y="4713"/>
                      <a:pt x="6" y="4871"/>
                    </a:cubicBezTo>
                    <a:cubicBezTo>
                      <a:pt x="6" y="4996"/>
                      <a:pt x="11" y="5121"/>
                      <a:pt x="93" y="5213"/>
                    </a:cubicBezTo>
                    <a:cubicBezTo>
                      <a:pt x="126" y="5246"/>
                      <a:pt x="164" y="5273"/>
                      <a:pt x="202" y="5295"/>
                    </a:cubicBezTo>
                    <a:cubicBezTo>
                      <a:pt x="175" y="5420"/>
                      <a:pt x="175" y="5556"/>
                      <a:pt x="202" y="5681"/>
                    </a:cubicBezTo>
                    <a:cubicBezTo>
                      <a:pt x="240" y="5817"/>
                      <a:pt x="256" y="5920"/>
                      <a:pt x="376" y="6013"/>
                    </a:cubicBezTo>
                    <a:cubicBezTo>
                      <a:pt x="484" y="6078"/>
                      <a:pt x="599" y="6121"/>
                      <a:pt x="718" y="6154"/>
                    </a:cubicBezTo>
                    <a:cubicBezTo>
                      <a:pt x="849" y="6192"/>
                      <a:pt x="946" y="6306"/>
                      <a:pt x="974" y="6442"/>
                    </a:cubicBezTo>
                    <a:cubicBezTo>
                      <a:pt x="985" y="6507"/>
                      <a:pt x="957" y="6572"/>
                      <a:pt x="974" y="6638"/>
                    </a:cubicBezTo>
                    <a:cubicBezTo>
                      <a:pt x="985" y="6692"/>
                      <a:pt x="1012" y="6741"/>
                      <a:pt x="1055" y="6774"/>
                    </a:cubicBezTo>
                    <a:cubicBezTo>
                      <a:pt x="1110" y="6812"/>
                      <a:pt x="1175" y="6833"/>
                      <a:pt x="1240" y="6833"/>
                    </a:cubicBezTo>
                    <a:cubicBezTo>
                      <a:pt x="1213" y="6920"/>
                      <a:pt x="1196" y="7013"/>
                      <a:pt x="1196" y="7105"/>
                    </a:cubicBezTo>
                    <a:cubicBezTo>
                      <a:pt x="1196" y="7105"/>
                      <a:pt x="1196" y="7111"/>
                      <a:pt x="1196" y="7121"/>
                    </a:cubicBezTo>
                    <a:cubicBezTo>
                      <a:pt x="1180" y="7176"/>
                      <a:pt x="1202" y="7241"/>
                      <a:pt x="1251" y="7274"/>
                    </a:cubicBezTo>
                    <a:cubicBezTo>
                      <a:pt x="1267" y="7285"/>
                      <a:pt x="1289" y="7290"/>
                      <a:pt x="1305" y="7290"/>
                    </a:cubicBezTo>
                    <a:cubicBezTo>
                      <a:pt x="1273" y="7382"/>
                      <a:pt x="1218" y="7464"/>
                      <a:pt x="1262" y="7562"/>
                    </a:cubicBezTo>
                    <a:cubicBezTo>
                      <a:pt x="1305" y="7654"/>
                      <a:pt x="1398" y="7714"/>
                      <a:pt x="1495" y="7725"/>
                    </a:cubicBezTo>
                    <a:cubicBezTo>
                      <a:pt x="1519" y="7727"/>
                      <a:pt x="1543" y="7728"/>
                      <a:pt x="1566" y="7728"/>
                    </a:cubicBezTo>
                    <a:cubicBezTo>
                      <a:pt x="1663" y="7728"/>
                      <a:pt x="1761" y="7710"/>
                      <a:pt x="1849" y="7670"/>
                    </a:cubicBezTo>
                    <a:cubicBezTo>
                      <a:pt x="2001" y="7622"/>
                      <a:pt x="2159" y="7594"/>
                      <a:pt x="2316" y="7589"/>
                    </a:cubicBezTo>
                    <a:cubicBezTo>
                      <a:pt x="2332" y="7588"/>
                      <a:pt x="2348" y="7587"/>
                      <a:pt x="2364" y="7587"/>
                    </a:cubicBezTo>
                    <a:cubicBezTo>
                      <a:pt x="2505" y="7587"/>
                      <a:pt x="2645" y="7631"/>
                      <a:pt x="2767" y="7714"/>
                    </a:cubicBezTo>
                    <a:cubicBezTo>
                      <a:pt x="2860" y="7779"/>
                      <a:pt x="2974" y="7823"/>
                      <a:pt x="3094" y="7828"/>
                    </a:cubicBezTo>
                    <a:cubicBezTo>
                      <a:pt x="3129" y="7829"/>
                      <a:pt x="3164" y="7830"/>
                      <a:pt x="3199" y="7830"/>
                    </a:cubicBezTo>
                    <a:cubicBezTo>
                      <a:pt x="3320" y="7830"/>
                      <a:pt x="3439" y="7822"/>
                      <a:pt x="3561" y="7801"/>
                    </a:cubicBezTo>
                    <a:cubicBezTo>
                      <a:pt x="3719" y="7774"/>
                      <a:pt x="3882" y="7747"/>
                      <a:pt x="4039" y="7725"/>
                    </a:cubicBezTo>
                    <a:cubicBezTo>
                      <a:pt x="4086" y="7722"/>
                      <a:pt x="4132" y="7721"/>
                      <a:pt x="4178" y="7721"/>
                    </a:cubicBezTo>
                    <a:cubicBezTo>
                      <a:pt x="4322" y="7721"/>
                      <a:pt x="4466" y="7734"/>
                      <a:pt x="4610" y="7763"/>
                    </a:cubicBezTo>
                    <a:cubicBezTo>
                      <a:pt x="4654" y="7768"/>
                      <a:pt x="4699" y="7771"/>
                      <a:pt x="4744" y="7771"/>
                    </a:cubicBezTo>
                    <a:cubicBezTo>
                      <a:pt x="4790" y="7771"/>
                      <a:pt x="4836" y="7768"/>
                      <a:pt x="4882" y="7763"/>
                    </a:cubicBezTo>
                    <a:cubicBezTo>
                      <a:pt x="4882" y="7768"/>
                      <a:pt x="4893" y="7774"/>
                      <a:pt x="4898" y="7774"/>
                    </a:cubicBezTo>
                    <a:cubicBezTo>
                      <a:pt x="4925" y="7774"/>
                      <a:pt x="4947" y="7768"/>
                      <a:pt x="4969" y="7763"/>
                    </a:cubicBezTo>
                    <a:cubicBezTo>
                      <a:pt x="4991" y="7757"/>
                      <a:pt x="5012" y="7755"/>
                      <a:pt x="5034" y="7755"/>
                    </a:cubicBezTo>
                    <a:cubicBezTo>
                      <a:pt x="5056" y="7755"/>
                      <a:pt x="5078" y="7757"/>
                      <a:pt x="5099" y="7763"/>
                    </a:cubicBezTo>
                    <a:lnTo>
                      <a:pt x="5192" y="7763"/>
                    </a:lnTo>
                    <a:cubicBezTo>
                      <a:pt x="5186" y="7779"/>
                      <a:pt x="5197" y="7795"/>
                      <a:pt x="5214" y="7795"/>
                    </a:cubicBezTo>
                    <a:cubicBezTo>
                      <a:pt x="5231" y="7796"/>
                      <a:pt x="5248" y="7797"/>
                      <a:pt x="5266" y="7797"/>
                    </a:cubicBezTo>
                    <a:cubicBezTo>
                      <a:pt x="5346" y="7797"/>
                      <a:pt x="5427" y="7787"/>
                      <a:pt x="5507" y="7774"/>
                    </a:cubicBezTo>
                    <a:cubicBezTo>
                      <a:pt x="5610" y="7763"/>
                      <a:pt x="5708" y="7747"/>
                      <a:pt x="5806" y="7736"/>
                    </a:cubicBezTo>
                    <a:cubicBezTo>
                      <a:pt x="5942" y="7730"/>
                      <a:pt x="6072" y="7709"/>
                      <a:pt x="6197" y="7670"/>
                    </a:cubicBezTo>
                    <a:cubicBezTo>
                      <a:pt x="6246" y="7649"/>
                      <a:pt x="6497" y="7558"/>
                      <a:pt x="6475" y="7472"/>
                    </a:cubicBezTo>
                    <a:lnTo>
                      <a:pt x="6475" y="7472"/>
                    </a:lnTo>
                    <a:cubicBezTo>
                      <a:pt x="6463" y="7549"/>
                      <a:pt x="6173" y="7622"/>
                      <a:pt x="6121" y="7632"/>
                    </a:cubicBezTo>
                    <a:cubicBezTo>
                      <a:pt x="5969" y="7660"/>
                      <a:pt x="5822" y="7676"/>
                      <a:pt x="5676" y="7681"/>
                    </a:cubicBezTo>
                    <a:cubicBezTo>
                      <a:pt x="5583" y="7692"/>
                      <a:pt x="5496" y="7703"/>
                      <a:pt x="5409" y="7719"/>
                    </a:cubicBezTo>
                    <a:cubicBezTo>
                      <a:pt x="5404" y="7714"/>
                      <a:pt x="5398" y="7714"/>
                      <a:pt x="5398" y="7714"/>
                    </a:cubicBezTo>
                    <a:cubicBezTo>
                      <a:pt x="5317" y="7703"/>
                      <a:pt x="5235" y="7703"/>
                      <a:pt x="5159" y="7703"/>
                    </a:cubicBezTo>
                    <a:cubicBezTo>
                      <a:pt x="5154" y="7698"/>
                      <a:pt x="5148" y="7692"/>
                      <a:pt x="5143" y="7692"/>
                    </a:cubicBezTo>
                    <a:cubicBezTo>
                      <a:pt x="5094" y="7690"/>
                      <a:pt x="5045" y="7688"/>
                      <a:pt x="4997" y="7688"/>
                    </a:cubicBezTo>
                    <a:cubicBezTo>
                      <a:pt x="4949" y="7688"/>
                      <a:pt x="4901" y="7690"/>
                      <a:pt x="4855" y="7692"/>
                    </a:cubicBezTo>
                    <a:cubicBezTo>
                      <a:pt x="4757" y="7692"/>
                      <a:pt x="4659" y="7687"/>
                      <a:pt x="4567" y="7665"/>
                    </a:cubicBezTo>
                    <a:cubicBezTo>
                      <a:pt x="4450" y="7643"/>
                      <a:pt x="4334" y="7630"/>
                      <a:pt x="4218" y="7630"/>
                    </a:cubicBezTo>
                    <a:cubicBezTo>
                      <a:pt x="4165" y="7630"/>
                      <a:pt x="4113" y="7633"/>
                      <a:pt x="4061" y="7638"/>
                    </a:cubicBezTo>
                    <a:cubicBezTo>
                      <a:pt x="3882" y="7660"/>
                      <a:pt x="3708" y="7687"/>
                      <a:pt x="3528" y="7719"/>
                    </a:cubicBezTo>
                    <a:cubicBezTo>
                      <a:pt x="3431" y="7736"/>
                      <a:pt x="3333" y="7747"/>
                      <a:pt x="3235" y="7747"/>
                    </a:cubicBezTo>
                    <a:cubicBezTo>
                      <a:pt x="3202" y="7750"/>
                      <a:pt x="3169" y="7752"/>
                      <a:pt x="3137" y="7752"/>
                    </a:cubicBezTo>
                    <a:cubicBezTo>
                      <a:pt x="3078" y="7752"/>
                      <a:pt x="3019" y="7746"/>
                      <a:pt x="2963" y="7736"/>
                    </a:cubicBezTo>
                    <a:cubicBezTo>
                      <a:pt x="2811" y="7692"/>
                      <a:pt x="2691" y="7589"/>
                      <a:pt x="2528" y="7562"/>
                    </a:cubicBezTo>
                    <a:cubicBezTo>
                      <a:pt x="2476" y="7556"/>
                      <a:pt x="2423" y="7553"/>
                      <a:pt x="2370" y="7553"/>
                    </a:cubicBezTo>
                    <a:cubicBezTo>
                      <a:pt x="2277" y="7553"/>
                      <a:pt x="2184" y="7563"/>
                      <a:pt x="2093" y="7584"/>
                    </a:cubicBezTo>
                    <a:cubicBezTo>
                      <a:pt x="1929" y="7614"/>
                      <a:pt x="1764" y="7704"/>
                      <a:pt x="1599" y="7704"/>
                    </a:cubicBezTo>
                    <a:cubicBezTo>
                      <a:pt x="1590" y="7704"/>
                      <a:pt x="1581" y="7704"/>
                      <a:pt x="1572" y="7703"/>
                    </a:cubicBezTo>
                    <a:cubicBezTo>
                      <a:pt x="1474" y="7698"/>
                      <a:pt x="1381" y="7643"/>
                      <a:pt x="1332" y="7551"/>
                    </a:cubicBezTo>
                    <a:cubicBezTo>
                      <a:pt x="1289" y="7458"/>
                      <a:pt x="1343" y="7382"/>
                      <a:pt x="1370" y="7295"/>
                    </a:cubicBezTo>
                    <a:cubicBezTo>
                      <a:pt x="1392" y="7301"/>
                      <a:pt x="1419" y="7306"/>
                      <a:pt x="1441" y="7312"/>
                    </a:cubicBezTo>
                    <a:cubicBezTo>
                      <a:pt x="1468" y="7328"/>
                      <a:pt x="1490" y="7344"/>
                      <a:pt x="1512" y="7355"/>
                    </a:cubicBezTo>
                    <a:cubicBezTo>
                      <a:pt x="1561" y="7382"/>
                      <a:pt x="1615" y="7404"/>
                      <a:pt x="1669" y="7420"/>
                    </a:cubicBezTo>
                    <a:cubicBezTo>
                      <a:pt x="1729" y="7431"/>
                      <a:pt x="1784" y="7469"/>
                      <a:pt x="1843" y="7480"/>
                    </a:cubicBezTo>
                    <a:cubicBezTo>
                      <a:pt x="1849" y="7482"/>
                      <a:pt x="1855" y="7483"/>
                      <a:pt x="1861" y="7483"/>
                    </a:cubicBezTo>
                    <a:cubicBezTo>
                      <a:pt x="1888" y="7483"/>
                      <a:pt x="1916" y="7463"/>
                      <a:pt x="1925" y="7431"/>
                    </a:cubicBezTo>
                    <a:lnTo>
                      <a:pt x="1930" y="7404"/>
                    </a:lnTo>
                    <a:cubicBezTo>
                      <a:pt x="1936" y="7388"/>
                      <a:pt x="1936" y="7377"/>
                      <a:pt x="1930" y="7361"/>
                    </a:cubicBezTo>
                    <a:cubicBezTo>
                      <a:pt x="1936" y="7350"/>
                      <a:pt x="1947" y="7333"/>
                      <a:pt x="1952" y="7317"/>
                    </a:cubicBezTo>
                    <a:cubicBezTo>
                      <a:pt x="2034" y="7317"/>
                      <a:pt x="2115" y="7312"/>
                      <a:pt x="2197" y="7290"/>
                    </a:cubicBezTo>
                    <a:cubicBezTo>
                      <a:pt x="2360" y="7252"/>
                      <a:pt x="2528" y="7230"/>
                      <a:pt x="2691" y="7225"/>
                    </a:cubicBezTo>
                    <a:cubicBezTo>
                      <a:pt x="2795" y="7225"/>
                      <a:pt x="2898" y="7252"/>
                      <a:pt x="2941" y="7355"/>
                    </a:cubicBezTo>
                    <a:cubicBezTo>
                      <a:pt x="2958" y="7404"/>
                      <a:pt x="2963" y="7442"/>
                      <a:pt x="3007" y="7475"/>
                    </a:cubicBezTo>
                    <a:cubicBezTo>
                      <a:pt x="3062" y="7514"/>
                      <a:pt x="3131" y="7522"/>
                      <a:pt x="3200" y="7522"/>
                    </a:cubicBezTo>
                    <a:cubicBezTo>
                      <a:pt x="3246" y="7522"/>
                      <a:pt x="3291" y="7518"/>
                      <a:pt x="3333" y="7518"/>
                    </a:cubicBezTo>
                    <a:cubicBezTo>
                      <a:pt x="3648" y="7507"/>
                      <a:pt x="3952" y="7382"/>
                      <a:pt x="4268" y="7361"/>
                    </a:cubicBezTo>
                    <a:cubicBezTo>
                      <a:pt x="4302" y="7359"/>
                      <a:pt x="4337" y="7359"/>
                      <a:pt x="4372" y="7359"/>
                    </a:cubicBezTo>
                    <a:cubicBezTo>
                      <a:pt x="4483" y="7359"/>
                      <a:pt x="4595" y="7366"/>
                      <a:pt x="4703" y="7382"/>
                    </a:cubicBezTo>
                    <a:cubicBezTo>
                      <a:pt x="4781" y="7391"/>
                      <a:pt x="4860" y="7391"/>
                      <a:pt x="4938" y="7391"/>
                    </a:cubicBezTo>
                    <a:cubicBezTo>
                      <a:pt x="5017" y="7391"/>
                      <a:pt x="5094" y="7391"/>
                      <a:pt x="5170" y="7399"/>
                    </a:cubicBezTo>
                    <a:cubicBezTo>
                      <a:pt x="5268" y="7410"/>
                      <a:pt x="5366" y="7437"/>
                      <a:pt x="5458" y="7480"/>
                    </a:cubicBezTo>
                    <a:cubicBezTo>
                      <a:pt x="5513" y="7507"/>
                      <a:pt x="5572" y="7524"/>
                      <a:pt x="5632" y="7529"/>
                    </a:cubicBezTo>
                    <a:cubicBezTo>
                      <a:pt x="5667" y="7534"/>
                      <a:pt x="5701" y="7536"/>
                      <a:pt x="5736" y="7536"/>
                    </a:cubicBezTo>
                    <a:cubicBezTo>
                      <a:pt x="5862" y="7536"/>
                      <a:pt x="5987" y="7509"/>
                      <a:pt x="6116" y="7497"/>
                    </a:cubicBezTo>
                    <a:cubicBezTo>
                      <a:pt x="6127" y="7497"/>
                      <a:pt x="6138" y="7486"/>
                      <a:pt x="6132" y="7475"/>
                    </a:cubicBezTo>
                    <a:cubicBezTo>
                      <a:pt x="6187" y="7475"/>
                      <a:pt x="6235" y="7469"/>
                      <a:pt x="6284" y="7464"/>
                    </a:cubicBezTo>
                    <a:cubicBezTo>
                      <a:pt x="6317" y="7464"/>
                      <a:pt x="6350" y="7448"/>
                      <a:pt x="6382" y="7448"/>
                    </a:cubicBezTo>
                    <a:cubicBezTo>
                      <a:pt x="6390" y="7446"/>
                      <a:pt x="6397" y="7445"/>
                      <a:pt x="6405" y="7445"/>
                    </a:cubicBezTo>
                    <a:cubicBezTo>
                      <a:pt x="6427" y="7445"/>
                      <a:pt x="6451" y="7451"/>
                      <a:pt x="6475" y="7458"/>
                    </a:cubicBezTo>
                    <a:cubicBezTo>
                      <a:pt x="6476" y="7462"/>
                      <a:pt x="6476" y="7466"/>
                      <a:pt x="6476" y="7470"/>
                    </a:cubicBezTo>
                    <a:lnTo>
                      <a:pt x="6476" y="7470"/>
                    </a:lnTo>
                    <a:lnTo>
                      <a:pt x="6475" y="7469"/>
                    </a:lnTo>
                    <a:lnTo>
                      <a:pt x="6475" y="7469"/>
                    </a:lnTo>
                    <a:cubicBezTo>
                      <a:pt x="6475" y="7470"/>
                      <a:pt x="6475" y="7471"/>
                      <a:pt x="6475" y="7472"/>
                    </a:cubicBezTo>
                    <a:lnTo>
                      <a:pt x="6475" y="7472"/>
                    </a:lnTo>
                    <a:cubicBezTo>
                      <a:pt x="6475" y="7471"/>
                      <a:pt x="6475" y="7470"/>
                      <a:pt x="6476" y="7470"/>
                    </a:cubicBezTo>
                    <a:lnTo>
                      <a:pt x="6476" y="7470"/>
                    </a:lnTo>
                    <a:lnTo>
                      <a:pt x="6524" y="7486"/>
                    </a:lnTo>
                    <a:cubicBezTo>
                      <a:pt x="6526" y="7486"/>
                      <a:pt x="6528" y="7486"/>
                      <a:pt x="6529" y="7486"/>
                    </a:cubicBezTo>
                    <a:cubicBezTo>
                      <a:pt x="6552" y="7486"/>
                      <a:pt x="6560" y="7458"/>
                      <a:pt x="6540" y="7448"/>
                    </a:cubicBezTo>
                    <a:lnTo>
                      <a:pt x="6551" y="7442"/>
                    </a:lnTo>
                    <a:cubicBezTo>
                      <a:pt x="6504" y="7407"/>
                      <a:pt x="6452" y="7392"/>
                      <a:pt x="6400" y="7392"/>
                    </a:cubicBezTo>
                    <a:cubicBezTo>
                      <a:pt x="6379" y="7392"/>
                      <a:pt x="6359" y="7394"/>
                      <a:pt x="6339" y="7399"/>
                    </a:cubicBezTo>
                    <a:cubicBezTo>
                      <a:pt x="6225" y="7420"/>
                      <a:pt x="6110" y="7437"/>
                      <a:pt x="5996" y="7442"/>
                    </a:cubicBezTo>
                    <a:cubicBezTo>
                      <a:pt x="5985" y="7442"/>
                      <a:pt x="5980" y="7448"/>
                      <a:pt x="5980" y="7458"/>
                    </a:cubicBezTo>
                    <a:cubicBezTo>
                      <a:pt x="5888" y="7464"/>
                      <a:pt x="5795" y="7475"/>
                      <a:pt x="5703" y="7475"/>
                    </a:cubicBezTo>
                    <a:cubicBezTo>
                      <a:pt x="5551" y="7475"/>
                      <a:pt x="5420" y="7382"/>
                      <a:pt x="5273" y="7355"/>
                    </a:cubicBezTo>
                    <a:cubicBezTo>
                      <a:pt x="5170" y="7339"/>
                      <a:pt x="5066" y="7329"/>
                      <a:pt x="4963" y="7329"/>
                    </a:cubicBezTo>
                    <a:cubicBezTo>
                      <a:pt x="4925" y="7329"/>
                      <a:pt x="4887" y="7331"/>
                      <a:pt x="4849" y="7333"/>
                    </a:cubicBezTo>
                    <a:cubicBezTo>
                      <a:pt x="4703" y="7333"/>
                      <a:pt x="4561" y="7312"/>
                      <a:pt x="4414" y="7312"/>
                    </a:cubicBezTo>
                    <a:cubicBezTo>
                      <a:pt x="4110" y="7312"/>
                      <a:pt x="3822" y="7399"/>
                      <a:pt x="3528" y="7453"/>
                    </a:cubicBezTo>
                    <a:cubicBezTo>
                      <a:pt x="3447" y="7464"/>
                      <a:pt x="3365" y="7475"/>
                      <a:pt x="3284" y="7475"/>
                    </a:cubicBezTo>
                    <a:cubicBezTo>
                      <a:pt x="3243" y="7475"/>
                      <a:pt x="3200" y="7481"/>
                      <a:pt x="3157" y="7481"/>
                    </a:cubicBezTo>
                    <a:cubicBezTo>
                      <a:pt x="3120" y="7481"/>
                      <a:pt x="3083" y="7476"/>
                      <a:pt x="3050" y="7458"/>
                    </a:cubicBezTo>
                    <a:cubicBezTo>
                      <a:pt x="2969" y="7415"/>
                      <a:pt x="2979" y="7333"/>
                      <a:pt x="2931" y="7274"/>
                    </a:cubicBezTo>
                    <a:cubicBezTo>
                      <a:pt x="2903" y="7241"/>
                      <a:pt x="2865" y="7219"/>
                      <a:pt x="2822" y="7208"/>
                    </a:cubicBezTo>
                    <a:cubicBezTo>
                      <a:pt x="2751" y="7189"/>
                      <a:pt x="2676" y="7180"/>
                      <a:pt x="2602" y="7180"/>
                    </a:cubicBezTo>
                    <a:cubicBezTo>
                      <a:pt x="2527" y="7180"/>
                      <a:pt x="2452" y="7189"/>
                      <a:pt x="2382" y="7208"/>
                    </a:cubicBezTo>
                    <a:cubicBezTo>
                      <a:pt x="2289" y="7219"/>
                      <a:pt x="2202" y="7241"/>
                      <a:pt x="2110" y="7257"/>
                    </a:cubicBezTo>
                    <a:cubicBezTo>
                      <a:pt x="2072" y="7268"/>
                      <a:pt x="2034" y="7279"/>
                      <a:pt x="1996" y="7285"/>
                    </a:cubicBezTo>
                    <a:lnTo>
                      <a:pt x="1958" y="7285"/>
                    </a:lnTo>
                    <a:cubicBezTo>
                      <a:pt x="1963" y="7230"/>
                      <a:pt x="1968" y="7181"/>
                      <a:pt x="1968" y="7132"/>
                    </a:cubicBezTo>
                    <a:cubicBezTo>
                      <a:pt x="1979" y="7034"/>
                      <a:pt x="1974" y="6937"/>
                      <a:pt x="1952" y="6839"/>
                    </a:cubicBezTo>
                    <a:lnTo>
                      <a:pt x="1952" y="6801"/>
                    </a:lnTo>
                    <a:cubicBezTo>
                      <a:pt x="2028" y="6795"/>
                      <a:pt x="2093" y="6768"/>
                      <a:pt x="2148" y="6719"/>
                    </a:cubicBezTo>
                    <a:cubicBezTo>
                      <a:pt x="2175" y="6692"/>
                      <a:pt x="2180" y="6654"/>
                      <a:pt x="2159" y="6627"/>
                    </a:cubicBezTo>
                    <a:cubicBezTo>
                      <a:pt x="2023" y="6312"/>
                      <a:pt x="2305" y="6110"/>
                      <a:pt x="2555" y="6002"/>
                    </a:cubicBezTo>
                    <a:cubicBezTo>
                      <a:pt x="2822" y="5882"/>
                      <a:pt x="2805" y="5545"/>
                      <a:pt x="2800" y="5295"/>
                    </a:cubicBezTo>
                    <a:lnTo>
                      <a:pt x="2800" y="5290"/>
                    </a:lnTo>
                    <a:cubicBezTo>
                      <a:pt x="2931" y="5170"/>
                      <a:pt x="2969" y="4969"/>
                      <a:pt x="2969" y="4806"/>
                    </a:cubicBezTo>
                    <a:lnTo>
                      <a:pt x="2969" y="4452"/>
                    </a:lnTo>
                    <a:cubicBezTo>
                      <a:pt x="2979" y="4333"/>
                      <a:pt x="2979" y="4208"/>
                      <a:pt x="2974" y="4088"/>
                    </a:cubicBezTo>
                    <a:cubicBezTo>
                      <a:pt x="2963" y="3985"/>
                      <a:pt x="2947" y="3898"/>
                      <a:pt x="2941" y="3800"/>
                    </a:cubicBezTo>
                    <a:cubicBezTo>
                      <a:pt x="2936" y="3681"/>
                      <a:pt x="2909" y="3556"/>
                      <a:pt x="2898" y="3436"/>
                    </a:cubicBezTo>
                    <a:cubicBezTo>
                      <a:pt x="2887" y="3333"/>
                      <a:pt x="2882" y="3229"/>
                      <a:pt x="2887" y="3126"/>
                    </a:cubicBezTo>
                    <a:cubicBezTo>
                      <a:pt x="2887" y="3012"/>
                      <a:pt x="2849" y="2903"/>
                      <a:pt x="2849" y="2795"/>
                    </a:cubicBezTo>
                    <a:cubicBezTo>
                      <a:pt x="2849" y="2686"/>
                      <a:pt x="2827" y="2577"/>
                      <a:pt x="2800" y="2474"/>
                    </a:cubicBezTo>
                    <a:cubicBezTo>
                      <a:pt x="2778" y="2349"/>
                      <a:pt x="2773" y="2224"/>
                      <a:pt x="2784" y="2099"/>
                    </a:cubicBezTo>
                    <a:cubicBezTo>
                      <a:pt x="2778" y="1990"/>
                      <a:pt x="2773" y="1876"/>
                      <a:pt x="2757" y="1767"/>
                    </a:cubicBezTo>
                    <a:cubicBezTo>
                      <a:pt x="2751" y="1642"/>
                      <a:pt x="2751" y="1517"/>
                      <a:pt x="2757" y="1392"/>
                    </a:cubicBezTo>
                    <a:cubicBezTo>
                      <a:pt x="2757" y="1278"/>
                      <a:pt x="2746" y="1169"/>
                      <a:pt x="2729" y="1061"/>
                    </a:cubicBezTo>
                    <a:cubicBezTo>
                      <a:pt x="2713" y="946"/>
                      <a:pt x="2719" y="838"/>
                      <a:pt x="2648" y="740"/>
                    </a:cubicBezTo>
                    <a:cubicBezTo>
                      <a:pt x="2599" y="664"/>
                      <a:pt x="2517" y="609"/>
                      <a:pt x="2425" y="599"/>
                    </a:cubicBezTo>
                    <a:lnTo>
                      <a:pt x="2327" y="582"/>
                    </a:lnTo>
                    <a:cubicBezTo>
                      <a:pt x="2343" y="522"/>
                      <a:pt x="2349" y="457"/>
                      <a:pt x="2343" y="397"/>
                    </a:cubicBezTo>
                    <a:cubicBezTo>
                      <a:pt x="2343" y="332"/>
                      <a:pt x="2338" y="272"/>
                      <a:pt x="2327" y="207"/>
                    </a:cubicBezTo>
                    <a:cubicBezTo>
                      <a:pt x="2305" y="126"/>
                      <a:pt x="2229" y="71"/>
                      <a:pt x="2142" y="71"/>
                    </a:cubicBezTo>
                    <a:cubicBezTo>
                      <a:pt x="2034" y="55"/>
                      <a:pt x="1925" y="44"/>
                      <a:pt x="1816" y="39"/>
                    </a:cubicBezTo>
                    <a:cubicBezTo>
                      <a:pt x="1740" y="33"/>
                      <a:pt x="1664" y="28"/>
                      <a:pt x="1588" y="11"/>
                    </a:cubicBezTo>
                    <a:cubicBezTo>
                      <a:pt x="1550" y="9"/>
                      <a:pt x="1512" y="7"/>
                      <a:pt x="1474" y="7"/>
                    </a:cubicBezTo>
                    <a:cubicBezTo>
                      <a:pt x="1436" y="7"/>
                      <a:pt x="1398" y="9"/>
                      <a:pt x="1360" y="11"/>
                    </a:cubicBezTo>
                    <a:cubicBezTo>
                      <a:pt x="1202" y="11"/>
                      <a:pt x="1044" y="1"/>
                      <a:pt x="887" y="1"/>
                    </a:cubicBezTo>
                    <a:cubicBezTo>
                      <a:pt x="866" y="1"/>
                      <a:pt x="844" y="0"/>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120"/>
            <p:cNvGrpSpPr/>
            <p:nvPr/>
          </p:nvGrpSpPr>
          <p:grpSpPr>
            <a:xfrm>
              <a:off x="1595727" y="2859964"/>
              <a:ext cx="169819" cy="274320"/>
              <a:chOff x="3615500" y="3573600"/>
              <a:chExt cx="121100" cy="192600"/>
            </a:xfrm>
          </p:grpSpPr>
          <p:sp>
            <p:nvSpPr>
              <p:cNvPr id="5202" name="Google Shape;5202;p120"/>
              <p:cNvSpPr/>
              <p:nvPr/>
            </p:nvSpPr>
            <p:spPr>
              <a:xfrm>
                <a:off x="3615500" y="3573600"/>
                <a:ext cx="121100" cy="192600"/>
              </a:xfrm>
              <a:custGeom>
                <a:rect b="b" l="l" r="r" t="t"/>
                <a:pathLst>
                  <a:path extrusionOk="0" h="7704" w="4844">
                    <a:moveTo>
                      <a:pt x="3708" y="186"/>
                    </a:moveTo>
                    <a:cubicBezTo>
                      <a:pt x="3751" y="186"/>
                      <a:pt x="3806" y="202"/>
                      <a:pt x="3855" y="207"/>
                    </a:cubicBezTo>
                    <a:cubicBezTo>
                      <a:pt x="3871" y="209"/>
                      <a:pt x="3886" y="210"/>
                      <a:pt x="3900" y="210"/>
                    </a:cubicBezTo>
                    <a:cubicBezTo>
                      <a:pt x="3929" y="210"/>
                      <a:pt x="3954" y="207"/>
                      <a:pt x="3980" y="207"/>
                    </a:cubicBezTo>
                    <a:cubicBezTo>
                      <a:pt x="4023" y="213"/>
                      <a:pt x="4067" y="224"/>
                      <a:pt x="4105" y="240"/>
                    </a:cubicBezTo>
                    <a:cubicBezTo>
                      <a:pt x="4192" y="256"/>
                      <a:pt x="4279" y="267"/>
                      <a:pt x="4371" y="273"/>
                    </a:cubicBezTo>
                    <a:cubicBezTo>
                      <a:pt x="4502" y="289"/>
                      <a:pt x="4692" y="338"/>
                      <a:pt x="4648" y="517"/>
                    </a:cubicBezTo>
                    <a:cubicBezTo>
                      <a:pt x="4637" y="555"/>
                      <a:pt x="4632" y="588"/>
                      <a:pt x="4621" y="626"/>
                    </a:cubicBezTo>
                    <a:cubicBezTo>
                      <a:pt x="4627" y="664"/>
                      <a:pt x="4621" y="702"/>
                      <a:pt x="4616" y="735"/>
                    </a:cubicBezTo>
                    <a:cubicBezTo>
                      <a:pt x="4600" y="789"/>
                      <a:pt x="4560" y="800"/>
                      <a:pt x="4513" y="800"/>
                    </a:cubicBezTo>
                    <a:cubicBezTo>
                      <a:pt x="4479" y="800"/>
                      <a:pt x="4443" y="794"/>
                      <a:pt x="4409" y="794"/>
                    </a:cubicBezTo>
                    <a:lnTo>
                      <a:pt x="2594" y="794"/>
                    </a:lnTo>
                    <a:cubicBezTo>
                      <a:pt x="2403" y="794"/>
                      <a:pt x="2213" y="822"/>
                      <a:pt x="2023" y="827"/>
                    </a:cubicBezTo>
                    <a:cubicBezTo>
                      <a:pt x="1926" y="830"/>
                      <a:pt x="1830" y="831"/>
                      <a:pt x="1733" y="831"/>
                    </a:cubicBezTo>
                    <a:cubicBezTo>
                      <a:pt x="1444" y="831"/>
                      <a:pt x="1156" y="819"/>
                      <a:pt x="870" y="794"/>
                    </a:cubicBezTo>
                    <a:cubicBezTo>
                      <a:pt x="821" y="792"/>
                      <a:pt x="774" y="792"/>
                      <a:pt x="727" y="792"/>
                    </a:cubicBezTo>
                    <a:cubicBezTo>
                      <a:pt x="680" y="792"/>
                      <a:pt x="634" y="792"/>
                      <a:pt x="588" y="789"/>
                    </a:cubicBezTo>
                    <a:cubicBezTo>
                      <a:pt x="506" y="789"/>
                      <a:pt x="425" y="767"/>
                      <a:pt x="343" y="762"/>
                    </a:cubicBezTo>
                    <a:lnTo>
                      <a:pt x="343" y="767"/>
                    </a:lnTo>
                    <a:cubicBezTo>
                      <a:pt x="267" y="762"/>
                      <a:pt x="191" y="756"/>
                      <a:pt x="175" y="669"/>
                    </a:cubicBezTo>
                    <a:cubicBezTo>
                      <a:pt x="164" y="599"/>
                      <a:pt x="164" y="528"/>
                      <a:pt x="164" y="457"/>
                    </a:cubicBezTo>
                    <a:cubicBezTo>
                      <a:pt x="164" y="298"/>
                      <a:pt x="328" y="273"/>
                      <a:pt x="483" y="273"/>
                    </a:cubicBezTo>
                    <a:cubicBezTo>
                      <a:pt x="555" y="273"/>
                      <a:pt x="625" y="278"/>
                      <a:pt x="675" y="278"/>
                    </a:cubicBezTo>
                    <a:cubicBezTo>
                      <a:pt x="747" y="278"/>
                      <a:pt x="820" y="283"/>
                      <a:pt x="892" y="283"/>
                    </a:cubicBezTo>
                    <a:cubicBezTo>
                      <a:pt x="928" y="283"/>
                      <a:pt x="965" y="282"/>
                      <a:pt x="1001" y="278"/>
                    </a:cubicBezTo>
                    <a:cubicBezTo>
                      <a:pt x="1110" y="273"/>
                      <a:pt x="1218" y="251"/>
                      <a:pt x="1327" y="251"/>
                    </a:cubicBezTo>
                    <a:cubicBezTo>
                      <a:pt x="1400" y="251"/>
                      <a:pt x="1472" y="253"/>
                      <a:pt x="1546" y="253"/>
                    </a:cubicBezTo>
                    <a:cubicBezTo>
                      <a:pt x="1583" y="253"/>
                      <a:pt x="1621" y="253"/>
                      <a:pt x="1659" y="251"/>
                    </a:cubicBezTo>
                    <a:cubicBezTo>
                      <a:pt x="1691" y="251"/>
                      <a:pt x="1729" y="240"/>
                      <a:pt x="1767" y="234"/>
                    </a:cubicBezTo>
                    <a:cubicBezTo>
                      <a:pt x="1827" y="240"/>
                      <a:pt x="1888" y="243"/>
                      <a:pt x="1949" y="243"/>
                    </a:cubicBezTo>
                    <a:cubicBezTo>
                      <a:pt x="2011" y="243"/>
                      <a:pt x="2072" y="240"/>
                      <a:pt x="2132" y="234"/>
                    </a:cubicBezTo>
                    <a:cubicBezTo>
                      <a:pt x="2197" y="229"/>
                      <a:pt x="2257" y="224"/>
                      <a:pt x="2316" y="213"/>
                    </a:cubicBezTo>
                    <a:cubicBezTo>
                      <a:pt x="2349" y="218"/>
                      <a:pt x="2382" y="224"/>
                      <a:pt x="2414" y="224"/>
                    </a:cubicBezTo>
                    <a:cubicBezTo>
                      <a:pt x="2445" y="224"/>
                      <a:pt x="2482" y="213"/>
                      <a:pt x="2514" y="213"/>
                    </a:cubicBezTo>
                    <a:cubicBezTo>
                      <a:pt x="2534" y="213"/>
                      <a:pt x="2552" y="217"/>
                      <a:pt x="2566" y="229"/>
                    </a:cubicBezTo>
                    <a:cubicBezTo>
                      <a:pt x="2578" y="239"/>
                      <a:pt x="2589" y="243"/>
                      <a:pt x="2599" y="243"/>
                    </a:cubicBezTo>
                    <a:cubicBezTo>
                      <a:pt x="2628" y="243"/>
                      <a:pt x="2649" y="210"/>
                      <a:pt x="2637" y="186"/>
                    </a:cubicBezTo>
                    <a:close/>
                    <a:moveTo>
                      <a:pt x="3625" y="1325"/>
                    </a:moveTo>
                    <a:cubicBezTo>
                      <a:pt x="3667" y="1325"/>
                      <a:pt x="3711" y="1341"/>
                      <a:pt x="3751" y="1376"/>
                    </a:cubicBezTo>
                    <a:cubicBezTo>
                      <a:pt x="3827" y="1447"/>
                      <a:pt x="3833" y="1555"/>
                      <a:pt x="3822" y="1659"/>
                    </a:cubicBezTo>
                    <a:lnTo>
                      <a:pt x="3800" y="1659"/>
                    </a:lnTo>
                    <a:cubicBezTo>
                      <a:pt x="3779" y="1658"/>
                      <a:pt x="3759" y="1657"/>
                      <a:pt x="3738" y="1657"/>
                    </a:cubicBezTo>
                    <a:cubicBezTo>
                      <a:pt x="3636" y="1657"/>
                      <a:pt x="3537" y="1669"/>
                      <a:pt x="3442" y="1691"/>
                    </a:cubicBezTo>
                    <a:cubicBezTo>
                      <a:pt x="3425" y="1631"/>
                      <a:pt x="3425" y="1572"/>
                      <a:pt x="3431" y="1506"/>
                    </a:cubicBezTo>
                    <a:cubicBezTo>
                      <a:pt x="3449" y="1402"/>
                      <a:pt x="3533" y="1325"/>
                      <a:pt x="3625" y="1325"/>
                    </a:cubicBezTo>
                    <a:close/>
                    <a:moveTo>
                      <a:pt x="506" y="925"/>
                    </a:moveTo>
                    <a:cubicBezTo>
                      <a:pt x="599" y="925"/>
                      <a:pt x="686" y="930"/>
                      <a:pt x="773" y="936"/>
                    </a:cubicBezTo>
                    <a:cubicBezTo>
                      <a:pt x="995" y="952"/>
                      <a:pt x="1213" y="985"/>
                      <a:pt x="1436" y="996"/>
                    </a:cubicBezTo>
                    <a:cubicBezTo>
                      <a:pt x="1580" y="1006"/>
                      <a:pt x="1723" y="1010"/>
                      <a:pt x="1865" y="1010"/>
                    </a:cubicBezTo>
                    <a:cubicBezTo>
                      <a:pt x="1947" y="1010"/>
                      <a:pt x="2028" y="1008"/>
                      <a:pt x="2110" y="1006"/>
                    </a:cubicBezTo>
                    <a:cubicBezTo>
                      <a:pt x="2213" y="1001"/>
                      <a:pt x="2316" y="985"/>
                      <a:pt x="2420" y="985"/>
                    </a:cubicBezTo>
                    <a:lnTo>
                      <a:pt x="4257" y="985"/>
                    </a:lnTo>
                    <a:cubicBezTo>
                      <a:pt x="4262" y="1006"/>
                      <a:pt x="4262" y="1028"/>
                      <a:pt x="4268" y="1044"/>
                    </a:cubicBezTo>
                    <a:cubicBezTo>
                      <a:pt x="4268" y="1066"/>
                      <a:pt x="4262" y="1093"/>
                      <a:pt x="4262" y="1121"/>
                    </a:cubicBezTo>
                    <a:cubicBezTo>
                      <a:pt x="4262" y="1153"/>
                      <a:pt x="4268" y="1186"/>
                      <a:pt x="4279" y="1218"/>
                    </a:cubicBezTo>
                    <a:cubicBezTo>
                      <a:pt x="4290" y="1284"/>
                      <a:pt x="4284" y="1354"/>
                      <a:pt x="4295" y="1419"/>
                    </a:cubicBezTo>
                    <a:cubicBezTo>
                      <a:pt x="4306" y="1463"/>
                      <a:pt x="4306" y="1512"/>
                      <a:pt x="4306" y="1555"/>
                    </a:cubicBezTo>
                    <a:cubicBezTo>
                      <a:pt x="4300" y="1583"/>
                      <a:pt x="4290" y="1604"/>
                      <a:pt x="4284" y="1631"/>
                    </a:cubicBezTo>
                    <a:cubicBezTo>
                      <a:pt x="4273" y="1702"/>
                      <a:pt x="4268" y="1762"/>
                      <a:pt x="4251" y="1827"/>
                    </a:cubicBezTo>
                    <a:cubicBezTo>
                      <a:pt x="4246" y="1816"/>
                      <a:pt x="4241" y="1805"/>
                      <a:pt x="4230" y="1795"/>
                    </a:cubicBezTo>
                    <a:cubicBezTo>
                      <a:pt x="4192" y="1762"/>
                      <a:pt x="4154" y="1740"/>
                      <a:pt x="4110" y="1718"/>
                    </a:cubicBezTo>
                    <a:cubicBezTo>
                      <a:pt x="4039" y="1680"/>
                      <a:pt x="3958" y="1659"/>
                      <a:pt x="3876" y="1653"/>
                    </a:cubicBezTo>
                    <a:cubicBezTo>
                      <a:pt x="3887" y="1490"/>
                      <a:pt x="3844" y="1322"/>
                      <a:pt x="3659" y="1289"/>
                    </a:cubicBezTo>
                    <a:cubicBezTo>
                      <a:pt x="3642" y="1285"/>
                      <a:pt x="3625" y="1282"/>
                      <a:pt x="3608" y="1282"/>
                    </a:cubicBezTo>
                    <a:cubicBezTo>
                      <a:pt x="3543" y="1282"/>
                      <a:pt x="3480" y="1314"/>
                      <a:pt x="3442" y="1371"/>
                    </a:cubicBezTo>
                    <a:cubicBezTo>
                      <a:pt x="3371" y="1463"/>
                      <a:pt x="3387" y="1566"/>
                      <a:pt x="3398" y="1675"/>
                    </a:cubicBezTo>
                    <a:lnTo>
                      <a:pt x="3398" y="1697"/>
                    </a:lnTo>
                    <a:cubicBezTo>
                      <a:pt x="3284" y="1724"/>
                      <a:pt x="3170" y="1762"/>
                      <a:pt x="3061" y="1800"/>
                    </a:cubicBezTo>
                    <a:cubicBezTo>
                      <a:pt x="2947" y="1838"/>
                      <a:pt x="2827" y="1882"/>
                      <a:pt x="2713" y="1920"/>
                    </a:cubicBezTo>
                    <a:cubicBezTo>
                      <a:pt x="2610" y="1948"/>
                      <a:pt x="2507" y="1962"/>
                      <a:pt x="2404" y="1962"/>
                    </a:cubicBezTo>
                    <a:cubicBezTo>
                      <a:pt x="2371" y="1962"/>
                      <a:pt x="2338" y="1960"/>
                      <a:pt x="2305" y="1958"/>
                    </a:cubicBezTo>
                    <a:cubicBezTo>
                      <a:pt x="2256" y="1962"/>
                      <a:pt x="2206" y="1964"/>
                      <a:pt x="2156" y="1964"/>
                    </a:cubicBezTo>
                    <a:cubicBezTo>
                      <a:pt x="2075" y="1964"/>
                      <a:pt x="1995" y="1959"/>
                      <a:pt x="1914" y="1952"/>
                    </a:cubicBezTo>
                    <a:cubicBezTo>
                      <a:pt x="1843" y="1936"/>
                      <a:pt x="1773" y="1930"/>
                      <a:pt x="1702" y="1930"/>
                    </a:cubicBezTo>
                    <a:cubicBezTo>
                      <a:pt x="1653" y="1914"/>
                      <a:pt x="1604" y="1892"/>
                      <a:pt x="1555" y="1876"/>
                    </a:cubicBezTo>
                    <a:cubicBezTo>
                      <a:pt x="1490" y="1843"/>
                      <a:pt x="1419" y="1816"/>
                      <a:pt x="1354" y="1789"/>
                    </a:cubicBezTo>
                    <a:cubicBezTo>
                      <a:pt x="1332" y="1784"/>
                      <a:pt x="1305" y="1778"/>
                      <a:pt x="1284" y="1778"/>
                    </a:cubicBezTo>
                    <a:cubicBezTo>
                      <a:pt x="1289" y="1767"/>
                      <a:pt x="1289" y="1757"/>
                      <a:pt x="1294" y="1751"/>
                    </a:cubicBezTo>
                    <a:cubicBezTo>
                      <a:pt x="1301" y="1719"/>
                      <a:pt x="1275" y="1698"/>
                      <a:pt x="1250" y="1698"/>
                    </a:cubicBezTo>
                    <a:cubicBezTo>
                      <a:pt x="1233" y="1698"/>
                      <a:pt x="1217" y="1707"/>
                      <a:pt x="1213" y="1729"/>
                    </a:cubicBezTo>
                    <a:cubicBezTo>
                      <a:pt x="1207" y="1746"/>
                      <a:pt x="1202" y="1762"/>
                      <a:pt x="1191" y="1773"/>
                    </a:cubicBezTo>
                    <a:lnTo>
                      <a:pt x="1148" y="1778"/>
                    </a:lnTo>
                    <a:cubicBezTo>
                      <a:pt x="1153" y="1751"/>
                      <a:pt x="1164" y="1729"/>
                      <a:pt x="1175" y="1702"/>
                    </a:cubicBezTo>
                    <a:cubicBezTo>
                      <a:pt x="1213" y="1653"/>
                      <a:pt x="1240" y="1599"/>
                      <a:pt x="1256" y="1534"/>
                    </a:cubicBezTo>
                    <a:cubicBezTo>
                      <a:pt x="1259" y="1509"/>
                      <a:pt x="1238" y="1495"/>
                      <a:pt x="1218" y="1495"/>
                    </a:cubicBezTo>
                    <a:cubicBezTo>
                      <a:pt x="1201" y="1495"/>
                      <a:pt x="1185" y="1504"/>
                      <a:pt x="1180" y="1523"/>
                    </a:cubicBezTo>
                    <a:cubicBezTo>
                      <a:pt x="1164" y="1561"/>
                      <a:pt x="1137" y="1593"/>
                      <a:pt x="1110" y="1621"/>
                    </a:cubicBezTo>
                    <a:cubicBezTo>
                      <a:pt x="1088" y="1653"/>
                      <a:pt x="1072" y="1680"/>
                      <a:pt x="1055" y="1718"/>
                    </a:cubicBezTo>
                    <a:cubicBezTo>
                      <a:pt x="1044" y="1740"/>
                      <a:pt x="1033" y="1773"/>
                      <a:pt x="1028" y="1800"/>
                    </a:cubicBezTo>
                    <a:lnTo>
                      <a:pt x="1006" y="1805"/>
                    </a:lnTo>
                    <a:cubicBezTo>
                      <a:pt x="887" y="1833"/>
                      <a:pt x="838" y="1974"/>
                      <a:pt x="811" y="2077"/>
                    </a:cubicBezTo>
                    <a:cubicBezTo>
                      <a:pt x="796" y="2131"/>
                      <a:pt x="786" y="2190"/>
                      <a:pt x="788" y="2249"/>
                    </a:cubicBezTo>
                    <a:lnTo>
                      <a:pt x="788" y="2249"/>
                    </a:lnTo>
                    <a:cubicBezTo>
                      <a:pt x="774" y="2221"/>
                      <a:pt x="760" y="2192"/>
                      <a:pt x="745" y="2159"/>
                    </a:cubicBezTo>
                    <a:cubicBezTo>
                      <a:pt x="680" y="2007"/>
                      <a:pt x="631" y="1849"/>
                      <a:pt x="593" y="1691"/>
                    </a:cubicBezTo>
                    <a:cubicBezTo>
                      <a:pt x="561" y="1550"/>
                      <a:pt x="539" y="1409"/>
                      <a:pt x="533" y="1262"/>
                    </a:cubicBezTo>
                    <a:cubicBezTo>
                      <a:pt x="523" y="1148"/>
                      <a:pt x="523" y="1034"/>
                      <a:pt x="506" y="925"/>
                    </a:cubicBezTo>
                    <a:close/>
                    <a:moveTo>
                      <a:pt x="3811" y="1729"/>
                    </a:moveTo>
                    <a:cubicBezTo>
                      <a:pt x="3806" y="1751"/>
                      <a:pt x="3806" y="1778"/>
                      <a:pt x="3800" y="1800"/>
                    </a:cubicBezTo>
                    <a:cubicBezTo>
                      <a:pt x="3794" y="1823"/>
                      <a:pt x="3813" y="1838"/>
                      <a:pt x="3831" y="1838"/>
                    </a:cubicBezTo>
                    <a:cubicBezTo>
                      <a:pt x="3844" y="1838"/>
                      <a:pt x="3856" y="1831"/>
                      <a:pt x="3860" y="1816"/>
                    </a:cubicBezTo>
                    <a:cubicBezTo>
                      <a:pt x="3866" y="1789"/>
                      <a:pt x="3866" y="1762"/>
                      <a:pt x="3871" y="1735"/>
                    </a:cubicBezTo>
                    <a:cubicBezTo>
                      <a:pt x="3969" y="1740"/>
                      <a:pt x="4061" y="1773"/>
                      <a:pt x="4143" y="1833"/>
                    </a:cubicBezTo>
                    <a:cubicBezTo>
                      <a:pt x="4175" y="1860"/>
                      <a:pt x="4197" y="1914"/>
                      <a:pt x="4230" y="1936"/>
                    </a:cubicBezTo>
                    <a:cubicBezTo>
                      <a:pt x="4219" y="1985"/>
                      <a:pt x="4203" y="2034"/>
                      <a:pt x="4192" y="2083"/>
                    </a:cubicBezTo>
                    <a:lnTo>
                      <a:pt x="4186" y="2088"/>
                    </a:lnTo>
                    <a:cubicBezTo>
                      <a:pt x="4165" y="2148"/>
                      <a:pt x="4132" y="2208"/>
                      <a:pt x="4094" y="2262"/>
                    </a:cubicBezTo>
                    <a:cubicBezTo>
                      <a:pt x="4072" y="2267"/>
                      <a:pt x="4045" y="2273"/>
                      <a:pt x="4023" y="2273"/>
                    </a:cubicBezTo>
                    <a:cubicBezTo>
                      <a:pt x="3991" y="2284"/>
                      <a:pt x="3963" y="2295"/>
                      <a:pt x="3942" y="2306"/>
                    </a:cubicBezTo>
                    <a:cubicBezTo>
                      <a:pt x="3871" y="2327"/>
                      <a:pt x="3795" y="2344"/>
                      <a:pt x="3724" y="2344"/>
                    </a:cubicBezTo>
                    <a:cubicBezTo>
                      <a:pt x="3762" y="2278"/>
                      <a:pt x="3789" y="2213"/>
                      <a:pt x="3817" y="2148"/>
                    </a:cubicBezTo>
                    <a:cubicBezTo>
                      <a:pt x="3824" y="2127"/>
                      <a:pt x="3808" y="2115"/>
                      <a:pt x="3792" y="2115"/>
                    </a:cubicBezTo>
                    <a:cubicBezTo>
                      <a:pt x="3783" y="2115"/>
                      <a:pt x="3773" y="2118"/>
                      <a:pt x="3768" y="2126"/>
                    </a:cubicBezTo>
                    <a:cubicBezTo>
                      <a:pt x="3735" y="2175"/>
                      <a:pt x="3697" y="2229"/>
                      <a:pt x="3670" y="2284"/>
                    </a:cubicBezTo>
                    <a:cubicBezTo>
                      <a:pt x="3659" y="2311"/>
                      <a:pt x="3643" y="2333"/>
                      <a:pt x="3626" y="2354"/>
                    </a:cubicBezTo>
                    <a:cubicBezTo>
                      <a:pt x="3561" y="2365"/>
                      <a:pt x="3496" y="2371"/>
                      <a:pt x="3436" y="2371"/>
                    </a:cubicBezTo>
                    <a:lnTo>
                      <a:pt x="3224" y="2371"/>
                    </a:lnTo>
                    <a:cubicBezTo>
                      <a:pt x="3268" y="2322"/>
                      <a:pt x="3306" y="2262"/>
                      <a:pt x="3338" y="2202"/>
                    </a:cubicBezTo>
                    <a:cubicBezTo>
                      <a:pt x="3393" y="2094"/>
                      <a:pt x="3431" y="1974"/>
                      <a:pt x="3447" y="1854"/>
                    </a:cubicBezTo>
                    <a:cubicBezTo>
                      <a:pt x="3452" y="1822"/>
                      <a:pt x="3452" y="1795"/>
                      <a:pt x="3447" y="1762"/>
                    </a:cubicBezTo>
                    <a:cubicBezTo>
                      <a:pt x="3550" y="1740"/>
                      <a:pt x="3659" y="1729"/>
                      <a:pt x="3768" y="1729"/>
                    </a:cubicBezTo>
                    <a:close/>
                    <a:moveTo>
                      <a:pt x="3398" y="1773"/>
                    </a:moveTo>
                    <a:lnTo>
                      <a:pt x="3398" y="1773"/>
                    </a:lnTo>
                    <a:cubicBezTo>
                      <a:pt x="3393" y="1996"/>
                      <a:pt x="3289" y="2197"/>
                      <a:pt x="3159" y="2376"/>
                    </a:cubicBezTo>
                    <a:cubicBezTo>
                      <a:pt x="2985" y="2371"/>
                      <a:pt x="2811" y="2344"/>
                      <a:pt x="2637" y="2295"/>
                    </a:cubicBezTo>
                    <a:lnTo>
                      <a:pt x="2642" y="2295"/>
                    </a:lnTo>
                    <a:cubicBezTo>
                      <a:pt x="2485" y="2251"/>
                      <a:pt x="2311" y="2229"/>
                      <a:pt x="2164" y="2153"/>
                    </a:cubicBezTo>
                    <a:cubicBezTo>
                      <a:pt x="2077" y="2104"/>
                      <a:pt x="1996" y="2055"/>
                      <a:pt x="1909" y="2012"/>
                    </a:cubicBezTo>
                    <a:lnTo>
                      <a:pt x="1909" y="2012"/>
                    </a:lnTo>
                    <a:lnTo>
                      <a:pt x="1952" y="2017"/>
                    </a:lnTo>
                    <a:cubicBezTo>
                      <a:pt x="2025" y="2028"/>
                      <a:pt x="2097" y="2032"/>
                      <a:pt x="2169" y="2032"/>
                    </a:cubicBezTo>
                    <a:cubicBezTo>
                      <a:pt x="2211" y="2032"/>
                      <a:pt x="2253" y="2030"/>
                      <a:pt x="2295" y="2028"/>
                    </a:cubicBezTo>
                    <a:cubicBezTo>
                      <a:pt x="2333" y="2032"/>
                      <a:pt x="2371" y="2034"/>
                      <a:pt x="2409" y="2034"/>
                    </a:cubicBezTo>
                    <a:cubicBezTo>
                      <a:pt x="2485" y="2034"/>
                      <a:pt x="2563" y="2026"/>
                      <a:pt x="2642" y="2012"/>
                    </a:cubicBezTo>
                    <a:cubicBezTo>
                      <a:pt x="2762" y="1985"/>
                      <a:pt x="2882" y="1941"/>
                      <a:pt x="2996" y="1898"/>
                    </a:cubicBezTo>
                    <a:cubicBezTo>
                      <a:pt x="3132" y="1854"/>
                      <a:pt x="3262" y="1805"/>
                      <a:pt x="3398" y="1773"/>
                    </a:cubicBezTo>
                    <a:close/>
                    <a:moveTo>
                      <a:pt x="3556" y="2425"/>
                    </a:moveTo>
                    <a:cubicBezTo>
                      <a:pt x="3469" y="2523"/>
                      <a:pt x="3398" y="2643"/>
                      <a:pt x="3284" y="2708"/>
                    </a:cubicBezTo>
                    <a:cubicBezTo>
                      <a:pt x="3246" y="2732"/>
                      <a:pt x="3192" y="2757"/>
                      <a:pt x="3140" y="2757"/>
                    </a:cubicBezTo>
                    <a:cubicBezTo>
                      <a:pt x="3112" y="2757"/>
                      <a:pt x="3084" y="2749"/>
                      <a:pt x="3061" y="2730"/>
                    </a:cubicBezTo>
                    <a:cubicBezTo>
                      <a:pt x="2985" y="2653"/>
                      <a:pt x="3088" y="2550"/>
                      <a:pt x="3137" y="2490"/>
                    </a:cubicBezTo>
                    <a:lnTo>
                      <a:pt x="3175" y="2441"/>
                    </a:lnTo>
                    <a:lnTo>
                      <a:pt x="3317" y="2441"/>
                    </a:lnTo>
                    <a:cubicBezTo>
                      <a:pt x="3398" y="2441"/>
                      <a:pt x="3480" y="2436"/>
                      <a:pt x="3556" y="2425"/>
                    </a:cubicBezTo>
                    <a:close/>
                    <a:moveTo>
                      <a:pt x="1278" y="1827"/>
                    </a:moveTo>
                    <a:cubicBezTo>
                      <a:pt x="1349" y="1833"/>
                      <a:pt x="1419" y="1860"/>
                      <a:pt x="1485" y="1892"/>
                    </a:cubicBezTo>
                    <a:cubicBezTo>
                      <a:pt x="1523" y="1909"/>
                      <a:pt x="1561" y="1925"/>
                      <a:pt x="1599" y="1936"/>
                    </a:cubicBezTo>
                    <a:cubicBezTo>
                      <a:pt x="1599" y="1941"/>
                      <a:pt x="1599" y="1941"/>
                      <a:pt x="1604" y="1941"/>
                    </a:cubicBezTo>
                    <a:lnTo>
                      <a:pt x="1637" y="1952"/>
                    </a:lnTo>
                    <a:lnTo>
                      <a:pt x="1680" y="1969"/>
                    </a:lnTo>
                    <a:cubicBezTo>
                      <a:pt x="1822" y="2017"/>
                      <a:pt x="1958" y="2083"/>
                      <a:pt x="2083" y="2164"/>
                    </a:cubicBezTo>
                    <a:cubicBezTo>
                      <a:pt x="2191" y="2229"/>
                      <a:pt x="2316" y="2278"/>
                      <a:pt x="2447" y="2306"/>
                    </a:cubicBezTo>
                    <a:cubicBezTo>
                      <a:pt x="2594" y="2344"/>
                      <a:pt x="2735" y="2393"/>
                      <a:pt x="2887" y="2420"/>
                    </a:cubicBezTo>
                    <a:cubicBezTo>
                      <a:pt x="2963" y="2431"/>
                      <a:pt x="3039" y="2436"/>
                      <a:pt x="3115" y="2436"/>
                    </a:cubicBezTo>
                    <a:cubicBezTo>
                      <a:pt x="3094" y="2469"/>
                      <a:pt x="3066" y="2496"/>
                      <a:pt x="3045" y="2523"/>
                    </a:cubicBezTo>
                    <a:cubicBezTo>
                      <a:pt x="2990" y="2594"/>
                      <a:pt x="2947" y="2670"/>
                      <a:pt x="3018" y="2751"/>
                    </a:cubicBezTo>
                    <a:cubicBezTo>
                      <a:pt x="3057" y="2793"/>
                      <a:pt x="3100" y="2808"/>
                      <a:pt x="3144" y="2808"/>
                    </a:cubicBezTo>
                    <a:cubicBezTo>
                      <a:pt x="3187" y="2808"/>
                      <a:pt x="3231" y="2794"/>
                      <a:pt x="3273" y="2778"/>
                    </a:cubicBezTo>
                    <a:cubicBezTo>
                      <a:pt x="3404" y="2724"/>
                      <a:pt x="3490" y="2605"/>
                      <a:pt x="3588" y="2507"/>
                    </a:cubicBezTo>
                    <a:cubicBezTo>
                      <a:pt x="3615" y="2474"/>
                      <a:pt x="3648" y="2447"/>
                      <a:pt x="3675" y="2414"/>
                    </a:cubicBezTo>
                    <a:lnTo>
                      <a:pt x="3795" y="2398"/>
                    </a:lnTo>
                    <a:cubicBezTo>
                      <a:pt x="3866" y="2393"/>
                      <a:pt x="3931" y="2376"/>
                      <a:pt x="3996" y="2354"/>
                    </a:cubicBezTo>
                    <a:cubicBezTo>
                      <a:pt x="4012" y="2344"/>
                      <a:pt x="4029" y="2338"/>
                      <a:pt x="4045" y="2338"/>
                    </a:cubicBezTo>
                    <a:cubicBezTo>
                      <a:pt x="4018" y="2376"/>
                      <a:pt x="3985" y="2420"/>
                      <a:pt x="3953" y="2458"/>
                    </a:cubicBezTo>
                    <a:cubicBezTo>
                      <a:pt x="3866" y="2588"/>
                      <a:pt x="3757" y="2702"/>
                      <a:pt x="3632" y="2800"/>
                    </a:cubicBezTo>
                    <a:cubicBezTo>
                      <a:pt x="3496" y="2882"/>
                      <a:pt x="3355" y="2947"/>
                      <a:pt x="3208" y="2996"/>
                    </a:cubicBezTo>
                    <a:cubicBezTo>
                      <a:pt x="3099" y="3034"/>
                      <a:pt x="2980" y="3083"/>
                      <a:pt x="2914" y="3186"/>
                    </a:cubicBezTo>
                    <a:cubicBezTo>
                      <a:pt x="2876" y="3246"/>
                      <a:pt x="2849" y="3317"/>
                      <a:pt x="2838" y="3387"/>
                    </a:cubicBezTo>
                    <a:cubicBezTo>
                      <a:pt x="2811" y="3458"/>
                      <a:pt x="2789" y="3529"/>
                      <a:pt x="2778" y="3599"/>
                    </a:cubicBezTo>
                    <a:cubicBezTo>
                      <a:pt x="2768" y="3692"/>
                      <a:pt x="2751" y="3784"/>
                      <a:pt x="2735" y="3871"/>
                    </a:cubicBezTo>
                    <a:cubicBezTo>
                      <a:pt x="2729" y="3953"/>
                      <a:pt x="2724" y="4034"/>
                      <a:pt x="2729" y="4110"/>
                    </a:cubicBezTo>
                    <a:cubicBezTo>
                      <a:pt x="2713" y="4230"/>
                      <a:pt x="2751" y="4344"/>
                      <a:pt x="2833" y="4431"/>
                    </a:cubicBezTo>
                    <a:cubicBezTo>
                      <a:pt x="2854" y="4458"/>
                      <a:pt x="2882" y="4485"/>
                      <a:pt x="2909" y="4507"/>
                    </a:cubicBezTo>
                    <a:lnTo>
                      <a:pt x="2914" y="4518"/>
                    </a:lnTo>
                    <a:cubicBezTo>
                      <a:pt x="2980" y="4621"/>
                      <a:pt x="3099" y="4665"/>
                      <a:pt x="3208" y="4708"/>
                    </a:cubicBezTo>
                    <a:cubicBezTo>
                      <a:pt x="3355" y="4757"/>
                      <a:pt x="3496" y="4822"/>
                      <a:pt x="3632" y="4904"/>
                    </a:cubicBezTo>
                    <a:cubicBezTo>
                      <a:pt x="3757" y="4996"/>
                      <a:pt x="3866" y="5110"/>
                      <a:pt x="3953" y="5241"/>
                    </a:cubicBezTo>
                    <a:cubicBezTo>
                      <a:pt x="4039" y="5360"/>
                      <a:pt x="4143" y="5475"/>
                      <a:pt x="4192" y="5616"/>
                    </a:cubicBezTo>
                    <a:cubicBezTo>
                      <a:pt x="4213" y="5681"/>
                      <a:pt x="4230" y="5757"/>
                      <a:pt x="4246" y="5833"/>
                    </a:cubicBezTo>
                    <a:cubicBezTo>
                      <a:pt x="4257" y="5861"/>
                      <a:pt x="4262" y="5893"/>
                      <a:pt x="4268" y="5920"/>
                    </a:cubicBezTo>
                    <a:cubicBezTo>
                      <a:pt x="4186" y="5882"/>
                      <a:pt x="4110" y="5850"/>
                      <a:pt x="4029" y="5817"/>
                    </a:cubicBezTo>
                    <a:cubicBezTo>
                      <a:pt x="3958" y="5795"/>
                      <a:pt x="3887" y="5779"/>
                      <a:pt x="3817" y="5757"/>
                    </a:cubicBezTo>
                    <a:cubicBezTo>
                      <a:pt x="3827" y="5725"/>
                      <a:pt x="3833" y="5687"/>
                      <a:pt x="3838" y="5654"/>
                    </a:cubicBezTo>
                    <a:cubicBezTo>
                      <a:pt x="3849" y="5567"/>
                      <a:pt x="3844" y="5442"/>
                      <a:pt x="3751" y="5404"/>
                    </a:cubicBezTo>
                    <a:cubicBezTo>
                      <a:pt x="3751" y="5401"/>
                      <a:pt x="3750" y="5400"/>
                      <a:pt x="3748" y="5400"/>
                    </a:cubicBezTo>
                    <a:cubicBezTo>
                      <a:pt x="3746" y="5400"/>
                      <a:pt x="3743" y="5401"/>
                      <a:pt x="3741" y="5404"/>
                    </a:cubicBezTo>
                    <a:cubicBezTo>
                      <a:pt x="3702" y="5339"/>
                      <a:pt x="3648" y="5284"/>
                      <a:pt x="3583" y="5252"/>
                    </a:cubicBezTo>
                    <a:cubicBezTo>
                      <a:pt x="3580" y="5249"/>
                      <a:pt x="3578" y="5248"/>
                      <a:pt x="3576" y="5248"/>
                    </a:cubicBezTo>
                    <a:cubicBezTo>
                      <a:pt x="3568" y="5248"/>
                      <a:pt x="3562" y="5260"/>
                      <a:pt x="3567" y="5268"/>
                    </a:cubicBezTo>
                    <a:cubicBezTo>
                      <a:pt x="3621" y="5339"/>
                      <a:pt x="3697" y="5404"/>
                      <a:pt x="3692" y="5496"/>
                    </a:cubicBezTo>
                    <a:cubicBezTo>
                      <a:pt x="3692" y="5520"/>
                      <a:pt x="3706" y="5531"/>
                      <a:pt x="3722" y="5531"/>
                    </a:cubicBezTo>
                    <a:cubicBezTo>
                      <a:pt x="3732" y="5531"/>
                      <a:pt x="3743" y="5526"/>
                      <a:pt x="3751" y="5518"/>
                    </a:cubicBezTo>
                    <a:lnTo>
                      <a:pt x="3751" y="5518"/>
                    </a:lnTo>
                    <a:cubicBezTo>
                      <a:pt x="3762" y="5589"/>
                      <a:pt x="3757" y="5665"/>
                      <a:pt x="3735" y="5736"/>
                    </a:cubicBezTo>
                    <a:lnTo>
                      <a:pt x="3686" y="5719"/>
                    </a:lnTo>
                    <a:cubicBezTo>
                      <a:pt x="3605" y="5687"/>
                      <a:pt x="3518" y="5654"/>
                      <a:pt x="3436" y="5632"/>
                    </a:cubicBezTo>
                    <a:cubicBezTo>
                      <a:pt x="3431" y="5610"/>
                      <a:pt x="3425" y="5583"/>
                      <a:pt x="3420" y="5562"/>
                    </a:cubicBezTo>
                    <a:cubicBezTo>
                      <a:pt x="3404" y="5469"/>
                      <a:pt x="3338" y="5230"/>
                      <a:pt x="3485" y="5214"/>
                    </a:cubicBezTo>
                    <a:cubicBezTo>
                      <a:pt x="3496" y="5214"/>
                      <a:pt x="3501" y="5192"/>
                      <a:pt x="3485" y="5192"/>
                    </a:cubicBezTo>
                    <a:cubicBezTo>
                      <a:pt x="3322" y="5192"/>
                      <a:pt x="3344" y="5399"/>
                      <a:pt x="3360" y="5507"/>
                    </a:cubicBezTo>
                    <a:cubicBezTo>
                      <a:pt x="3365" y="5545"/>
                      <a:pt x="3371" y="5583"/>
                      <a:pt x="3376" y="5627"/>
                    </a:cubicBezTo>
                    <a:cubicBezTo>
                      <a:pt x="3338" y="5621"/>
                      <a:pt x="3300" y="5619"/>
                      <a:pt x="3263" y="5619"/>
                    </a:cubicBezTo>
                    <a:cubicBezTo>
                      <a:pt x="3225" y="5619"/>
                      <a:pt x="3189" y="5621"/>
                      <a:pt x="3153" y="5627"/>
                    </a:cubicBezTo>
                    <a:cubicBezTo>
                      <a:pt x="3066" y="5632"/>
                      <a:pt x="2980" y="5654"/>
                      <a:pt x="2898" y="5665"/>
                    </a:cubicBezTo>
                    <a:cubicBezTo>
                      <a:pt x="2789" y="5687"/>
                      <a:pt x="2681" y="5708"/>
                      <a:pt x="2572" y="5719"/>
                    </a:cubicBezTo>
                    <a:cubicBezTo>
                      <a:pt x="2479" y="5736"/>
                      <a:pt x="2387" y="5768"/>
                      <a:pt x="2300" y="5812"/>
                    </a:cubicBezTo>
                    <a:cubicBezTo>
                      <a:pt x="2235" y="5839"/>
                      <a:pt x="2175" y="5877"/>
                      <a:pt x="2115" y="5920"/>
                    </a:cubicBezTo>
                    <a:lnTo>
                      <a:pt x="2061" y="5926"/>
                    </a:lnTo>
                    <a:cubicBezTo>
                      <a:pt x="1996" y="5937"/>
                      <a:pt x="1925" y="5958"/>
                      <a:pt x="1860" y="5969"/>
                    </a:cubicBezTo>
                    <a:cubicBezTo>
                      <a:pt x="1708" y="6007"/>
                      <a:pt x="1555" y="6040"/>
                      <a:pt x="1403" y="6056"/>
                    </a:cubicBezTo>
                    <a:cubicBezTo>
                      <a:pt x="1380" y="6058"/>
                      <a:pt x="1357" y="6059"/>
                      <a:pt x="1334" y="6059"/>
                    </a:cubicBezTo>
                    <a:cubicBezTo>
                      <a:pt x="1190" y="6059"/>
                      <a:pt x="1049" y="6019"/>
                      <a:pt x="908" y="5991"/>
                    </a:cubicBezTo>
                    <a:cubicBezTo>
                      <a:pt x="811" y="5969"/>
                      <a:pt x="718" y="5920"/>
                      <a:pt x="642" y="5850"/>
                    </a:cubicBezTo>
                    <a:cubicBezTo>
                      <a:pt x="675" y="5746"/>
                      <a:pt x="707" y="5643"/>
                      <a:pt x="751" y="5545"/>
                    </a:cubicBezTo>
                    <a:lnTo>
                      <a:pt x="745" y="5540"/>
                    </a:lnTo>
                    <a:cubicBezTo>
                      <a:pt x="767" y="5485"/>
                      <a:pt x="794" y="5437"/>
                      <a:pt x="816" y="5388"/>
                    </a:cubicBezTo>
                    <a:cubicBezTo>
                      <a:pt x="838" y="5322"/>
                      <a:pt x="876" y="5263"/>
                      <a:pt x="930" y="5219"/>
                    </a:cubicBezTo>
                    <a:cubicBezTo>
                      <a:pt x="1131" y="5029"/>
                      <a:pt x="1376" y="4882"/>
                      <a:pt x="1642" y="4790"/>
                    </a:cubicBezTo>
                    <a:cubicBezTo>
                      <a:pt x="1773" y="4746"/>
                      <a:pt x="1892" y="4697"/>
                      <a:pt x="2012" y="4632"/>
                    </a:cubicBezTo>
                    <a:lnTo>
                      <a:pt x="2034" y="4616"/>
                    </a:lnTo>
                    <a:cubicBezTo>
                      <a:pt x="2039" y="4618"/>
                      <a:pt x="2045" y="4620"/>
                      <a:pt x="2050" y="4620"/>
                    </a:cubicBezTo>
                    <a:cubicBezTo>
                      <a:pt x="2055" y="4620"/>
                      <a:pt x="2061" y="4618"/>
                      <a:pt x="2066" y="4616"/>
                    </a:cubicBezTo>
                    <a:cubicBezTo>
                      <a:pt x="2121" y="4583"/>
                      <a:pt x="2164" y="4534"/>
                      <a:pt x="2186" y="4474"/>
                    </a:cubicBezTo>
                    <a:cubicBezTo>
                      <a:pt x="2191" y="4464"/>
                      <a:pt x="2197" y="4453"/>
                      <a:pt x="2202" y="4442"/>
                    </a:cubicBezTo>
                    <a:cubicBezTo>
                      <a:pt x="2213" y="4409"/>
                      <a:pt x="2224" y="4377"/>
                      <a:pt x="2235" y="4339"/>
                    </a:cubicBezTo>
                    <a:cubicBezTo>
                      <a:pt x="2267" y="4213"/>
                      <a:pt x="2278" y="4078"/>
                      <a:pt x="2278" y="3947"/>
                    </a:cubicBezTo>
                    <a:cubicBezTo>
                      <a:pt x="2278" y="3817"/>
                      <a:pt x="2295" y="3686"/>
                      <a:pt x="2251" y="3561"/>
                    </a:cubicBezTo>
                    <a:cubicBezTo>
                      <a:pt x="2229" y="3496"/>
                      <a:pt x="2208" y="3436"/>
                      <a:pt x="2180" y="3371"/>
                    </a:cubicBezTo>
                    <a:lnTo>
                      <a:pt x="2180" y="3366"/>
                    </a:lnTo>
                    <a:cubicBezTo>
                      <a:pt x="2208" y="3355"/>
                      <a:pt x="2218" y="3327"/>
                      <a:pt x="2213" y="3300"/>
                    </a:cubicBezTo>
                    <a:cubicBezTo>
                      <a:pt x="2191" y="3181"/>
                      <a:pt x="2104" y="3121"/>
                      <a:pt x="2012" y="3067"/>
                    </a:cubicBezTo>
                    <a:cubicBezTo>
                      <a:pt x="1892" y="3001"/>
                      <a:pt x="1773" y="2952"/>
                      <a:pt x="1642" y="2909"/>
                    </a:cubicBezTo>
                    <a:cubicBezTo>
                      <a:pt x="1409" y="2827"/>
                      <a:pt x="1197" y="2708"/>
                      <a:pt x="1012" y="2550"/>
                    </a:cubicBezTo>
                    <a:cubicBezTo>
                      <a:pt x="974" y="2501"/>
                      <a:pt x="941" y="2452"/>
                      <a:pt x="908" y="2403"/>
                    </a:cubicBezTo>
                    <a:cubicBezTo>
                      <a:pt x="843" y="2284"/>
                      <a:pt x="876" y="2110"/>
                      <a:pt x="925" y="1990"/>
                    </a:cubicBezTo>
                    <a:cubicBezTo>
                      <a:pt x="941" y="1930"/>
                      <a:pt x="985" y="1882"/>
                      <a:pt x="1044" y="1860"/>
                    </a:cubicBezTo>
                    <a:cubicBezTo>
                      <a:pt x="1050" y="1871"/>
                      <a:pt x="1055" y="1876"/>
                      <a:pt x="1066" y="1882"/>
                    </a:cubicBezTo>
                    <a:cubicBezTo>
                      <a:pt x="1069" y="1884"/>
                      <a:pt x="1073" y="1886"/>
                      <a:pt x="1077" y="1886"/>
                    </a:cubicBezTo>
                    <a:cubicBezTo>
                      <a:pt x="1081" y="1886"/>
                      <a:pt x="1085" y="1884"/>
                      <a:pt x="1088" y="1882"/>
                    </a:cubicBezTo>
                    <a:cubicBezTo>
                      <a:pt x="1104" y="1871"/>
                      <a:pt x="1115" y="1854"/>
                      <a:pt x="1126" y="1838"/>
                    </a:cubicBezTo>
                    <a:lnTo>
                      <a:pt x="1159" y="1833"/>
                    </a:lnTo>
                    <a:lnTo>
                      <a:pt x="1159" y="1833"/>
                    </a:lnTo>
                    <a:cubicBezTo>
                      <a:pt x="1148" y="1843"/>
                      <a:pt x="1142" y="1860"/>
                      <a:pt x="1137" y="1876"/>
                    </a:cubicBezTo>
                    <a:cubicBezTo>
                      <a:pt x="1110" y="1925"/>
                      <a:pt x="1104" y="1985"/>
                      <a:pt x="1126" y="2039"/>
                    </a:cubicBezTo>
                    <a:cubicBezTo>
                      <a:pt x="1132" y="2048"/>
                      <a:pt x="1140" y="2052"/>
                      <a:pt x="1148" y="2052"/>
                    </a:cubicBezTo>
                    <a:cubicBezTo>
                      <a:pt x="1155" y="2052"/>
                      <a:pt x="1162" y="2050"/>
                      <a:pt x="1169" y="2045"/>
                    </a:cubicBezTo>
                    <a:cubicBezTo>
                      <a:pt x="1213" y="2007"/>
                      <a:pt x="1213" y="1941"/>
                      <a:pt x="1229" y="1892"/>
                    </a:cubicBezTo>
                    <a:cubicBezTo>
                      <a:pt x="1240" y="1871"/>
                      <a:pt x="1251" y="1843"/>
                      <a:pt x="1267" y="1827"/>
                    </a:cubicBezTo>
                    <a:close/>
                    <a:moveTo>
                      <a:pt x="3447" y="5736"/>
                    </a:moveTo>
                    <a:cubicBezTo>
                      <a:pt x="3529" y="5757"/>
                      <a:pt x="3610" y="5806"/>
                      <a:pt x="3697" y="5822"/>
                    </a:cubicBezTo>
                    <a:cubicBezTo>
                      <a:pt x="3675" y="5882"/>
                      <a:pt x="3643" y="5942"/>
                      <a:pt x="3621" y="5996"/>
                    </a:cubicBezTo>
                    <a:cubicBezTo>
                      <a:pt x="3577" y="6073"/>
                      <a:pt x="3518" y="6192"/>
                      <a:pt x="3425" y="6214"/>
                    </a:cubicBezTo>
                    <a:cubicBezTo>
                      <a:pt x="3411" y="6218"/>
                      <a:pt x="3399" y="6220"/>
                      <a:pt x="3389" y="6220"/>
                    </a:cubicBezTo>
                    <a:cubicBezTo>
                      <a:pt x="3306" y="6220"/>
                      <a:pt x="3400" y="6083"/>
                      <a:pt x="3414" y="6034"/>
                    </a:cubicBezTo>
                    <a:cubicBezTo>
                      <a:pt x="3442" y="5937"/>
                      <a:pt x="3452" y="5833"/>
                      <a:pt x="3442" y="5736"/>
                    </a:cubicBezTo>
                    <a:close/>
                    <a:moveTo>
                      <a:pt x="3278" y="5721"/>
                    </a:moveTo>
                    <a:cubicBezTo>
                      <a:pt x="3311" y="5721"/>
                      <a:pt x="3344" y="5722"/>
                      <a:pt x="3376" y="5725"/>
                    </a:cubicBezTo>
                    <a:cubicBezTo>
                      <a:pt x="3382" y="5774"/>
                      <a:pt x="3382" y="5822"/>
                      <a:pt x="3376" y="5871"/>
                    </a:cubicBezTo>
                    <a:cubicBezTo>
                      <a:pt x="3376" y="5953"/>
                      <a:pt x="3349" y="6029"/>
                      <a:pt x="3311" y="6100"/>
                    </a:cubicBezTo>
                    <a:cubicBezTo>
                      <a:pt x="3284" y="6132"/>
                      <a:pt x="3273" y="6170"/>
                      <a:pt x="3278" y="6208"/>
                    </a:cubicBezTo>
                    <a:cubicBezTo>
                      <a:pt x="3305" y="6261"/>
                      <a:pt x="3356" y="6296"/>
                      <a:pt x="3412" y="6296"/>
                    </a:cubicBezTo>
                    <a:cubicBezTo>
                      <a:pt x="3425" y="6296"/>
                      <a:pt x="3439" y="6294"/>
                      <a:pt x="3452" y="6290"/>
                    </a:cubicBezTo>
                    <a:cubicBezTo>
                      <a:pt x="3550" y="6252"/>
                      <a:pt x="3626" y="6132"/>
                      <a:pt x="3681" y="6051"/>
                    </a:cubicBezTo>
                    <a:cubicBezTo>
                      <a:pt x="3719" y="5986"/>
                      <a:pt x="3751" y="5915"/>
                      <a:pt x="3779" y="5850"/>
                    </a:cubicBezTo>
                    <a:cubicBezTo>
                      <a:pt x="3855" y="5866"/>
                      <a:pt x="3925" y="5888"/>
                      <a:pt x="3996" y="5909"/>
                    </a:cubicBezTo>
                    <a:cubicBezTo>
                      <a:pt x="4083" y="5948"/>
                      <a:pt x="4175" y="5969"/>
                      <a:pt x="4268" y="5986"/>
                    </a:cubicBezTo>
                    <a:cubicBezTo>
                      <a:pt x="4273" y="6013"/>
                      <a:pt x="4279" y="6040"/>
                      <a:pt x="4279" y="6067"/>
                    </a:cubicBezTo>
                    <a:cubicBezTo>
                      <a:pt x="4284" y="6094"/>
                      <a:pt x="4295" y="6116"/>
                      <a:pt x="4300" y="6143"/>
                    </a:cubicBezTo>
                    <a:cubicBezTo>
                      <a:pt x="4306" y="6187"/>
                      <a:pt x="4300" y="6230"/>
                      <a:pt x="4290" y="6279"/>
                    </a:cubicBezTo>
                    <a:cubicBezTo>
                      <a:pt x="4279" y="6344"/>
                      <a:pt x="4284" y="6415"/>
                      <a:pt x="4273" y="6480"/>
                    </a:cubicBezTo>
                    <a:cubicBezTo>
                      <a:pt x="4268" y="6513"/>
                      <a:pt x="4262" y="6545"/>
                      <a:pt x="4257" y="6578"/>
                    </a:cubicBezTo>
                    <a:cubicBezTo>
                      <a:pt x="4262" y="6605"/>
                      <a:pt x="4262" y="6627"/>
                      <a:pt x="4262" y="6654"/>
                    </a:cubicBezTo>
                    <a:cubicBezTo>
                      <a:pt x="4262" y="6670"/>
                      <a:pt x="4257" y="6692"/>
                      <a:pt x="4257" y="6714"/>
                    </a:cubicBezTo>
                    <a:lnTo>
                      <a:pt x="2768" y="6714"/>
                    </a:lnTo>
                    <a:cubicBezTo>
                      <a:pt x="2648" y="6714"/>
                      <a:pt x="2534" y="6719"/>
                      <a:pt x="2420" y="6719"/>
                    </a:cubicBezTo>
                    <a:cubicBezTo>
                      <a:pt x="2316" y="6719"/>
                      <a:pt x="2213" y="6703"/>
                      <a:pt x="2110" y="6698"/>
                    </a:cubicBezTo>
                    <a:cubicBezTo>
                      <a:pt x="2029" y="6694"/>
                      <a:pt x="1949" y="6692"/>
                      <a:pt x="1869" y="6692"/>
                    </a:cubicBezTo>
                    <a:cubicBezTo>
                      <a:pt x="1724" y="6692"/>
                      <a:pt x="1580" y="6698"/>
                      <a:pt x="1436" y="6709"/>
                    </a:cubicBezTo>
                    <a:cubicBezTo>
                      <a:pt x="1213" y="6719"/>
                      <a:pt x="990" y="6752"/>
                      <a:pt x="767" y="6768"/>
                    </a:cubicBezTo>
                    <a:cubicBezTo>
                      <a:pt x="680" y="6774"/>
                      <a:pt x="593" y="6774"/>
                      <a:pt x="506" y="6779"/>
                    </a:cubicBezTo>
                    <a:cubicBezTo>
                      <a:pt x="523" y="6665"/>
                      <a:pt x="523" y="6551"/>
                      <a:pt x="528" y="6442"/>
                    </a:cubicBezTo>
                    <a:lnTo>
                      <a:pt x="533" y="6437"/>
                    </a:lnTo>
                    <a:cubicBezTo>
                      <a:pt x="539" y="6290"/>
                      <a:pt x="561" y="6149"/>
                      <a:pt x="593" y="6007"/>
                    </a:cubicBezTo>
                    <a:cubicBezTo>
                      <a:pt x="604" y="5975"/>
                      <a:pt x="610" y="5937"/>
                      <a:pt x="620" y="5899"/>
                    </a:cubicBezTo>
                    <a:cubicBezTo>
                      <a:pt x="669" y="5948"/>
                      <a:pt x="724" y="5991"/>
                      <a:pt x="789" y="6018"/>
                    </a:cubicBezTo>
                    <a:cubicBezTo>
                      <a:pt x="876" y="6045"/>
                      <a:pt x="963" y="6073"/>
                      <a:pt x="1055" y="6089"/>
                    </a:cubicBezTo>
                    <a:cubicBezTo>
                      <a:pt x="1153" y="6116"/>
                      <a:pt x="1256" y="6127"/>
                      <a:pt x="1365" y="6127"/>
                    </a:cubicBezTo>
                    <a:cubicBezTo>
                      <a:pt x="1457" y="6121"/>
                      <a:pt x="1544" y="6105"/>
                      <a:pt x="1637" y="6078"/>
                    </a:cubicBezTo>
                    <a:cubicBezTo>
                      <a:pt x="1735" y="6056"/>
                      <a:pt x="1833" y="6040"/>
                      <a:pt x="1930" y="6013"/>
                    </a:cubicBezTo>
                    <a:cubicBezTo>
                      <a:pt x="1996" y="5996"/>
                      <a:pt x="2164" y="5986"/>
                      <a:pt x="2229" y="5926"/>
                    </a:cubicBezTo>
                    <a:cubicBezTo>
                      <a:pt x="2278" y="5909"/>
                      <a:pt x="2322" y="5899"/>
                      <a:pt x="2365" y="5888"/>
                    </a:cubicBezTo>
                    <a:cubicBezTo>
                      <a:pt x="2452" y="5855"/>
                      <a:pt x="2539" y="5828"/>
                      <a:pt x="2637" y="5817"/>
                    </a:cubicBezTo>
                    <a:cubicBezTo>
                      <a:pt x="2729" y="5806"/>
                      <a:pt x="2822" y="5790"/>
                      <a:pt x="2920" y="5774"/>
                    </a:cubicBezTo>
                    <a:cubicBezTo>
                      <a:pt x="2963" y="5763"/>
                      <a:pt x="3007" y="5763"/>
                      <a:pt x="3045" y="5757"/>
                    </a:cubicBezTo>
                    <a:cubicBezTo>
                      <a:pt x="3094" y="5741"/>
                      <a:pt x="3137" y="5730"/>
                      <a:pt x="3181" y="5725"/>
                    </a:cubicBezTo>
                    <a:cubicBezTo>
                      <a:pt x="3213" y="5722"/>
                      <a:pt x="3246" y="5721"/>
                      <a:pt x="3278" y="5721"/>
                    </a:cubicBezTo>
                    <a:close/>
                    <a:moveTo>
                      <a:pt x="1733" y="6862"/>
                    </a:moveTo>
                    <a:cubicBezTo>
                      <a:pt x="1830" y="6862"/>
                      <a:pt x="1926" y="6863"/>
                      <a:pt x="2023" y="6866"/>
                    </a:cubicBezTo>
                    <a:cubicBezTo>
                      <a:pt x="2213" y="6872"/>
                      <a:pt x="2398" y="6899"/>
                      <a:pt x="2588" y="6899"/>
                    </a:cubicBezTo>
                    <a:cubicBezTo>
                      <a:pt x="2652" y="6901"/>
                      <a:pt x="2717" y="6901"/>
                      <a:pt x="2783" y="6901"/>
                    </a:cubicBezTo>
                    <a:cubicBezTo>
                      <a:pt x="2915" y="6901"/>
                      <a:pt x="3052" y="6899"/>
                      <a:pt x="3186" y="6899"/>
                    </a:cubicBezTo>
                    <a:lnTo>
                      <a:pt x="4409" y="6899"/>
                    </a:lnTo>
                    <a:cubicBezTo>
                      <a:pt x="4438" y="6899"/>
                      <a:pt x="4470" y="6895"/>
                      <a:pt x="4500" y="6895"/>
                    </a:cubicBezTo>
                    <a:cubicBezTo>
                      <a:pt x="4547" y="6895"/>
                      <a:pt x="4590" y="6905"/>
                      <a:pt x="4610" y="6959"/>
                    </a:cubicBezTo>
                    <a:cubicBezTo>
                      <a:pt x="4616" y="6997"/>
                      <a:pt x="4621" y="7029"/>
                      <a:pt x="4621" y="7067"/>
                    </a:cubicBezTo>
                    <a:cubicBezTo>
                      <a:pt x="4627" y="7105"/>
                      <a:pt x="4637" y="7143"/>
                      <a:pt x="4648" y="7176"/>
                    </a:cubicBezTo>
                    <a:cubicBezTo>
                      <a:pt x="4686" y="7355"/>
                      <a:pt x="4496" y="7404"/>
                      <a:pt x="4366" y="7426"/>
                    </a:cubicBezTo>
                    <a:lnTo>
                      <a:pt x="4366" y="7431"/>
                    </a:lnTo>
                    <a:cubicBezTo>
                      <a:pt x="4279" y="7431"/>
                      <a:pt x="4186" y="7442"/>
                      <a:pt x="4099" y="7459"/>
                    </a:cubicBezTo>
                    <a:cubicBezTo>
                      <a:pt x="4061" y="7475"/>
                      <a:pt x="4023" y="7486"/>
                      <a:pt x="3980" y="7491"/>
                    </a:cubicBezTo>
                    <a:lnTo>
                      <a:pt x="3849" y="7491"/>
                    </a:lnTo>
                    <a:cubicBezTo>
                      <a:pt x="3811" y="7497"/>
                      <a:pt x="3751" y="7513"/>
                      <a:pt x="3702" y="7518"/>
                    </a:cubicBezTo>
                    <a:lnTo>
                      <a:pt x="2632" y="7518"/>
                    </a:lnTo>
                    <a:cubicBezTo>
                      <a:pt x="2648" y="7489"/>
                      <a:pt x="2624" y="7460"/>
                      <a:pt x="2594" y="7460"/>
                    </a:cubicBezTo>
                    <a:cubicBezTo>
                      <a:pt x="2585" y="7460"/>
                      <a:pt x="2575" y="7463"/>
                      <a:pt x="2566" y="7470"/>
                    </a:cubicBezTo>
                    <a:cubicBezTo>
                      <a:pt x="2550" y="7484"/>
                      <a:pt x="2528" y="7488"/>
                      <a:pt x="2504" y="7488"/>
                    </a:cubicBezTo>
                    <a:cubicBezTo>
                      <a:pt x="2472" y="7488"/>
                      <a:pt x="2437" y="7480"/>
                      <a:pt x="2409" y="7480"/>
                    </a:cubicBezTo>
                    <a:cubicBezTo>
                      <a:pt x="2382" y="7480"/>
                      <a:pt x="2349" y="7480"/>
                      <a:pt x="2316" y="7486"/>
                    </a:cubicBezTo>
                    <a:cubicBezTo>
                      <a:pt x="2257" y="7480"/>
                      <a:pt x="2191" y="7470"/>
                      <a:pt x="2132" y="7464"/>
                    </a:cubicBezTo>
                    <a:cubicBezTo>
                      <a:pt x="2069" y="7461"/>
                      <a:pt x="2008" y="7460"/>
                      <a:pt x="1947" y="7460"/>
                    </a:cubicBezTo>
                    <a:cubicBezTo>
                      <a:pt x="1886" y="7460"/>
                      <a:pt x="1824" y="7461"/>
                      <a:pt x="1762" y="7464"/>
                    </a:cubicBezTo>
                    <a:cubicBezTo>
                      <a:pt x="1729" y="7459"/>
                      <a:pt x="1691" y="7453"/>
                      <a:pt x="1653" y="7453"/>
                    </a:cubicBezTo>
                    <a:cubicBezTo>
                      <a:pt x="1617" y="7451"/>
                      <a:pt x="1580" y="7451"/>
                      <a:pt x="1543" y="7451"/>
                    </a:cubicBezTo>
                    <a:cubicBezTo>
                      <a:pt x="1469" y="7451"/>
                      <a:pt x="1394" y="7453"/>
                      <a:pt x="1322" y="7453"/>
                    </a:cubicBezTo>
                    <a:cubicBezTo>
                      <a:pt x="1213" y="7453"/>
                      <a:pt x="1110" y="7426"/>
                      <a:pt x="1001" y="7421"/>
                    </a:cubicBezTo>
                    <a:cubicBezTo>
                      <a:pt x="965" y="7419"/>
                      <a:pt x="928" y="7418"/>
                      <a:pt x="891" y="7418"/>
                    </a:cubicBezTo>
                    <a:cubicBezTo>
                      <a:pt x="817" y="7418"/>
                      <a:pt x="742" y="7421"/>
                      <a:pt x="669" y="7421"/>
                    </a:cubicBezTo>
                    <a:cubicBezTo>
                      <a:pt x="619" y="7421"/>
                      <a:pt x="550" y="7426"/>
                      <a:pt x="479" y="7426"/>
                    </a:cubicBezTo>
                    <a:cubicBezTo>
                      <a:pt x="326" y="7426"/>
                      <a:pt x="164" y="7401"/>
                      <a:pt x="164" y="7241"/>
                    </a:cubicBezTo>
                    <a:cubicBezTo>
                      <a:pt x="158" y="7171"/>
                      <a:pt x="164" y="7100"/>
                      <a:pt x="175" y="7029"/>
                    </a:cubicBezTo>
                    <a:cubicBezTo>
                      <a:pt x="191" y="6942"/>
                      <a:pt x="262" y="6942"/>
                      <a:pt x="343" y="6931"/>
                    </a:cubicBezTo>
                    <a:cubicBezTo>
                      <a:pt x="419" y="6926"/>
                      <a:pt x="501" y="6910"/>
                      <a:pt x="582" y="6904"/>
                    </a:cubicBezTo>
                    <a:cubicBezTo>
                      <a:pt x="680" y="6904"/>
                      <a:pt x="773" y="6904"/>
                      <a:pt x="865" y="6899"/>
                    </a:cubicBezTo>
                    <a:cubicBezTo>
                      <a:pt x="1154" y="6874"/>
                      <a:pt x="1444" y="6862"/>
                      <a:pt x="1733" y="6862"/>
                    </a:cubicBezTo>
                    <a:close/>
                    <a:moveTo>
                      <a:pt x="2969" y="1"/>
                    </a:moveTo>
                    <a:cubicBezTo>
                      <a:pt x="2799" y="1"/>
                      <a:pt x="2630" y="8"/>
                      <a:pt x="2463" y="22"/>
                    </a:cubicBezTo>
                    <a:cubicBezTo>
                      <a:pt x="2255" y="46"/>
                      <a:pt x="2042" y="62"/>
                      <a:pt x="1833" y="62"/>
                    </a:cubicBezTo>
                    <a:cubicBezTo>
                      <a:pt x="1802" y="62"/>
                      <a:pt x="1771" y="61"/>
                      <a:pt x="1740" y="61"/>
                    </a:cubicBezTo>
                    <a:cubicBezTo>
                      <a:pt x="1621" y="66"/>
                      <a:pt x="1506" y="77"/>
                      <a:pt x="1392" y="93"/>
                    </a:cubicBezTo>
                    <a:cubicBezTo>
                      <a:pt x="1371" y="99"/>
                      <a:pt x="1349" y="99"/>
                      <a:pt x="1322" y="104"/>
                    </a:cubicBezTo>
                    <a:cubicBezTo>
                      <a:pt x="1273" y="104"/>
                      <a:pt x="1218" y="104"/>
                      <a:pt x="1169" y="109"/>
                    </a:cubicBezTo>
                    <a:cubicBezTo>
                      <a:pt x="1084" y="122"/>
                      <a:pt x="998" y="128"/>
                      <a:pt x="913" y="128"/>
                    </a:cubicBezTo>
                    <a:cubicBezTo>
                      <a:pt x="884" y="128"/>
                      <a:pt x="855" y="127"/>
                      <a:pt x="827" y="126"/>
                    </a:cubicBezTo>
                    <a:cubicBezTo>
                      <a:pt x="732" y="123"/>
                      <a:pt x="628" y="114"/>
                      <a:pt x="524" y="114"/>
                    </a:cubicBezTo>
                    <a:cubicBezTo>
                      <a:pt x="413" y="114"/>
                      <a:pt x="303" y="124"/>
                      <a:pt x="207" y="164"/>
                    </a:cubicBezTo>
                    <a:cubicBezTo>
                      <a:pt x="137" y="191"/>
                      <a:pt x="82" y="240"/>
                      <a:pt x="44" y="300"/>
                    </a:cubicBezTo>
                    <a:cubicBezTo>
                      <a:pt x="12" y="381"/>
                      <a:pt x="1" y="474"/>
                      <a:pt x="17" y="555"/>
                    </a:cubicBezTo>
                    <a:cubicBezTo>
                      <a:pt x="17" y="713"/>
                      <a:pt x="50" y="849"/>
                      <a:pt x="218" y="887"/>
                    </a:cubicBezTo>
                    <a:cubicBezTo>
                      <a:pt x="272" y="903"/>
                      <a:pt x="332" y="909"/>
                      <a:pt x="392" y="914"/>
                    </a:cubicBezTo>
                    <a:cubicBezTo>
                      <a:pt x="370" y="1034"/>
                      <a:pt x="354" y="1148"/>
                      <a:pt x="354" y="1267"/>
                    </a:cubicBezTo>
                    <a:cubicBezTo>
                      <a:pt x="354" y="1419"/>
                      <a:pt x="370" y="1566"/>
                      <a:pt x="403" y="1713"/>
                    </a:cubicBezTo>
                    <a:cubicBezTo>
                      <a:pt x="436" y="1876"/>
                      <a:pt x="484" y="2028"/>
                      <a:pt x="539" y="2181"/>
                    </a:cubicBezTo>
                    <a:cubicBezTo>
                      <a:pt x="566" y="2251"/>
                      <a:pt x="599" y="2306"/>
                      <a:pt x="626" y="2371"/>
                    </a:cubicBezTo>
                    <a:cubicBezTo>
                      <a:pt x="642" y="2436"/>
                      <a:pt x="675" y="2501"/>
                      <a:pt x="718" y="2550"/>
                    </a:cubicBezTo>
                    <a:cubicBezTo>
                      <a:pt x="903" y="2762"/>
                      <a:pt x="1137" y="2920"/>
                      <a:pt x="1398" y="3023"/>
                    </a:cubicBezTo>
                    <a:cubicBezTo>
                      <a:pt x="1539" y="3077"/>
                      <a:pt x="1691" y="3105"/>
                      <a:pt x="1833" y="3164"/>
                    </a:cubicBezTo>
                    <a:cubicBezTo>
                      <a:pt x="1898" y="3186"/>
                      <a:pt x="1958" y="3219"/>
                      <a:pt x="2017" y="3257"/>
                    </a:cubicBezTo>
                    <a:lnTo>
                      <a:pt x="2023" y="3268"/>
                    </a:lnTo>
                    <a:cubicBezTo>
                      <a:pt x="2039" y="3355"/>
                      <a:pt x="2066" y="3442"/>
                      <a:pt x="2104" y="3529"/>
                    </a:cubicBezTo>
                    <a:cubicBezTo>
                      <a:pt x="2126" y="3583"/>
                      <a:pt x="2142" y="3643"/>
                      <a:pt x="2148" y="3708"/>
                    </a:cubicBezTo>
                    <a:cubicBezTo>
                      <a:pt x="2153" y="3773"/>
                      <a:pt x="2142" y="3849"/>
                      <a:pt x="2142" y="3915"/>
                    </a:cubicBezTo>
                    <a:cubicBezTo>
                      <a:pt x="2148" y="3980"/>
                      <a:pt x="2142" y="4045"/>
                      <a:pt x="2137" y="4110"/>
                    </a:cubicBezTo>
                    <a:cubicBezTo>
                      <a:pt x="2132" y="4170"/>
                      <a:pt x="2110" y="4230"/>
                      <a:pt x="2099" y="4284"/>
                    </a:cubicBezTo>
                    <a:cubicBezTo>
                      <a:pt x="2088" y="4328"/>
                      <a:pt x="2077" y="4366"/>
                      <a:pt x="2061" y="4398"/>
                    </a:cubicBezTo>
                    <a:cubicBezTo>
                      <a:pt x="2050" y="4420"/>
                      <a:pt x="2034" y="4436"/>
                      <a:pt x="2017" y="4453"/>
                    </a:cubicBezTo>
                    <a:cubicBezTo>
                      <a:pt x="1958" y="4491"/>
                      <a:pt x="1898" y="4523"/>
                      <a:pt x="1833" y="4545"/>
                    </a:cubicBezTo>
                    <a:cubicBezTo>
                      <a:pt x="1691" y="4605"/>
                      <a:pt x="1539" y="4632"/>
                      <a:pt x="1398" y="4686"/>
                    </a:cubicBezTo>
                    <a:cubicBezTo>
                      <a:pt x="1137" y="4790"/>
                      <a:pt x="903" y="4947"/>
                      <a:pt x="718" y="5154"/>
                    </a:cubicBezTo>
                    <a:cubicBezTo>
                      <a:pt x="675" y="5208"/>
                      <a:pt x="642" y="5273"/>
                      <a:pt x="626" y="5339"/>
                    </a:cubicBezTo>
                    <a:cubicBezTo>
                      <a:pt x="599" y="5399"/>
                      <a:pt x="566" y="5458"/>
                      <a:pt x="539" y="5524"/>
                    </a:cubicBezTo>
                    <a:cubicBezTo>
                      <a:pt x="484" y="5676"/>
                      <a:pt x="436" y="5833"/>
                      <a:pt x="403" y="5996"/>
                    </a:cubicBezTo>
                    <a:cubicBezTo>
                      <a:pt x="370" y="6138"/>
                      <a:pt x="354" y="6290"/>
                      <a:pt x="354" y="6437"/>
                    </a:cubicBezTo>
                    <a:cubicBezTo>
                      <a:pt x="354" y="6556"/>
                      <a:pt x="365" y="6670"/>
                      <a:pt x="387" y="6790"/>
                    </a:cubicBezTo>
                    <a:cubicBezTo>
                      <a:pt x="327" y="6796"/>
                      <a:pt x="272" y="6801"/>
                      <a:pt x="213" y="6817"/>
                    </a:cubicBezTo>
                    <a:cubicBezTo>
                      <a:pt x="44" y="6855"/>
                      <a:pt x="17" y="6991"/>
                      <a:pt x="12" y="7149"/>
                    </a:cubicBezTo>
                    <a:cubicBezTo>
                      <a:pt x="1" y="7230"/>
                      <a:pt x="12" y="7323"/>
                      <a:pt x="39" y="7404"/>
                    </a:cubicBezTo>
                    <a:cubicBezTo>
                      <a:pt x="77" y="7464"/>
                      <a:pt x="137" y="7513"/>
                      <a:pt x="202" y="7540"/>
                    </a:cubicBezTo>
                    <a:cubicBezTo>
                      <a:pt x="300" y="7580"/>
                      <a:pt x="412" y="7590"/>
                      <a:pt x="523" y="7590"/>
                    </a:cubicBezTo>
                    <a:cubicBezTo>
                      <a:pt x="628" y="7590"/>
                      <a:pt x="732" y="7581"/>
                      <a:pt x="827" y="7578"/>
                    </a:cubicBezTo>
                    <a:cubicBezTo>
                      <a:pt x="855" y="7577"/>
                      <a:pt x="884" y="7576"/>
                      <a:pt x="912" y="7576"/>
                    </a:cubicBezTo>
                    <a:cubicBezTo>
                      <a:pt x="998" y="7576"/>
                      <a:pt x="1082" y="7582"/>
                      <a:pt x="1164" y="7595"/>
                    </a:cubicBezTo>
                    <a:cubicBezTo>
                      <a:pt x="1218" y="7600"/>
                      <a:pt x="1267" y="7600"/>
                      <a:pt x="1322" y="7600"/>
                    </a:cubicBezTo>
                    <a:cubicBezTo>
                      <a:pt x="1343" y="7605"/>
                      <a:pt x="1365" y="7605"/>
                      <a:pt x="1387" y="7611"/>
                    </a:cubicBezTo>
                    <a:cubicBezTo>
                      <a:pt x="1506" y="7627"/>
                      <a:pt x="1621" y="7638"/>
                      <a:pt x="1735" y="7643"/>
                    </a:cubicBezTo>
                    <a:cubicBezTo>
                      <a:pt x="1979" y="7643"/>
                      <a:pt x="2218" y="7654"/>
                      <a:pt x="2458" y="7682"/>
                    </a:cubicBezTo>
                    <a:cubicBezTo>
                      <a:pt x="2628" y="7696"/>
                      <a:pt x="2798" y="7703"/>
                      <a:pt x="2967" y="7703"/>
                    </a:cubicBezTo>
                    <a:cubicBezTo>
                      <a:pt x="3051" y="7703"/>
                      <a:pt x="3135" y="7701"/>
                      <a:pt x="3219" y="7698"/>
                    </a:cubicBezTo>
                    <a:lnTo>
                      <a:pt x="3599" y="7698"/>
                    </a:lnTo>
                    <a:cubicBezTo>
                      <a:pt x="3724" y="7698"/>
                      <a:pt x="3827" y="7676"/>
                      <a:pt x="3942" y="7676"/>
                    </a:cubicBezTo>
                    <a:cubicBezTo>
                      <a:pt x="4001" y="7676"/>
                      <a:pt x="4061" y="7665"/>
                      <a:pt x="4121" y="7643"/>
                    </a:cubicBezTo>
                    <a:cubicBezTo>
                      <a:pt x="4165" y="7627"/>
                      <a:pt x="4213" y="7616"/>
                      <a:pt x="4262" y="7616"/>
                    </a:cubicBezTo>
                    <a:cubicBezTo>
                      <a:pt x="4349" y="7616"/>
                      <a:pt x="4431" y="7605"/>
                      <a:pt x="4518" y="7578"/>
                    </a:cubicBezTo>
                    <a:cubicBezTo>
                      <a:pt x="4681" y="7535"/>
                      <a:pt x="4790" y="7442"/>
                      <a:pt x="4828" y="7274"/>
                    </a:cubicBezTo>
                    <a:cubicBezTo>
                      <a:pt x="4839" y="7230"/>
                      <a:pt x="4839" y="7181"/>
                      <a:pt x="4828" y="7138"/>
                    </a:cubicBezTo>
                    <a:cubicBezTo>
                      <a:pt x="4817" y="7089"/>
                      <a:pt x="4811" y="7040"/>
                      <a:pt x="4811" y="6991"/>
                    </a:cubicBezTo>
                    <a:lnTo>
                      <a:pt x="4811" y="6986"/>
                    </a:lnTo>
                    <a:cubicBezTo>
                      <a:pt x="4806" y="6915"/>
                      <a:pt x="4779" y="6850"/>
                      <a:pt x="4735" y="6790"/>
                    </a:cubicBezTo>
                    <a:cubicBezTo>
                      <a:pt x="4683" y="6743"/>
                      <a:pt x="4619" y="6712"/>
                      <a:pt x="4549" y="6712"/>
                    </a:cubicBezTo>
                    <a:cubicBezTo>
                      <a:pt x="4539" y="6712"/>
                      <a:pt x="4528" y="6713"/>
                      <a:pt x="4518" y="6714"/>
                    </a:cubicBezTo>
                    <a:lnTo>
                      <a:pt x="4382" y="6714"/>
                    </a:lnTo>
                    <a:cubicBezTo>
                      <a:pt x="4387" y="6698"/>
                      <a:pt x="4393" y="6681"/>
                      <a:pt x="4398" y="6665"/>
                    </a:cubicBezTo>
                    <a:cubicBezTo>
                      <a:pt x="4404" y="6632"/>
                      <a:pt x="4398" y="6600"/>
                      <a:pt x="4404" y="6567"/>
                    </a:cubicBezTo>
                    <a:cubicBezTo>
                      <a:pt x="4415" y="6535"/>
                      <a:pt x="4425" y="6502"/>
                      <a:pt x="4431" y="6469"/>
                    </a:cubicBezTo>
                    <a:cubicBezTo>
                      <a:pt x="4447" y="6388"/>
                      <a:pt x="4453" y="6306"/>
                      <a:pt x="4463" y="6230"/>
                    </a:cubicBezTo>
                    <a:cubicBezTo>
                      <a:pt x="4469" y="6154"/>
                      <a:pt x="4458" y="6083"/>
                      <a:pt x="4447" y="6013"/>
                    </a:cubicBezTo>
                    <a:cubicBezTo>
                      <a:pt x="4442" y="5937"/>
                      <a:pt x="4431" y="5861"/>
                      <a:pt x="4409" y="5784"/>
                    </a:cubicBezTo>
                    <a:cubicBezTo>
                      <a:pt x="4393" y="5703"/>
                      <a:pt x="4371" y="5621"/>
                      <a:pt x="4344" y="5540"/>
                    </a:cubicBezTo>
                    <a:cubicBezTo>
                      <a:pt x="4317" y="5475"/>
                      <a:pt x="4284" y="5415"/>
                      <a:pt x="4246" y="5350"/>
                    </a:cubicBezTo>
                    <a:cubicBezTo>
                      <a:pt x="4203" y="5290"/>
                      <a:pt x="4165" y="5230"/>
                      <a:pt x="4116" y="5176"/>
                    </a:cubicBezTo>
                    <a:cubicBezTo>
                      <a:pt x="4067" y="5110"/>
                      <a:pt x="4023" y="5040"/>
                      <a:pt x="3969" y="4980"/>
                    </a:cubicBezTo>
                    <a:cubicBezTo>
                      <a:pt x="3860" y="4855"/>
                      <a:pt x="3730" y="4752"/>
                      <a:pt x="3577" y="4681"/>
                    </a:cubicBezTo>
                    <a:cubicBezTo>
                      <a:pt x="3431" y="4605"/>
                      <a:pt x="3257" y="4578"/>
                      <a:pt x="3110" y="4491"/>
                    </a:cubicBezTo>
                    <a:cubicBezTo>
                      <a:pt x="2996" y="4425"/>
                      <a:pt x="2996" y="4279"/>
                      <a:pt x="2947" y="4165"/>
                    </a:cubicBezTo>
                    <a:cubicBezTo>
                      <a:pt x="2941" y="4148"/>
                      <a:pt x="2920" y="4137"/>
                      <a:pt x="2903" y="4137"/>
                    </a:cubicBezTo>
                    <a:cubicBezTo>
                      <a:pt x="2903" y="4078"/>
                      <a:pt x="2909" y="4018"/>
                      <a:pt x="2909" y="3963"/>
                    </a:cubicBezTo>
                    <a:cubicBezTo>
                      <a:pt x="2909" y="3887"/>
                      <a:pt x="2920" y="3817"/>
                      <a:pt x="2931" y="3746"/>
                    </a:cubicBezTo>
                    <a:cubicBezTo>
                      <a:pt x="2941" y="3670"/>
                      <a:pt x="2941" y="3599"/>
                      <a:pt x="2952" y="3523"/>
                    </a:cubicBezTo>
                    <a:cubicBezTo>
                      <a:pt x="2996" y="3414"/>
                      <a:pt x="2996" y="3279"/>
                      <a:pt x="3110" y="3208"/>
                    </a:cubicBezTo>
                    <a:cubicBezTo>
                      <a:pt x="3257" y="3121"/>
                      <a:pt x="3431" y="3094"/>
                      <a:pt x="3577" y="3023"/>
                    </a:cubicBezTo>
                    <a:cubicBezTo>
                      <a:pt x="3730" y="2952"/>
                      <a:pt x="3860" y="2849"/>
                      <a:pt x="3969" y="2724"/>
                    </a:cubicBezTo>
                    <a:cubicBezTo>
                      <a:pt x="4023" y="2664"/>
                      <a:pt x="4067" y="2588"/>
                      <a:pt x="4116" y="2528"/>
                    </a:cubicBezTo>
                    <a:cubicBezTo>
                      <a:pt x="4165" y="2474"/>
                      <a:pt x="4208" y="2414"/>
                      <a:pt x="4246" y="2349"/>
                    </a:cubicBezTo>
                    <a:cubicBezTo>
                      <a:pt x="4284" y="2289"/>
                      <a:pt x="4317" y="2229"/>
                      <a:pt x="4344" y="2164"/>
                    </a:cubicBezTo>
                    <a:cubicBezTo>
                      <a:pt x="4371" y="2083"/>
                      <a:pt x="4393" y="2001"/>
                      <a:pt x="4409" y="1914"/>
                    </a:cubicBezTo>
                    <a:cubicBezTo>
                      <a:pt x="4431" y="1843"/>
                      <a:pt x="4442" y="1767"/>
                      <a:pt x="4447" y="1691"/>
                    </a:cubicBezTo>
                    <a:cubicBezTo>
                      <a:pt x="4458" y="1621"/>
                      <a:pt x="4469" y="1545"/>
                      <a:pt x="4463" y="1474"/>
                    </a:cubicBezTo>
                    <a:cubicBezTo>
                      <a:pt x="4453" y="1392"/>
                      <a:pt x="4447" y="1316"/>
                      <a:pt x="4431" y="1235"/>
                    </a:cubicBezTo>
                    <a:cubicBezTo>
                      <a:pt x="4425" y="1202"/>
                      <a:pt x="4415" y="1164"/>
                      <a:pt x="4404" y="1137"/>
                    </a:cubicBezTo>
                    <a:cubicBezTo>
                      <a:pt x="4398" y="1104"/>
                      <a:pt x="4404" y="1072"/>
                      <a:pt x="4398" y="1039"/>
                    </a:cubicBezTo>
                    <a:cubicBezTo>
                      <a:pt x="4393" y="1023"/>
                      <a:pt x="4387" y="1006"/>
                      <a:pt x="4382" y="990"/>
                    </a:cubicBezTo>
                    <a:lnTo>
                      <a:pt x="4518" y="990"/>
                    </a:lnTo>
                    <a:cubicBezTo>
                      <a:pt x="4525" y="991"/>
                      <a:pt x="4531" y="991"/>
                      <a:pt x="4538" y="991"/>
                    </a:cubicBezTo>
                    <a:cubicBezTo>
                      <a:pt x="4612" y="991"/>
                      <a:pt x="4680" y="964"/>
                      <a:pt x="4735" y="914"/>
                    </a:cubicBezTo>
                    <a:cubicBezTo>
                      <a:pt x="4779" y="854"/>
                      <a:pt x="4806" y="789"/>
                      <a:pt x="4811" y="713"/>
                    </a:cubicBezTo>
                    <a:cubicBezTo>
                      <a:pt x="4811" y="664"/>
                      <a:pt x="4817" y="615"/>
                      <a:pt x="4828" y="566"/>
                    </a:cubicBezTo>
                    <a:cubicBezTo>
                      <a:pt x="4839" y="523"/>
                      <a:pt x="4844" y="474"/>
                      <a:pt x="4833" y="430"/>
                    </a:cubicBezTo>
                    <a:cubicBezTo>
                      <a:pt x="4795" y="256"/>
                      <a:pt x="4681" y="169"/>
                      <a:pt x="4518" y="126"/>
                    </a:cubicBezTo>
                    <a:cubicBezTo>
                      <a:pt x="4436" y="99"/>
                      <a:pt x="4349" y="88"/>
                      <a:pt x="4262" y="88"/>
                    </a:cubicBezTo>
                    <a:cubicBezTo>
                      <a:pt x="4213" y="88"/>
                      <a:pt x="4165" y="77"/>
                      <a:pt x="4121" y="61"/>
                    </a:cubicBezTo>
                    <a:cubicBezTo>
                      <a:pt x="4067" y="39"/>
                      <a:pt x="4007" y="28"/>
                      <a:pt x="3947" y="28"/>
                    </a:cubicBezTo>
                    <a:cubicBezTo>
                      <a:pt x="3827" y="28"/>
                      <a:pt x="3719" y="6"/>
                      <a:pt x="3599" y="6"/>
                    </a:cubicBezTo>
                    <a:lnTo>
                      <a:pt x="3224" y="6"/>
                    </a:lnTo>
                    <a:cubicBezTo>
                      <a:pt x="3139" y="3"/>
                      <a:pt x="3054" y="1"/>
                      <a:pt x="2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0"/>
              <p:cNvSpPr/>
              <p:nvPr/>
            </p:nvSpPr>
            <p:spPr>
              <a:xfrm>
                <a:off x="3654800" y="3687925"/>
                <a:ext cx="17125" cy="35950"/>
              </a:xfrm>
              <a:custGeom>
                <a:rect b="b" l="l" r="r" t="t"/>
                <a:pathLst>
                  <a:path extrusionOk="0" h="1438" w="685">
                    <a:moveTo>
                      <a:pt x="676" y="1"/>
                    </a:moveTo>
                    <a:cubicBezTo>
                      <a:pt x="672" y="1"/>
                      <a:pt x="668" y="2"/>
                      <a:pt x="668" y="5"/>
                    </a:cubicBezTo>
                    <a:cubicBezTo>
                      <a:pt x="646" y="157"/>
                      <a:pt x="614" y="309"/>
                      <a:pt x="565" y="456"/>
                    </a:cubicBezTo>
                    <a:cubicBezTo>
                      <a:pt x="527" y="597"/>
                      <a:pt x="467" y="739"/>
                      <a:pt x="402" y="869"/>
                    </a:cubicBezTo>
                    <a:cubicBezTo>
                      <a:pt x="337" y="978"/>
                      <a:pt x="271" y="1076"/>
                      <a:pt x="195" y="1173"/>
                    </a:cubicBezTo>
                    <a:cubicBezTo>
                      <a:pt x="163" y="1217"/>
                      <a:pt x="141" y="1266"/>
                      <a:pt x="103" y="1309"/>
                    </a:cubicBezTo>
                    <a:cubicBezTo>
                      <a:pt x="70" y="1353"/>
                      <a:pt x="27" y="1369"/>
                      <a:pt x="5" y="1413"/>
                    </a:cubicBezTo>
                    <a:cubicBezTo>
                      <a:pt x="1" y="1425"/>
                      <a:pt x="10" y="1438"/>
                      <a:pt x="19" y="1438"/>
                    </a:cubicBezTo>
                    <a:cubicBezTo>
                      <a:pt x="22" y="1438"/>
                      <a:pt x="24" y="1437"/>
                      <a:pt x="27" y="1434"/>
                    </a:cubicBezTo>
                    <a:cubicBezTo>
                      <a:pt x="65" y="1391"/>
                      <a:pt x="130" y="1380"/>
                      <a:pt x="168" y="1342"/>
                    </a:cubicBezTo>
                    <a:cubicBezTo>
                      <a:pt x="212" y="1298"/>
                      <a:pt x="250" y="1244"/>
                      <a:pt x="288" y="1195"/>
                    </a:cubicBezTo>
                    <a:cubicBezTo>
                      <a:pt x="320" y="1157"/>
                      <a:pt x="348" y="1119"/>
                      <a:pt x="369" y="1076"/>
                    </a:cubicBezTo>
                    <a:cubicBezTo>
                      <a:pt x="413" y="1010"/>
                      <a:pt x="456" y="940"/>
                      <a:pt x="494" y="869"/>
                    </a:cubicBezTo>
                    <a:cubicBezTo>
                      <a:pt x="549" y="733"/>
                      <a:pt x="592" y="597"/>
                      <a:pt x="619" y="450"/>
                    </a:cubicBezTo>
                    <a:cubicBezTo>
                      <a:pt x="657" y="309"/>
                      <a:pt x="679" y="157"/>
                      <a:pt x="685" y="5"/>
                    </a:cubicBezTo>
                    <a:cubicBezTo>
                      <a:pt x="685" y="2"/>
                      <a:pt x="680"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20"/>
              <p:cNvSpPr/>
              <p:nvPr/>
            </p:nvSpPr>
            <p:spPr>
              <a:xfrm>
                <a:off x="3681425" y="3684100"/>
                <a:ext cx="15500" cy="29500"/>
              </a:xfrm>
              <a:custGeom>
                <a:rect b="b" l="l" r="r" t="t"/>
                <a:pathLst>
                  <a:path extrusionOk="0" h="1180" w="620">
                    <a:moveTo>
                      <a:pt x="16" y="0"/>
                    </a:moveTo>
                    <a:cubicBezTo>
                      <a:pt x="8" y="0"/>
                      <a:pt x="0" y="5"/>
                      <a:pt x="0" y="16"/>
                    </a:cubicBezTo>
                    <a:cubicBezTo>
                      <a:pt x="0" y="82"/>
                      <a:pt x="22" y="152"/>
                      <a:pt x="16" y="223"/>
                    </a:cubicBezTo>
                    <a:cubicBezTo>
                      <a:pt x="16" y="294"/>
                      <a:pt x="11" y="353"/>
                      <a:pt x="11" y="424"/>
                    </a:cubicBezTo>
                    <a:cubicBezTo>
                      <a:pt x="16" y="544"/>
                      <a:pt x="49" y="663"/>
                      <a:pt x="103" y="772"/>
                    </a:cubicBezTo>
                    <a:cubicBezTo>
                      <a:pt x="196" y="946"/>
                      <a:pt x="364" y="1180"/>
                      <a:pt x="587" y="1180"/>
                    </a:cubicBezTo>
                    <a:cubicBezTo>
                      <a:pt x="609" y="1180"/>
                      <a:pt x="620" y="1147"/>
                      <a:pt x="598" y="1136"/>
                    </a:cubicBezTo>
                    <a:cubicBezTo>
                      <a:pt x="294" y="989"/>
                      <a:pt x="92" y="696"/>
                      <a:pt x="65" y="364"/>
                    </a:cubicBezTo>
                    <a:cubicBezTo>
                      <a:pt x="60" y="304"/>
                      <a:pt x="65" y="250"/>
                      <a:pt x="54" y="196"/>
                    </a:cubicBezTo>
                    <a:cubicBezTo>
                      <a:pt x="49" y="141"/>
                      <a:pt x="33" y="76"/>
                      <a:pt x="33" y="16"/>
                    </a:cubicBezTo>
                    <a:cubicBezTo>
                      <a:pt x="33" y="5"/>
                      <a:pt x="25"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20"/>
              <p:cNvSpPr/>
              <p:nvPr/>
            </p:nvSpPr>
            <p:spPr>
              <a:xfrm>
                <a:off x="3661025" y="3702175"/>
                <a:ext cx="5325" cy="4950"/>
              </a:xfrm>
              <a:custGeom>
                <a:rect b="b" l="l" r="r" t="t"/>
                <a:pathLst>
                  <a:path extrusionOk="0" h="198" w="213">
                    <a:moveTo>
                      <a:pt x="60" y="0"/>
                    </a:moveTo>
                    <a:cubicBezTo>
                      <a:pt x="17" y="5"/>
                      <a:pt x="6" y="54"/>
                      <a:pt x="6" y="92"/>
                    </a:cubicBezTo>
                    <a:cubicBezTo>
                      <a:pt x="1" y="114"/>
                      <a:pt x="6" y="136"/>
                      <a:pt x="22" y="152"/>
                    </a:cubicBezTo>
                    <a:cubicBezTo>
                      <a:pt x="33" y="163"/>
                      <a:pt x="50" y="169"/>
                      <a:pt x="60" y="185"/>
                    </a:cubicBezTo>
                    <a:cubicBezTo>
                      <a:pt x="64" y="193"/>
                      <a:pt x="74" y="198"/>
                      <a:pt x="83" y="198"/>
                    </a:cubicBezTo>
                    <a:cubicBezTo>
                      <a:pt x="87" y="198"/>
                      <a:pt x="90" y="197"/>
                      <a:pt x="93" y="196"/>
                    </a:cubicBezTo>
                    <a:cubicBezTo>
                      <a:pt x="153" y="174"/>
                      <a:pt x="213" y="120"/>
                      <a:pt x="169" y="54"/>
                    </a:cubicBezTo>
                    <a:cubicBezTo>
                      <a:pt x="164" y="49"/>
                      <a:pt x="158" y="47"/>
                      <a:pt x="153" y="47"/>
                    </a:cubicBezTo>
                    <a:cubicBezTo>
                      <a:pt x="146" y="47"/>
                      <a:pt x="140" y="51"/>
                      <a:pt x="137" y="60"/>
                    </a:cubicBezTo>
                    <a:cubicBezTo>
                      <a:pt x="131" y="76"/>
                      <a:pt x="126" y="92"/>
                      <a:pt x="115" y="114"/>
                    </a:cubicBezTo>
                    <a:cubicBezTo>
                      <a:pt x="109" y="120"/>
                      <a:pt x="99" y="125"/>
                      <a:pt x="88" y="130"/>
                    </a:cubicBezTo>
                    <a:cubicBezTo>
                      <a:pt x="82" y="130"/>
                      <a:pt x="77" y="125"/>
                      <a:pt x="77" y="125"/>
                    </a:cubicBezTo>
                    <a:cubicBezTo>
                      <a:pt x="66" y="120"/>
                      <a:pt x="55" y="125"/>
                      <a:pt x="50" y="114"/>
                    </a:cubicBezTo>
                    <a:cubicBezTo>
                      <a:pt x="44" y="103"/>
                      <a:pt x="44" y="76"/>
                      <a:pt x="44" y="65"/>
                    </a:cubicBezTo>
                    <a:cubicBezTo>
                      <a:pt x="44" y="44"/>
                      <a:pt x="44" y="22"/>
                      <a:pt x="66" y="11"/>
                    </a:cubicBezTo>
                    <a:cubicBezTo>
                      <a:pt x="71" y="11"/>
                      <a:pt x="66"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0"/>
              <p:cNvSpPr/>
              <p:nvPr/>
            </p:nvSpPr>
            <p:spPr>
              <a:xfrm>
                <a:off x="3662925" y="3697275"/>
                <a:ext cx="2200" cy="1525"/>
              </a:xfrm>
              <a:custGeom>
                <a:rect b="b" l="l" r="r" t="t"/>
                <a:pathLst>
                  <a:path extrusionOk="0" h="61" w="88">
                    <a:moveTo>
                      <a:pt x="61" y="0"/>
                    </a:moveTo>
                    <a:cubicBezTo>
                      <a:pt x="50" y="0"/>
                      <a:pt x="44" y="6"/>
                      <a:pt x="39" y="11"/>
                    </a:cubicBezTo>
                    <a:lnTo>
                      <a:pt x="28" y="11"/>
                    </a:lnTo>
                    <a:cubicBezTo>
                      <a:pt x="17" y="11"/>
                      <a:pt x="6" y="17"/>
                      <a:pt x="6" y="28"/>
                    </a:cubicBezTo>
                    <a:cubicBezTo>
                      <a:pt x="1" y="38"/>
                      <a:pt x="6" y="49"/>
                      <a:pt x="23" y="55"/>
                    </a:cubicBezTo>
                    <a:cubicBezTo>
                      <a:pt x="33" y="60"/>
                      <a:pt x="44" y="60"/>
                      <a:pt x="55" y="60"/>
                    </a:cubicBezTo>
                    <a:cubicBezTo>
                      <a:pt x="66" y="60"/>
                      <a:pt x="71" y="55"/>
                      <a:pt x="77" y="49"/>
                    </a:cubicBezTo>
                    <a:cubicBezTo>
                      <a:pt x="88" y="38"/>
                      <a:pt x="88" y="33"/>
                      <a:pt x="88" y="22"/>
                    </a:cubicBezTo>
                    <a:cubicBezTo>
                      <a:pt x="88" y="11"/>
                      <a:pt x="82" y="0"/>
                      <a:pt x="77" y="0"/>
                    </a:cubicBezTo>
                    <a:lnTo>
                      <a:pt x="71" y="6"/>
                    </a:lnTo>
                    <a:cubicBezTo>
                      <a:pt x="66" y="0"/>
                      <a:pt x="61" y="0"/>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0"/>
              <p:cNvSpPr/>
              <p:nvPr/>
            </p:nvSpPr>
            <p:spPr>
              <a:xfrm>
                <a:off x="3642825" y="3704500"/>
                <a:ext cx="10200" cy="5875"/>
              </a:xfrm>
              <a:custGeom>
                <a:rect b="b" l="l" r="r" t="t"/>
                <a:pathLst>
                  <a:path extrusionOk="0" h="235" w="408">
                    <a:moveTo>
                      <a:pt x="352" y="0"/>
                    </a:moveTo>
                    <a:cubicBezTo>
                      <a:pt x="315" y="0"/>
                      <a:pt x="269" y="20"/>
                      <a:pt x="245" y="32"/>
                    </a:cubicBezTo>
                    <a:lnTo>
                      <a:pt x="239" y="32"/>
                    </a:lnTo>
                    <a:cubicBezTo>
                      <a:pt x="174" y="65"/>
                      <a:pt x="0" y="108"/>
                      <a:pt x="11" y="206"/>
                    </a:cubicBezTo>
                    <a:cubicBezTo>
                      <a:pt x="11" y="217"/>
                      <a:pt x="17" y="233"/>
                      <a:pt x="27" y="233"/>
                    </a:cubicBezTo>
                    <a:cubicBezTo>
                      <a:pt x="32" y="234"/>
                      <a:pt x="37" y="234"/>
                      <a:pt x="41" y="234"/>
                    </a:cubicBezTo>
                    <a:cubicBezTo>
                      <a:pt x="103" y="234"/>
                      <a:pt x="167" y="171"/>
                      <a:pt x="218" y="146"/>
                    </a:cubicBezTo>
                    <a:cubicBezTo>
                      <a:pt x="245" y="135"/>
                      <a:pt x="267" y="130"/>
                      <a:pt x="288" y="114"/>
                    </a:cubicBezTo>
                    <a:cubicBezTo>
                      <a:pt x="299" y="108"/>
                      <a:pt x="310" y="103"/>
                      <a:pt x="321" y="97"/>
                    </a:cubicBezTo>
                    <a:cubicBezTo>
                      <a:pt x="326" y="92"/>
                      <a:pt x="332" y="92"/>
                      <a:pt x="337" y="86"/>
                    </a:cubicBezTo>
                    <a:lnTo>
                      <a:pt x="348" y="86"/>
                    </a:lnTo>
                    <a:cubicBezTo>
                      <a:pt x="355" y="93"/>
                      <a:pt x="363" y="96"/>
                      <a:pt x="371" y="96"/>
                    </a:cubicBezTo>
                    <a:cubicBezTo>
                      <a:pt x="388" y="96"/>
                      <a:pt x="404" y="82"/>
                      <a:pt x="408" y="59"/>
                    </a:cubicBezTo>
                    <a:cubicBezTo>
                      <a:pt x="408" y="14"/>
                      <a:pt x="383" y="0"/>
                      <a:pt x="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0"/>
              <p:cNvSpPr/>
              <p:nvPr/>
            </p:nvSpPr>
            <p:spPr>
              <a:xfrm>
                <a:off x="3640425" y="3710125"/>
                <a:ext cx="10050" cy="6900"/>
              </a:xfrm>
              <a:custGeom>
                <a:rect b="b" l="l" r="r" t="t"/>
                <a:pathLst>
                  <a:path extrusionOk="0" h="276" w="402">
                    <a:moveTo>
                      <a:pt x="353" y="0"/>
                    </a:moveTo>
                    <a:cubicBezTo>
                      <a:pt x="349" y="0"/>
                      <a:pt x="345" y="1"/>
                      <a:pt x="341" y="3"/>
                    </a:cubicBezTo>
                    <a:lnTo>
                      <a:pt x="346" y="3"/>
                    </a:lnTo>
                    <a:cubicBezTo>
                      <a:pt x="276" y="30"/>
                      <a:pt x="216" y="79"/>
                      <a:pt x="145" y="111"/>
                    </a:cubicBezTo>
                    <a:cubicBezTo>
                      <a:pt x="91" y="139"/>
                      <a:pt x="31" y="160"/>
                      <a:pt x="9" y="226"/>
                    </a:cubicBezTo>
                    <a:cubicBezTo>
                      <a:pt x="1" y="247"/>
                      <a:pt x="26" y="276"/>
                      <a:pt x="48" y="276"/>
                    </a:cubicBezTo>
                    <a:cubicBezTo>
                      <a:pt x="54" y="276"/>
                      <a:pt x="59" y="274"/>
                      <a:pt x="64" y="269"/>
                    </a:cubicBezTo>
                    <a:cubicBezTo>
                      <a:pt x="107" y="236"/>
                      <a:pt x="156" y="204"/>
                      <a:pt x="200" y="177"/>
                    </a:cubicBezTo>
                    <a:cubicBezTo>
                      <a:pt x="254" y="133"/>
                      <a:pt x="314" y="101"/>
                      <a:pt x="368" y="68"/>
                    </a:cubicBezTo>
                    <a:cubicBezTo>
                      <a:pt x="402" y="53"/>
                      <a:pt x="384" y="0"/>
                      <a:pt x="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0"/>
              <p:cNvSpPr/>
              <p:nvPr/>
            </p:nvSpPr>
            <p:spPr>
              <a:xfrm>
                <a:off x="3639025" y="3715800"/>
                <a:ext cx="7675" cy="5575"/>
              </a:xfrm>
              <a:custGeom>
                <a:rect b="b" l="l" r="r" t="t"/>
                <a:pathLst>
                  <a:path extrusionOk="0" h="223" w="307">
                    <a:moveTo>
                      <a:pt x="244" y="1"/>
                    </a:moveTo>
                    <a:cubicBezTo>
                      <a:pt x="234" y="1"/>
                      <a:pt x="225" y="5"/>
                      <a:pt x="218" y="15"/>
                    </a:cubicBezTo>
                    <a:lnTo>
                      <a:pt x="212" y="15"/>
                    </a:lnTo>
                    <a:cubicBezTo>
                      <a:pt x="185" y="53"/>
                      <a:pt x="136" y="64"/>
                      <a:pt x="92" y="91"/>
                    </a:cubicBezTo>
                    <a:cubicBezTo>
                      <a:pt x="54" y="113"/>
                      <a:pt x="22" y="145"/>
                      <a:pt x="0" y="189"/>
                    </a:cubicBezTo>
                    <a:cubicBezTo>
                      <a:pt x="0" y="200"/>
                      <a:pt x="6" y="211"/>
                      <a:pt x="11" y="216"/>
                    </a:cubicBezTo>
                    <a:cubicBezTo>
                      <a:pt x="21" y="221"/>
                      <a:pt x="30" y="223"/>
                      <a:pt x="39" y="223"/>
                    </a:cubicBezTo>
                    <a:cubicBezTo>
                      <a:pt x="79" y="223"/>
                      <a:pt x="110" y="180"/>
                      <a:pt x="141" y="162"/>
                    </a:cubicBezTo>
                    <a:cubicBezTo>
                      <a:pt x="190" y="145"/>
                      <a:pt x="239" y="118"/>
                      <a:pt x="277" y="80"/>
                    </a:cubicBezTo>
                    <a:cubicBezTo>
                      <a:pt x="307" y="47"/>
                      <a:pt x="275"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0"/>
              <p:cNvSpPr/>
              <p:nvPr/>
            </p:nvSpPr>
            <p:spPr>
              <a:xfrm>
                <a:off x="3634950" y="3728075"/>
                <a:ext cx="6675" cy="5325"/>
              </a:xfrm>
              <a:custGeom>
                <a:rect b="b" l="l" r="r" t="t"/>
                <a:pathLst>
                  <a:path extrusionOk="0" h="213" w="267">
                    <a:moveTo>
                      <a:pt x="225" y="0"/>
                    </a:moveTo>
                    <a:cubicBezTo>
                      <a:pt x="219" y="0"/>
                      <a:pt x="213" y="2"/>
                      <a:pt x="207" y="8"/>
                    </a:cubicBezTo>
                    <a:cubicBezTo>
                      <a:pt x="147" y="46"/>
                      <a:pt x="49" y="62"/>
                      <a:pt x="16" y="133"/>
                    </a:cubicBezTo>
                    <a:cubicBezTo>
                      <a:pt x="0" y="165"/>
                      <a:pt x="16" y="198"/>
                      <a:pt x="49" y="209"/>
                    </a:cubicBezTo>
                    <a:cubicBezTo>
                      <a:pt x="56" y="212"/>
                      <a:pt x="63" y="213"/>
                      <a:pt x="71" y="213"/>
                    </a:cubicBezTo>
                    <a:cubicBezTo>
                      <a:pt x="92" y="213"/>
                      <a:pt x="113" y="202"/>
                      <a:pt x="125" y="182"/>
                    </a:cubicBezTo>
                    <a:cubicBezTo>
                      <a:pt x="130" y="171"/>
                      <a:pt x="130" y="160"/>
                      <a:pt x="125" y="149"/>
                    </a:cubicBezTo>
                    <a:cubicBezTo>
                      <a:pt x="141" y="138"/>
                      <a:pt x="158" y="127"/>
                      <a:pt x="174" y="116"/>
                    </a:cubicBezTo>
                    <a:cubicBezTo>
                      <a:pt x="201" y="100"/>
                      <a:pt x="223" y="78"/>
                      <a:pt x="245" y="57"/>
                    </a:cubicBezTo>
                    <a:cubicBezTo>
                      <a:pt x="267" y="39"/>
                      <a:pt x="250"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0"/>
              <p:cNvSpPr/>
              <p:nvPr/>
            </p:nvSpPr>
            <p:spPr>
              <a:xfrm>
                <a:off x="3636575" y="3733375"/>
                <a:ext cx="5925" cy="4950"/>
              </a:xfrm>
              <a:custGeom>
                <a:rect b="b" l="l" r="r" t="t"/>
                <a:pathLst>
                  <a:path extrusionOk="0" h="198" w="237">
                    <a:moveTo>
                      <a:pt x="175" y="1"/>
                    </a:moveTo>
                    <a:cubicBezTo>
                      <a:pt x="165" y="1"/>
                      <a:pt x="156" y="5"/>
                      <a:pt x="147" y="13"/>
                    </a:cubicBezTo>
                    <a:cubicBezTo>
                      <a:pt x="109" y="51"/>
                      <a:pt x="0" y="116"/>
                      <a:pt x="44" y="187"/>
                    </a:cubicBezTo>
                    <a:cubicBezTo>
                      <a:pt x="49" y="198"/>
                      <a:pt x="60" y="198"/>
                      <a:pt x="76" y="198"/>
                    </a:cubicBezTo>
                    <a:cubicBezTo>
                      <a:pt x="104" y="187"/>
                      <a:pt x="125" y="165"/>
                      <a:pt x="142" y="138"/>
                    </a:cubicBezTo>
                    <a:cubicBezTo>
                      <a:pt x="163" y="116"/>
                      <a:pt x="185" y="95"/>
                      <a:pt x="207" y="73"/>
                    </a:cubicBezTo>
                    <a:cubicBezTo>
                      <a:pt x="236" y="43"/>
                      <a:pt x="207" y="1"/>
                      <a:pt x="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0"/>
              <p:cNvSpPr/>
              <p:nvPr/>
            </p:nvSpPr>
            <p:spPr>
              <a:xfrm>
                <a:off x="3640250" y="3605550"/>
                <a:ext cx="5050" cy="8525"/>
              </a:xfrm>
              <a:custGeom>
                <a:rect b="b" l="l" r="r" t="t"/>
                <a:pathLst>
                  <a:path extrusionOk="0" h="341" w="202">
                    <a:moveTo>
                      <a:pt x="147" y="0"/>
                    </a:moveTo>
                    <a:cubicBezTo>
                      <a:pt x="130" y="0"/>
                      <a:pt x="120" y="6"/>
                      <a:pt x="114" y="22"/>
                    </a:cubicBezTo>
                    <a:cubicBezTo>
                      <a:pt x="92" y="71"/>
                      <a:pt x="71" y="114"/>
                      <a:pt x="49" y="169"/>
                    </a:cubicBezTo>
                    <a:cubicBezTo>
                      <a:pt x="33" y="218"/>
                      <a:pt x="0" y="267"/>
                      <a:pt x="16" y="315"/>
                    </a:cubicBezTo>
                    <a:cubicBezTo>
                      <a:pt x="20" y="332"/>
                      <a:pt x="34" y="341"/>
                      <a:pt x="48" y="341"/>
                    </a:cubicBezTo>
                    <a:cubicBezTo>
                      <a:pt x="56" y="341"/>
                      <a:pt x="65" y="338"/>
                      <a:pt x="71" y="332"/>
                    </a:cubicBezTo>
                    <a:cubicBezTo>
                      <a:pt x="103" y="288"/>
                      <a:pt x="125" y="245"/>
                      <a:pt x="141" y="190"/>
                    </a:cubicBezTo>
                    <a:cubicBezTo>
                      <a:pt x="147" y="169"/>
                      <a:pt x="147" y="141"/>
                      <a:pt x="158" y="120"/>
                    </a:cubicBezTo>
                    <a:cubicBezTo>
                      <a:pt x="163" y="98"/>
                      <a:pt x="169" y="82"/>
                      <a:pt x="174" y="60"/>
                    </a:cubicBezTo>
                    <a:cubicBezTo>
                      <a:pt x="201" y="44"/>
                      <a:pt x="196"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0"/>
              <p:cNvSpPr/>
              <p:nvPr/>
            </p:nvSpPr>
            <p:spPr>
              <a:xfrm>
                <a:off x="3645675" y="3622025"/>
                <a:ext cx="5050" cy="8000"/>
              </a:xfrm>
              <a:custGeom>
                <a:rect b="b" l="l" r="r" t="t"/>
                <a:pathLst>
                  <a:path extrusionOk="0" h="320" w="202">
                    <a:moveTo>
                      <a:pt x="162" y="1"/>
                    </a:moveTo>
                    <a:cubicBezTo>
                      <a:pt x="144" y="1"/>
                      <a:pt x="125" y="13"/>
                      <a:pt x="125" y="37"/>
                    </a:cubicBezTo>
                    <a:cubicBezTo>
                      <a:pt x="125" y="53"/>
                      <a:pt x="98" y="64"/>
                      <a:pt x="87" y="80"/>
                    </a:cubicBezTo>
                    <a:cubicBezTo>
                      <a:pt x="82" y="91"/>
                      <a:pt x="77" y="124"/>
                      <a:pt x="60" y="146"/>
                    </a:cubicBezTo>
                    <a:cubicBezTo>
                      <a:pt x="38" y="195"/>
                      <a:pt x="0" y="233"/>
                      <a:pt x="17" y="292"/>
                    </a:cubicBezTo>
                    <a:cubicBezTo>
                      <a:pt x="17" y="303"/>
                      <a:pt x="28" y="314"/>
                      <a:pt x="38" y="320"/>
                    </a:cubicBezTo>
                    <a:cubicBezTo>
                      <a:pt x="66" y="320"/>
                      <a:pt x="77" y="309"/>
                      <a:pt x="87" y="287"/>
                    </a:cubicBezTo>
                    <a:cubicBezTo>
                      <a:pt x="104" y="254"/>
                      <a:pt x="125" y="222"/>
                      <a:pt x="142" y="184"/>
                    </a:cubicBezTo>
                    <a:cubicBezTo>
                      <a:pt x="147" y="173"/>
                      <a:pt x="153" y="157"/>
                      <a:pt x="158" y="146"/>
                    </a:cubicBezTo>
                    <a:cubicBezTo>
                      <a:pt x="164" y="129"/>
                      <a:pt x="169" y="118"/>
                      <a:pt x="180" y="102"/>
                    </a:cubicBezTo>
                    <a:cubicBezTo>
                      <a:pt x="196" y="86"/>
                      <a:pt x="202" y="53"/>
                      <a:pt x="196" y="32"/>
                    </a:cubicBezTo>
                    <a:lnTo>
                      <a:pt x="196" y="26"/>
                    </a:lnTo>
                    <a:cubicBezTo>
                      <a:pt x="191" y="9"/>
                      <a:pt x="176" y="1"/>
                      <a:pt x="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20"/>
              <p:cNvSpPr/>
              <p:nvPr/>
            </p:nvSpPr>
            <p:spPr>
              <a:xfrm>
                <a:off x="3650150" y="3626175"/>
                <a:ext cx="4250" cy="6900"/>
              </a:xfrm>
              <a:custGeom>
                <a:rect b="b" l="l" r="r" t="t"/>
                <a:pathLst>
                  <a:path extrusionOk="0" h="276" w="170">
                    <a:moveTo>
                      <a:pt x="112" y="0"/>
                    </a:moveTo>
                    <a:cubicBezTo>
                      <a:pt x="87" y="0"/>
                      <a:pt x="69" y="30"/>
                      <a:pt x="82" y="56"/>
                    </a:cubicBezTo>
                    <a:cubicBezTo>
                      <a:pt x="82" y="56"/>
                      <a:pt x="44" y="110"/>
                      <a:pt x="39" y="121"/>
                    </a:cubicBezTo>
                    <a:cubicBezTo>
                      <a:pt x="23" y="154"/>
                      <a:pt x="17" y="186"/>
                      <a:pt x="12" y="219"/>
                    </a:cubicBezTo>
                    <a:cubicBezTo>
                      <a:pt x="1" y="235"/>
                      <a:pt x="6" y="262"/>
                      <a:pt x="28" y="273"/>
                    </a:cubicBezTo>
                    <a:lnTo>
                      <a:pt x="44" y="273"/>
                    </a:lnTo>
                    <a:cubicBezTo>
                      <a:pt x="48" y="275"/>
                      <a:pt x="52" y="275"/>
                      <a:pt x="56" y="275"/>
                    </a:cubicBezTo>
                    <a:cubicBezTo>
                      <a:pt x="68" y="275"/>
                      <a:pt x="80" y="269"/>
                      <a:pt x="88" y="257"/>
                    </a:cubicBezTo>
                    <a:cubicBezTo>
                      <a:pt x="110" y="208"/>
                      <a:pt x="120" y="164"/>
                      <a:pt x="142" y="121"/>
                    </a:cubicBezTo>
                    <a:cubicBezTo>
                      <a:pt x="164" y="78"/>
                      <a:pt x="169" y="39"/>
                      <a:pt x="131" y="7"/>
                    </a:cubicBezTo>
                    <a:cubicBezTo>
                      <a:pt x="125" y="2"/>
                      <a:pt x="118" y="0"/>
                      <a:pt x="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20"/>
              <p:cNvSpPr/>
              <p:nvPr/>
            </p:nvSpPr>
            <p:spPr>
              <a:xfrm>
                <a:off x="3655225" y="3632050"/>
                <a:ext cx="3900" cy="6200"/>
              </a:xfrm>
              <a:custGeom>
                <a:rect b="b" l="l" r="r" t="t"/>
                <a:pathLst>
                  <a:path extrusionOk="0" h="248" w="156">
                    <a:moveTo>
                      <a:pt x="57" y="1"/>
                    </a:moveTo>
                    <a:cubicBezTo>
                      <a:pt x="28" y="1"/>
                      <a:pt x="1" y="40"/>
                      <a:pt x="26" y="65"/>
                    </a:cubicBezTo>
                    <a:cubicBezTo>
                      <a:pt x="53" y="93"/>
                      <a:pt x="48" y="136"/>
                      <a:pt x="53" y="163"/>
                    </a:cubicBezTo>
                    <a:cubicBezTo>
                      <a:pt x="64" y="196"/>
                      <a:pt x="86" y="228"/>
                      <a:pt x="119" y="245"/>
                    </a:cubicBezTo>
                    <a:cubicBezTo>
                      <a:pt x="122" y="247"/>
                      <a:pt x="125" y="248"/>
                      <a:pt x="128" y="248"/>
                    </a:cubicBezTo>
                    <a:cubicBezTo>
                      <a:pt x="142" y="248"/>
                      <a:pt x="156" y="230"/>
                      <a:pt x="151" y="212"/>
                    </a:cubicBezTo>
                    <a:cubicBezTo>
                      <a:pt x="140" y="180"/>
                      <a:pt x="129" y="141"/>
                      <a:pt x="129" y="109"/>
                    </a:cubicBezTo>
                    <a:cubicBezTo>
                      <a:pt x="124" y="71"/>
                      <a:pt x="108" y="38"/>
                      <a:pt x="80" y="11"/>
                    </a:cubicBezTo>
                    <a:cubicBezTo>
                      <a:pt x="73" y="4"/>
                      <a:pt x="65"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0"/>
              <p:cNvSpPr/>
              <p:nvPr/>
            </p:nvSpPr>
            <p:spPr>
              <a:xfrm>
                <a:off x="3635075" y="3750050"/>
                <a:ext cx="3200" cy="5725"/>
              </a:xfrm>
              <a:custGeom>
                <a:rect b="b" l="l" r="r" t="t"/>
                <a:pathLst>
                  <a:path extrusionOk="0" h="229" w="128">
                    <a:moveTo>
                      <a:pt x="61" y="1"/>
                    </a:moveTo>
                    <a:cubicBezTo>
                      <a:pt x="56" y="1"/>
                      <a:pt x="50" y="2"/>
                      <a:pt x="44" y="4"/>
                    </a:cubicBezTo>
                    <a:cubicBezTo>
                      <a:pt x="22" y="9"/>
                      <a:pt x="11" y="36"/>
                      <a:pt x="28" y="53"/>
                    </a:cubicBezTo>
                    <a:cubicBezTo>
                      <a:pt x="17" y="64"/>
                      <a:pt x="11" y="80"/>
                      <a:pt x="6" y="96"/>
                    </a:cubicBezTo>
                    <a:cubicBezTo>
                      <a:pt x="0" y="129"/>
                      <a:pt x="0" y="167"/>
                      <a:pt x="17" y="205"/>
                    </a:cubicBezTo>
                    <a:cubicBezTo>
                      <a:pt x="26" y="218"/>
                      <a:pt x="42" y="228"/>
                      <a:pt x="60" y="228"/>
                    </a:cubicBezTo>
                    <a:cubicBezTo>
                      <a:pt x="63" y="228"/>
                      <a:pt x="67" y="228"/>
                      <a:pt x="71" y="227"/>
                    </a:cubicBezTo>
                    <a:lnTo>
                      <a:pt x="82" y="227"/>
                    </a:lnTo>
                    <a:cubicBezTo>
                      <a:pt x="104" y="221"/>
                      <a:pt x="120" y="189"/>
                      <a:pt x="109" y="167"/>
                    </a:cubicBezTo>
                    <a:cubicBezTo>
                      <a:pt x="109" y="151"/>
                      <a:pt x="104" y="134"/>
                      <a:pt x="98" y="118"/>
                    </a:cubicBezTo>
                    <a:lnTo>
                      <a:pt x="98" y="102"/>
                    </a:lnTo>
                    <a:cubicBezTo>
                      <a:pt x="98" y="102"/>
                      <a:pt x="98" y="103"/>
                      <a:pt x="99" y="103"/>
                    </a:cubicBezTo>
                    <a:cubicBezTo>
                      <a:pt x="101" y="103"/>
                      <a:pt x="109" y="84"/>
                      <a:pt x="109" y="75"/>
                    </a:cubicBezTo>
                    <a:cubicBezTo>
                      <a:pt x="128" y="42"/>
                      <a:pt x="98" y="1"/>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0"/>
              <p:cNvSpPr/>
              <p:nvPr/>
            </p:nvSpPr>
            <p:spPr>
              <a:xfrm>
                <a:off x="3639275" y="3751025"/>
                <a:ext cx="3425" cy="5125"/>
              </a:xfrm>
              <a:custGeom>
                <a:rect b="b" l="l" r="r" t="t"/>
                <a:pathLst>
                  <a:path extrusionOk="0" h="205" w="137">
                    <a:moveTo>
                      <a:pt x="53" y="0"/>
                    </a:moveTo>
                    <a:cubicBezTo>
                      <a:pt x="38" y="0"/>
                      <a:pt x="23" y="8"/>
                      <a:pt x="17" y="25"/>
                    </a:cubicBezTo>
                    <a:lnTo>
                      <a:pt x="17" y="36"/>
                    </a:lnTo>
                    <a:cubicBezTo>
                      <a:pt x="6" y="63"/>
                      <a:pt x="1" y="101"/>
                      <a:pt x="12" y="133"/>
                    </a:cubicBezTo>
                    <a:cubicBezTo>
                      <a:pt x="12" y="174"/>
                      <a:pt x="49" y="205"/>
                      <a:pt x="89" y="205"/>
                    </a:cubicBezTo>
                    <a:cubicBezTo>
                      <a:pt x="92" y="205"/>
                      <a:pt x="96" y="204"/>
                      <a:pt x="99" y="204"/>
                    </a:cubicBezTo>
                    <a:cubicBezTo>
                      <a:pt x="121" y="193"/>
                      <a:pt x="137" y="166"/>
                      <a:pt x="121" y="144"/>
                    </a:cubicBezTo>
                    <a:lnTo>
                      <a:pt x="117" y="144"/>
                    </a:lnTo>
                    <a:cubicBezTo>
                      <a:pt x="117" y="141"/>
                      <a:pt x="114" y="132"/>
                      <a:pt x="110" y="128"/>
                    </a:cubicBezTo>
                    <a:lnTo>
                      <a:pt x="104" y="117"/>
                    </a:lnTo>
                    <a:lnTo>
                      <a:pt x="99" y="101"/>
                    </a:lnTo>
                    <a:lnTo>
                      <a:pt x="99" y="63"/>
                    </a:lnTo>
                    <a:cubicBezTo>
                      <a:pt x="99" y="52"/>
                      <a:pt x="93" y="36"/>
                      <a:pt x="88" y="25"/>
                    </a:cubicBezTo>
                    <a:cubicBezTo>
                      <a:pt x="82" y="8"/>
                      <a:pt x="68"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0"/>
              <p:cNvSpPr/>
              <p:nvPr/>
            </p:nvSpPr>
            <p:spPr>
              <a:xfrm>
                <a:off x="3643100" y="3750375"/>
                <a:ext cx="3000" cy="5250"/>
              </a:xfrm>
              <a:custGeom>
                <a:rect b="b" l="l" r="r" t="t"/>
                <a:pathLst>
                  <a:path extrusionOk="0" h="210" w="120">
                    <a:moveTo>
                      <a:pt x="79" y="0"/>
                    </a:moveTo>
                    <a:cubicBezTo>
                      <a:pt x="59" y="0"/>
                      <a:pt x="38" y="15"/>
                      <a:pt x="38" y="45"/>
                    </a:cubicBezTo>
                    <a:cubicBezTo>
                      <a:pt x="33" y="83"/>
                      <a:pt x="0" y="116"/>
                      <a:pt x="16" y="159"/>
                    </a:cubicBezTo>
                    <a:cubicBezTo>
                      <a:pt x="25" y="185"/>
                      <a:pt x="53" y="210"/>
                      <a:pt x="80" y="210"/>
                    </a:cubicBezTo>
                    <a:cubicBezTo>
                      <a:pt x="88" y="210"/>
                      <a:pt x="96" y="208"/>
                      <a:pt x="103" y="203"/>
                    </a:cubicBezTo>
                    <a:cubicBezTo>
                      <a:pt x="114" y="192"/>
                      <a:pt x="120" y="176"/>
                      <a:pt x="120" y="165"/>
                    </a:cubicBezTo>
                    <a:cubicBezTo>
                      <a:pt x="120" y="159"/>
                      <a:pt x="120" y="154"/>
                      <a:pt x="120" y="148"/>
                    </a:cubicBezTo>
                    <a:cubicBezTo>
                      <a:pt x="120" y="143"/>
                      <a:pt x="114" y="138"/>
                      <a:pt x="109" y="132"/>
                    </a:cubicBezTo>
                    <a:lnTo>
                      <a:pt x="109" y="127"/>
                    </a:lnTo>
                    <a:cubicBezTo>
                      <a:pt x="109" y="127"/>
                      <a:pt x="109" y="121"/>
                      <a:pt x="109" y="116"/>
                    </a:cubicBezTo>
                    <a:cubicBezTo>
                      <a:pt x="120" y="94"/>
                      <a:pt x="120" y="67"/>
                      <a:pt x="120" y="45"/>
                    </a:cubicBezTo>
                    <a:cubicBezTo>
                      <a:pt x="120" y="15"/>
                      <a:pt x="99" y="0"/>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0"/>
              <p:cNvSpPr/>
              <p:nvPr/>
            </p:nvSpPr>
            <p:spPr>
              <a:xfrm>
                <a:off x="3649475" y="3750675"/>
                <a:ext cx="2600" cy="4800"/>
              </a:xfrm>
              <a:custGeom>
                <a:rect b="b" l="l" r="r" t="t"/>
                <a:pathLst>
                  <a:path extrusionOk="0" h="192" w="104">
                    <a:moveTo>
                      <a:pt x="50" y="1"/>
                    </a:moveTo>
                    <a:cubicBezTo>
                      <a:pt x="28" y="1"/>
                      <a:pt x="12" y="33"/>
                      <a:pt x="28" y="50"/>
                    </a:cubicBezTo>
                    <a:cubicBezTo>
                      <a:pt x="28" y="60"/>
                      <a:pt x="22" y="77"/>
                      <a:pt x="17" y="88"/>
                    </a:cubicBezTo>
                    <a:cubicBezTo>
                      <a:pt x="6" y="109"/>
                      <a:pt x="1" y="136"/>
                      <a:pt x="6" y="164"/>
                    </a:cubicBezTo>
                    <a:cubicBezTo>
                      <a:pt x="12" y="181"/>
                      <a:pt x="29" y="191"/>
                      <a:pt x="46" y="191"/>
                    </a:cubicBezTo>
                    <a:cubicBezTo>
                      <a:pt x="60" y="191"/>
                      <a:pt x="75" y="184"/>
                      <a:pt x="82" y="169"/>
                    </a:cubicBezTo>
                    <a:cubicBezTo>
                      <a:pt x="98" y="142"/>
                      <a:pt x="104" y="109"/>
                      <a:pt x="104" y="71"/>
                    </a:cubicBezTo>
                    <a:cubicBezTo>
                      <a:pt x="104" y="55"/>
                      <a:pt x="98" y="39"/>
                      <a:pt x="93" y="28"/>
                    </a:cubicBezTo>
                    <a:cubicBezTo>
                      <a:pt x="82" y="6"/>
                      <a:pt x="66" y="6"/>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0"/>
              <p:cNvSpPr/>
              <p:nvPr/>
            </p:nvSpPr>
            <p:spPr>
              <a:xfrm>
                <a:off x="3655875" y="3751500"/>
                <a:ext cx="2725" cy="4050"/>
              </a:xfrm>
              <a:custGeom>
                <a:rect b="b" l="l" r="r" t="t"/>
                <a:pathLst>
                  <a:path extrusionOk="0" h="162" w="109">
                    <a:moveTo>
                      <a:pt x="49" y="0"/>
                    </a:moveTo>
                    <a:cubicBezTo>
                      <a:pt x="22" y="0"/>
                      <a:pt x="6" y="27"/>
                      <a:pt x="11" y="49"/>
                    </a:cubicBezTo>
                    <a:cubicBezTo>
                      <a:pt x="6" y="60"/>
                      <a:pt x="6" y="76"/>
                      <a:pt x="6" y="87"/>
                    </a:cubicBezTo>
                    <a:cubicBezTo>
                      <a:pt x="0" y="114"/>
                      <a:pt x="11" y="142"/>
                      <a:pt x="33" y="158"/>
                    </a:cubicBezTo>
                    <a:cubicBezTo>
                      <a:pt x="38" y="161"/>
                      <a:pt x="44" y="162"/>
                      <a:pt x="49" y="162"/>
                    </a:cubicBezTo>
                    <a:cubicBezTo>
                      <a:pt x="54" y="162"/>
                      <a:pt x="60" y="161"/>
                      <a:pt x="65" y="158"/>
                    </a:cubicBezTo>
                    <a:cubicBezTo>
                      <a:pt x="76" y="142"/>
                      <a:pt x="87" y="125"/>
                      <a:pt x="93" y="103"/>
                    </a:cubicBezTo>
                    <a:cubicBezTo>
                      <a:pt x="93" y="98"/>
                      <a:pt x="93" y="87"/>
                      <a:pt x="98" y="76"/>
                    </a:cubicBezTo>
                    <a:cubicBezTo>
                      <a:pt x="98" y="76"/>
                      <a:pt x="98" y="71"/>
                      <a:pt x="98" y="65"/>
                    </a:cubicBezTo>
                    <a:cubicBezTo>
                      <a:pt x="109" y="44"/>
                      <a:pt x="103" y="11"/>
                      <a:pt x="76" y="6"/>
                    </a:cubicBezTo>
                    <a:lnTo>
                      <a:pt x="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0"/>
              <p:cNvSpPr/>
              <p:nvPr/>
            </p:nvSpPr>
            <p:spPr>
              <a:xfrm>
                <a:off x="3681825" y="3751725"/>
                <a:ext cx="2975" cy="5575"/>
              </a:xfrm>
              <a:custGeom>
                <a:rect b="b" l="l" r="r" t="t"/>
                <a:pathLst>
                  <a:path extrusionOk="0" h="223" w="119">
                    <a:moveTo>
                      <a:pt x="57" y="1"/>
                    </a:moveTo>
                    <a:cubicBezTo>
                      <a:pt x="37" y="1"/>
                      <a:pt x="17" y="16"/>
                      <a:pt x="17" y="46"/>
                    </a:cubicBezTo>
                    <a:cubicBezTo>
                      <a:pt x="0" y="100"/>
                      <a:pt x="6" y="154"/>
                      <a:pt x="33" y="203"/>
                    </a:cubicBezTo>
                    <a:cubicBezTo>
                      <a:pt x="43" y="217"/>
                      <a:pt x="56" y="223"/>
                      <a:pt x="70" y="223"/>
                    </a:cubicBezTo>
                    <a:cubicBezTo>
                      <a:pt x="94" y="223"/>
                      <a:pt x="118" y="202"/>
                      <a:pt x="115" y="171"/>
                    </a:cubicBezTo>
                    <a:cubicBezTo>
                      <a:pt x="104" y="127"/>
                      <a:pt x="98" y="89"/>
                      <a:pt x="98" y="46"/>
                    </a:cubicBezTo>
                    <a:cubicBezTo>
                      <a:pt x="98" y="16"/>
                      <a:pt x="78"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0"/>
              <p:cNvSpPr/>
              <p:nvPr/>
            </p:nvSpPr>
            <p:spPr>
              <a:xfrm>
                <a:off x="3685500" y="3752150"/>
                <a:ext cx="3550" cy="5450"/>
              </a:xfrm>
              <a:custGeom>
                <a:rect b="b" l="l" r="r" t="t"/>
                <a:pathLst>
                  <a:path extrusionOk="0" h="218" w="142">
                    <a:moveTo>
                      <a:pt x="93" y="0"/>
                    </a:moveTo>
                    <a:cubicBezTo>
                      <a:pt x="69" y="0"/>
                      <a:pt x="46" y="15"/>
                      <a:pt x="44" y="45"/>
                    </a:cubicBezTo>
                    <a:cubicBezTo>
                      <a:pt x="44" y="94"/>
                      <a:pt x="0" y="154"/>
                      <a:pt x="33" y="203"/>
                    </a:cubicBezTo>
                    <a:cubicBezTo>
                      <a:pt x="39" y="212"/>
                      <a:pt x="49" y="218"/>
                      <a:pt x="58" y="218"/>
                    </a:cubicBezTo>
                    <a:cubicBezTo>
                      <a:pt x="65" y="218"/>
                      <a:pt x="72" y="215"/>
                      <a:pt x="76" y="208"/>
                    </a:cubicBezTo>
                    <a:cubicBezTo>
                      <a:pt x="98" y="192"/>
                      <a:pt x="114" y="164"/>
                      <a:pt x="125" y="137"/>
                    </a:cubicBezTo>
                    <a:cubicBezTo>
                      <a:pt x="136" y="110"/>
                      <a:pt x="141" y="77"/>
                      <a:pt x="141" y="45"/>
                    </a:cubicBezTo>
                    <a:cubicBezTo>
                      <a:pt x="139" y="15"/>
                      <a:pt x="116"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0"/>
              <p:cNvSpPr/>
              <p:nvPr/>
            </p:nvSpPr>
            <p:spPr>
              <a:xfrm>
                <a:off x="3631275" y="3585725"/>
                <a:ext cx="2325" cy="6100"/>
              </a:xfrm>
              <a:custGeom>
                <a:rect b="b" l="l" r="r" t="t"/>
                <a:pathLst>
                  <a:path extrusionOk="0" h="244" w="93">
                    <a:moveTo>
                      <a:pt x="39" y="1"/>
                    </a:moveTo>
                    <a:cubicBezTo>
                      <a:pt x="19" y="1"/>
                      <a:pt x="0" y="13"/>
                      <a:pt x="0" y="38"/>
                    </a:cubicBezTo>
                    <a:cubicBezTo>
                      <a:pt x="0" y="97"/>
                      <a:pt x="11" y="163"/>
                      <a:pt x="27" y="217"/>
                    </a:cubicBezTo>
                    <a:cubicBezTo>
                      <a:pt x="33" y="234"/>
                      <a:pt x="49" y="244"/>
                      <a:pt x="64" y="244"/>
                    </a:cubicBezTo>
                    <a:cubicBezTo>
                      <a:pt x="77" y="244"/>
                      <a:pt x="90" y="235"/>
                      <a:pt x="93" y="217"/>
                    </a:cubicBezTo>
                    <a:cubicBezTo>
                      <a:pt x="93" y="190"/>
                      <a:pt x="93" y="163"/>
                      <a:pt x="87" y="141"/>
                    </a:cubicBezTo>
                    <a:cubicBezTo>
                      <a:pt x="82" y="108"/>
                      <a:pt x="76" y="70"/>
                      <a:pt x="82" y="38"/>
                    </a:cubicBezTo>
                    <a:cubicBezTo>
                      <a:pt x="79" y="13"/>
                      <a:pt x="59"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20"/>
              <p:cNvSpPr/>
              <p:nvPr/>
            </p:nvSpPr>
            <p:spPr>
              <a:xfrm>
                <a:off x="3635625" y="3585800"/>
                <a:ext cx="3275" cy="4475"/>
              </a:xfrm>
              <a:custGeom>
                <a:rect b="b" l="l" r="r" t="t"/>
                <a:pathLst>
                  <a:path extrusionOk="0" h="179" w="131">
                    <a:moveTo>
                      <a:pt x="17" y="1"/>
                    </a:moveTo>
                    <a:cubicBezTo>
                      <a:pt x="8" y="1"/>
                      <a:pt x="1" y="14"/>
                      <a:pt x="6" y="18"/>
                    </a:cubicBezTo>
                    <a:cubicBezTo>
                      <a:pt x="22" y="51"/>
                      <a:pt x="11" y="89"/>
                      <a:pt x="22" y="122"/>
                    </a:cubicBezTo>
                    <a:cubicBezTo>
                      <a:pt x="33" y="153"/>
                      <a:pt x="59" y="178"/>
                      <a:pt x="86" y="178"/>
                    </a:cubicBezTo>
                    <a:cubicBezTo>
                      <a:pt x="100" y="178"/>
                      <a:pt x="114" y="171"/>
                      <a:pt x="125" y="154"/>
                    </a:cubicBezTo>
                    <a:cubicBezTo>
                      <a:pt x="131" y="143"/>
                      <a:pt x="125" y="132"/>
                      <a:pt x="120" y="127"/>
                    </a:cubicBezTo>
                    <a:lnTo>
                      <a:pt x="114" y="127"/>
                    </a:lnTo>
                    <a:cubicBezTo>
                      <a:pt x="109" y="122"/>
                      <a:pt x="103" y="116"/>
                      <a:pt x="98" y="111"/>
                    </a:cubicBezTo>
                    <a:lnTo>
                      <a:pt x="93" y="111"/>
                    </a:lnTo>
                    <a:lnTo>
                      <a:pt x="93" y="105"/>
                    </a:lnTo>
                    <a:cubicBezTo>
                      <a:pt x="87" y="94"/>
                      <a:pt x="76" y="84"/>
                      <a:pt x="71" y="73"/>
                    </a:cubicBezTo>
                    <a:cubicBezTo>
                      <a:pt x="55" y="45"/>
                      <a:pt x="49" y="13"/>
                      <a:pt x="22" y="2"/>
                    </a:cubicBezTo>
                    <a:cubicBezTo>
                      <a:pt x="20" y="1"/>
                      <a:pt x="19"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20"/>
              <p:cNvSpPr/>
              <p:nvPr/>
            </p:nvSpPr>
            <p:spPr>
              <a:xfrm>
                <a:off x="3640500" y="3586075"/>
                <a:ext cx="2875" cy="4125"/>
              </a:xfrm>
              <a:custGeom>
                <a:rect b="b" l="l" r="r" t="t"/>
                <a:pathLst>
                  <a:path extrusionOk="0" h="165" w="115">
                    <a:moveTo>
                      <a:pt x="36" y="0"/>
                    </a:moveTo>
                    <a:cubicBezTo>
                      <a:pt x="16" y="0"/>
                      <a:pt x="0" y="24"/>
                      <a:pt x="17" y="45"/>
                    </a:cubicBezTo>
                    <a:cubicBezTo>
                      <a:pt x="44" y="67"/>
                      <a:pt x="23" y="78"/>
                      <a:pt x="17" y="94"/>
                    </a:cubicBezTo>
                    <a:cubicBezTo>
                      <a:pt x="17" y="116"/>
                      <a:pt x="23" y="138"/>
                      <a:pt x="39" y="154"/>
                    </a:cubicBezTo>
                    <a:cubicBezTo>
                      <a:pt x="47" y="161"/>
                      <a:pt x="57" y="164"/>
                      <a:pt x="66" y="164"/>
                    </a:cubicBezTo>
                    <a:cubicBezTo>
                      <a:pt x="92" y="164"/>
                      <a:pt x="115" y="139"/>
                      <a:pt x="99" y="111"/>
                    </a:cubicBezTo>
                    <a:cubicBezTo>
                      <a:pt x="88" y="94"/>
                      <a:pt x="82" y="78"/>
                      <a:pt x="82" y="62"/>
                    </a:cubicBezTo>
                    <a:cubicBezTo>
                      <a:pt x="82" y="40"/>
                      <a:pt x="72" y="18"/>
                      <a:pt x="55" y="7"/>
                    </a:cubicBezTo>
                    <a:cubicBezTo>
                      <a:pt x="49" y="2"/>
                      <a:pt x="43" y="0"/>
                      <a:pt x="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20"/>
              <p:cNvSpPr/>
              <p:nvPr/>
            </p:nvSpPr>
            <p:spPr>
              <a:xfrm>
                <a:off x="3645275" y="3586025"/>
                <a:ext cx="2450" cy="3775"/>
              </a:xfrm>
              <a:custGeom>
                <a:rect b="b" l="l" r="r" t="t"/>
                <a:pathLst>
                  <a:path extrusionOk="0" h="151" w="98">
                    <a:moveTo>
                      <a:pt x="32" y="1"/>
                    </a:moveTo>
                    <a:cubicBezTo>
                      <a:pt x="16" y="1"/>
                      <a:pt x="0" y="10"/>
                      <a:pt x="0" y="31"/>
                    </a:cubicBezTo>
                    <a:cubicBezTo>
                      <a:pt x="6" y="64"/>
                      <a:pt x="11" y="96"/>
                      <a:pt x="22" y="129"/>
                    </a:cubicBezTo>
                    <a:cubicBezTo>
                      <a:pt x="22" y="140"/>
                      <a:pt x="38" y="151"/>
                      <a:pt x="54" y="151"/>
                    </a:cubicBezTo>
                    <a:lnTo>
                      <a:pt x="65" y="151"/>
                    </a:lnTo>
                    <a:cubicBezTo>
                      <a:pt x="76" y="151"/>
                      <a:pt x="87" y="145"/>
                      <a:pt x="93" y="134"/>
                    </a:cubicBezTo>
                    <a:cubicBezTo>
                      <a:pt x="98" y="123"/>
                      <a:pt x="98" y="102"/>
                      <a:pt x="82" y="96"/>
                    </a:cubicBezTo>
                    <a:cubicBezTo>
                      <a:pt x="76" y="69"/>
                      <a:pt x="65" y="47"/>
                      <a:pt x="60" y="20"/>
                    </a:cubicBezTo>
                    <a:cubicBezTo>
                      <a:pt x="57" y="8"/>
                      <a:pt x="45" y="1"/>
                      <a:pt x="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120"/>
            <p:cNvGrpSpPr/>
            <p:nvPr/>
          </p:nvGrpSpPr>
          <p:grpSpPr>
            <a:xfrm>
              <a:off x="1928326" y="2878669"/>
              <a:ext cx="274314" cy="236912"/>
              <a:chOff x="3840000" y="3573575"/>
              <a:chExt cx="203875" cy="171700"/>
            </a:xfrm>
          </p:grpSpPr>
          <p:sp>
            <p:nvSpPr>
              <p:cNvPr id="5228" name="Google Shape;5228;p120"/>
              <p:cNvSpPr/>
              <p:nvPr/>
            </p:nvSpPr>
            <p:spPr>
              <a:xfrm>
                <a:off x="3840000" y="3573575"/>
                <a:ext cx="203875" cy="171700"/>
              </a:xfrm>
              <a:custGeom>
                <a:rect b="b" l="l" r="r" t="t"/>
                <a:pathLst>
                  <a:path extrusionOk="0" h="6868" w="8155">
                    <a:moveTo>
                      <a:pt x="4203" y="181"/>
                    </a:moveTo>
                    <a:cubicBezTo>
                      <a:pt x="4322" y="181"/>
                      <a:pt x="4442" y="181"/>
                      <a:pt x="4556" y="197"/>
                    </a:cubicBezTo>
                    <a:cubicBezTo>
                      <a:pt x="4675" y="208"/>
                      <a:pt x="4779" y="219"/>
                      <a:pt x="4887" y="225"/>
                    </a:cubicBezTo>
                    <a:cubicBezTo>
                      <a:pt x="5099" y="230"/>
                      <a:pt x="5311" y="252"/>
                      <a:pt x="5523" y="274"/>
                    </a:cubicBezTo>
                    <a:cubicBezTo>
                      <a:pt x="5735" y="295"/>
                      <a:pt x="5953" y="290"/>
                      <a:pt x="6165" y="317"/>
                    </a:cubicBezTo>
                    <a:cubicBezTo>
                      <a:pt x="6290" y="328"/>
                      <a:pt x="6409" y="344"/>
                      <a:pt x="6529" y="371"/>
                    </a:cubicBezTo>
                    <a:cubicBezTo>
                      <a:pt x="6567" y="382"/>
                      <a:pt x="6573" y="382"/>
                      <a:pt x="6578" y="426"/>
                    </a:cubicBezTo>
                    <a:cubicBezTo>
                      <a:pt x="6583" y="469"/>
                      <a:pt x="6578" y="518"/>
                      <a:pt x="6567" y="562"/>
                    </a:cubicBezTo>
                    <a:cubicBezTo>
                      <a:pt x="6556" y="659"/>
                      <a:pt x="6551" y="757"/>
                      <a:pt x="6556" y="855"/>
                    </a:cubicBezTo>
                    <a:cubicBezTo>
                      <a:pt x="6556" y="980"/>
                      <a:pt x="6540" y="1105"/>
                      <a:pt x="6534" y="1236"/>
                    </a:cubicBezTo>
                    <a:cubicBezTo>
                      <a:pt x="6534" y="1361"/>
                      <a:pt x="6513" y="1486"/>
                      <a:pt x="6518" y="1611"/>
                    </a:cubicBezTo>
                    <a:cubicBezTo>
                      <a:pt x="6518" y="1736"/>
                      <a:pt x="6513" y="1866"/>
                      <a:pt x="6496" y="1997"/>
                    </a:cubicBezTo>
                    <a:cubicBezTo>
                      <a:pt x="6475" y="2268"/>
                      <a:pt x="6458" y="2540"/>
                      <a:pt x="6431" y="2812"/>
                    </a:cubicBezTo>
                    <a:cubicBezTo>
                      <a:pt x="6404" y="3084"/>
                      <a:pt x="6361" y="3356"/>
                      <a:pt x="6328" y="3627"/>
                    </a:cubicBezTo>
                    <a:cubicBezTo>
                      <a:pt x="6312" y="3752"/>
                      <a:pt x="6295" y="3883"/>
                      <a:pt x="6274" y="4008"/>
                    </a:cubicBezTo>
                    <a:cubicBezTo>
                      <a:pt x="6246" y="4128"/>
                      <a:pt x="6225" y="4253"/>
                      <a:pt x="6214" y="4378"/>
                    </a:cubicBezTo>
                    <a:cubicBezTo>
                      <a:pt x="6078" y="4388"/>
                      <a:pt x="5953" y="4432"/>
                      <a:pt x="5817" y="4432"/>
                    </a:cubicBezTo>
                    <a:cubicBezTo>
                      <a:pt x="5701" y="4432"/>
                      <a:pt x="5587" y="4437"/>
                      <a:pt x="5473" y="4437"/>
                    </a:cubicBezTo>
                    <a:cubicBezTo>
                      <a:pt x="5416" y="4437"/>
                      <a:pt x="5359" y="4436"/>
                      <a:pt x="5301" y="4432"/>
                    </a:cubicBezTo>
                    <a:cubicBezTo>
                      <a:pt x="5224" y="4432"/>
                      <a:pt x="5148" y="4416"/>
                      <a:pt x="5072" y="4416"/>
                    </a:cubicBezTo>
                    <a:cubicBezTo>
                      <a:pt x="4996" y="4416"/>
                      <a:pt x="4904" y="4432"/>
                      <a:pt x="4822" y="4432"/>
                    </a:cubicBezTo>
                    <a:cubicBezTo>
                      <a:pt x="4762" y="4434"/>
                      <a:pt x="4703" y="4435"/>
                      <a:pt x="4643" y="4435"/>
                    </a:cubicBezTo>
                    <a:cubicBezTo>
                      <a:pt x="4539" y="4435"/>
                      <a:pt x="4434" y="4431"/>
                      <a:pt x="4328" y="4421"/>
                    </a:cubicBezTo>
                    <a:cubicBezTo>
                      <a:pt x="4275" y="4416"/>
                      <a:pt x="4221" y="4414"/>
                      <a:pt x="4167" y="4414"/>
                    </a:cubicBezTo>
                    <a:cubicBezTo>
                      <a:pt x="4058" y="4414"/>
                      <a:pt x="3947" y="4421"/>
                      <a:pt x="3838" y="4421"/>
                    </a:cubicBezTo>
                    <a:cubicBezTo>
                      <a:pt x="3720" y="4421"/>
                      <a:pt x="3598" y="4433"/>
                      <a:pt x="3480" y="4433"/>
                    </a:cubicBezTo>
                    <a:cubicBezTo>
                      <a:pt x="3436" y="4433"/>
                      <a:pt x="3392" y="4431"/>
                      <a:pt x="3349" y="4426"/>
                    </a:cubicBezTo>
                    <a:cubicBezTo>
                      <a:pt x="3278" y="4421"/>
                      <a:pt x="3213" y="4405"/>
                      <a:pt x="3137" y="4405"/>
                    </a:cubicBezTo>
                    <a:cubicBezTo>
                      <a:pt x="3061" y="4405"/>
                      <a:pt x="2985" y="4394"/>
                      <a:pt x="2903" y="4388"/>
                    </a:cubicBezTo>
                    <a:cubicBezTo>
                      <a:pt x="2827" y="4383"/>
                      <a:pt x="2762" y="4383"/>
                      <a:pt x="2691" y="4372"/>
                    </a:cubicBezTo>
                    <a:cubicBezTo>
                      <a:pt x="2610" y="4361"/>
                      <a:pt x="2528" y="4356"/>
                      <a:pt x="2447" y="4350"/>
                    </a:cubicBezTo>
                    <a:cubicBezTo>
                      <a:pt x="2342" y="4350"/>
                      <a:pt x="2237" y="4348"/>
                      <a:pt x="2131" y="4348"/>
                    </a:cubicBezTo>
                    <a:cubicBezTo>
                      <a:pt x="2079" y="4348"/>
                      <a:pt x="2026" y="4349"/>
                      <a:pt x="1974" y="4350"/>
                    </a:cubicBezTo>
                    <a:cubicBezTo>
                      <a:pt x="1967" y="4352"/>
                      <a:pt x="1960" y="4353"/>
                      <a:pt x="1953" y="4353"/>
                    </a:cubicBezTo>
                    <a:cubicBezTo>
                      <a:pt x="1935" y="4353"/>
                      <a:pt x="1919" y="4347"/>
                      <a:pt x="1903" y="4340"/>
                    </a:cubicBezTo>
                    <a:cubicBezTo>
                      <a:pt x="1914" y="4318"/>
                      <a:pt x="1914" y="4296"/>
                      <a:pt x="1914" y="4274"/>
                    </a:cubicBezTo>
                    <a:cubicBezTo>
                      <a:pt x="1914" y="4225"/>
                      <a:pt x="1909" y="4182"/>
                      <a:pt x="1892" y="4138"/>
                    </a:cubicBezTo>
                    <a:cubicBezTo>
                      <a:pt x="1865" y="4035"/>
                      <a:pt x="1843" y="3932"/>
                      <a:pt x="1822" y="3829"/>
                    </a:cubicBezTo>
                    <a:cubicBezTo>
                      <a:pt x="1800" y="3725"/>
                      <a:pt x="1767" y="3622"/>
                      <a:pt x="1724" y="3524"/>
                    </a:cubicBezTo>
                    <a:lnTo>
                      <a:pt x="1724" y="3519"/>
                    </a:lnTo>
                    <a:cubicBezTo>
                      <a:pt x="1675" y="3415"/>
                      <a:pt x="1642" y="3307"/>
                      <a:pt x="1626" y="3193"/>
                    </a:cubicBezTo>
                    <a:cubicBezTo>
                      <a:pt x="1604" y="3084"/>
                      <a:pt x="1593" y="2975"/>
                      <a:pt x="1577" y="2861"/>
                    </a:cubicBezTo>
                    <a:cubicBezTo>
                      <a:pt x="1561" y="2747"/>
                      <a:pt x="1577" y="2633"/>
                      <a:pt x="1561" y="2519"/>
                    </a:cubicBezTo>
                    <a:cubicBezTo>
                      <a:pt x="1550" y="2410"/>
                      <a:pt x="1550" y="2307"/>
                      <a:pt x="1550" y="2198"/>
                    </a:cubicBezTo>
                    <a:cubicBezTo>
                      <a:pt x="1550" y="2100"/>
                      <a:pt x="1534" y="2002"/>
                      <a:pt x="1534" y="1899"/>
                    </a:cubicBezTo>
                    <a:cubicBezTo>
                      <a:pt x="1528" y="1687"/>
                      <a:pt x="1512" y="1480"/>
                      <a:pt x="1479" y="1274"/>
                    </a:cubicBezTo>
                    <a:cubicBezTo>
                      <a:pt x="1474" y="1225"/>
                      <a:pt x="1468" y="1181"/>
                      <a:pt x="1463" y="1138"/>
                    </a:cubicBezTo>
                    <a:cubicBezTo>
                      <a:pt x="1452" y="1089"/>
                      <a:pt x="1463" y="1029"/>
                      <a:pt x="1457" y="975"/>
                    </a:cubicBezTo>
                    <a:cubicBezTo>
                      <a:pt x="1457" y="931"/>
                      <a:pt x="1441" y="893"/>
                      <a:pt x="1441" y="850"/>
                    </a:cubicBezTo>
                    <a:cubicBezTo>
                      <a:pt x="1436" y="795"/>
                      <a:pt x="1436" y="736"/>
                      <a:pt x="1441" y="676"/>
                    </a:cubicBezTo>
                    <a:cubicBezTo>
                      <a:pt x="1441" y="583"/>
                      <a:pt x="1436" y="491"/>
                      <a:pt x="1419" y="404"/>
                    </a:cubicBezTo>
                    <a:cubicBezTo>
                      <a:pt x="1409" y="328"/>
                      <a:pt x="1398" y="268"/>
                      <a:pt x="1479" y="257"/>
                    </a:cubicBezTo>
                    <a:cubicBezTo>
                      <a:pt x="1488" y="256"/>
                      <a:pt x="1498" y="256"/>
                      <a:pt x="1509" y="256"/>
                    </a:cubicBezTo>
                    <a:cubicBezTo>
                      <a:pt x="1537" y="256"/>
                      <a:pt x="1568" y="259"/>
                      <a:pt x="1596" y="259"/>
                    </a:cubicBezTo>
                    <a:cubicBezTo>
                      <a:pt x="1607" y="259"/>
                      <a:pt x="1617" y="258"/>
                      <a:pt x="1626" y="257"/>
                    </a:cubicBezTo>
                    <a:cubicBezTo>
                      <a:pt x="1686" y="257"/>
                      <a:pt x="1746" y="252"/>
                      <a:pt x="1800" y="241"/>
                    </a:cubicBezTo>
                    <a:cubicBezTo>
                      <a:pt x="1909" y="230"/>
                      <a:pt x="2017" y="203"/>
                      <a:pt x="2126" y="197"/>
                    </a:cubicBezTo>
                    <a:cubicBezTo>
                      <a:pt x="2152" y="197"/>
                      <a:pt x="2178" y="197"/>
                      <a:pt x="2204" y="197"/>
                    </a:cubicBezTo>
                    <a:cubicBezTo>
                      <a:pt x="2339" y="197"/>
                      <a:pt x="2475" y="204"/>
                      <a:pt x="2610" y="204"/>
                    </a:cubicBezTo>
                    <a:cubicBezTo>
                      <a:pt x="2674" y="204"/>
                      <a:pt x="2737" y="202"/>
                      <a:pt x="2800" y="197"/>
                    </a:cubicBezTo>
                    <a:cubicBezTo>
                      <a:pt x="3034" y="181"/>
                      <a:pt x="3268" y="181"/>
                      <a:pt x="3501" y="181"/>
                    </a:cubicBezTo>
                    <a:close/>
                    <a:moveTo>
                      <a:pt x="1843" y="4486"/>
                    </a:moveTo>
                    <a:cubicBezTo>
                      <a:pt x="1947" y="4541"/>
                      <a:pt x="2083" y="4519"/>
                      <a:pt x="2197" y="4535"/>
                    </a:cubicBezTo>
                    <a:cubicBezTo>
                      <a:pt x="2248" y="4543"/>
                      <a:pt x="2300" y="4548"/>
                      <a:pt x="2352" y="4548"/>
                    </a:cubicBezTo>
                    <a:cubicBezTo>
                      <a:pt x="2371" y="4548"/>
                      <a:pt x="2390" y="4548"/>
                      <a:pt x="2409" y="4546"/>
                    </a:cubicBezTo>
                    <a:cubicBezTo>
                      <a:pt x="2496" y="4552"/>
                      <a:pt x="2583" y="4557"/>
                      <a:pt x="2670" y="4573"/>
                    </a:cubicBezTo>
                    <a:cubicBezTo>
                      <a:pt x="2827" y="4595"/>
                      <a:pt x="2979" y="4606"/>
                      <a:pt x="3132" y="4611"/>
                    </a:cubicBezTo>
                    <a:cubicBezTo>
                      <a:pt x="3202" y="4611"/>
                      <a:pt x="3273" y="4633"/>
                      <a:pt x="3344" y="4638"/>
                    </a:cubicBezTo>
                    <a:cubicBezTo>
                      <a:pt x="3369" y="4640"/>
                      <a:pt x="3395" y="4641"/>
                      <a:pt x="3420" y="4641"/>
                    </a:cubicBezTo>
                    <a:cubicBezTo>
                      <a:pt x="3482" y="4641"/>
                      <a:pt x="3543" y="4637"/>
                      <a:pt x="3605" y="4633"/>
                    </a:cubicBezTo>
                    <a:lnTo>
                      <a:pt x="4121" y="4633"/>
                    </a:lnTo>
                    <a:cubicBezTo>
                      <a:pt x="4295" y="4633"/>
                      <a:pt x="4447" y="4649"/>
                      <a:pt x="4616" y="4655"/>
                    </a:cubicBezTo>
                    <a:lnTo>
                      <a:pt x="4866" y="4655"/>
                    </a:lnTo>
                    <a:cubicBezTo>
                      <a:pt x="4958" y="4638"/>
                      <a:pt x="5045" y="4638"/>
                      <a:pt x="5132" y="4638"/>
                    </a:cubicBezTo>
                    <a:cubicBezTo>
                      <a:pt x="5322" y="4655"/>
                      <a:pt x="5513" y="4655"/>
                      <a:pt x="5703" y="4660"/>
                    </a:cubicBezTo>
                    <a:cubicBezTo>
                      <a:pt x="5801" y="4660"/>
                      <a:pt x="5898" y="4660"/>
                      <a:pt x="5996" y="4649"/>
                    </a:cubicBezTo>
                    <a:cubicBezTo>
                      <a:pt x="6083" y="4628"/>
                      <a:pt x="6170" y="4617"/>
                      <a:pt x="6257" y="4606"/>
                    </a:cubicBezTo>
                    <a:cubicBezTo>
                      <a:pt x="6268" y="4649"/>
                      <a:pt x="6284" y="4693"/>
                      <a:pt x="6306" y="4736"/>
                    </a:cubicBezTo>
                    <a:cubicBezTo>
                      <a:pt x="6339" y="4780"/>
                      <a:pt x="6371" y="4818"/>
                      <a:pt x="6409" y="4850"/>
                    </a:cubicBezTo>
                    <a:cubicBezTo>
                      <a:pt x="6513" y="4948"/>
                      <a:pt x="6611" y="5052"/>
                      <a:pt x="6703" y="5155"/>
                    </a:cubicBezTo>
                    <a:cubicBezTo>
                      <a:pt x="6801" y="5258"/>
                      <a:pt x="6893" y="5329"/>
                      <a:pt x="6980" y="5432"/>
                    </a:cubicBezTo>
                    <a:cubicBezTo>
                      <a:pt x="7067" y="5535"/>
                      <a:pt x="7170" y="5606"/>
                      <a:pt x="7263" y="5704"/>
                    </a:cubicBezTo>
                    <a:cubicBezTo>
                      <a:pt x="7350" y="5802"/>
                      <a:pt x="7459" y="5894"/>
                      <a:pt x="7562" y="5987"/>
                    </a:cubicBezTo>
                    <a:cubicBezTo>
                      <a:pt x="7622" y="6041"/>
                      <a:pt x="7676" y="6101"/>
                      <a:pt x="7736" y="6155"/>
                    </a:cubicBezTo>
                    <a:cubicBezTo>
                      <a:pt x="7768" y="6193"/>
                      <a:pt x="7812" y="6226"/>
                      <a:pt x="7844" y="6264"/>
                    </a:cubicBezTo>
                    <a:cubicBezTo>
                      <a:pt x="7817" y="6264"/>
                      <a:pt x="7785" y="6275"/>
                      <a:pt x="7752" y="6280"/>
                    </a:cubicBezTo>
                    <a:cubicBezTo>
                      <a:pt x="7730" y="6283"/>
                      <a:pt x="7707" y="6283"/>
                      <a:pt x="7683" y="6283"/>
                    </a:cubicBezTo>
                    <a:cubicBezTo>
                      <a:pt x="7660" y="6283"/>
                      <a:pt x="7635" y="6283"/>
                      <a:pt x="7611" y="6286"/>
                    </a:cubicBezTo>
                    <a:cubicBezTo>
                      <a:pt x="7551" y="6296"/>
                      <a:pt x="7491" y="6291"/>
                      <a:pt x="7431" y="6296"/>
                    </a:cubicBezTo>
                    <a:cubicBezTo>
                      <a:pt x="7366" y="6302"/>
                      <a:pt x="7312" y="6318"/>
                      <a:pt x="7247" y="6318"/>
                    </a:cubicBezTo>
                    <a:cubicBezTo>
                      <a:pt x="7076" y="6318"/>
                      <a:pt x="6901" y="6328"/>
                      <a:pt x="6728" y="6328"/>
                    </a:cubicBezTo>
                    <a:cubicBezTo>
                      <a:pt x="6641" y="6328"/>
                      <a:pt x="6554" y="6325"/>
                      <a:pt x="6469" y="6318"/>
                    </a:cubicBezTo>
                    <a:cubicBezTo>
                      <a:pt x="6350" y="6307"/>
                      <a:pt x="6225" y="6302"/>
                      <a:pt x="6100" y="6302"/>
                    </a:cubicBezTo>
                    <a:lnTo>
                      <a:pt x="5676" y="6302"/>
                    </a:lnTo>
                    <a:cubicBezTo>
                      <a:pt x="5494" y="6302"/>
                      <a:pt x="5311" y="6292"/>
                      <a:pt x="5128" y="6292"/>
                    </a:cubicBezTo>
                    <a:cubicBezTo>
                      <a:pt x="5037" y="6292"/>
                      <a:pt x="4945" y="6295"/>
                      <a:pt x="4855" y="6302"/>
                    </a:cubicBezTo>
                    <a:cubicBezTo>
                      <a:pt x="4800" y="6307"/>
                      <a:pt x="4741" y="6318"/>
                      <a:pt x="4686" y="6318"/>
                    </a:cubicBezTo>
                    <a:cubicBezTo>
                      <a:pt x="4626" y="6318"/>
                      <a:pt x="4550" y="6307"/>
                      <a:pt x="4485" y="6302"/>
                    </a:cubicBezTo>
                    <a:cubicBezTo>
                      <a:pt x="4442" y="6300"/>
                      <a:pt x="4398" y="6299"/>
                      <a:pt x="4353" y="6299"/>
                    </a:cubicBezTo>
                    <a:cubicBezTo>
                      <a:pt x="4265" y="6299"/>
                      <a:pt x="4175" y="6302"/>
                      <a:pt x="4088" y="6302"/>
                    </a:cubicBezTo>
                    <a:cubicBezTo>
                      <a:pt x="4053" y="6303"/>
                      <a:pt x="4018" y="6304"/>
                      <a:pt x="3983" y="6304"/>
                    </a:cubicBezTo>
                    <a:cubicBezTo>
                      <a:pt x="3885" y="6304"/>
                      <a:pt x="3787" y="6299"/>
                      <a:pt x="3692" y="6291"/>
                    </a:cubicBezTo>
                    <a:cubicBezTo>
                      <a:pt x="3567" y="6275"/>
                      <a:pt x="3436" y="6269"/>
                      <a:pt x="3311" y="6264"/>
                    </a:cubicBezTo>
                    <a:cubicBezTo>
                      <a:pt x="3186" y="6261"/>
                      <a:pt x="3061" y="6260"/>
                      <a:pt x="2936" y="6260"/>
                    </a:cubicBezTo>
                    <a:cubicBezTo>
                      <a:pt x="2811" y="6260"/>
                      <a:pt x="2686" y="6261"/>
                      <a:pt x="2561" y="6264"/>
                    </a:cubicBezTo>
                    <a:cubicBezTo>
                      <a:pt x="2447" y="6264"/>
                      <a:pt x="2333" y="6286"/>
                      <a:pt x="2213" y="6286"/>
                    </a:cubicBezTo>
                    <a:cubicBezTo>
                      <a:pt x="2112" y="6286"/>
                      <a:pt x="2001" y="6303"/>
                      <a:pt x="1890" y="6303"/>
                    </a:cubicBezTo>
                    <a:cubicBezTo>
                      <a:pt x="1877" y="6303"/>
                      <a:pt x="1863" y="6302"/>
                      <a:pt x="1849" y="6302"/>
                    </a:cubicBezTo>
                    <a:cubicBezTo>
                      <a:pt x="1753" y="6305"/>
                      <a:pt x="1657" y="6307"/>
                      <a:pt x="1561" y="6307"/>
                    </a:cubicBezTo>
                    <a:cubicBezTo>
                      <a:pt x="1368" y="6307"/>
                      <a:pt x="1175" y="6300"/>
                      <a:pt x="979" y="6286"/>
                    </a:cubicBezTo>
                    <a:cubicBezTo>
                      <a:pt x="889" y="6275"/>
                      <a:pt x="798" y="6271"/>
                      <a:pt x="706" y="6271"/>
                    </a:cubicBezTo>
                    <a:cubicBezTo>
                      <a:pt x="654" y="6271"/>
                      <a:pt x="601" y="6273"/>
                      <a:pt x="550" y="6275"/>
                    </a:cubicBezTo>
                    <a:cubicBezTo>
                      <a:pt x="529" y="6276"/>
                      <a:pt x="508" y="6277"/>
                      <a:pt x="488" y="6277"/>
                    </a:cubicBezTo>
                    <a:cubicBezTo>
                      <a:pt x="438" y="6277"/>
                      <a:pt x="388" y="6273"/>
                      <a:pt x="338" y="6269"/>
                    </a:cubicBezTo>
                    <a:cubicBezTo>
                      <a:pt x="316" y="6264"/>
                      <a:pt x="289" y="6264"/>
                      <a:pt x="262" y="6264"/>
                    </a:cubicBezTo>
                    <a:cubicBezTo>
                      <a:pt x="294" y="6237"/>
                      <a:pt x="327" y="6204"/>
                      <a:pt x="343" y="6188"/>
                    </a:cubicBezTo>
                    <a:cubicBezTo>
                      <a:pt x="408" y="6128"/>
                      <a:pt x="468" y="6068"/>
                      <a:pt x="533" y="6008"/>
                    </a:cubicBezTo>
                    <a:cubicBezTo>
                      <a:pt x="669" y="5883"/>
                      <a:pt x="794" y="5753"/>
                      <a:pt x="908" y="5617"/>
                    </a:cubicBezTo>
                    <a:cubicBezTo>
                      <a:pt x="968" y="5552"/>
                      <a:pt x="1028" y="5481"/>
                      <a:pt x="1082" y="5416"/>
                    </a:cubicBezTo>
                    <a:cubicBezTo>
                      <a:pt x="1142" y="5345"/>
                      <a:pt x="1213" y="5285"/>
                      <a:pt x="1273" y="5215"/>
                    </a:cubicBezTo>
                    <a:cubicBezTo>
                      <a:pt x="1327" y="5160"/>
                      <a:pt x="1365" y="5090"/>
                      <a:pt x="1409" y="5030"/>
                    </a:cubicBezTo>
                    <a:cubicBezTo>
                      <a:pt x="1457" y="4970"/>
                      <a:pt x="1512" y="4905"/>
                      <a:pt x="1566" y="4840"/>
                    </a:cubicBezTo>
                    <a:cubicBezTo>
                      <a:pt x="1615" y="4769"/>
                      <a:pt x="1680" y="4709"/>
                      <a:pt x="1735" y="4644"/>
                    </a:cubicBezTo>
                    <a:cubicBezTo>
                      <a:pt x="1762" y="4611"/>
                      <a:pt x="1789" y="4579"/>
                      <a:pt x="1811" y="4546"/>
                    </a:cubicBezTo>
                    <a:cubicBezTo>
                      <a:pt x="1822" y="4530"/>
                      <a:pt x="1832" y="4508"/>
                      <a:pt x="1843" y="4486"/>
                    </a:cubicBezTo>
                    <a:close/>
                    <a:moveTo>
                      <a:pt x="218" y="6356"/>
                    </a:moveTo>
                    <a:cubicBezTo>
                      <a:pt x="305" y="6373"/>
                      <a:pt x="392" y="6383"/>
                      <a:pt x="479" y="6383"/>
                    </a:cubicBezTo>
                    <a:cubicBezTo>
                      <a:pt x="564" y="6383"/>
                      <a:pt x="651" y="6378"/>
                      <a:pt x="736" y="6378"/>
                    </a:cubicBezTo>
                    <a:cubicBezTo>
                      <a:pt x="793" y="6378"/>
                      <a:pt x="849" y="6380"/>
                      <a:pt x="903" y="6389"/>
                    </a:cubicBezTo>
                    <a:cubicBezTo>
                      <a:pt x="1086" y="6413"/>
                      <a:pt x="1267" y="6426"/>
                      <a:pt x="1446" y="6426"/>
                    </a:cubicBezTo>
                    <a:cubicBezTo>
                      <a:pt x="1506" y="6426"/>
                      <a:pt x="1566" y="6424"/>
                      <a:pt x="1626" y="6421"/>
                    </a:cubicBezTo>
                    <a:cubicBezTo>
                      <a:pt x="1680" y="6424"/>
                      <a:pt x="1734" y="6425"/>
                      <a:pt x="1788" y="6425"/>
                    </a:cubicBezTo>
                    <a:cubicBezTo>
                      <a:pt x="1864" y="6425"/>
                      <a:pt x="1941" y="6422"/>
                      <a:pt x="2017" y="6416"/>
                    </a:cubicBezTo>
                    <a:cubicBezTo>
                      <a:pt x="2137" y="6405"/>
                      <a:pt x="2262" y="6416"/>
                      <a:pt x="2376" y="6400"/>
                    </a:cubicBezTo>
                    <a:cubicBezTo>
                      <a:pt x="2541" y="6389"/>
                      <a:pt x="2706" y="6383"/>
                      <a:pt x="2870" y="6383"/>
                    </a:cubicBezTo>
                    <a:cubicBezTo>
                      <a:pt x="2959" y="6383"/>
                      <a:pt x="3049" y="6385"/>
                      <a:pt x="3137" y="6389"/>
                    </a:cubicBezTo>
                    <a:cubicBezTo>
                      <a:pt x="3262" y="6389"/>
                      <a:pt x="3376" y="6389"/>
                      <a:pt x="3496" y="6400"/>
                    </a:cubicBezTo>
                    <a:cubicBezTo>
                      <a:pt x="3621" y="6416"/>
                      <a:pt x="3746" y="6427"/>
                      <a:pt x="3871" y="6427"/>
                    </a:cubicBezTo>
                    <a:lnTo>
                      <a:pt x="4273" y="6427"/>
                    </a:lnTo>
                    <a:cubicBezTo>
                      <a:pt x="4409" y="6427"/>
                      <a:pt x="4550" y="6449"/>
                      <a:pt x="4686" y="6449"/>
                    </a:cubicBezTo>
                    <a:cubicBezTo>
                      <a:pt x="4806" y="6449"/>
                      <a:pt x="4920" y="6421"/>
                      <a:pt x="5040" y="6421"/>
                    </a:cubicBezTo>
                    <a:cubicBezTo>
                      <a:pt x="5186" y="6421"/>
                      <a:pt x="5333" y="6427"/>
                      <a:pt x="5480" y="6427"/>
                    </a:cubicBezTo>
                    <a:cubicBezTo>
                      <a:pt x="5654" y="6427"/>
                      <a:pt x="5830" y="6422"/>
                      <a:pt x="6006" y="6422"/>
                    </a:cubicBezTo>
                    <a:cubicBezTo>
                      <a:pt x="6094" y="6422"/>
                      <a:pt x="6181" y="6423"/>
                      <a:pt x="6268" y="6427"/>
                    </a:cubicBezTo>
                    <a:cubicBezTo>
                      <a:pt x="6350" y="6427"/>
                      <a:pt x="6426" y="6449"/>
                      <a:pt x="6507" y="6454"/>
                    </a:cubicBezTo>
                    <a:cubicBezTo>
                      <a:pt x="6533" y="6456"/>
                      <a:pt x="6556" y="6456"/>
                      <a:pt x="6579" y="6456"/>
                    </a:cubicBezTo>
                    <a:cubicBezTo>
                      <a:pt x="6624" y="6456"/>
                      <a:pt x="6667" y="6454"/>
                      <a:pt x="6714" y="6454"/>
                    </a:cubicBezTo>
                    <a:lnTo>
                      <a:pt x="7149" y="6454"/>
                    </a:lnTo>
                    <a:cubicBezTo>
                      <a:pt x="7285" y="6454"/>
                      <a:pt x="7410" y="6438"/>
                      <a:pt x="7546" y="6432"/>
                    </a:cubicBezTo>
                    <a:cubicBezTo>
                      <a:pt x="7649" y="6427"/>
                      <a:pt x="7747" y="6405"/>
                      <a:pt x="7850" y="6400"/>
                    </a:cubicBezTo>
                    <a:lnTo>
                      <a:pt x="7850" y="6400"/>
                    </a:lnTo>
                    <a:cubicBezTo>
                      <a:pt x="7845" y="6430"/>
                      <a:pt x="7830" y="6465"/>
                      <a:pt x="7811" y="6492"/>
                    </a:cubicBezTo>
                    <a:lnTo>
                      <a:pt x="7811" y="6492"/>
                    </a:lnTo>
                    <a:cubicBezTo>
                      <a:pt x="7808" y="6491"/>
                      <a:pt x="7804" y="6490"/>
                      <a:pt x="7799" y="6490"/>
                    </a:cubicBezTo>
                    <a:cubicBezTo>
                      <a:pt x="7779" y="6490"/>
                      <a:pt x="7743" y="6498"/>
                      <a:pt x="7736" y="6498"/>
                    </a:cubicBezTo>
                    <a:lnTo>
                      <a:pt x="7665" y="6514"/>
                    </a:lnTo>
                    <a:lnTo>
                      <a:pt x="7660" y="6514"/>
                    </a:lnTo>
                    <a:cubicBezTo>
                      <a:pt x="7486" y="6514"/>
                      <a:pt x="7312" y="6530"/>
                      <a:pt x="7143" y="6536"/>
                    </a:cubicBezTo>
                    <a:cubicBezTo>
                      <a:pt x="6969" y="6541"/>
                      <a:pt x="6795" y="6546"/>
                      <a:pt x="6621" y="6552"/>
                    </a:cubicBezTo>
                    <a:cubicBezTo>
                      <a:pt x="6284" y="6574"/>
                      <a:pt x="5953" y="6612"/>
                      <a:pt x="5610" y="6612"/>
                    </a:cubicBezTo>
                    <a:cubicBezTo>
                      <a:pt x="5257" y="6612"/>
                      <a:pt x="4898" y="6623"/>
                      <a:pt x="4540" y="6633"/>
                    </a:cubicBezTo>
                    <a:cubicBezTo>
                      <a:pt x="4288" y="6637"/>
                      <a:pt x="4033" y="6655"/>
                      <a:pt x="3780" y="6655"/>
                    </a:cubicBezTo>
                    <a:cubicBezTo>
                      <a:pt x="3678" y="6655"/>
                      <a:pt x="3576" y="6652"/>
                      <a:pt x="3474" y="6644"/>
                    </a:cubicBezTo>
                    <a:cubicBezTo>
                      <a:pt x="3295" y="6628"/>
                      <a:pt x="3115" y="6628"/>
                      <a:pt x="2931" y="6628"/>
                    </a:cubicBezTo>
                    <a:cubicBezTo>
                      <a:pt x="2884" y="6629"/>
                      <a:pt x="2839" y="6630"/>
                      <a:pt x="2795" y="6630"/>
                    </a:cubicBezTo>
                    <a:cubicBezTo>
                      <a:pt x="2663" y="6630"/>
                      <a:pt x="2539" y="6624"/>
                      <a:pt x="2409" y="6612"/>
                    </a:cubicBezTo>
                    <a:cubicBezTo>
                      <a:pt x="2322" y="6612"/>
                      <a:pt x="2229" y="6617"/>
                      <a:pt x="2142" y="6633"/>
                    </a:cubicBezTo>
                    <a:cubicBezTo>
                      <a:pt x="2119" y="6635"/>
                      <a:pt x="2095" y="6636"/>
                      <a:pt x="2071" y="6636"/>
                    </a:cubicBezTo>
                    <a:cubicBezTo>
                      <a:pt x="2006" y="6636"/>
                      <a:pt x="1940" y="6631"/>
                      <a:pt x="1876" y="6623"/>
                    </a:cubicBezTo>
                    <a:cubicBezTo>
                      <a:pt x="1707" y="6606"/>
                      <a:pt x="1534" y="6595"/>
                      <a:pt x="1360" y="6595"/>
                    </a:cubicBezTo>
                    <a:cubicBezTo>
                      <a:pt x="1299" y="6595"/>
                      <a:pt x="1234" y="6602"/>
                      <a:pt x="1172" y="6602"/>
                    </a:cubicBezTo>
                    <a:cubicBezTo>
                      <a:pt x="1156" y="6602"/>
                      <a:pt x="1141" y="6602"/>
                      <a:pt x="1126" y="6601"/>
                    </a:cubicBezTo>
                    <a:cubicBezTo>
                      <a:pt x="1044" y="6601"/>
                      <a:pt x="963" y="6585"/>
                      <a:pt x="876" y="6579"/>
                    </a:cubicBezTo>
                    <a:cubicBezTo>
                      <a:pt x="854" y="6576"/>
                      <a:pt x="833" y="6575"/>
                      <a:pt x="812" y="6575"/>
                    </a:cubicBezTo>
                    <a:cubicBezTo>
                      <a:pt x="764" y="6575"/>
                      <a:pt x="715" y="6580"/>
                      <a:pt x="665" y="6580"/>
                    </a:cubicBezTo>
                    <a:cubicBezTo>
                      <a:pt x="652" y="6580"/>
                      <a:pt x="639" y="6580"/>
                      <a:pt x="626" y="6579"/>
                    </a:cubicBezTo>
                    <a:cubicBezTo>
                      <a:pt x="544" y="6574"/>
                      <a:pt x="479" y="6552"/>
                      <a:pt x="403" y="6552"/>
                    </a:cubicBezTo>
                    <a:cubicBezTo>
                      <a:pt x="370" y="6552"/>
                      <a:pt x="338" y="6563"/>
                      <a:pt x="305" y="6563"/>
                    </a:cubicBezTo>
                    <a:cubicBezTo>
                      <a:pt x="278" y="6557"/>
                      <a:pt x="289" y="6568"/>
                      <a:pt x="283" y="6530"/>
                    </a:cubicBezTo>
                    <a:cubicBezTo>
                      <a:pt x="267" y="6470"/>
                      <a:pt x="245" y="6411"/>
                      <a:pt x="218" y="6356"/>
                    </a:cubicBezTo>
                    <a:close/>
                    <a:moveTo>
                      <a:pt x="4115" y="1"/>
                    </a:moveTo>
                    <a:cubicBezTo>
                      <a:pt x="4016" y="1"/>
                      <a:pt x="3917" y="2"/>
                      <a:pt x="3817" y="2"/>
                    </a:cubicBezTo>
                    <a:lnTo>
                      <a:pt x="3077" y="2"/>
                    </a:lnTo>
                    <a:cubicBezTo>
                      <a:pt x="2963" y="2"/>
                      <a:pt x="2849" y="23"/>
                      <a:pt x="2735" y="23"/>
                    </a:cubicBezTo>
                    <a:lnTo>
                      <a:pt x="2349" y="23"/>
                    </a:lnTo>
                    <a:cubicBezTo>
                      <a:pt x="2306" y="21"/>
                      <a:pt x="2262" y="20"/>
                      <a:pt x="2219" y="20"/>
                    </a:cubicBezTo>
                    <a:cubicBezTo>
                      <a:pt x="2156" y="20"/>
                      <a:pt x="2094" y="23"/>
                      <a:pt x="2034" y="29"/>
                    </a:cubicBezTo>
                    <a:cubicBezTo>
                      <a:pt x="1903" y="56"/>
                      <a:pt x="1778" y="67"/>
                      <a:pt x="1648" y="78"/>
                    </a:cubicBezTo>
                    <a:cubicBezTo>
                      <a:pt x="1639" y="78"/>
                      <a:pt x="1630" y="79"/>
                      <a:pt x="1621" y="79"/>
                    </a:cubicBezTo>
                    <a:cubicBezTo>
                      <a:pt x="1582" y="79"/>
                      <a:pt x="1541" y="74"/>
                      <a:pt x="1501" y="74"/>
                    </a:cubicBezTo>
                    <a:cubicBezTo>
                      <a:pt x="1457" y="74"/>
                      <a:pt x="1414" y="79"/>
                      <a:pt x="1376" y="100"/>
                    </a:cubicBezTo>
                    <a:cubicBezTo>
                      <a:pt x="1311" y="127"/>
                      <a:pt x="1262" y="187"/>
                      <a:pt x="1240" y="257"/>
                    </a:cubicBezTo>
                    <a:cubicBezTo>
                      <a:pt x="1235" y="333"/>
                      <a:pt x="1240" y="409"/>
                      <a:pt x="1262" y="480"/>
                    </a:cubicBezTo>
                    <a:cubicBezTo>
                      <a:pt x="1273" y="600"/>
                      <a:pt x="1273" y="714"/>
                      <a:pt x="1262" y="833"/>
                    </a:cubicBezTo>
                    <a:cubicBezTo>
                      <a:pt x="1267" y="877"/>
                      <a:pt x="1273" y="926"/>
                      <a:pt x="1283" y="969"/>
                    </a:cubicBezTo>
                    <a:cubicBezTo>
                      <a:pt x="1289" y="1024"/>
                      <a:pt x="1283" y="1078"/>
                      <a:pt x="1283" y="1132"/>
                    </a:cubicBezTo>
                    <a:cubicBezTo>
                      <a:pt x="1289" y="1236"/>
                      <a:pt x="1311" y="1339"/>
                      <a:pt x="1322" y="1442"/>
                    </a:cubicBezTo>
                    <a:cubicBezTo>
                      <a:pt x="1343" y="1573"/>
                      <a:pt x="1349" y="1703"/>
                      <a:pt x="1354" y="1834"/>
                    </a:cubicBezTo>
                    <a:cubicBezTo>
                      <a:pt x="1360" y="1899"/>
                      <a:pt x="1349" y="1964"/>
                      <a:pt x="1354" y="2029"/>
                    </a:cubicBezTo>
                    <a:cubicBezTo>
                      <a:pt x="1365" y="2089"/>
                      <a:pt x="1376" y="2143"/>
                      <a:pt x="1376" y="2198"/>
                    </a:cubicBezTo>
                    <a:cubicBezTo>
                      <a:pt x="1381" y="2323"/>
                      <a:pt x="1376" y="2442"/>
                      <a:pt x="1392" y="2562"/>
                    </a:cubicBezTo>
                    <a:cubicBezTo>
                      <a:pt x="1398" y="2633"/>
                      <a:pt x="1392" y="2709"/>
                      <a:pt x="1392" y="2779"/>
                    </a:cubicBezTo>
                    <a:cubicBezTo>
                      <a:pt x="1392" y="2850"/>
                      <a:pt x="1409" y="2915"/>
                      <a:pt x="1414" y="2986"/>
                    </a:cubicBezTo>
                    <a:cubicBezTo>
                      <a:pt x="1430" y="3116"/>
                      <a:pt x="1452" y="3241"/>
                      <a:pt x="1479" y="3367"/>
                    </a:cubicBezTo>
                    <a:cubicBezTo>
                      <a:pt x="1512" y="3497"/>
                      <a:pt x="1577" y="3617"/>
                      <a:pt x="1615" y="3747"/>
                    </a:cubicBezTo>
                    <a:cubicBezTo>
                      <a:pt x="1659" y="3872"/>
                      <a:pt x="1675" y="3997"/>
                      <a:pt x="1718" y="4117"/>
                    </a:cubicBezTo>
                    <a:lnTo>
                      <a:pt x="1718" y="4122"/>
                    </a:lnTo>
                    <a:cubicBezTo>
                      <a:pt x="1702" y="4138"/>
                      <a:pt x="1707" y="4166"/>
                      <a:pt x="1724" y="4176"/>
                    </a:cubicBezTo>
                    <a:cubicBezTo>
                      <a:pt x="1729" y="4176"/>
                      <a:pt x="1718" y="4307"/>
                      <a:pt x="1724" y="4323"/>
                    </a:cubicBezTo>
                    <a:cubicBezTo>
                      <a:pt x="1729" y="4350"/>
                      <a:pt x="1740" y="4367"/>
                      <a:pt x="1751" y="4388"/>
                    </a:cubicBezTo>
                    <a:cubicBezTo>
                      <a:pt x="1740" y="4399"/>
                      <a:pt x="1729" y="4416"/>
                      <a:pt x="1718" y="4426"/>
                    </a:cubicBezTo>
                    <a:cubicBezTo>
                      <a:pt x="1664" y="4497"/>
                      <a:pt x="1599" y="4557"/>
                      <a:pt x="1534" y="4611"/>
                    </a:cubicBezTo>
                    <a:cubicBezTo>
                      <a:pt x="1479" y="4666"/>
                      <a:pt x="1430" y="4725"/>
                      <a:pt x="1381" y="4785"/>
                    </a:cubicBezTo>
                    <a:cubicBezTo>
                      <a:pt x="1327" y="4850"/>
                      <a:pt x="1267" y="4905"/>
                      <a:pt x="1218" y="4970"/>
                    </a:cubicBezTo>
                    <a:cubicBezTo>
                      <a:pt x="1120" y="5101"/>
                      <a:pt x="1001" y="5209"/>
                      <a:pt x="892" y="5329"/>
                    </a:cubicBezTo>
                    <a:cubicBezTo>
                      <a:pt x="778" y="5454"/>
                      <a:pt x="669" y="5584"/>
                      <a:pt x="550" y="5704"/>
                    </a:cubicBezTo>
                    <a:cubicBezTo>
                      <a:pt x="419" y="5834"/>
                      <a:pt x="278" y="5954"/>
                      <a:pt x="147" y="6079"/>
                    </a:cubicBezTo>
                    <a:cubicBezTo>
                      <a:pt x="88" y="6128"/>
                      <a:pt x="44" y="6188"/>
                      <a:pt x="12" y="6253"/>
                    </a:cubicBezTo>
                    <a:cubicBezTo>
                      <a:pt x="1" y="6318"/>
                      <a:pt x="6" y="6383"/>
                      <a:pt x="39" y="6443"/>
                    </a:cubicBezTo>
                    <a:cubicBezTo>
                      <a:pt x="77" y="6563"/>
                      <a:pt x="82" y="6737"/>
                      <a:pt x="229" y="6769"/>
                    </a:cubicBezTo>
                    <a:cubicBezTo>
                      <a:pt x="264" y="6772"/>
                      <a:pt x="298" y="6773"/>
                      <a:pt x="332" y="6773"/>
                    </a:cubicBezTo>
                    <a:cubicBezTo>
                      <a:pt x="366" y="6773"/>
                      <a:pt x="400" y="6772"/>
                      <a:pt x="435" y="6769"/>
                    </a:cubicBezTo>
                    <a:cubicBezTo>
                      <a:pt x="515" y="6769"/>
                      <a:pt x="589" y="6792"/>
                      <a:pt x="671" y="6792"/>
                    </a:cubicBezTo>
                    <a:cubicBezTo>
                      <a:pt x="680" y="6792"/>
                      <a:pt x="688" y="6792"/>
                      <a:pt x="696" y="6791"/>
                    </a:cubicBezTo>
                    <a:cubicBezTo>
                      <a:pt x="710" y="6791"/>
                      <a:pt x="723" y="6790"/>
                      <a:pt x="736" y="6790"/>
                    </a:cubicBezTo>
                    <a:cubicBezTo>
                      <a:pt x="896" y="6790"/>
                      <a:pt x="1047" y="6818"/>
                      <a:pt x="1213" y="6818"/>
                    </a:cubicBezTo>
                    <a:cubicBezTo>
                      <a:pt x="1248" y="6817"/>
                      <a:pt x="1283" y="6817"/>
                      <a:pt x="1318" y="6817"/>
                    </a:cubicBezTo>
                    <a:cubicBezTo>
                      <a:pt x="1464" y="6817"/>
                      <a:pt x="1607" y="6825"/>
                      <a:pt x="1756" y="6829"/>
                    </a:cubicBezTo>
                    <a:cubicBezTo>
                      <a:pt x="1843" y="6829"/>
                      <a:pt x="1930" y="6845"/>
                      <a:pt x="2017" y="6851"/>
                    </a:cubicBezTo>
                    <a:cubicBezTo>
                      <a:pt x="2121" y="6851"/>
                      <a:pt x="2218" y="6835"/>
                      <a:pt x="2327" y="6829"/>
                    </a:cubicBezTo>
                    <a:cubicBezTo>
                      <a:pt x="2414" y="6829"/>
                      <a:pt x="2501" y="6835"/>
                      <a:pt x="2588" y="6845"/>
                    </a:cubicBezTo>
                    <a:cubicBezTo>
                      <a:pt x="2619" y="6847"/>
                      <a:pt x="2650" y="6848"/>
                      <a:pt x="2682" y="6848"/>
                    </a:cubicBezTo>
                    <a:cubicBezTo>
                      <a:pt x="2746" y="6848"/>
                      <a:pt x="2811" y="6845"/>
                      <a:pt x="2876" y="6845"/>
                    </a:cubicBezTo>
                    <a:cubicBezTo>
                      <a:pt x="2906" y="6845"/>
                      <a:pt x="2936" y="6845"/>
                      <a:pt x="2966" y="6845"/>
                    </a:cubicBezTo>
                    <a:cubicBezTo>
                      <a:pt x="3291" y="6845"/>
                      <a:pt x="3614" y="6868"/>
                      <a:pt x="3943" y="6868"/>
                    </a:cubicBezTo>
                    <a:cubicBezTo>
                      <a:pt x="3973" y="6868"/>
                      <a:pt x="4004" y="6868"/>
                      <a:pt x="4034" y="6867"/>
                    </a:cubicBezTo>
                    <a:cubicBezTo>
                      <a:pt x="4420" y="6856"/>
                      <a:pt x="4795" y="6845"/>
                      <a:pt x="5176" y="6835"/>
                    </a:cubicBezTo>
                    <a:cubicBezTo>
                      <a:pt x="5246" y="6831"/>
                      <a:pt x="5317" y="6830"/>
                      <a:pt x="5388" y="6830"/>
                    </a:cubicBezTo>
                    <a:cubicBezTo>
                      <a:pt x="5529" y="6830"/>
                      <a:pt x="5670" y="6835"/>
                      <a:pt x="5811" y="6835"/>
                    </a:cubicBezTo>
                    <a:cubicBezTo>
                      <a:pt x="6029" y="6835"/>
                      <a:pt x="6225" y="6807"/>
                      <a:pt x="6431" y="6797"/>
                    </a:cubicBezTo>
                    <a:cubicBezTo>
                      <a:pt x="6806" y="6780"/>
                      <a:pt x="7181" y="6748"/>
                      <a:pt x="7562" y="6742"/>
                    </a:cubicBezTo>
                    <a:cubicBezTo>
                      <a:pt x="7590" y="6750"/>
                      <a:pt x="7620" y="6755"/>
                      <a:pt x="7650" y="6755"/>
                    </a:cubicBezTo>
                    <a:cubicBezTo>
                      <a:pt x="7661" y="6755"/>
                      <a:pt x="7671" y="6754"/>
                      <a:pt x="7681" y="6753"/>
                    </a:cubicBezTo>
                    <a:cubicBezTo>
                      <a:pt x="7719" y="6742"/>
                      <a:pt x="7758" y="6731"/>
                      <a:pt x="7796" y="6726"/>
                    </a:cubicBezTo>
                    <a:cubicBezTo>
                      <a:pt x="7834" y="6726"/>
                      <a:pt x="7866" y="6720"/>
                      <a:pt x="7899" y="6715"/>
                    </a:cubicBezTo>
                    <a:cubicBezTo>
                      <a:pt x="8013" y="6671"/>
                      <a:pt x="8035" y="6536"/>
                      <a:pt x="8089" y="6443"/>
                    </a:cubicBezTo>
                    <a:cubicBezTo>
                      <a:pt x="8154" y="6313"/>
                      <a:pt x="8084" y="6182"/>
                      <a:pt x="7991" y="6090"/>
                    </a:cubicBezTo>
                    <a:lnTo>
                      <a:pt x="7986" y="6079"/>
                    </a:lnTo>
                    <a:cubicBezTo>
                      <a:pt x="7866" y="5959"/>
                      <a:pt x="7741" y="5851"/>
                      <a:pt x="7616" y="5731"/>
                    </a:cubicBezTo>
                    <a:cubicBezTo>
                      <a:pt x="7491" y="5617"/>
                      <a:pt x="7382" y="5514"/>
                      <a:pt x="7263" y="5405"/>
                    </a:cubicBezTo>
                    <a:cubicBezTo>
                      <a:pt x="7143" y="5296"/>
                      <a:pt x="7062" y="5182"/>
                      <a:pt x="6942" y="5084"/>
                    </a:cubicBezTo>
                    <a:cubicBezTo>
                      <a:pt x="6828" y="4986"/>
                      <a:pt x="6719" y="4872"/>
                      <a:pt x="6611" y="4764"/>
                    </a:cubicBezTo>
                    <a:cubicBezTo>
                      <a:pt x="6556" y="4715"/>
                      <a:pt x="6491" y="4682"/>
                      <a:pt x="6442" y="4628"/>
                    </a:cubicBezTo>
                    <a:cubicBezTo>
                      <a:pt x="6426" y="4606"/>
                      <a:pt x="6404" y="4579"/>
                      <a:pt x="6377" y="4562"/>
                    </a:cubicBezTo>
                    <a:lnTo>
                      <a:pt x="6366" y="4557"/>
                    </a:lnTo>
                    <a:cubicBezTo>
                      <a:pt x="6377" y="4535"/>
                      <a:pt x="6382" y="4508"/>
                      <a:pt x="6382" y="4486"/>
                    </a:cubicBezTo>
                    <a:cubicBezTo>
                      <a:pt x="6415" y="4470"/>
                      <a:pt x="6437" y="4432"/>
                      <a:pt x="6437" y="4394"/>
                    </a:cubicBezTo>
                    <a:cubicBezTo>
                      <a:pt x="6442" y="4274"/>
                      <a:pt x="6464" y="4160"/>
                      <a:pt x="6491" y="4046"/>
                    </a:cubicBezTo>
                    <a:cubicBezTo>
                      <a:pt x="6513" y="3916"/>
                      <a:pt x="6524" y="3780"/>
                      <a:pt x="6540" y="3649"/>
                    </a:cubicBezTo>
                    <a:cubicBezTo>
                      <a:pt x="6578" y="3394"/>
                      <a:pt x="6611" y="3138"/>
                      <a:pt x="6638" y="2883"/>
                    </a:cubicBezTo>
                    <a:cubicBezTo>
                      <a:pt x="6665" y="2627"/>
                      <a:pt x="6676" y="2383"/>
                      <a:pt x="6698" y="2133"/>
                    </a:cubicBezTo>
                    <a:cubicBezTo>
                      <a:pt x="6708" y="2018"/>
                      <a:pt x="6725" y="1899"/>
                      <a:pt x="6730" y="1785"/>
                    </a:cubicBezTo>
                    <a:cubicBezTo>
                      <a:pt x="6730" y="1665"/>
                      <a:pt x="6719" y="1529"/>
                      <a:pt x="6736" y="1404"/>
                    </a:cubicBezTo>
                    <a:cubicBezTo>
                      <a:pt x="6746" y="1279"/>
                      <a:pt x="6746" y="1160"/>
                      <a:pt x="6757" y="1035"/>
                    </a:cubicBezTo>
                    <a:cubicBezTo>
                      <a:pt x="6763" y="915"/>
                      <a:pt x="6757" y="779"/>
                      <a:pt x="6763" y="649"/>
                    </a:cubicBezTo>
                    <a:cubicBezTo>
                      <a:pt x="6774" y="491"/>
                      <a:pt x="6833" y="274"/>
                      <a:pt x="6638" y="197"/>
                    </a:cubicBezTo>
                    <a:cubicBezTo>
                      <a:pt x="6534" y="159"/>
                      <a:pt x="6420" y="143"/>
                      <a:pt x="6312" y="138"/>
                    </a:cubicBezTo>
                    <a:cubicBezTo>
                      <a:pt x="6187" y="121"/>
                      <a:pt x="6062" y="110"/>
                      <a:pt x="5937" y="105"/>
                    </a:cubicBezTo>
                    <a:cubicBezTo>
                      <a:pt x="5833" y="105"/>
                      <a:pt x="5735" y="83"/>
                      <a:pt x="5632" y="83"/>
                    </a:cubicBezTo>
                    <a:cubicBezTo>
                      <a:pt x="5507" y="83"/>
                      <a:pt x="5388" y="78"/>
                      <a:pt x="5268" y="62"/>
                    </a:cubicBezTo>
                    <a:cubicBezTo>
                      <a:pt x="5034" y="34"/>
                      <a:pt x="4790" y="23"/>
                      <a:pt x="4561" y="13"/>
                    </a:cubicBezTo>
                    <a:cubicBezTo>
                      <a:pt x="4411" y="3"/>
                      <a:pt x="4263" y="1"/>
                      <a:pt x="4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20"/>
              <p:cNvSpPr/>
              <p:nvPr/>
            </p:nvSpPr>
            <p:spPr>
              <a:xfrm>
                <a:off x="3872750" y="3691100"/>
                <a:ext cx="134150" cy="38050"/>
              </a:xfrm>
              <a:custGeom>
                <a:rect b="b" l="l" r="r" t="t"/>
                <a:pathLst>
                  <a:path extrusionOk="0" h="1522" w="5366">
                    <a:moveTo>
                      <a:pt x="762" y="106"/>
                    </a:moveTo>
                    <a:cubicBezTo>
                      <a:pt x="783" y="111"/>
                      <a:pt x="800" y="117"/>
                      <a:pt x="821" y="122"/>
                    </a:cubicBezTo>
                    <a:cubicBezTo>
                      <a:pt x="903" y="128"/>
                      <a:pt x="985" y="144"/>
                      <a:pt x="1061" y="160"/>
                    </a:cubicBezTo>
                    <a:cubicBezTo>
                      <a:pt x="1006" y="193"/>
                      <a:pt x="963" y="231"/>
                      <a:pt x="914" y="275"/>
                    </a:cubicBezTo>
                    <a:cubicBezTo>
                      <a:pt x="849" y="269"/>
                      <a:pt x="778" y="258"/>
                      <a:pt x="707" y="253"/>
                    </a:cubicBezTo>
                    <a:lnTo>
                      <a:pt x="626" y="253"/>
                    </a:lnTo>
                    <a:cubicBezTo>
                      <a:pt x="675" y="209"/>
                      <a:pt x="718" y="155"/>
                      <a:pt x="762" y="106"/>
                    </a:cubicBezTo>
                    <a:close/>
                    <a:moveTo>
                      <a:pt x="1131" y="177"/>
                    </a:moveTo>
                    <a:cubicBezTo>
                      <a:pt x="1232" y="193"/>
                      <a:pt x="1338" y="193"/>
                      <a:pt x="1444" y="208"/>
                    </a:cubicBezTo>
                    <a:lnTo>
                      <a:pt x="1444" y="208"/>
                    </a:lnTo>
                    <a:cubicBezTo>
                      <a:pt x="1438" y="212"/>
                      <a:pt x="1434" y="216"/>
                      <a:pt x="1430" y="220"/>
                    </a:cubicBezTo>
                    <a:cubicBezTo>
                      <a:pt x="1398" y="247"/>
                      <a:pt x="1376" y="280"/>
                      <a:pt x="1343" y="313"/>
                    </a:cubicBezTo>
                    <a:lnTo>
                      <a:pt x="1207" y="313"/>
                    </a:lnTo>
                    <a:cubicBezTo>
                      <a:pt x="1153" y="307"/>
                      <a:pt x="1099" y="296"/>
                      <a:pt x="1039" y="291"/>
                    </a:cubicBezTo>
                    <a:cubicBezTo>
                      <a:pt x="1072" y="253"/>
                      <a:pt x="1104" y="215"/>
                      <a:pt x="1131" y="177"/>
                    </a:cubicBezTo>
                    <a:close/>
                    <a:moveTo>
                      <a:pt x="1539" y="220"/>
                    </a:moveTo>
                    <a:cubicBezTo>
                      <a:pt x="1623" y="228"/>
                      <a:pt x="1706" y="233"/>
                      <a:pt x="1788" y="233"/>
                    </a:cubicBezTo>
                    <a:cubicBezTo>
                      <a:pt x="1817" y="233"/>
                      <a:pt x="1847" y="232"/>
                      <a:pt x="1876" y="231"/>
                    </a:cubicBezTo>
                    <a:lnTo>
                      <a:pt x="1876" y="231"/>
                    </a:lnTo>
                    <a:cubicBezTo>
                      <a:pt x="1843" y="264"/>
                      <a:pt x="1805" y="302"/>
                      <a:pt x="1778" y="340"/>
                    </a:cubicBezTo>
                    <a:lnTo>
                      <a:pt x="1756" y="367"/>
                    </a:lnTo>
                    <a:cubicBezTo>
                      <a:pt x="1735" y="367"/>
                      <a:pt x="1713" y="367"/>
                      <a:pt x="1697" y="361"/>
                    </a:cubicBezTo>
                    <a:cubicBezTo>
                      <a:pt x="1621" y="351"/>
                      <a:pt x="1544" y="334"/>
                      <a:pt x="1468" y="323"/>
                    </a:cubicBezTo>
                    <a:lnTo>
                      <a:pt x="1496" y="285"/>
                    </a:lnTo>
                    <a:lnTo>
                      <a:pt x="1490" y="285"/>
                    </a:lnTo>
                    <a:cubicBezTo>
                      <a:pt x="1506" y="264"/>
                      <a:pt x="1523" y="242"/>
                      <a:pt x="1539" y="220"/>
                    </a:cubicBezTo>
                    <a:close/>
                    <a:moveTo>
                      <a:pt x="1963" y="231"/>
                    </a:moveTo>
                    <a:cubicBezTo>
                      <a:pt x="1990" y="231"/>
                      <a:pt x="2017" y="231"/>
                      <a:pt x="2045" y="242"/>
                    </a:cubicBezTo>
                    <a:cubicBezTo>
                      <a:pt x="2085" y="245"/>
                      <a:pt x="2125" y="245"/>
                      <a:pt x="2164" y="245"/>
                    </a:cubicBezTo>
                    <a:cubicBezTo>
                      <a:pt x="2204" y="245"/>
                      <a:pt x="2243" y="245"/>
                      <a:pt x="2284" y="247"/>
                    </a:cubicBezTo>
                    <a:lnTo>
                      <a:pt x="2300" y="247"/>
                    </a:lnTo>
                    <a:cubicBezTo>
                      <a:pt x="2257" y="285"/>
                      <a:pt x="2218" y="329"/>
                      <a:pt x="2191" y="378"/>
                    </a:cubicBezTo>
                    <a:cubicBezTo>
                      <a:pt x="2131" y="372"/>
                      <a:pt x="2066" y="367"/>
                      <a:pt x="2001" y="367"/>
                    </a:cubicBezTo>
                    <a:lnTo>
                      <a:pt x="1887" y="367"/>
                    </a:lnTo>
                    <a:cubicBezTo>
                      <a:pt x="1919" y="323"/>
                      <a:pt x="1941" y="275"/>
                      <a:pt x="1963" y="231"/>
                    </a:cubicBezTo>
                    <a:close/>
                    <a:moveTo>
                      <a:pt x="2349" y="253"/>
                    </a:moveTo>
                    <a:cubicBezTo>
                      <a:pt x="2409" y="264"/>
                      <a:pt x="2463" y="269"/>
                      <a:pt x="2523" y="269"/>
                    </a:cubicBezTo>
                    <a:lnTo>
                      <a:pt x="2681" y="269"/>
                    </a:lnTo>
                    <a:cubicBezTo>
                      <a:pt x="2675" y="296"/>
                      <a:pt x="2659" y="318"/>
                      <a:pt x="2648" y="345"/>
                    </a:cubicBezTo>
                    <a:cubicBezTo>
                      <a:pt x="2642" y="356"/>
                      <a:pt x="2637" y="367"/>
                      <a:pt x="2632" y="383"/>
                    </a:cubicBezTo>
                    <a:lnTo>
                      <a:pt x="2311" y="383"/>
                    </a:lnTo>
                    <a:cubicBezTo>
                      <a:pt x="2316" y="372"/>
                      <a:pt x="2322" y="356"/>
                      <a:pt x="2327" y="345"/>
                    </a:cubicBezTo>
                    <a:cubicBezTo>
                      <a:pt x="2343" y="318"/>
                      <a:pt x="2349" y="285"/>
                      <a:pt x="2349" y="253"/>
                    </a:cubicBezTo>
                    <a:close/>
                    <a:moveTo>
                      <a:pt x="2762" y="275"/>
                    </a:moveTo>
                    <a:cubicBezTo>
                      <a:pt x="2854" y="280"/>
                      <a:pt x="2952" y="285"/>
                      <a:pt x="3050" y="285"/>
                    </a:cubicBezTo>
                    <a:lnTo>
                      <a:pt x="3099" y="285"/>
                    </a:lnTo>
                    <a:lnTo>
                      <a:pt x="3083" y="383"/>
                    </a:lnTo>
                    <a:lnTo>
                      <a:pt x="2729" y="383"/>
                    </a:lnTo>
                    <a:lnTo>
                      <a:pt x="2735" y="367"/>
                    </a:lnTo>
                    <a:cubicBezTo>
                      <a:pt x="2740" y="334"/>
                      <a:pt x="2757" y="307"/>
                      <a:pt x="2762" y="275"/>
                    </a:cubicBezTo>
                    <a:close/>
                    <a:moveTo>
                      <a:pt x="3364" y="283"/>
                    </a:moveTo>
                    <a:cubicBezTo>
                      <a:pt x="3396" y="283"/>
                      <a:pt x="3427" y="284"/>
                      <a:pt x="3458" y="285"/>
                    </a:cubicBezTo>
                    <a:cubicBezTo>
                      <a:pt x="3469" y="318"/>
                      <a:pt x="3463" y="351"/>
                      <a:pt x="3452" y="383"/>
                    </a:cubicBezTo>
                    <a:lnTo>
                      <a:pt x="3181" y="383"/>
                    </a:lnTo>
                    <a:cubicBezTo>
                      <a:pt x="3181" y="351"/>
                      <a:pt x="3175" y="318"/>
                      <a:pt x="3170" y="285"/>
                    </a:cubicBezTo>
                    <a:cubicBezTo>
                      <a:pt x="3235" y="285"/>
                      <a:pt x="3300" y="283"/>
                      <a:pt x="3364" y="283"/>
                    </a:cubicBezTo>
                    <a:close/>
                    <a:moveTo>
                      <a:pt x="3572" y="291"/>
                    </a:moveTo>
                    <a:cubicBezTo>
                      <a:pt x="3637" y="302"/>
                      <a:pt x="3708" y="313"/>
                      <a:pt x="3773" y="313"/>
                    </a:cubicBezTo>
                    <a:lnTo>
                      <a:pt x="3849" y="313"/>
                    </a:lnTo>
                    <a:cubicBezTo>
                      <a:pt x="3866" y="334"/>
                      <a:pt x="3876" y="361"/>
                      <a:pt x="3882" y="394"/>
                    </a:cubicBezTo>
                    <a:cubicBezTo>
                      <a:pt x="3822" y="394"/>
                      <a:pt x="3768" y="389"/>
                      <a:pt x="3708" y="389"/>
                    </a:cubicBezTo>
                    <a:lnTo>
                      <a:pt x="3577" y="389"/>
                    </a:lnTo>
                    <a:cubicBezTo>
                      <a:pt x="3577" y="367"/>
                      <a:pt x="3572" y="351"/>
                      <a:pt x="3567" y="329"/>
                    </a:cubicBezTo>
                    <a:cubicBezTo>
                      <a:pt x="3567" y="318"/>
                      <a:pt x="3567" y="302"/>
                      <a:pt x="3561" y="291"/>
                    </a:cubicBezTo>
                    <a:close/>
                    <a:moveTo>
                      <a:pt x="4219" y="307"/>
                    </a:moveTo>
                    <a:cubicBezTo>
                      <a:pt x="4230" y="340"/>
                      <a:pt x="4235" y="372"/>
                      <a:pt x="4241" y="405"/>
                    </a:cubicBezTo>
                    <a:cubicBezTo>
                      <a:pt x="4164" y="405"/>
                      <a:pt x="4083" y="400"/>
                      <a:pt x="4001" y="394"/>
                    </a:cubicBezTo>
                    <a:cubicBezTo>
                      <a:pt x="3996" y="367"/>
                      <a:pt x="3980" y="340"/>
                      <a:pt x="3963" y="313"/>
                    </a:cubicBezTo>
                    <a:lnTo>
                      <a:pt x="3963" y="307"/>
                    </a:lnTo>
                    <a:close/>
                    <a:moveTo>
                      <a:pt x="4561" y="291"/>
                    </a:moveTo>
                    <a:cubicBezTo>
                      <a:pt x="4627" y="291"/>
                      <a:pt x="4692" y="361"/>
                      <a:pt x="4741" y="405"/>
                    </a:cubicBezTo>
                    <a:lnTo>
                      <a:pt x="4757" y="416"/>
                    </a:lnTo>
                    <a:cubicBezTo>
                      <a:pt x="4741" y="416"/>
                      <a:pt x="4730" y="416"/>
                      <a:pt x="4719" y="427"/>
                    </a:cubicBezTo>
                    <a:cubicBezTo>
                      <a:pt x="4724" y="421"/>
                      <a:pt x="4675" y="410"/>
                      <a:pt x="4670" y="405"/>
                    </a:cubicBezTo>
                    <a:lnTo>
                      <a:pt x="4366" y="405"/>
                    </a:lnTo>
                    <a:cubicBezTo>
                      <a:pt x="4344" y="372"/>
                      <a:pt x="4328" y="340"/>
                      <a:pt x="4306" y="313"/>
                    </a:cubicBezTo>
                    <a:cubicBezTo>
                      <a:pt x="4393" y="313"/>
                      <a:pt x="4474" y="291"/>
                      <a:pt x="4561" y="291"/>
                    </a:cubicBezTo>
                    <a:close/>
                    <a:moveTo>
                      <a:pt x="533" y="351"/>
                    </a:moveTo>
                    <a:cubicBezTo>
                      <a:pt x="626" y="367"/>
                      <a:pt x="718" y="378"/>
                      <a:pt x="811" y="389"/>
                    </a:cubicBezTo>
                    <a:cubicBezTo>
                      <a:pt x="789" y="416"/>
                      <a:pt x="762" y="448"/>
                      <a:pt x="734" y="476"/>
                    </a:cubicBezTo>
                    <a:cubicBezTo>
                      <a:pt x="713" y="508"/>
                      <a:pt x="669" y="552"/>
                      <a:pt x="642" y="590"/>
                    </a:cubicBezTo>
                    <a:cubicBezTo>
                      <a:pt x="544" y="568"/>
                      <a:pt x="441" y="557"/>
                      <a:pt x="343" y="557"/>
                    </a:cubicBezTo>
                    <a:cubicBezTo>
                      <a:pt x="370" y="525"/>
                      <a:pt x="403" y="487"/>
                      <a:pt x="436" y="454"/>
                    </a:cubicBezTo>
                    <a:cubicBezTo>
                      <a:pt x="468" y="416"/>
                      <a:pt x="501" y="383"/>
                      <a:pt x="533" y="351"/>
                    </a:cubicBezTo>
                    <a:close/>
                    <a:moveTo>
                      <a:pt x="1376" y="432"/>
                    </a:moveTo>
                    <a:cubicBezTo>
                      <a:pt x="1474" y="443"/>
                      <a:pt x="1566" y="459"/>
                      <a:pt x="1664" y="476"/>
                    </a:cubicBezTo>
                    <a:lnTo>
                      <a:pt x="1675" y="476"/>
                    </a:lnTo>
                    <a:cubicBezTo>
                      <a:pt x="1659" y="503"/>
                      <a:pt x="1642" y="525"/>
                      <a:pt x="1626" y="552"/>
                    </a:cubicBezTo>
                    <a:cubicBezTo>
                      <a:pt x="1615" y="573"/>
                      <a:pt x="1599" y="595"/>
                      <a:pt x="1588" y="617"/>
                    </a:cubicBezTo>
                    <a:cubicBezTo>
                      <a:pt x="1561" y="617"/>
                      <a:pt x="1534" y="612"/>
                      <a:pt x="1506" y="612"/>
                    </a:cubicBezTo>
                    <a:cubicBezTo>
                      <a:pt x="1479" y="610"/>
                      <a:pt x="1451" y="609"/>
                      <a:pt x="1423" y="609"/>
                    </a:cubicBezTo>
                    <a:cubicBezTo>
                      <a:pt x="1367" y="609"/>
                      <a:pt x="1311" y="612"/>
                      <a:pt x="1256" y="612"/>
                    </a:cubicBezTo>
                    <a:lnTo>
                      <a:pt x="1256" y="617"/>
                    </a:lnTo>
                    <a:lnTo>
                      <a:pt x="1245" y="617"/>
                    </a:lnTo>
                    <a:cubicBezTo>
                      <a:pt x="1278" y="573"/>
                      <a:pt x="1305" y="525"/>
                      <a:pt x="1338" y="481"/>
                    </a:cubicBezTo>
                    <a:cubicBezTo>
                      <a:pt x="1349" y="465"/>
                      <a:pt x="1365" y="448"/>
                      <a:pt x="1376" y="432"/>
                    </a:cubicBezTo>
                    <a:close/>
                    <a:moveTo>
                      <a:pt x="4034" y="508"/>
                    </a:moveTo>
                    <a:cubicBezTo>
                      <a:pt x="4116" y="514"/>
                      <a:pt x="4197" y="514"/>
                      <a:pt x="4279" y="519"/>
                    </a:cubicBezTo>
                    <a:cubicBezTo>
                      <a:pt x="4290" y="552"/>
                      <a:pt x="4300" y="584"/>
                      <a:pt x="4317" y="617"/>
                    </a:cubicBezTo>
                    <a:lnTo>
                      <a:pt x="4050" y="617"/>
                    </a:lnTo>
                    <a:cubicBezTo>
                      <a:pt x="4045" y="579"/>
                      <a:pt x="4039" y="541"/>
                      <a:pt x="4034" y="508"/>
                    </a:cubicBezTo>
                    <a:close/>
                    <a:moveTo>
                      <a:pt x="4800" y="459"/>
                    </a:moveTo>
                    <a:cubicBezTo>
                      <a:pt x="4849" y="497"/>
                      <a:pt x="4893" y="546"/>
                      <a:pt x="4936" y="590"/>
                    </a:cubicBezTo>
                    <a:cubicBezTo>
                      <a:pt x="4909" y="590"/>
                      <a:pt x="4877" y="601"/>
                      <a:pt x="4844" y="606"/>
                    </a:cubicBezTo>
                    <a:cubicBezTo>
                      <a:pt x="4785" y="616"/>
                      <a:pt x="4725" y="620"/>
                      <a:pt x="4664" y="620"/>
                    </a:cubicBezTo>
                    <a:cubicBezTo>
                      <a:pt x="4630" y="620"/>
                      <a:pt x="4595" y="619"/>
                      <a:pt x="4561" y="617"/>
                    </a:cubicBezTo>
                    <a:lnTo>
                      <a:pt x="4501" y="617"/>
                    </a:lnTo>
                    <a:cubicBezTo>
                      <a:pt x="4485" y="595"/>
                      <a:pt x="4469" y="579"/>
                      <a:pt x="4453" y="557"/>
                    </a:cubicBezTo>
                    <a:cubicBezTo>
                      <a:pt x="4442" y="541"/>
                      <a:pt x="4436" y="530"/>
                      <a:pt x="4425" y="519"/>
                    </a:cubicBezTo>
                    <a:cubicBezTo>
                      <a:pt x="4466" y="516"/>
                      <a:pt x="4506" y="515"/>
                      <a:pt x="4544" y="515"/>
                    </a:cubicBezTo>
                    <a:cubicBezTo>
                      <a:pt x="4583" y="515"/>
                      <a:pt x="4621" y="516"/>
                      <a:pt x="4659" y="519"/>
                    </a:cubicBezTo>
                    <a:cubicBezTo>
                      <a:pt x="4683" y="521"/>
                      <a:pt x="4701" y="525"/>
                      <a:pt x="4718" y="525"/>
                    </a:cubicBezTo>
                    <a:cubicBezTo>
                      <a:pt x="4740" y="525"/>
                      <a:pt x="4759" y="519"/>
                      <a:pt x="4784" y="497"/>
                    </a:cubicBezTo>
                    <a:cubicBezTo>
                      <a:pt x="4800" y="487"/>
                      <a:pt x="4806" y="470"/>
                      <a:pt x="4800" y="459"/>
                    </a:cubicBezTo>
                    <a:close/>
                    <a:moveTo>
                      <a:pt x="936" y="400"/>
                    </a:moveTo>
                    <a:cubicBezTo>
                      <a:pt x="1039" y="410"/>
                      <a:pt x="1142" y="427"/>
                      <a:pt x="1240" y="427"/>
                    </a:cubicBezTo>
                    <a:cubicBezTo>
                      <a:pt x="1218" y="454"/>
                      <a:pt x="1197" y="481"/>
                      <a:pt x="1175" y="503"/>
                    </a:cubicBezTo>
                    <a:cubicBezTo>
                      <a:pt x="1148" y="546"/>
                      <a:pt x="1115" y="584"/>
                      <a:pt x="1088" y="622"/>
                    </a:cubicBezTo>
                    <a:lnTo>
                      <a:pt x="968" y="622"/>
                    </a:lnTo>
                    <a:cubicBezTo>
                      <a:pt x="898" y="622"/>
                      <a:pt x="832" y="617"/>
                      <a:pt x="762" y="606"/>
                    </a:cubicBezTo>
                    <a:lnTo>
                      <a:pt x="789" y="573"/>
                    </a:lnTo>
                    <a:cubicBezTo>
                      <a:pt x="838" y="514"/>
                      <a:pt x="887" y="454"/>
                      <a:pt x="936" y="400"/>
                    </a:cubicBezTo>
                    <a:close/>
                    <a:moveTo>
                      <a:pt x="3463" y="492"/>
                    </a:moveTo>
                    <a:lnTo>
                      <a:pt x="3463" y="563"/>
                    </a:lnTo>
                    <a:lnTo>
                      <a:pt x="3458" y="563"/>
                    </a:lnTo>
                    <a:cubicBezTo>
                      <a:pt x="3458" y="584"/>
                      <a:pt x="3458" y="606"/>
                      <a:pt x="3458" y="628"/>
                    </a:cubicBezTo>
                    <a:lnTo>
                      <a:pt x="3420" y="628"/>
                    </a:lnTo>
                    <a:cubicBezTo>
                      <a:pt x="3366" y="632"/>
                      <a:pt x="3309" y="636"/>
                      <a:pt x="3254" y="636"/>
                    </a:cubicBezTo>
                    <a:cubicBezTo>
                      <a:pt x="3231" y="636"/>
                      <a:pt x="3208" y="635"/>
                      <a:pt x="3186" y="633"/>
                    </a:cubicBezTo>
                    <a:lnTo>
                      <a:pt x="3186" y="546"/>
                    </a:lnTo>
                    <a:lnTo>
                      <a:pt x="3186" y="497"/>
                    </a:lnTo>
                    <a:lnTo>
                      <a:pt x="3463" y="492"/>
                    </a:lnTo>
                    <a:close/>
                    <a:moveTo>
                      <a:pt x="2056" y="485"/>
                    </a:moveTo>
                    <a:cubicBezTo>
                      <a:pt x="2076" y="485"/>
                      <a:pt x="2096" y="485"/>
                      <a:pt x="2115" y="487"/>
                    </a:cubicBezTo>
                    <a:lnTo>
                      <a:pt x="2131" y="487"/>
                    </a:lnTo>
                    <a:lnTo>
                      <a:pt x="2121" y="508"/>
                    </a:lnTo>
                    <a:cubicBezTo>
                      <a:pt x="2093" y="546"/>
                      <a:pt x="2066" y="590"/>
                      <a:pt x="2039" y="633"/>
                    </a:cubicBezTo>
                    <a:cubicBezTo>
                      <a:pt x="1936" y="633"/>
                      <a:pt x="1838" y="639"/>
                      <a:pt x="1729" y="639"/>
                    </a:cubicBezTo>
                    <a:lnTo>
                      <a:pt x="1724" y="639"/>
                    </a:lnTo>
                    <a:cubicBezTo>
                      <a:pt x="1740" y="601"/>
                      <a:pt x="1762" y="568"/>
                      <a:pt x="1784" y="541"/>
                    </a:cubicBezTo>
                    <a:cubicBezTo>
                      <a:pt x="1794" y="525"/>
                      <a:pt x="1805" y="508"/>
                      <a:pt x="1822" y="492"/>
                    </a:cubicBezTo>
                    <a:cubicBezTo>
                      <a:pt x="1900" y="492"/>
                      <a:pt x="1978" y="485"/>
                      <a:pt x="2056" y="485"/>
                    </a:cubicBezTo>
                    <a:close/>
                    <a:moveTo>
                      <a:pt x="3599" y="492"/>
                    </a:moveTo>
                    <a:cubicBezTo>
                      <a:pt x="3697" y="492"/>
                      <a:pt x="3800" y="492"/>
                      <a:pt x="3898" y="503"/>
                    </a:cubicBezTo>
                    <a:cubicBezTo>
                      <a:pt x="3898" y="541"/>
                      <a:pt x="3898" y="579"/>
                      <a:pt x="3904" y="612"/>
                    </a:cubicBezTo>
                    <a:lnTo>
                      <a:pt x="3827" y="612"/>
                    </a:lnTo>
                    <a:cubicBezTo>
                      <a:pt x="3751" y="612"/>
                      <a:pt x="3681" y="633"/>
                      <a:pt x="3605" y="639"/>
                    </a:cubicBezTo>
                    <a:cubicBezTo>
                      <a:pt x="3605" y="590"/>
                      <a:pt x="3605" y="541"/>
                      <a:pt x="3599" y="492"/>
                    </a:cubicBezTo>
                    <a:close/>
                    <a:moveTo>
                      <a:pt x="2708" y="497"/>
                    </a:moveTo>
                    <a:lnTo>
                      <a:pt x="2708" y="503"/>
                    </a:lnTo>
                    <a:lnTo>
                      <a:pt x="3061" y="503"/>
                    </a:lnTo>
                    <a:cubicBezTo>
                      <a:pt x="3061" y="519"/>
                      <a:pt x="3056" y="535"/>
                      <a:pt x="3050" y="552"/>
                    </a:cubicBezTo>
                    <a:cubicBezTo>
                      <a:pt x="3050" y="579"/>
                      <a:pt x="3045" y="606"/>
                      <a:pt x="3039" y="633"/>
                    </a:cubicBezTo>
                    <a:cubicBezTo>
                      <a:pt x="2914" y="633"/>
                      <a:pt x="2789" y="639"/>
                      <a:pt x="2664" y="655"/>
                    </a:cubicBezTo>
                    <a:lnTo>
                      <a:pt x="2653" y="655"/>
                    </a:lnTo>
                    <a:cubicBezTo>
                      <a:pt x="2670" y="622"/>
                      <a:pt x="2681" y="590"/>
                      <a:pt x="2691" y="563"/>
                    </a:cubicBezTo>
                    <a:cubicBezTo>
                      <a:pt x="2697" y="541"/>
                      <a:pt x="2702" y="519"/>
                      <a:pt x="2708" y="497"/>
                    </a:cubicBezTo>
                    <a:close/>
                    <a:moveTo>
                      <a:pt x="2262" y="497"/>
                    </a:moveTo>
                    <a:cubicBezTo>
                      <a:pt x="2360" y="503"/>
                      <a:pt x="2452" y="503"/>
                      <a:pt x="2545" y="503"/>
                    </a:cubicBezTo>
                    <a:lnTo>
                      <a:pt x="2594" y="503"/>
                    </a:lnTo>
                    <a:cubicBezTo>
                      <a:pt x="2572" y="557"/>
                      <a:pt x="2550" y="612"/>
                      <a:pt x="2528" y="666"/>
                    </a:cubicBezTo>
                    <a:cubicBezTo>
                      <a:pt x="2430" y="660"/>
                      <a:pt x="2333" y="644"/>
                      <a:pt x="2235" y="639"/>
                    </a:cubicBezTo>
                    <a:lnTo>
                      <a:pt x="2186" y="639"/>
                    </a:lnTo>
                    <a:cubicBezTo>
                      <a:pt x="2202" y="606"/>
                      <a:pt x="2224" y="573"/>
                      <a:pt x="2240" y="541"/>
                    </a:cubicBezTo>
                    <a:cubicBezTo>
                      <a:pt x="2251" y="525"/>
                      <a:pt x="2257" y="508"/>
                      <a:pt x="2262" y="497"/>
                    </a:cubicBezTo>
                    <a:close/>
                    <a:moveTo>
                      <a:pt x="5018" y="671"/>
                    </a:moveTo>
                    <a:cubicBezTo>
                      <a:pt x="5040" y="693"/>
                      <a:pt x="5061" y="715"/>
                      <a:pt x="5083" y="737"/>
                    </a:cubicBezTo>
                    <a:lnTo>
                      <a:pt x="5132" y="780"/>
                    </a:lnTo>
                    <a:cubicBezTo>
                      <a:pt x="5089" y="780"/>
                      <a:pt x="5045" y="769"/>
                      <a:pt x="5007" y="769"/>
                    </a:cubicBezTo>
                    <a:cubicBezTo>
                      <a:pt x="4978" y="768"/>
                      <a:pt x="4950" y="767"/>
                      <a:pt x="4922" y="767"/>
                    </a:cubicBezTo>
                    <a:cubicBezTo>
                      <a:pt x="4839" y="767"/>
                      <a:pt x="4757" y="773"/>
                      <a:pt x="4675" y="785"/>
                    </a:cubicBezTo>
                    <a:cubicBezTo>
                      <a:pt x="4627" y="791"/>
                      <a:pt x="4583" y="791"/>
                      <a:pt x="4534" y="791"/>
                    </a:cubicBezTo>
                    <a:cubicBezTo>
                      <a:pt x="4545" y="769"/>
                      <a:pt x="4545" y="742"/>
                      <a:pt x="4540" y="720"/>
                    </a:cubicBezTo>
                    <a:lnTo>
                      <a:pt x="4540" y="720"/>
                    </a:lnTo>
                    <a:cubicBezTo>
                      <a:pt x="4576" y="724"/>
                      <a:pt x="4613" y="726"/>
                      <a:pt x="4649" y="726"/>
                    </a:cubicBezTo>
                    <a:cubicBezTo>
                      <a:pt x="4774" y="726"/>
                      <a:pt x="4896" y="705"/>
                      <a:pt x="5018" y="671"/>
                    </a:cubicBezTo>
                    <a:close/>
                    <a:moveTo>
                      <a:pt x="4376" y="720"/>
                    </a:moveTo>
                    <a:lnTo>
                      <a:pt x="4376" y="726"/>
                    </a:lnTo>
                    <a:cubicBezTo>
                      <a:pt x="4387" y="742"/>
                      <a:pt x="4398" y="758"/>
                      <a:pt x="4409" y="775"/>
                    </a:cubicBezTo>
                    <a:lnTo>
                      <a:pt x="4371" y="769"/>
                    </a:lnTo>
                    <a:lnTo>
                      <a:pt x="4371" y="775"/>
                    </a:lnTo>
                    <a:cubicBezTo>
                      <a:pt x="4347" y="769"/>
                      <a:pt x="4322" y="766"/>
                      <a:pt x="4298" y="766"/>
                    </a:cubicBezTo>
                    <a:cubicBezTo>
                      <a:pt x="4273" y="766"/>
                      <a:pt x="4249" y="769"/>
                      <a:pt x="4224" y="775"/>
                    </a:cubicBezTo>
                    <a:cubicBezTo>
                      <a:pt x="4186" y="780"/>
                      <a:pt x="4148" y="796"/>
                      <a:pt x="4105" y="802"/>
                    </a:cubicBezTo>
                    <a:lnTo>
                      <a:pt x="4099" y="785"/>
                    </a:lnTo>
                    <a:cubicBezTo>
                      <a:pt x="4094" y="764"/>
                      <a:pt x="4083" y="742"/>
                      <a:pt x="4078" y="720"/>
                    </a:cubicBezTo>
                    <a:close/>
                    <a:moveTo>
                      <a:pt x="294" y="617"/>
                    </a:moveTo>
                    <a:cubicBezTo>
                      <a:pt x="392" y="639"/>
                      <a:pt x="484" y="660"/>
                      <a:pt x="577" y="671"/>
                    </a:cubicBezTo>
                    <a:cubicBezTo>
                      <a:pt x="555" y="715"/>
                      <a:pt x="544" y="758"/>
                      <a:pt x="528" y="802"/>
                    </a:cubicBezTo>
                    <a:lnTo>
                      <a:pt x="376" y="802"/>
                    </a:lnTo>
                    <a:cubicBezTo>
                      <a:pt x="343" y="805"/>
                      <a:pt x="310" y="806"/>
                      <a:pt x="278" y="806"/>
                    </a:cubicBezTo>
                    <a:cubicBezTo>
                      <a:pt x="245" y="806"/>
                      <a:pt x="213" y="805"/>
                      <a:pt x="180" y="802"/>
                    </a:cubicBezTo>
                    <a:cubicBezTo>
                      <a:pt x="202" y="758"/>
                      <a:pt x="234" y="715"/>
                      <a:pt x="256" y="677"/>
                    </a:cubicBezTo>
                    <a:cubicBezTo>
                      <a:pt x="267" y="655"/>
                      <a:pt x="283" y="639"/>
                      <a:pt x="294" y="617"/>
                    </a:cubicBezTo>
                    <a:close/>
                    <a:moveTo>
                      <a:pt x="702" y="693"/>
                    </a:moveTo>
                    <a:cubicBezTo>
                      <a:pt x="805" y="709"/>
                      <a:pt x="908" y="715"/>
                      <a:pt x="1017" y="720"/>
                    </a:cubicBezTo>
                    <a:cubicBezTo>
                      <a:pt x="1001" y="747"/>
                      <a:pt x="990" y="775"/>
                      <a:pt x="985" y="807"/>
                    </a:cubicBezTo>
                    <a:cubicBezTo>
                      <a:pt x="865" y="802"/>
                      <a:pt x="751" y="802"/>
                      <a:pt x="631" y="802"/>
                    </a:cubicBezTo>
                    <a:lnTo>
                      <a:pt x="642" y="785"/>
                    </a:lnTo>
                    <a:cubicBezTo>
                      <a:pt x="664" y="753"/>
                      <a:pt x="680" y="726"/>
                      <a:pt x="702" y="693"/>
                    </a:cubicBezTo>
                    <a:close/>
                    <a:moveTo>
                      <a:pt x="3452" y="731"/>
                    </a:moveTo>
                    <a:cubicBezTo>
                      <a:pt x="3452" y="758"/>
                      <a:pt x="3458" y="785"/>
                      <a:pt x="3463" y="813"/>
                    </a:cubicBezTo>
                    <a:cubicBezTo>
                      <a:pt x="3360" y="813"/>
                      <a:pt x="3257" y="807"/>
                      <a:pt x="3153" y="802"/>
                    </a:cubicBezTo>
                    <a:cubicBezTo>
                      <a:pt x="3164" y="780"/>
                      <a:pt x="3175" y="758"/>
                      <a:pt x="3175" y="737"/>
                    </a:cubicBezTo>
                    <a:lnTo>
                      <a:pt x="3175" y="742"/>
                    </a:lnTo>
                    <a:lnTo>
                      <a:pt x="3262" y="742"/>
                    </a:lnTo>
                    <a:cubicBezTo>
                      <a:pt x="3327" y="742"/>
                      <a:pt x="3387" y="731"/>
                      <a:pt x="3452" y="731"/>
                    </a:cubicBezTo>
                    <a:close/>
                    <a:moveTo>
                      <a:pt x="2126" y="737"/>
                    </a:moveTo>
                    <a:cubicBezTo>
                      <a:pt x="2191" y="742"/>
                      <a:pt x="2262" y="747"/>
                      <a:pt x="2333" y="758"/>
                    </a:cubicBezTo>
                    <a:lnTo>
                      <a:pt x="2490" y="758"/>
                    </a:lnTo>
                    <a:cubicBezTo>
                      <a:pt x="2485" y="775"/>
                      <a:pt x="2479" y="796"/>
                      <a:pt x="2474" y="818"/>
                    </a:cubicBezTo>
                    <a:lnTo>
                      <a:pt x="2077" y="818"/>
                    </a:lnTo>
                    <a:cubicBezTo>
                      <a:pt x="2088" y="796"/>
                      <a:pt x="2104" y="775"/>
                      <a:pt x="2115" y="753"/>
                    </a:cubicBezTo>
                    <a:lnTo>
                      <a:pt x="2126" y="737"/>
                    </a:lnTo>
                    <a:close/>
                    <a:moveTo>
                      <a:pt x="2908" y="738"/>
                    </a:moveTo>
                    <a:cubicBezTo>
                      <a:pt x="2946" y="738"/>
                      <a:pt x="2985" y="740"/>
                      <a:pt x="3023" y="742"/>
                    </a:cubicBezTo>
                    <a:lnTo>
                      <a:pt x="3034" y="742"/>
                    </a:lnTo>
                    <a:cubicBezTo>
                      <a:pt x="3034" y="764"/>
                      <a:pt x="3039" y="785"/>
                      <a:pt x="3050" y="802"/>
                    </a:cubicBezTo>
                    <a:lnTo>
                      <a:pt x="2947" y="802"/>
                    </a:lnTo>
                    <a:cubicBezTo>
                      <a:pt x="2833" y="802"/>
                      <a:pt x="2724" y="813"/>
                      <a:pt x="2610" y="818"/>
                    </a:cubicBezTo>
                    <a:cubicBezTo>
                      <a:pt x="2610" y="802"/>
                      <a:pt x="2615" y="780"/>
                      <a:pt x="2621" y="764"/>
                    </a:cubicBezTo>
                    <a:cubicBezTo>
                      <a:pt x="2664" y="758"/>
                      <a:pt x="2702" y="753"/>
                      <a:pt x="2746" y="747"/>
                    </a:cubicBezTo>
                    <a:cubicBezTo>
                      <a:pt x="2800" y="741"/>
                      <a:pt x="2854" y="738"/>
                      <a:pt x="2908" y="738"/>
                    </a:cubicBezTo>
                    <a:close/>
                    <a:moveTo>
                      <a:pt x="3875" y="719"/>
                    </a:moveTo>
                    <a:cubicBezTo>
                      <a:pt x="3886" y="719"/>
                      <a:pt x="3898" y="720"/>
                      <a:pt x="3909" y="720"/>
                    </a:cubicBezTo>
                    <a:lnTo>
                      <a:pt x="3925" y="720"/>
                    </a:lnTo>
                    <a:cubicBezTo>
                      <a:pt x="3931" y="747"/>
                      <a:pt x="3942" y="780"/>
                      <a:pt x="3952" y="807"/>
                    </a:cubicBezTo>
                    <a:lnTo>
                      <a:pt x="3822" y="813"/>
                    </a:lnTo>
                    <a:cubicBezTo>
                      <a:pt x="3746" y="818"/>
                      <a:pt x="3670" y="818"/>
                      <a:pt x="3599" y="818"/>
                    </a:cubicBezTo>
                    <a:cubicBezTo>
                      <a:pt x="3599" y="802"/>
                      <a:pt x="3605" y="785"/>
                      <a:pt x="3599" y="769"/>
                    </a:cubicBezTo>
                    <a:lnTo>
                      <a:pt x="3599" y="742"/>
                    </a:lnTo>
                    <a:cubicBezTo>
                      <a:pt x="3691" y="737"/>
                      <a:pt x="3783" y="719"/>
                      <a:pt x="3875" y="719"/>
                    </a:cubicBezTo>
                    <a:close/>
                    <a:moveTo>
                      <a:pt x="1664" y="726"/>
                    </a:moveTo>
                    <a:cubicBezTo>
                      <a:pt x="1767" y="726"/>
                      <a:pt x="1871" y="731"/>
                      <a:pt x="1974" y="737"/>
                    </a:cubicBezTo>
                    <a:cubicBezTo>
                      <a:pt x="1958" y="758"/>
                      <a:pt x="1947" y="785"/>
                      <a:pt x="1936" y="818"/>
                    </a:cubicBezTo>
                    <a:cubicBezTo>
                      <a:pt x="1822" y="818"/>
                      <a:pt x="1702" y="824"/>
                      <a:pt x="1588" y="824"/>
                    </a:cubicBezTo>
                    <a:lnTo>
                      <a:pt x="1588" y="824"/>
                    </a:lnTo>
                    <a:cubicBezTo>
                      <a:pt x="1590" y="816"/>
                      <a:pt x="1594" y="812"/>
                      <a:pt x="1599" y="807"/>
                    </a:cubicBezTo>
                    <a:cubicBezTo>
                      <a:pt x="1610" y="780"/>
                      <a:pt x="1642" y="764"/>
                      <a:pt x="1659" y="737"/>
                    </a:cubicBezTo>
                    <a:lnTo>
                      <a:pt x="1664" y="726"/>
                    </a:lnTo>
                    <a:close/>
                    <a:moveTo>
                      <a:pt x="1164" y="715"/>
                    </a:moveTo>
                    <a:cubicBezTo>
                      <a:pt x="1278" y="715"/>
                      <a:pt x="1392" y="715"/>
                      <a:pt x="1506" y="720"/>
                    </a:cubicBezTo>
                    <a:cubicBezTo>
                      <a:pt x="1501" y="731"/>
                      <a:pt x="1496" y="737"/>
                      <a:pt x="1490" y="742"/>
                    </a:cubicBezTo>
                    <a:cubicBezTo>
                      <a:pt x="1468" y="769"/>
                      <a:pt x="1463" y="796"/>
                      <a:pt x="1463" y="829"/>
                    </a:cubicBezTo>
                    <a:cubicBezTo>
                      <a:pt x="1349" y="829"/>
                      <a:pt x="1240" y="829"/>
                      <a:pt x="1131" y="818"/>
                    </a:cubicBezTo>
                    <a:lnTo>
                      <a:pt x="1104" y="818"/>
                    </a:lnTo>
                    <a:cubicBezTo>
                      <a:pt x="1110" y="807"/>
                      <a:pt x="1115" y="796"/>
                      <a:pt x="1120" y="785"/>
                    </a:cubicBezTo>
                    <a:cubicBezTo>
                      <a:pt x="1131" y="758"/>
                      <a:pt x="1148" y="737"/>
                      <a:pt x="1164" y="715"/>
                    </a:cubicBezTo>
                    <a:close/>
                    <a:moveTo>
                      <a:pt x="2990" y="949"/>
                    </a:moveTo>
                    <a:cubicBezTo>
                      <a:pt x="3146" y="949"/>
                      <a:pt x="3300" y="956"/>
                      <a:pt x="3452" y="970"/>
                    </a:cubicBezTo>
                    <a:cubicBezTo>
                      <a:pt x="3463" y="981"/>
                      <a:pt x="3474" y="992"/>
                      <a:pt x="3490" y="997"/>
                    </a:cubicBezTo>
                    <a:cubicBezTo>
                      <a:pt x="3496" y="1008"/>
                      <a:pt x="3496" y="1014"/>
                      <a:pt x="3501" y="1025"/>
                    </a:cubicBezTo>
                    <a:cubicBezTo>
                      <a:pt x="3507" y="1041"/>
                      <a:pt x="3518" y="1057"/>
                      <a:pt x="3528" y="1068"/>
                    </a:cubicBezTo>
                    <a:cubicBezTo>
                      <a:pt x="3561" y="1106"/>
                      <a:pt x="3594" y="1139"/>
                      <a:pt x="3626" y="1182"/>
                    </a:cubicBezTo>
                    <a:cubicBezTo>
                      <a:pt x="3648" y="1226"/>
                      <a:pt x="3670" y="1269"/>
                      <a:pt x="3686" y="1318"/>
                    </a:cubicBezTo>
                    <a:cubicBezTo>
                      <a:pt x="3692" y="1324"/>
                      <a:pt x="3692" y="1324"/>
                      <a:pt x="3686" y="1329"/>
                    </a:cubicBezTo>
                    <a:cubicBezTo>
                      <a:pt x="3681" y="1329"/>
                      <a:pt x="3664" y="1329"/>
                      <a:pt x="3659" y="1334"/>
                    </a:cubicBezTo>
                    <a:cubicBezTo>
                      <a:pt x="3610" y="1340"/>
                      <a:pt x="3567" y="1356"/>
                      <a:pt x="3512" y="1367"/>
                    </a:cubicBezTo>
                    <a:cubicBezTo>
                      <a:pt x="3470" y="1371"/>
                      <a:pt x="3425" y="1375"/>
                      <a:pt x="3379" y="1375"/>
                    </a:cubicBezTo>
                    <a:cubicBezTo>
                      <a:pt x="3360" y="1375"/>
                      <a:pt x="3341" y="1374"/>
                      <a:pt x="3322" y="1373"/>
                    </a:cubicBezTo>
                    <a:cubicBezTo>
                      <a:pt x="3202" y="1373"/>
                      <a:pt x="3088" y="1367"/>
                      <a:pt x="2969" y="1367"/>
                    </a:cubicBezTo>
                    <a:cubicBezTo>
                      <a:pt x="2835" y="1367"/>
                      <a:pt x="2698" y="1374"/>
                      <a:pt x="2560" y="1374"/>
                    </a:cubicBezTo>
                    <a:cubicBezTo>
                      <a:pt x="2457" y="1374"/>
                      <a:pt x="2354" y="1370"/>
                      <a:pt x="2251" y="1356"/>
                    </a:cubicBezTo>
                    <a:cubicBezTo>
                      <a:pt x="2137" y="1340"/>
                      <a:pt x="2023" y="1329"/>
                      <a:pt x="1909" y="1329"/>
                    </a:cubicBezTo>
                    <a:lnTo>
                      <a:pt x="1740" y="1329"/>
                    </a:lnTo>
                    <a:cubicBezTo>
                      <a:pt x="1724" y="1329"/>
                      <a:pt x="1691" y="1334"/>
                      <a:pt x="1664" y="1334"/>
                    </a:cubicBezTo>
                    <a:lnTo>
                      <a:pt x="1669" y="1329"/>
                    </a:lnTo>
                    <a:cubicBezTo>
                      <a:pt x="1691" y="1291"/>
                      <a:pt x="1718" y="1248"/>
                      <a:pt x="1740" y="1204"/>
                    </a:cubicBezTo>
                    <a:cubicBezTo>
                      <a:pt x="1789" y="1128"/>
                      <a:pt x="1876" y="1057"/>
                      <a:pt x="1903" y="970"/>
                    </a:cubicBezTo>
                    <a:cubicBezTo>
                      <a:pt x="1999" y="974"/>
                      <a:pt x="2095" y="976"/>
                      <a:pt x="2190" y="976"/>
                    </a:cubicBezTo>
                    <a:cubicBezTo>
                      <a:pt x="2380" y="976"/>
                      <a:pt x="2568" y="968"/>
                      <a:pt x="2757" y="954"/>
                    </a:cubicBezTo>
                    <a:cubicBezTo>
                      <a:pt x="2835" y="950"/>
                      <a:pt x="2912" y="949"/>
                      <a:pt x="2990" y="949"/>
                    </a:cubicBezTo>
                    <a:close/>
                    <a:moveTo>
                      <a:pt x="754" y="0"/>
                    </a:moveTo>
                    <a:cubicBezTo>
                      <a:pt x="749" y="0"/>
                      <a:pt x="745" y="1"/>
                      <a:pt x="740" y="3"/>
                    </a:cubicBezTo>
                    <a:lnTo>
                      <a:pt x="729" y="8"/>
                    </a:lnTo>
                    <a:lnTo>
                      <a:pt x="680" y="8"/>
                    </a:lnTo>
                    <a:cubicBezTo>
                      <a:pt x="664" y="8"/>
                      <a:pt x="653" y="30"/>
                      <a:pt x="664" y="41"/>
                    </a:cubicBezTo>
                    <a:cubicBezTo>
                      <a:pt x="528" y="133"/>
                      <a:pt x="408" y="247"/>
                      <a:pt x="305" y="372"/>
                    </a:cubicBezTo>
                    <a:cubicBezTo>
                      <a:pt x="240" y="443"/>
                      <a:pt x="180" y="525"/>
                      <a:pt x="126" y="601"/>
                    </a:cubicBezTo>
                    <a:cubicBezTo>
                      <a:pt x="71" y="671"/>
                      <a:pt x="33" y="747"/>
                      <a:pt x="6" y="834"/>
                    </a:cubicBezTo>
                    <a:cubicBezTo>
                      <a:pt x="1" y="867"/>
                      <a:pt x="12" y="900"/>
                      <a:pt x="44" y="921"/>
                    </a:cubicBezTo>
                    <a:cubicBezTo>
                      <a:pt x="101" y="949"/>
                      <a:pt x="165" y="955"/>
                      <a:pt x="231" y="955"/>
                    </a:cubicBezTo>
                    <a:cubicBezTo>
                      <a:pt x="297" y="955"/>
                      <a:pt x="365" y="949"/>
                      <a:pt x="430" y="949"/>
                    </a:cubicBezTo>
                    <a:lnTo>
                      <a:pt x="903" y="949"/>
                    </a:lnTo>
                    <a:cubicBezTo>
                      <a:pt x="1050" y="949"/>
                      <a:pt x="1191" y="965"/>
                      <a:pt x="1338" y="970"/>
                    </a:cubicBezTo>
                    <a:lnTo>
                      <a:pt x="1767" y="970"/>
                    </a:lnTo>
                    <a:cubicBezTo>
                      <a:pt x="1707" y="1030"/>
                      <a:pt x="1653" y="1106"/>
                      <a:pt x="1604" y="1182"/>
                    </a:cubicBezTo>
                    <a:cubicBezTo>
                      <a:pt x="1566" y="1242"/>
                      <a:pt x="1474" y="1334"/>
                      <a:pt x="1496" y="1405"/>
                    </a:cubicBezTo>
                    <a:cubicBezTo>
                      <a:pt x="1512" y="1468"/>
                      <a:pt x="1586" y="1481"/>
                      <a:pt x="1658" y="1481"/>
                    </a:cubicBezTo>
                    <a:cubicBezTo>
                      <a:pt x="1704" y="1481"/>
                      <a:pt x="1749" y="1476"/>
                      <a:pt x="1778" y="1476"/>
                    </a:cubicBezTo>
                    <a:cubicBezTo>
                      <a:pt x="1930" y="1476"/>
                      <a:pt x="2088" y="1481"/>
                      <a:pt x="2240" y="1503"/>
                    </a:cubicBezTo>
                    <a:cubicBezTo>
                      <a:pt x="2348" y="1517"/>
                      <a:pt x="2459" y="1521"/>
                      <a:pt x="2570" y="1521"/>
                    </a:cubicBezTo>
                    <a:cubicBezTo>
                      <a:pt x="2761" y="1521"/>
                      <a:pt x="2954" y="1508"/>
                      <a:pt x="3143" y="1508"/>
                    </a:cubicBezTo>
                    <a:cubicBezTo>
                      <a:pt x="3200" y="1515"/>
                      <a:pt x="3257" y="1518"/>
                      <a:pt x="3314" y="1518"/>
                    </a:cubicBezTo>
                    <a:cubicBezTo>
                      <a:pt x="3401" y="1518"/>
                      <a:pt x="3486" y="1511"/>
                      <a:pt x="3572" y="1498"/>
                    </a:cubicBezTo>
                    <a:cubicBezTo>
                      <a:pt x="3632" y="1487"/>
                      <a:pt x="3692" y="1476"/>
                      <a:pt x="3751" y="1470"/>
                    </a:cubicBezTo>
                    <a:cubicBezTo>
                      <a:pt x="3795" y="1470"/>
                      <a:pt x="3833" y="1438"/>
                      <a:pt x="3844" y="1400"/>
                    </a:cubicBezTo>
                    <a:cubicBezTo>
                      <a:pt x="3855" y="1351"/>
                      <a:pt x="3844" y="1302"/>
                      <a:pt x="3822" y="1264"/>
                    </a:cubicBezTo>
                    <a:cubicBezTo>
                      <a:pt x="3800" y="1199"/>
                      <a:pt x="3773" y="1139"/>
                      <a:pt x="3740" y="1079"/>
                    </a:cubicBezTo>
                    <a:cubicBezTo>
                      <a:pt x="3713" y="1041"/>
                      <a:pt x="3681" y="1008"/>
                      <a:pt x="3648" y="970"/>
                    </a:cubicBezTo>
                    <a:lnTo>
                      <a:pt x="3681" y="970"/>
                    </a:lnTo>
                    <a:cubicBezTo>
                      <a:pt x="3855" y="965"/>
                      <a:pt x="4023" y="949"/>
                      <a:pt x="4197" y="949"/>
                    </a:cubicBezTo>
                    <a:lnTo>
                      <a:pt x="4436" y="949"/>
                    </a:lnTo>
                    <a:cubicBezTo>
                      <a:pt x="4485" y="957"/>
                      <a:pt x="4534" y="961"/>
                      <a:pt x="4583" y="961"/>
                    </a:cubicBezTo>
                    <a:cubicBezTo>
                      <a:pt x="4632" y="961"/>
                      <a:pt x="4681" y="957"/>
                      <a:pt x="4730" y="949"/>
                    </a:cubicBezTo>
                    <a:cubicBezTo>
                      <a:pt x="4811" y="945"/>
                      <a:pt x="4891" y="941"/>
                      <a:pt x="4970" y="941"/>
                    </a:cubicBezTo>
                    <a:cubicBezTo>
                      <a:pt x="5003" y="941"/>
                      <a:pt x="5035" y="942"/>
                      <a:pt x="5067" y="943"/>
                    </a:cubicBezTo>
                    <a:cubicBezTo>
                      <a:pt x="5087" y="944"/>
                      <a:pt x="5108" y="945"/>
                      <a:pt x="5128" y="945"/>
                    </a:cubicBezTo>
                    <a:cubicBezTo>
                      <a:pt x="5195" y="945"/>
                      <a:pt x="5260" y="938"/>
                      <a:pt x="5322" y="921"/>
                    </a:cubicBezTo>
                    <a:cubicBezTo>
                      <a:pt x="5344" y="905"/>
                      <a:pt x="5360" y="878"/>
                      <a:pt x="5360" y="851"/>
                    </a:cubicBezTo>
                    <a:cubicBezTo>
                      <a:pt x="5366" y="742"/>
                      <a:pt x="5252" y="671"/>
                      <a:pt x="5186" y="606"/>
                    </a:cubicBezTo>
                    <a:lnTo>
                      <a:pt x="5181" y="612"/>
                    </a:lnTo>
                    <a:cubicBezTo>
                      <a:pt x="5067" y="508"/>
                      <a:pt x="4969" y="394"/>
                      <a:pt x="4849" y="296"/>
                    </a:cubicBezTo>
                    <a:cubicBezTo>
                      <a:pt x="4748" y="219"/>
                      <a:pt x="4681" y="146"/>
                      <a:pt x="4564" y="146"/>
                    </a:cubicBezTo>
                    <a:cubicBezTo>
                      <a:pt x="4549" y="146"/>
                      <a:pt x="4534" y="147"/>
                      <a:pt x="4518" y="149"/>
                    </a:cubicBezTo>
                    <a:cubicBezTo>
                      <a:pt x="4375" y="162"/>
                      <a:pt x="4229" y="168"/>
                      <a:pt x="4085" y="168"/>
                    </a:cubicBezTo>
                    <a:cubicBezTo>
                      <a:pt x="4037" y="168"/>
                      <a:pt x="3989" y="167"/>
                      <a:pt x="3942" y="166"/>
                    </a:cubicBezTo>
                    <a:cubicBezTo>
                      <a:pt x="3895" y="169"/>
                      <a:pt x="3851" y="170"/>
                      <a:pt x="3806" y="170"/>
                    </a:cubicBezTo>
                    <a:cubicBezTo>
                      <a:pt x="3761" y="170"/>
                      <a:pt x="3716" y="169"/>
                      <a:pt x="3670" y="166"/>
                    </a:cubicBezTo>
                    <a:cubicBezTo>
                      <a:pt x="3617" y="154"/>
                      <a:pt x="3561" y="147"/>
                      <a:pt x="3504" y="147"/>
                    </a:cubicBezTo>
                    <a:cubicBezTo>
                      <a:pt x="3485" y="147"/>
                      <a:pt x="3466" y="148"/>
                      <a:pt x="3447" y="149"/>
                    </a:cubicBezTo>
                    <a:cubicBezTo>
                      <a:pt x="3262" y="149"/>
                      <a:pt x="3077" y="149"/>
                      <a:pt x="2893" y="139"/>
                    </a:cubicBezTo>
                    <a:cubicBezTo>
                      <a:pt x="2860" y="140"/>
                      <a:pt x="2827" y="140"/>
                      <a:pt x="2794" y="140"/>
                    </a:cubicBezTo>
                    <a:cubicBezTo>
                      <a:pt x="2642" y="140"/>
                      <a:pt x="2491" y="130"/>
                      <a:pt x="2343" y="117"/>
                    </a:cubicBezTo>
                    <a:cubicBezTo>
                      <a:pt x="2311" y="113"/>
                      <a:pt x="2279" y="112"/>
                      <a:pt x="2247" y="112"/>
                    </a:cubicBezTo>
                    <a:cubicBezTo>
                      <a:pt x="2212" y="112"/>
                      <a:pt x="2177" y="113"/>
                      <a:pt x="2142" y="113"/>
                    </a:cubicBezTo>
                    <a:cubicBezTo>
                      <a:pt x="2122" y="113"/>
                      <a:pt x="2102" y="113"/>
                      <a:pt x="2083" y="111"/>
                    </a:cubicBezTo>
                    <a:cubicBezTo>
                      <a:pt x="1990" y="101"/>
                      <a:pt x="1892" y="95"/>
                      <a:pt x="1794" y="95"/>
                    </a:cubicBezTo>
                    <a:cubicBezTo>
                      <a:pt x="1763" y="96"/>
                      <a:pt x="1731" y="97"/>
                      <a:pt x="1699" y="97"/>
                    </a:cubicBezTo>
                    <a:cubicBezTo>
                      <a:pt x="1545" y="97"/>
                      <a:pt x="1388" y="86"/>
                      <a:pt x="1235" y="68"/>
                    </a:cubicBezTo>
                    <a:cubicBezTo>
                      <a:pt x="1137" y="57"/>
                      <a:pt x="1039" y="35"/>
                      <a:pt x="946" y="24"/>
                    </a:cubicBezTo>
                    <a:cubicBezTo>
                      <a:pt x="892" y="19"/>
                      <a:pt x="838" y="14"/>
                      <a:pt x="783" y="8"/>
                    </a:cubicBezTo>
                    <a:cubicBezTo>
                      <a:pt x="776" y="4"/>
                      <a:pt x="765"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20"/>
              <p:cNvSpPr/>
              <p:nvPr/>
            </p:nvSpPr>
            <p:spPr>
              <a:xfrm>
                <a:off x="3884025" y="3587200"/>
                <a:ext cx="112425" cy="87850"/>
              </a:xfrm>
              <a:custGeom>
                <a:rect b="b" l="l" r="r" t="t"/>
                <a:pathLst>
                  <a:path extrusionOk="0" h="3514" w="4497">
                    <a:moveTo>
                      <a:pt x="1687" y="184"/>
                    </a:moveTo>
                    <a:cubicBezTo>
                      <a:pt x="1712" y="184"/>
                      <a:pt x="1737" y="184"/>
                      <a:pt x="1762" y="185"/>
                    </a:cubicBezTo>
                    <a:cubicBezTo>
                      <a:pt x="1941" y="185"/>
                      <a:pt x="2132" y="201"/>
                      <a:pt x="2322" y="201"/>
                    </a:cubicBezTo>
                    <a:cubicBezTo>
                      <a:pt x="2507" y="201"/>
                      <a:pt x="2686" y="212"/>
                      <a:pt x="2865" y="223"/>
                    </a:cubicBezTo>
                    <a:cubicBezTo>
                      <a:pt x="3045" y="229"/>
                      <a:pt x="3224" y="245"/>
                      <a:pt x="3398" y="256"/>
                    </a:cubicBezTo>
                    <a:cubicBezTo>
                      <a:pt x="3583" y="278"/>
                      <a:pt x="3768" y="283"/>
                      <a:pt x="3953" y="283"/>
                    </a:cubicBezTo>
                    <a:cubicBezTo>
                      <a:pt x="4034" y="283"/>
                      <a:pt x="4116" y="278"/>
                      <a:pt x="4197" y="272"/>
                    </a:cubicBezTo>
                    <a:cubicBezTo>
                      <a:pt x="4246" y="256"/>
                      <a:pt x="4301" y="240"/>
                      <a:pt x="4355" y="229"/>
                    </a:cubicBezTo>
                    <a:lnTo>
                      <a:pt x="4355" y="229"/>
                    </a:lnTo>
                    <a:cubicBezTo>
                      <a:pt x="4349" y="267"/>
                      <a:pt x="4344" y="299"/>
                      <a:pt x="4333" y="337"/>
                    </a:cubicBezTo>
                    <a:lnTo>
                      <a:pt x="4339" y="337"/>
                    </a:lnTo>
                    <a:cubicBezTo>
                      <a:pt x="4333" y="424"/>
                      <a:pt x="4339" y="506"/>
                      <a:pt x="4328" y="593"/>
                    </a:cubicBezTo>
                    <a:cubicBezTo>
                      <a:pt x="4306" y="761"/>
                      <a:pt x="4328" y="924"/>
                      <a:pt x="4317" y="1093"/>
                    </a:cubicBezTo>
                    <a:cubicBezTo>
                      <a:pt x="4311" y="1174"/>
                      <a:pt x="4301" y="1251"/>
                      <a:pt x="4301" y="1327"/>
                    </a:cubicBezTo>
                    <a:cubicBezTo>
                      <a:pt x="4306" y="1425"/>
                      <a:pt x="4301" y="1517"/>
                      <a:pt x="4290" y="1615"/>
                    </a:cubicBezTo>
                    <a:cubicBezTo>
                      <a:pt x="4268" y="1778"/>
                      <a:pt x="4262" y="1941"/>
                      <a:pt x="4273" y="2109"/>
                    </a:cubicBezTo>
                    <a:cubicBezTo>
                      <a:pt x="4273" y="2202"/>
                      <a:pt x="4273" y="2294"/>
                      <a:pt x="4268" y="2381"/>
                    </a:cubicBezTo>
                    <a:cubicBezTo>
                      <a:pt x="4262" y="2468"/>
                      <a:pt x="4235" y="2539"/>
                      <a:pt x="4230" y="2615"/>
                    </a:cubicBezTo>
                    <a:cubicBezTo>
                      <a:pt x="4219" y="2707"/>
                      <a:pt x="4219" y="2800"/>
                      <a:pt x="4203" y="2887"/>
                    </a:cubicBezTo>
                    <a:cubicBezTo>
                      <a:pt x="4186" y="2968"/>
                      <a:pt x="4176" y="3055"/>
                      <a:pt x="4165" y="3137"/>
                    </a:cubicBezTo>
                    <a:cubicBezTo>
                      <a:pt x="4170" y="3202"/>
                      <a:pt x="4143" y="3273"/>
                      <a:pt x="4099" y="3322"/>
                    </a:cubicBezTo>
                    <a:cubicBezTo>
                      <a:pt x="4071" y="3344"/>
                      <a:pt x="4017" y="3351"/>
                      <a:pt x="3967" y="3351"/>
                    </a:cubicBezTo>
                    <a:cubicBezTo>
                      <a:pt x="3932" y="3351"/>
                      <a:pt x="3899" y="3348"/>
                      <a:pt x="3877" y="3343"/>
                    </a:cubicBezTo>
                    <a:cubicBezTo>
                      <a:pt x="3784" y="3334"/>
                      <a:pt x="3689" y="3330"/>
                      <a:pt x="3595" y="3330"/>
                    </a:cubicBezTo>
                    <a:cubicBezTo>
                      <a:pt x="3518" y="3330"/>
                      <a:pt x="3441" y="3333"/>
                      <a:pt x="3366" y="3338"/>
                    </a:cubicBezTo>
                    <a:cubicBezTo>
                      <a:pt x="3246" y="3338"/>
                      <a:pt x="3124" y="3331"/>
                      <a:pt x="3003" y="3331"/>
                    </a:cubicBezTo>
                    <a:cubicBezTo>
                      <a:pt x="2942" y="3331"/>
                      <a:pt x="2882" y="3332"/>
                      <a:pt x="2822" y="3338"/>
                    </a:cubicBezTo>
                    <a:cubicBezTo>
                      <a:pt x="2648" y="3349"/>
                      <a:pt x="2480" y="3354"/>
                      <a:pt x="2300" y="3354"/>
                    </a:cubicBezTo>
                    <a:cubicBezTo>
                      <a:pt x="2181" y="3354"/>
                      <a:pt x="2068" y="3359"/>
                      <a:pt x="1957" y="3359"/>
                    </a:cubicBezTo>
                    <a:cubicBezTo>
                      <a:pt x="1901" y="3359"/>
                      <a:pt x="1845" y="3358"/>
                      <a:pt x="1789" y="3354"/>
                    </a:cubicBezTo>
                    <a:cubicBezTo>
                      <a:pt x="1621" y="3338"/>
                      <a:pt x="1441" y="3316"/>
                      <a:pt x="1267" y="3316"/>
                    </a:cubicBezTo>
                    <a:cubicBezTo>
                      <a:pt x="1243" y="3318"/>
                      <a:pt x="1220" y="3318"/>
                      <a:pt x="1196" y="3318"/>
                    </a:cubicBezTo>
                    <a:cubicBezTo>
                      <a:pt x="1139" y="3318"/>
                      <a:pt x="1082" y="3315"/>
                      <a:pt x="1028" y="3311"/>
                    </a:cubicBezTo>
                    <a:cubicBezTo>
                      <a:pt x="947" y="3300"/>
                      <a:pt x="865" y="3305"/>
                      <a:pt x="784" y="3294"/>
                    </a:cubicBezTo>
                    <a:cubicBezTo>
                      <a:pt x="702" y="3284"/>
                      <a:pt x="621" y="3284"/>
                      <a:pt x="544" y="3273"/>
                    </a:cubicBezTo>
                    <a:cubicBezTo>
                      <a:pt x="517" y="3273"/>
                      <a:pt x="490" y="3267"/>
                      <a:pt x="463" y="3267"/>
                    </a:cubicBezTo>
                    <a:cubicBezTo>
                      <a:pt x="442" y="3267"/>
                      <a:pt x="433" y="3272"/>
                      <a:pt x="427" y="3272"/>
                    </a:cubicBezTo>
                    <a:cubicBezTo>
                      <a:pt x="422" y="3272"/>
                      <a:pt x="419" y="3269"/>
                      <a:pt x="414" y="3256"/>
                    </a:cubicBezTo>
                    <a:cubicBezTo>
                      <a:pt x="398" y="3213"/>
                      <a:pt x="414" y="3137"/>
                      <a:pt x="414" y="3088"/>
                    </a:cubicBezTo>
                    <a:cubicBezTo>
                      <a:pt x="409" y="3006"/>
                      <a:pt x="398" y="2919"/>
                      <a:pt x="381" y="2838"/>
                    </a:cubicBezTo>
                    <a:cubicBezTo>
                      <a:pt x="360" y="2675"/>
                      <a:pt x="349" y="2512"/>
                      <a:pt x="322" y="2349"/>
                    </a:cubicBezTo>
                    <a:cubicBezTo>
                      <a:pt x="294" y="2158"/>
                      <a:pt x="283" y="1963"/>
                      <a:pt x="262" y="1772"/>
                    </a:cubicBezTo>
                    <a:cubicBezTo>
                      <a:pt x="240" y="1577"/>
                      <a:pt x="202" y="1386"/>
                      <a:pt x="197" y="1191"/>
                    </a:cubicBezTo>
                    <a:cubicBezTo>
                      <a:pt x="191" y="1006"/>
                      <a:pt x="180" y="816"/>
                      <a:pt x="164" y="631"/>
                    </a:cubicBezTo>
                    <a:cubicBezTo>
                      <a:pt x="153" y="506"/>
                      <a:pt x="153" y="370"/>
                      <a:pt x="131" y="240"/>
                    </a:cubicBezTo>
                    <a:cubicBezTo>
                      <a:pt x="137" y="240"/>
                      <a:pt x="142" y="234"/>
                      <a:pt x="153" y="223"/>
                    </a:cubicBezTo>
                    <a:cubicBezTo>
                      <a:pt x="178" y="198"/>
                      <a:pt x="213" y="192"/>
                      <a:pt x="250" y="192"/>
                    </a:cubicBezTo>
                    <a:cubicBezTo>
                      <a:pt x="295" y="192"/>
                      <a:pt x="343" y="201"/>
                      <a:pt x="381" y="201"/>
                    </a:cubicBezTo>
                    <a:lnTo>
                      <a:pt x="664" y="201"/>
                    </a:lnTo>
                    <a:cubicBezTo>
                      <a:pt x="791" y="201"/>
                      <a:pt x="915" y="204"/>
                      <a:pt x="1040" y="204"/>
                    </a:cubicBezTo>
                    <a:cubicBezTo>
                      <a:pt x="1103" y="204"/>
                      <a:pt x="1166" y="203"/>
                      <a:pt x="1229" y="201"/>
                    </a:cubicBezTo>
                    <a:cubicBezTo>
                      <a:pt x="1388" y="197"/>
                      <a:pt x="1535" y="184"/>
                      <a:pt x="1687" y="184"/>
                    </a:cubicBezTo>
                    <a:close/>
                    <a:moveTo>
                      <a:pt x="1724" y="0"/>
                    </a:moveTo>
                    <a:cubicBezTo>
                      <a:pt x="1420" y="0"/>
                      <a:pt x="1115" y="22"/>
                      <a:pt x="805" y="22"/>
                    </a:cubicBezTo>
                    <a:lnTo>
                      <a:pt x="343" y="22"/>
                    </a:lnTo>
                    <a:cubicBezTo>
                      <a:pt x="331" y="22"/>
                      <a:pt x="319" y="22"/>
                      <a:pt x="307" y="22"/>
                    </a:cubicBezTo>
                    <a:cubicBezTo>
                      <a:pt x="207" y="22"/>
                      <a:pt x="112" y="26"/>
                      <a:pt x="39" y="109"/>
                    </a:cubicBezTo>
                    <a:lnTo>
                      <a:pt x="33" y="120"/>
                    </a:lnTo>
                    <a:cubicBezTo>
                      <a:pt x="12" y="131"/>
                      <a:pt x="1" y="158"/>
                      <a:pt x="6" y="180"/>
                    </a:cubicBezTo>
                    <a:cubicBezTo>
                      <a:pt x="28" y="278"/>
                      <a:pt x="39" y="381"/>
                      <a:pt x="39" y="484"/>
                    </a:cubicBezTo>
                    <a:cubicBezTo>
                      <a:pt x="50" y="620"/>
                      <a:pt x="50" y="750"/>
                      <a:pt x="55" y="881"/>
                    </a:cubicBezTo>
                    <a:cubicBezTo>
                      <a:pt x="71" y="1142"/>
                      <a:pt x="82" y="1392"/>
                      <a:pt x="120" y="1647"/>
                    </a:cubicBezTo>
                    <a:cubicBezTo>
                      <a:pt x="153" y="1903"/>
                      <a:pt x="153" y="2164"/>
                      <a:pt x="191" y="2419"/>
                    </a:cubicBezTo>
                    <a:cubicBezTo>
                      <a:pt x="213" y="2544"/>
                      <a:pt x="218" y="2664"/>
                      <a:pt x="229" y="2789"/>
                    </a:cubicBezTo>
                    <a:cubicBezTo>
                      <a:pt x="251" y="2914"/>
                      <a:pt x="262" y="3039"/>
                      <a:pt x="262" y="3159"/>
                    </a:cubicBezTo>
                    <a:cubicBezTo>
                      <a:pt x="256" y="3235"/>
                      <a:pt x="256" y="3322"/>
                      <a:pt x="311" y="3381"/>
                    </a:cubicBezTo>
                    <a:cubicBezTo>
                      <a:pt x="332" y="3403"/>
                      <a:pt x="370" y="3419"/>
                      <a:pt x="403" y="3419"/>
                    </a:cubicBezTo>
                    <a:cubicBezTo>
                      <a:pt x="457" y="3425"/>
                      <a:pt x="512" y="3425"/>
                      <a:pt x="566" y="3430"/>
                    </a:cubicBezTo>
                    <a:cubicBezTo>
                      <a:pt x="811" y="3458"/>
                      <a:pt x="1055" y="3468"/>
                      <a:pt x="1300" y="3474"/>
                    </a:cubicBezTo>
                    <a:cubicBezTo>
                      <a:pt x="1436" y="3474"/>
                      <a:pt x="1572" y="3479"/>
                      <a:pt x="1702" y="3496"/>
                    </a:cubicBezTo>
                    <a:cubicBezTo>
                      <a:pt x="1800" y="3508"/>
                      <a:pt x="1898" y="3514"/>
                      <a:pt x="1993" y="3514"/>
                    </a:cubicBezTo>
                    <a:cubicBezTo>
                      <a:pt x="2025" y="3514"/>
                      <a:pt x="2057" y="3513"/>
                      <a:pt x="2088" y="3512"/>
                    </a:cubicBezTo>
                    <a:lnTo>
                      <a:pt x="2670" y="3512"/>
                    </a:lnTo>
                    <a:cubicBezTo>
                      <a:pt x="2740" y="3512"/>
                      <a:pt x="2817" y="3490"/>
                      <a:pt x="2887" y="3490"/>
                    </a:cubicBezTo>
                    <a:cubicBezTo>
                      <a:pt x="2981" y="3488"/>
                      <a:pt x="3076" y="3488"/>
                      <a:pt x="3170" y="3488"/>
                    </a:cubicBezTo>
                    <a:cubicBezTo>
                      <a:pt x="3358" y="3488"/>
                      <a:pt x="3547" y="3490"/>
                      <a:pt x="3735" y="3490"/>
                    </a:cubicBezTo>
                    <a:cubicBezTo>
                      <a:pt x="3808" y="3490"/>
                      <a:pt x="3897" y="3503"/>
                      <a:pt x="3982" y="3503"/>
                    </a:cubicBezTo>
                    <a:cubicBezTo>
                      <a:pt x="4093" y="3503"/>
                      <a:pt x="4199" y="3481"/>
                      <a:pt x="4257" y="3376"/>
                    </a:cubicBezTo>
                    <a:cubicBezTo>
                      <a:pt x="4301" y="3289"/>
                      <a:pt x="4322" y="3197"/>
                      <a:pt x="4317" y="3099"/>
                    </a:cubicBezTo>
                    <a:cubicBezTo>
                      <a:pt x="4328" y="2963"/>
                      <a:pt x="4360" y="2822"/>
                      <a:pt x="4366" y="2686"/>
                    </a:cubicBezTo>
                    <a:cubicBezTo>
                      <a:pt x="4371" y="2561"/>
                      <a:pt x="4404" y="2446"/>
                      <a:pt x="4404" y="2327"/>
                    </a:cubicBezTo>
                    <a:lnTo>
                      <a:pt x="4404" y="1892"/>
                    </a:lnTo>
                    <a:cubicBezTo>
                      <a:pt x="4404" y="1762"/>
                      <a:pt x="4442" y="1647"/>
                      <a:pt x="4447" y="1522"/>
                    </a:cubicBezTo>
                    <a:cubicBezTo>
                      <a:pt x="4458" y="1397"/>
                      <a:pt x="4453" y="1256"/>
                      <a:pt x="4469" y="1120"/>
                    </a:cubicBezTo>
                    <a:cubicBezTo>
                      <a:pt x="4474" y="995"/>
                      <a:pt x="4474" y="870"/>
                      <a:pt x="4469" y="745"/>
                    </a:cubicBezTo>
                    <a:cubicBezTo>
                      <a:pt x="4469" y="609"/>
                      <a:pt x="4485" y="479"/>
                      <a:pt x="4485" y="348"/>
                    </a:cubicBezTo>
                    <a:cubicBezTo>
                      <a:pt x="4496" y="278"/>
                      <a:pt x="4491" y="207"/>
                      <a:pt x="4469" y="142"/>
                    </a:cubicBezTo>
                    <a:lnTo>
                      <a:pt x="4469" y="142"/>
                    </a:lnTo>
                    <a:lnTo>
                      <a:pt x="4474" y="147"/>
                    </a:lnTo>
                    <a:cubicBezTo>
                      <a:pt x="4453" y="108"/>
                      <a:pt x="4414" y="97"/>
                      <a:pt x="4372" y="97"/>
                    </a:cubicBezTo>
                    <a:cubicBezTo>
                      <a:pt x="4338" y="97"/>
                      <a:pt x="4302" y="104"/>
                      <a:pt x="4273" y="109"/>
                    </a:cubicBezTo>
                    <a:cubicBezTo>
                      <a:pt x="4141" y="132"/>
                      <a:pt x="4009" y="142"/>
                      <a:pt x="3877" y="142"/>
                    </a:cubicBezTo>
                    <a:cubicBezTo>
                      <a:pt x="3754" y="142"/>
                      <a:pt x="3630" y="133"/>
                      <a:pt x="3507" y="114"/>
                    </a:cubicBezTo>
                    <a:cubicBezTo>
                      <a:pt x="3213" y="76"/>
                      <a:pt x="2909" y="55"/>
                      <a:pt x="2610" y="38"/>
                    </a:cubicBezTo>
                    <a:cubicBezTo>
                      <a:pt x="2463" y="28"/>
                      <a:pt x="2322" y="22"/>
                      <a:pt x="2175" y="22"/>
                    </a:cubicBezTo>
                    <a:cubicBezTo>
                      <a:pt x="2162" y="23"/>
                      <a:pt x="2148" y="23"/>
                      <a:pt x="2135" y="23"/>
                    </a:cubicBezTo>
                    <a:cubicBezTo>
                      <a:pt x="2001" y="23"/>
                      <a:pt x="1862" y="0"/>
                      <a:pt x="17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20"/>
              <p:cNvSpPr/>
              <p:nvPr/>
            </p:nvSpPr>
            <p:spPr>
              <a:xfrm>
                <a:off x="3937975" y="3618075"/>
                <a:ext cx="20150" cy="23650"/>
              </a:xfrm>
              <a:custGeom>
                <a:rect b="b" l="l" r="r" t="t"/>
                <a:pathLst>
                  <a:path extrusionOk="0" h="946" w="806">
                    <a:moveTo>
                      <a:pt x="289" y="70"/>
                    </a:moveTo>
                    <a:cubicBezTo>
                      <a:pt x="327" y="75"/>
                      <a:pt x="360" y="92"/>
                      <a:pt x="392" y="108"/>
                    </a:cubicBezTo>
                    <a:cubicBezTo>
                      <a:pt x="430" y="119"/>
                      <a:pt x="468" y="130"/>
                      <a:pt x="506" y="135"/>
                    </a:cubicBezTo>
                    <a:cubicBezTo>
                      <a:pt x="550" y="141"/>
                      <a:pt x="680" y="141"/>
                      <a:pt x="686" y="195"/>
                    </a:cubicBezTo>
                    <a:cubicBezTo>
                      <a:pt x="686" y="233"/>
                      <a:pt x="626" y="276"/>
                      <a:pt x="604" y="304"/>
                    </a:cubicBezTo>
                    <a:cubicBezTo>
                      <a:pt x="474" y="456"/>
                      <a:pt x="610" y="586"/>
                      <a:pt x="707" y="706"/>
                    </a:cubicBezTo>
                    <a:cubicBezTo>
                      <a:pt x="669" y="744"/>
                      <a:pt x="626" y="777"/>
                      <a:pt x="582" y="804"/>
                    </a:cubicBezTo>
                    <a:lnTo>
                      <a:pt x="577" y="804"/>
                    </a:lnTo>
                    <a:cubicBezTo>
                      <a:pt x="566" y="793"/>
                      <a:pt x="555" y="777"/>
                      <a:pt x="544" y="760"/>
                    </a:cubicBezTo>
                    <a:cubicBezTo>
                      <a:pt x="517" y="706"/>
                      <a:pt x="495" y="646"/>
                      <a:pt x="479" y="586"/>
                    </a:cubicBezTo>
                    <a:cubicBezTo>
                      <a:pt x="459" y="526"/>
                      <a:pt x="401" y="490"/>
                      <a:pt x="341" y="490"/>
                    </a:cubicBezTo>
                    <a:cubicBezTo>
                      <a:pt x="320" y="490"/>
                      <a:pt x="298" y="495"/>
                      <a:pt x="278" y="505"/>
                    </a:cubicBezTo>
                    <a:cubicBezTo>
                      <a:pt x="258" y="510"/>
                      <a:pt x="188" y="560"/>
                      <a:pt x="160" y="560"/>
                    </a:cubicBezTo>
                    <a:cubicBezTo>
                      <a:pt x="157" y="560"/>
                      <a:pt x="155" y="560"/>
                      <a:pt x="153" y="559"/>
                    </a:cubicBezTo>
                    <a:cubicBezTo>
                      <a:pt x="115" y="543"/>
                      <a:pt x="169" y="434"/>
                      <a:pt x="175" y="407"/>
                    </a:cubicBezTo>
                    <a:cubicBezTo>
                      <a:pt x="197" y="358"/>
                      <a:pt x="213" y="309"/>
                      <a:pt x="229" y="260"/>
                    </a:cubicBezTo>
                    <a:cubicBezTo>
                      <a:pt x="240" y="200"/>
                      <a:pt x="251" y="141"/>
                      <a:pt x="251" y="81"/>
                    </a:cubicBezTo>
                    <a:lnTo>
                      <a:pt x="262" y="81"/>
                    </a:lnTo>
                    <a:cubicBezTo>
                      <a:pt x="267" y="75"/>
                      <a:pt x="273" y="75"/>
                      <a:pt x="278" y="70"/>
                    </a:cubicBezTo>
                    <a:close/>
                    <a:moveTo>
                      <a:pt x="205" y="1"/>
                    </a:moveTo>
                    <a:cubicBezTo>
                      <a:pt x="203" y="1"/>
                      <a:pt x="202" y="2"/>
                      <a:pt x="202" y="5"/>
                    </a:cubicBezTo>
                    <a:lnTo>
                      <a:pt x="202" y="10"/>
                    </a:lnTo>
                    <a:cubicBezTo>
                      <a:pt x="191" y="16"/>
                      <a:pt x="180" y="26"/>
                      <a:pt x="175" y="37"/>
                    </a:cubicBezTo>
                    <a:cubicBezTo>
                      <a:pt x="158" y="113"/>
                      <a:pt x="142" y="195"/>
                      <a:pt x="120" y="271"/>
                    </a:cubicBezTo>
                    <a:cubicBezTo>
                      <a:pt x="99" y="320"/>
                      <a:pt x="77" y="363"/>
                      <a:pt x="61" y="412"/>
                    </a:cubicBezTo>
                    <a:cubicBezTo>
                      <a:pt x="28" y="499"/>
                      <a:pt x="1" y="624"/>
                      <a:pt x="115" y="662"/>
                    </a:cubicBezTo>
                    <a:cubicBezTo>
                      <a:pt x="122" y="665"/>
                      <a:pt x="130" y="666"/>
                      <a:pt x="139" y="666"/>
                    </a:cubicBezTo>
                    <a:cubicBezTo>
                      <a:pt x="200" y="666"/>
                      <a:pt x="285" y="603"/>
                      <a:pt x="337" y="603"/>
                    </a:cubicBezTo>
                    <a:cubicBezTo>
                      <a:pt x="351" y="603"/>
                      <a:pt x="362" y="608"/>
                      <a:pt x="370" y="619"/>
                    </a:cubicBezTo>
                    <a:cubicBezTo>
                      <a:pt x="409" y="668"/>
                      <a:pt x="403" y="739"/>
                      <a:pt x="430" y="793"/>
                    </a:cubicBezTo>
                    <a:cubicBezTo>
                      <a:pt x="447" y="820"/>
                      <a:pt x="463" y="847"/>
                      <a:pt x="485" y="874"/>
                    </a:cubicBezTo>
                    <a:cubicBezTo>
                      <a:pt x="485" y="880"/>
                      <a:pt x="479" y="885"/>
                      <a:pt x="479" y="896"/>
                    </a:cubicBezTo>
                    <a:cubicBezTo>
                      <a:pt x="474" y="912"/>
                      <a:pt x="490" y="934"/>
                      <a:pt x="506" y="934"/>
                    </a:cubicBezTo>
                    <a:cubicBezTo>
                      <a:pt x="517" y="934"/>
                      <a:pt x="534" y="934"/>
                      <a:pt x="544" y="929"/>
                    </a:cubicBezTo>
                    <a:lnTo>
                      <a:pt x="561" y="940"/>
                    </a:lnTo>
                    <a:cubicBezTo>
                      <a:pt x="567" y="943"/>
                      <a:pt x="574" y="945"/>
                      <a:pt x="581" y="945"/>
                    </a:cubicBezTo>
                    <a:cubicBezTo>
                      <a:pt x="604" y="945"/>
                      <a:pt x="626" y="927"/>
                      <a:pt x="626" y="902"/>
                    </a:cubicBezTo>
                    <a:cubicBezTo>
                      <a:pt x="626" y="896"/>
                      <a:pt x="626" y="891"/>
                      <a:pt x="626" y="880"/>
                    </a:cubicBezTo>
                    <a:cubicBezTo>
                      <a:pt x="637" y="874"/>
                      <a:pt x="653" y="864"/>
                      <a:pt x="664" y="853"/>
                    </a:cubicBezTo>
                    <a:cubicBezTo>
                      <a:pt x="713" y="820"/>
                      <a:pt x="762" y="782"/>
                      <a:pt x="794" y="728"/>
                    </a:cubicBezTo>
                    <a:cubicBezTo>
                      <a:pt x="805" y="711"/>
                      <a:pt x="800" y="690"/>
                      <a:pt x="789" y="679"/>
                    </a:cubicBezTo>
                    <a:cubicBezTo>
                      <a:pt x="724" y="597"/>
                      <a:pt x="582" y="478"/>
                      <a:pt x="669" y="369"/>
                    </a:cubicBezTo>
                    <a:cubicBezTo>
                      <a:pt x="713" y="320"/>
                      <a:pt x="794" y="260"/>
                      <a:pt x="778" y="184"/>
                    </a:cubicBezTo>
                    <a:cubicBezTo>
                      <a:pt x="762" y="103"/>
                      <a:pt x="653" y="64"/>
                      <a:pt x="577" y="54"/>
                    </a:cubicBezTo>
                    <a:cubicBezTo>
                      <a:pt x="558" y="51"/>
                      <a:pt x="540" y="51"/>
                      <a:pt x="523" y="51"/>
                    </a:cubicBezTo>
                    <a:cubicBezTo>
                      <a:pt x="506" y="51"/>
                      <a:pt x="490" y="51"/>
                      <a:pt x="474" y="48"/>
                    </a:cubicBezTo>
                    <a:cubicBezTo>
                      <a:pt x="447" y="43"/>
                      <a:pt x="419" y="32"/>
                      <a:pt x="398" y="16"/>
                    </a:cubicBezTo>
                    <a:cubicBezTo>
                      <a:pt x="376" y="13"/>
                      <a:pt x="353" y="11"/>
                      <a:pt x="330" y="11"/>
                    </a:cubicBezTo>
                    <a:cubicBezTo>
                      <a:pt x="307" y="11"/>
                      <a:pt x="284" y="13"/>
                      <a:pt x="262" y="16"/>
                    </a:cubicBezTo>
                    <a:cubicBezTo>
                      <a:pt x="251" y="10"/>
                      <a:pt x="245" y="10"/>
                      <a:pt x="235" y="10"/>
                    </a:cubicBezTo>
                    <a:lnTo>
                      <a:pt x="218" y="10"/>
                    </a:lnTo>
                    <a:cubicBezTo>
                      <a:pt x="218" y="10"/>
                      <a:pt x="213" y="5"/>
                      <a:pt x="213" y="5"/>
                    </a:cubicBezTo>
                    <a:cubicBezTo>
                      <a:pt x="210" y="2"/>
                      <a:pt x="207"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0"/>
              <p:cNvSpPr/>
              <p:nvPr/>
            </p:nvSpPr>
            <p:spPr>
              <a:xfrm>
                <a:off x="3862975" y="3720225"/>
                <a:ext cx="5450" cy="5900"/>
              </a:xfrm>
              <a:custGeom>
                <a:rect b="b" l="l" r="r" t="t"/>
                <a:pathLst>
                  <a:path extrusionOk="0" h="236" w="218">
                    <a:moveTo>
                      <a:pt x="185" y="1"/>
                    </a:moveTo>
                    <a:cubicBezTo>
                      <a:pt x="142" y="12"/>
                      <a:pt x="109" y="34"/>
                      <a:pt x="82" y="66"/>
                    </a:cubicBezTo>
                    <a:cubicBezTo>
                      <a:pt x="71" y="88"/>
                      <a:pt x="55" y="110"/>
                      <a:pt x="38" y="126"/>
                    </a:cubicBezTo>
                    <a:cubicBezTo>
                      <a:pt x="17" y="137"/>
                      <a:pt x="0" y="164"/>
                      <a:pt x="0" y="191"/>
                    </a:cubicBezTo>
                    <a:cubicBezTo>
                      <a:pt x="0" y="211"/>
                      <a:pt x="14" y="235"/>
                      <a:pt x="37" y="235"/>
                    </a:cubicBezTo>
                    <a:cubicBezTo>
                      <a:pt x="39" y="235"/>
                      <a:pt x="41" y="235"/>
                      <a:pt x="44" y="235"/>
                    </a:cubicBezTo>
                    <a:lnTo>
                      <a:pt x="55" y="235"/>
                    </a:lnTo>
                    <a:cubicBezTo>
                      <a:pt x="66" y="235"/>
                      <a:pt x="71" y="229"/>
                      <a:pt x="82" y="224"/>
                    </a:cubicBezTo>
                    <a:cubicBezTo>
                      <a:pt x="114" y="197"/>
                      <a:pt x="142" y="159"/>
                      <a:pt x="158" y="115"/>
                    </a:cubicBezTo>
                    <a:cubicBezTo>
                      <a:pt x="174" y="83"/>
                      <a:pt x="218" y="44"/>
                      <a:pt x="196" y="6"/>
                    </a:cubicBezTo>
                    <a:cubicBezTo>
                      <a:pt x="196" y="1"/>
                      <a:pt x="191"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0"/>
              <p:cNvSpPr/>
              <p:nvPr/>
            </p:nvSpPr>
            <p:spPr>
              <a:xfrm>
                <a:off x="3866775" y="3721400"/>
                <a:ext cx="5725" cy="6650"/>
              </a:xfrm>
              <a:custGeom>
                <a:rect b="b" l="l" r="r" t="t"/>
                <a:pathLst>
                  <a:path extrusionOk="0" h="266" w="229">
                    <a:moveTo>
                      <a:pt x="184" y="1"/>
                    </a:moveTo>
                    <a:cubicBezTo>
                      <a:pt x="172" y="1"/>
                      <a:pt x="160" y="6"/>
                      <a:pt x="153" y="19"/>
                    </a:cubicBezTo>
                    <a:cubicBezTo>
                      <a:pt x="142" y="36"/>
                      <a:pt x="126" y="52"/>
                      <a:pt x="104" y="63"/>
                    </a:cubicBezTo>
                    <a:cubicBezTo>
                      <a:pt x="87" y="74"/>
                      <a:pt x="71" y="90"/>
                      <a:pt x="55" y="106"/>
                    </a:cubicBezTo>
                    <a:cubicBezTo>
                      <a:pt x="22" y="133"/>
                      <a:pt x="0" y="182"/>
                      <a:pt x="0" y="231"/>
                    </a:cubicBezTo>
                    <a:cubicBezTo>
                      <a:pt x="6" y="255"/>
                      <a:pt x="26" y="266"/>
                      <a:pt x="47" y="266"/>
                    </a:cubicBezTo>
                    <a:cubicBezTo>
                      <a:pt x="70" y="266"/>
                      <a:pt x="93" y="254"/>
                      <a:pt x="98" y="231"/>
                    </a:cubicBezTo>
                    <a:cubicBezTo>
                      <a:pt x="120" y="155"/>
                      <a:pt x="202" y="117"/>
                      <a:pt x="218" y="46"/>
                    </a:cubicBezTo>
                    <a:cubicBezTo>
                      <a:pt x="229" y="21"/>
                      <a:pt x="206"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0"/>
              <p:cNvSpPr/>
              <p:nvPr/>
            </p:nvSpPr>
            <p:spPr>
              <a:xfrm>
                <a:off x="3870450" y="3724150"/>
                <a:ext cx="4750" cy="4975"/>
              </a:xfrm>
              <a:custGeom>
                <a:rect b="b" l="l" r="r" t="t"/>
                <a:pathLst>
                  <a:path extrusionOk="0" h="199" w="190">
                    <a:moveTo>
                      <a:pt x="130" y="0"/>
                    </a:moveTo>
                    <a:cubicBezTo>
                      <a:pt x="123" y="0"/>
                      <a:pt x="116" y="2"/>
                      <a:pt x="109" y="7"/>
                    </a:cubicBezTo>
                    <a:cubicBezTo>
                      <a:pt x="87" y="23"/>
                      <a:pt x="65" y="45"/>
                      <a:pt x="49" y="72"/>
                    </a:cubicBezTo>
                    <a:cubicBezTo>
                      <a:pt x="27" y="99"/>
                      <a:pt x="0" y="127"/>
                      <a:pt x="11" y="165"/>
                    </a:cubicBezTo>
                    <a:cubicBezTo>
                      <a:pt x="19" y="184"/>
                      <a:pt x="38" y="198"/>
                      <a:pt x="59" y="198"/>
                    </a:cubicBezTo>
                    <a:cubicBezTo>
                      <a:pt x="66" y="198"/>
                      <a:pt x="74" y="196"/>
                      <a:pt x="82" y="192"/>
                    </a:cubicBezTo>
                    <a:cubicBezTo>
                      <a:pt x="109" y="176"/>
                      <a:pt x="109" y="148"/>
                      <a:pt x="125" y="127"/>
                    </a:cubicBezTo>
                    <a:cubicBezTo>
                      <a:pt x="136" y="105"/>
                      <a:pt x="147" y="89"/>
                      <a:pt x="158" y="72"/>
                    </a:cubicBezTo>
                    <a:cubicBezTo>
                      <a:pt x="189" y="45"/>
                      <a:pt x="162" y="0"/>
                      <a:pt x="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0"/>
              <p:cNvSpPr/>
              <p:nvPr/>
            </p:nvSpPr>
            <p:spPr>
              <a:xfrm>
                <a:off x="3892175" y="3617875"/>
                <a:ext cx="7925" cy="7575"/>
              </a:xfrm>
              <a:custGeom>
                <a:rect b="b" l="l" r="r" t="t"/>
                <a:pathLst>
                  <a:path extrusionOk="0" h="303" w="317">
                    <a:moveTo>
                      <a:pt x="254" y="1"/>
                    </a:moveTo>
                    <a:cubicBezTo>
                      <a:pt x="239" y="1"/>
                      <a:pt x="226" y="7"/>
                      <a:pt x="218" y="24"/>
                    </a:cubicBezTo>
                    <a:cubicBezTo>
                      <a:pt x="186" y="94"/>
                      <a:pt x="1" y="214"/>
                      <a:pt x="104" y="295"/>
                    </a:cubicBezTo>
                    <a:cubicBezTo>
                      <a:pt x="112" y="300"/>
                      <a:pt x="120" y="303"/>
                      <a:pt x="128" y="303"/>
                    </a:cubicBezTo>
                    <a:cubicBezTo>
                      <a:pt x="138" y="303"/>
                      <a:pt x="147" y="299"/>
                      <a:pt x="153" y="290"/>
                    </a:cubicBezTo>
                    <a:cubicBezTo>
                      <a:pt x="175" y="274"/>
                      <a:pt x="175" y="252"/>
                      <a:pt x="186" y="230"/>
                    </a:cubicBezTo>
                    <a:cubicBezTo>
                      <a:pt x="197" y="214"/>
                      <a:pt x="208" y="192"/>
                      <a:pt x="224" y="181"/>
                    </a:cubicBezTo>
                    <a:cubicBezTo>
                      <a:pt x="256" y="149"/>
                      <a:pt x="284" y="105"/>
                      <a:pt x="305" y="62"/>
                    </a:cubicBezTo>
                    <a:cubicBezTo>
                      <a:pt x="316" y="29"/>
                      <a:pt x="283"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0"/>
              <p:cNvSpPr/>
              <p:nvPr/>
            </p:nvSpPr>
            <p:spPr>
              <a:xfrm>
                <a:off x="3895350" y="3622500"/>
                <a:ext cx="6800" cy="6625"/>
              </a:xfrm>
              <a:custGeom>
                <a:rect b="b" l="l" r="r" t="t"/>
                <a:pathLst>
                  <a:path extrusionOk="0" h="265" w="272">
                    <a:moveTo>
                      <a:pt x="221" y="0"/>
                    </a:moveTo>
                    <a:cubicBezTo>
                      <a:pt x="213" y="0"/>
                      <a:pt x="206" y="2"/>
                      <a:pt x="200" y="7"/>
                    </a:cubicBezTo>
                    <a:cubicBezTo>
                      <a:pt x="184" y="29"/>
                      <a:pt x="173" y="56"/>
                      <a:pt x="146" y="67"/>
                    </a:cubicBezTo>
                    <a:cubicBezTo>
                      <a:pt x="129" y="72"/>
                      <a:pt x="113" y="83"/>
                      <a:pt x="97" y="94"/>
                    </a:cubicBezTo>
                    <a:cubicBezTo>
                      <a:pt x="53" y="121"/>
                      <a:pt x="21" y="154"/>
                      <a:pt x="10" y="203"/>
                    </a:cubicBezTo>
                    <a:cubicBezTo>
                      <a:pt x="0" y="242"/>
                      <a:pt x="29" y="265"/>
                      <a:pt x="58" y="265"/>
                    </a:cubicBezTo>
                    <a:cubicBezTo>
                      <a:pt x="79" y="265"/>
                      <a:pt x="99" y="254"/>
                      <a:pt x="108" y="230"/>
                    </a:cubicBezTo>
                    <a:cubicBezTo>
                      <a:pt x="124" y="197"/>
                      <a:pt x="146" y="170"/>
                      <a:pt x="173" y="154"/>
                    </a:cubicBezTo>
                    <a:cubicBezTo>
                      <a:pt x="195" y="143"/>
                      <a:pt x="211" y="127"/>
                      <a:pt x="227" y="110"/>
                    </a:cubicBezTo>
                    <a:cubicBezTo>
                      <a:pt x="238" y="94"/>
                      <a:pt x="244" y="72"/>
                      <a:pt x="254" y="51"/>
                    </a:cubicBezTo>
                    <a:cubicBezTo>
                      <a:pt x="271" y="25"/>
                      <a:pt x="246"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0"/>
              <p:cNvSpPr/>
              <p:nvPr/>
            </p:nvSpPr>
            <p:spPr>
              <a:xfrm>
                <a:off x="3896950" y="3628650"/>
                <a:ext cx="5800" cy="5150"/>
              </a:xfrm>
              <a:custGeom>
                <a:rect b="b" l="l" r="r" t="t"/>
                <a:pathLst>
                  <a:path extrusionOk="0" h="206" w="232">
                    <a:moveTo>
                      <a:pt x="177" y="0"/>
                    </a:moveTo>
                    <a:cubicBezTo>
                      <a:pt x="169" y="0"/>
                      <a:pt x="160" y="4"/>
                      <a:pt x="152" y="11"/>
                    </a:cubicBezTo>
                    <a:lnTo>
                      <a:pt x="152" y="6"/>
                    </a:lnTo>
                    <a:cubicBezTo>
                      <a:pt x="125" y="27"/>
                      <a:pt x="98" y="55"/>
                      <a:pt x="71" y="82"/>
                    </a:cubicBezTo>
                    <a:cubicBezTo>
                      <a:pt x="65" y="93"/>
                      <a:pt x="55" y="104"/>
                      <a:pt x="49" y="114"/>
                    </a:cubicBezTo>
                    <a:lnTo>
                      <a:pt x="44" y="125"/>
                    </a:lnTo>
                    <a:cubicBezTo>
                      <a:pt x="38" y="125"/>
                      <a:pt x="33" y="131"/>
                      <a:pt x="27" y="136"/>
                    </a:cubicBezTo>
                    <a:cubicBezTo>
                      <a:pt x="0" y="158"/>
                      <a:pt x="22" y="191"/>
                      <a:pt x="44" y="201"/>
                    </a:cubicBezTo>
                    <a:cubicBezTo>
                      <a:pt x="51" y="204"/>
                      <a:pt x="58" y="205"/>
                      <a:pt x="64" y="205"/>
                    </a:cubicBezTo>
                    <a:cubicBezTo>
                      <a:pt x="96" y="205"/>
                      <a:pt x="117" y="174"/>
                      <a:pt x="131" y="147"/>
                    </a:cubicBezTo>
                    <a:cubicBezTo>
                      <a:pt x="152" y="114"/>
                      <a:pt x="174" y="82"/>
                      <a:pt x="207" y="60"/>
                    </a:cubicBezTo>
                    <a:cubicBezTo>
                      <a:pt x="232" y="35"/>
                      <a:pt x="206"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0"/>
              <p:cNvSpPr/>
              <p:nvPr/>
            </p:nvSpPr>
            <p:spPr>
              <a:xfrm>
                <a:off x="3898300" y="3633875"/>
                <a:ext cx="3275" cy="3725"/>
              </a:xfrm>
              <a:custGeom>
                <a:rect b="b" l="l" r="r" t="t"/>
                <a:pathLst>
                  <a:path extrusionOk="0" h="149" w="131">
                    <a:moveTo>
                      <a:pt x="88" y="0"/>
                    </a:moveTo>
                    <a:cubicBezTo>
                      <a:pt x="81" y="0"/>
                      <a:pt x="73" y="3"/>
                      <a:pt x="66" y="9"/>
                    </a:cubicBezTo>
                    <a:cubicBezTo>
                      <a:pt x="55" y="14"/>
                      <a:pt x="50" y="25"/>
                      <a:pt x="44" y="41"/>
                    </a:cubicBezTo>
                    <a:cubicBezTo>
                      <a:pt x="44" y="47"/>
                      <a:pt x="44" y="63"/>
                      <a:pt x="39" y="63"/>
                    </a:cubicBezTo>
                    <a:cubicBezTo>
                      <a:pt x="33" y="68"/>
                      <a:pt x="22" y="74"/>
                      <a:pt x="22" y="79"/>
                    </a:cubicBezTo>
                    <a:cubicBezTo>
                      <a:pt x="6" y="90"/>
                      <a:pt x="1" y="107"/>
                      <a:pt x="1" y="128"/>
                    </a:cubicBezTo>
                    <a:cubicBezTo>
                      <a:pt x="5" y="140"/>
                      <a:pt x="20" y="149"/>
                      <a:pt x="34" y="149"/>
                    </a:cubicBezTo>
                    <a:cubicBezTo>
                      <a:pt x="40" y="149"/>
                      <a:pt x="45" y="148"/>
                      <a:pt x="50" y="145"/>
                    </a:cubicBezTo>
                    <a:cubicBezTo>
                      <a:pt x="55" y="139"/>
                      <a:pt x="66" y="134"/>
                      <a:pt x="71" y="128"/>
                    </a:cubicBezTo>
                    <a:cubicBezTo>
                      <a:pt x="82" y="123"/>
                      <a:pt x="88" y="112"/>
                      <a:pt x="93" y="101"/>
                    </a:cubicBezTo>
                    <a:cubicBezTo>
                      <a:pt x="98" y="90"/>
                      <a:pt x="104" y="79"/>
                      <a:pt x="104" y="68"/>
                    </a:cubicBezTo>
                    <a:lnTo>
                      <a:pt x="104" y="52"/>
                    </a:lnTo>
                    <a:lnTo>
                      <a:pt x="109" y="52"/>
                    </a:lnTo>
                    <a:cubicBezTo>
                      <a:pt x="130" y="31"/>
                      <a:pt x="112"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120"/>
            <p:cNvGrpSpPr/>
            <p:nvPr/>
          </p:nvGrpSpPr>
          <p:grpSpPr>
            <a:xfrm>
              <a:off x="2698017" y="2859969"/>
              <a:ext cx="274315" cy="274311"/>
              <a:chOff x="4092775" y="3573525"/>
              <a:chExt cx="193125" cy="192675"/>
            </a:xfrm>
          </p:grpSpPr>
          <p:sp>
            <p:nvSpPr>
              <p:cNvPr id="5240" name="Google Shape;5240;p120"/>
              <p:cNvSpPr/>
              <p:nvPr/>
            </p:nvSpPr>
            <p:spPr>
              <a:xfrm>
                <a:off x="4092775" y="3573525"/>
                <a:ext cx="193125" cy="192675"/>
              </a:xfrm>
              <a:custGeom>
                <a:rect b="b" l="l" r="r" t="t"/>
                <a:pathLst>
                  <a:path extrusionOk="0" h="7707" w="7725">
                    <a:moveTo>
                      <a:pt x="4517" y="1580"/>
                    </a:moveTo>
                    <a:cubicBezTo>
                      <a:pt x="4539" y="1591"/>
                      <a:pt x="4555" y="1607"/>
                      <a:pt x="4577" y="1618"/>
                    </a:cubicBezTo>
                    <a:cubicBezTo>
                      <a:pt x="4702" y="1705"/>
                      <a:pt x="4844" y="1776"/>
                      <a:pt x="4969" y="1857"/>
                    </a:cubicBezTo>
                    <a:cubicBezTo>
                      <a:pt x="5099" y="1944"/>
                      <a:pt x="5235" y="2037"/>
                      <a:pt x="5371" y="2118"/>
                    </a:cubicBezTo>
                    <a:cubicBezTo>
                      <a:pt x="5436" y="2145"/>
                      <a:pt x="5501" y="2173"/>
                      <a:pt x="5566" y="2194"/>
                    </a:cubicBezTo>
                    <a:cubicBezTo>
                      <a:pt x="5632" y="2227"/>
                      <a:pt x="5691" y="2265"/>
                      <a:pt x="5751" y="2309"/>
                    </a:cubicBezTo>
                    <a:cubicBezTo>
                      <a:pt x="5806" y="2341"/>
                      <a:pt x="5871" y="2352"/>
                      <a:pt x="5931" y="2379"/>
                    </a:cubicBezTo>
                    <a:cubicBezTo>
                      <a:pt x="6007" y="2423"/>
                      <a:pt x="6083" y="2466"/>
                      <a:pt x="6159" y="2510"/>
                    </a:cubicBezTo>
                    <a:lnTo>
                      <a:pt x="6224" y="2542"/>
                    </a:lnTo>
                    <a:cubicBezTo>
                      <a:pt x="6235" y="2564"/>
                      <a:pt x="6246" y="2580"/>
                      <a:pt x="6262" y="2597"/>
                    </a:cubicBezTo>
                    <a:cubicBezTo>
                      <a:pt x="6279" y="2616"/>
                      <a:pt x="6303" y="2626"/>
                      <a:pt x="6328" y="2626"/>
                    </a:cubicBezTo>
                    <a:cubicBezTo>
                      <a:pt x="6344" y="2626"/>
                      <a:pt x="6361" y="2622"/>
                      <a:pt x="6376" y="2613"/>
                    </a:cubicBezTo>
                    <a:cubicBezTo>
                      <a:pt x="6447" y="2646"/>
                      <a:pt x="6523" y="2678"/>
                      <a:pt x="6594" y="2711"/>
                    </a:cubicBezTo>
                    <a:cubicBezTo>
                      <a:pt x="6692" y="2760"/>
                      <a:pt x="6784" y="2814"/>
                      <a:pt x="6882" y="2863"/>
                    </a:cubicBezTo>
                    <a:cubicBezTo>
                      <a:pt x="6811" y="2906"/>
                      <a:pt x="6751" y="2961"/>
                      <a:pt x="6708" y="3031"/>
                    </a:cubicBezTo>
                    <a:cubicBezTo>
                      <a:pt x="6610" y="3004"/>
                      <a:pt x="6529" y="2945"/>
                      <a:pt x="6436" y="2912"/>
                    </a:cubicBezTo>
                    <a:cubicBezTo>
                      <a:pt x="6311" y="2885"/>
                      <a:pt x="6192" y="2847"/>
                      <a:pt x="6072" y="2798"/>
                    </a:cubicBezTo>
                    <a:cubicBezTo>
                      <a:pt x="5958" y="2743"/>
                      <a:pt x="5849" y="2684"/>
                      <a:pt x="5735" y="2635"/>
                    </a:cubicBezTo>
                    <a:cubicBezTo>
                      <a:pt x="5637" y="2586"/>
                      <a:pt x="5556" y="2510"/>
                      <a:pt x="5458" y="2461"/>
                    </a:cubicBezTo>
                    <a:cubicBezTo>
                      <a:pt x="5240" y="2363"/>
                      <a:pt x="5034" y="2249"/>
                      <a:pt x="4844" y="2107"/>
                    </a:cubicBezTo>
                    <a:cubicBezTo>
                      <a:pt x="4746" y="2037"/>
                      <a:pt x="4642" y="1972"/>
                      <a:pt x="4534" y="1912"/>
                    </a:cubicBezTo>
                    <a:cubicBezTo>
                      <a:pt x="4490" y="1890"/>
                      <a:pt x="4447" y="1874"/>
                      <a:pt x="4398" y="1868"/>
                    </a:cubicBezTo>
                    <a:cubicBezTo>
                      <a:pt x="4398" y="1857"/>
                      <a:pt x="4392" y="1846"/>
                      <a:pt x="4392" y="1836"/>
                    </a:cubicBezTo>
                    <a:cubicBezTo>
                      <a:pt x="4430" y="1825"/>
                      <a:pt x="4458" y="1803"/>
                      <a:pt x="4479" y="1770"/>
                    </a:cubicBezTo>
                    <a:cubicBezTo>
                      <a:pt x="4506" y="1716"/>
                      <a:pt x="4523" y="1651"/>
                      <a:pt x="4517" y="1591"/>
                    </a:cubicBezTo>
                    <a:cubicBezTo>
                      <a:pt x="4517" y="1586"/>
                      <a:pt x="4517" y="1580"/>
                      <a:pt x="4517" y="1580"/>
                    </a:cubicBezTo>
                    <a:close/>
                    <a:moveTo>
                      <a:pt x="3805" y="1433"/>
                    </a:moveTo>
                    <a:cubicBezTo>
                      <a:pt x="3865" y="1444"/>
                      <a:pt x="3925" y="1450"/>
                      <a:pt x="3985" y="1455"/>
                    </a:cubicBezTo>
                    <a:cubicBezTo>
                      <a:pt x="4061" y="1461"/>
                      <a:pt x="4131" y="1499"/>
                      <a:pt x="4202" y="1509"/>
                    </a:cubicBezTo>
                    <a:cubicBezTo>
                      <a:pt x="4262" y="1520"/>
                      <a:pt x="4333" y="1515"/>
                      <a:pt x="4398" y="1526"/>
                    </a:cubicBezTo>
                    <a:cubicBezTo>
                      <a:pt x="4403" y="1564"/>
                      <a:pt x="4403" y="1602"/>
                      <a:pt x="4398" y="1640"/>
                    </a:cubicBezTo>
                    <a:cubicBezTo>
                      <a:pt x="4392" y="1683"/>
                      <a:pt x="4376" y="1721"/>
                      <a:pt x="4349" y="1760"/>
                    </a:cubicBezTo>
                    <a:cubicBezTo>
                      <a:pt x="4343" y="1749"/>
                      <a:pt x="4333" y="1743"/>
                      <a:pt x="4322" y="1738"/>
                    </a:cubicBezTo>
                    <a:cubicBezTo>
                      <a:pt x="4319" y="1737"/>
                      <a:pt x="4317" y="1737"/>
                      <a:pt x="4315" y="1737"/>
                    </a:cubicBezTo>
                    <a:cubicBezTo>
                      <a:pt x="4297" y="1737"/>
                      <a:pt x="4284" y="1756"/>
                      <a:pt x="4289" y="1770"/>
                    </a:cubicBezTo>
                    <a:cubicBezTo>
                      <a:pt x="4289" y="1787"/>
                      <a:pt x="4294" y="1803"/>
                      <a:pt x="4305" y="1814"/>
                    </a:cubicBezTo>
                    <a:cubicBezTo>
                      <a:pt x="4300" y="1857"/>
                      <a:pt x="4284" y="1895"/>
                      <a:pt x="4267" y="1933"/>
                    </a:cubicBezTo>
                    <a:cubicBezTo>
                      <a:pt x="4240" y="2004"/>
                      <a:pt x="4180" y="2048"/>
                      <a:pt x="4110" y="2058"/>
                    </a:cubicBezTo>
                    <a:cubicBezTo>
                      <a:pt x="4072" y="2069"/>
                      <a:pt x="4055" y="2107"/>
                      <a:pt x="4072" y="2140"/>
                    </a:cubicBezTo>
                    <a:cubicBezTo>
                      <a:pt x="4072" y="2145"/>
                      <a:pt x="4077" y="2156"/>
                      <a:pt x="4082" y="2162"/>
                    </a:cubicBezTo>
                    <a:cubicBezTo>
                      <a:pt x="4089" y="2174"/>
                      <a:pt x="4103" y="2181"/>
                      <a:pt x="4118" y="2181"/>
                    </a:cubicBezTo>
                    <a:cubicBezTo>
                      <a:pt x="4129" y="2181"/>
                      <a:pt x="4141" y="2177"/>
                      <a:pt x="4148" y="2167"/>
                    </a:cubicBezTo>
                    <a:cubicBezTo>
                      <a:pt x="4159" y="2162"/>
                      <a:pt x="4202" y="2162"/>
                      <a:pt x="4218" y="2156"/>
                    </a:cubicBezTo>
                    <a:cubicBezTo>
                      <a:pt x="4246" y="2151"/>
                      <a:pt x="4273" y="2135"/>
                      <a:pt x="4300" y="2118"/>
                    </a:cubicBezTo>
                    <a:cubicBezTo>
                      <a:pt x="4349" y="2080"/>
                      <a:pt x="4381" y="2026"/>
                      <a:pt x="4392" y="1972"/>
                    </a:cubicBezTo>
                    <a:cubicBezTo>
                      <a:pt x="4398" y="1961"/>
                      <a:pt x="4398" y="1950"/>
                      <a:pt x="4398" y="1939"/>
                    </a:cubicBezTo>
                    <a:cubicBezTo>
                      <a:pt x="4468" y="1977"/>
                      <a:pt x="4528" y="2015"/>
                      <a:pt x="4593" y="2058"/>
                    </a:cubicBezTo>
                    <a:cubicBezTo>
                      <a:pt x="4691" y="2129"/>
                      <a:pt x="4784" y="2194"/>
                      <a:pt x="4876" y="2265"/>
                    </a:cubicBezTo>
                    <a:cubicBezTo>
                      <a:pt x="5072" y="2401"/>
                      <a:pt x="5295" y="2477"/>
                      <a:pt x="5496" y="2597"/>
                    </a:cubicBezTo>
                    <a:cubicBezTo>
                      <a:pt x="5577" y="2656"/>
                      <a:pt x="5664" y="2705"/>
                      <a:pt x="5751" y="2754"/>
                    </a:cubicBezTo>
                    <a:cubicBezTo>
                      <a:pt x="5865" y="2809"/>
                      <a:pt x="5969" y="2874"/>
                      <a:pt x="6088" y="2923"/>
                    </a:cubicBezTo>
                    <a:cubicBezTo>
                      <a:pt x="6192" y="2961"/>
                      <a:pt x="6295" y="2993"/>
                      <a:pt x="6404" y="3021"/>
                    </a:cubicBezTo>
                    <a:cubicBezTo>
                      <a:pt x="6491" y="3048"/>
                      <a:pt x="6567" y="3102"/>
                      <a:pt x="6654" y="3129"/>
                    </a:cubicBezTo>
                    <a:cubicBezTo>
                      <a:pt x="6632" y="3173"/>
                      <a:pt x="6616" y="3216"/>
                      <a:pt x="6605" y="3265"/>
                    </a:cubicBezTo>
                    <a:cubicBezTo>
                      <a:pt x="6594" y="3314"/>
                      <a:pt x="6583" y="3358"/>
                      <a:pt x="6578" y="3407"/>
                    </a:cubicBezTo>
                    <a:cubicBezTo>
                      <a:pt x="6523" y="3385"/>
                      <a:pt x="6469" y="3363"/>
                      <a:pt x="6414" y="3341"/>
                    </a:cubicBezTo>
                    <a:cubicBezTo>
                      <a:pt x="6241" y="3265"/>
                      <a:pt x="6045" y="3205"/>
                      <a:pt x="5882" y="3118"/>
                    </a:cubicBezTo>
                    <a:cubicBezTo>
                      <a:pt x="5724" y="3037"/>
                      <a:pt x="5561" y="2961"/>
                      <a:pt x="5398" y="2901"/>
                    </a:cubicBezTo>
                    <a:cubicBezTo>
                      <a:pt x="5224" y="2819"/>
                      <a:pt x="5061" y="2711"/>
                      <a:pt x="4887" y="2629"/>
                    </a:cubicBezTo>
                    <a:cubicBezTo>
                      <a:pt x="4713" y="2542"/>
                      <a:pt x="4555" y="2444"/>
                      <a:pt x="4387" y="2352"/>
                    </a:cubicBezTo>
                    <a:cubicBezTo>
                      <a:pt x="4327" y="2314"/>
                      <a:pt x="4273" y="2265"/>
                      <a:pt x="4208" y="2232"/>
                    </a:cubicBezTo>
                    <a:cubicBezTo>
                      <a:pt x="4169" y="2222"/>
                      <a:pt x="4137" y="2205"/>
                      <a:pt x="4104" y="2184"/>
                    </a:cubicBezTo>
                    <a:cubicBezTo>
                      <a:pt x="4061" y="2151"/>
                      <a:pt x="4066" y="2129"/>
                      <a:pt x="4050" y="2080"/>
                    </a:cubicBezTo>
                    <a:cubicBezTo>
                      <a:pt x="4023" y="2015"/>
                      <a:pt x="3985" y="1955"/>
                      <a:pt x="3936" y="1901"/>
                    </a:cubicBezTo>
                    <a:cubicBezTo>
                      <a:pt x="3876" y="1825"/>
                      <a:pt x="3832" y="1743"/>
                      <a:pt x="3778" y="1662"/>
                    </a:cubicBezTo>
                    <a:cubicBezTo>
                      <a:pt x="3762" y="1640"/>
                      <a:pt x="3745" y="1618"/>
                      <a:pt x="3729" y="1591"/>
                    </a:cubicBezTo>
                    <a:cubicBezTo>
                      <a:pt x="3745" y="1580"/>
                      <a:pt x="3756" y="1569"/>
                      <a:pt x="3762" y="1553"/>
                    </a:cubicBezTo>
                    <a:cubicBezTo>
                      <a:pt x="3773" y="1515"/>
                      <a:pt x="3794" y="1488"/>
                      <a:pt x="3805" y="1450"/>
                    </a:cubicBezTo>
                    <a:lnTo>
                      <a:pt x="3805" y="1433"/>
                    </a:lnTo>
                    <a:close/>
                    <a:moveTo>
                      <a:pt x="6985" y="2917"/>
                    </a:moveTo>
                    <a:cubicBezTo>
                      <a:pt x="7018" y="2934"/>
                      <a:pt x="7056" y="2950"/>
                      <a:pt x="7083" y="2966"/>
                    </a:cubicBezTo>
                    <a:lnTo>
                      <a:pt x="7186" y="3004"/>
                    </a:lnTo>
                    <a:cubicBezTo>
                      <a:pt x="7154" y="3015"/>
                      <a:pt x="7127" y="3031"/>
                      <a:pt x="7105" y="3048"/>
                    </a:cubicBezTo>
                    <a:cubicBezTo>
                      <a:pt x="6985" y="3129"/>
                      <a:pt x="6893" y="3249"/>
                      <a:pt x="6844" y="3379"/>
                    </a:cubicBezTo>
                    <a:cubicBezTo>
                      <a:pt x="6828" y="3417"/>
                      <a:pt x="6817" y="3450"/>
                      <a:pt x="6811" y="3488"/>
                    </a:cubicBezTo>
                    <a:cubicBezTo>
                      <a:pt x="6779" y="3472"/>
                      <a:pt x="6746" y="3461"/>
                      <a:pt x="6708" y="3450"/>
                    </a:cubicBezTo>
                    <a:cubicBezTo>
                      <a:pt x="6713" y="3379"/>
                      <a:pt x="6724" y="3303"/>
                      <a:pt x="6751" y="3233"/>
                    </a:cubicBezTo>
                    <a:cubicBezTo>
                      <a:pt x="6762" y="3173"/>
                      <a:pt x="6790" y="3118"/>
                      <a:pt x="6822" y="3070"/>
                    </a:cubicBezTo>
                    <a:cubicBezTo>
                      <a:pt x="6871" y="3015"/>
                      <a:pt x="6925" y="2961"/>
                      <a:pt x="6985" y="2917"/>
                    </a:cubicBezTo>
                    <a:close/>
                    <a:moveTo>
                      <a:pt x="7333" y="3053"/>
                    </a:moveTo>
                    <a:cubicBezTo>
                      <a:pt x="7366" y="3064"/>
                      <a:pt x="7393" y="3080"/>
                      <a:pt x="7393" y="3091"/>
                    </a:cubicBezTo>
                    <a:cubicBezTo>
                      <a:pt x="7397" y="3138"/>
                      <a:pt x="7435" y="3169"/>
                      <a:pt x="7475" y="3169"/>
                    </a:cubicBezTo>
                    <a:cubicBezTo>
                      <a:pt x="7486" y="3169"/>
                      <a:pt x="7497" y="3167"/>
                      <a:pt x="7507" y="3162"/>
                    </a:cubicBezTo>
                    <a:cubicBezTo>
                      <a:pt x="7551" y="3227"/>
                      <a:pt x="7567" y="3309"/>
                      <a:pt x="7561" y="3385"/>
                    </a:cubicBezTo>
                    <a:cubicBezTo>
                      <a:pt x="7561" y="3515"/>
                      <a:pt x="7567" y="3667"/>
                      <a:pt x="7426" y="3722"/>
                    </a:cubicBezTo>
                    <a:lnTo>
                      <a:pt x="7420" y="3722"/>
                    </a:lnTo>
                    <a:cubicBezTo>
                      <a:pt x="7360" y="3744"/>
                      <a:pt x="7295" y="3760"/>
                      <a:pt x="7230" y="3771"/>
                    </a:cubicBezTo>
                    <a:cubicBezTo>
                      <a:pt x="7165" y="3765"/>
                      <a:pt x="7105" y="3749"/>
                      <a:pt x="7045" y="3727"/>
                    </a:cubicBezTo>
                    <a:cubicBezTo>
                      <a:pt x="7007" y="3711"/>
                      <a:pt x="6969" y="3700"/>
                      <a:pt x="6931" y="3689"/>
                    </a:cubicBezTo>
                    <a:cubicBezTo>
                      <a:pt x="6931" y="3602"/>
                      <a:pt x="6947" y="3510"/>
                      <a:pt x="6985" y="3428"/>
                    </a:cubicBezTo>
                    <a:cubicBezTo>
                      <a:pt x="7018" y="3347"/>
                      <a:pt x="7072" y="3276"/>
                      <a:pt x="7137" y="3216"/>
                    </a:cubicBezTo>
                    <a:cubicBezTo>
                      <a:pt x="7159" y="3195"/>
                      <a:pt x="7186" y="3178"/>
                      <a:pt x="7208" y="3162"/>
                    </a:cubicBezTo>
                    <a:lnTo>
                      <a:pt x="7252" y="3135"/>
                    </a:lnTo>
                    <a:cubicBezTo>
                      <a:pt x="7260" y="3132"/>
                      <a:pt x="7268" y="3132"/>
                      <a:pt x="7272" y="3132"/>
                    </a:cubicBezTo>
                    <a:cubicBezTo>
                      <a:pt x="7276" y="3132"/>
                      <a:pt x="7276" y="3132"/>
                      <a:pt x="7268" y="3129"/>
                    </a:cubicBezTo>
                    <a:lnTo>
                      <a:pt x="7268" y="3129"/>
                    </a:lnTo>
                    <a:cubicBezTo>
                      <a:pt x="7272" y="3131"/>
                      <a:pt x="7277" y="3131"/>
                      <a:pt x="7281" y="3131"/>
                    </a:cubicBezTo>
                    <a:cubicBezTo>
                      <a:pt x="7309" y="3131"/>
                      <a:pt x="7333" y="3103"/>
                      <a:pt x="7333" y="3075"/>
                    </a:cubicBezTo>
                    <a:lnTo>
                      <a:pt x="7333" y="3053"/>
                    </a:lnTo>
                    <a:close/>
                    <a:moveTo>
                      <a:pt x="1098" y="183"/>
                    </a:moveTo>
                    <a:cubicBezTo>
                      <a:pt x="1158" y="183"/>
                      <a:pt x="1223" y="189"/>
                      <a:pt x="1283" y="199"/>
                    </a:cubicBezTo>
                    <a:lnTo>
                      <a:pt x="1647" y="199"/>
                    </a:lnTo>
                    <a:cubicBezTo>
                      <a:pt x="1810" y="199"/>
                      <a:pt x="1971" y="195"/>
                      <a:pt x="2132" y="195"/>
                    </a:cubicBezTo>
                    <a:cubicBezTo>
                      <a:pt x="2213" y="195"/>
                      <a:pt x="2294" y="196"/>
                      <a:pt x="2376" y="199"/>
                    </a:cubicBezTo>
                    <a:cubicBezTo>
                      <a:pt x="2479" y="199"/>
                      <a:pt x="2577" y="221"/>
                      <a:pt x="2680" y="237"/>
                    </a:cubicBezTo>
                    <a:cubicBezTo>
                      <a:pt x="2789" y="248"/>
                      <a:pt x="2897" y="237"/>
                      <a:pt x="3006" y="259"/>
                    </a:cubicBezTo>
                    <a:cubicBezTo>
                      <a:pt x="3207" y="297"/>
                      <a:pt x="3419" y="270"/>
                      <a:pt x="3631" y="297"/>
                    </a:cubicBezTo>
                    <a:cubicBezTo>
                      <a:pt x="3815" y="311"/>
                      <a:pt x="4002" y="320"/>
                      <a:pt x="4190" y="320"/>
                    </a:cubicBezTo>
                    <a:cubicBezTo>
                      <a:pt x="4230" y="320"/>
                      <a:pt x="4270" y="320"/>
                      <a:pt x="4311" y="319"/>
                    </a:cubicBezTo>
                    <a:cubicBezTo>
                      <a:pt x="4380" y="319"/>
                      <a:pt x="4451" y="324"/>
                      <a:pt x="4521" y="324"/>
                    </a:cubicBezTo>
                    <a:cubicBezTo>
                      <a:pt x="4557" y="324"/>
                      <a:pt x="4592" y="323"/>
                      <a:pt x="4626" y="319"/>
                    </a:cubicBezTo>
                    <a:cubicBezTo>
                      <a:pt x="4729" y="308"/>
                      <a:pt x="4849" y="292"/>
                      <a:pt x="4963" y="292"/>
                    </a:cubicBezTo>
                    <a:cubicBezTo>
                      <a:pt x="5181" y="281"/>
                      <a:pt x="5398" y="265"/>
                      <a:pt x="5615" y="248"/>
                    </a:cubicBezTo>
                    <a:cubicBezTo>
                      <a:pt x="5811" y="210"/>
                      <a:pt x="6012" y="237"/>
                      <a:pt x="6213" y="216"/>
                    </a:cubicBezTo>
                    <a:lnTo>
                      <a:pt x="6213" y="216"/>
                    </a:lnTo>
                    <a:cubicBezTo>
                      <a:pt x="6208" y="237"/>
                      <a:pt x="6208" y="259"/>
                      <a:pt x="6208" y="281"/>
                    </a:cubicBezTo>
                    <a:cubicBezTo>
                      <a:pt x="6202" y="406"/>
                      <a:pt x="6208" y="520"/>
                      <a:pt x="6197" y="645"/>
                    </a:cubicBezTo>
                    <a:cubicBezTo>
                      <a:pt x="6170" y="901"/>
                      <a:pt x="6208" y="1162"/>
                      <a:pt x="6186" y="1422"/>
                    </a:cubicBezTo>
                    <a:cubicBezTo>
                      <a:pt x="6181" y="1482"/>
                      <a:pt x="6164" y="1542"/>
                      <a:pt x="6159" y="1607"/>
                    </a:cubicBezTo>
                    <a:cubicBezTo>
                      <a:pt x="6148" y="1667"/>
                      <a:pt x="6159" y="1727"/>
                      <a:pt x="6154" y="1787"/>
                    </a:cubicBezTo>
                    <a:cubicBezTo>
                      <a:pt x="6143" y="1895"/>
                      <a:pt x="6110" y="1977"/>
                      <a:pt x="6137" y="2086"/>
                    </a:cubicBezTo>
                    <a:cubicBezTo>
                      <a:pt x="6154" y="2162"/>
                      <a:pt x="6159" y="2243"/>
                      <a:pt x="6170" y="2319"/>
                    </a:cubicBezTo>
                    <a:lnTo>
                      <a:pt x="6023" y="2249"/>
                    </a:lnTo>
                    <a:cubicBezTo>
                      <a:pt x="5963" y="2211"/>
                      <a:pt x="5887" y="2200"/>
                      <a:pt x="5827" y="2167"/>
                    </a:cubicBezTo>
                    <a:cubicBezTo>
                      <a:pt x="5768" y="2118"/>
                      <a:pt x="5702" y="2080"/>
                      <a:pt x="5637" y="2048"/>
                    </a:cubicBezTo>
                    <a:cubicBezTo>
                      <a:pt x="5556" y="2020"/>
                      <a:pt x="5474" y="1988"/>
                      <a:pt x="5398" y="1944"/>
                    </a:cubicBezTo>
                    <a:cubicBezTo>
                      <a:pt x="5316" y="1895"/>
                      <a:pt x="5240" y="1846"/>
                      <a:pt x="5159" y="1792"/>
                    </a:cubicBezTo>
                    <a:cubicBezTo>
                      <a:pt x="5023" y="1694"/>
                      <a:pt x="4882" y="1602"/>
                      <a:pt x="4740" y="1515"/>
                    </a:cubicBezTo>
                    <a:cubicBezTo>
                      <a:pt x="4621" y="1444"/>
                      <a:pt x="4550" y="1357"/>
                      <a:pt x="4409" y="1352"/>
                    </a:cubicBezTo>
                    <a:cubicBezTo>
                      <a:pt x="4395" y="1353"/>
                      <a:pt x="4381" y="1353"/>
                      <a:pt x="4367" y="1353"/>
                    </a:cubicBezTo>
                    <a:cubicBezTo>
                      <a:pt x="4273" y="1353"/>
                      <a:pt x="4184" y="1337"/>
                      <a:pt x="4099" y="1314"/>
                    </a:cubicBezTo>
                    <a:cubicBezTo>
                      <a:pt x="4023" y="1297"/>
                      <a:pt x="3947" y="1292"/>
                      <a:pt x="3870" y="1287"/>
                    </a:cubicBezTo>
                    <a:lnTo>
                      <a:pt x="3767" y="1270"/>
                    </a:lnTo>
                    <a:cubicBezTo>
                      <a:pt x="3751" y="1259"/>
                      <a:pt x="3729" y="1249"/>
                      <a:pt x="3707" y="1249"/>
                    </a:cubicBezTo>
                    <a:lnTo>
                      <a:pt x="3664" y="1249"/>
                    </a:lnTo>
                    <a:lnTo>
                      <a:pt x="3615" y="1243"/>
                    </a:lnTo>
                    <a:cubicBezTo>
                      <a:pt x="3597" y="1237"/>
                      <a:pt x="3580" y="1234"/>
                      <a:pt x="3563" y="1234"/>
                    </a:cubicBezTo>
                    <a:cubicBezTo>
                      <a:pt x="3532" y="1234"/>
                      <a:pt x="3504" y="1244"/>
                      <a:pt x="3479" y="1265"/>
                    </a:cubicBezTo>
                    <a:cubicBezTo>
                      <a:pt x="3474" y="1270"/>
                      <a:pt x="3468" y="1270"/>
                      <a:pt x="3474" y="1276"/>
                    </a:cubicBezTo>
                    <a:lnTo>
                      <a:pt x="3447" y="1276"/>
                    </a:lnTo>
                    <a:lnTo>
                      <a:pt x="3441" y="1265"/>
                    </a:lnTo>
                    <a:cubicBezTo>
                      <a:pt x="3437" y="1261"/>
                      <a:pt x="3432" y="1259"/>
                      <a:pt x="3428" y="1259"/>
                    </a:cubicBezTo>
                    <a:cubicBezTo>
                      <a:pt x="3414" y="1259"/>
                      <a:pt x="3402" y="1274"/>
                      <a:pt x="3414" y="1287"/>
                    </a:cubicBezTo>
                    <a:cubicBezTo>
                      <a:pt x="3392" y="1297"/>
                      <a:pt x="3376" y="1325"/>
                      <a:pt x="3376" y="1346"/>
                    </a:cubicBezTo>
                    <a:cubicBezTo>
                      <a:pt x="3381" y="1379"/>
                      <a:pt x="3398" y="1406"/>
                      <a:pt x="3430" y="1422"/>
                    </a:cubicBezTo>
                    <a:cubicBezTo>
                      <a:pt x="3441" y="1466"/>
                      <a:pt x="3479" y="1499"/>
                      <a:pt x="3523" y="1504"/>
                    </a:cubicBezTo>
                    <a:lnTo>
                      <a:pt x="3528" y="1504"/>
                    </a:lnTo>
                    <a:cubicBezTo>
                      <a:pt x="3533" y="1515"/>
                      <a:pt x="3539" y="1526"/>
                      <a:pt x="3544" y="1537"/>
                    </a:cubicBezTo>
                    <a:cubicBezTo>
                      <a:pt x="3593" y="1618"/>
                      <a:pt x="3642" y="1700"/>
                      <a:pt x="3686" y="1787"/>
                    </a:cubicBezTo>
                    <a:cubicBezTo>
                      <a:pt x="3724" y="1863"/>
                      <a:pt x="3767" y="1933"/>
                      <a:pt x="3822" y="1999"/>
                    </a:cubicBezTo>
                    <a:cubicBezTo>
                      <a:pt x="3849" y="2031"/>
                      <a:pt x="3876" y="2069"/>
                      <a:pt x="3892" y="2113"/>
                    </a:cubicBezTo>
                    <a:cubicBezTo>
                      <a:pt x="3903" y="2140"/>
                      <a:pt x="3903" y="2178"/>
                      <a:pt x="3919" y="2211"/>
                    </a:cubicBezTo>
                    <a:cubicBezTo>
                      <a:pt x="3952" y="2265"/>
                      <a:pt x="4001" y="2314"/>
                      <a:pt x="4066" y="2336"/>
                    </a:cubicBezTo>
                    <a:cubicBezTo>
                      <a:pt x="4137" y="2374"/>
                      <a:pt x="4202" y="2417"/>
                      <a:pt x="4273" y="2466"/>
                    </a:cubicBezTo>
                    <a:cubicBezTo>
                      <a:pt x="4425" y="2564"/>
                      <a:pt x="4583" y="2656"/>
                      <a:pt x="4746" y="2738"/>
                    </a:cubicBezTo>
                    <a:cubicBezTo>
                      <a:pt x="4920" y="2814"/>
                      <a:pt x="5072" y="2917"/>
                      <a:pt x="5240" y="2999"/>
                    </a:cubicBezTo>
                    <a:cubicBezTo>
                      <a:pt x="5409" y="3080"/>
                      <a:pt x="5594" y="3135"/>
                      <a:pt x="5757" y="3233"/>
                    </a:cubicBezTo>
                    <a:cubicBezTo>
                      <a:pt x="5860" y="3287"/>
                      <a:pt x="5969" y="3336"/>
                      <a:pt x="6077" y="3374"/>
                    </a:cubicBezTo>
                    <a:cubicBezTo>
                      <a:pt x="6072" y="3374"/>
                      <a:pt x="6072" y="3379"/>
                      <a:pt x="6072" y="3385"/>
                    </a:cubicBezTo>
                    <a:cubicBezTo>
                      <a:pt x="6056" y="3450"/>
                      <a:pt x="6061" y="3526"/>
                      <a:pt x="6050" y="3597"/>
                    </a:cubicBezTo>
                    <a:cubicBezTo>
                      <a:pt x="6039" y="3684"/>
                      <a:pt x="6029" y="3771"/>
                      <a:pt x="6029" y="3858"/>
                    </a:cubicBezTo>
                    <a:cubicBezTo>
                      <a:pt x="6023" y="3934"/>
                      <a:pt x="5990" y="4184"/>
                      <a:pt x="6094" y="4238"/>
                    </a:cubicBezTo>
                    <a:cubicBezTo>
                      <a:pt x="6023" y="4303"/>
                      <a:pt x="5947" y="4363"/>
                      <a:pt x="5865" y="4412"/>
                    </a:cubicBezTo>
                    <a:cubicBezTo>
                      <a:pt x="5778" y="4467"/>
                      <a:pt x="5691" y="4532"/>
                      <a:pt x="5615" y="4608"/>
                    </a:cubicBezTo>
                    <a:cubicBezTo>
                      <a:pt x="5545" y="4673"/>
                      <a:pt x="5463" y="4717"/>
                      <a:pt x="5387" y="4776"/>
                    </a:cubicBezTo>
                    <a:cubicBezTo>
                      <a:pt x="5224" y="4901"/>
                      <a:pt x="5045" y="5010"/>
                      <a:pt x="4854" y="5097"/>
                    </a:cubicBezTo>
                    <a:cubicBezTo>
                      <a:pt x="4757" y="5146"/>
                      <a:pt x="4664" y="5190"/>
                      <a:pt x="4572" y="5233"/>
                    </a:cubicBezTo>
                    <a:cubicBezTo>
                      <a:pt x="4474" y="5276"/>
                      <a:pt x="4398" y="5353"/>
                      <a:pt x="4300" y="5385"/>
                    </a:cubicBezTo>
                    <a:cubicBezTo>
                      <a:pt x="4246" y="5402"/>
                      <a:pt x="4197" y="5407"/>
                      <a:pt x="4148" y="5429"/>
                    </a:cubicBezTo>
                    <a:cubicBezTo>
                      <a:pt x="4104" y="5450"/>
                      <a:pt x="4061" y="5472"/>
                      <a:pt x="4017" y="5488"/>
                    </a:cubicBezTo>
                    <a:cubicBezTo>
                      <a:pt x="4005" y="5489"/>
                      <a:pt x="3993" y="5489"/>
                      <a:pt x="3981" y="5489"/>
                    </a:cubicBezTo>
                    <a:cubicBezTo>
                      <a:pt x="3897" y="5489"/>
                      <a:pt x="3817" y="5472"/>
                      <a:pt x="3745" y="5434"/>
                    </a:cubicBezTo>
                    <a:cubicBezTo>
                      <a:pt x="3539" y="5358"/>
                      <a:pt x="3338" y="5276"/>
                      <a:pt x="3131" y="5195"/>
                    </a:cubicBezTo>
                    <a:cubicBezTo>
                      <a:pt x="2908" y="5108"/>
                      <a:pt x="2691" y="5021"/>
                      <a:pt x="2468" y="4945"/>
                    </a:cubicBezTo>
                    <a:cubicBezTo>
                      <a:pt x="2414" y="4923"/>
                      <a:pt x="2359" y="4896"/>
                      <a:pt x="2305" y="4874"/>
                    </a:cubicBezTo>
                    <a:cubicBezTo>
                      <a:pt x="2262" y="4858"/>
                      <a:pt x="2218" y="4858"/>
                      <a:pt x="2175" y="4842"/>
                    </a:cubicBezTo>
                    <a:cubicBezTo>
                      <a:pt x="2136" y="4825"/>
                      <a:pt x="2098" y="4804"/>
                      <a:pt x="2066" y="4776"/>
                    </a:cubicBezTo>
                    <a:cubicBezTo>
                      <a:pt x="2017" y="4744"/>
                      <a:pt x="1963" y="4722"/>
                      <a:pt x="1914" y="4700"/>
                    </a:cubicBezTo>
                    <a:cubicBezTo>
                      <a:pt x="1799" y="4640"/>
                      <a:pt x="1685" y="4586"/>
                      <a:pt x="1566" y="4532"/>
                    </a:cubicBezTo>
                    <a:cubicBezTo>
                      <a:pt x="1462" y="4488"/>
                      <a:pt x="1348" y="4450"/>
                      <a:pt x="1245" y="4396"/>
                    </a:cubicBezTo>
                    <a:cubicBezTo>
                      <a:pt x="1196" y="4369"/>
                      <a:pt x="1158" y="4325"/>
                      <a:pt x="1109" y="4298"/>
                    </a:cubicBezTo>
                    <a:lnTo>
                      <a:pt x="1071" y="4282"/>
                    </a:lnTo>
                    <a:cubicBezTo>
                      <a:pt x="1055" y="4216"/>
                      <a:pt x="1044" y="4151"/>
                      <a:pt x="1049" y="4086"/>
                    </a:cubicBezTo>
                    <a:cubicBezTo>
                      <a:pt x="1049" y="3988"/>
                      <a:pt x="1098" y="3907"/>
                      <a:pt x="1098" y="3803"/>
                    </a:cubicBezTo>
                    <a:cubicBezTo>
                      <a:pt x="1104" y="3700"/>
                      <a:pt x="1115" y="3597"/>
                      <a:pt x="1131" y="3488"/>
                    </a:cubicBezTo>
                    <a:cubicBezTo>
                      <a:pt x="1147" y="3287"/>
                      <a:pt x="1147" y="3080"/>
                      <a:pt x="1147" y="2879"/>
                    </a:cubicBezTo>
                    <a:cubicBezTo>
                      <a:pt x="1153" y="2781"/>
                      <a:pt x="1142" y="2689"/>
                      <a:pt x="1120" y="2597"/>
                    </a:cubicBezTo>
                    <a:cubicBezTo>
                      <a:pt x="1093" y="2504"/>
                      <a:pt x="1055" y="2417"/>
                      <a:pt x="1017" y="2325"/>
                    </a:cubicBezTo>
                    <a:cubicBezTo>
                      <a:pt x="941" y="2113"/>
                      <a:pt x="1006" y="1895"/>
                      <a:pt x="1066" y="1689"/>
                    </a:cubicBezTo>
                    <a:lnTo>
                      <a:pt x="1082" y="1700"/>
                    </a:lnTo>
                    <a:cubicBezTo>
                      <a:pt x="1142" y="1504"/>
                      <a:pt x="1174" y="1303"/>
                      <a:pt x="1180" y="1102"/>
                    </a:cubicBezTo>
                    <a:cubicBezTo>
                      <a:pt x="1174" y="999"/>
                      <a:pt x="1163" y="895"/>
                      <a:pt x="1147" y="797"/>
                    </a:cubicBezTo>
                    <a:cubicBezTo>
                      <a:pt x="1136" y="700"/>
                      <a:pt x="1163" y="607"/>
                      <a:pt x="1142" y="515"/>
                    </a:cubicBezTo>
                    <a:cubicBezTo>
                      <a:pt x="1136" y="455"/>
                      <a:pt x="1120" y="401"/>
                      <a:pt x="1109" y="341"/>
                    </a:cubicBezTo>
                    <a:cubicBezTo>
                      <a:pt x="1104" y="308"/>
                      <a:pt x="1098" y="276"/>
                      <a:pt x="1098" y="243"/>
                    </a:cubicBezTo>
                    <a:lnTo>
                      <a:pt x="1098" y="199"/>
                    </a:lnTo>
                    <a:cubicBezTo>
                      <a:pt x="1098" y="194"/>
                      <a:pt x="1098" y="189"/>
                      <a:pt x="1098" y="183"/>
                    </a:cubicBezTo>
                    <a:close/>
                    <a:moveTo>
                      <a:pt x="6268" y="3956"/>
                    </a:moveTo>
                    <a:lnTo>
                      <a:pt x="6268" y="3956"/>
                    </a:lnTo>
                    <a:cubicBezTo>
                      <a:pt x="6301" y="3962"/>
                      <a:pt x="6337" y="3963"/>
                      <a:pt x="6373" y="3963"/>
                    </a:cubicBezTo>
                    <a:cubicBezTo>
                      <a:pt x="6402" y="3963"/>
                      <a:pt x="6432" y="3962"/>
                      <a:pt x="6462" y="3962"/>
                    </a:cubicBezTo>
                    <a:cubicBezTo>
                      <a:pt x="6490" y="3962"/>
                      <a:pt x="6517" y="3963"/>
                      <a:pt x="6545" y="3966"/>
                    </a:cubicBezTo>
                    <a:cubicBezTo>
                      <a:pt x="6724" y="3983"/>
                      <a:pt x="6675" y="4200"/>
                      <a:pt x="6681" y="4331"/>
                    </a:cubicBezTo>
                    <a:cubicBezTo>
                      <a:pt x="6681" y="4418"/>
                      <a:pt x="6675" y="4505"/>
                      <a:pt x="6659" y="4592"/>
                    </a:cubicBezTo>
                    <a:cubicBezTo>
                      <a:pt x="6648" y="4679"/>
                      <a:pt x="6648" y="4766"/>
                      <a:pt x="6654" y="4852"/>
                    </a:cubicBezTo>
                    <a:cubicBezTo>
                      <a:pt x="6654" y="4934"/>
                      <a:pt x="6621" y="5005"/>
                      <a:pt x="6616" y="5086"/>
                    </a:cubicBezTo>
                    <a:cubicBezTo>
                      <a:pt x="6610" y="5162"/>
                      <a:pt x="6616" y="5260"/>
                      <a:pt x="6621" y="5342"/>
                    </a:cubicBezTo>
                    <a:cubicBezTo>
                      <a:pt x="6616" y="5423"/>
                      <a:pt x="6605" y="5505"/>
                      <a:pt x="6588" y="5581"/>
                    </a:cubicBezTo>
                    <a:cubicBezTo>
                      <a:pt x="6578" y="5679"/>
                      <a:pt x="6572" y="5771"/>
                      <a:pt x="6561" y="5864"/>
                    </a:cubicBezTo>
                    <a:cubicBezTo>
                      <a:pt x="6534" y="6054"/>
                      <a:pt x="6561" y="6244"/>
                      <a:pt x="6534" y="6434"/>
                    </a:cubicBezTo>
                    <a:cubicBezTo>
                      <a:pt x="6512" y="6625"/>
                      <a:pt x="6501" y="6793"/>
                      <a:pt x="6485" y="6978"/>
                    </a:cubicBezTo>
                    <a:cubicBezTo>
                      <a:pt x="6474" y="7070"/>
                      <a:pt x="6469" y="7163"/>
                      <a:pt x="6469" y="7250"/>
                    </a:cubicBezTo>
                    <a:cubicBezTo>
                      <a:pt x="6469" y="7277"/>
                      <a:pt x="6469" y="7304"/>
                      <a:pt x="6469" y="7331"/>
                    </a:cubicBezTo>
                    <a:cubicBezTo>
                      <a:pt x="6442" y="7315"/>
                      <a:pt x="6420" y="7293"/>
                      <a:pt x="6393" y="7277"/>
                    </a:cubicBezTo>
                    <a:cubicBezTo>
                      <a:pt x="6327" y="7250"/>
                      <a:pt x="6273" y="7212"/>
                      <a:pt x="6219" y="7163"/>
                    </a:cubicBezTo>
                    <a:cubicBezTo>
                      <a:pt x="6186" y="7125"/>
                      <a:pt x="6143" y="7092"/>
                      <a:pt x="6105" y="7059"/>
                    </a:cubicBezTo>
                    <a:cubicBezTo>
                      <a:pt x="6050" y="7021"/>
                      <a:pt x="6001" y="6983"/>
                      <a:pt x="5958" y="6934"/>
                    </a:cubicBezTo>
                    <a:cubicBezTo>
                      <a:pt x="5876" y="6864"/>
                      <a:pt x="5768" y="6847"/>
                      <a:pt x="5675" y="6782"/>
                    </a:cubicBezTo>
                    <a:cubicBezTo>
                      <a:pt x="5561" y="6695"/>
                      <a:pt x="5452" y="6603"/>
                      <a:pt x="5349" y="6500"/>
                    </a:cubicBezTo>
                    <a:cubicBezTo>
                      <a:pt x="5257" y="6413"/>
                      <a:pt x="5153" y="6336"/>
                      <a:pt x="5045" y="6277"/>
                    </a:cubicBezTo>
                    <a:cubicBezTo>
                      <a:pt x="4925" y="6201"/>
                      <a:pt x="4822" y="6114"/>
                      <a:pt x="4729" y="6016"/>
                    </a:cubicBezTo>
                    <a:cubicBezTo>
                      <a:pt x="4680" y="5961"/>
                      <a:pt x="4621" y="5912"/>
                      <a:pt x="4577" y="5853"/>
                    </a:cubicBezTo>
                    <a:cubicBezTo>
                      <a:pt x="4550" y="5815"/>
                      <a:pt x="4512" y="5777"/>
                      <a:pt x="4479" y="5744"/>
                    </a:cubicBezTo>
                    <a:cubicBezTo>
                      <a:pt x="4436" y="5711"/>
                      <a:pt x="4403" y="5668"/>
                      <a:pt x="4365" y="5630"/>
                    </a:cubicBezTo>
                    <a:cubicBezTo>
                      <a:pt x="4387" y="5624"/>
                      <a:pt x="4409" y="5619"/>
                      <a:pt x="4430" y="5608"/>
                    </a:cubicBezTo>
                    <a:cubicBezTo>
                      <a:pt x="4534" y="5565"/>
                      <a:pt x="4626" y="5488"/>
                      <a:pt x="4735" y="5445"/>
                    </a:cubicBezTo>
                    <a:cubicBezTo>
                      <a:pt x="4941" y="5342"/>
                      <a:pt x="5148" y="5233"/>
                      <a:pt x="5344" y="5108"/>
                    </a:cubicBezTo>
                    <a:cubicBezTo>
                      <a:pt x="5452" y="5048"/>
                      <a:pt x="5534" y="4961"/>
                      <a:pt x="5632" y="4891"/>
                    </a:cubicBezTo>
                    <a:cubicBezTo>
                      <a:pt x="5735" y="4820"/>
                      <a:pt x="5806" y="4717"/>
                      <a:pt x="5898" y="4640"/>
                    </a:cubicBezTo>
                    <a:cubicBezTo>
                      <a:pt x="5947" y="4602"/>
                      <a:pt x="6001" y="4581"/>
                      <a:pt x="6050" y="4548"/>
                    </a:cubicBezTo>
                    <a:cubicBezTo>
                      <a:pt x="6094" y="4510"/>
                      <a:pt x="6143" y="4467"/>
                      <a:pt x="6186" y="4423"/>
                    </a:cubicBezTo>
                    <a:lnTo>
                      <a:pt x="6186" y="4428"/>
                    </a:lnTo>
                    <a:cubicBezTo>
                      <a:pt x="6279" y="4347"/>
                      <a:pt x="6404" y="4314"/>
                      <a:pt x="6485" y="4227"/>
                    </a:cubicBezTo>
                    <a:cubicBezTo>
                      <a:pt x="6532" y="4175"/>
                      <a:pt x="6509" y="4069"/>
                      <a:pt x="6427" y="4069"/>
                    </a:cubicBezTo>
                    <a:cubicBezTo>
                      <a:pt x="6423" y="4069"/>
                      <a:pt x="6419" y="4069"/>
                      <a:pt x="6414" y="4070"/>
                    </a:cubicBezTo>
                    <a:lnTo>
                      <a:pt x="6398" y="4070"/>
                    </a:lnTo>
                    <a:cubicBezTo>
                      <a:pt x="6366" y="4070"/>
                      <a:pt x="6338" y="4091"/>
                      <a:pt x="6327" y="4113"/>
                    </a:cubicBezTo>
                    <a:cubicBezTo>
                      <a:pt x="6300" y="4130"/>
                      <a:pt x="6279" y="4146"/>
                      <a:pt x="6251" y="4162"/>
                    </a:cubicBezTo>
                    <a:cubicBezTo>
                      <a:pt x="6268" y="4091"/>
                      <a:pt x="6273" y="4026"/>
                      <a:pt x="6268" y="3956"/>
                    </a:cubicBezTo>
                    <a:close/>
                    <a:moveTo>
                      <a:pt x="656" y="3835"/>
                    </a:moveTo>
                    <a:cubicBezTo>
                      <a:pt x="749" y="3835"/>
                      <a:pt x="846" y="3847"/>
                      <a:pt x="941" y="3847"/>
                    </a:cubicBezTo>
                    <a:cubicBezTo>
                      <a:pt x="941" y="3879"/>
                      <a:pt x="935" y="3912"/>
                      <a:pt x="930" y="3945"/>
                    </a:cubicBezTo>
                    <a:cubicBezTo>
                      <a:pt x="919" y="3999"/>
                      <a:pt x="913" y="4048"/>
                      <a:pt x="913" y="4097"/>
                    </a:cubicBezTo>
                    <a:cubicBezTo>
                      <a:pt x="897" y="4081"/>
                      <a:pt x="881" y="4070"/>
                      <a:pt x="865" y="4059"/>
                    </a:cubicBezTo>
                    <a:cubicBezTo>
                      <a:pt x="832" y="4037"/>
                      <a:pt x="799" y="4021"/>
                      <a:pt x="767" y="4010"/>
                    </a:cubicBezTo>
                    <a:cubicBezTo>
                      <a:pt x="761" y="4009"/>
                      <a:pt x="756" y="4008"/>
                      <a:pt x="751" y="4008"/>
                    </a:cubicBezTo>
                    <a:cubicBezTo>
                      <a:pt x="704" y="4008"/>
                      <a:pt x="665" y="4053"/>
                      <a:pt x="680" y="4097"/>
                    </a:cubicBezTo>
                    <a:cubicBezTo>
                      <a:pt x="685" y="4119"/>
                      <a:pt x="696" y="4140"/>
                      <a:pt x="707" y="4162"/>
                    </a:cubicBezTo>
                    <a:cubicBezTo>
                      <a:pt x="729" y="4189"/>
                      <a:pt x="750" y="4222"/>
                      <a:pt x="783" y="4244"/>
                    </a:cubicBezTo>
                    <a:cubicBezTo>
                      <a:pt x="783" y="4249"/>
                      <a:pt x="788" y="4255"/>
                      <a:pt x="794" y="4255"/>
                    </a:cubicBezTo>
                    <a:cubicBezTo>
                      <a:pt x="859" y="4320"/>
                      <a:pt x="930" y="4374"/>
                      <a:pt x="1006" y="4423"/>
                    </a:cubicBezTo>
                    <a:cubicBezTo>
                      <a:pt x="1033" y="4445"/>
                      <a:pt x="1060" y="4467"/>
                      <a:pt x="1087" y="4488"/>
                    </a:cubicBezTo>
                    <a:cubicBezTo>
                      <a:pt x="1093" y="4505"/>
                      <a:pt x="1098" y="4526"/>
                      <a:pt x="1098" y="4543"/>
                    </a:cubicBezTo>
                    <a:cubicBezTo>
                      <a:pt x="1098" y="4558"/>
                      <a:pt x="1112" y="4568"/>
                      <a:pt x="1125" y="4568"/>
                    </a:cubicBezTo>
                    <a:cubicBezTo>
                      <a:pt x="1135" y="4568"/>
                      <a:pt x="1145" y="4562"/>
                      <a:pt x="1147" y="4548"/>
                    </a:cubicBezTo>
                    <a:lnTo>
                      <a:pt x="1147" y="4537"/>
                    </a:lnTo>
                    <a:cubicBezTo>
                      <a:pt x="1174" y="4554"/>
                      <a:pt x="1202" y="4575"/>
                      <a:pt x="1229" y="4586"/>
                    </a:cubicBezTo>
                    <a:cubicBezTo>
                      <a:pt x="1337" y="4640"/>
                      <a:pt x="1446" y="4689"/>
                      <a:pt x="1555" y="4744"/>
                    </a:cubicBezTo>
                    <a:cubicBezTo>
                      <a:pt x="1658" y="4798"/>
                      <a:pt x="1772" y="4858"/>
                      <a:pt x="1886" y="4918"/>
                    </a:cubicBezTo>
                    <a:cubicBezTo>
                      <a:pt x="1979" y="4967"/>
                      <a:pt x="2055" y="5043"/>
                      <a:pt x="2158" y="5064"/>
                    </a:cubicBezTo>
                    <a:cubicBezTo>
                      <a:pt x="2262" y="5097"/>
                      <a:pt x="2359" y="5135"/>
                      <a:pt x="2457" y="5179"/>
                    </a:cubicBezTo>
                    <a:cubicBezTo>
                      <a:pt x="2593" y="5222"/>
                      <a:pt x="2718" y="5276"/>
                      <a:pt x="2849" y="5331"/>
                    </a:cubicBezTo>
                    <a:cubicBezTo>
                      <a:pt x="3017" y="5407"/>
                      <a:pt x="3186" y="5478"/>
                      <a:pt x="3360" y="5548"/>
                    </a:cubicBezTo>
                    <a:cubicBezTo>
                      <a:pt x="3148" y="5662"/>
                      <a:pt x="2957" y="5825"/>
                      <a:pt x="2745" y="5940"/>
                    </a:cubicBezTo>
                    <a:cubicBezTo>
                      <a:pt x="2441" y="6108"/>
                      <a:pt x="2147" y="6298"/>
                      <a:pt x="1854" y="6483"/>
                    </a:cubicBezTo>
                    <a:cubicBezTo>
                      <a:pt x="1718" y="6565"/>
                      <a:pt x="1566" y="6608"/>
                      <a:pt x="1435" y="6695"/>
                    </a:cubicBezTo>
                    <a:cubicBezTo>
                      <a:pt x="1370" y="6733"/>
                      <a:pt x="1299" y="6766"/>
                      <a:pt x="1234" y="6804"/>
                    </a:cubicBezTo>
                    <a:cubicBezTo>
                      <a:pt x="1174" y="6842"/>
                      <a:pt x="1109" y="6896"/>
                      <a:pt x="1038" y="6929"/>
                    </a:cubicBezTo>
                    <a:cubicBezTo>
                      <a:pt x="968" y="6967"/>
                      <a:pt x="908" y="6978"/>
                      <a:pt x="843" y="7010"/>
                    </a:cubicBezTo>
                    <a:cubicBezTo>
                      <a:pt x="788" y="7043"/>
                      <a:pt x="734" y="7087"/>
                      <a:pt x="685" y="7130"/>
                    </a:cubicBezTo>
                    <a:cubicBezTo>
                      <a:pt x="631" y="7174"/>
                      <a:pt x="571" y="7217"/>
                      <a:pt x="517" y="7261"/>
                    </a:cubicBezTo>
                    <a:cubicBezTo>
                      <a:pt x="489" y="7282"/>
                      <a:pt x="462" y="7309"/>
                      <a:pt x="441" y="7342"/>
                    </a:cubicBezTo>
                    <a:cubicBezTo>
                      <a:pt x="435" y="7304"/>
                      <a:pt x="424" y="7271"/>
                      <a:pt x="419" y="7239"/>
                    </a:cubicBezTo>
                    <a:cubicBezTo>
                      <a:pt x="402" y="7070"/>
                      <a:pt x="435" y="6907"/>
                      <a:pt x="392" y="6744"/>
                    </a:cubicBezTo>
                    <a:cubicBezTo>
                      <a:pt x="381" y="6668"/>
                      <a:pt x="375" y="6592"/>
                      <a:pt x="381" y="6516"/>
                    </a:cubicBezTo>
                    <a:cubicBezTo>
                      <a:pt x="370" y="6440"/>
                      <a:pt x="348" y="6358"/>
                      <a:pt x="321" y="6282"/>
                    </a:cubicBezTo>
                    <a:cubicBezTo>
                      <a:pt x="277" y="6108"/>
                      <a:pt x="294" y="5929"/>
                      <a:pt x="272" y="5755"/>
                    </a:cubicBezTo>
                    <a:cubicBezTo>
                      <a:pt x="250" y="5575"/>
                      <a:pt x="229" y="5391"/>
                      <a:pt x="218" y="5211"/>
                    </a:cubicBezTo>
                    <a:cubicBezTo>
                      <a:pt x="201" y="5005"/>
                      <a:pt x="207" y="4798"/>
                      <a:pt x="207" y="4592"/>
                    </a:cubicBezTo>
                    <a:cubicBezTo>
                      <a:pt x="212" y="4494"/>
                      <a:pt x="223" y="4401"/>
                      <a:pt x="239" y="4309"/>
                    </a:cubicBezTo>
                    <a:cubicBezTo>
                      <a:pt x="245" y="4227"/>
                      <a:pt x="245" y="4140"/>
                      <a:pt x="239" y="4059"/>
                    </a:cubicBezTo>
                    <a:cubicBezTo>
                      <a:pt x="239" y="4026"/>
                      <a:pt x="229" y="3994"/>
                      <a:pt x="229" y="3956"/>
                    </a:cubicBezTo>
                    <a:cubicBezTo>
                      <a:pt x="229" y="3907"/>
                      <a:pt x="218" y="3918"/>
                      <a:pt x="256" y="3907"/>
                    </a:cubicBezTo>
                    <a:cubicBezTo>
                      <a:pt x="275" y="3904"/>
                      <a:pt x="290" y="3904"/>
                      <a:pt x="303" y="3904"/>
                    </a:cubicBezTo>
                    <a:cubicBezTo>
                      <a:pt x="317" y="3904"/>
                      <a:pt x="329" y="3904"/>
                      <a:pt x="343" y="3901"/>
                    </a:cubicBezTo>
                    <a:cubicBezTo>
                      <a:pt x="386" y="3890"/>
                      <a:pt x="430" y="3874"/>
                      <a:pt x="473" y="3858"/>
                    </a:cubicBezTo>
                    <a:cubicBezTo>
                      <a:pt x="532" y="3840"/>
                      <a:pt x="593" y="3835"/>
                      <a:pt x="656" y="3835"/>
                    </a:cubicBezTo>
                    <a:close/>
                    <a:moveTo>
                      <a:pt x="3506" y="5608"/>
                    </a:moveTo>
                    <a:lnTo>
                      <a:pt x="3539" y="5619"/>
                    </a:lnTo>
                    <a:cubicBezTo>
                      <a:pt x="3673" y="5680"/>
                      <a:pt x="3828" y="5750"/>
                      <a:pt x="3979" y="5750"/>
                    </a:cubicBezTo>
                    <a:cubicBezTo>
                      <a:pt x="4031" y="5750"/>
                      <a:pt x="4082" y="5742"/>
                      <a:pt x="4131" y="5722"/>
                    </a:cubicBezTo>
                    <a:cubicBezTo>
                      <a:pt x="4175" y="5706"/>
                      <a:pt x="4213" y="5679"/>
                      <a:pt x="4256" y="5662"/>
                    </a:cubicBezTo>
                    <a:cubicBezTo>
                      <a:pt x="4284" y="5700"/>
                      <a:pt x="4311" y="5739"/>
                      <a:pt x="4343" y="5777"/>
                    </a:cubicBezTo>
                    <a:cubicBezTo>
                      <a:pt x="4381" y="5825"/>
                      <a:pt x="4430" y="5853"/>
                      <a:pt x="4468" y="5912"/>
                    </a:cubicBezTo>
                    <a:cubicBezTo>
                      <a:pt x="4512" y="5967"/>
                      <a:pt x="4555" y="6016"/>
                      <a:pt x="4604" y="6065"/>
                    </a:cubicBezTo>
                    <a:cubicBezTo>
                      <a:pt x="4697" y="6168"/>
                      <a:pt x="4800" y="6260"/>
                      <a:pt x="4914" y="6342"/>
                    </a:cubicBezTo>
                    <a:cubicBezTo>
                      <a:pt x="5045" y="6413"/>
                      <a:pt x="5164" y="6505"/>
                      <a:pt x="5273" y="6603"/>
                    </a:cubicBezTo>
                    <a:cubicBezTo>
                      <a:pt x="5371" y="6706"/>
                      <a:pt x="5474" y="6793"/>
                      <a:pt x="5583" y="6875"/>
                    </a:cubicBezTo>
                    <a:cubicBezTo>
                      <a:pt x="5632" y="6918"/>
                      <a:pt x="5681" y="6951"/>
                      <a:pt x="5735" y="6972"/>
                    </a:cubicBezTo>
                    <a:cubicBezTo>
                      <a:pt x="5800" y="6994"/>
                      <a:pt x="5855" y="7032"/>
                      <a:pt x="5898" y="7081"/>
                    </a:cubicBezTo>
                    <a:cubicBezTo>
                      <a:pt x="5942" y="7119"/>
                      <a:pt x="5985" y="7157"/>
                      <a:pt x="6029" y="7190"/>
                    </a:cubicBezTo>
                    <a:cubicBezTo>
                      <a:pt x="6083" y="7233"/>
                      <a:pt x="6121" y="7288"/>
                      <a:pt x="6170" y="7331"/>
                    </a:cubicBezTo>
                    <a:cubicBezTo>
                      <a:pt x="6197" y="7353"/>
                      <a:pt x="6224" y="7375"/>
                      <a:pt x="6257" y="7391"/>
                    </a:cubicBezTo>
                    <a:lnTo>
                      <a:pt x="6224" y="7386"/>
                    </a:lnTo>
                    <a:cubicBezTo>
                      <a:pt x="6121" y="7369"/>
                      <a:pt x="6018" y="7353"/>
                      <a:pt x="5914" y="7348"/>
                    </a:cubicBezTo>
                    <a:cubicBezTo>
                      <a:pt x="5836" y="7345"/>
                      <a:pt x="5751" y="7342"/>
                      <a:pt x="5665" y="7342"/>
                    </a:cubicBezTo>
                    <a:cubicBezTo>
                      <a:pt x="5528" y="7342"/>
                      <a:pt x="5387" y="7351"/>
                      <a:pt x="5267" y="7391"/>
                    </a:cubicBezTo>
                    <a:cubicBezTo>
                      <a:pt x="5246" y="7396"/>
                      <a:pt x="5229" y="7413"/>
                      <a:pt x="5219" y="7429"/>
                    </a:cubicBezTo>
                    <a:cubicBezTo>
                      <a:pt x="5050" y="7429"/>
                      <a:pt x="4887" y="7440"/>
                      <a:pt x="4724" y="7462"/>
                    </a:cubicBezTo>
                    <a:cubicBezTo>
                      <a:pt x="4634" y="7467"/>
                      <a:pt x="4545" y="7470"/>
                      <a:pt x="4456" y="7470"/>
                    </a:cubicBezTo>
                    <a:cubicBezTo>
                      <a:pt x="4367" y="7470"/>
                      <a:pt x="4278" y="7467"/>
                      <a:pt x="4191" y="7462"/>
                    </a:cubicBezTo>
                    <a:cubicBezTo>
                      <a:pt x="4153" y="7461"/>
                      <a:pt x="4115" y="7460"/>
                      <a:pt x="4077" y="7460"/>
                    </a:cubicBezTo>
                    <a:cubicBezTo>
                      <a:pt x="3972" y="7460"/>
                      <a:pt x="3867" y="7463"/>
                      <a:pt x="3762" y="7463"/>
                    </a:cubicBezTo>
                    <a:cubicBezTo>
                      <a:pt x="3724" y="7463"/>
                      <a:pt x="3686" y="7463"/>
                      <a:pt x="3648" y="7462"/>
                    </a:cubicBezTo>
                    <a:cubicBezTo>
                      <a:pt x="3475" y="7452"/>
                      <a:pt x="3326" y="7418"/>
                      <a:pt x="3170" y="7418"/>
                    </a:cubicBezTo>
                    <a:cubicBezTo>
                      <a:pt x="3159" y="7418"/>
                      <a:pt x="3148" y="7418"/>
                      <a:pt x="3137" y="7418"/>
                    </a:cubicBezTo>
                    <a:cubicBezTo>
                      <a:pt x="3104" y="7420"/>
                      <a:pt x="3072" y="7421"/>
                      <a:pt x="3040" y="7421"/>
                    </a:cubicBezTo>
                    <a:cubicBezTo>
                      <a:pt x="2903" y="7421"/>
                      <a:pt x="2765" y="7405"/>
                      <a:pt x="2620" y="7396"/>
                    </a:cubicBezTo>
                    <a:cubicBezTo>
                      <a:pt x="2446" y="7391"/>
                      <a:pt x="2267" y="7391"/>
                      <a:pt x="2088" y="7391"/>
                    </a:cubicBezTo>
                    <a:cubicBezTo>
                      <a:pt x="2076" y="7391"/>
                      <a:pt x="2064" y="7392"/>
                      <a:pt x="2053" y="7392"/>
                    </a:cubicBezTo>
                    <a:cubicBezTo>
                      <a:pt x="1893" y="7392"/>
                      <a:pt x="1745" y="7358"/>
                      <a:pt x="1593" y="7358"/>
                    </a:cubicBezTo>
                    <a:lnTo>
                      <a:pt x="1044" y="7358"/>
                    </a:lnTo>
                    <a:cubicBezTo>
                      <a:pt x="896" y="7358"/>
                      <a:pt x="762" y="7351"/>
                      <a:pt x="628" y="7351"/>
                    </a:cubicBezTo>
                    <a:cubicBezTo>
                      <a:pt x="595" y="7351"/>
                      <a:pt x="561" y="7352"/>
                      <a:pt x="527" y="7353"/>
                    </a:cubicBezTo>
                    <a:cubicBezTo>
                      <a:pt x="582" y="7315"/>
                      <a:pt x="647" y="7288"/>
                      <a:pt x="701" y="7250"/>
                    </a:cubicBezTo>
                    <a:cubicBezTo>
                      <a:pt x="756" y="7217"/>
                      <a:pt x="821" y="7168"/>
                      <a:pt x="881" y="7130"/>
                    </a:cubicBezTo>
                    <a:cubicBezTo>
                      <a:pt x="941" y="7103"/>
                      <a:pt x="1006" y="7076"/>
                      <a:pt x="1071" y="7054"/>
                    </a:cubicBezTo>
                    <a:cubicBezTo>
                      <a:pt x="1142" y="7016"/>
                      <a:pt x="1207" y="6978"/>
                      <a:pt x="1272" y="6934"/>
                    </a:cubicBezTo>
                    <a:cubicBezTo>
                      <a:pt x="1343" y="6891"/>
                      <a:pt x="1419" y="6858"/>
                      <a:pt x="1490" y="6815"/>
                    </a:cubicBezTo>
                    <a:cubicBezTo>
                      <a:pt x="1626" y="6728"/>
                      <a:pt x="1783" y="6679"/>
                      <a:pt x="1919" y="6597"/>
                    </a:cubicBezTo>
                    <a:cubicBezTo>
                      <a:pt x="2229" y="6402"/>
                      <a:pt x="2533" y="6206"/>
                      <a:pt x="2849" y="6032"/>
                    </a:cubicBezTo>
                    <a:cubicBezTo>
                      <a:pt x="2995" y="5951"/>
                      <a:pt x="3120" y="5842"/>
                      <a:pt x="3262" y="5760"/>
                    </a:cubicBezTo>
                    <a:cubicBezTo>
                      <a:pt x="3332" y="5717"/>
                      <a:pt x="3398" y="5673"/>
                      <a:pt x="3468" y="5630"/>
                    </a:cubicBezTo>
                    <a:lnTo>
                      <a:pt x="3506" y="5608"/>
                    </a:lnTo>
                    <a:close/>
                    <a:moveTo>
                      <a:pt x="5827" y="1"/>
                    </a:moveTo>
                    <a:cubicBezTo>
                      <a:pt x="5763" y="1"/>
                      <a:pt x="5699" y="4"/>
                      <a:pt x="5637" y="15"/>
                    </a:cubicBezTo>
                    <a:cubicBezTo>
                      <a:pt x="5523" y="31"/>
                      <a:pt x="5403" y="47"/>
                      <a:pt x="5284" y="53"/>
                    </a:cubicBezTo>
                    <a:cubicBezTo>
                      <a:pt x="5181" y="64"/>
                      <a:pt x="5072" y="69"/>
                      <a:pt x="4963" y="69"/>
                    </a:cubicBezTo>
                    <a:cubicBezTo>
                      <a:pt x="4838" y="69"/>
                      <a:pt x="4724" y="96"/>
                      <a:pt x="4604" y="102"/>
                    </a:cubicBezTo>
                    <a:cubicBezTo>
                      <a:pt x="4464" y="111"/>
                      <a:pt x="4320" y="113"/>
                      <a:pt x="4177" y="113"/>
                    </a:cubicBezTo>
                    <a:cubicBezTo>
                      <a:pt x="4081" y="113"/>
                      <a:pt x="3986" y="112"/>
                      <a:pt x="3892" y="112"/>
                    </a:cubicBezTo>
                    <a:cubicBezTo>
                      <a:pt x="3784" y="112"/>
                      <a:pt x="3680" y="102"/>
                      <a:pt x="3572" y="91"/>
                    </a:cubicBezTo>
                    <a:cubicBezTo>
                      <a:pt x="3514" y="88"/>
                      <a:pt x="3456" y="87"/>
                      <a:pt x="3397" y="87"/>
                    </a:cubicBezTo>
                    <a:cubicBezTo>
                      <a:pt x="3338" y="87"/>
                      <a:pt x="3278" y="88"/>
                      <a:pt x="3218" y="91"/>
                    </a:cubicBezTo>
                    <a:cubicBezTo>
                      <a:pt x="3126" y="85"/>
                      <a:pt x="3028" y="74"/>
                      <a:pt x="2930" y="64"/>
                    </a:cubicBezTo>
                    <a:cubicBezTo>
                      <a:pt x="2903" y="61"/>
                      <a:pt x="2877" y="59"/>
                      <a:pt x="2851" y="59"/>
                    </a:cubicBezTo>
                    <a:cubicBezTo>
                      <a:pt x="2825" y="59"/>
                      <a:pt x="2800" y="61"/>
                      <a:pt x="2772" y="64"/>
                    </a:cubicBezTo>
                    <a:cubicBezTo>
                      <a:pt x="2707" y="58"/>
                      <a:pt x="2637" y="53"/>
                      <a:pt x="2571" y="42"/>
                    </a:cubicBezTo>
                    <a:cubicBezTo>
                      <a:pt x="2484" y="27"/>
                      <a:pt x="2394" y="22"/>
                      <a:pt x="2303" y="22"/>
                    </a:cubicBezTo>
                    <a:cubicBezTo>
                      <a:pt x="2157" y="22"/>
                      <a:pt x="2009" y="35"/>
                      <a:pt x="1865" y="42"/>
                    </a:cubicBezTo>
                    <a:cubicBezTo>
                      <a:pt x="1726" y="45"/>
                      <a:pt x="1587" y="50"/>
                      <a:pt x="1449" y="50"/>
                    </a:cubicBezTo>
                    <a:cubicBezTo>
                      <a:pt x="1359" y="50"/>
                      <a:pt x="1269" y="48"/>
                      <a:pt x="1180" y="42"/>
                    </a:cubicBezTo>
                    <a:cubicBezTo>
                      <a:pt x="1162" y="41"/>
                      <a:pt x="1145" y="41"/>
                      <a:pt x="1129" y="41"/>
                    </a:cubicBezTo>
                    <a:cubicBezTo>
                      <a:pt x="1026" y="41"/>
                      <a:pt x="954" y="62"/>
                      <a:pt x="935" y="194"/>
                    </a:cubicBezTo>
                    <a:cubicBezTo>
                      <a:pt x="913" y="330"/>
                      <a:pt x="968" y="460"/>
                      <a:pt x="973" y="591"/>
                    </a:cubicBezTo>
                    <a:cubicBezTo>
                      <a:pt x="968" y="683"/>
                      <a:pt x="968" y="781"/>
                      <a:pt x="973" y="873"/>
                    </a:cubicBezTo>
                    <a:cubicBezTo>
                      <a:pt x="995" y="993"/>
                      <a:pt x="1000" y="1124"/>
                      <a:pt x="995" y="1249"/>
                    </a:cubicBezTo>
                    <a:cubicBezTo>
                      <a:pt x="979" y="1477"/>
                      <a:pt x="881" y="1683"/>
                      <a:pt x="837" y="1912"/>
                    </a:cubicBezTo>
                    <a:cubicBezTo>
                      <a:pt x="810" y="2020"/>
                      <a:pt x="805" y="2135"/>
                      <a:pt x="816" y="2249"/>
                    </a:cubicBezTo>
                    <a:cubicBezTo>
                      <a:pt x="837" y="2352"/>
                      <a:pt x="875" y="2455"/>
                      <a:pt x="919" y="2553"/>
                    </a:cubicBezTo>
                    <a:cubicBezTo>
                      <a:pt x="1011" y="2781"/>
                      <a:pt x="968" y="3010"/>
                      <a:pt x="968" y="3249"/>
                    </a:cubicBezTo>
                    <a:cubicBezTo>
                      <a:pt x="973" y="3379"/>
                      <a:pt x="968" y="3504"/>
                      <a:pt x="951" y="3629"/>
                    </a:cubicBezTo>
                    <a:cubicBezTo>
                      <a:pt x="951" y="3657"/>
                      <a:pt x="946" y="3684"/>
                      <a:pt x="946" y="3716"/>
                    </a:cubicBezTo>
                    <a:cubicBezTo>
                      <a:pt x="837" y="3682"/>
                      <a:pt x="725" y="3664"/>
                      <a:pt x="612" y="3664"/>
                    </a:cubicBezTo>
                    <a:cubicBezTo>
                      <a:pt x="584" y="3664"/>
                      <a:pt x="556" y="3665"/>
                      <a:pt x="527" y="3667"/>
                    </a:cubicBezTo>
                    <a:cubicBezTo>
                      <a:pt x="446" y="3673"/>
                      <a:pt x="375" y="3716"/>
                      <a:pt x="294" y="3727"/>
                    </a:cubicBezTo>
                    <a:cubicBezTo>
                      <a:pt x="280" y="3728"/>
                      <a:pt x="266" y="3729"/>
                      <a:pt x="253" y="3729"/>
                    </a:cubicBezTo>
                    <a:cubicBezTo>
                      <a:pt x="244" y="3729"/>
                      <a:pt x="235" y="3728"/>
                      <a:pt x="226" y="3728"/>
                    </a:cubicBezTo>
                    <a:cubicBezTo>
                      <a:pt x="183" y="3728"/>
                      <a:pt x="143" y="3731"/>
                      <a:pt x="103" y="3760"/>
                    </a:cubicBezTo>
                    <a:cubicBezTo>
                      <a:pt x="0" y="3836"/>
                      <a:pt x="44" y="3994"/>
                      <a:pt x="49" y="4102"/>
                    </a:cubicBezTo>
                    <a:cubicBezTo>
                      <a:pt x="55" y="4298"/>
                      <a:pt x="17" y="4483"/>
                      <a:pt x="11" y="4679"/>
                    </a:cubicBezTo>
                    <a:cubicBezTo>
                      <a:pt x="11" y="4880"/>
                      <a:pt x="11" y="5086"/>
                      <a:pt x="22" y="5287"/>
                    </a:cubicBezTo>
                    <a:cubicBezTo>
                      <a:pt x="33" y="5380"/>
                      <a:pt x="33" y="5472"/>
                      <a:pt x="44" y="5565"/>
                    </a:cubicBezTo>
                    <a:cubicBezTo>
                      <a:pt x="49" y="5673"/>
                      <a:pt x="71" y="5771"/>
                      <a:pt x="71" y="5874"/>
                    </a:cubicBezTo>
                    <a:cubicBezTo>
                      <a:pt x="76" y="6059"/>
                      <a:pt x="98" y="6249"/>
                      <a:pt x="147" y="6429"/>
                    </a:cubicBezTo>
                    <a:cubicBezTo>
                      <a:pt x="158" y="6516"/>
                      <a:pt x="158" y="6608"/>
                      <a:pt x="152" y="6701"/>
                    </a:cubicBezTo>
                    <a:cubicBezTo>
                      <a:pt x="169" y="6788"/>
                      <a:pt x="180" y="6875"/>
                      <a:pt x="180" y="6967"/>
                    </a:cubicBezTo>
                    <a:cubicBezTo>
                      <a:pt x="169" y="7119"/>
                      <a:pt x="174" y="7277"/>
                      <a:pt x="196" y="7429"/>
                    </a:cubicBezTo>
                    <a:cubicBezTo>
                      <a:pt x="220" y="7562"/>
                      <a:pt x="312" y="7610"/>
                      <a:pt x="433" y="7610"/>
                    </a:cubicBezTo>
                    <a:cubicBezTo>
                      <a:pt x="446" y="7610"/>
                      <a:pt x="460" y="7609"/>
                      <a:pt x="473" y="7608"/>
                    </a:cubicBezTo>
                    <a:cubicBezTo>
                      <a:pt x="571" y="7603"/>
                      <a:pt x="670" y="7602"/>
                      <a:pt x="769" y="7602"/>
                    </a:cubicBezTo>
                    <a:cubicBezTo>
                      <a:pt x="869" y="7602"/>
                      <a:pt x="968" y="7603"/>
                      <a:pt x="1066" y="7603"/>
                    </a:cubicBezTo>
                    <a:cubicBezTo>
                      <a:pt x="1196" y="7603"/>
                      <a:pt x="1331" y="7596"/>
                      <a:pt x="1467" y="7596"/>
                    </a:cubicBezTo>
                    <a:cubicBezTo>
                      <a:pt x="1534" y="7596"/>
                      <a:pt x="1602" y="7598"/>
                      <a:pt x="1669" y="7603"/>
                    </a:cubicBezTo>
                    <a:cubicBezTo>
                      <a:pt x="1751" y="7608"/>
                      <a:pt x="1832" y="7630"/>
                      <a:pt x="1914" y="7636"/>
                    </a:cubicBezTo>
                    <a:cubicBezTo>
                      <a:pt x="1948" y="7637"/>
                      <a:pt x="1983" y="7638"/>
                      <a:pt x="2018" y="7638"/>
                    </a:cubicBezTo>
                    <a:cubicBezTo>
                      <a:pt x="2089" y="7638"/>
                      <a:pt x="2160" y="7636"/>
                      <a:pt x="2229" y="7636"/>
                    </a:cubicBezTo>
                    <a:cubicBezTo>
                      <a:pt x="2275" y="7634"/>
                      <a:pt x="2321" y="7634"/>
                      <a:pt x="2367" y="7634"/>
                    </a:cubicBezTo>
                    <a:cubicBezTo>
                      <a:pt x="2517" y="7634"/>
                      <a:pt x="2666" y="7641"/>
                      <a:pt x="2816" y="7657"/>
                    </a:cubicBezTo>
                    <a:cubicBezTo>
                      <a:pt x="2876" y="7664"/>
                      <a:pt x="2934" y="7665"/>
                      <a:pt x="2993" y="7665"/>
                    </a:cubicBezTo>
                    <a:cubicBezTo>
                      <a:pt x="3055" y="7665"/>
                      <a:pt x="3116" y="7664"/>
                      <a:pt x="3178" y="7664"/>
                    </a:cubicBezTo>
                    <a:cubicBezTo>
                      <a:pt x="3254" y="7664"/>
                      <a:pt x="3330" y="7666"/>
                      <a:pt x="3408" y="7679"/>
                    </a:cubicBezTo>
                    <a:cubicBezTo>
                      <a:pt x="3535" y="7694"/>
                      <a:pt x="3662" y="7701"/>
                      <a:pt x="3789" y="7701"/>
                    </a:cubicBezTo>
                    <a:cubicBezTo>
                      <a:pt x="3852" y="7701"/>
                      <a:pt x="3916" y="7699"/>
                      <a:pt x="3979" y="7695"/>
                    </a:cubicBezTo>
                    <a:cubicBezTo>
                      <a:pt x="4137" y="7695"/>
                      <a:pt x="4298" y="7707"/>
                      <a:pt x="4460" y="7707"/>
                    </a:cubicBezTo>
                    <a:cubicBezTo>
                      <a:pt x="4521" y="7707"/>
                      <a:pt x="4582" y="7705"/>
                      <a:pt x="4642" y="7701"/>
                    </a:cubicBezTo>
                    <a:cubicBezTo>
                      <a:pt x="4746" y="7695"/>
                      <a:pt x="4849" y="7668"/>
                      <a:pt x="4958" y="7663"/>
                    </a:cubicBezTo>
                    <a:cubicBezTo>
                      <a:pt x="4992" y="7661"/>
                      <a:pt x="5030" y="7660"/>
                      <a:pt x="5068" y="7660"/>
                    </a:cubicBezTo>
                    <a:cubicBezTo>
                      <a:pt x="5146" y="7660"/>
                      <a:pt x="5229" y="7663"/>
                      <a:pt x="5306" y="7663"/>
                    </a:cubicBezTo>
                    <a:cubicBezTo>
                      <a:pt x="5379" y="7663"/>
                      <a:pt x="5496" y="7681"/>
                      <a:pt x="5608" y="7681"/>
                    </a:cubicBezTo>
                    <a:cubicBezTo>
                      <a:pt x="5710" y="7681"/>
                      <a:pt x="5808" y="7666"/>
                      <a:pt x="5865" y="7608"/>
                    </a:cubicBezTo>
                    <a:lnTo>
                      <a:pt x="5914" y="7608"/>
                    </a:lnTo>
                    <a:cubicBezTo>
                      <a:pt x="6054" y="7617"/>
                      <a:pt x="6198" y="7654"/>
                      <a:pt x="6342" y="7654"/>
                    </a:cubicBezTo>
                    <a:cubicBezTo>
                      <a:pt x="6377" y="7654"/>
                      <a:pt x="6412" y="7652"/>
                      <a:pt x="6447" y="7646"/>
                    </a:cubicBezTo>
                    <a:cubicBezTo>
                      <a:pt x="6610" y="7630"/>
                      <a:pt x="6730" y="7483"/>
                      <a:pt x="6713" y="7320"/>
                    </a:cubicBezTo>
                    <a:cubicBezTo>
                      <a:pt x="6713" y="7119"/>
                      <a:pt x="6730" y="6913"/>
                      <a:pt x="6730" y="6712"/>
                    </a:cubicBezTo>
                    <a:cubicBezTo>
                      <a:pt x="6730" y="6505"/>
                      <a:pt x="6762" y="6288"/>
                      <a:pt x="6757" y="6076"/>
                    </a:cubicBezTo>
                    <a:cubicBezTo>
                      <a:pt x="6757" y="5869"/>
                      <a:pt x="6779" y="5662"/>
                      <a:pt x="6811" y="5456"/>
                    </a:cubicBezTo>
                    <a:cubicBezTo>
                      <a:pt x="6822" y="5363"/>
                      <a:pt x="6822" y="5271"/>
                      <a:pt x="6811" y="5179"/>
                    </a:cubicBezTo>
                    <a:cubicBezTo>
                      <a:pt x="6811" y="5075"/>
                      <a:pt x="6849" y="4983"/>
                      <a:pt x="6849" y="4880"/>
                    </a:cubicBezTo>
                    <a:cubicBezTo>
                      <a:pt x="6849" y="4782"/>
                      <a:pt x="6849" y="4689"/>
                      <a:pt x="6860" y="4597"/>
                    </a:cubicBezTo>
                    <a:cubicBezTo>
                      <a:pt x="6876" y="4494"/>
                      <a:pt x="6882" y="4385"/>
                      <a:pt x="6876" y="4282"/>
                    </a:cubicBezTo>
                    <a:cubicBezTo>
                      <a:pt x="6876" y="4108"/>
                      <a:pt x="6887" y="3912"/>
                      <a:pt x="6713" y="3820"/>
                    </a:cubicBezTo>
                    <a:cubicBezTo>
                      <a:pt x="6655" y="3789"/>
                      <a:pt x="6595" y="3779"/>
                      <a:pt x="6535" y="3779"/>
                    </a:cubicBezTo>
                    <a:cubicBezTo>
                      <a:pt x="6442" y="3779"/>
                      <a:pt x="6349" y="3803"/>
                      <a:pt x="6257" y="3820"/>
                    </a:cubicBezTo>
                    <a:cubicBezTo>
                      <a:pt x="6257" y="3684"/>
                      <a:pt x="6224" y="3548"/>
                      <a:pt x="6164" y="3423"/>
                    </a:cubicBezTo>
                    <a:lnTo>
                      <a:pt x="6164" y="3423"/>
                    </a:lnTo>
                    <a:lnTo>
                      <a:pt x="6279" y="3466"/>
                    </a:lnTo>
                    <a:cubicBezTo>
                      <a:pt x="6371" y="3504"/>
                      <a:pt x="6458" y="3553"/>
                      <a:pt x="6550" y="3586"/>
                    </a:cubicBezTo>
                    <a:cubicBezTo>
                      <a:pt x="6572" y="3591"/>
                      <a:pt x="6588" y="3597"/>
                      <a:pt x="6605" y="3602"/>
                    </a:cubicBezTo>
                    <a:cubicBezTo>
                      <a:pt x="6632" y="3646"/>
                      <a:pt x="6675" y="3667"/>
                      <a:pt x="6724" y="3673"/>
                    </a:cubicBezTo>
                    <a:cubicBezTo>
                      <a:pt x="6746" y="3722"/>
                      <a:pt x="6790" y="3760"/>
                      <a:pt x="6838" y="3776"/>
                    </a:cubicBezTo>
                    <a:cubicBezTo>
                      <a:pt x="6859" y="3797"/>
                      <a:pt x="6883" y="3814"/>
                      <a:pt x="6905" y="3814"/>
                    </a:cubicBezTo>
                    <a:cubicBezTo>
                      <a:pt x="6912" y="3814"/>
                      <a:pt x="6919" y="3813"/>
                      <a:pt x="6925" y="3809"/>
                    </a:cubicBezTo>
                    <a:cubicBezTo>
                      <a:pt x="6980" y="3831"/>
                      <a:pt x="7034" y="3847"/>
                      <a:pt x="7094" y="3869"/>
                    </a:cubicBezTo>
                    <a:cubicBezTo>
                      <a:pt x="7167" y="3893"/>
                      <a:pt x="7219" y="3914"/>
                      <a:pt x="7284" y="3914"/>
                    </a:cubicBezTo>
                    <a:cubicBezTo>
                      <a:pt x="7306" y="3914"/>
                      <a:pt x="7329" y="3912"/>
                      <a:pt x="7355" y="3907"/>
                    </a:cubicBezTo>
                    <a:cubicBezTo>
                      <a:pt x="7442" y="3896"/>
                      <a:pt x="7518" y="3863"/>
                      <a:pt x="7589" y="3814"/>
                    </a:cubicBezTo>
                    <a:cubicBezTo>
                      <a:pt x="7724" y="3695"/>
                      <a:pt x="7719" y="3499"/>
                      <a:pt x="7708" y="3336"/>
                    </a:cubicBezTo>
                    <a:lnTo>
                      <a:pt x="7708" y="3330"/>
                    </a:lnTo>
                    <a:cubicBezTo>
                      <a:pt x="7697" y="3205"/>
                      <a:pt x="7648" y="3075"/>
                      <a:pt x="7545" y="3021"/>
                    </a:cubicBezTo>
                    <a:cubicBezTo>
                      <a:pt x="7507" y="2961"/>
                      <a:pt x="7447" y="2917"/>
                      <a:pt x="7382" y="2896"/>
                    </a:cubicBezTo>
                    <a:cubicBezTo>
                      <a:pt x="7252" y="2852"/>
                      <a:pt x="7127" y="2803"/>
                      <a:pt x="7007" y="2743"/>
                    </a:cubicBezTo>
                    <a:cubicBezTo>
                      <a:pt x="6811" y="2640"/>
                      <a:pt x="6610" y="2548"/>
                      <a:pt x="6414" y="2450"/>
                    </a:cubicBezTo>
                    <a:cubicBezTo>
                      <a:pt x="6414" y="2444"/>
                      <a:pt x="6414" y="2434"/>
                      <a:pt x="6414" y="2428"/>
                    </a:cubicBezTo>
                    <a:cubicBezTo>
                      <a:pt x="6414" y="2412"/>
                      <a:pt x="6409" y="2396"/>
                      <a:pt x="6409" y="2379"/>
                    </a:cubicBezTo>
                    <a:cubicBezTo>
                      <a:pt x="6393" y="2347"/>
                      <a:pt x="6376" y="2309"/>
                      <a:pt x="6360" y="2276"/>
                    </a:cubicBezTo>
                    <a:cubicBezTo>
                      <a:pt x="6349" y="2232"/>
                      <a:pt x="6344" y="2189"/>
                      <a:pt x="6338" y="2140"/>
                    </a:cubicBezTo>
                    <a:cubicBezTo>
                      <a:pt x="6317" y="2086"/>
                      <a:pt x="6306" y="2031"/>
                      <a:pt x="6300" y="1972"/>
                    </a:cubicBezTo>
                    <a:cubicBezTo>
                      <a:pt x="6300" y="1923"/>
                      <a:pt x="6322" y="1868"/>
                      <a:pt x="6327" y="1819"/>
                    </a:cubicBezTo>
                    <a:cubicBezTo>
                      <a:pt x="6333" y="1770"/>
                      <a:pt x="6327" y="1716"/>
                      <a:pt x="6327" y="1662"/>
                    </a:cubicBezTo>
                    <a:cubicBezTo>
                      <a:pt x="6333" y="1553"/>
                      <a:pt x="6360" y="1444"/>
                      <a:pt x="6360" y="1330"/>
                    </a:cubicBezTo>
                    <a:cubicBezTo>
                      <a:pt x="6349" y="1085"/>
                      <a:pt x="6355" y="841"/>
                      <a:pt x="6382" y="602"/>
                    </a:cubicBezTo>
                    <a:cubicBezTo>
                      <a:pt x="6387" y="542"/>
                      <a:pt x="6393" y="482"/>
                      <a:pt x="6398" y="428"/>
                    </a:cubicBezTo>
                    <a:cubicBezTo>
                      <a:pt x="6393" y="379"/>
                      <a:pt x="6393" y="330"/>
                      <a:pt x="6398" y="281"/>
                    </a:cubicBezTo>
                    <a:cubicBezTo>
                      <a:pt x="6414" y="210"/>
                      <a:pt x="6463" y="156"/>
                      <a:pt x="6414" y="85"/>
                    </a:cubicBezTo>
                    <a:cubicBezTo>
                      <a:pt x="6375" y="35"/>
                      <a:pt x="6312" y="9"/>
                      <a:pt x="6247" y="9"/>
                    </a:cubicBezTo>
                    <a:cubicBezTo>
                      <a:pt x="6241" y="9"/>
                      <a:pt x="6236" y="9"/>
                      <a:pt x="6230" y="9"/>
                    </a:cubicBezTo>
                    <a:cubicBezTo>
                      <a:pt x="6132" y="4"/>
                      <a:pt x="6034" y="4"/>
                      <a:pt x="5936" y="4"/>
                    </a:cubicBezTo>
                    <a:cubicBezTo>
                      <a:pt x="5900" y="2"/>
                      <a:pt x="5864" y="1"/>
                      <a:pt x="58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0"/>
              <p:cNvSpPr/>
              <p:nvPr/>
            </p:nvSpPr>
            <p:spPr>
              <a:xfrm>
                <a:off x="4129250" y="3591525"/>
                <a:ext cx="43050" cy="29800"/>
              </a:xfrm>
              <a:custGeom>
                <a:rect b="b" l="l" r="r" t="t"/>
                <a:pathLst>
                  <a:path extrusionOk="0" h="1192" w="1722">
                    <a:moveTo>
                      <a:pt x="1288" y="813"/>
                    </a:moveTo>
                    <a:cubicBezTo>
                      <a:pt x="1297" y="813"/>
                      <a:pt x="1298" y="831"/>
                      <a:pt x="1292" y="860"/>
                    </a:cubicBezTo>
                    <a:lnTo>
                      <a:pt x="1286" y="866"/>
                    </a:lnTo>
                    <a:cubicBezTo>
                      <a:pt x="1281" y="904"/>
                      <a:pt x="1265" y="936"/>
                      <a:pt x="1237" y="963"/>
                    </a:cubicBezTo>
                    <a:lnTo>
                      <a:pt x="1232" y="963"/>
                    </a:lnTo>
                    <a:cubicBezTo>
                      <a:pt x="1232" y="920"/>
                      <a:pt x="1237" y="876"/>
                      <a:pt x="1259" y="838"/>
                    </a:cubicBezTo>
                    <a:cubicBezTo>
                      <a:pt x="1272" y="821"/>
                      <a:pt x="1282" y="813"/>
                      <a:pt x="1288" y="813"/>
                    </a:cubicBezTo>
                    <a:close/>
                    <a:moveTo>
                      <a:pt x="677" y="65"/>
                    </a:moveTo>
                    <a:cubicBezTo>
                      <a:pt x="707" y="65"/>
                      <a:pt x="740" y="80"/>
                      <a:pt x="775" y="115"/>
                    </a:cubicBezTo>
                    <a:cubicBezTo>
                      <a:pt x="938" y="284"/>
                      <a:pt x="857" y="588"/>
                      <a:pt x="792" y="784"/>
                    </a:cubicBezTo>
                    <a:cubicBezTo>
                      <a:pt x="764" y="866"/>
                      <a:pt x="716" y="936"/>
                      <a:pt x="650" y="996"/>
                    </a:cubicBezTo>
                    <a:cubicBezTo>
                      <a:pt x="520" y="904"/>
                      <a:pt x="444" y="757"/>
                      <a:pt x="444" y="599"/>
                    </a:cubicBezTo>
                    <a:cubicBezTo>
                      <a:pt x="455" y="561"/>
                      <a:pt x="471" y="523"/>
                      <a:pt x="482" y="485"/>
                    </a:cubicBezTo>
                    <a:cubicBezTo>
                      <a:pt x="520" y="404"/>
                      <a:pt x="542" y="322"/>
                      <a:pt x="552" y="235"/>
                    </a:cubicBezTo>
                    <a:cubicBezTo>
                      <a:pt x="552" y="219"/>
                      <a:pt x="542" y="213"/>
                      <a:pt x="531" y="213"/>
                    </a:cubicBezTo>
                    <a:cubicBezTo>
                      <a:pt x="567" y="129"/>
                      <a:pt x="616" y="65"/>
                      <a:pt x="677" y="65"/>
                    </a:cubicBezTo>
                    <a:close/>
                    <a:moveTo>
                      <a:pt x="400" y="751"/>
                    </a:moveTo>
                    <a:cubicBezTo>
                      <a:pt x="433" y="860"/>
                      <a:pt x="493" y="958"/>
                      <a:pt x="580" y="1029"/>
                    </a:cubicBezTo>
                    <a:lnTo>
                      <a:pt x="591" y="1034"/>
                    </a:lnTo>
                    <a:cubicBezTo>
                      <a:pt x="566" y="1045"/>
                      <a:pt x="541" y="1051"/>
                      <a:pt x="516" y="1051"/>
                    </a:cubicBezTo>
                    <a:cubicBezTo>
                      <a:pt x="468" y="1051"/>
                      <a:pt x="420" y="1030"/>
                      <a:pt x="384" y="991"/>
                    </a:cubicBezTo>
                    <a:cubicBezTo>
                      <a:pt x="362" y="969"/>
                      <a:pt x="335" y="942"/>
                      <a:pt x="313" y="920"/>
                    </a:cubicBezTo>
                    <a:cubicBezTo>
                      <a:pt x="346" y="871"/>
                      <a:pt x="373" y="822"/>
                      <a:pt x="395" y="768"/>
                    </a:cubicBezTo>
                    <a:cubicBezTo>
                      <a:pt x="395" y="762"/>
                      <a:pt x="395" y="757"/>
                      <a:pt x="400" y="751"/>
                    </a:cubicBezTo>
                    <a:close/>
                    <a:moveTo>
                      <a:pt x="1085" y="730"/>
                    </a:moveTo>
                    <a:lnTo>
                      <a:pt x="1085" y="730"/>
                    </a:lnTo>
                    <a:cubicBezTo>
                      <a:pt x="1123" y="817"/>
                      <a:pt x="1112" y="914"/>
                      <a:pt x="1058" y="991"/>
                    </a:cubicBezTo>
                    <a:cubicBezTo>
                      <a:pt x="1042" y="1018"/>
                      <a:pt x="1020" y="1045"/>
                      <a:pt x="987" y="1061"/>
                    </a:cubicBezTo>
                    <a:cubicBezTo>
                      <a:pt x="966" y="1040"/>
                      <a:pt x="955" y="1007"/>
                      <a:pt x="960" y="969"/>
                    </a:cubicBezTo>
                    <a:cubicBezTo>
                      <a:pt x="971" y="876"/>
                      <a:pt x="1014" y="789"/>
                      <a:pt x="1085" y="730"/>
                    </a:cubicBezTo>
                    <a:close/>
                    <a:moveTo>
                      <a:pt x="180" y="908"/>
                    </a:moveTo>
                    <a:cubicBezTo>
                      <a:pt x="194" y="908"/>
                      <a:pt x="209" y="911"/>
                      <a:pt x="226" y="920"/>
                    </a:cubicBezTo>
                    <a:cubicBezTo>
                      <a:pt x="194" y="974"/>
                      <a:pt x="161" y="1029"/>
                      <a:pt x="118" y="1078"/>
                    </a:cubicBezTo>
                    <a:cubicBezTo>
                      <a:pt x="109" y="1086"/>
                      <a:pt x="90" y="1123"/>
                      <a:pt x="68" y="1123"/>
                    </a:cubicBezTo>
                    <a:cubicBezTo>
                      <a:pt x="63" y="1123"/>
                      <a:pt x="58" y="1121"/>
                      <a:pt x="52" y="1116"/>
                    </a:cubicBezTo>
                    <a:cubicBezTo>
                      <a:pt x="47" y="1110"/>
                      <a:pt x="58" y="1067"/>
                      <a:pt x="63" y="1056"/>
                    </a:cubicBezTo>
                    <a:cubicBezTo>
                      <a:pt x="81" y="993"/>
                      <a:pt x="114" y="908"/>
                      <a:pt x="180" y="908"/>
                    </a:cubicBezTo>
                    <a:close/>
                    <a:moveTo>
                      <a:pt x="680" y="0"/>
                    </a:moveTo>
                    <a:cubicBezTo>
                      <a:pt x="647" y="0"/>
                      <a:pt x="613" y="12"/>
                      <a:pt x="580" y="39"/>
                    </a:cubicBezTo>
                    <a:cubicBezTo>
                      <a:pt x="444" y="153"/>
                      <a:pt x="400" y="382"/>
                      <a:pt x="384" y="550"/>
                    </a:cubicBezTo>
                    <a:lnTo>
                      <a:pt x="384" y="599"/>
                    </a:lnTo>
                    <a:cubicBezTo>
                      <a:pt x="357" y="686"/>
                      <a:pt x="319" y="773"/>
                      <a:pt x="275" y="855"/>
                    </a:cubicBezTo>
                    <a:cubicBezTo>
                      <a:pt x="270" y="866"/>
                      <a:pt x="264" y="871"/>
                      <a:pt x="259" y="876"/>
                    </a:cubicBezTo>
                    <a:cubicBezTo>
                      <a:pt x="243" y="868"/>
                      <a:pt x="224" y="864"/>
                      <a:pt x="205" y="864"/>
                    </a:cubicBezTo>
                    <a:cubicBezTo>
                      <a:pt x="186" y="864"/>
                      <a:pt x="167" y="868"/>
                      <a:pt x="150" y="876"/>
                    </a:cubicBezTo>
                    <a:cubicBezTo>
                      <a:pt x="74" y="904"/>
                      <a:pt x="9" y="1034"/>
                      <a:pt x="3" y="1116"/>
                    </a:cubicBezTo>
                    <a:cubicBezTo>
                      <a:pt x="0" y="1169"/>
                      <a:pt x="30" y="1192"/>
                      <a:pt x="66" y="1192"/>
                    </a:cubicBezTo>
                    <a:cubicBezTo>
                      <a:pt x="92" y="1192"/>
                      <a:pt x="122" y="1180"/>
                      <a:pt x="145" y="1159"/>
                    </a:cubicBezTo>
                    <a:cubicBezTo>
                      <a:pt x="199" y="1105"/>
                      <a:pt x="243" y="1050"/>
                      <a:pt x="275" y="985"/>
                    </a:cubicBezTo>
                    <a:lnTo>
                      <a:pt x="292" y="963"/>
                    </a:lnTo>
                    <a:cubicBezTo>
                      <a:pt x="319" y="1001"/>
                      <a:pt x="357" y="1040"/>
                      <a:pt x="395" y="1078"/>
                    </a:cubicBezTo>
                    <a:cubicBezTo>
                      <a:pt x="434" y="1103"/>
                      <a:pt x="482" y="1119"/>
                      <a:pt x="534" y="1119"/>
                    </a:cubicBezTo>
                    <a:cubicBezTo>
                      <a:pt x="547" y="1119"/>
                      <a:pt x="561" y="1118"/>
                      <a:pt x="574" y="1116"/>
                    </a:cubicBezTo>
                    <a:cubicBezTo>
                      <a:pt x="601" y="1110"/>
                      <a:pt x="634" y="1099"/>
                      <a:pt x="661" y="1083"/>
                    </a:cubicBezTo>
                    <a:cubicBezTo>
                      <a:pt x="732" y="1129"/>
                      <a:pt x="813" y="1156"/>
                      <a:pt x="893" y="1156"/>
                    </a:cubicBezTo>
                    <a:cubicBezTo>
                      <a:pt x="918" y="1156"/>
                      <a:pt x="942" y="1153"/>
                      <a:pt x="966" y="1148"/>
                    </a:cubicBezTo>
                    <a:cubicBezTo>
                      <a:pt x="994" y="1168"/>
                      <a:pt x="1023" y="1176"/>
                      <a:pt x="1053" y="1176"/>
                    </a:cubicBezTo>
                    <a:cubicBezTo>
                      <a:pt x="1116" y="1176"/>
                      <a:pt x="1180" y="1138"/>
                      <a:pt x="1232" y="1083"/>
                    </a:cubicBezTo>
                    <a:cubicBezTo>
                      <a:pt x="1236" y="1084"/>
                      <a:pt x="1240" y="1084"/>
                      <a:pt x="1244" y="1084"/>
                    </a:cubicBezTo>
                    <a:cubicBezTo>
                      <a:pt x="1263" y="1084"/>
                      <a:pt x="1284" y="1076"/>
                      <a:pt x="1297" y="1067"/>
                    </a:cubicBezTo>
                    <a:cubicBezTo>
                      <a:pt x="1335" y="1045"/>
                      <a:pt x="1368" y="1007"/>
                      <a:pt x="1384" y="958"/>
                    </a:cubicBezTo>
                    <a:lnTo>
                      <a:pt x="1384" y="958"/>
                    </a:lnTo>
                    <a:cubicBezTo>
                      <a:pt x="1373" y="996"/>
                      <a:pt x="1368" y="1034"/>
                      <a:pt x="1362" y="1072"/>
                    </a:cubicBezTo>
                    <a:cubicBezTo>
                      <a:pt x="1366" y="1091"/>
                      <a:pt x="1382" y="1104"/>
                      <a:pt x="1399" y="1104"/>
                    </a:cubicBezTo>
                    <a:cubicBezTo>
                      <a:pt x="1407" y="1104"/>
                      <a:pt x="1415" y="1101"/>
                      <a:pt x="1422" y="1094"/>
                    </a:cubicBezTo>
                    <a:cubicBezTo>
                      <a:pt x="1509" y="1001"/>
                      <a:pt x="1509" y="762"/>
                      <a:pt x="1672" y="757"/>
                    </a:cubicBezTo>
                    <a:cubicBezTo>
                      <a:pt x="1721" y="751"/>
                      <a:pt x="1721" y="686"/>
                      <a:pt x="1672" y="675"/>
                    </a:cubicBezTo>
                    <a:cubicBezTo>
                      <a:pt x="1591" y="675"/>
                      <a:pt x="1520" y="719"/>
                      <a:pt x="1487" y="795"/>
                    </a:cubicBezTo>
                    <a:cubicBezTo>
                      <a:pt x="1487" y="773"/>
                      <a:pt x="1482" y="751"/>
                      <a:pt x="1471" y="730"/>
                    </a:cubicBezTo>
                    <a:cubicBezTo>
                      <a:pt x="1465" y="720"/>
                      <a:pt x="1455" y="714"/>
                      <a:pt x="1444" y="714"/>
                    </a:cubicBezTo>
                    <a:cubicBezTo>
                      <a:pt x="1437" y="714"/>
                      <a:pt x="1429" y="717"/>
                      <a:pt x="1422" y="724"/>
                    </a:cubicBezTo>
                    <a:cubicBezTo>
                      <a:pt x="1400" y="751"/>
                      <a:pt x="1379" y="779"/>
                      <a:pt x="1368" y="811"/>
                    </a:cubicBezTo>
                    <a:cubicBezTo>
                      <a:pt x="1368" y="762"/>
                      <a:pt x="1350" y="712"/>
                      <a:pt x="1297" y="712"/>
                    </a:cubicBezTo>
                    <a:cubicBezTo>
                      <a:pt x="1292" y="712"/>
                      <a:pt x="1287" y="712"/>
                      <a:pt x="1281" y="713"/>
                    </a:cubicBezTo>
                    <a:cubicBezTo>
                      <a:pt x="1194" y="730"/>
                      <a:pt x="1161" y="914"/>
                      <a:pt x="1167" y="985"/>
                    </a:cubicBezTo>
                    <a:cubicBezTo>
                      <a:pt x="1172" y="996"/>
                      <a:pt x="1172" y="1012"/>
                      <a:pt x="1178" y="1023"/>
                    </a:cubicBezTo>
                    <a:cubicBezTo>
                      <a:pt x="1156" y="1034"/>
                      <a:pt x="1134" y="1050"/>
                      <a:pt x="1118" y="1061"/>
                    </a:cubicBezTo>
                    <a:cubicBezTo>
                      <a:pt x="1107" y="1067"/>
                      <a:pt x="1085" y="1078"/>
                      <a:pt x="1069" y="1078"/>
                    </a:cubicBezTo>
                    <a:cubicBezTo>
                      <a:pt x="1172" y="974"/>
                      <a:pt x="1216" y="779"/>
                      <a:pt x="1123" y="659"/>
                    </a:cubicBezTo>
                    <a:cubicBezTo>
                      <a:pt x="1117" y="653"/>
                      <a:pt x="1109" y="650"/>
                      <a:pt x="1100" y="650"/>
                    </a:cubicBezTo>
                    <a:cubicBezTo>
                      <a:pt x="1093" y="650"/>
                      <a:pt x="1086" y="651"/>
                      <a:pt x="1080" y="654"/>
                    </a:cubicBezTo>
                    <a:cubicBezTo>
                      <a:pt x="966" y="735"/>
                      <a:pt x="830" y="942"/>
                      <a:pt x="911" y="1088"/>
                    </a:cubicBezTo>
                    <a:cubicBezTo>
                      <a:pt x="851" y="1088"/>
                      <a:pt x="797" y="1078"/>
                      <a:pt x="743" y="1050"/>
                    </a:cubicBezTo>
                    <a:lnTo>
                      <a:pt x="721" y="1040"/>
                    </a:lnTo>
                    <a:cubicBezTo>
                      <a:pt x="792" y="974"/>
                      <a:pt x="841" y="893"/>
                      <a:pt x="868" y="800"/>
                    </a:cubicBezTo>
                    <a:cubicBezTo>
                      <a:pt x="938" y="605"/>
                      <a:pt x="982" y="376"/>
                      <a:pt x="889" y="175"/>
                    </a:cubicBezTo>
                    <a:cubicBezTo>
                      <a:pt x="850" y="88"/>
                      <a:pt x="769" y="0"/>
                      <a:pt x="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0"/>
              <p:cNvSpPr/>
              <p:nvPr/>
            </p:nvSpPr>
            <p:spPr>
              <a:xfrm>
                <a:off x="4135450" y="3632175"/>
                <a:ext cx="39700" cy="2650"/>
              </a:xfrm>
              <a:custGeom>
                <a:rect b="b" l="l" r="r" t="t"/>
                <a:pathLst>
                  <a:path extrusionOk="0" h="106" w="1588">
                    <a:moveTo>
                      <a:pt x="1034" y="1"/>
                    </a:moveTo>
                    <a:cubicBezTo>
                      <a:pt x="945" y="1"/>
                      <a:pt x="855" y="2"/>
                      <a:pt x="766" y="6"/>
                    </a:cubicBezTo>
                    <a:cubicBezTo>
                      <a:pt x="641" y="11"/>
                      <a:pt x="522" y="39"/>
                      <a:pt x="397" y="50"/>
                    </a:cubicBezTo>
                    <a:cubicBezTo>
                      <a:pt x="379" y="51"/>
                      <a:pt x="362" y="52"/>
                      <a:pt x="345" y="52"/>
                    </a:cubicBezTo>
                    <a:cubicBezTo>
                      <a:pt x="238" y="52"/>
                      <a:pt x="136" y="26"/>
                      <a:pt x="33" y="17"/>
                    </a:cubicBezTo>
                    <a:cubicBezTo>
                      <a:pt x="0" y="17"/>
                      <a:pt x="0" y="60"/>
                      <a:pt x="33" y="66"/>
                    </a:cubicBezTo>
                    <a:cubicBezTo>
                      <a:pt x="142" y="75"/>
                      <a:pt x="239" y="106"/>
                      <a:pt x="350" y="106"/>
                    </a:cubicBezTo>
                    <a:cubicBezTo>
                      <a:pt x="365" y="106"/>
                      <a:pt x="381" y="105"/>
                      <a:pt x="397" y="104"/>
                    </a:cubicBezTo>
                    <a:cubicBezTo>
                      <a:pt x="522" y="93"/>
                      <a:pt x="641" y="66"/>
                      <a:pt x="766" y="66"/>
                    </a:cubicBezTo>
                    <a:cubicBezTo>
                      <a:pt x="827" y="63"/>
                      <a:pt x="887" y="63"/>
                      <a:pt x="948" y="63"/>
                    </a:cubicBezTo>
                    <a:cubicBezTo>
                      <a:pt x="1057" y="63"/>
                      <a:pt x="1166" y="65"/>
                      <a:pt x="1274" y="65"/>
                    </a:cubicBezTo>
                    <a:cubicBezTo>
                      <a:pt x="1373" y="65"/>
                      <a:pt x="1473" y="63"/>
                      <a:pt x="1571" y="55"/>
                    </a:cubicBezTo>
                    <a:cubicBezTo>
                      <a:pt x="1587" y="50"/>
                      <a:pt x="1587" y="28"/>
                      <a:pt x="1571" y="22"/>
                    </a:cubicBezTo>
                    <a:cubicBezTo>
                      <a:pt x="1393" y="8"/>
                      <a:pt x="1213" y="1"/>
                      <a:pt x="1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0"/>
              <p:cNvSpPr/>
              <p:nvPr/>
            </p:nvSpPr>
            <p:spPr>
              <a:xfrm>
                <a:off x="4152425" y="3638300"/>
                <a:ext cx="1800" cy="300"/>
              </a:xfrm>
              <a:custGeom>
                <a:rect b="b" l="l" r="r" t="t"/>
                <a:pathLst>
                  <a:path extrusionOk="0" h="12" w="72">
                    <a:moveTo>
                      <a:pt x="6" y="0"/>
                    </a:moveTo>
                    <a:cubicBezTo>
                      <a:pt x="1" y="0"/>
                      <a:pt x="1" y="6"/>
                      <a:pt x="6" y="11"/>
                    </a:cubicBezTo>
                    <a:lnTo>
                      <a:pt x="71" y="11"/>
                    </a:lnTo>
                    <a:cubicBezTo>
                      <a:pt x="71" y="6"/>
                      <a:pt x="71" y="6"/>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0"/>
              <p:cNvSpPr/>
              <p:nvPr/>
            </p:nvSpPr>
            <p:spPr>
              <a:xfrm>
                <a:off x="4148600" y="3637775"/>
                <a:ext cx="23825" cy="2450"/>
              </a:xfrm>
              <a:custGeom>
                <a:rect b="b" l="l" r="r" t="t"/>
                <a:pathLst>
                  <a:path extrusionOk="0" h="98" w="953">
                    <a:moveTo>
                      <a:pt x="32" y="1"/>
                    </a:moveTo>
                    <a:cubicBezTo>
                      <a:pt x="12" y="1"/>
                      <a:pt x="1" y="29"/>
                      <a:pt x="23" y="43"/>
                    </a:cubicBezTo>
                    <a:cubicBezTo>
                      <a:pt x="59" y="66"/>
                      <a:pt x="103" y="77"/>
                      <a:pt x="148" y="77"/>
                    </a:cubicBezTo>
                    <a:cubicBezTo>
                      <a:pt x="157" y="77"/>
                      <a:pt x="166" y="76"/>
                      <a:pt x="175" y="76"/>
                    </a:cubicBezTo>
                    <a:cubicBezTo>
                      <a:pt x="240" y="76"/>
                      <a:pt x="311" y="97"/>
                      <a:pt x="382" y="97"/>
                    </a:cubicBezTo>
                    <a:cubicBezTo>
                      <a:pt x="469" y="97"/>
                      <a:pt x="556" y="76"/>
                      <a:pt x="637" y="70"/>
                    </a:cubicBezTo>
                    <a:cubicBezTo>
                      <a:pt x="741" y="65"/>
                      <a:pt x="838" y="70"/>
                      <a:pt x="936" y="59"/>
                    </a:cubicBezTo>
                    <a:cubicBezTo>
                      <a:pt x="953" y="54"/>
                      <a:pt x="953" y="38"/>
                      <a:pt x="942" y="32"/>
                    </a:cubicBezTo>
                    <a:cubicBezTo>
                      <a:pt x="874" y="28"/>
                      <a:pt x="807" y="25"/>
                      <a:pt x="739" y="25"/>
                    </a:cubicBezTo>
                    <a:cubicBezTo>
                      <a:pt x="644" y="25"/>
                      <a:pt x="550" y="30"/>
                      <a:pt x="458" y="43"/>
                    </a:cubicBezTo>
                    <a:cubicBezTo>
                      <a:pt x="439" y="44"/>
                      <a:pt x="420" y="45"/>
                      <a:pt x="400" y="45"/>
                    </a:cubicBezTo>
                    <a:cubicBezTo>
                      <a:pt x="347" y="45"/>
                      <a:pt x="292" y="40"/>
                      <a:pt x="240" y="32"/>
                    </a:cubicBezTo>
                    <a:cubicBezTo>
                      <a:pt x="229" y="31"/>
                      <a:pt x="218" y="31"/>
                      <a:pt x="205" y="31"/>
                    </a:cubicBezTo>
                    <a:cubicBezTo>
                      <a:pt x="192" y="31"/>
                      <a:pt x="178" y="31"/>
                      <a:pt x="164" y="31"/>
                    </a:cubicBezTo>
                    <a:cubicBezTo>
                      <a:pt x="122" y="31"/>
                      <a:pt x="78" y="28"/>
                      <a:pt x="45" y="5"/>
                    </a:cubicBezTo>
                    <a:cubicBezTo>
                      <a:pt x="40" y="2"/>
                      <a:pt x="36" y="1"/>
                      <a:pt x="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20"/>
              <p:cNvSpPr/>
              <p:nvPr/>
            </p:nvSpPr>
            <p:spPr>
              <a:xfrm>
                <a:off x="4155550" y="3645900"/>
                <a:ext cx="15375" cy="2025"/>
              </a:xfrm>
              <a:custGeom>
                <a:rect b="b" l="l" r="r" t="t"/>
                <a:pathLst>
                  <a:path extrusionOk="0" h="81" w="615">
                    <a:moveTo>
                      <a:pt x="33" y="1"/>
                    </a:moveTo>
                    <a:cubicBezTo>
                      <a:pt x="11" y="1"/>
                      <a:pt x="1" y="28"/>
                      <a:pt x="22" y="33"/>
                    </a:cubicBezTo>
                    <a:cubicBezTo>
                      <a:pt x="156" y="64"/>
                      <a:pt x="292" y="81"/>
                      <a:pt x="427" y="81"/>
                    </a:cubicBezTo>
                    <a:cubicBezTo>
                      <a:pt x="484" y="81"/>
                      <a:pt x="542" y="78"/>
                      <a:pt x="598" y="71"/>
                    </a:cubicBezTo>
                    <a:cubicBezTo>
                      <a:pt x="615" y="71"/>
                      <a:pt x="615" y="50"/>
                      <a:pt x="598" y="44"/>
                    </a:cubicBezTo>
                    <a:cubicBezTo>
                      <a:pt x="408" y="22"/>
                      <a:pt x="218" y="28"/>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0"/>
              <p:cNvSpPr/>
              <p:nvPr/>
            </p:nvSpPr>
            <p:spPr>
              <a:xfrm>
                <a:off x="4144975" y="3749325"/>
                <a:ext cx="3275" cy="5200"/>
              </a:xfrm>
              <a:custGeom>
                <a:rect b="b" l="l" r="r" t="t"/>
                <a:pathLst>
                  <a:path extrusionOk="0" h="208" w="131">
                    <a:moveTo>
                      <a:pt x="70" y="0"/>
                    </a:moveTo>
                    <a:cubicBezTo>
                      <a:pt x="43" y="0"/>
                      <a:pt x="27" y="38"/>
                      <a:pt x="54" y="60"/>
                    </a:cubicBezTo>
                    <a:cubicBezTo>
                      <a:pt x="43" y="98"/>
                      <a:pt x="16" y="131"/>
                      <a:pt x="5" y="174"/>
                    </a:cubicBezTo>
                    <a:cubicBezTo>
                      <a:pt x="0" y="189"/>
                      <a:pt x="13" y="208"/>
                      <a:pt x="31" y="208"/>
                    </a:cubicBezTo>
                    <a:cubicBezTo>
                      <a:pt x="33" y="208"/>
                      <a:pt x="35" y="207"/>
                      <a:pt x="38" y="207"/>
                    </a:cubicBezTo>
                    <a:cubicBezTo>
                      <a:pt x="97" y="169"/>
                      <a:pt x="130" y="104"/>
                      <a:pt x="125" y="33"/>
                    </a:cubicBezTo>
                    <a:cubicBezTo>
                      <a:pt x="125" y="17"/>
                      <a:pt x="108" y="0"/>
                      <a:pt x="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0"/>
              <p:cNvSpPr/>
              <p:nvPr/>
            </p:nvSpPr>
            <p:spPr>
              <a:xfrm>
                <a:off x="4132725" y="3664925"/>
                <a:ext cx="61025" cy="6625"/>
              </a:xfrm>
              <a:custGeom>
                <a:rect b="b" l="l" r="r" t="t"/>
                <a:pathLst>
                  <a:path extrusionOk="0" h="265" w="2441">
                    <a:moveTo>
                      <a:pt x="2414" y="1"/>
                    </a:moveTo>
                    <a:cubicBezTo>
                      <a:pt x="2414" y="1"/>
                      <a:pt x="2415" y="1"/>
                      <a:pt x="2416" y="1"/>
                    </a:cubicBezTo>
                    <a:lnTo>
                      <a:pt x="2416" y="1"/>
                    </a:lnTo>
                    <a:cubicBezTo>
                      <a:pt x="2417" y="1"/>
                      <a:pt x="2418" y="1"/>
                      <a:pt x="2419" y="1"/>
                    </a:cubicBezTo>
                    <a:close/>
                    <a:moveTo>
                      <a:pt x="2416" y="1"/>
                    </a:moveTo>
                    <a:cubicBezTo>
                      <a:pt x="2020" y="12"/>
                      <a:pt x="1624" y="55"/>
                      <a:pt x="1234" y="131"/>
                    </a:cubicBezTo>
                    <a:cubicBezTo>
                      <a:pt x="832" y="191"/>
                      <a:pt x="419" y="229"/>
                      <a:pt x="11" y="240"/>
                    </a:cubicBezTo>
                    <a:cubicBezTo>
                      <a:pt x="0" y="240"/>
                      <a:pt x="0" y="256"/>
                      <a:pt x="11" y="256"/>
                    </a:cubicBezTo>
                    <a:cubicBezTo>
                      <a:pt x="112" y="262"/>
                      <a:pt x="212" y="264"/>
                      <a:pt x="313" y="264"/>
                    </a:cubicBezTo>
                    <a:cubicBezTo>
                      <a:pt x="607" y="264"/>
                      <a:pt x="899" y="241"/>
                      <a:pt x="1191" y="196"/>
                    </a:cubicBezTo>
                    <a:cubicBezTo>
                      <a:pt x="1598" y="126"/>
                      <a:pt x="2012" y="98"/>
                      <a:pt x="2419" y="39"/>
                    </a:cubicBezTo>
                    <a:cubicBezTo>
                      <a:pt x="2440" y="39"/>
                      <a:pt x="2436" y="3"/>
                      <a:pt x="2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0"/>
              <p:cNvSpPr/>
              <p:nvPr/>
            </p:nvSpPr>
            <p:spPr>
              <a:xfrm>
                <a:off x="4154325" y="3672675"/>
                <a:ext cx="53175" cy="4925"/>
              </a:xfrm>
              <a:custGeom>
                <a:rect b="b" l="l" r="r" t="t"/>
                <a:pathLst>
                  <a:path extrusionOk="0" h="197" w="2127">
                    <a:moveTo>
                      <a:pt x="2099" y="0"/>
                    </a:moveTo>
                    <a:cubicBezTo>
                      <a:pt x="1751" y="0"/>
                      <a:pt x="1408" y="17"/>
                      <a:pt x="1061" y="49"/>
                    </a:cubicBezTo>
                    <a:cubicBezTo>
                      <a:pt x="887" y="66"/>
                      <a:pt x="718" y="71"/>
                      <a:pt x="544" y="93"/>
                    </a:cubicBezTo>
                    <a:cubicBezTo>
                      <a:pt x="370" y="115"/>
                      <a:pt x="207" y="136"/>
                      <a:pt x="33" y="142"/>
                    </a:cubicBezTo>
                    <a:cubicBezTo>
                      <a:pt x="1" y="142"/>
                      <a:pt x="1" y="191"/>
                      <a:pt x="33" y="196"/>
                    </a:cubicBezTo>
                    <a:cubicBezTo>
                      <a:pt x="207" y="196"/>
                      <a:pt x="376" y="174"/>
                      <a:pt x="544" y="158"/>
                    </a:cubicBezTo>
                    <a:cubicBezTo>
                      <a:pt x="718" y="142"/>
                      <a:pt x="903" y="136"/>
                      <a:pt x="1082" y="120"/>
                    </a:cubicBezTo>
                    <a:cubicBezTo>
                      <a:pt x="1256" y="104"/>
                      <a:pt x="1419" y="77"/>
                      <a:pt x="1593" y="77"/>
                    </a:cubicBezTo>
                    <a:cubicBezTo>
                      <a:pt x="1767" y="77"/>
                      <a:pt x="1936" y="66"/>
                      <a:pt x="2104" y="39"/>
                    </a:cubicBezTo>
                    <a:cubicBezTo>
                      <a:pt x="2126" y="33"/>
                      <a:pt x="2121" y="0"/>
                      <a:pt x="2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120"/>
            <p:cNvGrpSpPr/>
            <p:nvPr/>
          </p:nvGrpSpPr>
          <p:grpSpPr>
            <a:xfrm>
              <a:off x="3111730" y="2859965"/>
              <a:ext cx="216566" cy="274319"/>
              <a:chOff x="4543125" y="3573600"/>
              <a:chExt cx="141500" cy="171675"/>
            </a:xfrm>
          </p:grpSpPr>
          <p:sp>
            <p:nvSpPr>
              <p:cNvPr id="5250" name="Google Shape;5250;p120"/>
              <p:cNvSpPr/>
              <p:nvPr/>
            </p:nvSpPr>
            <p:spPr>
              <a:xfrm>
                <a:off x="4561050" y="3589725"/>
                <a:ext cx="104950" cy="155550"/>
              </a:xfrm>
              <a:custGeom>
                <a:rect b="b" l="l" r="r" t="t"/>
                <a:pathLst>
                  <a:path extrusionOk="0" h="6222" w="4198">
                    <a:moveTo>
                      <a:pt x="2249" y="2184"/>
                    </a:moveTo>
                    <a:cubicBezTo>
                      <a:pt x="2233" y="2198"/>
                      <a:pt x="2273" y="2254"/>
                      <a:pt x="2279" y="2275"/>
                    </a:cubicBezTo>
                    <a:cubicBezTo>
                      <a:pt x="2295" y="2324"/>
                      <a:pt x="2295" y="2378"/>
                      <a:pt x="2279" y="2427"/>
                    </a:cubicBezTo>
                    <a:cubicBezTo>
                      <a:pt x="2273" y="2416"/>
                      <a:pt x="2268" y="2400"/>
                      <a:pt x="2262" y="2389"/>
                    </a:cubicBezTo>
                    <a:cubicBezTo>
                      <a:pt x="2252" y="2357"/>
                      <a:pt x="2215" y="2211"/>
                      <a:pt x="2249" y="2184"/>
                    </a:cubicBezTo>
                    <a:close/>
                    <a:moveTo>
                      <a:pt x="1689" y="2231"/>
                    </a:moveTo>
                    <a:cubicBezTo>
                      <a:pt x="1690" y="2231"/>
                      <a:pt x="1691" y="2231"/>
                      <a:pt x="1691" y="2231"/>
                    </a:cubicBezTo>
                    <a:cubicBezTo>
                      <a:pt x="1713" y="2231"/>
                      <a:pt x="1697" y="2329"/>
                      <a:pt x="1691" y="2345"/>
                    </a:cubicBezTo>
                    <a:cubicBezTo>
                      <a:pt x="1686" y="2383"/>
                      <a:pt x="1670" y="2416"/>
                      <a:pt x="1653" y="2449"/>
                    </a:cubicBezTo>
                    <a:cubicBezTo>
                      <a:pt x="1653" y="2432"/>
                      <a:pt x="1648" y="2411"/>
                      <a:pt x="1643" y="2389"/>
                    </a:cubicBezTo>
                    <a:cubicBezTo>
                      <a:pt x="1643" y="2368"/>
                      <a:pt x="1643" y="2231"/>
                      <a:pt x="1689" y="2231"/>
                    </a:cubicBezTo>
                    <a:close/>
                    <a:moveTo>
                      <a:pt x="2273" y="213"/>
                    </a:moveTo>
                    <a:cubicBezTo>
                      <a:pt x="2360" y="213"/>
                      <a:pt x="2447" y="226"/>
                      <a:pt x="2534" y="258"/>
                    </a:cubicBezTo>
                    <a:cubicBezTo>
                      <a:pt x="2626" y="291"/>
                      <a:pt x="2713" y="334"/>
                      <a:pt x="2811" y="372"/>
                    </a:cubicBezTo>
                    <a:cubicBezTo>
                      <a:pt x="2904" y="405"/>
                      <a:pt x="2991" y="443"/>
                      <a:pt x="3083" y="486"/>
                    </a:cubicBezTo>
                    <a:cubicBezTo>
                      <a:pt x="3165" y="530"/>
                      <a:pt x="3246" y="584"/>
                      <a:pt x="3328" y="639"/>
                    </a:cubicBezTo>
                    <a:cubicBezTo>
                      <a:pt x="3409" y="698"/>
                      <a:pt x="3480" y="769"/>
                      <a:pt x="3545" y="851"/>
                    </a:cubicBezTo>
                    <a:cubicBezTo>
                      <a:pt x="3605" y="916"/>
                      <a:pt x="3659" y="992"/>
                      <a:pt x="3703" y="1073"/>
                    </a:cubicBezTo>
                    <a:cubicBezTo>
                      <a:pt x="3752" y="1171"/>
                      <a:pt x="3784" y="1275"/>
                      <a:pt x="3828" y="1383"/>
                    </a:cubicBezTo>
                    <a:cubicBezTo>
                      <a:pt x="3844" y="1416"/>
                      <a:pt x="3855" y="1454"/>
                      <a:pt x="3866" y="1497"/>
                    </a:cubicBezTo>
                    <a:cubicBezTo>
                      <a:pt x="3871" y="1541"/>
                      <a:pt x="3882" y="1590"/>
                      <a:pt x="3904" y="1633"/>
                    </a:cubicBezTo>
                    <a:cubicBezTo>
                      <a:pt x="3931" y="1726"/>
                      <a:pt x="3947" y="1824"/>
                      <a:pt x="3958" y="1916"/>
                    </a:cubicBezTo>
                    <a:cubicBezTo>
                      <a:pt x="3975" y="2019"/>
                      <a:pt x="3980" y="2117"/>
                      <a:pt x="3969" y="2220"/>
                    </a:cubicBezTo>
                    <a:lnTo>
                      <a:pt x="3980" y="2210"/>
                    </a:lnTo>
                    <a:lnTo>
                      <a:pt x="3980" y="2210"/>
                    </a:lnTo>
                    <a:cubicBezTo>
                      <a:pt x="3969" y="2313"/>
                      <a:pt x="3969" y="2422"/>
                      <a:pt x="3958" y="2525"/>
                    </a:cubicBezTo>
                    <a:cubicBezTo>
                      <a:pt x="3926" y="2742"/>
                      <a:pt x="3860" y="2954"/>
                      <a:pt x="3773" y="3155"/>
                    </a:cubicBezTo>
                    <a:cubicBezTo>
                      <a:pt x="3686" y="3367"/>
                      <a:pt x="3551" y="3552"/>
                      <a:pt x="3377" y="3694"/>
                    </a:cubicBezTo>
                    <a:cubicBezTo>
                      <a:pt x="3333" y="3732"/>
                      <a:pt x="3284" y="3759"/>
                      <a:pt x="3230" y="3780"/>
                    </a:cubicBezTo>
                    <a:cubicBezTo>
                      <a:pt x="3186" y="3802"/>
                      <a:pt x="3148" y="3829"/>
                      <a:pt x="3099" y="3846"/>
                    </a:cubicBezTo>
                    <a:cubicBezTo>
                      <a:pt x="3018" y="3867"/>
                      <a:pt x="2936" y="3911"/>
                      <a:pt x="2877" y="3976"/>
                    </a:cubicBezTo>
                    <a:cubicBezTo>
                      <a:pt x="2811" y="4058"/>
                      <a:pt x="2817" y="4161"/>
                      <a:pt x="2838" y="4259"/>
                    </a:cubicBezTo>
                    <a:cubicBezTo>
                      <a:pt x="2855" y="4324"/>
                      <a:pt x="2860" y="4389"/>
                      <a:pt x="2871" y="4449"/>
                    </a:cubicBezTo>
                    <a:cubicBezTo>
                      <a:pt x="2866" y="4487"/>
                      <a:pt x="2860" y="4525"/>
                      <a:pt x="2860" y="4563"/>
                    </a:cubicBezTo>
                    <a:cubicBezTo>
                      <a:pt x="2860" y="4612"/>
                      <a:pt x="2887" y="4656"/>
                      <a:pt x="2887" y="4705"/>
                    </a:cubicBezTo>
                    <a:cubicBezTo>
                      <a:pt x="2887" y="4781"/>
                      <a:pt x="2768" y="4792"/>
                      <a:pt x="2708" y="4808"/>
                    </a:cubicBezTo>
                    <a:cubicBezTo>
                      <a:pt x="2616" y="4830"/>
                      <a:pt x="2518" y="4851"/>
                      <a:pt x="2425" y="4873"/>
                    </a:cubicBezTo>
                    <a:cubicBezTo>
                      <a:pt x="2463" y="4764"/>
                      <a:pt x="2496" y="4650"/>
                      <a:pt x="2512" y="4536"/>
                    </a:cubicBezTo>
                    <a:cubicBezTo>
                      <a:pt x="2534" y="4411"/>
                      <a:pt x="2567" y="4286"/>
                      <a:pt x="2588" y="4161"/>
                    </a:cubicBezTo>
                    <a:cubicBezTo>
                      <a:pt x="2610" y="4036"/>
                      <a:pt x="2648" y="3916"/>
                      <a:pt x="2681" y="3797"/>
                    </a:cubicBezTo>
                    <a:cubicBezTo>
                      <a:pt x="2692" y="3732"/>
                      <a:pt x="2719" y="3677"/>
                      <a:pt x="2730" y="3612"/>
                    </a:cubicBezTo>
                    <a:cubicBezTo>
                      <a:pt x="2746" y="3552"/>
                      <a:pt x="2751" y="3498"/>
                      <a:pt x="2762" y="3443"/>
                    </a:cubicBezTo>
                    <a:cubicBezTo>
                      <a:pt x="2790" y="3318"/>
                      <a:pt x="2838" y="3204"/>
                      <a:pt x="2866" y="3079"/>
                    </a:cubicBezTo>
                    <a:cubicBezTo>
                      <a:pt x="2882" y="3014"/>
                      <a:pt x="2893" y="2949"/>
                      <a:pt x="2915" y="2889"/>
                    </a:cubicBezTo>
                    <a:cubicBezTo>
                      <a:pt x="2936" y="2824"/>
                      <a:pt x="2958" y="2780"/>
                      <a:pt x="2974" y="2721"/>
                    </a:cubicBezTo>
                    <a:cubicBezTo>
                      <a:pt x="2985" y="2661"/>
                      <a:pt x="3067" y="2465"/>
                      <a:pt x="3012" y="2400"/>
                    </a:cubicBezTo>
                    <a:cubicBezTo>
                      <a:pt x="3012" y="2389"/>
                      <a:pt x="3007" y="2378"/>
                      <a:pt x="3007" y="2373"/>
                    </a:cubicBezTo>
                    <a:cubicBezTo>
                      <a:pt x="3002" y="2345"/>
                      <a:pt x="2991" y="2324"/>
                      <a:pt x="2969" y="2307"/>
                    </a:cubicBezTo>
                    <a:cubicBezTo>
                      <a:pt x="2958" y="2302"/>
                      <a:pt x="2953" y="2302"/>
                      <a:pt x="2947" y="2302"/>
                    </a:cubicBezTo>
                    <a:cubicBezTo>
                      <a:pt x="2939" y="2291"/>
                      <a:pt x="2928" y="2286"/>
                      <a:pt x="2917" y="2286"/>
                    </a:cubicBezTo>
                    <a:cubicBezTo>
                      <a:pt x="2906" y="2286"/>
                      <a:pt x="2896" y="2291"/>
                      <a:pt x="2887" y="2302"/>
                    </a:cubicBezTo>
                    <a:cubicBezTo>
                      <a:pt x="2855" y="2335"/>
                      <a:pt x="2817" y="2356"/>
                      <a:pt x="2784" y="2389"/>
                    </a:cubicBezTo>
                    <a:cubicBezTo>
                      <a:pt x="2751" y="2438"/>
                      <a:pt x="2708" y="2481"/>
                      <a:pt x="2665" y="2519"/>
                    </a:cubicBezTo>
                    <a:cubicBezTo>
                      <a:pt x="2625" y="2542"/>
                      <a:pt x="2588" y="2552"/>
                      <a:pt x="2551" y="2552"/>
                    </a:cubicBezTo>
                    <a:cubicBezTo>
                      <a:pt x="2493" y="2552"/>
                      <a:pt x="2437" y="2528"/>
                      <a:pt x="2376" y="2498"/>
                    </a:cubicBezTo>
                    <a:cubicBezTo>
                      <a:pt x="2414" y="2367"/>
                      <a:pt x="2387" y="2226"/>
                      <a:pt x="2300" y="2123"/>
                    </a:cubicBezTo>
                    <a:cubicBezTo>
                      <a:pt x="2285" y="2098"/>
                      <a:pt x="2260" y="2085"/>
                      <a:pt x="2235" y="2085"/>
                    </a:cubicBezTo>
                    <a:cubicBezTo>
                      <a:pt x="2216" y="2085"/>
                      <a:pt x="2197" y="2092"/>
                      <a:pt x="2181" y="2106"/>
                    </a:cubicBezTo>
                    <a:cubicBezTo>
                      <a:pt x="2126" y="2161"/>
                      <a:pt x="2137" y="2275"/>
                      <a:pt x="2148" y="2340"/>
                    </a:cubicBezTo>
                    <a:cubicBezTo>
                      <a:pt x="2148" y="2411"/>
                      <a:pt x="2175" y="2476"/>
                      <a:pt x="2224" y="2530"/>
                    </a:cubicBezTo>
                    <a:cubicBezTo>
                      <a:pt x="2202" y="2552"/>
                      <a:pt x="2181" y="2568"/>
                      <a:pt x="2154" y="2590"/>
                    </a:cubicBezTo>
                    <a:cubicBezTo>
                      <a:pt x="2115" y="2634"/>
                      <a:pt x="2067" y="2661"/>
                      <a:pt x="2012" y="2682"/>
                    </a:cubicBezTo>
                    <a:cubicBezTo>
                      <a:pt x="1979" y="2695"/>
                      <a:pt x="1944" y="2701"/>
                      <a:pt x="1910" y="2701"/>
                    </a:cubicBezTo>
                    <a:cubicBezTo>
                      <a:pt x="1829" y="2701"/>
                      <a:pt x="1751" y="2666"/>
                      <a:pt x="1697" y="2601"/>
                    </a:cubicBezTo>
                    <a:cubicBezTo>
                      <a:pt x="1730" y="2568"/>
                      <a:pt x="1751" y="2530"/>
                      <a:pt x="1773" y="2487"/>
                    </a:cubicBezTo>
                    <a:cubicBezTo>
                      <a:pt x="1811" y="2394"/>
                      <a:pt x="1855" y="2150"/>
                      <a:pt x="1702" y="2128"/>
                    </a:cubicBezTo>
                    <a:cubicBezTo>
                      <a:pt x="1695" y="2127"/>
                      <a:pt x="1687" y="2126"/>
                      <a:pt x="1680" y="2126"/>
                    </a:cubicBezTo>
                    <a:cubicBezTo>
                      <a:pt x="1534" y="2126"/>
                      <a:pt x="1535" y="2388"/>
                      <a:pt x="1550" y="2481"/>
                    </a:cubicBezTo>
                    <a:cubicBezTo>
                      <a:pt x="1556" y="2503"/>
                      <a:pt x="1561" y="2525"/>
                      <a:pt x="1566" y="2547"/>
                    </a:cubicBezTo>
                    <a:cubicBezTo>
                      <a:pt x="1512" y="2593"/>
                      <a:pt x="1441" y="2632"/>
                      <a:pt x="1371" y="2632"/>
                    </a:cubicBezTo>
                    <a:cubicBezTo>
                      <a:pt x="1343" y="2632"/>
                      <a:pt x="1315" y="2626"/>
                      <a:pt x="1289" y="2612"/>
                    </a:cubicBezTo>
                    <a:cubicBezTo>
                      <a:pt x="1197" y="2568"/>
                      <a:pt x="1186" y="2422"/>
                      <a:pt x="1110" y="2356"/>
                    </a:cubicBezTo>
                    <a:cubicBezTo>
                      <a:pt x="1101" y="2349"/>
                      <a:pt x="1092" y="2346"/>
                      <a:pt x="1083" y="2346"/>
                    </a:cubicBezTo>
                    <a:cubicBezTo>
                      <a:pt x="1053" y="2346"/>
                      <a:pt x="1030" y="2380"/>
                      <a:pt x="1056" y="2405"/>
                    </a:cubicBezTo>
                    <a:cubicBezTo>
                      <a:pt x="1045" y="2411"/>
                      <a:pt x="1039" y="2416"/>
                      <a:pt x="1028" y="2427"/>
                    </a:cubicBezTo>
                    <a:cubicBezTo>
                      <a:pt x="974" y="2509"/>
                      <a:pt x="1045" y="2601"/>
                      <a:pt x="1077" y="2677"/>
                    </a:cubicBezTo>
                    <a:cubicBezTo>
                      <a:pt x="1121" y="2786"/>
                      <a:pt x="1159" y="2894"/>
                      <a:pt x="1191" y="3009"/>
                    </a:cubicBezTo>
                    <a:cubicBezTo>
                      <a:pt x="1268" y="3226"/>
                      <a:pt x="1349" y="3449"/>
                      <a:pt x="1409" y="3677"/>
                    </a:cubicBezTo>
                    <a:cubicBezTo>
                      <a:pt x="1463" y="3906"/>
                      <a:pt x="1545" y="4134"/>
                      <a:pt x="1588" y="4368"/>
                    </a:cubicBezTo>
                    <a:cubicBezTo>
                      <a:pt x="1605" y="4482"/>
                      <a:pt x="1637" y="4596"/>
                      <a:pt x="1675" y="4710"/>
                    </a:cubicBezTo>
                    <a:cubicBezTo>
                      <a:pt x="1691" y="4764"/>
                      <a:pt x="1713" y="4819"/>
                      <a:pt x="1730" y="4873"/>
                    </a:cubicBezTo>
                    <a:cubicBezTo>
                      <a:pt x="1699" y="4877"/>
                      <a:pt x="1668" y="4879"/>
                      <a:pt x="1637" y="4879"/>
                    </a:cubicBezTo>
                    <a:cubicBezTo>
                      <a:pt x="1582" y="4879"/>
                      <a:pt x="1527" y="4873"/>
                      <a:pt x="1474" y="4862"/>
                    </a:cubicBezTo>
                    <a:cubicBezTo>
                      <a:pt x="1458" y="4857"/>
                      <a:pt x="1441" y="4851"/>
                      <a:pt x="1425" y="4846"/>
                    </a:cubicBezTo>
                    <a:cubicBezTo>
                      <a:pt x="1420" y="4835"/>
                      <a:pt x="1414" y="4830"/>
                      <a:pt x="1409" y="4819"/>
                    </a:cubicBezTo>
                    <a:cubicBezTo>
                      <a:pt x="1398" y="4808"/>
                      <a:pt x="1393" y="4792"/>
                      <a:pt x="1387" y="4775"/>
                    </a:cubicBezTo>
                    <a:cubicBezTo>
                      <a:pt x="1393" y="4639"/>
                      <a:pt x="1376" y="4503"/>
                      <a:pt x="1344" y="4368"/>
                    </a:cubicBezTo>
                    <a:cubicBezTo>
                      <a:pt x="1316" y="4297"/>
                      <a:pt x="1278" y="4226"/>
                      <a:pt x="1224" y="4172"/>
                    </a:cubicBezTo>
                    <a:cubicBezTo>
                      <a:pt x="1191" y="4134"/>
                      <a:pt x="1153" y="4101"/>
                      <a:pt x="1115" y="4074"/>
                    </a:cubicBezTo>
                    <a:cubicBezTo>
                      <a:pt x="1072" y="4052"/>
                      <a:pt x="1034" y="4031"/>
                      <a:pt x="990" y="4009"/>
                    </a:cubicBezTo>
                    <a:cubicBezTo>
                      <a:pt x="909" y="3960"/>
                      <a:pt x="833" y="3900"/>
                      <a:pt x="767" y="3829"/>
                    </a:cubicBezTo>
                    <a:cubicBezTo>
                      <a:pt x="697" y="3753"/>
                      <a:pt x="642" y="3677"/>
                      <a:pt x="577" y="3601"/>
                    </a:cubicBezTo>
                    <a:cubicBezTo>
                      <a:pt x="441" y="3433"/>
                      <a:pt x="338" y="3242"/>
                      <a:pt x="273" y="3041"/>
                    </a:cubicBezTo>
                    <a:cubicBezTo>
                      <a:pt x="240" y="2949"/>
                      <a:pt x="213" y="2862"/>
                      <a:pt x="197" y="2769"/>
                    </a:cubicBezTo>
                    <a:cubicBezTo>
                      <a:pt x="180" y="2661"/>
                      <a:pt x="191" y="2552"/>
                      <a:pt x="180" y="2443"/>
                    </a:cubicBezTo>
                    <a:cubicBezTo>
                      <a:pt x="169" y="2340"/>
                      <a:pt x="169" y="2237"/>
                      <a:pt x="175" y="2133"/>
                    </a:cubicBezTo>
                    <a:cubicBezTo>
                      <a:pt x="175" y="2030"/>
                      <a:pt x="186" y="1932"/>
                      <a:pt x="213" y="1829"/>
                    </a:cubicBezTo>
                    <a:cubicBezTo>
                      <a:pt x="240" y="1737"/>
                      <a:pt x="278" y="1644"/>
                      <a:pt x="316" y="1552"/>
                    </a:cubicBezTo>
                    <a:cubicBezTo>
                      <a:pt x="349" y="1443"/>
                      <a:pt x="392" y="1345"/>
                      <a:pt x="452" y="1247"/>
                    </a:cubicBezTo>
                    <a:cubicBezTo>
                      <a:pt x="561" y="1068"/>
                      <a:pt x="697" y="905"/>
                      <a:pt x="854" y="758"/>
                    </a:cubicBezTo>
                    <a:cubicBezTo>
                      <a:pt x="925" y="693"/>
                      <a:pt x="1001" y="633"/>
                      <a:pt x="1083" y="579"/>
                    </a:cubicBezTo>
                    <a:cubicBezTo>
                      <a:pt x="1121" y="557"/>
                      <a:pt x="1164" y="541"/>
                      <a:pt x="1202" y="514"/>
                    </a:cubicBezTo>
                    <a:cubicBezTo>
                      <a:pt x="1240" y="481"/>
                      <a:pt x="1284" y="454"/>
                      <a:pt x="1327" y="427"/>
                    </a:cubicBezTo>
                    <a:cubicBezTo>
                      <a:pt x="1523" y="340"/>
                      <a:pt x="1724" y="280"/>
                      <a:pt x="1936" y="242"/>
                    </a:cubicBezTo>
                    <a:cubicBezTo>
                      <a:pt x="2029" y="220"/>
                      <a:pt x="2126" y="225"/>
                      <a:pt x="2224" y="215"/>
                    </a:cubicBezTo>
                    <a:cubicBezTo>
                      <a:pt x="2241" y="214"/>
                      <a:pt x="2257" y="213"/>
                      <a:pt x="2273" y="213"/>
                    </a:cubicBezTo>
                    <a:close/>
                    <a:moveTo>
                      <a:pt x="2909" y="2454"/>
                    </a:moveTo>
                    <a:cubicBezTo>
                      <a:pt x="2909" y="2460"/>
                      <a:pt x="2909" y="2465"/>
                      <a:pt x="2915" y="2465"/>
                    </a:cubicBezTo>
                    <a:cubicBezTo>
                      <a:pt x="2915" y="2470"/>
                      <a:pt x="2915" y="2470"/>
                      <a:pt x="2915" y="2476"/>
                    </a:cubicBezTo>
                    <a:cubicBezTo>
                      <a:pt x="2909" y="2492"/>
                      <a:pt x="2904" y="2509"/>
                      <a:pt x="2904" y="2525"/>
                    </a:cubicBezTo>
                    <a:cubicBezTo>
                      <a:pt x="2898" y="2547"/>
                      <a:pt x="2887" y="2568"/>
                      <a:pt x="2882" y="2590"/>
                    </a:cubicBezTo>
                    <a:cubicBezTo>
                      <a:pt x="2871" y="2644"/>
                      <a:pt x="2860" y="2699"/>
                      <a:pt x="2844" y="2748"/>
                    </a:cubicBezTo>
                    <a:cubicBezTo>
                      <a:pt x="2822" y="2802"/>
                      <a:pt x="2800" y="2856"/>
                      <a:pt x="2790" y="2905"/>
                    </a:cubicBezTo>
                    <a:cubicBezTo>
                      <a:pt x="2735" y="3128"/>
                      <a:pt x="2665" y="3340"/>
                      <a:pt x="2621" y="3563"/>
                    </a:cubicBezTo>
                    <a:cubicBezTo>
                      <a:pt x="2599" y="3666"/>
                      <a:pt x="2567" y="3770"/>
                      <a:pt x="2539" y="3867"/>
                    </a:cubicBezTo>
                    <a:cubicBezTo>
                      <a:pt x="2507" y="3982"/>
                      <a:pt x="2485" y="4096"/>
                      <a:pt x="2463" y="4215"/>
                    </a:cubicBezTo>
                    <a:cubicBezTo>
                      <a:pt x="2436" y="4330"/>
                      <a:pt x="2414" y="4444"/>
                      <a:pt x="2393" y="4563"/>
                    </a:cubicBezTo>
                    <a:cubicBezTo>
                      <a:pt x="2371" y="4667"/>
                      <a:pt x="2355" y="4775"/>
                      <a:pt x="2349" y="4884"/>
                    </a:cubicBezTo>
                    <a:cubicBezTo>
                      <a:pt x="2322" y="4886"/>
                      <a:pt x="2294" y="4886"/>
                      <a:pt x="2266" y="4886"/>
                    </a:cubicBezTo>
                    <a:cubicBezTo>
                      <a:pt x="2210" y="4886"/>
                      <a:pt x="2154" y="4884"/>
                      <a:pt x="2099" y="4884"/>
                    </a:cubicBezTo>
                    <a:cubicBezTo>
                      <a:pt x="2053" y="4887"/>
                      <a:pt x="2007" y="4888"/>
                      <a:pt x="1961" y="4888"/>
                    </a:cubicBezTo>
                    <a:cubicBezTo>
                      <a:pt x="1916" y="4888"/>
                      <a:pt x="1871" y="4887"/>
                      <a:pt x="1827" y="4884"/>
                    </a:cubicBezTo>
                    <a:cubicBezTo>
                      <a:pt x="1827" y="4868"/>
                      <a:pt x="1833" y="4857"/>
                      <a:pt x="1833" y="4840"/>
                    </a:cubicBezTo>
                    <a:cubicBezTo>
                      <a:pt x="1833" y="4802"/>
                      <a:pt x="1827" y="4759"/>
                      <a:pt x="1811" y="4721"/>
                    </a:cubicBezTo>
                    <a:cubicBezTo>
                      <a:pt x="1789" y="4607"/>
                      <a:pt x="1757" y="4493"/>
                      <a:pt x="1735" y="4378"/>
                    </a:cubicBezTo>
                    <a:cubicBezTo>
                      <a:pt x="1708" y="4264"/>
                      <a:pt x="1686" y="4156"/>
                      <a:pt x="1653" y="4041"/>
                    </a:cubicBezTo>
                    <a:cubicBezTo>
                      <a:pt x="1621" y="3927"/>
                      <a:pt x="1588" y="3808"/>
                      <a:pt x="1561" y="3688"/>
                    </a:cubicBezTo>
                    <a:cubicBezTo>
                      <a:pt x="1507" y="3465"/>
                      <a:pt x="1425" y="3248"/>
                      <a:pt x="1354" y="3030"/>
                    </a:cubicBezTo>
                    <a:cubicBezTo>
                      <a:pt x="1322" y="2927"/>
                      <a:pt x="1289" y="2824"/>
                      <a:pt x="1251" y="2715"/>
                    </a:cubicBezTo>
                    <a:lnTo>
                      <a:pt x="1251" y="2715"/>
                    </a:lnTo>
                    <a:cubicBezTo>
                      <a:pt x="1284" y="2737"/>
                      <a:pt x="1327" y="2748"/>
                      <a:pt x="1365" y="2748"/>
                    </a:cubicBezTo>
                    <a:cubicBezTo>
                      <a:pt x="1458" y="2748"/>
                      <a:pt x="1550" y="2726"/>
                      <a:pt x="1621" y="2672"/>
                    </a:cubicBezTo>
                    <a:cubicBezTo>
                      <a:pt x="1632" y="2688"/>
                      <a:pt x="1643" y="2699"/>
                      <a:pt x="1659" y="2715"/>
                    </a:cubicBezTo>
                    <a:lnTo>
                      <a:pt x="1659" y="2704"/>
                    </a:lnTo>
                    <a:cubicBezTo>
                      <a:pt x="1724" y="2769"/>
                      <a:pt x="1811" y="2807"/>
                      <a:pt x="1903" y="2813"/>
                    </a:cubicBezTo>
                    <a:cubicBezTo>
                      <a:pt x="1913" y="2813"/>
                      <a:pt x="1922" y="2814"/>
                      <a:pt x="1931" y="2814"/>
                    </a:cubicBezTo>
                    <a:cubicBezTo>
                      <a:pt x="2014" y="2814"/>
                      <a:pt x="2096" y="2792"/>
                      <a:pt x="2164" y="2748"/>
                    </a:cubicBezTo>
                    <a:cubicBezTo>
                      <a:pt x="2224" y="2704"/>
                      <a:pt x="2279" y="2655"/>
                      <a:pt x="2322" y="2601"/>
                    </a:cubicBezTo>
                    <a:cubicBezTo>
                      <a:pt x="2382" y="2644"/>
                      <a:pt x="2453" y="2672"/>
                      <a:pt x="2523" y="2677"/>
                    </a:cubicBezTo>
                    <a:cubicBezTo>
                      <a:pt x="2530" y="2677"/>
                      <a:pt x="2537" y="2678"/>
                      <a:pt x="2544" y="2678"/>
                    </a:cubicBezTo>
                    <a:cubicBezTo>
                      <a:pt x="2634" y="2678"/>
                      <a:pt x="2719" y="2646"/>
                      <a:pt x="2790" y="2590"/>
                    </a:cubicBezTo>
                    <a:cubicBezTo>
                      <a:pt x="2828" y="2547"/>
                      <a:pt x="2866" y="2509"/>
                      <a:pt x="2898" y="2465"/>
                    </a:cubicBezTo>
                    <a:lnTo>
                      <a:pt x="2909" y="2454"/>
                    </a:lnTo>
                    <a:close/>
                    <a:moveTo>
                      <a:pt x="3036" y="4851"/>
                    </a:moveTo>
                    <a:cubicBezTo>
                      <a:pt x="3032" y="4871"/>
                      <a:pt x="3027" y="4888"/>
                      <a:pt x="3018" y="4906"/>
                    </a:cubicBezTo>
                    <a:cubicBezTo>
                      <a:pt x="3002" y="4938"/>
                      <a:pt x="2991" y="4976"/>
                      <a:pt x="2991" y="5014"/>
                    </a:cubicBezTo>
                    <a:cubicBezTo>
                      <a:pt x="2920" y="5063"/>
                      <a:pt x="2844" y="5107"/>
                      <a:pt x="2773" y="5150"/>
                    </a:cubicBezTo>
                    <a:cubicBezTo>
                      <a:pt x="2735" y="5183"/>
                      <a:pt x="2697" y="5210"/>
                      <a:pt x="2654" y="5232"/>
                    </a:cubicBezTo>
                    <a:cubicBezTo>
                      <a:pt x="2621" y="5248"/>
                      <a:pt x="2588" y="5264"/>
                      <a:pt x="2550" y="5281"/>
                    </a:cubicBezTo>
                    <a:cubicBezTo>
                      <a:pt x="2534" y="5292"/>
                      <a:pt x="2534" y="5308"/>
                      <a:pt x="2550" y="5313"/>
                    </a:cubicBezTo>
                    <a:cubicBezTo>
                      <a:pt x="2584" y="5331"/>
                      <a:pt x="2615" y="5339"/>
                      <a:pt x="2646" y="5339"/>
                    </a:cubicBezTo>
                    <a:cubicBezTo>
                      <a:pt x="2736" y="5339"/>
                      <a:pt x="2817" y="5275"/>
                      <a:pt x="2898" y="5226"/>
                    </a:cubicBezTo>
                    <a:cubicBezTo>
                      <a:pt x="2931" y="5205"/>
                      <a:pt x="2963" y="5183"/>
                      <a:pt x="3002" y="5161"/>
                    </a:cubicBezTo>
                    <a:lnTo>
                      <a:pt x="3007" y="5172"/>
                    </a:lnTo>
                    <a:cubicBezTo>
                      <a:pt x="3023" y="5216"/>
                      <a:pt x="3061" y="5232"/>
                      <a:pt x="3083" y="5270"/>
                    </a:cubicBezTo>
                    <a:cubicBezTo>
                      <a:pt x="3099" y="5292"/>
                      <a:pt x="3105" y="5270"/>
                      <a:pt x="3088" y="5303"/>
                    </a:cubicBezTo>
                    <a:cubicBezTo>
                      <a:pt x="3083" y="5319"/>
                      <a:pt x="3050" y="5341"/>
                      <a:pt x="3034" y="5351"/>
                    </a:cubicBezTo>
                    <a:cubicBezTo>
                      <a:pt x="2963" y="5400"/>
                      <a:pt x="2860" y="5444"/>
                      <a:pt x="2822" y="5531"/>
                    </a:cubicBezTo>
                    <a:cubicBezTo>
                      <a:pt x="2822" y="5531"/>
                      <a:pt x="2822" y="5536"/>
                      <a:pt x="2822" y="5536"/>
                    </a:cubicBezTo>
                    <a:lnTo>
                      <a:pt x="2806" y="5547"/>
                    </a:lnTo>
                    <a:cubicBezTo>
                      <a:pt x="2708" y="5596"/>
                      <a:pt x="2605" y="5623"/>
                      <a:pt x="2496" y="5629"/>
                    </a:cubicBezTo>
                    <a:cubicBezTo>
                      <a:pt x="2431" y="5629"/>
                      <a:pt x="2371" y="5640"/>
                      <a:pt x="2311" y="5640"/>
                    </a:cubicBezTo>
                    <a:lnTo>
                      <a:pt x="1583" y="5640"/>
                    </a:lnTo>
                    <a:cubicBezTo>
                      <a:pt x="1528" y="5640"/>
                      <a:pt x="1480" y="5634"/>
                      <a:pt x="1431" y="5623"/>
                    </a:cubicBezTo>
                    <a:cubicBezTo>
                      <a:pt x="1387" y="5618"/>
                      <a:pt x="1344" y="5580"/>
                      <a:pt x="1354" y="5536"/>
                    </a:cubicBezTo>
                    <a:cubicBezTo>
                      <a:pt x="1371" y="5487"/>
                      <a:pt x="1409" y="5466"/>
                      <a:pt x="1425" y="5417"/>
                    </a:cubicBezTo>
                    <a:cubicBezTo>
                      <a:pt x="1431" y="5400"/>
                      <a:pt x="1431" y="5384"/>
                      <a:pt x="1431" y="5368"/>
                    </a:cubicBezTo>
                    <a:cubicBezTo>
                      <a:pt x="1463" y="5395"/>
                      <a:pt x="1501" y="5411"/>
                      <a:pt x="1545" y="5422"/>
                    </a:cubicBezTo>
                    <a:cubicBezTo>
                      <a:pt x="1593" y="5431"/>
                      <a:pt x="1642" y="5435"/>
                      <a:pt x="1692" y="5435"/>
                    </a:cubicBezTo>
                    <a:cubicBezTo>
                      <a:pt x="1733" y="5435"/>
                      <a:pt x="1775" y="5432"/>
                      <a:pt x="1817" y="5428"/>
                    </a:cubicBezTo>
                    <a:cubicBezTo>
                      <a:pt x="1914" y="5422"/>
                      <a:pt x="2012" y="5411"/>
                      <a:pt x="2105" y="5389"/>
                    </a:cubicBezTo>
                    <a:cubicBezTo>
                      <a:pt x="2121" y="5384"/>
                      <a:pt x="2121" y="5368"/>
                      <a:pt x="2105" y="5362"/>
                    </a:cubicBezTo>
                    <a:cubicBezTo>
                      <a:pt x="1947" y="5319"/>
                      <a:pt x="1784" y="5351"/>
                      <a:pt x="1626" y="5324"/>
                    </a:cubicBezTo>
                    <a:cubicBezTo>
                      <a:pt x="1490" y="5303"/>
                      <a:pt x="1409" y="5177"/>
                      <a:pt x="1316" y="5091"/>
                    </a:cubicBezTo>
                    <a:cubicBezTo>
                      <a:pt x="1311" y="5085"/>
                      <a:pt x="1306" y="5080"/>
                      <a:pt x="1300" y="5080"/>
                    </a:cubicBezTo>
                    <a:cubicBezTo>
                      <a:pt x="1284" y="5052"/>
                      <a:pt x="1284" y="5025"/>
                      <a:pt x="1284" y="4993"/>
                    </a:cubicBezTo>
                    <a:cubicBezTo>
                      <a:pt x="1289" y="4982"/>
                      <a:pt x="1289" y="4971"/>
                      <a:pt x="1295" y="4960"/>
                    </a:cubicBezTo>
                    <a:cubicBezTo>
                      <a:pt x="1311" y="4971"/>
                      <a:pt x="1327" y="4971"/>
                      <a:pt x="1344" y="4971"/>
                    </a:cubicBezTo>
                    <a:cubicBezTo>
                      <a:pt x="1349" y="4976"/>
                      <a:pt x="1360" y="4982"/>
                      <a:pt x="1371" y="4987"/>
                    </a:cubicBezTo>
                    <a:cubicBezTo>
                      <a:pt x="1420" y="5014"/>
                      <a:pt x="1474" y="5025"/>
                      <a:pt x="1528" y="5031"/>
                    </a:cubicBezTo>
                    <a:cubicBezTo>
                      <a:pt x="1572" y="5031"/>
                      <a:pt x="1615" y="5028"/>
                      <a:pt x="1659" y="5028"/>
                    </a:cubicBezTo>
                    <a:cubicBezTo>
                      <a:pt x="1681" y="5028"/>
                      <a:pt x="1702" y="5029"/>
                      <a:pt x="1724" y="5031"/>
                    </a:cubicBezTo>
                    <a:cubicBezTo>
                      <a:pt x="1789" y="5042"/>
                      <a:pt x="1849" y="5052"/>
                      <a:pt x="1909" y="5052"/>
                    </a:cubicBezTo>
                    <a:lnTo>
                      <a:pt x="2115" y="5052"/>
                    </a:lnTo>
                    <a:cubicBezTo>
                      <a:pt x="2162" y="5056"/>
                      <a:pt x="2208" y="5058"/>
                      <a:pt x="2254" y="5058"/>
                    </a:cubicBezTo>
                    <a:cubicBezTo>
                      <a:pt x="2338" y="5058"/>
                      <a:pt x="2423" y="5052"/>
                      <a:pt x="2507" y="5042"/>
                    </a:cubicBezTo>
                    <a:cubicBezTo>
                      <a:pt x="2621" y="5014"/>
                      <a:pt x="2741" y="4998"/>
                      <a:pt x="2855" y="4965"/>
                    </a:cubicBezTo>
                    <a:cubicBezTo>
                      <a:pt x="2926" y="4945"/>
                      <a:pt x="2988" y="4905"/>
                      <a:pt x="3036" y="4851"/>
                    </a:cubicBezTo>
                    <a:close/>
                    <a:moveTo>
                      <a:pt x="2817" y="5727"/>
                    </a:moveTo>
                    <a:cubicBezTo>
                      <a:pt x="2800" y="5748"/>
                      <a:pt x="2784" y="5770"/>
                      <a:pt x="2762" y="5792"/>
                    </a:cubicBezTo>
                    <a:lnTo>
                      <a:pt x="2762" y="5786"/>
                    </a:lnTo>
                    <a:cubicBezTo>
                      <a:pt x="2697" y="5862"/>
                      <a:pt x="2648" y="5966"/>
                      <a:pt x="2561" y="6020"/>
                    </a:cubicBezTo>
                    <a:cubicBezTo>
                      <a:pt x="2545" y="6031"/>
                      <a:pt x="2529" y="6031"/>
                      <a:pt x="2518" y="6042"/>
                    </a:cubicBezTo>
                    <a:lnTo>
                      <a:pt x="2507" y="6047"/>
                    </a:lnTo>
                    <a:cubicBezTo>
                      <a:pt x="2492" y="6035"/>
                      <a:pt x="2465" y="6031"/>
                      <a:pt x="2439" y="6031"/>
                    </a:cubicBezTo>
                    <a:cubicBezTo>
                      <a:pt x="2418" y="6031"/>
                      <a:pt x="2396" y="6034"/>
                      <a:pt x="2382" y="6036"/>
                    </a:cubicBezTo>
                    <a:cubicBezTo>
                      <a:pt x="2279" y="6036"/>
                      <a:pt x="2181" y="6053"/>
                      <a:pt x="2077" y="6053"/>
                    </a:cubicBezTo>
                    <a:cubicBezTo>
                      <a:pt x="2065" y="6054"/>
                      <a:pt x="2053" y="6055"/>
                      <a:pt x="2040" y="6055"/>
                    </a:cubicBezTo>
                    <a:cubicBezTo>
                      <a:pt x="2002" y="6055"/>
                      <a:pt x="1962" y="6049"/>
                      <a:pt x="1925" y="6036"/>
                    </a:cubicBezTo>
                    <a:cubicBezTo>
                      <a:pt x="1882" y="6015"/>
                      <a:pt x="1844" y="5987"/>
                      <a:pt x="1811" y="5960"/>
                    </a:cubicBezTo>
                    <a:cubicBezTo>
                      <a:pt x="1735" y="5900"/>
                      <a:pt x="1643" y="5852"/>
                      <a:pt x="1566" y="5797"/>
                    </a:cubicBezTo>
                    <a:lnTo>
                      <a:pt x="1566" y="5797"/>
                    </a:lnTo>
                    <a:cubicBezTo>
                      <a:pt x="1691" y="5803"/>
                      <a:pt x="1817" y="5808"/>
                      <a:pt x="1942" y="5808"/>
                    </a:cubicBezTo>
                    <a:cubicBezTo>
                      <a:pt x="2029" y="5808"/>
                      <a:pt x="2115" y="5812"/>
                      <a:pt x="2201" y="5812"/>
                    </a:cubicBezTo>
                    <a:cubicBezTo>
                      <a:pt x="2266" y="5812"/>
                      <a:pt x="2330" y="5810"/>
                      <a:pt x="2393" y="5803"/>
                    </a:cubicBezTo>
                    <a:cubicBezTo>
                      <a:pt x="2545" y="5786"/>
                      <a:pt x="2675" y="5786"/>
                      <a:pt x="2806" y="5727"/>
                    </a:cubicBezTo>
                    <a:close/>
                    <a:moveTo>
                      <a:pt x="2275" y="0"/>
                    </a:moveTo>
                    <a:cubicBezTo>
                      <a:pt x="2262" y="0"/>
                      <a:pt x="2248" y="1"/>
                      <a:pt x="2235" y="3"/>
                    </a:cubicBezTo>
                    <a:cubicBezTo>
                      <a:pt x="2121" y="13"/>
                      <a:pt x="2007" y="13"/>
                      <a:pt x="1893" y="35"/>
                    </a:cubicBezTo>
                    <a:cubicBezTo>
                      <a:pt x="1778" y="57"/>
                      <a:pt x="1670" y="84"/>
                      <a:pt x="1561" y="117"/>
                    </a:cubicBezTo>
                    <a:cubicBezTo>
                      <a:pt x="1469" y="149"/>
                      <a:pt x="1376" y="187"/>
                      <a:pt x="1289" y="225"/>
                    </a:cubicBezTo>
                    <a:cubicBezTo>
                      <a:pt x="1191" y="274"/>
                      <a:pt x="1104" y="329"/>
                      <a:pt x="1017" y="383"/>
                    </a:cubicBezTo>
                    <a:cubicBezTo>
                      <a:pt x="833" y="492"/>
                      <a:pt x="670" y="639"/>
                      <a:pt x="539" y="807"/>
                    </a:cubicBezTo>
                    <a:cubicBezTo>
                      <a:pt x="398" y="970"/>
                      <a:pt x="284" y="1160"/>
                      <a:pt x="197" y="1362"/>
                    </a:cubicBezTo>
                    <a:cubicBezTo>
                      <a:pt x="159" y="1454"/>
                      <a:pt x="126" y="1557"/>
                      <a:pt x="93" y="1650"/>
                    </a:cubicBezTo>
                    <a:cubicBezTo>
                      <a:pt x="72" y="1699"/>
                      <a:pt x="55" y="1748"/>
                      <a:pt x="39" y="1796"/>
                    </a:cubicBezTo>
                    <a:cubicBezTo>
                      <a:pt x="28" y="1851"/>
                      <a:pt x="28" y="1905"/>
                      <a:pt x="17" y="1960"/>
                    </a:cubicBezTo>
                    <a:cubicBezTo>
                      <a:pt x="6" y="2068"/>
                      <a:pt x="1" y="2177"/>
                      <a:pt x="1" y="2286"/>
                    </a:cubicBezTo>
                    <a:cubicBezTo>
                      <a:pt x="1" y="2394"/>
                      <a:pt x="17" y="2503"/>
                      <a:pt x="17" y="2617"/>
                    </a:cubicBezTo>
                    <a:cubicBezTo>
                      <a:pt x="28" y="2856"/>
                      <a:pt x="83" y="3096"/>
                      <a:pt x="191" y="3313"/>
                    </a:cubicBezTo>
                    <a:cubicBezTo>
                      <a:pt x="235" y="3427"/>
                      <a:pt x="289" y="3530"/>
                      <a:pt x="360" y="3628"/>
                    </a:cubicBezTo>
                    <a:cubicBezTo>
                      <a:pt x="425" y="3721"/>
                      <a:pt x="501" y="3808"/>
                      <a:pt x="577" y="3900"/>
                    </a:cubicBezTo>
                    <a:cubicBezTo>
                      <a:pt x="642" y="3992"/>
                      <a:pt x="729" y="4074"/>
                      <a:pt x="827" y="4134"/>
                    </a:cubicBezTo>
                    <a:cubicBezTo>
                      <a:pt x="871" y="4172"/>
                      <a:pt x="925" y="4199"/>
                      <a:pt x="974" y="4232"/>
                    </a:cubicBezTo>
                    <a:cubicBezTo>
                      <a:pt x="1012" y="4248"/>
                      <a:pt x="1050" y="4281"/>
                      <a:pt x="1083" y="4313"/>
                    </a:cubicBezTo>
                    <a:cubicBezTo>
                      <a:pt x="1153" y="4384"/>
                      <a:pt x="1191" y="4482"/>
                      <a:pt x="1197" y="4585"/>
                    </a:cubicBezTo>
                    <a:cubicBezTo>
                      <a:pt x="1208" y="4645"/>
                      <a:pt x="1224" y="4710"/>
                      <a:pt x="1229" y="4775"/>
                    </a:cubicBezTo>
                    <a:cubicBezTo>
                      <a:pt x="1229" y="4792"/>
                      <a:pt x="1235" y="4813"/>
                      <a:pt x="1240" y="4835"/>
                    </a:cubicBezTo>
                    <a:cubicBezTo>
                      <a:pt x="1202" y="4857"/>
                      <a:pt x="1175" y="4900"/>
                      <a:pt x="1159" y="4944"/>
                    </a:cubicBezTo>
                    <a:cubicBezTo>
                      <a:pt x="1115" y="5069"/>
                      <a:pt x="1208" y="5183"/>
                      <a:pt x="1251" y="5297"/>
                    </a:cubicBezTo>
                    <a:cubicBezTo>
                      <a:pt x="1278" y="5373"/>
                      <a:pt x="1224" y="5400"/>
                      <a:pt x="1197" y="5466"/>
                    </a:cubicBezTo>
                    <a:cubicBezTo>
                      <a:pt x="1175" y="5515"/>
                      <a:pt x="1175" y="5569"/>
                      <a:pt x="1191" y="5618"/>
                    </a:cubicBezTo>
                    <a:cubicBezTo>
                      <a:pt x="1213" y="5688"/>
                      <a:pt x="1273" y="5743"/>
                      <a:pt x="1344" y="5765"/>
                    </a:cubicBezTo>
                    <a:cubicBezTo>
                      <a:pt x="1387" y="5819"/>
                      <a:pt x="1436" y="5873"/>
                      <a:pt x="1496" y="5917"/>
                    </a:cubicBezTo>
                    <a:cubicBezTo>
                      <a:pt x="1594" y="5987"/>
                      <a:pt x="1691" y="6064"/>
                      <a:pt x="1789" y="6134"/>
                    </a:cubicBezTo>
                    <a:cubicBezTo>
                      <a:pt x="1865" y="6190"/>
                      <a:pt x="1959" y="6222"/>
                      <a:pt x="2055" y="6222"/>
                    </a:cubicBezTo>
                    <a:cubicBezTo>
                      <a:pt x="2063" y="6222"/>
                      <a:pt x="2070" y="6222"/>
                      <a:pt x="2077" y="6221"/>
                    </a:cubicBezTo>
                    <a:cubicBezTo>
                      <a:pt x="2143" y="6221"/>
                      <a:pt x="2202" y="6221"/>
                      <a:pt x="2268" y="6210"/>
                    </a:cubicBezTo>
                    <a:cubicBezTo>
                      <a:pt x="2322" y="6199"/>
                      <a:pt x="2382" y="6194"/>
                      <a:pt x="2436" y="6194"/>
                    </a:cubicBezTo>
                    <a:cubicBezTo>
                      <a:pt x="2467" y="6197"/>
                      <a:pt x="2489" y="6205"/>
                      <a:pt x="2513" y="6205"/>
                    </a:cubicBezTo>
                    <a:cubicBezTo>
                      <a:pt x="2527" y="6205"/>
                      <a:pt x="2543" y="6202"/>
                      <a:pt x="2561" y="6194"/>
                    </a:cubicBezTo>
                    <a:cubicBezTo>
                      <a:pt x="2594" y="6178"/>
                      <a:pt x="2621" y="6161"/>
                      <a:pt x="2654" y="6145"/>
                    </a:cubicBezTo>
                    <a:cubicBezTo>
                      <a:pt x="2751" y="6074"/>
                      <a:pt x="2806" y="5960"/>
                      <a:pt x="2887" y="5873"/>
                    </a:cubicBezTo>
                    <a:cubicBezTo>
                      <a:pt x="2925" y="5830"/>
                      <a:pt x="2963" y="5786"/>
                      <a:pt x="2991" y="5737"/>
                    </a:cubicBezTo>
                    <a:cubicBezTo>
                      <a:pt x="3023" y="5688"/>
                      <a:pt x="3061" y="5645"/>
                      <a:pt x="3099" y="5601"/>
                    </a:cubicBezTo>
                    <a:cubicBezTo>
                      <a:pt x="3148" y="5553"/>
                      <a:pt x="3186" y="5493"/>
                      <a:pt x="3203" y="5422"/>
                    </a:cubicBezTo>
                    <a:cubicBezTo>
                      <a:pt x="3284" y="5351"/>
                      <a:pt x="3290" y="5226"/>
                      <a:pt x="3208" y="5145"/>
                    </a:cubicBezTo>
                    <a:cubicBezTo>
                      <a:pt x="3170" y="5118"/>
                      <a:pt x="3154" y="5063"/>
                      <a:pt x="3159" y="5014"/>
                    </a:cubicBezTo>
                    <a:cubicBezTo>
                      <a:pt x="3165" y="4955"/>
                      <a:pt x="3208" y="4900"/>
                      <a:pt x="3208" y="4835"/>
                    </a:cubicBezTo>
                    <a:cubicBezTo>
                      <a:pt x="3208" y="4775"/>
                      <a:pt x="3186" y="4715"/>
                      <a:pt x="3143" y="4672"/>
                    </a:cubicBezTo>
                    <a:cubicBezTo>
                      <a:pt x="3121" y="4656"/>
                      <a:pt x="3094" y="4639"/>
                      <a:pt x="3067" y="4639"/>
                    </a:cubicBezTo>
                    <a:cubicBezTo>
                      <a:pt x="3067" y="4623"/>
                      <a:pt x="3061" y="4612"/>
                      <a:pt x="3056" y="4596"/>
                    </a:cubicBezTo>
                    <a:cubicBezTo>
                      <a:pt x="3072" y="4574"/>
                      <a:pt x="3078" y="4552"/>
                      <a:pt x="3072" y="4525"/>
                    </a:cubicBezTo>
                    <a:cubicBezTo>
                      <a:pt x="3050" y="4427"/>
                      <a:pt x="3040" y="4330"/>
                      <a:pt x="3023" y="4232"/>
                    </a:cubicBezTo>
                    <a:cubicBezTo>
                      <a:pt x="3007" y="4194"/>
                      <a:pt x="3007" y="4150"/>
                      <a:pt x="3012" y="4107"/>
                    </a:cubicBezTo>
                    <a:cubicBezTo>
                      <a:pt x="3029" y="4069"/>
                      <a:pt x="3083" y="4058"/>
                      <a:pt x="3116" y="4047"/>
                    </a:cubicBezTo>
                    <a:cubicBezTo>
                      <a:pt x="3306" y="3992"/>
                      <a:pt x="3474" y="3895"/>
                      <a:pt x="3610" y="3759"/>
                    </a:cubicBezTo>
                    <a:cubicBezTo>
                      <a:pt x="3909" y="3476"/>
                      <a:pt x="4067" y="3047"/>
                      <a:pt x="4143" y="2650"/>
                    </a:cubicBezTo>
                    <a:cubicBezTo>
                      <a:pt x="4165" y="2547"/>
                      <a:pt x="4176" y="2443"/>
                      <a:pt x="4176" y="2340"/>
                    </a:cubicBezTo>
                    <a:cubicBezTo>
                      <a:pt x="4176" y="2231"/>
                      <a:pt x="4197" y="2123"/>
                      <a:pt x="4187" y="2014"/>
                    </a:cubicBezTo>
                    <a:lnTo>
                      <a:pt x="4192" y="2014"/>
                    </a:lnTo>
                    <a:cubicBezTo>
                      <a:pt x="4181" y="1905"/>
                      <a:pt x="4159" y="1796"/>
                      <a:pt x="4138" y="1693"/>
                    </a:cubicBezTo>
                    <a:cubicBezTo>
                      <a:pt x="4132" y="1650"/>
                      <a:pt x="4127" y="1606"/>
                      <a:pt x="4110" y="1563"/>
                    </a:cubicBezTo>
                    <a:cubicBezTo>
                      <a:pt x="4105" y="1541"/>
                      <a:pt x="4094" y="1519"/>
                      <a:pt x="4083" y="1497"/>
                    </a:cubicBezTo>
                    <a:cubicBezTo>
                      <a:pt x="4078" y="1470"/>
                      <a:pt x="4083" y="1438"/>
                      <a:pt x="4072" y="1405"/>
                    </a:cubicBezTo>
                    <a:cubicBezTo>
                      <a:pt x="4062" y="1367"/>
                      <a:pt x="4045" y="1329"/>
                      <a:pt x="4029" y="1291"/>
                    </a:cubicBezTo>
                    <a:cubicBezTo>
                      <a:pt x="4007" y="1237"/>
                      <a:pt x="3985" y="1188"/>
                      <a:pt x="3964" y="1133"/>
                    </a:cubicBezTo>
                    <a:cubicBezTo>
                      <a:pt x="3926" y="1035"/>
                      <a:pt x="3877" y="938"/>
                      <a:pt x="3822" y="845"/>
                    </a:cubicBezTo>
                    <a:cubicBezTo>
                      <a:pt x="3708" y="671"/>
                      <a:pt x="3556" y="524"/>
                      <a:pt x="3377" y="416"/>
                    </a:cubicBezTo>
                    <a:cubicBezTo>
                      <a:pt x="3295" y="367"/>
                      <a:pt x="3214" y="307"/>
                      <a:pt x="3121" y="264"/>
                    </a:cubicBezTo>
                    <a:cubicBezTo>
                      <a:pt x="3034" y="220"/>
                      <a:pt x="2920" y="187"/>
                      <a:pt x="2822" y="144"/>
                    </a:cubicBezTo>
                    <a:cubicBezTo>
                      <a:pt x="2730" y="106"/>
                      <a:pt x="2637" y="68"/>
                      <a:pt x="2545" y="35"/>
                    </a:cubicBezTo>
                    <a:cubicBezTo>
                      <a:pt x="2491" y="24"/>
                      <a:pt x="2442" y="13"/>
                      <a:pt x="2387" y="13"/>
                    </a:cubicBezTo>
                    <a:cubicBezTo>
                      <a:pt x="2351" y="6"/>
                      <a:pt x="2313" y="0"/>
                      <a:pt x="2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0"/>
              <p:cNvSpPr/>
              <p:nvPr/>
            </p:nvSpPr>
            <p:spPr>
              <a:xfrm>
                <a:off x="4543250" y="3666950"/>
                <a:ext cx="12950" cy="6575"/>
              </a:xfrm>
              <a:custGeom>
                <a:rect b="b" l="l" r="r" t="t"/>
                <a:pathLst>
                  <a:path extrusionOk="0" h="263" w="518">
                    <a:moveTo>
                      <a:pt x="351" y="1"/>
                    </a:moveTo>
                    <a:cubicBezTo>
                      <a:pt x="293" y="1"/>
                      <a:pt x="234" y="16"/>
                      <a:pt x="186" y="34"/>
                    </a:cubicBezTo>
                    <a:cubicBezTo>
                      <a:pt x="131" y="56"/>
                      <a:pt x="1" y="94"/>
                      <a:pt x="1" y="170"/>
                    </a:cubicBezTo>
                    <a:cubicBezTo>
                      <a:pt x="1" y="242"/>
                      <a:pt x="95" y="263"/>
                      <a:pt x="154" y="263"/>
                    </a:cubicBezTo>
                    <a:cubicBezTo>
                      <a:pt x="162" y="263"/>
                      <a:pt x="169" y="263"/>
                      <a:pt x="175" y="262"/>
                    </a:cubicBezTo>
                    <a:cubicBezTo>
                      <a:pt x="229" y="246"/>
                      <a:pt x="284" y="229"/>
                      <a:pt x="338" y="208"/>
                    </a:cubicBezTo>
                    <a:cubicBezTo>
                      <a:pt x="387" y="197"/>
                      <a:pt x="430" y="175"/>
                      <a:pt x="474" y="148"/>
                    </a:cubicBezTo>
                    <a:cubicBezTo>
                      <a:pt x="517" y="121"/>
                      <a:pt x="517" y="61"/>
                      <a:pt x="474" y="34"/>
                    </a:cubicBezTo>
                    <a:lnTo>
                      <a:pt x="479" y="34"/>
                    </a:lnTo>
                    <a:cubicBezTo>
                      <a:pt x="441" y="10"/>
                      <a:pt x="396" y="1"/>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0"/>
              <p:cNvSpPr/>
              <p:nvPr/>
            </p:nvSpPr>
            <p:spPr>
              <a:xfrm>
                <a:off x="4543125" y="3630375"/>
                <a:ext cx="15375" cy="8500"/>
              </a:xfrm>
              <a:custGeom>
                <a:rect b="b" l="l" r="r" t="t"/>
                <a:pathLst>
                  <a:path extrusionOk="0" h="340" w="615">
                    <a:moveTo>
                      <a:pt x="112" y="0"/>
                    </a:moveTo>
                    <a:cubicBezTo>
                      <a:pt x="84" y="0"/>
                      <a:pt x="60" y="8"/>
                      <a:pt x="38" y="29"/>
                    </a:cubicBezTo>
                    <a:lnTo>
                      <a:pt x="38" y="24"/>
                    </a:lnTo>
                    <a:cubicBezTo>
                      <a:pt x="11" y="45"/>
                      <a:pt x="0" y="83"/>
                      <a:pt x="17" y="116"/>
                    </a:cubicBezTo>
                    <a:cubicBezTo>
                      <a:pt x="33" y="203"/>
                      <a:pt x="153" y="257"/>
                      <a:pt x="223" y="290"/>
                    </a:cubicBezTo>
                    <a:cubicBezTo>
                      <a:pt x="296" y="322"/>
                      <a:pt x="375" y="340"/>
                      <a:pt x="453" y="340"/>
                    </a:cubicBezTo>
                    <a:cubicBezTo>
                      <a:pt x="480" y="340"/>
                      <a:pt x="507" y="338"/>
                      <a:pt x="533" y="334"/>
                    </a:cubicBezTo>
                    <a:cubicBezTo>
                      <a:pt x="604" y="317"/>
                      <a:pt x="615" y="187"/>
                      <a:pt x="533" y="176"/>
                    </a:cubicBezTo>
                    <a:lnTo>
                      <a:pt x="533" y="181"/>
                    </a:lnTo>
                    <a:cubicBezTo>
                      <a:pt x="517" y="181"/>
                      <a:pt x="490" y="149"/>
                      <a:pt x="468" y="138"/>
                    </a:cubicBezTo>
                    <a:cubicBezTo>
                      <a:pt x="430" y="122"/>
                      <a:pt x="386" y="105"/>
                      <a:pt x="348" y="89"/>
                    </a:cubicBezTo>
                    <a:cubicBezTo>
                      <a:pt x="272" y="62"/>
                      <a:pt x="207" y="29"/>
                      <a:pt x="136" y="2"/>
                    </a:cubicBezTo>
                    <a:cubicBezTo>
                      <a:pt x="128" y="1"/>
                      <a:pt x="120" y="0"/>
                      <a:pt x="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0"/>
              <p:cNvSpPr/>
              <p:nvPr/>
            </p:nvSpPr>
            <p:spPr>
              <a:xfrm>
                <a:off x="4558750" y="3595675"/>
                <a:ext cx="10350" cy="12125"/>
              </a:xfrm>
              <a:custGeom>
                <a:rect b="b" l="l" r="r" t="t"/>
                <a:pathLst>
                  <a:path extrusionOk="0" h="485" w="414">
                    <a:moveTo>
                      <a:pt x="107" y="0"/>
                    </a:moveTo>
                    <a:cubicBezTo>
                      <a:pt x="55" y="0"/>
                      <a:pt x="4" y="39"/>
                      <a:pt x="1" y="102"/>
                    </a:cubicBezTo>
                    <a:cubicBezTo>
                      <a:pt x="1" y="167"/>
                      <a:pt x="33" y="221"/>
                      <a:pt x="77" y="265"/>
                    </a:cubicBezTo>
                    <a:cubicBezTo>
                      <a:pt x="120" y="303"/>
                      <a:pt x="153" y="352"/>
                      <a:pt x="196" y="390"/>
                    </a:cubicBezTo>
                    <a:cubicBezTo>
                      <a:pt x="229" y="433"/>
                      <a:pt x="272" y="466"/>
                      <a:pt x="327" y="477"/>
                    </a:cubicBezTo>
                    <a:cubicBezTo>
                      <a:pt x="343" y="477"/>
                      <a:pt x="387" y="477"/>
                      <a:pt x="348" y="482"/>
                    </a:cubicBezTo>
                    <a:cubicBezTo>
                      <a:pt x="352" y="482"/>
                      <a:pt x="356" y="485"/>
                      <a:pt x="361" y="485"/>
                    </a:cubicBezTo>
                    <a:cubicBezTo>
                      <a:pt x="364" y="485"/>
                      <a:pt x="367" y="484"/>
                      <a:pt x="370" y="482"/>
                    </a:cubicBezTo>
                    <a:lnTo>
                      <a:pt x="381" y="477"/>
                    </a:lnTo>
                    <a:cubicBezTo>
                      <a:pt x="403" y="460"/>
                      <a:pt x="414" y="439"/>
                      <a:pt x="403" y="417"/>
                    </a:cubicBezTo>
                    <a:lnTo>
                      <a:pt x="408" y="411"/>
                    </a:lnTo>
                    <a:cubicBezTo>
                      <a:pt x="354" y="281"/>
                      <a:pt x="283" y="161"/>
                      <a:pt x="196" y="53"/>
                    </a:cubicBezTo>
                    <a:cubicBezTo>
                      <a:pt x="175" y="16"/>
                      <a:pt x="141"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0"/>
              <p:cNvSpPr/>
              <p:nvPr/>
            </p:nvSpPr>
            <p:spPr>
              <a:xfrm>
                <a:off x="4598300" y="3573600"/>
                <a:ext cx="7500" cy="16275"/>
              </a:xfrm>
              <a:custGeom>
                <a:rect b="b" l="l" r="r" t="t"/>
                <a:pathLst>
                  <a:path extrusionOk="0" h="651" w="300">
                    <a:moveTo>
                      <a:pt x="120" y="1"/>
                    </a:moveTo>
                    <a:cubicBezTo>
                      <a:pt x="86" y="1"/>
                      <a:pt x="52" y="17"/>
                      <a:pt x="33" y="50"/>
                    </a:cubicBezTo>
                    <a:cubicBezTo>
                      <a:pt x="0" y="142"/>
                      <a:pt x="6" y="245"/>
                      <a:pt x="49" y="338"/>
                    </a:cubicBezTo>
                    <a:cubicBezTo>
                      <a:pt x="82" y="419"/>
                      <a:pt x="104" y="506"/>
                      <a:pt x="125" y="593"/>
                    </a:cubicBezTo>
                    <a:cubicBezTo>
                      <a:pt x="136" y="631"/>
                      <a:pt x="168" y="650"/>
                      <a:pt x="199" y="650"/>
                    </a:cubicBezTo>
                    <a:cubicBezTo>
                      <a:pt x="231" y="650"/>
                      <a:pt x="264" y="631"/>
                      <a:pt x="278" y="593"/>
                    </a:cubicBezTo>
                    <a:cubicBezTo>
                      <a:pt x="299" y="506"/>
                      <a:pt x="299" y="419"/>
                      <a:pt x="278" y="332"/>
                    </a:cubicBezTo>
                    <a:cubicBezTo>
                      <a:pt x="267" y="289"/>
                      <a:pt x="250" y="245"/>
                      <a:pt x="245" y="196"/>
                    </a:cubicBezTo>
                    <a:cubicBezTo>
                      <a:pt x="240" y="148"/>
                      <a:pt x="229" y="93"/>
                      <a:pt x="207" y="50"/>
                    </a:cubicBezTo>
                    <a:cubicBezTo>
                      <a:pt x="188" y="17"/>
                      <a:pt x="154"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0"/>
              <p:cNvSpPr/>
              <p:nvPr/>
            </p:nvSpPr>
            <p:spPr>
              <a:xfrm>
                <a:off x="4644225" y="3581075"/>
                <a:ext cx="13000" cy="11625"/>
              </a:xfrm>
              <a:custGeom>
                <a:rect b="b" l="l" r="r" t="t"/>
                <a:pathLst>
                  <a:path extrusionOk="0" h="465" w="520">
                    <a:moveTo>
                      <a:pt x="397" y="1"/>
                    </a:moveTo>
                    <a:cubicBezTo>
                      <a:pt x="283" y="17"/>
                      <a:pt x="229" y="93"/>
                      <a:pt x="153" y="169"/>
                    </a:cubicBezTo>
                    <a:cubicBezTo>
                      <a:pt x="93" y="229"/>
                      <a:pt x="6" y="289"/>
                      <a:pt x="1" y="381"/>
                    </a:cubicBezTo>
                    <a:cubicBezTo>
                      <a:pt x="1" y="429"/>
                      <a:pt x="43" y="465"/>
                      <a:pt x="91" y="465"/>
                    </a:cubicBezTo>
                    <a:cubicBezTo>
                      <a:pt x="97" y="465"/>
                      <a:pt x="103" y="464"/>
                      <a:pt x="109" y="463"/>
                    </a:cubicBezTo>
                    <a:lnTo>
                      <a:pt x="120" y="463"/>
                    </a:lnTo>
                    <a:cubicBezTo>
                      <a:pt x="142" y="457"/>
                      <a:pt x="158" y="446"/>
                      <a:pt x="169" y="425"/>
                    </a:cubicBezTo>
                    <a:cubicBezTo>
                      <a:pt x="213" y="392"/>
                      <a:pt x="267" y="365"/>
                      <a:pt x="311" y="332"/>
                    </a:cubicBezTo>
                    <a:cubicBezTo>
                      <a:pt x="370" y="283"/>
                      <a:pt x="425" y="234"/>
                      <a:pt x="474" y="180"/>
                    </a:cubicBezTo>
                    <a:cubicBezTo>
                      <a:pt x="520" y="124"/>
                      <a:pt x="498" y="5"/>
                      <a:pt x="414" y="5"/>
                    </a:cubicBezTo>
                    <a:cubicBezTo>
                      <a:pt x="409" y="5"/>
                      <a:pt x="403" y="5"/>
                      <a:pt x="397" y="6"/>
                    </a:cubicBezTo>
                    <a:lnTo>
                      <a:pt x="3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0"/>
              <p:cNvSpPr/>
              <p:nvPr/>
            </p:nvSpPr>
            <p:spPr>
              <a:xfrm>
                <a:off x="4667750" y="3607450"/>
                <a:ext cx="13600" cy="6200"/>
              </a:xfrm>
              <a:custGeom>
                <a:rect b="b" l="l" r="r" t="t"/>
                <a:pathLst>
                  <a:path extrusionOk="0" h="248" w="544">
                    <a:moveTo>
                      <a:pt x="489" y="0"/>
                    </a:moveTo>
                    <a:lnTo>
                      <a:pt x="489" y="6"/>
                    </a:lnTo>
                    <a:cubicBezTo>
                      <a:pt x="473" y="4"/>
                      <a:pt x="457" y="4"/>
                      <a:pt x="440" y="4"/>
                    </a:cubicBezTo>
                    <a:cubicBezTo>
                      <a:pt x="391" y="4"/>
                      <a:pt x="343" y="10"/>
                      <a:pt x="294" y="22"/>
                    </a:cubicBezTo>
                    <a:cubicBezTo>
                      <a:pt x="207" y="33"/>
                      <a:pt x="120" y="60"/>
                      <a:pt x="38" y="93"/>
                    </a:cubicBezTo>
                    <a:cubicBezTo>
                      <a:pt x="0" y="120"/>
                      <a:pt x="0" y="180"/>
                      <a:pt x="38" y="207"/>
                    </a:cubicBezTo>
                    <a:cubicBezTo>
                      <a:pt x="101" y="233"/>
                      <a:pt x="167" y="248"/>
                      <a:pt x="233" y="248"/>
                    </a:cubicBezTo>
                    <a:cubicBezTo>
                      <a:pt x="276" y="248"/>
                      <a:pt x="318" y="241"/>
                      <a:pt x="359" y="229"/>
                    </a:cubicBezTo>
                    <a:cubicBezTo>
                      <a:pt x="429" y="212"/>
                      <a:pt x="544" y="152"/>
                      <a:pt x="538" y="71"/>
                    </a:cubicBezTo>
                    <a:cubicBezTo>
                      <a:pt x="538" y="38"/>
                      <a:pt x="516" y="11"/>
                      <a:pt x="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0"/>
              <p:cNvSpPr/>
              <p:nvPr/>
            </p:nvSpPr>
            <p:spPr>
              <a:xfrm>
                <a:off x="4671750" y="3640575"/>
                <a:ext cx="12875" cy="8525"/>
              </a:xfrm>
              <a:custGeom>
                <a:rect b="b" l="l" r="r" t="t"/>
                <a:pathLst>
                  <a:path extrusionOk="0" h="341" w="515">
                    <a:moveTo>
                      <a:pt x="111" y="1"/>
                    </a:moveTo>
                    <a:cubicBezTo>
                      <a:pt x="59" y="1"/>
                      <a:pt x="0" y="56"/>
                      <a:pt x="41" y="110"/>
                    </a:cubicBezTo>
                    <a:cubicBezTo>
                      <a:pt x="90" y="165"/>
                      <a:pt x="150" y="214"/>
                      <a:pt x="215" y="246"/>
                    </a:cubicBezTo>
                    <a:cubicBezTo>
                      <a:pt x="284" y="295"/>
                      <a:pt x="340" y="340"/>
                      <a:pt x="422" y="340"/>
                    </a:cubicBezTo>
                    <a:cubicBezTo>
                      <a:pt x="431" y="340"/>
                      <a:pt x="440" y="340"/>
                      <a:pt x="449" y="339"/>
                    </a:cubicBezTo>
                    <a:cubicBezTo>
                      <a:pt x="487" y="328"/>
                      <a:pt x="514" y="290"/>
                      <a:pt x="514" y="246"/>
                    </a:cubicBezTo>
                    <a:cubicBezTo>
                      <a:pt x="503" y="159"/>
                      <a:pt x="433" y="110"/>
                      <a:pt x="362" y="67"/>
                    </a:cubicBezTo>
                    <a:cubicBezTo>
                      <a:pt x="324" y="51"/>
                      <a:pt x="286" y="34"/>
                      <a:pt x="248" y="29"/>
                    </a:cubicBezTo>
                    <a:cubicBezTo>
                      <a:pt x="210" y="23"/>
                      <a:pt x="177" y="18"/>
                      <a:pt x="139" y="7"/>
                    </a:cubicBezTo>
                    <a:cubicBezTo>
                      <a:pt x="130" y="3"/>
                      <a:pt x="121" y="1"/>
                      <a:pt x="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20"/>
              <p:cNvSpPr/>
              <p:nvPr/>
            </p:nvSpPr>
            <p:spPr>
              <a:xfrm>
                <a:off x="4668675" y="3673800"/>
                <a:ext cx="12825" cy="10325"/>
              </a:xfrm>
              <a:custGeom>
                <a:rect b="b" l="l" r="r" t="t"/>
                <a:pathLst>
                  <a:path extrusionOk="0" h="413" w="513">
                    <a:moveTo>
                      <a:pt x="100" y="1"/>
                    </a:moveTo>
                    <a:cubicBezTo>
                      <a:pt x="39" y="1"/>
                      <a:pt x="0" y="87"/>
                      <a:pt x="45" y="140"/>
                    </a:cubicBezTo>
                    <a:cubicBezTo>
                      <a:pt x="94" y="205"/>
                      <a:pt x="148" y="249"/>
                      <a:pt x="191" y="309"/>
                    </a:cubicBezTo>
                    <a:cubicBezTo>
                      <a:pt x="240" y="369"/>
                      <a:pt x="311" y="407"/>
                      <a:pt x="387" y="412"/>
                    </a:cubicBezTo>
                    <a:cubicBezTo>
                      <a:pt x="463" y="412"/>
                      <a:pt x="512" y="331"/>
                      <a:pt x="474" y="260"/>
                    </a:cubicBezTo>
                    <a:cubicBezTo>
                      <a:pt x="458" y="227"/>
                      <a:pt x="431" y="200"/>
                      <a:pt x="398" y="184"/>
                    </a:cubicBezTo>
                    <a:cubicBezTo>
                      <a:pt x="376" y="167"/>
                      <a:pt x="354" y="146"/>
                      <a:pt x="333" y="129"/>
                    </a:cubicBezTo>
                    <a:cubicBezTo>
                      <a:pt x="278" y="75"/>
                      <a:pt x="197" y="59"/>
                      <a:pt x="142" y="15"/>
                    </a:cubicBezTo>
                    <a:cubicBezTo>
                      <a:pt x="128" y="5"/>
                      <a:pt x="113"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0"/>
              <p:cNvSpPr/>
              <p:nvPr/>
            </p:nvSpPr>
            <p:spPr>
              <a:xfrm>
                <a:off x="4572200" y="3640175"/>
                <a:ext cx="6875" cy="6900"/>
              </a:xfrm>
              <a:custGeom>
                <a:rect b="b" l="l" r="r" t="t"/>
                <a:pathLst>
                  <a:path extrusionOk="0" h="276" w="275">
                    <a:moveTo>
                      <a:pt x="217" y="0"/>
                    </a:moveTo>
                    <a:cubicBezTo>
                      <a:pt x="214" y="0"/>
                      <a:pt x="211" y="0"/>
                      <a:pt x="207" y="1"/>
                    </a:cubicBezTo>
                    <a:cubicBezTo>
                      <a:pt x="153" y="18"/>
                      <a:pt x="104" y="56"/>
                      <a:pt x="77" y="99"/>
                    </a:cubicBezTo>
                    <a:cubicBezTo>
                      <a:pt x="44" y="143"/>
                      <a:pt x="1" y="219"/>
                      <a:pt x="44" y="262"/>
                    </a:cubicBezTo>
                    <a:cubicBezTo>
                      <a:pt x="55" y="272"/>
                      <a:pt x="65" y="276"/>
                      <a:pt x="74" y="276"/>
                    </a:cubicBezTo>
                    <a:cubicBezTo>
                      <a:pt x="104" y="276"/>
                      <a:pt x="123" y="228"/>
                      <a:pt x="131" y="202"/>
                    </a:cubicBezTo>
                    <a:cubicBezTo>
                      <a:pt x="153" y="148"/>
                      <a:pt x="191" y="105"/>
                      <a:pt x="234" y="77"/>
                    </a:cubicBezTo>
                    <a:cubicBezTo>
                      <a:pt x="275" y="57"/>
                      <a:pt x="254" y="0"/>
                      <a:pt x="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0"/>
              <p:cNvSpPr/>
              <p:nvPr/>
            </p:nvSpPr>
            <p:spPr>
              <a:xfrm>
                <a:off x="4572925" y="3644250"/>
                <a:ext cx="7700" cy="8475"/>
              </a:xfrm>
              <a:custGeom>
                <a:rect b="b" l="l" r="r" t="t"/>
                <a:pathLst>
                  <a:path extrusionOk="0" h="339" w="308">
                    <a:moveTo>
                      <a:pt x="250" y="1"/>
                    </a:moveTo>
                    <a:cubicBezTo>
                      <a:pt x="240" y="1"/>
                      <a:pt x="230" y="4"/>
                      <a:pt x="222" y="12"/>
                    </a:cubicBezTo>
                    <a:cubicBezTo>
                      <a:pt x="200" y="34"/>
                      <a:pt x="178" y="61"/>
                      <a:pt x="157" y="88"/>
                    </a:cubicBezTo>
                    <a:cubicBezTo>
                      <a:pt x="129" y="110"/>
                      <a:pt x="113" y="121"/>
                      <a:pt x="97" y="137"/>
                    </a:cubicBezTo>
                    <a:cubicBezTo>
                      <a:pt x="53" y="175"/>
                      <a:pt x="21" y="224"/>
                      <a:pt x="4" y="284"/>
                    </a:cubicBezTo>
                    <a:cubicBezTo>
                      <a:pt x="1" y="316"/>
                      <a:pt x="25" y="338"/>
                      <a:pt x="51" y="338"/>
                    </a:cubicBezTo>
                    <a:cubicBezTo>
                      <a:pt x="65" y="338"/>
                      <a:pt x="80" y="332"/>
                      <a:pt x="91" y="317"/>
                    </a:cubicBezTo>
                    <a:cubicBezTo>
                      <a:pt x="113" y="268"/>
                      <a:pt x="146" y="224"/>
                      <a:pt x="184" y="186"/>
                    </a:cubicBezTo>
                    <a:cubicBezTo>
                      <a:pt x="222" y="148"/>
                      <a:pt x="254" y="105"/>
                      <a:pt x="287" y="56"/>
                    </a:cubicBezTo>
                    <a:cubicBezTo>
                      <a:pt x="307" y="31"/>
                      <a:pt x="279"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0"/>
              <p:cNvSpPr/>
              <p:nvPr/>
            </p:nvSpPr>
            <p:spPr>
              <a:xfrm>
                <a:off x="4573100" y="3650325"/>
                <a:ext cx="5650" cy="7025"/>
              </a:xfrm>
              <a:custGeom>
                <a:rect b="b" l="l" r="r" t="t"/>
                <a:pathLst>
                  <a:path extrusionOk="0" h="281" w="226">
                    <a:moveTo>
                      <a:pt x="196" y="0"/>
                    </a:moveTo>
                    <a:cubicBezTo>
                      <a:pt x="184" y="0"/>
                      <a:pt x="171" y="7"/>
                      <a:pt x="166" y="19"/>
                    </a:cubicBezTo>
                    <a:cubicBezTo>
                      <a:pt x="160" y="41"/>
                      <a:pt x="139" y="52"/>
                      <a:pt x="128" y="68"/>
                    </a:cubicBezTo>
                    <a:cubicBezTo>
                      <a:pt x="111" y="85"/>
                      <a:pt x="106" y="106"/>
                      <a:pt x="90" y="123"/>
                    </a:cubicBezTo>
                    <a:cubicBezTo>
                      <a:pt x="63" y="150"/>
                      <a:pt x="35" y="182"/>
                      <a:pt x="14" y="220"/>
                    </a:cubicBezTo>
                    <a:cubicBezTo>
                      <a:pt x="0" y="247"/>
                      <a:pt x="19" y="281"/>
                      <a:pt x="45" y="281"/>
                    </a:cubicBezTo>
                    <a:cubicBezTo>
                      <a:pt x="50" y="281"/>
                      <a:pt x="56" y="279"/>
                      <a:pt x="63" y="275"/>
                    </a:cubicBezTo>
                    <a:cubicBezTo>
                      <a:pt x="106" y="242"/>
                      <a:pt x="144" y="204"/>
                      <a:pt x="171" y="161"/>
                    </a:cubicBezTo>
                    <a:cubicBezTo>
                      <a:pt x="198" y="117"/>
                      <a:pt x="215" y="74"/>
                      <a:pt x="226" y="30"/>
                    </a:cubicBezTo>
                    <a:cubicBezTo>
                      <a:pt x="226" y="10"/>
                      <a:pt x="211" y="0"/>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20"/>
              <p:cNvSpPr/>
              <p:nvPr/>
            </p:nvSpPr>
            <p:spPr>
              <a:xfrm>
                <a:off x="4574650" y="3656125"/>
                <a:ext cx="4375" cy="4375"/>
              </a:xfrm>
              <a:custGeom>
                <a:rect b="b" l="l" r="r" t="t"/>
                <a:pathLst>
                  <a:path extrusionOk="0" h="175" w="175">
                    <a:moveTo>
                      <a:pt x="134" y="1"/>
                    </a:moveTo>
                    <a:cubicBezTo>
                      <a:pt x="128" y="1"/>
                      <a:pt x="123" y="2"/>
                      <a:pt x="120" y="5"/>
                    </a:cubicBezTo>
                    <a:cubicBezTo>
                      <a:pt x="115" y="21"/>
                      <a:pt x="104" y="32"/>
                      <a:pt x="98" y="43"/>
                    </a:cubicBezTo>
                    <a:cubicBezTo>
                      <a:pt x="82" y="59"/>
                      <a:pt x="66" y="70"/>
                      <a:pt x="55" y="81"/>
                    </a:cubicBezTo>
                    <a:cubicBezTo>
                      <a:pt x="39" y="97"/>
                      <a:pt x="1" y="157"/>
                      <a:pt x="55" y="173"/>
                    </a:cubicBezTo>
                    <a:cubicBezTo>
                      <a:pt x="60" y="174"/>
                      <a:pt x="64" y="175"/>
                      <a:pt x="69" y="175"/>
                    </a:cubicBezTo>
                    <a:cubicBezTo>
                      <a:pt x="110" y="175"/>
                      <a:pt x="137" y="132"/>
                      <a:pt x="147" y="103"/>
                    </a:cubicBezTo>
                    <a:cubicBezTo>
                      <a:pt x="158" y="75"/>
                      <a:pt x="174" y="37"/>
                      <a:pt x="147" y="5"/>
                    </a:cubicBezTo>
                    <a:cubicBezTo>
                      <a:pt x="145" y="2"/>
                      <a:pt x="139"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20"/>
              <p:cNvSpPr/>
              <p:nvPr/>
            </p:nvSpPr>
            <p:spPr>
              <a:xfrm>
                <a:off x="4578875" y="3666275"/>
                <a:ext cx="4575" cy="6350"/>
              </a:xfrm>
              <a:custGeom>
                <a:rect b="b" l="l" r="r" t="t"/>
                <a:pathLst>
                  <a:path extrusionOk="0" h="254" w="183">
                    <a:moveTo>
                      <a:pt x="133" y="1"/>
                    </a:moveTo>
                    <a:cubicBezTo>
                      <a:pt x="119" y="1"/>
                      <a:pt x="105" y="9"/>
                      <a:pt x="103" y="28"/>
                    </a:cubicBezTo>
                    <a:cubicBezTo>
                      <a:pt x="87" y="99"/>
                      <a:pt x="0" y="148"/>
                      <a:pt x="22" y="229"/>
                    </a:cubicBezTo>
                    <a:cubicBezTo>
                      <a:pt x="27" y="246"/>
                      <a:pt x="42" y="254"/>
                      <a:pt x="58" y="254"/>
                    </a:cubicBezTo>
                    <a:cubicBezTo>
                      <a:pt x="73" y="254"/>
                      <a:pt x="90" y="246"/>
                      <a:pt x="98" y="229"/>
                    </a:cubicBezTo>
                    <a:cubicBezTo>
                      <a:pt x="103" y="197"/>
                      <a:pt x="120" y="164"/>
                      <a:pt x="136" y="137"/>
                    </a:cubicBezTo>
                    <a:cubicBezTo>
                      <a:pt x="158" y="110"/>
                      <a:pt x="169" y="83"/>
                      <a:pt x="179" y="50"/>
                    </a:cubicBezTo>
                    <a:cubicBezTo>
                      <a:pt x="183" y="20"/>
                      <a:pt x="156"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0"/>
              <p:cNvSpPr/>
              <p:nvPr/>
            </p:nvSpPr>
            <p:spPr>
              <a:xfrm>
                <a:off x="4580350" y="3670725"/>
                <a:ext cx="4600" cy="5925"/>
              </a:xfrm>
              <a:custGeom>
                <a:rect b="b" l="l" r="r" t="t"/>
                <a:pathLst>
                  <a:path extrusionOk="0" h="237" w="184">
                    <a:moveTo>
                      <a:pt x="142" y="0"/>
                    </a:moveTo>
                    <a:cubicBezTo>
                      <a:pt x="126" y="0"/>
                      <a:pt x="112" y="8"/>
                      <a:pt x="110" y="24"/>
                    </a:cubicBezTo>
                    <a:cubicBezTo>
                      <a:pt x="99" y="62"/>
                      <a:pt x="1" y="231"/>
                      <a:pt x="93" y="236"/>
                    </a:cubicBezTo>
                    <a:cubicBezTo>
                      <a:pt x="131" y="236"/>
                      <a:pt x="142" y="187"/>
                      <a:pt x="148" y="155"/>
                    </a:cubicBezTo>
                    <a:cubicBezTo>
                      <a:pt x="164" y="117"/>
                      <a:pt x="175" y="78"/>
                      <a:pt x="180" y="35"/>
                    </a:cubicBezTo>
                    <a:cubicBezTo>
                      <a:pt x="183" y="13"/>
                      <a:pt x="162" y="0"/>
                      <a:pt x="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0"/>
              <p:cNvSpPr/>
              <p:nvPr/>
            </p:nvSpPr>
            <p:spPr>
              <a:xfrm>
                <a:off x="4615700" y="3607250"/>
                <a:ext cx="28550" cy="27375"/>
              </a:xfrm>
              <a:custGeom>
                <a:rect b="b" l="l" r="r" t="t"/>
                <a:pathLst>
                  <a:path extrusionOk="0" h="1095" w="1142">
                    <a:moveTo>
                      <a:pt x="544" y="0"/>
                    </a:moveTo>
                    <a:cubicBezTo>
                      <a:pt x="517" y="0"/>
                      <a:pt x="489" y="3"/>
                      <a:pt x="462" y="8"/>
                    </a:cubicBezTo>
                    <a:cubicBezTo>
                      <a:pt x="332" y="35"/>
                      <a:pt x="212" y="84"/>
                      <a:pt x="109" y="160"/>
                    </a:cubicBezTo>
                    <a:cubicBezTo>
                      <a:pt x="49" y="204"/>
                      <a:pt x="0" y="264"/>
                      <a:pt x="49" y="334"/>
                    </a:cubicBezTo>
                    <a:cubicBezTo>
                      <a:pt x="76" y="372"/>
                      <a:pt x="109" y="400"/>
                      <a:pt x="152" y="416"/>
                    </a:cubicBezTo>
                    <a:cubicBezTo>
                      <a:pt x="212" y="443"/>
                      <a:pt x="267" y="481"/>
                      <a:pt x="332" y="508"/>
                    </a:cubicBezTo>
                    <a:cubicBezTo>
                      <a:pt x="451" y="557"/>
                      <a:pt x="571" y="601"/>
                      <a:pt x="663" y="704"/>
                    </a:cubicBezTo>
                    <a:cubicBezTo>
                      <a:pt x="712" y="764"/>
                      <a:pt x="750" y="824"/>
                      <a:pt x="783" y="894"/>
                    </a:cubicBezTo>
                    <a:cubicBezTo>
                      <a:pt x="805" y="949"/>
                      <a:pt x="832" y="1003"/>
                      <a:pt x="859" y="1052"/>
                    </a:cubicBezTo>
                    <a:cubicBezTo>
                      <a:pt x="875" y="1080"/>
                      <a:pt x="903" y="1094"/>
                      <a:pt x="930" y="1094"/>
                    </a:cubicBezTo>
                    <a:cubicBezTo>
                      <a:pt x="960" y="1094"/>
                      <a:pt x="989" y="1078"/>
                      <a:pt x="1000" y="1047"/>
                    </a:cubicBezTo>
                    <a:cubicBezTo>
                      <a:pt x="1066" y="927"/>
                      <a:pt x="1114" y="796"/>
                      <a:pt x="1131" y="661"/>
                    </a:cubicBezTo>
                    <a:cubicBezTo>
                      <a:pt x="1142" y="579"/>
                      <a:pt x="1142" y="454"/>
                      <a:pt x="1076" y="405"/>
                    </a:cubicBezTo>
                    <a:cubicBezTo>
                      <a:pt x="1073" y="403"/>
                      <a:pt x="1069" y="401"/>
                      <a:pt x="1066" y="401"/>
                    </a:cubicBezTo>
                    <a:cubicBezTo>
                      <a:pt x="1056" y="401"/>
                      <a:pt x="1051" y="413"/>
                      <a:pt x="1055" y="421"/>
                    </a:cubicBezTo>
                    <a:cubicBezTo>
                      <a:pt x="1087" y="465"/>
                      <a:pt x="1071" y="530"/>
                      <a:pt x="1071" y="574"/>
                    </a:cubicBezTo>
                    <a:cubicBezTo>
                      <a:pt x="1066" y="628"/>
                      <a:pt x="1055" y="677"/>
                      <a:pt x="1044" y="731"/>
                    </a:cubicBezTo>
                    <a:cubicBezTo>
                      <a:pt x="1022" y="791"/>
                      <a:pt x="1006" y="856"/>
                      <a:pt x="979" y="916"/>
                    </a:cubicBezTo>
                    <a:cubicBezTo>
                      <a:pt x="970" y="947"/>
                      <a:pt x="954" y="1016"/>
                      <a:pt x="922" y="1016"/>
                    </a:cubicBezTo>
                    <a:cubicBezTo>
                      <a:pt x="915" y="1016"/>
                      <a:pt x="906" y="1012"/>
                      <a:pt x="897" y="1003"/>
                    </a:cubicBezTo>
                    <a:cubicBezTo>
                      <a:pt x="870" y="960"/>
                      <a:pt x="848" y="911"/>
                      <a:pt x="837" y="867"/>
                    </a:cubicBezTo>
                    <a:cubicBezTo>
                      <a:pt x="805" y="807"/>
                      <a:pt x="772" y="753"/>
                      <a:pt x="734" y="699"/>
                    </a:cubicBezTo>
                    <a:cubicBezTo>
                      <a:pt x="669" y="623"/>
                      <a:pt x="593" y="563"/>
                      <a:pt x="506" y="525"/>
                    </a:cubicBezTo>
                    <a:cubicBezTo>
                      <a:pt x="402" y="470"/>
                      <a:pt x="294" y="427"/>
                      <a:pt x="190" y="372"/>
                    </a:cubicBezTo>
                    <a:cubicBezTo>
                      <a:pt x="141" y="351"/>
                      <a:pt x="55" y="307"/>
                      <a:pt x="109" y="237"/>
                    </a:cubicBezTo>
                    <a:cubicBezTo>
                      <a:pt x="147" y="204"/>
                      <a:pt x="190" y="182"/>
                      <a:pt x="234" y="166"/>
                    </a:cubicBezTo>
                    <a:cubicBezTo>
                      <a:pt x="331" y="104"/>
                      <a:pt x="443" y="74"/>
                      <a:pt x="558" y="74"/>
                    </a:cubicBezTo>
                    <a:cubicBezTo>
                      <a:pt x="584" y="74"/>
                      <a:pt x="610" y="76"/>
                      <a:pt x="636" y="79"/>
                    </a:cubicBezTo>
                    <a:cubicBezTo>
                      <a:pt x="696" y="79"/>
                      <a:pt x="761" y="101"/>
                      <a:pt x="816" y="133"/>
                    </a:cubicBezTo>
                    <a:cubicBezTo>
                      <a:pt x="864" y="171"/>
                      <a:pt x="935" y="215"/>
                      <a:pt x="946" y="280"/>
                    </a:cubicBezTo>
                    <a:cubicBezTo>
                      <a:pt x="948" y="293"/>
                      <a:pt x="957" y="298"/>
                      <a:pt x="967" y="298"/>
                    </a:cubicBezTo>
                    <a:cubicBezTo>
                      <a:pt x="983" y="298"/>
                      <a:pt x="1002" y="284"/>
                      <a:pt x="995" y="264"/>
                    </a:cubicBezTo>
                    <a:cubicBezTo>
                      <a:pt x="979" y="166"/>
                      <a:pt x="864" y="90"/>
                      <a:pt x="783" y="46"/>
                    </a:cubicBezTo>
                    <a:cubicBezTo>
                      <a:pt x="734" y="25"/>
                      <a:pt x="680" y="14"/>
                      <a:pt x="625" y="8"/>
                    </a:cubicBezTo>
                    <a:cubicBezTo>
                      <a:pt x="598" y="3"/>
                      <a:pt x="571" y="0"/>
                      <a:pt x="5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0"/>
              <p:cNvSpPr/>
              <p:nvPr/>
            </p:nvSpPr>
            <p:spPr>
              <a:xfrm>
                <a:off x="4643425" y="3639650"/>
                <a:ext cx="7750" cy="10175"/>
              </a:xfrm>
              <a:custGeom>
                <a:rect b="b" l="l" r="r" t="t"/>
                <a:pathLst>
                  <a:path extrusionOk="0" h="407" w="310">
                    <a:moveTo>
                      <a:pt x="165" y="0"/>
                    </a:moveTo>
                    <a:cubicBezTo>
                      <a:pt x="158" y="0"/>
                      <a:pt x="152" y="5"/>
                      <a:pt x="152" y="11"/>
                    </a:cubicBezTo>
                    <a:cubicBezTo>
                      <a:pt x="158" y="49"/>
                      <a:pt x="169" y="82"/>
                      <a:pt x="190" y="109"/>
                    </a:cubicBezTo>
                    <a:cubicBezTo>
                      <a:pt x="207" y="153"/>
                      <a:pt x="223" y="196"/>
                      <a:pt x="223" y="240"/>
                    </a:cubicBezTo>
                    <a:cubicBezTo>
                      <a:pt x="227" y="285"/>
                      <a:pt x="198" y="339"/>
                      <a:pt x="149" y="339"/>
                    </a:cubicBezTo>
                    <a:cubicBezTo>
                      <a:pt x="140" y="339"/>
                      <a:pt x="130" y="337"/>
                      <a:pt x="120" y="332"/>
                    </a:cubicBezTo>
                    <a:cubicBezTo>
                      <a:pt x="54" y="305"/>
                      <a:pt x="54" y="185"/>
                      <a:pt x="71" y="131"/>
                    </a:cubicBezTo>
                    <a:cubicBezTo>
                      <a:pt x="74" y="118"/>
                      <a:pt x="63" y="108"/>
                      <a:pt x="53" y="108"/>
                    </a:cubicBezTo>
                    <a:cubicBezTo>
                      <a:pt x="46" y="108"/>
                      <a:pt x="40" y="112"/>
                      <a:pt x="38" y="120"/>
                    </a:cubicBezTo>
                    <a:cubicBezTo>
                      <a:pt x="0" y="196"/>
                      <a:pt x="11" y="283"/>
                      <a:pt x="54" y="348"/>
                    </a:cubicBezTo>
                    <a:cubicBezTo>
                      <a:pt x="79" y="387"/>
                      <a:pt x="118" y="407"/>
                      <a:pt x="158" y="407"/>
                    </a:cubicBezTo>
                    <a:cubicBezTo>
                      <a:pt x="181" y="407"/>
                      <a:pt x="203" y="400"/>
                      <a:pt x="223" y="386"/>
                    </a:cubicBezTo>
                    <a:cubicBezTo>
                      <a:pt x="283" y="354"/>
                      <a:pt x="310" y="283"/>
                      <a:pt x="294" y="223"/>
                    </a:cubicBezTo>
                    <a:cubicBezTo>
                      <a:pt x="294" y="185"/>
                      <a:pt x="277" y="147"/>
                      <a:pt x="261" y="115"/>
                    </a:cubicBezTo>
                    <a:cubicBezTo>
                      <a:pt x="239" y="71"/>
                      <a:pt x="196" y="49"/>
                      <a:pt x="174" y="6"/>
                    </a:cubicBezTo>
                    <a:cubicBezTo>
                      <a:pt x="172" y="2"/>
                      <a:pt x="168" y="0"/>
                      <a:pt x="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7" name="Google Shape;5267;p120"/>
            <p:cNvSpPr/>
            <p:nvPr/>
          </p:nvSpPr>
          <p:spPr>
            <a:xfrm>
              <a:off x="3572713" y="3003125"/>
              <a:ext cx="7400" cy="9875"/>
            </a:xfrm>
            <a:custGeom>
              <a:rect b="b" l="l" r="r" t="t"/>
              <a:pathLst>
                <a:path extrusionOk="0" h="395" w="296">
                  <a:moveTo>
                    <a:pt x="237" y="1"/>
                  </a:moveTo>
                  <a:cubicBezTo>
                    <a:pt x="227" y="1"/>
                    <a:pt x="216" y="5"/>
                    <a:pt x="207" y="16"/>
                  </a:cubicBezTo>
                  <a:cubicBezTo>
                    <a:pt x="152" y="76"/>
                    <a:pt x="103" y="141"/>
                    <a:pt x="60" y="206"/>
                  </a:cubicBezTo>
                  <a:cubicBezTo>
                    <a:pt x="16" y="250"/>
                    <a:pt x="0" y="315"/>
                    <a:pt x="16" y="369"/>
                  </a:cubicBezTo>
                  <a:cubicBezTo>
                    <a:pt x="23" y="383"/>
                    <a:pt x="39" y="394"/>
                    <a:pt x="53" y="394"/>
                  </a:cubicBezTo>
                  <a:cubicBezTo>
                    <a:pt x="62" y="394"/>
                    <a:pt x="70" y="390"/>
                    <a:pt x="76" y="380"/>
                  </a:cubicBezTo>
                  <a:cubicBezTo>
                    <a:pt x="125" y="271"/>
                    <a:pt x="190" y="168"/>
                    <a:pt x="267" y="76"/>
                  </a:cubicBezTo>
                  <a:cubicBezTo>
                    <a:pt x="295" y="43"/>
                    <a:pt x="268" y="1"/>
                    <a:pt x="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0"/>
            <p:cNvSpPr/>
            <p:nvPr/>
          </p:nvSpPr>
          <p:spPr>
            <a:xfrm>
              <a:off x="3572013" y="3012825"/>
              <a:ext cx="7975" cy="8300"/>
            </a:xfrm>
            <a:custGeom>
              <a:rect b="b" l="l" r="r" t="t"/>
              <a:pathLst>
                <a:path extrusionOk="0" h="332" w="319">
                  <a:moveTo>
                    <a:pt x="266" y="1"/>
                  </a:moveTo>
                  <a:cubicBezTo>
                    <a:pt x="257" y="1"/>
                    <a:pt x="248" y="5"/>
                    <a:pt x="240" y="14"/>
                  </a:cubicBezTo>
                  <a:lnTo>
                    <a:pt x="240" y="8"/>
                  </a:lnTo>
                  <a:cubicBezTo>
                    <a:pt x="164" y="79"/>
                    <a:pt x="1" y="199"/>
                    <a:pt x="34" y="318"/>
                  </a:cubicBezTo>
                  <a:cubicBezTo>
                    <a:pt x="38" y="326"/>
                    <a:pt x="44" y="331"/>
                    <a:pt x="52" y="331"/>
                  </a:cubicBezTo>
                  <a:cubicBezTo>
                    <a:pt x="55" y="331"/>
                    <a:pt x="58" y="331"/>
                    <a:pt x="61" y="329"/>
                  </a:cubicBezTo>
                  <a:cubicBezTo>
                    <a:pt x="104" y="291"/>
                    <a:pt x="137" y="248"/>
                    <a:pt x="170" y="204"/>
                  </a:cubicBezTo>
                  <a:cubicBezTo>
                    <a:pt x="208" y="155"/>
                    <a:pt x="251" y="112"/>
                    <a:pt x="289" y="68"/>
                  </a:cubicBezTo>
                  <a:cubicBezTo>
                    <a:pt x="318" y="39"/>
                    <a:pt x="294"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0"/>
            <p:cNvSpPr/>
            <p:nvPr/>
          </p:nvSpPr>
          <p:spPr>
            <a:xfrm>
              <a:off x="3573463" y="3019650"/>
              <a:ext cx="5250" cy="6600"/>
            </a:xfrm>
            <a:custGeom>
              <a:rect b="b" l="l" r="r" t="t"/>
              <a:pathLst>
                <a:path extrusionOk="0" h="264" w="210">
                  <a:moveTo>
                    <a:pt x="167" y="1"/>
                  </a:moveTo>
                  <a:cubicBezTo>
                    <a:pt x="149" y="1"/>
                    <a:pt x="130" y="13"/>
                    <a:pt x="133" y="34"/>
                  </a:cubicBezTo>
                  <a:cubicBezTo>
                    <a:pt x="133" y="78"/>
                    <a:pt x="101" y="94"/>
                    <a:pt x="84" y="116"/>
                  </a:cubicBezTo>
                  <a:cubicBezTo>
                    <a:pt x="68" y="143"/>
                    <a:pt x="52" y="165"/>
                    <a:pt x="30" y="187"/>
                  </a:cubicBezTo>
                  <a:cubicBezTo>
                    <a:pt x="0" y="212"/>
                    <a:pt x="11" y="264"/>
                    <a:pt x="51" y="264"/>
                  </a:cubicBezTo>
                  <a:cubicBezTo>
                    <a:pt x="55" y="264"/>
                    <a:pt x="59" y="264"/>
                    <a:pt x="63" y="263"/>
                  </a:cubicBezTo>
                  <a:cubicBezTo>
                    <a:pt x="112" y="246"/>
                    <a:pt x="122" y="197"/>
                    <a:pt x="155" y="159"/>
                  </a:cubicBezTo>
                  <a:cubicBezTo>
                    <a:pt x="188" y="121"/>
                    <a:pt x="209" y="72"/>
                    <a:pt x="204" y="23"/>
                  </a:cubicBezTo>
                  <a:lnTo>
                    <a:pt x="204" y="23"/>
                  </a:lnTo>
                  <a:lnTo>
                    <a:pt x="198" y="29"/>
                  </a:lnTo>
                  <a:cubicBezTo>
                    <a:pt x="196" y="9"/>
                    <a:pt x="181"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0"/>
            <p:cNvSpPr/>
            <p:nvPr/>
          </p:nvSpPr>
          <p:spPr>
            <a:xfrm>
              <a:off x="3606813" y="2993137"/>
              <a:ext cx="5275" cy="7975"/>
            </a:xfrm>
            <a:custGeom>
              <a:rect b="b" l="l" r="r" t="t"/>
              <a:pathLst>
                <a:path extrusionOk="0" h="319" w="211">
                  <a:moveTo>
                    <a:pt x="155" y="1"/>
                  </a:moveTo>
                  <a:cubicBezTo>
                    <a:pt x="133" y="1"/>
                    <a:pt x="112" y="12"/>
                    <a:pt x="109" y="36"/>
                  </a:cubicBezTo>
                  <a:cubicBezTo>
                    <a:pt x="104" y="80"/>
                    <a:pt x="55" y="112"/>
                    <a:pt x="33" y="145"/>
                  </a:cubicBezTo>
                  <a:cubicBezTo>
                    <a:pt x="1" y="194"/>
                    <a:pt x="1" y="254"/>
                    <a:pt x="22" y="303"/>
                  </a:cubicBezTo>
                  <a:cubicBezTo>
                    <a:pt x="28" y="314"/>
                    <a:pt x="40" y="319"/>
                    <a:pt x="52" y="319"/>
                  </a:cubicBezTo>
                  <a:cubicBezTo>
                    <a:pt x="64" y="319"/>
                    <a:pt x="77" y="314"/>
                    <a:pt x="82" y="303"/>
                  </a:cubicBezTo>
                  <a:cubicBezTo>
                    <a:pt x="109" y="259"/>
                    <a:pt x="109" y="210"/>
                    <a:pt x="142" y="167"/>
                  </a:cubicBezTo>
                  <a:cubicBezTo>
                    <a:pt x="175" y="134"/>
                    <a:pt x="196" y="91"/>
                    <a:pt x="207" y="47"/>
                  </a:cubicBezTo>
                  <a:cubicBezTo>
                    <a:pt x="210" y="17"/>
                    <a:pt x="182"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1" name="Google Shape;5271;p120"/>
            <p:cNvGrpSpPr/>
            <p:nvPr/>
          </p:nvGrpSpPr>
          <p:grpSpPr>
            <a:xfrm>
              <a:off x="3467694" y="2859965"/>
              <a:ext cx="274315" cy="274320"/>
              <a:chOff x="4337250" y="3573750"/>
              <a:chExt cx="170700" cy="171375"/>
            </a:xfrm>
          </p:grpSpPr>
          <p:sp>
            <p:nvSpPr>
              <p:cNvPr id="5272" name="Google Shape;5272;p120"/>
              <p:cNvSpPr/>
              <p:nvPr/>
            </p:nvSpPr>
            <p:spPr>
              <a:xfrm>
                <a:off x="4360750" y="3668725"/>
                <a:ext cx="3025" cy="48650"/>
              </a:xfrm>
              <a:custGeom>
                <a:rect b="b" l="l" r="r" t="t"/>
                <a:pathLst>
                  <a:path extrusionOk="0" h="1946" w="121">
                    <a:moveTo>
                      <a:pt x="22" y="1"/>
                    </a:moveTo>
                    <a:cubicBezTo>
                      <a:pt x="14" y="1"/>
                      <a:pt x="6" y="6"/>
                      <a:pt x="6" y="17"/>
                    </a:cubicBezTo>
                    <a:cubicBezTo>
                      <a:pt x="17" y="88"/>
                      <a:pt x="17" y="158"/>
                      <a:pt x="17" y="229"/>
                    </a:cubicBezTo>
                    <a:cubicBezTo>
                      <a:pt x="11" y="322"/>
                      <a:pt x="6" y="408"/>
                      <a:pt x="1" y="495"/>
                    </a:cubicBezTo>
                    <a:cubicBezTo>
                      <a:pt x="1" y="675"/>
                      <a:pt x="1" y="854"/>
                      <a:pt x="1" y="1039"/>
                    </a:cubicBezTo>
                    <a:cubicBezTo>
                      <a:pt x="1" y="1110"/>
                      <a:pt x="11" y="1180"/>
                      <a:pt x="28" y="1246"/>
                    </a:cubicBezTo>
                    <a:cubicBezTo>
                      <a:pt x="39" y="1322"/>
                      <a:pt x="39" y="1398"/>
                      <a:pt x="33" y="1479"/>
                    </a:cubicBezTo>
                    <a:lnTo>
                      <a:pt x="33" y="1740"/>
                    </a:lnTo>
                    <a:cubicBezTo>
                      <a:pt x="33" y="1811"/>
                      <a:pt x="17" y="1882"/>
                      <a:pt x="60" y="1941"/>
                    </a:cubicBezTo>
                    <a:cubicBezTo>
                      <a:pt x="63" y="1944"/>
                      <a:pt x="67" y="1945"/>
                      <a:pt x="71" y="1945"/>
                    </a:cubicBezTo>
                    <a:cubicBezTo>
                      <a:pt x="75" y="1945"/>
                      <a:pt x="79" y="1944"/>
                      <a:pt x="82" y="1941"/>
                    </a:cubicBezTo>
                    <a:cubicBezTo>
                      <a:pt x="109" y="1882"/>
                      <a:pt x="120" y="1822"/>
                      <a:pt x="115" y="1757"/>
                    </a:cubicBezTo>
                    <a:lnTo>
                      <a:pt x="115" y="1490"/>
                    </a:lnTo>
                    <a:cubicBezTo>
                      <a:pt x="115" y="1420"/>
                      <a:pt x="115" y="1343"/>
                      <a:pt x="115" y="1273"/>
                    </a:cubicBezTo>
                    <a:lnTo>
                      <a:pt x="115" y="1267"/>
                    </a:lnTo>
                    <a:cubicBezTo>
                      <a:pt x="109" y="1240"/>
                      <a:pt x="104" y="1208"/>
                      <a:pt x="93" y="1180"/>
                    </a:cubicBezTo>
                    <a:cubicBezTo>
                      <a:pt x="88" y="1131"/>
                      <a:pt x="88" y="1083"/>
                      <a:pt x="88" y="1039"/>
                    </a:cubicBezTo>
                    <a:cubicBezTo>
                      <a:pt x="88" y="860"/>
                      <a:pt x="93" y="686"/>
                      <a:pt x="88" y="512"/>
                    </a:cubicBezTo>
                    <a:cubicBezTo>
                      <a:pt x="88" y="425"/>
                      <a:pt x="82" y="338"/>
                      <a:pt x="71" y="245"/>
                    </a:cubicBezTo>
                    <a:cubicBezTo>
                      <a:pt x="66" y="169"/>
                      <a:pt x="44" y="93"/>
                      <a:pt x="39" y="17"/>
                    </a:cubicBezTo>
                    <a:cubicBezTo>
                      <a:pt x="39" y="6"/>
                      <a:pt x="30" y="1"/>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20"/>
              <p:cNvSpPr/>
              <p:nvPr/>
            </p:nvSpPr>
            <p:spPr>
              <a:xfrm>
                <a:off x="4365925" y="3668225"/>
                <a:ext cx="4100" cy="49175"/>
              </a:xfrm>
              <a:custGeom>
                <a:rect b="b" l="l" r="r" t="t"/>
                <a:pathLst>
                  <a:path extrusionOk="0" h="1967" w="164">
                    <a:moveTo>
                      <a:pt x="31" y="0"/>
                    </a:moveTo>
                    <a:cubicBezTo>
                      <a:pt x="24" y="0"/>
                      <a:pt x="16" y="6"/>
                      <a:pt x="16" y="15"/>
                    </a:cubicBezTo>
                    <a:cubicBezTo>
                      <a:pt x="44" y="173"/>
                      <a:pt x="11" y="336"/>
                      <a:pt x="6" y="494"/>
                    </a:cubicBezTo>
                    <a:lnTo>
                      <a:pt x="6" y="749"/>
                    </a:lnTo>
                    <a:cubicBezTo>
                      <a:pt x="0" y="831"/>
                      <a:pt x="0" y="912"/>
                      <a:pt x="11" y="988"/>
                    </a:cubicBezTo>
                    <a:cubicBezTo>
                      <a:pt x="16" y="1026"/>
                      <a:pt x="38" y="1059"/>
                      <a:pt x="44" y="1097"/>
                    </a:cubicBezTo>
                    <a:cubicBezTo>
                      <a:pt x="49" y="1141"/>
                      <a:pt x="49" y="1179"/>
                      <a:pt x="44" y="1222"/>
                    </a:cubicBezTo>
                    <a:cubicBezTo>
                      <a:pt x="38" y="1304"/>
                      <a:pt x="38" y="1380"/>
                      <a:pt x="38" y="1461"/>
                    </a:cubicBezTo>
                    <a:cubicBezTo>
                      <a:pt x="33" y="1537"/>
                      <a:pt x="55" y="1603"/>
                      <a:pt x="60" y="1679"/>
                    </a:cubicBezTo>
                    <a:cubicBezTo>
                      <a:pt x="65" y="1755"/>
                      <a:pt x="49" y="1842"/>
                      <a:pt x="60" y="1918"/>
                    </a:cubicBezTo>
                    <a:cubicBezTo>
                      <a:pt x="63" y="1947"/>
                      <a:pt x="91" y="1966"/>
                      <a:pt x="115" y="1966"/>
                    </a:cubicBezTo>
                    <a:cubicBezTo>
                      <a:pt x="132" y="1966"/>
                      <a:pt x="148" y="1957"/>
                      <a:pt x="152" y="1934"/>
                    </a:cubicBezTo>
                    <a:cubicBezTo>
                      <a:pt x="163" y="1858"/>
                      <a:pt x="163" y="1782"/>
                      <a:pt x="158" y="1706"/>
                    </a:cubicBezTo>
                    <a:cubicBezTo>
                      <a:pt x="158" y="1630"/>
                      <a:pt x="125" y="1565"/>
                      <a:pt x="125" y="1488"/>
                    </a:cubicBezTo>
                    <a:cubicBezTo>
                      <a:pt x="120" y="1412"/>
                      <a:pt x="125" y="1320"/>
                      <a:pt x="120" y="1238"/>
                    </a:cubicBezTo>
                    <a:cubicBezTo>
                      <a:pt x="120" y="1162"/>
                      <a:pt x="120" y="1081"/>
                      <a:pt x="109" y="1005"/>
                    </a:cubicBezTo>
                    <a:cubicBezTo>
                      <a:pt x="93" y="918"/>
                      <a:pt x="93" y="825"/>
                      <a:pt x="103" y="738"/>
                    </a:cubicBezTo>
                    <a:lnTo>
                      <a:pt x="103" y="467"/>
                    </a:lnTo>
                    <a:cubicBezTo>
                      <a:pt x="103" y="374"/>
                      <a:pt x="93" y="293"/>
                      <a:pt x="87" y="206"/>
                    </a:cubicBezTo>
                    <a:cubicBezTo>
                      <a:pt x="76" y="140"/>
                      <a:pt x="65" y="75"/>
                      <a:pt x="44" y="10"/>
                    </a:cubicBezTo>
                    <a:cubicBezTo>
                      <a:pt x="41" y="3"/>
                      <a:pt x="36" y="0"/>
                      <a:pt x="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20"/>
              <p:cNvSpPr/>
              <p:nvPr/>
            </p:nvSpPr>
            <p:spPr>
              <a:xfrm>
                <a:off x="4415525" y="3668725"/>
                <a:ext cx="3000" cy="48650"/>
              </a:xfrm>
              <a:custGeom>
                <a:rect b="b" l="l" r="r" t="t"/>
                <a:pathLst>
                  <a:path extrusionOk="0" h="1946" w="120">
                    <a:moveTo>
                      <a:pt x="22" y="1"/>
                    </a:moveTo>
                    <a:cubicBezTo>
                      <a:pt x="14" y="1"/>
                      <a:pt x="6" y="6"/>
                      <a:pt x="6" y="17"/>
                    </a:cubicBezTo>
                    <a:cubicBezTo>
                      <a:pt x="17" y="88"/>
                      <a:pt x="17" y="158"/>
                      <a:pt x="17" y="229"/>
                    </a:cubicBezTo>
                    <a:cubicBezTo>
                      <a:pt x="11" y="322"/>
                      <a:pt x="6" y="408"/>
                      <a:pt x="0" y="495"/>
                    </a:cubicBezTo>
                    <a:lnTo>
                      <a:pt x="0" y="1039"/>
                    </a:lnTo>
                    <a:cubicBezTo>
                      <a:pt x="0" y="1110"/>
                      <a:pt x="11" y="1180"/>
                      <a:pt x="27" y="1246"/>
                    </a:cubicBezTo>
                    <a:cubicBezTo>
                      <a:pt x="33" y="1322"/>
                      <a:pt x="38" y="1398"/>
                      <a:pt x="27" y="1479"/>
                    </a:cubicBezTo>
                    <a:lnTo>
                      <a:pt x="27" y="1740"/>
                    </a:lnTo>
                    <a:cubicBezTo>
                      <a:pt x="27" y="1811"/>
                      <a:pt x="17" y="1882"/>
                      <a:pt x="60" y="1941"/>
                    </a:cubicBezTo>
                    <a:cubicBezTo>
                      <a:pt x="63" y="1944"/>
                      <a:pt x="65" y="1945"/>
                      <a:pt x="68" y="1945"/>
                    </a:cubicBezTo>
                    <a:cubicBezTo>
                      <a:pt x="71" y="1945"/>
                      <a:pt x="74" y="1944"/>
                      <a:pt x="76" y="1941"/>
                    </a:cubicBezTo>
                    <a:cubicBezTo>
                      <a:pt x="109" y="1882"/>
                      <a:pt x="120" y="1822"/>
                      <a:pt x="109" y="1757"/>
                    </a:cubicBezTo>
                    <a:lnTo>
                      <a:pt x="109" y="1490"/>
                    </a:lnTo>
                    <a:cubicBezTo>
                      <a:pt x="114" y="1420"/>
                      <a:pt x="114" y="1343"/>
                      <a:pt x="109" y="1273"/>
                    </a:cubicBezTo>
                    <a:lnTo>
                      <a:pt x="114" y="1267"/>
                    </a:lnTo>
                    <a:cubicBezTo>
                      <a:pt x="109" y="1240"/>
                      <a:pt x="104" y="1208"/>
                      <a:pt x="93" y="1180"/>
                    </a:cubicBezTo>
                    <a:cubicBezTo>
                      <a:pt x="87" y="1131"/>
                      <a:pt x="87" y="1083"/>
                      <a:pt x="87" y="1039"/>
                    </a:cubicBezTo>
                    <a:cubicBezTo>
                      <a:pt x="87" y="860"/>
                      <a:pt x="93" y="686"/>
                      <a:pt x="87" y="512"/>
                    </a:cubicBezTo>
                    <a:cubicBezTo>
                      <a:pt x="87" y="425"/>
                      <a:pt x="82" y="338"/>
                      <a:pt x="71" y="245"/>
                    </a:cubicBezTo>
                    <a:cubicBezTo>
                      <a:pt x="65" y="169"/>
                      <a:pt x="44" y="93"/>
                      <a:pt x="38" y="17"/>
                    </a:cubicBezTo>
                    <a:cubicBezTo>
                      <a:pt x="38" y="6"/>
                      <a:pt x="30" y="1"/>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0"/>
              <p:cNvSpPr/>
              <p:nvPr/>
            </p:nvSpPr>
            <p:spPr>
              <a:xfrm>
                <a:off x="4420675" y="3668225"/>
                <a:ext cx="4100" cy="49175"/>
              </a:xfrm>
              <a:custGeom>
                <a:rect b="b" l="l" r="r" t="t"/>
                <a:pathLst>
                  <a:path extrusionOk="0" h="1967" w="164">
                    <a:moveTo>
                      <a:pt x="32" y="0"/>
                    </a:moveTo>
                    <a:cubicBezTo>
                      <a:pt x="24" y="0"/>
                      <a:pt x="17" y="6"/>
                      <a:pt x="17" y="15"/>
                    </a:cubicBezTo>
                    <a:cubicBezTo>
                      <a:pt x="44" y="173"/>
                      <a:pt x="12" y="336"/>
                      <a:pt x="6" y="494"/>
                    </a:cubicBezTo>
                    <a:lnTo>
                      <a:pt x="6" y="749"/>
                    </a:lnTo>
                    <a:cubicBezTo>
                      <a:pt x="1" y="831"/>
                      <a:pt x="1" y="912"/>
                      <a:pt x="12" y="988"/>
                    </a:cubicBezTo>
                    <a:cubicBezTo>
                      <a:pt x="17" y="1026"/>
                      <a:pt x="39" y="1059"/>
                      <a:pt x="44" y="1097"/>
                    </a:cubicBezTo>
                    <a:cubicBezTo>
                      <a:pt x="44" y="1141"/>
                      <a:pt x="44" y="1184"/>
                      <a:pt x="44" y="1222"/>
                    </a:cubicBezTo>
                    <a:cubicBezTo>
                      <a:pt x="39" y="1304"/>
                      <a:pt x="33" y="1380"/>
                      <a:pt x="33" y="1461"/>
                    </a:cubicBezTo>
                    <a:cubicBezTo>
                      <a:pt x="33" y="1537"/>
                      <a:pt x="55" y="1603"/>
                      <a:pt x="61" y="1679"/>
                    </a:cubicBezTo>
                    <a:cubicBezTo>
                      <a:pt x="66" y="1755"/>
                      <a:pt x="44" y="1842"/>
                      <a:pt x="55" y="1923"/>
                    </a:cubicBezTo>
                    <a:cubicBezTo>
                      <a:pt x="58" y="1949"/>
                      <a:pt x="87" y="1966"/>
                      <a:pt x="112" y="1966"/>
                    </a:cubicBezTo>
                    <a:cubicBezTo>
                      <a:pt x="130" y="1966"/>
                      <a:pt x="145" y="1957"/>
                      <a:pt x="148" y="1934"/>
                    </a:cubicBezTo>
                    <a:cubicBezTo>
                      <a:pt x="158" y="1858"/>
                      <a:pt x="164" y="1782"/>
                      <a:pt x="158" y="1706"/>
                    </a:cubicBezTo>
                    <a:cubicBezTo>
                      <a:pt x="158" y="1630"/>
                      <a:pt x="126" y="1565"/>
                      <a:pt x="126" y="1488"/>
                    </a:cubicBezTo>
                    <a:cubicBezTo>
                      <a:pt x="126" y="1412"/>
                      <a:pt x="126" y="1320"/>
                      <a:pt x="120" y="1238"/>
                    </a:cubicBezTo>
                    <a:cubicBezTo>
                      <a:pt x="120" y="1162"/>
                      <a:pt x="120" y="1081"/>
                      <a:pt x="110" y="1005"/>
                    </a:cubicBezTo>
                    <a:cubicBezTo>
                      <a:pt x="93" y="918"/>
                      <a:pt x="93" y="825"/>
                      <a:pt x="104" y="738"/>
                    </a:cubicBezTo>
                    <a:cubicBezTo>
                      <a:pt x="110" y="646"/>
                      <a:pt x="104" y="554"/>
                      <a:pt x="104" y="467"/>
                    </a:cubicBezTo>
                    <a:cubicBezTo>
                      <a:pt x="104" y="374"/>
                      <a:pt x="93" y="293"/>
                      <a:pt x="88" y="206"/>
                    </a:cubicBezTo>
                    <a:cubicBezTo>
                      <a:pt x="82" y="140"/>
                      <a:pt x="66" y="75"/>
                      <a:pt x="44" y="10"/>
                    </a:cubicBezTo>
                    <a:cubicBezTo>
                      <a:pt x="42" y="3"/>
                      <a:pt x="37"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0"/>
              <p:cNvSpPr/>
              <p:nvPr/>
            </p:nvSpPr>
            <p:spPr>
              <a:xfrm>
                <a:off x="4337250" y="3573750"/>
                <a:ext cx="170700" cy="171375"/>
              </a:xfrm>
              <a:custGeom>
                <a:rect b="b" l="l" r="r" t="t"/>
                <a:pathLst>
                  <a:path extrusionOk="0" h="6855" w="6828">
                    <a:moveTo>
                      <a:pt x="3473" y="149"/>
                    </a:moveTo>
                    <a:cubicBezTo>
                      <a:pt x="3508" y="149"/>
                      <a:pt x="3534" y="193"/>
                      <a:pt x="3572" y="212"/>
                    </a:cubicBezTo>
                    <a:cubicBezTo>
                      <a:pt x="3631" y="245"/>
                      <a:pt x="3707" y="256"/>
                      <a:pt x="3767" y="288"/>
                    </a:cubicBezTo>
                    <a:cubicBezTo>
                      <a:pt x="3892" y="343"/>
                      <a:pt x="4017" y="408"/>
                      <a:pt x="4131" y="484"/>
                    </a:cubicBezTo>
                    <a:cubicBezTo>
                      <a:pt x="4360" y="642"/>
                      <a:pt x="4566" y="810"/>
                      <a:pt x="4800" y="962"/>
                    </a:cubicBezTo>
                    <a:cubicBezTo>
                      <a:pt x="4909" y="1033"/>
                      <a:pt x="5001" y="1120"/>
                      <a:pt x="5110" y="1196"/>
                    </a:cubicBezTo>
                    <a:cubicBezTo>
                      <a:pt x="5219" y="1267"/>
                      <a:pt x="5333" y="1310"/>
                      <a:pt x="5441" y="1381"/>
                    </a:cubicBezTo>
                    <a:cubicBezTo>
                      <a:pt x="5577" y="1462"/>
                      <a:pt x="5713" y="1539"/>
                      <a:pt x="5849" y="1620"/>
                    </a:cubicBezTo>
                    <a:cubicBezTo>
                      <a:pt x="5909" y="1647"/>
                      <a:pt x="5969" y="1680"/>
                      <a:pt x="6023" y="1718"/>
                    </a:cubicBezTo>
                    <a:cubicBezTo>
                      <a:pt x="6039" y="1729"/>
                      <a:pt x="6050" y="1745"/>
                      <a:pt x="6067" y="1756"/>
                    </a:cubicBezTo>
                    <a:lnTo>
                      <a:pt x="6029" y="1756"/>
                    </a:lnTo>
                    <a:cubicBezTo>
                      <a:pt x="5974" y="1756"/>
                      <a:pt x="5920" y="1767"/>
                      <a:pt x="5865" y="1778"/>
                    </a:cubicBezTo>
                    <a:cubicBezTo>
                      <a:pt x="5778" y="1772"/>
                      <a:pt x="5708" y="1751"/>
                      <a:pt x="5626" y="1734"/>
                    </a:cubicBezTo>
                    <a:cubicBezTo>
                      <a:pt x="5561" y="1722"/>
                      <a:pt x="5493" y="1716"/>
                      <a:pt x="5424" y="1716"/>
                    </a:cubicBezTo>
                    <a:cubicBezTo>
                      <a:pt x="5401" y="1716"/>
                      <a:pt x="5378" y="1717"/>
                      <a:pt x="5354" y="1718"/>
                    </a:cubicBezTo>
                    <a:cubicBezTo>
                      <a:pt x="5224" y="1718"/>
                      <a:pt x="5090" y="1736"/>
                      <a:pt x="4959" y="1736"/>
                    </a:cubicBezTo>
                    <a:cubicBezTo>
                      <a:pt x="4915" y="1736"/>
                      <a:pt x="4871" y="1734"/>
                      <a:pt x="4827" y="1729"/>
                    </a:cubicBezTo>
                    <a:cubicBezTo>
                      <a:pt x="4704" y="1718"/>
                      <a:pt x="4584" y="1712"/>
                      <a:pt x="4464" y="1712"/>
                    </a:cubicBezTo>
                    <a:cubicBezTo>
                      <a:pt x="4398" y="1712"/>
                      <a:pt x="4333" y="1714"/>
                      <a:pt x="4267" y="1718"/>
                    </a:cubicBezTo>
                    <a:cubicBezTo>
                      <a:pt x="4144" y="1718"/>
                      <a:pt x="4021" y="1720"/>
                      <a:pt x="3898" y="1720"/>
                    </a:cubicBezTo>
                    <a:cubicBezTo>
                      <a:pt x="3836" y="1720"/>
                      <a:pt x="3774" y="1720"/>
                      <a:pt x="3713" y="1718"/>
                    </a:cubicBezTo>
                    <a:cubicBezTo>
                      <a:pt x="3631" y="1718"/>
                      <a:pt x="3544" y="1723"/>
                      <a:pt x="3463" y="1740"/>
                    </a:cubicBezTo>
                    <a:cubicBezTo>
                      <a:pt x="3419" y="1742"/>
                      <a:pt x="3374" y="1744"/>
                      <a:pt x="3329" y="1744"/>
                    </a:cubicBezTo>
                    <a:cubicBezTo>
                      <a:pt x="3283" y="1744"/>
                      <a:pt x="3237" y="1742"/>
                      <a:pt x="3191" y="1740"/>
                    </a:cubicBezTo>
                    <a:cubicBezTo>
                      <a:pt x="3012" y="1740"/>
                      <a:pt x="2832" y="1783"/>
                      <a:pt x="2647" y="1783"/>
                    </a:cubicBezTo>
                    <a:cubicBezTo>
                      <a:pt x="2468" y="1778"/>
                      <a:pt x="2294" y="1756"/>
                      <a:pt x="2115" y="1756"/>
                    </a:cubicBezTo>
                    <a:lnTo>
                      <a:pt x="1859" y="1756"/>
                    </a:lnTo>
                    <a:cubicBezTo>
                      <a:pt x="1772" y="1756"/>
                      <a:pt x="1680" y="1772"/>
                      <a:pt x="1587" y="1778"/>
                    </a:cubicBezTo>
                    <a:cubicBezTo>
                      <a:pt x="1574" y="1779"/>
                      <a:pt x="1561" y="1779"/>
                      <a:pt x="1547" y="1779"/>
                    </a:cubicBezTo>
                    <a:cubicBezTo>
                      <a:pt x="1493" y="1779"/>
                      <a:pt x="1435" y="1774"/>
                      <a:pt x="1377" y="1774"/>
                    </a:cubicBezTo>
                    <a:cubicBezTo>
                      <a:pt x="1351" y="1774"/>
                      <a:pt x="1325" y="1775"/>
                      <a:pt x="1299" y="1778"/>
                    </a:cubicBezTo>
                    <a:cubicBezTo>
                      <a:pt x="1202" y="1789"/>
                      <a:pt x="1104" y="1805"/>
                      <a:pt x="1006" y="1810"/>
                    </a:cubicBezTo>
                    <a:cubicBezTo>
                      <a:pt x="903" y="1821"/>
                      <a:pt x="805" y="1827"/>
                      <a:pt x="701" y="1827"/>
                    </a:cubicBezTo>
                    <a:lnTo>
                      <a:pt x="571" y="1827"/>
                    </a:lnTo>
                    <a:lnTo>
                      <a:pt x="582" y="1816"/>
                    </a:lnTo>
                    <a:lnTo>
                      <a:pt x="582" y="1810"/>
                    </a:lnTo>
                    <a:cubicBezTo>
                      <a:pt x="631" y="1761"/>
                      <a:pt x="663" y="1702"/>
                      <a:pt x="718" y="1653"/>
                    </a:cubicBezTo>
                    <a:cubicBezTo>
                      <a:pt x="832" y="1560"/>
                      <a:pt x="962" y="1484"/>
                      <a:pt x="1093" y="1419"/>
                    </a:cubicBezTo>
                    <a:cubicBezTo>
                      <a:pt x="1234" y="1337"/>
                      <a:pt x="1381" y="1272"/>
                      <a:pt x="1528" y="1196"/>
                    </a:cubicBezTo>
                    <a:cubicBezTo>
                      <a:pt x="1593" y="1158"/>
                      <a:pt x="1653" y="1120"/>
                      <a:pt x="1712" y="1076"/>
                    </a:cubicBezTo>
                    <a:cubicBezTo>
                      <a:pt x="1778" y="1044"/>
                      <a:pt x="1843" y="1011"/>
                      <a:pt x="1908" y="984"/>
                    </a:cubicBezTo>
                    <a:cubicBezTo>
                      <a:pt x="1968" y="957"/>
                      <a:pt x="2017" y="908"/>
                      <a:pt x="2077" y="881"/>
                    </a:cubicBezTo>
                    <a:cubicBezTo>
                      <a:pt x="2136" y="854"/>
                      <a:pt x="2191" y="821"/>
                      <a:pt x="2240" y="778"/>
                    </a:cubicBezTo>
                    <a:cubicBezTo>
                      <a:pt x="2365" y="696"/>
                      <a:pt x="2490" y="620"/>
                      <a:pt x="2615" y="549"/>
                    </a:cubicBezTo>
                    <a:cubicBezTo>
                      <a:pt x="2647" y="527"/>
                      <a:pt x="2675" y="511"/>
                      <a:pt x="2707" y="495"/>
                    </a:cubicBezTo>
                    <a:lnTo>
                      <a:pt x="2718" y="495"/>
                    </a:lnTo>
                    <a:cubicBezTo>
                      <a:pt x="2843" y="419"/>
                      <a:pt x="2974" y="354"/>
                      <a:pt x="3109" y="305"/>
                    </a:cubicBezTo>
                    <a:cubicBezTo>
                      <a:pt x="3169" y="277"/>
                      <a:pt x="3235" y="250"/>
                      <a:pt x="3294" y="228"/>
                    </a:cubicBezTo>
                    <a:cubicBezTo>
                      <a:pt x="3321" y="218"/>
                      <a:pt x="3349" y="207"/>
                      <a:pt x="3376" y="196"/>
                    </a:cubicBezTo>
                    <a:cubicBezTo>
                      <a:pt x="3403" y="180"/>
                      <a:pt x="3430" y="158"/>
                      <a:pt x="3457" y="152"/>
                    </a:cubicBezTo>
                    <a:cubicBezTo>
                      <a:pt x="3463" y="150"/>
                      <a:pt x="3468" y="149"/>
                      <a:pt x="3473" y="149"/>
                    </a:cubicBezTo>
                    <a:close/>
                    <a:moveTo>
                      <a:pt x="3692" y="1904"/>
                    </a:moveTo>
                    <a:cubicBezTo>
                      <a:pt x="3736" y="1904"/>
                      <a:pt x="3781" y="1905"/>
                      <a:pt x="3827" y="1908"/>
                    </a:cubicBezTo>
                    <a:lnTo>
                      <a:pt x="4680" y="1908"/>
                    </a:lnTo>
                    <a:cubicBezTo>
                      <a:pt x="4778" y="1908"/>
                      <a:pt x="4876" y="1935"/>
                      <a:pt x="4974" y="1935"/>
                    </a:cubicBezTo>
                    <a:cubicBezTo>
                      <a:pt x="5077" y="1930"/>
                      <a:pt x="5175" y="1924"/>
                      <a:pt x="5273" y="1914"/>
                    </a:cubicBezTo>
                    <a:lnTo>
                      <a:pt x="5322" y="1914"/>
                    </a:lnTo>
                    <a:cubicBezTo>
                      <a:pt x="5322" y="1941"/>
                      <a:pt x="5338" y="1963"/>
                      <a:pt x="5360" y="1968"/>
                    </a:cubicBezTo>
                    <a:cubicBezTo>
                      <a:pt x="5423" y="1991"/>
                      <a:pt x="5487" y="2002"/>
                      <a:pt x="5553" y="2002"/>
                    </a:cubicBezTo>
                    <a:cubicBezTo>
                      <a:pt x="5567" y="2002"/>
                      <a:pt x="5580" y="2001"/>
                      <a:pt x="5594" y="2001"/>
                    </a:cubicBezTo>
                    <a:cubicBezTo>
                      <a:pt x="5632" y="2001"/>
                      <a:pt x="5675" y="1984"/>
                      <a:pt x="5719" y="1979"/>
                    </a:cubicBezTo>
                    <a:cubicBezTo>
                      <a:pt x="5753" y="1979"/>
                      <a:pt x="5781" y="1986"/>
                      <a:pt x="5813" y="1986"/>
                    </a:cubicBezTo>
                    <a:cubicBezTo>
                      <a:pt x="5821" y="1986"/>
                      <a:pt x="5830" y="1985"/>
                      <a:pt x="5838" y="1984"/>
                    </a:cubicBezTo>
                    <a:cubicBezTo>
                      <a:pt x="5882" y="1979"/>
                      <a:pt x="5903" y="1968"/>
                      <a:pt x="5936" y="1963"/>
                    </a:cubicBezTo>
                    <a:lnTo>
                      <a:pt x="6050" y="1963"/>
                    </a:lnTo>
                    <a:cubicBezTo>
                      <a:pt x="6086" y="1968"/>
                      <a:pt x="6120" y="1971"/>
                      <a:pt x="6154" y="1971"/>
                    </a:cubicBezTo>
                    <a:cubicBezTo>
                      <a:pt x="6188" y="1971"/>
                      <a:pt x="6221" y="1968"/>
                      <a:pt x="6257" y="1963"/>
                    </a:cubicBezTo>
                    <a:cubicBezTo>
                      <a:pt x="6284" y="1979"/>
                      <a:pt x="6311" y="2006"/>
                      <a:pt x="6322" y="2039"/>
                    </a:cubicBezTo>
                    <a:cubicBezTo>
                      <a:pt x="6393" y="2202"/>
                      <a:pt x="6344" y="2408"/>
                      <a:pt x="6344" y="2582"/>
                    </a:cubicBezTo>
                    <a:cubicBezTo>
                      <a:pt x="6344" y="2664"/>
                      <a:pt x="6289" y="2734"/>
                      <a:pt x="6289" y="2816"/>
                    </a:cubicBezTo>
                    <a:cubicBezTo>
                      <a:pt x="6284" y="2903"/>
                      <a:pt x="6327" y="2957"/>
                      <a:pt x="6235" y="2990"/>
                    </a:cubicBezTo>
                    <a:cubicBezTo>
                      <a:pt x="6167" y="2998"/>
                      <a:pt x="6103" y="3003"/>
                      <a:pt x="6037" y="3003"/>
                    </a:cubicBezTo>
                    <a:cubicBezTo>
                      <a:pt x="6012" y="3003"/>
                      <a:pt x="5988" y="3002"/>
                      <a:pt x="5963" y="3001"/>
                    </a:cubicBezTo>
                    <a:cubicBezTo>
                      <a:pt x="5882" y="3006"/>
                      <a:pt x="5757" y="2995"/>
                      <a:pt x="5686" y="3050"/>
                    </a:cubicBezTo>
                    <a:cubicBezTo>
                      <a:pt x="5675" y="3055"/>
                      <a:pt x="5670" y="3066"/>
                      <a:pt x="5670" y="3077"/>
                    </a:cubicBezTo>
                    <a:cubicBezTo>
                      <a:pt x="5579" y="3077"/>
                      <a:pt x="5491" y="3074"/>
                      <a:pt x="5402" y="3074"/>
                    </a:cubicBezTo>
                    <a:cubicBezTo>
                      <a:pt x="5357" y="3074"/>
                      <a:pt x="5313" y="3075"/>
                      <a:pt x="5267" y="3077"/>
                    </a:cubicBezTo>
                    <a:cubicBezTo>
                      <a:pt x="5159" y="3077"/>
                      <a:pt x="5056" y="3099"/>
                      <a:pt x="4947" y="3104"/>
                    </a:cubicBezTo>
                    <a:cubicBezTo>
                      <a:pt x="4903" y="3106"/>
                      <a:pt x="4860" y="3106"/>
                      <a:pt x="4818" y="3106"/>
                    </a:cubicBezTo>
                    <a:cubicBezTo>
                      <a:pt x="4733" y="3106"/>
                      <a:pt x="4650" y="3104"/>
                      <a:pt x="4566" y="3104"/>
                    </a:cubicBezTo>
                    <a:cubicBezTo>
                      <a:pt x="4472" y="3105"/>
                      <a:pt x="4378" y="3105"/>
                      <a:pt x="4283" y="3105"/>
                    </a:cubicBezTo>
                    <a:cubicBezTo>
                      <a:pt x="4180" y="3105"/>
                      <a:pt x="4077" y="3105"/>
                      <a:pt x="3974" y="3105"/>
                    </a:cubicBezTo>
                    <a:cubicBezTo>
                      <a:pt x="3661" y="3105"/>
                      <a:pt x="3349" y="3108"/>
                      <a:pt x="3039" y="3131"/>
                    </a:cubicBezTo>
                    <a:cubicBezTo>
                      <a:pt x="2925" y="3142"/>
                      <a:pt x="2811" y="3148"/>
                      <a:pt x="2696" y="3148"/>
                    </a:cubicBezTo>
                    <a:cubicBezTo>
                      <a:pt x="2577" y="3148"/>
                      <a:pt x="2457" y="3115"/>
                      <a:pt x="2338" y="3115"/>
                    </a:cubicBezTo>
                    <a:lnTo>
                      <a:pt x="1990" y="3115"/>
                    </a:lnTo>
                    <a:cubicBezTo>
                      <a:pt x="1930" y="3120"/>
                      <a:pt x="1870" y="3123"/>
                      <a:pt x="1810" y="3123"/>
                    </a:cubicBezTo>
                    <a:cubicBezTo>
                      <a:pt x="1751" y="3123"/>
                      <a:pt x="1691" y="3120"/>
                      <a:pt x="1631" y="3115"/>
                    </a:cubicBezTo>
                    <a:cubicBezTo>
                      <a:pt x="1582" y="3104"/>
                      <a:pt x="1533" y="3099"/>
                      <a:pt x="1484" y="3093"/>
                    </a:cubicBezTo>
                    <a:cubicBezTo>
                      <a:pt x="1430" y="3093"/>
                      <a:pt x="1375" y="3115"/>
                      <a:pt x="1321" y="3120"/>
                    </a:cubicBezTo>
                    <a:cubicBezTo>
                      <a:pt x="1278" y="3122"/>
                      <a:pt x="1234" y="3123"/>
                      <a:pt x="1190" y="3123"/>
                    </a:cubicBezTo>
                    <a:cubicBezTo>
                      <a:pt x="1103" y="3123"/>
                      <a:pt x="1015" y="3120"/>
                      <a:pt x="924" y="3120"/>
                    </a:cubicBezTo>
                    <a:lnTo>
                      <a:pt x="587" y="3120"/>
                    </a:lnTo>
                    <a:cubicBezTo>
                      <a:pt x="557" y="3120"/>
                      <a:pt x="516" y="3125"/>
                      <a:pt x="475" y="3125"/>
                    </a:cubicBezTo>
                    <a:cubicBezTo>
                      <a:pt x="414" y="3125"/>
                      <a:pt x="352" y="3115"/>
                      <a:pt x="326" y="3066"/>
                    </a:cubicBezTo>
                    <a:lnTo>
                      <a:pt x="332" y="3055"/>
                    </a:lnTo>
                    <a:cubicBezTo>
                      <a:pt x="310" y="3017"/>
                      <a:pt x="299" y="2968"/>
                      <a:pt x="299" y="2925"/>
                    </a:cubicBezTo>
                    <a:cubicBezTo>
                      <a:pt x="288" y="2870"/>
                      <a:pt x="272" y="2816"/>
                      <a:pt x="261" y="2762"/>
                    </a:cubicBezTo>
                    <a:cubicBezTo>
                      <a:pt x="239" y="2658"/>
                      <a:pt x="294" y="2571"/>
                      <a:pt x="288" y="2473"/>
                    </a:cubicBezTo>
                    <a:cubicBezTo>
                      <a:pt x="288" y="2419"/>
                      <a:pt x="261" y="2365"/>
                      <a:pt x="261" y="2310"/>
                    </a:cubicBezTo>
                    <a:cubicBezTo>
                      <a:pt x="261" y="2245"/>
                      <a:pt x="277" y="2185"/>
                      <a:pt x="294" y="2126"/>
                    </a:cubicBezTo>
                    <a:cubicBezTo>
                      <a:pt x="305" y="2104"/>
                      <a:pt x="315" y="2082"/>
                      <a:pt x="321" y="2055"/>
                    </a:cubicBezTo>
                    <a:cubicBezTo>
                      <a:pt x="321" y="2055"/>
                      <a:pt x="326" y="2049"/>
                      <a:pt x="326" y="2044"/>
                    </a:cubicBezTo>
                    <a:lnTo>
                      <a:pt x="332" y="2044"/>
                    </a:lnTo>
                    <a:cubicBezTo>
                      <a:pt x="370" y="2022"/>
                      <a:pt x="413" y="2006"/>
                      <a:pt x="457" y="2001"/>
                    </a:cubicBezTo>
                    <a:cubicBezTo>
                      <a:pt x="465" y="2011"/>
                      <a:pt x="476" y="2017"/>
                      <a:pt x="487" y="2017"/>
                    </a:cubicBezTo>
                    <a:cubicBezTo>
                      <a:pt x="498" y="2017"/>
                      <a:pt x="508" y="2011"/>
                      <a:pt x="517" y="2001"/>
                    </a:cubicBezTo>
                    <a:cubicBezTo>
                      <a:pt x="544" y="2001"/>
                      <a:pt x="576" y="1995"/>
                      <a:pt x="604" y="1995"/>
                    </a:cubicBezTo>
                    <a:cubicBezTo>
                      <a:pt x="701" y="1990"/>
                      <a:pt x="799" y="1995"/>
                      <a:pt x="897" y="1984"/>
                    </a:cubicBezTo>
                    <a:cubicBezTo>
                      <a:pt x="1076" y="1957"/>
                      <a:pt x="1256" y="1946"/>
                      <a:pt x="1441" y="1941"/>
                    </a:cubicBezTo>
                    <a:cubicBezTo>
                      <a:pt x="1456" y="1941"/>
                      <a:pt x="1471" y="1941"/>
                      <a:pt x="1487" y="1941"/>
                    </a:cubicBezTo>
                    <a:cubicBezTo>
                      <a:pt x="1640" y="1941"/>
                      <a:pt x="1793" y="1919"/>
                      <a:pt x="1946" y="1919"/>
                    </a:cubicBezTo>
                    <a:cubicBezTo>
                      <a:pt x="2131" y="1919"/>
                      <a:pt x="2316" y="1924"/>
                      <a:pt x="2501" y="1941"/>
                    </a:cubicBezTo>
                    <a:cubicBezTo>
                      <a:pt x="2579" y="1950"/>
                      <a:pt x="2659" y="1955"/>
                      <a:pt x="2739" y="1955"/>
                    </a:cubicBezTo>
                    <a:cubicBezTo>
                      <a:pt x="2841" y="1955"/>
                      <a:pt x="2944" y="1948"/>
                      <a:pt x="3044" y="1935"/>
                    </a:cubicBezTo>
                    <a:cubicBezTo>
                      <a:pt x="3092" y="1929"/>
                      <a:pt x="3142" y="1926"/>
                      <a:pt x="3191" y="1926"/>
                    </a:cubicBezTo>
                    <a:cubicBezTo>
                      <a:pt x="3226" y="1926"/>
                      <a:pt x="3261" y="1928"/>
                      <a:pt x="3294" y="1930"/>
                    </a:cubicBezTo>
                    <a:cubicBezTo>
                      <a:pt x="3310" y="1931"/>
                      <a:pt x="3325" y="1931"/>
                      <a:pt x="3341" y="1931"/>
                    </a:cubicBezTo>
                    <a:cubicBezTo>
                      <a:pt x="3414" y="1931"/>
                      <a:pt x="3489" y="1922"/>
                      <a:pt x="3561" y="1908"/>
                    </a:cubicBezTo>
                    <a:cubicBezTo>
                      <a:pt x="3604" y="1905"/>
                      <a:pt x="3648" y="1904"/>
                      <a:pt x="3692" y="1904"/>
                    </a:cubicBezTo>
                    <a:close/>
                    <a:moveTo>
                      <a:pt x="3257" y="3248"/>
                    </a:moveTo>
                    <a:cubicBezTo>
                      <a:pt x="3289" y="3248"/>
                      <a:pt x="3321" y="3251"/>
                      <a:pt x="3354" y="3256"/>
                    </a:cubicBezTo>
                    <a:cubicBezTo>
                      <a:pt x="3419" y="3267"/>
                      <a:pt x="3479" y="3289"/>
                      <a:pt x="3544" y="3300"/>
                    </a:cubicBezTo>
                    <a:cubicBezTo>
                      <a:pt x="3604" y="3300"/>
                      <a:pt x="3664" y="3321"/>
                      <a:pt x="3713" y="3349"/>
                    </a:cubicBezTo>
                    <a:cubicBezTo>
                      <a:pt x="3745" y="3387"/>
                      <a:pt x="3756" y="3430"/>
                      <a:pt x="3751" y="3474"/>
                    </a:cubicBezTo>
                    <a:cubicBezTo>
                      <a:pt x="3746" y="3537"/>
                      <a:pt x="3724" y="3618"/>
                      <a:pt x="3660" y="3618"/>
                    </a:cubicBezTo>
                    <a:cubicBezTo>
                      <a:pt x="3653" y="3618"/>
                      <a:pt x="3645" y="3617"/>
                      <a:pt x="3637" y="3615"/>
                    </a:cubicBezTo>
                    <a:cubicBezTo>
                      <a:pt x="3599" y="3610"/>
                      <a:pt x="3566" y="3588"/>
                      <a:pt x="3539" y="3566"/>
                    </a:cubicBezTo>
                    <a:cubicBezTo>
                      <a:pt x="3528" y="3555"/>
                      <a:pt x="3523" y="3539"/>
                      <a:pt x="3512" y="3528"/>
                    </a:cubicBezTo>
                    <a:cubicBezTo>
                      <a:pt x="3529" y="3502"/>
                      <a:pt x="3504" y="3468"/>
                      <a:pt x="3473" y="3468"/>
                    </a:cubicBezTo>
                    <a:cubicBezTo>
                      <a:pt x="3466" y="3468"/>
                      <a:pt x="3459" y="3470"/>
                      <a:pt x="3452" y="3474"/>
                    </a:cubicBezTo>
                    <a:lnTo>
                      <a:pt x="3441" y="3468"/>
                    </a:lnTo>
                    <a:lnTo>
                      <a:pt x="3441" y="3468"/>
                    </a:lnTo>
                    <a:cubicBezTo>
                      <a:pt x="3311" y="3544"/>
                      <a:pt x="3414" y="3675"/>
                      <a:pt x="3544" y="3729"/>
                    </a:cubicBezTo>
                    <a:cubicBezTo>
                      <a:pt x="3544" y="3756"/>
                      <a:pt x="3533" y="3784"/>
                      <a:pt x="3533" y="3816"/>
                    </a:cubicBezTo>
                    <a:cubicBezTo>
                      <a:pt x="3528" y="3843"/>
                      <a:pt x="3539" y="3898"/>
                      <a:pt x="3539" y="3936"/>
                    </a:cubicBezTo>
                    <a:cubicBezTo>
                      <a:pt x="3539" y="4034"/>
                      <a:pt x="3528" y="4137"/>
                      <a:pt x="3528" y="4240"/>
                    </a:cubicBezTo>
                    <a:cubicBezTo>
                      <a:pt x="3528" y="4322"/>
                      <a:pt x="3523" y="4409"/>
                      <a:pt x="3528" y="4496"/>
                    </a:cubicBezTo>
                    <a:cubicBezTo>
                      <a:pt x="3539" y="4593"/>
                      <a:pt x="3550" y="4686"/>
                      <a:pt x="3566" y="4778"/>
                    </a:cubicBezTo>
                    <a:cubicBezTo>
                      <a:pt x="3582" y="4876"/>
                      <a:pt x="3566" y="4969"/>
                      <a:pt x="3577" y="5066"/>
                    </a:cubicBezTo>
                    <a:cubicBezTo>
                      <a:pt x="3593" y="5164"/>
                      <a:pt x="3604" y="5267"/>
                      <a:pt x="3604" y="5365"/>
                    </a:cubicBezTo>
                    <a:cubicBezTo>
                      <a:pt x="3604" y="5452"/>
                      <a:pt x="3599" y="5539"/>
                      <a:pt x="3604" y="5626"/>
                    </a:cubicBezTo>
                    <a:cubicBezTo>
                      <a:pt x="3604" y="5697"/>
                      <a:pt x="3637" y="5838"/>
                      <a:pt x="3593" y="5893"/>
                    </a:cubicBezTo>
                    <a:cubicBezTo>
                      <a:pt x="3564" y="5926"/>
                      <a:pt x="3510" y="5931"/>
                      <a:pt x="3459" y="5931"/>
                    </a:cubicBezTo>
                    <a:cubicBezTo>
                      <a:pt x="3437" y="5931"/>
                      <a:pt x="3416" y="5930"/>
                      <a:pt x="3397" y="5930"/>
                    </a:cubicBezTo>
                    <a:cubicBezTo>
                      <a:pt x="3387" y="5930"/>
                      <a:pt x="3378" y="5930"/>
                      <a:pt x="3370" y="5931"/>
                    </a:cubicBezTo>
                    <a:cubicBezTo>
                      <a:pt x="3338" y="5931"/>
                      <a:pt x="3305" y="5947"/>
                      <a:pt x="3273" y="5952"/>
                    </a:cubicBezTo>
                    <a:cubicBezTo>
                      <a:pt x="3229" y="5952"/>
                      <a:pt x="3186" y="5952"/>
                      <a:pt x="3142" y="5942"/>
                    </a:cubicBezTo>
                    <a:cubicBezTo>
                      <a:pt x="3082" y="5931"/>
                      <a:pt x="3028" y="5920"/>
                      <a:pt x="3006" y="5860"/>
                    </a:cubicBezTo>
                    <a:cubicBezTo>
                      <a:pt x="2990" y="5800"/>
                      <a:pt x="2984" y="5740"/>
                      <a:pt x="2995" y="5681"/>
                    </a:cubicBezTo>
                    <a:cubicBezTo>
                      <a:pt x="3006" y="5322"/>
                      <a:pt x="2995" y="4958"/>
                      <a:pt x="2995" y="4599"/>
                    </a:cubicBezTo>
                    <a:lnTo>
                      <a:pt x="2995" y="4262"/>
                    </a:lnTo>
                    <a:cubicBezTo>
                      <a:pt x="2995" y="4153"/>
                      <a:pt x="2963" y="4061"/>
                      <a:pt x="2957" y="3957"/>
                    </a:cubicBezTo>
                    <a:cubicBezTo>
                      <a:pt x="2957" y="3865"/>
                      <a:pt x="2946" y="3773"/>
                      <a:pt x="2941" y="3680"/>
                    </a:cubicBezTo>
                    <a:cubicBezTo>
                      <a:pt x="2941" y="3675"/>
                      <a:pt x="2941" y="3669"/>
                      <a:pt x="2941" y="3669"/>
                    </a:cubicBezTo>
                    <a:cubicBezTo>
                      <a:pt x="2963" y="3637"/>
                      <a:pt x="2979" y="3610"/>
                      <a:pt x="2990" y="3577"/>
                    </a:cubicBezTo>
                    <a:cubicBezTo>
                      <a:pt x="3015" y="3502"/>
                      <a:pt x="2998" y="3334"/>
                      <a:pt x="2898" y="3334"/>
                    </a:cubicBezTo>
                    <a:cubicBezTo>
                      <a:pt x="2889" y="3334"/>
                      <a:pt x="2880" y="3335"/>
                      <a:pt x="2870" y="3338"/>
                    </a:cubicBezTo>
                    <a:cubicBezTo>
                      <a:pt x="2849" y="3343"/>
                      <a:pt x="2843" y="3370"/>
                      <a:pt x="2859" y="3381"/>
                    </a:cubicBezTo>
                    <a:cubicBezTo>
                      <a:pt x="2897" y="3398"/>
                      <a:pt x="2892" y="3485"/>
                      <a:pt x="2881" y="3517"/>
                    </a:cubicBezTo>
                    <a:cubicBezTo>
                      <a:pt x="2879" y="3515"/>
                      <a:pt x="2877" y="3514"/>
                      <a:pt x="2874" y="3514"/>
                    </a:cubicBezTo>
                    <a:cubicBezTo>
                      <a:pt x="2863" y="3514"/>
                      <a:pt x="2852" y="3530"/>
                      <a:pt x="2865" y="3539"/>
                    </a:cubicBezTo>
                    <a:cubicBezTo>
                      <a:pt x="2865" y="3544"/>
                      <a:pt x="2870" y="3544"/>
                      <a:pt x="2870" y="3550"/>
                    </a:cubicBezTo>
                    <a:cubicBezTo>
                      <a:pt x="2854" y="3593"/>
                      <a:pt x="2811" y="3626"/>
                      <a:pt x="2762" y="3631"/>
                    </a:cubicBezTo>
                    <a:cubicBezTo>
                      <a:pt x="2724" y="3637"/>
                      <a:pt x="2685" y="3648"/>
                      <a:pt x="2647" y="3664"/>
                    </a:cubicBezTo>
                    <a:lnTo>
                      <a:pt x="2637" y="3631"/>
                    </a:lnTo>
                    <a:cubicBezTo>
                      <a:pt x="2626" y="3604"/>
                      <a:pt x="2620" y="3577"/>
                      <a:pt x="2615" y="3555"/>
                    </a:cubicBezTo>
                    <a:cubicBezTo>
                      <a:pt x="2588" y="3485"/>
                      <a:pt x="2544" y="3446"/>
                      <a:pt x="2588" y="3376"/>
                    </a:cubicBezTo>
                    <a:cubicBezTo>
                      <a:pt x="2637" y="3316"/>
                      <a:pt x="2707" y="3283"/>
                      <a:pt x="2778" y="3273"/>
                    </a:cubicBezTo>
                    <a:lnTo>
                      <a:pt x="2811" y="3267"/>
                    </a:lnTo>
                    <a:cubicBezTo>
                      <a:pt x="2887" y="3267"/>
                      <a:pt x="2968" y="3262"/>
                      <a:pt x="3050" y="3256"/>
                    </a:cubicBezTo>
                    <a:lnTo>
                      <a:pt x="3164" y="3256"/>
                    </a:lnTo>
                    <a:cubicBezTo>
                      <a:pt x="3194" y="3251"/>
                      <a:pt x="3225" y="3248"/>
                      <a:pt x="3257" y="3248"/>
                    </a:cubicBezTo>
                    <a:close/>
                    <a:moveTo>
                      <a:pt x="1060" y="3248"/>
                    </a:moveTo>
                    <a:cubicBezTo>
                      <a:pt x="1093" y="3248"/>
                      <a:pt x="1125" y="3251"/>
                      <a:pt x="1158" y="3256"/>
                    </a:cubicBezTo>
                    <a:cubicBezTo>
                      <a:pt x="1218" y="3267"/>
                      <a:pt x="1283" y="3289"/>
                      <a:pt x="1343" y="3300"/>
                    </a:cubicBezTo>
                    <a:cubicBezTo>
                      <a:pt x="1403" y="3300"/>
                      <a:pt x="1462" y="3316"/>
                      <a:pt x="1517" y="3349"/>
                    </a:cubicBezTo>
                    <a:cubicBezTo>
                      <a:pt x="1544" y="3381"/>
                      <a:pt x="1560" y="3430"/>
                      <a:pt x="1549" y="3474"/>
                    </a:cubicBezTo>
                    <a:cubicBezTo>
                      <a:pt x="1545" y="3537"/>
                      <a:pt x="1522" y="3618"/>
                      <a:pt x="1458" y="3618"/>
                    </a:cubicBezTo>
                    <a:cubicBezTo>
                      <a:pt x="1451" y="3618"/>
                      <a:pt x="1444" y="3617"/>
                      <a:pt x="1435" y="3615"/>
                    </a:cubicBezTo>
                    <a:cubicBezTo>
                      <a:pt x="1403" y="3604"/>
                      <a:pt x="1370" y="3588"/>
                      <a:pt x="1343" y="3566"/>
                    </a:cubicBezTo>
                    <a:cubicBezTo>
                      <a:pt x="1327" y="3555"/>
                      <a:pt x="1321" y="3539"/>
                      <a:pt x="1310" y="3528"/>
                    </a:cubicBezTo>
                    <a:lnTo>
                      <a:pt x="1305" y="3528"/>
                    </a:lnTo>
                    <a:cubicBezTo>
                      <a:pt x="1327" y="3501"/>
                      <a:pt x="1297" y="3470"/>
                      <a:pt x="1268" y="3470"/>
                    </a:cubicBezTo>
                    <a:cubicBezTo>
                      <a:pt x="1262" y="3470"/>
                      <a:pt x="1256" y="3471"/>
                      <a:pt x="1250" y="3474"/>
                    </a:cubicBezTo>
                    <a:cubicBezTo>
                      <a:pt x="1120" y="3550"/>
                      <a:pt x="1223" y="3680"/>
                      <a:pt x="1354" y="3735"/>
                    </a:cubicBezTo>
                    <a:cubicBezTo>
                      <a:pt x="1354" y="3762"/>
                      <a:pt x="1343" y="3789"/>
                      <a:pt x="1343" y="3822"/>
                    </a:cubicBezTo>
                    <a:cubicBezTo>
                      <a:pt x="1337" y="3849"/>
                      <a:pt x="1348" y="3903"/>
                      <a:pt x="1348" y="3941"/>
                    </a:cubicBezTo>
                    <a:cubicBezTo>
                      <a:pt x="1348" y="4039"/>
                      <a:pt x="1337" y="4142"/>
                      <a:pt x="1337" y="4246"/>
                    </a:cubicBezTo>
                    <a:cubicBezTo>
                      <a:pt x="1337" y="4327"/>
                      <a:pt x="1332" y="4414"/>
                      <a:pt x="1337" y="4501"/>
                    </a:cubicBezTo>
                    <a:cubicBezTo>
                      <a:pt x="1343" y="4599"/>
                      <a:pt x="1359" y="4691"/>
                      <a:pt x="1375" y="4784"/>
                    </a:cubicBezTo>
                    <a:cubicBezTo>
                      <a:pt x="1392" y="4882"/>
                      <a:pt x="1375" y="4974"/>
                      <a:pt x="1386" y="5072"/>
                    </a:cubicBezTo>
                    <a:cubicBezTo>
                      <a:pt x="1397" y="5170"/>
                      <a:pt x="1414" y="5267"/>
                      <a:pt x="1414" y="5371"/>
                    </a:cubicBezTo>
                    <a:cubicBezTo>
                      <a:pt x="1414" y="5458"/>
                      <a:pt x="1408" y="5545"/>
                      <a:pt x="1414" y="5632"/>
                    </a:cubicBezTo>
                    <a:cubicBezTo>
                      <a:pt x="1414" y="5702"/>
                      <a:pt x="1446" y="5844"/>
                      <a:pt x="1403" y="5898"/>
                    </a:cubicBezTo>
                    <a:cubicBezTo>
                      <a:pt x="1373" y="5931"/>
                      <a:pt x="1319" y="5936"/>
                      <a:pt x="1268" y="5936"/>
                    </a:cubicBezTo>
                    <a:cubicBezTo>
                      <a:pt x="1246" y="5936"/>
                      <a:pt x="1225" y="5935"/>
                      <a:pt x="1207" y="5935"/>
                    </a:cubicBezTo>
                    <a:cubicBezTo>
                      <a:pt x="1197" y="5935"/>
                      <a:pt x="1188" y="5935"/>
                      <a:pt x="1180" y="5936"/>
                    </a:cubicBezTo>
                    <a:cubicBezTo>
                      <a:pt x="1147" y="5942"/>
                      <a:pt x="1109" y="5952"/>
                      <a:pt x="1082" y="5958"/>
                    </a:cubicBezTo>
                    <a:cubicBezTo>
                      <a:pt x="1038" y="5958"/>
                      <a:pt x="995" y="5958"/>
                      <a:pt x="951" y="5947"/>
                    </a:cubicBezTo>
                    <a:cubicBezTo>
                      <a:pt x="892" y="5936"/>
                      <a:pt x="837" y="5925"/>
                      <a:pt x="816" y="5865"/>
                    </a:cubicBezTo>
                    <a:cubicBezTo>
                      <a:pt x="799" y="5806"/>
                      <a:pt x="794" y="5746"/>
                      <a:pt x="805" y="5686"/>
                    </a:cubicBezTo>
                    <a:cubicBezTo>
                      <a:pt x="816" y="5327"/>
                      <a:pt x="805" y="4963"/>
                      <a:pt x="805" y="4604"/>
                    </a:cubicBezTo>
                    <a:cubicBezTo>
                      <a:pt x="805" y="4496"/>
                      <a:pt x="805" y="4381"/>
                      <a:pt x="799" y="4267"/>
                    </a:cubicBezTo>
                    <a:cubicBezTo>
                      <a:pt x="794" y="4159"/>
                      <a:pt x="767" y="4066"/>
                      <a:pt x="761" y="3963"/>
                    </a:cubicBezTo>
                    <a:cubicBezTo>
                      <a:pt x="756" y="3870"/>
                      <a:pt x="756" y="3778"/>
                      <a:pt x="745" y="3686"/>
                    </a:cubicBezTo>
                    <a:cubicBezTo>
                      <a:pt x="745" y="3680"/>
                      <a:pt x="745" y="3675"/>
                      <a:pt x="745" y="3675"/>
                    </a:cubicBezTo>
                    <a:cubicBezTo>
                      <a:pt x="767" y="3642"/>
                      <a:pt x="783" y="3615"/>
                      <a:pt x="794" y="3582"/>
                    </a:cubicBezTo>
                    <a:cubicBezTo>
                      <a:pt x="819" y="3507"/>
                      <a:pt x="802" y="3339"/>
                      <a:pt x="702" y="3339"/>
                    </a:cubicBezTo>
                    <a:cubicBezTo>
                      <a:pt x="693" y="3339"/>
                      <a:pt x="684" y="3341"/>
                      <a:pt x="674" y="3343"/>
                    </a:cubicBezTo>
                    <a:cubicBezTo>
                      <a:pt x="653" y="3349"/>
                      <a:pt x="647" y="3376"/>
                      <a:pt x="669" y="3387"/>
                    </a:cubicBezTo>
                    <a:cubicBezTo>
                      <a:pt x="707" y="3403"/>
                      <a:pt x="696" y="3490"/>
                      <a:pt x="691" y="3523"/>
                    </a:cubicBezTo>
                    <a:cubicBezTo>
                      <a:pt x="688" y="3522"/>
                      <a:pt x="686" y="3522"/>
                      <a:pt x="684" y="3522"/>
                    </a:cubicBezTo>
                    <a:cubicBezTo>
                      <a:pt x="670" y="3522"/>
                      <a:pt x="659" y="3535"/>
                      <a:pt x="669" y="3544"/>
                    </a:cubicBezTo>
                    <a:lnTo>
                      <a:pt x="674" y="3555"/>
                    </a:lnTo>
                    <a:cubicBezTo>
                      <a:pt x="658" y="3599"/>
                      <a:pt x="614" y="3631"/>
                      <a:pt x="566" y="3637"/>
                    </a:cubicBezTo>
                    <a:lnTo>
                      <a:pt x="566" y="3631"/>
                    </a:lnTo>
                    <a:cubicBezTo>
                      <a:pt x="522" y="3637"/>
                      <a:pt x="484" y="3648"/>
                      <a:pt x="451" y="3664"/>
                    </a:cubicBezTo>
                    <a:lnTo>
                      <a:pt x="441" y="3631"/>
                    </a:lnTo>
                    <a:cubicBezTo>
                      <a:pt x="430" y="3604"/>
                      <a:pt x="424" y="3577"/>
                      <a:pt x="413" y="3555"/>
                    </a:cubicBezTo>
                    <a:cubicBezTo>
                      <a:pt x="392" y="3485"/>
                      <a:pt x="348" y="3441"/>
                      <a:pt x="392" y="3376"/>
                    </a:cubicBezTo>
                    <a:cubicBezTo>
                      <a:pt x="441" y="3316"/>
                      <a:pt x="506" y="3278"/>
                      <a:pt x="582" y="3273"/>
                    </a:cubicBezTo>
                    <a:cubicBezTo>
                      <a:pt x="639" y="3258"/>
                      <a:pt x="696" y="3254"/>
                      <a:pt x="753" y="3254"/>
                    </a:cubicBezTo>
                    <a:cubicBezTo>
                      <a:pt x="807" y="3254"/>
                      <a:pt x="860" y="3257"/>
                      <a:pt x="915" y="3257"/>
                    </a:cubicBezTo>
                    <a:cubicBezTo>
                      <a:pt x="930" y="3257"/>
                      <a:pt x="946" y="3257"/>
                      <a:pt x="962" y="3256"/>
                    </a:cubicBezTo>
                    <a:cubicBezTo>
                      <a:pt x="995" y="3251"/>
                      <a:pt x="1028" y="3248"/>
                      <a:pt x="1060" y="3248"/>
                    </a:cubicBezTo>
                    <a:close/>
                    <a:moveTo>
                      <a:pt x="5865" y="3254"/>
                    </a:moveTo>
                    <a:cubicBezTo>
                      <a:pt x="5898" y="3254"/>
                      <a:pt x="5931" y="3256"/>
                      <a:pt x="5963" y="3262"/>
                    </a:cubicBezTo>
                    <a:cubicBezTo>
                      <a:pt x="6023" y="3273"/>
                      <a:pt x="6088" y="3294"/>
                      <a:pt x="6148" y="3305"/>
                    </a:cubicBezTo>
                    <a:lnTo>
                      <a:pt x="6143" y="3300"/>
                    </a:lnTo>
                    <a:cubicBezTo>
                      <a:pt x="6208" y="3300"/>
                      <a:pt x="6262" y="3316"/>
                      <a:pt x="6317" y="3349"/>
                    </a:cubicBezTo>
                    <a:cubicBezTo>
                      <a:pt x="6349" y="3381"/>
                      <a:pt x="6360" y="3430"/>
                      <a:pt x="6349" y="3474"/>
                    </a:cubicBezTo>
                    <a:cubicBezTo>
                      <a:pt x="6344" y="3533"/>
                      <a:pt x="6322" y="3618"/>
                      <a:pt x="6261" y="3618"/>
                    </a:cubicBezTo>
                    <a:cubicBezTo>
                      <a:pt x="6255" y="3618"/>
                      <a:pt x="6248" y="3617"/>
                      <a:pt x="6241" y="3615"/>
                    </a:cubicBezTo>
                    <a:cubicBezTo>
                      <a:pt x="6202" y="3604"/>
                      <a:pt x="6170" y="3588"/>
                      <a:pt x="6143" y="3566"/>
                    </a:cubicBezTo>
                    <a:cubicBezTo>
                      <a:pt x="6132" y="3555"/>
                      <a:pt x="6121" y="3539"/>
                      <a:pt x="6110" y="3528"/>
                    </a:cubicBezTo>
                    <a:cubicBezTo>
                      <a:pt x="6132" y="3502"/>
                      <a:pt x="6104" y="3468"/>
                      <a:pt x="6075" y="3468"/>
                    </a:cubicBezTo>
                    <a:cubicBezTo>
                      <a:pt x="6068" y="3468"/>
                      <a:pt x="6062" y="3470"/>
                      <a:pt x="6056" y="3474"/>
                    </a:cubicBezTo>
                    <a:cubicBezTo>
                      <a:pt x="5925" y="3550"/>
                      <a:pt x="6029" y="3680"/>
                      <a:pt x="6159" y="3735"/>
                    </a:cubicBezTo>
                    <a:cubicBezTo>
                      <a:pt x="6159" y="3762"/>
                      <a:pt x="6148" y="3789"/>
                      <a:pt x="6143" y="3822"/>
                    </a:cubicBezTo>
                    <a:cubicBezTo>
                      <a:pt x="6143" y="3849"/>
                      <a:pt x="6154" y="3903"/>
                      <a:pt x="6154" y="3941"/>
                    </a:cubicBezTo>
                    <a:cubicBezTo>
                      <a:pt x="6154" y="4039"/>
                      <a:pt x="6143" y="4142"/>
                      <a:pt x="6143" y="4240"/>
                    </a:cubicBezTo>
                    <a:cubicBezTo>
                      <a:pt x="6143" y="4327"/>
                      <a:pt x="6137" y="4414"/>
                      <a:pt x="6143" y="4501"/>
                    </a:cubicBezTo>
                    <a:cubicBezTo>
                      <a:pt x="6148" y="4599"/>
                      <a:pt x="6164" y="4691"/>
                      <a:pt x="6181" y="4784"/>
                    </a:cubicBezTo>
                    <a:cubicBezTo>
                      <a:pt x="6197" y="4882"/>
                      <a:pt x="6181" y="4974"/>
                      <a:pt x="6192" y="5072"/>
                    </a:cubicBezTo>
                    <a:cubicBezTo>
                      <a:pt x="6202" y="5170"/>
                      <a:pt x="6219" y="5267"/>
                      <a:pt x="6219" y="5371"/>
                    </a:cubicBezTo>
                    <a:cubicBezTo>
                      <a:pt x="6219" y="5458"/>
                      <a:pt x="6213" y="5545"/>
                      <a:pt x="6213" y="5632"/>
                    </a:cubicBezTo>
                    <a:cubicBezTo>
                      <a:pt x="6213" y="5697"/>
                      <a:pt x="6246" y="5838"/>
                      <a:pt x="6202" y="5898"/>
                    </a:cubicBezTo>
                    <a:cubicBezTo>
                      <a:pt x="6176" y="5931"/>
                      <a:pt x="6121" y="5936"/>
                      <a:pt x="6069" y="5936"/>
                    </a:cubicBezTo>
                    <a:cubicBezTo>
                      <a:pt x="6047" y="5936"/>
                      <a:pt x="6025" y="5935"/>
                      <a:pt x="6007" y="5935"/>
                    </a:cubicBezTo>
                    <a:cubicBezTo>
                      <a:pt x="5997" y="5935"/>
                      <a:pt x="5988" y="5935"/>
                      <a:pt x="5980" y="5936"/>
                    </a:cubicBezTo>
                    <a:cubicBezTo>
                      <a:pt x="5947" y="5936"/>
                      <a:pt x="5914" y="5952"/>
                      <a:pt x="5882" y="5958"/>
                    </a:cubicBezTo>
                    <a:cubicBezTo>
                      <a:pt x="5838" y="5958"/>
                      <a:pt x="5795" y="5958"/>
                      <a:pt x="5751" y="5947"/>
                    </a:cubicBezTo>
                    <a:cubicBezTo>
                      <a:pt x="5691" y="5931"/>
                      <a:pt x="5643" y="5925"/>
                      <a:pt x="5615" y="5865"/>
                    </a:cubicBezTo>
                    <a:cubicBezTo>
                      <a:pt x="5599" y="5806"/>
                      <a:pt x="5594" y="5746"/>
                      <a:pt x="5599" y="5686"/>
                    </a:cubicBezTo>
                    <a:cubicBezTo>
                      <a:pt x="5610" y="5322"/>
                      <a:pt x="5605" y="4963"/>
                      <a:pt x="5599" y="4604"/>
                    </a:cubicBezTo>
                    <a:lnTo>
                      <a:pt x="5599" y="4267"/>
                    </a:lnTo>
                    <a:cubicBezTo>
                      <a:pt x="5599" y="4159"/>
                      <a:pt x="5566" y="4066"/>
                      <a:pt x="5561" y="3963"/>
                    </a:cubicBezTo>
                    <a:cubicBezTo>
                      <a:pt x="5561" y="3870"/>
                      <a:pt x="5556" y="3778"/>
                      <a:pt x="5550" y="3686"/>
                    </a:cubicBezTo>
                    <a:cubicBezTo>
                      <a:pt x="5545" y="3680"/>
                      <a:pt x="5545" y="3675"/>
                      <a:pt x="5550" y="3669"/>
                    </a:cubicBezTo>
                    <a:cubicBezTo>
                      <a:pt x="5566" y="3642"/>
                      <a:pt x="5583" y="3615"/>
                      <a:pt x="5594" y="3577"/>
                    </a:cubicBezTo>
                    <a:cubicBezTo>
                      <a:pt x="5619" y="3507"/>
                      <a:pt x="5602" y="3334"/>
                      <a:pt x="5501" y="3334"/>
                    </a:cubicBezTo>
                    <a:cubicBezTo>
                      <a:pt x="5492" y="3334"/>
                      <a:pt x="5484" y="3335"/>
                      <a:pt x="5474" y="3338"/>
                    </a:cubicBezTo>
                    <a:cubicBezTo>
                      <a:pt x="5452" y="3349"/>
                      <a:pt x="5447" y="3376"/>
                      <a:pt x="5469" y="3387"/>
                    </a:cubicBezTo>
                    <a:cubicBezTo>
                      <a:pt x="5507" y="3403"/>
                      <a:pt x="5501" y="3485"/>
                      <a:pt x="5490" y="3523"/>
                    </a:cubicBezTo>
                    <a:cubicBezTo>
                      <a:pt x="5488" y="3522"/>
                      <a:pt x="5486" y="3522"/>
                      <a:pt x="5484" y="3522"/>
                    </a:cubicBezTo>
                    <a:cubicBezTo>
                      <a:pt x="5470" y="3522"/>
                      <a:pt x="5460" y="3535"/>
                      <a:pt x="5474" y="3544"/>
                    </a:cubicBezTo>
                    <a:lnTo>
                      <a:pt x="5479" y="3555"/>
                    </a:lnTo>
                    <a:cubicBezTo>
                      <a:pt x="5458" y="3599"/>
                      <a:pt x="5420" y="3631"/>
                      <a:pt x="5371" y="3637"/>
                    </a:cubicBezTo>
                    <a:cubicBezTo>
                      <a:pt x="5327" y="3642"/>
                      <a:pt x="5289" y="3653"/>
                      <a:pt x="5257" y="3669"/>
                    </a:cubicBezTo>
                    <a:lnTo>
                      <a:pt x="5246" y="3637"/>
                    </a:lnTo>
                    <a:cubicBezTo>
                      <a:pt x="5235" y="3610"/>
                      <a:pt x="5229" y="3582"/>
                      <a:pt x="5219" y="3561"/>
                    </a:cubicBezTo>
                    <a:cubicBezTo>
                      <a:pt x="5197" y="3490"/>
                      <a:pt x="5153" y="3446"/>
                      <a:pt x="5197" y="3381"/>
                    </a:cubicBezTo>
                    <a:cubicBezTo>
                      <a:pt x="5246" y="3321"/>
                      <a:pt x="5311" y="3289"/>
                      <a:pt x="5387" y="3278"/>
                    </a:cubicBezTo>
                    <a:cubicBezTo>
                      <a:pt x="5444" y="3263"/>
                      <a:pt x="5501" y="3260"/>
                      <a:pt x="5559" y="3260"/>
                    </a:cubicBezTo>
                    <a:cubicBezTo>
                      <a:pt x="5612" y="3260"/>
                      <a:pt x="5665" y="3263"/>
                      <a:pt x="5720" y="3263"/>
                    </a:cubicBezTo>
                    <a:cubicBezTo>
                      <a:pt x="5736" y="3263"/>
                      <a:pt x="5752" y="3262"/>
                      <a:pt x="5768" y="3262"/>
                    </a:cubicBezTo>
                    <a:cubicBezTo>
                      <a:pt x="5800" y="3256"/>
                      <a:pt x="5833" y="3254"/>
                      <a:pt x="5865" y="3254"/>
                    </a:cubicBezTo>
                    <a:close/>
                    <a:moveTo>
                      <a:pt x="5528" y="6023"/>
                    </a:moveTo>
                    <a:cubicBezTo>
                      <a:pt x="5583" y="6067"/>
                      <a:pt x="5648" y="6094"/>
                      <a:pt x="5713" y="6105"/>
                    </a:cubicBezTo>
                    <a:cubicBezTo>
                      <a:pt x="5754" y="6113"/>
                      <a:pt x="5796" y="6117"/>
                      <a:pt x="5838" y="6117"/>
                    </a:cubicBezTo>
                    <a:cubicBezTo>
                      <a:pt x="5880" y="6117"/>
                      <a:pt x="5923" y="6113"/>
                      <a:pt x="5963" y="6105"/>
                    </a:cubicBezTo>
                    <a:cubicBezTo>
                      <a:pt x="6050" y="6088"/>
                      <a:pt x="6137" y="6105"/>
                      <a:pt x="6224" y="6067"/>
                    </a:cubicBezTo>
                    <a:lnTo>
                      <a:pt x="6257" y="6067"/>
                    </a:lnTo>
                    <a:cubicBezTo>
                      <a:pt x="6281" y="6060"/>
                      <a:pt x="6316" y="6040"/>
                      <a:pt x="6342" y="6040"/>
                    </a:cubicBezTo>
                    <a:cubicBezTo>
                      <a:pt x="6358" y="6040"/>
                      <a:pt x="6370" y="6047"/>
                      <a:pt x="6376" y="6067"/>
                    </a:cubicBezTo>
                    <a:lnTo>
                      <a:pt x="6376" y="6056"/>
                    </a:lnTo>
                    <a:lnTo>
                      <a:pt x="6376" y="6056"/>
                    </a:lnTo>
                    <a:cubicBezTo>
                      <a:pt x="6382" y="6099"/>
                      <a:pt x="6376" y="6148"/>
                      <a:pt x="6360" y="6192"/>
                    </a:cubicBezTo>
                    <a:cubicBezTo>
                      <a:pt x="6360" y="6202"/>
                      <a:pt x="6355" y="6213"/>
                      <a:pt x="6355" y="6224"/>
                    </a:cubicBezTo>
                    <a:lnTo>
                      <a:pt x="6338" y="6224"/>
                    </a:lnTo>
                    <a:cubicBezTo>
                      <a:pt x="6304" y="6220"/>
                      <a:pt x="6269" y="6219"/>
                      <a:pt x="6234" y="6219"/>
                    </a:cubicBezTo>
                    <a:cubicBezTo>
                      <a:pt x="6171" y="6219"/>
                      <a:pt x="6108" y="6225"/>
                      <a:pt x="6045" y="6235"/>
                    </a:cubicBezTo>
                    <a:lnTo>
                      <a:pt x="6007" y="6240"/>
                    </a:lnTo>
                    <a:cubicBezTo>
                      <a:pt x="5893" y="6240"/>
                      <a:pt x="5784" y="6240"/>
                      <a:pt x="5675" y="6246"/>
                    </a:cubicBezTo>
                    <a:lnTo>
                      <a:pt x="5648" y="6246"/>
                    </a:lnTo>
                    <a:cubicBezTo>
                      <a:pt x="5566" y="6246"/>
                      <a:pt x="5479" y="6240"/>
                      <a:pt x="5398" y="6240"/>
                    </a:cubicBezTo>
                    <a:lnTo>
                      <a:pt x="5349" y="6240"/>
                    </a:lnTo>
                    <a:cubicBezTo>
                      <a:pt x="5338" y="6186"/>
                      <a:pt x="5344" y="6126"/>
                      <a:pt x="5371" y="6077"/>
                    </a:cubicBezTo>
                    <a:cubicBezTo>
                      <a:pt x="5393" y="6045"/>
                      <a:pt x="5452" y="6050"/>
                      <a:pt x="5490" y="6039"/>
                    </a:cubicBezTo>
                    <a:cubicBezTo>
                      <a:pt x="5501" y="6034"/>
                      <a:pt x="5518" y="6028"/>
                      <a:pt x="5528" y="6023"/>
                    </a:cubicBezTo>
                    <a:close/>
                    <a:moveTo>
                      <a:pt x="5229" y="3218"/>
                    </a:moveTo>
                    <a:cubicBezTo>
                      <a:pt x="5132" y="3267"/>
                      <a:pt x="5045" y="3354"/>
                      <a:pt x="5066" y="3474"/>
                    </a:cubicBezTo>
                    <a:cubicBezTo>
                      <a:pt x="5077" y="3512"/>
                      <a:pt x="5094" y="3544"/>
                      <a:pt x="5110" y="3582"/>
                    </a:cubicBezTo>
                    <a:cubicBezTo>
                      <a:pt x="5126" y="3620"/>
                      <a:pt x="5132" y="3658"/>
                      <a:pt x="5148" y="3702"/>
                    </a:cubicBezTo>
                    <a:cubicBezTo>
                      <a:pt x="5162" y="3745"/>
                      <a:pt x="5201" y="3775"/>
                      <a:pt x="5247" y="3775"/>
                    </a:cubicBezTo>
                    <a:cubicBezTo>
                      <a:pt x="5253" y="3775"/>
                      <a:pt x="5260" y="3774"/>
                      <a:pt x="5267" y="3773"/>
                    </a:cubicBezTo>
                    <a:cubicBezTo>
                      <a:pt x="5289" y="3767"/>
                      <a:pt x="5316" y="3756"/>
                      <a:pt x="5338" y="3756"/>
                    </a:cubicBezTo>
                    <a:cubicBezTo>
                      <a:pt x="5376" y="3756"/>
                      <a:pt x="5414" y="3751"/>
                      <a:pt x="5452" y="3740"/>
                    </a:cubicBezTo>
                    <a:lnTo>
                      <a:pt x="5452" y="3740"/>
                    </a:lnTo>
                    <a:cubicBezTo>
                      <a:pt x="5452" y="3762"/>
                      <a:pt x="5452" y="3784"/>
                      <a:pt x="5447" y="3805"/>
                    </a:cubicBezTo>
                    <a:cubicBezTo>
                      <a:pt x="5436" y="3909"/>
                      <a:pt x="5431" y="4017"/>
                      <a:pt x="5436" y="4121"/>
                    </a:cubicBezTo>
                    <a:cubicBezTo>
                      <a:pt x="5452" y="4333"/>
                      <a:pt x="5458" y="4545"/>
                      <a:pt x="5447" y="4757"/>
                    </a:cubicBezTo>
                    <a:cubicBezTo>
                      <a:pt x="5441" y="4979"/>
                      <a:pt x="5441" y="5208"/>
                      <a:pt x="5441" y="5431"/>
                    </a:cubicBezTo>
                    <a:cubicBezTo>
                      <a:pt x="5425" y="5572"/>
                      <a:pt x="5425" y="5713"/>
                      <a:pt x="5441" y="5849"/>
                    </a:cubicBezTo>
                    <a:cubicBezTo>
                      <a:pt x="5441" y="5882"/>
                      <a:pt x="5452" y="5909"/>
                      <a:pt x="5463" y="5936"/>
                    </a:cubicBezTo>
                    <a:lnTo>
                      <a:pt x="5441" y="5942"/>
                    </a:lnTo>
                    <a:cubicBezTo>
                      <a:pt x="5382" y="5942"/>
                      <a:pt x="5322" y="5963"/>
                      <a:pt x="5284" y="6007"/>
                    </a:cubicBezTo>
                    <a:cubicBezTo>
                      <a:pt x="5246" y="6077"/>
                      <a:pt x="5229" y="6154"/>
                      <a:pt x="5240" y="6235"/>
                    </a:cubicBezTo>
                    <a:lnTo>
                      <a:pt x="5246" y="6240"/>
                    </a:lnTo>
                    <a:cubicBezTo>
                      <a:pt x="5191" y="6240"/>
                      <a:pt x="5137" y="6235"/>
                      <a:pt x="5088" y="6230"/>
                    </a:cubicBezTo>
                    <a:cubicBezTo>
                      <a:pt x="5037" y="6221"/>
                      <a:pt x="4986" y="6217"/>
                      <a:pt x="4936" y="6217"/>
                    </a:cubicBezTo>
                    <a:cubicBezTo>
                      <a:pt x="4894" y="6217"/>
                      <a:pt x="4852" y="6219"/>
                      <a:pt x="4811" y="6224"/>
                    </a:cubicBezTo>
                    <a:cubicBezTo>
                      <a:pt x="4779" y="6232"/>
                      <a:pt x="4744" y="6237"/>
                      <a:pt x="4711" y="6237"/>
                    </a:cubicBezTo>
                    <a:cubicBezTo>
                      <a:pt x="4699" y="6237"/>
                      <a:pt x="4687" y="6237"/>
                      <a:pt x="4675" y="6235"/>
                    </a:cubicBezTo>
                    <a:cubicBezTo>
                      <a:pt x="4626" y="6230"/>
                      <a:pt x="4583" y="6219"/>
                      <a:pt x="4534" y="6213"/>
                    </a:cubicBezTo>
                    <a:cubicBezTo>
                      <a:pt x="4509" y="6212"/>
                      <a:pt x="4485" y="6211"/>
                      <a:pt x="4461" y="6211"/>
                    </a:cubicBezTo>
                    <a:cubicBezTo>
                      <a:pt x="4390" y="6211"/>
                      <a:pt x="4320" y="6217"/>
                      <a:pt x="4251" y="6230"/>
                    </a:cubicBezTo>
                    <a:cubicBezTo>
                      <a:pt x="4153" y="6242"/>
                      <a:pt x="4058" y="6248"/>
                      <a:pt x="3962" y="6248"/>
                    </a:cubicBezTo>
                    <a:cubicBezTo>
                      <a:pt x="3930" y="6248"/>
                      <a:pt x="3898" y="6247"/>
                      <a:pt x="3865" y="6246"/>
                    </a:cubicBezTo>
                    <a:cubicBezTo>
                      <a:pt x="3865" y="6235"/>
                      <a:pt x="3870" y="6224"/>
                      <a:pt x="3870" y="6213"/>
                    </a:cubicBezTo>
                    <a:cubicBezTo>
                      <a:pt x="3892" y="6148"/>
                      <a:pt x="3898" y="6083"/>
                      <a:pt x="3887" y="6018"/>
                    </a:cubicBezTo>
                    <a:cubicBezTo>
                      <a:pt x="3870" y="5952"/>
                      <a:pt x="3816" y="5909"/>
                      <a:pt x="3751" y="5909"/>
                    </a:cubicBezTo>
                    <a:cubicBezTo>
                      <a:pt x="3767" y="5811"/>
                      <a:pt x="3767" y="5719"/>
                      <a:pt x="3756" y="5626"/>
                    </a:cubicBezTo>
                    <a:cubicBezTo>
                      <a:pt x="3751" y="5523"/>
                      <a:pt x="3756" y="5425"/>
                      <a:pt x="3756" y="5322"/>
                    </a:cubicBezTo>
                    <a:cubicBezTo>
                      <a:pt x="3756" y="5224"/>
                      <a:pt x="3724" y="5115"/>
                      <a:pt x="3729" y="5007"/>
                    </a:cubicBezTo>
                    <a:cubicBezTo>
                      <a:pt x="3729" y="4892"/>
                      <a:pt x="3718" y="4778"/>
                      <a:pt x="3697" y="4670"/>
                    </a:cubicBezTo>
                    <a:cubicBezTo>
                      <a:pt x="3680" y="4550"/>
                      <a:pt x="3675" y="4430"/>
                      <a:pt x="3680" y="4311"/>
                    </a:cubicBezTo>
                    <a:cubicBezTo>
                      <a:pt x="3680" y="4191"/>
                      <a:pt x="3680" y="4072"/>
                      <a:pt x="3675" y="3952"/>
                    </a:cubicBezTo>
                    <a:cubicBezTo>
                      <a:pt x="3664" y="3903"/>
                      <a:pt x="3659" y="3854"/>
                      <a:pt x="3659" y="3805"/>
                    </a:cubicBezTo>
                    <a:cubicBezTo>
                      <a:pt x="3659" y="3789"/>
                      <a:pt x="3664" y="3773"/>
                      <a:pt x="3664" y="3756"/>
                    </a:cubicBezTo>
                    <a:cubicBezTo>
                      <a:pt x="3691" y="3756"/>
                      <a:pt x="3713" y="3751"/>
                      <a:pt x="3735" y="3740"/>
                    </a:cubicBezTo>
                    <a:cubicBezTo>
                      <a:pt x="3838" y="3686"/>
                      <a:pt x="3876" y="3550"/>
                      <a:pt x="3870" y="3441"/>
                    </a:cubicBezTo>
                    <a:cubicBezTo>
                      <a:pt x="3870" y="3360"/>
                      <a:pt x="3832" y="3283"/>
                      <a:pt x="3767" y="3234"/>
                    </a:cubicBezTo>
                    <a:lnTo>
                      <a:pt x="3767" y="3234"/>
                    </a:lnTo>
                    <a:lnTo>
                      <a:pt x="4235" y="3240"/>
                    </a:lnTo>
                    <a:cubicBezTo>
                      <a:pt x="4351" y="3244"/>
                      <a:pt x="4466" y="3247"/>
                      <a:pt x="4582" y="3247"/>
                    </a:cubicBezTo>
                    <a:cubicBezTo>
                      <a:pt x="4765" y="3247"/>
                      <a:pt x="4948" y="3240"/>
                      <a:pt x="5132" y="3224"/>
                    </a:cubicBezTo>
                    <a:cubicBezTo>
                      <a:pt x="5164" y="3224"/>
                      <a:pt x="5202" y="3218"/>
                      <a:pt x="5229" y="3218"/>
                    </a:cubicBezTo>
                    <a:close/>
                    <a:moveTo>
                      <a:pt x="2919" y="6023"/>
                    </a:moveTo>
                    <a:cubicBezTo>
                      <a:pt x="2968" y="6067"/>
                      <a:pt x="3033" y="6094"/>
                      <a:pt x="3104" y="6105"/>
                    </a:cubicBezTo>
                    <a:cubicBezTo>
                      <a:pt x="3145" y="6113"/>
                      <a:pt x="3186" y="6117"/>
                      <a:pt x="3226" y="6117"/>
                    </a:cubicBezTo>
                    <a:cubicBezTo>
                      <a:pt x="3267" y="6117"/>
                      <a:pt x="3308" y="6113"/>
                      <a:pt x="3349" y="6105"/>
                    </a:cubicBezTo>
                    <a:cubicBezTo>
                      <a:pt x="3441" y="6088"/>
                      <a:pt x="3528" y="6105"/>
                      <a:pt x="3615" y="6067"/>
                    </a:cubicBezTo>
                    <a:lnTo>
                      <a:pt x="3626" y="6061"/>
                    </a:lnTo>
                    <a:lnTo>
                      <a:pt x="3642" y="6061"/>
                    </a:lnTo>
                    <a:cubicBezTo>
                      <a:pt x="3667" y="6058"/>
                      <a:pt x="3703" y="6036"/>
                      <a:pt x="3731" y="6036"/>
                    </a:cubicBezTo>
                    <a:cubicBezTo>
                      <a:pt x="3747" y="6036"/>
                      <a:pt x="3760" y="6042"/>
                      <a:pt x="3767" y="6061"/>
                    </a:cubicBezTo>
                    <a:cubicBezTo>
                      <a:pt x="3773" y="6105"/>
                      <a:pt x="3767" y="6154"/>
                      <a:pt x="3751" y="6197"/>
                    </a:cubicBezTo>
                    <a:cubicBezTo>
                      <a:pt x="3745" y="6224"/>
                      <a:pt x="3745" y="6240"/>
                      <a:pt x="3735" y="6251"/>
                    </a:cubicBezTo>
                    <a:lnTo>
                      <a:pt x="3648" y="6251"/>
                    </a:lnTo>
                    <a:lnTo>
                      <a:pt x="3588" y="6257"/>
                    </a:lnTo>
                    <a:cubicBezTo>
                      <a:pt x="3566" y="6246"/>
                      <a:pt x="3539" y="6246"/>
                      <a:pt x="3517" y="6240"/>
                    </a:cubicBezTo>
                    <a:cubicBezTo>
                      <a:pt x="3466" y="6239"/>
                      <a:pt x="3416" y="6238"/>
                      <a:pt x="3365" y="6238"/>
                    </a:cubicBezTo>
                    <a:cubicBezTo>
                      <a:pt x="3264" y="6238"/>
                      <a:pt x="3162" y="6240"/>
                      <a:pt x="3061" y="6240"/>
                    </a:cubicBezTo>
                    <a:cubicBezTo>
                      <a:pt x="3006" y="6246"/>
                      <a:pt x="2952" y="6251"/>
                      <a:pt x="2897" y="6262"/>
                    </a:cubicBezTo>
                    <a:cubicBezTo>
                      <a:pt x="2881" y="6265"/>
                      <a:pt x="2864" y="6265"/>
                      <a:pt x="2845" y="6265"/>
                    </a:cubicBezTo>
                    <a:cubicBezTo>
                      <a:pt x="2827" y="6265"/>
                      <a:pt x="2808" y="6265"/>
                      <a:pt x="2789" y="6268"/>
                    </a:cubicBezTo>
                    <a:lnTo>
                      <a:pt x="2745" y="6268"/>
                    </a:lnTo>
                    <a:cubicBezTo>
                      <a:pt x="2729" y="6202"/>
                      <a:pt x="2734" y="6137"/>
                      <a:pt x="2756" y="6077"/>
                    </a:cubicBezTo>
                    <a:cubicBezTo>
                      <a:pt x="2783" y="6045"/>
                      <a:pt x="2843" y="6050"/>
                      <a:pt x="2881" y="6034"/>
                    </a:cubicBezTo>
                    <a:cubicBezTo>
                      <a:pt x="2892" y="6034"/>
                      <a:pt x="2903" y="6028"/>
                      <a:pt x="2919" y="6023"/>
                    </a:cubicBezTo>
                    <a:close/>
                    <a:moveTo>
                      <a:pt x="1533" y="3213"/>
                    </a:moveTo>
                    <a:cubicBezTo>
                      <a:pt x="1560" y="3213"/>
                      <a:pt x="1587" y="3224"/>
                      <a:pt x="1615" y="3229"/>
                    </a:cubicBezTo>
                    <a:cubicBezTo>
                      <a:pt x="1647" y="3232"/>
                      <a:pt x="1679" y="3233"/>
                      <a:pt x="1710" y="3233"/>
                    </a:cubicBezTo>
                    <a:cubicBezTo>
                      <a:pt x="1741" y="3233"/>
                      <a:pt x="1772" y="3232"/>
                      <a:pt x="1805" y="3229"/>
                    </a:cubicBezTo>
                    <a:lnTo>
                      <a:pt x="2213" y="3229"/>
                    </a:lnTo>
                    <a:cubicBezTo>
                      <a:pt x="2332" y="3229"/>
                      <a:pt x="2452" y="3240"/>
                      <a:pt x="2566" y="3251"/>
                    </a:cubicBezTo>
                    <a:cubicBezTo>
                      <a:pt x="2490" y="3294"/>
                      <a:pt x="2446" y="3387"/>
                      <a:pt x="2457" y="3474"/>
                    </a:cubicBezTo>
                    <a:cubicBezTo>
                      <a:pt x="2468" y="3512"/>
                      <a:pt x="2484" y="3544"/>
                      <a:pt x="2501" y="3577"/>
                    </a:cubicBezTo>
                    <a:cubicBezTo>
                      <a:pt x="2517" y="3620"/>
                      <a:pt x="2522" y="3658"/>
                      <a:pt x="2539" y="3697"/>
                    </a:cubicBezTo>
                    <a:cubicBezTo>
                      <a:pt x="2553" y="3744"/>
                      <a:pt x="2592" y="3775"/>
                      <a:pt x="2638" y="3775"/>
                    </a:cubicBezTo>
                    <a:cubicBezTo>
                      <a:pt x="2644" y="3775"/>
                      <a:pt x="2651" y="3774"/>
                      <a:pt x="2658" y="3773"/>
                    </a:cubicBezTo>
                    <a:cubicBezTo>
                      <a:pt x="2680" y="3767"/>
                      <a:pt x="2707" y="3756"/>
                      <a:pt x="2729" y="3751"/>
                    </a:cubicBezTo>
                    <a:cubicBezTo>
                      <a:pt x="2739" y="3752"/>
                      <a:pt x="2749" y="3753"/>
                      <a:pt x="2760" y="3753"/>
                    </a:cubicBezTo>
                    <a:cubicBezTo>
                      <a:pt x="2787" y="3753"/>
                      <a:pt x="2815" y="3748"/>
                      <a:pt x="2843" y="3740"/>
                    </a:cubicBezTo>
                    <a:lnTo>
                      <a:pt x="2843" y="3740"/>
                    </a:lnTo>
                    <a:cubicBezTo>
                      <a:pt x="2843" y="3762"/>
                      <a:pt x="2843" y="3784"/>
                      <a:pt x="2838" y="3805"/>
                    </a:cubicBezTo>
                    <a:cubicBezTo>
                      <a:pt x="2827" y="3909"/>
                      <a:pt x="2821" y="4017"/>
                      <a:pt x="2827" y="4121"/>
                    </a:cubicBezTo>
                    <a:cubicBezTo>
                      <a:pt x="2843" y="4333"/>
                      <a:pt x="2849" y="4545"/>
                      <a:pt x="2838" y="4757"/>
                    </a:cubicBezTo>
                    <a:cubicBezTo>
                      <a:pt x="2832" y="4979"/>
                      <a:pt x="2832" y="5208"/>
                      <a:pt x="2832" y="5431"/>
                    </a:cubicBezTo>
                    <a:cubicBezTo>
                      <a:pt x="2816" y="5572"/>
                      <a:pt x="2816" y="5713"/>
                      <a:pt x="2832" y="5849"/>
                    </a:cubicBezTo>
                    <a:cubicBezTo>
                      <a:pt x="2832" y="5882"/>
                      <a:pt x="2843" y="5909"/>
                      <a:pt x="2854" y="5936"/>
                    </a:cubicBezTo>
                    <a:lnTo>
                      <a:pt x="2832" y="5942"/>
                    </a:lnTo>
                    <a:cubicBezTo>
                      <a:pt x="2772" y="5942"/>
                      <a:pt x="2713" y="5963"/>
                      <a:pt x="2669" y="6007"/>
                    </a:cubicBezTo>
                    <a:cubicBezTo>
                      <a:pt x="2631" y="6088"/>
                      <a:pt x="2615" y="6175"/>
                      <a:pt x="2631" y="6262"/>
                    </a:cubicBezTo>
                    <a:lnTo>
                      <a:pt x="2637" y="6268"/>
                    </a:lnTo>
                    <a:cubicBezTo>
                      <a:pt x="2544" y="6279"/>
                      <a:pt x="2457" y="6279"/>
                      <a:pt x="2370" y="6279"/>
                    </a:cubicBezTo>
                    <a:cubicBezTo>
                      <a:pt x="2327" y="6273"/>
                      <a:pt x="2289" y="6257"/>
                      <a:pt x="2251" y="6251"/>
                    </a:cubicBezTo>
                    <a:cubicBezTo>
                      <a:pt x="2202" y="6246"/>
                      <a:pt x="2153" y="6246"/>
                      <a:pt x="2104" y="6246"/>
                    </a:cubicBezTo>
                    <a:lnTo>
                      <a:pt x="1674" y="6246"/>
                    </a:lnTo>
                    <a:cubicBezTo>
                      <a:pt x="1674" y="6235"/>
                      <a:pt x="1680" y="6224"/>
                      <a:pt x="1680" y="6213"/>
                    </a:cubicBezTo>
                    <a:cubicBezTo>
                      <a:pt x="1702" y="6148"/>
                      <a:pt x="1707" y="6077"/>
                      <a:pt x="1696" y="6012"/>
                    </a:cubicBezTo>
                    <a:cubicBezTo>
                      <a:pt x="1674" y="5952"/>
                      <a:pt x="1620" y="5909"/>
                      <a:pt x="1560" y="5903"/>
                    </a:cubicBezTo>
                    <a:cubicBezTo>
                      <a:pt x="1571" y="5811"/>
                      <a:pt x="1577" y="5719"/>
                      <a:pt x="1566" y="5621"/>
                    </a:cubicBezTo>
                    <a:cubicBezTo>
                      <a:pt x="1560" y="5523"/>
                      <a:pt x="1566" y="5420"/>
                      <a:pt x="1566" y="5322"/>
                    </a:cubicBezTo>
                    <a:cubicBezTo>
                      <a:pt x="1566" y="5219"/>
                      <a:pt x="1533" y="5110"/>
                      <a:pt x="1533" y="5007"/>
                    </a:cubicBezTo>
                    <a:cubicBezTo>
                      <a:pt x="1539" y="4892"/>
                      <a:pt x="1528" y="4778"/>
                      <a:pt x="1506" y="4664"/>
                    </a:cubicBezTo>
                    <a:cubicBezTo>
                      <a:pt x="1490" y="4545"/>
                      <a:pt x="1479" y="4425"/>
                      <a:pt x="1484" y="4311"/>
                    </a:cubicBezTo>
                    <a:cubicBezTo>
                      <a:pt x="1484" y="4191"/>
                      <a:pt x="1490" y="4072"/>
                      <a:pt x="1484" y="3952"/>
                    </a:cubicBezTo>
                    <a:cubicBezTo>
                      <a:pt x="1473" y="3903"/>
                      <a:pt x="1468" y="3849"/>
                      <a:pt x="1468" y="3800"/>
                    </a:cubicBezTo>
                    <a:cubicBezTo>
                      <a:pt x="1468" y="3784"/>
                      <a:pt x="1473" y="3767"/>
                      <a:pt x="1473" y="3756"/>
                    </a:cubicBezTo>
                    <a:cubicBezTo>
                      <a:pt x="1495" y="3756"/>
                      <a:pt x="1522" y="3751"/>
                      <a:pt x="1544" y="3740"/>
                    </a:cubicBezTo>
                    <a:cubicBezTo>
                      <a:pt x="1642" y="3686"/>
                      <a:pt x="1685" y="3544"/>
                      <a:pt x="1680" y="3436"/>
                    </a:cubicBezTo>
                    <a:cubicBezTo>
                      <a:pt x="1674" y="3343"/>
                      <a:pt x="1620" y="3256"/>
                      <a:pt x="1533" y="3213"/>
                    </a:cubicBezTo>
                    <a:close/>
                    <a:moveTo>
                      <a:pt x="729" y="6023"/>
                    </a:moveTo>
                    <a:cubicBezTo>
                      <a:pt x="783" y="6067"/>
                      <a:pt x="843" y="6094"/>
                      <a:pt x="913" y="6105"/>
                    </a:cubicBezTo>
                    <a:cubicBezTo>
                      <a:pt x="954" y="6113"/>
                      <a:pt x="995" y="6117"/>
                      <a:pt x="1036" y="6117"/>
                    </a:cubicBezTo>
                    <a:cubicBezTo>
                      <a:pt x="1076" y="6117"/>
                      <a:pt x="1117" y="6113"/>
                      <a:pt x="1158" y="6105"/>
                    </a:cubicBezTo>
                    <a:cubicBezTo>
                      <a:pt x="1250" y="6088"/>
                      <a:pt x="1337" y="6105"/>
                      <a:pt x="1424" y="6067"/>
                    </a:cubicBezTo>
                    <a:lnTo>
                      <a:pt x="1435" y="6061"/>
                    </a:lnTo>
                    <a:cubicBezTo>
                      <a:pt x="1438" y="6064"/>
                      <a:pt x="1441" y="6065"/>
                      <a:pt x="1443" y="6065"/>
                    </a:cubicBezTo>
                    <a:cubicBezTo>
                      <a:pt x="1446" y="6065"/>
                      <a:pt x="1449" y="6064"/>
                      <a:pt x="1452" y="6061"/>
                    </a:cubicBezTo>
                    <a:cubicBezTo>
                      <a:pt x="1480" y="6058"/>
                      <a:pt x="1515" y="6038"/>
                      <a:pt x="1542" y="6038"/>
                    </a:cubicBezTo>
                    <a:cubicBezTo>
                      <a:pt x="1557" y="6038"/>
                      <a:pt x="1569" y="6044"/>
                      <a:pt x="1577" y="6061"/>
                    </a:cubicBezTo>
                    <a:cubicBezTo>
                      <a:pt x="1582" y="6110"/>
                      <a:pt x="1577" y="6154"/>
                      <a:pt x="1560" y="6197"/>
                    </a:cubicBezTo>
                    <a:cubicBezTo>
                      <a:pt x="1555" y="6230"/>
                      <a:pt x="1555" y="6246"/>
                      <a:pt x="1539" y="6257"/>
                    </a:cubicBezTo>
                    <a:lnTo>
                      <a:pt x="1397" y="6257"/>
                    </a:lnTo>
                    <a:cubicBezTo>
                      <a:pt x="1375" y="6251"/>
                      <a:pt x="1348" y="6246"/>
                      <a:pt x="1327" y="6246"/>
                    </a:cubicBezTo>
                    <a:cubicBezTo>
                      <a:pt x="1276" y="6242"/>
                      <a:pt x="1225" y="6241"/>
                      <a:pt x="1174" y="6241"/>
                    </a:cubicBezTo>
                    <a:cubicBezTo>
                      <a:pt x="1073" y="6241"/>
                      <a:pt x="971" y="6246"/>
                      <a:pt x="870" y="6246"/>
                    </a:cubicBezTo>
                    <a:cubicBezTo>
                      <a:pt x="816" y="6246"/>
                      <a:pt x="761" y="6257"/>
                      <a:pt x="712" y="6268"/>
                    </a:cubicBezTo>
                    <a:lnTo>
                      <a:pt x="604" y="6268"/>
                    </a:lnTo>
                    <a:cubicBezTo>
                      <a:pt x="587" y="6268"/>
                      <a:pt x="571" y="6279"/>
                      <a:pt x="555" y="6284"/>
                    </a:cubicBezTo>
                    <a:cubicBezTo>
                      <a:pt x="544" y="6219"/>
                      <a:pt x="538" y="6121"/>
                      <a:pt x="566" y="6083"/>
                    </a:cubicBezTo>
                    <a:lnTo>
                      <a:pt x="566" y="6077"/>
                    </a:lnTo>
                    <a:cubicBezTo>
                      <a:pt x="593" y="6045"/>
                      <a:pt x="653" y="6050"/>
                      <a:pt x="691" y="6034"/>
                    </a:cubicBezTo>
                    <a:cubicBezTo>
                      <a:pt x="701" y="6034"/>
                      <a:pt x="718" y="6028"/>
                      <a:pt x="729" y="6023"/>
                    </a:cubicBezTo>
                    <a:close/>
                    <a:moveTo>
                      <a:pt x="462" y="6360"/>
                    </a:moveTo>
                    <a:cubicBezTo>
                      <a:pt x="468" y="6376"/>
                      <a:pt x="484" y="6387"/>
                      <a:pt x="495" y="6387"/>
                    </a:cubicBezTo>
                    <a:cubicBezTo>
                      <a:pt x="509" y="6389"/>
                      <a:pt x="523" y="6391"/>
                      <a:pt x="537" y="6391"/>
                    </a:cubicBezTo>
                    <a:cubicBezTo>
                      <a:pt x="561" y="6391"/>
                      <a:pt x="585" y="6387"/>
                      <a:pt x="609" y="6376"/>
                    </a:cubicBezTo>
                    <a:cubicBezTo>
                      <a:pt x="631" y="6374"/>
                      <a:pt x="653" y="6374"/>
                      <a:pt x="674" y="6374"/>
                    </a:cubicBezTo>
                    <a:cubicBezTo>
                      <a:pt x="696" y="6374"/>
                      <a:pt x="718" y="6374"/>
                      <a:pt x="739" y="6371"/>
                    </a:cubicBezTo>
                    <a:lnTo>
                      <a:pt x="745" y="6371"/>
                    </a:lnTo>
                    <a:lnTo>
                      <a:pt x="968" y="6382"/>
                    </a:lnTo>
                    <a:cubicBezTo>
                      <a:pt x="1185" y="6393"/>
                      <a:pt x="1403" y="6393"/>
                      <a:pt x="1615" y="6393"/>
                    </a:cubicBezTo>
                    <a:lnTo>
                      <a:pt x="1935" y="6393"/>
                    </a:lnTo>
                    <a:cubicBezTo>
                      <a:pt x="1975" y="6391"/>
                      <a:pt x="2015" y="6389"/>
                      <a:pt x="2055" y="6389"/>
                    </a:cubicBezTo>
                    <a:cubicBezTo>
                      <a:pt x="2124" y="6389"/>
                      <a:pt x="2193" y="6393"/>
                      <a:pt x="2262" y="6404"/>
                    </a:cubicBezTo>
                    <a:cubicBezTo>
                      <a:pt x="2328" y="6420"/>
                      <a:pt x="2394" y="6427"/>
                      <a:pt x="2461" y="6427"/>
                    </a:cubicBezTo>
                    <a:cubicBezTo>
                      <a:pt x="2481" y="6427"/>
                      <a:pt x="2502" y="6427"/>
                      <a:pt x="2522" y="6425"/>
                    </a:cubicBezTo>
                    <a:cubicBezTo>
                      <a:pt x="2631" y="6420"/>
                      <a:pt x="2745" y="6420"/>
                      <a:pt x="2854" y="6420"/>
                    </a:cubicBezTo>
                    <a:cubicBezTo>
                      <a:pt x="2963" y="6420"/>
                      <a:pt x="3070" y="6421"/>
                      <a:pt x="3177" y="6421"/>
                    </a:cubicBezTo>
                    <a:cubicBezTo>
                      <a:pt x="3285" y="6421"/>
                      <a:pt x="3392" y="6420"/>
                      <a:pt x="3501" y="6414"/>
                    </a:cubicBezTo>
                    <a:cubicBezTo>
                      <a:pt x="3604" y="6409"/>
                      <a:pt x="3702" y="6404"/>
                      <a:pt x="3800" y="6404"/>
                    </a:cubicBezTo>
                    <a:cubicBezTo>
                      <a:pt x="3821" y="6402"/>
                      <a:pt x="3842" y="6402"/>
                      <a:pt x="3864" y="6402"/>
                    </a:cubicBezTo>
                    <a:cubicBezTo>
                      <a:pt x="3924" y="6402"/>
                      <a:pt x="3987" y="6405"/>
                      <a:pt x="4048" y="6405"/>
                    </a:cubicBezTo>
                    <a:cubicBezTo>
                      <a:pt x="4071" y="6405"/>
                      <a:pt x="4093" y="6405"/>
                      <a:pt x="4115" y="6404"/>
                    </a:cubicBezTo>
                    <a:cubicBezTo>
                      <a:pt x="4202" y="6404"/>
                      <a:pt x="4289" y="6376"/>
                      <a:pt x="4376" y="6371"/>
                    </a:cubicBezTo>
                    <a:lnTo>
                      <a:pt x="4517" y="6371"/>
                    </a:lnTo>
                    <a:cubicBezTo>
                      <a:pt x="4566" y="6371"/>
                      <a:pt x="4626" y="6393"/>
                      <a:pt x="4686" y="6398"/>
                    </a:cubicBezTo>
                    <a:cubicBezTo>
                      <a:pt x="4692" y="6399"/>
                      <a:pt x="4698" y="6399"/>
                      <a:pt x="4705" y="6399"/>
                    </a:cubicBezTo>
                    <a:cubicBezTo>
                      <a:pt x="4780" y="6399"/>
                      <a:pt x="4856" y="6371"/>
                      <a:pt x="4936" y="6371"/>
                    </a:cubicBezTo>
                    <a:cubicBezTo>
                      <a:pt x="5039" y="6371"/>
                      <a:pt x="5142" y="6398"/>
                      <a:pt x="5246" y="6398"/>
                    </a:cubicBezTo>
                    <a:cubicBezTo>
                      <a:pt x="5405" y="6398"/>
                      <a:pt x="5562" y="6403"/>
                      <a:pt x="5720" y="6403"/>
                    </a:cubicBezTo>
                    <a:cubicBezTo>
                      <a:pt x="5799" y="6403"/>
                      <a:pt x="5878" y="6402"/>
                      <a:pt x="5958" y="6398"/>
                    </a:cubicBezTo>
                    <a:cubicBezTo>
                      <a:pt x="6056" y="6393"/>
                      <a:pt x="6148" y="6371"/>
                      <a:pt x="6241" y="6371"/>
                    </a:cubicBezTo>
                    <a:cubicBezTo>
                      <a:pt x="6262" y="6376"/>
                      <a:pt x="6284" y="6376"/>
                      <a:pt x="6306" y="6376"/>
                    </a:cubicBezTo>
                    <a:cubicBezTo>
                      <a:pt x="6354" y="6385"/>
                      <a:pt x="6401" y="6389"/>
                      <a:pt x="6449" y="6389"/>
                    </a:cubicBezTo>
                    <a:cubicBezTo>
                      <a:pt x="6488" y="6389"/>
                      <a:pt x="6528" y="6387"/>
                      <a:pt x="6567" y="6382"/>
                    </a:cubicBezTo>
                    <a:cubicBezTo>
                      <a:pt x="6577" y="6388"/>
                      <a:pt x="6589" y="6391"/>
                      <a:pt x="6600" y="6391"/>
                    </a:cubicBezTo>
                    <a:cubicBezTo>
                      <a:pt x="6618" y="6391"/>
                      <a:pt x="6635" y="6384"/>
                      <a:pt x="6648" y="6371"/>
                    </a:cubicBezTo>
                    <a:lnTo>
                      <a:pt x="6648" y="6371"/>
                    </a:lnTo>
                    <a:cubicBezTo>
                      <a:pt x="6648" y="6382"/>
                      <a:pt x="6643" y="6393"/>
                      <a:pt x="6643" y="6393"/>
                    </a:cubicBezTo>
                    <a:lnTo>
                      <a:pt x="6648" y="6404"/>
                    </a:lnTo>
                    <a:cubicBezTo>
                      <a:pt x="6637" y="6442"/>
                      <a:pt x="6632" y="6480"/>
                      <a:pt x="6621" y="6518"/>
                    </a:cubicBezTo>
                    <a:cubicBezTo>
                      <a:pt x="6610" y="6556"/>
                      <a:pt x="6594" y="6588"/>
                      <a:pt x="6583" y="6626"/>
                    </a:cubicBezTo>
                    <a:lnTo>
                      <a:pt x="6567" y="6621"/>
                    </a:lnTo>
                    <a:cubicBezTo>
                      <a:pt x="6545" y="6610"/>
                      <a:pt x="6518" y="6599"/>
                      <a:pt x="6491" y="6599"/>
                    </a:cubicBezTo>
                    <a:cubicBezTo>
                      <a:pt x="6447" y="6599"/>
                      <a:pt x="6398" y="6605"/>
                      <a:pt x="6355" y="6616"/>
                    </a:cubicBezTo>
                    <a:cubicBezTo>
                      <a:pt x="6325" y="6618"/>
                      <a:pt x="6294" y="6620"/>
                      <a:pt x="6262" y="6620"/>
                    </a:cubicBezTo>
                    <a:cubicBezTo>
                      <a:pt x="6231" y="6620"/>
                      <a:pt x="6200" y="6618"/>
                      <a:pt x="6170" y="6616"/>
                    </a:cubicBezTo>
                    <a:cubicBezTo>
                      <a:pt x="6125" y="6617"/>
                      <a:pt x="6080" y="6618"/>
                      <a:pt x="6036" y="6618"/>
                    </a:cubicBezTo>
                    <a:cubicBezTo>
                      <a:pt x="5947" y="6618"/>
                      <a:pt x="5860" y="6616"/>
                      <a:pt x="5773" y="6616"/>
                    </a:cubicBezTo>
                    <a:lnTo>
                      <a:pt x="5572" y="6616"/>
                    </a:lnTo>
                    <a:cubicBezTo>
                      <a:pt x="5501" y="6616"/>
                      <a:pt x="5436" y="6637"/>
                      <a:pt x="5371" y="6643"/>
                    </a:cubicBezTo>
                    <a:cubicBezTo>
                      <a:pt x="5325" y="6645"/>
                      <a:pt x="5280" y="6645"/>
                      <a:pt x="5235" y="6645"/>
                    </a:cubicBezTo>
                    <a:cubicBezTo>
                      <a:pt x="5144" y="6645"/>
                      <a:pt x="5054" y="6643"/>
                      <a:pt x="4963" y="6643"/>
                    </a:cubicBezTo>
                    <a:cubicBezTo>
                      <a:pt x="4929" y="6641"/>
                      <a:pt x="4895" y="6641"/>
                      <a:pt x="4862" y="6641"/>
                    </a:cubicBezTo>
                    <a:cubicBezTo>
                      <a:pt x="4762" y="6641"/>
                      <a:pt x="4663" y="6647"/>
                      <a:pt x="4561" y="6659"/>
                    </a:cubicBezTo>
                    <a:cubicBezTo>
                      <a:pt x="4516" y="6661"/>
                      <a:pt x="4470" y="6662"/>
                      <a:pt x="4425" y="6662"/>
                    </a:cubicBezTo>
                    <a:cubicBezTo>
                      <a:pt x="4334" y="6662"/>
                      <a:pt x="4244" y="6657"/>
                      <a:pt x="4153" y="6643"/>
                    </a:cubicBezTo>
                    <a:cubicBezTo>
                      <a:pt x="4121" y="6641"/>
                      <a:pt x="4088" y="6641"/>
                      <a:pt x="4055" y="6641"/>
                    </a:cubicBezTo>
                    <a:cubicBezTo>
                      <a:pt x="3957" y="6641"/>
                      <a:pt x="3858" y="6647"/>
                      <a:pt x="3756" y="6659"/>
                    </a:cubicBezTo>
                    <a:cubicBezTo>
                      <a:pt x="3706" y="6663"/>
                      <a:pt x="3656" y="6664"/>
                      <a:pt x="3606" y="6664"/>
                    </a:cubicBezTo>
                    <a:cubicBezTo>
                      <a:pt x="3551" y="6664"/>
                      <a:pt x="3497" y="6663"/>
                      <a:pt x="3444" y="6663"/>
                    </a:cubicBezTo>
                    <a:cubicBezTo>
                      <a:pt x="3413" y="6663"/>
                      <a:pt x="3384" y="6663"/>
                      <a:pt x="3354" y="6664"/>
                    </a:cubicBezTo>
                    <a:cubicBezTo>
                      <a:pt x="3245" y="6669"/>
                      <a:pt x="3132" y="6689"/>
                      <a:pt x="3022" y="6689"/>
                    </a:cubicBezTo>
                    <a:cubicBezTo>
                      <a:pt x="3000" y="6689"/>
                      <a:pt x="2979" y="6688"/>
                      <a:pt x="2957" y="6686"/>
                    </a:cubicBezTo>
                    <a:cubicBezTo>
                      <a:pt x="2897" y="6686"/>
                      <a:pt x="2843" y="6670"/>
                      <a:pt x="2783" y="6664"/>
                    </a:cubicBezTo>
                    <a:cubicBezTo>
                      <a:pt x="2762" y="6663"/>
                      <a:pt x="2739" y="6662"/>
                      <a:pt x="2716" y="6662"/>
                    </a:cubicBezTo>
                    <a:cubicBezTo>
                      <a:pt x="2671" y="6662"/>
                      <a:pt x="2624" y="6664"/>
                      <a:pt x="2577" y="6664"/>
                    </a:cubicBezTo>
                    <a:cubicBezTo>
                      <a:pt x="2522" y="6664"/>
                      <a:pt x="2473" y="6648"/>
                      <a:pt x="2419" y="6643"/>
                    </a:cubicBezTo>
                    <a:cubicBezTo>
                      <a:pt x="2403" y="6641"/>
                      <a:pt x="2387" y="6641"/>
                      <a:pt x="2370" y="6641"/>
                    </a:cubicBezTo>
                    <a:cubicBezTo>
                      <a:pt x="2325" y="6641"/>
                      <a:pt x="2278" y="6646"/>
                      <a:pt x="2234" y="6654"/>
                    </a:cubicBezTo>
                    <a:cubicBezTo>
                      <a:pt x="2145" y="6666"/>
                      <a:pt x="2052" y="6672"/>
                      <a:pt x="1961" y="6672"/>
                    </a:cubicBezTo>
                    <a:cubicBezTo>
                      <a:pt x="1930" y="6672"/>
                      <a:pt x="1900" y="6671"/>
                      <a:pt x="1870" y="6670"/>
                    </a:cubicBezTo>
                    <a:cubicBezTo>
                      <a:pt x="1740" y="6664"/>
                      <a:pt x="1604" y="6664"/>
                      <a:pt x="1473" y="6664"/>
                    </a:cubicBezTo>
                    <a:cubicBezTo>
                      <a:pt x="1411" y="6662"/>
                      <a:pt x="1350" y="6660"/>
                      <a:pt x="1288" y="6660"/>
                    </a:cubicBezTo>
                    <a:cubicBezTo>
                      <a:pt x="1227" y="6660"/>
                      <a:pt x="1166" y="6662"/>
                      <a:pt x="1104" y="6664"/>
                    </a:cubicBezTo>
                    <a:cubicBezTo>
                      <a:pt x="1076" y="6670"/>
                      <a:pt x="1055" y="6681"/>
                      <a:pt x="1028" y="6686"/>
                    </a:cubicBezTo>
                    <a:cubicBezTo>
                      <a:pt x="990" y="6686"/>
                      <a:pt x="951" y="6681"/>
                      <a:pt x="919" y="6670"/>
                    </a:cubicBezTo>
                    <a:cubicBezTo>
                      <a:pt x="869" y="6666"/>
                      <a:pt x="822" y="6662"/>
                      <a:pt x="773" y="6662"/>
                    </a:cubicBezTo>
                    <a:cubicBezTo>
                      <a:pt x="753" y="6662"/>
                      <a:pt x="733" y="6663"/>
                      <a:pt x="712" y="6664"/>
                    </a:cubicBezTo>
                    <a:cubicBezTo>
                      <a:pt x="647" y="6664"/>
                      <a:pt x="587" y="6643"/>
                      <a:pt x="527" y="6637"/>
                    </a:cubicBezTo>
                    <a:cubicBezTo>
                      <a:pt x="451" y="6637"/>
                      <a:pt x="381" y="6637"/>
                      <a:pt x="305" y="6643"/>
                    </a:cubicBezTo>
                    <a:cubicBezTo>
                      <a:pt x="284" y="6643"/>
                      <a:pt x="256" y="6648"/>
                      <a:pt x="231" y="6648"/>
                    </a:cubicBezTo>
                    <a:cubicBezTo>
                      <a:pt x="203" y="6648"/>
                      <a:pt x="177" y="6641"/>
                      <a:pt x="169" y="6616"/>
                    </a:cubicBezTo>
                    <a:cubicBezTo>
                      <a:pt x="163" y="6567"/>
                      <a:pt x="169" y="6518"/>
                      <a:pt x="185" y="6474"/>
                    </a:cubicBezTo>
                    <a:cubicBezTo>
                      <a:pt x="185" y="6452"/>
                      <a:pt x="185" y="6431"/>
                      <a:pt x="190" y="6404"/>
                    </a:cubicBezTo>
                    <a:cubicBezTo>
                      <a:pt x="201" y="6376"/>
                      <a:pt x="223" y="6376"/>
                      <a:pt x="256" y="6371"/>
                    </a:cubicBezTo>
                    <a:cubicBezTo>
                      <a:pt x="305" y="6366"/>
                      <a:pt x="359" y="6366"/>
                      <a:pt x="413" y="6360"/>
                    </a:cubicBezTo>
                    <a:close/>
                    <a:moveTo>
                      <a:pt x="3495" y="0"/>
                    </a:moveTo>
                    <a:cubicBezTo>
                      <a:pt x="3419" y="0"/>
                      <a:pt x="3392" y="55"/>
                      <a:pt x="3332" y="82"/>
                    </a:cubicBezTo>
                    <a:cubicBezTo>
                      <a:pt x="3316" y="93"/>
                      <a:pt x="3294" y="103"/>
                      <a:pt x="3273" y="114"/>
                    </a:cubicBezTo>
                    <a:cubicBezTo>
                      <a:pt x="3267" y="109"/>
                      <a:pt x="3260" y="106"/>
                      <a:pt x="3254" y="106"/>
                    </a:cubicBezTo>
                    <a:cubicBezTo>
                      <a:pt x="3247" y="106"/>
                      <a:pt x="3240" y="109"/>
                      <a:pt x="3235" y="114"/>
                    </a:cubicBezTo>
                    <a:cubicBezTo>
                      <a:pt x="3142" y="163"/>
                      <a:pt x="3050" y="207"/>
                      <a:pt x="2946" y="239"/>
                    </a:cubicBezTo>
                    <a:cubicBezTo>
                      <a:pt x="2843" y="288"/>
                      <a:pt x="2740" y="332"/>
                      <a:pt x="2637" y="375"/>
                    </a:cubicBezTo>
                    <a:cubicBezTo>
                      <a:pt x="2528" y="419"/>
                      <a:pt x="2435" y="484"/>
                      <a:pt x="2332" y="533"/>
                    </a:cubicBezTo>
                    <a:cubicBezTo>
                      <a:pt x="2234" y="582"/>
                      <a:pt x="2142" y="680"/>
                      <a:pt x="2033" y="723"/>
                    </a:cubicBezTo>
                    <a:cubicBezTo>
                      <a:pt x="1924" y="772"/>
                      <a:pt x="1843" y="832"/>
                      <a:pt x="1740" y="870"/>
                    </a:cubicBezTo>
                    <a:cubicBezTo>
                      <a:pt x="1620" y="913"/>
                      <a:pt x="1528" y="995"/>
                      <a:pt x="1419" y="1044"/>
                    </a:cubicBezTo>
                    <a:cubicBezTo>
                      <a:pt x="1180" y="1153"/>
                      <a:pt x="946" y="1272"/>
                      <a:pt x="723" y="1408"/>
                    </a:cubicBezTo>
                    <a:cubicBezTo>
                      <a:pt x="663" y="1441"/>
                      <a:pt x="609" y="1479"/>
                      <a:pt x="566" y="1522"/>
                    </a:cubicBezTo>
                    <a:cubicBezTo>
                      <a:pt x="517" y="1566"/>
                      <a:pt x="489" y="1620"/>
                      <a:pt x="446" y="1658"/>
                    </a:cubicBezTo>
                    <a:cubicBezTo>
                      <a:pt x="370" y="1734"/>
                      <a:pt x="277" y="1783"/>
                      <a:pt x="294" y="1903"/>
                    </a:cubicBezTo>
                    <a:cubicBezTo>
                      <a:pt x="299" y="1914"/>
                      <a:pt x="305" y="1930"/>
                      <a:pt x="310" y="1935"/>
                    </a:cubicBezTo>
                    <a:cubicBezTo>
                      <a:pt x="294" y="1946"/>
                      <a:pt x="277" y="1952"/>
                      <a:pt x="261" y="1963"/>
                    </a:cubicBezTo>
                    <a:cubicBezTo>
                      <a:pt x="207" y="2006"/>
                      <a:pt x="180" y="2109"/>
                      <a:pt x="158" y="2169"/>
                    </a:cubicBezTo>
                    <a:cubicBezTo>
                      <a:pt x="142" y="2218"/>
                      <a:pt x="136" y="2272"/>
                      <a:pt x="136" y="2321"/>
                    </a:cubicBezTo>
                    <a:cubicBezTo>
                      <a:pt x="136" y="2370"/>
                      <a:pt x="158" y="2419"/>
                      <a:pt x="158" y="2468"/>
                    </a:cubicBezTo>
                    <a:cubicBezTo>
                      <a:pt x="158" y="2571"/>
                      <a:pt x="98" y="2653"/>
                      <a:pt x="114" y="2756"/>
                    </a:cubicBezTo>
                    <a:cubicBezTo>
                      <a:pt x="125" y="2810"/>
                      <a:pt x="142" y="2865"/>
                      <a:pt x="147" y="2925"/>
                    </a:cubicBezTo>
                    <a:cubicBezTo>
                      <a:pt x="152" y="2968"/>
                      <a:pt x="152" y="3017"/>
                      <a:pt x="163" y="3061"/>
                    </a:cubicBezTo>
                    <a:cubicBezTo>
                      <a:pt x="174" y="3148"/>
                      <a:pt x="245" y="3224"/>
                      <a:pt x="332" y="3245"/>
                    </a:cubicBezTo>
                    <a:cubicBezTo>
                      <a:pt x="343" y="3245"/>
                      <a:pt x="354" y="3248"/>
                      <a:pt x="364" y="3248"/>
                    </a:cubicBezTo>
                    <a:cubicBezTo>
                      <a:pt x="370" y="3248"/>
                      <a:pt x="375" y="3247"/>
                      <a:pt x="381" y="3245"/>
                    </a:cubicBezTo>
                    <a:lnTo>
                      <a:pt x="381" y="3245"/>
                    </a:lnTo>
                    <a:cubicBezTo>
                      <a:pt x="299" y="3294"/>
                      <a:pt x="256" y="3381"/>
                      <a:pt x="267" y="3474"/>
                    </a:cubicBezTo>
                    <a:cubicBezTo>
                      <a:pt x="277" y="3512"/>
                      <a:pt x="294" y="3544"/>
                      <a:pt x="310" y="3577"/>
                    </a:cubicBezTo>
                    <a:cubicBezTo>
                      <a:pt x="326" y="3615"/>
                      <a:pt x="332" y="3658"/>
                      <a:pt x="348" y="3697"/>
                    </a:cubicBezTo>
                    <a:cubicBezTo>
                      <a:pt x="362" y="3744"/>
                      <a:pt x="401" y="3775"/>
                      <a:pt x="447" y="3775"/>
                    </a:cubicBezTo>
                    <a:cubicBezTo>
                      <a:pt x="454" y="3775"/>
                      <a:pt x="461" y="3774"/>
                      <a:pt x="468" y="3773"/>
                    </a:cubicBezTo>
                    <a:cubicBezTo>
                      <a:pt x="489" y="3762"/>
                      <a:pt x="517" y="3756"/>
                      <a:pt x="538" y="3751"/>
                    </a:cubicBezTo>
                    <a:cubicBezTo>
                      <a:pt x="576" y="3751"/>
                      <a:pt x="614" y="3745"/>
                      <a:pt x="653" y="3735"/>
                    </a:cubicBezTo>
                    <a:lnTo>
                      <a:pt x="653" y="3735"/>
                    </a:lnTo>
                    <a:cubicBezTo>
                      <a:pt x="653" y="3762"/>
                      <a:pt x="653" y="3784"/>
                      <a:pt x="647" y="3805"/>
                    </a:cubicBezTo>
                    <a:cubicBezTo>
                      <a:pt x="636" y="3909"/>
                      <a:pt x="631" y="4012"/>
                      <a:pt x="636" y="4115"/>
                    </a:cubicBezTo>
                    <a:cubicBezTo>
                      <a:pt x="653" y="4327"/>
                      <a:pt x="658" y="4539"/>
                      <a:pt x="647" y="4751"/>
                    </a:cubicBezTo>
                    <a:cubicBezTo>
                      <a:pt x="642" y="4979"/>
                      <a:pt x="642" y="5202"/>
                      <a:pt x="642" y="5425"/>
                    </a:cubicBezTo>
                    <a:cubicBezTo>
                      <a:pt x="625" y="5566"/>
                      <a:pt x="625" y="5708"/>
                      <a:pt x="642" y="5849"/>
                    </a:cubicBezTo>
                    <a:cubicBezTo>
                      <a:pt x="642" y="5876"/>
                      <a:pt x="653" y="5909"/>
                      <a:pt x="663" y="5936"/>
                    </a:cubicBezTo>
                    <a:lnTo>
                      <a:pt x="642" y="5936"/>
                    </a:lnTo>
                    <a:cubicBezTo>
                      <a:pt x="582" y="5936"/>
                      <a:pt x="522" y="5963"/>
                      <a:pt x="484" y="6007"/>
                    </a:cubicBezTo>
                    <a:cubicBezTo>
                      <a:pt x="441" y="6088"/>
                      <a:pt x="424" y="6186"/>
                      <a:pt x="446" y="6279"/>
                    </a:cubicBezTo>
                    <a:cubicBezTo>
                      <a:pt x="387" y="6269"/>
                      <a:pt x="313" y="6249"/>
                      <a:pt x="244" y="6249"/>
                    </a:cubicBezTo>
                    <a:cubicBezTo>
                      <a:pt x="192" y="6249"/>
                      <a:pt x="143" y="6260"/>
                      <a:pt x="103" y="6295"/>
                    </a:cubicBezTo>
                    <a:cubicBezTo>
                      <a:pt x="76" y="6322"/>
                      <a:pt x="60" y="6360"/>
                      <a:pt x="60" y="6404"/>
                    </a:cubicBezTo>
                    <a:cubicBezTo>
                      <a:pt x="49" y="6458"/>
                      <a:pt x="27" y="6507"/>
                      <a:pt x="22" y="6561"/>
                    </a:cubicBezTo>
                    <a:cubicBezTo>
                      <a:pt x="0" y="6659"/>
                      <a:pt x="27" y="6768"/>
                      <a:pt x="131" y="6795"/>
                    </a:cubicBezTo>
                    <a:cubicBezTo>
                      <a:pt x="173" y="6810"/>
                      <a:pt x="218" y="6815"/>
                      <a:pt x="264" y="6815"/>
                    </a:cubicBezTo>
                    <a:cubicBezTo>
                      <a:pt x="334" y="6815"/>
                      <a:pt x="407" y="6804"/>
                      <a:pt x="478" y="6804"/>
                    </a:cubicBezTo>
                    <a:cubicBezTo>
                      <a:pt x="508" y="6804"/>
                      <a:pt x="537" y="6806"/>
                      <a:pt x="566" y="6811"/>
                    </a:cubicBezTo>
                    <a:cubicBezTo>
                      <a:pt x="614" y="6823"/>
                      <a:pt x="663" y="6830"/>
                      <a:pt x="715" y="6830"/>
                    </a:cubicBezTo>
                    <a:cubicBezTo>
                      <a:pt x="732" y="6830"/>
                      <a:pt x="749" y="6829"/>
                      <a:pt x="767" y="6828"/>
                    </a:cubicBezTo>
                    <a:lnTo>
                      <a:pt x="881" y="6828"/>
                    </a:lnTo>
                    <a:cubicBezTo>
                      <a:pt x="919" y="6833"/>
                      <a:pt x="957" y="6849"/>
                      <a:pt x="995" y="6855"/>
                    </a:cubicBezTo>
                    <a:cubicBezTo>
                      <a:pt x="1060" y="6855"/>
                      <a:pt x="1115" y="6828"/>
                      <a:pt x="1180" y="6828"/>
                    </a:cubicBezTo>
                    <a:lnTo>
                      <a:pt x="1403" y="6828"/>
                    </a:lnTo>
                    <a:cubicBezTo>
                      <a:pt x="1560" y="6828"/>
                      <a:pt x="1718" y="6828"/>
                      <a:pt x="1881" y="6838"/>
                    </a:cubicBezTo>
                    <a:cubicBezTo>
                      <a:pt x="2022" y="6838"/>
                      <a:pt x="2164" y="6828"/>
                      <a:pt x="2305" y="6811"/>
                    </a:cubicBezTo>
                    <a:cubicBezTo>
                      <a:pt x="2323" y="6810"/>
                      <a:pt x="2340" y="6809"/>
                      <a:pt x="2357" y="6809"/>
                    </a:cubicBezTo>
                    <a:cubicBezTo>
                      <a:pt x="2409" y="6809"/>
                      <a:pt x="2459" y="6815"/>
                      <a:pt x="2512" y="6828"/>
                    </a:cubicBezTo>
                    <a:cubicBezTo>
                      <a:pt x="2588" y="6833"/>
                      <a:pt x="2669" y="6833"/>
                      <a:pt x="2751" y="6833"/>
                    </a:cubicBezTo>
                    <a:cubicBezTo>
                      <a:pt x="2827" y="6833"/>
                      <a:pt x="2897" y="6855"/>
                      <a:pt x="2968" y="6855"/>
                    </a:cubicBezTo>
                    <a:cubicBezTo>
                      <a:pt x="3050" y="6855"/>
                      <a:pt x="3126" y="6849"/>
                      <a:pt x="3207" y="6838"/>
                    </a:cubicBezTo>
                    <a:cubicBezTo>
                      <a:pt x="3286" y="6833"/>
                      <a:pt x="3365" y="6833"/>
                      <a:pt x="3444" y="6833"/>
                    </a:cubicBezTo>
                    <a:cubicBezTo>
                      <a:pt x="3523" y="6833"/>
                      <a:pt x="3601" y="6833"/>
                      <a:pt x="3680" y="6828"/>
                    </a:cubicBezTo>
                    <a:cubicBezTo>
                      <a:pt x="3762" y="6828"/>
                      <a:pt x="3843" y="6811"/>
                      <a:pt x="3930" y="6806"/>
                    </a:cubicBezTo>
                    <a:cubicBezTo>
                      <a:pt x="3962" y="6804"/>
                      <a:pt x="3994" y="6802"/>
                      <a:pt x="4027" y="6802"/>
                    </a:cubicBezTo>
                    <a:cubicBezTo>
                      <a:pt x="4074" y="6802"/>
                      <a:pt x="4122" y="6805"/>
                      <a:pt x="4169" y="6811"/>
                    </a:cubicBezTo>
                    <a:cubicBezTo>
                      <a:pt x="4246" y="6822"/>
                      <a:pt x="4322" y="6833"/>
                      <a:pt x="4398" y="6833"/>
                    </a:cubicBezTo>
                    <a:cubicBezTo>
                      <a:pt x="4479" y="6833"/>
                      <a:pt x="4566" y="6822"/>
                      <a:pt x="4653" y="6811"/>
                    </a:cubicBezTo>
                    <a:cubicBezTo>
                      <a:pt x="4732" y="6806"/>
                      <a:pt x="4812" y="6804"/>
                      <a:pt x="4893" y="6804"/>
                    </a:cubicBezTo>
                    <a:cubicBezTo>
                      <a:pt x="4974" y="6804"/>
                      <a:pt x="5056" y="6806"/>
                      <a:pt x="5137" y="6806"/>
                    </a:cubicBezTo>
                    <a:cubicBezTo>
                      <a:pt x="5188" y="6806"/>
                      <a:pt x="5241" y="6808"/>
                      <a:pt x="5295" y="6808"/>
                    </a:cubicBezTo>
                    <a:cubicBezTo>
                      <a:pt x="5322" y="6808"/>
                      <a:pt x="5349" y="6808"/>
                      <a:pt x="5376" y="6806"/>
                    </a:cubicBezTo>
                    <a:cubicBezTo>
                      <a:pt x="5452" y="6800"/>
                      <a:pt x="5528" y="6784"/>
                      <a:pt x="5605" y="6784"/>
                    </a:cubicBezTo>
                    <a:cubicBezTo>
                      <a:pt x="5659" y="6782"/>
                      <a:pt x="5714" y="6782"/>
                      <a:pt x="5769" y="6782"/>
                    </a:cubicBezTo>
                    <a:cubicBezTo>
                      <a:pt x="5879" y="6782"/>
                      <a:pt x="5990" y="6784"/>
                      <a:pt x="6099" y="6784"/>
                    </a:cubicBezTo>
                    <a:cubicBezTo>
                      <a:pt x="6154" y="6784"/>
                      <a:pt x="6208" y="6786"/>
                      <a:pt x="6262" y="6786"/>
                    </a:cubicBezTo>
                    <a:cubicBezTo>
                      <a:pt x="6289" y="6786"/>
                      <a:pt x="6317" y="6786"/>
                      <a:pt x="6344" y="6784"/>
                    </a:cubicBezTo>
                    <a:cubicBezTo>
                      <a:pt x="6376" y="6784"/>
                      <a:pt x="6404" y="6768"/>
                      <a:pt x="6436" y="6762"/>
                    </a:cubicBezTo>
                    <a:cubicBezTo>
                      <a:pt x="6443" y="6761"/>
                      <a:pt x="6451" y="6760"/>
                      <a:pt x="6459" y="6760"/>
                    </a:cubicBezTo>
                    <a:cubicBezTo>
                      <a:pt x="6480" y="6760"/>
                      <a:pt x="6503" y="6765"/>
                      <a:pt x="6523" y="6773"/>
                    </a:cubicBezTo>
                    <a:cubicBezTo>
                      <a:pt x="6545" y="6779"/>
                      <a:pt x="6565" y="6782"/>
                      <a:pt x="6584" y="6782"/>
                    </a:cubicBezTo>
                    <a:cubicBezTo>
                      <a:pt x="6681" y="6782"/>
                      <a:pt x="6736" y="6705"/>
                      <a:pt x="6768" y="6605"/>
                    </a:cubicBezTo>
                    <a:cubicBezTo>
                      <a:pt x="6784" y="6550"/>
                      <a:pt x="6795" y="6501"/>
                      <a:pt x="6806" y="6447"/>
                    </a:cubicBezTo>
                    <a:cubicBezTo>
                      <a:pt x="6822" y="6398"/>
                      <a:pt x="6828" y="6349"/>
                      <a:pt x="6817" y="6300"/>
                    </a:cubicBezTo>
                    <a:lnTo>
                      <a:pt x="6817" y="6300"/>
                    </a:lnTo>
                    <a:lnTo>
                      <a:pt x="6817" y="6311"/>
                    </a:lnTo>
                    <a:cubicBezTo>
                      <a:pt x="6786" y="6247"/>
                      <a:pt x="6726" y="6212"/>
                      <a:pt x="6666" y="6212"/>
                    </a:cubicBezTo>
                    <a:cubicBezTo>
                      <a:pt x="6629" y="6212"/>
                      <a:pt x="6592" y="6225"/>
                      <a:pt x="6561" y="6251"/>
                    </a:cubicBezTo>
                    <a:cubicBezTo>
                      <a:pt x="6534" y="6246"/>
                      <a:pt x="6507" y="6246"/>
                      <a:pt x="6480" y="6240"/>
                    </a:cubicBezTo>
                    <a:cubicBezTo>
                      <a:pt x="6480" y="6230"/>
                      <a:pt x="6480" y="6224"/>
                      <a:pt x="6485" y="6213"/>
                    </a:cubicBezTo>
                    <a:cubicBezTo>
                      <a:pt x="6501" y="6148"/>
                      <a:pt x="6507" y="6083"/>
                      <a:pt x="6496" y="6018"/>
                    </a:cubicBezTo>
                    <a:cubicBezTo>
                      <a:pt x="6480" y="5952"/>
                      <a:pt x="6425" y="5909"/>
                      <a:pt x="6360" y="5909"/>
                    </a:cubicBezTo>
                    <a:cubicBezTo>
                      <a:pt x="6376" y="5811"/>
                      <a:pt x="6376" y="5719"/>
                      <a:pt x="6366" y="5626"/>
                    </a:cubicBezTo>
                    <a:cubicBezTo>
                      <a:pt x="6366" y="5523"/>
                      <a:pt x="6366" y="5425"/>
                      <a:pt x="6366" y="5322"/>
                    </a:cubicBezTo>
                    <a:cubicBezTo>
                      <a:pt x="6366" y="5224"/>
                      <a:pt x="6338" y="5115"/>
                      <a:pt x="6338" y="5007"/>
                    </a:cubicBezTo>
                    <a:cubicBezTo>
                      <a:pt x="6338" y="4892"/>
                      <a:pt x="6327" y="4778"/>
                      <a:pt x="6311" y="4670"/>
                    </a:cubicBezTo>
                    <a:cubicBezTo>
                      <a:pt x="6289" y="4550"/>
                      <a:pt x="6284" y="4430"/>
                      <a:pt x="6289" y="4311"/>
                    </a:cubicBezTo>
                    <a:cubicBezTo>
                      <a:pt x="6289" y="4191"/>
                      <a:pt x="6295" y="4072"/>
                      <a:pt x="6284" y="3952"/>
                    </a:cubicBezTo>
                    <a:cubicBezTo>
                      <a:pt x="6273" y="3903"/>
                      <a:pt x="6273" y="3854"/>
                      <a:pt x="6273" y="3805"/>
                    </a:cubicBezTo>
                    <a:cubicBezTo>
                      <a:pt x="6273" y="3789"/>
                      <a:pt x="6273" y="3773"/>
                      <a:pt x="6279" y="3756"/>
                    </a:cubicBezTo>
                    <a:cubicBezTo>
                      <a:pt x="6300" y="3756"/>
                      <a:pt x="6322" y="3751"/>
                      <a:pt x="6344" y="3740"/>
                    </a:cubicBezTo>
                    <a:cubicBezTo>
                      <a:pt x="6447" y="3686"/>
                      <a:pt x="6491" y="3550"/>
                      <a:pt x="6480" y="3441"/>
                    </a:cubicBezTo>
                    <a:cubicBezTo>
                      <a:pt x="6480" y="3316"/>
                      <a:pt x="6387" y="3213"/>
                      <a:pt x="6268" y="3196"/>
                    </a:cubicBezTo>
                    <a:cubicBezTo>
                      <a:pt x="6213" y="3180"/>
                      <a:pt x="6159" y="3175"/>
                      <a:pt x="6105" y="3164"/>
                    </a:cubicBezTo>
                    <a:lnTo>
                      <a:pt x="6105" y="3164"/>
                    </a:lnTo>
                    <a:cubicBezTo>
                      <a:pt x="6125" y="3167"/>
                      <a:pt x="6145" y="3168"/>
                      <a:pt x="6165" y="3168"/>
                    </a:cubicBezTo>
                    <a:cubicBezTo>
                      <a:pt x="6224" y="3168"/>
                      <a:pt x="6281" y="3156"/>
                      <a:pt x="6338" y="3131"/>
                    </a:cubicBezTo>
                    <a:cubicBezTo>
                      <a:pt x="6425" y="3099"/>
                      <a:pt x="6480" y="3012"/>
                      <a:pt x="6474" y="2919"/>
                    </a:cubicBezTo>
                    <a:cubicBezTo>
                      <a:pt x="6469" y="2876"/>
                      <a:pt x="6463" y="2832"/>
                      <a:pt x="6469" y="2789"/>
                    </a:cubicBezTo>
                    <a:cubicBezTo>
                      <a:pt x="6474" y="2734"/>
                      <a:pt x="6507" y="2691"/>
                      <a:pt x="6512" y="2637"/>
                    </a:cubicBezTo>
                    <a:cubicBezTo>
                      <a:pt x="6518" y="2522"/>
                      <a:pt x="6518" y="2414"/>
                      <a:pt x="6507" y="2300"/>
                    </a:cubicBezTo>
                    <a:cubicBezTo>
                      <a:pt x="6501" y="2196"/>
                      <a:pt x="6480" y="2098"/>
                      <a:pt x="6442" y="2006"/>
                    </a:cubicBezTo>
                    <a:cubicBezTo>
                      <a:pt x="6425" y="1957"/>
                      <a:pt x="6393" y="1919"/>
                      <a:pt x="6355" y="1886"/>
                    </a:cubicBezTo>
                    <a:cubicBezTo>
                      <a:pt x="6366" y="1859"/>
                      <a:pt x="6360" y="1827"/>
                      <a:pt x="6344" y="1805"/>
                    </a:cubicBezTo>
                    <a:cubicBezTo>
                      <a:pt x="6257" y="1691"/>
                      <a:pt x="6197" y="1571"/>
                      <a:pt x="6061" y="1500"/>
                    </a:cubicBezTo>
                    <a:cubicBezTo>
                      <a:pt x="5931" y="1424"/>
                      <a:pt x="5806" y="1348"/>
                      <a:pt x="5675" y="1278"/>
                    </a:cubicBezTo>
                    <a:cubicBezTo>
                      <a:pt x="5610" y="1245"/>
                      <a:pt x="5550" y="1202"/>
                      <a:pt x="5485" y="1169"/>
                    </a:cubicBezTo>
                    <a:cubicBezTo>
                      <a:pt x="5420" y="1131"/>
                      <a:pt x="5360" y="1115"/>
                      <a:pt x="5300" y="1082"/>
                    </a:cubicBezTo>
                    <a:cubicBezTo>
                      <a:pt x="5175" y="1017"/>
                      <a:pt x="5072" y="913"/>
                      <a:pt x="4952" y="832"/>
                    </a:cubicBezTo>
                    <a:cubicBezTo>
                      <a:pt x="4838" y="756"/>
                      <a:pt x="4697" y="674"/>
                      <a:pt x="4577" y="582"/>
                    </a:cubicBezTo>
                    <a:cubicBezTo>
                      <a:pt x="4458" y="489"/>
                      <a:pt x="4354" y="413"/>
                      <a:pt x="4235" y="332"/>
                    </a:cubicBezTo>
                    <a:cubicBezTo>
                      <a:pt x="4104" y="250"/>
                      <a:pt x="3968" y="180"/>
                      <a:pt x="3827" y="120"/>
                    </a:cubicBezTo>
                    <a:cubicBezTo>
                      <a:pt x="3767" y="93"/>
                      <a:pt x="3691" y="87"/>
                      <a:pt x="3631" y="60"/>
                    </a:cubicBezTo>
                    <a:cubicBezTo>
                      <a:pt x="3582" y="38"/>
                      <a:pt x="3550" y="0"/>
                      <a:pt x="3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20"/>
              <p:cNvSpPr/>
              <p:nvPr/>
            </p:nvSpPr>
            <p:spPr>
              <a:xfrm>
                <a:off x="4480875" y="3668725"/>
                <a:ext cx="3025" cy="48650"/>
              </a:xfrm>
              <a:custGeom>
                <a:rect b="b" l="l" r="r" t="t"/>
                <a:pathLst>
                  <a:path extrusionOk="0" h="1946" w="121">
                    <a:moveTo>
                      <a:pt x="20" y="1"/>
                    </a:moveTo>
                    <a:cubicBezTo>
                      <a:pt x="10" y="1"/>
                      <a:pt x="1" y="6"/>
                      <a:pt x="1" y="17"/>
                    </a:cubicBezTo>
                    <a:cubicBezTo>
                      <a:pt x="12" y="88"/>
                      <a:pt x="17" y="158"/>
                      <a:pt x="17" y="229"/>
                    </a:cubicBezTo>
                    <a:cubicBezTo>
                      <a:pt x="6" y="322"/>
                      <a:pt x="1" y="408"/>
                      <a:pt x="1" y="495"/>
                    </a:cubicBezTo>
                    <a:lnTo>
                      <a:pt x="1" y="1039"/>
                    </a:lnTo>
                    <a:cubicBezTo>
                      <a:pt x="1" y="1110"/>
                      <a:pt x="6" y="1180"/>
                      <a:pt x="23" y="1246"/>
                    </a:cubicBezTo>
                    <a:cubicBezTo>
                      <a:pt x="33" y="1322"/>
                      <a:pt x="33" y="1398"/>
                      <a:pt x="28" y="1479"/>
                    </a:cubicBezTo>
                    <a:lnTo>
                      <a:pt x="28" y="1740"/>
                    </a:lnTo>
                    <a:cubicBezTo>
                      <a:pt x="28" y="1811"/>
                      <a:pt x="17" y="1882"/>
                      <a:pt x="61" y="1941"/>
                    </a:cubicBezTo>
                    <a:cubicBezTo>
                      <a:pt x="63" y="1944"/>
                      <a:pt x="66" y="1945"/>
                      <a:pt x="69" y="1945"/>
                    </a:cubicBezTo>
                    <a:cubicBezTo>
                      <a:pt x="72" y="1945"/>
                      <a:pt x="74" y="1944"/>
                      <a:pt x="77" y="1941"/>
                    </a:cubicBezTo>
                    <a:cubicBezTo>
                      <a:pt x="110" y="1882"/>
                      <a:pt x="120" y="1822"/>
                      <a:pt x="110" y="1757"/>
                    </a:cubicBezTo>
                    <a:lnTo>
                      <a:pt x="110" y="1490"/>
                    </a:lnTo>
                    <a:cubicBezTo>
                      <a:pt x="115" y="1420"/>
                      <a:pt x="115" y="1343"/>
                      <a:pt x="110" y="1273"/>
                    </a:cubicBezTo>
                    <a:lnTo>
                      <a:pt x="115" y="1267"/>
                    </a:lnTo>
                    <a:cubicBezTo>
                      <a:pt x="110" y="1240"/>
                      <a:pt x="99" y="1208"/>
                      <a:pt x="93" y="1180"/>
                    </a:cubicBezTo>
                    <a:cubicBezTo>
                      <a:pt x="82" y="1131"/>
                      <a:pt x="82" y="1083"/>
                      <a:pt x="88" y="1039"/>
                    </a:cubicBezTo>
                    <a:cubicBezTo>
                      <a:pt x="88" y="860"/>
                      <a:pt x="88" y="686"/>
                      <a:pt x="88" y="512"/>
                    </a:cubicBezTo>
                    <a:cubicBezTo>
                      <a:pt x="88" y="425"/>
                      <a:pt x="82" y="338"/>
                      <a:pt x="72" y="245"/>
                    </a:cubicBezTo>
                    <a:cubicBezTo>
                      <a:pt x="66" y="169"/>
                      <a:pt x="44" y="93"/>
                      <a:pt x="39" y="17"/>
                    </a:cubicBezTo>
                    <a:cubicBezTo>
                      <a:pt x="39" y="6"/>
                      <a:pt x="29"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20"/>
              <p:cNvSpPr/>
              <p:nvPr/>
            </p:nvSpPr>
            <p:spPr>
              <a:xfrm>
                <a:off x="4485900" y="3668250"/>
                <a:ext cx="4250" cy="49150"/>
              </a:xfrm>
              <a:custGeom>
                <a:rect b="b" l="l" r="r" t="t"/>
                <a:pathLst>
                  <a:path extrusionOk="0" h="1966" w="170">
                    <a:moveTo>
                      <a:pt x="39" y="1"/>
                    </a:moveTo>
                    <a:cubicBezTo>
                      <a:pt x="31" y="1"/>
                      <a:pt x="23" y="8"/>
                      <a:pt x="23" y="14"/>
                    </a:cubicBezTo>
                    <a:cubicBezTo>
                      <a:pt x="50" y="172"/>
                      <a:pt x="17" y="335"/>
                      <a:pt x="12" y="493"/>
                    </a:cubicBezTo>
                    <a:lnTo>
                      <a:pt x="12" y="748"/>
                    </a:lnTo>
                    <a:cubicBezTo>
                      <a:pt x="1" y="830"/>
                      <a:pt x="6" y="911"/>
                      <a:pt x="17" y="987"/>
                    </a:cubicBezTo>
                    <a:cubicBezTo>
                      <a:pt x="23" y="1025"/>
                      <a:pt x="39" y="1058"/>
                      <a:pt x="44" y="1096"/>
                    </a:cubicBezTo>
                    <a:cubicBezTo>
                      <a:pt x="50" y="1140"/>
                      <a:pt x="50" y="1183"/>
                      <a:pt x="44" y="1221"/>
                    </a:cubicBezTo>
                    <a:cubicBezTo>
                      <a:pt x="39" y="1303"/>
                      <a:pt x="39" y="1379"/>
                      <a:pt x="39" y="1460"/>
                    </a:cubicBezTo>
                    <a:cubicBezTo>
                      <a:pt x="39" y="1536"/>
                      <a:pt x="61" y="1602"/>
                      <a:pt x="66" y="1678"/>
                    </a:cubicBezTo>
                    <a:cubicBezTo>
                      <a:pt x="72" y="1754"/>
                      <a:pt x="50" y="1841"/>
                      <a:pt x="66" y="1922"/>
                    </a:cubicBezTo>
                    <a:cubicBezTo>
                      <a:pt x="69" y="1948"/>
                      <a:pt x="96" y="1965"/>
                      <a:pt x="120" y="1965"/>
                    </a:cubicBezTo>
                    <a:cubicBezTo>
                      <a:pt x="138" y="1965"/>
                      <a:pt x="154" y="1956"/>
                      <a:pt x="159" y="1933"/>
                    </a:cubicBezTo>
                    <a:cubicBezTo>
                      <a:pt x="169" y="1857"/>
                      <a:pt x="169" y="1781"/>
                      <a:pt x="164" y="1705"/>
                    </a:cubicBezTo>
                    <a:lnTo>
                      <a:pt x="159" y="1705"/>
                    </a:lnTo>
                    <a:cubicBezTo>
                      <a:pt x="159" y="1629"/>
                      <a:pt x="131" y="1564"/>
                      <a:pt x="126" y="1487"/>
                    </a:cubicBezTo>
                    <a:cubicBezTo>
                      <a:pt x="126" y="1411"/>
                      <a:pt x="126" y="1319"/>
                      <a:pt x="121" y="1237"/>
                    </a:cubicBezTo>
                    <a:cubicBezTo>
                      <a:pt x="126" y="1161"/>
                      <a:pt x="121" y="1080"/>
                      <a:pt x="110" y="1004"/>
                    </a:cubicBezTo>
                    <a:cubicBezTo>
                      <a:pt x="99" y="917"/>
                      <a:pt x="93" y="824"/>
                      <a:pt x="104" y="737"/>
                    </a:cubicBezTo>
                    <a:cubicBezTo>
                      <a:pt x="110" y="645"/>
                      <a:pt x="104" y="553"/>
                      <a:pt x="104" y="466"/>
                    </a:cubicBezTo>
                    <a:cubicBezTo>
                      <a:pt x="104" y="373"/>
                      <a:pt x="93" y="292"/>
                      <a:pt x="88" y="205"/>
                    </a:cubicBezTo>
                    <a:cubicBezTo>
                      <a:pt x="83" y="139"/>
                      <a:pt x="66" y="74"/>
                      <a:pt x="50" y="9"/>
                    </a:cubicBezTo>
                    <a:cubicBezTo>
                      <a:pt x="48" y="3"/>
                      <a:pt x="44"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0"/>
              <p:cNvSpPr/>
              <p:nvPr/>
            </p:nvSpPr>
            <p:spPr>
              <a:xfrm>
                <a:off x="4373425" y="3585050"/>
                <a:ext cx="93625" cy="27600"/>
              </a:xfrm>
              <a:custGeom>
                <a:rect b="b" l="l" r="r" t="t"/>
                <a:pathLst>
                  <a:path extrusionOk="0" h="1104" w="3745">
                    <a:moveTo>
                      <a:pt x="1945" y="112"/>
                    </a:moveTo>
                    <a:cubicBezTo>
                      <a:pt x="1951" y="112"/>
                      <a:pt x="1954" y="117"/>
                      <a:pt x="1967" y="130"/>
                    </a:cubicBezTo>
                    <a:cubicBezTo>
                      <a:pt x="1989" y="157"/>
                      <a:pt x="1989" y="162"/>
                      <a:pt x="2005" y="179"/>
                    </a:cubicBezTo>
                    <a:cubicBezTo>
                      <a:pt x="2054" y="217"/>
                      <a:pt x="2108" y="249"/>
                      <a:pt x="2168" y="271"/>
                    </a:cubicBezTo>
                    <a:cubicBezTo>
                      <a:pt x="2217" y="304"/>
                      <a:pt x="2266" y="342"/>
                      <a:pt x="2315" y="380"/>
                    </a:cubicBezTo>
                    <a:cubicBezTo>
                      <a:pt x="2375" y="412"/>
                      <a:pt x="2434" y="440"/>
                      <a:pt x="2500" y="467"/>
                    </a:cubicBezTo>
                    <a:cubicBezTo>
                      <a:pt x="2619" y="532"/>
                      <a:pt x="2733" y="608"/>
                      <a:pt x="2831" y="701"/>
                    </a:cubicBezTo>
                    <a:cubicBezTo>
                      <a:pt x="2945" y="793"/>
                      <a:pt x="3070" y="869"/>
                      <a:pt x="3206" y="929"/>
                    </a:cubicBezTo>
                    <a:lnTo>
                      <a:pt x="3304" y="978"/>
                    </a:lnTo>
                    <a:lnTo>
                      <a:pt x="3299" y="978"/>
                    </a:lnTo>
                    <a:cubicBezTo>
                      <a:pt x="3239" y="970"/>
                      <a:pt x="3179" y="970"/>
                      <a:pt x="3119" y="970"/>
                    </a:cubicBezTo>
                    <a:cubicBezTo>
                      <a:pt x="3058" y="970"/>
                      <a:pt x="2997" y="970"/>
                      <a:pt x="2934" y="961"/>
                    </a:cubicBezTo>
                    <a:cubicBezTo>
                      <a:pt x="2815" y="951"/>
                      <a:pt x="2701" y="940"/>
                      <a:pt x="2576" y="940"/>
                    </a:cubicBezTo>
                    <a:cubicBezTo>
                      <a:pt x="2566" y="940"/>
                      <a:pt x="2557" y="940"/>
                      <a:pt x="2548" y="940"/>
                    </a:cubicBezTo>
                    <a:cubicBezTo>
                      <a:pt x="2447" y="940"/>
                      <a:pt x="2346" y="917"/>
                      <a:pt x="2245" y="917"/>
                    </a:cubicBezTo>
                    <a:cubicBezTo>
                      <a:pt x="2235" y="917"/>
                      <a:pt x="2226" y="918"/>
                      <a:pt x="2217" y="918"/>
                    </a:cubicBezTo>
                    <a:cubicBezTo>
                      <a:pt x="2157" y="921"/>
                      <a:pt x="2097" y="922"/>
                      <a:pt x="2038" y="922"/>
                    </a:cubicBezTo>
                    <a:cubicBezTo>
                      <a:pt x="1978" y="922"/>
                      <a:pt x="1918" y="921"/>
                      <a:pt x="1858" y="918"/>
                    </a:cubicBezTo>
                    <a:cubicBezTo>
                      <a:pt x="1733" y="902"/>
                      <a:pt x="1603" y="896"/>
                      <a:pt x="1472" y="896"/>
                    </a:cubicBezTo>
                    <a:cubicBezTo>
                      <a:pt x="1437" y="898"/>
                      <a:pt x="1403" y="899"/>
                      <a:pt x="1368" y="899"/>
                    </a:cubicBezTo>
                    <a:cubicBezTo>
                      <a:pt x="1285" y="899"/>
                      <a:pt x="1203" y="895"/>
                      <a:pt x="1119" y="891"/>
                    </a:cubicBezTo>
                    <a:cubicBezTo>
                      <a:pt x="1079" y="889"/>
                      <a:pt x="1038" y="888"/>
                      <a:pt x="996" y="888"/>
                    </a:cubicBezTo>
                    <a:cubicBezTo>
                      <a:pt x="913" y="888"/>
                      <a:pt x="827" y="891"/>
                      <a:pt x="744" y="891"/>
                    </a:cubicBezTo>
                    <a:cubicBezTo>
                      <a:pt x="619" y="891"/>
                      <a:pt x="494" y="913"/>
                      <a:pt x="369" y="918"/>
                    </a:cubicBezTo>
                    <a:cubicBezTo>
                      <a:pt x="543" y="853"/>
                      <a:pt x="722" y="793"/>
                      <a:pt x="891" y="711"/>
                    </a:cubicBezTo>
                    <a:cubicBezTo>
                      <a:pt x="1026" y="641"/>
                      <a:pt x="1157" y="565"/>
                      <a:pt x="1293" y="494"/>
                    </a:cubicBezTo>
                    <a:cubicBezTo>
                      <a:pt x="1353" y="461"/>
                      <a:pt x="1418" y="423"/>
                      <a:pt x="1478" y="391"/>
                    </a:cubicBezTo>
                    <a:cubicBezTo>
                      <a:pt x="1505" y="374"/>
                      <a:pt x="1527" y="358"/>
                      <a:pt x="1548" y="342"/>
                    </a:cubicBezTo>
                    <a:cubicBezTo>
                      <a:pt x="1581" y="315"/>
                      <a:pt x="1619" y="298"/>
                      <a:pt x="1657" y="287"/>
                    </a:cubicBezTo>
                    <a:cubicBezTo>
                      <a:pt x="1755" y="249"/>
                      <a:pt x="1831" y="168"/>
                      <a:pt x="1923" y="119"/>
                    </a:cubicBezTo>
                    <a:cubicBezTo>
                      <a:pt x="1935" y="114"/>
                      <a:pt x="1940" y="112"/>
                      <a:pt x="1945" y="112"/>
                    </a:cubicBezTo>
                    <a:close/>
                    <a:moveTo>
                      <a:pt x="1943" y="1"/>
                    </a:moveTo>
                    <a:cubicBezTo>
                      <a:pt x="1922" y="1"/>
                      <a:pt x="1902" y="8"/>
                      <a:pt x="1885" y="21"/>
                    </a:cubicBezTo>
                    <a:cubicBezTo>
                      <a:pt x="1864" y="32"/>
                      <a:pt x="1847" y="54"/>
                      <a:pt x="1826" y="70"/>
                    </a:cubicBezTo>
                    <a:cubicBezTo>
                      <a:pt x="1804" y="81"/>
                      <a:pt x="1766" y="97"/>
                      <a:pt x="1739" y="114"/>
                    </a:cubicBezTo>
                    <a:cubicBezTo>
                      <a:pt x="1717" y="130"/>
                      <a:pt x="1695" y="152"/>
                      <a:pt x="1673" y="168"/>
                    </a:cubicBezTo>
                    <a:cubicBezTo>
                      <a:pt x="1646" y="184"/>
                      <a:pt x="1614" y="195"/>
                      <a:pt x="1581" y="206"/>
                    </a:cubicBezTo>
                    <a:cubicBezTo>
                      <a:pt x="1521" y="239"/>
                      <a:pt x="1467" y="271"/>
                      <a:pt x="1418" y="315"/>
                    </a:cubicBezTo>
                    <a:cubicBezTo>
                      <a:pt x="1282" y="396"/>
                      <a:pt x="1141" y="467"/>
                      <a:pt x="999" y="548"/>
                    </a:cubicBezTo>
                    <a:cubicBezTo>
                      <a:pt x="923" y="592"/>
                      <a:pt x="847" y="635"/>
                      <a:pt x="771" y="668"/>
                    </a:cubicBezTo>
                    <a:cubicBezTo>
                      <a:pt x="689" y="706"/>
                      <a:pt x="619" y="728"/>
                      <a:pt x="548" y="771"/>
                    </a:cubicBezTo>
                    <a:cubicBezTo>
                      <a:pt x="477" y="809"/>
                      <a:pt x="412" y="836"/>
                      <a:pt x="352" y="875"/>
                    </a:cubicBezTo>
                    <a:cubicBezTo>
                      <a:pt x="320" y="891"/>
                      <a:pt x="293" y="913"/>
                      <a:pt x="265" y="929"/>
                    </a:cubicBezTo>
                    <a:cubicBezTo>
                      <a:pt x="189" y="934"/>
                      <a:pt x="113" y="961"/>
                      <a:pt x="48" y="1000"/>
                    </a:cubicBezTo>
                    <a:cubicBezTo>
                      <a:pt x="1" y="1026"/>
                      <a:pt x="14" y="1103"/>
                      <a:pt x="70" y="1103"/>
                    </a:cubicBezTo>
                    <a:cubicBezTo>
                      <a:pt x="71" y="1103"/>
                      <a:pt x="73" y="1103"/>
                      <a:pt x="75" y="1103"/>
                    </a:cubicBezTo>
                    <a:lnTo>
                      <a:pt x="92" y="1103"/>
                    </a:lnTo>
                    <a:cubicBezTo>
                      <a:pt x="108" y="1103"/>
                      <a:pt x="119" y="1097"/>
                      <a:pt x="130" y="1081"/>
                    </a:cubicBezTo>
                    <a:cubicBezTo>
                      <a:pt x="238" y="1032"/>
                      <a:pt x="363" y="1043"/>
                      <a:pt x="477" y="1032"/>
                    </a:cubicBezTo>
                    <a:cubicBezTo>
                      <a:pt x="554" y="1021"/>
                      <a:pt x="635" y="1010"/>
                      <a:pt x="711" y="1005"/>
                    </a:cubicBezTo>
                    <a:lnTo>
                      <a:pt x="956" y="1005"/>
                    </a:lnTo>
                    <a:cubicBezTo>
                      <a:pt x="1081" y="1005"/>
                      <a:pt x="1207" y="1022"/>
                      <a:pt x="1333" y="1022"/>
                    </a:cubicBezTo>
                    <a:cubicBezTo>
                      <a:pt x="1348" y="1022"/>
                      <a:pt x="1364" y="1022"/>
                      <a:pt x="1380" y="1021"/>
                    </a:cubicBezTo>
                    <a:cubicBezTo>
                      <a:pt x="1461" y="1021"/>
                      <a:pt x="1543" y="1010"/>
                      <a:pt x="1624" y="1010"/>
                    </a:cubicBezTo>
                    <a:cubicBezTo>
                      <a:pt x="1701" y="1010"/>
                      <a:pt x="1782" y="1027"/>
                      <a:pt x="1858" y="1032"/>
                    </a:cubicBezTo>
                    <a:cubicBezTo>
                      <a:pt x="1890" y="1036"/>
                      <a:pt x="1923" y="1037"/>
                      <a:pt x="1955" y="1037"/>
                    </a:cubicBezTo>
                    <a:cubicBezTo>
                      <a:pt x="2043" y="1037"/>
                      <a:pt x="2130" y="1027"/>
                      <a:pt x="2218" y="1027"/>
                    </a:cubicBezTo>
                    <a:cubicBezTo>
                      <a:pt x="2250" y="1027"/>
                      <a:pt x="2283" y="1029"/>
                      <a:pt x="2315" y="1032"/>
                    </a:cubicBezTo>
                    <a:cubicBezTo>
                      <a:pt x="2380" y="1043"/>
                      <a:pt x="2445" y="1054"/>
                      <a:pt x="2516" y="1054"/>
                    </a:cubicBezTo>
                    <a:cubicBezTo>
                      <a:pt x="2570" y="1054"/>
                      <a:pt x="2625" y="1051"/>
                      <a:pt x="2679" y="1051"/>
                    </a:cubicBezTo>
                    <a:cubicBezTo>
                      <a:pt x="2706" y="1051"/>
                      <a:pt x="2733" y="1052"/>
                      <a:pt x="2761" y="1054"/>
                    </a:cubicBezTo>
                    <a:cubicBezTo>
                      <a:pt x="2842" y="1065"/>
                      <a:pt x="2907" y="1076"/>
                      <a:pt x="2978" y="1081"/>
                    </a:cubicBezTo>
                    <a:cubicBezTo>
                      <a:pt x="3029" y="1081"/>
                      <a:pt x="3077" y="1076"/>
                      <a:pt x="3126" y="1076"/>
                    </a:cubicBezTo>
                    <a:cubicBezTo>
                      <a:pt x="3151" y="1076"/>
                      <a:pt x="3175" y="1077"/>
                      <a:pt x="3201" y="1081"/>
                    </a:cubicBezTo>
                    <a:cubicBezTo>
                      <a:pt x="3353" y="1092"/>
                      <a:pt x="3505" y="1103"/>
                      <a:pt x="3663" y="1103"/>
                    </a:cubicBezTo>
                    <a:cubicBezTo>
                      <a:pt x="3717" y="1103"/>
                      <a:pt x="3744" y="1021"/>
                      <a:pt x="3690" y="994"/>
                    </a:cubicBezTo>
                    <a:lnTo>
                      <a:pt x="3690" y="994"/>
                    </a:lnTo>
                    <a:lnTo>
                      <a:pt x="3690" y="1000"/>
                    </a:lnTo>
                    <a:cubicBezTo>
                      <a:pt x="3560" y="934"/>
                      <a:pt x="3418" y="902"/>
                      <a:pt x="3288" y="842"/>
                    </a:cubicBezTo>
                    <a:cubicBezTo>
                      <a:pt x="3157" y="788"/>
                      <a:pt x="3032" y="717"/>
                      <a:pt x="2924" y="630"/>
                    </a:cubicBezTo>
                    <a:cubicBezTo>
                      <a:pt x="2820" y="538"/>
                      <a:pt x="2706" y="461"/>
                      <a:pt x="2587" y="391"/>
                    </a:cubicBezTo>
                    <a:cubicBezTo>
                      <a:pt x="2532" y="364"/>
                      <a:pt x="2478" y="336"/>
                      <a:pt x="2423" y="315"/>
                    </a:cubicBezTo>
                    <a:cubicBezTo>
                      <a:pt x="2358" y="282"/>
                      <a:pt x="2298" y="239"/>
                      <a:pt x="2244" y="195"/>
                    </a:cubicBezTo>
                    <a:cubicBezTo>
                      <a:pt x="2179" y="168"/>
                      <a:pt x="2119" y="135"/>
                      <a:pt x="2065" y="92"/>
                    </a:cubicBezTo>
                    <a:cubicBezTo>
                      <a:pt x="2038" y="65"/>
                      <a:pt x="2021" y="27"/>
                      <a:pt x="1983" y="10"/>
                    </a:cubicBezTo>
                    <a:cubicBezTo>
                      <a:pt x="1970" y="4"/>
                      <a:pt x="1957"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0"/>
              <p:cNvSpPr/>
              <p:nvPr/>
            </p:nvSpPr>
            <p:spPr>
              <a:xfrm>
                <a:off x="4370275" y="3627600"/>
                <a:ext cx="12125" cy="17125"/>
              </a:xfrm>
              <a:custGeom>
                <a:rect b="b" l="l" r="r" t="t"/>
                <a:pathLst>
                  <a:path extrusionOk="0" h="685" w="485">
                    <a:moveTo>
                      <a:pt x="114" y="0"/>
                    </a:moveTo>
                    <a:cubicBezTo>
                      <a:pt x="99" y="0"/>
                      <a:pt x="85" y="9"/>
                      <a:pt x="82" y="26"/>
                    </a:cubicBezTo>
                    <a:cubicBezTo>
                      <a:pt x="71" y="75"/>
                      <a:pt x="82" y="124"/>
                      <a:pt x="71" y="173"/>
                    </a:cubicBezTo>
                    <a:cubicBezTo>
                      <a:pt x="60" y="222"/>
                      <a:pt x="49" y="271"/>
                      <a:pt x="33" y="319"/>
                    </a:cubicBezTo>
                    <a:cubicBezTo>
                      <a:pt x="6" y="423"/>
                      <a:pt x="0" y="526"/>
                      <a:pt x="22" y="629"/>
                    </a:cubicBezTo>
                    <a:cubicBezTo>
                      <a:pt x="33" y="662"/>
                      <a:pt x="60" y="684"/>
                      <a:pt x="98" y="684"/>
                    </a:cubicBezTo>
                    <a:cubicBezTo>
                      <a:pt x="105" y="685"/>
                      <a:pt x="112" y="685"/>
                      <a:pt x="118" y="685"/>
                    </a:cubicBezTo>
                    <a:cubicBezTo>
                      <a:pt x="183" y="685"/>
                      <a:pt x="248" y="650"/>
                      <a:pt x="313" y="650"/>
                    </a:cubicBezTo>
                    <a:cubicBezTo>
                      <a:pt x="328" y="650"/>
                      <a:pt x="344" y="652"/>
                      <a:pt x="359" y="656"/>
                    </a:cubicBezTo>
                    <a:cubicBezTo>
                      <a:pt x="364" y="658"/>
                      <a:pt x="370" y="659"/>
                      <a:pt x="375" y="659"/>
                    </a:cubicBezTo>
                    <a:cubicBezTo>
                      <a:pt x="434" y="659"/>
                      <a:pt x="484" y="582"/>
                      <a:pt x="430" y="537"/>
                    </a:cubicBezTo>
                    <a:cubicBezTo>
                      <a:pt x="401" y="512"/>
                      <a:pt x="363" y="500"/>
                      <a:pt x="326" y="500"/>
                    </a:cubicBezTo>
                    <a:cubicBezTo>
                      <a:pt x="313" y="500"/>
                      <a:pt x="300" y="502"/>
                      <a:pt x="288" y="504"/>
                    </a:cubicBezTo>
                    <a:cubicBezTo>
                      <a:pt x="250" y="510"/>
                      <a:pt x="207" y="526"/>
                      <a:pt x="163" y="531"/>
                    </a:cubicBezTo>
                    <a:cubicBezTo>
                      <a:pt x="163" y="445"/>
                      <a:pt x="174" y="352"/>
                      <a:pt x="196" y="271"/>
                    </a:cubicBezTo>
                    <a:cubicBezTo>
                      <a:pt x="218" y="178"/>
                      <a:pt x="201" y="86"/>
                      <a:pt x="141" y="10"/>
                    </a:cubicBezTo>
                    <a:cubicBezTo>
                      <a:pt x="133" y="4"/>
                      <a:pt x="124" y="0"/>
                      <a:pt x="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0"/>
              <p:cNvSpPr/>
              <p:nvPr/>
            </p:nvSpPr>
            <p:spPr>
              <a:xfrm>
                <a:off x="4384125" y="3628150"/>
                <a:ext cx="5600" cy="14925"/>
              </a:xfrm>
              <a:custGeom>
                <a:rect b="b" l="l" r="r" t="t"/>
                <a:pathLst>
                  <a:path extrusionOk="0" h="597" w="224">
                    <a:moveTo>
                      <a:pt x="84" y="1"/>
                    </a:moveTo>
                    <a:cubicBezTo>
                      <a:pt x="67" y="1"/>
                      <a:pt x="52" y="10"/>
                      <a:pt x="49" y="31"/>
                    </a:cubicBezTo>
                    <a:cubicBezTo>
                      <a:pt x="39" y="85"/>
                      <a:pt x="60" y="145"/>
                      <a:pt x="44" y="194"/>
                    </a:cubicBezTo>
                    <a:cubicBezTo>
                      <a:pt x="22" y="249"/>
                      <a:pt x="11" y="303"/>
                      <a:pt x="11" y="357"/>
                    </a:cubicBezTo>
                    <a:cubicBezTo>
                      <a:pt x="11" y="427"/>
                      <a:pt x="1" y="597"/>
                      <a:pt x="104" y="597"/>
                    </a:cubicBezTo>
                    <a:cubicBezTo>
                      <a:pt x="106" y="597"/>
                      <a:pt x="108" y="597"/>
                      <a:pt x="109" y="596"/>
                    </a:cubicBezTo>
                    <a:cubicBezTo>
                      <a:pt x="223" y="591"/>
                      <a:pt x="164" y="423"/>
                      <a:pt x="158" y="357"/>
                    </a:cubicBezTo>
                    <a:cubicBezTo>
                      <a:pt x="158" y="303"/>
                      <a:pt x="164" y="254"/>
                      <a:pt x="175" y="200"/>
                    </a:cubicBezTo>
                    <a:cubicBezTo>
                      <a:pt x="169" y="140"/>
                      <a:pt x="153" y="80"/>
                      <a:pt x="126" y="31"/>
                    </a:cubicBezTo>
                    <a:cubicBezTo>
                      <a:pt x="120" y="11"/>
                      <a:pt x="101"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0"/>
              <p:cNvSpPr/>
              <p:nvPr/>
            </p:nvSpPr>
            <p:spPr>
              <a:xfrm>
                <a:off x="4393100" y="3626800"/>
                <a:ext cx="12650" cy="18925"/>
              </a:xfrm>
              <a:custGeom>
                <a:rect b="b" l="l" r="r" t="t"/>
                <a:pathLst>
                  <a:path extrusionOk="0" h="757" w="506">
                    <a:moveTo>
                      <a:pt x="205" y="82"/>
                    </a:moveTo>
                    <a:cubicBezTo>
                      <a:pt x="272" y="82"/>
                      <a:pt x="334" y="112"/>
                      <a:pt x="305" y="194"/>
                    </a:cubicBezTo>
                    <a:cubicBezTo>
                      <a:pt x="278" y="248"/>
                      <a:pt x="239" y="292"/>
                      <a:pt x="196" y="330"/>
                    </a:cubicBezTo>
                    <a:cubicBezTo>
                      <a:pt x="191" y="297"/>
                      <a:pt x="180" y="265"/>
                      <a:pt x="169" y="232"/>
                    </a:cubicBezTo>
                    <a:cubicBezTo>
                      <a:pt x="153" y="185"/>
                      <a:pt x="153" y="137"/>
                      <a:pt x="143" y="90"/>
                    </a:cubicBezTo>
                    <a:lnTo>
                      <a:pt x="143" y="90"/>
                    </a:lnTo>
                    <a:cubicBezTo>
                      <a:pt x="162" y="85"/>
                      <a:pt x="184" y="82"/>
                      <a:pt x="205" y="82"/>
                    </a:cubicBezTo>
                    <a:close/>
                    <a:moveTo>
                      <a:pt x="281" y="460"/>
                    </a:moveTo>
                    <a:cubicBezTo>
                      <a:pt x="343" y="460"/>
                      <a:pt x="395" y="498"/>
                      <a:pt x="337" y="569"/>
                    </a:cubicBezTo>
                    <a:lnTo>
                      <a:pt x="337" y="563"/>
                    </a:lnTo>
                    <a:cubicBezTo>
                      <a:pt x="305" y="602"/>
                      <a:pt x="267" y="623"/>
                      <a:pt x="218" y="634"/>
                    </a:cubicBezTo>
                    <a:lnTo>
                      <a:pt x="185" y="634"/>
                    </a:lnTo>
                    <a:cubicBezTo>
                      <a:pt x="201" y="580"/>
                      <a:pt x="212" y="525"/>
                      <a:pt x="207" y="477"/>
                    </a:cubicBezTo>
                    <a:cubicBezTo>
                      <a:pt x="212" y="477"/>
                      <a:pt x="218" y="471"/>
                      <a:pt x="223" y="471"/>
                    </a:cubicBezTo>
                    <a:cubicBezTo>
                      <a:pt x="241" y="463"/>
                      <a:pt x="261" y="460"/>
                      <a:pt x="281" y="460"/>
                    </a:cubicBezTo>
                    <a:close/>
                    <a:moveTo>
                      <a:pt x="267" y="0"/>
                    </a:moveTo>
                    <a:cubicBezTo>
                      <a:pt x="218" y="0"/>
                      <a:pt x="165" y="19"/>
                      <a:pt x="120" y="47"/>
                    </a:cubicBezTo>
                    <a:cubicBezTo>
                      <a:pt x="110" y="37"/>
                      <a:pt x="97" y="32"/>
                      <a:pt x="85" y="32"/>
                    </a:cubicBezTo>
                    <a:cubicBezTo>
                      <a:pt x="65" y="32"/>
                      <a:pt x="47" y="45"/>
                      <a:pt x="44" y="69"/>
                    </a:cubicBezTo>
                    <a:cubicBezTo>
                      <a:pt x="0" y="183"/>
                      <a:pt x="38" y="292"/>
                      <a:pt x="33" y="411"/>
                    </a:cubicBezTo>
                    <a:cubicBezTo>
                      <a:pt x="33" y="460"/>
                      <a:pt x="6" y="580"/>
                      <a:pt x="44" y="640"/>
                    </a:cubicBezTo>
                    <a:cubicBezTo>
                      <a:pt x="44" y="645"/>
                      <a:pt x="44" y="650"/>
                      <a:pt x="44" y="656"/>
                    </a:cubicBezTo>
                    <a:cubicBezTo>
                      <a:pt x="60" y="727"/>
                      <a:pt x="135" y="756"/>
                      <a:pt x="205" y="756"/>
                    </a:cubicBezTo>
                    <a:cubicBezTo>
                      <a:pt x="227" y="756"/>
                      <a:pt x="248" y="753"/>
                      <a:pt x="267" y="748"/>
                    </a:cubicBezTo>
                    <a:cubicBezTo>
                      <a:pt x="354" y="732"/>
                      <a:pt x="430" y="672"/>
                      <a:pt x="468" y="585"/>
                    </a:cubicBezTo>
                    <a:cubicBezTo>
                      <a:pt x="506" y="509"/>
                      <a:pt x="484" y="417"/>
                      <a:pt x="413" y="368"/>
                    </a:cubicBezTo>
                    <a:cubicBezTo>
                      <a:pt x="397" y="357"/>
                      <a:pt x="375" y="351"/>
                      <a:pt x="359" y="346"/>
                    </a:cubicBezTo>
                    <a:cubicBezTo>
                      <a:pt x="424" y="286"/>
                      <a:pt x="446" y="194"/>
                      <a:pt x="419" y="107"/>
                    </a:cubicBezTo>
                    <a:cubicBezTo>
                      <a:pt x="388" y="30"/>
                      <a:pt x="330" y="0"/>
                      <a:pt x="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0"/>
              <p:cNvSpPr/>
              <p:nvPr/>
            </p:nvSpPr>
            <p:spPr>
              <a:xfrm>
                <a:off x="4406275" y="3626500"/>
                <a:ext cx="15250" cy="18075"/>
              </a:xfrm>
              <a:custGeom>
                <a:rect b="b" l="l" r="r" t="t"/>
                <a:pathLst>
                  <a:path extrusionOk="0" h="723" w="610">
                    <a:moveTo>
                      <a:pt x="296" y="98"/>
                    </a:moveTo>
                    <a:cubicBezTo>
                      <a:pt x="335" y="98"/>
                      <a:pt x="366" y="114"/>
                      <a:pt x="354" y="168"/>
                    </a:cubicBezTo>
                    <a:cubicBezTo>
                      <a:pt x="338" y="217"/>
                      <a:pt x="310" y="260"/>
                      <a:pt x="267" y="293"/>
                    </a:cubicBezTo>
                    <a:lnTo>
                      <a:pt x="272" y="287"/>
                    </a:lnTo>
                    <a:lnTo>
                      <a:pt x="272" y="287"/>
                    </a:lnTo>
                    <a:cubicBezTo>
                      <a:pt x="256" y="304"/>
                      <a:pt x="240" y="315"/>
                      <a:pt x="229" y="325"/>
                    </a:cubicBezTo>
                    <a:cubicBezTo>
                      <a:pt x="207" y="336"/>
                      <a:pt x="191" y="336"/>
                      <a:pt x="175" y="336"/>
                    </a:cubicBezTo>
                    <a:cubicBezTo>
                      <a:pt x="175" y="325"/>
                      <a:pt x="175" y="309"/>
                      <a:pt x="169" y="293"/>
                    </a:cubicBezTo>
                    <a:cubicBezTo>
                      <a:pt x="164" y="255"/>
                      <a:pt x="136" y="217"/>
                      <a:pt x="126" y="179"/>
                    </a:cubicBezTo>
                    <a:cubicBezTo>
                      <a:pt x="147" y="162"/>
                      <a:pt x="142" y="130"/>
                      <a:pt x="120" y="119"/>
                    </a:cubicBezTo>
                    <a:cubicBezTo>
                      <a:pt x="138" y="104"/>
                      <a:pt x="176" y="104"/>
                      <a:pt x="210" y="104"/>
                    </a:cubicBezTo>
                    <a:lnTo>
                      <a:pt x="210" y="104"/>
                    </a:lnTo>
                    <a:cubicBezTo>
                      <a:pt x="227" y="104"/>
                      <a:pt x="243" y="104"/>
                      <a:pt x="256" y="103"/>
                    </a:cubicBezTo>
                    <a:cubicBezTo>
                      <a:pt x="269" y="100"/>
                      <a:pt x="283" y="98"/>
                      <a:pt x="296" y="98"/>
                    </a:cubicBezTo>
                    <a:close/>
                    <a:moveTo>
                      <a:pt x="341" y="1"/>
                    </a:moveTo>
                    <a:cubicBezTo>
                      <a:pt x="331" y="1"/>
                      <a:pt x="321" y="2"/>
                      <a:pt x="310" y="5"/>
                    </a:cubicBezTo>
                    <a:cubicBezTo>
                      <a:pt x="262" y="16"/>
                      <a:pt x="240" y="43"/>
                      <a:pt x="196" y="54"/>
                    </a:cubicBezTo>
                    <a:cubicBezTo>
                      <a:pt x="153" y="70"/>
                      <a:pt x="131" y="54"/>
                      <a:pt x="98" y="92"/>
                    </a:cubicBezTo>
                    <a:cubicBezTo>
                      <a:pt x="88" y="97"/>
                      <a:pt x="88" y="113"/>
                      <a:pt x="98" y="119"/>
                    </a:cubicBezTo>
                    <a:lnTo>
                      <a:pt x="88" y="119"/>
                    </a:lnTo>
                    <a:cubicBezTo>
                      <a:pt x="71" y="119"/>
                      <a:pt x="60" y="130"/>
                      <a:pt x="55" y="146"/>
                    </a:cubicBezTo>
                    <a:cubicBezTo>
                      <a:pt x="44" y="179"/>
                      <a:pt x="39" y="211"/>
                      <a:pt x="50" y="249"/>
                    </a:cubicBezTo>
                    <a:cubicBezTo>
                      <a:pt x="50" y="304"/>
                      <a:pt x="44" y="358"/>
                      <a:pt x="33" y="418"/>
                    </a:cubicBezTo>
                    <a:cubicBezTo>
                      <a:pt x="22" y="499"/>
                      <a:pt x="1" y="608"/>
                      <a:pt x="50" y="690"/>
                    </a:cubicBezTo>
                    <a:cubicBezTo>
                      <a:pt x="64" y="712"/>
                      <a:pt x="86" y="723"/>
                      <a:pt x="109" y="723"/>
                    </a:cubicBezTo>
                    <a:cubicBezTo>
                      <a:pt x="145" y="723"/>
                      <a:pt x="182" y="695"/>
                      <a:pt x="185" y="652"/>
                    </a:cubicBezTo>
                    <a:cubicBezTo>
                      <a:pt x="185" y="597"/>
                      <a:pt x="185" y="543"/>
                      <a:pt x="180" y="489"/>
                    </a:cubicBezTo>
                    <a:lnTo>
                      <a:pt x="180" y="489"/>
                    </a:lnTo>
                    <a:cubicBezTo>
                      <a:pt x="229" y="521"/>
                      <a:pt x="283" y="543"/>
                      <a:pt x="332" y="575"/>
                    </a:cubicBezTo>
                    <a:cubicBezTo>
                      <a:pt x="365" y="597"/>
                      <a:pt x="397" y="614"/>
                      <a:pt x="441" y="635"/>
                    </a:cubicBezTo>
                    <a:cubicBezTo>
                      <a:pt x="457" y="646"/>
                      <a:pt x="474" y="657"/>
                      <a:pt x="495" y="668"/>
                    </a:cubicBezTo>
                    <a:cubicBezTo>
                      <a:pt x="506" y="668"/>
                      <a:pt x="528" y="668"/>
                      <a:pt x="539" y="679"/>
                    </a:cubicBezTo>
                    <a:cubicBezTo>
                      <a:pt x="543" y="681"/>
                      <a:pt x="552" y="683"/>
                      <a:pt x="562" y="683"/>
                    </a:cubicBezTo>
                    <a:cubicBezTo>
                      <a:pt x="575" y="683"/>
                      <a:pt x="590" y="679"/>
                      <a:pt x="593" y="662"/>
                    </a:cubicBezTo>
                    <a:cubicBezTo>
                      <a:pt x="609" y="565"/>
                      <a:pt x="539" y="527"/>
                      <a:pt x="457" y="483"/>
                    </a:cubicBezTo>
                    <a:lnTo>
                      <a:pt x="463" y="483"/>
                    </a:lnTo>
                    <a:cubicBezTo>
                      <a:pt x="419" y="456"/>
                      <a:pt x="370" y="434"/>
                      <a:pt x="321" y="412"/>
                    </a:cubicBezTo>
                    <a:lnTo>
                      <a:pt x="316" y="412"/>
                    </a:lnTo>
                    <a:cubicBezTo>
                      <a:pt x="343" y="391"/>
                      <a:pt x="370" y="369"/>
                      <a:pt x="392" y="347"/>
                    </a:cubicBezTo>
                    <a:cubicBezTo>
                      <a:pt x="463" y="282"/>
                      <a:pt x="495" y="184"/>
                      <a:pt x="474" y="92"/>
                    </a:cubicBezTo>
                    <a:cubicBezTo>
                      <a:pt x="451" y="37"/>
                      <a:pt x="397" y="1"/>
                      <a:pt x="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0"/>
              <p:cNvSpPr/>
              <p:nvPr/>
            </p:nvSpPr>
            <p:spPr>
              <a:xfrm>
                <a:off x="4423675" y="3626850"/>
                <a:ext cx="15375" cy="15775"/>
              </a:xfrm>
              <a:custGeom>
                <a:rect b="b" l="l" r="r" t="t"/>
                <a:pathLst>
                  <a:path extrusionOk="0" h="631" w="615">
                    <a:moveTo>
                      <a:pt x="223" y="137"/>
                    </a:moveTo>
                    <a:lnTo>
                      <a:pt x="223" y="143"/>
                    </a:lnTo>
                    <a:cubicBezTo>
                      <a:pt x="261" y="203"/>
                      <a:pt x="310" y="257"/>
                      <a:pt x="348" y="311"/>
                    </a:cubicBezTo>
                    <a:cubicBezTo>
                      <a:pt x="359" y="333"/>
                      <a:pt x="370" y="349"/>
                      <a:pt x="381" y="366"/>
                    </a:cubicBezTo>
                    <a:cubicBezTo>
                      <a:pt x="354" y="360"/>
                      <a:pt x="327" y="360"/>
                      <a:pt x="300" y="360"/>
                    </a:cubicBezTo>
                    <a:cubicBezTo>
                      <a:pt x="274" y="360"/>
                      <a:pt x="248" y="360"/>
                      <a:pt x="223" y="355"/>
                    </a:cubicBezTo>
                    <a:lnTo>
                      <a:pt x="223" y="349"/>
                    </a:lnTo>
                    <a:lnTo>
                      <a:pt x="174" y="349"/>
                    </a:lnTo>
                    <a:cubicBezTo>
                      <a:pt x="174" y="333"/>
                      <a:pt x="180" y="311"/>
                      <a:pt x="185" y="295"/>
                    </a:cubicBezTo>
                    <a:cubicBezTo>
                      <a:pt x="185" y="257"/>
                      <a:pt x="196" y="219"/>
                      <a:pt x="207" y="186"/>
                    </a:cubicBezTo>
                    <a:cubicBezTo>
                      <a:pt x="207" y="170"/>
                      <a:pt x="212" y="154"/>
                      <a:pt x="223" y="137"/>
                    </a:cubicBezTo>
                    <a:close/>
                    <a:moveTo>
                      <a:pt x="222" y="0"/>
                    </a:moveTo>
                    <a:cubicBezTo>
                      <a:pt x="131" y="0"/>
                      <a:pt x="86" y="115"/>
                      <a:pt x="71" y="186"/>
                    </a:cubicBezTo>
                    <a:cubicBezTo>
                      <a:pt x="38" y="317"/>
                      <a:pt x="0" y="469"/>
                      <a:pt x="33" y="594"/>
                    </a:cubicBezTo>
                    <a:cubicBezTo>
                      <a:pt x="41" y="619"/>
                      <a:pt x="62" y="631"/>
                      <a:pt x="82" y="631"/>
                    </a:cubicBezTo>
                    <a:cubicBezTo>
                      <a:pt x="102" y="631"/>
                      <a:pt x="123" y="619"/>
                      <a:pt x="131" y="594"/>
                    </a:cubicBezTo>
                    <a:cubicBezTo>
                      <a:pt x="147" y="551"/>
                      <a:pt x="153" y="502"/>
                      <a:pt x="163" y="458"/>
                    </a:cubicBezTo>
                    <a:lnTo>
                      <a:pt x="185" y="469"/>
                    </a:lnTo>
                    <a:cubicBezTo>
                      <a:pt x="212" y="485"/>
                      <a:pt x="245" y="496"/>
                      <a:pt x="272" y="502"/>
                    </a:cubicBezTo>
                    <a:cubicBezTo>
                      <a:pt x="282" y="503"/>
                      <a:pt x="292" y="503"/>
                      <a:pt x="302" y="503"/>
                    </a:cubicBezTo>
                    <a:cubicBezTo>
                      <a:pt x="352" y="503"/>
                      <a:pt x="401" y="492"/>
                      <a:pt x="446" y="469"/>
                    </a:cubicBezTo>
                    <a:cubicBezTo>
                      <a:pt x="457" y="491"/>
                      <a:pt x="473" y="513"/>
                      <a:pt x="490" y="534"/>
                    </a:cubicBezTo>
                    <a:cubicBezTo>
                      <a:pt x="504" y="549"/>
                      <a:pt x="522" y="555"/>
                      <a:pt x="538" y="555"/>
                    </a:cubicBezTo>
                    <a:cubicBezTo>
                      <a:pt x="566" y="555"/>
                      <a:pt x="592" y="538"/>
                      <a:pt x="598" y="507"/>
                    </a:cubicBezTo>
                    <a:cubicBezTo>
                      <a:pt x="615" y="431"/>
                      <a:pt x="571" y="393"/>
                      <a:pt x="533" y="333"/>
                    </a:cubicBezTo>
                    <a:lnTo>
                      <a:pt x="533" y="339"/>
                    </a:lnTo>
                    <a:cubicBezTo>
                      <a:pt x="506" y="290"/>
                      <a:pt x="473" y="246"/>
                      <a:pt x="441" y="203"/>
                    </a:cubicBezTo>
                    <a:cubicBezTo>
                      <a:pt x="392" y="137"/>
                      <a:pt x="327" y="18"/>
                      <a:pt x="240" y="2"/>
                    </a:cubicBezTo>
                    <a:cubicBezTo>
                      <a:pt x="233" y="1"/>
                      <a:pt x="227" y="0"/>
                      <a:pt x="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0"/>
              <p:cNvSpPr/>
              <p:nvPr/>
            </p:nvSpPr>
            <p:spPr>
              <a:xfrm>
                <a:off x="4437250" y="3625650"/>
                <a:ext cx="16750" cy="16575"/>
              </a:xfrm>
              <a:custGeom>
                <a:rect b="b" l="l" r="r" t="t"/>
                <a:pathLst>
                  <a:path extrusionOk="0" h="663" w="670">
                    <a:moveTo>
                      <a:pt x="381" y="1"/>
                    </a:moveTo>
                    <a:cubicBezTo>
                      <a:pt x="300" y="1"/>
                      <a:pt x="229" y="44"/>
                      <a:pt x="153" y="66"/>
                    </a:cubicBezTo>
                    <a:cubicBezTo>
                      <a:pt x="137" y="71"/>
                      <a:pt x="137" y="99"/>
                      <a:pt x="159" y="104"/>
                    </a:cubicBezTo>
                    <a:cubicBezTo>
                      <a:pt x="190" y="104"/>
                      <a:pt x="248" y="95"/>
                      <a:pt x="300" y="95"/>
                    </a:cubicBezTo>
                    <a:cubicBezTo>
                      <a:pt x="349" y="95"/>
                      <a:pt x="393" y="103"/>
                      <a:pt x="409" y="131"/>
                    </a:cubicBezTo>
                    <a:cubicBezTo>
                      <a:pt x="447" y="191"/>
                      <a:pt x="327" y="289"/>
                      <a:pt x="246" y="332"/>
                    </a:cubicBezTo>
                    <a:cubicBezTo>
                      <a:pt x="246" y="300"/>
                      <a:pt x="240" y="272"/>
                      <a:pt x="235" y="245"/>
                    </a:cubicBezTo>
                    <a:cubicBezTo>
                      <a:pt x="224" y="180"/>
                      <a:pt x="191" y="169"/>
                      <a:pt x="159" y="120"/>
                    </a:cubicBezTo>
                    <a:cubicBezTo>
                      <a:pt x="152" y="110"/>
                      <a:pt x="143" y="106"/>
                      <a:pt x="134" y="106"/>
                    </a:cubicBezTo>
                    <a:cubicBezTo>
                      <a:pt x="115" y="106"/>
                      <a:pt x="99" y="125"/>
                      <a:pt x="110" y="147"/>
                    </a:cubicBezTo>
                    <a:cubicBezTo>
                      <a:pt x="180" y="300"/>
                      <a:pt x="1" y="544"/>
                      <a:pt x="164" y="653"/>
                    </a:cubicBezTo>
                    <a:cubicBezTo>
                      <a:pt x="174" y="660"/>
                      <a:pt x="185" y="663"/>
                      <a:pt x="195" y="663"/>
                    </a:cubicBezTo>
                    <a:cubicBezTo>
                      <a:pt x="231" y="663"/>
                      <a:pt x="261" y="622"/>
                      <a:pt x="256" y="588"/>
                    </a:cubicBezTo>
                    <a:cubicBezTo>
                      <a:pt x="251" y="550"/>
                      <a:pt x="246" y="517"/>
                      <a:pt x="251" y="479"/>
                    </a:cubicBezTo>
                    <a:lnTo>
                      <a:pt x="251" y="479"/>
                    </a:lnTo>
                    <a:cubicBezTo>
                      <a:pt x="278" y="490"/>
                      <a:pt x="300" y="506"/>
                      <a:pt x="327" y="523"/>
                    </a:cubicBezTo>
                    <a:cubicBezTo>
                      <a:pt x="365" y="539"/>
                      <a:pt x="403" y="561"/>
                      <a:pt x="436" y="582"/>
                    </a:cubicBezTo>
                    <a:cubicBezTo>
                      <a:pt x="485" y="620"/>
                      <a:pt x="550" y="642"/>
                      <a:pt x="610" y="642"/>
                    </a:cubicBezTo>
                    <a:cubicBezTo>
                      <a:pt x="642" y="642"/>
                      <a:pt x="670" y="620"/>
                      <a:pt x="670" y="588"/>
                    </a:cubicBezTo>
                    <a:cubicBezTo>
                      <a:pt x="664" y="544"/>
                      <a:pt x="637" y="506"/>
                      <a:pt x="599" y="495"/>
                    </a:cubicBezTo>
                    <a:lnTo>
                      <a:pt x="599" y="495"/>
                    </a:lnTo>
                    <a:lnTo>
                      <a:pt x="604" y="501"/>
                    </a:lnTo>
                    <a:cubicBezTo>
                      <a:pt x="561" y="479"/>
                      <a:pt x="517" y="457"/>
                      <a:pt x="468" y="430"/>
                    </a:cubicBezTo>
                    <a:cubicBezTo>
                      <a:pt x="441" y="419"/>
                      <a:pt x="420" y="408"/>
                      <a:pt x="392" y="403"/>
                    </a:cubicBezTo>
                    <a:cubicBezTo>
                      <a:pt x="420" y="381"/>
                      <a:pt x="447" y="359"/>
                      <a:pt x="468" y="332"/>
                    </a:cubicBezTo>
                    <a:cubicBezTo>
                      <a:pt x="539" y="283"/>
                      <a:pt x="566" y="196"/>
                      <a:pt x="550" y="109"/>
                    </a:cubicBezTo>
                    <a:cubicBezTo>
                      <a:pt x="523" y="44"/>
                      <a:pt x="458" y="1"/>
                      <a:pt x="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0"/>
              <p:cNvSpPr/>
              <p:nvPr/>
            </p:nvSpPr>
            <p:spPr>
              <a:xfrm>
                <a:off x="4455300" y="3625525"/>
                <a:ext cx="12325" cy="16400"/>
              </a:xfrm>
              <a:custGeom>
                <a:rect b="b" l="l" r="r" t="t"/>
                <a:pathLst>
                  <a:path extrusionOk="0" h="656" w="493">
                    <a:moveTo>
                      <a:pt x="422" y="0"/>
                    </a:moveTo>
                    <a:cubicBezTo>
                      <a:pt x="412" y="0"/>
                      <a:pt x="402" y="4"/>
                      <a:pt x="393" y="11"/>
                    </a:cubicBezTo>
                    <a:lnTo>
                      <a:pt x="393" y="6"/>
                    </a:lnTo>
                    <a:cubicBezTo>
                      <a:pt x="355" y="38"/>
                      <a:pt x="323" y="71"/>
                      <a:pt x="301" y="114"/>
                    </a:cubicBezTo>
                    <a:cubicBezTo>
                      <a:pt x="279" y="147"/>
                      <a:pt x="268" y="190"/>
                      <a:pt x="247" y="223"/>
                    </a:cubicBezTo>
                    <a:cubicBezTo>
                      <a:pt x="238" y="236"/>
                      <a:pt x="235" y="241"/>
                      <a:pt x="234" y="241"/>
                    </a:cubicBezTo>
                    <a:cubicBezTo>
                      <a:pt x="233" y="241"/>
                      <a:pt x="235" y="229"/>
                      <a:pt x="225" y="212"/>
                    </a:cubicBezTo>
                    <a:cubicBezTo>
                      <a:pt x="214" y="190"/>
                      <a:pt x="198" y="174"/>
                      <a:pt x="176" y="158"/>
                    </a:cubicBezTo>
                    <a:cubicBezTo>
                      <a:pt x="154" y="142"/>
                      <a:pt x="127" y="125"/>
                      <a:pt x="111" y="104"/>
                    </a:cubicBezTo>
                    <a:cubicBezTo>
                      <a:pt x="94" y="82"/>
                      <a:pt x="78" y="60"/>
                      <a:pt x="67" y="33"/>
                    </a:cubicBezTo>
                    <a:cubicBezTo>
                      <a:pt x="61" y="21"/>
                      <a:pt x="51" y="17"/>
                      <a:pt x="41" y="17"/>
                    </a:cubicBezTo>
                    <a:cubicBezTo>
                      <a:pt x="21" y="17"/>
                      <a:pt x="0" y="33"/>
                      <a:pt x="7" y="55"/>
                    </a:cubicBezTo>
                    <a:cubicBezTo>
                      <a:pt x="18" y="93"/>
                      <a:pt x="24" y="136"/>
                      <a:pt x="40" y="169"/>
                    </a:cubicBezTo>
                    <a:cubicBezTo>
                      <a:pt x="56" y="207"/>
                      <a:pt x="83" y="218"/>
                      <a:pt x="100" y="245"/>
                    </a:cubicBezTo>
                    <a:cubicBezTo>
                      <a:pt x="138" y="294"/>
                      <a:pt x="154" y="354"/>
                      <a:pt x="219" y="364"/>
                    </a:cubicBezTo>
                    <a:cubicBezTo>
                      <a:pt x="214" y="375"/>
                      <a:pt x="208" y="392"/>
                      <a:pt x="203" y="402"/>
                    </a:cubicBezTo>
                    <a:cubicBezTo>
                      <a:pt x="170" y="484"/>
                      <a:pt x="132" y="614"/>
                      <a:pt x="236" y="653"/>
                    </a:cubicBezTo>
                    <a:cubicBezTo>
                      <a:pt x="242" y="655"/>
                      <a:pt x="248" y="656"/>
                      <a:pt x="253" y="656"/>
                    </a:cubicBezTo>
                    <a:cubicBezTo>
                      <a:pt x="290" y="656"/>
                      <a:pt x="321" y="615"/>
                      <a:pt x="312" y="587"/>
                    </a:cubicBezTo>
                    <a:cubicBezTo>
                      <a:pt x="295" y="555"/>
                      <a:pt x="290" y="517"/>
                      <a:pt x="295" y="479"/>
                    </a:cubicBezTo>
                    <a:cubicBezTo>
                      <a:pt x="306" y="446"/>
                      <a:pt x="323" y="408"/>
                      <a:pt x="339" y="375"/>
                    </a:cubicBezTo>
                    <a:cubicBezTo>
                      <a:pt x="388" y="277"/>
                      <a:pt x="442" y="174"/>
                      <a:pt x="480" y="71"/>
                    </a:cubicBezTo>
                    <a:cubicBezTo>
                      <a:pt x="493" y="37"/>
                      <a:pt x="457" y="0"/>
                      <a:pt x="4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0"/>
              <p:cNvSpPr/>
              <p:nvPr/>
            </p:nvSpPr>
            <p:spPr>
              <a:xfrm>
                <a:off x="4346900" y="3626225"/>
                <a:ext cx="15500" cy="20950"/>
              </a:xfrm>
              <a:custGeom>
                <a:rect b="b" l="l" r="r" t="t"/>
                <a:pathLst>
                  <a:path extrusionOk="0" h="838" w="620">
                    <a:moveTo>
                      <a:pt x="473" y="1"/>
                    </a:moveTo>
                    <a:cubicBezTo>
                      <a:pt x="446" y="1"/>
                      <a:pt x="419" y="2"/>
                      <a:pt x="392" y="5"/>
                    </a:cubicBezTo>
                    <a:cubicBezTo>
                      <a:pt x="383" y="4"/>
                      <a:pt x="374" y="3"/>
                      <a:pt x="366" y="3"/>
                    </a:cubicBezTo>
                    <a:cubicBezTo>
                      <a:pt x="325" y="3"/>
                      <a:pt x="284" y="13"/>
                      <a:pt x="239" y="27"/>
                    </a:cubicBezTo>
                    <a:cubicBezTo>
                      <a:pt x="234" y="27"/>
                      <a:pt x="228" y="37"/>
                      <a:pt x="228" y="43"/>
                    </a:cubicBezTo>
                    <a:lnTo>
                      <a:pt x="228" y="59"/>
                    </a:lnTo>
                    <a:cubicBezTo>
                      <a:pt x="228" y="65"/>
                      <a:pt x="234" y="70"/>
                      <a:pt x="239" y="76"/>
                    </a:cubicBezTo>
                    <a:cubicBezTo>
                      <a:pt x="245" y="76"/>
                      <a:pt x="245" y="76"/>
                      <a:pt x="250" y="81"/>
                    </a:cubicBezTo>
                    <a:cubicBezTo>
                      <a:pt x="267" y="92"/>
                      <a:pt x="228" y="146"/>
                      <a:pt x="218" y="162"/>
                    </a:cubicBezTo>
                    <a:cubicBezTo>
                      <a:pt x="203" y="181"/>
                      <a:pt x="189" y="188"/>
                      <a:pt x="174" y="188"/>
                    </a:cubicBezTo>
                    <a:cubicBezTo>
                      <a:pt x="154" y="188"/>
                      <a:pt x="133" y="177"/>
                      <a:pt x="109" y="168"/>
                    </a:cubicBezTo>
                    <a:cubicBezTo>
                      <a:pt x="103" y="164"/>
                      <a:pt x="96" y="162"/>
                      <a:pt x="89" y="162"/>
                    </a:cubicBezTo>
                    <a:cubicBezTo>
                      <a:pt x="66" y="162"/>
                      <a:pt x="44" y="181"/>
                      <a:pt x="44" y="206"/>
                    </a:cubicBezTo>
                    <a:cubicBezTo>
                      <a:pt x="33" y="288"/>
                      <a:pt x="44" y="369"/>
                      <a:pt x="38" y="456"/>
                    </a:cubicBezTo>
                    <a:cubicBezTo>
                      <a:pt x="33" y="538"/>
                      <a:pt x="0" y="635"/>
                      <a:pt x="11" y="728"/>
                    </a:cubicBezTo>
                    <a:cubicBezTo>
                      <a:pt x="11" y="762"/>
                      <a:pt x="43" y="786"/>
                      <a:pt x="75" y="786"/>
                    </a:cubicBezTo>
                    <a:cubicBezTo>
                      <a:pt x="89" y="786"/>
                      <a:pt x="103" y="781"/>
                      <a:pt x="114" y="771"/>
                    </a:cubicBezTo>
                    <a:cubicBezTo>
                      <a:pt x="141" y="750"/>
                      <a:pt x="141" y="722"/>
                      <a:pt x="174" y="711"/>
                    </a:cubicBezTo>
                    <a:cubicBezTo>
                      <a:pt x="180" y="709"/>
                      <a:pt x="188" y="707"/>
                      <a:pt x="197" y="707"/>
                    </a:cubicBezTo>
                    <a:cubicBezTo>
                      <a:pt x="239" y="707"/>
                      <a:pt x="300" y="736"/>
                      <a:pt x="256" y="771"/>
                    </a:cubicBezTo>
                    <a:cubicBezTo>
                      <a:pt x="224" y="794"/>
                      <a:pt x="252" y="838"/>
                      <a:pt x="284" y="838"/>
                    </a:cubicBezTo>
                    <a:cubicBezTo>
                      <a:pt x="291" y="838"/>
                      <a:pt x="298" y="836"/>
                      <a:pt x="305" y="831"/>
                    </a:cubicBezTo>
                    <a:cubicBezTo>
                      <a:pt x="328" y="812"/>
                      <a:pt x="356" y="806"/>
                      <a:pt x="385" y="806"/>
                    </a:cubicBezTo>
                    <a:cubicBezTo>
                      <a:pt x="437" y="806"/>
                      <a:pt x="494" y="825"/>
                      <a:pt x="547" y="825"/>
                    </a:cubicBezTo>
                    <a:cubicBezTo>
                      <a:pt x="561" y="825"/>
                      <a:pt x="574" y="823"/>
                      <a:pt x="587" y="820"/>
                    </a:cubicBezTo>
                    <a:cubicBezTo>
                      <a:pt x="620" y="809"/>
                      <a:pt x="620" y="766"/>
                      <a:pt x="587" y="760"/>
                    </a:cubicBezTo>
                    <a:cubicBezTo>
                      <a:pt x="522" y="750"/>
                      <a:pt x="457" y="739"/>
                      <a:pt x="397" y="739"/>
                    </a:cubicBezTo>
                    <a:cubicBezTo>
                      <a:pt x="389" y="736"/>
                      <a:pt x="381" y="735"/>
                      <a:pt x="373" y="735"/>
                    </a:cubicBezTo>
                    <a:cubicBezTo>
                      <a:pt x="364" y="735"/>
                      <a:pt x="356" y="736"/>
                      <a:pt x="348" y="739"/>
                    </a:cubicBezTo>
                    <a:cubicBezTo>
                      <a:pt x="326" y="667"/>
                      <a:pt x="262" y="624"/>
                      <a:pt x="194" y="624"/>
                    </a:cubicBezTo>
                    <a:cubicBezTo>
                      <a:pt x="180" y="624"/>
                      <a:pt x="166" y="626"/>
                      <a:pt x="152" y="630"/>
                    </a:cubicBezTo>
                    <a:cubicBezTo>
                      <a:pt x="131" y="635"/>
                      <a:pt x="109" y="646"/>
                      <a:pt x="93" y="657"/>
                    </a:cubicBezTo>
                    <a:cubicBezTo>
                      <a:pt x="87" y="625"/>
                      <a:pt x="87" y="592"/>
                      <a:pt x="93" y="565"/>
                    </a:cubicBezTo>
                    <a:cubicBezTo>
                      <a:pt x="98" y="516"/>
                      <a:pt x="103" y="467"/>
                      <a:pt x="98" y="418"/>
                    </a:cubicBezTo>
                    <a:cubicBezTo>
                      <a:pt x="93" y="369"/>
                      <a:pt x="93" y="320"/>
                      <a:pt x="98" y="271"/>
                    </a:cubicBezTo>
                    <a:cubicBezTo>
                      <a:pt x="122" y="287"/>
                      <a:pt x="149" y="297"/>
                      <a:pt x="174" y="297"/>
                    </a:cubicBezTo>
                    <a:cubicBezTo>
                      <a:pt x="183" y="297"/>
                      <a:pt x="193" y="296"/>
                      <a:pt x="201" y="293"/>
                    </a:cubicBezTo>
                    <a:cubicBezTo>
                      <a:pt x="250" y="271"/>
                      <a:pt x="283" y="239"/>
                      <a:pt x="305" y="195"/>
                    </a:cubicBezTo>
                    <a:cubicBezTo>
                      <a:pt x="326" y="157"/>
                      <a:pt x="332" y="114"/>
                      <a:pt x="326" y="70"/>
                    </a:cubicBezTo>
                    <a:lnTo>
                      <a:pt x="326" y="70"/>
                    </a:lnTo>
                    <a:cubicBezTo>
                      <a:pt x="354" y="76"/>
                      <a:pt x="382" y="79"/>
                      <a:pt x="410" y="79"/>
                    </a:cubicBezTo>
                    <a:cubicBezTo>
                      <a:pt x="460" y="79"/>
                      <a:pt x="511" y="69"/>
                      <a:pt x="560" y="48"/>
                    </a:cubicBezTo>
                    <a:cubicBezTo>
                      <a:pt x="576" y="37"/>
                      <a:pt x="571" y="10"/>
                      <a:pt x="555" y="5"/>
                    </a:cubicBezTo>
                    <a:cubicBezTo>
                      <a:pt x="527" y="2"/>
                      <a:pt x="500"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0"/>
              <p:cNvSpPr/>
              <p:nvPr/>
            </p:nvSpPr>
            <p:spPr>
              <a:xfrm>
                <a:off x="4474225" y="3626825"/>
                <a:ext cx="19175" cy="21275"/>
              </a:xfrm>
              <a:custGeom>
                <a:rect b="b" l="l" r="r" t="t"/>
                <a:pathLst>
                  <a:path extrusionOk="0" h="851" w="767">
                    <a:moveTo>
                      <a:pt x="311" y="0"/>
                    </a:moveTo>
                    <a:cubicBezTo>
                      <a:pt x="296" y="0"/>
                      <a:pt x="281" y="1"/>
                      <a:pt x="267" y="3"/>
                    </a:cubicBezTo>
                    <a:cubicBezTo>
                      <a:pt x="223" y="3"/>
                      <a:pt x="180" y="13"/>
                      <a:pt x="136" y="24"/>
                    </a:cubicBezTo>
                    <a:cubicBezTo>
                      <a:pt x="104" y="30"/>
                      <a:pt x="82" y="24"/>
                      <a:pt x="55" y="52"/>
                    </a:cubicBezTo>
                    <a:cubicBezTo>
                      <a:pt x="33" y="69"/>
                      <a:pt x="52" y="89"/>
                      <a:pt x="75" y="89"/>
                    </a:cubicBezTo>
                    <a:cubicBezTo>
                      <a:pt x="81" y="89"/>
                      <a:pt x="87" y="88"/>
                      <a:pt x="93" y="84"/>
                    </a:cubicBezTo>
                    <a:cubicBezTo>
                      <a:pt x="120" y="73"/>
                      <a:pt x="153" y="68"/>
                      <a:pt x="185" y="68"/>
                    </a:cubicBezTo>
                    <a:cubicBezTo>
                      <a:pt x="210" y="62"/>
                      <a:pt x="236" y="60"/>
                      <a:pt x="261" y="60"/>
                    </a:cubicBezTo>
                    <a:cubicBezTo>
                      <a:pt x="286" y="60"/>
                      <a:pt x="310" y="62"/>
                      <a:pt x="332" y="68"/>
                    </a:cubicBezTo>
                    <a:cubicBezTo>
                      <a:pt x="376" y="68"/>
                      <a:pt x="414" y="84"/>
                      <a:pt x="452" y="84"/>
                    </a:cubicBezTo>
                    <a:lnTo>
                      <a:pt x="473" y="84"/>
                    </a:lnTo>
                    <a:cubicBezTo>
                      <a:pt x="468" y="117"/>
                      <a:pt x="468" y="155"/>
                      <a:pt x="484" y="187"/>
                    </a:cubicBezTo>
                    <a:cubicBezTo>
                      <a:pt x="517" y="253"/>
                      <a:pt x="577" y="302"/>
                      <a:pt x="642" y="318"/>
                    </a:cubicBezTo>
                    <a:cubicBezTo>
                      <a:pt x="615" y="405"/>
                      <a:pt x="588" y="503"/>
                      <a:pt x="577" y="595"/>
                    </a:cubicBezTo>
                    <a:cubicBezTo>
                      <a:pt x="551" y="595"/>
                      <a:pt x="526" y="593"/>
                      <a:pt x="499" y="593"/>
                    </a:cubicBezTo>
                    <a:cubicBezTo>
                      <a:pt x="485" y="593"/>
                      <a:pt x="472" y="593"/>
                      <a:pt x="457" y="595"/>
                    </a:cubicBezTo>
                    <a:cubicBezTo>
                      <a:pt x="419" y="595"/>
                      <a:pt x="376" y="606"/>
                      <a:pt x="338" y="617"/>
                    </a:cubicBezTo>
                    <a:cubicBezTo>
                      <a:pt x="309" y="581"/>
                      <a:pt x="267" y="560"/>
                      <a:pt x="222" y="560"/>
                    </a:cubicBezTo>
                    <a:cubicBezTo>
                      <a:pt x="199" y="560"/>
                      <a:pt x="175" y="566"/>
                      <a:pt x="153" y="579"/>
                    </a:cubicBezTo>
                    <a:cubicBezTo>
                      <a:pt x="77" y="622"/>
                      <a:pt x="28" y="698"/>
                      <a:pt x="22" y="785"/>
                    </a:cubicBezTo>
                    <a:cubicBezTo>
                      <a:pt x="0" y="802"/>
                      <a:pt x="6" y="851"/>
                      <a:pt x="44" y="851"/>
                    </a:cubicBezTo>
                    <a:lnTo>
                      <a:pt x="60" y="851"/>
                    </a:lnTo>
                    <a:cubicBezTo>
                      <a:pt x="77" y="851"/>
                      <a:pt x="87" y="840"/>
                      <a:pt x="93" y="823"/>
                    </a:cubicBezTo>
                    <a:cubicBezTo>
                      <a:pt x="104" y="780"/>
                      <a:pt x="120" y="742"/>
                      <a:pt x="147" y="704"/>
                    </a:cubicBezTo>
                    <a:cubicBezTo>
                      <a:pt x="169" y="676"/>
                      <a:pt x="196" y="657"/>
                      <a:pt x="224" y="657"/>
                    </a:cubicBezTo>
                    <a:cubicBezTo>
                      <a:pt x="244" y="657"/>
                      <a:pt x="265" y="667"/>
                      <a:pt x="283" y="693"/>
                    </a:cubicBezTo>
                    <a:cubicBezTo>
                      <a:pt x="289" y="709"/>
                      <a:pt x="305" y="715"/>
                      <a:pt x="321" y="715"/>
                    </a:cubicBezTo>
                    <a:cubicBezTo>
                      <a:pt x="376" y="704"/>
                      <a:pt x="430" y="693"/>
                      <a:pt x="484" y="687"/>
                    </a:cubicBezTo>
                    <a:cubicBezTo>
                      <a:pt x="505" y="690"/>
                      <a:pt x="525" y="691"/>
                      <a:pt x="545" y="691"/>
                    </a:cubicBezTo>
                    <a:cubicBezTo>
                      <a:pt x="574" y="691"/>
                      <a:pt x="602" y="688"/>
                      <a:pt x="631" y="682"/>
                    </a:cubicBezTo>
                    <a:cubicBezTo>
                      <a:pt x="647" y="677"/>
                      <a:pt x="664" y="660"/>
                      <a:pt x="664" y="639"/>
                    </a:cubicBezTo>
                    <a:cubicBezTo>
                      <a:pt x="669" y="579"/>
                      <a:pt x="675" y="514"/>
                      <a:pt x="685" y="454"/>
                    </a:cubicBezTo>
                    <a:cubicBezTo>
                      <a:pt x="685" y="416"/>
                      <a:pt x="691" y="383"/>
                      <a:pt x="702" y="345"/>
                    </a:cubicBezTo>
                    <a:cubicBezTo>
                      <a:pt x="702" y="340"/>
                      <a:pt x="707" y="329"/>
                      <a:pt x="707" y="323"/>
                    </a:cubicBezTo>
                    <a:cubicBezTo>
                      <a:pt x="723" y="323"/>
                      <a:pt x="734" y="318"/>
                      <a:pt x="745" y="312"/>
                    </a:cubicBezTo>
                    <a:cubicBezTo>
                      <a:pt x="762" y="302"/>
                      <a:pt x="767" y="280"/>
                      <a:pt x="751" y="264"/>
                    </a:cubicBezTo>
                    <a:lnTo>
                      <a:pt x="745" y="264"/>
                    </a:lnTo>
                    <a:cubicBezTo>
                      <a:pt x="735" y="253"/>
                      <a:pt x="722" y="247"/>
                      <a:pt x="710" y="247"/>
                    </a:cubicBezTo>
                    <a:cubicBezTo>
                      <a:pt x="703" y="247"/>
                      <a:pt x="697" y="249"/>
                      <a:pt x="691" y="253"/>
                    </a:cubicBezTo>
                    <a:cubicBezTo>
                      <a:pt x="642" y="247"/>
                      <a:pt x="598" y="225"/>
                      <a:pt x="560" y="187"/>
                    </a:cubicBezTo>
                    <a:cubicBezTo>
                      <a:pt x="544" y="171"/>
                      <a:pt x="539" y="149"/>
                      <a:pt x="533" y="128"/>
                    </a:cubicBezTo>
                    <a:cubicBezTo>
                      <a:pt x="533" y="106"/>
                      <a:pt x="539" y="90"/>
                      <a:pt x="544" y="68"/>
                    </a:cubicBezTo>
                    <a:lnTo>
                      <a:pt x="560" y="68"/>
                    </a:lnTo>
                    <a:cubicBezTo>
                      <a:pt x="604" y="62"/>
                      <a:pt x="593" y="3"/>
                      <a:pt x="560" y="3"/>
                    </a:cubicBezTo>
                    <a:cubicBezTo>
                      <a:pt x="530" y="3"/>
                      <a:pt x="489" y="10"/>
                      <a:pt x="449" y="10"/>
                    </a:cubicBezTo>
                    <a:cubicBezTo>
                      <a:pt x="439" y="10"/>
                      <a:pt x="429" y="9"/>
                      <a:pt x="419" y="8"/>
                    </a:cubicBezTo>
                    <a:cubicBezTo>
                      <a:pt x="384" y="4"/>
                      <a:pt x="347" y="0"/>
                      <a:pt x="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120"/>
            <p:cNvGrpSpPr/>
            <p:nvPr/>
          </p:nvGrpSpPr>
          <p:grpSpPr>
            <a:xfrm>
              <a:off x="4245964" y="2859960"/>
              <a:ext cx="257166" cy="274329"/>
              <a:chOff x="5086850" y="3527575"/>
              <a:chExt cx="186325" cy="194725"/>
            </a:xfrm>
          </p:grpSpPr>
          <p:sp>
            <p:nvSpPr>
              <p:cNvPr id="5290" name="Google Shape;5290;p120"/>
              <p:cNvSpPr/>
              <p:nvPr/>
            </p:nvSpPr>
            <p:spPr>
              <a:xfrm>
                <a:off x="5240000" y="3640025"/>
                <a:ext cx="30325" cy="60375"/>
              </a:xfrm>
              <a:custGeom>
                <a:rect b="b" l="l" r="r" t="t"/>
                <a:pathLst>
                  <a:path extrusionOk="0" h="2415" w="1213">
                    <a:moveTo>
                      <a:pt x="1088" y="1"/>
                    </a:moveTo>
                    <a:cubicBezTo>
                      <a:pt x="1055" y="1"/>
                      <a:pt x="1023" y="16"/>
                      <a:pt x="1000" y="51"/>
                    </a:cubicBezTo>
                    <a:cubicBezTo>
                      <a:pt x="973" y="94"/>
                      <a:pt x="957" y="138"/>
                      <a:pt x="930" y="176"/>
                    </a:cubicBezTo>
                    <a:cubicBezTo>
                      <a:pt x="903" y="219"/>
                      <a:pt x="859" y="274"/>
                      <a:pt x="832" y="328"/>
                    </a:cubicBezTo>
                    <a:cubicBezTo>
                      <a:pt x="767" y="431"/>
                      <a:pt x="691" y="535"/>
                      <a:pt x="604" y="627"/>
                    </a:cubicBezTo>
                    <a:cubicBezTo>
                      <a:pt x="549" y="687"/>
                      <a:pt x="506" y="757"/>
                      <a:pt x="468" y="828"/>
                    </a:cubicBezTo>
                    <a:cubicBezTo>
                      <a:pt x="375" y="926"/>
                      <a:pt x="294" y="1029"/>
                      <a:pt x="218" y="1127"/>
                    </a:cubicBezTo>
                    <a:cubicBezTo>
                      <a:pt x="174" y="1181"/>
                      <a:pt x="136" y="1241"/>
                      <a:pt x="98" y="1306"/>
                    </a:cubicBezTo>
                    <a:cubicBezTo>
                      <a:pt x="60" y="1355"/>
                      <a:pt x="38" y="1415"/>
                      <a:pt x="33" y="1480"/>
                    </a:cubicBezTo>
                    <a:cubicBezTo>
                      <a:pt x="33" y="1513"/>
                      <a:pt x="44" y="1546"/>
                      <a:pt x="49" y="1578"/>
                    </a:cubicBezTo>
                    <a:cubicBezTo>
                      <a:pt x="44" y="1627"/>
                      <a:pt x="38" y="1676"/>
                      <a:pt x="33" y="1725"/>
                    </a:cubicBezTo>
                    <a:cubicBezTo>
                      <a:pt x="11" y="1828"/>
                      <a:pt x="0" y="1937"/>
                      <a:pt x="0" y="2040"/>
                    </a:cubicBezTo>
                    <a:cubicBezTo>
                      <a:pt x="0" y="2057"/>
                      <a:pt x="6" y="2073"/>
                      <a:pt x="11" y="2089"/>
                    </a:cubicBezTo>
                    <a:lnTo>
                      <a:pt x="11" y="2144"/>
                    </a:lnTo>
                    <a:cubicBezTo>
                      <a:pt x="11" y="2165"/>
                      <a:pt x="17" y="2182"/>
                      <a:pt x="33" y="2203"/>
                    </a:cubicBezTo>
                    <a:cubicBezTo>
                      <a:pt x="27" y="2209"/>
                      <a:pt x="27" y="2214"/>
                      <a:pt x="33" y="2220"/>
                    </a:cubicBezTo>
                    <a:cubicBezTo>
                      <a:pt x="22" y="2269"/>
                      <a:pt x="22" y="2312"/>
                      <a:pt x="33" y="2361"/>
                    </a:cubicBezTo>
                    <a:cubicBezTo>
                      <a:pt x="40" y="2395"/>
                      <a:pt x="68" y="2414"/>
                      <a:pt x="98" y="2414"/>
                    </a:cubicBezTo>
                    <a:cubicBezTo>
                      <a:pt x="115" y="2414"/>
                      <a:pt x="133" y="2408"/>
                      <a:pt x="147" y="2394"/>
                    </a:cubicBezTo>
                    <a:cubicBezTo>
                      <a:pt x="190" y="2350"/>
                      <a:pt x="212" y="2285"/>
                      <a:pt x="201" y="2225"/>
                    </a:cubicBezTo>
                    <a:cubicBezTo>
                      <a:pt x="207" y="2220"/>
                      <a:pt x="218" y="2214"/>
                      <a:pt x="223" y="2209"/>
                    </a:cubicBezTo>
                    <a:cubicBezTo>
                      <a:pt x="250" y="2176"/>
                      <a:pt x="267" y="2133"/>
                      <a:pt x="261" y="2089"/>
                    </a:cubicBezTo>
                    <a:cubicBezTo>
                      <a:pt x="288" y="2073"/>
                      <a:pt x="310" y="2057"/>
                      <a:pt x="332" y="2035"/>
                    </a:cubicBezTo>
                    <a:cubicBezTo>
                      <a:pt x="370" y="1991"/>
                      <a:pt x="402" y="1948"/>
                      <a:pt x="435" y="1899"/>
                    </a:cubicBezTo>
                    <a:cubicBezTo>
                      <a:pt x="479" y="1845"/>
                      <a:pt x="517" y="1785"/>
                      <a:pt x="555" y="1730"/>
                    </a:cubicBezTo>
                    <a:cubicBezTo>
                      <a:pt x="598" y="1687"/>
                      <a:pt x="642" y="1633"/>
                      <a:pt x="663" y="1578"/>
                    </a:cubicBezTo>
                    <a:cubicBezTo>
                      <a:pt x="668" y="1579"/>
                      <a:pt x="673" y="1580"/>
                      <a:pt x="677" y="1580"/>
                    </a:cubicBezTo>
                    <a:cubicBezTo>
                      <a:pt x="700" y="1580"/>
                      <a:pt x="721" y="1569"/>
                      <a:pt x="734" y="1551"/>
                    </a:cubicBezTo>
                    <a:cubicBezTo>
                      <a:pt x="761" y="1508"/>
                      <a:pt x="783" y="1459"/>
                      <a:pt x="794" y="1415"/>
                    </a:cubicBezTo>
                    <a:cubicBezTo>
                      <a:pt x="865" y="1361"/>
                      <a:pt x="930" y="1301"/>
                      <a:pt x="984" y="1236"/>
                    </a:cubicBezTo>
                    <a:cubicBezTo>
                      <a:pt x="1033" y="1225"/>
                      <a:pt x="1071" y="1181"/>
                      <a:pt x="1071" y="1127"/>
                    </a:cubicBezTo>
                    <a:lnTo>
                      <a:pt x="1071" y="1116"/>
                    </a:lnTo>
                    <a:cubicBezTo>
                      <a:pt x="1109" y="1024"/>
                      <a:pt x="1125" y="926"/>
                      <a:pt x="1109" y="828"/>
                    </a:cubicBezTo>
                    <a:cubicBezTo>
                      <a:pt x="1109" y="714"/>
                      <a:pt x="1104" y="600"/>
                      <a:pt x="1082" y="491"/>
                    </a:cubicBezTo>
                    <a:cubicBezTo>
                      <a:pt x="1115" y="371"/>
                      <a:pt x="1169" y="257"/>
                      <a:pt x="1191" y="132"/>
                    </a:cubicBezTo>
                    <a:cubicBezTo>
                      <a:pt x="1212" y="57"/>
                      <a:pt x="1151" y="1"/>
                      <a:pt x="1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0"/>
              <p:cNvSpPr/>
              <p:nvPr/>
            </p:nvSpPr>
            <p:spPr>
              <a:xfrm>
                <a:off x="5086850" y="3527575"/>
                <a:ext cx="186325" cy="194725"/>
              </a:xfrm>
              <a:custGeom>
                <a:rect b="b" l="l" r="r" t="t"/>
                <a:pathLst>
                  <a:path extrusionOk="0" h="7789" w="7453">
                    <a:moveTo>
                      <a:pt x="4771" y="207"/>
                    </a:moveTo>
                    <a:cubicBezTo>
                      <a:pt x="4783" y="207"/>
                      <a:pt x="4793" y="209"/>
                      <a:pt x="4800" y="216"/>
                    </a:cubicBezTo>
                    <a:cubicBezTo>
                      <a:pt x="4822" y="238"/>
                      <a:pt x="4811" y="336"/>
                      <a:pt x="4805" y="369"/>
                    </a:cubicBezTo>
                    <a:cubicBezTo>
                      <a:pt x="4794" y="477"/>
                      <a:pt x="4800" y="597"/>
                      <a:pt x="4827" y="706"/>
                    </a:cubicBezTo>
                    <a:cubicBezTo>
                      <a:pt x="4838" y="738"/>
                      <a:pt x="4843" y="765"/>
                      <a:pt x="4854" y="798"/>
                    </a:cubicBezTo>
                    <a:cubicBezTo>
                      <a:pt x="4819" y="795"/>
                      <a:pt x="4784" y="794"/>
                      <a:pt x="4748" y="794"/>
                    </a:cubicBezTo>
                    <a:cubicBezTo>
                      <a:pt x="4713" y="794"/>
                      <a:pt x="4678" y="795"/>
                      <a:pt x="4642" y="798"/>
                    </a:cubicBezTo>
                    <a:cubicBezTo>
                      <a:pt x="4490" y="809"/>
                      <a:pt x="4338" y="825"/>
                      <a:pt x="4186" y="852"/>
                    </a:cubicBezTo>
                    <a:cubicBezTo>
                      <a:pt x="4044" y="874"/>
                      <a:pt x="3903" y="880"/>
                      <a:pt x="3762" y="901"/>
                    </a:cubicBezTo>
                    <a:cubicBezTo>
                      <a:pt x="3599" y="923"/>
                      <a:pt x="3441" y="912"/>
                      <a:pt x="3278" y="923"/>
                    </a:cubicBezTo>
                    <a:cubicBezTo>
                      <a:pt x="3202" y="929"/>
                      <a:pt x="3126" y="945"/>
                      <a:pt x="3050" y="950"/>
                    </a:cubicBezTo>
                    <a:cubicBezTo>
                      <a:pt x="3014" y="953"/>
                      <a:pt x="2975" y="953"/>
                      <a:pt x="2935" y="953"/>
                    </a:cubicBezTo>
                    <a:cubicBezTo>
                      <a:pt x="2895" y="953"/>
                      <a:pt x="2854" y="953"/>
                      <a:pt x="2816" y="956"/>
                    </a:cubicBezTo>
                    <a:cubicBezTo>
                      <a:pt x="2664" y="972"/>
                      <a:pt x="2517" y="994"/>
                      <a:pt x="2370" y="1021"/>
                    </a:cubicBezTo>
                    <a:cubicBezTo>
                      <a:pt x="2202" y="1054"/>
                      <a:pt x="2028" y="1059"/>
                      <a:pt x="1859" y="1097"/>
                    </a:cubicBezTo>
                    <a:cubicBezTo>
                      <a:pt x="1788" y="1119"/>
                      <a:pt x="1712" y="1135"/>
                      <a:pt x="1636" y="1141"/>
                    </a:cubicBezTo>
                    <a:cubicBezTo>
                      <a:pt x="1566" y="1141"/>
                      <a:pt x="1549" y="1141"/>
                      <a:pt x="1528" y="1075"/>
                    </a:cubicBezTo>
                    <a:cubicBezTo>
                      <a:pt x="1511" y="1016"/>
                      <a:pt x="1500" y="950"/>
                      <a:pt x="1506" y="885"/>
                    </a:cubicBezTo>
                    <a:cubicBezTo>
                      <a:pt x="1495" y="820"/>
                      <a:pt x="1484" y="749"/>
                      <a:pt x="1473" y="684"/>
                    </a:cubicBezTo>
                    <a:cubicBezTo>
                      <a:pt x="1468" y="624"/>
                      <a:pt x="1451" y="564"/>
                      <a:pt x="1419" y="515"/>
                    </a:cubicBezTo>
                    <a:cubicBezTo>
                      <a:pt x="1408" y="499"/>
                      <a:pt x="1392" y="483"/>
                      <a:pt x="1381" y="466"/>
                    </a:cubicBezTo>
                    <a:cubicBezTo>
                      <a:pt x="1417" y="459"/>
                      <a:pt x="1452" y="453"/>
                      <a:pt x="1490" y="453"/>
                    </a:cubicBezTo>
                    <a:cubicBezTo>
                      <a:pt x="1504" y="453"/>
                      <a:pt x="1518" y="454"/>
                      <a:pt x="1533" y="456"/>
                    </a:cubicBezTo>
                    <a:lnTo>
                      <a:pt x="1528" y="461"/>
                    </a:lnTo>
                    <a:cubicBezTo>
                      <a:pt x="1546" y="462"/>
                      <a:pt x="1564" y="463"/>
                      <a:pt x="1583" y="463"/>
                    </a:cubicBezTo>
                    <a:cubicBezTo>
                      <a:pt x="1700" y="463"/>
                      <a:pt x="1815" y="439"/>
                      <a:pt x="1933" y="439"/>
                    </a:cubicBezTo>
                    <a:cubicBezTo>
                      <a:pt x="1943" y="439"/>
                      <a:pt x="1953" y="439"/>
                      <a:pt x="1962" y="439"/>
                    </a:cubicBezTo>
                    <a:cubicBezTo>
                      <a:pt x="2115" y="439"/>
                      <a:pt x="2267" y="434"/>
                      <a:pt x="2419" y="412"/>
                    </a:cubicBezTo>
                    <a:cubicBezTo>
                      <a:pt x="2577" y="396"/>
                      <a:pt x="2734" y="390"/>
                      <a:pt x="2892" y="390"/>
                    </a:cubicBezTo>
                    <a:cubicBezTo>
                      <a:pt x="3044" y="390"/>
                      <a:pt x="3196" y="363"/>
                      <a:pt x="3349" y="358"/>
                    </a:cubicBezTo>
                    <a:cubicBezTo>
                      <a:pt x="3419" y="358"/>
                      <a:pt x="3484" y="347"/>
                      <a:pt x="3550" y="336"/>
                    </a:cubicBezTo>
                    <a:cubicBezTo>
                      <a:pt x="3590" y="331"/>
                      <a:pt x="3630" y="331"/>
                      <a:pt x="3669" y="331"/>
                    </a:cubicBezTo>
                    <a:cubicBezTo>
                      <a:pt x="3709" y="331"/>
                      <a:pt x="3748" y="331"/>
                      <a:pt x="3789" y="325"/>
                    </a:cubicBezTo>
                    <a:cubicBezTo>
                      <a:pt x="3930" y="314"/>
                      <a:pt x="4077" y="303"/>
                      <a:pt x="4218" y="282"/>
                    </a:cubicBezTo>
                    <a:cubicBezTo>
                      <a:pt x="4289" y="271"/>
                      <a:pt x="4365" y="249"/>
                      <a:pt x="4436" y="244"/>
                    </a:cubicBezTo>
                    <a:cubicBezTo>
                      <a:pt x="4471" y="238"/>
                      <a:pt x="4509" y="238"/>
                      <a:pt x="4548" y="238"/>
                    </a:cubicBezTo>
                    <a:cubicBezTo>
                      <a:pt x="4587" y="238"/>
                      <a:pt x="4626" y="238"/>
                      <a:pt x="4664" y="233"/>
                    </a:cubicBezTo>
                    <a:cubicBezTo>
                      <a:pt x="4688" y="229"/>
                      <a:pt x="4736" y="207"/>
                      <a:pt x="4771" y="207"/>
                    </a:cubicBezTo>
                    <a:close/>
                    <a:moveTo>
                      <a:pt x="6855" y="1804"/>
                    </a:moveTo>
                    <a:cubicBezTo>
                      <a:pt x="6860" y="1847"/>
                      <a:pt x="6882" y="1885"/>
                      <a:pt x="6909" y="1923"/>
                    </a:cubicBezTo>
                    <a:cubicBezTo>
                      <a:pt x="6931" y="1961"/>
                      <a:pt x="6980" y="1994"/>
                      <a:pt x="7007" y="2032"/>
                    </a:cubicBezTo>
                    <a:cubicBezTo>
                      <a:pt x="6936" y="2086"/>
                      <a:pt x="6849" y="2119"/>
                      <a:pt x="6773" y="2173"/>
                    </a:cubicBezTo>
                    <a:cubicBezTo>
                      <a:pt x="6675" y="2244"/>
                      <a:pt x="6577" y="2304"/>
                      <a:pt x="6474" y="2369"/>
                    </a:cubicBezTo>
                    <a:cubicBezTo>
                      <a:pt x="6414" y="2396"/>
                      <a:pt x="6360" y="2445"/>
                      <a:pt x="6322" y="2505"/>
                    </a:cubicBezTo>
                    <a:cubicBezTo>
                      <a:pt x="6278" y="2581"/>
                      <a:pt x="6300" y="2673"/>
                      <a:pt x="6295" y="2760"/>
                    </a:cubicBezTo>
                    <a:cubicBezTo>
                      <a:pt x="6289" y="2869"/>
                      <a:pt x="6257" y="2978"/>
                      <a:pt x="6246" y="3092"/>
                    </a:cubicBezTo>
                    <a:cubicBezTo>
                      <a:pt x="6235" y="3222"/>
                      <a:pt x="6229" y="3353"/>
                      <a:pt x="6229" y="3483"/>
                    </a:cubicBezTo>
                    <a:cubicBezTo>
                      <a:pt x="6229" y="3543"/>
                      <a:pt x="6224" y="3598"/>
                      <a:pt x="6229" y="3657"/>
                    </a:cubicBezTo>
                    <a:cubicBezTo>
                      <a:pt x="6229" y="3690"/>
                      <a:pt x="6251" y="3750"/>
                      <a:pt x="6235" y="3782"/>
                    </a:cubicBezTo>
                    <a:cubicBezTo>
                      <a:pt x="6226" y="3802"/>
                      <a:pt x="6213" y="3809"/>
                      <a:pt x="6198" y="3809"/>
                    </a:cubicBezTo>
                    <a:cubicBezTo>
                      <a:pt x="6175" y="3809"/>
                      <a:pt x="6147" y="3794"/>
                      <a:pt x="6121" y="3788"/>
                    </a:cubicBezTo>
                    <a:cubicBezTo>
                      <a:pt x="6104" y="3782"/>
                      <a:pt x="6088" y="3782"/>
                      <a:pt x="6077" y="3782"/>
                    </a:cubicBezTo>
                    <a:cubicBezTo>
                      <a:pt x="6126" y="3581"/>
                      <a:pt x="6099" y="3369"/>
                      <a:pt x="6099" y="3163"/>
                    </a:cubicBezTo>
                    <a:cubicBezTo>
                      <a:pt x="6099" y="3049"/>
                      <a:pt x="6077" y="2945"/>
                      <a:pt x="6061" y="2837"/>
                    </a:cubicBezTo>
                    <a:cubicBezTo>
                      <a:pt x="6061" y="2788"/>
                      <a:pt x="6061" y="2739"/>
                      <a:pt x="6050" y="2695"/>
                    </a:cubicBezTo>
                    <a:cubicBezTo>
                      <a:pt x="6034" y="2646"/>
                      <a:pt x="6034" y="2592"/>
                      <a:pt x="6034" y="2543"/>
                    </a:cubicBezTo>
                    <a:cubicBezTo>
                      <a:pt x="6045" y="2505"/>
                      <a:pt x="6050" y="2461"/>
                      <a:pt x="6061" y="2423"/>
                    </a:cubicBezTo>
                    <a:cubicBezTo>
                      <a:pt x="6072" y="2364"/>
                      <a:pt x="6110" y="2309"/>
                      <a:pt x="6164" y="2282"/>
                    </a:cubicBezTo>
                    <a:cubicBezTo>
                      <a:pt x="6246" y="2244"/>
                      <a:pt x="6327" y="2195"/>
                      <a:pt x="6403" y="2141"/>
                    </a:cubicBezTo>
                    <a:cubicBezTo>
                      <a:pt x="6469" y="2070"/>
                      <a:pt x="6556" y="2027"/>
                      <a:pt x="6632" y="1961"/>
                    </a:cubicBezTo>
                    <a:cubicBezTo>
                      <a:pt x="6702" y="1896"/>
                      <a:pt x="6768" y="1815"/>
                      <a:pt x="6855" y="1804"/>
                    </a:cubicBezTo>
                    <a:close/>
                    <a:moveTo>
                      <a:pt x="7289" y="3766"/>
                    </a:moveTo>
                    <a:lnTo>
                      <a:pt x="7289" y="3782"/>
                    </a:lnTo>
                    <a:lnTo>
                      <a:pt x="7284" y="3788"/>
                    </a:lnTo>
                    <a:cubicBezTo>
                      <a:pt x="7257" y="3929"/>
                      <a:pt x="7241" y="4076"/>
                      <a:pt x="7230" y="4217"/>
                    </a:cubicBezTo>
                    <a:cubicBezTo>
                      <a:pt x="7230" y="4250"/>
                      <a:pt x="7230" y="4282"/>
                      <a:pt x="7230" y="4310"/>
                    </a:cubicBezTo>
                    <a:lnTo>
                      <a:pt x="7224" y="4310"/>
                    </a:lnTo>
                    <a:cubicBezTo>
                      <a:pt x="7181" y="4326"/>
                      <a:pt x="7148" y="4353"/>
                      <a:pt x="7137" y="4391"/>
                    </a:cubicBezTo>
                    <a:cubicBezTo>
                      <a:pt x="7121" y="4435"/>
                      <a:pt x="7099" y="4473"/>
                      <a:pt x="7072" y="4505"/>
                    </a:cubicBezTo>
                    <a:cubicBezTo>
                      <a:pt x="7050" y="4532"/>
                      <a:pt x="7023" y="4554"/>
                      <a:pt x="7001" y="4581"/>
                    </a:cubicBezTo>
                    <a:cubicBezTo>
                      <a:pt x="6942" y="4657"/>
                      <a:pt x="6904" y="4750"/>
                      <a:pt x="6838" y="4826"/>
                    </a:cubicBezTo>
                    <a:cubicBezTo>
                      <a:pt x="6789" y="4886"/>
                      <a:pt x="6740" y="4951"/>
                      <a:pt x="6702" y="5022"/>
                    </a:cubicBezTo>
                    <a:cubicBezTo>
                      <a:pt x="6659" y="5087"/>
                      <a:pt x="6594" y="5136"/>
                      <a:pt x="6561" y="5212"/>
                    </a:cubicBezTo>
                    <a:cubicBezTo>
                      <a:pt x="6512" y="5277"/>
                      <a:pt x="6463" y="5342"/>
                      <a:pt x="6403" y="5402"/>
                    </a:cubicBezTo>
                    <a:cubicBezTo>
                      <a:pt x="6349" y="5473"/>
                      <a:pt x="6300" y="5554"/>
                      <a:pt x="6251" y="5631"/>
                    </a:cubicBezTo>
                    <a:cubicBezTo>
                      <a:pt x="6213" y="5696"/>
                      <a:pt x="6197" y="5777"/>
                      <a:pt x="6153" y="5843"/>
                    </a:cubicBezTo>
                    <a:cubicBezTo>
                      <a:pt x="6153" y="5598"/>
                      <a:pt x="6153" y="5348"/>
                      <a:pt x="6148" y="5103"/>
                    </a:cubicBezTo>
                    <a:cubicBezTo>
                      <a:pt x="6143" y="4859"/>
                      <a:pt x="6159" y="4625"/>
                      <a:pt x="6143" y="4386"/>
                    </a:cubicBezTo>
                    <a:lnTo>
                      <a:pt x="6159" y="4386"/>
                    </a:lnTo>
                    <a:cubicBezTo>
                      <a:pt x="6246" y="4380"/>
                      <a:pt x="6322" y="4342"/>
                      <a:pt x="6382" y="4282"/>
                    </a:cubicBezTo>
                    <a:cubicBezTo>
                      <a:pt x="6458" y="4206"/>
                      <a:pt x="6550" y="4147"/>
                      <a:pt x="6653" y="4098"/>
                    </a:cubicBezTo>
                    <a:cubicBezTo>
                      <a:pt x="6773" y="4038"/>
                      <a:pt x="6893" y="3983"/>
                      <a:pt x="7012" y="3924"/>
                    </a:cubicBezTo>
                    <a:cubicBezTo>
                      <a:pt x="7099" y="3880"/>
                      <a:pt x="7192" y="3799"/>
                      <a:pt x="7289" y="3766"/>
                    </a:cubicBezTo>
                    <a:close/>
                    <a:moveTo>
                      <a:pt x="1191" y="461"/>
                    </a:moveTo>
                    <a:cubicBezTo>
                      <a:pt x="1191" y="477"/>
                      <a:pt x="1196" y="499"/>
                      <a:pt x="1207" y="515"/>
                    </a:cubicBezTo>
                    <a:cubicBezTo>
                      <a:pt x="1212" y="532"/>
                      <a:pt x="1223" y="553"/>
                      <a:pt x="1234" y="570"/>
                    </a:cubicBezTo>
                    <a:cubicBezTo>
                      <a:pt x="1229" y="597"/>
                      <a:pt x="1223" y="619"/>
                      <a:pt x="1223" y="646"/>
                    </a:cubicBezTo>
                    <a:cubicBezTo>
                      <a:pt x="1218" y="727"/>
                      <a:pt x="1185" y="809"/>
                      <a:pt x="1185" y="896"/>
                    </a:cubicBezTo>
                    <a:cubicBezTo>
                      <a:pt x="1191" y="983"/>
                      <a:pt x="1191" y="1070"/>
                      <a:pt x="1185" y="1162"/>
                    </a:cubicBezTo>
                    <a:cubicBezTo>
                      <a:pt x="1180" y="1244"/>
                      <a:pt x="1147" y="1314"/>
                      <a:pt x="1152" y="1401"/>
                    </a:cubicBezTo>
                    <a:cubicBezTo>
                      <a:pt x="1163" y="1494"/>
                      <a:pt x="1120" y="1559"/>
                      <a:pt x="1104" y="1652"/>
                    </a:cubicBezTo>
                    <a:cubicBezTo>
                      <a:pt x="1098" y="1690"/>
                      <a:pt x="1093" y="1733"/>
                      <a:pt x="1098" y="1771"/>
                    </a:cubicBezTo>
                    <a:cubicBezTo>
                      <a:pt x="1093" y="1825"/>
                      <a:pt x="1082" y="1880"/>
                      <a:pt x="1071" y="1929"/>
                    </a:cubicBezTo>
                    <a:cubicBezTo>
                      <a:pt x="1038" y="2119"/>
                      <a:pt x="1065" y="2320"/>
                      <a:pt x="1055" y="2510"/>
                    </a:cubicBezTo>
                    <a:cubicBezTo>
                      <a:pt x="1044" y="2695"/>
                      <a:pt x="1055" y="2885"/>
                      <a:pt x="1076" y="3076"/>
                    </a:cubicBezTo>
                    <a:cubicBezTo>
                      <a:pt x="1093" y="3174"/>
                      <a:pt x="1098" y="3271"/>
                      <a:pt x="1082" y="3369"/>
                    </a:cubicBezTo>
                    <a:cubicBezTo>
                      <a:pt x="1071" y="3467"/>
                      <a:pt x="1060" y="3565"/>
                      <a:pt x="1060" y="3668"/>
                    </a:cubicBezTo>
                    <a:lnTo>
                      <a:pt x="1060" y="4277"/>
                    </a:lnTo>
                    <a:cubicBezTo>
                      <a:pt x="1055" y="4375"/>
                      <a:pt x="1060" y="4473"/>
                      <a:pt x="1065" y="4571"/>
                    </a:cubicBezTo>
                    <a:cubicBezTo>
                      <a:pt x="1076" y="4668"/>
                      <a:pt x="1098" y="4761"/>
                      <a:pt x="1104" y="4859"/>
                    </a:cubicBezTo>
                    <a:cubicBezTo>
                      <a:pt x="1104" y="4973"/>
                      <a:pt x="1098" y="5081"/>
                      <a:pt x="1093" y="5196"/>
                    </a:cubicBezTo>
                    <a:cubicBezTo>
                      <a:pt x="1098" y="5304"/>
                      <a:pt x="1109" y="5408"/>
                      <a:pt x="1120" y="5516"/>
                    </a:cubicBezTo>
                    <a:cubicBezTo>
                      <a:pt x="1131" y="5631"/>
                      <a:pt x="1120" y="5739"/>
                      <a:pt x="1136" y="5853"/>
                    </a:cubicBezTo>
                    <a:cubicBezTo>
                      <a:pt x="1142" y="5897"/>
                      <a:pt x="1142" y="5946"/>
                      <a:pt x="1136" y="5989"/>
                    </a:cubicBezTo>
                    <a:cubicBezTo>
                      <a:pt x="1104" y="6006"/>
                      <a:pt x="1071" y="6022"/>
                      <a:pt x="1038" y="6038"/>
                    </a:cubicBezTo>
                    <a:cubicBezTo>
                      <a:pt x="908" y="6109"/>
                      <a:pt x="777" y="6185"/>
                      <a:pt x="652" y="6261"/>
                    </a:cubicBezTo>
                    <a:cubicBezTo>
                      <a:pt x="549" y="6321"/>
                      <a:pt x="462" y="6408"/>
                      <a:pt x="359" y="6462"/>
                    </a:cubicBezTo>
                    <a:cubicBezTo>
                      <a:pt x="310" y="6500"/>
                      <a:pt x="266" y="6538"/>
                      <a:pt x="223" y="6576"/>
                    </a:cubicBezTo>
                    <a:cubicBezTo>
                      <a:pt x="223" y="6326"/>
                      <a:pt x="239" y="6076"/>
                      <a:pt x="277" y="5832"/>
                    </a:cubicBezTo>
                    <a:lnTo>
                      <a:pt x="283" y="5848"/>
                    </a:lnTo>
                    <a:cubicBezTo>
                      <a:pt x="288" y="5783"/>
                      <a:pt x="294" y="5717"/>
                      <a:pt x="294" y="5658"/>
                    </a:cubicBezTo>
                    <a:cubicBezTo>
                      <a:pt x="294" y="5587"/>
                      <a:pt x="315" y="5522"/>
                      <a:pt x="321" y="5457"/>
                    </a:cubicBezTo>
                    <a:cubicBezTo>
                      <a:pt x="326" y="5397"/>
                      <a:pt x="332" y="5310"/>
                      <a:pt x="343" y="5234"/>
                    </a:cubicBezTo>
                    <a:cubicBezTo>
                      <a:pt x="353" y="5163"/>
                      <a:pt x="343" y="5071"/>
                      <a:pt x="353" y="4989"/>
                    </a:cubicBezTo>
                    <a:cubicBezTo>
                      <a:pt x="386" y="4717"/>
                      <a:pt x="408" y="4440"/>
                      <a:pt x="451" y="4163"/>
                    </a:cubicBezTo>
                    <a:cubicBezTo>
                      <a:pt x="500" y="3869"/>
                      <a:pt x="538" y="3570"/>
                      <a:pt x="603" y="3277"/>
                    </a:cubicBezTo>
                    <a:cubicBezTo>
                      <a:pt x="674" y="2978"/>
                      <a:pt x="718" y="2679"/>
                      <a:pt x="767" y="2380"/>
                    </a:cubicBezTo>
                    <a:cubicBezTo>
                      <a:pt x="821" y="2032"/>
                      <a:pt x="902" y="1684"/>
                      <a:pt x="968" y="1342"/>
                    </a:cubicBezTo>
                    <a:cubicBezTo>
                      <a:pt x="1000" y="1179"/>
                      <a:pt x="1044" y="1026"/>
                      <a:pt x="1087" y="869"/>
                    </a:cubicBezTo>
                    <a:cubicBezTo>
                      <a:pt x="1125" y="738"/>
                      <a:pt x="1152" y="602"/>
                      <a:pt x="1174" y="466"/>
                    </a:cubicBezTo>
                    <a:cubicBezTo>
                      <a:pt x="1174" y="466"/>
                      <a:pt x="1174" y="461"/>
                      <a:pt x="1174" y="461"/>
                    </a:cubicBezTo>
                    <a:close/>
                    <a:moveTo>
                      <a:pt x="1236" y="6130"/>
                    </a:moveTo>
                    <a:cubicBezTo>
                      <a:pt x="1256" y="6130"/>
                      <a:pt x="1274" y="6139"/>
                      <a:pt x="1294" y="6163"/>
                    </a:cubicBezTo>
                    <a:cubicBezTo>
                      <a:pt x="1316" y="6201"/>
                      <a:pt x="1337" y="6239"/>
                      <a:pt x="1354" y="6277"/>
                    </a:cubicBezTo>
                    <a:cubicBezTo>
                      <a:pt x="1413" y="6370"/>
                      <a:pt x="1484" y="6457"/>
                      <a:pt x="1571" y="6527"/>
                    </a:cubicBezTo>
                    <a:cubicBezTo>
                      <a:pt x="1663" y="6642"/>
                      <a:pt x="1745" y="6767"/>
                      <a:pt x="1805" y="6897"/>
                    </a:cubicBezTo>
                    <a:cubicBezTo>
                      <a:pt x="1821" y="6930"/>
                      <a:pt x="1832" y="6962"/>
                      <a:pt x="1848" y="6995"/>
                    </a:cubicBezTo>
                    <a:lnTo>
                      <a:pt x="1805" y="6989"/>
                    </a:lnTo>
                    <a:cubicBezTo>
                      <a:pt x="1674" y="6989"/>
                      <a:pt x="1576" y="6897"/>
                      <a:pt x="1451" y="6854"/>
                    </a:cubicBezTo>
                    <a:cubicBezTo>
                      <a:pt x="1337" y="6794"/>
                      <a:pt x="1223" y="6750"/>
                      <a:pt x="1098" y="6712"/>
                    </a:cubicBezTo>
                    <a:cubicBezTo>
                      <a:pt x="984" y="6674"/>
                      <a:pt x="870" y="6642"/>
                      <a:pt x="750" y="6620"/>
                    </a:cubicBezTo>
                    <a:cubicBezTo>
                      <a:pt x="713" y="6615"/>
                      <a:pt x="675" y="6612"/>
                      <a:pt x="638" y="6612"/>
                    </a:cubicBezTo>
                    <a:cubicBezTo>
                      <a:pt x="551" y="6612"/>
                      <a:pt x="466" y="6626"/>
                      <a:pt x="386" y="6652"/>
                    </a:cubicBezTo>
                    <a:cubicBezTo>
                      <a:pt x="337" y="6674"/>
                      <a:pt x="294" y="6696"/>
                      <a:pt x="245" y="6712"/>
                    </a:cubicBezTo>
                    <a:lnTo>
                      <a:pt x="228" y="6718"/>
                    </a:lnTo>
                    <a:lnTo>
                      <a:pt x="228" y="6680"/>
                    </a:lnTo>
                    <a:lnTo>
                      <a:pt x="228" y="6669"/>
                    </a:lnTo>
                    <a:cubicBezTo>
                      <a:pt x="261" y="6652"/>
                      <a:pt x="315" y="6636"/>
                      <a:pt x="337" y="6620"/>
                    </a:cubicBezTo>
                    <a:cubicBezTo>
                      <a:pt x="386" y="6587"/>
                      <a:pt x="435" y="6571"/>
                      <a:pt x="478" y="6544"/>
                    </a:cubicBezTo>
                    <a:cubicBezTo>
                      <a:pt x="593" y="6478"/>
                      <a:pt x="701" y="6402"/>
                      <a:pt x="821" y="6343"/>
                    </a:cubicBezTo>
                    <a:cubicBezTo>
                      <a:pt x="935" y="6277"/>
                      <a:pt x="1038" y="6212"/>
                      <a:pt x="1152" y="6158"/>
                    </a:cubicBezTo>
                    <a:cubicBezTo>
                      <a:pt x="1185" y="6143"/>
                      <a:pt x="1211" y="6130"/>
                      <a:pt x="1236" y="6130"/>
                    </a:cubicBezTo>
                    <a:close/>
                    <a:moveTo>
                      <a:pt x="1310" y="1108"/>
                    </a:moveTo>
                    <a:cubicBezTo>
                      <a:pt x="1332" y="1211"/>
                      <a:pt x="1375" y="1304"/>
                      <a:pt x="1484" y="1336"/>
                    </a:cubicBezTo>
                    <a:lnTo>
                      <a:pt x="1484" y="1412"/>
                    </a:lnTo>
                    <a:cubicBezTo>
                      <a:pt x="1489" y="1445"/>
                      <a:pt x="1495" y="1483"/>
                      <a:pt x="1506" y="1516"/>
                    </a:cubicBezTo>
                    <a:cubicBezTo>
                      <a:pt x="1511" y="1575"/>
                      <a:pt x="1511" y="1641"/>
                      <a:pt x="1506" y="1700"/>
                    </a:cubicBezTo>
                    <a:cubicBezTo>
                      <a:pt x="1517" y="1798"/>
                      <a:pt x="1528" y="1896"/>
                      <a:pt x="1549" y="1989"/>
                    </a:cubicBezTo>
                    <a:cubicBezTo>
                      <a:pt x="1571" y="2114"/>
                      <a:pt x="1582" y="2244"/>
                      <a:pt x="1593" y="2369"/>
                    </a:cubicBezTo>
                    <a:cubicBezTo>
                      <a:pt x="1642" y="2837"/>
                      <a:pt x="1691" y="3299"/>
                      <a:pt x="1772" y="3761"/>
                    </a:cubicBezTo>
                    <a:cubicBezTo>
                      <a:pt x="1794" y="3875"/>
                      <a:pt x="1826" y="3989"/>
                      <a:pt x="1843" y="4103"/>
                    </a:cubicBezTo>
                    <a:cubicBezTo>
                      <a:pt x="1854" y="4217"/>
                      <a:pt x="1854" y="4342"/>
                      <a:pt x="1870" y="4462"/>
                    </a:cubicBezTo>
                    <a:cubicBezTo>
                      <a:pt x="1903" y="4679"/>
                      <a:pt x="1919" y="4902"/>
                      <a:pt x="1952" y="5120"/>
                    </a:cubicBezTo>
                    <a:cubicBezTo>
                      <a:pt x="1962" y="5217"/>
                      <a:pt x="1973" y="5315"/>
                      <a:pt x="1990" y="5413"/>
                    </a:cubicBezTo>
                    <a:cubicBezTo>
                      <a:pt x="2006" y="5522"/>
                      <a:pt x="2000" y="5625"/>
                      <a:pt x="2022" y="5734"/>
                    </a:cubicBezTo>
                    <a:cubicBezTo>
                      <a:pt x="2044" y="5837"/>
                      <a:pt x="2044" y="5946"/>
                      <a:pt x="2055" y="6049"/>
                    </a:cubicBezTo>
                    <a:cubicBezTo>
                      <a:pt x="2066" y="6152"/>
                      <a:pt x="2066" y="6266"/>
                      <a:pt x="2077" y="6375"/>
                    </a:cubicBezTo>
                    <a:cubicBezTo>
                      <a:pt x="2093" y="6506"/>
                      <a:pt x="2104" y="6636"/>
                      <a:pt x="2115" y="6767"/>
                    </a:cubicBezTo>
                    <a:cubicBezTo>
                      <a:pt x="2125" y="6832"/>
                      <a:pt x="2125" y="6897"/>
                      <a:pt x="2125" y="6962"/>
                    </a:cubicBezTo>
                    <a:lnTo>
                      <a:pt x="2125" y="6973"/>
                    </a:lnTo>
                    <a:cubicBezTo>
                      <a:pt x="2125" y="6995"/>
                      <a:pt x="2120" y="7017"/>
                      <a:pt x="2115" y="7038"/>
                    </a:cubicBezTo>
                    <a:cubicBezTo>
                      <a:pt x="2109" y="7044"/>
                      <a:pt x="2109" y="7055"/>
                      <a:pt x="2098" y="7060"/>
                    </a:cubicBezTo>
                    <a:lnTo>
                      <a:pt x="2077" y="7044"/>
                    </a:lnTo>
                    <a:cubicBezTo>
                      <a:pt x="2060" y="7011"/>
                      <a:pt x="2038" y="6979"/>
                      <a:pt x="2017" y="6957"/>
                    </a:cubicBezTo>
                    <a:cubicBezTo>
                      <a:pt x="1984" y="6913"/>
                      <a:pt x="1957" y="6864"/>
                      <a:pt x="1930" y="6821"/>
                    </a:cubicBezTo>
                    <a:cubicBezTo>
                      <a:pt x="1865" y="6696"/>
                      <a:pt x="1788" y="6576"/>
                      <a:pt x="1707" y="6468"/>
                    </a:cubicBezTo>
                    <a:cubicBezTo>
                      <a:pt x="1620" y="6375"/>
                      <a:pt x="1522" y="6299"/>
                      <a:pt x="1462" y="6185"/>
                    </a:cubicBezTo>
                    <a:cubicBezTo>
                      <a:pt x="1424" y="6109"/>
                      <a:pt x="1386" y="6027"/>
                      <a:pt x="1305" y="5995"/>
                    </a:cubicBezTo>
                    <a:cubicBezTo>
                      <a:pt x="1283" y="5984"/>
                      <a:pt x="1256" y="5978"/>
                      <a:pt x="1229" y="5978"/>
                    </a:cubicBezTo>
                    <a:cubicBezTo>
                      <a:pt x="1239" y="5957"/>
                      <a:pt x="1245" y="5929"/>
                      <a:pt x="1245" y="5902"/>
                    </a:cubicBezTo>
                    <a:cubicBezTo>
                      <a:pt x="1250" y="5804"/>
                      <a:pt x="1250" y="5701"/>
                      <a:pt x="1250" y="5603"/>
                    </a:cubicBezTo>
                    <a:cubicBezTo>
                      <a:pt x="1256" y="5505"/>
                      <a:pt x="1239" y="5419"/>
                      <a:pt x="1229" y="5326"/>
                    </a:cubicBezTo>
                    <a:cubicBezTo>
                      <a:pt x="1223" y="5228"/>
                      <a:pt x="1223" y="5130"/>
                      <a:pt x="1229" y="5033"/>
                    </a:cubicBezTo>
                    <a:cubicBezTo>
                      <a:pt x="1239" y="4935"/>
                      <a:pt x="1234" y="4831"/>
                      <a:pt x="1229" y="4734"/>
                    </a:cubicBezTo>
                    <a:cubicBezTo>
                      <a:pt x="1212" y="4647"/>
                      <a:pt x="1201" y="4560"/>
                      <a:pt x="1196" y="4467"/>
                    </a:cubicBezTo>
                    <a:lnTo>
                      <a:pt x="1196" y="3858"/>
                    </a:lnTo>
                    <a:lnTo>
                      <a:pt x="1196" y="3576"/>
                    </a:lnTo>
                    <a:cubicBezTo>
                      <a:pt x="1196" y="3478"/>
                      <a:pt x="1229" y="3369"/>
                      <a:pt x="1229" y="3260"/>
                    </a:cubicBezTo>
                    <a:cubicBezTo>
                      <a:pt x="1229" y="3070"/>
                      <a:pt x="1180" y="2885"/>
                      <a:pt x="1185" y="2695"/>
                    </a:cubicBezTo>
                    <a:cubicBezTo>
                      <a:pt x="1185" y="2505"/>
                      <a:pt x="1196" y="2304"/>
                      <a:pt x="1196" y="2108"/>
                    </a:cubicBezTo>
                    <a:cubicBezTo>
                      <a:pt x="1196" y="2016"/>
                      <a:pt x="1207" y="1929"/>
                      <a:pt x="1223" y="1842"/>
                    </a:cubicBezTo>
                    <a:cubicBezTo>
                      <a:pt x="1223" y="1809"/>
                      <a:pt x="1229" y="1771"/>
                      <a:pt x="1229" y="1738"/>
                    </a:cubicBezTo>
                    <a:cubicBezTo>
                      <a:pt x="1234" y="1679"/>
                      <a:pt x="1250" y="1613"/>
                      <a:pt x="1272" y="1559"/>
                    </a:cubicBezTo>
                    <a:cubicBezTo>
                      <a:pt x="1299" y="1467"/>
                      <a:pt x="1261" y="1380"/>
                      <a:pt x="1288" y="1287"/>
                    </a:cubicBezTo>
                    <a:cubicBezTo>
                      <a:pt x="1299" y="1228"/>
                      <a:pt x="1310" y="1168"/>
                      <a:pt x="1310" y="1108"/>
                    </a:cubicBezTo>
                    <a:close/>
                    <a:moveTo>
                      <a:pt x="4686" y="977"/>
                    </a:moveTo>
                    <a:lnTo>
                      <a:pt x="4686" y="1037"/>
                    </a:lnTo>
                    <a:cubicBezTo>
                      <a:pt x="4675" y="1102"/>
                      <a:pt x="4675" y="1162"/>
                      <a:pt x="4675" y="1228"/>
                    </a:cubicBezTo>
                    <a:cubicBezTo>
                      <a:pt x="4680" y="1336"/>
                      <a:pt x="4707" y="1450"/>
                      <a:pt x="4724" y="1559"/>
                    </a:cubicBezTo>
                    <a:cubicBezTo>
                      <a:pt x="4746" y="1684"/>
                      <a:pt x="4762" y="1809"/>
                      <a:pt x="4767" y="1934"/>
                    </a:cubicBezTo>
                    <a:cubicBezTo>
                      <a:pt x="4773" y="2070"/>
                      <a:pt x="4789" y="2201"/>
                      <a:pt x="4816" y="2336"/>
                    </a:cubicBezTo>
                    <a:cubicBezTo>
                      <a:pt x="4838" y="2456"/>
                      <a:pt x="4876" y="2570"/>
                      <a:pt x="4887" y="2695"/>
                    </a:cubicBezTo>
                    <a:cubicBezTo>
                      <a:pt x="4898" y="2755"/>
                      <a:pt x="4914" y="2815"/>
                      <a:pt x="4919" y="2875"/>
                    </a:cubicBezTo>
                    <a:cubicBezTo>
                      <a:pt x="4919" y="2929"/>
                      <a:pt x="4925" y="2989"/>
                      <a:pt x="4930" y="3049"/>
                    </a:cubicBezTo>
                    <a:cubicBezTo>
                      <a:pt x="4941" y="3103"/>
                      <a:pt x="4963" y="3163"/>
                      <a:pt x="4979" y="3222"/>
                    </a:cubicBezTo>
                    <a:cubicBezTo>
                      <a:pt x="4990" y="3277"/>
                      <a:pt x="5001" y="3337"/>
                      <a:pt x="5006" y="3391"/>
                    </a:cubicBezTo>
                    <a:cubicBezTo>
                      <a:pt x="5017" y="3451"/>
                      <a:pt x="5034" y="3505"/>
                      <a:pt x="5044" y="3559"/>
                    </a:cubicBezTo>
                    <a:cubicBezTo>
                      <a:pt x="5050" y="3614"/>
                      <a:pt x="5066" y="3668"/>
                      <a:pt x="5099" y="3712"/>
                    </a:cubicBezTo>
                    <a:cubicBezTo>
                      <a:pt x="4996" y="3761"/>
                      <a:pt x="4936" y="3869"/>
                      <a:pt x="4947" y="3978"/>
                    </a:cubicBezTo>
                    <a:cubicBezTo>
                      <a:pt x="4947" y="4108"/>
                      <a:pt x="4979" y="4234"/>
                      <a:pt x="4979" y="4364"/>
                    </a:cubicBezTo>
                    <a:cubicBezTo>
                      <a:pt x="4974" y="4489"/>
                      <a:pt x="4979" y="4614"/>
                      <a:pt x="4990" y="4744"/>
                    </a:cubicBezTo>
                    <a:cubicBezTo>
                      <a:pt x="5006" y="4869"/>
                      <a:pt x="5017" y="4995"/>
                      <a:pt x="5028" y="5120"/>
                    </a:cubicBezTo>
                    <a:lnTo>
                      <a:pt x="5034" y="5217"/>
                    </a:lnTo>
                    <a:cubicBezTo>
                      <a:pt x="4968" y="5158"/>
                      <a:pt x="4898" y="5109"/>
                      <a:pt x="4816" y="5071"/>
                    </a:cubicBezTo>
                    <a:cubicBezTo>
                      <a:pt x="4751" y="5033"/>
                      <a:pt x="4680" y="5000"/>
                      <a:pt x="4615" y="4973"/>
                    </a:cubicBezTo>
                    <a:cubicBezTo>
                      <a:pt x="4557" y="4959"/>
                      <a:pt x="4499" y="4950"/>
                      <a:pt x="4441" y="4950"/>
                    </a:cubicBezTo>
                    <a:cubicBezTo>
                      <a:pt x="4428" y="4950"/>
                      <a:pt x="4416" y="4950"/>
                      <a:pt x="4403" y="4951"/>
                    </a:cubicBezTo>
                    <a:cubicBezTo>
                      <a:pt x="4397" y="4951"/>
                      <a:pt x="4391" y="4950"/>
                      <a:pt x="4384" y="4950"/>
                    </a:cubicBezTo>
                    <a:cubicBezTo>
                      <a:pt x="4304" y="4950"/>
                      <a:pt x="4224" y="4983"/>
                      <a:pt x="4164" y="5038"/>
                    </a:cubicBezTo>
                    <a:cubicBezTo>
                      <a:pt x="4175" y="4962"/>
                      <a:pt x="4191" y="4886"/>
                      <a:pt x="4202" y="4810"/>
                    </a:cubicBezTo>
                    <a:cubicBezTo>
                      <a:pt x="4224" y="4723"/>
                      <a:pt x="4235" y="4630"/>
                      <a:pt x="4240" y="4543"/>
                    </a:cubicBezTo>
                    <a:cubicBezTo>
                      <a:pt x="4235" y="4459"/>
                      <a:pt x="4209" y="4266"/>
                      <a:pt x="4092" y="4266"/>
                    </a:cubicBezTo>
                    <a:cubicBezTo>
                      <a:pt x="4089" y="4266"/>
                      <a:pt x="4086" y="4266"/>
                      <a:pt x="4082" y="4266"/>
                    </a:cubicBezTo>
                    <a:cubicBezTo>
                      <a:pt x="3957" y="4277"/>
                      <a:pt x="3843" y="4446"/>
                      <a:pt x="3794" y="4543"/>
                    </a:cubicBezTo>
                    <a:cubicBezTo>
                      <a:pt x="3729" y="4701"/>
                      <a:pt x="3702" y="4869"/>
                      <a:pt x="3713" y="5043"/>
                    </a:cubicBezTo>
                    <a:cubicBezTo>
                      <a:pt x="3713" y="5071"/>
                      <a:pt x="3713" y="5103"/>
                      <a:pt x="3718" y="5136"/>
                    </a:cubicBezTo>
                    <a:cubicBezTo>
                      <a:pt x="3582" y="5163"/>
                      <a:pt x="3452" y="5196"/>
                      <a:pt x="3321" y="5239"/>
                    </a:cubicBezTo>
                    <a:cubicBezTo>
                      <a:pt x="3267" y="5250"/>
                      <a:pt x="3207" y="5272"/>
                      <a:pt x="3153" y="5293"/>
                    </a:cubicBezTo>
                    <a:cubicBezTo>
                      <a:pt x="3109" y="5321"/>
                      <a:pt x="3071" y="5353"/>
                      <a:pt x="3033" y="5386"/>
                    </a:cubicBezTo>
                    <a:cubicBezTo>
                      <a:pt x="2925" y="5478"/>
                      <a:pt x="2832" y="5592"/>
                      <a:pt x="2772" y="5717"/>
                    </a:cubicBezTo>
                    <a:cubicBezTo>
                      <a:pt x="2723" y="5870"/>
                      <a:pt x="2696" y="6022"/>
                      <a:pt x="2691" y="6180"/>
                    </a:cubicBezTo>
                    <a:cubicBezTo>
                      <a:pt x="2680" y="6337"/>
                      <a:pt x="2658" y="6484"/>
                      <a:pt x="2653" y="6642"/>
                    </a:cubicBezTo>
                    <a:cubicBezTo>
                      <a:pt x="2653" y="6750"/>
                      <a:pt x="2664" y="6859"/>
                      <a:pt x="2691" y="6962"/>
                    </a:cubicBezTo>
                    <a:cubicBezTo>
                      <a:pt x="2680" y="6962"/>
                      <a:pt x="2664" y="6973"/>
                      <a:pt x="2636" y="6979"/>
                    </a:cubicBezTo>
                    <a:cubicBezTo>
                      <a:pt x="2582" y="6995"/>
                      <a:pt x="2522" y="7011"/>
                      <a:pt x="2468" y="7022"/>
                    </a:cubicBezTo>
                    <a:cubicBezTo>
                      <a:pt x="2408" y="7038"/>
                      <a:pt x="2348" y="7049"/>
                      <a:pt x="2289" y="7066"/>
                    </a:cubicBezTo>
                    <a:cubicBezTo>
                      <a:pt x="2305" y="6919"/>
                      <a:pt x="2299" y="6767"/>
                      <a:pt x="2272" y="6620"/>
                    </a:cubicBezTo>
                    <a:cubicBezTo>
                      <a:pt x="2250" y="6462"/>
                      <a:pt x="2240" y="6299"/>
                      <a:pt x="2229" y="6141"/>
                    </a:cubicBezTo>
                    <a:cubicBezTo>
                      <a:pt x="2223" y="6027"/>
                      <a:pt x="2207" y="5913"/>
                      <a:pt x="2196" y="5804"/>
                    </a:cubicBezTo>
                    <a:cubicBezTo>
                      <a:pt x="2191" y="5750"/>
                      <a:pt x="2174" y="5701"/>
                      <a:pt x="2169" y="5652"/>
                    </a:cubicBezTo>
                    <a:cubicBezTo>
                      <a:pt x="2158" y="5587"/>
                      <a:pt x="2169" y="5516"/>
                      <a:pt x="2158" y="5451"/>
                    </a:cubicBezTo>
                    <a:cubicBezTo>
                      <a:pt x="2115" y="5223"/>
                      <a:pt x="2104" y="4995"/>
                      <a:pt x="2071" y="4772"/>
                    </a:cubicBezTo>
                    <a:cubicBezTo>
                      <a:pt x="2049" y="4647"/>
                      <a:pt x="2028" y="4522"/>
                      <a:pt x="2011" y="4397"/>
                    </a:cubicBezTo>
                    <a:cubicBezTo>
                      <a:pt x="1995" y="4272"/>
                      <a:pt x="2000" y="4147"/>
                      <a:pt x="1979" y="4022"/>
                    </a:cubicBezTo>
                    <a:cubicBezTo>
                      <a:pt x="1886" y="3505"/>
                      <a:pt x="1810" y="2983"/>
                      <a:pt x="1745" y="2461"/>
                    </a:cubicBezTo>
                    <a:cubicBezTo>
                      <a:pt x="1729" y="2326"/>
                      <a:pt x="1718" y="2190"/>
                      <a:pt x="1701" y="2054"/>
                    </a:cubicBezTo>
                    <a:cubicBezTo>
                      <a:pt x="1674" y="1907"/>
                      <a:pt x="1653" y="1760"/>
                      <a:pt x="1647" y="1613"/>
                    </a:cubicBezTo>
                    <a:cubicBezTo>
                      <a:pt x="1647" y="1559"/>
                      <a:pt x="1642" y="1510"/>
                      <a:pt x="1631" y="1461"/>
                    </a:cubicBezTo>
                    <a:cubicBezTo>
                      <a:pt x="1620" y="1440"/>
                      <a:pt x="1614" y="1418"/>
                      <a:pt x="1609" y="1396"/>
                    </a:cubicBezTo>
                    <a:lnTo>
                      <a:pt x="1609" y="1363"/>
                    </a:lnTo>
                    <a:cubicBezTo>
                      <a:pt x="1718" y="1358"/>
                      <a:pt x="1826" y="1336"/>
                      <a:pt x="1930" y="1309"/>
                    </a:cubicBezTo>
                    <a:cubicBezTo>
                      <a:pt x="2098" y="1271"/>
                      <a:pt x="2272" y="1260"/>
                      <a:pt x="2435" y="1233"/>
                    </a:cubicBezTo>
                    <a:cubicBezTo>
                      <a:pt x="2615" y="1195"/>
                      <a:pt x="2794" y="1173"/>
                      <a:pt x="2973" y="1162"/>
                    </a:cubicBezTo>
                    <a:cubicBezTo>
                      <a:pt x="3153" y="1157"/>
                      <a:pt x="3327" y="1119"/>
                      <a:pt x="3501" y="1113"/>
                    </a:cubicBezTo>
                    <a:cubicBezTo>
                      <a:pt x="3680" y="1102"/>
                      <a:pt x="3849" y="1081"/>
                      <a:pt x="4023" y="1059"/>
                    </a:cubicBezTo>
                    <a:cubicBezTo>
                      <a:pt x="4197" y="1037"/>
                      <a:pt x="4360" y="1005"/>
                      <a:pt x="4528" y="988"/>
                    </a:cubicBezTo>
                    <a:cubicBezTo>
                      <a:pt x="4582" y="983"/>
                      <a:pt x="4631" y="977"/>
                      <a:pt x="4686" y="977"/>
                    </a:cubicBezTo>
                    <a:close/>
                    <a:moveTo>
                      <a:pt x="5137" y="3924"/>
                    </a:moveTo>
                    <a:cubicBezTo>
                      <a:pt x="5202" y="3967"/>
                      <a:pt x="5262" y="4011"/>
                      <a:pt x="5327" y="4060"/>
                    </a:cubicBezTo>
                    <a:cubicBezTo>
                      <a:pt x="5403" y="4119"/>
                      <a:pt x="5496" y="4168"/>
                      <a:pt x="5588" y="4195"/>
                    </a:cubicBezTo>
                    <a:cubicBezTo>
                      <a:pt x="5697" y="4223"/>
                      <a:pt x="5800" y="4255"/>
                      <a:pt x="5909" y="4299"/>
                    </a:cubicBezTo>
                    <a:cubicBezTo>
                      <a:pt x="5963" y="4337"/>
                      <a:pt x="6028" y="4364"/>
                      <a:pt x="6094" y="4386"/>
                    </a:cubicBezTo>
                    <a:cubicBezTo>
                      <a:pt x="6056" y="4625"/>
                      <a:pt x="6034" y="4859"/>
                      <a:pt x="6028" y="5098"/>
                    </a:cubicBezTo>
                    <a:cubicBezTo>
                      <a:pt x="6023" y="5380"/>
                      <a:pt x="6028" y="5658"/>
                      <a:pt x="6017" y="5940"/>
                    </a:cubicBezTo>
                    <a:cubicBezTo>
                      <a:pt x="6023" y="6049"/>
                      <a:pt x="6028" y="6163"/>
                      <a:pt x="6045" y="6272"/>
                    </a:cubicBezTo>
                    <a:lnTo>
                      <a:pt x="6050" y="6261"/>
                    </a:lnTo>
                    <a:cubicBezTo>
                      <a:pt x="6056" y="6392"/>
                      <a:pt x="6056" y="6522"/>
                      <a:pt x="6050" y="6658"/>
                    </a:cubicBezTo>
                    <a:cubicBezTo>
                      <a:pt x="6050" y="6886"/>
                      <a:pt x="6034" y="7125"/>
                      <a:pt x="6045" y="7359"/>
                    </a:cubicBezTo>
                    <a:cubicBezTo>
                      <a:pt x="5996" y="7337"/>
                      <a:pt x="5952" y="7321"/>
                      <a:pt x="5903" y="7310"/>
                    </a:cubicBezTo>
                    <a:cubicBezTo>
                      <a:pt x="5800" y="7283"/>
                      <a:pt x="5702" y="7245"/>
                      <a:pt x="5615" y="7191"/>
                    </a:cubicBezTo>
                    <a:cubicBezTo>
                      <a:pt x="5517" y="7142"/>
                      <a:pt x="5425" y="7093"/>
                      <a:pt x="5327" y="7055"/>
                    </a:cubicBezTo>
                    <a:cubicBezTo>
                      <a:pt x="5311" y="7049"/>
                      <a:pt x="5295" y="7044"/>
                      <a:pt x="5278" y="7038"/>
                    </a:cubicBezTo>
                    <a:cubicBezTo>
                      <a:pt x="5284" y="7011"/>
                      <a:pt x="5295" y="6989"/>
                      <a:pt x="5300" y="6968"/>
                    </a:cubicBezTo>
                    <a:cubicBezTo>
                      <a:pt x="5316" y="6886"/>
                      <a:pt x="5354" y="6805"/>
                      <a:pt x="5371" y="6723"/>
                    </a:cubicBezTo>
                    <a:cubicBezTo>
                      <a:pt x="5403" y="6565"/>
                      <a:pt x="5425" y="6402"/>
                      <a:pt x="5425" y="6245"/>
                    </a:cubicBezTo>
                    <a:cubicBezTo>
                      <a:pt x="5425" y="6103"/>
                      <a:pt x="5452" y="5957"/>
                      <a:pt x="5387" y="5826"/>
                    </a:cubicBezTo>
                    <a:cubicBezTo>
                      <a:pt x="5354" y="5761"/>
                      <a:pt x="5343" y="5685"/>
                      <a:pt x="5316" y="5614"/>
                    </a:cubicBezTo>
                    <a:cubicBezTo>
                      <a:pt x="5278" y="5538"/>
                      <a:pt x="5235" y="5462"/>
                      <a:pt x="5186" y="5391"/>
                    </a:cubicBezTo>
                    <a:lnTo>
                      <a:pt x="5159" y="5359"/>
                    </a:lnTo>
                    <a:cubicBezTo>
                      <a:pt x="5164" y="5304"/>
                      <a:pt x="5170" y="5250"/>
                      <a:pt x="5170" y="5201"/>
                    </a:cubicBezTo>
                    <a:cubicBezTo>
                      <a:pt x="5186" y="5087"/>
                      <a:pt x="5186" y="4967"/>
                      <a:pt x="5180" y="4853"/>
                    </a:cubicBezTo>
                    <a:cubicBezTo>
                      <a:pt x="5159" y="4630"/>
                      <a:pt x="5186" y="4402"/>
                      <a:pt x="5159" y="4174"/>
                    </a:cubicBezTo>
                    <a:cubicBezTo>
                      <a:pt x="5153" y="4108"/>
                      <a:pt x="5121" y="3994"/>
                      <a:pt x="5137" y="3924"/>
                    </a:cubicBezTo>
                    <a:close/>
                    <a:moveTo>
                      <a:pt x="7224" y="4424"/>
                    </a:moveTo>
                    <a:lnTo>
                      <a:pt x="7224" y="4696"/>
                    </a:lnTo>
                    <a:cubicBezTo>
                      <a:pt x="7230" y="4777"/>
                      <a:pt x="7230" y="4859"/>
                      <a:pt x="7224" y="4940"/>
                    </a:cubicBezTo>
                    <a:lnTo>
                      <a:pt x="7230" y="4935"/>
                    </a:lnTo>
                    <a:lnTo>
                      <a:pt x="7230" y="4935"/>
                    </a:lnTo>
                    <a:cubicBezTo>
                      <a:pt x="7213" y="5000"/>
                      <a:pt x="7197" y="5071"/>
                      <a:pt x="7192" y="5141"/>
                    </a:cubicBezTo>
                    <a:cubicBezTo>
                      <a:pt x="7192" y="5288"/>
                      <a:pt x="7219" y="5457"/>
                      <a:pt x="7186" y="5603"/>
                    </a:cubicBezTo>
                    <a:cubicBezTo>
                      <a:pt x="7186" y="5603"/>
                      <a:pt x="7186" y="5609"/>
                      <a:pt x="7186" y="5614"/>
                    </a:cubicBezTo>
                    <a:cubicBezTo>
                      <a:pt x="7137" y="5641"/>
                      <a:pt x="7110" y="5701"/>
                      <a:pt x="7067" y="5739"/>
                    </a:cubicBezTo>
                    <a:cubicBezTo>
                      <a:pt x="7029" y="5777"/>
                      <a:pt x="6980" y="5821"/>
                      <a:pt x="6936" y="5864"/>
                    </a:cubicBezTo>
                    <a:cubicBezTo>
                      <a:pt x="6849" y="5957"/>
                      <a:pt x="6773" y="6065"/>
                      <a:pt x="6713" y="6180"/>
                    </a:cubicBezTo>
                    <a:cubicBezTo>
                      <a:pt x="6626" y="6305"/>
                      <a:pt x="6528" y="6424"/>
                      <a:pt x="6431" y="6538"/>
                    </a:cubicBezTo>
                    <a:cubicBezTo>
                      <a:pt x="6355" y="6647"/>
                      <a:pt x="6284" y="6761"/>
                      <a:pt x="6224" y="6881"/>
                    </a:cubicBezTo>
                    <a:cubicBezTo>
                      <a:pt x="6216" y="6893"/>
                      <a:pt x="6227" y="6906"/>
                      <a:pt x="6240" y="6906"/>
                    </a:cubicBezTo>
                    <a:cubicBezTo>
                      <a:pt x="6244" y="6906"/>
                      <a:pt x="6248" y="6905"/>
                      <a:pt x="6251" y="6902"/>
                    </a:cubicBezTo>
                    <a:cubicBezTo>
                      <a:pt x="6365" y="6805"/>
                      <a:pt x="6441" y="6669"/>
                      <a:pt x="6534" y="6560"/>
                    </a:cubicBezTo>
                    <a:cubicBezTo>
                      <a:pt x="6632" y="6457"/>
                      <a:pt x="6719" y="6348"/>
                      <a:pt x="6800" y="6234"/>
                    </a:cubicBezTo>
                    <a:cubicBezTo>
                      <a:pt x="6865" y="6114"/>
                      <a:pt x="6952" y="6000"/>
                      <a:pt x="7050" y="5902"/>
                    </a:cubicBezTo>
                    <a:cubicBezTo>
                      <a:pt x="7094" y="5864"/>
                      <a:pt x="7132" y="5821"/>
                      <a:pt x="7170" y="5772"/>
                    </a:cubicBezTo>
                    <a:lnTo>
                      <a:pt x="7170" y="5772"/>
                    </a:lnTo>
                    <a:cubicBezTo>
                      <a:pt x="7175" y="5864"/>
                      <a:pt x="7164" y="5957"/>
                      <a:pt x="7154" y="6044"/>
                    </a:cubicBezTo>
                    <a:cubicBezTo>
                      <a:pt x="7137" y="6109"/>
                      <a:pt x="7137" y="6180"/>
                      <a:pt x="7154" y="6250"/>
                    </a:cubicBezTo>
                    <a:cubicBezTo>
                      <a:pt x="7164" y="6332"/>
                      <a:pt x="7164" y="6413"/>
                      <a:pt x="7154" y="6495"/>
                    </a:cubicBezTo>
                    <a:cubicBezTo>
                      <a:pt x="7137" y="6565"/>
                      <a:pt x="7132" y="6647"/>
                      <a:pt x="7132" y="6723"/>
                    </a:cubicBezTo>
                    <a:cubicBezTo>
                      <a:pt x="7143" y="6783"/>
                      <a:pt x="7154" y="6843"/>
                      <a:pt x="7159" y="6902"/>
                    </a:cubicBezTo>
                    <a:cubicBezTo>
                      <a:pt x="7148" y="6913"/>
                      <a:pt x="7143" y="6930"/>
                      <a:pt x="7143" y="6941"/>
                    </a:cubicBezTo>
                    <a:lnTo>
                      <a:pt x="7105" y="6962"/>
                    </a:lnTo>
                    <a:cubicBezTo>
                      <a:pt x="6996" y="7011"/>
                      <a:pt x="6893" y="7082"/>
                      <a:pt x="6784" y="7136"/>
                    </a:cubicBezTo>
                    <a:cubicBezTo>
                      <a:pt x="6675" y="7185"/>
                      <a:pt x="6561" y="7245"/>
                      <a:pt x="6447" y="7299"/>
                    </a:cubicBezTo>
                    <a:cubicBezTo>
                      <a:pt x="6393" y="7321"/>
                      <a:pt x="6344" y="7343"/>
                      <a:pt x="6300" y="7370"/>
                    </a:cubicBezTo>
                    <a:cubicBezTo>
                      <a:pt x="6264" y="7393"/>
                      <a:pt x="6258" y="7404"/>
                      <a:pt x="6229" y="7404"/>
                    </a:cubicBezTo>
                    <a:cubicBezTo>
                      <a:pt x="6223" y="7404"/>
                      <a:pt x="6216" y="7403"/>
                      <a:pt x="6208" y="7403"/>
                    </a:cubicBezTo>
                    <a:lnTo>
                      <a:pt x="6191" y="7403"/>
                    </a:lnTo>
                    <a:cubicBezTo>
                      <a:pt x="6202" y="7163"/>
                      <a:pt x="6191" y="6919"/>
                      <a:pt x="6186" y="6680"/>
                    </a:cubicBezTo>
                    <a:cubicBezTo>
                      <a:pt x="6186" y="6544"/>
                      <a:pt x="6191" y="6402"/>
                      <a:pt x="6186" y="6266"/>
                    </a:cubicBezTo>
                    <a:cubicBezTo>
                      <a:pt x="6181" y="6218"/>
                      <a:pt x="6170" y="6174"/>
                      <a:pt x="6159" y="6131"/>
                    </a:cubicBezTo>
                    <a:cubicBezTo>
                      <a:pt x="6153" y="6065"/>
                      <a:pt x="6148" y="6000"/>
                      <a:pt x="6153" y="5935"/>
                    </a:cubicBezTo>
                    <a:lnTo>
                      <a:pt x="6153" y="5891"/>
                    </a:lnTo>
                    <a:cubicBezTo>
                      <a:pt x="6202" y="5859"/>
                      <a:pt x="6240" y="5815"/>
                      <a:pt x="6262" y="5761"/>
                    </a:cubicBezTo>
                    <a:cubicBezTo>
                      <a:pt x="6306" y="5696"/>
                      <a:pt x="6349" y="5625"/>
                      <a:pt x="6387" y="5560"/>
                    </a:cubicBezTo>
                    <a:cubicBezTo>
                      <a:pt x="6436" y="5478"/>
                      <a:pt x="6496" y="5402"/>
                      <a:pt x="6561" y="5332"/>
                    </a:cubicBezTo>
                    <a:cubicBezTo>
                      <a:pt x="6583" y="5304"/>
                      <a:pt x="6599" y="5277"/>
                      <a:pt x="6610" y="5250"/>
                    </a:cubicBezTo>
                    <a:cubicBezTo>
                      <a:pt x="6632" y="5207"/>
                      <a:pt x="6659" y="5174"/>
                      <a:pt x="6692" y="5141"/>
                    </a:cubicBezTo>
                    <a:cubicBezTo>
                      <a:pt x="6751" y="5076"/>
                      <a:pt x="6779" y="5005"/>
                      <a:pt x="6833" y="4940"/>
                    </a:cubicBezTo>
                    <a:cubicBezTo>
                      <a:pt x="6887" y="4886"/>
                      <a:pt x="6936" y="4821"/>
                      <a:pt x="6985" y="4755"/>
                    </a:cubicBezTo>
                    <a:cubicBezTo>
                      <a:pt x="7007" y="4712"/>
                      <a:pt x="7034" y="4663"/>
                      <a:pt x="7067" y="4619"/>
                    </a:cubicBezTo>
                    <a:cubicBezTo>
                      <a:pt x="7099" y="4592"/>
                      <a:pt x="7137" y="4571"/>
                      <a:pt x="7164" y="4538"/>
                    </a:cubicBezTo>
                    <a:cubicBezTo>
                      <a:pt x="7186" y="4500"/>
                      <a:pt x="7197" y="4456"/>
                      <a:pt x="7224" y="4424"/>
                    </a:cubicBezTo>
                    <a:close/>
                    <a:moveTo>
                      <a:pt x="4088" y="4402"/>
                    </a:moveTo>
                    <a:cubicBezTo>
                      <a:pt x="4093" y="4413"/>
                      <a:pt x="4099" y="4418"/>
                      <a:pt x="4104" y="4424"/>
                    </a:cubicBezTo>
                    <a:cubicBezTo>
                      <a:pt x="4115" y="4462"/>
                      <a:pt x="4120" y="4505"/>
                      <a:pt x="4120" y="4543"/>
                    </a:cubicBezTo>
                    <a:cubicBezTo>
                      <a:pt x="4110" y="4630"/>
                      <a:pt x="4093" y="4717"/>
                      <a:pt x="4066" y="4804"/>
                    </a:cubicBezTo>
                    <a:cubicBezTo>
                      <a:pt x="4028" y="4989"/>
                      <a:pt x="4001" y="5174"/>
                      <a:pt x="4001" y="5359"/>
                    </a:cubicBezTo>
                    <a:cubicBezTo>
                      <a:pt x="4001" y="5424"/>
                      <a:pt x="4012" y="5484"/>
                      <a:pt x="4033" y="5538"/>
                    </a:cubicBezTo>
                    <a:lnTo>
                      <a:pt x="4017" y="5549"/>
                    </a:lnTo>
                    <a:cubicBezTo>
                      <a:pt x="3978" y="5572"/>
                      <a:pt x="3942" y="5580"/>
                      <a:pt x="3906" y="5580"/>
                    </a:cubicBezTo>
                    <a:cubicBezTo>
                      <a:pt x="3820" y="5580"/>
                      <a:pt x="3739" y="5533"/>
                      <a:pt x="3647" y="5522"/>
                    </a:cubicBezTo>
                    <a:cubicBezTo>
                      <a:pt x="3645" y="5522"/>
                      <a:pt x="3644" y="5521"/>
                      <a:pt x="3642" y="5521"/>
                    </a:cubicBezTo>
                    <a:cubicBezTo>
                      <a:pt x="3592" y="5521"/>
                      <a:pt x="3578" y="5588"/>
                      <a:pt x="3604" y="5614"/>
                    </a:cubicBezTo>
                    <a:cubicBezTo>
                      <a:pt x="3609" y="5625"/>
                      <a:pt x="3615" y="5636"/>
                      <a:pt x="3620" y="5647"/>
                    </a:cubicBezTo>
                    <a:cubicBezTo>
                      <a:pt x="3624" y="5651"/>
                      <a:pt x="3633" y="5655"/>
                      <a:pt x="3640" y="5655"/>
                    </a:cubicBezTo>
                    <a:cubicBezTo>
                      <a:pt x="3643" y="5655"/>
                      <a:pt x="3646" y="5654"/>
                      <a:pt x="3647" y="5652"/>
                    </a:cubicBezTo>
                    <a:lnTo>
                      <a:pt x="3653" y="5652"/>
                    </a:lnTo>
                    <a:lnTo>
                      <a:pt x="3675" y="5663"/>
                    </a:lnTo>
                    <a:cubicBezTo>
                      <a:pt x="3686" y="5679"/>
                      <a:pt x="3707" y="5690"/>
                      <a:pt x="3724" y="5701"/>
                    </a:cubicBezTo>
                    <a:cubicBezTo>
                      <a:pt x="3762" y="5723"/>
                      <a:pt x="3805" y="5739"/>
                      <a:pt x="3854" y="5750"/>
                    </a:cubicBezTo>
                    <a:cubicBezTo>
                      <a:pt x="3878" y="5755"/>
                      <a:pt x="3903" y="5757"/>
                      <a:pt x="3927" y="5757"/>
                    </a:cubicBezTo>
                    <a:cubicBezTo>
                      <a:pt x="3988" y="5757"/>
                      <a:pt x="4050" y="5743"/>
                      <a:pt x="4104" y="5712"/>
                    </a:cubicBezTo>
                    <a:cubicBezTo>
                      <a:pt x="4180" y="5674"/>
                      <a:pt x="4240" y="5614"/>
                      <a:pt x="4283" y="5544"/>
                    </a:cubicBezTo>
                    <a:cubicBezTo>
                      <a:pt x="4327" y="5478"/>
                      <a:pt x="4343" y="5397"/>
                      <a:pt x="4332" y="5321"/>
                    </a:cubicBezTo>
                    <a:cubicBezTo>
                      <a:pt x="4328" y="5305"/>
                      <a:pt x="4313" y="5295"/>
                      <a:pt x="4296" y="5295"/>
                    </a:cubicBezTo>
                    <a:cubicBezTo>
                      <a:pt x="4290" y="5295"/>
                      <a:pt x="4284" y="5296"/>
                      <a:pt x="4278" y="5299"/>
                    </a:cubicBezTo>
                    <a:cubicBezTo>
                      <a:pt x="4229" y="5326"/>
                      <a:pt x="4191" y="5364"/>
                      <a:pt x="4158" y="5408"/>
                    </a:cubicBezTo>
                    <a:cubicBezTo>
                      <a:pt x="4153" y="5375"/>
                      <a:pt x="4153" y="5348"/>
                      <a:pt x="4153" y="5321"/>
                    </a:cubicBezTo>
                    <a:cubicBezTo>
                      <a:pt x="4148" y="5288"/>
                      <a:pt x="4153" y="5272"/>
                      <a:pt x="4153" y="5250"/>
                    </a:cubicBezTo>
                    <a:cubicBezTo>
                      <a:pt x="4197" y="5223"/>
                      <a:pt x="4235" y="5190"/>
                      <a:pt x="4273" y="5158"/>
                    </a:cubicBezTo>
                    <a:cubicBezTo>
                      <a:pt x="4306" y="5129"/>
                      <a:pt x="4345" y="5116"/>
                      <a:pt x="4385" y="5116"/>
                    </a:cubicBezTo>
                    <a:cubicBezTo>
                      <a:pt x="4398" y="5116"/>
                      <a:pt x="4412" y="5117"/>
                      <a:pt x="4425" y="5120"/>
                    </a:cubicBezTo>
                    <a:cubicBezTo>
                      <a:pt x="4474" y="5120"/>
                      <a:pt x="4523" y="5125"/>
                      <a:pt x="4572" y="5136"/>
                    </a:cubicBezTo>
                    <a:cubicBezTo>
                      <a:pt x="4631" y="5158"/>
                      <a:pt x="4691" y="5196"/>
                      <a:pt x="4746" y="5223"/>
                    </a:cubicBezTo>
                    <a:cubicBezTo>
                      <a:pt x="4865" y="5288"/>
                      <a:pt x="4974" y="5375"/>
                      <a:pt x="5050" y="5489"/>
                    </a:cubicBezTo>
                    <a:cubicBezTo>
                      <a:pt x="5121" y="5592"/>
                      <a:pt x="5170" y="5707"/>
                      <a:pt x="5202" y="5826"/>
                    </a:cubicBezTo>
                    <a:cubicBezTo>
                      <a:pt x="5229" y="5870"/>
                      <a:pt x="5246" y="5919"/>
                      <a:pt x="5262" y="5962"/>
                    </a:cubicBezTo>
                    <a:cubicBezTo>
                      <a:pt x="5267" y="6027"/>
                      <a:pt x="5267" y="6098"/>
                      <a:pt x="5262" y="6163"/>
                    </a:cubicBezTo>
                    <a:lnTo>
                      <a:pt x="5256" y="6163"/>
                    </a:lnTo>
                    <a:cubicBezTo>
                      <a:pt x="5256" y="6310"/>
                      <a:pt x="5246" y="6457"/>
                      <a:pt x="5224" y="6598"/>
                    </a:cubicBezTo>
                    <a:cubicBezTo>
                      <a:pt x="5197" y="6723"/>
                      <a:pt x="5164" y="6848"/>
                      <a:pt x="5126" y="6973"/>
                    </a:cubicBezTo>
                    <a:cubicBezTo>
                      <a:pt x="5099" y="7087"/>
                      <a:pt x="5050" y="7196"/>
                      <a:pt x="4985" y="7294"/>
                    </a:cubicBezTo>
                    <a:cubicBezTo>
                      <a:pt x="4919" y="7386"/>
                      <a:pt x="4832" y="7457"/>
                      <a:pt x="4729" y="7500"/>
                    </a:cubicBezTo>
                    <a:cubicBezTo>
                      <a:pt x="4675" y="7533"/>
                      <a:pt x="4615" y="7549"/>
                      <a:pt x="4555" y="7560"/>
                    </a:cubicBezTo>
                    <a:cubicBezTo>
                      <a:pt x="4485" y="7577"/>
                      <a:pt x="4408" y="7587"/>
                      <a:pt x="4332" y="7593"/>
                    </a:cubicBezTo>
                    <a:cubicBezTo>
                      <a:pt x="4283" y="7587"/>
                      <a:pt x="4235" y="7571"/>
                      <a:pt x="4186" y="7566"/>
                    </a:cubicBezTo>
                    <a:cubicBezTo>
                      <a:pt x="4153" y="7563"/>
                      <a:pt x="4120" y="7562"/>
                      <a:pt x="4088" y="7562"/>
                    </a:cubicBezTo>
                    <a:cubicBezTo>
                      <a:pt x="4057" y="7562"/>
                      <a:pt x="4025" y="7563"/>
                      <a:pt x="3995" y="7566"/>
                    </a:cubicBezTo>
                    <a:cubicBezTo>
                      <a:pt x="3982" y="7566"/>
                      <a:pt x="3968" y="7566"/>
                      <a:pt x="3955" y="7566"/>
                    </a:cubicBezTo>
                    <a:cubicBezTo>
                      <a:pt x="3832" y="7566"/>
                      <a:pt x="3711" y="7544"/>
                      <a:pt x="3593" y="7500"/>
                    </a:cubicBezTo>
                    <a:cubicBezTo>
                      <a:pt x="3474" y="7457"/>
                      <a:pt x="3359" y="7403"/>
                      <a:pt x="3251" y="7343"/>
                    </a:cubicBezTo>
                    <a:cubicBezTo>
                      <a:pt x="3131" y="7294"/>
                      <a:pt x="3028" y="7201"/>
                      <a:pt x="2957" y="7093"/>
                    </a:cubicBezTo>
                    <a:cubicBezTo>
                      <a:pt x="2827" y="6870"/>
                      <a:pt x="2816" y="6593"/>
                      <a:pt x="2859" y="6343"/>
                    </a:cubicBezTo>
                    <a:cubicBezTo>
                      <a:pt x="2870" y="6272"/>
                      <a:pt x="2859" y="6201"/>
                      <a:pt x="2870" y="6131"/>
                    </a:cubicBezTo>
                    <a:cubicBezTo>
                      <a:pt x="2886" y="6060"/>
                      <a:pt x="2892" y="5973"/>
                      <a:pt x="2908" y="5897"/>
                    </a:cubicBezTo>
                    <a:cubicBezTo>
                      <a:pt x="2941" y="5739"/>
                      <a:pt x="3044" y="5647"/>
                      <a:pt x="3158" y="5544"/>
                    </a:cubicBezTo>
                    <a:cubicBezTo>
                      <a:pt x="3185" y="5511"/>
                      <a:pt x="3223" y="5484"/>
                      <a:pt x="3262" y="5462"/>
                    </a:cubicBezTo>
                    <a:cubicBezTo>
                      <a:pt x="3283" y="5457"/>
                      <a:pt x="3305" y="5451"/>
                      <a:pt x="3327" y="5451"/>
                    </a:cubicBezTo>
                    <a:cubicBezTo>
                      <a:pt x="3370" y="5440"/>
                      <a:pt x="3408" y="5419"/>
                      <a:pt x="3452" y="5402"/>
                    </a:cubicBezTo>
                    <a:cubicBezTo>
                      <a:pt x="3512" y="5380"/>
                      <a:pt x="3577" y="5375"/>
                      <a:pt x="3642" y="5353"/>
                    </a:cubicBezTo>
                    <a:cubicBezTo>
                      <a:pt x="3680" y="5342"/>
                      <a:pt x="3718" y="5321"/>
                      <a:pt x="3751" y="5293"/>
                    </a:cubicBezTo>
                    <a:cubicBezTo>
                      <a:pt x="3756" y="5342"/>
                      <a:pt x="3751" y="5391"/>
                      <a:pt x="3762" y="5435"/>
                    </a:cubicBezTo>
                    <a:cubicBezTo>
                      <a:pt x="3774" y="5497"/>
                      <a:pt x="3809" y="5550"/>
                      <a:pt x="3860" y="5550"/>
                    </a:cubicBezTo>
                    <a:cubicBezTo>
                      <a:pt x="3876" y="5550"/>
                      <a:pt x="3894" y="5544"/>
                      <a:pt x="3914" y="5533"/>
                    </a:cubicBezTo>
                    <a:cubicBezTo>
                      <a:pt x="3930" y="5522"/>
                      <a:pt x="3925" y="5500"/>
                      <a:pt x="3908" y="5495"/>
                    </a:cubicBezTo>
                    <a:cubicBezTo>
                      <a:pt x="3865" y="5478"/>
                      <a:pt x="3898" y="5321"/>
                      <a:pt x="3892" y="5272"/>
                    </a:cubicBezTo>
                    <a:cubicBezTo>
                      <a:pt x="3887" y="5201"/>
                      <a:pt x="3865" y="5130"/>
                      <a:pt x="3865" y="5054"/>
                    </a:cubicBezTo>
                    <a:lnTo>
                      <a:pt x="3865" y="4826"/>
                    </a:lnTo>
                    <a:cubicBezTo>
                      <a:pt x="3870" y="4739"/>
                      <a:pt x="3892" y="4657"/>
                      <a:pt x="3930" y="4581"/>
                    </a:cubicBezTo>
                    <a:cubicBezTo>
                      <a:pt x="3968" y="4516"/>
                      <a:pt x="4017" y="4462"/>
                      <a:pt x="4071" y="4413"/>
                    </a:cubicBezTo>
                    <a:lnTo>
                      <a:pt x="4088" y="4402"/>
                    </a:lnTo>
                    <a:close/>
                    <a:moveTo>
                      <a:pt x="4774" y="0"/>
                    </a:moveTo>
                    <a:cubicBezTo>
                      <a:pt x="4735" y="0"/>
                      <a:pt x="4695" y="8"/>
                      <a:pt x="4659" y="21"/>
                    </a:cubicBezTo>
                    <a:cubicBezTo>
                      <a:pt x="4572" y="37"/>
                      <a:pt x="4490" y="26"/>
                      <a:pt x="4403" y="43"/>
                    </a:cubicBezTo>
                    <a:cubicBezTo>
                      <a:pt x="4235" y="64"/>
                      <a:pt x="4077" y="91"/>
                      <a:pt x="3908" y="108"/>
                    </a:cubicBezTo>
                    <a:lnTo>
                      <a:pt x="3397" y="151"/>
                    </a:lnTo>
                    <a:cubicBezTo>
                      <a:pt x="3305" y="157"/>
                      <a:pt x="3213" y="151"/>
                      <a:pt x="3120" y="168"/>
                    </a:cubicBezTo>
                    <a:cubicBezTo>
                      <a:pt x="3022" y="178"/>
                      <a:pt x="2930" y="189"/>
                      <a:pt x="2832" y="189"/>
                    </a:cubicBezTo>
                    <a:cubicBezTo>
                      <a:pt x="2631" y="189"/>
                      <a:pt x="2441" y="222"/>
                      <a:pt x="2240" y="233"/>
                    </a:cubicBezTo>
                    <a:cubicBezTo>
                      <a:pt x="2044" y="244"/>
                      <a:pt x="1854" y="260"/>
                      <a:pt x="1658" y="282"/>
                    </a:cubicBezTo>
                    <a:cubicBezTo>
                      <a:pt x="1634" y="285"/>
                      <a:pt x="1610" y="286"/>
                      <a:pt x="1585" y="286"/>
                    </a:cubicBezTo>
                    <a:cubicBezTo>
                      <a:pt x="1560" y="286"/>
                      <a:pt x="1535" y="285"/>
                      <a:pt x="1510" y="285"/>
                    </a:cubicBezTo>
                    <a:cubicBezTo>
                      <a:pt x="1479" y="285"/>
                      <a:pt x="1448" y="286"/>
                      <a:pt x="1419" y="293"/>
                    </a:cubicBezTo>
                    <a:cubicBezTo>
                      <a:pt x="1375" y="303"/>
                      <a:pt x="1337" y="325"/>
                      <a:pt x="1299" y="336"/>
                    </a:cubicBezTo>
                    <a:cubicBezTo>
                      <a:pt x="1286" y="320"/>
                      <a:pt x="1268" y="313"/>
                      <a:pt x="1251" y="313"/>
                    </a:cubicBezTo>
                    <a:cubicBezTo>
                      <a:pt x="1228" y="313"/>
                      <a:pt x="1205" y="327"/>
                      <a:pt x="1196" y="352"/>
                    </a:cubicBezTo>
                    <a:lnTo>
                      <a:pt x="1152" y="358"/>
                    </a:lnTo>
                    <a:cubicBezTo>
                      <a:pt x="1125" y="369"/>
                      <a:pt x="1109" y="401"/>
                      <a:pt x="1125" y="423"/>
                    </a:cubicBezTo>
                    <a:cubicBezTo>
                      <a:pt x="1109" y="428"/>
                      <a:pt x="1104" y="439"/>
                      <a:pt x="1098" y="450"/>
                    </a:cubicBezTo>
                    <a:cubicBezTo>
                      <a:pt x="1071" y="510"/>
                      <a:pt x="1038" y="559"/>
                      <a:pt x="1011" y="613"/>
                    </a:cubicBezTo>
                    <a:cubicBezTo>
                      <a:pt x="984" y="668"/>
                      <a:pt x="968" y="727"/>
                      <a:pt x="951" y="782"/>
                    </a:cubicBezTo>
                    <a:cubicBezTo>
                      <a:pt x="902" y="939"/>
                      <a:pt x="848" y="1092"/>
                      <a:pt x="810" y="1249"/>
                    </a:cubicBezTo>
                    <a:cubicBezTo>
                      <a:pt x="734" y="1565"/>
                      <a:pt x="652" y="1885"/>
                      <a:pt x="593" y="2201"/>
                    </a:cubicBezTo>
                    <a:cubicBezTo>
                      <a:pt x="533" y="2521"/>
                      <a:pt x="484" y="2826"/>
                      <a:pt x="419" y="3135"/>
                    </a:cubicBezTo>
                    <a:cubicBezTo>
                      <a:pt x="348" y="3445"/>
                      <a:pt x="299" y="3750"/>
                      <a:pt x="245" y="4060"/>
                    </a:cubicBezTo>
                    <a:cubicBezTo>
                      <a:pt x="190" y="4359"/>
                      <a:pt x="174" y="4657"/>
                      <a:pt x="136" y="4956"/>
                    </a:cubicBezTo>
                    <a:cubicBezTo>
                      <a:pt x="125" y="5027"/>
                      <a:pt x="136" y="5092"/>
                      <a:pt x="131" y="5163"/>
                    </a:cubicBezTo>
                    <a:cubicBezTo>
                      <a:pt x="125" y="5228"/>
                      <a:pt x="109" y="5304"/>
                      <a:pt x="103" y="5375"/>
                    </a:cubicBezTo>
                    <a:cubicBezTo>
                      <a:pt x="98" y="5451"/>
                      <a:pt x="82" y="5522"/>
                      <a:pt x="76" y="5592"/>
                    </a:cubicBezTo>
                    <a:cubicBezTo>
                      <a:pt x="65" y="5669"/>
                      <a:pt x="76" y="5756"/>
                      <a:pt x="54" y="5843"/>
                    </a:cubicBezTo>
                    <a:cubicBezTo>
                      <a:pt x="33" y="5973"/>
                      <a:pt x="33" y="6103"/>
                      <a:pt x="16" y="6234"/>
                    </a:cubicBezTo>
                    <a:cubicBezTo>
                      <a:pt x="0" y="6392"/>
                      <a:pt x="0" y="6544"/>
                      <a:pt x="6" y="6701"/>
                    </a:cubicBezTo>
                    <a:cubicBezTo>
                      <a:pt x="11" y="6788"/>
                      <a:pt x="38" y="6886"/>
                      <a:pt x="136" y="6913"/>
                    </a:cubicBezTo>
                    <a:cubicBezTo>
                      <a:pt x="153" y="6918"/>
                      <a:pt x="171" y="6920"/>
                      <a:pt x="188" y="6920"/>
                    </a:cubicBezTo>
                    <a:cubicBezTo>
                      <a:pt x="273" y="6920"/>
                      <a:pt x="364" y="6873"/>
                      <a:pt x="440" y="6837"/>
                    </a:cubicBezTo>
                    <a:cubicBezTo>
                      <a:pt x="508" y="6810"/>
                      <a:pt x="582" y="6796"/>
                      <a:pt x="655" y="6796"/>
                    </a:cubicBezTo>
                    <a:cubicBezTo>
                      <a:pt x="728" y="6796"/>
                      <a:pt x="802" y="6810"/>
                      <a:pt x="870" y="6837"/>
                    </a:cubicBezTo>
                    <a:cubicBezTo>
                      <a:pt x="940" y="6864"/>
                      <a:pt x="1011" y="6875"/>
                      <a:pt x="1082" y="6892"/>
                    </a:cubicBezTo>
                    <a:cubicBezTo>
                      <a:pt x="1158" y="6913"/>
                      <a:pt x="1229" y="6941"/>
                      <a:pt x="1294" y="6979"/>
                    </a:cubicBezTo>
                    <a:cubicBezTo>
                      <a:pt x="1359" y="7011"/>
                      <a:pt x="1430" y="7044"/>
                      <a:pt x="1489" y="7076"/>
                    </a:cubicBezTo>
                    <a:cubicBezTo>
                      <a:pt x="1544" y="7125"/>
                      <a:pt x="1609" y="7158"/>
                      <a:pt x="1674" y="7185"/>
                    </a:cubicBezTo>
                    <a:cubicBezTo>
                      <a:pt x="1756" y="7191"/>
                      <a:pt x="1837" y="7196"/>
                      <a:pt x="1919" y="7196"/>
                    </a:cubicBezTo>
                    <a:cubicBezTo>
                      <a:pt x="1968" y="7201"/>
                      <a:pt x="2011" y="7212"/>
                      <a:pt x="2060" y="7223"/>
                    </a:cubicBezTo>
                    <a:cubicBezTo>
                      <a:pt x="2097" y="7232"/>
                      <a:pt x="2161" y="7237"/>
                      <a:pt x="2238" y="7237"/>
                    </a:cubicBezTo>
                    <a:cubicBezTo>
                      <a:pt x="2410" y="7237"/>
                      <a:pt x="2645" y="7210"/>
                      <a:pt x="2761" y="7131"/>
                    </a:cubicBezTo>
                    <a:cubicBezTo>
                      <a:pt x="2886" y="7381"/>
                      <a:pt x="3126" y="7522"/>
                      <a:pt x="3387" y="7636"/>
                    </a:cubicBezTo>
                    <a:cubicBezTo>
                      <a:pt x="3528" y="7702"/>
                      <a:pt x="3675" y="7745"/>
                      <a:pt x="3832" y="7767"/>
                    </a:cubicBezTo>
                    <a:lnTo>
                      <a:pt x="4044" y="7767"/>
                    </a:lnTo>
                    <a:cubicBezTo>
                      <a:pt x="4065" y="7765"/>
                      <a:pt x="4085" y="7765"/>
                      <a:pt x="4105" y="7765"/>
                    </a:cubicBezTo>
                    <a:cubicBezTo>
                      <a:pt x="4164" y="7765"/>
                      <a:pt x="4221" y="7771"/>
                      <a:pt x="4278" y="7783"/>
                    </a:cubicBezTo>
                    <a:cubicBezTo>
                      <a:pt x="4301" y="7787"/>
                      <a:pt x="4324" y="7789"/>
                      <a:pt x="4347" y="7789"/>
                    </a:cubicBezTo>
                    <a:cubicBezTo>
                      <a:pt x="4389" y="7789"/>
                      <a:pt x="4432" y="7783"/>
                      <a:pt x="4474" y="7772"/>
                    </a:cubicBezTo>
                    <a:cubicBezTo>
                      <a:pt x="4555" y="7756"/>
                      <a:pt x="4631" y="7740"/>
                      <a:pt x="4707" y="7718"/>
                    </a:cubicBezTo>
                    <a:cubicBezTo>
                      <a:pt x="4838" y="7669"/>
                      <a:pt x="4958" y="7587"/>
                      <a:pt x="5055" y="7484"/>
                    </a:cubicBezTo>
                    <a:cubicBezTo>
                      <a:pt x="5137" y="7381"/>
                      <a:pt x="5202" y="7267"/>
                      <a:pt x="5246" y="7142"/>
                    </a:cubicBezTo>
                    <a:lnTo>
                      <a:pt x="5246" y="7131"/>
                    </a:lnTo>
                    <a:cubicBezTo>
                      <a:pt x="5300" y="7174"/>
                      <a:pt x="5349" y="7212"/>
                      <a:pt x="5409" y="7245"/>
                    </a:cubicBezTo>
                    <a:cubicBezTo>
                      <a:pt x="5512" y="7305"/>
                      <a:pt x="5610" y="7370"/>
                      <a:pt x="5719" y="7424"/>
                    </a:cubicBezTo>
                    <a:cubicBezTo>
                      <a:pt x="5767" y="7441"/>
                      <a:pt x="5822" y="7457"/>
                      <a:pt x="5876" y="7468"/>
                    </a:cubicBezTo>
                    <a:cubicBezTo>
                      <a:pt x="5931" y="7479"/>
                      <a:pt x="5990" y="7500"/>
                      <a:pt x="6045" y="7522"/>
                    </a:cubicBezTo>
                    <a:cubicBezTo>
                      <a:pt x="6105" y="7545"/>
                      <a:pt x="6180" y="7573"/>
                      <a:pt x="6248" y="7573"/>
                    </a:cubicBezTo>
                    <a:cubicBezTo>
                      <a:pt x="6278" y="7573"/>
                      <a:pt x="6307" y="7568"/>
                      <a:pt x="6333" y="7555"/>
                    </a:cubicBezTo>
                    <a:cubicBezTo>
                      <a:pt x="6420" y="7506"/>
                      <a:pt x="6512" y="7457"/>
                      <a:pt x="6605" y="7408"/>
                    </a:cubicBezTo>
                    <a:cubicBezTo>
                      <a:pt x="6735" y="7348"/>
                      <a:pt x="6865" y="7299"/>
                      <a:pt x="6991" y="7229"/>
                    </a:cubicBezTo>
                    <a:cubicBezTo>
                      <a:pt x="7088" y="7169"/>
                      <a:pt x="7186" y="7120"/>
                      <a:pt x="7284" y="7066"/>
                    </a:cubicBezTo>
                    <a:cubicBezTo>
                      <a:pt x="7371" y="7033"/>
                      <a:pt x="7420" y="6941"/>
                      <a:pt x="7398" y="6848"/>
                    </a:cubicBezTo>
                    <a:cubicBezTo>
                      <a:pt x="7398" y="6821"/>
                      <a:pt x="7371" y="6794"/>
                      <a:pt x="7338" y="6794"/>
                    </a:cubicBezTo>
                    <a:cubicBezTo>
                      <a:pt x="7338" y="6788"/>
                      <a:pt x="7338" y="6783"/>
                      <a:pt x="7333" y="6772"/>
                    </a:cubicBezTo>
                    <a:cubicBezTo>
                      <a:pt x="7317" y="6696"/>
                      <a:pt x="7317" y="6614"/>
                      <a:pt x="7328" y="6533"/>
                    </a:cubicBezTo>
                    <a:cubicBezTo>
                      <a:pt x="7338" y="6457"/>
                      <a:pt x="7344" y="6381"/>
                      <a:pt x="7344" y="6310"/>
                    </a:cubicBezTo>
                    <a:cubicBezTo>
                      <a:pt x="7328" y="6239"/>
                      <a:pt x="7322" y="6163"/>
                      <a:pt x="7317" y="6093"/>
                    </a:cubicBezTo>
                    <a:cubicBezTo>
                      <a:pt x="7333" y="6022"/>
                      <a:pt x="7338" y="5951"/>
                      <a:pt x="7344" y="5881"/>
                    </a:cubicBezTo>
                    <a:cubicBezTo>
                      <a:pt x="7338" y="5794"/>
                      <a:pt x="7344" y="5707"/>
                      <a:pt x="7360" y="5620"/>
                    </a:cubicBezTo>
                    <a:cubicBezTo>
                      <a:pt x="7393" y="5467"/>
                      <a:pt x="7360" y="5304"/>
                      <a:pt x="7360" y="5147"/>
                    </a:cubicBezTo>
                    <a:cubicBezTo>
                      <a:pt x="7371" y="5071"/>
                      <a:pt x="7382" y="4995"/>
                      <a:pt x="7393" y="4924"/>
                    </a:cubicBezTo>
                    <a:cubicBezTo>
                      <a:pt x="7398" y="4837"/>
                      <a:pt x="7398" y="4755"/>
                      <a:pt x="7393" y="4674"/>
                    </a:cubicBezTo>
                    <a:lnTo>
                      <a:pt x="7393" y="4674"/>
                    </a:lnTo>
                    <a:lnTo>
                      <a:pt x="7398" y="4690"/>
                    </a:lnTo>
                    <a:cubicBezTo>
                      <a:pt x="7398" y="4522"/>
                      <a:pt x="7382" y="4348"/>
                      <a:pt x="7398" y="4179"/>
                    </a:cubicBezTo>
                    <a:cubicBezTo>
                      <a:pt x="7409" y="4011"/>
                      <a:pt x="7453" y="3864"/>
                      <a:pt x="7453" y="3706"/>
                    </a:cubicBezTo>
                    <a:cubicBezTo>
                      <a:pt x="7453" y="3608"/>
                      <a:pt x="7414" y="3521"/>
                      <a:pt x="7311" y="3500"/>
                    </a:cubicBezTo>
                    <a:cubicBezTo>
                      <a:pt x="7270" y="3492"/>
                      <a:pt x="7231" y="3492"/>
                      <a:pt x="7192" y="3492"/>
                    </a:cubicBezTo>
                    <a:cubicBezTo>
                      <a:pt x="7154" y="3492"/>
                      <a:pt x="7116" y="3492"/>
                      <a:pt x="7077" y="3483"/>
                    </a:cubicBezTo>
                    <a:cubicBezTo>
                      <a:pt x="6996" y="3462"/>
                      <a:pt x="6898" y="3445"/>
                      <a:pt x="6811" y="3429"/>
                    </a:cubicBezTo>
                    <a:cubicBezTo>
                      <a:pt x="6724" y="3407"/>
                      <a:pt x="6643" y="3386"/>
                      <a:pt x="6561" y="3369"/>
                    </a:cubicBezTo>
                    <a:cubicBezTo>
                      <a:pt x="6523" y="3358"/>
                      <a:pt x="6490" y="3347"/>
                      <a:pt x="6452" y="3342"/>
                    </a:cubicBezTo>
                    <a:lnTo>
                      <a:pt x="6371" y="3342"/>
                    </a:lnTo>
                    <a:cubicBezTo>
                      <a:pt x="6371" y="3255"/>
                      <a:pt x="6371" y="3163"/>
                      <a:pt x="6382" y="3070"/>
                    </a:cubicBezTo>
                    <a:cubicBezTo>
                      <a:pt x="6387" y="2951"/>
                      <a:pt x="6420" y="2831"/>
                      <a:pt x="6420" y="2706"/>
                    </a:cubicBezTo>
                    <a:cubicBezTo>
                      <a:pt x="6409" y="2657"/>
                      <a:pt x="6414" y="2608"/>
                      <a:pt x="6431" y="2559"/>
                    </a:cubicBezTo>
                    <a:cubicBezTo>
                      <a:pt x="6458" y="2521"/>
                      <a:pt x="6496" y="2494"/>
                      <a:pt x="6534" y="2478"/>
                    </a:cubicBezTo>
                    <a:cubicBezTo>
                      <a:pt x="6643" y="2413"/>
                      <a:pt x="6746" y="2353"/>
                      <a:pt x="6849" y="2282"/>
                    </a:cubicBezTo>
                    <a:cubicBezTo>
                      <a:pt x="6947" y="2217"/>
                      <a:pt x="7050" y="2179"/>
                      <a:pt x="7132" y="2097"/>
                    </a:cubicBezTo>
                    <a:cubicBezTo>
                      <a:pt x="7154" y="2081"/>
                      <a:pt x="7159" y="2054"/>
                      <a:pt x="7154" y="2032"/>
                    </a:cubicBezTo>
                    <a:cubicBezTo>
                      <a:pt x="7121" y="1907"/>
                      <a:pt x="6969" y="1869"/>
                      <a:pt x="6931" y="1744"/>
                    </a:cubicBezTo>
                    <a:cubicBezTo>
                      <a:pt x="6926" y="1721"/>
                      <a:pt x="6910" y="1710"/>
                      <a:pt x="6889" y="1710"/>
                    </a:cubicBezTo>
                    <a:cubicBezTo>
                      <a:pt x="6885" y="1710"/>
                      <a:pt x="6881" y="1710"/>
                      <a:pt x="6876" y="1711"/>
                    </a:cubicBezTo>
                    <a:cubicBezTo>
                      <a:pt x="6795" y="1728"/>
                      <a:pt x="6719" y="1771"/>
                      <a:pt x="6659" y="1831"/>
                    </a:cubicBezTo>
                    <a:cubicBezTo>
                      <a:pt x="6615" y="1869"/>
                      <a:pt x="6572" y="1902"/>
                      <a:pt x="6528" y="1940"/>
                    </a:cubicBezTo>
                    <a:cubicBezTo>
                      <a:pt x="6485" y="1967"/>
                      <a:pt x="6436" y="1989"/>
                      <a:pt x="6393" y="2021"/>
                    </a:cubicBezTo>
                    <a:cubicBezTo>
                      <a:pt x="6355" y="2059"/>
                      <a:pt x="6311" y="2092"/>
                      <a:pt x="6262" y="2124"/>
                    </a:cubicBezTo>
                    <a:cubicBezTo>
                      <a:pt x="6208" y="2152"/>
                      <a:pt x="6153" y="2179"/>
                      <a:pt x="6104" y="2211"/>
                    </a:cubicBezTo>
                    <a:cubicBezTo>
                      <a:pt x="6028" y="2249"/>
                      <a:pt x="5974" y="2326"/>
                      <a:pt x="5958" y="2407"/>
                    </a:cubicBezTo>
                    <a:cubicBezTo>
                      <a:pt x="5931" y="2489"/>
                      <a:pt x="5920" y="2576"/>
                      <a:pt x="5931" y="2657"/>
                    </a:cubicBezTo>
                    <a:cubicBezTo>
                      <a:pt x="5936" y="2717"/>
                      <a:pt x="5941" y="2771"/>
                      <a:pt x="5936" y="2831"/>
                    </a:cubicBezTo>
                    <a:cubicBezTo>
                      <a:pt x="5936" y="2896"/>
                      <a:pt x="5952" y="2967"/>
                      <a:pt x="5958" y="3032"/>
                    </a:cubicBezTo>
                    <a:cubicBezTo>
                      <a:pt x="5969" y="3163"/>
                      <a:pt x="5958" y="3293"/>
                      <a:pt x="5958" y="3418"/>
                    </a:cubicBezTo>
                    <a:cubicBezTo>
                      <a:pt x="5963" y="3554"/>
                      <a:pt x="5958" y="3695"/>
                      <a:pt x="5947" y="3837"/>
                    </a:cubicBezTo>
                    <a:cubicBezTo>
                      <a:pt x="5947" y="3864"/>
                      <a:pt x="5974" y="3886"/>
                      <a:pt x="6001" y="3886"/>
                    </a:cubicBezTo>
                    <a:cubicBezTo>
                      <a:pt x="6058" y="3922"/>
                      <a:pt x="6139" y="3950"/>
                      <a:pt x="6212" y="3950"/>
                    </a:cubicBezTo>
                    <a:cubicBezTo>
                      <a:pt x="6292" y="3950"/>
                      <a:pt x="6362" y="3915"/>
                      <a:pt x="6376" y="3815"/>
                    </a:cubicBezTo>
                    <a:cubicBezTo>
                      <a:pt x="6376" y="3701"/>
                      <a:pt x="6376" y="3592"/>
                      <a:pt x="6365" y="3483"/>
                    </a:cubicBezTo>
                    <a:lnTo>
                      <a:pt x="6365" y="3434"/>
                    </a:lnTo>
                    <a:cubicBezTo>
                      <a:pt x="6452" y="3478"/>
                      <a:pt x="6545" y="3511"/>
                      <a:pt x="6637" y="3532"/>
                    </a:cubicBezTo>
                    <a:cubicBezTo>
                      <a:pt x="6779" y="3565"/>
                      <a:pt x="6925" y="3603"/>
                      <a:pt x="7067" y="3636"/>
                    </a:cubicBezTo>
                    <a:cubicBezTo>
                      <a:pt x="7126" y="3641"/>
                      <a:pt x="7186" y="3646"/>
                      <a:pt x="7241" y="3646"/>
                    </a:cubicBezTo>
                    <a:cubicBezTo>
                      <a:pt x="7186" y="3674"/>
                      <a:pt x="7126" y="3706"/>
                      <a:pt x="7077" y="3739"/>
                    </a:cubicBezTo>
                    <a:cubicBezTo>
                      <a:pt x="6969" y="3804"/>
                      <a:pt x="6855" y="3853"/>
                      <a:pt x="6740" y="3907"/>
                    </a:cubicBezTo>
                    <a:cubicBezTo>
                      <a:pt x="6626" y="3956"/>
                      <a:pt x="6518" y="4016"/>
                      <a:pt x="6414" y="4081"/>
                    </a:cubicBezTo>
                    <a:cubicBezTo>
                      <a:pt x="6338" y="4136"/>
                      <a:pt x="6273" y="4239"/>
                      <a:pt x="6181" y="4255"/>
                    </a:cubicBezTo>
                    <a:cubicBezTo>
                      <a:pt x="6172" y="4257"/>
                      <a:pt x="6164" y="4257"/>
                      <a:pt x="6156" y="4257"/>
                    </a:cubicBezTo>
                    <a:cubicBezTo>
                      <a:pt x="6066" y="4257"/>
                      <a:pt x="5978" y="4182"/>
                      <a:pt x="5898" y="4152"/>
                    </a:cubicBezTo>
                    <a:cubicBezTo>
                      <a:pt x="5800" y="4108"/>
                      <a:pt x="5691" y="4098"/>
                      <a:pt x="5588" y="4060"/>
                    </a:cubicBezTo>
                    <a:cubicBezTo>
                      <a:pt x="5485" y="4016"/>
                      <a:pt x="5392" y="3962"/>
                      <a:pt x="5305" y="3891"/>
                    </a:cubicBezTo>
                    <a:cubicBezTo>
                      <a:pt x="5278" y="3869"/>
                      <a:pt x="5251" y="3853"/>
                      <a:pt x="5224" y="3837"/>
                    </a:cubicBezTo>
                    <a:cubicBezTo>
                      <a:pt x="5273" y="3820"/>
                      <a:pt x="5333" y="3815"/>
                      <a:pt x="5365" y="3804"/>
                    </a:cubicBezTo>
                    <a:cubicBezTo>
                      <a:pt x="5458" y="3777"/>
                      <a:pt x="5545" y="3728"/>
                      <a:pt x="5632" y="3701"/>
                    </a:cubicBezTo>
                    <a:cubicBezTo>
                      <a:pt x="5680" y="3690"/>
                      <a:pt x="5729" y="3674"/>
                      <a:pt x="5773" y="3657"/>
                    </a:cubicBezTo>
                    <a:cubicBezTo>
                      <a:pt x="5816" y="3630"/>
                      <a:pt x="5854" y="3608"/>
                      <a:pt x="5898" y="3587"/>
                    </a:cubicBezTo>
                    <a:cubicBezTo>
                      <a:pt x="5976" y="3566"/>
                      <a:pt x="5974" y="3434"/>
                      <a:pt x="5887" y="3434"/>
                    </a:cubicBezTo>
                    <a:cubicBezTo>
                      <a:pt x="5883" y="3434"/>
                      <a:pt x="5880" y="3434"/>
                      <a:pt x="5876" y="3434"/>
                    </a:cubicBezTo>
                    <a:cubicBezTo>
                      <a:pt x="5833" y="3434"/>
                      <a:pt x="5789" y="3451"/>
                      <a:pt x="5751" y="3478"/>
                    </a:cubicBezTo>
                    <a:cubicBezTo>
                      <a:pt x="5702" y="3505"/>
                      <a:pt x="5648" y="3527"/>
                      <a:pt x="5588" y="3538"/>
                    </a:cubicBezTo>
                    <a:cubicBezTo>
                      <a:pt x="5479" y="3570"/>
                      <a:pt x="5387" y="3619"/>
                      <a:pt x="5273" y="3646"/>
                    </a:cubicBezTo>
                    <a:lnTo>
                      <a:pt x="5256" y="3652"/>
                    </a:lnTo>
                    <a:cubicBezTo>
                      <a:pt x="5278" y="3565"/>
                      <a:pt x="5224" y="3456"/>
                      <a:pt x="5208" y="3369"/>
                    </a:cubicBezTo>
                    <a:cubicBezTo>
                      <a:pt x="5197" y="3320"/>
                      <a:pt x="5197" y="3266"/>
                      <a:pt x="5186" y="3212"/>
                    </a:cubicBezTo>
                    <a:cubicBezTo>
                      <a:pt x="5175" y="3163"/>
                      <a:pt x="5148" y="3097"/>
                      <a:pt x="5137" y="3038"/>
                    </a:cubicBezTo>
                    <a:cubicBezTo>
                      <a:pt x="5121" y="2972"/>
                      <a:pt x="5115" y="2902"/>
                      <a:pt x="5110" y="2837"/>
                    </a:cubicBezTo>
                    <a:cubicBezTo>
                      <a:pt x="5104" y="2782"/>
                      <a:pt x="5093" y="2733"/>
                      <a:pt x="5088" y="2684"/>
                    </a:cubicBezTo>
                    <a:cubicBezTo>
                      <a:pt x="5066" y="2559"/>
                      <a:pt x="5034" y="2440"/>
                      <a:pt x="5012" y="2320"/>
                    </a:cubicBezTo>
                    <a:cubicBezTo>
                      <a:pt x="4979" y="2184"/>
                      <a:pt x="4963" y="2048"/>
                      <a:pt x="4958" y="1912"/>
                    </a:cubicBezTo>
                    <a:cubicBezTo>
                      <a:pt x="4952" y="1793"/>
                      <a:pt x="4936" y="1673"/>
                      <a:pt x="4909" y="1559"/>
                    </a:cubicBezTo>
                    <a:cubicBezTo>
                      <a:pt x="4881" y="1434"/>
                      <a:pt x="4843" y="1320"/>
                      <a:pt x="4816" y="1200"/>
                    </a:cubicBezTo>
                    <a:cubicBezTo>
                      <a:pt x="4805" y="1146"/>
                      <a:pt x="4811" y="1086"/>
                      <a:pt x="4800" y="1032"/>
                    </a:cubicBezTo>
                    <a:cubicBezTo>
                      <a:pt x="4794" y="1010"/>
                      <a:pt x="4789" y="988"/>
                      <a:pt x="4778" y="972"/>
                    </a:cubicBezTo>
                    <a:lnTo>
                      <a:pt x="4778" y="972"/>
                    </a:lnTo>
                    <a:cubicBezTo>
                      <a:pt x="4800" y="974"/>
                      <a:pt x="4823" y="975"/>
                      <a:pt x="4845" y="975"/>
                    </a:cubicBezTo>
                    <a:cubicBezTo>
                      <a:pt x="4884" y="975"/>
                      <a:pt x="4923" y="971"/>
                      <a:pt x="4958" y="961"/>
                    </a:cubicBezTo>
                    <a:cubicBezTo>
                      <a:pt x="5088" y="912"/>
                      <a:pt x="5044" y="760"/>
                      <a:pt x="5012" y="662"/>
                    </a:cubicBezTo>
                    <a:cubicBezTo>
                      <a:pt x="4974" y="532"/>
                      <a:pt x="5006" y="407"/>
                      <a:pt x="5001" y="276"/>
                    </a:cubicBezTo>
                    <a:cubicBezTo>
                      <a:pt x="5001" y="162"/>
                      <a:pt x="4968" y="48"/>
                      <a:pt x="4849" y="10"/>
                    </a:cubicBezTo>
                    <a:cubicBezTo>
                      <a:pt x="4825" y="3"/>
                      <a:pt x="4800" y="0"/>
                      <a:pt x="4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0"/>
              <p:cNvSpPr/>
              <p:nvPr/>
            </p:nvSpPr>
            <p:spPr>
              <a:xfrm>
                <a:off x="5152200" y="3573100"/>
                <a:ext cx="9600" cy="59650"/>
              </a:xfrm>
              <a:custGeom>
                <a:rect b="b" l="l" r="r" t="t"/>
                <a:pathLst>
                  <a:path extrusionOk="0" h="2386" w="384">
                    <a:moveTo>
                      <a:pt x="61" y="0"/>
                    </a:moveTo>
                    <a:cubicBezTo>
                      <a:pt x="51" y="0"/>
                      <a:pt x="41" y="7"/>
                      <a:pt x="44" y="21"/>
                    </a:cubicBezTo>
                    <a:cubicBezTo>
                      <a:pt x="33" y="456"/>
                      <a:pt x="1" y="890"/>
                      <a:pt x="39" y="1325"/>
                    </a:cubicBezTo>
                    <a:cubicBezTo>
                      <a:pt x="55" y="1526"/>
                      <a:pt x="88" y="1728"/>
                      <a:pt x="142" y="1918"/>
                    </a:cubicBezTo>
                    <a:cubicBezTo>
                      <a:pt x="180" y="2070"/>
                      <a:pt x="229" y="2271"/>
                      <a:pt x="349" y="2380"/>
                    </a:cubicBezTo>
                    <a:cubicBezTo>
                      <a:pt x="353" y="2384"/>
                      <a:pt x="357" y="2386"/>
                      <a:pt x="361" y="2386"/>
                    </a:cubicBezTo>
                    <a:cubicBezTo>
                      <a:pt x="374" y="2386"/>
                      <a:pt x="384" y="2370"/>
                      <a:pt x="376" y="2358"/>
                    </a:cubicBezTo>
                    <a:cubicBezTo>
                      <a:pt x="186" y="2032"/>
                      <a:pt x="120" y="1608"/>
                      <a:pt x="93" y="1233"/>
                    </a:cubicBezTo>
                    <a:cubicBezTo>
                      <a:pt x="77" y="1026"/>
                      <a:pt x="66" y="825"/>
                      <a:pt x="66" y="624"/>
                    </a:cubicBezTo>
                    <a:cubicBezTo>
                      <a:pt x="60" y="423"/>
                      <a:pt x="82" y="222"/>
                      <a:pt x="82" y="21"/>
                    </a:cubicBezTo>
                    <a:cubicBezTo>
                      <a:pt x="82" y="7"/>
                      <a:pt x="71" y="0"/>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0"/>
              <p:cNvSpPr/>
              <p:nvPr/>
            </p:nvSpPr>
            <p:spPr>
              <a:xfrm>
                <a:off x="5161850" y="3583550"/>
                <a:ext cx="12225" cy="52150"/>
              </a:xfrm>
              <a:custGeom>
                <a:rect b="b" l="l" r="r" t="t"/>
                <a:pathLst>
                  <a:path extrusionOk="0" h="2086" w="489">
                    <a:moveTo>
                      <a:pt x="31" y="1"/>
                    </a:moveTo>
                    <a:cubicBezTo>
                      <a:pt x="20" y="1"/>
                      <a:pt x="9" y="8"/>
                      <a:pt x="6" y="21"/>
                    </a:cubicBezTo>
                    <a:cubicBezTo>
                      <a:pt x="1" y="413"/>
                      <a:pt x="28" y="810"/>
                      <a:pt x="82" y="1195"/>
                    </a:cubicBezTo>
                    <a:cubicBezTo>
                      <a:pt x="109" y="1380"/>
                      <a:pt x="147" y="1565"/>
                      <a:pt x="207" y="1744"/>
                    </a:cubicBezTo>
                    <a:cubicBezTo>
                      <a:pt x="223" y="1815"/>
                      <a:pt x="256" y="1886"/>
                      <a:pt x="305" y="1946"/>
                    </a:cubicBezTo>
                    <a:cubicBezTo>
                      <a:pt x="321" y="1973"/>
                      <a:pt x="349" y="2000"/>
                      <a:pt x="376" y="2027"/>
                    </a:cubicBezTo>
                    <a:cubicBezTo>
                      <a:pt x="403" y="2049"/>
                      <a:pt x="435" y="2054"/>
                      <a:pt x="457" y="2081"/>
                    </a:cubicBezTo>
                    <a:cubicBezTo>
                      <a:pt x="460" y="2085"/>
                      <a:pt x="464" y="2086"/>
                      <a:pt x="468" y="2086"/>
                    </a:cubicBezTo>
                    <a:cubicBezTo>
                      <a:pt x="478" y="2086"/>
                      <a:pt x="488" y="2077"/>
                      <a:pt x="484" y="2065"/>
                    </a:cubicBezTo>
                    <a:cubicBezTo>
                      <a:pt x="468" y="2022"/>
                      <a:pt x="425" y="1995"/>
                      <a:pt x="392" y="1956"/>
                    </a:cubicBezTo>
                    <a:cubicBezTo>
                      <a:pt x="332" y="1875"/>
                      <a:pt x="289" y="1788"/>
                      <a:pt x="256" y="1696"/>
                    </a:cubicBezTo>
                    <a:cubicBezTo>
                      <a:pt x="202" y="1527"/>
                      <a:pt x="164" y="1353"/>
                      <a:pt x="142" y="1179"/>
                    </a:cubicBezTo>
                    <a:cubicBezTo>
                      <a:pt x="82" y="799"/>
                      <a:pt x="55" y="407"/>
                      <a:pt x="55" y="21"/>
                    </a:cubicBezTo>
                    <a:cubicBezTo>
                      <a:pt x="52" y="8"/>
                      <a:pt x="41"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0"/>
              <p:cNvSpPr/>
              <p:nvPr/>
            </p:nvSpPr>
            <p:spPr>
              <a:xfrm>
                <a:off x="5178850" y="3586750"/>
                <a:ext cx="9800" cy="37575"/>
              </a:xfrm>
              <a:custGeom>
                <a:rect b="b" l="l" r="r" t="t"/>
                <a:pathLst>
                  <a:path extrusionOk="0" h="1503" w="392">
                    <a:moveTo>
                      <a:pt x="30" y="1"/>
                    </a:moveTo>
                    <a:cubicBezTo>
                      <a:pt x="15" y="1"/>
                      <a:pt x="0" y="10"/>
                      <a:pt x="0" y="29"/>
                    </a:cubicBezTo>
                    <a:cubicBezTo>
                      <a:pt x="22" y="334"/>
                      <a:pt x="60" y="633"/>
                      <a:pt x="120" y="932"/>
                    </a:cubicBezTo>
                    <a:cubicBezTo>
                      <a:pt x="147" y="1062"/>
                      <a:pt x="152" y="1203"/>
                      <a:pt x="218" y="1323"/>
                    </a:cubicBezTo>
                    <a:cubicBezTo>
                      <a:pt x="244" y="1376"/>
                      <a:pt x="297" y="1502"/>
                      <a:pt x="365" y="1502"/>
                    </a:cubicBezTo>
                    <a:cubicBezTo>
                      <a:pt x="367" y="1502"/>
                      <a:pt x="368" y="1502"/>
                      <a:pt x="370" y="1502"/>
                    </a:cubicBezTo>
                    <a:cubicBezTo>
                      <a:pt x="391" y="1502"/>
                      <a:pt x="391" y="1475"/>
                      <a:pt x="375" y="1470"/>
                    </a:cubicBezTo>
                    <a:cubicBezTo>
                      <a:pt x="353" y="1464"/>
                      <a:pt x="326" y="1388"/>
                      <a:pt x="321" y="1372"/>
                    </a:cubicBezTo>
                    <a:cubicBezTo>
                      <a:pt x="283" y="1317"/>
                      <a:pt x="256" y="1258"/>
                      <a:pt x="239" y="1198"/>
                    </a:cubicBezTo>
                    <a:cubicBezTo>
                      <a:pt x="207" y="1073"/>
                      <a:pt x="185" y="948"/>
                      <a:pt x="163" y="823"/>
                    </a:cubicBezTo>
                    <a:cubicBezTo>
                      <a:pt x="114" y="562"/>
                      <a:pt x="76" y="296"/>
                      <a:pt x="60" y="29"/>
                    </a:cubicBezTo>
                    <a:cubicBezTo>
                      <a:pt x="60" y="10"/>
                      <a:pt x="45" y="1"/>
                      <a:pt x="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0"/>
              <p:cNvSpPr/>
              <p:nvPr/>
            </p:nvSpPr>
            <p:spPr>
              <a:xfrm>
                <a:off x="5099475" y="3630275"/>
                <a:ext cx="8700" cy="10650"/>
              </a:xfrm>
              <a:custGeom>
                <a:rect b="b" l="l" r="r" t="t"/>
                <a:pathLst>
                  <a:path extrusionOk="0" h="426" w="348">
                    <a:moveTo>
                      <a:pt x="305" y="0"/>
                    </a:moveTo>
                    <a:cubicBezTo>
                      <a:pt x="303" y="0"/>
                      <a:pt x="301" y="0"/>
                      <a:pt x="300" y="0"/>
                    </a:cubicBezTo>
                    <a:cubicBezTo>
                      <a:pt x="213" y="11"/>
                      <a:pt x="175" y="98"/>
                      <a:pt x="142" y="169"/>
                    </a:cubicBezTo>
                    <a:cubicBezTo>
                      <a:pt x="109" y="240"/>
                      <a:pt x="1" y="332"/>
                      <a:pt x="55" y="414"/>
                    </a:cubicBezTo>
                    <a:cubicBezTo>
                      <a:pt x="60" y="422"/>
                      <a:pt x="70" y="426"/>
                      <a:pt x="79" y="426"/>
                    </a:cubicBezTo>
                    <a:cubicBezTo>
                      <a:pt x="89" y="426"/>
                      <a:pt x="98" y="422"/>
                      <a:pt x="104" y="414"/>
                    </a:cubicBezTo>
                    <a:cubicBezTo>
                      <a:pt x="136" y="354"/>
                      <a:pt x="202" y="310"/>
                      <a:pt x="234" y="245"/>
                    </a:cubicBezTo>
                    <a:cubicBezTo>
                      <a:pt x="256" y="196"/>
                      <a:pt x="272" y="109"/>
                      <a:pt x="321" y="77"/>
                    </a:cubicBezTo>
                    <a:cubicBezTo>
                      <a:pt x="347" y="56"/>
                      <a:pt x="343" y="0"/>
                      <a:pt x="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0"/>
              <p:cNvSpPr/>
              <p:nvPr/>
            </p:nvSpPr>
            <p:spPr>
              <a:xfrm>
                <a:off x="5099700" y="3639225"/>
                <a:ext cx="6825" cy="9200"/>
              </a:xfrm>
              <a:custGeom>
                <a:rect b="b" l="l" r="r" t="t"/>
                <a:pathLst>
                  <a:path extrusionOk="0" h="368" w="273">
                    <a:moveTo>
                      <a:pt x="226" y="1"/>
                    </a:moveTo>
                    <a:cubicBezTo>
                      <a:pt x="213" y="1"/>
                      <a:pt x="200" y="9"/>
                      <a:pt x="198" y="28"/>
                    </a:cubicBezTo>
                    <a:lnTo>
                      <a:pt x="193" y="34"/>
                    </a:lnTo>
                    <a:cubicBezTo>
                      <a:pt x="187" y="61"/>
                      <a:pt x="166" y="77"/>
                      <a:pt x="149" y="99"/>
                    </a:cubicBezTo>
                    <a:cubicBezTo>
                      <a:pt x="133" y="126"/>
                      <a:pt x="117" y="148"/>
                      <a:pt x="100" y="170"/>
                    </a:cubicBezTo>
                    <a:cubicBezTo>
                      <a:pt x="57" y="208"/>
                      <a:pt x="24" y="257"/>
                      <a:pt x="8" y="306"/>
                    </a:cubicBezTo>
                    <a:cubicBezTo>
                      <a:pt x="0" y="341"/>
                      <a:pt x="26" y="368"/>
                      <a:pt x="56" y="368"/>
                    </a:cubicBezTo>
                    <a:cubicBezTo>
                      <a:pt x="67" y="368"/>
                      <a:pt x="79" y="364"/>
                      <a:pt x="89" y="355"/>
                    </a:cubicBezTo>
                    <a:cubicBezTo>
                      <a:pt x="100" y="338"/>
                      <a:pt x="106" y="317"/>
                      <a:pt x="117" y="300"/>
                    </a:cubicBezTo>
                    <a:cubicBezTo>
                      <a:pt x="127" y="284"/>
                      <a:pt x="144" y="268"/>
                      <a:pt x="155" y="251"/>
                    </a:cubicBezTo>
                    <a:cubicBezTo>
                      <a:pt x="182" y="224"/>
                      <a:pt x="198" y="191"/>
                      <a:pt x="214" y="159"/>
                    </a:cubicBezTo>
                    <a:cubicBezTo>
                      <a:pt x="236" y="126"/>
                      <a:pt x="253" y="88"/>
                      <a:pt x="269" y="50"/>
                    </a:cubicBezTo>
                    <a:cubicBezTo>
                      <a:pt x="272" y="21"/>
                      <a:pt x="247" y="1"/>
                      <a:pt x="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0"/>
              <p:cNvSpPr/>
              <p:nvPr/>
            </p:nvSpPr>
            <p:spPr>
              <a:xfrm>
                <a:off x="5098525" y="3646625"/>
                <a:ext cx="6675" cy="7250"/>
              </a:xfrm>
              <a:custGeom>
                <a:rect b="b" l="l" r="r" t="t"/>
                <a:pathLst>
                  <a:path extrusionOk="0" h="290" w="267">
                    <a:moveTo>
                      <a:pt x="240" y="0"/>
                    </a:moveTo>
                    <a:cubicBezTo>
                      <a:pt x="226" y="0"/>
                      <a:pt x="213" y="11"/>
                      <a:pt x="213" y="26"/>
                    </a:cubicBezTo>
                    <a:cubicBezTo>
                      <a:pt x="213" y="91"/>
                      <a:pt x="1" y="222"/>
                      <a:pt x="104" y="287"/>
                    </a:cubicBezTo>
                    <a:cubicBezTo>
                      <a:pt x="107" y="288"/>
                      <a:pt x="110" y="289"/>
                      <a:pt x="113" y="289"/>
                    </a:cubicBezTo>
                    <a:cubicBezTo>
                      <a:pt x="121" y="289"/>
                      <a:pt x="129" y="285"/>
                      <a:pt x="136" y="281"/>
                    </a:cubicBezTo>
                    <a:cubicBezTo>
                      <a:pt x="164" y="243"/>
                      <a:pt x="191" y="200"/>
                      <a:pt x="218" y="156"/>
                    </a:cubicBezTo>
                    <a:cubicBezTo>
                      <a:pt x="251" y="118"/>
                      <a:pt x="267" y="69"/>
                      <a:pt x="261" y="21"/>
                    </a:cubicBezTo>
                    <a:cubicBezTo>
                      <a:pt x="259" y="6"/>
                      <a:pt x="250" y="0"/>
                      <a:pt x="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0"/>
              <p:cNvSpPr/>
              <p:nvPr/>
            </p:nvSpPr>
            <p:spPr>
              <a:xfrm>
                <a:off x="5098650" y="3661600"/>
                <a:ext cx="6900" cy="8375"/>
              </a:xfrm>
              <a:custGeom>
                <a:rect b="b" l="l" r="r" t="t"/>
                <a:pathLst>
                  <a:path extrusionOk="0" h="335" w="276">
                    <a:moveTo>
                      <a:pt x="215" y="0"/>
                    </a:moveTo>
                    <a:cubicBezTo>
                      <a:pt x="205" y="0"/>
                      <a:pt x="194" y="4"/>
                      <a:pt x="186" y="14"/>
                    </a:cubicBezTo>
                    <a:lnTo>
                      <a:pt x="180" y="14"/>
                    </a:lnTo>
                    <a:cubicBezTo>
                      <a:pt x="121" y="90"/>
                      <a:pt x="1" y="193"/>
                      <a:pt x="28" y="302"/>
                    </a:cubicBezTo>
                    <a:cubicBezTo>
                      <a:pt x="34" y="324"/>
                      <a:pt x="53" y="335"/>
                      <a:pt x="72" y="335"/>
                    </a:cubicBezTo>
                    <a:cubicBezTo>
                      <a:pt x="91" y="335"/>
                      <a:pt x="110" y="324"/>
                      <a:pt x="115" y="302"/>
                    </a:cubicBezTo>
                    <a:cubicBezTo>
                      <a:pt x="142" y="215"/>
                      <a:pt x="191" y="134"/>
                      <a:pt x="251" y="63"/>
                    </a:cubicBezTo>
                    <a:cubicBezTo>
                      <a:pt x="275" y="35"/>
                      <a:pt x="245"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0"/>
              <p:cNvSpPr/>
              <p:nvPr/>
            </p:nvSpPr>
            <p:spPr>
              <a:xfrm>
                <a:off x="5100700" y="3668375"/>
                <a:ext cx="3700" cy="6525"/>
              </a:xfrm>
              <a:custGeom>
                <a:rect b="b" l="l" r="r" t="t"/>
                <a:pathLst>
                  <a:path extrusionOk="0" h="261" w="148">
                    <a:moveTo>
                      <a:pt x="115" y="1"/>
                    </a:moveTo>
                    <a:cubicBezTo>
                      <a:pt x="98" y="1"/>
                      <a:pt x="79" y="12"/>
                      <a:pt x="82" y="31"/>
                    </a:cubicBezTo>
                    <a:cubicBezTo>
                      <a:pt x="82" y="47"/>
                      <a:pt x="66" y="58"/>
                      <a:pt x="55" y="75"/>
                    </a:cubicBezTo>
                    <a:cubicBezTo>
                      <a:pt x="44" y="85"/>
                      <a:pt x="39" y="102"/>
                      <a:pt x="28" y="118"/>
                    </a:cubicBezTo>
                    <a:cubicBezTo>
                      <a:pt x="17" y="156"/>
                      <a:pt x="6" y="194"/>
                      <a:pt x="1" y="232"/>
                    </a:cubicBezTo>
                    <a:cubicBezTo>
                      <a:pt x="1" y="246"/>
                      <a:pt x="17" y="260"/>
                      <a:pt x="32" y="260"/>
                    </a:cubicBezTo>
                    <a:cubicBezTo>
                      <a:pt x="34" y="260"/>
                      <a:pt x="36" y="260"/>
                      <a:pt x="39" y="259"/>
                    </a:cubicBezTo>
                    <a:cubicBezTo>
                      <a:pt x="98" y="243"/>
                      <a:pt x="98" y="189"/>
                      <a:pt x="109" y="140"/>
                    </a:cubicBezTo>
                    <a:cubicBezTo>
                      <a:pt x="115" y="124"/>
                      <a:pt x="131" y="107"/>
                      <a:pt x="136" y="91"/>
                    </a:cubicBezTo>
                    <a:cubicBezTo>
                      <a:pt x="147" y="69"/>
                      <a:pt x="147" y="42"/>
                      <a:pt x="142" y="20"/>
                    </a:cubicBezTo>
                    <a:cubicBezTo>
                      <a:pt x="140" y="7"/>
                      <a:pt x="128"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0"/>
              <p:cNvSpPr/>
              <p:nvPr/>
            </p:nvSpPr>
            <p:spPr>
              <a:xfrm>
                <a:off x="5192150" y="3566650"/>
                <a:ext cx="10500" cy="28575"/>
              </a:xfrm>
              <a:custGeom>
                <a:rect b="b" l="l" r="r" t="t"/>
                <a:pathLst>
                  <a:path extrusionOk="0" h="1143" w="420">
                    <a:moveTo>
                      <a:pt x="244" y="0"/>
                    </a:moveTo>
                    <a:cubicBezTo>
                      <a:pt x="239" y="0"/>
                      <a:pt x="234" y="1"/>
                      <a:pt x="229" y="2"/>
                    </a:cubicBezTo>
                    <a:cubicBezTo>
                      <a:pt x="207" y="2"/>
                      <a:pt x="213" y="34"/>
                      <a:pt x="229" y="40"/>
                    </a:cubicBezTo>
                    <a:cubicBezTo>
                      <a:pt x="273" y="56"/>
                      <a:pt x="262" y="159"/>
                      <a:pt x="262" y="197"/>
                    </a:cubicBezTo>
                    <a:cubicBezTo>
                      <a:pt x="262" y="268"/>
                      <a:pt x="273" y="339"/>
                      <a:pt x="289" y="409"/>
                    </a:cubicBezTo>
                    <a:cubicBezTo>
                      <a:pt x="300" y="491"/>
                      <a:pt x="300" y="572"/>
                      <a:pt x="316" y="654"/>
                    </a:cubicBezTo>
                    <a:cubicBezTo>
                      <a:pt x="332" y="724"/>
                      <a:pt x="343" y="801"/>
                      <a:pt x="343" y="882"/>
                    </a:cubicBezTo>
                    <a:cubicBezTo>
                      <a:pt x="335" y="942"/>
                      <a:pt x="274" y="1077"/>
                      <a:pt x="207" y="1077"/>
                    </a:cubicBezTo>
                    <a:cubicBezTo>
                      <a:pt x="183" y="1077"/>
                      <a:pt x="159" y="1060"/>
                      <a:pt x="137" y="1018"/>
                    </a:cubicBezTo>
                    <a:cubicBezTo>
                      <a:pt x="104" y="947"/>
                      <a:pt x="88" y="871"/>
                      <a:pt x="77" y="795"/>
                    </a:cubicBezTo>
                    <a:cubicBezTo>
                      <a:pt x="66" y="697"/>
                      <a:pt x="61" y="589"/>
                      <a:pt x="66" y="485"/>
                    </a:cubicBezTo>
                    <a:cubicBezTo>
                      <a:pt x="61" y="387"/>
                      <a:pt x="66" y="284"/>
                      <a:pt x="82" y="186"/>
                    </a:cubicBezTo>
                    <a:cubicBezTo>
                      <a:pt x="89" y="166"/>
                      <a:pt x="71" y="152"/>
                      <a:pt x="55" y="152"/>
                    </a:cubicBezTo>
                    <a:cubicBezTo>
                      <a:pt x="45" y="152"/>
                      <a:pt x="36" y="158"/>
                      <a:pt x="33" y="170"/>
                    </a:cubicBezTo>
                    <a:cubicBezTo>
                      <a:pt x="12" y="306"/>
                      <a:pt x="1" y="442"/>
                      <a:pt x="12" y="578"/>
                    </a:cubicBezTo>
                    <a:cubicBezTo>
                      <a:pt x="6" y="703"/>
                      <a:pt x="23" y="822"/>
                      <a:pt x="50" y="947"/>
                    </a:cubicBezTo>
                    <a:cubicBezTo>
                      <a:pt x="61" y="1023"/>
                      <a:pt x="104" y="1089"/>
                      <a:pt x="169" y="1132"/>
                    </a:cubicBezTo>
                    <a:cubicBezTo>
                      <a:pt x="185" y="1139"/>
                      <a:pt x="201" y="1142"/>
                      <a:pt x="216" y="1142"/>
                    </a:cubicBezTo>
                    <a:cubicBezTo>
                      <a:pt x="281" y="1142"/>
                      <a:pt x="334" y="1081"/>
                      <a:pt x="365" y="1023"/>
                    </a:cubicBezTo>
                    <a:cubicBezTo>
                      <a:pt x="408" y="942"/>
                      <a:pt x="419" y="844"/>
                      <a:pt x="403" y="746"/>
                    </a:cubicBezTo>
                    <a:lnTo>
                      <a:pt x="398" y="746"/>
                    </a:lnTo>
                    <a:cubicBezTo>
                      <a:pt x="387" y="627"/>
                      <a:pt x="376" y="507"/>
                      <a:pt x="354" y="393"/>
                    </a:cubicBezTo>
                    <a:cubicBezTo>
                      <a:pt x="338" y="295"/>
                      <a:pt x="338" y="192"/>
                      <a:pt x="316" y="94"/>
                    </a:cubicBezTo>
                    <a:cubicBezTo>
                      <a:pt x="311" y="49"/>
                      <a:pt x="293" y="0"/>
                      <a:pt x="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20"/>
              <p:cNvSpPr/>
              <p:nvPr/>
            </p:nvSpPr>
            <p:spPr>
              <a:xfrm>
                <a:off x="5199775" y="3607450"/>
                <a:ext cx="3000" cy="2525"/>
              </a:xfrm>
              <a:custGeom>
                <a:rect b="b" l="l" r="r" t="t"/>
                <a:pathLst>
                  <a:path extrusionOk="0" h="101" w="120">
                    <a:moveTo>
                      <a:pt x="85" y="0"/>
                    </a:moveTo>
                    <a:cubicBezTo>
                      <a:pt x="79" y="0"/>
                      <a:pt x="74" y="3"/>
                      <a:pt x="71" y="11"/>
                    </a:cubicBezTo>
                    <a:cubicBezTo>
                      <a:pt x="71" y="17"/>
                      <a:pt x="65" y="27"/>
                      <a:pt x="65" y="38"/>
                    </a:cubicBezTo>
                    <a:cubicBezTo>
                      <a:pt x="65" y="44"/>
                      <a:pt x="60" y="55"/>
                      <a:pt x="55" y="55"/>
                    </a:cubicBezTo>
                    <a:cubicBezTo>
                      <a:pt x="49" y="60"/>
                      <a:pt x="38" y="65"/>
                      <a:pt x="33" y="65"/>
                    </a:cubicBezTo>
                    <a:cubicBezTo>
                      <a:pt x="33" y="71"/>
                      <a:pt x="27" y="71"/>
                      <a:pt x="27" y="71"/>
                    </a:cubicBezTo>
                    <a:lnTo>
                      <a:pt x="11" y="71"/>
                    </a:lnTo>
                    <a:cubicBezTo>
                      <a:pt x="0" y="71"/>
                      <a:pt x="0" y="82"/>
                      <a:pt x="6" y="87"/>
                    </a:cubicBezTo>
                    <a:cubicBezTo>
                      <a:pt x="11" y="93"/>
                      <a:pt x="17" y="93"/>
                      <a:pt x="22" y="93"/>
                    </a:cubicBezTo>
                    <a:cubicBezTo>
                      <a:pt x="27" y="98"/>
                      <a:pt x="33" y="98"/>
                      <a:pt x="44" y="98"/>
                    </a:cubicBezTo>
                    <a:cubicBezTo>
                      <a:pt x="47" y="100"/>
                      <a:pt x="51" y="100"/>
                      <a:pt x="54" y="100"/>
                    </a:cubicBezTo>
                    <a:cubicBezTo>
                      <a:pt x="64" y="100"/>
                      <a:pt x="74" y="97"/>
                      <a:pt x="82" y="93"/>
                    </a:cubicBezTo>
                    <a:cubicBezTo>
                      <a:pt x="98" y="87"/>
                      <a:pt x="109" y="76"/>
                      <a:pt x="114" y="60"/>
                    </a:cubicBezTo>
                    <a:cubicBezTo>
                      <a:pt x="120" y="38"/>
                      <a:pt x="114" y="22"/>
                      <a:pt x="103" y="6"/>
                    </a:cubicBezTo>
                    <a:cubicBezTo>
                      <a:pt x="98" y="3"/>
                      <a:pt x="91"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0"/>
              <p:cNvSpPr/>
              <p:nvPr/>
            </p:nvSpPr>
            <p:spPr>
              <a:xfrm>
                <a:off x="5159400" y="3677500"/>
                <a:ext cx="7375" cy="13325"/>
              </a:xfrm>
              <a:custGeom>
                <a:rect b="b" l="l" r="r" t="t"/>
                <a:pathLst>
                  <a:path extrusionOk="0" h="533" w="295">
                    <a:moveTo>
                      <a:pt x="253" y="1"/>
                    </a:moveTo>
                    <a:cubicBezTo>
                      <a:pt x="235" y="1"/>
                      <a:pt x="218" y="10"/>
                      <a:pt x="213" y="30"/>
                    </a:cubicBezTo>
                    <a:lnTo>
                      <a:pt x="213" y="36"/>
                    </a:lnTo>
                    <a:cubicBezTo>
                      <a:pt x="169" y="128"/>
                      <a:pt x="120" y="215"/>
                      <a:pt x="71" y="308"/>
                    </a:cubicBezTo>
                    <a:cubicBezTo>
                      <a:pt x="39" y="373"/>
                      <a:pt x="1" y="449"/>
                      <a:pt x="44" y="514"/>
                    </a:cubicBezTo>
                    <a:cubicBezTo>
                      <a:pt x="51" y="527"/>
                      <a:pt x="63" y="532"/>
                      <a:pt x="75" y="532"/>
                    </a:cubicBezTo>
                    <a:cubicBezTo>
                      <a:pt x="83" y="532"/>
                      <a:pt x="92" y="529"/>
                      <a:pt x="99" y="525"/>
                    </a:cubicBezTo>
                    <a:cubicBezTo>
                      <a:pt x="148" y="454"/>
                      <a:pt x="169" y="356"/>
                      <a:pt x="202" y="280"/>
                    </a:cubicBezTo>
                    <a:cubicBezTo>
                      <a:pt x="251" y="210"/>
                      <a:pt x="278" y="128"/>
                      <a:pt x="294" y="41"/>
                    </a:cubicBezTo>
                    <a:cubicBezTo>
                      <a:pt x="294" y="15"/>
                      <a:pt x="273" y="1"/>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0"/>
              <p:cNvSpPr/>
              <p:nvPr/>
            </p:nvSpPr>
            <p:spPr>
              <a:xfrm>
                <a:off x="5162000" y="3684450"/>
                <a:ext cx="5850" cy="10800"/>
              </a:xfrm>
              <a:custGeom>
                <a:rect b="b" l="l" r="r" t="t"/>
                <a:pathLst>
                  <a:path extrusionOk="0" h="432" w="234">
                    <a:moveTo>
                      <a:pt x="208" y="1"/>
                    </a:moveTo>
                    <a:cubicBezTo>
                      <a:pt x="197" y="1"/>
                      <a:pt x="187" y="6"/>
                      <a:pt x="185" y="19"/>
                    </a:cubicBezTo>
                    <a:cubicBezTo>
                      <a:pt x="158" y="62"/>
                      <a:pt x="131" y="106"/>
                      <a:pt x="103" y="149"/>
                    </a:cubicBezTo>
                    <a:cubicBezTo>
                      <a:pt x="82" y="193"/>
                      <a:pt x="60" y="236"/>
                      <a:pt x="49" y="280"/>
                    </a:cubicBezTo>
                    <a:cubicBezTo>
                      <a:pt x="22" y="334"/>
                      <a:pt x="0" y="410"/>
                      <a:pt x="82" y="432"/>
                    </a:cubicBezTo>
                    <a:cubicBezTo>
                      <a:pt x="98" y="432"/>
                      <a:pt x="120" y="421"/>
                      <a:pt x="114" y="405"/>
                    </a:cubicBezTo>
                    <a:cubicBezTo>
                      <a:pt x="114" y="372"/>
                      <a:pt x="120" y="345"/>
                      <a:pt x="136" y="318"/>
                    </a:cubicBezTo>
                    <a:cubicBezTo>
                      <a:pt x="152" y="280"/>
                      <a:pt x="152" y="242"/>
                      <a:pt x="174" y="203"/>
                    </a:cubicBezTo>
                    <a:cubicBezTo>
                      <a:pt x="201" y="149"/>
                      <a:pt x="223" y="84"/>
                      <a:pt x="234" y="24"/>
                    </a:cubicBezTo>
                    <a:cubicBezTo>
                      <a:pt x="234" y="9"/>
                      <a:pt x="221" y="1"/>
                      <a:pt x="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0"/>
              <p:cNvSpPr/>
              <p:nvPr/>
            </p:nvSpPr>
            <p:spPr>
              <a:xfrm>
                <a:off x="5165125" y="3691325"/>
                <a:ext cx="3950" cy="8525"/>
              </a:xfrm>
              <a:custGeom>
                <a:rect b="b" l="l" r="r" t="t"/>
                <a:pathLst>
                  <a:path extrusionOk="0" h="341" w="158">
                    <a:moveTo>
                      <a:pt x="123" y="1"/>
                    </a:moveTo>
                    <a:cubicBezTo>
                      <a:pt x="108" y="1"/>
                      <a:pt x="92" y="11"/>
                      <a:pt x="92" y="26"/>
                    </a:cubicBezTo>
                    <a:cubicBezTo>
                      <a:pt x="92" y="130"/>
                      <a:pt x="0" y="200"/>
                      <a:pt x="11" y="309"/>
                    </a:cubicBezTo>
                    <a:cubicBezTo>
                      <a:pt x="11" y="327"/>
                      <a:pt x="26" y="341"/>
                      <a:pt x="42" y="341"/>
                    </a:cubicBezTo>
                    <a:cubicBezTo>
                      <a:pt x="50" y="341"/>
                      <a:pt x="58" y="338"/>
                      <a:pt x="65" y="331"/>
                    </a:cubicBezTo>
                    <a:cubicBezTo>
                      <a:pt x="103" y="287"/>
                      <a:pt x="131" y="233"/>
                      <a:pt x="136" y="179"/>
                    </a:cubicBezTo>
                    <a:cubicBezTo>
                      <a:pt x="152" y="130"/>
                      <a:pt x="158" y="75"/>
                      <a:pt x="152" y="21"/>
                    </a:cubicBezTo>
                    <a:lnTo>
                      <a:pt x="147" y="21"/>
                    </a:lnTo>
                    <a:cubicBezTo>
                      <a:pt x="144" y="7"/>
                      <a:pt x="134" y="1"/>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0"/>
              <p:cNvSpPr/>
              <p:nvPr/>
            </p:nvSpPr>
            <p:spPr>
              <a:xfrm>
                <a:off x="5168500" y="3698075"/>
                <a:ext cx="3575" cy="7200"/>
              </a:xfrm>
              <a:custGeom>
                <a:rect b="b" l="l" r="r" t="t"/>
                <a:pathLst>
                  <a:path extrusionOk="0" h="288" w="143">
                    <a:moveTo>
                      <a:pt x="77" y="1"/>
                    </a:moveTo>
                    <a:lnTo>
                      <a:pt x="77" y="6"/>
                    </a:lnTo>
                    <a:cubicBezTo>
                      <a:pt x="73" y="5"/>
                      <a:pt x="70" y="5"/>
                      <a:pt x="66" y="5"/>
                    </a:cubicBezTo>
                    <a:cubicBezTo>
                      <a:pt x="35" y="5"/>
                      <a:pt x="20" y="46"/>
                      <a:pt x="50" y="61"/>
                    </a:cubicBezTo>
                    <a:cubicBezTo>
                      <a:pt x="39" y="93"/>
                      <a:pt x="28" y="121"/>
                      <a:pt x="17" y="148"/>
                    </a:cubicBezTo>
                    <a:cubicBezTo>
                      <a:pt x="1" y="202"/>
                      <a:pt x="23" y="256"/>
                      <a:pt x="66" y="284"/>
                    </a:cubicBezTo>
                    <a:cubicBezTo>
                      <a:pt x="72" y="287"/>
                      <a:pt x="78" y="288"/>
                      <a:pt x="84" y="288"/>
                    </a:cubicBezTo>
                    <a:cubicBezTo>
                      <a:pt x="101" y="288"/>
                      <a:pt x="117" y="278"/>
                      <a:pt x="121" y="262"/>
                    </a:cubicBezTo>
                    <a:cubicBezTo>
                      <a:pt x="126" y="235"/>
                      <a:pt x="126" y="202"/>
                      <a:pt x="121" y="175"/>
                    </a:cubicBezTo>
                    <a:cubicBezTo>
                      <a:pt x="121" y="153"/>
                      <a:pt x="126" y="131"/>
                      <a:pt x="131" y="110"/>
                    </a:cubicBezTo>
                    <a:cubicBezTo>
                      <a:pt x="142" y="61"/>
                      <a:pt x="131" y="6"/>
                      <a:pt x="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20"/>
              <p:cNvSpPr/>
              <p:nvPr/>
            </p:nvSpPr>
            <p:spPr>
              <a:xfrm>
                <a:off x="5199625" y="3670250"/>
                <a:ext cx="12675" cy="27550"/>
              </a:xfrm>
              <a:custGeom>
                <a:rect b="b" l="l" r="r" t="t"/>
                <a:pathLst>
                  <a:path extrusionOk="0" h="1102" w="507">
                    <a:moveTo>
                      <a:pt x="100" y="1"/>
                    </a:moveTo>
                    <a:cubicBezTo>
                      <a:pt x="81" y="1"/>
                      <a:pt x="66" y="12"/>
                      <a:pt x="66" y="32"/>
                    </a:cubicBezTo>
                    <a:cubicBezTo>
                      <a:pt x="66" y="152"/>
                      <a:pt x="131" y="261"/>
                      <a:pt x="126" y="386"/>
                    </a:cubicBezTo>
                    <a:cubicBezTo>
                      <a:pt x="115" y="527"/>
                      <a:pt x="93" y="668"/>
                      <a:pt x="55" y="804"/>
                    </a:cubicBezTo>
                    <a:cubicBezTo>
                      <a:pt x="39" y="880"/>
                      <a:pt x="1" y="983"/>
                      <a:pt x="44" y="1054"/>
                    </a:cubicBezTo>
                    <a:cubicBezTo>
                      <a:pt x="61" y="1088"/>
                      <a:pt x="86" y="1101"/>
                      <a:pt x="114" y="1101"/>
                    </a:cubicBezTo>
                    <a:cubicBezTo>
                      <a:pt x="140" y="1101"/>
                      <a:pt x="167" y="1089"/>
                      <a:pt x="191" y="1070"/>
                    </a:cubicBezTo>
                    <a:cubicBezTo>
                      <a:pt x="267" y="1016"/>
                      <a:pt x="300" y="918"/>
                      <a:pt x="360" y="848"/>
                    </a:cubicBezTo>
                    <a:cubicBezTo>
                      <a:pt x="408" y="771"/>
                      <a:pt x="447" y="690"/>
                      <a:pt x="463" y="603"/>
                    </a:cubicBezTo>
                    <a:cubicBezTo>
                      <a:pt x="495" y="505"/>
                      <a:pt x="506" y="402"/>
                      <a:pt x="485" y="299"/>
                    </a:cubicBezTo>
                    <a:lnTo>
                      <a:pt x="479" y="299"/>
                    </a:lnTo>
                    <a:cubicBezTo>
                      <a:pt x="474" y="261"/>
                      <a:pt x="457" y="222"/>
                      <a:pt x="436" y="190"/>
                    </a:cubicBezTo>
                    <a:cubicBezTo>
                      <a:pt x="408" y="157"/>
                      <a:pt x="354" y="163"/>
                      <a:pt x="327" y="125"/>
                    </a:cubicBezTo>
                    <a:cubicBezTo>
                      <a:pt x="324" y="120"/>
                      <a:pt x="319" y="118"/>
                      <a:pt x="315" y="118"/>
                    </a:cubicBezTo>
                    <a:cubicBezTo>
                      <a:pt x="303" y="118"/>
                      <a:pt x="292" y="129"/>
                      <a:pt x="300" y="141"/>
                    </a:cubicBezTo>
                    <a:cubicBezTo>
                      <a:pt x="327" y="195"/>
                      <a:pt x="376" y="212"/>
                      <a:pt x="398" y="277"/>
                    </a:cubicBezTo>
                    <a:cubicBezTo>
                      <a:pt x="414" y="375"/>
                      <a:pt x="408" y="473"/>
                      <a:pt x="376" y="565"/>
                    </a:cubicBezTo>
                    <a:cubicBezTo>
                      <a:pt x="338" y="712"/>
                      <a:pt x="278" y="842"/>
                      <a:pt x="191" y="967"/>
                    </a:cubicBezTo>
                    <a:cubicBezTo>
                      <a:pt x="175" y="994"/>
                      <a:pt x="142" y="1022"/>
                      <a:pt x="118" y="1022"/>
                    </a:cubicBezTo>
                    <a:cubicBezTo>
                      <a:pt x="102" y="1022"/>
                      <a:pt x="90" y="1010"/>
                      <a:pt x="88" y="978"/>
                    </a:cubicBezTo>
                    <a:cubicBezTo>
                      <a:pt x="88" y="924"/>
                      <a:pt x="99" y="875"/>
                      <a:pt x="115" y="826"/>
                    </a:cubicBezTo>
                    <a:cubicBezTo>
                      <a:pt x="137" y="733"/>
                      <a:pt x="158" y="641"/>
                      <a:pt x="175" y="549"/>
                    </a:cubicBezTo>
                    <a:cubicBezTo>
                      <a:pt x="191" y="462"/>
                      <a:pt x="196" y="369"/>
                      <a:pt x="186" y="282"/>
                    </a:cubicBezTo>
                    <a:cubicBezTo>
                      <a:pt x="180" y="222"/>
                      <a:pt x="153" y="168"/>
                      <a:pt x="142" y="114"/>
                    </a:cubicBezTo>
                    <a:lnTo>
                      <a:pt x="142" y="114"/>
                    </a:lnTo>
                    <a:cubicBezTo>
                      <a:pt x="180" y="157"/>
                      <a:pt x="207" y="217"/>
                      <a:pt x="218" y="277"/>
                    </a:cubicBezTo>
                    <a:cubicBezTo>
                      <a:pt x="218" y="288"/>
                      <a:pt x="226" y="293"/>
                      <a:pt x="235" y="293"/>
                    </a:cubicBezTo>
                    <a:cubicBezTo>
                      <a:pt x="244" y="293"/>
                      <a:pt x="254" y="288"/>
                      <a:pt x="256" y="277"/>
                    </a:cubicBezTo>
                    <a:cubicBezTo>
                      <a:pt x="256" y="179"/>
                      <a:pt x="213" y="49"/>
                      <a:pt x="120" y="5"/>
                    </a:cubicBezTo>
                    <a:cubicBezTo>
                      <a:pt x="113" y="2"/>
                      <a:pt x="106"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0"/>
              <p:cNvSpPr/>
              <p:nvPr/>
            </p:nvSpPr>
            <p:spPr>
              <a:xfrm>
                <a:off x="5218800" y="3634600"/>
                <a:ext cx="7900" cy="10750"/>
              </a:xfrm>
              <a:custGeom>
                <a:rect b="b" l="l" r="r" t="t"/>
                <a:pathLst>
                  <a:path extrusionOk="0" h="430" w="316">
                    <a:moveTo>
                      <a:pt x="281" y="1"/>
                    </a:moveTo>
                    <a:cubicBezTo>
                      <a:pt x="270" y="1"/>
                      <a:pt x="258" y="8"/>
                      <a:pt x="256" y="23"/>
                    </a:cubicBezTo>
                    <a:cubicBezTo>
                      <a:pt x="250" y="50"/>
                      <a:pt x="207" y="83"/>
                      <a:pt x="190" y="110"/>
                    </a:cubicBezTo>
                    <a:cubicBezTo>
                      <a:pt x="163" y="154"/>
                      <a:pt x="136" y="197"/>
                      <a:pt x="104" y="235"/>
                    </a:cubicBezTo>
                    <a:cubicBezTo>
                      <a:pt x="65" y="284"/>
                      <a:pt x="0" y="344"/>
                      <a:pt x="22" y="415"/>
                    </a:cubicBezTo>
                    <a:cubicBezTo>
                      <a:pt x="22" y="422"/>
                      <a:pt x="33" y="430"/>
                      <a:pt x="43" y="430"/>
                    </a:cubicBezTo>
                    <a:cubicBezTo>
                      <a:pt x="47" y="430"/>
                      <a:pt x="51" y="429"/>
                      <a:pt x="55" y="425"/>
                    </a:cubicBezTo>
                    <a:cubicBezTo>
                      <a:pt x="82" y="404"/>
                      <a:pt x="109" y="376"/>
                      <a:pt x="125" y="344"/>
                    </a:cubicBezTo>
                    <a:cubicBezTo>
                      <a:pt x="152" y="300"/>
                      <a:pt x="190" y="262"/>
                      <a:pt x="218" y="219"/>
                    </a:cubicBezTo>
                    <a:cubicBezTo>
                      <a:pt x="245" y="170"/>
                      <a:pt x="267" y="137"/>
                      <a:pt x="294" y="94"/>
                    </a:cubicBezTo>
                    <a:cubicBezTo>
                      <a:pt x="310" y="78"/>
                      <a:pt x="316" y="45"/>
                      <a:pt x="305" y="23"/>
                    </a:cubicBezTo>
                    <a:lnTo>
                      <a:pt x="310" y="23"/>
                    </a:lnTo>
                    <a:cubicBezTo>
                      <a:pt x="307" y="9"/>
                      <a:pt x="294"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20"/>
              <p:cNvSpPr/>
              <p:nvPr/>
            </p:nvSpPr>
            <p:spPr>
              <a:xfrm>
                <a:off x="5218650" y="3640325"/>
                <a:ext cx="10325" cy="11550"/>
              </a:xfrm>
              <a:custGeom>
                <a:rect b="b" l="l" r="r" t="t"/>
                <a:pathLst>
                  <a:path extrusionOk="0" h="462" w="413">
                    <a:moveTo>
                      <a:pt x="366" y="0"/>
                    </a:moveTo>
                    <a:cubicBezTo>
                      <a:pt x="351" y="0"/>
                      <a:pt x="337" y="9"/>
                      <a:pt x="332" y="28"/>
                    </a:cubicBezTo>
                    <a:lnTo>
                      <a:pt x="332" y="33"/>
                    </a:lnTo>
                    <a:cubicBezTo>
                      <a:pt x="322" y="82"/>
                      <a:pt x="251" y="131"/>
                      <a:pt x="218" y="169"/>
                    </a:cubicBezTo>
                    <a:cubicBezTo>
                      <a:pt x="186" y="207"/>
                      <a:pt x="153" y="245"/>
                      <a:pt x="126" y="289"/>
                    </a:cubicBezTo>
                    <a:cubicBezTo>
                      <a:pt x="93" y="338"/>
                      <a:pt x="1" y="408"/>
                      <a:pt x="77" y="457"/>
                    </a:cubicBezTo>
                    <a:cubicBezTo>
                      <a:pt x="82" y="460"/>
                      <a:pt x="86" y="461"/>
                      <a:pt x="90" y="461"/>
                    </a:cubicBezTo>
                    <a:cubicBezTo>
                      <a:pt x="95" y="461"/>
                      <a:pt x="99" y="460"/>
                      <a:pt x="104" y="457"/>
                    </a:cubicBezTo>
                    <a:cubicBezTo>
                      <a:pt x="158" y="408"/>
                      <a:pt x="202" y="343"/>
                      <a:pt x="240" y="278"/>
                    </a:cubicBezTo>
                    <a:cubicBezTo>
                      <a:pt x="289" y="207"/>
                      <a:pt x="387" y="137"/>
                      <a:pt x="403" y="50"/>
                    </a:cubicBezTo>
                    <a:cubicBezTo>
                      <a:pt x="413" y="20"/>
                      <a:pt x="389" y="0"/>
                      <a:pt x="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20"/>
              <p:cNvSpPr/>
              <p:nvPr/>
            </p:nvSpPr>
            <p:spPr>
              <a:xfrm>
                <a:off x="5220700" y="3647525"/>
                <a:ext cx="7025" cy="8650"/>
              </a:xfrm>
              <a:custGeom>
                <a:rect b="b" l="l" r="r" t="t"/>
                <a:pathLst>
                  <a:path extrusionOk="0" h="346" w="281">
                    <a:moveTo>
                      <a:pt x="245" y="1"/>
                    </a:moveTo>
                    <a:cubicBezTo>
                      <a:pt x="233" y="1"/>
                      <a:pt x="222" y="7"/>
                      <a:pt x="218" y="23"/>
                    </a:cubicBezTo>
                    <a:cubicBezTo>
                      <a:pt x="191" y="82"/>
                      <a:pt x="147" y="142"/>
                      <a:pt x="93" y="186"/>
                    </a:cubicBezTo>
                    <a:cubicBezTo>
                      <a:pt x="55" y="229"/>
                      <a:pt x="0" y="273"/>
                      <a:pt x="11" y="332"/>
                    </a:cubicBezTo>
                    <a:cubicBezTo>
                      <a:pt x="11" y="340"/>
                      <a:pt x="20" y="345"/>
                      <a:pt x="29" y="345"/>
                    </a:cubicBezTo>
                    <a:cubicBezTo>
                      <a:pt x="32" y="345"/>
                      <a:pt x="35" y="345"/>
                      <a:pt x="38" y="343"/>
                    </a:cubicBezTo>
                    <a:cubicBezTo>
                      <a:pt x="87" y="300"/>
                      <a:pt x="136" y="251"/>
                      <a:pt x="174" y="197"/>
                    </a:cubicBezTo>
                    <a:cubicBezTo>
                      <a:pt x="218" y="148"/>
                      <a:pt x="256" y="93"/>
                      <a:pt x="278" y="39"/>
                    </a:cubicBezTo>
                    <a:cubicBezTo>
                      <a:pt x="281" y="16"/>
                      <a:pt x="262"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20"/>
              <p:cNvSpPr/>
              <p:nvPr/>
            </p:nvSpPr>
            <p:spPr>
              <a:xfrm>
                <a:off x="5223500" y="3654325"/>
                <a:ext cx="4550" cy="7025"/>
              </a:xfrm>
              <a:custGeom>
                <a:rect b="b" l="l" r="r" t="t"/>
                <a:pathLst>
                  <a:path extrusionOk="0" h="281" w="182">
                    <a:moveTo>
                      <a:pt x="158" y="1"/>
                    </a:moveTo>
                    <a:cubicBezTo>
                      <a:pt x="151" y="1"/>
                      <a:pt x="144" y="6"/>
                      <a:pt x="144" y="17"/>
                    </a:cubicBezTo>
                    <a:cubicBezTo>
                      <a:pt x="122" y="60"/>
                      <a:pt x="100" y="98"/>
                      <a:pt x="73" y="137"/>
                    </a:cubicBezTo>
                    <a:cubicBezTo>
                      <a:pt x="51" y="175"/>
                      <a:pt x="41" y="213"/>
                      <a:pt x="13" y="245"/>
                    </a:cubicBezTo>
                    <a:cubicBezTo>
                      <a:pt x="0" y="263"/>
                      <a:pt x="19" y="281"/>
                      <a:pt x="39" y="281"/>
                    </a:cubicBezTo>
                    <a:cubicBezTo>
                      <a:pt x="43" y="281"/>
                      <a:pt x="47" y="280"/>
                      <a:pt x="51" y="278"/>
                    </a:cubicBezTo>
                    <a:cubicBezTo>
                      <a:pt x="95" y="256"/>
                      <a:pt x="111" y="202"/>
                      <a:pt x="138" y="158"/>
                    </a:cubicBezTo>
                    <a:cubicBezTo>
                      <a:pt x="166" y="115"/>
                      <a:pt x="182" y="66"/>
                      <a:pt x="171" y="17"/>
                    </a:cubicBezTo>
                    <a:lnTo>
                      <a:pt x="176" y="17"/>
                    </a:lnTo>
                    <a:cubicBezTo>
                      <a:pt x="174" y="6"/>
                      <a:pt x="166"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0"/>
              <p:cNvSpPr/>
              <p:nvPr/>
            </p:nvSpPr>
            <p:spPr>
              <a:xfrm>
                <a:off x="5224625" y="3674475"/>
                <a:ext cx="7150" cy="8550"/>
              </a:xfrm>
              <a:custGeom>
                <a:rect b="b" l="l" r="r" t="t"/>
                <a:pathLst>
                  <a:path extrusionOk="0" h="342" w="286">
                    <a:moveTo>
                      <a:pt x="227" y="0"/>
                    </a:moveTo>
                    <a:cubicBezTo>
                      <a:pt x="217" y="0"/>
                      <a:pt x="206" y="5"/>
                      <a:pt x="197" y="15"/>
                    </a:cubicBezTo>
                    <a:lnTo>
                      <a:pt x="202" y="15"/>
                    </a:lnTo>
                    <a:cubicBezTo>
                      <a:pt x="159" y="75"/>
                      <a:pt x="115" y="135"/>
                      <a:pt x="83" y="200"/>
                    </a:cubicBezTo>
                    <a:cubicBezTo>
                      <a:pt x="61" y="227"/>
                      <a:pt x="44" y="287"/>
                      <a:pt x="17" y="309"/>
                    </a:cubicBezTo>
                    <a:cubicBezTo>
                      <a:pt x="1" y="325"/>
                      <a:pt x="12" y="342"/>
                      <a:pt x="28" y="342"/>
                    </a:cubicBezTo>
                    <a:cubicBezTo>
                      <a:pt x="72" y="342"/>
                      <a:pt x="104" y="298"/>
                      <a:pt x="131" y="265"/>
                    </a:cubicBezTo>
                    <a:cubicBezTo>
                      <a:pt x="175" y="206"/>
                      <a:pt x="208" y="135"/>
                      <a:pt x="256" y="75"/>
                    </a:cubicBezTo>
                    <a:cubicBezTo>
                      <a:pt x="285" y="42"/>
                      <a:pt x="258"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0"/>
              <p:cNvSpPr/>
              <p:nvPr/>
            </p:nvSpPr>
            <p:spPr>
              <a:xfrm>
                <a:off x="5225450" y="3681075"/>
                <a:ext cx="6225" cy="8375"/>
              </a:xfrm>
              <a:custGeom>
                <a:rect b="b" l="l" r="r" t="t"/>
                <a:pathLst>
                  <a:path extrusionOk="0" h="335" w="249">
                    <a:moveTo>
                      <a:pt x="195" y="0"/>
                    </a:moveTo>
                    <a:cubicBezTo>
                      <a:pt x="186" y="0"/>
                      <a:pt x="176" y="4"/>
                      <a:pt x="169" y="12"/>
                    </a:cubicBezTo>
                    <a:cubicBezTo>
                      <a:pt x="109" y="88"/>
                      <a:pt x="1" y="197"/>
                      <a:pt x="22" y="306"/>
                    </a:cubicBezTo>
                    <a:cubicBezTo>
                      <a:pt x="28" y="324"/>
                      <a:pt x="43" y="334"/>
                      <a:pt x="58" y="334"/>
                    </a:cubicBezTo>
                    <a:cubicBezTo>
                      <a:pt x="69" y="334"/>
                      <a:pt x="81" y="328"/>
                      <a:pt x="88" y="317"/>
                    </a:cubicBezTo>
                    <a:cubicBezTo>
                      <a:pt x="109" y="273"/>
                      <a:pt x="126" y="230"/>
                      <a:pt x="153" y="186"/>
                    </a:cubicBezTo>
                    <a:cubicBezTo>
                      <a:pt x="175" y="143"/>
                      <a:pt x="202" y="99"/>
                      <a:pt x="229" y="61"/>
                    </a:cubicBezTo>
                    <a:cubicBezTo>
                      <a:pt x="249" y="29"/>
                      <a:pt x="222" y="0"/>
                      <a:pt x="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0"/>
              <p:cNvSpPr/>
              <p:nvPr/>
            </p:nvSpPr>
            <p:spPr>
              <a:xfrm>
                <a:off x="5243525" y="3669825"/>
                <a:ext cx="8700" cy="16875"/>
              </a:xfrm>
              <a:custGeom>
                <a:rect b="b" l="l" r="r" t="t"/>
                <a:pathLst>
                  <a:path extrusionOk="0" h="675" w="348">
                    <a:moveTo>
                      <a:pt x="209" y="0"/>
                    </a:moveTo>
                    <a:cubicBezTo>
                      <a:pt x="198" y="0"/>
                      <a:pt x="184" y="5"/>
                      <a:pt x="169" y="17"/>
                    </a:cubicBezTo>
                    <a:cubicBezTo>
                      <a:pt x="126" y="49"/>
                      <a:pt x="131" y="153"/>
                      <a:pt x="131" y="196"/>
                    </a:cubicBezTo>
                    <a:cubicBezTo>
                      <a:pt x="120" y="180"/>
                      <a:pt x="104" y="169"/>
                      <a:pt x="82" y="163"/>
                    </a:cubicBezTo>
                    <a:cubicBezTo>
                      <a:pt x="79" y="162"/>
                      <a:pt x="76" y="161"/>
                      <a:pt x="73" y="161"/>
                    </a:cubicBezTo>
                    <a:cubicBezTo>
                      <a:pt x="64" y="161"/>
                      <a:pt x="54" y="167"/>
                      <a:pt x="49" y="180"/>
                    </a:cubicBezTo>
                    <a:cubicBezTo>
                      <a:pt x="33" y="201"/>
                      <a:pt x="22" y="223"/>
                      <a:pt x="17" y="250"/>
                    </a:cubicBezTo>
                    <a:cubicBezTo>
                      <a:pt x="11" y="256"/>
                      <a:pt x="6" y="261"/>
                      <a:pt x="6" y="272"/>
                    </a:cubicBezTo>
                    <a:lnTo>
                      <a:pt x="6" y="364"/>
                    </a:lnTo>
                    <a:cubicBezTo>
                      <a:pt x="1" y="419"/>
                      <a:pt x="6" y="479"/>
                      <a:pt x="11" y="538"/>
                    </a:cubicBezTo>
                    <a:cubicBezTo>
                      <a:pt x="11" y="571"/>
                      <a:pt x="17" y="604"/>
                      <a:pt x="17" y="642"/>
                    </a:cubicBezTo>
                    <a:cubicBezTo>
                      <a:pt x="17" y="663"/>
                      <a:pt x="36" y="674"/>
                      <a:pt x="54" y="674"/>
                    </a:cubicBezTo>
                    <a:cubicBezTo>
                      <a:pt x="73" y="674"/>
                      <a:pt x="90" y="663"/>
                      <a:pt x="88" y="642"/>
                    </a:cubicBezTo>
                    <a:cubicBezTo>
                      <a:pt x="88" y="620"/>
                      <a:pt x="82" y="598"/>
                      <a:pt x="82" y="571"/>
                    </a:cubicBezTo>
                    <a:cubicBezTo>
                      <a:pt x="77" y="511"/>
                      <a:pt x="71" y="446"/>
                      <a:pt x="66" y="381"/>
                    </a:cubicBezTo>
                    <a:cubicBezTo>
                      <a:pt x="66" y="348"/>
                      <a:pt x="66" y="316"/>
                      <a:pt x="77" y="283"/>
                    </a:cubicBezTo>
                    <a:cubicBezTo>
                      <a:pt x="77" y="305"/>
                      <a:pt x="77" y="326"/>
                      <a:pt x="82" y="337"/>
                    </a:cubicBezTo>
                    <a:cubicBezTo>
                      <a:pt x="88" y="381"/>
                      <a:pt x="104" y="424"/>
                      <a:pt x="131" y="462"/>
                    </a:cubicBezTo>
                    <a:cubicBezTo>
                      <a:pt x="138" y="474"/>
                      <a:pt x="150" y="480"/>
                      <a:pt x="163" y="480"/>
                    </a:cubicBezTo>
                    <a:cubicBezTo>
                      <a:pt x="179" y="480"/>
                      <a:pt x="195" y="470"/>
                      <a:pt x="202" y="451"/>
                    </a:cubicBezTo>
                    <a:cubicBezTo>
                      <a:pt x="234" y="343"/>
                      <a:pt x="191" y="218"/>
                      <a:pt x="202" y="109"/>
                    </a:cubicBezTo>
                    <a:cubicBezTo>
                      <a:pt x="204" y="89"/>
                      <a:pt x="205" y="81"/>
                      <a:pt x="206" y="81"/>
                    </a:cubicBezTo>
                    <a:cubicBezTo>
                      <a:pt x="208" y="81"/>
                      <a:pt x="209" y="109"/>
                      <a:pt x="213" y="131"/>
                    </a:cubicBezTo>
                    <a:cubicBezTo>
                      <a:pt x="213" y="163"/>
                      <a:pt x="218" y="196"/>
                      <a:pt x="218" y="229"/>
                    </a:cubicBezTo>
                    <a:cubicBezTo>
                      <a:pt x="234" y="305"/>
                      <a:pt x="207" y="392"/>
                      <a:pt x="261" y="457"/>
                    </a:cubicBezTo>
                    <a:cubicBezTo>
                      <a:pt x="270" y="465"/>
                      <a:pt x="279" y="468"/>
                      <a:pt x="289" y="468"/>
                    </a:cubicBezTo>
                    <a:cubicBezTo>
                      <a:pt x="318" y="468"/>
                      <a:pt x="347" y="437"/>
                      <a:pt x="327" y="408"/>
                    </a:cubicBezTo>
                    <a:lnTo>
                      <a:pt x="327" y="408"/>
                    </a:lnTo>
                    <a:lnTo>
                      <a:pt x="327" y="413"/>
                    </a:lnTo>
                    <a:cubicBezTo>
                      <a:pt x="307" y="384"/>
                      <a:pt x="314" y="0"/>
                      <a:pt x="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0"/>
              <p:cNvSpPr/>
              <p:nvPr/>
            </p:nvSpPr>
            <p:spPr>
              <a:xfrm>
                <a:off x="5251125" y="3665550"/>
                <a:ext cx="3150" cy="11975"/>
              </a:xfrm>
              <a:custGeom>
                <a:rect b="b" l="l" r="r" t="t"/>
                <a:pathLst>
                  <a:path extrusionOk="0" h="479" w="126">
                    <a:moveTo>
                      <a:pt x="44" y="0"/>
                    </a:moveTo>
                    <a:cubicBezTo>
                      <a:pt x="32" y="0"/>
                      <a:pt x="20" y="8"/>
                      <a:pt x="17" y="25"/>
                    </a:cubicBezTo>
                    <a:cubicBezTo>
                      <a:pt x="12" y="46"/>
                      <a:pt x="12" y="73"/>
                      <a:pt x="23" y="95"/>
                    </a:cubicBezTo>
                    <a:cubicBezTo>
                      <a:pt x="28" y="139"/>
                      <a:pt x="28" y="182"/>
                      <a:pt x="23" y="220"/>
                    </a:cubicBezTo>
                    <a:cubicBezTo>
                      <a:pt x="17" y="296"/>
                      <a:pt x="1" y="405"/>
                      <a:pt x="50" y="470"/>
                    </a:cubicBezTo>
                    <a:cubicBezTo>
                      <a:pt x="53" y="476"/>
                      <a:pt x="58" y="478"/>
                      <a:pt x="63" y="478"/>
                    </a:cubicBezTo>
                    <a:cubicBezTo>
                      <a:pt x="69" y="478"/>
                      <a:pt x="74" y="476"/>
                      <a:pt x="77" y="470"/>
                    </a:cubicBezTo>
                    <a:cubicBezTo>
                      <a:pt x="126" y="405"/>
                      <a:pt x="104" y="307"/>
                      <a:pt x="104" y="231"/>
                    </a:cubicBezTo>
                    <a:lnTo>
                      <a:pt x="110" y="231"/>
                    </a:lnTo>
                    <a:cubicBezTo>
                      <a:pt x="110" y="198"/>
                      <a:pt x="110" y="160"/>
                      <a:pt x="110" y="128"/>
                    </a:cubicBezTo>
                    <a:cubicBezTo>
                      <a:pt x="104" y="95"/>
                      <a:pt x="82" y="63"/>
                      <a:pt x="77" y="30"/>
                    </a:cubicBezTo>
                    <a:cubicBezTo>
                      <a:pt x="77" y="12"/>
                      <a:pt x="60"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0"/>
              <p:cNvSpPr/>
              <p:nvPr/>
            </p:nvSpPr>
            <p:spPr>
              <a:xfrm>
                <a:off x="5254250" y="3661150"/>
                <a:ext cx="6675" cy="10525"/>
              </a:xfrm>
              <a:custGeom>
                <a:rect b="b" l="l" r="r" t="t"/>
                <a:pathLst>
                  <a:path extrusionOk="0" h="421" w="267">
                    <a:moveTo>
                      <a:pt x="44" y="1"/>
                    </a:moveTo>
                    <a:cubicBezTo>
                      <a:pt x="34" y="1"/>
                      <a:pt x="23" y="8"/>
                      <a:pt x="23" y="21"/>
                    </a:cubicBezTo>
                    <a:cubicBezTo>
                      <a:pt x="23" y="103"/>
                      <a:pt x="12" y="179"/>
                      <a:pt x="12" y="260"/>
                    </a:cubicBezTo>
                    <a:cubicBezTo>
                      <a:pt x="1" y="309"/>
                      <a:pt x="23" y="364"/>
                      <a:pt x="61" y="402"/>
                    </a:cubicBezTo>
                    <a:cubicBezTo>
                      <a:pt x="78" y="415"/>
                      <a:pt x="97" y="420"/>
                      <a:pt x="116" y="420"/>
                    </a:cubicBezTo>
                    <a:cubicBezTo>
                      <a:pt x="183" y="420"/>
                      <a:pt x="249" y="347"/>
                      <a:pt x="262" y="288"/>
                    </a:cubicBezTo>
                    <a:cubicBezTo>
                      <a:pt x="266" y="271"/>
                      <a:pt x="254" y="257"/>
                      <a:pt x="240" y="257"/>
                    </a:cubicBezTo>
                    <a:cubicBezTo>
                      <a:pt x="237" y="257"/>
                      <a:pt x="233" y="258"/>
                      <a:pt x="229" y="260"/>
                    </a:cubicBezTo>
                    <a:cubicBezTo>
                      <a:pt x="202" y="271"/>
                      <a:pt x="180" y="288"/>
                      <a:pt x="159" y="304"/>
                    </a:cubicBezTo>
                    <a:cubicBezTo>
                      <a:pt x="139" y="318"/>
                      <a:pt x="119" y="330"/>
                      <a:pt x="104" y="330"/>
                    </a:cubicBezTo>
                    <a:cubicBezTo>
                      <a:pt x="89" y="330"/>
                      <a:pt x="77" y="319"/>
                      <a:pt x="72" y="288"/>
                    </a:cubicBezTo>
                    <a:cubicBezTo>
                      <a:pt x="66" y="244"/>
                      <a:pt x="66" y="201"/>
                      <a:pt x="72" y="157"/>
                    </a:cubicBezTo>
                    <a:cubicBezTo>
                      <a:pt x="72" y="114"/>
                      <a:pt x="72" y="65"/>
                      <a:pt x="66" y="21"/>
                    </a:cubicBezTo>
                    <a:cubicBezTo>
                      <a:pt x="66" y="8"/>
                      <a:pt x="55"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0"/>
              <p:cNvSpPr/>
              <p:nvPr/>
            </p:nvSpPr>
            <p:spPr>
              <a:xfrm>
                <a:off x="5258475" y="3650750"/>
                <a:ext cx="6400" cy="15825"/>
              </a:xfrm>
              <a:custGeom>
                <a:rect b="b" l="l" r="r" t="t"/>
                <a:pathLst>
                  <a:path extrusionOk="0" h="633" w="256">
                    <a:moveTo>
                      <a:pt x="131" y="1"/>
                    </a:moveTo>
                    <a:cubicBezTo>
                      <a:pt x="124" y="1"/>
                      <a:pt x="117" y="5"/>
                      <a:pt x="115" y="13"/>
                    </a:cubicBezTo>
                    <a:cubicBezTo>
                      <a:pt x="98" y="95"/>
                      <a:pt x="82" y="171"/>
                      <a:pt x="66" y="247"/>
                    </a:cubicBezTo>
                    <a:cubicBezTo>
                      <a:pt x="60" y="231"/>
                      <a:pt x="55" y="214"/>
                      <a:pt x="55" y="198"/>
                    </a:cubicBezTo>
                    <a:cubicBezTo>
                      <a:pt x="52" y="184"/>
                      <a:pt x="41" y="178"/>
                      <a:pt x="30" y="178"/>
                    </a:cubicBezTo>
                    <a:cubicBezTo>
                      <a:pt x="20" y="178"/>
                      <a:pt x="9" y="184"/>
                      <a:pt x="6" y="198"/>
                    </a:cubicBezTo>
                    <a:cubicBezTo>
                      <a:pt x="0" y="241"/>
                      <a:pt x="17" y="280"/>
                      <a:pt x="17" y="323"/>
                    </a:cubicBezTo>
                    <a:cubicBezTo>
                      <a:pt x="17" y="366"/>
                      <a:pt x="11" y="415"/>
                      <a:pt x="11" y="459"/>
                    </a:cubicBezTo>
                    <a:cubicBezTo>
                      <a:pt x="6" y="492"/>
                      <a:pt x="6" y="519"/>
                      <a:pt x="11" y="551"/>
                    </a:cubicBezTo>
                    <a:cubicBezTo>
                      <a:pt x="17" y="568"/>
                      <a:pt x="28" y="589"/>
                      <a:pt x="39" y="606"/>
                    </a:cubicBezTo>
                    <a:lnTo>
                      <a:pt x="39" y="617"/>
                    </a:lnTo>
                    <a:cubicBezTo>
                      <a:pt x="39" y="627"/>
                      <a:pt x="44" y="633"/>
                      <a:pt x="55" y="633"/>
                    </a:cubicBezTo>
                    <a:lnTo>
                      <a:pt x="71" y="633"/>
                    </a:lnTo>
                    <a:cubicBezTo>
                      <a:pt x="77" y="633"/>
                      <a:pt x="87" y="627"/>
                      <a:pt x="93" y="622"/>
                    </a:cubicBezTo>
                    <a:cubicBezTo>
                      <a:pt x="98" y="606"/>
                      <a:pt x="104" y="589"/>
                      <a:pt x="98" y="568"/>
                    </a:cubicBezTo>
                    <a:lnTo>
                      <a:pt x="93" y="535"/>
                    </a:lnTo>
                    <a:lnTo>
                      <a:pt x="93" y="535"/>
                    </a:lnTo>
                    <a:cubicBezTo>
                      <a:pt x="102" y="536"/>
                      <a:pt x="110" y="536"/>
                      <a:pt x="119" y="536"/>
                    </a:cubicBezTo>
                    <a:cubicBezTo>
                      <a:pt x="163" y="536"/>
                      <a:pt x="203" y="524"/>
                      <a:pt x="240" y="497"/>
                    </a:cubicBezTo>
                    <a:cubicBezTo>
                      <a:pt x="256" y="486"/>
                      <a:pt x="251" y="464"/>
                      <a:pt x="234" y="459"/>
                    </a:cubicBezTo>
                    <a:cubicBezTo>
                      <a:pt x="221" y="453"/>
                      <a:pt x="204" y="453"/>
                      <a:pt x="189" y="453"/>
                    </a:cubicBezTo>
                    <a:cubicBezTo>
                      <a:pt x="173" y="453"/>
                      <a:pt x="158" y="453"/>
                      <a:pt x="147" y="448"/>
                    </a:cubicBezTo>
                    <a:cubicBezTo>
                      <a:pt x="120" y="443"/>
                      <a:pt x="131" y="356"/>
                      <a:pt x="131" y="323"/>
                    </a:cubicBezTo>
                    <a:cubicBezTo>
                      <a:pt x="136" y="214"/>
                      <a:pt x="169" y="122"/>
                      <a:pt x="147" y="13"/>
                    </a:cubicBezTo>
                    <a:cubicBezTo>
                      <a:pt x="145" y="5"/>
                      <a:pt x="138" y="1"/>
                      <a:pt x="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120"/>
            <p:cNvGrpSpPr/>
            <p:nvPr/>
          </p:nvGrpSpPr>
          <p:grpSpPr>
            <a:xfrm>
              <a:off x="4626378" y="2859968"/>
              <a:ext cx="228602" cy="274313"/>
              <a:chOff x="4829850" y="3561725"/>
              <a:chExt cx="133350" cy="161875"/>
            </a:xfrm>
          </p:grpSpPr>
          <p:sp>
            <p:nvSpPr>
              <p:cNvPr id="5318" name="Google Shape;5318;p120"/>
              <p:cNvSpPr/>
              <p:nvPr/>
            </p:nvSpPr>
            <p:spPr>
              <a:xfrm>
                <a:off x="4857575" y="3635725"/>
                <a:ext cx="15650" cy="21725"/>
              </a:xfrm>
              <a:custGeom>
                <a:rect b="b" l="l" r="r" t="t"/>
                <a:pathLst>
                  <a:path extrusionOk="0" h="869" w="626">
                    <a:moveTo>
                      <a:pt x="368" y="119"/>
                    </a:moveTo>
                    <a:cubicBezTo>
                      <a:pt x="423" y="119"/>
                      <a:pt x="447" y="182"/>
                      <a:pt x="452" y="234"/>
                    </a:cubicBezTo>
                    <a:lnTo>
                      <a:pt x="452" y="310"/>
                    </a:lnTo>
                    <a:cubicBezTo>
                      <a:pt x="399" y="298"/>
                      <a:pt x="349" y="291"/>
                      <a:pt x="298" y="291"/>
                    </a:cubicBezTo>
                    <a:cubicBezTo>
                      <a:pt x="280" y="291"/>
                      <a:pt x="263" y="292"/>
                      <a:pt x="245" y="293"/>
                    </a:cubicBezTo>
                    <a:lnTo>
                      <a:pt x="235" y="293"/>
                    </a:lnTo>
                    <a:cubicBezTo>
                      <a:pt x="240" y="223"/>
                      <a:pt x="278" y="163"/>
                      <a:pt x="338" y="125"/>
                    </a:cubicBezTo>
                    <a:cubicBezTo>
                      <a:pt x="349" y="121"/>
                      <a:pt x="359" y="119"/>
                      <a:pt x="368" y="119"/>
                    </a:cubicBezTo>
                    <a:close/>
                    <a:moveTo>
                      <a:pt x="246" y="394"/>
                    </a:moveTo>
                    <a:cubicBezTo>
                      <a:pt x="277" y="394"/>
                      <a:pt x="309" y="397"/>
                      <a:pt x="332" y="397"/>
                    </a:cubicBezTo>
                    <a:lnTo>
                      <a:pt x="479" y="397"/>
                    </a:lnTo>
                    <a:cubicBezTo>
                      <a:pt x="485" y="418"/>
                      <a:pt x="496" y="446"/>
                      <a:pt x="506" y="467"/>
                    </a:cubicBezTo>
                    <a:cubicBezTo>
                      <a:pt x="512" y="538"/>
                      <a:pt x="512" y="609"/>
                      <a:pt x="506" y="674"/>
                    </a:cubicBezTo>
                    <a:lnTo>
                      <a:pt x="506" y="679"/>
                    </a:lnTo>
                    <a:cubicBezTo>
                      <a:pt x="506" y="696"/>
                      <a:pt x="496" y="739"/>
                      <a:pt x="479" y="745"/>
                    </a:cubicBezTo>
                    <a:cubicBezTo>
                      <a:pt x="472" y="751"/>
                      <a:pt x="459" y="753"/>
                      <a:pt x="445" y="753"/>
                    </a:cubicBezTo>
                    <a:cubicBezTo>
                      <a:pt x="408" y="753"/>
                      <a:pt x="356" y="738"/>
                      <a:pt x="332" y="734"/>
                    </a:cubicBezTo>
                    <a:cubicBezTo>
                      <a:pt x="307" y="734"/>
                      <a:pt x="284" y="731"/>
                      <a:pt x="262" y="731"/>
                    </a:cubicBezTo>
                    <a:cubicBezTo>
                      <a:pt x="251" y="731"/>
                      <a:pt x="240" y="732"/>
                      <a:pt x="229" y="734"/>
                    </a:cubicBezTo>
                    <a:cubicBezTo>
                      <a:pt x="209" y="734"/>
                      <a:pt x="167" y="756"/>
                      <a:pt x="147" y="756"/>
                    </a:cubicBezTo>
                    <a:cubicBezTo>
                      <a:pt x="145" y="756"/>
                      <a:pt x="144" y="756"/>
                      <a:pt x="142" y="755"/>
                    </a:cubicBezTo>
                    <a:cubicBezTo>
                      <a:pt x="104" y="750"/>
                      <a:pt x="126" y="641"/>
                      <a:pt x="126" y="614"/>
                    </a:cubicBezTo>
                    <a:cubicBezTo>
                      <a:pt x="126" y="554"/>
                      <a:pt x="104" y="478"/>
                      <a:pt x="137" y="429"/>
                    </a:cubicBezTo>
                    <a:cubicBezTo>
                      <a:pt x="153" y="400"/>
                      <a:pt x="199" y="394"/>
                      <a:pt x="246" y="394"/>
                    </a:cubicBezTo>
                    <a:close/>
                    <a:moveTo>
                      <a:pt x="363" y="1"/>
                    </a:moveTo>
                    <a:cubicBezTo>
                      <a:pt x="349" y="1"/>
                      <a:pt x="335" y="2"/>
                      <a:pt x="322" y="5"/>
                    </a:cubicBezTo>
                    <a:cubicBezTo>
                      <a:pt x="207" y="33"/>
                      <a:pt x="115" y="185"/>
                      <a:pt x="159" y="299"/>
                    </a:cubicBezTo>
                    <a:cubicBezTo>
                      <a:pt x="104" y="310"/>
                      <a:pt x="55" y="342"/>
                      <a:pt x="39" y="397"/>
                    </a:cubicBezTo>
                    <a:cubicBezTo>
                      <a:pt x="1" y="478"/>
                      <a:pt x="23" y="571"/>
                      <a:pt x="23" y="658"/>
                    </a:cubicBezTo>
                    <a:cubicBezTo>
                      <a:pt x="17" y="723"/>
                      <a:pt x="12" y="826"/>
                      <a:pt x="88" y="859"/>
                    </a:cubicBezTo>
                    <a:cubicBezTo>
                      <a:pt x="104" y="866"/>
                      <a:pt x="121" y="869"/>
                      <a:pt x="137" y="869"/>
                    </a:cubicBezTo>
                    <a:cubicBezTo>
                      <a:pt x="160" y="869"/>
                      <a:pt x="183" y="863"/>
                      <a:pt x="202" y="853"/>
                    </a:cubicBezTo>
                    <a:cubicBezTo>
                      <a:pt x="229" y="848"/>
                      <a:pt x="256" y="845"/>
                      <a:pt x="284" y="845"/>
                    </a:cubicBezTo>
                    <a:cubicBezTo>
                      <a:pt x="311" y="845"/>
                      <a:pt x="338" y="848"/>
                      <a:pt x="365" y="853"/>
                    </a:cubicBezTo>
                    <a:cubicBezTo>
                      <a:pt x="390" y="855"/>
                      <a:pt x="420" y="859"/>
                      <a:pt x="450" y="859"/>
                    </a:cubicBezTo>
                    <a:cubicBezTo>
                      <a:pt x="498" y="859"/>
                      <a:pt x="545" y="850"/>
                      <a:pt x="572" y="810"/>
                    </a:cubicBezTo>
                    <a:cubicBezTo>
                      <a:pt x="610" y="739"/>
                      <a:pt x="626" y="652"/>
                      <a:pt x="621" y="571"/>
                    </a:cubicBezTo>
                    <a:cubicBezTo>
                      <a:pt x="621" y="495"/>
                      <a:pt x="626" y="376"/>
                      <a:pt x="546" y="348"/>
                    </a:cubicBezTo>
                    <a:lnTo>
                      <a:pt x="546" y="348"/>
                    </a:lnTo>
                    <a:cubicBezTo>
                      <a:pt x="566" y="274"/>
                      <a:pt x="560" y="200"/>
                      <a:pt x="534" y="130"/>
                    </a:cubicBezTo>
                    <a:cubicBezTo>
                      <a:pt x="510" y="52"/>
                      <a:pt x="440" y="1"/>
                      <a:pt x="3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0"/>
              <p:cNvSpPr/>
              <p:nvPr/>
            </p:nvSpPr>
            <p:spPr>
              <a:xfrm>
                <a:off x="4829850" y="3561725"/>
                <a:ext cx="133350" cy="161875"/>
              </a:xfrm>
              <a:custGeom>
                <a:rect b="b" l="l" r="r" t="t"/>
                <a:pathLst>
                  <a:path extrusionOk="0" h="6475" w="5334">
                    <a:moveTo>
                      <a:pt x="2223" y="258"/>
                    </a:moveTo>
                    <a:cubicBezTo>
                      <a:pt x="2358" y="258"/>
                      <a:pt x="2498" y="258"/>
                      <a:pt x="2637" y="264"/>
                    </a:cubicBezTo>
                    <a:cubicBezTo>
                      <a:pt x="2708" y="264"/>
                      <a:pt x="2784" y="280"/>
                      <a:pt x="2855" y="280"/>
                    </a:cubicBezTo>
                    <a:cubicBezTo>
                      <a:pt x="2880" y="282"/>
                      <a:pt x="2904" y="282"/>
                      <a:pt x="2926" y="282"/>
                    </a:cubicBezTo>
                    <a:cubicBezTo>
                      <a:pt x="2972" y="282"/>
                      <a:pt x="3014" y="280"/>
                      <a:pt x="3061" y="280"/>
                    </a:cubicBezTo>
                    <a:cubicBezTo>
                      <a:pt x="3121" y="405"/>
                      <a:pt x="3214" y="503"/>
                      <a:pt x="3273" y="623"/>
                    </a:cubicBezTo>
                    <a:cubicBezTo>
                      <a:pt x="3301" y="671"/>
                      <a:pt x="3317" y="737"/>
                      <a:pt x="3344" y="786"/>
                    </a:cubicBezTo>
                    <a:cubicBezTo>
                      <a:pt x="3235" y="780"/>
                      <a:pt x="3127" y="780"/>
                      <a:pt x="3018" y="780"/>
                    </a:cubicBezTo>
                    <a:lnTo>
                      <a:pt x="2327" y="780"/>
                    </a:lnTo>
                    <a:cubicBezTo>
                      <a:pt x="2257" y="780"/>
                      <a:pt x="2175" y="780"/>
                      <a:pt x="2099" y="786"/>
                    </a:cubicBezTo>
                    <a:lnTo>
                      <a:pt x="1936" y="786"/>
                    </a:lnTo>
                    <a:lnTo>
                      <a:pt x="1942" y="775"/>
                    </a:lnTo>
                    <a:cubicBezTo>
                      <a:pt x="1958" y="753"/>
                      <a:pt x="1974" y="737"/>
                      <a:pt x="1990" y="715"/>
                    </a:cubicBezTo>
                    <a:cubicBezTo>
                      <a:pt x="2012" y="682"/>
                      <a:pt x="2023" y="644"/>
                      <a:pt x="2045" y="606"/>
                    </a:cubicBezTo>
                    <a:cubicBezTo>
                      <a:pt x="2088" y="552"/>
                      <a:pt x="2126" y="487"/>
                      <a:pt x="2164" y="421"/>
                    </a:cubicBezTo>
                    <a:cubicBezTo>
                      <a:pt x="2191" y="369"/>
                      <a:pt x="2212" y="316"/>
                      <a:pt x="2223" y="258"/>
                    </a:cubicBezTo>
                    <a:close/>
                    <a:moveTo>
                      <a:pt x="1056" y="128"/>
                    </a:moveTo>
                    <a:cubicBezTo>
                      <a:pt x="1088" y="133"/>
                      <a:pt x="1099" y="150"/>
                      <a:pt x="1126" y="160"/>
                    </a:cubicBezTo>
                    <a:cubicBezTo>
                      <a:pt x="1170" y="171"/>
                      <a:pt x="1208" y="177"/>
                      <a:pt x="1251" y="182"/>
                    </a:cubicBezTo>
                    <a:cubicBezTo>
                      <a:pt x="1316" y="193"/>
                      <a:pt x="1393" y="199"/>
                      <a:pt x="1463" y="209"/>
                    </a:cubicBezTo>
                    <a:cubicBezTo>
                      <a:pt x="1539" y="220"/>
                      <a:pt x="1615" y="226"/>
                      <a:pt x="1692" y="226"/>
                    </a:cubicBezTo>
                    <a:cubicBezTo>
                      <a:pt x="1833" y="226"/>
                      <a:pt x="1974" y="253"/>
                      <a:pt x="2116" y="258"/>
                    </a:cubicBezTo>
                    <a:cubicBezTo>
                      <a:pt x="2105" y="286"/>
                      <a:pt x="2094" y="313"/>
                      <a:pt x="2083" y="340"/>
                    </a:cubicBezTo>
                    <a:cubicBezTo>
                      <a:pt x="2056" y="411"/>
                      <a:pt x="2018" y="481"/>
                      <a:pt x="1969" y="541"/>
                    </a:cubicBezTo>
                    <a:cubicBezTo>
                      <a:pt x="1952" y="568"/>
                      <a:pt x="1942" y="590"/>
                      <a:pt x="1931" y="617"/>
                    </a:cubicBezTo>
                    <a:cubicBezTo>
                      <a:pt x="1914" y="650"/>
                      <a:pt x="1893" y="682"/>
                      <a:pt x="1871" y="709"/>
                    </a:cubicBezTo>
                    <a:cubicBezTo>
                      <a:pt x="1855" y="737"/>
                      <a:pt x="1844" y="764"/>
                      <a:pt x="1833" y="791"/>
                    </a:cubicBezTo>
                    <a:cubicBezTo>
                      <a:pt x="1610" y="791"/>
                      <a:pt x="1393" y="775"/>
                      <a:pt x="1170" y="753"/>
                    </a:cubicBezTo>
                    <a:cubicBezTo>
                      <a:pt x="1126" y="749"/>
                      <a:pt x="1082" y="747"/>
                      <a:pt x="1038" y="747"/>
                    </a:cubicBezTo>
                    <a:cubicBezTo>
                      <a:pt x="981" y="747"/>
                      <a:pt x="924" y="749"/>
                      <a:pt x="866" y="749"/>
                    </a:cubicBezTo>
                    <a:cubicBezTo>
                      <a:pt x="804" y="749"/>
                      <a:pt x="742" y="747"/>
                      <a:pt x="680" y="737"/>
                    </a:cubicBezTo>
                    <a:cubicBezTo>
                      <a:pt x="610" y="720"/>
                      <a:pt x="545" y="709"/>
                      <a:pt x="474" y="704"/>
                    </a:cubicBezTo>
                    <a:cubicBezTo>
                      <a:pt x="452" y="704"/>
                      <a:pt x="436" y="709"/>
                      <a:pt x="420" y="715"/>
                    </a:cubicBezTo>
                    <a:lnTo>
                      <a:pt x="425" y="704"/>
                    </a:lnTo>
                    <a:lnTo>
                      <a:pt x="425" y="699"/>
                    </a:lnTo>
                    <a:cubicBezTo>
                      <a:pt x="458" y="671"/>
                      <a:pt x="490" y="633"/>
                      <a:pt x="523" y="601"/>
                    </a:cubicBezTo>
                    <a:cubicBezTo>
                      <a:pt x="593" y="541"/>
                      <a:pt x="659" y="476"/>
                      <a:pt x="724" y="411"/>
                    </a:cubicBezTo>
                    <a:cubicBezTo>
                      <a:pt x="746" y="378"/>
                      <a:pt x="773" y="345"/>
                      <a:pt x="805" y="324"/>
                    </a:cubicBezTo>
                    <a:cubicBezTo>
                      <a:pt x="838" y="307"/>
                      <a:pt x="865" y="286"/>
                      <a:pt x="898" y="264"/>
                    </a:cubicBezTo>
                    <a:cubicBezTo>
                      <a:pt x="941" y="231"/>
                      <a:pt x="979" y="144"/>
                      <a:pt x="1034" y="128"/>
                    </a:cubicBezTo>
                    <a:close/>
                    <a:moveTo>
                      <a:pt x="4421" y="266"/>
                    </a:moveTo>
                    <a:cubicBezTo>
                      <a:pt x="4476" y="266"/>
                      <a:pt x="4531" y="290"/>
                      <a:pt x="4567" y="334"/>
                    </a:cubicBezTo>
                    <a:cubicBezTo>
                      <a:pt x="4621" y="389"/>
                      <a:pt x="4687" y="411"/>
                      <a:pt x="4741" y="465"/>
                    </a:cubicBezTo>
                    <a:cubicBezTo>
                      <a:pt x="4801" y="536"/>
                      <a:pt x="4861" y="595"/>
                      <a:pt x="4931" y="661"/>
                    </a:cubicBezTo>
                    <a:lnTo>
                      <a:pt x="4801" y="661"/>
                    </a:lnTo>
                    <a:cubicBezTo>
                      <a:pt x="4703" y="661"/>
                      <a:pt x="4605" y="666"/>
                      <a:pt x="4513" y="688"/>
                    </a:cubicBezTo>
                    <a:cubicBezTo>
                      <a:pt x="4415" y="699"/>
                      <a:pt x="4322" y="720"/>
                      <a:pt x="4230" y="753"/>
                    </a:cubicBezTo>
                    <a:cubicBezTo>
                      <a:pt x="4219" y="758"/>
                      <a:pt x="4214" y="775"/>
                      <a:pt x="4219" y="786"/>
                    </a:cubicBezTo>
                    <a:cubicBezTo>
                      <a:pt x="4116" y="802"/>
                      <a:pt x="4018" y="807"/>
                      <a:pt x="3915" y="807"/>
                    </a:cubicBezTo>
                    <a:cubicBezTo>
                      <a:pt x="3773" y="807"/>
                      <a:pt x="3627" y="802"/>
                      <a:pt x="3480" y="796"/>
                    </a:cubicBezTo>
                    <a:cubicBezTo>
                      <a:pt x="3474" y="780"/>
                      <a:pt x="3458" y="764"/>
                      <a:pt x="3447" y="748"/>
                    </a:cubicBezTo>
                    <a:cubicBezTo>
                      <a:pt x="3436" y="715"/>
                      <a:pt x="3431" y="677"/>
                      <a:pt x="3420" y="650"/>
                    </a:cubicBezTo>
                    <a:cubicBezTo>
                      <a:pt x="3404" y="617"/>
                      <a:pt x="3393" y="595"/>
                      <a:pt x="3377" y="568"/>
                    </a:cubicBezTo>
                    <a:cubicBezTo>
                      <a:pt x="3344" y="503"/>
                      <a:pt x="3306" y="438"/>
                      <a:pt x="3257" y="383"/>
                    </a:cubicBezTo>
                    <a:cubicBezTo>
                      <a:pt x="3235" y="351"/>
                      <a:pt x="3214" y="318"/>
                      <a:pt x="3197" y="286"/>
                    </a:cubicBezTo>
                    <a:lnTo>
                      <a:pt x="3556" y="286"/>
                    </a:lnTo>
                    <a:cubicBezTo>
                      <a:pt x="3677" y="286"/>
                      <a:pt x="3802" y="297"/>
                      <a:pt x="3925" y="297"/>
                    </a:cubicBezTo>
                    <a:cubicBezTo>
                      <a:pt x="3945" y="297"/>
                      <a:pt x="3965" y="297"/>
                      <a:pt x="3985" y="296"/>
                    </a:cubicBezTo>
                    <a:cubicBezTo>
                      <a:pt x="4051" y="296"/>
                      <a:pt x="4110" y="275"/>
                      <a:pt x="4176" y="275"/>
                    </a:cubicBezTo>
                    <a:cubicBezTo>
                      <a:pt x="4206" y="277"/>
                      <a:pt x="4237" y="279"/>
                      <a:pt x="4269" y="279"/>
                    </a:cubicBezTo>
                    <a:cubicBezTo>
                      <a:pt x="4301" y="279"/>
                      <a:pt x="4333" y="277"/>
                      <a:pt x="4366" y="275"/>
                    </a:cubicBezTo>
                    <a:cubicBezTo>
                      <a:pt x="4384" y="269"/>
                      <a:pt x="4403" y="266"/>
                      <a:pt x="4421" y="266"/>
                    </a:cubicBezTo>
                    <a:close/>
                    <a:moveTo>
                      <a:pt x="4884" y="2831"/>
                    </a:moveTo>
                    <a:cubicBezTo>
                      <a:pt x="4956" y="2831"/>
                      <a:pt x="4975" y="2987"/>
                      <a:pt x="4975" y="3058"/>
                    </a:cubicBezTo>
                    <a:cubicBezTo>
                      <a:pt x="4975" y="3128"/>
                      <a:pt x="4910" y="3107"/>
                      <a:pt x="4855" y="3118"/>
                    </a:cubicBezTo>
                    <a:cubicBezTo>
                      <a:pt x="4795" y="3128"/>
                      <a:pt x="4741" y="3139"/>
                      <a:pt x="4687" y="3139"/>
                    </a:cubicBezTo>
                    <a:cubicBezTo>
                      <a:pt x="4692" y="3123"/>
                      <a:pt x="4687" y="3107"/>
                      <a:pt x="4676" y="3101"/>
                    </a:cubicBezTo>
                    <a:cubicBezTo>
                      <a:pt x="4681" y="2993"/>
                      <a:pt x="4746" y="2927"/>
                      <a:pt x="4828" y="2857"/>
                    </a:cubicBezTo>
                    <a:cubicBezTo>
                      <a:pt x="4850" y="2839"/>
                      <a:pt x="4868" y="2831"/>
                      <a:pt x="4884" y="2831"/>
                    </a:cubicBezTo>
                    <a:close/>
                    <a:moveTo>
                      <a:pt x="3239" y="2966"/>
                    </a:moveTo>
                    <a:cubicBezTo>
                      <a:pt x="3269" y="2966"/>
                      <a:pt x="3298" y="2977"/>
                      <a:pt x="3322" y="2998"/>
                    </a:cubicBezTo>
                    <a:cubicBezTo>
                      <a:pt x="3355" y="3031"/>
                      <a:pt x="3393" y="3112"/>
                      <a:pt x="3366" y="3150"/>
                    </a:cubicBezTo>
                    <a:cubicBezTo>
                      <a:pt x="3349" y="3183"/>
                      <a:pt x="3262" y="3194"/>
                      <a:pt x="3230" y="3199"/>
                    </a:cubicBezTo>
                    <a:cubicBezTo>
                      <a:pt x="3205" y="3202"/>
                      <a:pt x="3180" y="3203"/>
                      <a:pt x="3154" y="3203"/>
                    </a:cubicBezTo>
                    <a:cubicBezTo>
                      <a:pt x="3128" y="3203"/>
                      <a:pt x="3102" y="3202"/>
                      <a:pt x="3078" y="3199"/>
                    </a:cubicBezTo>
                    <a:lnTo>
                      <a:pt x="3078" y="3194"/>
                    </a:lnTo>
                    <a:cubicBezTo>
                      <a:pt x="3105" y="3128"/>
                      <a:pt x="3094" y="3036"/>
                      <a:pt x="3170" y="2987"/>
                    </a:cubicBezTo>
                    <a:cubicBezTo>
                      <a:pt x="3192" y="2973"/>
                      <a:pt x="3215" y="2966"/>
                      <a:pt x="3239" y="2966"/>
                    </a:cubicBezTo>
                    <a:close/>
                    <a:moveTo>
                      <a:pt x="4545" y="3215"/>
                    </a:moveTo>
                    <a:cubicBezTo>
                      <a:pt x="4551" y="3215"/>
                      <a:pt x="4605" y="3237"/>
                      <a:pt x="4611" y="3243"/>
                    </a:cubicBezTo>
                    <a:cubicBezTo>
                      <a:pt x="4638" y="3248"/>
                      <a:pt x="4665" y="3248"/>
                      <a:pt x="4692" y="3248"/>
                    </a:cubicBezTo>
                    <a:cubicBezTo>
                      <a:pt x="4763" y="3248"/>
                      <a:pt x="4823" y="3232"/>
                      <a:pt x="4888" y="3232"/>
                    </a:cubicBezTo>
                    <a:lnTo>
                      <a:pt x="4920" y="3232"/>
                    </a:lnTo>
                    <a:cubicBezTo>
                      <a:pt x="4915" y="3243"/>
                      <a:pt x="4920" y="3259"/>
                      <a:pt x="4937" y="3259"/>
                    </a:cubicBezTo>
                    <a:cubicBezTo>
                      <a:pt x="4958" y="3264"/>
                      <a:pt x="4975" y="3275"/>
                      <a:pt x="4996" y="3281"/>
                    </a:cubicBezTo>
                    <a:cubicBezTo>
                      <a:pt x="5018" y="3291"/>
                      <a:pt x="5018" y="3286"/>
                      <a:pt x="5007" y="3308"/>
                    </a:cubicBezTo>
                    <a:cubicBezTo>
                      <a:pt x="4980" y="3362"/>
                      <a:pt x="4969" y="3417"/>
                      <a:pt x="4969" y="3476"/>
                    </a:cubicBezTo>
                    <a:cubicBezTo>
                      <a:pt x="4969" y="3509"/>
                      <a:pt x="4969" y="3542"/>
                      <a:pt x="4964" y="3580"/>
                    </a:cubicBezTo>
                    <a:cubicBezTo>
                      <a:pt x="4964" y="3594"/>
                      <a:pt x="4948" y="3616"/>
                      <a:pt x="4954" y="3618"/>
                    </a:cubicBezTo>
                    <a:lnTo>
                      <a:pt x="4954" y="3618"/>
                    </a:lnTo>
                    <a:cubicBezTo>
                      <a:pt x="4935" y="3620"/>
                      <a:pt x="4916" y="3621"/>
                      <a:pt x="4898" y="3621"/>
                    </a:cubicBezTo>
                    <a:cubicBezTo>
                      <a:pt x="4870" y="3621"/>
                      <a:pt x="4843" y="3619"/>
                      <a:pt x="4817" y="3612"/>
                    </a:cubicBezTo>
                    <a:lnTo>
                      <a:pt x="4611" y="3612"/>
                    </a:lnTo>
                    <a:cubicBezTo>
                      <a:pt x="4603" y="3612"/>
                      <a:pt x="4589" y="3617"/>
                      <a:pt x="4577" y="3617"/>
                    </a:cubicBezTo>
                    <a:cubicBezTo>
                      <a:pt x="4571" y="3617"/>
                      <a:pt x="4565" y="3616"/>
                      <a:pt x="4562" y="3612"/>
                    </a:cubicBezTo>
                    <a:cubicBezTo>
                      <a:pt x="4556" y="3607"/>
                      <a:pt x="4551" y="3536"/>
                      <a:pt x="4545" y="3520"/>
                    </a:cubicBezTo>
                    <a:cubicBezTo>
                      <a:pt x="4545" y="3460"/>
                      <a:pt x="4545" y="3406"/>
                      <a:pt x="4545" y="3346"/>
                    </a:cubicBezTo>
                    <a:cubicBezTo>
                      <a:pt x="4540" y="3302"/>
                      <a:pt x="4540" y="3259"/>
                      <a:pt x="4545" y="3215"/>
                    </a:cubicBezTo>
                    <a:close/>
                    <a:moveTo>
                      <a:pt x="3480" y="3281"/>
                    </a:moveTo>
                    <a:cubicBezTo>
                      <a:pt x="3480" y="3281"/>
                      <a:pt x="3480" y="3286"/>
                      <a:pt x="3480" y="3286"/>
                    </a:cubicBezTo>
                    <a:cubicBezTo>
                      <a:pt x="3474" y="3297"/>
                      <a:pt x="3474" y="3308"/>
                      <a:pt x="3480" y="3324"/>
                    </a:cubicBezTo>
                    <a:lnTo>
                      <a:pt x="3480" y="3324"/>
                    </a:lnTo>
                    <a:cubicBezTo>
                      <a:pt x="3479" y="3349"/>
                      <a:pt x="3474" y="3369"/>
                      <a:pt x="3469" y="3395"/>
                    </a:cubicBezTo>
                    <a:cubicBezTo>
                      <a:pt x="3469" y="3455"/>
                      <a:pt x="3458" y="3509"/>
                      <a:pt x="3447" y="3569"/>
                    </a:cubicBezTo>
                    <a:cubicBezTo>
                      <a:pt x="3436" y="3618"/>
                      <a:pt x="3447" y="3618"/>
                      <a:pt x="3398" y="3623"/>
                    </a:cubicBezTo>
                    <a:lnTo>
                      <a:pt x="3208" y="3623"/>
                    </a:lnTo>
                    <a:cubicBezTo>
                      <a:pt x="3168" y="3623"/>
                      <a:pt x="3126" y="3615"/>
                      <a:pt x="3087" y="3615"/>
                    </a:cubicBezTo>
                    <a:cubicBezTo>
                      <a:pt x="3062" y="3615"/>
                      <a:pt x="3039" y="3618"/>
                      <a:pt x="3018" y="3629"/>
                    </a:cubicBezTo>
                    <a:cubicBezTo>
                      <a:pt x="3012" y="3634"/>
                      <a:pt x="3002" y="3634"/>
                      <a:pt x="2996" y="3639"/>
                    </a:cubicBezTo>
                    <a:lnTo>
                      <a:pt x="2996" y="3645"/>
                    </a:lnTo>
                    <a:cubicBezTo>
                      <a:pt x="2985" y="3629"/>
                      <a:pt x="2985" y="3612"/>
                      <a:pt x="2985" y="3590"/>
                    </a:cubicBezTo>
                    <a:lnTo>
                      <a:pt x="2985" y="3455"/>
                    </a:lnTo>
                    <a:cubicBezTo>
                      <a:pt x="2985" y="3427"/>
                      <a:pt x="2953" y="3319"/>
                      <a:pt x="2969" y="3308"/>
                    </a:cubicBezTo>
                    <a:cubicBezTo>
                      <a:pt x="2974" y="3301"/>
                      <a:pt x="2984" y="3299"/>
                      <a:pt x="2997" y="3299"/>
                    </a:cubicBezTo>
                    <a:cubicBezTo>
                      <a:pt x="3038" y="3299"/>
                      <a:pt x="3107" y="3324"/>
                      <a:pt x="3132" y="3324"/>
                    </a:cubicBezTo>
                    <a:cubicBezTo>
                      <a:pt x="3143" y="3325"/>
                      <a:pt x="3154" y="3325"/>
                      <a:pt x="3165" y="3325"/>
                    </a:cubicBezTo>
                    <a:cubicBezTo>
                      <a:pt x="3241" y="3325"/>
                      <a:pt x="3316" y="3309"/>
                      <a:pt x="3387" y="3281"/>
                    </a:cubicBezTo>
                    <a:cubicBezTo>
                      <a:pt x="3404" y="3286"/>
                      <a:pt x="3420" y="3286"/>
                      <a:pt x="3442" y="3286"/>
                    </a:cubicBezTo>
                    <a:cubicBezTo>
                      <a:pt x="3453" y="3286"/>
                      <a:pt x="3464" y="3286"/>
                      <a:pt x="3480" y="3281"/>
                    </a:cubicBezTo>
                    <a:close/>
                    <a:moveTo>
                      <a:pt x="4714" y="802"/>
                    </a:moveTo>
                    <a:cubicBezTo>
                      <a:pt x="4768" y="802"/>
                      <a:pt x="4828" y="813"/>
                      <a:pt x="4882" y="813"/>
                    </a:cubicBezTo>
                    <a:cubicBezTo>
                      <a:pt x="4920" y="813"/>
                      <a:pt x="4980" y="824"/>
                      <a:pt x="5035" y="824"/>
                    </a:cubicBezTo>
                    <a:lnTo>
                      <a:pt x="5029" y="829"/>
                    </a:lnTo>
                    <a:cubicBezTo>
                      <a:pt x="5024" y="867"/>
                      <a:pt x="5013" y="905"/>
                      <a:pt x="5002" y="943"/>
                    </a:cubicBezTo>
                    <a:cubicBezTo>
                      <a:pt x="4980" y="1036"/>
                      <a:pt x="4996" y="1128"/>
                      <a:pt x="4980" y="1220"/>
                    </a:cubicBezTo>
                    <a:cubicBezTo>
                      <a:pt x="4969" y="1259"/>
                      <a:pt x="4958" y="1302"/>
                      <a:pt x="4953" y="1340"/>
                    </a:cubicBezTo>
                    <a:cubicBezTo>
                      <a:pt x="4953" y="1384"/>
                      <a:pt x="4953" y="1443"/>
                      <a:pt x="4953" y="1498"/>
                    </a:cubicBezTo>
                    <a:cubicBezTo>
                      <a:pt x="4953" y="1596"/>
                      <a:pt x="4937" y="1683"/>
                      <a:pt x="4931" y="1780"/>
                    </a:cubicBezTo>
                    <a:cubicBezTo>
                      <a:pt x="4910" y="1992"/>
                      <a:pt x="4931" y="2215"/>
                      <a:pt x="4931" y="2433"/>
                    </a:cubicBezTo>
                    <a:cubicBezTo>
                      <a:pt x="4931" y="2476"/>
                      <a:pt x="4920" y="2525"/>
                      <a:pt x="4926" y="2569"/>
                    </a:cubicBezTo>
                    <a:cubicBezTo>
                      <a:pt x="4931" y="2601"/>
                      <a:pt x="4942" y="2639"/>
                      <a:pt x="4953" y="2672"/>
                    </a:cubicBezTo>
                    <a:cubicBezTo>
                      <a:pt x="4958" y="2688"/>
                      <a:pt x="4958" y="2699"/>
                      <a:pt x="4958" y="2715"/>
                    </a:cubicBezTo>
                    <a:cubicBezTo>
                      <a:pt x="4938" y="2704"/>
                      <a:pt x="4916" y="2698"/>
                      <a:pt x="4894" y="2698"/>
                    </a:cubicBezTo>
                    <a:cubicBezTo>
                      <a:pt x="4875" y="2698"/>
                      <a:pt x="4856" y="2702"/>
                      <a:pt x="4839" y="2710"/>
                    </a:cubicBezTo>
                    <a:cubicBezTo>
                      <a:pt x="4736" y="2753"/>
                      <a:pt x="4654" y="2829"/>
                      <a:pt x="4600" y="2927"/>
                    </a:cubicBezTo>
                    <a:cubicBezTo>
                      <a:pt x="4567" y="2987"/>
                      <a:pt x="4562" y="3058"/>
                      <a:pt x="4589" y="3123"/>
                    </a:cubicBezTo>
                    <a:cubicBezTo>
                      <a:pt x="4569" y="3118"/>
                      <a:pt x="4548" y="3114"/>
                      <a:pt x="4530" y="3114"/>
                    </a:cubicBezTo>
                    <a:cubicBezTo>
                      <a:pt x="4488" y="3114"/>
                      <a:pt x="4453" y="3132"/>
                      <a:pt x="4442" y="3188"/>
                    </a:cubicBezTo>
                    <a:cubicBezTo>
                      <a:pt x="4437" y="3221"/>
                      <a:pt x="4437" y="3259"/>
                      <a:pt x="4442" y="3291"/>
                    </a:cubicBezTo>
                    <a:cubicBezTo>
                      <a:pt x="4437" y="3351"/>
                      <a:pt x="4431" y="3417"/>
                      <a:pt x="4426" y="3482"/>
                    </a:cubicBezTo>
                    <a:cubicBezTo>
                      <a:pt x="4415" y="3569"/>
                      <a:pt x="4415" y="3710"/>
                      <a:pt x="4518" y="3748"/>
                    </a:cubicBezTo>
                    <a:cubicBezTo>
                      <a:pt x="4544" y="3754"/>
                      <a:pt x="4569" y="3757"/>
                      <a:pt x="4595" y="3757"/>
                    </a:cubicBezTo>
                    <a:cubicBezTo>
                      <a:pt x="4613" y="3757"/>
                      <a:pt x="4631" y="3756"/>
                      <a:pt x="4649" y="3754"/>
                    </a:cubicBezTo>
                    <a:lnTo>
                      <a:pt x="4877" y="3754"/>
                    </a:lnTo>
                    <a:cubicBezTo>
                      <a:pt x="4893" y="3756"/>
                      <a:pt x="4910" y="3758"/>
                      <a:pt x="4926" y="3758"/>
                    </a:cubicBezTo>
                    <a:cubicBezTo>
                      <a:pt x="4943" y="3758"/>
                      <a:pt x="4961" y="3756"/>
                      <a:pt x="4980" y="3754"/>
                    </a:cubicBezTo>
                    <a:lnTo>
                      <a:pt x="4980" y="3754"/>
                    </a:lnTo>
                    <a:cubicBezTo>
                      <a:pt x="4975" y="3868"/>
                      <a:pt x="4969" y="3976"/>
                      <a:pt x="4964" y="4085"/>
                    </a:cubicBezTo>
                    <a:cubicBezTo>
                      <a:pt x="4964" y="4199"/>
                      <a:pt x="4964" y="4308"/>
                      <a:pt x="4953" y="4417"/>
                    </a:cubicBezTo>
                    <a:cubicBezTo>
                      <a:pt x="4942" y="4520"/>
                      <a:pt x="4915" y="4623"/>
                      <a:pt x="4904" y="4721"/>
                    </a:cubicBezTo>
                    <a:cubicBezTo>
                      <a:pt x="4899" y="4819"/>
                      <a:pt x="4904" y="4933"/>
                      <a:pt x="4904" y="5036"/>
                    </a:cubicBezTo>
                    <a:cubicBezTo>
                      <a:pt x="4904" y="5140"/>
                      <a:pt x="4882" y="5227"/>
                      <a:pt x="4877" y="5324"/>
                    </a:cubicBezTo>
                    <a:cubicBezTo>
                      <a:pt x="4866" y="5428"/>
                      <a:pt x="4882" y="5520"/>
                      <a:pt x="4882" y="5618"/>
                    </a:cubicBezTo>
                    <a:cubicBezTo>
                      <a:pt x="4882" y="5716"/>
                      <a:pt x="4850" y="5738"/>
                      <a:pt x="4812" y="5814"/>
                    </a:cubicBezTo>
                    <a:cubicBezTo>
                      <a:pt x="4784" y="5819"/>
                      <a:pt x="4763" y="5825"/>
                      <a:pt x="4736" y="5825"/>
                    </a:cubicBezTo>
                    <a:lnTo>
                      <a:pt x="4556" y="5846"/>
                    </a:lnTo>
                    <a:cubicBezTo>
                      <a:pt x="4480" y="5857"/>
                      <a:pt x="4404" y="5846"/>
                      <a:pt x="4328" y="5868"/>
                    </a:cubicBezTo>
                    <a:cubicBezTo>
                      <a:pt x="4241" y="5884"/>
                      <a:pt x="4148" y="5879"/>
                      <a:pt x="4056" y="5890"/>
                    </a:cubicBezTo>
                    <a:cubicBezTo>
                      <a:pt x="3991" y="5901"/>
                      <a:pt x="3920" y="5906"/>
                      <a:pt x="3850" y="5917"/>
                    </a:cubicBezTo>
                    <a:cubicBezTo>
                      <a:pt x="3768" y="5922"/>
                      <a:pt x="3692" y="5928"/>
                      <a:pt x="3610" y="5928"/>
                    </a:cubicBezTo>
                    <a:cubicBezTo>
                      <a:pt x="3610" y="5922"/>
                      <a:pt x="3610" y="5917"/>
                      <a:pt x="3610" y="5912"/>
                    </a:cubicBezTo>
                    <a:cubicBezTo>
                      <a:pt x="3610" y="5868"/>
                      <a:pt x="3616" y="5825"/>
                      <a:pt x="3616" y="5781"/>
                    </a:cubicBezTo>
                    <a:cubicBezTo>
                      <a:pt x="3627" y="5743"/>
                      <a:pt x="3632" y="5705"/>
                      <a:pt x="3638" y="5667"/>
                    </a:cubicBezTo>
                    <a:cubicBezTo>
                      <a:pt x="3643" y="5569"/>
                      <a:pt x="3638" y="5466"/>
                      <a:pt x="3638" y="5368"/>
                    </a:cubicBezTo>
                    <a:lnTo>
                      <a:pt x="3638" y="5036"/>
                    </a:lnTo>
                    <a:cubicBezTo>
                      <a:pt x="3638" y="4928"/>
                      <a:pt x="3621" y="4830"/>
                      <a:pt x="3616" y="4727"/>
                    </a:cubicBezTo>
                    <a:cubicBezTo>
                      <a:pt x="3599" y="4515"/>
                      <a:pt x="3610" y="4303"/>
                      <a:pt x="3605" y="4091"/>
                    </a:cubicBezTo>
                    <a:cubicBezTo>
                      <a:pt x="3599" y="4004"/>
                      <a:pt x="3594" y="3922"/>
                      <a:pt x="3578" y="3835"/>
                    </a:cubicBezTo>
                    <a:cubicBezTo>
                      <a:pt x="3567" y="3770"/>
                      <a:pt x="3561" y="3710"/>
                      <a:pt x="3556" y="3645"/>
                    </a:cubicBezTo>
                    <a:cubicBezTo>
                      <a:pt x="3561" y="3639"/>
                      <a:pt x="3561" y="3629"/>
                      <a:pt x="3567" y="3618"/>
                    </a:cubicBezTo>
                    <a:cubicBezTo>
                      <a:pt x="3578" y="3552"/>
                      <a:pt x="3589" y="3487"/>
                      <a:pt x="3589" y="3417"/>
                    </a:cubicBezTo>
                    <a:cubicBezTo>
                      <a:pt x="3594" y="3362"/>
                      <a:pt x="3599" y="3308"/>
                      <a:pt x="3594" y="3259"/>
                    </a:cubicBezTo>
                    <a:cubicBezTo>
                      <a:pt x="3594" y="3215"/>
                      <a:pt x="3567" y="3177"/>
                      <a:pt x="3529" y="3156"/>
                    </a:cubicBezTo>
                    <a:cubicBezTo>
                      <a:pt x="3540" y="3069"/>
                      <a:pt x="3545" y="2982"/>
                      <a:pt x="3540" y="2889"/>
                    </a:cubicBezTo>
                    <a:cubicBezTo>
                      <a:pt x="3534" y="2846"/>
                      <a:pt x="3534" y="2802"/>
                      <a:pt x="3540" y="2753"/>
                    </a:cubicBezTo>
                    <a:cubicBezTo>
                      <a:pt x="3556" y="2710"/>
                      <a:pt x="3561" y="2666"/>
                      <a:pt x="3561" y="2617"/>
                    </a:cubicBezTo>
                    <a:cubicBezTo>
                      <a:pt x="3572" y="2525"/>
                      <a:pt x="3572" y="2433"/>
                      <a:pt x="3561" y="2340"/>
                    </a:cubicBezTo>
                    <a:cubicBezTo>
                      <a:pt x="3556" y="2297"/>
                      <a:pt x="3545" y="2248"/>
                      <a:pt x="3540" y="2199"/>
                    </a:cubicBezTo>
                    <a:cubicBezTo>
                      <a:pt x="3540" y="2150"/>
                      <a:pt x="3540" y="2096"/>
                      <a:pt x="3540" y="2041"/>
                    </a:cubicBezTo>
                    <a:cubicBezTo>
                      <a:pt x="3540" y="1824"/>
                      <a:pt x="3534" y="1606"/>
                      <a:pt x="3534" y="1389"/>
                    </a:cubicBezTo>
                    <a:cubicBezTo>
                      <a:pt x="3534" y="1291"/>
                      <a:pt x="3534" y="1188"/>
                      <a:pt x="3529" y="1090"/>
                    </a:cubicBezTo>
                    <a:cubicBezTo>
                      <a:pt x="3529" y="1036"/>
                      <a:pt x="3523" y="987"/>
                      <a:pt x="3518" y="932"/>
                    </a:cubicBezTo>
                    <a:cubicBezTo>
                      <a:pt x="3518" y="927"/>
                      <a:pt x="3518" y="921"/>
                      <a:pt x="3518" y="916"/>
                    </a:cubicBezTo>
                    <a:cubicBezTo>
                      <a:pt x="3627" y="921"/>
                      <a:pt x="3741" y="927"/>
                      <a:pt x="3855" y="927"/>
                    </a:cubicBezTo>
                    <a:cubicBezTo>
                      <a:pt x="4023" y="927"/>
                      <a:pt x="4192" y="911"/>
                      <a:pt x="4355" y="883"/>
                    </a:cubicBezTo>
                    <a:cubicBezTo>
                      <a:pt x="4447" y="867"/>
                      <a:pt x="4534" y="845"/>
                      <a:pt x="4627" y="824"/>
                    </a:cubicBezTo>
                    <a:cubicBezTo>
                      <a:pt x="4659" y="818"/>
                      <a:pt x="4687" y="807"/>
                      <a:pt x="4714" y="802"/>
                    </a:cubicBezTo>
                    <a:close/>
                    <a:moveTo>
                      <a:pt x="3201" y="906"/>
                    </a:moveTo>
                    <a:cubicBezTo>
                      <a:pt x="3258" y="906"/>
                      <a:pt x="3315" y="907"/>
                      <a:pt x="3371" y="911"/>
                    </a:cubicBezTo>
                    <a:lnTo>
                      <a:pt x="3447" y="916"/>
                    </a:lnTo>
                    <a:cubicBezTo>
                      <a:pt x="3453" y="1297"/>
                      <a:pt x="3431" y="1683"/>
                      <a:pt x="3426" y="2063"/>
                    </a:cubicBezTo>
                    <a:cubicBezTo>
                      <a:pt x="3426" y="2150"/>
                      <a:pt x="3431" y="2242"/>
                      <a:pt x="3447" y="2335"/>
                    </a:cubicBezTo>
                    <a:cubicBezTo>
                      <a:pt x="3458" y="2433"/>
                      <a:pt x="3458" y="2530"/>
                      <a:pt x="3447" y="2628"/>
                    </a:cubicBezTo>
                    <a:cubicBezTo>
                      <a:pt x="3447" y="2677"/>
                      <a:pt x="3431" y="2721"/>
                      <a:pt x="3426" y="2770"/>
                    </a:cubicBezTo>
                    <a:cubicBezTo>
                      <a:pt x="3420" y="2808"/>
                      <a:pt x="3420" y="2846"/>
                      <a:pt x="3426" y="2884"/>
                    </a:cubicBezTo>
                    <a:lnTo>
                      <a:pt x="3426" y="3009"/>
                    </a:lnTo>
                    <a:cubicBezTo>
                      <a:pt x="3398" y="2954"/>
                      <a:pt x="3349" y="2911"/>
                      <a:pt x="3290" y="2889"/>
                    </a:cubicBezTo>
                    <a:cubicBezTo>
                      <a:pt x="3271" y="2884"/>
                      <a:pt x="3252" y="2882"/>
                      <a:pt x="3233" y="2882"/>
                    </a:cubicBezTo>
                    <a:cubicBezTo>
                      <a:pt x="3168" y="2882"/>
                      <a:pt x="3103" y="2911"/>
                      <a:pt x="3061" y="2965"/>
                    </a:cubicBezTo>
                    <a:cubicBezTo>
                      <a:pt x="3018" y="3031"/>
                      <a:pt x="2991" y="3107"/>
                      <a:pt x="2996" y="3188"/>
                    </a:cubicBezTo>
                    <a:cubicBezTo>
                      <a:pt x="2990" y="3187"/>
                      <a:pt x="2983" y="3187"/>
                      <a:pt x="2977" y="3187"/>
                    </a:cubicBezTo>
                    <a:cubicBezTo>
                      <a:pt x="2908" y="3187"/>
                      <a:pt x="2849" y="3239"/>
                      <a:pt x="2844" y="3313"/>
                    </a:cubicBezTo>
                    <a:cubicBezTo>
                      <a:pt x="2844" y="3373"/>
                      <a:pt x="2871" y="3422"/>
                      <a:pt x="2866" y="3482"/>
                    </a:cubicBezTo>
                    <a:cubicBezTo>
                      <a:pt x="2860" y="3525"/>
                      <a:pt x="2860" y="3574"/>
                      <a:pt x="2860" y="3618"/>
                    </a:cubicBezTo>
                    <a:cubicBezTo>
                      <a:pt x="2865" y="3686"/>
                      <a:pt x="2897" y="3773"/>
                      <a:pt x="2971" y="3773"/>
                    </a:cubicBezTo>
                    <a:cubicBezTo>
                      <a:pt x="2979" y="3773"/>
                      <a:pt x="2987" y="3772"/>
                      <a:pt x="2996" y="3770"/>
                    </a:cubicBezTo>
                    <a:cubicBezTo>
                      <a:pt x="3029" y="3764"/>
                      <a:pt x="3056" y="3754"/>
                      <a:pt x="3089" y="3754"/>
                    </a:cubicBezTo>
                    <a:cubicBezTo>
                      <a:pt x="3121" y="3754"/>
                      <a:pt x="3154" y="3759"/>
                      <a:pt x="3186" y="3759"/>
                    </a:cubicBezTo>
                    <a:lnTo>
                      <a:pt x="3393" y="3759"/>
                    </a:lnTo>
                    <a:cubicBezTo>
                      <a:pt x="3426" y="3759"/>
                      <a:pt x="3458" y="3748"/>
                      <a:pt x="3485" y="3732"/>
                    </a:cubicBezTo>
                    <a:cubicBezTo>
                      <a:pt x="3485" y="3851"/>
                      <a:pt x="3496" y="3971"/>
                      <a:pt x="3485" y="4085"/>
                    </a:cubicBezTo>
                    <a:cubicBezTo>
                      <a:pt x="3485" y="4303"/>
                      <a:pt x="3469" y="4520"/>
                      <a:pt x="3480" y="4732"/>
                    </a:cubicBezTo>
                    <a:cubicBezTo>
                      <a:pt x="3485" y="4841"/>
                      <a:pt x="3502" y="4944"/>
                      <a:pt x="3502" y="5047"/>
                    </a:cubicBezTo>
                    <a:lnTo>
                      <a:pt x="3502" y="5363"/>
                    </a:lnTo>
                    <a:cubicBezTo>
                      <a:pt x="3502" y="5471"/>
                      <a:pt x="3507" y="5564"/>
                      <a:pt x="3502" y="5662"/>
                    </a:cubicBezTo>
                    <a:cubicBezTo>
                      <a:pt x="3496" y="5765"/>
                      <a:pt x="3464" y="5841"/>
                      <a:pt x="3485" y="5933"/>
                    </a:cubicBezTo>
                    <a:lnTo>
                      <a:pt x="3496" y="5933"/>
                    </a:lnTo>
                    <a:lnTo>
                      <a:pt x="3496" y="5939"/>
                    </a:lnTo>
                    <a:cubicBezTo>
                      <a:pt x="3436" y="5950"/>
                      <a:pt x="3377" y="5950"/>
                      <a:pt x="3317" y="5950"/>
                    </a:cubicBezTo>
                    <a:cubicBezTo>
                      <a:pt x="3290" y="5948"/>
                      <a:pt x="3263" y="5947"/>
                      <a:pt x="3237" y="5947"/>
                    </a:cubicBezTo>
                    <a:cubicBezTo>
                      <a:pt x="3173" y="5947"/>
                      <a:pt x="3110" y="5951"/>
                      <a:pt x="3045" y="5955"/>
                    </a:cubicBezTo>
                    <a:cubicBezTo>
                      <a:pt x="2860" y="5971"/>
                      <a:pt x="2675" y="5971"/>
                      <a:pt x="2491" y="5971"/>
                    </a:cubicBezTo>
                    <a:cubicBezTo>
                      <a:pt x="2404" y="5971"/>
                      <a:pt x="2317" y="5982"/>
                      <a:pt x="2230" y="5988"/>
                    </a:cubicBezTo>
                    <a:cubicBezTo>
                      <a:pt x="2200" y="5990"/>
                      <a:pt x="2171" y="5992"/>
                      <a:pt x="2143" y="5992"/>
                    </a:cubicBezTo>
                    <a:cubicBezTo>
                      <a:pt x="2114" y="5992"/>
                      <a:pt x="2086" y="5990"/>
                      <a:pt x="2056" y="5988"/>
                    </a:cubicBezTo>
                    <a:cubicBezTo>
                      <a:pt x="2056" y="5982"/>
                      <a:pt x="2050" y="5971"/>
                      <a:pt x="2050" y="5960"/>
                    </a:cubicBezTo>
                    <a:cubicBezTo>
                      <a:pt x="2039" y="5922"/>
                      <a:pt x="2039" y="5884"/>
                      <a:pt x="2045" y="5846"/>
                    </a:cubicBezTo>
                    <a:cubicBezTo>
                      <a:pt x="2039" y="5759"/>
                      <a:pt x="2034" y="5672"/>
                      <a:pt x="2029" y="5591"/>
                    </a:cubicBezTo>
                    <a:cubicBezTo>
                      <a:pt x="2018" y="5504"/>
                      <a:pt x="2018" y="5422"/>
                      <a:pt x="2023" y="5335"/>
                    </a:cubicBezTo>
                    <a:cubicBezTo>
                      <a:pt x="2018" y="5259"/>
                      <a:pt x="2007" y="5183"/>
                      <a:pt x="1996" y="5107"/>
                    </a:cubicBezTo>
                    <a:cubicBezTo>
                      <a:pt x="1985" y="5020"/>
                      <a:pt x="1996" y="4933"/>
                      <a:pt x="1990" y="4852"/>
                    </a:cubicBezTo>
                    <a:cubicBezTo>
                      <a:pt x="1985" y="4770"/>
                      <a:pt x="1974" y="4667"/>
                      <a:pt x="1969" y="4574"/>
                    </a:cubicBezTo>
                    <a:cubicBezTo>
                      <a:pt x="1963" y="4487"/>
                      <a:pt x="1963" y="4400"/>
                      <a:pt x="1980" y="4313"/>
                    </a:cubicBezTo>
                    <a:cubicBezTo>
                      <a:pt x="1990" y="4232"/>
                      <a:pt x="1990" y="4145"/>
                      <a:pt x="1990" y="4058"/>
                    </a:cubicBezTo>
                    <a:lnTo>
                      <a:pt x="1990" y="2944"/>
                    </a:lnTo>
                    <a:lnTo>
                      <a:pt x="1990" y="2373"/>
                    </a:lnTo>
                    <a:cubicBezTo>
                      <a:pt x="1996" y="2193"/>
                      <a:pt x="1990" y="2009"/>
                      <a:pt x="1980" y="1829"/>
                    </a:cubicBezTo>
                    <a:cubicBezTo>
                      <a:pt x="1969" y="1748"/>
                      <a:pt x="1980" y="1661"/>
                      <a:pt x="1969" y="1574"/>
                    </a:cubicBezTo>
                    <a:cubicBezTo>
                      <a:pt x="1952" y="1525"/>
                      <a:pt x="1947" y="1476"/>
                      <a:pt x="1942" y="1427"/>
                    </a:cubicBezTo>
                    <a:lnTo>
                      <a:pt x="1942" y="1297"/>
                    </a:lnTo>
                    <a:cubicBezTo>
                      <a:pt x="1942" y="1188"/>
                      <a:pt x="1942" y="1085"/>
                      <a:pt x="1936" y="981"/>
                    </a:cubicBezTo>
                    <a:cubicBezTo>
                      <a:pt x="1936" y="960"/>
                      <a:pt x="1936" y="938"/>
                      <a:pt x="1936" y="911"/>
                    </a:cubicBezTo>
                    <a:lnTo>
                      <a:pt x="2371" y="911"/>
                    </a:lnTo>
                    <a:cubicBezTo>
                      <a:pt x="2425" y="912"/>
                      <a:pt x="2480" y="913"/>
                      <a:pt x="2535" y="913"/>
                    </a:cubicBezTo>
                    <a:cubicBezTo>
                      <a:pt x="2646" y="913"/>
                      <a:pt x="2757" y="911"/>
                      <a:pt x="2866" y="911"/>
                    </a:cubicBezTo>
                    <a:cubicBezTo>
                      <a:pt x="2974" y="911"/>
                      <a:pt x="3088" y="906"/>
                      <a:pt x="3201" y="906"/>
                    </a:cubicBezTo>
                    <a:close/>
                    <a:moveTo>
                      <a:pt x="479" y="818"/>
                    </a:moveTo>
                    <a:cubicBezTo>
                      <a:pt x="545" y="824"/>
                      <a:pt x="610" y="835"/>
                      <a:pt x="675" y="851"/>
                    </a:cubicBezTo>
                    <a:cubicBezTo>
                      <a:pt x="727" y="859"/>
                      <a:pt x="781" y="864"/>
                      <a:pt x="837" y="864"/>
                    </a:cubicBezTo>
                    <a:cubicBezTo>
                      <a:pt x="857" y="864"/>
                      <a:pt x="877" y="863"/>
                      <a:pt x="898" y="862"/>
                    </a:cubicBezTo>
                    <a:cubicBezTo>
                      <a:pt x="1066" y="862"/>
                      <a:pt x="1229" y="889"/>
                      <a:pt x="1398" y="900"/>
                    </a:cubicBezTo>
                    <a:cubicBezTo>
                      <a:pt x="1550" y="911"/>
                      <a:pt x="1702" y="905"/>
                      <a:pt x="1855" y="911"/>
                    </a:cubicBezTo>
                    <a:lnTo>
                      <a:pt x="1855" y="932"/>
                    </a:lnTo>
                    <a:cubicBezTo>
                      <a:pt x="1855" y="965"/>
                      <a:pt x="1849" y="1003"/>
                      <a:pt x="1849" y="1036"/>
                    </a:cubicBezTo>
                    <a:lnTo>
                      <a:pt x="1849" y="1318"/>
                    </a:lnTo>
                    <a:cubicBezTo>
                      <a:pt x="1844" y="1389"/>
                      <a:pt x="1844" y="1465"/>
                      <a:pt x="1855" y="1536"/>
                    </a:cubicBezTo>
                    <a:cubicBezTo>
                      <a:pt x="1865" y="1617"/>
                      <a:pt x="1871" y="1704"/>
                      <a:pt x="1871" y="1786"/>
                    </a:cubicBezTo>
                    <a:cubicBezTo>
                      <a:pt x="1909" y="2139"/>
                      <a:pt x="1893" y="2503"/>
                      <a:pt x="1893" y="2857"/>
                    </a:cubicBezTo>
                    <a:lnTo>
                      <a:pt x="1893" y="3971"/>
                    </a:lnTo>
                    <a:cubicBezTo>
                      <a:pt x="1893" y="4058"/>
                      <a:pt x="1898" y="4139"/>
                      <a:pt x="1893" y="4226"/>
                    </a:cubicBezTo>
                    <a:cubicBezTo>
                      <a:pt x="1887" y="4308"/>
                      <a:pt x="1865" y="4400"/>
                      <a:pt x="1865" y="4493"/>
                    </a:cubicBezTo>
                    <a:cubicBezTo>
                      <a:pt x="1865" y="4661"/>
                      <a:pt x="1893" y="4830"/>
                      <a:pt x="1887" y="4998"/>
                    </a:cubicBezTo>
                    <a:cubicBezTo>
                      <a:pt x="1887" y="5091"/>
                      <a:pt x="1909" y="5167"/>
                      <a:pt x="1909" y="5254"/>
                    </a:cubicBezTo>
                    <a:cubicBezTo>
                      <a:pt x="1914" y="5341"/>
                      <a:pt x="1904" y="5444"/>
                      <a:pt x="1909" y="5536"/>
                    </a:cubicBezTo>
                    <a:cubicBezTo>
                      <a:pt x="1920" y="5629"/>
                      <a:pt x="1931" y="5716"/>
                      <a:pt x="1931" y="5808"/>
                    </a:cubicBezTo>
                    <a:cubicBezTo>
                      <a:pt x="1931" y="5852"/>
                      <a:pt x="1925" y="5895"/>
                      <a:pt x="1931" y="5939"/>
                    </a:cubicBezTo>
                    <a:cubicBezTo>
                      <a:pt x="1936" y="5955"/>
                      <a:pt x="1936" y="5971"/>
                      <a:pt x="1942" y="5988"/>
                    </a:cubicBezTo>
                    <a:cubicBezTo>
                      <a:pt x="1871" y="5988"/>
                      <a:pt x="1795" y="5999"/>
                      <a:pt x="1724" y="6009"/>
                    </a:cubicBezTo>
                    <a:cubicBezTo>
                      <a:pt x="1667" y="6016"/>
                      <a:pt x="1611" y="6018"/>
                      <a:pt x="1556" y="6018"/>
                    </a:cubicBezTo>
                    <a:cubicBezTo>
                      <a:pt x="1516" y="6018"/>
                      <a:pt x="1477" y="6017"/>
                      <a:pt x="1436" y="6015"/>
                    </a:cubicBezTo>
                    <a:cubicBezTo>
                      <a:pt x="1413" y="6016"/>
                      <a:pt x="1389" y="6017"/>
                      <a:pt x="1366" y="6017"/>
                    </a:cubicBezTo>
                    <a:cubicBezTo>
                      <a:pt x="1302" y="6017"/>
                      <a:pt x="1239" y="6012"/>
                      <a:pt x="1175" y="6004"/>
                    </a:cubicBezTo>
                    <a:cubicBezTo>
                      <a:pt x="1083" y="5993"/>
                      <a:pt x="996" y="5993"/>
                      <a:pt x="909" y="5988"/>
                    </a:cubicBezTo>
                    <a:cubicBezTo>
                      <a:pt x="829" y="5983"/>
                      <a:pt x="754" y="5970"/>
                      <a:pt x="675" y="5970"/>
                    </a:cubicBezTo>
                    <a:cubicBezTo>
                      <a:pt x="663" y="5970"/>
                      <a:pt x="650" y="5971"/>
                      <a:pt x="637" y="5971"/>
                    </a:cubicBezTo>
                    <a:cubicBezTo>
                      <a:pt x="615" y="5971"/>
                      <a:pt x="580" y="5976"/>
                      <a:pt x="545" y="5976"/>
                    </a:cubicBezTo>
                    <a:cubicBezTo>
                      <a:pt x="501" y="5976"/>
                      <a:pt x="459" y="5969"/>
                      <a:pt x="447" y="5939"/>
                    </a:cubicBezTo>
                    <a:cubicBezTo>
                      <a:pt x="441" y="5912"/>
                      <a:pt x="441" y="5884"/>
                      <a:pt x="447" y="5852"/>
                    </a:cubicBezTo>
                    <a:lnTo>
                      <a:pt x="447" y="5727"/>
                    </a:lnTo>
                    <a:cubicBezTo>
                      <a:pt x="441" y="5623"/>
                      <a:pt x="430" y="5526"/>
                      <a:pt x="425" y="5428"/>
                    </a:cubicBezTo>
                    <a:cubicBezTo>
                      <a:pt x="409" y="5047"/>
                      <a:pt x="420" y="4667"/>
                      <a:pt x="414" y="4286"/>
                    </a:cubicBezTo>
                    <a:lnTo>
                      <a:pt x="414" y="3705"/>
                    </a:lnTo>
                    <a:lnTo>
                      <a:pt x="414" y="3455"/>
                    </a:lnTo>
                    <a:cubicBezTo>
                      <a:pt x="409" y="3351"/>
                      <a:pt x="392" y="3253"/>
                      <a:pt x="387" y="3156"/>
                    </a:cubicBezTo>
                    <a:cubicBezTo>
                      <a:pt x="381" y="2976"/>
                      <a:pt x="371" y="2791"/>
                      <a:pt x="365" y="2612"/>
                    </a:cubicBezTo>
                    <a:cubicBezTo>
                      <a:pt x="365" y="2520"/>
                      <a:pt x="349" y="2433"/>
                      <a:pt x="343" y="2340"/>
                    </a:cubicBezTo>
                    <a:cubicBezTo>
                      <a:pt x="343" y="2259"/>
                      <a:pt x="338" y="2172"/>
                      <a:pt x="327" y="2090"/>
                    </a:cubicBezTo>
                    <a:cubicBezTo>
                      <a:pt x="316" y="1998"/>
                      <a:pt x="311" y="1905"/>
                      <a:pt x="316" y="1813"/>
                    </a:cubicBezTo>
                    <a:lnTo>
                      <a:pt x="305" y="1808"/>
                    </a:lnTo>
                    <a:cubicBezTo>
                      <a:pt x="311" y="1759"/>
                      <a:pt x="322" y="1715"/>
                      <a:pt x="322" y="1661"/>
                    </a:cubicBezTo>
                    <a:cubicBezTo>
                      <a:pt x="327" y="1612"/>
                      <a:pt x="322" y="1574"/>
                      <a:pt x="322" y="1525"/>
                    </a:cubicBezTo>
                    <a:cubicBezTo>
                      <a:pt x="327" y="1427"/>
                      <a:pt x="349" y="1329"/>
                      <a:pt x="360" y="1226"/>
                    </a:cubicBezTo>
                    <a:cubicBezTo>
                      <a:pt x="365" y="1128"/>
                      <a:pt x="371" y="1025"/>
                      <a:pt x="371" y="921"/>
                    </a:cubicBezTo>
                    <a:cubicBezTo>
                      <a:pt x="365" y="889"/>
                      <a:pt x="365" y="856"/>
                      <a:pt x="371" y="824"/>
                    </a:cubicBezTo>
                    <a:cubicBezTo>
                      <a:pt x="403" y="824"/>
                      <a:pt x="441" y="818"/>
                      <a:pt x="479" y="818"/>
                    </a:cubicBezTo>
                    <a:close/>
                    <a:moveTo>
                      <a:pt x="5040" y="5721"/>
                    </a:moveTo>
                    <a:cubicBezTo>
                      <a:pt x="5062" y="5748"/>
                      <a:pt x="5083" y="5770"/>
                      <a:pt x="5105" y="5797"/>
                    </a:cubicBezTo>
                    <a:cubicBezTo>
                      <a:pt x="5127" y="5819"/>
                      <a:pt x="5176" y="5835"/>
                      <a:pt x="5187" y="5863"/>
                    </a:cubicBezTo>
                    <a:cubicBezTo>
                      <a:pt x="5203" y="5906"/>
                      <a:pt x="5160" y="5993"/>
                      <a:pt x="5154" y="6037"/>
                    </a:cubicBezTo>
                    <a:lnTo>
                      <a:pt x="5160" y="6047"/>
                    </a:lnTo>
                    <a:cubicBezTo>
                      <a:pt x="5154" y="6075"/>
                      <a:pt x="5143" y="6102"/>
                      <a:pt x="5132" y="6129"/>
                    </a:cubicBezTo>
                    <a:cubicBezTo>
                      <a:pt x="5115" y="6129"/>
                      <a:pt x="5091" y="6122"/>
                      <a:pt x="5076" y="6122"/>
                    </a:cubicBezTo>
                    <a:cubicBezTo>
                      <a:pt x="5072" y="6122"/>
                      <a:pt x="5069" y="6122"/>
                      <a:pt x="5067" y="6124"/>
                    </a:cubicBezTo>
                    <a:cubicBezTo>
                      <a:pt x="5029" y="6124"/>
                      <a:pt x="4996" y="6134"/>
                      <a:pt x="4964" y="6140"/>
                    </a:cubicBezTo>
                    <a:cubicBezTo>
                      <a:pt x="4850" y="6145"/>
                      <a:pt x="4746" y="6140"/>
                      <a:pt x="4632" y="6156"/>
                    </a:cubicBezTo>
                    <a:cubicBezTo>
                      <a:pt x="4453" y="6178"/>
                      <a:pt x="4268" y="6200"/>
                      <a:pt x="4083" y="6211"/>
                    </a:cubicBezTo>
                    <a:cubicBezTo>
                      <a:pt x="3991" y="6216"/>
                      <a:pt x="3898" y="6221"/>
                      <a:pt x="3811" y="6232"/>
                    </a:cubicBezTo>
                    <a:cubicBezTo>
                      <a:pt x="3763" y="6243"/>
                      <a:pt x="3714" y="6249"/>
                      <a:pt x="3665" y="6249"/>
                    </a:cubicBezTo>
                    <a:cubicBezTo>
                      <a:pt x="3610" y="6249"/>
                      <a:pt x="3556" y="6249"/>
                      <a:pt x="3502" y="6254"/>
                    </a:cubicBezTo>
                    <a:cubicBezTo>
                      <a:pt x="3348" y="6271"/>
                      <a:pt x="3194" y="6278"/>
                      <a:pt x="3041" y="6278"/>
                    </a:cubicBezTo>
                    <a:cubicBezTo>
                      <a:pt x="2993" y="6278"/>
                      <a:pt x="2946" y="6277"/>
                      <a:pt x="2898" y="6276"/>
                    </a:cubicBezTo>
                    <a:cubicBezTo>
                      <a:pt x="2686" y="6276"/>
                      <a:pt x="2469" y="6276"/>
                      <a:pt x="2257" y="6281"/>
                    </a:cubicBezTo>
                    <a:lnTo>
                      <a:pt x="1958" y="6281"/>
                    </a:lnTo>
                    <a:cubicBezTo>
                      <a:pt x="1915" y="6279"/>
                      <a:pt x="1872" y="6278"/>
                      <a:pt x="1830" y="6278"/>
                    </a:cubicBezTo>
                    <a:cubicBezTo>
                      <a:pt x="1769" y="6278"/>
                      <a:pt x="1709" y="6280"/>
                      <a:pt x="1648" y="6287"/>
                    </a:cubicBezTo>
                    <a:cubicBezTo>
                      <a:pt x="1556" y="6297"/>
                      <a:pt x="1463" y="6303"/>
                      <a:pt x="1371" y="6308"/>
                    </a:cubicBezTo>
                    <a:cubicBezTo>
                      <a:pt x="1357" y="6309"/>
                      <a:pt x="1343" y="6309"/>
                      <a:pt x="1330" y="6309"/>
                    </a:cubicBezTo>
                    <a:cubicBezTo>
                      <a:pt x="1262" y="6309"/>
                      <a:pt x="1191" y="6302"/>
                      <a:pt x="1121" y="6302"/>
                    </a:cubicBezTo>
                    <a:cubicBezTo>
                      <a:pt x="1106" y="6302"/>
                      <a:pt x="1092" y="6302"/>
                      <a:pt x="1077" y="6303"/>
                    </a:cubicBezTo>
                    <a:cubicBezTo>
                      <a:pt x="1039" y="6308"/>
                      <a:pt x="1007" y="6314"/>
                      <a:pt x="969" y="6319"/>
                    </a:cubicBezTo>
                    <a:cubicBezTo>
                      <a:pt x="941" y="6322"/>
                      <a:pt x="916" y="6323"/>
                      <a:pt x="890" y="6323"/>
                    </a:cubicBezTo>
                    <a:cubicBezTo>
                      <a:pt x="864" y="6323"/>
                      <a:pt x="838" y="6322"/>
                      <a:pt x="811" y="6319"/>
                    </a:cubicBezTo>
                    <a:cubicBezTo>
                      <a:pt x="713" y="6319"/>
                      <a:pt x="615" y="6319"/>
                      <a:pt x="517" y="6325"/>
                    </a:cubicBezTo>
                    <a:cubicBezTo>
                      <a:pt x="509" y="6325"/>
                      <a:pt x="502" y="6325"/>
                      <a:pt x="494" y="6325"/>
                    </a:cubicBezTo>
                    <a:cubicBezTo>
                      <a:pt x="402" y="6325"/>
                      <a:pt x="331" y="6297"/>
                      <a:pt x="251" y="6297"/>
                    </a:cubicBezTo>
                    <a:cubicBezTo>
                      <a:pt x="242" y="6297"/>
                      <a:pt x="234" y="6298"/>
                      <a:pt x="225" y="6298"/>
                    </a:cubicBezTo>
                    <a:cubicBezTo>
                      <a:pt x="209" y="6298"/>
                      <a:pt x="195" y="6296"/>
                      <a:pt x="180" y="6281"/>
                    </a:cubicBezTo>
                    <a:cubicBezTo>
                      <a:pt x="169" y="6259"/>
                      <a:pt x="159" y="6238"/>
                      <a:pt x="159" y="6216"/>
                    </a:cubicBezTo>
                    <a:cubicBezTo>
                      <a:pt x="148" y="6178"/>
                      <a:pt x="153" y="6140"/>
                      <a:pt x="148" y="6102"/>
                    </a:cubicBezTo>
                    <a:cubicBezTo>
                      <a:pt x="142" y="6064"/>
                      <a:pt x="115" y="6020"/>
                      <a:pt x="121" y="5988"/>
                    </a:cubicBezTo>
                    <a:cubicBezTo>
                      <a:pt x="126" y="5950"/>
                      <a:pt x="191" y="5895"/>
                      <a:pt x="218" y="5874"/>
                    </a:cubicBezTo>
                    <a:cubicBezTo>
                      <a:pt x="235" y="5857"/>
                      <a:pt x="251" y="5846"/>
                      <a:pt x="267" y="5830"/>
                    </a:cubicBezTo>
                    <a:lnTo>
                      <a:pt x="267" y="5906"/>
                    </a:lnTo>
                    <a:cubicBezTo>
                      <a:pt x="278" y="6080"/>
                      <a:pt x="403" y="6140"/>
                      <a:pt x="566" y="6140"/>
                    </a:cubicBezTo>
                    <a:cubicBezTo>
                      <a:pt x="648" y="6140"/>
                      <a:pt x="735" y="6145"/>
                      <a:pt x="816" y="6151"/>
                    </a:cubicBezTo>
                    <a:cubicBezTo>
                      <a:pt x="920" y="6162"/>
                      <a:pt x="1017" y="6162"/>
                      <a:pt x="1115" y="6172"/>
                    </a:cubicBezTo>
                    <a:cubicBezTo>
                      <a:pt x="1242" y="6183"/>
                      <a:pt x="1366" y="6189"/>
                      <a:pt x="1491" y="6189"/>
                    </a:cubicBezTo>
                    <a:cubicBezTo>
                      <a:pt x="1559" y="6189"/>
                      <a:pt x="1628" y="6187"/>
                      <a:pt x="1697" y="6183"/>
                    </a:cubicBezTo>
                    <a:cubicBezTo>
                      <a:pt x="1778" y="6178"/>
                      <a:pt x="1855" y="6156"/>
                      <a:pt x="1942" y="6156"/>
                    </a:cubicBezTo>
                    <a:cubicBezTo>
                      <a:pt x="2010" y="6156"/>
                      <a:pt x="2077" y="6161"/>
                      <a:pt x="2144" y="6161"/>
                    </a:cubicBezTo>
                    <a:cubicBezTo>
                      <a:pt x="2178" y="6161"/>
                      <a:pt x="2212" y="6160"/>
                      <a:pt x="2246" y="6156"/>
                    </a:cubicBezTo>
                    <a:cubicBezTo>
                      <a:pt x="2442" y="6140"/>
                      <a:pt x="2632" y="6140"/>
                      <a:pt x="2828" y="6140"/>
                    </a:cubicBezTo>
                    <a:cubicBezTo>
                      <a:pt x="2942" y="6140"/>
                      <a:pt x="3050" y="6118"/>
                      <a:pt x="3159" y="6118"/>
                    </a:cubicBezTo>
                    <a:cubicBezTo>
                      <a:pt x="3176" y="6117"/>
                      <a:pt x="3193" y="6117"/>
                      <a:pt x="3210" y="6117"/>
                    </a:cubicBezTo>
                    <a:cubicBezTo>
                      <a:pt x="3274" y="6117"/>
                      <a:pt x="3335" y="6122"/>
                      <a:pt x="3396" y="6122"/>
                    </a:cubicBezTo>
                    <a:cubicBezTo>
                      <a:pt x="3424" y="6122"/>
                      <a:pt x="3451" y="6121"/>
                      <a:pt x="3480" y="6118"/>
                    </a:cubicBezTo>
                    <a:cubicBezTo>
                      <a:pt x="3670" y="6091"/>
                      <a:pt x="3866" y="6091"/>
                      <a:pt x="4056" y="6064"/>
                    </a:cubicBezTo>
                    <a:cubicBezTo>
                      <a:pt x="4159" y="6053"/>
                      <a:pt x="4257" y="6058"/>
                      <a:pt x="4360" y="6037"/>
                    </a:cubicBezTo>
                    <a:cubicBezTo>
                      <a:pt x="4464" y="6020"/>
                      <a:pt x="4551" y="6020"/>
                      <a:pt x="4649" y="6009"/>
                    </a:cubicBezTo>
                    <a:cubicBezTo>
                      <a:pt x="4681" y="6004"/>
                      <a:pt x="4714" y="5999"/>
                      <a:pt x="4746" y="5988"/>
                    </a:cubicBezTo>
                    <a:cubicBezTo>
                      <a:pt x="4749" y="5990"/>
                      <a:pt x="4752" y="5992"/>
                      <a:pt x="4755" y="5992"/>
                    </a:cubicBezTo>
                    <a:cubicBezTo>
                      <a:pt x="4757" y="5992"/>
                      <a:pt x="4760" y="5990"/>
                      <a:pt x="4763" y="5988"/>
                    </a:cubicBezTo>
                    <a:cubicBezTo>
                      <a:pt x="4766" y="5989"/>
                      <a:pt x="4770" y="5989"/>
                      <a:pt x="4774" y="5989"/>
                    </a:cubicBezTo>
                    <a:cubicBezTo>
                      <a:pt x="4792" y="5989"/>
                      <a:pt x="4808" y="5978"/>
                      <a:pt x="4817" y="5960"/>
                    </a:cubicBezTo>
                    <a:cubicBezTo>
                      <a:pt x="4855" y="5944"/>
                      <a:pt x="4893" y="5917"/>
                      <a:pt x="4920" y="5879"/>
                    </a:cubicBezTo>
                    <a:cubicBezTo>
                      <a:pt x="4942" y="5874"/>
                      <a:pt x="4969" y="5857"/>
                      <a:pt x="4986" y="5835"/>
                    </a:cubicBezTo>
                    <a:cubicBezTo>
                      <a:pt x="5007" y="5808"/>
                      <a:pt x="5024" y="5776"/>
                      <a:pt x="5035" y="5738"/>
                    </a:cubicBezTo>
                    <a:lnTo>
                      <a:pt x="5040" y="5721"/>
                    </a:lnTo>
                    <a:close/>
                    <a:moveTo>
                      <a:pt x="1049" y="0"/>
                    </a:moveTo>
                    <a:cubicBezTo>
                      <a:pt x="1046" y="0"/>
                      <a:pt x="1043" y="1"/>
                      <a:pt x="1039" y="3"/>
                    </a:cubicBezTo>
                    <a:lnTo>
                      <a:pt x="985" y="35"/>
                    </a:lnTo>
                    <a:cubicBezTo>
                      <a:pt x="979" y="33"/>
                      <a:pt x="973" y="32"/>
                      <a:pt x="968" y="32"/>
                    </a:cubicBezTo>
                    <a:cubicBezTo>
                      <a:pt x="947" y="32"/>
                      <a:pt x="930" y="47"/>
                      <a:pt x="930" y="68"/>
                    </a:cubicBezTo>
                    <a:cubicBezTo>
                      <a:pt x="898" y="84"/>
                      <a:pt x="865" y="106"/>
                      <a:pt x="838" y="122"/>
                    </a:cubicBezTo>
                    <a:cubicBezTo>
                      <a:pt x="762" y="177"/>
                      <a:pt x="697" y="242"/>
                      <a:pt x="637" y="307"/>
                    </a:cubicBezTo>
                    <a:cubicBezTo>
                      <a:pt x="528" y="411"/>
                      <a:pt x="430" y="519"/>
                      <a:pt x="338" y="639"/>
                    </a:cubicBezTo>
                    <a:cubicBezTo>
                      <a:pt x="305" y="655"/>
                      <a:pt x="273" y="682"/>
                      <a:pt x="251" y="709"/>
                    </a:cubicBezTo>
                    <a:cubicBezTo>
                      <a:pt x="240" y="731"/>
                      <a:pt x="240" y="753"/>
                      <a:pt x="251" y="769"/>
                    </a:cubicBezTo>
                    <a:lnTo>
                      <a:pt x="262" y="786"/>
                    </a:lnTo>
                    <a:cubicBezTo>
                      <a:pt x="256" y="840"/>
                      <a:pt x="251" y="889"/>
                      <a:pt x="256" y="943"/>
                    </a:cubicBezTo>
                    <a:cubicBezTo>
                      <a:pt x="256" y="1047"/>
                      <a:pt x="251" y="1144"/>
                      <a:pt x="240" y="1248"/>
                    </a:cubicBezTo>
                    <a:cubicBezTo>
                      <a:pt x="229" y="1345"/>
                      <a:pt x="213" y="1438"/>
                      <a:pt x="208" y="1536"/>
                    </a:cubicBezTo>
                    <a:cubicBezTo>
                      <a:pt x="202" y="1628"/>
                      <a:pt x="197" y="1710"/>
                      <a:pt x="186" y="1808"/>
                    </a:cubicBezTo>
                    <a:cubicBezTo>
                      <a:pt x="164" y="1987"/>
                      <a:pt x="202" y="2166"/>
                      <a:pt x="208" y="2351"/>
                    </a:cubicBezTo>
                    <a:cubicBezTo>
                      <a:pt x="208" y="2438"/>
                      <a:pt x="224" y="2530"/>
                      <a:pt x="224" y="2623"/>
                    </a:cubicBezTo>
                    <a:cubicBezTo>
                      <a:pt x="224" y="2726"/>
                      <a:pt x="229" y="2829"/>
                      <a:pt x="235" y="2938"/>
                    </a:cubicBezTo>
                    <a:cubicBezTo>
                      <a:pt x="240" y="3041"/>
                      <a:pt x="246" y="3128"/>
                      <a:pt x="246" y="3221"/>
                    </a:cubicBezTo>
                    <a:cubicBezTo>
                      <a:pt x="246" y="3319"/>
                      <a:pt x="267" y="3417"/>
                      <a:pt x="267" y="3520"/>
                    </a:cubicBezTo>
                    <a:lnTo>
                      <a:pt x="267" y="4118"/>
                    </a:lnTo>
                    <a:cubicBezTo>
                      <a:pt x="267" y="4525"/>
                      <a:pt x="256" y="4939"/>
                      <a:pt x="256" y="5352"/>
                    </a:cubicBezTo>
                    <a:cubicBezTo>
                      <a:pt x="256" y="5493"/>
                      <a:pt x="267" y="5634"/>
                      <a:pt x="273" y="5781"/>
                    </a:cubicBezTo>
                    <a:cubicBezTo>
                      <a:pt x="229" y="5814"/>
                      <a:pt x="169" y="5841"/>
                      <a:pt x="137" y="5868"/>
                    </a:cubicBezTo>
                    <a:cubicBezTo>
                      <a:pt x="83" y="5917"/>
                      <a:pt x="17" y="5966"/>
                      <a:pt x="28" y="6047"/>
                    </a:cubicBezTo>
                    <a:cubicBezTo>
                      <a:pt x="50" y="6167"/>
                      <a:pt x="1" y="6384"/>
                      <a:pt x="159" y="6439"/>
                    </a:cubicBezTo>
                    <a:cubicBezTo>
                      <a:pt x="189" y="6443"/>
                      <a:pt x="217" y="6447"/>
                      <a:pt x="245" y="6447"/>
                    </a:cubicBezTo>
                    <a:cubicBezTo>
                      <a:pt x="256" y="6447"/>
                      <a:pt x="267" y="6446"/>
                      <a:pt x="278" y="6444"/>
                    </a:cubicBezTo>
                    <a:cubicBezTo>
                      <a:pt x="327" y="6450"/>
                      <a:pt x="371" y="6461"/>
                      <a:pt x="414" y="6471"/>
                    </a:cubicBezTo>
                    <a:cubicBezTo>
                      <a:pt x="455" y="6474"/>
                      <a:pt x="496" y="6475"/>
                      <a:pt x="538" y="6475"/>
                    </a:cubicBezTo>
                    <a:cubicBezTo>
                      <a:pt x="598" y="6475"/>
                      <a:pt x="658" y="6472"/>
                      <a:pt x="719" y="6466"/>
                    </a:cubicBezTo>
                    <a:cubicBezTo>
                      <a:pt x="745" y="6467"/>
                      <a:pt x="771" y="6468"/>
                      <a:pt x="797" y="6468"/>
                    </a:cubicBezTo>
                    <a:cubicBezTo>
                      <a:pt x="869" y="6468"/>
                      <a:pt x="940" y="6463"/>
                      <a:pt x="1012" y="6455"/>
                    </a:cubicBezTo>
                    <a:cubicBezTo>
                      <a:pt x="1079" y="6448"/>
                      <a:pt x="1146" y="6444"/>
                      <a:pt x="1214" y="6444"/>
                    </a:cubicBezTo>
                    <a:cubicBezTo>
                      <a:pt x="1255" y="6444"/>
                      <a:pt x="1297" y="6446"/>
                      <a:pt x="1338" y="6450"/>
                    </a:cubicBezTo>
                    <a:cubicBezTo>
                      <a:pt x="1431" y="6450"/>
                      <a:pt x="1523" y="6444"/>
                      <a:pt x="1610" y="6428"/>
                    </a:cubicBezTo>
                    <a:cubicBezTo>
                      <a:pt x="1684" y="6421"/>
                      <a:pt x="1756" y="6417"/>
                      <a:pt x="1828" y="6417"/>
                    </a:cubicBezTo>
                    <a:cubicBezTo>
                      <a:pt x="1873" y="6417"/>
                      <a:pt x="1918" y="6418"/>
                      <a:pt x="1963" y="6423"/>
                    </a:cubicBezTo>
                    <a:lnTo>
                      <a:pt x="2675" y="6428"/>
                    </a:lnTo>
                    <a:cubicBezTo>
                      <a:pt x="2824" y="6428"/>
                      <a:pt x="2975" y="6430"/>
                      <a:pt x="3127" y="6430"/>
                    </a:cubicBezTo>
                    <a:cubicBezTo>
                      <a:pt x="3203" y="6430"/>
                      <a:pt x="3279" y="6430"/>
                      <a:pt x="3355" y="6428"/>
                    </a:cubicBezTo>
                    <a:cubicBezTo>
                      <a:pt x="3447" y="6428"/>
                      <a:pt x="3540" y="6406"/>
                      <a:pt x="3632" y="6406"/>
                    </a:cubicBezTo>
                    <a:cubicBezTo>
                      <a:pt x="3746" y="6406"/>
                      <a:pt x="3860" y="6384"/>
                      <a:pt x="3969" y="6379"/>
                    </a:cubicBezTo>
                    <a:cubicBezTo>
                      <a:pt x="4203" y="6363"/>
                      <a:pt x="4426" y="6341"/>
                      <a:pt x="4659" y="6308"/>
                    </a:cubicBezTo>
                    <a:cubicBezTo>
                      <a:pt x="4717" y="6300"/>
                      <a:pt x="4776" y="6300"/>
                      <a:pt x="4836" y="6300"/>
                    </a:cubicBezTo>
                    <a:cubicBezTo>
                      <a:pt x="4896" y="6300"/>
                      <a:pt x="4956" y="6300"/>
                      <a:pt x="5013" y="6292"/>
                    </a:cubicBezTo>
                    <a:cubicBezTo>
                      <a:pt x="5051" y="6287"/>
                      <a:pt x="5083" y="6276"/>
                      <a:pt x="5116" y="6265"/>
                    </a:cubicBezTo>
                    <a:cubicBezTo>
                      <a:pt x="5127" y="6289"/>
                      <a:pt x="5147" y="6302"/>
                      <a:pt x="5168" y="6302"/>
                    </a:cubicBezTo>
                    <a:cubicBezTo>
                      <a:pt x="5188" y="6302"/>
                      <a:pt x="5208" y="6289"/>
                      <a:pt x="5219" y="6265"/>
                    </a:cubicBezTo>
                    <a:lnTo>
                      <a:pt x="5241" y="6232"/>
                    </a:lnTo>
                    <a:cubicBezTo>
                      <a:pt x="5247" y="6232"/>
                      <a:pt x="5252" y="6221"/>
                      <a:pt x="5263" y="6216"/>
                    </a:cubicBezTo>
                    <a:cubicBezTo>
                      <a:pt x="5279" y="6200"/>
                      <a:pt x="5285" y="6178"/>
                      <a:pt x="5279" y="6156"/>
                    </a:cubicBezTo>
                    <a:cubicBezTo>
                      <a:pt x="5285" y="6129"/>
                      <a:pt x="5295" y="6107"/>
                      <a:pt x="5301" y="6080"/>
                    </a:cubicBezTo>
                    <a:cubicBezTo>
                      <a:pt x="5323" y="6009"/>
                      <a:pt x="5333" y="5939"/>
                      <a:pt x="5328" y="5863"/>
                    </a:cubicBezTo>
                    <a:cubicBezTo>
                      <a:pt x="5312" y="5776"/>
                      <a:pt x="5257" y="5759"/>
                      <a:pt x="5198" y="5710"/>
                    </a:cubicBezTo>
                    <a:cubicBezTo>
                      <a:pt x="5170" y="5683"/>
                      <a:pt x="5143" y="5662"/>
                      <a:pt x="5116" y="5640"/>
                    </a:cubicBezTo>
                    <a:cubicBezTo>
                      <a:pt x="5100" y="5629"/>
                      <a:pt x="5073" y="5623"/>
                      <a:pt x="5051" y="5613"/>
                    </a:cubicBezTo>
                    <a:cubicBezTo>
                      <a:pt x="5051" y="5553"/>
                      <a:pt x="5045" y="5488"/>
                      <a:pt x="5040" y="5433"/>
                    </a:cubicBezTo>
                    <a:cubicBezTo>
                      <a:pt x="5040" y="5319"/>
                      <a:pt x="5067" y="5216"/>
                      <a:pt x="5067" y="5107"/>
                    </a:cubicBezTo>
                    <a:cubicBezTo>
                      <a:pt x="5067" y="4993"/>
                      <a:pt x="5062" y="4868"/>
                      <a:pt x="5062" y="4748"/>
                    </a:cubicBezTo>
                    <a:cubicBezTo>
                      <a:pt x="5067" y="4629"/>
                      <a:pt x="5094" y="4525"/>
                      <a:pt x="5105" y="4417"/>
                    </a:cubicBezTo>
                    <a:cubicBezTo>
                      <a:pt x="5111" y="4286"/>
                      <a:pt x="5111" y="4161"/>
                      <a:pt x="5100" y="4031"/>
                    </a:cubicBezTo>
                    <a:cubicBezTo>
                      <a:pt x="5094" y="3917"/>
                      <a:pt x="5094" y="3797"/>
                      <a:pt x="5078" y="3677"/>
                    </a:cubicBezTo>
                    <a:lnTo>
                      <a:pt x="5083" y="3667"/>
                    </a:lnTo>
                    <a:cubicBezTo>
                      <a:pt x="5094" y="3607"/>
                      <a:pt x="5100" y="3547"/>
                      <a:pt x="5094" y="3487"/>
                    </a:cubicBezTo>
                    <a:cubicBezTo>
                      <a:pt x="5094" y="3449"/>
                      <a:pt x="5100" y="3411"/>
                      <a:pt x="5116" y="3378"/>
                    </a:cubicBezTo>
                    <a:cubicBezTo>
                      <a:pt x="5127" y="3351"/>
                      <a:pt x="5138" y="3324"/>
                      <a:pt x="5138" y="3297"/>
                    </a:cubicBezTo>
                    <a:cubicBezTo>
                      <a:pt x="5143" y="3248"/>
                      <a:pt x="5116" y="3199"/>
                      <a:pt x="5073" y="3183"/>
                    </a:cubicBezTo>
                    <a:lnTo>
                      <a:pt x="5062" y="3183"/>
                    </a:lnTo>
                    <a:cubicBezTo>
                      <a:pt x="5078" y="3161"/>
                      <a:pt x="5094" y="3128"/>
                      <a:pt x="5094" y="3101"/>
                    </a:cubicBezTo>
                    <a:cubicBezTo>
                      <a:pt x="5100" y="3058"/>
                      <a:pt x="5100" y="3009"/>
                      <a:pt x="5094" y="2965"/>
                    </a:cubicBezTo>
                    <a:cubicBezTo>
                      <a:pt x="5111" y="2954"/>
                      <a:pt x="5116" y="2933"/>
                      <a:pt x="5111" y="2911"/>
                    </a:cubicBezTo>
                    <a:cubicBezTo>
                      <a:pt x="5083" y="2819"/>
                      <a:pt x="5121" y="2732"/>
                      <a:pt x="5100" y="2634"/>
                    </a:cubicBezTo>
                    <a:cubicBezTo>
                      <a:pt x="5089" y="2547"/>
                      <a:pt x="5089" y="2460"/>
                      <a:pt x="5089" y="2373"/>
                    </a:cubicBezTo>
                    <a:cubicBezTo>
                      <a:pt x="5089" y="2161"/>
                      <a:pt x="5067" y="1933"/>
                      <a:pt x="5105" y="1721"/>
                    </a:cubicBezTo>
                    <a:cubicBezTo>
                      <a:pt x="5116" y="1623"/>
                      <a:pt x="5116" y="1530"/>
                      <a:pt x="5105" y="1432"/>
                    </a:cubicBezTo>
                    <a:cubicBezTo>
                      <a:pt x="5100" y="1345"/>
                      <a:pt x="5127" y="1259"/>
                      <a:pt x="5127" y="1166"/>
                    </a:cubicBezTo>
                    <a:cubicBezTo>
                      <a:pt x="5127" y="1079"/>
                      <a:pt x="5127" y="987"/>
                      <a:pt x="5132" y="894"/>
                    </a:cubicBezTo>
                    <a:cubicBezTo>
                      <a:pt x="5138" y="867"/>
                      <a:pt x="5138" y="840"/>
                      <a:pt x="5132" y="813"/>
                    </a:cubicBezTo>
                    <a:cubicBezTo>
                      <a:pt x="5192" y="796"/>
                      <a:pt x="5230" y="748"/>
                      <a:pt x="5236" y="693"/>
                    </a:cubicBezTo>
                    <a:cubicBezTo>
                      <a:pt x="5236" y="661"/>
                      <a:pt x="5219" y="628"/>
                      <a:pt x="5187" y="612"/>
                    </a:cubicBezTo>
                    <a:cubicBezTo>
                      <a:pt x="5067" y="541"/>
                      <a:pt x="4964" y="443"/>
                      <a:pt x="4871" y="334"/>
                    </a:cubicBezTo>
                    <a:cubicBezTo>
                      <a:pt x="4833" y="296"/>
                      <a:pt x="4784" y="264"/>
                      <a:pt x="4736" y="237"/>
                    </a:cubicBezTo>
                    <a:cubicBezTo>
                      <a:pt x="4676" y="199"/>
                      <a:pt x="4649" y="139"/>
                      <a:pt x="4583" y="112"/>
                    </a:cubicBezTo>
                    <a:cubicBezTo>
                      <a:pt x="4534" y="94"/>
                      <a:pt x="4481" y="83"/>
                      <a:pt x="4427" y="83"/>
                    </a:cubicBezTo>
                    <a:cubicBezTo>
                      <a:pt x="4415" y="83"/>
                      <a:pt x="4404" y="83"/>
                      <a:pt x="4393" y="84"/>
                    </a:cubicBezTo>
                    <a:cubicBezTo>
                      <a:pt x="4360" y="84"/>
                      <a:pt x="4328" y="101"/>
                      <a:pt x="4295" y="101"/>
                    </a:cubicBezTo>
                    <a:cubicBezTo>
                      <a:pt x="4263" y="101"/>
                      <a:pt x="4225" y="90"/>
                      <a:pt x="4187" y="90"/>
                    </a:cubicBezTo>
                    <a:cubicBezTo>
                      <a:pt x="4127" y="90"/>
                      <a:pt x="4067" y="106"/>
                      <a:pt x="4002" y="112"/>
                    </a:cubicBezTo>
                    <a:cubicBezTo>
                      <a:pt x="3969" y="114"/>
                      <a:pt x="3935" y="116"/>
                      <a:pt x="3901" y="116"/>
                    </a:cubicBezTo>
                    <a:cubicBezTo>
                      <a:pt x="3867" y="116"/>
                      <a:pt x="3833" y="114"/>
                      <a:pt x="3801" y="112"/>
                    </a:cubicBezTo>
                    <a:cubicBezTo>
                      <a:pt x="3735" y="108"/>
                      <a:pt x="3670" y="107"/>
                      <a:pt x="3604" y="107"/>
                    </a:cubicBezTo>
                    <a:cubicBezTo>
                      <a:pt x="3425" y="107"/>
                      <a:pt x="3246" y="116"/>
                      <a:pt x="3068" y="116"/>
                    </a:cubicBezTo>
                    <a:cubicBezTo>
                      <a:pt x="3002" y="116"/>
                      <a:pt x="2937" y="115"/>
                      <a:pt x="2871" y="112"/>
                    </a:cubicBezTo>
                    <a:cubicBezTo>
                      <a:pt x="2806" y="106"/>
                      <a:pt x="2735" y="95"/>
                      <a:pt x="2670" y="90"/>
                    </a:cubicBezTo>
                    <a:lnTo>
                      <a:pt x="2414" y="90"/>
                    </a:lnTo>
                    <a:cubicBezTo>
                      <a:pt x="2348" y="94"/>
                      <a:pt x="2282" y="96"/>
                      <a:pt x="2217" y="96"/>
                    </a:cubicBezTo>
                    <a:cubicBezTo>
                      <a:pt x="2127" y="96"/>
                      <a:pt x="2038" y="93"/>
                      <a:pt x="1947" y="90"/>
                    </a:cubicBezTo>
                    <a:cubicBezTo>
                      <a:pt x="1882" y="84"/>
                      <a:pt x="1817" y="83"/>
                      <a:pt x="1753" y="83"/>
                    </a:cubicBezTo>
                    <a:cubicBezTo>
                      <a:pt x="1732" y="83"/>
                      <a:pt x="1710" y="83"/>
                      <a:pt x="1689" y="83"/>
                    </a:cubicBezTo>
                    <a:cubicBezTo>
                      <a:pt x="1603" y="83"/>
                      <a:pt x="1518" y="82"/>
                      <a:pt x="1431" y="68"/>
                    </a:cubicBezTo>
                    <a:cubicBezTo>
                      <a:pt x="1393" y="65"/>
                      <a:pt x="1353" y="65"/>
                      <a:pt x="1314" y="65"/>
                    </a:cubicBezTo>
                    <a:cubicBezTo>
                      <a:pt x="1274" y="65"/>
                      <a:pt x="1235" y="65"/>
                      <a:pt x="1197" y="63"/>
                    </a:cubicBezTo>
                    <a:cubicBezTo>
                      <a:pt x="1164" y="57"/>
                      <a:pt x="1132" y="41"/>
                      <a:pt x="1099" y="35"/>
                    </a:cubicBezTo>
                    <a:lnTo>
                      <a:pt x="1066" y="35"/>
                    </a:lnTo>
                    <a:cubicBezTo>
                      <a:pt x="1080" y="22"/>
                      <a:pt x="1067" y="0"/>
                      <a:pt x="1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20"/>
              <p:cNvSpPr/>
              <p:nvPr/>
            </p:nvSpPr>
            <p:spPr>
              <a:xfrm>
                <a:off x="4845750" y="3590450"/>
                <a:ext cx="23275" cy="4325"/>
              </a:xfrm>
              <a:custGeom>
                <a:rect b="b" l="l" r="r" t="t"/>
                <a:pathLst>
                  <a:path extrusionOk="0" h="173" w="931">
                    <a:moveTo>
                      <a:pt x="574" y="0"/>
                    </a:moveTo>
                    <a:cubicBezTo>
                      <a:pt x="537" y="0"/>
                      <a:pt x="500" y="5"/>
                      <a:pt x="463" y="12"/>
                    </a:cubicBezTo>
                    <a:cubicBezTo>
                      <a:pt x="398" y="23"/>
                      <a:pt x="333" y="33"/>
                      <a:pt x="267" y="39"/>
                    </a:cubicBezTo>
                    <a:cubicBezTo>
                      <a:pt x="220" y="39"/>
                      <a:pt x="176" y="36"/>
                      <a:pt x="130" y="36"/>
                    </a:cubicBezTo>
                    <a:cubicBezTo>
                      <a:pt x="107" y="36"/>
                      <a:pt x="84" y="37"/>
                      <a:pt x="61" y="39"/>
                    </a:cubicBezTo>
                    <a:cubicBezTo>
                      <a:pt x="28" y="39"/>
                      <a:pt x="1" y="93"/>
                      <a:pt x="39" y="115"/>
                    </a:cubicBezTo>
                    <a:cubicBezTo>
                      <a:pt x="44" y="115"/>
                      <a:pt x="50" y="115"/>
                      <a:pt x="55" y="120"/>
                    </a:cubicBezTo>
                    <a:cubicBezTo>
                      <a:pt x="83" y="126"/>
                      <a:pt x="99" y="131"/>
                      <a:pt x="121" y="142"/>
                    </a:cubicBezTo>
                    <a:cubicBezTo>
                      <a:pt x="153" y="153"/>
                      <a:pt x="191" y="158"/>
                      <a:pt x="224" y="164"/>
                    </a:cubicBezTo>
                    <a:cubicBezTo>
                      <a:pt x="259" y="169"/>
                      <a:pt x="293" y="172"/>
                      <a:pt x="327" y="172"/>
                    </a:cubicBezTo>
                    <a:cubicBezTo>
                      <a:pt x="361" y="172"/>
                      <a:pt x="395" y="169"/>
                      <a:pt x="430" y="164"/>
                    </a:cubicBezTo>
                    <a:cubicBezTo>
                      <a:pt x="478" y="156"/>
                      <a:pt x="529" y="151"/>
                      <a:pt x="580" y="151"/>
                    </a:cubicBezTo>
                    <a:cubicBezTo>
                      <a:pt x="599" y="151"/>
                      <a:pt x="618" y="152"/>
                      <a:pt x="637" y="153"/>
                    </a:cubicBezTo>
                    <a:cubicBezTo>
                      <a:pt x="678" y="163"/>
                      <a:pt x="722" y="167"/>
                      <a:pt x="765" y="167"/>
                    </a:cubicBezTo>
                    <a:cubicBezTo>
                      <a:pt x="790" y="167"/>
                      <a:pt x="814" y="166"/>
                      <a:pt x="838" y="164"/>
                    </a:cubicBezTo>
                    <a:cubicBezTo>
                      <a:pt x="930" y="164"/>
                      <a:pt x="930" y="28"/>
                      <a:pt x="838" y="28"/>
                    </a:cubicBezTo>
                    <a:lnTo>
                      <a:pt x="833" y="33"/>
                    </a:lnTo>
                    <a:cubicBezTo>
                      <a:pt x="773" y="17"/>
                      <a:pt x="708" y="6"/>
                      <a:pt x="642" y="6"/>
                    </a:cubicBezTo>
                    <a:cubicBezTo>
                      <a:pt x="620" y="2"/>
                      <a:pt x="597" y="0"/>
                      <a:pt x="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20"/>
              <p:cNvSpPr/>
              <p:nvPr/>
            </p:nvSpPr>
            <p:spPr>
              <a:xfrm>
                <a:off x="4846025" y="3597600"/>
                <a:ext cx="22050" cy="4075"/>
              </a:xfrm>
              <a:custGeom>
                <a:rect b="b" l="l" r="r" t="t"/>
                <a:pathLst>
                  <a:path extrusionOk="0" h="163" w="882">
                    <a:moveTo>
                      <a:pt x="670" y="1"/>
                    </a:moveTo>
                    <a:cubicBezTo>
                      <a:pt x="579" y="1"/>
                      <a:pt x="490" y="4"/>
                      <a:pt x="398" y="8"/>
                    </a:cubicBezTo>
                    <a:cubicBezTo>
                      <a:pt x="382" y="8"/>
                      <a:pt x="367" y="7"/>
                      <a:pt x="351" y="7"/>
                    </a:cubicBezTo>
                    <a:cubicBezTo>
                      <a:pt x="246" y="7"/>
                      <a:pt x="138" y="23"/>
                      <a:pt x="39" y="46"/>
                    </a:cubicBezTo>
                    <a:cubicBezTo>
                      <a:pt x="1" y="57"/>
                      <a:pt x="1" y="112"/>
                      <a:pt x="39" y="117"/>
                    </a:cubicBezTo>
                    <a:cubicBezTo>
                      <a:pt x="153" y="144"/>
                      <a:pt x="278" y="161"/>
                      <a:pt x="398" y="161"/>
                    </a:cubicBezTo>
                    <a:cubicBezTo>
                      <a:pt x="485" y="161"/>
                      <a:pt x="569" y="163"/>
                      <a:pt x="655" y="163"/>
                    </a:cubicBezTo>
                    <a:cubicBezTo>
                      <a:pt x="697" y="163"/>
                      <a:pt x="740" y="162"/>
                      <a:pt x="784" y="161"/>
                    </a:cubicBezTo>
                    <a:cubicBezTo>
                      <a:pt x="881" y="155"/>
                      <a:pt x="881" y="14"/>
                      <a:pt x="784" y="3"/>
                    </a:cubicBezTo>
                    <a:cubicBezTo>
                      <a:pt x="745" y="1"/>
                      <a:pt x="708" y="1"/>
                      <a:pt x="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20"/>
              <p:cNvSpPr/>
              <p:nvPr/>
            </p:nvSpPr>
            <p:spPr>
              <a:xfrm>
                <a:off x="4845500" y="3603400"/>
                <a:ext cx="21300" cy="4900"/>
              </a:xfrm>
              <a:custGeom>
                <a:rect b="b" l="l" r="r" t="t"/>
                <a:pathLst>
                  <a:path extrusionOk="0" h="196" w="852">
                    <a:moveTo>
                      <a:pt x="667" y="1"/>
                    </a:moveTo>
                    <a:cubicBezTo>
                      <a:pt x="653" y="1"/>
                      <a:pt x="639" y="2"/>
                      <a:pt x="625" y="5"/>
                    </a:cubicBezTo>
                    <a:cubicBezTo>
                      <a:pt x="560" y="5"/>
                      <a:pt x="495" y="10"/>
                      <a:pt x="430" y="16"/>
                    </a:cubicBezTo>
                    <a:cubicBezTo>
                      <a:pt x="364" y="21"/>
                      <a:pt x="294" y="48"/>
                      <a:pt x="223" y="59"/>
                    </a:cubicBezTo>
                    <a:cubicBezTo>
                      <a:pt x="152" y="59"/>
                      <a:pt x="76" y="75"/>
                      <a:pt x="11" y="102"/>
                    </a:cubicBezTo>
                    <a:cubicBezTo>
                      <a:pt x="0" y="108"/>
                      <a:pt x="0" y="124"/>
                      <a:pt x="11" y="135"/>
                    </a:cubicBezTo>
                    <a:cubicBezTo>
                      <a:pt x="90" y="175"/>
                      <a:pt x="176" y="195"/>
                      <a:pt x="263" y="195"/>
                    </a:cubicBezTo>
                    <a:cubicBezTo>
                      <a:pt x="308" y="195"/>
                      <a:pt x="353" y="190"/>
                      <a:pt x="397" y="179"/>
                    </a:cubicBezTo>
                    <a:cubicBezTo>
                      <a:pt x="427" y="176"/>
                      <a:pt x="457" y="174"/>
                      <a:pt x="486" y="174"/>
                    </a:cubicBezTo>
                    <a:cubicBezTo>
                      <a:pt x="515" y="174"/>
                      <a:pt x="544" y="176"/>
                      <a:pt x="571" y="179"/>
                    </a:cubicBezTo>
                    <a:cubicBezTo>
                      <a:pt x="590" y="175"/>
                      <a:pt x="609" y="173"/>
                      <a:pt x="627" y="173"/>
                    </a:cubicBezTo>
                    <a:cubicBezTo>
                      <a:pt x="660" y="173"/>
                      <a:pt x="691" y="179"/>
                      <a:pt x="723" y="189"/>
                    </a:cubicBezTo>
                    <a:cubicBezTo>
                      <a:pt x="734" y="194"/>
                      <a:pt x="745" y="196"/>
                      <a:pt x="755" y="196"/>
                    </a:cubicBezTo>
                    <a:cubicBezTo>
                      <a:pt x="828" y="196"/>
                      <a:pt x="851" y="80"/>
                      <a:pt x="794" y="37"/>
                    </a:cubicBezTo>
                    <a:cubicBezTo>
                      <a:pt x="753" y="13"/>
                      <a:pt x="709" y="1"/>
                      <a:pt x="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0"/>
              <p:cNvSpPr/>
              <p:nvPr/>
            </p:nvSpPr>
            <p:spPr>
              <a:xfrm>
                <a:off x="4887625" y="3589600"/>
                <a:ext cx="20525" cy="4950"/>
              </a:xfrm>
              <a:custGeom>
                <a:rect b="b" l="l" r="r" t="t"/>
                <a:pathLst>
                  <a:path extrusionOk="0" h="198" w="821">
                    <a:moveTo>
                      <a:pt x="655" y="1"/>
                    </a:moveTo>
                    <a:cubicBezTo>
                      <a:pt x="623" y="1"/>
                      <a:pt x="590" y="5"/>
                      <a:pt x="560" y="13"/>
                    </a:cubicBezTo>
                    <a:cubicBezTo>
                      <a:pt x="500" y="24"/>
                      <a:pt x="435" y="29"/>
                      <a:pt x="375" y="29"/>
                    </a:cubicBezTo>
                    <a:cubicBezTo>
                      <a:pt x="305" y="29"/>
                      <a:pt x="239" y="29"/>
                      <a:pt x="169" y="40"/>
                    </a:cubicBezTo>
                    <a:cubicBezTo>
                      <a:pt x="125" y="51"/>
                      <a:pt x="82" y="62"/>
                      <a:pt x="33" y="67"/>
                    </a:cubicBezTo>
                    <a:cubicBezTo>
                      <a:pt x="31" y="67"/>
                      <a:pt x="29" y="67"/>
                      <a:pt x="28" y="67"/>
                    </a:cubicBezTo>
                    <a:cubicBezTo>
                      <a:pt x="13" y="67"/>
                      <a:pt x="1" y="86"/>
                      <a:pt x="6" y="105"/>
                    </a:cubicBezTo>
                    <a:cubicBezTo>
                      <a:pt x="6" y="105"/>
                      <a:pt x="11" y="111"/>
                      <a:pt x="11" y="116"/>
                    </a:cubicBezTo>
                    <a:cubicBezTo>
                      <a:pt x="11" y="122"/>
                      <a:pt x="16" y="127"/>
                      <a:pt x="22" y="127"/>
                    </a:cubicBezTo>
                    <a:cubicBezTo>
                      <a:pt x="71" y="198"/>
                      <a:pt x="207" y="182"/>
                      <a:pt x="272" y="187"/>
                    </a:cubicBezTo>
                    <a:cubicBezTo>
                      <a:pt x="348" y="192"/>
                      <a:pt x="419" y="192"/>
                      <a:pt x="495" y="192"/>
                    </a:cubicBezTo>
                    <a:cubicBezTo>
                      <a:pt x="555" y="176"/>
                      <a:pt x="614" y="171"/>
                      <a:pt x="674" y="165"/>
                    </a:cubicBezTo>
                    <a:cubicBezTo>
                      <a:pt x="690" y="176"/>
                      <a:pt x="707" y="181"/>
                      <a:pt x="724" y="181"/>
                    </a:cubicBezTo>
                    <a:cubicBezTo>
                      <a:pt x="760" y="181"/>
                      <a:pt x="794" y="159"/>
                      <a:pt x="805" y="122"/>
                    </a:cubicBezTo>
                    <a:cubicBezTo>
                      <a:pt x="810" y="122"/>
                      <a:pt x="810" y="116"/>
                      <a:pt x="810" y="111"/>
                    </a:cubicBezTo>
                    <a:cubicBezTo>
                      <a:pt x="821" y="67"/>
                      <a:pt x="794" y="24"/>
                      <a:pt x="750" y="8"/>
                    </a:cubicBezTo>
                    <a:lnTo>
                      <a:pt x="750" y="13"/>
                    </a:lnTo>
                    <a:cubicBezTo>
                      <a:pt x="720" y="5"/>
                      <a:pt x="688" y="1"/>
                      <a:pt x="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20"/>
              <p:cNvSpPr/>
              <p:nvPr/>
            </p:nvSpPr>
            <p:spPr>
              <a:xfrm>
                <a:off x="4886775" y="3596350"/>
                <a:ext cx="22750" cy="4800"/>
              </a:xfrm>
              <a:custGeom>
                <a:rect b="b" l="l" r="r" t="t"/>
                <a:pathLst>
                  <a:path extrusionOk="0" h="192" w="910">
                    <a:moveTo>
                      <a:pt x="554" y="0"/>
                    </a:moveTo>
                    <a:cubicBezTo>
                      <a:pt x="520" y="0"/>
                      <a:pt x="487" y="2"/>
                      <a:pt x="453" y="4"/>
                    </a:cubicBezTo>
                    <a:cubicBezTo>
                      <a:pt x="430" y="2"/>
                      <a:pt x="408" y="2"/>
                      <a:pt x="386" y="2"/>
                    </a:cubicBezTo>
                    <a:cubicBezTo>
                      <a:pt x="332" y="2"/>
                      <a:pt x="278" y="6"/>
                      <a:pt x="224" y="9"/>
                    </a:cubicBezTo>
                    <a:cubicBezTo>
                      <a:pt x="196" y="14"/>
                      <a:pt x="120" y="63"/>
                      <a:pt x="82" y="63"/>
                    </a:cubicBezTo>
                    <a:cubicBezTo>
                      <a:pt x="76" y="63"/>
                      <a:pt x="71" y="61"/>
                      <a:pt x="67" y="58"/>
                    </a:cubicBezTo>
                    <a:cubicBezTo>
                      <a:pt x="60" y="52"/>
                      <a:pt x="52" y="50"/>
                      <a:pt x="45" y="50"/>
                    </a:cubicBezTo>
                    <a:cubicBezTo>
                      <a:pt x="20" y="50"/>
                      <a:pt x="1" y="82"/>
                      <a:pt x="18" y="107"/>
                    </a:cubicBezTo>
                    <a:cubicBezTo>
                      <a:pt x="45" y="151"/>
                      <a:pt x="94" y="172"/>
                      <a:pt x="143" y="172"/>
                    </a:cubicBezTo>
                    <a:cubicBezTo>
                      <a:pt x="170" y="172"/>
                      <a:pt x="197" y="167"/>
                      <a:pt x="224" y="162"/>
                    </a:cubicBezTo>
                    <a:cubicBezTo>
                      <a:pt x="268" y="162"/>
                      <a:pt x="311" y="167"/>
                      <a:pt x="355" y="172"/>
                    </a:cubicBezTo>
                    <a:cubicBezTo>
                      <a:pt x="384" y="174"/>
                      <a:pt x="413" y="175"/>
                      <a:pt x="443" y="175"/>
                    </a:cubicBezTo>
                    <a:cubicBezTo>
                      <a:pt x="503" y="175"/>
                      <a:pt x="563" y="172"/>
                      <a:pt x="621" y="172"/>
                    </a:cubicBezTo>
                    <a:cubicBezTo>
                      <a:pt x="679" y="172"/>
                      <a:pt x="735" y="192"/>
                      <a:pt x="786" y="192"/>
                    </a:cubicBezTo>
                    <a:cubicBezTo>
                      <a:pt x="812" y="192"/>
                      <a:pt x="837" y="187"/>
                      <a:pt x="860" y="172"/>
                    </a:cubicBezTo>
                    <a:cubicBezTo>
                      <a:pt x="904" y="151"/>
                      <a:pt x="909" y="91"/>
                      <a:pt x="877" y="64"/>
                    </a:cubicBezTo>
                    <a:cubicBezTo>
                      <a:pt x="833" y="15"/>
                      <a:pt x="757" y="15"/>
                      <a:pt x="692" y="9"/>
                    </a:cubicBezTo>
                    <a:cubicBezTo>
                      <a:pt x="647" y="3"/>
                      <a:pt x="601"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0"/>
              <p:cNvSpPr/>
              <p:nvPr/>
            </p:nvSpPr>
            <p:spPr>
              <a:xfrm>
                <a:off x="4884350" y="3602900"/>
                <a:ext cx="25200" cy="4975"/>
              </a:xfrm>
              <a:custGeom>
                <a:rect b="b" l="l" r="r" t="t"/>
                <a:pathLst>
                  <a:path extrusionOk="0" h="199" w="1008">
                    <a:moveTo>
                      <a:pt x="676" y="1"/>
                    </a:moveTo>
                    <a:cubicBezTo>
                      <a:pt x="648" y="1"/>
                      <a:pt x="625" y="2"/>
                      <a:pt x="610" y="3"/>
                    </a:cubicBezTo>
                    <a:lnTo>
                      <a:pt x="604" y="3"/>
                    </a:lnTo>
                    <a:cubicBezTo>
                      <a:pt x="419" y="8"/>
                      <a:pt x="240" y="25"/>
                      <a:pt x="55" y="52"/>
                    </a:cubicBezTo>
                    <a:cubicBezTo>
                      <a:pt x="1" y="52"/>
                      <a:pt x="1" y="133"/>
                      <a:pt x="55" y="133"/>
                    </a:cubicBezTo>
                    <a:cubicBezTo>
                      <a:pt x="191" y="155"/>
                      <a:pt x="327" y="171"/>
                      <a:pt x="463" y="177"/>
                    </a:cubicBezTo>
                    <a:lnTo>
                      <a:pt x="669" y="177"/>
                    </a:lnTo>
                    <a:cubicBezTo>
                      <a:pt x="735" y="177"/>
                      <a:pt x="794" y="199"/>
                      <a:pt x="860" y="199"/>
                    </a:cubicBezTo>
                    <a:cubicBezTo>
                      <a:pt x="892" y="199"/>
                      <a:pt x="919" y="182"/>
                      <a:pt x="936" y="155"/>
                    </a:cubicBezTo>
                    <a:cubicBezTo>
                      <a:pt x="1007" y="21"/>
                      <a:pt x="800"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0"/>
              <p:cNvSpPr/>
              <p:nvPr/>
            </p:nvSpPr>
            <p:spPr>
              <a:xfrm>
                <a:off x="4922825" y="3588850"/>
                <a:ext cx="25250" cy="4925"/>
              </a:xfrm>
              <a:custGeom>
                <a:rect b="b" l="l" r="r" t="t"/>
                <a:pathLst>
                  <a:path extrusionOk="0" h="197" w="1010">
                    <a:moveTo>
                      <a:pt x="620" y="1"/>
                    </a:moveTo>
                    <a:cubicBezTo>
                      <a:pt x="597" y="1"/>
                      <a:pt x="576" y="2"/>
                      <a:pt x="555" y="5"/>
                    </a:cubicBezTo>
                    <a:cubicBezTo>
                      <a:pt x="508" y="10"/>
                      <a:pt x="462" y="13"/>
                      <a:pt x="417" y="13"/>
                    </a:cubicBezTo>
                    <a:cubicBezTo>
                      <a:pt x="371" y="13"/>
                      <a:pt x="326" y="10"/>
                      <a:pt x="283" y="5"/>
                    </a:cubicBezTo>
                    <a:cubicBezTo>
                      <a:pt x="267" y="2"/>
                      <a:pt x="252" y="1"/>
                      <a:pt x="237" y="1"/>
                    </a:cubicBezTo>
                    <a:cubicBezTo>
                      <a:pt x="164" y="1"/>
                      <a:pt x="100" y="30"/>
                      <a:pt x="27" y="48"/>
                    </a:cubicBezTo>
                    <a:cubicBezTo>
                      <a:pt x="0" y="54"/>
                      <a:pt x="0" y="97"/>
                      <a:pt x="27" y="103"/>
                    </a:cubicBezTo>
                    <a:cubicBezTo>
                      <a:pt x="103" y="114"/>
                      <a:pt x="179" y="130"/>
                      <a:pt x="250" y="152"/>
                    </a:cubicBezTo>
                    <a:cubicBezTo>
                      <a:pt x="314" y="174"/>
                      <a:pt x="381" y="186"/>
                      <a:pt x="452" y="186"/>
                    </a:cubicBezTo>
                    <a:cubicBezTo>
                      <a:pt x="466" y="186"/>
                      <a:pt x="480" y="185"/>
                      <a:pt x="495" y="184"/>
                    </a:cubicBezTo>
                    <a:cubicBezTo>
                      <a:pt x="533" y="182"/>
                      <a:pt x="571" y="180"/>
                      <a:pt x="609" y="180"/>
                    </a:cubicBezTo>
                    <a:cubicBezTo>
                      <a:pt x="647" y="180"/>
                      <a:pt x="685" y="182"/>
                      <a:pt x="723" y="184"/>
                    </a:cubicBezTo>
                    <a:cubicBezTo>
                      <a:pt x="761" y="190"/>
                      <a:pt x="794" y="195"/>
                      <a:pt x="832" y="195"/>
                    </a:cubicBezTo>
                    <a:cubicBezTo>
                      <a:pt x="848" y="193"/>
                      <a:pt x="866" y="191"/>
                      <a:pt x="884" y="191"/>
                    </a:cubicBezTo>
                    <a:cubicBezTo>
                      <a:pt x="902" y="191"/>
                      <a:pt x="921" y="193"/>
                      <a:pt x="940" y="195"/>
                    </a:cubicBezTo>
                    <a:cubicBezTo>
                      <a:pt x="945" y="196"/>
                      <a:pt x="950" y="197"/>
                      <a:pt x="954" y="197"/>
                    </a:cubicBezTo>
                    <a:cubicBezTo>
                      <a:pt x="993" y="197"/>
                      <a:pt x="1010" y="154"/>
                      <a:pt x="995" y="119"/>
                    </a:cubicBezTo>
                    <a:lnTo>
                      <a:pt x="1000" y="114"/>
                    </a:lnTo>
                    <a:cubicBezTo>
                      <a:pt x="968" y="38"/>
                      <a:pt x="875" y="59"/>
                      <a:pt x="810" y="32"/>
                    </a:cubicBezTo>
                    <a:cubicBezTo>
                      <a:pt x="750" y="12"/>
                      <a:pt x="683" y="1"/>
                      <a:pt x="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0"/>
              <p:cNvSpPr/>
              <p:nvPr/>
            </p:nvSpPr>
            <p:spPr>
              <a:xfrm>
                <a:off x="4921600" y="3596175"/>
                <a:ext cx="25700" cy="4650"/>
              </a:xfrm>
              <a:custGeom>
                <a:rect b="b" l="l" r="r" t="t"/>
                <a:pathLst>
                  <a:path extrusionOk="0" h="186" w="1028">
                    <a:moveTo>
                      <a:pt x="837" y="0"/>
                    </a:moveTo>
                    <a:lnTo>
                      <a:pt x="837" y="6"/>
                    </a:lnTo>
                    <a:cubicBezTo>
                      <a:pt x="803" y="4"/>
                      <a:pt x="768" y="3"/>
                      <a:pt x="734" y="3"/>
                    </a:cubicBezTo>
                    <a:cubicBezTo>
                      <a:pt x="665" y="3"/>
                      <a:pt x="596" y="6"/>
                      <a:pt x="527" y="6"/>
                    </a:cubicBezTo>
                    <a:cubicBezTo>
                      <a:pt x="435" y="6"/>
                      <a:pt x="343" y="11"/>
                      <a:pt x="256" y="22"/>
                    </a:cubicBezTo>
                    <a:cubicBezTo>
                      <a:pt x="212" y="33"/>
                      <a:pt x="169" y="49"/>
                      <a:pt x="131" y="65"/>
                    </a:cubicBezTo>
                    <a:cubicBezTo>
                      <a:pt x="87" y="76"/>
                      <a:pt x="49" y="87"/>
                      <a:pt x="11" y="103"/>
                    </a:cubicBezTo>
                    <a:cubicBezTo>
                      <a:pt x="0" y="109"/>
                      <a:pt x="0" y="125"/>
                      <a:pt x="11" y="131"/>
                    </a:cubicBezTo>
                    <a:cubicBezTo>
                      <a:pt x="60" y="153"/>
                      <a:pt x="114" y="165"/>
                      <a:pt x="168" y="165"/>
                    </a:cubicBezTo>
                    <a:cubicBezTo>
                      <a:pt x="192" y="165"/>
                      <a:pt x="216" y="163"/>
                      <a:pt x="239" y="158"/>
                    </a:cubicBezTo>
                    <a:cubicBezTo>
                      <a:pt x="337" y="158"/>
                      <a:pt x="430" y="174"/>
                      <a:pt x="522" y="179"/>
                    </a:cubicBezTo>
                    <a:cubicBezTo>
                      <a:pt x="578" y="183"/>
                      <a:pt x="640" y="186"/>
                      <a:pt x="703" y="186"/>
                    </a:cubicBezTo>
                    <a:cubicBezTo>
                      <a:pt x="748" y="186"/>
                      <a:pt x="794" y="184"/>
                      <a:pt x="837" y="179"/>
                    </a:cubicBezTo>
                    <a:cubicBezTo>
                      <a:pt x="892" y="179"/>
                      <a:pt x="1028" y="174"/>
                      <a:pt x="1022" y="93"/>
                    </a:cubicBezTo>
                    <a:cubicBezTo>
                      <a:pt x="1022" y="6"/>
                      <a:pt x="892" y="6"/>
                      <a:pt x="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0"/>
              <p:cNvSpPr/>
              <p:nvPr/>
            </p:nvSpPr>
            <p:spPr>
              <a:xfrm>
                <a:off x="4925000" y="3604025"/>
                <a:ext cx="21750" cy="5000"/>
              </a:xfrm>
              <a:custGeom>
                <a:rect b="b" l="l" r="r" t="t"/>
                <a:pathLst>
                  <a:path extrusionOk="0" h="200" w="870">
                    <a:moveTo>
                      <a:pt x="542" y="1"/>
                    </a:moveTo>
                    <a:cubicBezTo>
                      <a:pt x="517" y="1"/>
                      <a:pt x="492" y="3"/>
                      <a:pt x="468" y="7"/>
                    </a:cubicBezTo>
                    <a:cubicBezTo>
                      <a:pt x="391" y="10"/>
                      <a:pt x="301" y="29"/>
                      <a:pt x="216" y="29"/>
                    </a:cubicBezTo>
                    <a:cubicBezTo>
                      <a:pt x="175" y="29"/>
                      <a:pt x="135" y="25"/>
                      <a:pt x="98" y="12"/>
                    </a:cubicBezTo>
                    <a:cubicBezTo>
                      <a:pt x="92" y="10"/>
                      <a:pt x="87" y="9"/>
                      <a:pt x="81" y="9"/>
                    </a:cubicBezTo>
                    <a:cubicBezTo>
                      <a:pt x="31" y="9"/>
                      <a:pt x="0" y="96"/>
                      <a:pt x="54" y="116"/>
                    </a:cubicBezTo>
                    <a:cubicBezTo>
                      <a:pt x="156" y="154"/>
                      <a:pt x="261" y="175"/>
                      <a:pt x="366" y="175"/>
                    </a:cubicBezTo>
                    <a:cubicBezTo>
                      <a:pt x="396" y="175"/>
                      <a:pt x="427" y="173"/>
                      <a:pt x="457" y="170"/>
                    </a:cubicBezTo>
                    <a:lnTo>
                      <a:pt x="571" y="170"/>
                    </a:lnTo>
                    <a:cubicBezTo>
                      <a:pt x="603" y="175"/>
                      <a:pt x="631" y="186"/>
                      <a:pt x="663" y="197"/>
                    </a:cubicBezTo>
                    <a:cubicBezTo>
                      <a:pt x="673" y="199"/>
                      <a:pt x="684" y="200"/>
                      <a:pt x="694" y="200"/>
                    </a:cubicBezTo>
                    <a:cubicBezTo>
                      <a:pt x="745" y="200"/>
                      <a:pt x="796" y="179"/>
                      <a:pt x="832" y="143"/>
                    </a:cubicBezTo>
                    <a:cubicBezTo>
                      <a:pt x="870" y="105"/>
                      <a:pt x="853" y="34"/>
                      <a:pt x="799" y="23"/>
                    </a:cubicBezTo>
                    <a:lnTo>
                      <a:pt x="723" y="23"/>
                    </a:lnTo>
                    <a:cubicBezTo>
                      <a:pt x="701" y="23"/>
                      <a:pt x="680" y="18"/>
                      <a:pt x="663" y="12"/>
                    </a:cubicBezTo>
                    <a:cubicBezTo>
                      <a:pt x="623" y="6"/>
                      <a:pt x="583" y="1"/>
                      <a:pt x="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0"/>
              <p:cNvSpPr/>
              <p:nvPr/>
            </p:nvSpPr>
            <p:spPr>
              <a:xfrm>
                <a:off x="4854175" y="3613500"/>
                <a:ext cx="9825" cy="9325"/>
              </a:xfrm>
              <a:custGeom>
                <a:rect b="b" l="l" r="r" t="t"/>
                <a:pathLst>
                  <a:path extrusionOk="0" h="373" w="393">
                    <a:moveTo>
                      <a:pt x="144" y="1"/>
                    </a:moveTo>
                    <a:cubicBezTo>
                      <a:pt x="136" y="1"/>
                      <a:pt x="127" y="3"/>
                      <a:pt x="121" y="8"/>
                    </a:cubicBezTo>
                    <a:cubicBezTo>
                      <a:pt x="77" y="52"/>
                      <a:pt x="77" y="112"/>
                      <a:pt x="44" y="155"/>
                    </a:cubicBezTo>
                    <a:cubicBezTo>
                      <a:pt x="40" y="164"/>
                      <a:pt x="46" y="173"/>
                      <a:pt x="55" y="173"/>
                    </a:cubicBezTo>
                    <a:cubicBezTo>
                      <a:pt x="57" y="173"/>
                      <a:pt x="59" y="172"/>
                      <a:pt x="61" y="171"/>
                    </a:cubicBezTo>
                    <a:cubicBezTo>
                      <a:pt x="77" y="161"/>
                      <a:pt x="93" y="144"/>
                      <a:pt x="110" y="128"/>
                    </a:cubicBezTo>
                    <a:lnTo>
                      <a:pt x="110" y="177"/>
                    </a:lnTo>
                    <a:cubicBezTo>
                      <a:pt x="110" y="209"/>
                      <a:pt x="131" y="247"/>
                      <a:pt x="131" y="280"/>
                    </a:cubicBezTo>
                    <a:cubicBezTo>
                      <a:pt x="121" y="286"/>
                      <a:pt x="115" y="286"/>
                      <a:pt x="104" y="291"/>
                    </a:cubicBezTo>
                    <a:cubicBezTo>
                      <a:pt x="93" y="296"/>
                      <a:pt x="83" y="302"/>
                      <a:pt x="72" y="307"/>
                    </a:cubicBezTo>
                    <a:cubicBezTo>
                      <a:pt x="50" y="318"/>
                      <a:pt x="34" y="324"/>
                      <a:pt x="12" y="329"/>
                    </a:cubicBezTo>
                    <a:cubicBezTo>
                      <a:pt x="1" y="334"/>
                      <a:pt x="1" y="345"/>
                      <a:pt x="12" y="351"/>
                    </a:cubicBezTo>
                    <a:cubicBezTo>
                      <a:pt x="34" y="362"/>
                      <a:pt x="61" y="367"/>
                      <a:pt x="88" y="373"/>
                    </a:cubicBezTo>
                    <a:cubicBezTo>
                      <a:pt x="115" y="373"/>
                      <a:pt x="142" y="367"/>
                      <a:pt x="164" y="356"/>
                    </a:cubicBezTo>
                    <a:cubicBezTo>
                      <a:pt x="170" y="356"/>
                      <a:pt x="175" y="356"/>
                      <a:pt x="181" y="356"/>
                    </a:cubicBezTo>
                    <a:cubicBezTo>
                      <a:pt x="221" y="356"/>
                      <a:pt x="260" y="365"/>
                      <a:pt x="298" y="365"/>
                    </a:cubicBezTo>
                    <a:cubicBezTo>
                      <a:pt x="320" y="365"/>
                      <a:pt x="343" y="362"/>
                      <a:pt x="365" y="351"/>
                    </a:cubicBezTo>
                    <a:cubicBezTo>
                      <a:pt x="392" y="334"/>
                      <a:pt x="392" y="296"/>
                      <a:pt x="365" y="280"/>
                    </a:cubicBezTo>
                    <a:lnTo>
                      <a:pt x="365" y="291"/>
                    </a:lnTo>
                    <a:cubicBezTo>
                      <a:pt x="336" y="271"/>
                      <a:pt x="303" y="262"/>
                      <a:pt x="268" y="262"/>
                    </a:cubicBezTo>
                    <a:cubicBezTo>
                      <a:pt x="245" y="262"/>
                      <a:pt x="221" y="266"/>
                      <a:pt x="197" y="275"/>
                    </a:cubicBezTo>
                    <a:cubicBezTo>
                      <a:pt x="197" y="247"/>
                      <a:pt x="191" y="226"/>
                      <a:pt x="186" y="204"/>
                    </a:cubicBezTo>
                    <a:cubicBezTo>
                      <a:pt x="175" y="150"/>
                      <a:pt x="175" y="90"/>
                      <a:pt x="180" y="35"/>
                    </a:cubicBezTo>
                    <a:cubicBezTo>
                      <a:pt x="180" y="13"/>
                      <a:pt x="162"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0"/>
              <p:cNvSpPr/>
              <p:nvPr/>
            </p:nvSpPr>
            <p:spPr>
              <a:xfrm>
                <a:off x="4891825" y="3612325"/>
                <a:ext cx="10075" cy="10100"/>
              </a:xfrm>
              <a:custGeom>
                <a:rect b="b" l="l" r="r" t="t"/>
                <a:pathLst>
                  <a:path extrusionOk="0" h="404" w="403">
                    <a:moveTo>
                      <a:pt x="218" y="1"/>
                    </a:moveTo>
                    <a:cubicBezTo>
                      <a:pt x="169" y="1"/>
                      <a:pt x="126" y="28"/>
                      <a:pt x="104" y="77"/>
                    </a:cubicBezTo>
                    <a:cubicBezTo>
                      <a:pt x="100" y="81"/>
                      <a:pt x="105" y="92"/>
                      <a:pt x="113" y="92"/>
                    </a:cubicBezTo>
                    <a:cubicBezTo>
                      <a:pt x="115" y="92"/>
                      <a:pt x="118" y="91"/>
                      <a:pt x="120" y="88"/>
                    </a:cubicBezTo>
                    <a:cubicBezTo>
                      <a:pt x="129" y="84"/>
                      <a:pt x="166" y="62"/>
                      <a:pt x="191" y="62"/>
                    </a:cubicBezTo>
                    <a:cubicBezTo>
                      <a:pt x="197" y="62"/>
                      <a:pt x="203" y="63"/>
                      <a:pt x="207" y="66"/>
                    </a:cubicBezTo>
                    <a:cubicBezTo>
                      <a:pt x="229" y="82"/>
                      <a:pt x="196" y="148"/>
                      <a:pt x="186" y="169"/>
                    </a:cubicBezTo>
                    <a:cubicBezTo>
                      <a:pt x="169" y="213"/>
                      <a:pt x="147" y="251"/>
                      <a:pt x="126" y="284"/>
                    </a:cubicBezTo>
                    <a:cubicBezTo>
                      <a:pt x="93" y="289"/>
                      <a:pt x="60" y="294"/>
                      <a:pt x="28" y="305"/>
                    </a:cubicBezTo>
                    <a:cubicBezTo>
                      <a:pt x="1" y="311"/>
                      <a:pt x="6" y="349"/>
                      <a:pt x="33" y="349"/>
                    </a:cubicBezTo>
                    <a:cubicBezTo>
                      <a:pt x="60" y="354"/>
                      <a:pt x="93" y="360"/>
                      <a:pt x="126" y="360"/>
                    </a:cubicBezTo>
                    <a:cubicBezTo>
                      <a:pt x="169" y="371"/>
                      <a:pt x="207" y="381"/>
                      <a:pt x="245" y="398"/>
                    </a:cubicBezTo>
                    <a:cubicBezTo>
                      <a:pt x="259" y="401"/>
                      <a:pt x="272" y="403"/>
                      <a:pt x="284" y="403"/>
                    </a:cubicBezTo>
                    <a:cubicBezTo>
                      <a:pt x="328" y="403"/>
                      <a:pt x="367" y="382"/>
                      <a:pt x="392" y="343"/>
                    </a:cubicBezTo>
                    <a:cubicBezTo>
                      <a:pt x="403" y="327"/>
                      <a:pt x="398" y="305"/>
                      <a:pt x="376" y="294"/>
                    </a:cubicBezTo>
                    <a:lnTo>
                      <a:pt x="376" y="289"/>
                    </a:lnTo>
                    <a:cubicBezTo>
                      <a:pt x="364" y="281"/>
                      <a:pt x="349" y="276"/>
                      <a:pt x="335" y="276"/>
                    </a:cubicBezTo>
                    <a:cubicBezTo>
                      <a:pt x="331" y="276"/>
                      <a:pt x="326" y="277"/>
                      <a:pt x="321" y="278"/>
                    </a:cubicBezTo>
                    <a:cubicBezTo>
                      <a:pt x="302" y="284"/>
                      <a:pt x="285" y="286"/>
                      <a:pt x="267" y="286"/>
                    </a:cubicBezTo>
                    <a:cubicBezTo>
                      <a:pt x="249" y="286"/>
                      <a:pt x="232" y="284"/>
                      <a:pt x="213" y="278"/>
                    </a:cubicBezTo>
                    <a:lnTo>
                      <a:pt x="153" y="278"/>
                    </a:lnTo>
                    <a:lnTo>
                      <a:pt x="175" y="262"/>
                    </a:lnTo>
                    <a:cubicBezTo>
                      <a:pt x="218" y="218"/>
                      <a:pt x="256" y="164"/>
                      <a:pt x="283" y="110"/>
                    </a:cubicBezTo>
                    <a:cubicBezTo>
                      <a:pt x="300" y="61"/>
                      <a:pt x="267" y="6"/>
                      <a:pt x="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0"/>
              <p:cNvSpPr/>
              <p:nvPr/>
            </p:nvSpPr>
            <p:spPr>
              <a:xfrm>
                <a:off x="4932625" y="3612175"/>
                <a:ext cx="7325" cy="10775"/>
              </a:xfrm>
              <a:custGeom>
                <a:rect b="b" l="l" r="r" t="t"/>
                <a:pathLst>
                  <a:path extrusionOk="0" h="431" w="293">
                    <a:moveTo>
                      <a:pt x="146" y="0"/>
                    </a:moveTo>
                    <a:cubicBezTo>
                      <a:pt x="80" y="0"/>
                      <a:pt x="20" y="53"/>
                      <a:pt x="16" y="127"/>
                    </a:cubicBezTo>
                    <a:cubicBezTo>
                      <a:pt x="16" y="133"/>
                      <a:pt x="22" y="137"/>
                      <a:pt x="28" y="137"/>
                    </a:cubicBezTo>
                    <a:cubicBezTo>
                      <a:pt x="33" y="137"/>
                      <a:pt x="37" y="134"/>
                      <a:pt x="37" y="127"/>
                    </a:cubicBezTo>
                    <a:cubicBezTo>
                      <a:pt x="43" y="88"/>
                      <a:pt x="86" y="72"/>
                      <a:pt x="119" y="67"/>
                    </a:cubicBezTo>
                    <a:cubicBezTo>
                      <a:pt x="127" y="64"/>
                      <a:pt x="134" y="63"/>
                      <a:pt x="141" y="63"/>
                    </a:cubicBezTo>
                    <a:cubicBezTo>
                      <a:pt x="148" y="63"/>
                      <a:pt x="154" y="64"/>
                      <a:pt x="163" y="67"/>
                    </a:cubicBezTo>
                    <a:cubicBezTo>
                      <a:pt x="163" y="67"/>
                      <a:pt x="157" y="72"/>
                      <a:pt x="157" y="78"/>
                    </a:cubicBezTo>
                    <a:cubicBezTo>
                      <a:pt x="141" y="110"/>
                      <a:pt x="92" y="137"/>
                      <a:pt x="86" y="181"/>
                    </a:cubicBezTo>
                    <a:cubicBezTo>
                      <a:pt x="81" y="197"/>
                      <a:pt x="92" y="219"/>
                      <a:pt x="108" y="230"/>
                    </a:cubicBezTo>
                    <a:cubicBezTo>
                      <a:pt x="119" y="241"/>
                      <a:pt x="173" y="257"/>
                      <a:pt x="173" y="273"/>
                    </a:cubicBezTo>
                    <a:cubicBezTo>
                      <a:pt x="173" y="290"/>
                      <a:pt x="124" y="306"/>
                      <a:pt x="108" y="311"/>
                    </a:cubicBezTo>
                    <a:cubicBezTo>
                      <a:pt x="81" y="317"/>
                      <a:pt x="54" y="322"/>
                      <a:pt x="27" y="328"/>
                    </a:cubicBezTo>
                    <a:cubicBezTo>
                      <a:pt x="25" y="327"/>
                      <a:pt x="23" y="326"/>
                      <a:pt x="20" y="326"/>
                    </a:cubicBezTo>
                    <a:cubicBezTo>
                      <a:pt x="11" y="326"/>
                      <a:pt x="0" y="336"/>
                      <a:pt x="5" y="349"/>
                    </a:cubicBezTo>
                    <a:cubicBezTo>
                      <a:pt x="19" y="406"/>
                      <a:pt x="63" y="430"/>
                      <a:pt x="112" y="430"/>
                    </a:cubicBezTo>
                    <a:cubicBezTo>
                      <a:pt x="156" y="430"/>
                      <a:pt x="205" y="410"/>
                      <a:pt x="239" y="377"/>
                    </a:cubicBezTo>
                    <a:cubicBezTo>
                      <a:pt x="277" y="339"/>
                      <a:pt x="293" y="284"/>
                      <a:pt x="271" y="230"/>
                    </a:cubicBezTo>
                    <a:lnTo>
                      <a:pt x="271" y="230"/>
                    </a:lnTo>
                    <a:lnTo>
                      <a:pt x="271" y="235"/>
                    </a:lnTo>
                    <a:cubicBezTo>
                      <a:pt x="260" y="214"/>
                      <a:pt x="244" y="197"/>
                      <a:pt x="217" y="186"/>
                    </a:cubicBezTo>
                    <a:cubicBezTo>
                      <a:pt x="206" y="181"/>
                      <a:pt x="190" y="175"/>
                      <a:pt x="179" y="175"/>
                    </a:cubicBezTo>
                    <a:cubicBezTo>
                      <a:pt x="217" y="127"/>
                      <a:pt x="277" y="61"/>
                      <a:pt x="211" y="18"/>
                    </a:cubicBezTo>
                    <a:cubicBezTo>
                      <a:pt x="190" y="6"/>
                      <a:pt x="168" y="0"/>
                      <a:pt x="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0"/>
              <p:cNvSpPr/>
              <p:nvPr/>
            </p:nvSpPr>
            <p:spPr>
              <a:xfrm>
                <a:off x="4842625" y="3645550"/>
                <a:ext cx="6125" cy="8050"/>
              </a:xfrm>
              <a:custGeom>
                <a:rect b="b" l="l" r="r" t="t"/>
                <a:pathLst>
                  <a:path extrusionOk="0" h="322" w="245">
                    <a:moveTo>
                      <a:pt x="197" y="1"/>
                    </a:moveTo>
                    <a:cubicBezTo>
                      <a:pt x="190" y="1"/>
                      <a:pt x="182" y="3"/>
                      <a:pt x="175" y="9"/>
                    </a:cubicBezTo>
                    <a:cubicBezTo>
                      <a:pt x="137" y="58"/>
                      <a:pt x="99" y="107"/>
                      <a:pt x="72" y="161"/>
                    </a:cubicBezTo>
                    <a:cubicBezTo>
                      <a:pt x="44" y="205"/>
                      <a:pt x="1" y="237"/>
                      <a:pt x="1" y="292"/>
                    </a:cubicBezTo>
                    <a:cubicBezTo>
                      <a:pt x="1" y="303"/>
                      <a:pt x="12" y="314"/>
                      <a:pt x="23" y="319"/>
                    </a:cubicBezTo>
                    <a:cubicBezTo>
                      <a:pt x="27" y="320"/>
                      <a:pt x="31" y="321"/>
                      <a:pt x="35" y="321"/>
                    </a:cubicBezTo>
                    <a:cubicBezTo>
                      <a:pt x="44" y="321"/>
                      <a:pt x="51" y="316"/>
                      <a:pt x="55" y="308"/>
                    </a:cubicBezTo>
                    <a:cubicBezTo>
                      <a:pt x="77" y="292"/>
                      <a:pt x="88" y="254"/>
                      <a:pt x="99" y="237"/>
                    </a:cubicBezTo>
                    <a:cubicBezTo>
                      <a:pt x="137" y="172"/>
                      <a:pt x="175" y="112"/>
                      <a:pt x="224" y="58"/>
                    </a:cubicBezTo>
                    <a:cubicBezTo>
                      <a:pt x="245" y="33"/>
                      <a:pt x="223" y="1"/>
                      <a:pt x="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0"/>
              <p:cNvSpPr/>
              <p:nvPr/>
            </p:nvSpPr>
            <p:spPr>
              <a:xfrm>
                <a:off x="4842225" y="3653400"/>
                <a:ext cx="5275" cy="5650"/>
              </a:xfrm>
              <a:custGeom>
                <a:rect b="b" l="l" r="r" t="t"/>
                <a:pathLst>
                  <a:path extrusionOk="0" h="226" w="211">
                    <a:moveTo>
                      <a:pt x="162" y="0"/>
                    </a:moveTo>
                    <a:cubicBezTo>
                      <a:pt x="155" y="0"/>
                      <a:pt x="148" y="3"/>
                      <a:pt x="142" y="10"/>
                    </a:cubicBezTo>
                    <a:lnTo>
                      <a:pt x="137" y="10"/>
                    </a:lnTo>
                    <a:cubicBezTo>
                      <a:pt x="104" y="43"/>
                      <a:pt x="77" y="76"/>
                      <a:pt x="50" y="114"/>
                    </a:cubicBezTo>
                    <a:cubicBezTo>
                      <a:pt x="22" y="146"/>
                      <a:pt x="1" y="184"/>
                      <a:pt x="39" y="217"/>
                    </a:cubicBezTo>
                    <a:cubicBezTo>
                      <a:pt x="44" y="222"/>
                      <a:pt x="51" y="225"/>
                      <a:pt x="58" y="225"/>
                    </a:cubicBezTo>
                    <a:cubicBezTo>
                      <a:pt x="65" y="225"/>
                      <a:pt x="71" y="222"/>
                      <a:pt x="77" y="217"/>
                    </a:cubicBezTo>
                    <a:cubicBezTo>
                      <a:pt x="93" y="195"/>
                      <a:pt x="98" y="168"/>
                      <a:pt x="120" y="146"/>
                    </a:cubicBezTo>
                    <a:cubicBezTo>
                      <a:pt x="137" y="119"/>
                      <a:pt x="158" y="87"/>
                      <a:pt x="185" y="59"/>
                    </a:cubicBezTo>
                    <a:cubicBezTo>
                      <a:pt x="211" y="38"/>
                      <a:pt x="187"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0"/>
              <p:cNvSpPr/>
              <p:nvPr/>
            </p:nvSpPr>
            <p:spPr>
              <a:xfrm>
                <a:off x="4843575" y="3658050"/>
                <a:ext cx="4325" cy="4925"/>
              </a:xfrm>
              <a:custGeom>
                <a:rect b="b" l="l" r="r" t="t"/>
                <a:pathLst>
                  <a:path extrusionOk="0" h="197" w="173">
                    <a:moveTo>
                      <a:pt x="145" y="1"/>
                    </a:moveTo>
                    <a:cubicBezTo>
                      <a:pt x="137" y="1"/>
                      <a:pt x="130" y="5"/>
                      <a:pt x="126" y="15"/>
                    </a:cubicBezTo>
                    <a:cubicBezTo>
                      <a:pt x="110" y="42"/>
                      <a:pt x="93" y="64"/>
                      <a:pt x="72" y="85"/>
                    </a:cubicBezTo>
                    <a:cubicBezTo>
                      <a:pt x="39" y="102"/>
                      <a:pt x="17" y="134"/>
                      <a:pt x="1" y="167"/>
                    </a:cubicBezTo>
                    <a:cubicBezTo>
                      <a:pt x="1" y="180"/>
                      <a:pt x="12" y="197"/>
                      <a:pt x="25" y="197"/>
                    </a:cubicBezTo>
                    <a:cubicBezTo>
                      <a:pt x="28" y="197"/>
                      <a:pt x="31" y="196"/>
                      <a:pt x="34" y="194"/>
                    </a:cubicBezTo>
                    <a:cubicBezTo>
                      <a:pt x="93" y="156"/>
                      <a:pt x="142" y="96"/>
                      <a:pt x="170" y="31"/>
                    </a:cubicBezTo>
                    <a:cubicBezTo>
                      <a:pt x="173" y="14"/>
                      <a:pt x="159"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0"/>
              <p:cNvSpPr/>
              <p:nvPr/>
            </p:nvSpPr>
            <p:spPr>
              <a:xfrm>
                <a:off x="4843850" y="3662975"/>
                <a:ext cx="4150" cy="6175"/>
              </a:xfrm>
              <a:custGeom>
                <a:rect b="b" l="l" r="r" t="t"/>
                <a:pathLst>
                  <a:path extrusionOk="0" h="247" w="166">
                    <a:moveTo>
                      <a:pt x="136" y="1"/>
                    </a:moveTo>
                    <a:cubicBezTo>
                      <a:pt x="131" y="1"/>
                      <a:pt x="126" y="3"/>
                      <a:pt x="120" y="8"/>
                    </a:cubicBezTo>
                    <a:cubicBezTo>
                      <a:pt x="93" y="41"/>
                      <a:pt x="66" y="79"/>
                      <a:pt x="44" y="117"/>
                    </a:cubicBezTo>
                    <a:cubicBezTo>
                      <a:pt x="17" y="149"/>
                      <a:pt x="1" y="187"/>
                      <a:pt x="1" y="231"/>
                    </a:cubicBezTo>
                    <a:cubicBezTo>
                      <a:pt x="1" y="240"/>
                      <a:pt x="10" y="246"/>
                      <a:pt x="19" y="246"/>
                    </a:cubicBezTo>
                    <a:cubicBezTo>
                      <a:pt x="25" y="246"/>
                      <a:pt x="31" y="243"/>
                      <a:pt x="33" y="236"/>
                    </a:cubicBezTo>
                    <a:cubicBezTo>
                      <a:pt x="44" y="198"/>
                      <a:pt x="66" y="166"/>
                      <a:pt x="88" y="133"/>
                    </a:cubicBezTo>
                    <a:cubicBezTo>
                      <a:pt x="110" y="100"/>
                      <a:pt x="126" y="68"/>
                      <a:pt x="153" y="41"/>
                    </a:cubicBezTo>
                    <a:cubicBezTo>
                      <a:pt x="166" y="24"/>
                      <a:pt x="152"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0"/>
              <p:cNvSpPr/>
              <p:nvPr/>
            </p:nvSpPr>
            <p:spPr>
              <a:xfrm>
                <a:off x="4844675" y="3679975"/>
                <a:ext cx="4375" cy="6325"/>
              </a:xfrm>
              <a:custGeom>
                <a:rect b="b" l="l" r="r" t="t"/>
                <a:pathLst>
                  <a:path extrusionOk="0" h="253" w="175">
                    <a:moveTo>
                      <a:pt x="149" y="1"/>
                    </a:moveTo>
                    <a:cubicBezTo>
                      <a:pt x="136" y="1"/>
                      <a:pt x="123" y="10"/>
                      <a:pt x="120" y="29"/>
                    </a:cubicBezTo>
                    <a:cubicBezTo>
                      <a:pt x="120" y="56"/>
                      <a:pt x="87" y="78"/>
                      <a:pt x="71" y="100"/>
                    </a:cubicBezTo>
                    <a:cubicBezTo>
                      <a:pt x="55" y="116"/>
                      <a:pt x="44" y="138"/>
                      <a:pt x="33" y="160"/>
                    </a:cubicBezTo>
                    <a:cubicBezTo>
                      <a:pt x="28" y="181"/>
                      <a:pt x="0" y="252"/>
                      <a:pt x="44" y="252"/>
                    </a:cubicBezTo>
                    <a:cubicBezTo>
                      <a:pt x="45" y="252"/>
                      <a:pt x="47" y="252"/>
                      <a:pt x="48" y="252"/>
                    </a:cubicBezTo>
                    <a:cubicBezTo>
                      <a:pt x="88" y="252"/>
                      <a:pt x="93" y="175"/>
                      <a:pt x="109" y="154"/>
                    </a:cubicBezTo>
                    <a:cubicBezTo>
                      <a:pt x="131" y="111"/>
                      <a:pt x="174" y="78"/>
                      <a:pt x="174" y="29"/>
                    </a:cubicBezTo>
                    <a:cubicBezTo>
                      <a:pt x="174" y="10"/>
                      <a:pt x="162" y="1"/>
                      <a:pt x="1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0"/>
              <p:cNvSpPr/>
              <p:nvPr/>
            </p:nvSpPr>
            <p:spPr>
              <a:xfrm>
                <a:off x="4845500" y="3685725"/>
                <a:ext cx="4000" cy="5625"/>
              </a:xfrm>
              <a:custGeom>
                <a:rect b="b" l="l" r="r" t="t"/>
                <a:pathLst>
                  <a:path extrusionOk="0" h="225" w="160">
                    <a:moveTo>
                      <a:pt x="130" y="1"/>
                    </a:moveTo>
                    <a:cubicBezTo>
                      <a:pt x="122" y="1"/>
                      <a:pt x="114" y="4"/>
                      <a:pt x="109" y="11"/>
                    </a:cubicBezTo>
                    <a:cubicBezTo>
                      <a:pt x="93" y="44"/>
                      <a:pt x="65" y="71"/>
                      <a:pt x="49" y="104"/>
                    </a:cubicBezTo>
                    <a:cubicBezTo>
                      <a:pt x="33" y="131"/>
                      <a:pt x="16" y="163"/>
                      <a:pt x="6" y="196"/>
                    </a:cubicBezTo>
                    <a:cubicBezTo>
                      <a:pt x="1" y="210"/>
                      <a:pt x="12" y="224"/>
                      <a:pt x="26" y="224"/>
                    </a:cubicBezTo>
                    <a:cubicBezTo>
                      <a:pt x="28" y="224"/>
                      <a:pt x="31" y="224"/>
                      <a:pt x="33" y="223"/>
                    </a:cubicBezTo>
                    <a:cubicBezTo>
                      <a:pt x="65" y="212"/>
                      <a:pt x="82" y="174"/>
                      <a:pt x="93" y="142"/>
                    </a:cubicBezTo>
                    <a:cubicBezTo>
                      <a:pt x="103" y="109"/>
                      <a:pt x="136" y="71"/>
                      <a:pt x="152" y="27"/>
                    </a:cubicBezTo>
                    <a:cubicBezTo>
                      <a:pt x="160" y="13"/>
                      <a:pt x="145"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0"/>
              <p:cNvSpPr/>
              <p:nvPr/>
            </p:nvSpPr>
            <p:spPr>
              <a:xfrm>
                <a:off x="4882150" y="3665450"/>
                <a:ext cx="4850" cy="5750"/>
              </a:xfrm>
              <a:custGeom>
                <a:rect b="b" l="l" r="r" t="t"/>
                <a:pathLst>
                  <a:path extrusionOk="0" h="230" w="194">
                    <a:moveTo>
                      <a:pt x="156" y="1"/>
                    </a:moveTo>
                    <a:cubicBezTo>
                      <a:pt x="152" y="1"/>
                      <a:pt x="147" y="3"/>
                      <a:pt x="143" y="7"/>
                    </a:cubicBezTo>
                    <a:cubicBezTo>
                      <a:pt x="83" y="56"/>
                      <a:pt x="34" y="116"/>
                      <a:pt x="7" y="192"/>
                    </a:cubicBezTo>
                    <a:cubicBezTo>
                      <a:pt x="0" y="213"/>
                      <a:pt x="21" y="229"/>
                      <a:pt x="40" y="229"/>
                    </a:cubicBezTo>
                    <a:cubicBezTo>
                      <a:pt x="51" y="229"/>
                      <a:pt x="61" y="225"/>
                      <a:pt x="67" y="213"/>
                    </a:cubicBezTo>
                    <a:cubicBezTo>
                      <a:pt x="94" y="154"/>
                      <a:pt x="132" y="99"/>
                      <a:pt x="176" y="50"/>
                    </a:cubicBezTo>
                    <a:cubicBezTo>
                      <a:pt x="193" y="33"/>
                      <a:pt x="175"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0"/>
              <p:cNvSpPr/>
              <p:nvPr/>
            </p:nvSpPr>
            <p:spPr>
              <a:xfrm>
                <a:off x="4882050" y="3670050"/>
                <a:ext cx="4725" cy="5950"/>
              </a:xfrm>
              <a:custGeom>
                <a:rect b="b" l="l" r="r" t="t"/>
                <a:pathLst>
                  <a:path extrusionOk="0" h="238" w="189">
                    <a:moveTo>
                      <a:pt x="159" y="0"/>
                    </a:moveTo>
                    <a:cubicBezTo>
                      <a:pt x="150" y="0"/>
                      <a:pt x="140" y="6"/>
                      <a:pt x="136" y="18"/>
                    </a:cubicBezTo>
                    <a:cubicBezTo>
                      <a:pt x="125" y="57"/>
                      <a:pt x="87" y="84"/>
                      <a:pt x="66" y="116"/>
                    </a:cubicBezTo>
                    <a:cubicBezTo>
                      <a:pt x="49" y="154"/>
                      <a:pt x="28" y="176"/>
                      <a:pt x="11" y="209"/>
                    </a:cubicBezTo>
                    <a:cubicBezTo>
                      <a:pt x="0" y="220"/>
                      <a:pt x="6" y="236"/>
                      <a:pt x="22" y="236"/>
                    </a:cubicBezTo>
                    <a:cubicBezTo>
                      <a:pt x="26" y="237"/>
                      <a:pt x="30" y="237"/>
                      <a:pt x="33" y="237"/>
                    </a:cubicBezTo>
                    <a:cubicBezTo>
                      <a:pt x="70" y="237"/>
                      <a:pt x="95" y="190"/>
                      <a:pt x="114" y="160"/>
                    </a:cubicBezTo>
                    <a:cubicBezTo>
                      <a:pt x="136" y="116"/>
                      <a:pt x="180" y="78"/>
                      <a:pt x="185" y="29"/>
                    </a:cubicBezTo>
                    <a:cubicBezTo>
                      <a:pt x="188" y="13"/>
                      <a:pt x="174"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0"/>
              <p:cNvSpPr/>
              <p:nvPr/>
            </p:nvSpPr>
            <p:spPr>
              <a:xfrm>
                <a:off x="4882750" y="3676025"/>
                <a:ext cx="3800" cy="4225"/>
              </a:xfrm>
              <a:custGeom>
                <a:rect b="b" l="l" r="r" t="t"/>
                <a:pathLst>
                  <a:path extrusionOk="0" h="169" w="152">
                    <a:moveTo>
                      <a:pt x="117" y="1"/>
                    </a:moveTo>
                    <a:cubicBezTo>
                      <a:pt x="108" y="1"/>
                      <a:pt x="99" y="5"/>
                      <a:pt x="92" y="13"/>
                    </a:cubicBezTo>
                    <a:cubicBezTo>
                      <a:pt x="81" y="35"/>
                      <a:pt x="65" y="57"/>
                      <a:pt x="48" y="78"/>
                    </a:cubicBezTo>
                    <a:cubicBezTo>
                      <a:pt x="27" y="95"/>
                      <a:pt x="16" y="116"/>
                      <a:pt x="5" y="138"/>
                    </a:cubicBezTo>
                    <a:cubicBezTo>
                      <a:pt x="1" y="151"/>
                      <a:pt x="10" y="168"/>
                      <a:pt x="23" y="168"/>
                    </a:cubicBezTo>
                    <a:cubicBezTo>
                      <a:pt x="26" y="168"/>
                      <a:pt x="29" y="167"/>
                      <a:pt x="32" y="165"/>
                    </a:cubicBezTo>
                    <a:cubicBezTo>
                      <a:pt x="59" y="155"/>
                      <a:pt x="76" y="138"/>
                      <a:pt x="92" y="111"/>
                    </a:cubicBezTo>
                    <a:cubicBezTo>
                      <a:pt x="108" y="89"/>
                      <a:pt x="125" y="68"/>
                      <a:pt x="141" y="40"/>
                    </a:cubicBezTo>
                    <a:cubicBezTo>
                      <a:pt x="152" y="18"/>
                      <a:pt x="135" y="1"/>
                      <a:pt x="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0"/>
              <p:cNvSpPr/>
              <p:nvPr/>
            </p:nvSpPr>
            <p:spPr>
              <a:xfrm>
                <a:off x="4883700" y="3683375"/>
                <a:ext cx="2675" cy="4025"/>
              </a:xfrm>
              <a:custGeom>
                <a:rect b="b" l="l" r="r" t="t"/>
                <a:pathLst>
                  <a:path extrusionOk="0" h="161" w="107">
                    <a:moveTo>
                      <a:pt x="78" y="0"/>
                    </a:moveTo>
                    <a:cubicBezTo>
                      <a:pt x="75" y="0"/>
                      <a:pt x="73" y="1"/>
                      <a:pt x="70" y="2"/>
                    </a:cubicBezTo>
                    <a:cubicBezTo>
                      <a:pt x="21" y="24"/>
                      <a:pt x="16" y="94"/>
                      <a:pt x="5" y="138"/>
                    </a:cubicBezTo>
                    <a:cubicBezTo>
                      <a:pt x="1" y="151"/>
                      <a:pt x="11" y="161"/>
                      <a:pt x="21" y="161"/>
                    </a:cubicBezTo>
                    <a:cubicBezTo>
                      <a:pt x="23" y="161"/>
                      <a:pt x="25" y="160"/>
                      <a:pt x="27" y="160"/>
                    </a:cubicBezTo>
                    <a:cubicBezTo>
                      <a:pt x="48" y="149"/>
                      <a:pt x="65" y="127"/>
                      <a:pt x="70" y="100"/>
                    </a:cubicBezTo>
                    <a:cubicBezTo>
                      <a:pt x="70" y="83"/>
                      <a:pt x="76" y="56"/>
                      <a:pt x="92" y="45"/>
                    </a:cubicBezTo>
                    <a:cubicBezTo>
                      <a:pt x="107" y="40"/>
                      <a:pt x="99" y="0"/>
                      <a:pt x="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0"/>
              <p:cNvSpPr/>
              <p:nvPr/>
            </p:nvSpPr>
            <p:spPr>
              <a:xfrm>
                <a:off x="4924850" y="3676900"/>
                <a:ext cx="5000" cy="5600"/>
              </a:xfrm>
              <a:custGeom>
                <a:rect b="b" l="l" r="r" t="t"/>
                <a:pathLst>
                  <a:path extrusionOk="0" h="224" w="200">
                    <a:moveTo>
                      <a:pt x="145" y="1"/>
                    </a:moveTo>
                    <a:cubicBezTo>
                      <a:pt x="134" y="1"/>
                      <a:pt x="123" y="5"/>
                      <a:pt x="115" y="16"/>
                    </a:cubicBezTo>
                    <a:cubicBezTo>
                      <a:pt x="93" y="43"/>
                      <a:pt x="60" y="65"/>
                      <a:pt x="44" y="98"/>
                    </a:cubicBezTo>
                    <a:cubicBezTo>
                      <a:pt x="22" y="130"/>
                      <a:pt x="6" y="163"/>
                      <a:pt x="1" y="196"/>
                    </a:cubicBezTo>
                    <a:cubicBezTo>
                      <a:pt x="1" y="210"/>
                      <a:pt x="13" y="224"/>
                      <a:pt x="27" y="224"/>
                    </a:cubicBezTo>
                    <a:cubicBezTo>
                      <a:pt x="29" y="224"/>
                      <a:pt x="31" y="224"/>
                      <a:pt x="33" y="223"/>
                    </a:cubicBezTo>
                    <a:cubicBezTo>
                      <a:pt x="77" y="217"/>
                      <a:pt x="88" y="174"/>
                      <a:pt x="104" y="141"/>
                    </a:cubicBezTo>
                    <a:cubicBezTo>
                      <a:pt x="126" y="109"/>
                      <a:pt x="153" y="81"/>
                      <a:pt x="180" y="54"/>
                    </a:cubicBezTo>
                    <a:cubicBezTo>
                      <a:pt x="199" y="27"/>
                      <a:pt x="172"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0"/>
              <p:cNvSpPr/>
              <p:nvPr/>
            </p:nvSpPr>
            <p:spPr>
              <a:xfrm>
                <a:off x="4926350" y="3682975"/>
                <a:ext cx="3825" cy="4025"/>
              </a:xfrm>
              <a:custGeom>
                <a:rect b="b" l="l" r="r" t="t"/>
                <a:pathLst>
                  <a:path extrusionOk="0" h="161" w="153">
                    <a:moveTo>
                      <a:pt x="115" y="1"/>
                    </a:moveTo>
                    <a:cubicBezTo>
                      <a:pt x="102" y="1"/>
                      <a:pt x="90" y="8"/>
                      <a:pt x="87" y="23"/>
                    </a:cubicBezTo>
                    <a:cubicBezTo>
                      <a:pt x="87" y="23"/>
                      <a:pt x="87" y="29"/>
                      <a:pt x="87" y="29"/>
                    </a:cubicBezTo>
                    <a:lnTo>
                      <a:pt x="76" y="34"/>
                    </a:lnTo>
                    <a:cubicBezTo>
                      <a:pt x="66" y="40"/>
                      <a:pt x="55" y="45"/>
                      <a:pt x="44" y="50"/>
                    </a:cubicBezTo>
                    <a:cubicBezTo>
                      <a:pt x="22" y="72"/>
                      <a:pt x="6" y="105"/>
                      <a:pt x="0" y="137"/>
                    </a:cubicBezTo>
                    <a:cubicBezTo>
                      <a:pt x="0" y="151"/>
                      <a:pt x="11" y="161"/>
                      <a:pt x="24" y="161"/>
                    </a:cubicBezTo>
                    <a:cubicBezTo>
                      <a:pt x="27" y="161"/>
                      <a:pt x="30" y="160"/>
                      <a:pt x="33" y="159"/>
                    </a:cubicBezTo>
                    <a:cubicBezTo>
                      <a:pt x="71" y="154"/>
                      <a:pt x="82" y="110"/>
                      <a:pt x="104" y="99"/>
                    </a:cubicBezTo>
                    <a:cubicBezTo>
                      <a:pt x="125" y="83"/>
                      <a:pt x="153" y="61"/>
                      <a:pt x="147" y="23"/>
                    </a:cubicBezTo>
                    <a:cubicBezTo>
                      <a:pt x="144" y="9"/>
                      <a:pt x="130"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0"/>
              <p:cNvSpPr/>
              <p:nvPr/>
            </p:nvSpPr>
            <p:spPr>
              <a:xfrm>
                <a:off x="4925400" y="3688475"/>
                <a:ext cx="2750" cy="3800"/>
              </a:xfrm>
              <a:custGeom>
                <a:rect b="b" l="l" r="r" t="t"/>
                <a:pathLst>
                  <a:path extrusionOk="0" h="152" w="110">
                    <a:moveTo>
                      <a:pt x="65" y="1"/>
                    </a:moveTo>
                    <a:cubicBezTo>
                      <a:pt x="56" y="1"/>
                      <a:pt x="47" y="5"/>
                      <a:pt x="44" y="15"/>
                    </a:cubicBezTo>
                    <a:lnTo>
                      <a:pt x="38" y="15"/>
                    </a:lnTo>
                    <a:cubicBezTo>
                      <a:pt x="33" y="32"/>
                      <a:pt x="22" y="48"/>
                      <a:pt x="17" y="64"/>
                    </a:cubicBezTo>
                    <a:cubicBezTo>
                      <a:pt x="11" y="81"/>
                      <a:pt x="6" y="91"/>
                      <a:pt x="0" y="108"/>
                    </a:cubicBezTo>
                    <a:cubicBezTo>
                      <a:pt x="0" y="108"/>
                      <a:pt x="0" y="113"/>
                      <a:pt x="0" y="113"/>
                    </a:cubicBezTo>
                    <a:cubicBezTo>
                      <a:pt x="0" y="124"/>
                      <a:pt x="0" y="135"/>
                      <a:pt x="6" y="140"/>
                    </a:cubicBezTo>
                    <a:cubicBezTo>
                      <a:pt x="17" y="146"/>
                      <a:pt x="28" y="151"/>
                      <a:pt x="38" y="151"/>
                    </a:cubicBezTo>
                    <a:cubicBezTo>
                      <a:pt x="49" y="151"/>
                      <a:pt x="55" y="146"/>
                      <a:pt x="66" y="135"/>
                    </a:cubicBezTo>
                    <a:cubicBezTo>
                      <a:pt x="71" y="119"/>
                      <a:pt x="76" y="102"/>
                      <a:pt x="82" y="86"/>
                    </a:cubicBezTo>
                    <a:cubicBezTo>
                      <a:pt x="87" y="70"/>
                      <a:pt x="93" y="53"/>
                      <a:pt x="98" y="42"/>
                    </a:cubicBezTo>
                    <a:cubicBezTo>
                      <a:pt x="109" y="20"/>
                      <a:pt x="85"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0"/>
              <p:cNvSpPr/>
              <p:nvPr/>
            </p:nvSpPr>
            <p:spPr>
              <a:xfrm>
                <a:off x="4944150" y="3663900"/>
                <a:ext cx="4500" cy="22275"/>
              </a:xfrm>
              <a:custGeom>
                <a:rect b="b" l="l" r="r" t="t"/>
                <a:pathLst>
                  <a:path extrusionOk="0" h="891" w="180">
                    <a:moveTo>
                      <a:pt x="79" y="1"/>
                    </a:moveTo>
                    <a:cubicBezTo>
                      <a:pt x="71" y="1"/>
                      <a:pt x="63" y="5"/>
                      <a:pt x="60" y="14"/>
                    </a:cubicBezTo>
                    <a:cubicBezTo>
                      <a:pt x="0" y="178"/>
                      <a:pt x="11" y="351"/>
                      <a:pt x="11" y="525"/>
                    </a:cubicBezTo>
                    <a:cubicBezTo>
                      <a:pt x="11" y="612"/>
                      <a:pt x="22" y="694"/>
                      <a:pt x="33" y="775"/>
                    </a:cubicBezTo>
                    <a:cubicBezTo>
                      <a:pt x="33" y="808"/>
                      <a:pt x="33" y="862"/>
                      <a:pt x="60" y="884"/>
                    </a:cubicBezTo>
                    <a:cubicBezTo>
                      <a:pt x="68" y="889"/>
                      <a:pt x="76" y="891"/>
                      <a:pt x="83" y="891"/>
                    </a:cubicBezTo>
                    <a:cubicBezTo>
                      <a:pt x="144" y="891"/>
                      <a:pt x="174" y="738"/>
                      <a:pt x="174" y="699"/>
                    </a:cubicBezTo>
                    <a:cubicBezTo>
                      <a:pt x="180" y="520"/>
                      <a:pt x="174" y="335"/>
                      <a:pt x="158" y="150"/>
                    </a:cubicBezTo>
                    <a:lnTo>
                      <a:pt x="153" y="150"/>
                    </a:lnTo>
                    <a:cubicBezTo>
                      <a:pt x="153" y="148"/>
                      <a:pt x="151" y="146"/>
                      <a:pt x="150" y="146"/>
                    </a:cubicBezTo>
                    <a:cubicBezTo>
                      <a:pt x="149" y="146"/>
                      <a:pt x="147" y="148"/>
                      <a:pt x="147" y="150"/>
                    </a:cubicBezTo>
                    <a:cubicBezTo>
                      <a:pt x="147" y="281"/>
                      <a:pt x="153" y="411"/>
                      <a:pt x="153" y="536"/>
                    </a:cubicBezTo>
                    <a:cubicBezTo>
                      <a:pt x="158" y="596"/>
                      <a:pt x="158" y="656"/>
                      <a:pt x="153" y="716"/>
                    </a:cubicBezTo>
                    <a:cubicBezTo>
                      <a:pt x="153" y="743"/>
                      <a:pt x="142" y="808"/>
                      <a:pt x="120" y="830"/>
                    </a:cubicBezTo>
                    <a:cubicBezTo>
                      <a:pt x="105" y="841"/>
                      <a:pt x="94" y="845"/>
                      <a:pt x="87" y="845"/>
                    </a:cubicBezTo>
                    <a:cubicBezTo>
                      <a:pt x="65" y="845"/>
                      <a:pt x="71" y="807"/>
                      <a:pt x="71" y="786"/>
                    </a:cubicBezTo>
                    <a:cubicBezTo>
                      <a:pt x="55" y="536"/>
                      <a:pt x="11" y="259"/>
                      <a:pt x="93" y="20"/>
                    </a:cubicBezTo>
                    <a:cubicBezTo>
                      <a:pt x="99" y="8"/>
                      <a:pt x="90"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0"/>
              <p:cNvSpPr/>
              <p:nvPr/>
            </p:nvSpPr>
            <p:spPr>
              <a:xfrm>
                <a:off x="4910600" y="3668050"/>
                <a:ext cx="4900" cy="17250"/>
              </a:xfrm>
              <a:custGeom>
                <a:rect b="b" l="l" r="r" t="t"/>
                <a:pathLst>
                  <a:path extrusionOk="0" h="690" w="196">
                    <a:moveTo>
                      <a:pt x="59" y="1"/>
                    </a:moveTo>
                    <a:cubicBezTo>
                      <a:pt x="53" y="1"/>
                      <a:pt x="46" y="6"/>
                      <a:pt x="43" y="17"/>
                    </a:cubicBezTo>
                    <a:cubicBezTo>
                      <a:pt x="32" y="185"/>
                      <a:pt x="11" y="354"/>
                      <a:pt x="5" y="522"/>
                    </a:cubicBezTo>
                    <a:cubicBezTo>
                      <a:pt x="5" y="557"/>
                      <a:pt x="1" y="690"/>
                      <a:pt x="61" y="690"/>
                    </a:cubicBezTo>
                    <a:cubicBezTo>
                      <a:pt x="67" y="690"/>
                      <a:pt x="74" y="689"/>
                      <a:pt x="81" y="686"/>
                    </a:cubicBezTo>
                    <a:cubicBezTo>
                      <a:pt x="141" y="658"/>
                      <a:pt x="157" y="522"/>
                      <a:pt x="163" y="468"/>
                    </a:cubicBezTo>
                    <a:cubicBezTo>
                      <a:pt x="174" y="419"/>
                      <a:pt x="196" y="294"/>
                      <a:pt x="141" y="245"/>
                    </a:cubicBezTo>
                    <a:lnTo>
                      <a:pt x="147" y="245"/>
                    </a:lnTo>
                    <a:cubicBezTo>
                      <a:pt x="144" y="242"/>
                      <a:pt x="140" y="241"/>
                      <a:pt x="136" y="241"/>
                    </a:cubicBezTo>
                    <a:cubicBezTo>
                      <a:pt x="126" y="241"/>
                      <a:pt x="117" y="250"/>
                      <a:pt x="125" y="262"/>
                    </a:cubicBezTo>
                    <a:cubicBezTo>
                      <a:pt x="157" y="300"/>
                      <a:pt x="136" y="403"/>
                      <a:pt x="130" y="452"/>
                    </a:cubicBezTo>
                    <a:cubicBezTo>
                      <a:pt x="125" y="479"/>
                      <a:pt x="109" y="647"/>
                      <a:pt x="71" y="647"/>
                    </a:cubicBezTo>
                    <a:cubicBezTo>
                      <a:pt x="70" y="648"/>
                      <a:pt x="69" y="648"/>
                      <a:pt x="69" y="648"/>
                    </a:cubicBezTo>
                    <a:cubicBezTo>
                      <a:pt x="12" y="648"/>
                      <a:pt x="71" y="44"/>
                      <a:pt x="71" y="17"/>
                    </a:cubicBezTo>
                    <a:cubicBezTo>
                      <a:pt x="71" y="6"/>
                      <a:pt x="65"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0"/>
              <p:cNvSpPr/>
              <p:nvPr/>
            </p:nvSpPr>
            <p:spPr>
              <a:xfrm>
                <a:off x="4869400" y="3615875"/>
                <a:ext cx="4525" cy="16375"/>
              </a:xfrm>
              <a:custGeom>
                <a:rect b="b" l="l" r="r" t="t"/>
                <a:pathLst>
                  <a:path extrusionOk="0" h="655" w="181">
                    <a:moveTo>
                      <a:pt x="73" y="0"/>
                    </a:moveTo>
                    <a:cubicBezTo>
                      <a:pt x="66" y="0"/>
                      <a:pt x="58" y="6"/>
                      <a:pt x="55" y="17"/>
                    </a:cubicBezTo>
                    <a:cubicBezTo>
                      <a:pt x="39" y="152"/>
                      <a:pt x="12" y="299"/>
                      <a:pt x="12" y="441"/>
                    </a:cubicBezTo>
                    <a:cubicBezTo>
                      <a:pt x="12" y="490"/>
                      <a:pt x="1" y="615"/>
                      <a:pt x="50" y="647"/>
                    </a:cubicBezTo>
                    <a:cubicBezTo>
                      <a:pt x="57" y="652"/>
                      <a:pt x="64" y="654"/>
                      <a:pt x="71" y="654"/>
                    </a:cubicBezTo>
                    <a:cubicBezTo>
                      <a:pt x="120" y="654"/>
                      <a:pt x="154" y="550"/>
                      <a:pt x="158" y="517"/>
                    </a:cubicBezTo>
                    <a:cubicBezTo>
                      <a:pt x="175" y="462"/>
                      <a:pt x="180" y="403"/>
                      <a:pt x="175" y="343"/>
                    </a:cubicBezTo>
                    <a:cubicBezTo>
                      <a:pt x="169" y="261"/>
                      <a:pt x="126" y="185"/>
                      <a:pt x="126" y="104"/>
                    </a:cubicBezTo>
                    <a:cubicBezTo>
                      <a:pt x="126" y="98"/>
                      <a:pt x="120" y="95"/>
                      <a:pt x="115" y="95"/>
                    </a:cubicBezTo>
                    <a:cubicBezTo>
                      <a:pt x="110" y="95"/>
                      <a:pt x="104" y="98"/>
                      <a:pt x="104" y="104"/>
                    </a:cubicBezTo>
                    <a:cubicBezTo>
                      <a:pt x="93" y="207"/>
                      <a:pt x="148" y="305"/>
                      <a:pt x="142" y="413"/>
                    </a:cubicBezTo>
                    <a:cubicBezTo>
                      <a:pt x="142" y="462"/>
                      <a:pt x="131" y="517"/>
                      <a:pt x="110" y="566"/>
                    </a:cubicBezTo>
                    <a:cubicBezTo>
                      <a:pt x="101" y="586"/>
                      <a:pt x="87" y="613"/>
                      <a:pt x="71" y="613"/>
                    </a:cubicBezTo>
                    <a:cubicBezTo>
                      <a:pt x="66" y="613"/>
                      <a:pt x="60" y="610"/>
                      <a:pt x="55" y="604"/>
                    </a:cubicBezTo>
                    <a:cubicBezTo>
                      <a:pt x="50" y="593"/>
                      <a:pt x="50" y="571"/>
                      <a:pt x="44" y="560"/>
                    </a:cubicBezTo>
                    <a:cubicBezTo>
                      <a:pt x="39" y="500"/>
                      <a:pt x="39" y="441"/>
                      <a:pt x="44" y="386"/>
                    </a:cubicBezTo>
                    <a:cubicBezTo>
                      <a:pt x="61" y="261"/>
                      <a:pt x="77" y="136"/>
                      <a:pt x="88" y="17"/>
                    </a:cubicBezTo>
                    <a:cubicBezTo>
                      <a:pt x="88" y="6"/>
                      <a:pt x="81" y="0"/>
                      <a:pt x="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120"/>
            <p:cNvGrpSpPr/>
            <p:nvPr/>
          </p:nvGrpSpPr>
          <p:grpSpPr>
            <a:xfrm>
              <a:off x="5083468" y="2888107"/>
              <a:ext cx="274328" cy="218036"/>
              <a:chOff x="5509750" y="3541250"/>
              <a:chExt cx="361100" cy="287950"/>
            </a:xfrm>
          </p:grpSpPr>
          <p:sp>
            <p:nvSpPr>
              <p:cNvPr id="5349" name="Google Shape;5349;p120"/>
              <p:cNvSpPr/>
              <p:nvPr/>
            </p:nvSpPr>
            <p:spPr>
              <a:xfrm>
                <a:off x="5756075" y="3598225"/>
                <a:ext cx="45875" cy="120825"/>
              </a:xfrm>
              <a:custGeom>
                <a:rect b="b" l="l" r="r" t="t"/>
                <a:pathLst>
                  <a:path extrusionOk="0" h="4833" w="1835">
                    <a:moveTo>
                      <a:pt x="1762" y="1"/>
                    </a:moveTo>
                    <a:cubicBezTo>
                      <a:pt x="1751" y="1"/>
                      <a:pt x="1742" y="8"/>
                      <a:pt x="1742" y="21"/>
                    </a:cubicBezTo>
                    <a:cubicBezTo>
                      <a:pt x="1736" y="445"/>
                      <a:pt x="1715" y="891"/>
                      <a:pt x="1595" y="1299"/>
                    </a:cubicBezTo>
                    <a:cubicBezTo>
                      <a:pt x="1475" y="1723"/>
                      <a:pt x="1367" y="2152"/>
                      <a:pt x="1225" y="2571"/>
                    </a:cubicBezTo>
                    <a:cubicBezTo>
                      <a:pt x="1079" y="2989"/>
                      <a:pt x="867" y="3370"/>
                      <a:pt x="660" y="3756"/>
                    </a:cubicBezTo>
                    <a:cubicBezTo>
                      <a:pt x="568" y="3924"/>
                      <a:pt x="508" y="4087"/>
                      <a:pt x="399" y="4250"/>
                    </a:cubicBezTo>
                    <a:cubicBezTo>
                      <a:pt x="285" y="4441"/>
                      <a:pt x="155" y="4625"/>
                      <a:pt x="13" y="4799"/>
                    </a:cubicBezTo>
                    <a:cubicBezTo>
                      <a:pt x="1" y="4816"/>
                      <a:pt x="13" y="4832"/>
                      <a:pt x="27" y="4832"/>
                    </a:cubicBezTo>
                    <a:cubicBezTo>
                      <a:pt x="32" y="4832"/>
                      <a:pt x="36" y="4831"/>
                      <a:pt x="40" y="4827"/>
                    </a:cubicBezTo>
                    <a:cubicBezTo>
                      <a:pt x="209" y="4685"/>
                      <a:pt x="367" y="4533"/>
                      <a:pt x="513" y="4370"/>
                    </a:cubicBezTo>
                    <a:cubicBezTo>
                      <a:pt x="638" y="4212"/>
                      <a:pt x="693" y="4060"/>
                      <a:pt x="774" y="3886"/>
                    </a:cubicBezTo>
                    <a:cubicBezTo>
                      <a:pt x="959" y="3479"/>
                      <a:pt x="1198" y="3098"/>
                      <a:pt x="1350" y="2674"/>
                    </a:cubicBezTo>
                    <a:cubicBezTo>
                      <a:pt x="1508" y="2228"/>
                      <a:pt x="1617" y="1761"/>
                      <a:pt x="1736" y="1304"/>
                    </a:cubicBezTo>
                    <a:cubicBezTo>
                      <a:pt x="1785" y="1114"/>
                      <a:pt x="1812" y="918"/>
                      <a:pt x="1823" y="723"/>
                    </a:cubicBezTo>
                    <a:cubicBezTo>
                      <a:pt x="1834" y="483"/>
                      <a:pt x="1785" y="255"/>
                      <a:pt x="1785" y="21"/>
                    </a:cubicBezTo>
                    <a:cubicBezTo>
                      <a:pt x="1783" y="8"/>
                      <a:pt x="1772" y="1"/>
                      <a:pt x="1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0"/>
              <p:cNvSpPr/>
              <p:nvPr/>
            </p:nvSpPr>
            <p:spPr>
              <a:xfrm>
                <a:off x="5509750" y="3541250"/>
                <a:ext cx="361100" cy="287950"/>
              </a:xfrm>
              <a:custGeom>
                <a:rect b="b" l="l" r="r" t="t"/>
                <a:pathLst>
                  <a:path extrusionOk="0" h="11518" w="14444">
                    <a:moveTo>
                      <a:pt x="9426" y="458"/>
                    </a:moveTo>
                    <a:lnTo>
                      <a:pt x="9426" y="458"/>
                    </a:lnTo>
                    <a:cubicBezTo>
                      <a:pt x="9410" y="545"/>
                      <a:pt x="9388" y="632"/>
                      <a:pt x="9366" y="719"/>
                    </a:cubicBezTo>
                    <a:cubicBezTo>
                      <a:pt x="9350" y="811"/>
                      <a:pt x="9317" y="909"/>
                      <a:pt x="9274" y="996"/>
                    </a:cubicBezTo>
                    <a:cubicBezTo>
                      <a:pt x="9203" y="1148"/>
                      <a:pt x="9035" y="1289"/>
                      <a:pt x="8920" y="1425"/>
                    </a:cubicBezTo>
                    <a:cubicBezTo>
                      <a:pt x="8855" y="1501"/>
                      <a:pt x="8801" y="1583"/>
                      <a:pt x="8763" y="1675"/>
                    </a:cubicBezTo>
                    <a:cubicBezTo>
                      <a:pt x="8790" y="1545"/>
                      <a:pt x="8828" y="1420"/>
                      <a:pt x="8866" y="1295"/>
                    </a:cubicBezTo>
                    <a:cubicBezTo>
                      <a:pt x="8937" y="1061"/>
                      <a:pt x="9100" y="469"/>
                      <a:pt x="9426" y="458"/>
                    </a:cubicBezTo>
                    <a:close/>
                    <a:moveTo>
                      <a:pt x="7898" y="1327"/>
                    </a:moveTo>
                    <a:cubicBezTo>
                      <a:pt x="7893" y="1338"/>
                      <a:pt x="7893" y="1355"/>
                      <a:pt x="7898" y="1365"/>
                    </a:cubicBezTo>
                    <a:cubicBezTo>
                      <a:pt x="7904" y="1496"/>
                      <a:pt x="7931" y="1621"/>
                      <a:pt x="7969" y="1740"/>
                    </a:cubicBezTo>
                    <a:cubicBezTo>
                      <a:pt x="7996" y="1871"/>
                      <a:pt x="8040" y="2001"/>
                      <a:pt x="8100" y="2121"/>
                    </a:cubicBezTo>
                    <a:cubicBezTo>
                      <a:pt x="8109" y="2138"/>
                      <a:pt x="8127" y="2146"/>
                      <a:pt x="8145" y="2146"/>
                    </a:cubicBezTo>
                    <a:cubicBezTo>
                      <a:pt x="8155" y="2146"/>
                      <a:pt x="8165" y="2144"/>
                      <a:pt x="8174" y="2139"/>
                    </a:cubicBezTo>
                    <a:lnTo>
                      <a:pt x="8174" y="2139"/>
                    </a:lnTo>
                    <a:cubicBezTo>
                      <a:pt x="8068" y="2219"/>
                      <a:pt x="7971" y="2311"/>
                      <a:pt x="7888" y="2415"/>
                    </a:cubicBezTo>
                    <a:cubicBezTo>
                      <a:pt x="7817" y="2502"/>
                      <a:pt x="7763" y="2605"/>
                      <a:pt x="7725" y="2713"/>
                    </a:cubicBezTo>
                    <a:cubicBezTo>
                      <a:pt x="7670" y="2621"/>
                      <a:pt x="7621" y="2529"/>
                      <a:pt x="7578" y="2436"/>
                    </a:cubicBezTo>
                    <a:cubicBezTo>
                      <a:pt x="7540" y="2333"/>
                      <a:pt x="7513" y="2224"/>
                      <a:pt x="7502" y="2116"/>
                    </a:cubicBezTo>
                    <a:cubicBezTo>
                      <a:pt x="7496" y="2023"/>
                      <a:pt x="7485" y="1936"/>
                      <a:pt x="7464" y="1849"/>
                    </a:cubicBezTo>
                    <a:cubicBezTo>
                      <a:pt x="7453" y="1822"/>
                      <a:pt x="7442" y="1795"/>
                      <a:pt x="7431" y="1773"/>
                    </a:cubicBezTo>
                    <a:cubicBezTo>
                      <a:pt x="7556" y="1664"/>
                      <a:pt x="7676" y="1550"/>
                      <a:pt x="7784" y="1420"/>
                    </a:cubicBezTo>
                    <a:cubicBezTo>
                      <a:pt x="7822" y="1387"/>
                      <a:pt x="7855" y="1360"/>
                      <a:pt x="7898" y="1327"/>
                    </a:cubicBezTo>
                    <a:close/>
                    <a:moveTo>
                      <a:pt x="7018" y="3779"/>
                    </a:moveTo>
                    <a:cubicBezTo>
                      <a:pt x="7018" y="3964"/>
                      <a:pt x="7002" y="4154"/>
                      <a:pt x="6980" y="4322"/>
                    </a:cubicBezTo>
                    <a:cubicBezTo>
                      <a:pt x="6953" y="4611"/>
                      <a:pt x="6866" y="4888"/>
                      <a:pt x="6730" y="5138"/>
                    </a:cubicBezTo>
                    <a:cubicBezTo>
                      <a:pt x="6616" y="5355"/>
                      <a:pt x="6529" y="5573"/>
                      <a:pt x="6371" y="5763"/>
                    </a:cubicBezTo>
                    <a:cubicBezTo>
                      <a:pt x="6338" y="5801"/>
                      <a:pt x="6306" y="5839"/>
                      <a:pt x="6273" y="5877"/>
                    </a:cubicBezTo>
                    <a:cubicBezTo>
                      <a:pt x="6273" y="5855"/>
                      <a:pt x="6268" y="5828"/>
                      <a:pt x="6268" y="5812"/>
                    </a:cubicBezTo>
                    <a:cubicBezTo>
                      <a:pt x="6241" y="5513"/>
                      <a:pt x="6224" y="5230"/>
                      <a:pt x="6099" y="4958"/>
                    </a:cubicBezTo>
                    <a:cubicBezTo>
                      <a:pt x="6116" y="4915"/>
                      <a:pt x="6126" y="4872"/>
                      <a:pt x="6121" y="4828"/>
                    </a:cubicBezTo>
                    <a:cubicBezTo>
                      <a:pt x="6105" y="4741"/>
                      <a:pt x="6121" y="4654"/>
                      <a:pt x="6170" y="4583"/>
                    </a:cubicBezTo>
                    <a:cubicBezTo>
                      <a:pt x="6279" y="4426"/>
                      <a:pt x="6415" y="4290"/>
                      <a:pt x="6572" y="4176"/>
                    </a:cubicBezTo>
                    <a:cubicBezTo>
                      <a:pt x="6713" y="4062"/>
                      <a:pt x="6893" y="3937"/>
                      <a:pt x="7018" y="3779"/>
                    </a:cubicBezTo>
                    <a:close/>
                    <a:moveTo>
                      <a:pt x="8888" y="2121"/>
                    </a:moveTo>
                    <a:cubicBezTo>
                      <a:pt x="8942" y="2121"/>
                      <a:pt x="9002" y="2132"/>
                      <a:pt x="9056" y="2148"/>
                    </a:cubicBezTo>
                    <a:cubicBezTo>
                      <a:pt x="9160" y="2175"/>
                      <a:pt x="9328" y="2241"/>
                      <a:pt x="9388" y="2333"/>
                    </a:cubicBezTo>
                    <a:cubicBezTo>
                      <a:pt x="9442" y="2409"/>
                      <a:pt x="9448" y="2561"/>
                      <a:pt x="9464" y="2648"/>
                    </a:cubicBezTo>
                    <a:cubicBezTo>
                      <a:pt x="9486" y="2784"/>
                      <a:pt x="9459" y="2898"/>
                      <a:pt x="9507" y="3029"/>
                    </a:cubicBezTo>
                    <a:cubicBezTo>
                      <a:pt x="9551" y="3137"/>
                      <a:pt x="9616" y="3241"/>
                      <a:pt x="9692" y="3328"/>
                    </a:cubicBezTo>
                    <a:cubicBezTo>
                      <a:pt x="9785" y="3431"/>
                      <a:pt x="9877" y="3513"/>
                      <a:pt x="9926" y="3648"/>
                    </a:cubicBezTo>
                    <a:cubicBezTo>
                      <a:pt x="9937" y="3687"/>
                      <a:pt x="9953" y="3730"/>
                      <a:pt x="9970" y="3773"/>
                    </a:cubicBezTo>
                    <a:cubicBezTo>
                      <a:pt x="9975" y="3817"/>
                      <a:pt x="9975" y="3866"/>
                      <a:pt x="9975" y="3915"/>
                    </a:cubicBezTo>
                    <a:cubicBezTo>
                      <a:pt x="9970" y="3937"/>
                      <a:pt x="9959" y="3958"/>
                      <a:pt x="9953" y="3980"/>
                    </a:cubicBezTo>
                    <a:cubicBezTo>
                      <a:pt x="9893" y="4040"/>
                      <a:pt x="9893" y="4138"/>
                      <a:pt x="9953" y="4197"/>
                    </a:cubicBezTo>
                    <a:cubicBezTo>
                      <a:pt x="9937" y="4328"/>
                      <a:pt x="9959" y="4464"/>
                      <a:pt x="10024" y="4589"/>
                    </a:cubicBezTo>
                    <a:cubicBezTo>
                      <a:pt x="9986" y="4643"/>
                      <a:pt x="9948" y="4698"/>
                      <a:pt x="9904" y="4752"/>
                    </a:cubicBezTo>
                    <a:cubicBezTo>
                      <a:pt x="9725" y="5013"/>
                      <a:pt x="9524" y="5257"/>
                      <a:pt x="9306" y="5480"/>
                    </a:cubicBezTo>
                    <a:cubicBezTo>
                      <a:pt x="9083" y="5698"/>
                      <a:pt x="8833" y="5899"/>
                      <a:pt x="8594" y="6105"/>
                    </a:cubicBezTo>
                    <a:cubicBezTo>
                      <a:pt x="8534" y="6160"/>
                      <a:pt x="8475" y="6220"/>
                      <a:pt x="8415" y="6274"/>
                    </a:cubicBezTo>
                    <a:cubicBezTo>
                      <a:pt x="8415" y="6279"/>
                      <a:pt x="8409" y="6285"/>
                      <a:pt x="8404" y="6290"/>
                    </a:cubicBezTo>
                    <a:cubicBezTo>
                      <a:pt x="8361" y="6149"/>
                      <a:pt x="8306" y="6008"/>
                      <a:pt x="8235" y="5877"/>
                    </a:cubicBezTo>
                    <a:cubicBezTo>
                      <a:pt x="8154" y="5719"/>
                      <a:pt x="8040" y="5584"/>
                      <a:pt x="7904" y="5469"/>
                    </a:cubicBezTo>
                    <a:cubicBezTo>
                      <a:pt x="7784" y="5382"/>
                      <a:pt x="7638" y="5328"/>
                      <a:pt x="7491" y="5312"/>
                    </a:cubicBezTo>
                    <a:cubicBezTo>
                      <a:pt x="7502" y="5214"/>
                      <a:pt x="7496" y="5111"/>
                      <a:pt x="7513" y="5007"/>
                    </a:cubicBezTo>
                    <a:cubicBezTo>
                      <a:pt x="7529" y="4872"/>
                      <a:pt x="7567" y="4746"/>
                      <a:pt x="7610" y="4621"/>
                    </a:cubicBezTo>
                    <a:cubicBezTo>
                      <a:pt x="7659" y="4496"/>
                      <a:pt x="7697" y="4366"/>
                      <a:pt x="7746" y="4241"/>
                    </a:cubicBezTo>
                    <a:cubicBezTo>
                      <a:pt x="7801" y="4116"/>
                      <a:pt x="7860" y="4024"/>
                      <a:pt x="7898" y="3904"/>
                    </a:cubicBezTo>
                    <a:cubicBezTo>
                      <a:pt x="7985" y="3654"/>
                      <a:pt x="7915" y="3360"/>
                      <a:pt x="7898" y="3099"/>
                    </a:cubicBezTo>
                    <a:cubicBezTo>
                      <a:pt x="7888" y="2779"/>
                      <a:pt x="7991" y="2540"/>
                      <a:pt x="8268" y="2360"/>
                    </a:cubicBezTo>
                    <a:cubicBezTo>
                      <a:pt x="8355" y="2300"/>
                      <a:pt x="8442" y="2251"/>
                      <a:pt x="8534" y="2203"/>
                    </a:cubicBezTo>
                    <a:cubicBezTo>
                      <a:pt x="8562" y="2284"/>
                      <a:pt x="8594" y="2360"/>
                      <a:pt x="8649" y="2431"/>
                    </a:cubicBezTo>
                    <a:cubicBezTo>
                      <a:pt x="8638" y="2431"/>
                      <a:pt x="8627" y="2436"/>
                      <a:pt x="8616" y="2442"/>
                    </a:cubicBezTo>
                    <a:cubicBezTo>
                      <a:pt x="8589" y="2442"/>
                      <a:pt x="8567" y="2447"/>
                      <a:pt x="8545" y="2458"/>
                    </a:cubicBezTo>
                    <a:cubicBezTo>
                      <a:pt x="8518" y="2463"/>
                      <a:pt x="8507" y="2491"/>
                      <a:pt x="8513" y="2518"/>
                    </a:cubicBezTo>
                    <a:lnTo>
                      <a:pt x="8507" y="2518"/>
                    </a:lnTo>
                    <a:cubicBezTo>
                      <a:pt x="8545" y="2616"/>
                      <a:pt x="8643" y="2681"/>
                      <a:pt x="8746" y="2681"/>
                    </a:cubicBezTo>
                    <a:cubicBezTo>
                      <a:pt x="8752" y="2681"/>
                      <a:pt x="8758" y="2682"/>
                      <a:pt x="8763" y="2682"/>
                    </a:cubicBezTo>
                    <a:cubicBezTo>
                      <a:pt x="8822" y="2682"/>
                      <a:pt x="8875" y="2655"/>
                      <a:pt x="8915" y="2616"/>
                    </a:cubicBezTo>
                    <a:cubicBezTo>
                      <a:pt x="8937" y="2594"/>
                      <a:pt x="8948" y="2567"/>
                      <a:pt x="8953" y="2540"/>
                    </a:cubicBezTo>
                    <a:cubicBezTo>
                      <a:pt x="8953" y="2540"/>
                      <a:pt x="8956" y="2517"/>
                      <a:pt x="8955" y="2517"/>
                    </a:cubicBezTo>
                    <a:lnTo>
                      <a:pt x="8955" y="2517"/>
                    </a:lnTo>
                    <a:cubicBezTo>
                      <a:pt x="8955" y="2517"/>
                      <a:pt x="8955" y="2517"/>
                      <a:pt x="8954" y="2519"/>
                    </a:cubicBezTo>
                    <a:lnTo>
                      <a:pt x="8954" y="2519"/>
                    </a:lnTo>
                    <a:cubicBezTo>
                      <a:pt x="8963" y="2482"/>
                      <a:pt x="8958" y="2446"/>
                      <a:pt x="8937" y="2409"/>
                    </a:cubicBezTo>
                    <a:cubicBezTo>
                      <a:pt x="8918" y="2385"/>
                      <a:pt x="8886" y="2370"/>
                      <a:pt x="8857" y="2370"/>
                    </a:cubicBezTo>
                    <a:cubicBezTo>
                      <a:pt x="8853" y="2370"/>
                      <a:pt x="8849" y="2370"/>
                      <a:pt x="8844" y="2371"/>
                    </a:cubicBezTo>
                    <a:cubicBezTo>
                      <a:pt x="8866" y="2290"/>
                      <a:pt x="8877" y="2203"/>
                      <a:pt x="8888" y="2121"/>
                    </a:cubicBezTo>
                    <a:close/>
                    <a:moveTo>
                      <a:pt x="4874" y="4308"/>
                    </a:moveTo>
                    <a:cubicBezTo>
                      <a:pt x="4963" y="4308"/>
                      <a:pt x="5064" y="4336"/>
                      <a:pt x="5132" y="4350"/>
                    </a:cubicBezTo>
                    <a:cubicBezTo>
                      <a:pt x="5268" y="4366"/>
                      <a:pt x="5398" y="4415"/>
                      <a:pt x="5512" y="4486"/>
                    </a:cubicBezTo>
                    <a:cubicBezTo>
                      <a:pt x="5724" y="4649"/>
                      <a:pt x="5876" y="4866"/>
                      <a:pt x="5963" y="5116"/>
                    </a:cubicBezTo>
                    <a:cubicBezTo>
                      <a:pt x="6050" y="5344"/>
                      <a:pt x="6050" y="5573"/>
                      <a:pt x="6067" y="5812"/>
                    </a:cubicBezTo>
                    <a:cubicBezTo>
                      <a:pt x="6072" y="5893"/>
                      <a:pt x="6083" y="5980"/>
                      <a:pt x="6077" y="6062"/>
                    </a:cubicBezTo>
                    <a:cubicBezTo>
                      <a:pt x="6023" y="6100"/>
                      <a:pt x="5980" y="6154"/>
                      <a:pt x="5958" y="6214"/>
                    </a:cubicBezTo>
                    <a:cubicBezTo>
                      <a:pt x="5952" y="6236"/>
                      <a:pt x="5963" y="6258"/>
                      <a:pt x="5985" y="6269"/>
                    </a:cubicBezTo>
                    <a:lnTo>
                      <a:pt x="5974" y="6274"/>
                    </a:lnTo>
                    <a:cubicBezTo>
                      <a:pt x="5921" y="6304"/>
                      <a:pt x="5861" y="6320"/>
                      <a:pt x="5801" y="6320"/>
                    </a:cubicBezTo>
                    <a:cubicBezTo>
                      <a:pt x="5764" y="6320"/>
                      <a:pt x="5727" y="6314"/>
                      <a:pt x="5692" y="6301"/>
                    </a:cubicBezTo>
                    <a:cubicBezTo>
                      <a:pt x="5773" y="6133"/>
                      <a:pt x="5795" y="5948"/>
                      <a:pt x="5757" y="5768"/>
                    </a:cubicBezTo>
                    <a:cubicBezTo>
                      <a:pt x="5730" y="5556"/>
                      <a:pt x="5719" y="5312"/>
                      <a:pt x="5621" y="5122"/>
                    </a:cubicBezTo>
                    <a:cubicBezTo>
                      <a:pt x="5577" y="5013"/>
                      <a:pt x="5518" y="4910"/>
                      <a:pt x="5458" y="4817"/>
                    </a:cubicBezTo>
                    <a:cubicBezTo>
                      <a:pt x="5387" y="4741"/>
                      <a:pt x="5316" y="4665"/>
                      <a:pt x="5240" y="4600"/>
                    </a:cubicBezTo>
                    <a:cubicBezTo>
                      <a:pt x="5170" y="4513"/>
                      <a:pt x="5126" y="4448"/>
                      <a:pt x="5023" y="4399"/>
                    </a:cubicBezTo>
                    <a:cubicBezTo>
                      <a:pt x="4952" y="4377"/>
                      <a:pt x="4887" y="4350"/>
                      <a:pt x="4822" y="4312"/>
                    </a:cubicBezTo>
                    <a:cubicBezTo>
                      <a:pt x="4838" y="4309"/>
                      <a:pt x="4856" y="4308"/>
                      <a:pt x="4874" y="4308"/>
                    </a:cubicBezTo>
                    <a:close/>
                    <a:moveTo>
                      <a:pt x="7165" y="1909"/>
                    </a:moveTo>
                    <a:cubicBezTo>
                      <a:pt x="7176" y="1913"/>
                      <a:pt x="7188" y="1917"/>
                      <a:pt x="7199" y="1917"/>
                    </a:cubicBezTo>
                    <a:cubicBezTo>
                      <a:pt x="7204" y="1917"/>
                      <a:pt x="7209" y="1916"/>
                      <a:pt x="7214" y="1914"/>
                    </a:cubicBezTo>
                    <a:cubicBezTo>
                      <a:pt x="7235" y="1958"/>
                      <a:pt x="7246" y="2001"/>
                      <a:pt x="7246" y="2045"/>
                    </a:cubicBezTo>
                    <a:cubicBezTo>
                      <a:pt x="7257" y="2143"/>
                      <a:pt x="7246" y="2235"/>
                      <a:pt x="7262" y="2333"/>
                    </a:cubicBezTo>
                    <a:cubicBezTo>
                      <a:pt x="7273" y="2442"/>
                      <a:pt x="7301" y="2556"/>
                      <a:pt x="7349" y="2659"/>
                    </a:cubicBezTo>
                    <a:cubicBezTo>
                      <a:pt x="7388" y="2724"/>
                      <a:pt x="7507" y="2833"/>
                      <a:pt x="7502" y="2915"/>
                    </a:cubicBezTo>
                    <a:cubicBezTo>
                      <a:pt x="7506" y="2990"/>
                      <a:pt x="7569" y="3049"/>
                      <a:pt x="7642" y="3049"/>
                    </a:cubicBezTo>
                    <a:cubicBezTo>
                      <a:pt x="7653" y="3049"/>
                      <a:pt x="7664" y="3048"/>
                      <a:pt x="7676" y="3045"/>
                    </a:cubicBezTo>
                    <a:lnTo>
                      <a:pt x="7676" y="3045"/>
                    </a:lnTo>
                    <a:cubicBezTo>
                      <a:pt x="7654" y="3311"/>
                      <a:pt x="7703" y="3638"/>
                      <a:pt x="7594" y="3888"/>
                    </a:cubicBezTo>
                    <a:cubicBezTo>
                      <a:pt x="7474" y="4143"/>
                      <a:pt x="7371" y="4415"/>
                      <a:pt x="7290" y="4687"/>
                    </a:cubicBezTo>
                    <a:cubicBezTo>
                      <a:pt x="7241" y="4866"/>
                      <a:pt x="7197" y="5094"/>
                      <a:pt x="7257" y="5285"/>
                    </a:cubicBezTo>
                    <a:cubicBezTo>
                      <a:pt x="7221" y="5278"/>
                      <a:pt x="7185" y="5275"/>
                      <a:pt x="7149" y="5275"/>
                    </a:cubicBezTo>
                    <a:cubicBezTo>
                      <a:pt x="7064" y="5275"/>
                      <a:pt x="6978" y="5292"/>
                      <a:pt x="6898" y="5323"/>
                    </a:cubicBezTo>
                    <a:lnTo>
                      <a:pt x="6877" y="5334"/>
                    </a:lnTo>
                    <a:cubicBezTo>
                      <a:pt x="6893" y="5296"/>
                      <a:pt x="6909" y="5263"/>
                      <a:pt x="6925" y="5225"/>
                    </a:cubicBezTo>
                    <a:cubicBezTo>
                      <a:pt x="7050" y="4986"/>
                      <a:pt x="7132" y="4719"/>
                      <a:pt x="7154" y="4453"/>
                    </a:cubicBezTo>
                    <a:cubicBezTo>
                      <a:pt x="7165" y="4312"/>
                      <a:pt x="7165" y="4170"/>
                      <a:pt x="7154" y="4029"/>
                    </a:cubicBezTo>
                    <a:cubicBezTo>
                      <a:pt x="7143" y="3860"/>
                      <a:pt x="7110" y="3676"/>
                      <a:pt x="7154" y="3507"/>
                    </a:cubicBezTo>
                    <a:cubicBezTo>
                      <a:pt x="7165" y="3461"/>
                      <a:pt x="7128" y="3417"/>
                      <a:pt x="7085" y="3417"/>
                    </a:cubicBezTo>
                    <a:cubicBezTo>
                      <a:pt x="7068" y="3417"/>
                      <a:pt x="7050" y="3425"/>
                      <a:pt x="7034" y="3442"/>
                    </a:cubicBezTo>
                    <a:cubicBezTo>
                      <a:pt x="6795" y="3714"/>
                      <a:pt x="6474" y="3915"/>
                      <a:pt x="6219" y="4170"/>
                    </a:cubicBezTo>
                    <a:cubicBezTo>
                      <a:pt x="6094" y="4279"/>
                      <a:pt x="6001" y="4420"/>
                      <a:pt x="5936" y="4578"/>
                    </a:cubicBezTo>
                    <a:cubicBezTo>
                      <a:pt x="5931" y="4600"/>
                      <a:pt x="5925" y="4621"/>
                      <a:pt x="5920" y="4643"/>
                    </a:cubicBezTo>
                    <a:cubicBezTo>
                      <a:pt x="5811" y="4480"/>
                      <a:pt x="5653" y="4344"/>
                      <a:pt x="5469" y="4263"/>
                    </a:cubicBezTo>
                    <a:cubicBezTo>
                      <a:pt x="5306" y="4208"/>
                      <a:pt x="5143" y="4176"/>
                      <a:pt x="4974" y="4159"/>
                    </a:cubicBezTo>
                    <a:cubicBezTo>
                      <a:pt x="4945" y="4157"/>
                      <a:pt x="4916" y="4155"/>
                      <a:pt x="4888" y="4155"/>
                    </a:cubicBezTo>
                    <a:cubicBezTo>
                      <a:pt x="4797" y="4155"/>
                      <a:pt x="4713" y="4173"/>
                      <a:pt x="4642" y="4236"/>
                    </a:cubicBezTo>
                    <a:cubicBezTo>
                      <a:pt x="4615" y="4263"/>
                      <a:pt x="4610" y="4306"/>
                      <a:pt x="4626" y="4339"/>
                    </a:cubicBezTo>
                    <a:cubicBezTo>
                      <a:pt x="4702" y="4491"/>
                      <a:pt x="4844" y="4502"/>
                      <a:pt x="4969" y="4589"/>
                    </a:cubicBezTo>
                    <a:cubicBezTo>
                      <a:pt x="5045" y="4643"/>
                      <a:pt x="5088" y="4736"/>
                      <a:pt x="5153" y="4806"/>
                    </a:cubicBezTo>
                    <a:cubicBezTo>
                      <a:pt x="5230" y="4882"/>
                      <a:pt x="5295" y="4969"/>
                      <a:pt x="5338" y="5067"/>
                    </a:cubicBezTo>
                    <a:cubicBezTo>
                      <a:pt x="5382" y="5165"/>
                      <a:pt x="5420" y="5268"/>
                      <a:pt x="5441" y="5372"/>
                    </a:cubicBezTo>
                    <a:cubicBezTo>
                      <a:pt x="5319" y="5293"/>
                      <a:pt x="5185" y="5243"/>
                      <a:pt x="5045" y="5243"/>
                    </a:cubicBezTo>
                    <a:cubicBezTo>
                      <a:pt x="4962" y="5243"/>
                      <a:pt x="4876" y="5260"/>
                      <a:pt x="4789" y="5301"/>
                    </a:cubicBezTo>
                    <a:cubicBezTo>
                      <a:pt x="4653" y="5355"/>
                      <a:pt x="4539" y="5431"/>
                      <a:pt x="4441" y="5540"/>
                    </a:cubicBezTo>
                    <a:cubicBezTo>
                      <a:pt x="4327" y="5687"/>
                      <a:pt x="4256" y="5883"/>
                      <a:pt x="4175" y="6051"/>
                    </a:cubicBezTo>
                    <a:cubicBezTo>
                      <a:pt x="4159" y="6089"/>
                      <a:pt x="4142" y="6127"/>
                      <a:pt x="4126" y="6171"/>
                    </a:cubicBezTo>
                    <a:cubicBezTo>
                      <a:pt x="4072" y="6182"/>
                      <a:pt x="4001" y="6176"/>
                      <a:pt x="3952" y="6187"/>
                    </a:cubicBezTo>
                    <a:cubicBezTo>
                      <a:pt x="3887" y="6203"/>
                      <a:pt x="3822" y="6230"/>
                      <a:pt x="3762" y="6258"/>
                    </a:cubicBezTo>
                    <a:cubicBezTo>
                      <a:pt x="3588" y="6328"/>
                      <a:pt x="3403" y="6377"/>
                      <a:pt x="3224" y="6442"/>
                    </a:cubicBezTo>
                    <a:cubicBezTo>
                      <a:pt x="3012" y="6519"/>
                      <a:pt x="2729" y="6535"/>
                      <a:pt x="2539" y="6676"/>
                    </a:cubicBezTo>
                    <a:cubicBezTo>
                      <a:pt x="2517" y="6676"/>
                      <a:pt x="2501" y="6676"/>
                      <a:pt x="2479" y="6682"/>
                    </a:cubicBezTo>
                    <a:lnTo>
                      <a:pt x="2474" y="6671"/>
                    </a:lnTo>
                    <a:cubicBezTo>
                      <a:pt x="2452" y="6611"/>
                      <a:pt x="2436" y="6551"/>
                      <a:pt x="2425" y="6491"/>
                    </a:cubicBezTo>
                    <a:cubicBezTo>
                      <a:pt x="2392" y="6279"/>
                      <a:pt x="2300" y="6078"/>
                      <a:pt x="2229" y="5872"/>
                    </a:cubicBezTo>
                    <a:cubicBezTo>
                      <a:pt x="2066" y="5404"/>
                      <a:pt x="1881" y="4937"/>
                      <a:pt x="1767" y="4458"/>
                    </a:cubicBezTo>
                    <a:cubicBezTo>
                      <a:pt x="1713" y="4241"/>
                      <a:pt x="1620" y="4051"/>
                      <a:pt x="1560" y="3844"/>
                    </a:cubicBezTo>
                    <a:cubicBezTo>
                      <a:pt x="1511" y="3665"/>
                      <a:pt x="1457" y="3475"/>
                      <a:pt x="1414" y="3284"/>
                    </a:cubicBezTo>
                    <a:cubicBezTo>
                      <a:pt x="1435" y="3284"/>
                      <a:pt x="1452" y="3284"/>
                      <a:pt x="1473" y="3290"/>
                    </a:cubicBezTo>
                    <a:cubicBezTo>
                      <a:pt x="1593" y="3290"/>
                      <a:pt x="1669" y="3246"/>
                      <a:pt x="1783" y="3219"/>
                    </a:cubicBezTo>
                    <a:cubicBezTo>
                      <a:pt x="1886" y="3197"/>
                      <a:pt x="2001" y="3208"/>
                      <a:pt x="2104" y="3186"/>
                    </a:cubicBezTo>
                    <a:cubicBezTo>
                      <a:pt x="2240" y="3154"/>
                      <a:pt x="2370" y="3116"/>
                      <a:pt x="2501" y="3083"/>
                    </a:cubicBezTo>
                    <a:cubicBezTo>
                      <a:pt x="3017" y="2953"/>
                      <a:pt x="3534" y="2849"/>
                      <a:pt x="4050" y="2730"/>
                    </a:cubicBezTo>
                    <a:cubicBezTo>
                      <a:pt x="4305" y="2670"/>
                      <a:pt x="4555" y="2588"/>
                      <a:pt x="4811" y="2529"/>
                    </a:cubicBezTo>
                    <a:cubicBezTo>
                      <a:pt x="5066" y="2463"/>
                      <a:pt x="5338" y="2458"/>
                      <a:pt x="5605" y="2387"/>
                    </a:cubicBezTo>
                    <a:cubicBezTo>
                      <a:pt x="6077" y="2262"/>
                      <a:pt x="6605" y="2192"/>
                      <a:pt x="7050" y="1969"/>
                    </a:cubicBezTo>
                    <a:cubicBezTo>
                      <a:pt x="7089" y="1947"/>
                      <a:pt x="7127" y="1925"/>
                      <a:pt x="7165" y="1909"/>
                    </a:cubicBezTo>
                    <a:close/>
                    <a:moveTo>
                      <a:pt x="8263" y="550"/>
                    </a:moveTo>
                    <a:cubicBezTo>
                      <a:pt x="8290" y="588"/>
                      <a:pt x="8312" y="626"/>
                      <a:pt x="8322" y="670"/>
                    </a:cubicBezTo>
                    <a:cubicBezTo>
                      <a:pt x="8361" y="784"/>
                      <a:pt x="8382" y="898"/>
                      <a:pt x="8382" y="1018"/>
                    </a:cubicBezTo>
                    <a:cubicBezTo>
                      <a:pt x="8399" y="1170"/>
                      <a:pt x="8475" y="1240"/>
                      <a:pt x="8589" y="1311"/>
                    </a:cubicBezTo>
                    <a:cubicBezTo>
                      <a:pt x="8524" y="1507"/>
                      <a:pt x="8486" y="1702"/>
                      <a:pt x="8480" y="1909"/>
                    </a:cubicBezTo>
                    <a:lnTo>
                      <a:pt x="8480" y="1958"/>
                    </a:lnTo>
                    <a:cubicBezTo>
                      <a:pt x="8378" y="2004"/>
                      <a:pt x="8280" y="2061"/>
                      <a:pt x="8189" y="2128"/>
                    </a:cubicBezTo>
                    <a:lnTo>
                      <a:pt x="8189" y="2128"/>
                    </a:lnTo>
                    <a:cubicBezTo>
                      <a:pt x="8195" y="2122"/>
                      <a:pt x="8200" y="2114"/>
                      <a:pt x="8203" y="2105"/>
                    </a:cubicBezTo>
                    <a:cubicBezTo>
                      <a:pt x="8284" y="1904"/>
                      <a:pt x="8149" y="1681"/>
                      <a:pt x="8105" y="1480"/>
                    </a:cubicBezTo>
                    <a:cubicBezTo>
                      <a:pt x="8078" y="1322"/>
                      <a:pt x="8154" y="1132"/>
                      <a:pt x="8089" y="985"/>
                    </a:cubicBezTo>
                    <a:cubicBezTo>
                      <a:pt x="8051" y="897"/>
                      <a:pt x="7987" y="871"/>
                      <a:pt x="7918" y="871"/>
                    </a:cubicBezTo>
                    <a:cubicBezTo>
                      <a:pt x="7867" y="871"/>
                      <a:pt x="7813" y="884"/>
                      <a:pt x="7763" y="898"/>
                    </a:cubicBezTo>
                    <a:cubicBezTo>
                      <a:pt x="7638" y="931"/>
                      <a:pt x="7518" y="909"/>
                      <a:pt x="7398" y="931"/>
                    </a:cubicBezTo>
                    <a:cubicBezTo>
                      <a:pt x="7268" y="958"/>
                      <a:pt x="7132" y="990"/>
                      <a:pt x="7002" y="1028"/>
                    </a:cubicBezTo>
                    <a:cubicBezTo>
                      <a:pt x="6491" y="1164"/>
                      <a:pt x="5963" y="1268"/>
                      <a:pt x="5436" y="1327"/>
                    </a:cubicBezTo>
                    <a:cubicBezTo>
                      <a:pt x="5208" y="1355"/>
                      <a:pt x="4974" y="1409"/>
                      <a:pt x="4746" y="1463"/>
                    </a:cubicBezTo>
                    <a:cubicBezTo>
                      <a:pt x="4621" y="1490"/>
                      <a:pt x="4507" y="1534"/>
                      <a:pt x="4387" y="1567"/>
                    </a:cubicBezTo>
                    <a:cubicBezTo>
                      <a:pt x="4256" y="1594"/>
                      <a:pt x="4131" y="1615"/>
                      <a:pt x="4001" y="1626"/>
                    </a:cubicBezTo>
                    <a:cubicBezTo>
                      <a:pt x="3724" y="1659"/>
                      <a:pt x="3447" y="1724"/>
                      <a:pt x="3164" y="1762"/>
                    </a:cubicBezTo>
                    <a:cubicBezTo>
                      <a:pt x="3028" y="1784"/>
                      <a:pt x="2892" y="1822"/>
                      <a:pt x="2762" y="1876"/>
                    </a:cubicBezTo>
                    <a:cubicBezTo>
                      <a:pt x="2675" y="1909"/>
                      <a:pt x="2582" y="1991"/>
                      <a:pt x="2490" y="1996"/>
                    </a:cubicBezTo>
                    <a:cubicBezTo>
                      <a:pt x="2436" y="1996"/>
                      <a:pt x="2419" y="2078"/>
                      <a:pt x="2474" y="2088"/>
                    </a:cubicBezTo>
                    <a:cubicBezTo>
                      <a:pt x="2490" y="2091"/>
                      <a:pt x="2507" y="2092"/>
                      <a:pt x="2524" y="2092"/>
                    </a:cubicBezTo>
                    <a:cubicBezTo>
                      <a:pt x="2590" y="2092"/>
                      <a:pt x="2656" y="2075"/>
                      <a:pt x="2713" y="2045"/>
                    </a:cubicBezTo>
                    <a:cubicBezTo>
                      <a:pt x="2821" y="2007"/>
                      <a:pt x="2930" y="1974"/>
                      <a:pt x="3039" y="1952"/>
                    </a:cubicBezTo>
                    <a:cubicBezTo>
                      <a:pt x="3197" y="1920"/>
                      <a:pt x="3354" y="1920"/>
                      <a:pt x="3512" y="1898"/>
                    </a:cubicBezTo>
                    <a:cubicBezTo>
                      <a:pt x="3659" y="1876"/>
                      <a:pt x="3794" y="1844"/>
                      <a:pt x="3936" y="1817"/>
                    </a:cubicBezTo>
                    <a:cubicBezTo>
                      <a:pt x="4093" y="1789"/>
                      <a:pt x="4256" y="1789"/>
                      <a:pt x="4414" y="1751"/>
                    </a:cubicBezTo>
                    <a:cubicBezTo>
                      <a:pt x="4545" y="1724"/>
                      <a:pt x="4670" y="1670"/>
                      <a:pt x="4800" y="1643"/>
                    </a:cubicBezTo>
                    <a:cubicBezTo>
                      <a:pt x="5121" y="1572"/>
                      <a:pt x="5447" y="1518"/>
                      <a:pt x="5773" y="1480"/>
                    </a:cubicBezTo>
                    <a:cubicBezTo>
                      <a:pt x="6050" y="1452"/>
                      <a:pt x="6333" y="1425"/>
                      <a:pt x="6605" y="1387"/>
                    </a:cubicBezTo>
                    <a:cubicBezTo>
                      <a:pt x="6920" y="1338"/>
                      <a:pt x="7224" y="1246"/>
                      <a:pt x="7534" y="1186"/>
                    </a:cubicBezTo>
                    <a:cubicBezTo>
                      <a:pt x="7583" y="1181"/>
                      <a:pt x="7795" y="1077"/>
                      <a:pt x="7888" y="1077"/>
                    </a:cubicBezTo>
                    <a:cubicBezTo>
                      <a:pt x="7779" y="1153"/>
                      <a:pt x="7681" y="1235"/>
                      <a:pt x="7594" y="1333"/>
                    </a:cubicBezTo>
                    <a:cubicBezTo>
                      <a:pt x="7485" y="1442"/>
                      <a:pt x="7360" y="1539"/>
                      <a:pt x="7257" y="1654"/>
                    </a:cubicBezTo>
                    <a:cubicBezTo>
                      <a:pt x="7228" y="1649"/>
                      <a:pt x="7199" y="1646"/>
                      <a:pt x="7169" y="1646"/>
                    </a:cubicBezTo>
                    <a:cubicBezTo>
                      <a:pt x="7128" y="1646"/>
                      <a:pt x="7086" y="1652"/>
                      <a:pt x="7045" y="1664"/>
                    </a:cubicBezTo>
                    <a:cubicBezTo>
                      <a:pt x="6795" y="1730"/>
                      <a:pt x="6550" y="1811"/>
                      <a:pt x="6300" y="1882"/>
                    </a:cubicBezTo>
                    <a:cubicBezTo>
                      <a:pt x="6023" y="1952"/>
                      <a:pt x="5740" y="2018"/>
                      <a:pt x="5463" y="2088"/>
                    </a:cubicBezTo>
                    <a:cubicBezTo>
                      <a:pt x="5181" y="2164"/>
                      <a:pt x="4892" y="2170"/>
                      <a:pt x="4610" y="2246"/>
                    </a:cubicBezTo>
                    <a:cubicBezTo>
                      <a:pt x="4044" y="2398"/>
                      <a:pt x="3479" y="2512"/>
                      <a:pt x="2908" y="2659"/>
                    </a:cubicBezTo>
                    <a:cubicBezTo>
                      <a:pt x="2609" y="2735"/>
                      <a:pt x="2305" y="2833"/>
                      <a:pt x="2001" y="2904"/>
                    </a:cubicBezTo>
                    <a:cubicBezTo>
                      <a:pt x="1854" y="2936"/>
                      <a:pt x="1740" y="2936"/>
                      <a:pt x="1609" y="3007"/>
                    </a:cubicBezTo>
                    <a:cubicBezTo>
                      <a:pt x="1533" y="3045"/>
                      <a:pt x="1457" y="3083"/>
                      <a:pt x="1386" y="3121"/>
                    </a:cubicBezTo>
                    <a:cubicBezTo>
                      <a:pt x="1370" y="3023"/>
                      <a:pt x="1376" y="2920"/>
                      <a:pt x="1354" y="2822"/>
                    </a:cubicBezTo>
                    <a:cubicBezTo>
                      <a:pt x="1332" y="2730"/>
                      <a:pt x="1234" y="2588"/>
                      <a:pt x="1386" y="2545"/>
                    </a:cubicBezTo>
                    <a:cubicBezTo>
                      <a:pt x="1408" y="2541"/>
                      <a:pt x="1431" y="2539"/>
                      <a:pt x="1453" y="2539"/>
                    </a:cubicBezTo>
                    <a:cubicBezTo>
                      <a:pt x="1483" y="2539"/>
                      <a:pt x="1513" y="2541"/>
                      <a:pt x="1543" y="2541"/>
                    </a:cubicBezTo>
                    <a:cubicBezTo>
                      <a:pt x="1576" y="2541"/>
                      <a:pt x="1609" y="2539"/>
                      <a:pt x="1642" y="2529"/>
                    </a:cubicBezTo>
                    <a:cubicBezTo>
                      <a:pt x="1729" y="2496"/>
                      <a:pt x="1810" y="2453"/>
                      <a:pt x="1892" y="2409"/>
                    </a:cubicBezTo>
                    <a:cubicBezTo>
                      <a:pt x="1963" y="2387"/>
                      <a:pt x="1952" y="2284"/>
                      <a:pt x="1876" y="2284"/>
                    </a:cubicBezTo>
                    <a:cubicBezTo>
                      <a:pt x="1869" y="2284"/>
                      <a:pt x="1863" y="2284"/>
                      <a:pt x="1857" y="2284"/>
                    </a:cubicBezTo>
                    <a:cubicBezTo>
                      <a:pt x="1758" y="2284"/>
                      <a:pt x="1685" y="2323"/>
                      <a:pt x="1588" y="2344"/>
                    </a:cubicBezTo>
                    <a:cubicBezTo>
                      <a:pt x="1560" y="2349"/>
                      <a:pt x="1533" y="2350"/>
                      <a:pt x="1506" y="2350"/>
                    </a:cubicBezTo>
                    <a:cubicBezTo>
                      <a:pt x="1473" y="2350"/>
                      <a:pt x="1440" y="2348"/>
                      <a:pt x="1406" y="2348"/>
                    </a:cubicBezTo>
                    <a:cubicBezTo>
                      <a:pt x="1378" y="2348"/>
                      <a:pt x="1350" y="2350"/>
                      <a:pt x="1321" y="2355"/>
                    </a:cubicBezTo>
                    <a:cubicBezTo>
                      <a:pt x="1164" y="2376"/>
                      <a:pt x="1049" y="2518"/>
                      <a:pt x="1066" y="2675"/>
                    </a:cubicBezTo>
                    <a:cubicBezTo>
                      <a:pt x="1082" y="2746"/>
                      <a:pt x="1087" y="2811"/>
                      <a:pt x="1082" y="2882"/>
                    </a:cubicBezTo>
                    <a:cubicBezTo>
                      <a:pt x="1077" y="2931"/>
                      <a:pt x="1060" y="2980"/>
                      <a:pt x="1055" y="3034"/>
                    </a:cubicBezTo>
                    <a:cubicBezTo>
                      <a:pt x="1044" y="3148"/>
                      <a:pt x="1049" y="3263"/>
                      <a:pt x="1071" y="3371"/>
                    </a:cubicBezTo>
                    <a:cubicBezTo>
                      <a:pt x="1109" y="3638"/>
                      <a:pt x="1180" y="3893"/>
                      <a:pt x="1272" y="4138"/>
                    </a:cubicBezTo>
                    <a:cubicBezTo>
                      <a:pt x="1370" y="4382"/>
                      <a:pt x="1424" y="4632"/>
                      <a:pt x="1501" y="4882"/>
                    </a:cubicBezTo>
                    <a:cubicBezTo>
                      <a:pt x="1588" y="5143"/>
                      <a:pt x="1680" y="5404"/>
                      <a:pt x="1772" y="5660"/>
                    </a:cubicBezTo>
                    <a:cubicBezTo>
                      <a:pt x="1859" y="5904"/>
                      <a:pt x="1963" y="6138"/>
                      <a:pt x="2077" y="6366"/>
                    </a:cubicBezTo>
                    <a:cubicBezTo>
                      <a:pt x="2131" y="6470"/>
                      <a:pt x="2158" y="6584"/>
                      <a:pt x="2213" y="6682"/>
                    </a:cubicBezTo>
                    <a:cubicBezTo>
                      <a:pt x="2218" y="6698"/>
                      <a:pt x="2229" y="6709"/>
                      <a:pt x="2240" y="6720"/>
                    </a:cubicBezTo>
                    <a:cubicBezTo>
                      <a:pt x="2126" y="6752"/>
                      <a:pt x="2017" y="6801"/>
                      <a:pt x="1925" y="6834"/>
                    </a:cubicBezTo>
                    <a:lnTo>
                      <a:pt x="1930" y="6834"/>
                    </a:lnTo>
                    <a:cubicBezTo>
                      <a:pt x="1780" y="6894"/>
                      <a:pt x="1626" y="6921"/>
                      <a:pt x="1468" y="6921"/>
                    </a:cubicBezTo>
                    <a:cubicBezTo>
                      <a:pt x="1453" y="6921"/>
                      <a:pt x="1439" y="6921"/>
                      <a:pt x="1424" y="6921"/>
                    </a:cubicBezTo>
                    <a:cubicBezTo>
                      <a:pt x="1370" y="6752"/>
                      <a:pt x="1272" y="6606"/>
                      <a:pt x="1218" y="6432"/>
                    </a:cubicBezTo>
                    <a:cubicBezTo>
                      <a:pt x="1153" y="6203"/>
                      <a:pt x="1060" y="5975"/>
                      <a:pt x="995" y="5741"/>
                    </a:cubicBezTo>
                    <a:cubicBezTo>
                      <a:pt x="870" y="5257"/>
                      <a:pt x="767" y="4774"/>
                      <a:pt x="604" y="4295"/>
                    </a:cubicBezTo>
                    <a:cubicBezTo>
                      <a:pt x="566" y="4187"/>
                      <a:pt x="517" y="4078"/>
                      <a:pt x="468" y="3969"/>
                    </a:cubicBezTo>
                    <a:cubicBezTo>
                      <a:pt x="430" y="3904"/>
                      <a:pt x="337" y="3779"/>
                      <a:pt x="337" y="3708"/>
                    </a:cubicBezTo>
                    <a:cubicBezTo>
                      <a:pt x="332" y="3643"/>
                      <a:pt x="403" y="3507"/>
                      <a:pt x="430" y="3436"/>
                    </a:cubicBezTo>
                    <a:cubicBezTo>
                      <a:pt x="473" y="3322"/>
                      <a:pt x="522" y="3203"/>
                      <a:pt x="560" y="3083"/>
                    </a:cubicBezTo>
                    <a:cubicBezTo>
                      <a:pt x="625" y="2887"/>
                      <a:pt x="712" y="2708"/>
                      <a:pt x="783" y="2512"/>
                    </a:cubicBezTo>
                    <a:cubicBezTo>
                      <a:pt x="816" y="2436"/>
                      <a:pt x="837" y="2257"/>
                      <a:pt x="903" y="2164"/>
                    </a:cubicBezTo>
                    <a:cubicBezTo>
                      <a:pt x="1055" y="2132"/>
                      <a:pt x="1207" y="2061"/>
                      <a:pt x="1359" y="2023"/>
                    </a:cubicBezTo>
                    <a:cubicBezTo>
                      <a:pt x="1653" y="1942"/>
                      <a:pt x="1935" y="1838"/>
                      <a:pt x="2240" y="1795"/>
                    </a:cubicBezTo>
                    <a:cubicBezTo>
                      <a:pt x="2403" y="1768"/>
                      <a:pt x="2561" y="1735"/>
                      <a:pt x="2724" y="1713"/>
                    </a:cubicBezTo>
                    <a:cubicBezTo>
                      <a:pt x="2838" y="1692"/>
                      <a:pt x="2952" y="1659"/>
                      <a:pt x="3061" y="1610"/>
                    </a:cubicBezTo>
                    <a:cubicBezTo>
                      <a:pt x="3354" y="1523"/>
                      <a:pt x="3675" y="1496"/>
                      <a:pt x="3974" y="1442"/>
                    </a:cubicBezTo>
                    <a:cubicBezTo>
                      <a:pt x="4273" y="1382"/>
                      <a:pt x="4583" y="1322"/>
                      <a:pt x="4892" y="1235"/>
                    </a:cubicBezTo>
                    <a:cubicBezTo>
                      <a:pt x="5197" y="1153"/>
                      <a:pt x="5501" y="1115"/>
                      <a:pt x="5806" y="1039"/>
                    </a:cubicBezTo>
                    <a:cubicBezTo>
                      <a:pt x="6420" y="887"/>
                      <a:pt x="7056" y="811"/>
                      <a:pt x="7670" y="653"/>
                    </a:cubicBezTo>
                    <a:cubicBezTo>
                      <a:pt x="7746" y="637"/>
                      <a:pt x="7822" y="610"/>
                      <a:pt x="7898" y="588"/>
                    </a:cubicBezTo>
                    <a:cubicBezTo>
                      <a:pt x="7980" y="577"/>
                      <a:pt x="8056" y="572"/>
                      <a:pt x="8138" y="572"/>
                    </a:cubicBezTo>
                    <a:cubicBezTo>
                      <a:pt x="8170" y="572"/>
                      <a:pt x="8203" y="566"/>
                      <a:pt x="8235" y="561"/>
                    </a:cubicBezTo>
                    <a:cubicBezTo>
                      <a:pt x="8246" y="555"/>
                      <a:pt x="8252" y="555"/>
                      <a:pt x="8263" y="550"/>
                    </a:cubicBezTo>
                    <a:close/>
                    <a:moveTo>
                      <a:pt x="4061" y="6432"/>
                    </a:moveTo>
                    <a:lnTo>
                      <a:pt x="4061" y="6481"/>
                    </a:lnTo>
                    <a:cubicBezTo>
                      <a:pt x="4055" y="6578"/>
                      <a:pt x="4055" y="6676"/>
                      <a:pt x="4061" y="6774"/>
                    </a:cubicBezTo>
                    <a:cubicBezTo>
                      <a:pt x="4072" y="6861"/>
                      <a:pt x="4099" y="6932"/>
                      <a:pt x="4099" y="7019"/>
                    </a:cubicBezTo>
                    <a:cubicBezTo>
                      <a:pt x="4099" y="7116"/>
                      <a:pt x="4110" y="7220"/>
                      <a:pt x="4137" y="7318"/>
                    </a:cubicBezTo>
                    <a:cubicBezTo>
                      <a:pt x="4044" y="7285"/>
                      <a:pt x="3952" y="7263"/>
                      <a:pt x="3860" y="7247"/>
                    </a:cubicBezTo>
                    <a:cubicBezTo>
                      <a:pt x="3789" y="7225"/>
                      <a:pt x="3718" y="7198"/>
                      <a:pt x="3648" y="7165"/>
                    </a:cubicBezTo>
                    <a:cubicBezTo>
                      <a:pt x="3550" y="7127"/>
                      <a:pt x="3447" y="7095"/>
                      <a:pt x="3349" y="7057"/>
                    </a:cubicBezTo>
                    <a:cubicBezTo>
                      <a:pt x="3180" y="7002"/>
                      <a:pt x="3001" y="6953"/>
                      <a:pt x="2827" y="6910"/>
                    </a:cubicBezTo>
                    <a:cubicBezTo>
                      <a:pt x="2849" y="6883"/>
                      <a:pt x="2832" y="6850"/>
                      <a:pt x="2800" y="6845"/>
                    </a:cubicBezTo>
                    <a:lnTo>
                      <a:pt x="2794" y="6850"/>
                    </a:lnTo>
                    <a:cubicBezTo>
                      <a:pt x="2778" y="6847"/>
                      <a:pt x="2760" y="6846"/>
                      <a:pt x="2743" y="6846"/>
                    </a:cubicBezTo>
                    <a:cubicBezTo>
                      <a:pt x="2725" y="6846"/>
                      <a:pt x="2707" y="6847"/>
                      <a:pt x="2691" y="6850"/>
                    </a:cubicBezTo>
                    <a:lnTo>
                      <a:pt x="2696" y="6839"/>
                    </a:lnTo>
                    <a:cubicBezTo>
                      <a:pt x="2707" y="6823"/>
                      <a:pt x="2713" y="6796"/>
                      <a:pt x="2713" y="6774"/>
                    </a:cubicBezTo>
                    <a:cubicBezTo>
                      <a:pt x="2800" y="6758"/>
                      <a:pt x="2887" y="6747"/>
                      <a:pt x="2974" y="6731"/>
                    </a:cubicBezTo>
                    <a:cubicBezTo>
                      <a:pt x="3120" y="6698"/>
                      <a:pt x="3262" y="6654"/>
                      <a:pt x="3409" y="6622"/>
                    </a:cubicBezTo>
                    <a:cubicBezTo>
                      <a:pt x="3555" y="6584"/>
                      <a:pt x="3702" y="6540"/>
                      <a:pt x="3843" y="6491"/>
                    </a:cubicBezTo>
                    <a:cubicBezTo>
                      <a:pt x="3914" y="6464"/>
                      <a:pt x="3990" y="6448"/>
                      <a:pt x="4061" y="6432"/>
                    </a:cubicBezTo>
                    <a:close/>
                    <a:moveTo>
                      <a:pt x="11433" y="210"/>
                    </a:moveTo>
                    <a:cubicBezTo>
                      <a:pt x="11509" y="210"/>
                      <a:pt x="11536" y="258"/>
                      <a:pt x="11557" y="365"/>
                    </a:cubicBezTo>
                    <a:cubicBezTo>
                      <a:pt x="11595" y="561"/>
                      <a:pt x="11584" y="757"/>
                      <a:pt x="11622" y="947"/>
                    </a:cubicBezTo>
                    <a:cubicBezTo>
                      <a:pt x="11644" y="1056"/>
                      <a:pt x="11676" y="1164"/>
                      <a:pt x="11725" y="1262"/>
                    </a:cubicBezTo>
                    <a:cubicBezTo>
                      <a:pt x="11780" y="1382"/>
                      <a:pt x="11791" y="1507"/>
                      <a:pt x="11845" y="1626"/>
                    </a:cubicBezTo>
                    <a:cubicBezTo>
                      <a:pt x="11888" y="1735"/>
                      <a:pt x="11954" y="1833"/>
                      <a:pt x="12041" y="1909"/>
                    </a:cubicBezTo>
                    <a:cubicBezTo>
                      <a:pt x="12079" y="1942"/>
                      <a:pt x="12117" y="1963"/>
                      <a:pt x="12155" y="1996"/>
                    </a:cubicBezTo>
                    <a:cubicBezTo>
                      <a:pt x="12209" y="2050"/>
                      <a:pt x="12204" y="2099"/>
                      <a:pt x="12220" y="2170"/>
                    </a:cubicBezTo>
                    <a:cubicBezTo>
                      <a:pt x="12247" y="2290"/>
                      <a:pt x="12323" y="2398"/>
                      <a:pt x="12361" y="2512"/>
                    </a:cubicBezTo>
                    <a:cubicBezTo>
                      <a:pt x="12416" y="2654"/>
                      <a:pt x="12448" y="2806"/>
                      <a:pt x="12465" y="2953"/>
                    </a:cubicBezTo>
                    <a:cubicBezTo>
                      <a:pt x="12492" y="3246"/>
                      <a:pt x="12541" y="3545"/>
                      <a:pt x="12530" y="3839"/>
                    </a:cubicBezTo>
                    <a:cubicBezTo>
                      <a:pt x="12519" y="4154"/>
                      <a:pt x="12568" y="4491"/>
                      <a:pt x="12497" y="4801"/>
                    </a:cubicBezTo>
                    <a:cubicBezTo>
                      <a:pt x="12432" y="5100"/>
                      <a:pt x="12318" y="5388"/>
                      <a:pt x="12236" y="5681"/>
                    </a:cubicBezTo>
                    <a:cubicBezTo>
                      <a:pt x="12193" y="5828"/>
                      <a:pt x="12166" y="5975"/>
                      <a:pt x="12111" y="6122"/>
                    </a:cubicBezTo>
                    <a:cubicBezTo>
                      <a:pt x="12089" y="6176"/>
                      <a:pt x="12068" y="6236"/>
                      <a:pt x="12035" y="6290"/>
                    </a:cubicBezTo>
                    <a:cubicBezTo>
                      <a:pt x="11877" y="6377"/>
                      <a:pt x="11709" y="6410"/>
                      <a:pt x="11551" y="6497"/>
                    </a:cubicBezTo>
                    <a:cubicBezTo>
                      <a:pt x="11388" y="6578"/>
                      <a:pt x="11231" y="6654"/>
                      <a:pt x="11078" y="6741"/>
                    </a:cubicBezTo>
                    <a:cubicBezTo>
                      <a:pt x="10899" y="6834"/>
                      <a:pt x="10703" y="6910"/>
                      <a:pt x="10502" y="6964"/>
                    </a:cubicBezTo>
                    <a:cubicBezTo>
                      <a:pt x="10345" y="7013"/>
                      <a:pt x="10198" y="7095"/>
                      <a:pt x="10046" y="7160"/>
                    </a:cubicBezTo>
                    <a:cubicBezTo>
                      <a:pt x="9834" y="7252"/>
                      <a:pt x="9605" y="7318"/>
                      <a:pt x="9393" y="7399"/>
                    </a:cubicBezTo>
                    <a:cubicBezTo>
                      <a:pt x="9007" y="7546"/>
                      <a:pt x="8616" y="7649"/>
                      <a:pt x="8246" y="7829"/>
                    </a:cubicBezTo>
                    <a:cubicBezTo>
                      <a:pt x="8268" y="7752"/>
                      <a:pt x="8279" y="7671"/>
                      <a:pt x="8301" y="7595"/>
                    </a:cubicBezTo>
                    <a:cubicBezTo>
                      <a:pt x="8371" y="7405"/>
                      <a:pt x="8464" y="7236"/>
                      <a:pt x="8486" y="7030"/>
                    </a:cubicBezTo>
                    <a:cubicBezTo>
                      <a:pt x="8502" y="6856"/>
                      <a:pt x="8491" y="6676"/>
                      <a:pt x="8458" y="6502"/>
                    </a:cubicBezTo>
                    <a:cubicBezTo>
                      <a:pt x="8486" y="6486"/>
                      <a:pt x="8513" y="6470"/>
                      <a:pt x="8534" y="6459"/>
                    </a:cubicBezTo>
                    <a:cubicBezTo>
                      <a:pt x="8687" y="6361"/>
                      <a:pt x="8833" y="6247"/>
                      <a:pt x="8969" y="6138"/>
                    </a:cubicBezTo>
                    <a:cubicBezTo>
                      <a:pt x="9399" y="5834"/>
                      <a:pt x="9774" y="5453"/>
                      <a:pt x="10073" y="5018"/>
                    </a:cubicBezTo>
                    <a:cubicBezTo>
                      <a:pt x="10241" y="4812"/>
                      <a:pt x="10388" y="4589"/>
                      <a:pt x="10513" y="4350"/>
                    </a:cubicBezTo>
                    <a:lnTo>
                      <a:pt x="10513" y="4355"/>
                    </a:lnTo>
                    <a:cubicBezTo>
                      <a:pt x="10633" y="4110"/>
                      <a:pt x="10703" y="3855"/>
                      <a:pt x="10790" y="3600"/>
                    </a:cubicBezTo>
                    <a:cubicBezTo>
                      <a:pt x="10888" y="3328"/>
                      <a:pt x="11002" y="3061"/>
                      <a:pt x="11062" y="2773"/>
                    </a:cubicBezTo>
                    <a:cubicBezTo>
                      <a:pt x="11111" y="2540"/>
                      <a:pt x="11144" y="2300"/>
                      <a:pt x="11160" y="2056"/>
                    </a:cubicBezTo>
                    <a:cubicBezTo>
                      <a:pt x="11176" y="1827"/>
                      <a:pt x="11193" y="1594"/>
                      <a:pt x="11133" y="1365"/>
                    </a:cubicBezTo>
                    <a:cubicBezTo>
                      <a:pt x="11100" y="1262"/>
                      <a:pt x="11100" y="1159"/>
                      <a:pt x="11073" y="1056"/>
                    </a:cubicBezTo>
                    <a:cubicBezTo>
                      <a:pt x="11040" y="952"/>
                      <a:pt x="11046" y="838"/>
                      <a:pt x="11019" y="740"/>
                    </a:cubicBezTo>
                    <a:cubicBezTo>
                      <a:pt x="10986" y="670"/>
                      <a:pt x="10948" y="604"/>
                      <a:pt x="10904" y="545"/>
                    </a:cubicBezTo>
                    <a:cubicBezTo>
                      <a:pt x="10894" y="528"/>
                      <a:pt x="10877" y="507"/>
                      <a:pt x="10872" y="485"/>
                    </a:cubicBezTo>
                    <a:cubicBezTo>
                      <a:pt x="10839" y="365"/>
                      <a:pt x="10877" y="398"/>
                      <a:pt x="10932" y="365"/>
                    </a:cubicBezTo>
                    <a:cubicBezTo>
                      <a:pt x="10975" y="343"/>
                      <a:pt x="11019" y="333"/>
                      <a:pt x="11068" y="322"/>
                    </a:cubicBezTo>
                    <a:cubicBezTo>
                      <a:pt x="11160" y="289"/>
                      <a:pt x="11247" y="246"/>
                      <a:pt x="11345" y="224"/>
                    </a:cubicBezTo>
                    <a:cubicBezTo>
                      <a:pt x="11380" y="215"/>
                      <a:pt x="11409" y="210"/>
                      <a:pt x="11433" y="210"/>
                    </a:cubicBezTo>
                    <a:close/>
                    <a:moveTo>
                      <a:pt x="5055" y="5557"/>
                    </a:moveTo>
                    <a:cubicBezTo>
                      <a:pt x="5204" y="5557"/>
                      <a:pt x="5348" y="5651"/>
                      <a:pt x="5501" y="5676"/>
                    </a:cubicBezTo>
                    <a:cubicBezTo>
                      <a:pt x="5539" y="5861"/>
                      <a:pt x="5561" y="6046"/>
                      <a:pt x="5577" y="6236"/>
                    </a:cubicBezTo>
                    <a:cubicBezTo>
                      <a:pt x="5507" y="6182"/>
                      <a:pt x="5452" y="6111"/>
                      <a:pt x="5409" y="6040"/>
                    </a:cubicBezTo>
                    <a:cubicBezTo>
                      <a:pt x="5394" y="6018"/>
                      <a:pt x="5370" y="6008"/>
                      <a:pt x="5347" y="6008"/>
                    </a:cubicBezTo>
                    <a:cubicBezTo>
                      <a:pt x="5302" y="6008"/>
                      <a:pt x="5257" y="6044"/>
                      <a:pt x="5278" y="6095"/>
                    </a:cubicBezTo>
                    <a:cubicBezTo>
                      <a:pt x="5393" y="6383"/>
                      <a:pt x="5562" y="6645"/>
                      <a:pt x="5863" y="6645"/>
                    </a:cubicBezTo>
                    <a:cubicBezTo>
                      <a:pt x="5919" y="6645"/>
                      <a:pt x="5979" y="6636"/>
                      <a:pt x="6045" y="6616"/>
                    </a:cubicBezTo>
                    <a:cubicBezTo>
                      <a:pt x="6349" y="6524"/>
                      <a:pt x="6735" y="6198"/>
                      <a:pt x="6599" y="5850"/>
                    </a:cubicBezTo>
                    <a:cubicBezTo>
                      <a:pt x="6627" y="5817"/>
                      <a:pt x="6654" y="5779"/>
                      <a:pt x="6675" y="5741"/>
                    </a:cubicBezTo>
                    <a:cubicBezTo>
                      <a:pt x="6752" y="5741"/>
                      <a:pt x="6811" y="5692"/>
                      <a:pt x="6887" y="5654"/>
                    </a:cubicBezTo>
                    <a:cubicBezTo>
                      <a:pt x="6973" y="5608"/>
                      <a:pt x="7052" y="5592"/>
                      <a:pt x="7133" y="5592"/>
                    </a:cubicBezTo>
                    <a:cubicBezTo>
                      <a:pt x="7197" y="5592"/>
                      <a:pt x="7262" y="5602"/>
                      <a:pt x="7333" y="5616"/>
                    </a:cubicBezTo>
                    <a:cubicBezTo>
                      <a:pt x="7507" y="5649"/>
                      <a:pt x="7632" y="5671"/>
                      <a:pt x="7757" y="5806"/>
                    </a:cubicBezTo>
                    <a:cubicBezTo>
                      <a:pt x="7866" y="5942"/>
                      <a:pt x="7953" y="6095"/>
                      <a:pt x="8002" y="6263"/>
                    </a:cubicBezTo>
                    <a:cubicBezTo>
                      <a:pt x="8110" y="6578"/>
                      <a:pt x="8165" y="6915"/>
                      <a:pt x="8045" y="7236"/>
                    </a:cubicBezTo>
                    <a:cubicBezTo>
                      <a:pt x="7985" y="7377"/>
                      <a:pt x="7937" y="7530"/>
                      <a:pt x="7898" y="7676"/>
                    </a:cubicBezTo>
                    <a:cubicBezTo>
                      <a:pt x="7866" y="7791"/>
                      <a:pt x="7844" y="7905"/>
                      <a:pt x="7839" y="8024"/>
                    </a:cubicBezTo>
                    <a:lnTo>
                      <a:pt x="7703" y="8084"/>
                    </a:lnTo>
                    <a:cubicBezTo>
                      <a:pt x="7545" y="8155"/>
                      <a:pt x="7393" y="8247"/>
                      <a:pt x="7252" y="8356"/>
                    </a:cubicBezTo>
                    <a:cubicBezTo>
                      <a:pt x="7173" y="8409"/>
                      <a:pt x="7102" y="8429"/>
                      <a:pt x="7030" y="8429"/>
                    </a:cubicBezTo>
                    <a:cubicBezTo>
                      <a:pt x="6949" y="8429"/>
                      <a:pt x="6866" y="8404"/>
                      <a:pt x="6768" y="8372"/>
                    </a:cubicBezTo>
                    <a:cubicBezTo>
                      <a:pt x="6588" y="8318"/>
                      <a:pt x="6420" y="8253"/>
                      <a:pt x="6251" y="8171"/>
                    </a:cubicBezTo>
                    <a:cubicBezTo>
                      <a:pt x="5893" y="7992"/>
                      <a:pt x="5496" y="7905"/>
                      <a:pt x="5126" y="7742"/>
                    </a:cubicBezTo>
                    <a:cubicBezTo>
                      <a:pt x="4990" y="7682"/>
                      <a:pt x="4854" y="7617"/>
                      <a:pt x="4719" y="7551"/>
                    </a:cubicBezTo>
                    <a:cubicBezTo>
                      <a:pt x="4724" y="7486"/>
                      <a:pt x="4691" y="7421"/>
                      <a:pt x="4637" y="7383"/>
                    </a:cubicBezTo>
                    <a:cubicBezTo>
                      <a:pt x="4463" y="7269"/>
                      <a:pt x="4490" y="6986"/>
                      <a:pt x="4430" y="6818"/>
                    </a:cubicBezTo>
                    <a:cubicBezTo>
                      <a:pt x="4354" y="6584"/>
                      <a:pt x="4382" y="6334"/>
                      <a:pt x="4501" y="6122"/>
                    </a:cubicBezTo>
                    <a:cubicBezTo>
                      <a:pt x="4561" y="6002"/>
                      <a:pt x="4610" y="5883"/>
                      <a:pt x="4675" y="5768"/>
                    </a:cubicBezTo>
                    <a:cubicBezTo>
                      <a:pt x="4735" y="5687"/>
                      <a:pt x="4816" y="5622"/>
                      <a:pt x="4914" y="5589"/>
                    </a:cubicBezTo>
                    <a:cubicBezTo>
                      <a:pt x="4962" y="5566"/>
                      <a:pt x="5009" y="5557"/>
                      <a:pt x="5055" y="5557"/>
                    </a:cubicBezTo>
                    <a:close/>
                    <a:moveTo>
                      <a:pt x="2593" y="6981"/>
                    </a:moveTo>
                    <a:cubicBezTo>
                      <a:pt x="2593" y="6991"/>
                      <a:pt x="2599" y="6997"/>
                      <a:pt x="2604" y="6997"/>
                    </a:cubicBezTo>
                    <a:cubicBezTo>
                      <a:pt x="2756" y="7122"/>
                      <a:pt x="2930" y="7214"/>
                      <a:pt x="3110" y="7285"/>
                    </a:cubicBezTo>
                    <a:cubicBezTo>
                      <a:pt x="3197" y="7312"/>
                      <a:pt x="3283" y="7345"/>
                      <a:pt x="3370" y="7383"/>
                    </a:cubicBezTo>
                    <a:cubicBezTo>
                      <a:pt x="3463" y="7421"/>
                      <a:pt x="3550" y="7470"/>
                      <a:pt x="3637" y="7519"/>
                    </a:cubicBezTo>
                    <a:cubicBezTo>
                      <a:pt x="3707" y="7546"/>
                      <a:pt x="3789" y="7562"/>
                      <a:pt x="3865" y="7573"/>
                    </a:cubicBezTo>
                    <a:cubicBezTo>
                      <a:pt x="3952" y="7595"/>
                      <a:pt x="4039" y="7633"/>
                      <a:pt x="4121" y="7666"/>
                    </a:cubicBezTo>
                    <a:cubicBezTo>
                      <a:pt x="4327" y="7747"/>
                      <a:pt x="4523" y="7834"/>
                      <a:pt x="4724" y="7926"/>
                    </a:cubicBezTo>
                    <a:cubicBezTo>
                      <a:pt x="4903" y="8013"/>
                      <a:pt x="5083" y="8106"/>
                      <a:pt x="5273" y="8176"/>
                    </a:cubicBezTo>
                    <a:cubicBezTo>
                      <a:pt x="5485" y="8258"/>
                      <a:pt x="5702" y="8318"/>
                      <a:pt x="5914" y="8416"/>
                    </a:cubicBezTo>
                    <a:cubicBezTo>
                      <a:pt x="6213" y="8552"/>
                      <a:pt x="6491" y="8704"/>
                      <a:pt x="6811" y="8780"/>
                    </a:cubicBezTo>
                    <a:lnTo>
                      <a:pt x="6811" y="8823"/>
                    </a:lnTo>
                    <a:cubicBezTo>
                      <a:pt x="6817" y="8948"/>
                      <a:pt x="6800" y="9079"/>
                      <a:pt x="6800" y="9204"/>
                    </a:cubicBezTo>
                    <a:cubicBezTo>
                      <a:pt x="6790" y="9438"/>
                      <a:pt x="6800" y="9666"/>
                      <a:pt x="6833" y="9900"/>
                    </a:cubicBezTo>
                    <a:cubicBezTo>
                      <a:pt x="6871" y="10122"/>
                      <a:pt x="6811" y="10356"/>
                      <a:pt x="6877" y="10579"/>
                    </a:cubicBezTo>
                    <a:cubicBezTo>
                      <a:pt x="6925" y="10753"/>
                      <a:pt x="6931" y="10938"/>
                      <a:pt x="6958" y="11117"/>
                    </a:cubicBezTo>
                    <a:cubicBezTo>
                      <a:pt x="6947" y="11123"/>
                      <a:pt x="6936" y="11128"/>
                      <a:pt x="6931" y="11134"/>
                    </a:cubicBezTo>
                    <a:lnTo>
                      <a:pt x="6931" y="11128"/>
                    </a:lnTo>
                    <a:cubicBezTo>
                      <a:pt x="6849" y="11112"/>
                      <a:pt x="6768" y="11095"/>
                      <a:pt x="6681" y="11079"/>
                    </a:cubicBezTo>
                    <a:cubicBezTo>
                      <a:pt x="6523" y="11052"/>
                      <a:pt x="6366" y="11009"/>
                      <a:pt x="6213" y="10954"/>
                    </a:cubicBezTo>
                    <a:cubicBezTo>
                      <a:pt x="5914" y="10856"/>
                      <a:pt x="5610" y="10775"/>
                      <a:pt x="5322" y="10661"/>
                    </a:cubicBezTo>
                    <a:cubicBezTo>
                      <a:pt x="5018" y="10536"/>
                      <a:pt x="4719" y="10416"/>
                      <a:pt x="4409" y="10302"/>
                    </a:cubicBezTo>
                    <a:cubicBezTo>
                      <a:pt x="4121" y="10199"/>
                      <a:pt x="3854" y="10041"/>
                      <a:pt x="3566" y="9932"/>
                    </a:cubicBezTo>
                    <a:cubicBezTo>
                      <a:pt x="3430" y="9878"/>
                      <a:pt x="3289" y="9840"/>
                      <a:pt x="3148" y="9818"/>
                    </a:cubicBezTo>
                    <a:cubicBezTo>
                      <a:pt x="3120" y="9813"/>
                      <a:pt x="3099" y="9813"/>
                      <a:pt x="3077" y="9813"/>
                    </a:cubicBezTo>
                    <a:cubicBezTo>
                      <a:pt x="3061" y="9758"/>
                      <a:pt x="3039" y="9688"/>
                      <a:pt x="3039" y="9682"/>
                    </a:cubicBezTo>
                    <a:cubicBezTo>
                      <a:pt x="2957" y="9367"/>
                      <a:pt x="2881" y="9052"/>
                      <a:pt x="2805" y="8736"/>
                    </a:cubicBezTo>
                    <a:cubicBezTo>
                      <a:pt x="2724" y="8421"/>
                      <a:pt x="2604" y="8111"/>
                      <a:pt x="2582" y="7791"/>
                    </a:cubicBezTo>
                    <a:cubicBezTo>
                      <a:pt x="2555" y="7524"/>
                      <a:pt x="2544" y="7269"/>
                      <a:pt x="2539" y="7002"/>
                    </a:cubicBezTo>
                    <a:lnTo>
                      <a:pt x="2593" y="6981"/>
                    </a:lnTo>
                    <a:close/>
                    <a:moveTo>
                      <a:pt x="12812" y="4893"/>
                    </a:moveTo>
                    <a:cubicBezTo>
                      <a:pt x="13084" y="5018"/>
                      <a:pt x="13367" y="5143"/>
                      <a:pt x="13650" y="5198"/>
                    </a:cubicBezTo>
                    <a:cubicBezTo>
                      <a:pt x="13823" y="5236"/>
                      <a:pt x="13970" y="5214"/>
                      <a:pt x="14046" y="5404"/>
                    </a:cubicBezTo>
                    <a:cubicBezTo>
                      <a:pt x="14122" y="5594"/>
                      <a:pt x="14106" y="5768"/>
                      <a:pt x="14068" y="5964"/>
                    </a:cubicBezTo>
                    <a:lnTo>
                      <a:pt x="14068" y="5970"/>
                    </a:lnTo>
                    <a:cubicBezTo>
                      <a:pt x="14035" y="6154"/>
                      <a:pt x="14068" y="6334"/>
                      <a:pt x="14035" y="6513"/>
                    </a:cubicBezTo>
                    <a:cubicBezTo>
                      <a:pt x="13997" y="6731"/>
                      <a:pt x="13954" y="6948"/>
                      <a:pt x="13910" y="7165"/>
                    </a:cubicBezTo>
                    <a:cubicBezTo>
                      <a:pt x="13862" y="7399"/>
                      <a:pt x="13829" y="7627"/>
                      <a:pt x="13775" y="7861"/>
                    </a:cubicBezTo>
                    <a:cubicBezTo>
                      <a:pt x="13737" y="7997"/>
                      <a:pt x="13709" y="8133"/>
                      <a:pt x="13688" y="8269"/>
                    </a:cubicBezTo>
                    <a:cubicBezTo>
                      <a:pt x="13671" y="8285"/>
                      <a:pt x="13655" y="8301"/>
                      <a:pt x="13650" y="8323"/>
                    </a:cubicBezTo>
                    <a:cubicBezTo>
                      <a:pt x="13612" y="8388"/>
                      <a:pt x="13465" y="8437"/>
                      <a:pt x="13400" y="8475"/>
                    </a:cubicBezTo>
                    <a:cubicBezTo>
                      <a:pt x="13285" y="8541"/>
                      <a:pt x="13160" y="8584"/>
                      <a:pt x="13046" y="8644"/>
                    </a:cubicBezTo>
                    <a:cubicBezTo>
                      <a:pt x="12823" y="8764"/>
                      <a:pt x="12617" y="8910"/>
                      <a:pt x="12399" y="9035"/>
                    </a:cubicBezTo>
                    <a:cubicBezTo>
                      <a:pt x="12182" y="9160"/>
                      <a:pt x="11954" y="9247"/>
                      <a:pt x="11747" y="9383"/>
                    </a:cubicBezTo>
                    <a:cubicBezTo>
                      <a:pt x="11540" y="9514"/>
                      <a:pt x="11323" y="9617"/>
                      <a:pt x="11095" y="9704"/>
                    </a:cubicBezTo>
                    <a:cubicBezTo>
                      <a:pt x="10866" y="9791"/>
                      <a:pt x="10633" y="9856"/>
                      <a:pt x="10415" y="9965"/>
                    </a:cubicBezTo>
                    <a:cubicBezTo>
                      <a:pt x="10171" y="10084"/>
                      <a:pt x="9937" y="10199"/>
                      <a:pt x="9687" y="10296"/>
                    </a:cubicBezTo>
                    <a:cubicBezTo>
                      <a:pt x="9437" y="10389"/>
                      <a:pt x="9203" y="10470"/>
                      <a:pt x="8953" y="10557"/>
                    </a:cubicBezTo>
                    <a:cubicBezTo>
                      <a:pt x="8698" y="10644"/>
                      <a:pt x="8453" y="10758"/>
                      <a:pt x="8192" y="10840"/>
                    </a:cubicBezTo>
                    <a:cubicBezTo>
                      <a:pt x="7931" y="10927"/>
                      <a:pt x="7703" y="11030"/>
                      <a:pt x="7453" y="11106"/>
                    </a:cubicBezTo>
                    <a:cubicBezTo>
                      <a:pt x="7360" y="11139"/>
                      <a:pt x="7268" y="11172"/>
                      <a:pt x="7176" y="11193"/>
                    </a:cubicBezTo>
                    <a:cubicBezTo>
                      <a:pt x="7159" y="11161"/>
                      <a:pt x="7132" y="11134"/>
                      <a:pt x="7099" y="11117"/>
                    </a:cubicBezTo>
                    <a:cubicBezTo>
                      <a:pt x="7143" y="10949"/>
                      <a:pt x="7154" y="10775"/>
                      <a:pt x="7132" y="10606"/>
                    </a:cubicBezTo>
                    <a:cubicBezTo>
                      <a:pt x="7110" y="10492"/>
                      <a:pt x="7099" y="10378"/>
                      <a:pt x="7105" y="10258"/>
                    </a:cubicBezTo>
                    <a:cubicBezTo>
                      <a:pt x="7116" y="10144"/>
                      <a:pt x="7110" y="10030"/>
                      <a:pt x="7094" y="9921"/>
                    </a:cubicBezTo>
                    <a:cubicBezTo>
                      <a:pt x="7061" y="9660"/>
                      <a:pt x="7045" y="9400"/>
                      <a:pt x="7045" y="9144"/>
                    </a:cubicBezTo>
                    <a:cubicBezTo>
                      <a:pt x="7045" y="9035"/>
                      <a:pt x="7045" y="8921"/>
                      <a:pt x="7040" y="8812"/>
                    </a:cubicBezTo>
                    <a:lnTo>
                      <a:pt x="7040" y="8812"/>
                    </a:lnTo>
                    <a:cubicBezTo>
                      <a:pt x="7047" y="8813"/>
                      <a:pt x="7055" y="8813"/>
                      <a:pt x="7063" y="8813"/>
                    </a:cubicBezTo>
                    <a:cubicBezTo>
                      <a:pt x="7180" y="8813"/>
                      <a:pt x="7297" y="8775"/>
                      <a:pt x="7398" y="8709"/>
                    </a:cubicBezTo>
                    <a:cubicBezTo>
                      <a:pt x="7572" y="8600"/>
                      <a:pt x="7714" y="8481"/>
                      <a:pt x="7909" y="8405"/>
                    </a:cubicBezTo>
                    <a:cubicBezTo>
                      <a:pt x="8290" y="8253"/>
                      <a:pt x="8643" y="8051"/>
                      <a:pt x="9035" y="7932"/>
                    </a:cubicBezTo>
                    <a:cubicBezTo>
                      <a:pt x="9230" y="7872"/>
                      <a:pt x="9421" y="7796"/>
                      <a:pt x="9611" y="7725"/>
                    </a:cubicBezTo>
                    <a:cubicBezTo>
                      <a:pt x="9812" y="7644"/>
                      <a:pt x="10029" y="7584"/>
                      <a:pt x="10230" y="7492"/>
                    </a:cubicBezTo>
                    <a:cubicBezTo>
                      <a:pt x="10578" y="7334"/>
                      <a:pt x="10953" y="7242"/>
                      <a:pt x="11285" y="7051"/>
                    </a:cubicBezTo>
                    <a:cubicBezTo>
                      <a:pt x="11470" y="6937"/>
                      <a:pt x="11665" y="6839"/>
                      <a:pt x="11867" y="6763"/>
                    </a:cubicBezTo>
                    <a:cubicBezTo>
                      <a:pt x="11970" y="6731"/>
                      <a:pt x="12073" y="6693"/>
                      <a:pt x="12171" y="6644"/>
                    </a:cubicBezTo>
                    <a:cubicBezTo>
                      <a:pt x="12263" y="6578"/>
                      <a:pt x="12356" y="6524"/>
                      <a:pt x="12448" y="6475"/>
                    </a:cubicBezTo>
                    <a:cubicBezTo>
                      <a:pt x="12649" y="6383"/>
                      <a:pt x="12840" y="6285"/>
                      <a:pt x="13035" y="6192"/>
                    </a:cubicBezTo>
                    <a:cubicBezTo>
                      <a:pt x="13139" y="6143"/>
                      <a:pt x="13247" y="6111"/>
                      <a:pt x="13351" y="6062"/>
                    </a:cubicBezTo>
                    <a:cubicBezTo>
                      <a:pt x="13448" y="6008"/>
                      <a:pt x="13546" y="5964"/>
                      <a:pt x="13644" y="5921"/>
                    </a:cubicBezTo>
                    <a:cubicBezTo>
                      <a:pt x="13807" y="5879"/>
                      <a:pt x="13787" y="5610"/>
                      <a:pt x="13625" y="5610"/>
                    </a:cubicBezTo>
                    <a:cubicBezTo>
                      <a:pt x="13619" y="5610"/>
                      <a:pt x="13613" y="5610"/>
                      <a:pt x="13606" y="5611"/>
                    </a:cubicBezTo>
                    <a:lnTo>
                      <a:pt x="13584" y="5611"/>
                    </a:lnTo>
                    <a:cubicBezTo>
                      <a:pt x="13622" y="5600"/>
                      <a:pt x="13655" y="5584"/>
                      <a:pt x="13688" y="5567"/>
                    </a:cubicBezTo>
                    <a:cubicBezTo>
                      <a:pt x="13726" y="5540"/>
                      <a:pt x="13726" y="5480"/>
                      <a:pt x="13688" y="5453"/>
                    </a:cubicBezTo>
                    <a:cubicBezTo>
                      <a:pt x="13606" y="5414"/>
                      <a:pt x="13525" y="5409"/>
                      <a:pt x="13441" y="5409"/>
                    </a:cubicBezTo>
                    <a:cubicBezTo>
                      <a:pt x="13408" y="5409"/>
                      <a:pt x="13374" y="5410"/>
                      <a:pt x="13340" y="5410"/>
                    </a:cubicBezTo>
                    <a:cubicBezTo>
                      <a:pt x="13204" y="5410"/>
                      <a:pt x="13079" y="5361"/>
                      <a:pt x="12943" y="5361"/>
                    </a:cubicBezTo>
                    <a:cubicBezTo>
                      <a:pt x="12899" y="5361"/>
                      <a:pt x="12872" y="5426"/>
                      <a:pt x="12916" y="5448"/>
                    </a:cubicBezTo>
                    <a:cubicBezTo>
                      <a:pt x="13046" y="5507"/>
                      <a:pt x="13160" y="5600"/>
                      <a:pt x="13302" y="5622"/>
                    </a:cubicBezTo>
                    <a:cubicBezTo>
                      <a:pt x="13340" y="5628"/>
                      <a:pt x="13378" y="5631"/>
                      <a:pt x="13415" y="5631"/>
                    </a:cubicBezTo>
                    <a:cubicBezTo>
                      <a:pt x="13441" y="5631"/>
                      <a:pt x="13467" y="5629"/>
                      <a:pt x="13492" y="5627"/>
                    </a:cubicBezTo>
                    <a:lnTo>
                      <a:pt x="13492" y="5627"/>
                    </a:lnTo>
                    <a:cubicBezTo>
                      <a:pt x="13367" y="5665"/>
                      <a:pt x="13242" y="5714"/>
                      <a:pt x="13117" y="5768"/>
                    </a:cubicBezTo>
                    <a:cubicBezTo>
                      <a:pt x="12927" y="5845"/>
                      <a:pt x="12742" y="5931"/>
                      <a:pt x="12568" y="6029"/>
                    </a:cubicBezTo>
                    <a:cubicBezTo>
                      <a:pt x="12481" y="6073"/>
                      <a:pt x="12388" y="6111"/>
                      <a:pt x="12301" y="6149"/>
                    </a:cubicBezTo>
                    <a:cubicBezTo>
                      <a:pt x="12356" y="6035"/>
                      <a:pt x="12394" y="5921"/>
                      <a:pt x="12443" y="5806"/>
                    </a:cubicBezTo>
                    <a:cubicBezTo>
                      <a:pt x="12573" y="5546"/>
                      <a:pt x="12682" y="5279"/>
                      <a:pt x="12785" y="5007"/>
                    </a:cubicBezTo>
                    <a:cubicBezTo>
                      <a:pt x="12796" y="4969"/>
                      <a:pt x="12807" y="4931"/>
                      <a:pt x="12812" y="4893"/>
                    </a:cubicBezTo>
                    <a:close/>
                    <a:moveTo>
                      <a:pt x="11441" y="0"/>
                    </a:moveTo>
                    <a:cubicBezTo>
                      <a:pt x="11333" y="0"/>
                      <a:pt x="11220" y="43"/>
                      <a:pt x="11122" y="83"/>
                    </a:cubicBezTo>
                    <a:cubicBezTo>
                      <a:pt x="10986" y="142"/>
                      <a:pt x="10774" y="170"/>
                      <a:pt x="10676" y="295"/>
                    </a:cubicBezTo>
                    <a:cubicBezTo>
                      <a:pt x="10524" y="490"/>
                      <a:pt x="10747" y="637"/>
                      <a:pt x="10774" y="822"/>
                    </a:cubicBezTo>
                    <a:cubicBezTo>
                      <a:pt x="10785" y="871"/>
                      <a:pt x="10763" y="925"/>
                      <a:pt x="10769" y="979"/>
                    </a:cubicBezTo>
                    <a:cubicBezTo>
                      <a:pt x="10774" y="1034"/>
                      <a:pt x="10790" y="1077"/>
                      <a:pt x="10801" y="1132"/>
                    </a:cubicBezTo>
                    <a:cubicBezTo>
                      <a:pt x="10823" y="1251"/>
                      <a:pt x="10834" y="1371"/>
                      <a:pt x="10861" y="1496"/>
                    </a:cubicBezTo>
                    <a:cubicBezTo>
                      <a:pt x="10910" y="1713"/>
                      <a:pt x="10883" y="1985"/>
                      <a:pt x="10856" y="2208"/>
                    </a:cubicBezTo>
                    <a:cubicBezTo>
                      <a:pt x="10823" y="2496"/>
                      <a:pt x="10769" y="2779"/>
                      <a:pt x="10682" y="3056"/>
                    </a:cubicBezTo>
                    <a:cubicBezTo>
                      <a:pt x="10584" y="3339"/>
                      <a:pt x="10480" y="3621"/>
                      <a:pt x="10383" y="3899"/>
                    </a:cubicBezTo>
                    <a:cubicBezTo>
                      <a:pt x="10361" y="3964"/>
                      <a:pt x="10334" y="4024"/>
                      <a:pt x="10307" y="4083"/>
                    </a:cubicBezTo>
                    <a:cubicBezTo>
                      <a:pt x="10307" y="4062"/>
                      <a:pt x="10307" y="4045"/>
                      <a:pt x="10301" y="4029"/>
                    </a:cubicBezTo>
                    <a:cubicBezTo>
                      <a:pt x="10296" y="4007"/>
                      <a:pt x="10290" y="3985"/>
                      <a:pt x="10285" y="3958"/>
                    </a:cubicBezTo>
                    <a:cubicBezTo>
                      <a:pt x="10296" y="3926"/>
                      <a:pt x="10307" y="3882"/>
                      <a:pt x="10307" y="3844"/>
                    </a:cubicBezTo>
                    <a:cubicBezTo>
                      <a:pt x="10301" y="3730"/>
                      <a:pt x="10274" y="3616"/>
                      <a:pt x="10236" y="3513"/>
                    </a:cubicBezTo>
                    <a:cubicBezTo>
                      <a:pt x="10160" y="3263"/>
                      <a:pt x="9926" y="3132"/>
                      <a:pt x="9828" y="2898"/>
                    </a:cubicBezTo>
                    <a:cubicBezTo>
                      <a:pt x="9779" y="2779"/>
                      <a:pt x="9796" y="2643"/>
                      <a:pt x="9758" y="2518"/>
                    </a:cubicBezTo>
                    <a:cubicBezTo>
                      <a:pt x="9725" y="2420"/>
                      <a:pt x="9714" y="2311"/>
                      <a:pt x="9665" y="2224"/>
                    </a:cubicBezTo>
                    <a:cubicBezTo>
                      <a:pt x="9567" y="2045"/>
                      <a:pt x="9328" y="1942"/>
                      <a:pt x="9132" y="1898"/>
                    </a:cubicBezTo>
                    <a:cubicBezTo>
                      <a:pt x="9067" y="1882"/>
                      <a:pt x="9002" y="1871"/>
                      <a:pt x="8937" y="1871"/>
                    </a:cubicBezTo>
                    <a:cubicBezTo>
                      <a:pt x="8953" y="1795"/>
                      <a:pt x="8986" y="1719"/>
                      <a:pt x="9035" y="1654"/>
                    </a:cubicBezTo>
                    <a:cubicBezTo>
                      <a:pt x="9154" y="1474"/>
                      <a:pt x="9339" y="1333"/>
                      <a:pt x="9448" y="1148"/>
                    </a:cubicBezTo>
                    <a:cubicBezTo>
                      <a:pt x="9551" y="963"/>
                      <a:pt x="9567" y="751"/>
                      <a:pt x="9616" y="550"/>
                    </a:cubicBezTo>
                    <a:cubicBezTo>
                      <a:pt x="9667" y="361"/>
                      <a:pt x="9594" y="244"/>
                      <a:pt x="9413" y="244"/>
                    </a:cubicBezTo>
                    <a:cubicBezTo>
                      <a:pt x="9402" y="244"/>
                      <a:pt x="9390" y="245"/>
                      <a:pt x="9377" y="246"/>
                    </a:cubicBezTo>
                    <a:cubicBezTo>
                      <a:pt x="9051" y="273"/>
                      <a:pt x="8855" y="621"/>
                      <a:pt x="8736" y="931"/>
                    </a:cubicBezTo>
                    <a:cubicBezTo>
                      <a:pt x="8736" y="914"/>
                      <a:pt x="8736" y="898"/>
                      <a:pt x="8730" y="876"/>
                    </a:cubicBezTo>
                    <a:cubicBezTo>
                      <a:pt x="8719" y="773"/>
                      <a:pt x="8692" y="664"/>
                      <a:pt x="8649" y="566"/>
                    </a:cubicBezTo>
                    <a:cubicBezTo>
                      <a:pt x="8585" y="396"/>
                      <a:pt x="8469" y="216"/>
                      <a:pt x="8278" y="216"/>
                    </a:cubicBezTo>
                    <a:cubicBezTo>
                      <a:pt x="8256" y="216"/>
                      <a:pt x="8232" y="219"/>
                      <a:pt x="8208" y="224"/>
                    </a:cubicBezTo>
                    <a:cubicBezTo>
                      <a:pt x="8078" y="251"/>
                      <a:pt x="7947" y="240"/>
                      <a:pt x="7817" y="273"/>
                    </a:cubicBezTo>
                    <a:cubicBezTo>
                      <a:pt x="7659" y="316"/>
                      <a:pt x="7502" y="360"/>
                      <a:pt x="7344" y="392"/>
                    </a:cubicBezTo>
                    <a:cubicBezTo>
                      <a:pt x="7012" y="452"/>
                      <a:pt x="6686" y="517"/>
                      <a:pt x="6360" y="583"/>
                    </a:cubicBezTo>
                    <a:cubicBezTo>
                      <a:pt x="6034" y="653"/>
                      <a:pt x="5719" y="740"/>
                      <a:pt x="5398" y="811"/>
                    </a:cubicBezTo>
                    <a:cubicBezTo>
                      <a:pt x="5072" y="882"/>
                      <a:pt x="4773" y="974"/>
                      <a:pt x="4458" y="1056"/>
                    </a:cubicBezTo>
                    <a:cubicBezTo>
                      <a:pt x="4142" y="1137"/>
                      <a:pt x="3816" y="1197"/>
                      <a:pt x="3501" y="1251"/>
                    </a:cubicBezTo>
                    <a:cubicBezTo>
                      <a:pt x="3343" y="1278"/>
                      <a:pt x="3186" y="1311"/>
                      <a:pt x="3028" y="1355"/>
                    </a:cubicBezTo>
                    <a:cubicBezTo>
                      <a:pt x="2898" y="1403"/>
                      <a:pt x="2762" y="1447"/>
                      <a:pt x="2620" y="1480"/>
                    </a:cubicBezTo>
                    <a:cubicBezTo>
                      <a:pt x="2278" y="1523"/>
                      <a:pt x="1935" y="1605"/>
                      <a:pt x="1604" y="1713"/>
                    </a:cubicBezTo>
                    <a:cubicBezTo>
                      <a:pt x="1441" y="1773"/>
                      <a:pt x="1272" y="1822"/>
                      <a:pt x="1115" y="1887"/>
                    </a:cubicBezTo>
                    <a:cubicBezTo>
                      <a:pt x="1060" y="1914"/>
                      <a:pt x="1006" y="1942"/>
                      <a:pt x="952" y="1974"/>
                    </a:cubicBezTo>
                    <a:cubicBezTo>
                      <a:pt x="942" y="1968"/>
                      <a:pt x="931" y="1965"/>
                      <a:pt x="918" y="1965"/>
                    </a:cubicBezTo>
                    <a:cubicBezTo>
                      <a:pt x="910" y="1965"/>
                      <a:pt x="901" y="1967"/>
                      <a:pt x="892" y="1969"/>
                    </a:cubicBezTo>
                    <a:cubicBezTo>
                      <a:pt x="832" y="1985"/>
                      <a:pt x="778" y="2029"/>
                      <a:pt x="745" y="2078"/>
                    </a:cubicBezTo>
                    <a:cubicBezTo>
                      <a:pt x="712" y="2094"/>
                      <a:pt x="680" y="2105"/>
                      <a:pt x="647" y="2110"/>
                    </a:cubicBezTo>
                    <a:cubicBezTo>
                      <a:pt x="615" y="2121"/>
                      <a:pt x="609" y="2181"/>
                      <a:pt x="647" y="2186"/>
                    </a:cubicBezTo>
                    <a:lnTo>
                      <a:pt x="685" y="2186"/>
                    </a:lnTo>
                    <a:lnTo>
                      <a:pt x="653" y="2262"/>
                    </a:lnTo>
                    <a:cubicBezTo>
                      <a:pt x="576" y="2431"/>
                      <a:pt x="479" y="2588"/>
                      <a:pt x="397" y="2762"/>
                    </a:cubicBezTo>
                    <a:cubicBezTo>
                      <a:pt x="283" y="2991"/>
                      <a:pt x="191" y="3235"/>
                      <a:pt x="93" y="3469"/>
                    </a:cubicBezTo>
                    <a:cubicBezTo>
                      <a:pt x="55" y="3561"/>
                      <a:pt x="0" y="3654"/>
                      <a:pt x="11" y="3757"/>
                    </a:cubicBezTo>
                    <a:cubicBezTo>
                      <a:pt x="17" y="3855"/>
                      <a:pt x="87" y="3964"/>
                      <a:pt x="136" y="4062"/>
                    </a:cubicBezTo>
                    <a:cubicBezTo>
                      <a:pt x="375" y="4551"/>
                      <a:pt x="484" y="5132"/>
                      <a:pt x="604" y="5660"/>
                    </a:cubicBezTo>
                    <a:cubicBezTo>
                      <a:pt x="663" y="5931"/>
                      <a:pt x="761" y="6182"/>
                      <a:pt x="843" y="6448"/>
                    </a:cubicBezTo>
                    <a:cubicBezTo>
                      <a:pt x="870" y="6562"/>
                      <a:pt x="908" y="6671"/>
                      <a:pt x="957" y="6779"/>
                    </a:cubicBezTo>
                    <a:cubicBezTo>
                      <a:pt x="1017" y="6888"/>
                      <a:pt x="1060" y="7008"/>
                      <a:pt x="1093" y="7133"/>
                    </a:cubicBezTo>
                    <a:cubicBezTo>
                      <a:pt x="1109" y="7198"/>
                      <a:pt x="1158" y="7247"/>
                      <a:pt x="1218" y="7263"/>
                    </a:cubicBezTo>
                    <a:cubicBezTo>
                      <a:pt x="1306" y="7280"/>
                      <a:pt x="1395" y="7289"/>
                      <a:pt x="1484" y="7289"/>
                    </a:cubicBezTo>
                    <a:cubicBezTo>
                      <a:pt x="1652" y="7289"/>
                      <a:pt x="1819" y="7258"/>
                      <a:pt x="1979" y="7198"/>
                    </a:cubicBezTo>
                    <a:cubicBezTo>
                      <a:pt x="2077" y="7165"/>
                      <a:pt x="2196" y="7133"/>
                      <a:pt x="2310" y="7095"/>
                    </a:cubicBezTo>
                    <a:lnTo>
                      <a:pt x="2310" y="7095"/>
                    </a:lnTo>
                    <a:cubicBezTo>
                      <a:pt x="2294" y="7247"/>
                      <a:pt x="2289" y="7399"/>
                      <a:pt x="2300" y="7551"/>
                    </a:cubicBezTo>
                    <a:cubicBezTo>
                      <a:pt x="2294" y="7807"/>
                      <a:pt x="2310" y="8057"/>
                      <a:pt x="2354" y="8307"/>
                    </a:cubicBezTo>
                    <a:cubicBezTo>
                      <a:pt x="2452" y="8851"/>
                      <a:pt x="2555" y="9394"/>
                      <a:pt x="2675" y="9927"/>
                    </a:cubicBezTo>
                    <a:cubicBezTo>
                      <a:pt x="2729" y="10155"/>
                      <a:pt x="2859" y="10199"/>
                      <a:pt x="3066" y="10231"/>
                    </a:cubicBezTo>
                    <a:cubicBezTo>
                      <a:pt x="3327" y="10264"/>
                      <a:pt x="3577" y="10383"/>
                      <a:pt x="3811" y="10498"/>
                    </a:cubicBezTo>
                    <a:cubicBezTo>
                      <a:pt x="4055" y="10612"/>
                      <a:pt x="4305" y="10710"/>
                      <a:pt x="4555" y="10797"/>
                    </a:cubicBezTo>
                    <a:cubicBezTo>
                      <a:pt x="4822" y="10889"/>
                      <a:pt x="5066" y="11009"/>
                      <a:pt x="5327" y="11101"/>
                    </a:cubicBezTo>
                    <a:cubicBezTo>
                      <a:pt x="5632" y="11215"/>
                      <a:pt x="5947" y="11297"/>
                      <a:pt x="6251" y="11400"/>
                    </a:cubicBezTo>
                    <a:cubicBezTo>
                      <a:pt x="6413" y="11452"/>
                      <a:pt x="6618" y="11508"/>
                      <a:pt x="6807" y="11508"/>
                    </a:cubicBezTo>
                    <a:cubicBezTo>
                      <a:pt x="6853" y="11508"/>
                      <a:pt x="6898" y="11505"/>
                      <a:pt x="6942" y="11498"/>
                    </a:cubicBezTo>
                    <a:cubicBezTo>
                      <a:pt x="6964" y="11503"/>
                      <a:pt x="6991" y="11509"/>
                      <a:pt x="7012" y="11514"/>
                    </a:cubicBezTo>
                    <a:cubicBezTo>
                      <a:pt x="7036" y="11516"/>
                      <a:pt x="7059" y="11517"/>
                      <a:pt x="7082" y="11517"/>
                    </a:cubicBezTo>
                    <a:cubicBezTo>
                      <a:pt x="7173" y="11517"/>
                      <a:pt x="7263" y="11501"/>
                      <a:pt x="7349" y="11471"/>
                    </a:cubicBezTo>
                    <a:cubicBezTo>
                      <a:pt x="7600" y="11416"/>
                      <a:pt x="7828" y="11307"/>
                      <a:pt x="8067" y="11237"/>
                    </a:cubicBezTo>
                    <a:cubicBezTo>
                      <a:pt x="8600" y="11085"/>
                      <a:pt x="9127" y="10905"/>
                      <a:pt x="9643" y="10720"/>
                    </a:cubicBezTo>
                    <a:cubicBezTo>
                      <a:pt x="9904" y="10628"/>
                      <a:pt x="10160" y="10530"/>
                      <a:pt x="10404" y="10416"/>
                    </a:cubicBezTo>
                    <a:cubicBezTo>
                      <a:pt x="10644" y="10302"/>
                      <a:pt x="10894" y="10204"/>
                      <a:pt x="11144" y="10117"/>
                    </a:cubicBezTo>
                    <a:cubicBezTo>
                      <a:pt x="11383" y="10030"/>
                      <a:pt x="11617" y="9927"/>
                      <a:pt x="11839" y="9813"/>
                    </a:cubicBezTo>
                    <a:cubicBezTo>
                      <a:pt x="11948" y="9753"/>
                      <a:pt x="12046" y="9682"/>
                      <a:pt x="12160" y="9628"/>
                    </a:cubicBezTo>
                    <a:cubicBezTo>
                      <a:pt x="12285" y="9568"/>
                      <a:pt x="12410" y="9514"/>
                      <a:pt x="12535" y="9443"/>
                    </a:cubicBezTo>
                    <a:cubicBezTo>
                      <a:pt x="12807" y="9291"/>
                      <a:pt x="13052" y="9106"/>
                      <a:pt x="13329" y="8965"/>
                    </a:cubicBezTo>
                    <a:cubicBezTo>
                      <a:pt x="13454" y="8899"/>
                      <a:pt x="13568" y="8823"/>
                      <a:pt x="13693" y="8753"/>
                    </a:cubicBezTo>
                    <a:cubicBezTo>
                      <a:pt x="13785" y="8709"/>
                      <a:pt x="13867" y="8649"/>
                      <a:pt x="13932" y="8573"/>
                    </a:cubicBezTo>
                    <a:cubicBezTo>
                      <a:pt x="13997" y="8546"/>
                      <a:pt x="14035" y="8486"/>
                      <a:pt x="14041" y="8416"/>
                    </a:cubicBezTo>
                    <a:cubicBezTo>
                      <a:pt x="14074" y="8204"/>
                      <a:pt x="14112" y="7986"/>
                      <a:pt x="14166" y="7774"/>
                    </a:cubicBezTo>
                    <a:cubicBezTo>
                      <a:pt x="14215" y="7519"/>
                      <a:pt x="14242" y="7263"/>
                      <a:pt x="14291" y="7008"/>
                    </a:cubicBezTo>
                    <a:cubicBezTo>
                      <a:pt x="14334" y="6779"/>
                      <a:pt x="14405" y="6546"/>
                      <a:pt x="14394" y="6317"/>
                    </a:cubicBezTo>
                    <a:cubicBezTo>
                      <a:pt x="14389" y="6214"/>
                      <a:pt x="14389" y="6111"/>
                      <a:pt x="14405" y="6013"/>
                    </a:cubicBezTo>
                    <a:cubicBezTo>
                      <a:pt x="14432" y="5904"/>
                      <a:pt x="14443" y="5801"/>
                      <a:pt x="14443" y="5692"/>
                    </a:cubicBezTo>
                    <a:cubicBezTo>
                      <a:pt x="14438" y="5491"/>
                      <a:pt x="14378" y="5290"/>
                      <a:pt x="14269" y="5122"/>
                    </a:cubicBezTo>
                    <a:cubicBezTo>
                      <a:pt x="14155" y="4969"/>
                      <a:pt x="14003" y="4926"/>
                      <a:pt x="13823" y="4904"/>
                    </a:cubicBezTo>
                    <a:cubicBezTo>
                      <a:pt x="13503" y="4861"/>
                      <a:pt x="13171" y="4670"/>
                      <a:pt x="12845" y="4660"/>
                    </a:cubicBezTo>
                    <a:cubicBezTo>
                      <a:pt x="12861" y="4496"/>
                      <a:pt x="12856" y="4333"/>
                      <a:pt x="12850" y="4170"/>
                    </a:cubicBezTo>
                    <a:cubicBezTo>
                      <a:pt x="12850" y="3888"/>
                      <a:pt x="12872" y="3616"/>
                      <a:pt x="12829" y="3339"/>
                    </a:cubicBezTo>
                    <a:cubicBezTo>
                      <a:pt x="12780" y="3061"/>
                      <a:pt x="12791" y="2790"/>
                      <a:pt x="12715" y="2512"/>
                    </a:cubicBezTo>
                    <a:cubicBezTo>
                      <a:pt x="12677" y="2376"/>
                      <a:pt x="12611" y="2262"/>
                      <a:pt x="12573" y="2132"/>
                    </a:cubicBezTo>
                    <a:cubicBezTo>
                      <a:pt x="12530" y="2001"/>
                      <a:pt x="12535" y="1904"/>
                      <a:pt x="12448" y="1795"/>
                    </a:cubicBezTo>
                    <a:cubicBezTo>
                      <a:pt x="12372" y="1702"/>
                      <a:pt x="12269" y="1643"/>
                      <a:pt x="12209" y="1539"/>
                    </a:cubicBezTo>
                    <a:cubicBezTo>
                      <a:pt x="12144" y="1436"/>
                      <a:pt x="12122" y="1289"/>
                      <a:pt x="12073" y="1170"/>
                    </a:cubicBezTo>
                    <a:cubicBezTo>
                      <a:pt x="11964" y="963"/>
                      <a:pt x="11888" y="740"/>
                      <a:pt x="11845" y="507"/>
                    </a:cubicBezTo>
                    <a:cubicBezTo>
                      <a:pt x="11818" y="349"/>
                      <a:pt x="11769" y="180"/>
                      <a:pt x="11644" y="72"/>
                    </a:cubicBezTo>
                    <a:cubicBezTo>
                      <a:pt x="11583" y="20"/>
                      <a:pt x="11513" y="0"/>
                      <a:pt x="1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0"/>
              <p:cNvSpPr/>
              <p:nvPr/>
            </p:nvSpPr>
            <p:spPr>
              <a:xfrm>
                <a:off x="5595775" y="3763275"/>
                <a:ext cx="4900" cy="17175"/>
              </a:xfrm>
              <a:custGeom>
                <a:rect b="b" l="l" r="r" t="t"/>
                <a:pathLst>
                  <a:path extrusionOk="0" h="687" w="196">
                    <a:moveTo>
                      <a:pt x="90" y="1"/>
                    </a:moveTo>
                    <a:cubicBezTo>
                      <a:pt x="59" y="1"/>
                      <a:pt x="27" y="21"/>
                      <a:pt x="27" y="62"/>
                    </a:cubicBezTo>
                    <a:cubicBezTo>
                      <a:pt x="22" y="187"/>
                      <a:pt x="16" y="312"/>
                      <a:pt x="6" y="437"/>
                    </a:cubicBezTo>
                    <a:cubicBezTo>
                      <a:pt x="0" y="519"/>
                      <a:pt x="27" y="600"/>
                      <a:pt x="87" y="660"/>
                    </a:cubicBezTo>
                    <a:cubicBezTo>
                      <a:pt x="95" y="678"/>
                      <a:pt x="112" y="687"/>
                      <a:pt x="131" y="687"/>
                    </a:cubicBezTo>
                    <a:cubicBezTo>
                      <a:pt x="140" y="687"/>
                      <a:pt x="149" y="685"/>
                      <a:pt x="158" y="682"/>
                    </a:cubicBezTo>
                    <a:lnTo>
                      <a:pt x="174" y="671"/>
                    </a:lnTo>
                    <a:cubicBezTo>
                      <a:pt x="196" y="660"/>
                      <a:pt x="196" y="638"/>
                      <a:pt x="185" y="622"/>
                    </a:cubicBezTo>
                    <a:cubicBezTo>
                      <a:pt x="185" y="551"/>
                      <a:pt x="163" y="491"/>
                      <a:pt x="163" y="421"/>
                    </a:cubicBezTo>
                    <a:cubicBezTo>
                      <a:pt x="169" y="301"/>
                      <a:pt x="158" y="182"/>
                      <a:pt x="152" y="62"/>
                    </a:cubicBezTo>
                    <a:cubicBezTo>
                      <a:pt x="152" y="21"/>
                      <a:pt x="121"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0"/>
              <p:cNvSpPr/>
              <p:nvPr/>
            </p:nvSpPr>
            <p:spPr>
              <a:xfrm>
                <a:off x="5601800" y="3765625"/>
                <a:ext cx="7450" cy="19650"/>
              </a:xfrm>
              <a:custGeom>
                <a:rect b="b" l="l" r="r" t="t"/>
                <a:pathLst>
                  <a:path extrusionOk="0" h="786" w="298">
                    <a:moveTo>
                      <a:pt x="93" y="1"/>
                    </a:moveTo>
                    <a:cubicBezTo>
                      <a:pt x="42" y="1"/>
                      <a:pt x="0" y="70"/>
                      <a:pt x="42" y="120"/>
                    </a:cubicBezTo>
                    <a:cubicBezTo>
                      <a:pt x="96" y="191"/>
                      <a:pt x="47" y="316"/>
                      <a:pt x="42" y="386"/>
                    </a:cubicBezTo>
                    <a:cubicBezTo>
                      <a:pt x="36" y="446"/>
                      <a:pt x="36" y="512"/>
                      <a:pt x="47" y="571"/>
                    </a:cubicBezTo>
                    <a:cubicBezTo>
                      <a:pt x="61" y="655"/>
                      <a:pt x="110" y="785"/>
                      <a:pt x="205" y="785"/>
                    </a:cubicBezTo>
                    <a:cubicBezTo>
                      <a:pt x="222" y="785"/>
                      <a:pt x="240" y="781"/>
                      <a:pt x="259" y="772"/>
                    </a:cubicBezTo>
                    <a:cubicBezTo>
                      <a:pt x="286" y="756"/>
                      <a:pt x="297" y="718"/>
                      <a:pt x="281" y="691"/>
                    </a:cubicBezTo>
                    <a:lnTo>
                      <a:pt x="276" y="685"/>
                    </a:lnTo>
                    <a:cubicBezTo>
                      <a:pt x="227" y="598"/>
                      <a:pt x="205" y="501"/>
                      <a:pt x="210" y="397"/>
                    </a:cubicBezTo>
                    <a:cubicBezTo>
                      <a:pt x="210" y="272"/>
                      <a:pt x="232" y="126"/>
                      <a:pt x="140" y="22"/>
                    </a:cubicBezTo>
                    <a:cubicBezTo>
                      <a:pt x="124" y="7"/>
                      <a:pt x="108"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0"/>
              <p:cNvSpPr/>
              <p:nvPr/>
            </p:nvSpPr>
            <p:spPr>
              <a:xfrm>
                <a:off x="5609350" y="3773075"/>
                <a:ext cx="5050" cy="12475"/>
              </a:xfrm>
              <a:custGeom>
                <a:rect b="b" l="l" r="r" t="t"/>
                <a:pathLst>
                  <a:path extrusionOk="0" h="499" w="202">
                    <a:moveTo>
                      <a:pt x="123" y="0"/>
                    </a:moveTo>
                    <a:cubicBezTo>
                      <a:pt x="84" y="0"/>
                      <a:pt x="44" y="26"/>
                      <a:pt x="44" y="78"/>
                    </a:cubicBezTo>
                    <a:cubicBezTo>
                      <a:pt x="44" y="170"/>
                      <a:pt x="1" y="252"/>
                      <a:pt x="1" y="339"/>
                    </a:cubicBezTo>
                    <a:cubicBezTo>
                      <a:pt x="1" y="398"/>
                      <a:pt x="33" y="499"/>
                      <a:pt x="105" y="499"/>
                    </a:cubicBezTo>
                    <a:cubicBezTo>
                      <a:pt x="111" y="499"/>
                      <a:pt x="118" y="498"/>
                      <a:pt x="126" y="496"/>
                    </a:cubicBezTo>
                    <a:cubicBezTo>
                      <a:pt x="196" y="480"/>
                      <a:pt x="158" y="387"/>
                      <a:pt x="164" y="339"/>
                    </a:cubicBezTo>
                    <a:cubicBezTo>
                      <a:pt x="169" y="252"/>
                      <a:pt x="202" y="170"/>
                      <a:pt x="202" y="78"/>
                    </a:cubicBezTo>
                    <a:cubicBezTo>
                      <a:pt x="202" y="26"/>
                      <a:pt x="162"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0"/>
              <p:cNvSpPr/>
              <p:nvPr/>
            </p:nvSpPr>
            <p:spPr>
              <a:xfrm>
                <a:off x="5618425" y="3775625"/>
                <a:ext cx="7675" cy="13375"/>
              </a:xfrm>
              <a:custGeom>
                <a:rect b="b" l="l" r="r" t="t"/>
                <a:pathLst>
                  <a:path extrusionOk="0" h="535" w="307">
                    <a:moveTo>
                      <a:pt x="101" y="0"/>
                    </a:moveTo>
                    <a:cubicBezTo>
                      <a:pt x="50" y="0"/>
                      <a:pt x="1" y="39"/>
                      <a:pt x="24" y="101"/>
                    </a:cubicBezTo>
                    <a:cubicBezTo>
                      <a:pt x="73" y="247"/>
                      <a:pt x="62" y="454"/>
                      <a:pt x="214" y="530"/>
                    </a:cubicBezTo>
                    <a:cubicBezTo>
                      <a:pt x="221" y="533"/>
                      <a:pt x="228" y="534"/>
                      <a:pt x="236" y="534"/>
                    </a:cubicBezTo>
                    <a:cubicBezTo>
                      <a:pt x="256" y="534"/>
                      <a:pt x="277" y="523"/>
                      <a:pt x="285" y="503"/>
                    </a:cubicBezTo>
                    <a:cubicBezTo>
                      <a:pt x="306" y="438"/>
                      <a:pt x="263" y="367"/>
                      <a:pt x="252" y="307"/>
                    </a:cubicBezTo>
                    <a:cubicBezTo>
                      <a:pt x="241" y="220"/>
                      <a:pt x="214" y="139"/>
                      <a:pt x="187" y="57"/>
                    </a:cubicBezTo>
                    <a:cubicBezTo>
                      <a:pt x="171" y="18"/>
                      <a:pt x="136"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0"/>
              <p:cNvSpPr/>
              <p:nvPr/>
            </p:nvSpPr>
            <p:spPr>
              <a:xfrm>
                <a:off x="5706925" y="3791900"/>
                <a:ext cx="5825" cy="9700"/>
              </a:xfrm>
              <a:custGeom>
                <a:rect b="b" l="l" r="r" t="t"/>
                <a:pathLst>
                  <a:path extrusionOk="0" h="388" w="233">
                    <a:moveTo>
                      <a:pt x="127" y="0"/>
                    </a:moveTo>
                    <a:cubicBezTo>
                      <a:pt x="104" y="0"/>
                      <a:pt x="82" y="11"/>
                      <a:pt x="66" y="37"/>
                    </a:cubicBezTo>
                    <a:cubicBezTo>
                      <a:pt x="6" y="135"/>
                      <a:pt x="1" y="254"/>
                      <a:pt x="50" y="363"/>
                    </a:cubicBezTo>
                    <a:cubicBezTo>
                      <a:pt x="60" y="379"/>
                      <a:pt x="79" y="387"/>
                      <a:pt x="98" y="387"/>
                    </a:cubicBezTo>
                    <a:cubicBezTo>
                      <a:pt x="117" y="387"/>
                      <a:pt x="137" y="379"/>
                      <a:pt x="147" y="363"/>
                    </a:cubicBezTo>
                    <a:cubicBezTo>
                      <a:pt x="191" y="281"/>
                      <a:pt x="153" y="189"/>
                      <a:pt x="202" y="113"/>
                    </a:cubicBezTo>
                    <a:cubicBezTo>
                      <a:pt x="232" y="59"/>
                      <a:pt x="180"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0"/>
              <p:cNvSpPr/>
              <p:nvPr/>
            </p:nvSpPr>
            <p:spPr>
              <a:xfrm>
                <a:off x="5714950" y="3786900"/>
                <a:ext cx="6400" cy="13975"/>
              </a:xfrm>
              <a:custGeom>
                <a:rect b="b" l="l" r="r" t="t"/>
                <a:pathLst>
                  <a:path extrusionOk="0" h="559" w="256">
                    <a:moveTo>
                      <a:pt x="145" y="1"/>
                    </a:moveTo>
                    <a:cubicBezTo>
                      <a:pt x="119" y="1"/>
                      <a:pt x="100" y="29"/>
                      <a:pt x="114" y="57"/>
                    </a:cubicBezTo>
                    <a:cubicBezTo>
                      <a:pt x="142" y="112"/>
                      <a:pt x="76" y="210"/>
                      <a:pt x="55" y="258"/>
                    </a:cubicBezTo>
                    <a:cubicBezTo>
                      <a:pt x="17" y="329"/>
                      <a:pt x="0" y="405"/>
                      <a:pt x="6" y="481"/>
                    </a:cubicBezTo>
                    <a:cubicBezTo>
                      <a:pt x="9" y="528"/>
                      <a:pt x="53" y="559"/>
                      <a:pt x="94" y="559"/>
                    </a:cubicBezTo>
                    <a:cubicBezTo>
                      <a:pt x="124" y="559"/>
                      <a:pt x="151" y="542"/>
                      <a:pt x="158" y="503"/>
                    </a:cubicBezTo>
                    <a:cubicBezTo>
                      <a:pt x="174" y="394"/>
                      <a:pt x="212" y="302"/>
                      <a:pt x="234" y="199"/>
                    </a:cubicBezTo>
                    <a:cubicBezTo>
                      <a:pt x="256" y="128"/>
                      <a:pt x="245" y="25"/>
                      <a:pt x="158" y="3"/>
                    </a:cubicBezTo>
                    <a:cubicBezTo>
                      <a:pt x="154" y="2"/>
                      <a:pt x="149"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0"/>
              <p:cNvSpPr/>
              <p:nvPr/>
            </p:nvSpPr>
            <p:spPr>
              <a:xfrm>
                <a:off x="5725950" y="3790050"/>
                <a:ext cx="3700" cy="6400"/>
              </a:xfrm>
              <a:custGeom>
                <a:rect b="b" l="l" r="r" t="t"/>
                <a:pathLst>
                  <a:path extrusionOk="0" h="256" w="148">
                    <a:moveTo>
                      <a:pt x="82" y="1"/>
                    </a:moveTo>
                    <a:cubicBezTo>
                      <a:pt x="55" y="1"/>
                      <a:pt x="28" y="16"/>
                      <a:pt x="17" y="45"/>
                    </a:cubicBezTo>
                    <a:cubicBezTo>
                      <a:pt x="17" y="100"/>
                      <a:pt x="1" y="154"/>
                      <a:pt x="1" y="209"/>
                    </a:cubicBezTo>
                    <a:cubicBezTo>
                      <a:pt x="1" y="238"/>
                      <a:pt x="26" y="256"/>
                      <a:pt x="51" y="256"/>
                    </a:cubicBezTo>
                    <a:cubicBezTo>
                      <a:pt x="68" y="256"/>
                      <a:pt x="84" y="248"/>
                      <a:pt x="93" y="230"/>
                    </a:cubicBezTo>
                    <a:cubicBezTo>
                      <a:pt x="126" y="176"/>
                      <a:pt x="142" y="111"/>
                      <a:pt x="147" y="45"/>
                    </a:cubicBezTo>
                    <a:cubicBezTo>
                      <a:pt x="137" y="16"/>
                      <a:pt x="109"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0"/>
              <p:cNvSpPr/>
              <p:nvPr/>
            </p:nvSpPr>
            <p:spPr>
              <a:xfrm>
                <a:off x="5631100" y="3709325"/>
                <a:ext cx="9950" cy="15375"/>
              </a:xfrm>
              <a:custGeom>
                <a:rect b="b" l="l" r="r" t="t"/>
                <a:pathLst>
                  <a:path extrusionOk="0" h="615" w="398">
                    <a:moveTo>
                      <a:pt x="318" y="1"/>
                    </a:moveTo>
                    <a:cubicBezTo>
                      <a:pt x="278" y="1"/>
                      <a:pt x="234" y="27"/>
                      <a:pt x="229" y="78"/>
                    </a:cubicBezTo>
                    <a:lnTo>
                      <a:pt x="229" y="84"/>
                    </a:lnTo>
                    <a:cubicBezTo>
                      <a:pt x="229" y="95"/>
                      <a:pt x="153" y="165"/>
                      <a:pt x="142" y="181"/>
                    </a:cubicBezTo>
                    <a:cubicBezTo>
                      <a:pt x="125" y="230"/>
                      <a:pt x="104" y="279"/>
                      <a:pt x="93" y="328"/>
                    </a:cubicBezTo>
                    <a:cubicBezTo>
                      <a:pt x="66" y="399"/>
                      <a:pt x="0" y="480"/>
                      <a:pt x="33" y="557"/>
                    </a:cubicBezTo>
                    <a:cubicBezTo>
                      <a:pt x="47" y="584"/>
                      <a:pt x="75" y="615"/>
                      <a:pt x="110" y="615"/>
                    </a:cubicBezTo>
                    <a:cubicBezTo>
                      <a:pt x="117" y="615"/>
                      <a:pt x="124" y="614"/>
                      <a:pt x="131" y="611"/>
                    </a:cubicBezTo>
                    <a:lnTo>
                      <a:pt x="125" y="611"/>
                    </a:lnTo>
                    <a:cubicBezTo>
                      <a:pt x="164" y="611"/>
                      <a:pt x="191" y="573"/>
                      <a:pt x="180" y="535"/>
                    </a:cubicBezTo>
                    <a:lnTo>
                      <a:pt x="180" y="535"/>
                    </a:lnTo>
                    <a:cubicBezTo>
                      <a:pt x="185" y="547"/>
                      <a:pt x="187" y="551"/>
                      <a:pt x="187" y="551"/>
                    </a:cubicBezTo>
                    <a:cubicBezTo>
                      <a:pt x="189" y="551"/>
                      <a:pt x="183" y="530"/>
                      <a:pt x="191" y="519"/>
                    </a:cubicBezTo>
                    <a:cubicBezTo>
                      <a:pt x="196" y="502"/>
                      <a:pt x="202" y="486"/>
                      <a:pt x="207" y="470"/>
                    </a:cubicBezTo>
                    <a:cubicBezTo>
                      <a:pt x="223" y="437"/>
                      <a:pt x="240" y="404"/>
                      <a:pt x="250" y="372"/>
                    </a:cubicBezTo>
                    <a:cubicBezTo>
                      <a:pt x="267" y="312"/>
                      <a:pt x="289" y="258"/>
                      <a:pt x="327" y="209"/>
                    </a:cubicBezTo>
                    <a:cubicBezTo>
                      <a:pt x="365" y="176"/>
                      <a:pt x="386" y="127"/>
                      <a:pt x="392" y="78"/>
                    </a:cubicBezTo>
                    <a:cubicBezTo>
                      <a:pt x="397" y="27"/>
                      <a:pt x="359" y="1"/>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0"/>
              <p:cNvSpPr/>
              <p:nvPr/>
            </p:nvSpPr>
            <p:spPr>
              <a:xfrm>
                <a:off x="5638425" y="3717250"/>
                <a:ext cx="6150" cy="11450"/>
              </a:xfrm>
              <a:custGeom>
                <a:rect b="b" l="l" r="r" t="t"/>
                <a:pathLst>
                  <a:path extrusionOk="0" h="458" w="246">
                    <a:moveTo>
                      <a:pt x="115" y="0"/>
                    </a:moveTo>
                    <a:cubicBezTo>
                      <a:pt x="55" y="0"/>
                      <a:pt x="23" y="71"/>
                      <a:pt x="66" y="120"/>
                    </a:cubicBezTo>
                    <a:cubicBezTo>
                      <a:pt x="61" y="125"/>
                      <a:pt x="61" y="131"/>
                      <a:pt x="55" y="136"/>
                    </a:cubicBezTo>
                    <a:cubicBezTo>
                      <a:pt x="44" y="163"/>
                      <a:pt x="34" y="191"/>
                      <a:pt x="34" y="218"/>
                    </a:cubicBezTo>
                    <a:cubicBezTo>
                      <a:pt x="23" y="294"/>
                      <a:pt x="1" y="381"/>
                      <a:pt x="50" y="441"/>
                    </a:cubicBezTo>
                    <a:cubicBezTo>
                      <a:pt x="60" y="451"/>
                      <a:pt x="73" y="457"/>
                      <a:pt x="87" y="457"/>
                    </a:cubicBezTo>
                    <a:cubicBezTo>
                      <a:pt x="94" y="457"/>
                      <a:pt x="102" y="455"/>
                      <a:pt x="110" y="452"/>
                    </a:cubicBezTo>
                    <a:cubicBezTo>
                      <a:pt x="164" y="419"/>
                      <a:pt x="169" y="359"/>
                      <a:pt x="180" y="299"/>
                    </a:cubicBezTo>
                    <a:cubicBezTo>
                      <a:pt x="186" y="256"/>
                      <a:pt x="202" y="212"/>
                      <a:pt x="213" y="169"/>
                    </a:cubicBezTo>
                    <a:cubicBezTo>
                      <a:pt x="246" y="82"/>
                      <a:pt x="218" y="6"/>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0"/>
              <p:cNvSpPr/>
              <p:nvPr/>
            </p:nvSpPr>
            <p:spPr>
              <a:xfrm>
                <a:off x="5677575" y="3697950"/>
                <a:ext cx="24650" cy="37400"/>
              </a:xfrm>
              <a:custGeom>
                <a:rect b="b" l="l" r="r" t="t"/>
                <a:pathLst>
                  <a:path extrusionOk="0" h="1496" w="986">
                    <a:moveTo>
                      <a:pt x="668" y="0"/>
                    </a:moveTo>
                    <a:cubicBezTo>
                      <a:pt x="646" y="0"/>
                      <a:pt x="623" y="4"/>
                      <a:pt x="598" y="11"/>
                    </a:cubicBezTo>
                    <a:cubicBezTo>
                      <a:pt x="376" y="82"/>
                      <a:pt x="272" y="419"/>
                      <a:pt x="207" y="609"/>
                    </a:cubicBezTo>
                    <a:cubicBezTo>
                      <a:pt x="120" y="854"/>
                      <a:pt x="0" y="1414"/>
                      <a:pt x="381" y="1490"/>
                    </a:cubicBezTo>
                    <a:cubicBezTo>
                      <a:pt x="400" y="1494"/>
                      <a:pt x="420" y="1496"/>
                      <a:pt x="441" y="1496"/>
                    </a:cubicBezTo>
                    <a:cubicBezTo>
                      <a:pt x="667" y="1496"/>
                      <a:pt x="965" y="1262"/>
                      <a:pt x="876" y="1033"/>
                    </a:cubicBezTo>
                    <a:cubicBezTo>
                      <a:pt x="867" y="1009"/>
                      <a:pt x="847" y="997"/>
                      <a:pt x="827" y="997"/>
                    </a:cubicBezTo>
                    <a:cubicBezTo>
                      <a:pt x="808" y="997"/>
                      <a:pt x="789" y="1009"/>
                      <a:pt x="783" y="1033"/>
                    </a:cubicBezTo>
                    <a:cubicBezTo>
                      <a:pt x="749" y="1160"/>
                      <a:pt x="598" y="1362"/>
                      <a:pt x="450" y="1362"/>
                    </a:cubicBezTo>
                    <a:cubicBezTo>
                      <a:pt x="408" y="1362"/>
                      <a:pt x="366" y="1345"/>
                      <a:pt x="327" y="1305"/>
                    </a:cubicBezTo>
                    <a:cubicBezTo>
                      <a:pt x="153" y="1126"/>
                      <a:pt x="272" y="794"/>
                      <a:pt x="343" y="598"/>
                    </a:cubicBezTo>
                    <a:cubicBezTo>
                      <a:pt x="397" y="463"/>
                      <a:pt x="463" y="289"/>
                      <a:pt x="571" y="185"/>
                    </a:cubicBezTo>
                    <a:cubicBezTo>
                      <a:pt x="609" y="148"/>
                      <a:pt x="644" y="133"/>
                      <a:pt x="674" y="133"/>
                    </a:cubicBezTo>
                    <a:cubicBezTo>
                      <a:pt x="815" y="133"/>
                      <a:pt x="883" y="460"/>
                      <a:pt x="919" y="571"/>
                    </a:cubicBezTo>
                    <a:cubicBezTo>
                      <a:pt x="922" y="574"/>
                      <a:pt x="926" y="575"/>
                      <a:pt x="930" y="575"/>
                    </a:cubicBezTo>
                    <a:cubicBezTo>
                      <a:pt x="934" y="575"/>
                      <a:pt x="938" y="574"/>
                      <a:pt x="941" y="571"/>
                    </a:cubicBezTo>
                    <a:cubicBezTo>
                      <a:pt x="986" y="392"/>
                      <a:pt x="899" y="0"/>
                      <a:pt x="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20"/>
              <p:cNvSpPr/>
              <p:nvPr/>
            </p:nvSpPr>
            <p:spPr>
              <a:xfrm>
                <a:off x="5732750" y="3619375"/>
                <a:ext cx="17275" cy="27000"/>
              </a:xfrm>
              <a:custGeom>
                <a:rect b="b" l="l" r="r" t="t"/>
                <a:pathLst>
                  <a:path extrusionOk="0" h="1080" w="691">
                    <a:moveTo>
                      <a:pt x="119" y="0"/>
                    </a:moveTo>
                    <a:cubicBezTo>
                      <a:pt x="97" y="0"/>
                      <a:pt x="74" y="15"/>
                      <a:pt x="71" y="45"/>
                    </a:cubicBezTo>
                    <a:cubicBezTo>
                      <a:pt x="49" y="235"/>
                      <a:pt x="0" y="453"/>
                      <a:pt x="28" y="643"/>
                    </a:cubicBezTo>
                    <a:cubicBezTo>
                      <a:pt x="55" y="812"/>
                      <a:pt x="142" y="915"/>
                      <a:pt x="240" y="1045"/>
                    </a:cubicBezTo>
                    <a:cubicBezTo>
                      <a:pt x="253" y="1068"/>
                      <a:pt x="274" y="1079"/>
                      <a:pt x="297" y="1079"/>
                    </a:cubicBezTo>
                    <a:cubicBezTo>
                      <a:pt x="301" y="1079"/>
                      <a:pt x="306" y="1079"/>
                      <a:pt x="310" y="1078"/>
                    </a:cubicBezTo>
                    <a:cubicBezTo>
                      <a:pt x="587" y="958"/>
                      <a:pt x="691" y="735"/>
                      <a:pt x="631" y="436"/>
                    </a:cubicBezTo>
                    <a:lnTo>
                      <a:pt x="636" y="436"/>
                    </a:lnTo>
                    <a:cubicBezTo>
                      <a:pt x="628" y="417"/>
                      <a:pt x="609" y="408"/>
                      <a:pt x="591" y="408"/>
                    </a:cubicBezTo>
                    <a:cubicBezTo>
                      <a:pt x="573" y="408"/>
                      <a:pt x="555" y="417"/>
                      <a:pt x="549" y="436"/>
                    </a:cubicBezTo>
                    <a:cubicBezTo>
                      <a:pt x="533" y="551"/>
                      <a:pt x="544" y="665"/>
                      <a:pt x="495" y="768"/>
                    </a:cubicBezTo>
                    <a:cubicBezTo>
                      <a:pt x="457" y="844"/>
                      <a:pt x="392" y="904"/>
                      <a:pt x="310" y="942"/>
                    </a:cubicBezTo>
                    <a:cubicBezTo>
                      <a:pt x="223" y="822"/>
                      <a:pt x="142" y="725"/>
                      <a:pt x="131" y="562"/>
                    </a:cubicBezTo>
                    <a:cubicBezTo>
                      <a:pt x="115" y="388"/>
                      <a:pt x="147" y="214"/>
                      <a:pt x="163" y="45"/>
                    </a:cubicBezTo>
                    <a:cubicBezTo>
                      <a:pt x="163" y="15"/>
                      <a:pt x="142" y="0"/>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20"/>
              <p:cNvSpPr/>
              <p:nvPr/>
            </p:nvSpPr>
            <p:spPr>
              <a:xfrm>
                <a:off x="5751775" y="3666775"/>
                <a:ext cx="20300" cy="31775"/>
              </a:xfrm>
              <a:custGeom>
                <a:rect b="b" l="l" r="r" t="t"/>
                <a:pathLst>
                  <a:path extrusionOk="0" h="1271" w="812">
                    <a:moveTo>
                      <a:pt x="746" y="1"/>
                    </a:moveTo>
                    <a:cubicBezTo>
                      <a:pt x="732" y="1"/>
                      <a:pt x="717" y="8"/>
                      <a:pt x="707" y="24"/>
                    </a:cubicBezTo>
                    <a:cubicBezTo>
                      <a:pt x="571" y="253"/>
                      <a:pt x="430" y="486"/>
                      <a:pt x="272" y="704"/>
                    </a:cubicBezTo>
                    <a:cubicBezTo>
                      <a:pt x="196" y="813"/>
                      <a:pt x="0" y="1030"/>
                      <a:pt x="77" y="1177"/>
                    </a:cubicBezTo>
                    <a:cubicBezTo>
                      <a:pt x="108" y="1244"/>
                      <a:pt x="153" y="1271"/>
                      <a:pt x="205" y="1271"/>
                    </a:cubicBezTo>
                    <a:cubicBezTo>
                      <a:pt x="401" y="1271"/>
                      <a:pt x="696" y="880"/>
                      <a:pt x="756" y="785"/>
                    </a:cubicBezTo>
                    <a:cubicBezTo>
                      <a:pt x="774" y="750"/>
                      <a:pt x="748" y="714"/>
                      <a:pt x="714" y="714"/>
                    </a:cubicBezTo>
                    <a:cubicBezTo>
                      <a:pt x="707" y="714"/>
                      <a:pt x="699" y="716"/>
                      <a:pt x="691" y="720"/>
                    </a:cubicBezTo>
                    <a:cubicBezTo>
                      <a:pt x="582" y="780"/>
                      <a:pt x="528" y="894"/>
                      <a:pt x="441" y="976"/>
                    </a:cubicBezTo>
                    <a:cubicBezTo>
                      <a:pt x="410" y="1006"/>
                      <a:pt x="296" y="1125"/>
                      <a:pt x="245" y="1125"/>
                    </a:cubicBezTo>
                    <a:cubicBezTo>
                      <a:pt x="241" y="1125"/>
                      <a:pt x="237" y="1124"/>
                      <a:pt x="234" y="1122"/>
                    </a:cubicBezTo>
                    <a:cubicBezTo>
                      <a:pt x="136" y="1084"/>
                      <a:pt x="250" y="938"/>
                      <a:pt x="278" y="883"/>
                    </a:cubicBezTo>
                    <a:cubicBezTo>
                      <a:pt x="441" y="612"/>
                      <a:pt x="631" y="345"/>
                      <a:pt x="789" y="68"/>
                    </a:cubicBezTo>
                    <a:lnTo>
                      <a:pt x="789" y="73"/>
                    </a:lnTo>
                    <a:cubicBezTo>
                      <a:pt x="811" y="36"/>
                      <a:pt x="779"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0"/>
              <p:cNvSpPr/>
              <p:nvPr/>
            </p:nvSpPr>
            <p:spPr>
              <a:xfrm>
                <a:off x="5557850" y="3627850"/>
                <a:ext cx="13050" cy="17850"/>
              </a:xfrm>
              <a:custGeom>
                <a:rect b="b" l="l" r="r" t="t"/>
                <a:pathLst>
                  <a:path extrusionOk="0" h="714" w="522">
                    <a:moveTo>
                      <a:pt x="416" y="1"/>
                    </a:moveTo>
                    <a:cubicBezTo>
                      <a:pt x="399" y="1"/>
                      <a:pt x="380" y="8"/>
                      <a:pt x="365" y="27"/>
                    </a:cubicBezTo>
                    <a:cubicBezTo>
                      <a:pt x="267" y="125"/>
                      <a:pt x="245" y="271"/>
                      <a:pt x="158" y="380"/>
                    </a:cubicBezTo>
                    <a:cubicBezTo>
                      <a:pt x="93" y="467"/>
                      <a:pt x="1" y="538"/>
                      <a:pt x="44" y="663"/>
                    </a:cubicBezTo>
                    <a:cubicBezTo>
                      <a:pt x="56" y="694"/>
                      <a:pt x="88" y="714"/>
                      <a:pt x="119" y="714"/>
                    </a:cubicBezTo>
                    <a:cubicBezTo>
                      <a:pt x="147" y="714"/>
                      <a:pt x="172" y="699"/>
                      <a:pt x="180" y="663"/>
                    </a:cubicBezTo>
                    <a:cubicBezTo>
                      <a:pt x="202" y="565"/>
                      <a:pt x="272" y="516"/>
                      <a:pt x="316" y="435"/>
                    </a:cubicBezTo>
                    <a:cubicBezTo>
                      <a:pt x="376" y="337"/>
                      <a:pt x="392" y="217"/>
                      <a:pt x="468" y="130"/>
                    </a:cubicBezTo>
                    <a:cubicBezTo>
                      <a:pt x="522" y="76"/>
                      <a:pt x="472"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0"/>
              <p:cNvSpPr/>
              <p:nvPr/>
            </p:nvSpPr>
            <p:spPr>
              <a:xfrm>
                <a:off x="5563025" y="3635300"/>
                <a:ext cx="10075" cy="16700"/>
              </a:xfrm>
              <a:custGeom>
                <a:rect b="b" l="l" r="r" t="t"/>
                <a:pathLst>
                  <a:path extrusionOk="0" h="668" w="403">
                    <a:moveTo>
                      <a:pt x="350" y="1"/>
                    </a:moveTo>
                    <a:cubicBezTo>
                      <a:pt x="324" y="1"/>
                      <a:pt x="296" y="17"/>
                      <a:pt x="294" y="50"/>
                    </a:cubicBezTo>
                    <a:cubicBezTo>
                      <a:pt x="277" y="158"/>
                      <a:pt x="196" y="267"/>
                      <a:pt x="125" y="348"/>
                    </a:cubicBezTo>
                    <a:cubicBezTo>
                      <a:pt x="60" y="435"/>
                      <a:pt x="0" y="490"/>
                      <a:pt x="6" y="593"/>
                    </a:cubicBezTo>
                    <a:cubicBezTo>
                      <a:pt x="6" y="638"/>
                      <a:pt x="41" y="667"/>
                      <a:pt x="80" y="667"/>
                    </a:cubicBezTo>
                    <a:cubicBezTo>
                      <a:pt x="97" y="667"/>
                      <a:pt x="115" y="661"/>
                      <a:pt x="131" y="647"/>
                    </a:cubicBezTo>
                    <a:cubicBezTo>
                      <a:pt x="152" y="620"/>
                      <a:pt x="163" y="599"/>
                      <a:pt x="174" y="571"/>
                    </a:cubicBezTo>
                    <a:cubicBezTo>
                      <a:pt x="174" y="560"/>
                      <a:pt x="174" y="550"/>
                      <a:pt x="169" y="544"/>
                    </a:cubicBezTo>
                    <a:cubicBezTo>
                      <a:pt x="201" y="468"/>
                      <a:pt x="277" y="397"/>
                      <a:pt x="310" y="327"/>
                    </a:cubicBezTo>
                    <a:cubicBezTo>
                      <a:pt x="353" y="240"/>
                      <a:pt x="386" y="147"/>
                      <a:pt x="402" y="50"/>
                    </a:cubicBezTo>
                    <a:cubicBezTo>
                      <a:pt x="402" y="17"/>
                      <a:pt x="377" y="1"/>
                      <a:pt x="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0"/>
              <p:cNvSpPr/>
              <p:nvPr/>
            </p:nvSpPr>
            <p:spPr>
              <a:xfrm>
                <a:off x="5566175" y="3646300"/>
                <a:ext cx="7875" cy="14375"/>
              </a:xfrm>
              <a:custGeom>
                <a:rect b="b" l="l" r="r" t="t"/>
                <a:pathLst>
                  <a:path extrusionOk="0" h="575" w="315">
                    <a:moveTo>
                      <a:pt x="249" y="0"/>
                    </a:moveTo>
                    <a:cubicBezTo>
                      <a:pt x="222" y="0"/>
                      <a:pt x="198" y="18"/>
                      <a:pt x="200" y="55"/>
                    </a:cubicBezTo>
                    <a:cubicBezTo>
                      <a:pt x="206" y="224"/>
                      <a:pt x="15" y="354"/>
                      <a:pt x="5" y="528"/>
                    </a:cubicBezTo>
                    <a:cubicBezTo>
                      <a:pt x="1" y="557"/>
                      <a:pt x="24" y="574"/>
                      <a:pt x="49" y="574"/>
                    </a:cubicBezTo>
                    <a:cubicBezTo>
                      <a:pt x="62" y="574"/>
                      <a:pt x="75" y="570"/>
                      <a:pt x="86" y="561"/>
                    </a:cubicBezTo>
                    <a:cubicBezTo>
                      <a:pt x="162" y="496"/>
                      <a:pt x="195" y="398"/>
                      <a:pt x="238" y="311"/>
                    </a:cubicBezTo>
                    <a:cubicBezTo>
                      <a:pt x="287" y="235"/>
                      <a:pt x="314" y="142"/>
                      <a:pt x="309" y="55"/>
                    </a:cubicBezTo>
                    <a:cubicBezTo>
                      <a:pt x="306" y="19"/>
                      <a:pt x="277"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0"/>
              <p:cNvSpPr/>
              <p:nvPr/>
            </p:nvSpPr>
            <p:spPr>
              <a:xfrm>
                <a:off x="5568850" y="3659075"/>
                <a:ext cx="5325" cy="10100"/>
              </a:xfrm>
              <a:custGeom>
                <a:rect b="b" l="l" r="r" t="t"/>
                <a:pathLst>
                  <a:path extrusionOk="0" h="404" w="213">
                    <a:moveTo>
                      <a:pt x="143" y="0"/>
                    </a:moveTo>
                    <a:cubicBezTo>
                      <a:pt x="121" y="0"/>
                      <a:pt x="99" y="12"/>
                      <a:pt x="93" y="39"/>
                    </a:cubicBezTo>
                    <a:cubicBezTo>
                      <a:pt x="88" y="93"/>
                      <a:pt x="72" y="148"/>
                      <a:pt x="55" y="202"/>
                    </a:cubicBezTo>
                    <a:cubicBezTo>
                      <a:pt x="28" y="251"/>
                      <a:pt x="12" y="305"/>
                      <a:pt x="1" y="360"/>
                    </a:cubicBezTo>
                    <a:cubicBezTo>
                      <a:pt x="1" y="381"/>
                      <a:pt x="17" y="403"/>
                      <a:pt x="44" y="403"/>
                    </a:cubicBezTo>
                    <a:cubicBezTo>
                      <a:pt x="126" y="403"/>
                      <a:pt x="153" y="316"/>
                      <a:pt x="175" y="251"/>
                    </a:cubicBezTo>
                    <a:cubicBezTo>
                      <a:pt x="202" y="186"/>
                      <a:pt x="213" y="110"/>
                      <a:pt x="197" y="39"/>
                    </a:cubicBezTo>
                    <a:cubicBezTo>
                      <a:pt x="191" y="14"/>
                      <a:pt x="167"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0"/>
              <p:cNvSpPr/>
              <p:nvPr/>
            </p:nvSpPr>
            <p:spPr>
              <a:xfrm>
                <a:off x="5536825" y="3674200"/>
                <a:ext cx="4950" cy="8175"/>
              </a:xfrm>
              <a:custGeom>
                <a:rect b="b" l="l" r="r" t="t"/>
                <a:pathLst>
                  <a:path extrusionOk="0" h="327" w="198">
                    <a:moveTo>
                      <a:pt x="127" y="1"/>
                    </a:moveTo>
                    <a:cubicBezTo>
                      <a:pt x="106" y="1"/>
                      <a:pt x="87" y="13"/>
                      <a:pt x="81" y="43"/>
                    </a:cubicBezTo>
                    <a:cubicBezTo>
                      <a:pt x="70" y="97"/>
                      <a:pt x="26" y="146"/>
                      <a:pt x="15" y="200"/>
                    </a:cubicBezTo>
                    <a:cubicBezTo>
                      <a:pt x="0" y="256"/>
                      <a:pt x="28" y="326"/>
                      <a:pt x="93" y="326"/>
                    </a:cubicBezTo>
                    <a:cubicBezTo>
                      <a:pt x="98" y="326"/>
                      <a:pt x="103" y="326"/>
                      <a:pt x="108" y="325"/>
                    </a:cubicBezTo>
                    <a:cubicBezTo>
                      <a:pt x="124" y="325"/>
                      <a:pt x="135" y="304"/>
                      <a:pt x="129" y="287"/>
                    </a:cubicBezTo>
                    <a:lnTo>
                      <a:pt x="129" y="282"/>
                    </a:lnTo>
                    <a:cubicBezTo>
                      <a:pt x="146" y="249"/>
                      <a:pt x="146" y="211"/>
                      <a:pt x="157" y="179"/>
                    </a:cubicBezTo>
                    <a:cubicBezTo>
                      <a:pt x="173" y="146"/>
                      <a:pt x="184" y="108"/>
                      <a:pt x="195" y="75"/>
                    </a:cubicBezTo>
                    <a:cubicBezTo>
                      <a:pt x="198" y="32"/>
                      <a:pt x="160" y="1"/>
                      <a:pt x="1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0"/>
              <p:cNvSpPr/>
              <p:nvPr/>
            </p:nvSpPr>
            <p:spPr>
              <a:xfrm>
                <a:off x="5539775" y="3680125"/>
                <a:ext cx="5600" cy="11250"/>
              </a:xfrm>
              <a:custGeom>
                <a:rect b="b" l="l" r="r" t="t"/>
                <a:pathLst>
                  <a:path extrusionOk="0" h="450" w="224">
                    <a:moveTo>
                      <a:pt x="155" y="0"/>
                    </a:moveTo>
                    <a:cubicBezTo>
                      <a:pt x="127" y="0"/>
                      <a:pt x="98" y="20"/>
                      <a:pt x="98" y="61"/>
                    </a:cubicBezTo>
                    <a:cubicBezTo>
                      <a:pt x="93" y="121"/>
                      <a:pt x="82" y="181"/>
                      <a:pt x="60" y="241"/>
                    </a:cubicBezTo>
                    <a:cubicBezTo>
                      <a:pt x="33" y="290"/>
                      <a:pt x="11" y="344"/>
                      <a:pt x="1" y="398"/>
                    </a:cubicBezTo>
                    <a:cubicBezTo>
                      <a:pt x="1" y="430"/>
                      <a:pt x="23" y="450"/>
                      <a:pt x="52" y="450"/>
                    </a:cubicBezTo>
                    <a:cubicBezTo>
                      <a:pt x="58" y="450"/>
                      <a:pt x="65" y="449"/>
                      <a:pt x="71" y="447"/>
                    </a:cubicBezTo>
                    <a:cubicBezTo>
                      <a:pt x="213" y="425"/>
                      <a:pt x="223" y="170"/>
                      <a:pt x="218" y="61"/>
                    </a:cubicBezTo>
                    <a:lnTo>
                      <a:pt x="213" y="61"/>
                    </a:lnTo>
                    <a:cubicBezTo>
                      <a:pt x="213" y="20"/>
                      <a:pt x="184"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0"/>
              <p:cNvSpPr/>
              <p:nvPr/>
            </p:nvSpPr>
            <p:spPr>
              <a:xfrm>
                <a:off x="5585700" y="3707500"/>
                <a:ext cx="23550" cy="8800"/>
              </a:xfrm>
              <a:custGeom>
                <a:rect b="b" l="l" r="r" t="t"/>
                <a:pathLst>
                  <a:path extrusionOk="0" h="352" w="942">
                    <a:moveTo>
                      <a:pt x="858" y="1"/>
                    </a:moveTo>
                    <a:cubicBezTo>
                      <a:pt x="851" y="1"/>
                      <a:pt x="844" y="2"/>
                      <a:pt x="838" y="4"/>
                    </a:cubicBezTo>
                    <a:cubicBezTo>
                      <a:pt x="718" y="53"/>
                      <a:pt x="588" y="75"/>
                      <a:pt x="468" y="119"/>
                    </a:cubicBezTo>
                    <a:cubicBezTo>
                      <a:pt x="419" y="137"/>
                      <a:pt x="254" y="218"/>
                      <a:pt x="162" y="218"/>
                    </a:cubicBezTo>
                    <a:cubicBezTo>
                      <a:pt x="143" y="218"/>
                      <a:pt x="126" y="214"/>
                      <a:pt x="115" y="206"/>
                    </a:cubicBezTo>
                    <a:cubicBezTo>
                      <a:pt x="103" y="196"/>
                      <a:pt x="90" y="192"/>
                      <a:pt x="79" y="192"/>
                    </a:cubicBezTo>
                    <a:cubicBezTo>
                      <a:pt x="31" y="192"/>
                      <a:pt x="0" y="263"/>
                      <a:pt x="44" y="298"/>
                    </a:cubicBezTo>
                    <a:cubicBezTo>
                      <a:pt x="88" y="337"/>
                      <a:pt x="142" y="351"/>
                      <a:pt x="200" y="351"/>
                    </a:cubicBezTo>
                    <a:cubicBezTo>
                      <a:pt x="286" y="351"/>
                      <a:pt x="380" y="321"/>
                      <a:pt x="457" y="298"/>
                    </a:cubicBezTo>
                    <a:cubicBezTo>
                      <a:pt x="599" y="254"/>
                      <a:pt x="822" y="206"/>
                      <a:pt x="914" y="81"/>
                    </a:cubicBezTo>
                    <a:cubicBezTo>
                      <a:pt x="942" y="39"/>
                      <a:pt x="898" y="1"/>
                      <a:pt x="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120"/>
            <p:cNvGrpSpPr/>
            <p:nvPr/>
          </p:nvGrpSpPr>
          <p:grpSpPr>
            <a:xfrm>
              <a:off x="5468315" y="2873235"/>
              <a:ext cx="274323" cy="247778"/>
              <a:chOff x="3128325" y="3915250"/>
              <a:chExt cx="280925" cy="252500"/>
            </a:xfrm>
          </p:grpSpPr>
          <p:sp>
            <p:nvSpPr>
              <p:cNvPr id="5371" name="Google Shape;5371;p120"/>
              <p:cNvSpPr/>
              <p:nvPr/>
            </p:nvSpPr>
            <p:spPr>
              <a:xfrm>
                <a:off x="3128325" y="3915250"/>
                <a:ext cx="280925" cy="252500"/>
              </a:xfrm>
              <a:custGeom>
                <a:rect b="b" l="l" r="r" t="t"/>
                <a:pathLst>
                  <a:path extrusionOk="0" h="10100" w="11237">
                    <a:moveTo>
                      <a:pt x="6910" y="372"/>
                    </a:moveTo>
                    <a:cubicBezTo>
                      <a:pt x="6970" y="372"/>
                      <a:pt x="7029" y="376"/>
                      <a:pt x="7089" y="386"/>
                    </a:cubicBezTo>
                    <a:cubicBezTo>
                      <a:pt x="7148" y="392"/>
                      <a:pt x="7208" y="419"/>
                      <a:pt x="7268" y="430"/>
                    </a:cubicBezTo>
                    <a:cubicBezTo>
                      <a:pt x="7344" y="441"/>
                      <a:pt x="7415" y="441"/>
                      <a:pt x="7491" y="441"/>
                    </a:cubicBezTo>
                    <a:cubicBezTo>
                      <a:pt x="7643" y="452"/>
                      <a:pt x="7790" y="490"/>
                      <a:pt x="7926" y="549"/>
                    </a:cubicBezTo>
                    <a:cubicBezTo>
                      <a:pt x="8143" y="631"/>
                      <a:pt x="8350" y="723"/>
                      <a:pt x="8556" y="832"/>
                    </a:cubicBezTo>
                    <a:cubicBezTo>
                      <a:pt x="8317" y="979"/>
                      <a:pt x="8078" y="1120"/>
                      <a:pt x="7839" y="1267"/>
                    </a:cubicBezTo>
                    <a:cubicBezTo>
                      <a:pt x="7616" y="1403"/>
                      <a:pt x="7442" y="1582"/>
                      <a:pt x="7230" y="1740"/>
                    </a:cubicBezTo>
                    <a:cubicBezTo>
                      <a:pt x="7018" y="1897"/>
                      <a:pt x="6806" y="2055"/>
                      <a:pt x="6610" y="2229"/>
                    </a:cubicBezTo>
                    <a:cubicBezTo>
                      <a:pt x="6458" y="2365"/>
                      <a:pt x="6311" y="2523"/>
                      <a:pt x="6143" y="2626"/>
                    </a:cubicBezTo>
                    <a:cubicBezTo>
                      <a:pt x="6000" y="2601"/>
                      <a:pt x="5857" y="2588"/>
                      <a:pt x="5714" y="2588"/>
                    </a:cubicBezTo>
                    <a:cubicBezTo>
                      <a:pt x="5640" y="2588"/>
                      <a:pt x="5565" y="2591"/>
                      <a:pt x="5491" y="2599"/>
                    </a:cubicBezTo>
                    <a:cubicBezTo>
                      <a:pt x="5045" y="2642"/>
                      <a:pt x="4610" y="2789"/>
                      <a:pt x="4191" y="2947"/>
                    </a:cubicBezTo>
                    <a:cubicBezTo>
                      <a:pt x="3979" y="3028"/>
                      <a:pt x="3767" y="3115"/>
                      <a:pt x="3550" y="3197"/>
                    </a:cubicBezTo>
                    <a:cubicBezTo>
                      <a:pt x="3349" y="3284"/>
                      <a:pt x="3159" y="3398"/>
                      <a:pt x="2990" y="3539"/>
                    </a:cubicBezTo>
                    <a:lnTo>
                      <a:pt x="2941" y="3577"/>
                    </a:lnTo>
                    <a:cubicBezTo>
                      <a:pt x="2941" y="3572"/>
                      <a:pt x="2936" y="3566"/>
                      <a:pt x="2936" y="3561"/>
                    </a:cubicBezTo>
                    <a:lnTo>
                      <a:pt x="2936" y="3555"/>
                    </a:lnTo>
                    <a:lnTo>
                      <a:pt x="2930" y="3550"/>
                    </a:lnTo>
                    <a:cubicBezTo>
                      <a:pt x="2919" y="3523"/>
                      <a:pt x="2898" y="3496"/>
                      <a:pt x="2865" y="3490"/>
                    </a:cubicBezTo>
                    <a:cubicBezTo>
                      <a:pt x="2539" y="3414"/>
                      <a:pt x="2240" y="3267"/>
                      <a:pt x="1919" y="3180"/>
                    </a:cubicBezTo>
                    <a:cubicBezTo>
                      <a:pt x="1762" y="3137"/>
                      <a:pt x="1609" y="3093"/>
                      <a:pt x="1452" y="3044"/>
                    </a:cubicBezTo>
                    <a:cubicBezTo>
                      <a:pt x="1397" y="3023"/>
                      <a:pt x="1338" y="3001"/>
                      <a:pt x="1278" y="2985"/>
                    </a:cubicBezTo>
                    <a:cubicBezTo>
                      <a:pt x="1435" y="2767"/>
                      <a:pt x="1615" y="2566"/>
                      <a:pt x="1805" y="2376"/>
                    </a:cubicBezTo>
                    <a:cubicBezTo>
                      <a:pt x="1990" y="2186"/>
                      <a:pt x="2148" y="1963"/>
                      <a:pt x="2370" y="1805"/>
                    </a:cubicBezTo>
                    <a:cubicBezTo>
                      <a:pt x="2599" y="1642"/>
                      <a:pt x="2832" y="1490"/>
                      <a:pt x="3077" y="1343"/>
                    </a:cubicBezTo>
                    <a:cubicBezTo>
                      <a:pt x="3338" y="1185"/>
                      <a:pt x="3610" y="1039"/>
                      <a:pt x="3882" y="903"/>
                    </a:cubicBezTo>
                    <a:cubicBezTo>
                      <a:pt x="3996" y="843"/>
                      <a:pt x="4121" y="827"/>
                      <a:pt x="4240" y="772"/>
                    </a:cubicBezTo>
                    <a:cubicBezTo>
                      <a:pt x="4365" y="718"/>
                      <a:pt x="4501" y="680"/>
                      <a:pt x="4643" y="658"/>
                    </a:cubicBezTo>
                    <a:cubicBezTo>
                      <a:pt x="4757" y="636"/>
                      <a:pt x="4849" y="577"/>
                      <a:pt x="4963" y="544"/>
                    </a:cubicBezTo>
                    <a:cubicBezTo>
                      <a:pt x="5105" y="506"/>
                      <a:pt x="5251" y="533"/>
                      <a:pt x="5393" y="500"/>
                    </a:cubicBezTo>
                    <a:cubicBezTo>
                      <a:pt x="5643" y="447"/>
                      <a:pt x="5902" y="424"/>
                      <a:pt x="6161" y="424"/>
                    </a:cubicBezTo>
                    <a:cubicBezTo>
                      <a:pt x="6190" y="424"/>
                      <a:pt x="6218" y="424"/>
                      <a:pt x="6246" y="424"/>
                    </a:cubicBezTo>
                    <a:cubicBezTo>
                      <a:pt x="6254" y="424"/>
                      <a:pt x="6262" y="425"/>
                      <a:pt x="6270" y="425"/>
                    </a:cubicBezTo>
                    <a:cubicBezTo>
                      <a:pt x="6481" y="425"/>
                      <a:pt x="6695" y="372"/>
                      <a:pt x="6910" y="372"/>
                    </a:cubicBezTo>
                    <a:close/>
                    <a:moveTo>
                      <a:pt x="6110" y="2838"/>
                    </a:moveTo>
                    <a:cubicBezTo>
                      <a:pt x="6262" y="2865"/>
                      <a:pt x="6415" y="2919"/>
                      <a:pt x="6556" y="3001"/>
                    </a:cubicBezTo>
                    <a:cubicBezTo>
                      <a:pt x="6714" y="3104"/>
                      <a:pt x="6866" y="3213"/>
                      <a:pt x="7007" y="3338"/>
                    </a:cubicBezTo>
                    <a:cubicBezTo>
                      <a:pt x="7159" y="3458"/>
                      <a:pt x="7219" y="3648"/>
                      <a:pt x="7252" y="3838"/>
                    </a:cubicBezTo>
                    <a:cubicBezTo>
                      <a:pt x="7284" y="4012"/>
                      <a:pt x="7203" y="4153"/>
                      <a:pt x="7197" y="4316"/>
                    </a:cubicBezTo>
                    <a:cubicBezTo>
                      <a:pt x="7197" y="4420"/>
                      <a:pt x="7263" y="4528"/>
                      <a:pt x="7235" y="4626"/>
                    </a:cubicBezTo>
                    <a:cubicBezTo>
                      <a:pt x="7208" y="4729"/>
                      <a:pt x="7116" y="4811"/>
                      <a:pt x="7051" y="4882"/>
                    </a:cubicBezTo>
                    <a:cubicBezTo>
                      <a:pt x="6926" y="5023"/>
                      <a:pt x="6822" y="5164"/>
                      <a:pt x="6665" y="5268"/>
                    </a:cubicBezTo>
                    <a:cubicBezTo>
                      <a:pt x="6605" y="5311"/>
                      <a:pt x="6540" y="5355"/>
                      <a:pt x="6480" y="5393"/>
                    </a:cubicBezTo>
                    <a:cubicBezTo>
                      <a:pt x="6453" y="5289"/>
                      <a:pt x="6387" y="5273"/>
                      <a:pt x="6284" y="5235"/>
                    </a:cubicBezTo>
                    <a:cubicBezTo>
                      <a:pt x="6230" y="5208"/>
                      <a:pt x="6181" y="5181"/>
                      <a:pt x="6132" y="5153"/>
                    </a:cubicBezTo>
                    <a:lnTo>
                      <a:pt x="6132" y="5148"/>
                    </a:lnTo>
                    <a:cubicBezTo>
                      <a:pt x="6137" y="5126"/>
                      <a:pt x="6143" y="5099"/>
                      <a:pt x="6148" y="5072"/>
                    </a:cubicBezTo>
                    <a:cubicBezTo>
                      <a:pt x="6175" y="4996"/>
                      <a:pt x="6192" y="4909"/>
                      <a:pt x="6197" y="4827"/>
                    </a:cubicBezTo>
                    <a:cubicBezTo>
                      <a:pt x="6208" y="4594"/>
                      <a:pt x="6186" y="4354"/>
                      <a:pt x="6148" y="4121"/>
                    </a:cubicBezTo>
                    <a:cubicBezTo>
                      <a:pt x="6132" y="4012"/>
                      <a:pt x="6105" y="3903"/>
                      <a:pt x="6099" y="3789"/>
                    </a:cubicBezTo>
                    <a:cubicBezTo>
                      <a:pt x="6094" y="3675"/>
                      <a:pt x="6105" y="3544"/>
                      <a:pt x="6088" y="3419"/>
                    </a:cubicBezTo>
                    <a:cubicBezTo>
                      <a:pt x="6067" y="3235"/>
                      <a:pt x="6045" y="3055"/>
                      <a:pt x="6012" y="2870"/>
                    </a:cubicBezTo>
                    <a:cubicBezTo>
                      <a:pt x="6045" y="2860"/>
                      <a:pt x="6078" y="2849"/>
                      <a:pt x="6110" y="2838"/>
                    </a:cubicBezTo>
                    <a:close/>
                    <a:moveTo>
                      <a:pt x="1185" y="3131"/>
                    </a:moveTo>
                    <a:cubicBezTo>
                      <a:pt x="1234" y="3164"/>
                      <a:pt x="1294" y="3186"/>
                      <a:pt x="1332" y="3207"/>
                    </a:cubicBezTo>
                    <a:cubicBezTo>
                      <a:pt x="1512" y="3284"/>
                      <a:pt x="1696" y="3349"/>
                      <a:pt x="1892" y="3398"/>
                    </a:cubicBezTo>
                    <a:cubicBezTo>
                      <a:pt x="2077" y="3458"/>
                      <a:pt x="2262" y="3534"/>
                      <a:pt x="2446" y="3593"/>
                    </a:cubicBezTo>
                    <a:cubicBezTo>
                      <a:pt x="2533" y="3621"/>
                      <a:pt x="2680" y="3691"/>
                      <a:pt x="2794" y="3697"/>
                    </a:cubicBezTo>
                    <a:cubicBezTo>
                      <a:pt x="2675" y="3789"/>
                      <a:pt x="2566" y="3887"/>
                      <a:pt x="2457" y="3990"/>
                    </a:cubicBezTo>
                    <a:cubicBezTo>
                      <a:pt x="2294" y="4153"/>
                      <a:pt x="2196" y="4333"/>
                      <a:pt x="2066" y="4517"/>
                    </a:cubicBezTo>
                    <a:cubicBezTo>
                      <a:pt x="1941" y="4702"/>
                      <a:pt x="1789" y="4849"/>
                      <a:pt x="1669" y="5034"/>
                    </a:cubicBezTo>
                    <a:cubicBezTo>
                      <a:pt x="1571" y="5170"/>
                      <a:pt x="1484" y="5317"/>
                      <a:pt x="1414" y="5469"/>
                    </a:cubicBezTo>
                    <a:cubicBezTo>
                      <a:pt x="1403" y="5474"/>
                      <a:pt x="1392" y="5485"/>
                      <a:pt x="1386" y="5496"/>
                    </a:cubicBezTo>
                    <a:cubicBezTo>
                      <a:pt x="1294" y="5452"/>
                      <a:pt x="1202" y="5414"/>
                      <a:pt x="1104" y="5382"/>
                    </a:cubicBezTo>
                    <a:cubicBezTo>
                      <a:pt x="995" y="5344"/>
                      <a:pt x="886" y="5322"/>
                      <a:pt x="778" y="5284"/>
                    </a:cubicBezTo>
                    <a:cubicBezTo>
                      <a:pt x="658" y="5235"/>
                      <a:pt x="549" y="5164"/>
                      <a:pt x="452" y="5077"/>
                    </a:cubicBezTo>
                    <a:cubicBezTo>
                      <a:pt x="392" y="5039"/>
                      <a:pt x="327" y="5001"/>
                      <a:pt x="256" y="4969"/>
                    </a:cubicBezTo>
                    <a:cubicBezTo>
                      <a:pt x="256" y="4887"/>
                      <a:pt x="267" y="4806"/>
                      <a:pt x="283" y="4729"/>
                    </a:cubicBezTo>
                    <a:lnTo>
                      <a:pt x="288" y="4729"/>
                    </a:lnTo>
                    <a:lnTo>
                      <a:pt x="288" y="4719"/>
                    </a:lnTo>
                    <a:cubicBezTo>
                      <a:pt x="337" y="4604"/>
                      <a:pt x="392" y="4490"/>
                      <a:pt x="441" y="4371"/>
                    </a:cubicBezTo>
                    <a:cubicBezTo>
                      <a:pt x="490" y="4229"/>
                      <a:pt x="549" y="4094"/>
                      <a:pt x="625" y="3968"/>
                    </a:cubicBezTo>
                    <a:cubicBezTo>
                      <a:pt x="702" y="3860"/>
                      <a:pt x="772" y="3751"/>
                      <a:pt x="837" y="3637"/>
                    </a:cubicBezTo>
                    <a:cubicBezTo>
                      <a:pt x="854" y="3593"/>
                      <a:pt x="870" y="3544"/>
                      <a:pt x="892" y="3501"/>
                    </a:cubicBezTo>
                    <a:cubicBezTo>
                      <a:pt x="924" y="3468"/>
                      <a:pt x="963" y="3430"/>
                      <a:pt x="1001" y="3403"/>
                    </a:cubicBezTo>
                    <a:cubicBezTo>
                      <a:pt x="1066" y="3316"/>
                      <a:pt x="1131" y="3224"/>
                      <a:pt x="1185" y="3131"/>
                    </a:cubicBezTo>
                    <a:close/>
                    <a:moveTo>
                      <a:pt x="5828" y="2811"/>
                    </a:moveTo>
                    <a:cubicBezTo>
                      <a:pt x="5828" y="2822"/>
                      <a:pt x="5828" y="2832"/>
                      <a:pt x="5828" y="2838"/>
                    </a:cubicBezTo>
                    <a:cubicBezTo>
                      <a:pt x="5866" y="3050"/>
                      <a:pt x="5898" y="3267"/>
                      <a:pt x="5909" y="3479"/>
                    </a:cubicBezTo>
                    <a:cubicBezTo>
                      <a:pt x="5920" y="3604"/>
                      <a:pt x="5904" y="3724"/>
                      <a:pt x="5909" y="3849"/>
                    </a:cubicBezTo>
                    <a:cubicBezTo>
                      <a:pt x="5915" y="3952"/>
                      <a:pt x="5947" y="4055"/>
                      <a:pt x="5958" y="4153"/>
                    </a:cubicBezTo>
                    <a:cubicBezTo>
                      <a:pt x="5991" y="4382"/>
                      <a:pt x="6007" y="4604"/>
                      <a:pt x="6001" y="4833"/>
                    </a:cubicBezTo>
                    <a:lnTo>
                      <a:pt x="6001" y="4827"/>
                    </a:lnTo>
                    <a:cubicBezTo>
                      <a:pt x="5996" y="4914"/>
                      <a:pt x="5969" y="4990"/>
                      <a:pt x="5963" y="5077"/>
                    </a:cubicBezTo>
                    <a:cubicBezTo>
                      <a:pt x="5925" y="5061"/>
                      <a:pt x="5882" y="5045"/>
                      <a:pt x="5838" y="5034"/>
                    </a:cubicBezTo>
                    <a:lnTo>
                      <a:pt x="5779" y="5007"/>
                    </a:lnTo>
                    <a:cubicBezTo>
                      <a:pt x="5621" y="4941"/>
                      <a:pt x="5452" y="4909"/>
                      <a:pt x="5284" y="4903"/>
                    </a:cubicBezTo>
                    <a:cubicBezTo>
                      <a:pt x="5234" y="4897"/>
                      <a:pt x="5184" y="4894"/>
                      <a:pt x="5134" y="4894"/>
                    </a:cubicBezTo>
                    <a:cubicBezTo>
                      <a:pt x="5009" y="4894"/>
                      <a:pt x="4884" y="4914"/>
                      <a:pt x="4768" y="4952"/>
                    </a:cubicBezTo>
                    <a:cubicBezTo>
                      <a:pt x="4724" y="4969"/>
                      <a:pt x="4686" y="4990"/>
                      <a:pt x="4648" y="5007"/>
                    </a:cubicBezTo>
                    <a:cubicBezTo>
                      <a:pt x="4610" y="5023"/>
                      <a:pt x="4577" y="5034"/>
                      <a:pt x="4539" y="5045"/>
                    </a:cubicBezTo>
                    <a:cubicBezTo>
                      <a:pt x="4523" y="5050"/>
                      <a:pt x="4507" y="5056"/>
                      <a:pt x="4490" y="5061"/>
                    </a:cubicBezTo>
                    <a:cubicBezTo>
                      <a:pt x="4398" y="5077"/>
                      <a:pt x="4311" y="5105"/>
                      <a:pt x="4224" y="5132"/>
                    </a:cubicBezTo>
                    <a:cubicBezTo>
                      <a:pt x="4077" y="5192"/>
                      <a:pt x="3952" y="5279"/>
                      <a:pt x="3800" y="5333"/>
                    </a:cubicBezTo>
                    <a:cubicBezTo>
                      <a:pt x="3626" y="5409"/>
                      <a:pt x="3452" y="5501"/>
                      <a:pt x="3289" y="5605"/>
                    </a:cubicBezTo>
                    <a:cubicBezTo>
                      <a:pt x="3186" y="5675"/>
                      <a:pt x="3093" y="5751"/>
                      <a:pt x="3012" y="5844"/>
                    </a:cubicBezTo>
                    <a:cubicBezTo>
                      <a:pt x="3006" y="5741"/>
                      <a:pt x="3034" y="5637"/>
                      <a:pt x="3034" y="5534"/>
                    </a:cubicBezTo>
                    <a:cubicBezTo>
                      <a:pt x="3044" y="5333"/>
                      <a:pt x="2990" y="5132"/>
                      <a:pt x="2985" y="4931"/>
                    </a:cubicBezTo>
                    <a:cubicBezTo>
                      <a:pt x="2985" y="4670"/>
                      <a:pt x="2979" y="4403"/>
                      <a:pt x="2985" y="4142"/>
                    </a:cubicBezTo>
                    <a:cubicBezTo>
                      <a:pt x="2985" y="4034"/>
                      <a:pt x="2995" y="3925"/>
                      <a:pt x="2995" y="3816"/>
                    </a:cubicBezTo>
                    <a:lnTo>
                      <a:pt x="3061" y="3762"/>
                    </a:lnTo>
                    <a:cubicBezTo>
                      <a:pt x="3229" y="3621"/>
                      <a:pt x="3414" y="3506"/>
                      <a:pt x="3615" y="3425"/>
                    </a:cubicBezTo>
                    <a:cubicBezTo>
                      <a:pt x="3805" y="3349"/>
                      <a:pt x="3996" y="3289"/>
                      <a:pt x="4180" y="3202"/>
                    </a:cubicBezTo>
                    <a:cubicBezTo>
                      <a:pt x="4382" y="3115"/>
                      <a:pt x="4583" y="3039"/>
                      <a:pt x="4795" y="2979"/>
                    </a:cubicBezTo>
                    <a:cubicBezTo>
                      <a:pt x="5007" y="2909"/>
                      <a:pt x="5224" y="2860"/>
                      <a:pt x="5442" y="2827"/>
                    </a:cubicBezTo>
                    <a:cubicBezTo>
                      <a:pt x="5572" y="2816"/>
                      <a:pt x="5703" y="2811"/>
                      <a:pt x="5828" y="2811"/>
                    </a:cubicBezTo>
                    <a:close/>
                    <a:moveTo>
                      <a:pt x="267" y="5094"/>
                    </a:moveTo>
                    <a:lnTo>
                      <a:pt x="267" y="5094"/>
                    </a:lnTo>
                    <a:cubicBezTo>
                      <a:pt x="294" y="5115"/>
                      <a:pt x="327" y="5143"/>
                      <a:pt x="359" y="5170"/>
                    </a:cubicBezTo>
                    <a:cubicBezTo>
                      <a:pt x="457" y="5257"/>
                      <a:pt x="544" y="5355"/>
                      <a:pt x="669" y="5414"/>
                    </a:cubicBezTo>
                    <a:cubicBezTo>
                      <a:pt x="783" y="5463"/>
                      <a:pt x="897" y="5496"/>
                      <a:pt x="1017" y="5529"/>
                    </a:cubicBezTo>
                    <a:cubicBezTo>
                      <a:pt x="1153" y="5577"/>
                      <a:pt x="1278" y="5637"/>
                      <a:pt x="1403" y="5697"/>
                    </a:cubicBezTo>
                    <a:lnTo>
                      <a:pt x="1403" y="5719"/>
                    </a:lnTo>
                    <a:cubicBezTo>
                      <a:pt x="1414" y="5773"/>
                      <a:pt x="1430" y="5822"/>
                      <a:pt x="1435" y="5871"/>
                    </a:cubicBezTo>
                    <a:cubicBezTo>
                      <a:pt x="1446" y="5991"/>
                      <a:pt x="1452" y="6110"/>
                      <a:pt x="1463" y="6224"/>
                    </a:cubicBezTo>
                    <a:cubicBezTo>
                      <a:pt x="1473" y="6328"/>
                      <a:pt x="1501" y="6431"/>
                      <a:pt x="1501" y="6534"/>
                    </a:cubicBezTo>
                    <a:cubicBezTo>
                      <a:pt x="1506" y="6670"/>
                      <a:pt x="1495" y="6811"/>
                      <a:pt x="1495" y="6953"/>
                    </a:cubicBezTo>
                    <a:cubicBezTo>
                      <a:pt x="1490" y="7165"/>
                      <a:pt x="1479" y="7371"/>
                      <a:pt x="1479" y="7583"/>
                    </a:cubicBezTo>
                    <a:lnTo>
                      <a:pt x="1479" y="7594"/>
                    </a:lnTo>
                    <a:cubicBezTo>
                      <a:pt x="1441" y="7562"/>
                      <a:pt x="1403" y="7534"/>
                      <a:pt x="1365" y="7507"/>
                    </a:cubicBezTo>
                    <a:cubicBezTo>
                      <a:pt x="1305" y="7469"/>
                      <a:pt x="1229" y="7453"/>
                      <a:pt x="1169" y="7415"/>
                    </a:cubicBezTo>
                    <a:cubicBezTo>
                      <a:pt x="1088" y="7366"/>
                      <a:pt x="1022" y="7290"/>
                      <a:pt x="930" y="7246"/>
                    </a:cubicBezTo>
                    <a:cubicBezTo>
                      <a:pt x="859" y="7214"/>
                      <a:pt x="789" y="7176"/>
                      <a:pt x="723" y="7138"/>
                    </a:cubicBezTo>
                    <a:cubicBezTo>
                      <a:pt x="664" y="7094"/>
                      <a:pt x="658" y="7051"/>
                      <a:pt x="642" y="6964"/>
                    </a:cubicBezTo>
                    <a:cubicBezTo>
                      <a:pt x="598" y="6790"/>
                      <a:pt x="571" y="6616"/>
                      <a:pt x="522" y="6442"/>
                    </a:cubicBezTo>
                    <a:cubicBezTo>
                      <a:pt x="462" y="6252"/>
                      <a:pt x="424" y="6056"/>
                      <a:pt x="408" y="5860"/>
                    </a:cubicBezTo>
                    <a:cubicBezTo>
                      <a:pt x="392" y="5599"/>
                      <a:pt x="294" y="5349"/>
                      <a:pt x="267" y="5094"/>
                    </a:cubicBezTo>
                    <a:close/>
                    <a:moveTo>
                      <a:pt x="2816" y="3958"/>
                    </a:moveTo>
                    <a:lnTo>
                      <a:pt x="2816" y="3958"/>
                    </a:lnTo>
                    <a:cubicBezTo>
                      <a:pt x="2805" y="4077"/>
                      <a:pt x="2805" y="4197"/>
                      <a:pt x="2805" y="4316"/>
                    </a:cubicBezTo>
                    <a:cubicBezTo>
                      <a:pt x="2805" y="4588"/>
                      <a:pt x="2778" y="4876"/>
                      <a:pt x="2805" y="5148"/>
                    </a:cubicBezTo>
                    <a:cubicBezTo>
                      <a:pt x="2811" y="5257"/>
                      <a:pt x="2843" y="5360"/>
                      <a:pt x="2849" y="5469"/>
                    </a:cubicBezTo>
                    <a:cubicBezTo>
                      <a:pt x="2849" y="5550"/>
                      <a:pt x="2843" y="5632"/>
                      <a:pt x="2832" y="5708"/>
                    </a:cubicBezTo>
                    <a:cubicBezTo>
                      <a:pt x="2816" y="5811"/>
                      <a:pt x="2822" y="5914"/>
                      <a:pt x="2849" y="6012"/>
                    </a:cubicBezTo>
                    <a:lnTo>
                      <a:pt x="2843" y="6012"/>
                    </a:lnTo>
                    <a:cubicBezTo>
                      <a:pt x="2740" y="6116"/>
                      <a:pt x="2642" y="6230"/>
                      <a:pt x="2555" y="6344"/>
                    </a:cubicBezTo>
                    <a:cubicBezTo>
                      <a:pt x="2332" y="6648"/>
                      <a:pt x="2191" y="6996"/>
                      <a:pt x="2001" y="7317"/>
                    </a:cubicBezTo>
                    <a:cubicBezTo>
                      <a:pt x="1925" y="7437"/>
                      <a:pt x="1849" y="7643"/>
                      <a:pt x="1702" y="7681"/>
                    </a:cubicBezTo>
                    <a:cubicBezTo>
                      <a:pt x="1707" y="7589"/>
                      <a:pt x="1718" y="7491"/>
                      <a:pt x="1724" y="7404"/>
                    </a:cubicBezTo>
                    <a:cubicBezTo>
                      <a:pt x="1734" y="7176"/>
                      <a:pt x="1734" y="6947"/>
                      <a:pt x="1718" y="6724"/>
                    </a:cubicBezTo>
                    <a:cubicBezTo>
                      <a:pt x="1707" y="6512"/>
                      <a:pt x="1680" y="6306"/>
                      <a:pt x="1642" y="6099"/>
                    </a:cubicBezTo>
                    <a:cubicBezTo>
                      <a:pt x="1626" y="5985"/>
                      <a:pt x="1604" y="5871"/>
                      <a:pt x="1566" y="5762"/>
                    </a:cubicBezTo>
                    <a:cubicBezTo>
                      <a:pt x="1555" y="5730"/>
                      <a:pt x="1550" y="5692"/>
                      <a:pt x="1544" y="5659"/>
                    </a:cubicBezTo>
                    <a:cubicBezTo>
                      <a:pt x="1550" y="5654"/>
                      <a:pt x="1550" y="5648"/>
                      <a:pt x="1555" y="5643"/>
                    </a:cubicBezTo>
                    <a:cubicBezTo>
                      <a:pt x="1642" y="5246"/>
                      <a:pt x="2001" y="4952"/>
                      <a:pt x="2234" y="4637"/>
                    </a:cubicBezTo>
                    <a:cubicBezTo>
                      <a:pt x="2343" y="4479"/>
                      <a:pt x="2430" y="4311"/>
                      <a:pt x="2571" y="4175"/>
                    </a:cubicBezTo>
                    <a:cubicBezTo>
                      <a:pt x="2648" y="4099"/>
                      <a:pt x="2729" y="4023"/>
                      <a:pt x="2816" y="3958"/>
                    </a:cubicBezTo>
                    <a:close/>
                    <a:moveTo>
                      <a:pt x="6339" y="5811"/>
                    </a:moveTo>
                    <a:cubicBezTo>
                      <a:pt x="6474" y="5838"/>
                      <a:pt x="6605" y="5898"/>
                      <a:pt x="6719" y="5980"/>
                    </a:cubicBezTo>
                    <a:cubicBezTo>
                      <a:pt x="6871" y="6083"/>
                      <a:pt x="7045" y="6126"/>
                      <a:pt x="7214" y="6197"/>
                    </a:cubicBezTo>
                    <a:cubicBezTo>
                      <a:pt x="7382" y="6273"/>
                      <a:pt x="7556" y="6333"/>
                      <a:pt x="7736" y="6393"/>
                    </a:cubicBezTo>
                    <a:cubicBezTo>
                      <a:pt x="7855" y="6431"/>
                      <a:pt x="7931" y="6469"/>
                      <a:pt x="7958" y="6578"/>
                    </a:cubicBezTo>
                    <a:cubicBezTo>
                      <a:pt x="7893" y="6616"/>
                      <a:pt x="7822" y="6654"/>
                      <a:pt x="7757" y="6692"/>
                    </a:cubicBezTo>
                    <a:cubicBezTo>
                      <a:pt x="7485" y="6828"/>
                      <a:pt x="7225" y="6985"/>
                      <a:pt x="6958" y="7127"/>
                    </a:cubicBezTo>
                    <a:cubicBezTo>
                      <a:pt x="6681" y="7279"/>
                      <a:pt x="6393" y="7447"/>
                      <a:pt x="6094" y="7551"/>
                    </a:cubicBezTo>
                    <a:cubicBezTo>
                      <a:pt x="5963" y="7589"/>
                      <a:pt x="5838" y="7638"/>
                      <a:pt x="5719" y="7703"/>
                    </a:cubicBezTo>
                    <a:cubicBezTo>
                      <a:pt x="5680" y="7728"/>
                      <a:pt x="5673" y="7736"/>
                      <a:pt x="5657" y="7736"/>
                    </a:cubicBezTo>
                    <a:cubicBezTo>
                      <a:pt x="5648" y="7736"/>
                      <a:pt x="5636" y="7734"/>
                      <a:pt x="5616" y="7730"/>
                    </a:cubicBezTo>
                    <a:cubicBezTo>
                      <a:pt x="5550" y="7708"/>
                      <a:pt x="5480" y="7676"/>
                      <a:pt x="5420" y="7643"/>
                    </a:cubicBezTo>
                    <a:cubicBezTo>
                      <a:pt x="5284" y="7583"/>
                      <a:pt x="5137" y="7545"/>
                      <a:pt x="5012" y="7475"/>
                    </a:cubicBezTo>
                    <a:cubicBezTo>
                      <a:pt x="4882" y="7398"/>
                      <a:pt x="4746" y="7333"/>
                      <a:pt x="4610" y="7273"/>
                    </a:cubicBezTo>
                    <a:cubicBezTo>
                      <a:pt x="4441" y="7203"/>
                      <a:pt x="4273" y="7148"/>
                      <a:pt x="4110" y="7061"/>
                    </a:cubicBezTo>
                    <a:cubicBezTo>
                      <a:pt x="4072" y="7045"/>
                      <a:pt x="4034" y="7023"/>
                      <a:pt x="3996" y="7007"/>
                    </a:cubicBezTo>
                    <a:cubicBezTo>
                      <a:pt x="4061" y="6991"/>
                      <a:pt x="4126" y="6964"/>
                      <a:pt x="4186" y="6942"/>
                    </a:cubicBezTo>
                    <a:cubicBezTo>
                      <a:pt x="4284" y="6893"/>
                      <a:pt x="4365" y="6828"/>
                      <a:pt x="4458" y="6773"/>
                    </a:cubicBezTo>
                    <a:cubicBezTo>
                      <a:pt x="4643" y="6681"/>
                      <a:pt x="4844" y="6621"/>
                      <a:pt x="5034" y="6534"/>
                    </a:cubicBezTo>
                    <a:cubicBezTo>
                      <a:pt x="5398" y="6360"/>
                      <a:pt x="5730" y="6143"/>
                      <a:pt x="6083" y="5953"/>
                    </a:cubicBezTo>
                    <a:cubicBezTo>
                      <a:pt x="6170" y="5904"/>
                      <a:pt x="6252" y="5860"/>
                      <a:pt x="6339" y="5811"/>
                    </a:cubicBezTo>
                    <a:close/>
                    <a:moveTo>
                      <a:pt x="8687" y="892"/>
                    </a:moveTo>
                    <a:cubicBezTo>
                      <a:pt x="8931" y="1022"/>
                      <a:pt x="9154" y="1180"/>
                      <a:pt x="9410" y="1294"/>
                    </a:cubicBezTo>
                    <a:cubicBezTo>
                      <a:pt x="9529" y="1348"/>
                      <a:pt x="9616" y="1457"/>
                      <a:pt x="9714" y="1539"/>
                    </a:cubicBezTo>
                    <a:cubicBezTo>
                      <a:pt x="9812" y="1620"/>
                      <a:pt x="9921" y="1685"/>
                      <a:pt x="10019" y="1772"/>
                    </a:cubicBezTo>
                    <a:cubicBezTo>
                      <a:pt x="10214" y="1946"/>
                      <a:pt x="10339" y="2224"/>
                      <a:pt x="10470" y="2446"/>
                    </a:cubicBezTo>
                    <a:cubicBezTo>
                      <a:pt x="10557" y="2588"/>
                      <a:pt x="10627" y="2735"/>
                      <a:pt x="10687" y="2892"/>
                    </a:cubicBezTo>
                    <a:cubicBezTo>
                      <a:pt x="10741" y="3039"/>
                      <a:pt x="10769" y="3191"/>
                      <a:pt x="10812" y="3338"/>
                    </a:cubicBezTo>
                    <a:cubicBezTo>
                      <a:pt x="10861" y="3490"/>
                      <a:pt x="10834" y="3610"/>
                      <a:pt x="10812" y="3762"/>
                    </a:cubicBezTo>
                    <a:lnTo>
                      <a:pt x="10823" y="3767"/>
                    </a:lnTo>
                    <a:cubicBezTo>
                      <a:pt x="10807" y="3936"/>
                      <a:pt x="10801" y="4099"/>
                      <a:pt x="10812" y="4262"/>
                    </a:cubicBezTo>
                    <a:cubicBezTo>
                      <a:pt x="10807" y="4594"/>
                      <a:pt x="10763" y="4925"/>
                      <a:pt x="10687" y="5246"/>
                    </a:cubicBezTo>
                    <a:cubicBezTo>
                      <a:pt x="10660" y="5387"/>
                      <a:pt x="10644" y="5529"/>
                      <a:pt x="10622" y="5670"/>
                    </a:cubicBezTo>
                    <a:cubicBezTo>
                      <a:pt x="10616" y="5681"/>
                      <a:pt x="10611" y="5692"/>
                      <a:pt x="10606" y="5703"/>
                    </a:cubicBezTo>
                    <a:cubicBezTo>
                      <a:pt x="10562" y="5898"/>
                      <a:pt x="10448" y="6067"/>
                      <a:pt x="10399" y="6257"/>
                    </a:cubicBezTo>
                    <a:cubicBezTo>
                      <a:pt x="10383" y="6338"/>
                      <a:pt x="10356" y="6420"/>
                      <a:pt x="10318" y="6496"/>
                    </a:cubicBezTo>
                    <a:cubicBezTo>
                      <a:pt x="10258" y="6599"/>
                      <a:pt x="10182" y="6692"/>
                      <a:pt x="10116" y="6790"/>
                    </a:cubicBezTo>
                    <a:cubicBezTo>
                      <a:pt x="10002" y="6964"/>
                      <a:pt x="9888" y="7132"/>
                      <a:pt x="9779" y="7306"/>
                    </a:cubicBezTo>
                    <a:cubicBezTo>
                      <a:pt x="9665" y="7475"/>
                      <a:pt x="9535" y="7627"/>
                      <a:pt x="9383" y="7757"/>
                    </a:cubicBezTo>
                    <a:cubicBezTo>
                      <a:pt x="9078" y="8056"/>
                      <a:pt x="8730" y="8312"/>
                      <a:pt x="8404" y="8583"/>
                    </a:cubicBezTo>
                    <a:cubicBezTo>
                      <a:pt x="8328" y="8638"/>
                      <a:pt x="8246" y="8692"/>
                      <a:pt x="8159" y="8736"/>
                    </a:cubicBezTo>
                    <a:cubicBezTo>
                      <a:pt x="8159" y="8719"/>
                      <a:pt x="8165" y="8703"/>
                      <a:pt x="8170" y="8687"/>
                    </a:cubicBezTo>
                    <a:cubicBezTo>
                      <a:pt x="8181" y="8578"/>
                      <a:pt x="8165" y="8464"/>
                      <a:pt x="8170" y="8355"/>
                    </a:cubicBezTo>
                    <a:cubicBezTo>
                      <a:pt x="8170" y="8149"/>
                      <a:pt x="8111" y="7947"/>
                      <a:pt x="8121" y="7741"/>
                    </a:cubicBezTo>
                    <a:cubicBezTo>
                      <a:pt x="8138" y="7502"/>
                      <a:pt x="8159" y="7273"/>
                      <a:pt x="8159" y="7029"/>
                    </a:cubicBezTo>
                    <a:cubicBezTo>
                      <a:pt x="8159" y="6926"/>
                      <a:pt x="8170" y="6806"/>
                      <a:pt x="8170" y="6692"/>
                    </a:cubicBezTo>
                    <a:cubicBezTo>
                      <a:pt x="8279" y="6616"/>
                      <a:pt x="8393" y="6540"/>
                      <a:pt x="8497" y="6464"/>
                    </a:cubicBezTo>
                    <a:cubicBezTo>
                      <a:pt x="8757" y="6262"/>
                      <a:pt x="9046" y="6105"/>
                      <a:pt x="9301" y="5898"/>
                    </a:cubicBezTo>
                    <a:cubicBezTo>
                      <a:pt x="9540" y="5692"/>
                      <a:pt x="9763" y="5458"/>
                      <a:pt x="9964" y="5213"/>
                    </a:cubicBezTo>
                    <a:cubicBezTo>
                      <a:pt x="10171" y="4980"/>
                      <a:pt x="10410" y="4773"/>
                      <a:pt x="10546" y="4490"/>
                    </a:cubicBezTo>
                    <a:cubicBezTo>
                      <a:pt x="10616" y="4344"/>
                      <a:pt x="10633" y="4186"/>
                      <a:pt x="10671" y="4028"/>
                    </a:cubicBezTo>
                    <a:cubicBezTo>
                      <a:pt x="10709" y="3865"/>
                      <a:pt x="10807" y="3746"/>
                      <a:pt x="10812" y="3583"/>
                    </a:cubicBezTo>
                    <a:cubicBezTo>
                      <a:pt x="10812" y="3555"/>
                      <a:pt x="10785" y="3535"/>
                      <a:pt x="10760" y="3535"/>
                    </a:cubicBezTo>
                    <a:cubicBezTo>
                      <a:pt x="10745" y="3535"/>
                      <a:pt x="10731" y="3542"/>
                      <a:pt x="10725" y="3561"/>
                    </a:cubicBezTo>
                    <a:cubicBezTo>
                      <a:pt x="10676" y="3670"/>
                      <a:pt x="10589" y="3756"/>
                      <a:pt x="10535" y="3865"/>
                    </a:cubicBezTo>
                    <a:cubicBezTo>
                      <a:pt x="10470" y="4007"/>
                      <a:pt x="10464" y="4164"/>
                      <a:pt x="10410" y="4311"/>
                    </a:cubicBezTo>
                    <a:cubicBezTo>
                      <a:pt x="10312" y="4572"/>
                      <a:pt x="10106" y="4768"/>
                      <a:pt x="9915" y="4969"/>
                    </a:cubicBezTo>
                    <a:cubicBezTo>
                      <a:pt x="9720" y="5186"/>
                      <a:pt x="9535" y="5414"/>
                      <a:pt x="9323" y="5616"/>
                    </a:cubicBezTo>
                    <a:cubicBezTo>
                      <a:pt x="9078" y="5844"/>
                      <a:pt x="8790" y="6007"/>
                      <a:pt x="8524" y="6197"/>
                    </a:cubicBezTo>
                    <a:cubicBezTo>
                      <a:pt x="8388" y="6290"/>
                      <a:pt x="8263" y="6382"/>
                      <a:pt x="8132" y="6469"/>
                    </a:cubicBezTo>
                    <a:lnTo>
                      <a:pt x="8132" y="6464"/>
                    </a:lnTo>
                    <a:cubicBezTo>
                      <a:pt x="8083" y="6360"/>
                      <a:pt x="8002" y="6284"/>
                      <a:pt x="7893" y="6246"/>
                    </a:cubicBezTo>
                    <a:cubicBezTo>
                      <a:pt x="7692" y="6159"/>
                      <a:pt x="7469" y="6099"/>
                      <a:pt x="7263" y="6012"/>
                    </a:cubicBezTo>
                    <a:cubicBezTo>
                      <a:pt x="7176" y="5980"/>
                      <a:pt x="7089" y="5953"/>
                      <a:pt x="7002" y="5920"/>
                    </a:cubicBezTo>
                    <a:cubicBezTo>
                      <a:pt x="6909" y="5882"/>
                      <a:pt x="6817" y="5828"/>
                      <a:pt x="6730" y="5768"/>
                    </a:cubicBezTo>
                    <a:cubicBezTo>
                      <a:pt x="6676" y="5730"/>
                      <a:pt x="6616" y="5703"/>
                      <a:pt x="6545" y="5686"/>
                    </a:cubicBezTo>
                    <a:lnTo>
                      <a:pt x="6610" y="5643"/>
                    </a:lnTo>
                    <a:cubicBezTo>
                      <a:pt x="6773" y="5550"/>
                      <a:pt x="6926" y="5442"/>
                      <a:pt x="7061" y="5311"/>
                    </a:cubicBezTo>
                    <a:cubicBezTo>
                      <a:pt x="7186" y="5181"/>
                      <a:pt x="7306" y="5039"/>
                      <a:pt x="7409" y="4893"/>
                    </a:cubicBezTo>
                    <a:cubicBezTo>
                      <a:pt x="7447" y="4833"/>
                      <a:pt x="7480" y="4768"/>
                      <a:pt x="7502" y="4697"/>
                    </a:cubicBezTo>
                    <a:cubicBezTo>
                      <a:pt x="7534" y="4583"/>
                      <a:pt x="7491" y="4485"/>
                      <a:pt x="7475" y="4376"/>
                    </a:cubicBezTo>
                    <a:cubicBezTo>
                      <a:pt x="7469" y="4306"/>
                      <a:pt x="7475" y="4229"/>
                      <a:pt x="7496" y="4164"/>
                    </a:cubicBezTo>
                    <a:cubicBezTo>
                      <a:pt x="7513" y="4072"/>
                      <a:pt x="7518" y="3985"/>
                      <a:pt x="7507" y="3892"/>
                    </a:cubicBezTo>
                    <a:cubicBezTo>
                      <a:pt x="7480" y="3718"/>
                      <a:pt x="7426" y="3555"/>
                      <a:pt x="7350" y="3398"/>
                    </a:cubicBezTo>
                    <a:cubicBezTo>
                      <a:pt x="7279" y="3251"/>
                      <a:pt x="7143" y="3164"/>
                      <a:pt x="7013" y="3066"/>
                    </a:cubicBezTo>
                    <a:cubicBezTo>
                      <a:pt x="6871" y="2941"/>
                      <a:pt x="6714" y="2832"/>
                      <a:pt x="6545" y="2745"/>
                    </a:cubicBezTo>
                    <a:cubicBezTo>
                      <a:pt x="6485" y="2718"/>
                      <a:pt x="6420" y="2697"/>
                      <a:pt x="6360" y="2675"/>
                    </a:cubicBezTo>
                    <a:cubicBezTo>
                      <a:pt x="6431" y="2620"/>
                      <a:pt x="6502" y="2555"/>
                      <a:pt x="6561" y="2495"/>
                    </a:cubicBezTo>
                    <a:cubicBezTo>
                      <a:pt x="6795" y="2283"/>
                      <a:pt x="7034" y="2082"/>
                      <a:pt x="7290" y="1892"/>
                    </a:cubicBezTo>
                    <a:cubicBezTo>
                      <a:pt x="7513" y="1723"/>
                      <a:pt x="7703" y="1533"/>
                      <a:pt x="7942" y="1386"/>
                    </a:cubicBezTo>
                    <a:cubicBezTo>
                      <a:pt x="8187" y="1240"/>
                      <a:pt x="8458" y="1120"/>
                      <a:pt x="8665" y="930"/>
                    </a:cubicBezTo>
                    <a:cubicBezTo>
                      <a:pt x="8676" y="919"/>
                      <a:pt x="8681" y="908"/>
                      <a:pt x="8687" y="892"/>
                    </a:cubicBezTo>
                    <a:close/>
                    <a:moveTo>
                      <a:pt x="3920" y="7159"/>
                    </a:moveTo>
                    <a:lnTo>
                      <a:pt x="3920" y="7159"/>
                    </a:lnTo>
                    <a:cubicBezTo>
                      <a:pt x="3968" y="7203"/>
                      <a:pt x="4012" y="7252"/>
                      <a:pt x="4055" y="7284"/>
                    </a:cubicBezTo>
                    <a:cubicBezTo>
                      <a:pt x="4186" y="7371"/>
                      <a:pt x="4333" y="7442"/>
                      <a:pt x="4479" y="7496"/>
                    </a:cubicBezTo>
                    <a:cubicBezTo>
                      <a:pt x="4615" y="7556"/>
                      <a:pt x="4751" y="7632"/>
                      <a:pt x="4876" y="7703"/>
                    </a:cubicBezTo>
                    <a:cubicBezTo>
                      <a:pt x="5001" y="7768"/>
                      <a:pt x="5148" y="7812"/>
                      <a:pt x="5284" y="7866"/>
                    </a:cubicBezTo>
                    <a:cubicBezTo>
                      <a:pt x="5382" y="7920"/>
                      <a:pt x="5480" y="7958"/>
                      <a:pt x="5588" y="7986"/>
                    </a:cubicBezTo>
                    <a:cubicBezTo>
                      <a:pt x="5567" y="8105"/>
                      <a:pt x="5567" y="8225"/>
                      <a:pt x="5588" y="8339"/>
                    </a:cubicBezTo>
                    <a:cubicBezTo>
                      <a:pt x="5621" y="8529"/>
                      <a:pt x="5572" y="8698"/>
                      <a:pt x="5577" y="8888"/>
                    </a:cubicBezTo>
                    <a:cubicBezTo>
                      <a:pt x="5583" y="8980"/>
                      <a:pt x="5616" y="9067"/>
                      <a:pt x="5626" y="9160"/>
                    </a:cubicBezTo>
                    <a:cubicBezTo>
                      <a:pt x="5632" y="9252"/>
                      <a:pt x="5643" y="9339"/>
                      <a:pt x="5659" y="9431"/>
                    </a:cubicBezTo>
                    <a:cubicBezTo>
                      <a:pt x="5664" y="9459"/>
                      <a:pt x="5675" y="9502"/>
                      <a:pt x="5681" y="9546"/>
                    </a:cubicBezTo>
                    <a:cubicBezTo>
                      <a:pt x="5583" y="9508"/>
                      <a:pt x="5485" y="9459"/>
                      <a:pt x="5387" y="9421"/>
                    </a:cubicBezTo>
                    <a:lnTo>
                      <a:pt x="5393" y="9421"/>
                    </a:lnTo>
                    <a:cubicBezTo>
                      <a:pt x="5202" y="9344"/>
                      <a:pt x="5018" y="9274"/>
                      <a:pt x="4833" y="9181"/>
                    </a:cubicBezTo>
                    <a:cubicBezTo>
                      <a:pt x="4653" y="9084"/>
                      <a:pt x="4485" y="8969"/>
                      <a:pt x="4322" y="8844"/>
                    </a:cubicBezTo>
                    <a:cubicBezTo>
                      <a:pt x="4273" y="8812"/>
                      <a:pt x="4164" y="8768"/>
                      <a:pt x="4142" y="8719"/>
                    </a:cubicBezTo>
                    <a:cubicBezTo>
                      <a:pt x="4121" y="8665"/>
                      <a:pt x="4153" y="8551"/>
                      <a:pt x="4148" y="8497"/>
                    </a:cubicBezTo>
                    <a:cubicBezTo>
                      <a:pt x="4137" y="8393"/>
                      <a:pt x="4104" y="8295"/>
                      <a:pt x="4094" y="8198"/>
                    </a:cubicBezTo>
                    <a:cubicBezTo>
                      <a:pt x="4083" y="8100"/>
                      <a:pt x="4066" y="8002"/>
                      <a:pt x="4039" y="7909"/>
                    </a:cubicBezTo>
                    <a:cubicBezTo>
                      <a:pt x="3985" y="7730"/>
                      <a:pt x="3996" y="7529"/>
                      <a:pt x="3958" y="7339"/>
                    </a:cubicBezTo>
                    <a:cubicBezTo>
                      <a:pt x="3941" y="7279"/>
                      <a:pt x="3930" y="7219"/>
                      <a:pt x="3920" y="7159"/>
                    </a:cubicBezTo>
                    <a:close/>
                    <a:moveTo>
                      <a:pt x="7975" y="6811"/>
                    </a:moveTo>
                    <a:cubicBezTo>
                      <a:pt x="7975" y="6969"/>
                      <a:pt x="7975" y="7127"/>
                      <a:pt x="7969" y="7290"/>
                    </a:cubicBezTo>
                    <a:lnTo>
                      <a:pt x="7969" y="7284"/>
                    </a:lnTo>
                    <a:cubicBezTo>
                      <a:pt x="7964" y="7496"/>
                      <a:pt x="7904" y="7703"/>
                      <a:pt x="7920" y="7909"/>
                    </a:cubicBezTo>
                    <a:cubicBezTo>
                      <a:pt x="7926" y="7986"/>
                      <a:pt x="7942" y="8056"/>
                      <a:pt x="7953" y="8132"/>
                    </a:cubicBezTo>
                    <a:cubicBezTo>
                      <a:pt x="7964" y="8230"/>
                      <a:pt x="7969" y="8333"/>
                      <a:pt x="7964" y="8431"/>
                    </a:cubicBezTo>
                    <a:cubicBezTo>
                      <a:pt x="7969" y="8535"/>
                      <a:pt x="7964" y="8632"/>
                      <a:pt x="7942" y="8730"/>
                    </a:cubicBezTo>
                    <a:cubicBezTo>
                      <a:pt x="7926" y="8779"/>
                      <a:pt x="7915" y="8834"/>
                      <a:pt x="7909" y="8888"/>
                    </a:cubicBezTo>
                    <a:cubicBezTo>
                      <a:pt x="7757" y="9002"/>
                      <a:pt x="7589" y="9105"/>
                      <a:pt x="7415" y="9192"/>
                    </a:cubicBezTo>
                    <a:cubicBezTo>
                      <a:pt x="7029" y="9383"/>
                      <a:pt x="6616" y="9453"/>
                      <a:pt x="6213" y="9584"/>
                    </a:cubicBezTo>
                    <a:lnTo>
                      <a:pt x="5996" y="9660"/>
                    </a:lnTo>
                    <a:cubicBezTo>
                      <a:pt x="6001" y="9595"/>
                      <a:pt x="5996" y="9535"/>
                      <a:pt x="5980" y="9470"/>
                    </a:cubicBezTo>
                    <a:cubicBezTo>
                      <a:pt x="5963" y="9366"/>
                      <a:pt x="5931" y="9268"/>
                      <a:pt x="5925" y="9165"/>
                    </a:cubicBezTo>
                    <a:cubicBezTo>
                      <a:pt x="5915" y="9067"/>
                      <a:pt x="5876" y="8991"/>
                      <a:pt x="5866" y="8899"/>
                    </a:cubicBezTo>
                    <a:cubicBezTo>
                      <a:pt x="5833" y="8730"/>
                      <a:pt x="5882" y="8551"/>
                      <a:pt x="5833" y="8382"/>
                    </a:cubicBezTo>
                    <a:cubicBezTo>
                      <a:pt x="5800" y="8285"/>
                      <a:pt x="5779" y="8181"/>
                      <a:pt x="5773" y="8078"/>
                    </a:cubicBezTo>
                    <a:cubicBezTo>
                      <a:pt x="5773" y="8034"/>
                      <a:pt x="5768" y="7991"/>
                      <a:pt x="5762" y="7947"/>
                    </a:cubicBezTo>
                    <a:cubicBezTo>
                      <a:pt x="5828" y="7909"/>
                      <a:pt x="5893" y="7871"/>
                      <a:pt x="5963" y="7833"/>
                    </a:cubicBezTo>
                    <a:cubicBezTo>
                      <a:pt x="6257" y="7725"/>
                      <a:pt x="6540" y="7594"/>
                      <a:pt x="6817" y="7447"/>
                    </a:cubicBezTo>
                    <a:cubicBezTo>
                      <a:pt x="7203" y="7241"/>
                      <a:pt x="7600" y="7040"/>
                      <a:pt x="7975" y="6811"/>
                    </a:cubicBezTo>
                    <a:close/>
                    <a:moveTo>
                      <a:pt x="6849" y="0"/>
                    </a:moveTo>
                    <a:cubicBezTo>
                      <a:pt x="6708" y="6"/>
                      <a:pt x="6572" y="22"/>
                      <a:pt x="6442" y="44"/>
                    </a:cubicBezTo>
                    <a:cubicBezTo>
                      <a:pt x="6379" y="54"/>
                      <a:pt x="6317" y="56"/>
                      <a:pt x="6255" y="56"/>
                    </a:cubicBezTo>
                    <a:cubicBezTo>
                      <a:pt x="6177" y="56"/>
                      <a:pt x="6099" y="52"/>
                      <a:pt x="6021" y="52"/>
                    </a:cubicBezTo>
                    <a:cubicBezTo>
                      <a:pt x="5989" y="52"/>
                      <a:pt x="5957" y="53"/>
                      <a:pt x="5925" y="55"/>
                    </a:cubicBezTo>
                    <a:cubicBezTo>
                      <a:pt x="5789" y="66"/>
                      <a:pt x="5664" y="98"/>
                      <a:pt x="5529" y="104"/>
                    </a:cubicBezTo>
                    <a:cubicBezTo>
                      <a:pt x="5447" y="115"/>
                      <a:pt x="5371" y="131"/>
                      <a:pt x="5295" y="153"/>
                    </a:cubicBezTo>
                    <a:cubicBezTo>
                      <a:pt x="5219" y="163"/>
                      <a:pt x="5137" y="158"/>
                      <a:pt x="5056" y="169"/>
                    </a:cubicBezTo>
                    <a:cubicBezTo>
                      <a:pt x="4931" y="191"/>
                      <a:pt x="4811" y="229"/>
                      <a:pt x="4697" y="283"/>
                    </a:cubicBezTo>
                    <a:cubicBezTo>
                      <a:pt x="4561" y="343"/>
                      <a:pt x="4398" y="337"/>
                      <a:pt x="4251" y="392"/>
                    </a:cubicBezTo>
                    <a:cubicBezTo>
                      <a:pt x="3968" y="500"/>
                      <a:pt x="3691" y="625"/>
                      <a:pt x="3419" y="767"/>
                    </a:cubicBezTo>
                    <a:cubicBezTo>
                      <a:pt x="2876" y="1044"/>
                      <a:pt x="2381" y="1397"/>
                      <a:pt x="1941" y="1816"/>
                    </a:cubicBezTo>
                    <a:cubicBezTo>
                      <a:pt x="1821" y="1930"/>
                      <a:pt x="1724" y="2055"/>
                      <a:pt x="1615" y="2175"/>
                    </a:cubicBezTo>
                    <a:cubicBezTo>
                      <a:pt x="1506" y="2294"/>
                      <a:pt x="1386" y="2408"/>
                      <a:pt x="1289" y="2544"/>
                    </a:cubicBezTo>
                    <a:cubicBezTo>
                      <a:pt x="1180" y="2675"/>
                      <a:pt x="1077" y="2816"/>
                      <a:pt x="984" y="2963"/>
                    </a:cubicBezTo>
                    <a:cubicBezTo>
                      <a:pt x="941" y="3039"/>
                      <a:pt x="897" y="3115"/>
                      <a:pt x="848" y="3186"/>
                    </a:cubicBezTo>
                    <a:cubicBezTo>
                      <a:pt x="799" y="3262"/>
                      <a:pt x="745" y="3294"/>
                      <a:pt x="702" y="3354"/>
                    </a:cubicBezTo>
                    <a:cubicBezTo>
                      <a:pt x="669" y="3403"/>
                      <a:pt x="647" y="3452"/>
                      <a:pt x="631" y="3506"/>
                    </a:cubicBezTo>
                    <a:cubicBezTo>
                      <a:pt x="598" y="3577"/>
                      <a:pt x="560" y="3642"/>
                      <a:pt x="517" y="3702"/>
                    </a:cubicBezTo>
                    <a:cubicBezTo>
                      <a:pt x="430" y="3827"/>
                      <a:pt x="359" y="3968"/>
                      <a:pt x="305" y="4110"/>
                    </a:cubicBezTo>
                    <a:cubicBezTo>
                      <a:pt x="272" y="4191"/>
                      <a:pt x="234" y="4273"/>
                      <a:pt x="207" y="4354"/>
                    </a:cubicBezTo>
                    <a:cubicBezTo>
                      <a:pt x="174" y="4425"/>
                      <a:pt x="147" y="4496"/>
                      <a:pt x="115" y="4566"/>
                    </a:cubicBezTo>
                    <a:cubicBezTo>
                      <a:pt x="66" y="4691"/>
                      <a:pt x="33" y="4822"/>
                      <a:pt x="22" y="4952"/>
                    </a:cubicBezTo>
                    <a:cubicBezTo>
                      <a:pt x="11" y="4980"/>
                      <a:pt x="6" y="5001"/>
                      <a:pt x="0" y="5028"/>
                    </a:cubicBezTo>
                    <a:cubicBezTo>
                      <a:pt x="0" y="5045"/>
                      <a:pt x="6" y="5067"/>
                      <a:pt x="17" y="5077"/>
                    </a:cubicBezTo>
                    <a:lnTo>
                      <a:pt x="17" y="5132"/>
                    </a:lnTo>
                    <a:cubicBezTo>
                      <a:pt x="6" y="5230"/>
                      <a:pt x="11" y="5322"/>
                      <a:pt x="28" y="5414"/>
                    </a:cubicBezTo>
                    <a:cubicBezTo>
                      <a:pt x="44" y="5496"/>
                      <a:pt x="33" y="5577"/>
                      <a:pt x="44" y="5659"/>
                    </a:cubicBezTo>
                    <a:cubicBezTo>
                      <a:pt x="66" y="5817"/>
                      <a:pt x="71" y="5969"/>
                      <a:pt x="93" y="6121"/>
                    </a:cubicBezTo>
                    <a:cubicBezTo>
                      <a:pt x="115" y="6224"/>
                      <a:pt x="115" y="6333"/>
                      <a:pt x="136" y="6436"/>
                    </a:cubicBezTo>
                    <a:cubicBezTo>
                      <a:pt x="158" y="6540"/>
                      <a:pt x="191" y="6654"/>
                      <a:pt x="207" y="6762"/>
                    </a:cubicBezTo>
                    <a:cubicBezTo>
                      <a:pt x="234" y="6936"/>
                      <a:pt x="256" y="7132"/>
                      <a:pt x="332" y="7290"/>
                    </a:cubicBezTo>
                    <a:cubicBezTo>
                      <a:pt x="408" y="7447"/>
                      <a:pt x="582" y="7513"/>
                      <a:pt x="734" y="7600"/>
                    </a:cubicBezTo>
                    <a:cubicBezTo>
                      <a:pt x="821" y="7649"/>
                      <a:pt x="886" y="7719"/>
                      <a:pt x="973" y="7768"/>
                    </a:cubicBezTo>
                    <a:cubicBezTo>
                      <a:pt x="1033" y="7801"/>
                      <a:pt x="1109" y="7817"/>
                      <a:pt x="1164" y="7855"/>
                    </a:cubicBezTo>
                    <a:cubicBezTo>
                      <a:pt x="1310" y="7942"/>
                      <a:pt x="1425" y="8067"/>
                      <a:pt x="1598" y="8083"/>
                    </a:cubicBezTo>
                    <a:cubicBezTo>
                      <a:pt x="1611" y="8085"/>
                      <a:pt x="1624" y="8085"/>
                      <a:pt x="1636" y="8085"/>
                    </a:cubicBezTo>
                    <a:cubicBezTo>
                      <a:pt x="1788" y="8085"/>
                      <a:pt x="1887" y="7992"/>
                      <a:pt x="1963" y="7861"/>
                    </a:cubicBezTo>
                    <a:cubicBezTo>
                      <a:pt x="2044" y="7703"/>
                      <a:pt x="2148" y="7551"/>
                      <a:pt x="2240" y="7393"/>
                    </a:cubicBezTo>
                    <a:cubicBezTo>
                      <a:pt x="2446" y="7045"/>
                      <a:pt x="2588" y="6665"/>
                      <a:pt x="2865" y="6355"/>
                    </a:cubicBezTo>
                    <a:cubicBezTo>
                      <a:pt x="2990" y="6219"/>
                      <a:pt x="3126" y="6083"/>
                      <a:pt x="3256" y="5958"/>
                    </a:cubicBezTo>
                    <a:cubicBezTo>
                      <a:pt x="3414" y="5822"/>
                      <a:pt x="3588" y="5713"/>
                      <a:pt x="3773" y="5632"/>
                    </a:cubicBezTo>
                    <a:cubicBezTo>
                      <a:pt x="3871" y="5583"/>
                      <a:pt x="3974" y="5556"/>
                      <a:pt x="4072" y="5507"/>
                    </a:cubicBezTo>
                    <a:cubicBezTo>
                      <a:pt x="4164" y="5452"/>
                      <a:pt x="4257" y="5404"/>
                      <a:pt x="4354" y="5360"/>
                    </a:cubicBezTo>
                    <a:cubicBezTo>
                      <a:pt x="4458" y="5322"/>
                      <a:pt x="4566" y="5322"/>
                      <a:pt x="4670" y="5284"/>
                    </a:cubicBezTo>
                    <a:cubicBezTo>
                      <a:pt x="4719" y="5268"/>
                      <a:pt x="4768" y="5246"/>
                      <a:pt x="4811" y="5224"/>
                    </a:cubicBezTo>
                    <a:cubicBezTo>
                      <a:pt x="4865" y="5240"/>
                      <a:pt x="4925" y="5257"/>
                      <a:pt x="4980" y="5262"/>
                    </a:cubicBezTo>
                    <a:cubicBezTo>
                      <a:pt x="5077" y="5273"/>
                      <a:pt x="5186" y="5268"/>
                      <a:pt x="5284" y="5289"/>
                    </a:cubicBezTo>
                    <a:cubicBezTo>
                      <a:pt x="5382" y="5306"/>
                      <a:pt x="5458" y="5338"/>
                      <a:pt x="5550" y="5355"/>
                    </a:cubicBezTo>
                    <a:cubicBezTo>
                      <a:pt x="5664" y="5371"/>
                      <a:pt x="5773" y="5404"/>
                      <a:pt x="5876" y="5452"/>
                    </a:cubicBezTo>
                    <a:cubicBezTo>
                      <a:pt x="5969" y="5501"/>
                      <a:pt x="6050" y="5567"/>
                      <a:pt x="6143" y="5605"/>
                    </a:cubicBezTo>
                    <a:cubicBezTo>
                      <a:pt x="5784" y="5800"/>
                      <a:pt x="5436" y="6034"/>
                      <a:pt x="5056" y="6181"/>
                    </a:cubicBezTo>
                    <a:cubicBezTo>
                      <a:pt x="4876" y="6252"/>
                      <a:pt x="4691" y="6295"/>
                      <a:pt x="4507" y="6344"/>
                    </a:cubicBezTo>
                    <a:cubicBezTo>
                      <a:pt x="4403" y="6371"/>
                      <a:pt x="4306" y="6409"/>
                      <a:pt x="4213" y="6458"/>
                    </a:cubicBezTo>
                    <a:cubicBezTo>
                      <a:pt x="4132" y="6512"/>
                      <a:pt x="4050" y="6556"/>
                      <a:pt x="3963" y="6594"/>
                    </a:cubicBezTo>
                    <a:cubicBezTo>
                      <a:pt x="3789" y="6654"/>
                      <a:pt x="3626" y="6697"/>
                      <a:pt x="3555" y="6888"/>
                    </a:cubicBezTo>
                    <a:cubicBezTo>
                      <a:pt x="3496" y="7040"/>
                      <a:pt x="3539" y="7203"/>
                      <a:pt x="3566" y="7360"/>
                    </a:cubicBezTo>
                    <a:cubicBezTo>
                      <a:pt x="3583" y="7431"/>
                      <a:pt x="3604" y="7502"/>
                      <a:pt x="3610" y="7578"/>
                    </a:cubicBezTo>
                    <a:cubicBezTo>
                      <a:pt x="3626" y="7670"/>
                      <a:pt x="3615" y="7768"/>
                      <a:pt x="3631" y="7866"/>
                    </a:cubicBezTo>
                    <a:cubicBezTo>
                      <a:pt x="3642" y="7953"/>
                      <a:pt x="3680" y="8029"/>
                      <a:pt x="3691" y="8111"/>
                    </a:cubicBezTo>
                    <a:cubicBezTo>
                      <a:pt x="3713" y="8225"/>
                      <a:pt x="3713" y="8339"/>
                      <a:pt x="3735" y="8453"/>
                    </a:cubicBezTo>
                    <a:cubicBezTo>
                      <a:pt x="3767" y="8616"/>
                      <a:pt x="3702" y="8785"/>
                      <a:pt x="3795" y="8937"/>
                    </a:cubicBezTo>
                    <a:cubicBezTo>
                      <a:pt x="3887" y="9089"/>
                      <a:pt x="4088" y="9181"/>
                      <a:pt x="4229" y="9285"/>
                    </a:cubicBezTo>
                    <a:cubicBezTo>
                      <a:pt x="4577" y="9551"/>
                      <a:pt x="4985" y="9687"/>
                      <a:pt x="5382" y="9855"/>
                    </a:cubicBezTo>
                    <a:cubicBezTo>
                      <a:pt x="5458" y="9894"/>
                      <a:pt x="5534" y="9926"/>
                      <a:pt x="5616" y="9953"/>
                    </a:cubicBezTo>
                    <a:lnTo>
                      <a:pt x="5632" y="9959"/>
                    </a:lnTo>
                    <a:cubicBezTo>
                      <a:pt x="5632" y="9964"/>
                      <a:pt x="5637" y="9970"/>
                      <a:pt x="5643" y="9975"/>
                    </a:cubicBezTo>
                    <a:cubicBezTo>
                      <a:pt x="5664" y="10013"/>
                      <a:pt x="5692" y="10040"/>
                      <a:pt x="5730" y="10062"/>
                    </a:cubicBezTo>
                    <a:cubicBezTo>
                      <a:pt x="5773" y="10089"/>
                      <a:pt x="5821" y="10099"/>
                      <a:pt x="5872" y="10099"/>
                    </a:cubicBezTo>
                    <a:cubicBezTo>
                      <a:pt x="6005" y="10099"/>
                      <a:pt x="6152" y="10027"/>
                      <a:pt x="6262" y="9991"/>
                    </a:cubicBezTo>
                    <a:cubicBezTo>
                      <a:pt x="6654" y="9855"/>
                      <a:pt x="7051" y="9779"/>
                      <a:pt x="7426" y="9616"/>
                    </a:cubicBezTo>
                    <a:cubicBezTo>
                      <a:pt x="7632" y="9529"/>
                      <a:pt x="7822" y="9421"/>
                      <a:pt x="8007" y="9296"/>
                    </a:cubicBezTo>
                    <a:cubicBezTo>
                      <a:pt x="8100" y="9225"/>
                      <a:pt x="8198" y="9154"/>
                      <a:pt x="8295" y="9094"/>
                    </a:cubicBezTo>
                    <a:cubicBezTo>
                      <a:pt x="8382" y="9051"/>
                      <a:pt x="8469" y="9002"/>
                      <a:pt x="8551" y="8948"/>
                    </a:cubicBezTo>
                    <a:cubicBezTo>
                      <a:pt x="8752" y="8812"/>
                      <a:pt x="8921" y="8632"/>
                      <a:pt x="9111" y="8486"/>
                    </a:cubicBezTo>
                    <a:cubicBezTo>
                      <a:pt x="9301" y="8344"/>
                      <a:pt x="9480" y="8187"/>
                      <a:pt x="9654" y="8024"/>
                    </a:cubicBezTo>
                    <a:cubicBezTo>
                      <a:pt x="9817" y="7877"/>
                      <a:pt x="9959" y="7714"/>
                      <a:pt x="10084" y="7540"/>
                    </a:cubicBezTo>
                    <a:cubicBezTo>
                      <a:pt x="10209" y="7333"/>
                      <a:pt x="10334" y="7132"/>
                      <a:pt x="10470" y="6926"/>
                    </a:cubicBezTo>
                    <a:cubicBezTo>
                      <a:pt x="10606" y="6724"/>
                      <a:pt x="10703" y="6578"/>
                      <a:pt x="10752" y="6344"/>
                    </a:cubicBezTo>
                    <a:cubicBezTo>
                      <a:pt x="10752" y="6333"/>
                      <a:pt x="10758" y="6322"/>
                      <a:pt x="10763" y="6311"/>
                    </a:cubicBezTo>
                    <a:cubicBezTo>
                      <a:pt x="10769" y="6306"/>
                      <a:pt x="10780" y="6295"/>
                      <a:pt x="10785" y="6290"/>
                    </a:cubicBezTo>
                    <a:cubicBezTo>
                      <a:pt x="10953" y="6094"/>
                      <a:pt x="10953" y="5800"/>
                      <a:pt x="10986" y="5556"/>
                    </a:cubicBezTo>
                    <a:cubicBezTo>
                      <a:pt x="11035" y="5230"/>
                      <a:pt x="11138" y="4920"/>
                      <a:pt x="11160" y="4594"/>
                    </a:cubicBezTo>
                    <a:cubicBezTo>
                      <a:pt x="11182" y="4284"/>
                      <a:pt x="11149" y="3979"/>
                      <a:pt x="11209" y="3670"/>
                    </a:cubicBezTo>
                    <a:cubicBezTo>
                      <a:pt x="11236" y="3544"/>
                      <a:pt x="11236" y="3409"/>
                      <a:pt x="11204" y="3284"/>
                    </a:cubicBezTo>
                    <a:lnTo>
                      <a:pt x="11204" y="3284"/>
                    </a:lnTo>
                    <a:lnTo>
                      <a:pt x="11209" y="3289"/>
                    </a:lnTo>
                    <a:cubicBezTo>
                      <a:pt x="11171" y="3142"/>
                      <a:pt x="11138" y="2990"/>
                      <a:pt x="11089" y="2843"/>
                    </a:cubicBezTo>
                    <a:cubicBezTo>
                      <a:pt x="10992" y="2544"/>
                      <a:pt x="10823" y="2278"/>
                      <a:pt x="10660" y="2012"/>
                    </a:cubicBezTo>
                    <a:cubicBezTo>
                      <a:pt x="10589" y="1881"/>
                      <a:pt x="10513" y="1762"/>
                      <a:pt x="10426" y="1642"/>
                    </a:cubicBezTo>
                    <a:cubicBezTo>
                      <a:pt x="10339" y="1533"/>
                      <a:pt x="10231" y="1435"/>
                      <a:pt x="10111" y="1354"/>
                    </a:cubicBezTo>
                    <a:cubicBezTo>
                      <a:pt x="10002" y="1272"/>
                      <a:pt x="9910" y="1185"/>
                      <a:pt x="9807" y="1093"/>
                    </a:cubicBezTo>
                    <a:cubicBezTo>
                      <a:pt x="9698" y="1011"/>
                      <a:pt x="9578" y="946"/>
                      <a:pt x="9448" y="897"/>
                    </a:cubicBezTo>
                    <a:cubicBezTo>
                      <a:pt x="9323" y="837"/>
                      <a:pt x="9209" y="740"/>
                      <a:pt x="9089" y="669"/>
                    </a:cubicBezTo>
                    <a:cubicBezTo>
                      <a:pt x="8942" y="582"/>
                      <a:pt x="8795" y="506"/>
                      <a:pt x="8643" y="435"/>
                    </a:cubicBezTo>
                    <a:cubicBezTo>
                      <a:pt x="8371" y="294"/>
                      <a:pt x="8083" y="180"/>
                      <a:pt x="7784" y="87"/>
                    </a:cubicBezTo>
                    <a:cubicBezTo>
                      <a:pt x="7632" y="49"/>
                      <a:pt x="7480" y="71"/>
                      <a:pt x="7322" y="44"/>
                    </a:cubicBezTo>
                    <a:cubicBezTo>
                      <a:pt x="7165" y="11"/>
                      <a:pt x="7007" y="0"/>
                      <a:pt x="68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0"/>
              <p:cNvSpPr/>
              <p:nvPr/>
            </p:nvSpPr>
            <p:spPr>
              <a:xfrm>
                <a:off x="3148425" y="4006900"/>
                <a:ext cx="25125" cy="29050"/>
              </a:xfrm>
              <a:custGeom>
                <a:rect b="b" l="l" r="r" t="t"/>
                <a:pathLst>
                  <a:path extrusionOk="0" h="1162" w="1005">
                    <a:moveTo>
                      <a:pt x="818" y="1"/>
                    </a:moveTo>
                    <a:cubicBezTo>
                      <a:pt x="807" y="1"/>
                      <a:pt x="796" y="3"/>
                      <a:pt x="784" y="9"/>
                    </a:cubicBezTo>
                    <a:cubicBezTo>
                      <a:pt x="610" y="74"/>
                      <a:pt x="523" y="275"/>
                      <a:pt x="414" y="428"/>
                    </a:cubicBezTo>
                    <a:cubicBezTo>
                      <a:pt x="365" y="417"/>
                      <a:pt x="316" y="411"/>
                      <a:pt x="267" y="400"/>
                    </a:cubicBezTo>
                    <a:cubicBezTo>
                      <a:pt x="235" y="396"/>
                      <a:pt x="208" y="391"/>
                      <a:pt x="183" y="391"/>
                    </a:cubicBezTo>
                    <a:cubicBezTo>
                      <a:pt x="150" y="391"/>
                      <a:pt x="120" y="399"/>
                      <a:pt x="82" y="428"/>
                    </a:cubicBezTo>
                    <a:cubicBezTo>
                      <a:pt x="55" y="449"/>
                      <a:pt x="72" y="498"/>
                      <a:pt x="93" y="509"/>
                    </a:cubicBezTo>
                    <a:cubicBezTo>
                      <a:pt x="142" y="547"/>
                      <a:pt x="197" y="585"/>
                      <a:pt x="245" y="612"/>
                    </a:cubicBezTo>
                    <a:cubicBezTo>
                      <a:pt x="218" y="650"/>
                      <a:pt x="197" y="694"/>
                      <a:pt x="180" y="732"/>
                    </a:cubicBezTo>
                    <a:cubicBezTo>
                      <a:pt x="137" y="824"/>
                      <a:pt x="55" y="868"/>
                      <a:pt x="28" y="966"/>
                    </a:cubicBezTo>
                    <a:cubicBezTo>
                      <a:pt x="1" y="1069"/>
                      <a:pt x="77" y="1161"/>
                      <a:pt x="175" y="1161"/>
                    </a:cubicBezTo>
                    <a:lnTo>
                      <a:pt x="197" y="1161"/>
                    </a:lnTo>
                    <a:cubicBezTo>
                      <a:pt x="284" y="1161"/>
                      <a:pt x="349" y="1096"/>
                      <a:pt x="349" y="1015"/>
                    </a:cubicBezTo>
                    <a:cubicBezTo>
                      <a:pt x="349" y="1009"/>
                      <a:pt x="349" y="1004"/>
                      <a:pt x="349" y="998"/>
                    </a:cubicBezTo>
                    <a:lnTo>
                      <a:pt x="349" y="993"/>
                    </a:lnTo>
                    <a:cubicBezTo>
                      <a:pt x="376" y="960"/>
                      <a:pt x="398" y="928"/>
                      <a:pt x="419" y="890"/>
                    </a:cubicBezTo>
                    <a:cubicBezTo>
                      <a:pt x="430" y="846"/>
                      <a:pt x="452" y="797"/>
                      <a:pt x="474" y="754"/>
                    </a:cubicBezTo>
                    <a:cubicBezTo>
                      <a:pt x="485" y="743"/>
                      <a:pt x="496" y="732"/>
                      <a:pt x="506" y="716"/>
                    </a:cubicBezTo>
                    <a:cubicBezTo>
                      <a:pt x="544" y="737"/>
                      <a:pt x="582" y="754"/>
                      <a:pt x="626" y="775"/>
                    </a:cubicBezTo>
                    <a:cubicBezTo>
                      <a:pt x="676" y="802"/>
                      <a:pt x="770" y="840"/>
                      <a:pt x="851" y="840"/>
                    </a:cubicBezTo>
                    <a:cubicBezTo>
                      <a:pt x="918" y="840"/>
                      <a:pt x="975" y="814"/>
                      <a:pt x="990" y="732"/>
                    </a:cubicBezTo>
                    <a:cubicBezTo>
                      <a:pt x="1005" y="669"/>
                      <a:pt x="955" y="615"/>
                      <a:pt x="898" y="615"/>
                    </a:cubicBezTo>
                    <a:cubicBezTo>
                      <a:pt x="891" y="615"/>
                      <a:pt x="883" y="616"/>
                      <a:pt x="876" y="618"/>
                    </a:cubicBezTo>
                    <a:lnTo>
                      <a:pt x="871" y="618"/>
                    </a:lnTo>
                    <a:cubicBezTo>
                      <a:pt x="920" y="607"/>
                      <a:pt x="849" y="596"/>
                      <a:pt x="822" y="585"/>
                    </a:cubicBezTo>
                    <a:lnTo>
                      <a:pt x="735" y="547"/>
                    </a:lnTo>
                    <a:lnTo>
                      <a:pt x="675" y="514"/>
                    </a:lnTo>
                    <a:cubicBezTo>
                      <a:pt x="751" y="395"/>
                      <a:pt x="822" y="270"/>
                      <a:pt x="887" y="145"/>
                    </a:cubicBezTo>
                    <a:cubicBezTo>
                      <a:pt x="919" y="85"/>
                      <a:pt x="881" y="1"/>
                      <a:pt x="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0"/>
              <p:cNvSpPr/>
              <p:nvPr/>
            </p:nvSpPr>
            <p:spPr>
              <a:xfrm>
                <a:off x="3263000" y="4076300"/>
                <a:ext cx="26150" cy="15025"/>
              </a:xfrm>
              <a:custGeom>
                <a:rect b="b" l="l" r="r" t="t"/>
                <a:pathLst>
                  <a:path extrusionOk="0" h="601" w="1046">
                    <a:moveTo>
                      <a:pt x="182" y="1"/>
                    </a:moveTo>
                    <a:cubicBezTo>
                      <a:pt x="148" y="1"/>
                      <a:pt x="112" y="10"/>
                      <a:pt x="71" y="32"/>
                    </a:cubicBezTo>
                    <a:cubicBezTo>
                      <a:pt x="0" y="76"/>
                      <a:pt x="11" y="179"/>
                      <a:pt x="93" y="206"/>
                    </a:cubicBezTo>
                    <a:cubicBezTo>
                      <a:pt x="212" y="239"/>
                      <a:pt x="288" y="386"/>
                      <a:pt x="397" y="440"/>
                    </a:cubicBezTo>
                    <a:cubicBezTo>
                      <a:pt x="462" y="467"/>
                      <a:pt x="533" y="489"/>
                      <a:pt x="609" y="505"/>
                    </a:cubicBezTo>
                    <a:cubicBezTo>
                      <a:pt x="696" y="527"/>
                      <a:pt x="778" y="576"/>
                      <a:pt x="865" y="598"/>
                    </a:cubicBezTo>
                    <a:cubicBezTo>
                      <a:pt x="874" y="600"/>
                      <a:pt x="882" y="601"/>
                      <a:pt x="891" y="601"/>
                    </a:cubicBezTo>
                    <a:cubicBezTo>
                      <a:pt x="981" y="601"/>
                      <a:pt x="1045" y="503"/>
                      <a:pt x="1000" y="418"/>
                    </a:cubicBezTo>
                    <a:cubicBezTo>
                      <a:pt x="903" y="217"/>
                      <a:pt x="642" y="272"/>
                      <a:pt x="479" y="174"/>
                    </a:cubicBezTo>
                    <a:cubicBezTo>
                      <a:pt x="374" y="107"/>
                      <a:pt x="295"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0"/>
              <p:cNvSpPr/>
              <p:nvPr/>
            </p:nvSpPr>
            <p:spPr>
              <a:xfrm>
                <a:off x="3293275" y="4123675"/>
                <a:ext cx="4950" cy="12925"/>
              </a:xfrm>
              <a:custGeom>
                <a:rect b="b" l="l" r="r" t="t"/>
                <a:pathLst>
                  <a:path extrusionOk="0" h="517" w="198">
                    <a:moveTo>
                      <a:pt x="99" y="1"/>
                    </a:moveTo>
                    <a:cubicBezTo>
                      <a:pt x="61" y="1"/>
                      <a:pt x="23" y="26"/>
                      <a:pt x="23" y="78"/>
                    </a:cubicBezTo>
                    <a:cubicBezTo>
                      <a:pt x="23" y="148"/>
                      <a:pt x="0" y="516"/>
                      <a:pt x="127" y="516"/>
                    </a:cubicBezTo>
                    <a:cubicBezTo>
                      <a:pt x="139" y="516"/>
                      <a:pt x="151" y="514"/>
                      <a:pt x="164" y="507"/>
                    </a:cubicBezTo>
                    <a:cubicBezTo>
                      <a:pt x="186" y="497"/>
                      <a:pt x="197" y="475"/>
                      <a:pt x="197" y="448"/>
                    </a:cubicBezTo>
                    <a:cubicBezTo>
                      <a:pt x="192" y="393"/>
                      <a:pt x="186" y="339"/>
                      <a:pt x="170" y="279"/>
                    </a:cubicBezTo>
                    <a:cubicBezTo>
                      <a:pt x="170" y="214"/>
                      <a:pt x="170" y="143"/>
                      <a:pt x="175" y="78"/>
                    </a:cubicBezTo>
                    <a:cubicBezTo>
                      <a:pt x="175" y="26"/>
                      <a:pt x="137" y="1"/>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0"/>
              <p:cNvSpPr/>
              <p:nvPr/>
            </p:nvSpPr>
            <p:spPr>
              <a:xfrm>
                <a:off x="3298700" y="4117725"/>
                <a:ext cx="5625" cy="13850"/>
              </a:xfrm>
              <a:custGeom>
                <a:rect b="b" l="l" r="r" t="t"/>
                <a:pathLst>
                  <a:path extrusionOk="0" h="554" w="225">
                    <a:moveTo>
                      <a:pt x="100" y="1"/>
                    </a:moveTo>
                    <a:cubicBezTo>
                      <a:pt x="47" y="1"/>
                      <a:pt x="1" y="70"/>
                      <a:pt x="51" y="120"/>
                    </a:cubicBezTo>
                    <a:cubicBezTo>
                      <a:pt x="89" y="158"/>
                      <a:pt x="67" y="267"/>
                      <a:pt x="62" y="316"/>
                    </a:cubicBezTo>
                    <a:cubicBezTo>
                      <a:pt x="62" y="381"/>
                      <a:pt x="40" y="463"/>
                      <a:pt x="67" y="517"/>
                    </a:cubicBezTo>
                    <a:cubicBezTo>
                      <a:pt x="81" y="542"/>
                      <a:pt x="104" y="554"/>
                      <a:pt x="127" y="554"/>
                    </a:cubicBezTo>
                    <a:cubicBezTo>
                      <a:pt x="150" y="554"/>
                      <a:pt x="173" y="542"/>
                      <a:pt x="187" y="517"/>
                    </a:cubicBezTo>
                    <a:cubicBezTo>
                      <a:pt x="224" y="453"/>
                      <a:pt x="220" y="333"/>
                      <a:pt x="219" y="256"/>
                    </a:cubicBezTo>
                    <a:lnTo>
                      <a:pt x="219" y="256"/>
                    </a:lnTo>
                    <a:cubicBezTo>
                      <a:pt x="225" y="169"/>
                      <a:pt x="198" y="88"/>
                      <a:pt x="149" y="22"/>
                    </a:cubicBezTo>
                    <a:cubicBezTo>
                      <a:pt x="133" y="7"/>
                      <a:pt x="117"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0"/>
              <p:cNvSpPr/>
              <p:nvPr/>
            </p:nvSpPr>
            <p:spPr>
              <a:xfrm>
                <a:off x="3304725" y="4118550"/>
                <a:ext cx="6275" cy="8950"/>
              </a:xfrm>
              <a:custGeom>
                <a:rect b="b" l="l" r="r" t="t"/>
                <a:pathLst>
                  <a:path extrusionOk="0" h="358" w="251">
                    <a:moveTo>
                      <a:pt x="103" y="0"/>
                    </a:moveTo>
                    <a:cubicBezTo>
                      <a:pt x="33" y="0"/>
                      <a:pt x="0" y="98"/>
                      <a:pt x="65" y="131"/>
                    </a:cubicBezTo>
                    <a:lnTo>
                      <a:pt x="76" y="136"/>
                    </a:lnTo>
                    <a:cubicBezTo>
                      <a:pt x="76" y="136"/>
                      <a:pt x="82" y="147"/>
                      <a:pt x="82" y="147"/>
                    </a:cubicBezTo>
                    <a:cubicBezTo>
                      <a:pt x="82" y="169"/>
                      <a:pt x="82" y="185"/>
                      <a:pt x="82" y="207"/>
                    </a:cubicBezTo>
                    <a:cubicBezTo>
                      <a:pt x="71" y="261"/>
                      <a:pt x="92" y="321"/>
                      <a:pt x="136" y="354"/>
                    </a:cubicBezTo>
                    <a:cubicBezTo>
                      <a:pt x="141" y="356"/>
                      <a:pt x="150" y="358"/>
                      <a:pt x="158" y="358"/>
                    </a:cubicBezTo>
                    <a:cubicBezTo>
                      <a:pt x="166" y="358"/>
                      <a:pt x="174" y="356"/>
                      <a:pt x="179" y="354"/>
                    </a:cubicBezTo>
                    <a:cubicBezTo>
                      <a:pt x="217" y="332"/>
                      <a:pt x="239" y="299"/>
                      <a:pt x="245" y="261"/>
                    </a:cubicBezTo>
                    <a:cubicBezTo>
                      <a:pt x="250" y="223"/>
                      <a:pt x="250" y="185"/>
                      <a:pt x="245" y="142"/>
                    </a:cubicBezTo>
                    <a:cubicBezTo>
                      <a:pt x="239" y="66"/>
                      <a:pt x="179" y="6"/>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0"/>
              <p:cNvSpPr/>
              <p:nvPr/>
            </p:nvSpPr>
            <p:spPr>
              <a:xfrm>
                <a:off x="3343850" y="4091900"/>
                <a:ext cx="4775" cy="15000"/>
              </a:xfrm>
              <a:custGeom>
                <a:rect b="b" l="l" r="r" t="t"/>
                <a:pathLst>
                  <a:path extrusionOk="0" h="600" w="191">
                    <a:moveTo>
                      <a:pt x="96" y="1"/>
                    </a:moveTo>
                    <a:cubicBezTo>
                      <a:pt x="62" y="1"/>
                      <a:pt x="28" y="23"/>
                      <a:pt x="22" y="66"/>
                    </a:cubicBezTo>
                    <a:cubicBezTo>
                      <a:pt x="22" y="159"/>
                      <a:pt x="22" y="256"/>
                      <a:pt x="11" y="349"/>
                    </a:cubicBezTo>
                    <a:cubicBezTo>
                      <a:pt x="1" y="419"/>
                      <a:pt x="6" y="496"/>
                      <a:pt x="33" y="561"/>
                    </a:cubicBezTo>
                    <a:cubicBezTo>
                      <a:pt x="46" y="588"/>
                      <a:pt x="68" y="599"/>
                      <a:pt x="92" y="599"/>
                    </a:cubicBezTo>
                    <a:cubicBezTo>
                      <a:pt x="139" y="599"/>
                      <a:pt x="191" y="554"/>
                      <a:pt x="180" y="496"/>
                    </a:cubicBezTo>
                    <a:lnTo>
                      <a:pt x="174" y="496"/>
                    </a:lnTo>
                    <a:cubicBezTo>
                      <a:pt x="169" y="436"/>
                      <a:pt x="169" y="376"/>
                      <a:pt x="174" y="316"/>
                    </a:cubicBezTo>
                    <a:cubicBezTo>
                      <a:pt x="174" y="229"/>
                      <a:pt x="169" y="148"/>
                      <a:pt x="169" y="66"/>
                    </a:cubicBezTo>
                    <a:cubicBezTo>
                      <a:pt x="164" y="23"/>
                      <a:pt x="130"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0"/>
              <p:cNvSpPr/>
              <p:nvPr/>
            </p:nvSpPr>
            <p:spPr>
              <a:xfrm>
                <a:off x="3350250" y="4089225"/>
                <a:ext cx="4100" cy="13175"/>
              </a:xfrm>
              <a:custGeom>
                <a:rect b="b" l="l" r="r" t="t"/>
                <a:pathLst>
                  <a:path extrusionOk="0" h="527" w="164">
                    <a:moveTo>
                      <a:pt x="80" y="1"/>
                    </a:moveTo>
                    <a:cubicBezTo>
                      <a:pt x="52" y="1"/>
                      <a:pt x="24" y="18"/>
                      <a:pt x="16" y="54"/>
                    </a:cubicBezTo>
                    <a:cubicBezTo>
                      <a:pt x="11" y="157"/>
                      <a:pt x="0" y="260"/>
                      <a:pt x="0" y="363"/>
                    </a:cubicBezTo>
                    <a:cubicBezTo>
                      <a:pt x="0" y="418"/>
                      <a:pt x="0" y="526"/>
                      <a:pt x="82" y="526"/>
                    </a:cubicBezTo>
                    <a:cubicBezTo>
                      <a:pt x="163" y="526"/>
                      <a:pt x="163" y="434"/>
                      <a:pt x="163" y="380"/>
                    </a:cubicBezTo>
                    <a:cubicBezTo>
                      <a:pt x="163" y="271"/>
                      <a:pt x="152" y="162"/>
                      <a:pt x="147" y="54"/>
                    </a:cubicBezTo>
                    <a:cubicBezTo>
                      <a:pt x="136" y="18"/>
                      <a:pt x="107" y="1"/>
                      <a:pt x="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20"/>
              <p:cNvSpPr/>
              <p:nvPr/>
            </p:nvSpPr>
            <p:spPr>
              <a:xfrm>
                <a:off x="3356350" y="4086450"/>
                <a:ext cx="4650" cy="12025"/>
              </a:xfrm>
              <a:custGeom>
                <a:rect b="b" l="l" r="r" t="t"/>
                <a:pathLst>
                  <a:path extrusionOk="0" h="481" w="186">
                    <a:moveTo>
                      <a:pt x="113" y="1"/>
                    </a:moveTo>
                    <a:cubicBezTo>
                      <a:pt x="92" y="1"/>
                      <a:pt x="71" y="15"/>
                      <a:pt x="71" y="40"/>
                    </a:cubicBezTo>
                    <a:cubicBezTo>
                      <a:pt x="77" y="132"/>
                      <a:pt x="66" y="224"/>
                      <a:pt x="39" y="317"/>
                    </a:cubicBezTo>
                    <a:cubicBezTo>
                      <a:pt x="17" y="377"/>
                      <a:pt x="1" y="431"/>
                      <a:pt x="60" y="474"/>
                    </a:cubicBezTo>
                    <a:cubicBezTo>
                      <a:pt x="67" y="479"/>
                      <a:pt x="74" y="480"/>
                      <a:pt x="81" y="480"/>
                    </a:cubicBezTo>
                    <a:cubicBezTo>
                      <a:pt x="92" y="480"/>
                      <a:pt x="103" y="476"/>
                      <a:pt x="109" y="469"/>
                    </a:cubicBezTo>
                    <a:cubicBezTo>
                      <a:pt x="153" y="415"/>
                      <a:pt x="175" y="349"/>
                      <a:pt x="175" y="284"/>
                    </a:cubicBezTo>
                    <a:cubicBezTo>
                      <a:pt x="185" y="197"/>
                      <a:pt x="175" y="110"/>
                      <a:pt x="153" y="29"/>
                    </a:cubicBezTo>
                    <a:cubicBezTo>
                      <a:pt x="146" y="10"/>
                      <a:pt x="129" y="1"/>
                      <a:pt x="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20"/>
              <p:cNvSpPr/>
              <p:nvPr/>
            </p:nvSpPr>
            <p:spPr>
              <a:xfrm>
                <a:off x="3223450" y="4023225"/>
                <a:ext cx="6400" cy="12225"/>
              </a:xfrm>
              <a:custGeom>
                <a:rect b="b" l="l" r="r" t="t"/>
                <a:pathLst>
                  <a:path extrusionOk="0" h="489" w="256">
                    <a:moveTo>
                      <a:pt x="93" y="0"/>
                    </a:moveTo>
                    <a:cubicBezTo>
                      <a:pt x="48" y="0"/>
                      <a:pt x="0" y="55"/>
                      <a:pt x="33" y="101"/>
                    </a:cubicBezTo>
                    <a:cubicBezTo>
                      <a:pt x="55" y="133"/>
                      <a:pt x="71" y="177"/>
                      <a:pt x="71" y="220"/>
                    </a:cubicBezTo>
                    <a:cubicBezTo>
                      <a:pt x="77" y="285"/>
                      <a:pt x="93" y="345"/>
                      <a:pt x="98" y="405"/>
                    </a:cubicBezTo>
                    <a:cubicBezTo>
                      <a:pt x="98" y="443"/>
                      <a:pt x="120" y="476"/>
                      <a:pt x="153" y="487"/>
                    </a:cubicBezTo>
                    <a:cubicBezTo>
                      <a:pt x="158" y="488"/>
                      <a:pt x="164" y="489"/>
                      <a:pt x="170" y="489"/>
                    </a:cubicBezTo>
                    <a:cubicBezTo>
                      <a:pt x="186" y="489"/>
                      <a:pt x="202" y="484"/>
                      <a:pt x="218" y="476"/>
                    </a:cubicBezTo>
                    <a:cubicBezTo>
                      <a:pt x="240" y="465"/>
                      <a:pt x="256" y="438"/>
                      <a:pt x="256" y="410"/>
                    </a:cubicBezTo>
                    <a:cubicBezTo>
                      <a:pt x="245" y="329"/>
                      <a:pt x="223" y="253"/>
                      <a:pt x="207" y="177"/>
                    </a:cubicBezTo>
                    <a:cubicBezTo>
                      <a:pt x="196" y="117"/>
                      <a:pt x="169" y="63"/>
                      <a:pt x="131" y="19"/>
                    </a:cubicBezTo>
                    <a:cubicBezTo>
                      <a:pt x="120" y="6"/>
                      <a:pt x="107"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0"/>
              <p:cNvSpPr/>
              <p:nvPr/>
            </p:nvSpPr>
            <p:spPr>
              <a:xfrm>
                <a:off x="3230650" y="4020650"/>
                <a:ext cx="5850" cy="10850"/>
              </a:xfrm>
              <a:custGeom>
                <a:rect b="b" l="l" r="r" t="t"/>
                <a:pathLst>
                  <a:path extrusionOk="0" h="434" w="234">
                    <a:moveTo>
                      <a:pt x="103" y="0"/>
                    </a:moveTo>
                    <a:cubicBezTo>
                      <a:pt x="76" y="0"/>
                      <a:pt x="50" y="25"/>
                      <a:pt x="60" y="57"/>
                    </a:cubicBezTo>
                    <a:cubicBezTo>
                      <a:pt x="82" y="171"/>
                      <a:pt x="1" y="334"/>
                      <a:pt x="104" y="421"/>
                    </a:cubicBezTo>
                    <a:cubicBezTo>
                      <a:pt x="117" y="430"/>
                      <a:pt x="132" y="434"/>
                      <a:pt x="148" y="434"/>
                    </a:cubicBezTo>
                    <a:cubicBezTo>
                      <a:pt x="191" y="434"/>
                      <a:pt x="234" y="402"/>
                      <a:pt x="218" y="350"/>
                    </a:cubicBezTo>
                    <a:lnTo>
                      <a:pt x="218" y="350"/>
                    </a:lnTo>
                    <a:lnTo>
                      <a:pt x="218" y="356"/>
                    </a:lnTo>
                    <a:cubicBezTo>
                      <a:pt x="207" y="301"/>
                      <a:pt x="202" y="253"/>
                      <a:pt x="207" y="198"/>
                    </a:cubicBezTo>
                    <a:cubicBezTo>
                      <a:pt x="207" y="133"/>
                      <a:pt x="185" y="73"/>
                      <a:pt x="142" y="24"/>
                    </a:cubicBezTo>
                    <a:cubicBezTo>
                      <a:pt x="132" y="7"/>
                      <a:pt x="118"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20"/>
              <p:cNvSpPr/>
              <p:nvPr/>
            </p:nvSpPr>
            <p:spPr>
              <a:xfrm>
                <a:off x="3239350" y="4020025"/>
                <a:ext cx="5175" cy="9200"/>
              </a:xfrm>
              <a:custGeom>
                <a:rect b="b" l="l" r="r" t="t"/>
                <a:pathLst>
                  <a:path extrusionOk="0" h="368" w="207">
                    <a:moveTo>
                      <a:pt x="88" y="0"/>
                    </a:moveTo>
                    <a:cubicBezTo>
                      <a:pt x="59" y="0"/>
                      <a:pt x="36" y="22"/>
                      <a:pt x="17" y="49"/>
                    </a:cubicBezTo>
                    <a:cubicBezTo>
                      <a:pt x="0" y="82"/>
                      <a:pt x="22" y="120"/>
                      <a:pt x="60" y="120"/>
                    </a:cubicBezTo>
                    <a:cubicBezTo>
                      <a:pt x="55" y="153"/>
                      <a:pt x="55" y="191"/>
                      <a:pt x="49" y="223"/>
                    </a:cubicBezTo>
                    <a:cubicBezTo>
                      <a:pt x="44" y="288"/>
                      <a:pt x="82" y="343"/>
                      <a:pt x="136" y="365"/>
                    </a:cubicBezTo>
                    <a:cubicBezTo>
                      <a:pt x="142" y="367"/>
                      <a:pt x="148" y="368"/>
                      <a:pt x="154" y="368"/>
                    </a:cubicBezTo>
                    <a:cubicBezTo>
                      <a:pt x="176" y="368"/>
                      <a:pt x="197" y="353"/>
                      <a:pt x="202" y="332"/>
                    </a:cubicBezTo>
                    <a:cubicBezTo>
                      <a:pt x="207" y="288"/>
                      <a:pt x="207" y="250"/>
                      <a:pt x="196" y="212"/>
                    </a:cubicBezTo>
                    <a:cubicBezTo>
                      <a:pt x="191" y="174"/>
                      <a:pt x="196" y="136"/>
                      <a:pt x="185" y="98"/>
                    </a:cubicBezTo>
                    <a:cubicBezTo>
                      <a:pt x="180" y="60"/>
                      <a:pt x="158" y="28"/>
                      <a:pt x="125" y="11"/>
                    </a:cubicBezTo>
                    <a:cubicBezTo>
                      <a:pt x="112" y="4"/>
                      <a:pt x="99"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120"/>
            <p:cNvGrpSpPr/>
            <p:nvPr/>
          </p:nvGrpSpPr>
          <p:grpSpPr>
            <a:xfrm>
              <a:off x="5871055" y="2859962"/>
              <a:ext cx="238532" cy="274325"/>
              <a:chOff x="3408275" y="3957500"/>
              <a:chExt cx="187275" cy="210825"/>
            </a:xfrm>
          </p:grpSpPr>
          <p:sp>
            <p:nvSpPr>
              <p:cNvPr id="5384" name="Google Shape;5384;p120"/>
              <p:cNvSpPr/>
              <p:nvPr/>
            </p:nvSpPr>
            <p:spPr>
              <a:xfrm>
                <a:off x="3408275" y="3957500"/>
                <a:ext cx="187275" cy="210825"/>
              </a:xfrm>
              <a:custGeom>
                <a:rect b="b" l="l" r="r" t="t"/>
                <a:pathLst>
                  <a:path extrusionOk="0" h="8433" w="7491">
                    <a:moveTo>
                      <a:pt x="4648" y="4502"/>
                    </a:moveTo>
                    <a:cubicBezTo>
                      <a:pt x="4675" y="4545"/>
                      <a:pt x="4702" y="4594"/>
                      <a:pt x="4735" y="4638"/>
                    </a:cubicBezTo>
                    <a:cubicBezTo>
                      <a:pt x="4751" y="4654"/>
                      <a:pt x="4767" y="4665"/>
                      <a:pt x="4773" y="4676"/>
                    </a:cubicBezTo>
                    <a:cubicBezTo>
                      <a:pt x="4746" y="4703"/>
                      <a:pt x="4724" y="4735"/>
                      <a:pt x="4702" y="4768"/>
                    </a:cubicBezTo>
                    <a:cubicBezTo>
                      <a:pt x="4702" y="4768"/>
                      <a:pt x="4697" y="4774"/>
                      <a:pt x="4697" y="4779"/>
                    </a:cubicBezTo>
                    <a:cubicBezTo>
                      <a:pt x="4648" y="4822"/>
                      <a:pt x="4593" y="4860"/>
                      <a:pt x="4534" y="4899"/>
                    </a:cubicBezTo>
                    <a:cubicBezTo>
                      <a:pt x="4474" y="4931"/>
                      <a:pt x="4436" y="4986"/>
                      <a:pt x="4376" y="5024"/>
                    </a:cubicBezTo>
                    <a:lnTo>
                      <a:pt x="4311" y="5072"/>
                    </a:lnTo>
                    <a:cubicBezTo>
                      <a:pt x="4300" y="5072"/>
                      <a:pt x="4289" y="5078"/>
                      <a:pt x="4284" y="5083"/>
                    </a:cubicBezTo>
                    <a:cubicBezTo>
                      <a:pt x="4256" y="5105"/>
                      <a:pt x="4224" y="5127"/>
                      <a:pt x="4197" y="5149"/>
                    </a:cubicBezTo>
                    <a:cubicBezTo>
                      <a:pt x="4169" y="5170"/>
                      <a:pt x="4131" y="5198"/>
                      <a:pt x="4104" y="5225"/>
                    </a:cubicBezTo>
                    <a:cubicBezTo>
                      <a:pt x="4088" y="5241"/>
                      <a:pt x="4066" y="5274"/>
                      <a:pt x="4044" y="5284"/>
                    </a:cubicBezTo>
                    <a:cubicBezTo>
                      <a:pt x="4032" y="5291"/>
                      <a:pt x="4027" y="5294"/>
                      <a:pt x="4023" y="5294"/>
                    </a:cubicBezTo>
                    <a:cubicBezTo>
                      <a:pt x="4018" y="5294"/>
                      <a:pt x="4018" y="5285"/>
                      <a:pt x="4001" y="5268"/>
                    </a:cubicBezTo>
                    <a:cubicBezTo>
                      <a:pt x="3985" y="5246"/>
                      <a:pt x="3968" y="5225"/>
                      <a:pt x="3957" y="5198"/>
                    </a:cubicBezTo>
                    <a:cubicBezTo>
                      <a:pt x="3941" y="5176"/>
                      <a:pt x="3925" y="5149"/>
                      <a:pt x="3903" y="5132"/>
                    </a:cubicBezTo>
                    <a:lnTo>
                      <a:pt x="3903" y="5127"/>
                    </a:lnTo>
                    <a:lnTo>
                      <a:pt x="3974" y="5072"/>
                    </a:lnTo>
                    <a:cubicBezTo>
                      <a:pt x="4028" y="5029"/>
                      <a:pt x="4088" y="4996"/>
                      <a:pt x="4148" y="4958"/>
                    </a:cubicBezTo>
                    <a:cubicBezTo>
                      <a:pt x="4213" y="4904"/>
                      <a:pt x="4273" y="4855"/>
                      <a:pt x="4332" y="4795"/>
                    </a:cubicBezTo>
                    <a:cubicBezTo>
                      <a:pt x="4447" y="4703"/>
                      <a:pt x="4550" y="4605"/>
                      <a:pt x="4648" y="4502"/>
                    </a:cubicBezTo>
                    <a:close/>
                    <a:moveTo>
                      <a:pt x="2484" y="203"/>
                    </a:moveTo>
                    <a:cubicBezTo>
                      <a:pt x="2560" y="203"/>
                      <a:pt x="2636" y="205"/>
                      <a:pt x="2713" y="207"/>
                    </a:cubicBezTo>
                    <a:cubicBezTo>
                      <a:pt x="3033" y="213"/>
                      <a:pt x="3349" y="294"/>
                      <a:pt x="3631" y="447"/>
                    </a:cubicBezTo>
                    <a:cubicBezTo>
                      <a:pt x="3892" y="588"/>
                      <a:pt x="4115" y="795"/>
                      <a:pt x="4338" y="990"/>
                    </a:cubicBezTo>
                    <a:cubicBezTo>
                      <a:pt x="4447" y="1083"/>
                      <a:pt x="4539" y="1202"/>
                      <a:pt x="4642" y="1305"/>
                    </a:cubicBezTo>
                    <a:cubicBezTo>
                      <a:pt x="4680" y="1354"/>
                      <a:pt x="4713" y="1409"/>
                      <a:pt x="4740" y="1463"/>
                    </a:cubicBezTo>
                    <a:cubicBezTo>
                      <a:pt x="4778" y="1528"/>
                      <a:pt x="4822" y="1588"/>
                      <a:pt x="4860" y="1653"/>
                    </a:cubicBezTo>
                    <a:cubicBezTo>
                      <a:pt x="4898" y="1719"/>
                      <a:pt x="4925" y="1784"/>
                      <a:pt x="4952" y="1854"/>
                    </a:cubicBezTo>
                    <a:cubicBezTo>
                      <a:pt x="4963" y="1893"/>
                      <a:pt x="4963" y="1931"/>
                      <a:pt x="4979" y="1963"/>
                    </a:cubicBezTo>
                    <a:cubicBezTo>
                      <a:pt x="4996" y="1996"/>
                      <a:pt x="5006" y="2012"/>
                      <a:pt x="5023" y="2034"/>
                    </a:cubicBezTo>
                    <a:cubicBezTo>
                      <a:pt x="5072" y="2175"/>
                      <a:pt x="5110" y="2317"/>
                      <a:pt x="5126" y="2463"/>
                    </a:cubicBezTo>
                    <a:cubicBezTo>
                      <a:pt x="5180" y="2773"/>
                      <a:pt x="5159" y="3088"/>
                      <a:pt x="5066" y="3382"/>
                    </a:cubicBezTo>
                    <a:cubicBezTo>
                      <a:pt x="5023" y="3507"/>
                      <a:pt x="4974" y="3632"/>
                      <a:pt x="4909" y="3746"/>
                    </a:cubicBezTo>
                    <a:cubicBezTo>
                      <a:pt x="4838" y="3887"/>
                      <a:pt x="4729" y="3985"/>
                      <a:pt x="4637" y="4110"/>
                    </a:cubicBezTo>
                    <a:cubicBezTo>
                      <a:pt x="4539" y="4257"/>
                      <a:pt x="4430" y="4388"/>
                      <a:pt x="4305" y="4507"/>
                    </a:cubicBezTo>
                    <a:cubicBezTo>
                      <a:pt x="4245" y="4562"/>
                      <a:pt x="4175" y="4610"/>
                      <a:pt x="4115" y="4670"/>
                    </a:cubicBezTo>
                    <a:cubicBezTo>
                      <a:pt x="4055" y="4719"/>
                      <a:pt x="3990" y="4763"/>
                      <a:pt x="3925" y="4806"/>
                    </a:cubicBezTo>
                    <a:cubicBezTo>
                      <a:pt x="3854" y="4850"/>
                      <a:pt x="3783" y="4909"/>
                      <a:pt x="3718" y="4958"/>
                    </a:cubicBezTo>
                    <a:cubicBezTo>
                      <a:pt x="3658" y="5007"/>
                      <a:pt x="3593" y="5056"/>
                      <a:pt x="3528" y="5100"/>
                    </a:cubicBezTo>
                    <a:cubicBezTo>
                      <a:pt x="3512" y="5105"/>
                      <a:pt x="3501" y="5116"/>
                      <a:pt x="3484" y="5121"/>
                    </a:cubicBezTo>
                    <a:cubicBezTo>
                      <a:pt x="3376" y="5149"/>
                      <a:pt x="3267" y="5170"/>
                      <a:pt x="3164" y="5208"/>
                    </a:cubicBezTo>
                    <a:cubicBezTo>
                      <a:pt x="3044" y="5246"/>
                      <a:pt x="2925" y="5246"/>
                      <a:pt x="2805" y="5274"/>
                    </a:cubicBezTo>
                    <a:cubicBezTo>
                      <a:pt x="2716" y="5293"/>
                      <a:pt x="2621" y="5301"/>
                      <a:pt x="2525" y="5301"/>
                    </a:cubicBezTo>
                    <a:cubicBezTo>
                      <a:pt x="2352" y="5301"/>
                      <a:pt x="2174" y="5274"/>
                      <a:pt x="2017" y="5236"/>
                    </a:cubicBezTo>
                    <a:cubicBezTo>
                      <a:pt x="1778" y="5176"/>
                      <a:pt x="1555" y="5072"/>
                      <a:pt x="1359" y="4926"/>
                    </a:cubicBezTo>
                    <a:cubicBezTo>
                      <a:pt x="1250" y="4860"/>
                      <a:pt x="1152" y="4790"/>
                      <a:pt x="1060" y="4703"/>
                    </a:cubicBezTo>
                    <a:cubicBezTo>
                      <a:pt x="968" y="4621"/>
                      <a:pt x="886" y="4523"/>
                      <a:pt x="815" y="4415"/>
                    </a:cubicBezTo>
                    <a:cubicBezTo>
                      <a:pt x="761" y="4328"/>
                      <a:pt x="690" y="4268"/>
                      <a:pt x="636" y="4181"/>
                    </a:cubicBezTo>
                    <a:cubicBezTo>
                      <a:pt x="571" y="4078"/>
                      <a:pt x="506" y="3964"/>
                      <a:pt x="446" y="3849"/>
                    </a:cubicBezTo>
                    <a:cubicBezTo>
                      <a:pt x="337" y="3599"/>
                      <a:pt x="266" y="3338"/>
                      <a:pt x="239" y="3067"/>
                    </a:cubicBezTo>
                    <a:cubicBezTo>
                      <a:pt x="212" y="2806"/>
                      <a:pt x="223" y="2545"/>
                      <a:pt x="266" y="2289"/>
                    </a:cubicBezTo>
                    <a:cubicBezTo>
                      <a:pt x="288" y="2164"/>
                      <a:pt x="332" y="2045"/>
                      <a:pt x="359" y="1920"/>
                    </a:cubicBezTo>
                    <a:cubicBezTo>
                      <a:pt x="381" y="1789"/>
                      <a:pt x="419" y="1664"/>
                      <a:pt x="473" y="1539"/>
                    </a:cubicBezTo>
                    <a:cubicBezTo>
                      <a:pt x="495" y="1490"/>
                      <a:pt x="538" y="1452"/>
                      <a:pt x="560" y="1398"/>
                    </a:cubicBezTo>
                    <a:cubicBezTo>
                      <a:pt x="582" y="1338"/>
                      <a:pt x="603" y="1278"/>
                      <a:pt x="636" y="1224"/>
                    </a:cubicBezTo>
                    <a:cubicBezTo>
                      <a:pt x="701" y="1110"/>
                      <a:pt x="799" y="1012"/>
                      <a:pt x="875" y="903"/>
                    </a:cubicBezTo>
                    <a:cubicBezTo>
                      <a:pt x="908" y="854"/>
                      <a:pt x="935" y="800"/>
                      <a:pt x="968" y="751"/>
                    </a:cubicBezTo>
                    <a:cubicBezTo>
                      <a:pt x="1017" y="691"/>
                      <a:pt x="1071" y="631"/>
                      <a:pt x="1131" y="583"/>
                    </a:cubicBezTo>
                    <a:cubicBezTo>
                      <a:pt x="1201" y="517"/>
                      <a:pt x="1278" y="463"/>
                      <a:pt x="1359" y="419"/>
                    </a:cubicBezTo>
                    <a:cubicBezTo>
                      <a:pt x="1506" y="354"/>
                      <a:pt x="1663" y="300"/>
                      <a:pt x="1821" y="267"/>
                    </a:cubicBezTo>
                    <a:cubicBezTo>
                      <a:pt x="1968" y="240"/>
                      <a:pt x="2115" y="229"/>
                      <a:pt x="2256" y="207"/>
                    </a:cubicBezTo>
                    <a:cubicBezTo>
                      <a:pt x="2332" y="205"/>
                      <a:pt x="2408" y="203"/>
                      <a:pt x="2484" y="203"/>
                    </a:cubicBezTo>
                    <a:close/>
                    <a:moveTo>
                      <a:pt x="5091" y="4703"/>
                    </a:moveTo>
                    <a:cubicBezTo>
                      <a:pt x="5107" y="4703"/>
                      <a:pt x="5124" y="4706"/>
                      <a:pt x="5142" y="4714"/>
                    </a:cubicBezTo>
                    <a:cubicBezTo>
                      <a:pt x="5202" y="4741"/>
                      <a:pt x="5262" y="4779"/>
                      <a:pt x="5316" y="4822"/>
                    </a:cubicBezTo>
                    <a:cubicBezTo>
                      <a:pt x="5376" y="4860"/>
                      <a:pt x="5430" y="4899"/>
                      <a:pt x="5485" y="4942"/>
                    </a:cubicBezTo>
                    <a:cubicBezTo>
                      <a:pt x="5528" y="4980"/>
                      <a:pt x="5566" y="5029"/>
                      <a:pt x="5604" y="5078"/>
                    </a:cubicBezTo>
                    <a:cubicBezTo>
                      <a:pt x="5642" y="5138"/>
                      <a:pt x="5697" y="5181"/>
                      <a:pt x="5740" y="5236"/>
                    </a:cubicBezTo>
                    <a:cubicBezTo>
                      <a:pt x="5822" y="5344"/>
                      <a:pt x="5920" y="5437"/>
                      <a:pt x="6001" y="5540"/>
                    </a:cubicBezTo>
                    <a:cubicBezTo>
                      <a:pt x="6034" y="5594"/>
                      <a:pt x="6072" y="5643"/>
                      <a:pt x="6115" y="5687"/>
                    </a:cubicBezTo>
                    <a:cubicBezTo>
                      <a:pt x="6170" y="5730"/>
                      <a:pt x="6213" y="5785"/>
                      <a:pt x="6257" y="5839"/>
                    </a:cubicBezTo>
                    <a:cubicBezTo>
                      <a:pt x="6338" y="5953"/>
                      <a:pt x="6420" y="6067"/>
                      <a:pt x="6507" y="6187"/>
                    </a:cubicBezTo>
                    <a:cubicBezTo>
                      <a:pt x="6539" y="6230"/>
                      <a:pt x="6577" y="6263"/>
                      <a:pt x="6615" y="6306"/>
                    </a:cubicBezTo>
                    <a:cubicBezTo>
                      <a:pt x="6659" y="6361"/>
                      <a:pt x="6681" y="6426"/>
                      <a:pt x="6724" y="6480"/>
                    </a:cubicBezTo>
                    <a:cubicBezTo>
                      <a:pt x="6817" y="6578"/>
                      <a:pt x="6898" y="6676"/>
                      <a:pt x="6980" y="6779"/>
                    </a:cubicBezTo>
                    <a:cubicBezTo>
                      <a:pt x="7029" y="6839"/>
                      <a:pt x="7078" y="6899"/>
                      <a:pt x="7116" y="6959"/>
                    </a:cubicBezTo>
                    <a:cubicBezTo>
                      <a:pt x="7159" y="7013"/>
                      <a:pt x="7197" y="7067"/>
                      <a:pt x="7224" y="7127"/>
                    </a:cubicBezTo>
                    <a:cubicBezTo>
                      <a:pt x="7246" y="7203"/>
                      <a:pt x="7170" y="7274"/>
                      <a:pt x="7132" y="7334"/>
                    </a:cubicBezTo>
                    <a:lnTo>
                      <a:pt x="7137" y="7328"/>
                    </a:lnTo>
                    <a:lnTo>
                      <a:pt x="7137" y="7328"/>
                    </a:lnTo>
                    <a:cubicBezTo>
                      <a:pt x="7099" y="7372"/>
                      <a:pt x="7061" y="7421"/>
                      <a:pt x="7034" y="7475"/>
                    </a:cubicBezTo>
                    <a:cubicBezTo>
                      <a:pt x="7025" y="7511"/>
                      <a:pt x="7053" y="7539"/>
                      <a:pt x="7084" y="7539"/>
                    </a:cubicBezTo>
                    <a:cubicBezTo>
                      <a:pt x="7091" y="7539"/>
                      <a:pt x="7098" y="7538"/>
                      <a:pt x="7105" y="7535"/>
                    </a:cubicBezTo>
                    <a:lnTo>
                      <a:pt x="7105" y="7535"/>
                    </a:lnTo>
                    <a:cubicBezTo>
                      <a:pt x="6963" y="7665"/>
                      <a:pt x="6817" y="7785"/>
                      <a:pt x="6659" y="7899"/>
                    </a:cubicBezTo>
                    <a:cubicBezTo>
                      <a:pt x="6588" y="7948"/>
                      <a:pt x="6512" y="7992"/>
                      <a:pt x="6436" y="8035"/>
                    </a:cubicBezTo>
                    <a:cubicBezTo>
                      <a:pt x="6393" y="8057"/>
                      <a:pt x="6355" y="8089"/>
                      <a:pt x="6311" y="8117"/>
                    </a:cubicBezTo>
                    <a:cubicBezTo>
                      <a:pt x="6284" y="8133"/>
                      <a:pt x="6220" y="8197"/>
                      <a:pt x="6187" y="8203"/>
                    </a:cubicBezTo>
                    <a:lnTo>
                      <a:pt x="6187" y="8203"/>
                    </a:lnTo>
                    <a:cubicBezTo>
                      <a:pt x="6221" y="8195"/>
                      <a:pt x="6072" y="8067"/>
                      <a:pt x="6056" y="8051"/>
                    </a:cubicBezTo>
                    <a:cubicBezTo>
                      <a:pt x="5974" y="7986"/>
                      <a:pt x="5898" y="7899"/>
                      <a:pt x="5822" y="7823"/>
                    </a:cubicBezTo>
                    <a:cubicBezTo>
                      <a:pt x="5670" y="7676"/>
                      <a:pt x="5523" y="7524"/>
                      <a:pt x="5382" y="7366"/>
                    </a:cubicBezTo>
                    <a:cubicBezTo>
                      <a:pt x="5251" y="7225"/>
                      <a:pt x="5115" y="7067"/>
                      <a:pt x="4974" y="6937"/>
                    </a:cubicBezTo>
                    <a:cubicBezTo>
                      <a:pt x="4909" y="6877"/>
                      <a:pt x="4843" y="6828"/>
                      <a:pt x="4784" y="6763"/>
                    </a:cubicBezTo>
                    <a:cubicBezTo>
                      <a:pt x="4718" y="6687"/>
                      <a:pt x="4648" y="6600"/>
                      <a:pt x="4582" y="6518"/>
                    </a:cubicBezTo>
                    <a:cubicBezTo>
                      <a:pt x="4523" y="6442"/>
                      <a:pt x="4457" y="6372"/>
                      <a:pt x="4392" y="6306"/>
                    </a:cubicBezTo>
                    <a:cubicBezTo>
                      <a:pt x="4322" y="6230"/>
                      <a:pt x="4256" y="6149"/>
                      <a:pt x="4207" y="6062"/>
                    </a:cubicBezTo>
                    <a:cubicBezTo>
                      <a:pt x="4169" y="6013"/>
                      <a:pt x="4137" y="5959"/>
                      <a:pt x="4110" y="5904"/>
                    </a:cubicBezTo>
                    <a:cubicBezTo>
                      <a:pt x="4093" y="5855"/>
                      <a:pt x="4077" y="5812"/>
                      <a:pt x="4050" y="5768"/>
                    </a:cubicBezTo>
                    <a:cubicBezTo>
                      <a:pt x="4028" y="5730"/>
                      <a:pt x="3963" y="5670"/>
                      <a:pt x="3957" y="5632"/>
                    </a:cubicBezTo>
                    <a:cubicBezTo>
                      <a:pt x="3952" y="5589"/>
                      <a:pt x="4001" y="5562"/>
                      <a:pt x="4028" y="5535"/>
                    </a:cubicBezTo>
                    <a:cubicBezTo>
                      <a:pt x="4061" y="5491"/>
                      <a:pt x="4099" y="5448"/>
                      <a:pt x="4142" y="5410"/>
                    </a:cubicBezTo>
                    <a:cubicBezTo>
                      <a:pt x="4180" y="5388"/>
                      <a:pt x="4213" y="5355"/>
                      <a:pt x="4251" y="5328"/>
                    </a:cubicBezTo>
                    <a:cubicBezTo>
                      <a:pt x="4332" y="5257"/>
                      <a:pt x="4430" y="5214"/>
                      <a:pt x="4512" y="5149"/>
                    </a:cubicBezTo>
                    <a:cubicBezTo>
                      <a:pt x="4544" y="5116"/>
                      <a:pt x="4577" y="5078"/>
                      <a:pt x="4610" y="5045"/>
                    </a:cubicBezTo>
                    <a:cubicBezTo>
                      <a:pt x="4648" y="5007"/>
                      <a:pt x="4686" y="4996"/>
                      <a:pt x="4724" y="4964"/>
                    </a:cubicBezTo>
                    <a:cubicBezTo>
                      <a:pt x="4784" y="4909"/>
                      <a:pt x="4843" y="4850"/>
                      <a:pt x="4892" y="4784"/>
                    </a:cubicBezTo>
                    <a:lnTo>
                      <a:pt x="4903" y="4768"/>
                    </a:lnTo>
                    <a:cubicBezTo>
                      <a:pt x="4925" y="4763"/>
                      <a:pt x="4941" y="4752"/>
                      <a:pt x="4958" y="4746"/>
                    </a:cubicBezTo>
                    <a:cubicBezTo>
                      <a:pt x="5009" y="4726"/>
                      <a:pt x="5047" y="4703"/>
                      <a:pt x="5091" y="4703"/>
                    </a:cubicBezTo>
                    <a:close/>
                    <a:moveTo>
                      <a:pt x="2617" y="1"/>
                    </a:moveTo>
                    <a:cubicBezTo>
                      <a:pt x="2549" y="1"/>
                      <a:pt x="2481" y="2"/>
                      <a:pt x="2414" y="6"/>
                    </a:cubicBezTo>
                    <a:cubicBezTo>
                      <a:pt x="2240" y="12"/>
                      <a:pt x="2066" y="23"/>
                      <a:pt x="1897" y="55"/>
                    </a:cubicBezTo>
                    <a:cubicBezTo>
                      <a:pt x="1718" y="77"/>
                      <a:pt x="1544" y="131"/>
                      <a:pt x="1386" y="218"/>
                    </a:cubicBezTo>
                    <a:cubicBezTo>
                      <a:pt x="1310" y="256"/>
                      <a:pt x="1234" y="300"/>
                      <a:pt x="1169" y="349"/>
                    </a:cubicBezTo>
                    <a:cubicBezTo>
                      <a:pt x="1142" y="371"/>
                      <a:pt x="1114" y="392"/>
                      <a:pt x="1093" y="419"/>
                    </a:cubicBezTo>
                    <a:cubicBezTo>
                      <a:pt x="989" y="485"/>
                      <a:pt x="897" y="572"/>
                      <a:pt x="821" y="669"/>
                    </a:cubicBezTo>
                    <a:cubicBezTo>
                      <a:pt x="788" y="718"/>
                      <a:pt x="756" y="773"/>
                      <a:pt x="718" y="827"/>
                    </a:cubicBezTo>
                    <a:cubicBezTo>
                      <a:pt x="680" y="876"/>
                      <a:pt x="631" y="925"/>
                      <a:pt x="587" y="974"/>
                    </a:cubicBezTo>
                    <a:cubicBezTo>
                      <a:pt x="506" y="1072"/>
                      <a:pt x="435" y="1186"/>
                      <a:pt x="386" y="1305"/>
                    </a:cubicBezTo>
                    <a:cubicBezTo>
                      <a:pt x="359" y="1349"/>
                      <a:pt x="332" y="1398"/>
                      <a:pt x="299" y="1441"/>
                    </a:cubicBezTo>
                    <a:cubicBezTo>
                      <a:pt x="266" y="1501"/>
                      <a:pt x="239" y="1566"/>
                      <a:pt x="218" y="1632"/>
                    </a:cubicBezTo>
                    <a:cubicBezTo>
                      <a:pt x="169" y="1768"/>
                      <a:pt x="152" y="1914"/>
                      <a:pt x="109" y="2050"/>
                    </a:cubicBezTo>
                    <a:cubicBezTo>
                      <a:pt x="33" y="2322"/>
                      <a:pt x="0" y="2599"/>
                      <a:pt x="11" y="2876"/>
                    </a:cubicBezTo>
                    <a:cubicBezTo>
                      <a:pt x="27" y="3165"/>
                      <a:pt x="82" y="3447"/>
                      <a:pt x="174" y="3719"/>
                    </a:cubicBezTo>
                    <a:cubicBezTo>
                      <a:pt x="218" y="3855"/>
                      <a:pt x="277" y="3985"/>
                      <a:pt x="348" y="4110"/>
                    </a:cubicBezTo>
                    <a:cubicBezTo>
                      <a:pt x="408" y="4219"/>
                      <a:pt x="457" y="4339"/>
                      <a:pt x="549" y="4426"/>
                    </a:cubicBezTo>
                    <a:cubicBezTo>
                      <a:pt x="636" y="4513"/>
                      <a:pt x="696" y="4632"/>
                      <a:pt x="777" y="4730"/>
                    </a:cubicBezTo>
                    <a:cubicBezTo>
                      <a:pt x="864" y="4833"/>
                      <a:pt x="962" y="4931"/>
                      <a:pt x="1071" y="5013"/>
                    </a:cubicBezTo>
                    <a:cubicBezTo>
                      <a:pt x="1294" y="5159"/>
                      <a:pt x="1517" y="5312"/>
                      <a:pt x="1772" y="5399"/>
                    </a:cubicBezTo>
                    <a:cubicBezTo>
                      <a:pt x="2018" y="5486"/>
                      <a:pt x="2277" y="5532"/>
                      <a:pt x="2539" y="5532"/>
                    </a:cubicBezTo>
                    <a:cubicBezTo>
                      <a:pt x="2602" y="5532"/>
                      <a:pt x="2666" y="5529"/>
                      <a:pt x="2729" y="5524"/>
                    </a:cubicBezTo>
                    <a:cubicBezTo>
                      <a:pt x="2800" y="5518"/>
                      <a:pt x="2870" y="5491"/>
                      <a:pt x="2941" y="5486"/>
                    </a:cubicBezTo>
                    <a:cubicBezTo>
                      <a:pt x="3012" y="5486"/>
                      <a:pt x="3082" y="5475"/>
                      <a:pt x="3153" y="5458"/>
                    </a:cubicBezTo>
                    <a:cubicBezTo>
                      <a:pt x="3207" y="5442"/>
                      <a:pt x="3262" y="5426"/>
                      <a:pt x="3316" y="5410"/>
                    </a:cubicBezTo>
                    <a:cubicBezTo>
                      <a:pt x="3332" y="5410"/>
                      <a:pt x="3349" y="5404"/>
                      <a:pt x="3359" y="5404"/>
                    </a:cubicBezTo>
                    <a:cubicBezTo>
                      <a:pt x="3436" y="5388"/>
                      <a:pt x="3506" y="5361"/>
                      <a:pt x="3577" y="5328"/>
                    </a:cubicBezTo>
                    <a:cubicBezTo>
                      <a:pt x="3658" y="5295"/>
                      <a:pt x="3740" y="5252"/>
                      <a:pt x="3811" y="5198"/>
                    </a:cubicBezTo>
                    <a:cubicBezTo>
                      <a:pt x="3838" y="5274"/>
                      <a:pt x="3881" y="5344"/>
                      <a:pt x="3936" y="5404"/>
                    </a:cubicBezTo>
                    <a:cubicBezTo>
                      <a:pt x="3914" y="5431"/>
                      <a:pt x="3887" y="5453"/>
                      <a:pt x="3860" y="5475"/>
                    </a:cubicBezTo>
                    <a:cubicBezTo>
                      <a:pt x="3675" y="5611"/>
                      <a:pt x="3870" y="5785"/>
                      <a:pt x="3919" y="5942"/>
                    </a:cubicBezTo>
                    <a:cubicBezTo>
                      <a:pt x="3990" y="6143"/>
                      <a:pt x="4104" y="6334"/>
                      <a:pt x="4262" y="6486"/>
                    </a:cubicBezTo>
                    <a:cubicBezTo>
                      <a:pt x="4409" y="6638"/>
                      <a:pt x="4517" y="6823"/>
                      <a:pt x="4669" y="6975"/>
                    </a:cubicBezTo>
                    <a:cubicBezTo>
                      <a:pt x="4735" y="7046"/>
                      <a:pt x="4816" y="7100"/>
                      <a:pt x="4881" y="7171"/>
                    </a:cubicBezTo>
                    <a:cubicBezTo>
                      <a:pt x="4963" y="7252"/>
                      <a:pt x="5034" y="7339"/>
                      <a:pt x="5110" y="7421"/>
                    </a:cubicBezTo>
                    <a:cubicBezTo>
                      <a:pt x="5267" y="7584"/>
                      <a:pt x="5414" y="7758"/>
                      <a:pt x="5577" y="7915"/>
                    </a:cubicBezTo>
                    <a:cubicBezTo>
                      <a:pt x="5653" y="7992"/>
                      <a:pt x="5729" y="8062"/>
                      <a:pt x="5806" y="8138"/>
                    </a:cubicBezTo>
                    <a:cubicBezTo>
                      <a:pt x="5876" y="8214"/>
                      <a:pt x="5952" y="8274"/>
                      <a:pt x="6018" y="8350"/>
                    </a:cubicBezTo>
                    <a:cubicBezTo>
                      <a:pt x="6068" y="8410"/>
                      <a:pt x="6120" y="8433"/>
                      <a:pt x="6172" y="8433"/>
                    </a:cubicBezTo>
                    <a:cubicBezTo>
                      <a:pt x="6296" y="8433"/>
                      <a:pt x="6421" y="8305"/>
                      <a:pt x="6528" y="8236"/>
                    </a:cubicBezTo>
                    <a:cubicBezTo>
                      <a:pt x="6626" y="8182"/>
                      <a:pt x="6724" y="8122"/>
                      <a:pt x="6811" y="8057"/>
                    </a:cubicBezTo>
                    <a:cubicBezTo>
                      <a:pt x="6909" y="7981"/>
                      <a:pt x="7001" y="7905"/>
                      <a:pt x="7099" y="7828"/>
                    </a:cubicBezTo>
                    <a:cubicBezTo>
                      <a:pt x="7186" y="7763"/>
                      <a:pt x="7262" y="7682"/>
                      <a:pt x="7333" y="7595"/>
                    </a:cubicBezTo>
                    <a:cubicBezTo>
                      <a:pt x="7366" y="7546"/>
                      <a:pt x="7393" y="7491"/>
                      <a:pt x="7415" y="7437"/>
                    </a:cubicBezTo>
                    <a:cubicBezTo>
                      <a:pt x="7425" y="7415"/>
                      <a:pt x="7436" y="7323"/>
                      <a:pt x="7453" y="7312"/>
                    </a:cubicBezTo>
                    <a:cubicBezTo>
                      <a:pt x="7480" y="7290"/>
                      <a:pt x="7485" y="7252"/>
                      <a:pt x="7458" y="7225"/>
                    </a:cubicBezTo>
                    <a:lnTo>
                      <a:pt x="7469" y="7220"/>
                    </a:lnTo>
                    <a:cubicBezTo>
                      <a:pt x="7491" y="7078"/>
                      <a:pt x="7409" y="6975"/>
                      <a:pt x="7333" y="6850"/>
                    </a:cubicBezTo>
                    <a:cubicBezTo>
                      <a:pt x="7290" y="6785"/>
                      <a:pt x="7241" y="6720"/>
                      <a:pt x="7186" y="6660"/>
                    </a:cubicBezTo>
                    <a:cubicBezTo>
                      <a:pt x="7132" y="6600"/>
                      <a:pt x="7088" y="6535"/>
                      <a:pt x="7039" y="6475"/>
                    </a:cubicBezTo>
                    <a:cubicBezTo>
                      <a:pt x="6985" y="6415"/>
                      <a:pt x="6936" y="6372"/>
                      <a:pt x="6887" y="6317"/>
                    </a:cubicBezTo>
                    <a:cubicBezTo>
                      <a:pt x="6844" y="6247"/>
                      <a:pt x="6800" y="6181"/>
                      <a:pt x="6746" y="6116"/>
                    </a:cubicBezTo>
                    <a:cubicBezTo>
                      <a:pt x="6643" y="6002"/>
                      <a:pt x="6545" y="5882"/>
                      <a:pt x="6463" y="5752"/>
                    </a:cubicBezTo>
                    <a:cubicBezTo>
                      <a:pt x="6371" y="5627"/>
                      <a:pt x="6257" y="5524"/>
                      <a:pt x="6159" y="5404"/>
                    </a:cubicBezTo>
                    <a:cubicBezTo>
                      <a:pt x="6110" y="5344"/>
                      <a:pt x="6061" y="5284"/>
                      <a:pt x="6007" y="5230"/>
                    </a:cubicBezTo>
                    <a:cubicBezTo>
                      <a:pt x="5947" y="5170"/>
                      <a:pt x="5898" y="5100"/>
                      <a:pt x="5833" y="5045"/>
                    </a:cubicBezTo>
                    <a:cubicBezTo>
                      <a:pt x="5729" y="4942"/>
                      <a:pt x="5653" y="4806"/>
                      <a:pt x="5523" y="4730"/>
                    </a:cubicBezTo>
                    <a:cubicBezTo>
                      <a:pt x="5490" y="4708"/>
                      <a:pt x="5452" y="4697"/>
                      <a:pt x="5425" y="4676"/>
                    </a:cubicBezTo>
                    <a:cubicBezTo>
                      <a:pt x="5387" y="4643"/>
                      <a:pt x="5349" y="4616"/>
                      <a:pt x="5311" y="4594"/>
                    </a:cubicBezTo>
                    <a:cubicBezTo>
                      <a:pt x="5248" y="4542"/>
                      <a:pt x="5173" y="4516"/>
                      <a:pt x="5099" y="4516"/>
                    </a:cubicBezTo>
                    <a:cubicBezTo>
                      <a:pt x="5026" y="4516"/>
                      <a:pt x="4954" y="4540"/>
                      <a:pt x="4892" y="4589"/>
                    </a:cubicBezTo>
                    <a:cubicBezTo>
                      <a:pt x="4854" y="4507"/>
                      <a:pt x="4811" y="4431"/>
                      <a:pt x="4756" y="4355"/>
                    </a:cubicBezTo>
                    <a:cubicBezTo>
                      <a:pt x="4784" y="4322"/>
                      <a:pt x="4811" y="4284"/>
                      <a:pt x="4833" y="4252"/>
                    </a:cubicBezTo>
                    <a:cubicBezTo>
                      <a:pt x="4881" y="4181"/>
                      <a:pt x="4947" y="4121"/>
                      <a:pt x="4996" y="4056"/>
                    </a:cubicBezTo>
                    <a:cubicBezTo>
                      <a:pt x="5083" y="3926"/>
                      <a:pt x="5159" y="3784"/>
                      <a:pt x="5208" y="3643"/>
                    </a:cubicBezTo>
                    <a:cubicBezTo>
                      <a:pt x="5273" y="3502"/>
                      <a:pt x="5316" y="3360"/>
                      <a:pt x="5343" y="3208"/>
                    </a:cubicBezTo>
                    <a:cubicBezTo>
                      <a:pt x="5376" y="3039"/>
                      <a:pt x="5387" y="2866"/>
                      <a:pt x="5382" y="2692"/>
                    </a:cubicBezTo>
                    <a:cubicBezTo>
                      <a:pt x="5376" y="2523"/>
                      <a:pt x="5343" y="2355"/>
                      <a:pt x="5300" y="2192"/>
                    </a:cubicBezTo>
                    <a:cubicBezTo>
                      <a:pt x="5284" y="2121"/>
                      <a:pt x="5257" y="2045"/>
                      <a:pt x="5229" y="1974"/>
                    </a:cubicBezTo>
                    <a:cubicBezTo>
                      <a:pt x="5218" y="1947"/>
                      <a:pt x="5202" y="1920"/>
                      <a:pt x="5191" y="1893"/>
                    </a:cubicBezTo>
                    <a:cubicBezTo>
                      <a:pt x="5170" y="1854"/>
                      <a:pt x="5164" y="1806"/>
                      <a:pt x="5148" y="1762"/>
                    </a:cubicBezTo>
                    <a:cubicBezTo>
                      <a:pt x="5088" y="1621"/>
                      <a:pt x="5012" y="1485"/>
                      <a:pt x="4925" y="1354"/>
                    </a:cubicBezTo>
                    <a:cubicBezTo>
                      <a:pt x="4892" y="1289"/>
                      <a:pt x="4854" y="1229"/>
                      <a:pt x="4811" y="1175"/>
                    </a:cubicBezTo>
                    <a:cubicBezTo>
                      <a:pt x="4762" y="1115"/>
                      <a:pt x="4697" y="1066"/>
                      <a:pt x="4648" y="1007"/>
                    </a:cubicBezTo>
                    <a:cubicBezTo>
                      <a:pt x="4593" y="947"/>
                      <a:pt x="4539" y="887"/>
                      <a:pt x="4485" y="833"/>
                    </a:cubicBezTo>
                    <a:cubicBezTo>
                      <a:pt x="4414" y="778"/>
                      <a:pt x="4343" y="724"/>
                      <a:pt x="4278" y="664"/>
                    </a:cubicBezTo>
                    <a:cubicBezTo>
                      <a:pt x="4169" y="561"/>
                      <a:pt x="4050" y="463"/>
                      <a:pt x="3925" y="387"/>
                    </a:cubicBezTo>
                    <a:cubicBezTo>
                      <a:pt x="3642" y="197"/>
                      <a:pt x="3321" y="72"/>
                      <a:pt x="2990" y="17"/>
                    </a:cubicBezTo>
                    <a:cubicBezTo>
                      <a:pt x="2867" y="7"/>
                      <a:pt x="2742" y="1"/>
                      <a:pt x="2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0"/>
              <p:cNvSpPr/>
              <p:nvPr/>
            </p:nvSpPr>
            <p:spPr>
              <a:xfrm>
                <a:off x="3419675" y="3969150"/>
                <a:ext cx="112150" cy="115075"/>
              </a:xfrm>
              <a:custGeom>
                <a:rect b="b" l="l" r="r" t="t"/>
                <a:pathLst>
                  <a:path extrusionOk="0" h="4603" w="4486">
                    <a:moveTo>
                      <a:pt x="2064" y="161"/>
                    </a:moveTo>
                    <a:cubicBezTo>
                      <a:pt x="2127" y="161"/>
                      <a:pt x="2191" y="163"/>
                      <a:pt x="2257" y="165"/>
                    </a:cubicBezTo>
                    <a:cubicBezTo>
                      <a:pt x="2523" y="171"/>
                      <a:pt x="2784" y="236"/>
                      <a:pt x="3018" y="367"/>
                    </a:cubicBezTo>
                    <a:cubicBezTo>
                      <a:pt x="3230" y="492"/>
                      <a:pt x="3425" y="644"/>
                      <a:pt x="3605" y="812"/>
                    </a:cubicBezTo>
                    <a:cubicBezTo>
                      <a:pt x="3697" y="894"/>
                      <a:pt x="3779" y="992"/>
                      <a:pt x="3860" y="1084"/>
                    </a:cubicBezTo>
                    <a:cubicBezTo>
                      <a:pt x="3893" y="1122"/>
                      <a:pt x="3920" y="1166"/>
                      <a:pt x="3942" y="1215"/>
                    </a:cubicBezTo>
                    <a:cubicBezTo>
                      <a:pt x="3974" y="1263"/>
                      <a:pt x="4012" y="1312"/>
                      <a:pt x="4040" y="1367"/>
                    </a:cubicBezTo>
                    <a:cubicBezTo>
                      <a:pt x="4072" y="1421"/>
                      <a:pt x="4094" y="1481"/>
                      <a:pt x="4116" y="1535"/>
                    </a:cubicBezTo>
                    <a:cubicBezTo>
                      <a:pt x="4126" y="1568"/>
                      <a:pt x="4126" y="1600"/>
                      <a:pt x="4143" y="1628"/>
                    </a:cubicBezTo>
                    <a:cubicBezTo>
                      <a:pt x="4154" y="1655"/>
                      <a:pt x="4165" y="1666"/>
                      <a:pt x="4175" y="1687"/>
                    </a:cubicBezTo>
                    <a:cubicBezTo>
                      <a:pt x="4219" y="1802"/>
                      <a:pt x="4252" y="1921"/>
                      <a:pt x="4262" y="2046"/>
                    </a:cubicBezTo>
                    <a:cubicBezTo>
                      <a:pt x="4306" y="2302"/>
                      <a:pt x="4290" y="2563"/>
                      <a:pt x="4213" y="2813"/>
                    </a:cubicBezTo>
                    <a:cubicBezTo>
                      <a:pt x="4181" y="2921"/>
                      <a:pt x="4132" y="3019"/>
                      <a:pt x="4078" y="3117"/>
                    </a:cubicBezTo>
                    <a:cubicBezTo>
                      <a:pt x="4012" y="3226"/>
                      <a:pt x="3936" y="3324"/>
                      <a:pt x="3855" y="3421"/>
                    </a:cubicBezTo>
                    <a:cubicBezTo>
                      <a:pt x="3773" y="3541"/>
                      <a:pt x="3681" y="3650"/>
                      <a:pt x="3577" y="3748"/>
                    </a:cubicBezTo>
                    <a:cubicBezTo>
                      <a:pt x="3529" y="3797"/>
                      <a:pt x="3474" y="3835"/>
                      <a:pt x="3420" y="3884"/>
                    </a:cubicBezTo>
                    <a:cubicBezTo>
                      <a:pt x="3371" y="3927"/>
                      <a:pt x="3317" y="3965"/>
                      <a:pt x="3262" y="3998"/>
                    </a:cubicBezTo>
                    <a:cubicBezTo>
                      <a:pt x="3202" y="4036"/>
                      <a:pt x="3148" y="4079"/>
                      <a:pt x="3088" y="4123"/>
                    </a:cubicBezTo>
                    <a:cubicBezTo>
                      <a:pt x="3039" y="4166"/>
                      <a:pt x="2985" y="4210"/>
                      <a:pt x="2931" y="4242"/>
                    </a:cubicBezTo>
                    <a:cubicBezTo>
                      <a:pt x="2920" y="4248"/>
                      <a:pt x="2909" y="4253"/>
                      <a:pt x="2898" y="4264"/>
                    </a:cubicBezTo>
                    <a:cubicBezTo>
                      <a:pt x="2806" y="4286"/>
                      <a:pt x="2719" y="4302"/>
                      <a:pt x="2626" y="4329"/>
                    </a:cubicBezTo>
                    <a:cubicBezTo>
                      <a:pt x="2528" y="4362"/>
                      <a:pt x="2431" y="4362"/>
                      <a:pt x="2333" y="4384"/>
                    </a:cubicBezTo>
                    <a:cubicBezTo>
                      <a:pt x="2244" y="4399"/>
                      <a:pt x="2155" y="4406"/>
                      <a:pt x="2067" y="4406"/>
                    </a:cubicBezTo>
                    <a:cubicBezTo>
                      <a:pt x="1934" y="4406"/>
                      <a:pt x="1803" y="4389"/>
                      <a:pt x="1675" y="4356"/>
                    </a:cubicBezTo>
                    <a:cubicBezTo>
                      <a:pt x="1474" y="4302"/>
                      <a:pt x="1289" y="4215"/>
                      <a:pt x="1120" y="4096"/>
                    </a:cubicBezTo>
                    <a:cubicBezTo>
                      <a:pt x="1034" y="4047"/>
                      <a:pt x="952" y="3981"/>
                      <a:pt x="876" y="3916"/>
                    </a:cubicBezTo>
                    <a:cubicBezTo>
                      <a:pt x="800" y="3840"/>
                      <a:pt x="729" y="3758"/>
                      <a:pt x="675" y="3672"/>
                    </a:cubicBezTo>
                    <a:cubicBezTo>
                      <a:pt x="631" y="3606"/>
                      <a:pt x="566" y="3552"/>
                      <a:pt x="528" y="3481"/>
                    </a:cubicBezTo>
                    <a:cubicBezTo>
                      <a:pt x="468" y="3389"/>
                      <a:pt x="414" y="3296"/>
                      <a:pt x="365" y="3199"/>
                    </a:cubicBezTo>
                    <a:cubicBezTo>
                      <a:pt x="278" y="2992"/>
                      <a:pt x="218" y="2775"/>
                      <a:pt x="191" y="2552"/>
                    </a:cubicBezTo>
                    <a:cubicBezTo>
                      <a:pt x="169" y="2334"/>
                      <a:pt x="180" y="2117"/>
                      <a:pt x="218" y="1899"/>
                    </a:cubicBezTo>
                    <a:cubicBezTo>
                      <a:pt x="234" y="1796"/>
                      <a:pt x="267" y="1698"/>
                      <a:pt x="294" y="1595"/>
                    </a:cubicBezTo>
                    <a:cubicBezTo>
                      <a:pt x="311" y="1486"/>
                      <a:pt x="343" y="1378"/>
                      <a:pt x="387" y="1280"/>
                    </a:cubicBezTo>
                    <a:cubicBezTo>
                      <a:pt x="414" y="1236"/>
                      <a:pt x="436" y="1198"/>
                      <a:pt x="463" y="1155"/>
                    </a:cubicBezTo>
                    <a:cubicBezTo>
                      <a:pt x="479" y="1106"/>
                      <a:pt x="495" y="1062"/>
                      <a:pt x="523" y="1013"/>
                    </a:cubicBezTo>
                    <a:cubicBezTo>
                      <a:pt x="582" y="921"/>
                      <a:pt x="658" y="839"/>
                      <a:pt x="724" y="747"/>
                    </a:cubicBezTo>
                    <a:cubicBezTo>
                      <a:pt x="751" y="709"/>
                      <a:pt x="773" y="660"/>
                      <a:pt x="800" y="617"/>
                    </a:cubicBezTo>
                    <a:cubicBezTo>
                      <a:pt x="838" y="568"/>
                      <a:pt x="887" y="524"/>
                      <a:pt x="936" y="481"/>
                    </a:cubicBezTo>
                    <a:cubicBezTo>
                      <a:pt x="995" y="426"/>
                      <a:pt x="1055" y="383"/>
                      <a:pt x="1126" y="345"/>
                    </a:cubicBezTo>
                    <a:cubicBezTo>
                      <a:pt x="1246" y="285"/>
                      <a:pt x="1376" y="242"/>
                      <a:pt x="1512" y="214"/>
                    </a:cubicBezTo>
                    <a:cubicBezTo>
                      <a:pt x="1631" y="193"/>
                      <a:pt x="1751" y="182"/>
                      <a:pt x="1876" y="165"/>
                    </a:cubicBezTo>
                    <a:cubicBezTo>
                      <a:pt x="1939" y="163"/>
                      <a:pt x="2001" y="161"/>
                      <a:pt x="2064" y="161"/>
                    </a:cubicBezTo>
                    <a:close/>
                    <a:moveTo>
                      <a:pt x="2224" y="0"/>
                    </a:moveTo>
                    <a:cubicBezTo>
                      <a:pt x="2152" y="0"/>
                      <a:pt x="2080" y="3"/>
                      <a:pt x="2007" y="8"/>
                    </a:cubicBezTo>
                    <a:cubicBezTo>
                      <a:pt x="1865" y="8"/>
                      <a:pt x="1718" y="19"/>
                      <a:pt x="1577" y="46"/>
                    </a:cubicBezTo>
                    <a:cubicBezTo>
                      <a:pt x="1430" y="62"/>
                      <a:pt x="1284" y="111"/>
                      <a:pt x="1153" y="182"/>
                    </a:cubicBezTo>
                    <a:cubicBezTo>
                      <a:pt x="1088" y="214"/>
                      <a:pt x="1028" y="247"/>
                      <a:pt x="974" y="290"/>
                    </a:cubicBezTo>
                    <a:cubicBezTo>
                      <a:pt x="947" y="307"/>
                      <a:pt x="925" y="323"/>
                      <a:pt x="908" y="345"/>
                    </a:cubicBezTo>
                    <a:cubicBezTo>
                      <a:pt x="822" y="405"/>
                      <a:pt x="745" y="475"/>
                      <a:pt x="686" y="551"/>
                    </a:cubicBezTo>
                    <a:cubicBezTo>
                      <a:pt x="653" y="595"/>
                      <a:pt x="631" y="644"/>
                      <a:pt x="599" y="687"/>
                    </a:cubicBezTo>
                    <a:cubicBezTo>
                      <a:pt x="566" y="725"/>
                      <a:pt x="523" y="769"/>
                      <a:pt x="490" y="812"/>
                    </a:cubicBezTo>
                    <a:cubicBezTo>
                      <a:pt x="419" y="894"/>
                      <a:pt x="365" y="981"/>
                      <a:pt x="321" y="1084"/>
                    </a:cubicBezTo>
                    <a:cubicBezTo>
                      <a:pt x="300" y="1122"/>
                      <a:pt x="278" y="1160"/>
                      <a:pt x="251" y="1198"/>
                    </a:cubicBezTo>
                    <a:cubicBezTo>
                      <a:pt x="224" y="1247"/>
                      <a:pt x="202" y="1302"/>
                      <a:pt x="180" y="1356"/>
                    </a:cubicBezTo>
                    <a:cubicBezTo>
                      <a:pt x="142" y="1470"/>
                      <a:pt x="126" y="1590"/>
                      <a:pt x="93" y="1704"/>
                    </a:cubicBezTo>
                    <a:cubicBezTo>
                      <a:pt x="28" y="1927"/>
                      <a:pt x="1" y="2160"/>
                      <a:pt x="6" y="2389"/>
                    </a:cubicBezTo>
                    <a:cubicBezTo>
                      <a:pt x="22" y="2628"/>
                      <a:pt x="66" y="2867"/>
                      <a:pt x="142" y="3095"/>
                    </a:cubicBezTo>
                    <a:cubicBezTo>
                      <a:pt x="180" y="3204"/>
                      <a:pt x="229" y="3313"/>
                      <a:pt x="289" y="3416"/>
                    </a:cubicBezTo>
                    <a:cubicBezTo>
                      <a:pt x="332" y="3514"/>
                      <a:pt x="387" y="3601"/>
                      <a:pt x="457" y="3682"/>
                    </a:cubicBezTo>
                    <a:cubicBezTo>
                      <a:pt x="528" y="3748"/>
                      <a:pt x="577" y="3856"/>
                      <a:pt x="648" y="3932"/>
                    </a:cubicBezTo>
                    <a:cubicBezTo>
                      <a:pt x="718" y="4025"/>
                      <a:pt x="800" y="4101"/>
                      <a:pt x="892" y="4172"/>
                    </a:cubicBezTo>
                    <a:cubicBezTo>
                      <a:pt x="1072" y="4302"/>
                      <a:pt x="1267" y="4411"/>
                      <a:pt x="1474" y="4492"/>
                    </a:cubicBezTo>
                    <a:cubicBezTo>
                      <a:pt x="1679" y="4566"/>
                      <a:pt x="1894" y="4602"/>
                      <a:pt x="2112" y="4602"/>
                    </a:cubicBezTo>
                    <a:cubicBezTo>
                      <a:pt x="2165" y="4602"/>
                      <a:pt x="2219" y="4600"/>
                      <a:pt x="2273" y="4596"/>
                    </a:cubicBezTo>
                    <a:cubicBezTo>
                      <a:pt x="2333" y="4590"/>
                      <a:pt x="2387" y="4568"/>
                      <a:pt x="2447" y="4568"/>
                    </a:cubicBezTo>
                    <a:cubicBezTo>
                      <a:pt x="2507" y="4563"/>
                      <a:pt x="2566" y="4558"/>
                      <a:pt x="2626" y="4541"/>
                    </a:cubicBezTo>
                    <a:cubicBezTo>
                      <a:pt x="2670" y="4530"/>
                      <a:pt x="2713" y="4514"/>
                      <a:pt x="2762" y="4498"/>
                    </a:cubicBezTo>
                    <a:lnTo>
                      <a:pt x="2795" y="4498"/>
                    </a:lnTo>
                    <a:cubicBezTo>
                      <a:pt x="2860" y="4487"/>
                      <a:pt x="2920" y="4465"/>
                      <a:pt x="2974" y="4438"/>
                    </a:cubicBezTo>
                    <a:cubicBezTo>
                      <a:pt x="3094" y="4384"/>
                      <a:pt x="3208" y="4308"/>
                      <a:pt x="3306" y="4221"/>
                    </a:cubicBezTo>
                    <a:cubicBezTo>
                      <a:pt x="3355" y="4182"/>
                      <a:pt x="3404" y="4161"/>
                      <a:pt x="3452" y="4128"/>
                    </a:cubicBezTo>
                    <a:cubicBezTo>
                      <a:pt x="3507" y="4085"/>
                      <a:pt x="3556" y="4036"/>
                      <a:pt x="3605" y="3992"/>
                    </a:cubicBezTo>
                    <a:cubicBezTo>
                      <a:pt x="3719" y="3900"/>
                      <a:pt x="3817" y="3802"/>
                      <a:pt x="3909" y="3693"/>
                    </a:cubicBezTo>
                    <a:cubicBezTo>
                      <a:pt x="3947" y="3644"/>
                      <a:pt x="3985" y="3590"/>
                      <a:pt x="4023" y="3536"/>
                    </a:cubicBezTo>
                    <a:cubicBezTo>
                      <a:pt x="4061" y="3481"/>
                      <a:pt x="4116" y="3427"/>
                      <a:pt x="4159" y="3373"/>
                    </a:cubicBezTo>
                    <a:cubicBezTo>
                      <a:pt x="4230" y="3264"/>
                      <a:pt x="4290" y="3150"/>
                      <a:pt x="4338" y="3030"/>
                    </a:cubicBezTo>
                    <a:cubicBezTo>
                      <a:pt x="4387" y="2911"/>
                      <a:pt x="4425" y="2791"/>
                      <a:pt x="4447" y="2671"/>
                    </a:cubicBezTo>
                    <a:cubicBezTo>
                      <a:pt x="4474" y="2525"/>
                      <a:pt x="4485" y="2383"/>
                      <a:pt x="4480" y="2236"/>
                    </a:cubicBezTo>
                    <a:cubicBezTo>
                      <a:pt x="4474" y="2095"/>
                      <a:pt x="4453" y="1959"/>
                      <a:pt x="4415" y="1823"/>
                    </a:cubicBezTo>
                    <a:cubicBezTo>
                      <a:pt x="4398" y="1764"/>
                      <a:pt x="4382" y="1704"/>
                      <a:pt x="4360" y="1644"/>
                    </a:cubicBezTo>
                    <a:cubicBezTo>
                      <a:pt x="4349" y="1617"/>
                      <a:pt x="4333" y="1595"/>
                      <a:pt x="4322" y="1573"/>
                    </a:cubicBezTo>
                    <a:cubicBezTo>
                      <a:pt x="4306" y="1541"/>
                      <a:pt x="4300" y="1503"/>
                      <a:pt x="4290" y="1465"/>
                    </a:cubicBezTo>
                    <a:cubicBezTo>
                      <a:pt x="4235" y="1345"/>
                      <a:pt x="4175" y="1231"/>
                      <a:pt x="4105" y="1128"/>
                    </a:cubicBezTo>
                    <a:cubicBezTo>
                      <a:pt x="4078" y="1073"/>
                      <a:pt x="4045" y="1024"/>
                      <a:pt x="4007" y="975"/>
                    </a:cubicBezTo>
                    <a:cubicBezTo>
                      <a:pt x="3963" y="926"/>
                      <a:pt x="3914" y="888"/>
                      <a:pt x="3871" y="839"/>
                    </a:cubicBezTo>
                    <a:cubicBezTo>
                      <a:pt x="3828" y="791"/>
                      <a:pt x="3784" y="742"/>
                      <a:pt x="3735" y="698"/>
                    </a:cubicBezTo>
                    <a:cubicBezTo>
                      <a:pt x="3681" y="649"/>
                      <a:pt x="3616" y="606"/>
                      <a:pt x="3567" y="551"/>
                    </a:cubicBezTo>
                    <a:cubicBezTo>
                      <a:pt x="3262" y="274"/>
                      <a:pt x="2893" y="89"/>
                      <a:pt x="2490" y="13"/>
                    </a:cubicBezTo>
                    <a:cubicBezTo>
                      <a:pt x="2401" y="4"/>
                      <a:pt x="2312" y="0"/>
                      <a:pt x="2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20"/>
              <p:cNvSpPr/>
              <p:nvPr/>
            </p:nvSpPr>
            <p:spPr>
              <a:xfrm>
                <a:off x="3451200" y="3981825"/>
                <a:ext cx="56425" cy="42550"/>
              </a:xfrm>
              <a:custGeom>
                <a:rect b="b" l="l" r="r" t="t"/>
                <a:pathLst>
                  <a:path extrusionOk="0" h="1702" w="2257">
                    <a:moveTo>
                      <a:pt x="1213" y="1"/>
                    </a:moveTo>
                    <a:cubicBezTo>
                      <a:pt x="1104" y="1"/>
                      <a:pt x="1001" y="17"/>
                      <a:pt x="903" y="39"/>
                    </a:cubicBezTo>
                    <a:cubicBezTo>
                      <a:pt x="778" y="55"/>
                      <a:pt x="664" y="88"/>
                      <a:pt x="555" y="142"/>
                    </a:cubicBezTo>
                    <a:cubicBezTo>
                      <a:pt x="474" y="175"/>
                      <a:pt x="403" y="224"/>
                      <a:pt x="338" y="284"/>
                    </a:cubicBezTo>
                    <a:cubicBezTo>
                      <a:pt x="294" y="327"/>
                      <a:pt x="267" y="381"/>
                      <a:pt x="235" y="430"/>
                    </a:cubicBezTo>
                    <a:cubicBezTo>
                      <a:pt x="197" y="474"/>
                      <a:pt x="153" y="506"/>
                      <a:pt x="115" y="550"/>
                    </a:cubicBezTo>
                    <a:cubicBezTo>
                      <a:pt x="1" y="664"/>
                      <a:pt x="6" y="854"/>
                      <a:pt x="126" y="963"/>
                    </a:cubicBezTo>
                    <a:cubicBezTo>
                      <a:pt x="232" y="1056"/>
                      <a:pt x="351" y="1084"/>
                      <a:pt x="476" y="1084"/>
                    </a:cubicBezTo>
                    <a:cubicBezTo>
                      <a:pt x="663" y="1084"/>
                      <a:pt x="862" y="1022"/>
                      <a:pt x="1049" y="1022"/>
                    </a:cubicBezTo>
                    <a:cubicBezTo>
                      <a:pt x="1101" y="1022"/>
                      <a:pt x="1152" y="1027"/>
                      <a:pt x="1202" y="1039"/>
                    </a:cubicBezTo>
                    <a:cubicBezTo>
                      <a:pt x="1300" y="1066"/>
                      <a:pt x="1403" y="1115"/>
                      <a:pt x="1441" y="1219"/>
                    </a:cubicBezTo>
                    <a:cubicBezTo>
                      <a:pt x="1447" y="1262"/>
                      <a:pt x="1463" y="1300"/>
                      <a:pt x="1485" y="1338"/>
                    </a:cubicBezTo>
                    <a:cubicBezTo>
                      <a:pt x="1523" y="1376"/>
                      <a:pt x="1561" y="1420"/>
                      <a:pt x="1594" y="1463"/>
                    </a:cubicBezTo>
                    <a:cubicBezTo>
                      <a:pt x="1662" y="1573"/>
                      <a:pt x="1780" y="1701"/>
                      <a:pt x="1916" y="1701"/>
                    </a:cubicBezTo>
                    <a:cubicBezTo>
                      <a:pt x="1942" y="1701"/>
                      <a:pt x="1969" y="1696"/>
                      <a:pt x="1996" y="1686"/>
                    </a:cubicBezTo>
                    <a:cubicBezTo>
                      <a:pt x="2191" y="1604"/>
                      <a:pt x="2257" y="1360"/>
                      <a:pt x="2240" y="1175"/>
                    </a:cubicBezTo>
                    <a:lnTo>
                      <a:pt x="2240" y="1175"/>
                    </a:lnTo>
                    <a:lnTo>
                      <a:pt x="2235" y="1180"/>
                    </a:lnTo>
                    <a:cubicBezTo>
                      <a:pt x="2219" y="1050"/>
                      <a:pt x="2181" y="925"/>
                      <a:pt x="2132" y="811"/>
                    </a:cubicBezTo>
                    <a:cubicBezTo>
                      <a:pt x="2115" y="762"/>
                      <a:pt x="2099" y="718"/>
                      <a:pt x="2077" y="675"/>
                    </a:cubicBezTo>
                    <a:cubicBezTo>
                      <a:pt x="2039" y="626"/>
                      <a:pt x="2001" y="583"/>
                      <a:pt x="1958" y="539"/>
                    </a:cubicBezTo>
                    <a:cubicBezTo>
                      <a:pt x="1952" y="530"/>
                      <a:pt x="1945" y="526"/>
                      <a:pt x="1937" y="526"/>
                    </a:cubicBezTo>
                    <a:cubicBezTo>
                      <a:pt x="1918" y="526"/>
                      <a:pt x="1899" y="552"/>
                      <a:pt x="1903" y="572"/>
                    </a:cubicBezTo>
                    <a:cubicBezTo>
                      <a:pt x="1914" y="648"/>
                      <a:pt x="1969" y="708"/>
                      <a:pt x="1990" y="784"/>
                    </a:cubicBezTo>
                    <a:cubicBezTo>
                      <a:pt x="2017" y="881"/>
                      <a:pt x="2061" y="968"/>
                      <a:pt x="2083" y="1066"/>
                    </a:cubicBezTo>
                    <a:cubicBezTo>
                      <a:pt x="2126" y="1229"/>
                      <a:pt x="2132" y="1458"/>
                      <a:pt x="1958" y="1561"/>
                    </a:cubicBezTo>
                    <a:cubicBezTo>
                      <a:pt x="1937" y="1574"/>
                      <a:pt x="1917" y="1579"/>
                      <a:pt x="1897" y="1579"/>
                    </a:cubicBezTo>
                    <a:cubicBezTo>
                      <a:pt x="1776" y="1579"/>
                      <a:pt x="1684" y="1360"/>
                      <a:pt x="1604" y="1295"/>
                    </a:cubicBezTo>
                    <a:cubicBezTo>
                      <a:pt x="1539" y="1246"/>
                      <a:pt x="1539" y="1159"/>
                      <a:pt x="1485" y="1093"/>
                    </a:cubicBezTo>
                    <a:cubicBezTo>
                      <a:pt x="1436" y="1045"/>
                      <a:pt x="1376" y="1001"/>
                      <a:pt x="1311" y="979"/>
                    </a:cubicBezTo>
                    <a:cubicBezTo>
                      <a:pt x="1229" y="945"/>
                      <a:pt x="1148" y="933"/>
                      <a:pt x="1066" y="933"/>
                    </a:cubicBezTo>
                    <a:cubicBezTo>
                      <a:pt x="879" y="933"/>
                      <a:pt x="690" y="996"/>
                      <a:pt x="498" y="996"/>
                    </a:cubicBezTo>
                    <a:cubicBezTo>
                      <a:pt x="466" y="996"/>
                      <a:pt x="435" y="994"/>
                      <a:pt x="403" y="990"/>
                    </a:cubicBezTo>
                    <a:cubicBezTo>
                      <a:pt x="218" y="968"/>
                      <a:pt x="28" y="805"/>
                      <a:pt x="180" y="621"/>
                    </a:cubicBezTo>
                    <a:cubicBezTo>
                      <a:pt x="224" y="561"/>
                      <a:pt x="289" y="517"/>
                      <a:pt x="332" y="457"/>
                    </a:cubicBezTo>
                    <a:cubicBezTo>
                      <a:pt x="360" y="409"/>
                      <a:pt x="392" y="365"/>
                      <a:pt x="436" y="327"/>
                    </a:cubicBezTo>
                    <a:cubicBezTo>
                      <a:pt x="468" y="300"/>
                      <a:pt x="512" y="278"/>
                      <a:pt x="550" y="256"/>
                    </a:cubicBezTo>
                    <a:cubicBezTo>
                      <a:pt x="648" y="202"/>
                      <a:pt x="751" y="164"/>
                      <a:pt x="860" y="148"/>
                    </a:cubicBezTo>
                    <a:cubicBezTo>
                      <a:pt x="974" y="120"/>
                      <a:pt x="1088" y="104"/>
                      <a:pt x="1208" y="99"/>
                    </a:cubicBezTo>
                    <a:cubicBezTo>
                      <a:pt x="1322" y="104"/>
                      <a:pt x="1436" y="148"/>
                      <a:pt x="1523" y="224"/>
                    </a:cubicBezTo>
                    <a:cubicBezTo>
                      <a:pt x="1572" y="273"/>
                      <a:pt x="1588" y="338"/>
                      <a:pt x="1659" y="360"/>
                    </a:cubicBezTo>
                    <a:cubicBezTo>
                      <a:pt x="1662" y="361"/>
                      <a:pt x="1665" y="361"/>
                      <a:pt x="1668" y="361"/>
                    </a:cubicBezTo>
                    <a:cubicBezTo>
                      <a:pt x="1699" y="361"/>
                      <a:pt x="1710" y="310"/>
                      <a:pt x="1675" y="300"/>
                    </a:cubicBezTo>
                    <a:cubicBezTo>
                      <a:pt x="1626" y="278"/>
                      <a:pt x="1604" y="197"/>
                      <a:pt x="1572" y="159"/>
                    </a:cubicBezTo>
                    <a:cubicBezTo>
                      <a:pt x="1555" y="137"/>
                      <a:pt x="1528" y="115"/>
                      <a:pt x="1507" y="99"/>
                    </a:cubicBezTo>
                    <a:cubicBezTo>
                      <a:pt x="1420" y="44"/>
                      <a:pt x="1316" y="12"/>
                      <a:pt x="1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0"/>
              <p:cNvSpPr/>
              <p:nvPr/>
            </p:nvSpPr>
            <p:spPr>
              <a:xfrm>
                <a:off x="3454050" y="4058525"/>
                <a:ext cx="7375" cy="6600"/>
              </a:xfrm>
              <a:custGeom>
                <a:rect b="b" l="l" r="r" t="t"/>
                <a:pathLst>
                  <a:path extrusionOk="0" h="264" w="295">
                    <a:moveTo>
                      <a:pt x="125" y="0"/>
                    </a:moveTo>
                    <a:cubicBezTo>
                      <a:pt x="113" y="0"/>
                      <a:pt x="100" y="7"/>
                      <a:pt x="93" y="20"/>
                    </a:cubicBezTo>
                    <a:cubicBezTo>
                      <a:pt x="61" y="69"/>
                      <a:pt x="1" y="124"/>
                      <a:pt x="39" y="189"/>
                    </a:cubicBezTo>
                    <a:cubicBezTo>
                      <a:pt x="63" y="238"/>
                      <a:pt x="110" y="264"/>
                      <a:pt x="159" y="264"/>
                    </a:cubicBezTo>
                    <a:cubicBezTo>
                      <a:pt x="186" y="264"/>
                      <a:pt x="215" y="256"/>
                      <a:pt x="240" y="238"/>
                    </a:cubicBezTo>
                    <a:cubicBezTo>
                      <a:pt x="284" y="194"/>
                      <a:pt x="295" y="124"/>
                      <a:pt x="273" y="64"/>
                    </a:cubicBezTo>
                    <a:cubicBezTo>
                      <a:pt x="262" y="31"/>
                      <a:pt x="240" y="10"/>
                      <a:pt x="208" y="4"/>
                    </a:cubicBezTo>
                    <a:cubicBezTo>
                      <a:pt x="199" y="2"/>
                      <a:pt x="190" y="1"/>
                      <a:pt x="183" y="1"/>
                    </a:cubicBezTo>
                    <a:cubicBezTo>
                      <a:pt x="171" y="1"/>
                      <a:pt x="160" y="3"/>
                      <a:pt x="148" y="10"/>
                    </a:cubicBezTo>
                    <a:cubicBezTo>
                      <a:pt x="141" y="3"/>
                      <a:pt x="133"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0"/>
              <p:cNvSpPr/>
              <p:nvPr/>
            </p:nvSpPr>
            <p:spPr>
              <a:xfrm>
                <a:off x="3523225" y="4103100"/>
                <a:ext cx="5425" cy="9175"/>
              </a:xfrm>
              <a:custGeom>
                <a:rect b="b" l="l" r="r" t="t"/>
                <a:pathLst>
                  <a:path extrusionOk="0" h="367" w="217">
                    <a:moveTo>
                      <a:pt x="150" y="0"/>
                    </a:moveTo>
                    <a:cubicBezTo>
                      <a:pt x="134" y="0"/>
                      <a:pt x="118" y="6"/>
                      <a:pt x="110" y="20"/>
                    </a:cubicBezTo>
                    <a:cubicBezTo>
                      <a:pt x="82" y="69"/>
                      <a:pt x="55" y="118"/>
                      <a:pt x="33" y="167"/>
                    </a:cubicBezTo>
                    <a:cubicBezTo>
                      <a:pt x="23" y="211"/>
                      <a:pt x="12" y="249"/>
                      <a:pt x="6" y="292"/>
                    </a:cubicBezTo>
                    <a:cubicBezTo>
                      <a:pt x="1" y="314"/>
                      <a:pt x="6" y="336"/>
                      <a:pt x="17" y="347"/>
                    </a:cubicBezTo>
                    <a:cubicBezTo>
                      <a:pt x="23" y="352"/>
                      <a:pt x="33" y="357"/>
                      <a:pt x="39" y="363"/>
                    </a:cubicBezTo>
                    <a:cubicBezTo>
                      <a:pt x="43" y="365"/>
                      <a:pt x="49" y="366"/>
                      <a:pt x="54" y="366"/>
                    </a:cubicBezTo>
                    <a:cubicBezTo>
                      <a:pt x="62" y="366"/>
                      <a:pt x="71" y="364"/>
                      <a:pt x="77" y="357"/>
                    </a:cubicBezTo>
                    <a:cubicBezTo>
                      <a:pt x="115" y="325"/>
                      <a:pt x="137" y="281"/>
                      <a:pt x="137" y="232"/>
                    </a:cubicBezTo>
                    <a:cubicBezTo>
                      <a:pt x="153" y="173"/>
                      <a:pt x="175" y="113"/>
                      <a:pt x="202" y="58"/>
                    </a:cubicBezTo>
                    <a:cubicBezTo>
                      <a:pt x="217" y="26"/>
                      <a:pt x="182" y="0"/>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0"/>
              <p:cNvSpPr/>
              <p:nvPr/>
            </p:nvSpPr>
            <p:spPr>
              <a:xfrm>
                <a:off x="3527350" y="4106600"/>
                <a:ext cx="5550" cy="10200"/>
              </a:xfrm>
              <a:custGeom>
                <a:rect b="b" l="l" r="r" t="t"/>
                <a:pathLst>
                  <a:path extrusionOk="0" h="408" w="222">
                    <a:moveTo>
                      <a:pt x="142" y="1"/>
                    </a:moveTo>
                    <a:cubicBezTo>
                      <a:pt x="110" y="1"/>
                      <a:pt x="83" y="41"/>
                      <a:pt x="113" y="71"/>
                    </a:cubicBezTo>
                    <a:cubicBezTo>
                      <a:pt x="113" y="71"/>
                      <a:pt x="64" y="136"/>
                      <a:pt x="59" y="152"/>
                    </a:cubicBezTo>
                    <a:cubicBezTo>
                      <a:pt x="31" y="185"/>
                      <a:pt x="15" y="228"/>
                      <a:pt x="10" y="272"/>
                    </a:cubicBezTo>
                    <a:cubicBezTo>
                      <a:pt x="0" y="315"/>
                      <a:pt x="3" y="408"/>
                      <a:pt x="59" y="408"/>
                    </a:cubicBezTo>
                    <a:cubicBezTo>
                      <a:pt x="67" y="408"/>
                      <a:pt x="76" y="406"/>
                      <a:pt x="86" y="402"/>
                    </a:cubicBezTo>
                    <a:cubicBezTo>
                      <a:pt x="124" y="386"/>
                      <a:pt x="124" y="342"/>
                      <a:pt x="129" y="304"/>
                    </a:cubicBezTo>
                    <a:cubicBezTo>
                      <a:pt x="135" y="261"/>
                      <a:pt x="151" y="223"/>
                      <a:pt x="167" y="185"/>
                    </a:cubicBezTo>
                    <a:cubicBezTo>
                      <a:pt x="195" y="130"/>
                      <a:pt x="222" y="60"/>
                      <a:pt x="167" y="16"/>
                    </a:cubicBezTo>
                    <a:lnTo>
                      <a:pt x="167" y="11"/>
                    </a:lnTo>
                    <a:cubicBezTo>
                      <a:pt x="159" y="4"/>
                      <a:pt x="150"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20"/>
              <p:cNvSpPr/>
              <p:nvPr/>
            </p:nvSpPr>
            <p:spPr>
              <a:xfrm>
                <a:off x="3530025" y="4112125"/>
                <a:ext cx="6000" cy="9000"/>
              </a:xfrm>
              <a:custGeom>
                <a:rect b="b" l="l" r="r" t="t"/>
                <a:pathLst>
                  <a:path extrusionOk="0" h="360" w="240">
                    <a:moveTo>
                      <a:pt x="188" y="0"/>
                    </a:moveTo>
                    <a:cubicBezTo>
                      <a:pt x="174" y="0"/>
                      <a:pt x="161" y="9"/>
                      <a:pt x="158" y="24"/>
                    </a:cubicBezTo>
                    <a:cubicBezTo>
                      <a:pt x="147" y="56"/>
                      <a:pt x="131" y="83"/>
                      <a:pt x="109" y="105"/>
                    </a:cubicBezTo>
                    <a:cubicBezTo>
                      <a:pt x="93" y="132"/>
                      <a:pt x="77" y="159"/>
                      <a:pt x="66" y="187"/>
                    </a:cubicBezTo>
                    <a:cubicBezTo>
                      <a:pt x="28" y="241"/>
                      <a:pt x="1" y="290"/>
                      <a:pt x="44" y="350"/>
                    </a:cubicBezTo>
                    <a:cubicBezTo>
                      <a:pt x="53" y="356"/>
                      <a:pt x="62" y="359"/>
                      <a:pt x="71" y="359"/>
                    </a:cubicBezTo>
                    <a:cubicBezTo>
                      <a:pt x="85" y="359"/>
                      <a:pt x="97" y="352"/>
                      <a:pt x="104" y="339"/>
                    </a:cubicBezTo>
                    <a:cubicBezTo>
                      <a:pt x="120" y="312"/>
                      <a:pt x="131" y="284"/>
                      <a:pt x="147" y="252"/>
                    </a:cubicBezTo>
                    <a:cubicBezTo>
                      <a:pt x="164" y="225"/>
                      <a:pt x="175" y="198"/>
                      <a:pt x="185" y="165"/>
                    </a:cubicBezTo>
                    <a:cubicBezTo>
                      <a:pt x="213" y="116"/>
                      <a:pt x="240" y="72"/>
                      <a:pt x="218" y="18"/>
                    </a:cubicBezTo>
                    <a:cubicBezTo>
                      <a:pt x="211" y="6"/>
                      <a:pt x="199" y="0"/>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20"/>
              <p:cNvSpPr/>
              <p:nvPr/>
            </p:nvSpPr>
            <p:spPr>
              <a:xfrm>
                <a:off x="3535725" y="4117175"/>
                <a:ext cx="3425" cy="7250"/>
              </a:xfrm>
              <a:custGeom>
                <a:rect b="b" l="l" r="r" t="t"/>
                <a:pathLst>
                  <a:path extrusionOk="0" h="290" w="137">
                    <a:moveTo>
                      <a:pt x="55" y="1"/>
                    </a:moveTo>
                    <a:cubicBezTo>
                      <a:pt x="17" y="1"/>
                      <a:pt x="1" y="55"/>
                      <a:pt x="33" y="77"/>
                    </a:cubicBezTo>
                    <a:cubicBezTo>
                      <a:pt x="33" y="104"/>
                      <a:pt x="33" y="131"/>
                      <a:pt x="28" y="159"/>
                    </a:cubicBezTo>
                    <a:cubicBezTo>
                      <a:pt x="17" y="191"/>
                      <a:pt x="6" y="224"/>
                      <a:pt x="1" y="256"/>
                    </a:cubicBezTo>
                    <a:cubicBezTo>
                      <a:pt x="1" y="273"/>
                      <a:pt x="17" y="289"/>
                      <a:pt x="39" y="289"/>
                    </a:cubicBezTo>
                    <a:cubicBezTo>
                      <a:pt x="88" y="289"/>
                      <a:pt x="120" y="224"/>
                      <a:pt x="126" y="180"/>
                    </a:cubicBezTo>
                    <a:cubicBezTo>
                      <a:pt x="137" y="126"/>
                      <a:pt x="131" y="72"/>
                      <a:pt x="110" y="23"/>
                    </a:cubicBezTo>
                    <a:cubicBezTo>
                      <a:pt x="104" y="12"/>
                      <a:pt x="88" y="1"/>
                      <a:pt x="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0"/>
              <p:cNvSpPr/>
              <p:nvPr/>
            </p:nvSpPr>
            <p:spPr>
              <a:xfrm>
                <a:off x="3550675" y="4133350"/>
                <a:ext cx="5800" cy="7850"/>
              </a:xfrm>
              <a:custGeom>
                <a:rect b="b" l="l" r="r" t="t"/>
                <a:pathLst>
                  <a:path extrusionOk="0" h="314" w="232">
                    <a:moveTo>
                      <a:pt x="169" y="1"/>
                    </a:moveTo>
                    <a:cubicBezTo>
                      <a:pt x="154" y="1"/>
                      <a:pt x="140" y="9"/>
                      <a:pt x="131" y="28"/>
                    </a:cubicBezTo>
                    <a:cubicBezTo>
                      <a:pt x="99" y="88"/>
                      <a:pt x="1" y="240"/>
                      <a:pt x="71" y="305"/>
                    </a:cubicBezTo>
                    <a:cubicBezTo>
                      <a:pt x="77" y="311"/>
                      <a:pt x="85" y="313"/>
                      <a:pt x="93" y="313"/>
                    </a:cubicBezTo>
                    <a:cubicBezTo>
                      <a:pt x="101" y="313"/>
                      <a:pt x="110" y="311"/>
                      <a:pt x="115" y="305"/>
                    </a:cubicBezTo>
                    <a:cubicBezTo>
                      <a:pt x="137" y="273"/>
                      <a:pt x="153" y="235"/>
                      <a:pt x="164" y="196"/>
                    </a:cubicBezTo>
                    <a:cubicBezTo>
                      <a:pt x="175" y="153"/>
                      <a:pt x="197" y="115"/>
                      <a:pt x="213" y="77"/>
                    </a:cubicBezTo>
                    <a:cubicBezTo>
                      <a:pt x="231" y="36"/>
                      <a:pt x="200"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20"/>
              <p:cNvSpPr/>
              <p:nvPr/>
            </p:nvSpPr>
            <p:spPr>
              <a:xfrm>
                <a:off x="3554500" y="4137850"/>
                <a:ext cx="5050" cy="7775"/>
              </a:xfrm>
              <a:custGeom>
                <a:rect b="b" l="l" r="r" t="t"/>
                <a:pathLst>
                  <a:path extrusionOk="0" h="311" w="202">
                    <a:moveTo>
                      <a:pt x="114" y="0"/>
                    </a:moveTo>
                    <a:cubicBezTo>
                      <a:pt x="76" y="0"/>
                      <a:pt x="54" y="44"/>
                      <a:pt x="82" y="71"/>
                    </a:cubicBezTo>
                    <a:cubicBezTo>
                      <a:pt x="76" y="76"/>
                      <a:pt x="71" y="87"/>
                      <a:pt x="65" y="93"/>
                    </a:cubicBezTo>
                    <a:cubicBezTo>
                      <a:pt x="54" y="109"/>
                      <a:pt x="44" y="125"/>
                      <a:pt x="33" y="147"/>
                    </a:cubicBezTo>
                    <a:cubicBezTo>
                      <a:pt x="22" y="169"/>
                      <a:pt x="16" y="190"/>
                      <a:pt x="11" y="212"/>
                    </a:cubicBezTo>
                    <a:cubicBezTo>
                      <a:pt x="5" y="234"/>
                      <a:pt x="0" y="256"/>
                      <a:pt x="0" y="272"/>
                    </a:cubicBezTo>
                    <a:cubicBezTo>
                      <a:pt x="0" y="294"/>
                      <a:pt x="16" y="310"/>
                      <a:pt x="38" y="310"/>
                    </a:cubicBezTo>
                    <a:cubicBezTo>
                      <a:pt x="82" y="310"/>
                      <a:pt x="98" y="277"/>
                      <a:pt x="114" y="245"/>
                    </a:cubicBezTo>
                    <a:cubicBezTo>
                      <a:pt x="130" y="212"/>
                      <a:pt x="141" y="174"/>
                      <a:pt x="163" y="142"/>
                    </a:cubicBezTo>
                    <a:cubicBezTo>
                      <a:pt x="196" y="87"/>
                      <a:pt x="201" y="0"/>
                      <a:pt x="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120"/>
            <p:cNvGrpSpPr/>
            <p:nvPr/>
          </p:nvGrpSpPr>
          <p:grpSpPr>
            <a:xfrm>
              <a:off x="6243969" y="2859966"/>
              <a:ext cx="262392" cy="274316"/>
              <a:chOff x="3630850" y="3930300"/>
              <a:chExt cx="203200" cy="213825"/>
            </a:xfrm>
          </p:grpSpPr>
          <p:sp>
            <p:nvSpPr>
              <p:cNvPr id="5395" name="Google Shape;5395;p120"/>
              <p:cNvSpPr/>
              <p:nvPr/>
            </p:nvSpPr>
            <p:spPr>
              <a:xfrm>
                <a:off x="3630850" y="3930300"/>
                <a:ext cx="203200" cy="213825"/>
              </a:xfrm>
              <a:custGeom>
                <a:rect b="b" l="l" r="r" t="t"/>
                <a:pathLst>
                  <a:path extrusionOk="0" h="8553" w="8128">
                    <a:moveTo>
                      <a:pt x="4038" y="162"/>
                    </a:moveTo>
                    <a:cubicBezTo>
                      <a:pt x="4060" y="162"/>
                      <a:pt x="4084" y="169"/>
                      <a:pt x="4110" y="176"/>
                    </a:cubicBezTo>
                    <a:cubicBezTo>
                      <a:pt x="4154" y="187"/>
                      <a:pt x="4197" y="208"/>
                      <a:pt x="4241" y="225"/>
                    </a:cubicBezTo>
                    <a:cubicBezTo>
                      <a:pt x="4263" y="235"/>
                      <a:pt x="4328" y="246"/>
                      <a:pt x="4344" y="268"/>
                    </a:cubicBezTo>
                    <a:cubicBezTo>
                      <a:pt x="4355" y="284"/>
                      <a:pt x="4344" y="333"/>
                      <a:pt x="4344" y="360"/>
                    </a:cubicBezTo>
                    <a:cubicBezTo>
                      <a:pt x="4344" y="426"/>
                      <a:pt x="4360" y="486"/>
                      <a:pt x="4366" y="551"/>
                    </a:cubicBezTo>
                    <a:cubicBezTo>
                      <a:pt x="4377" y="698"/>
                      <a:pt x="4377" y="844"/>
                      <a:pt x="4366" y="991"/>
                    </a:cubicBezTo>
                    <a:cubicBezTo>
                      <a:pt x="4366" y="1127"/>
                      <a:pt x="4360" y="1263"/>
                      <a:pt x="4360" y="1404"/>
                    </a:cubicBezTo>
                    <a:cubicBezTo>
                      <a:pt x="4360" y="1545"/>
                      <a:pt x="4344" y="1681"/>
                      <a:pt x="4355" y="1817"/>
                    </a:cubicBezTo>
                    <a:cubicBezTo>
                      <a:pt x="4360" y="1931"/>
                      <a:pt x="4388" y="2040"/>
                      <a:pt x="4388" y="2154"/>
                    </a:cubicBezTo>
                    <a:cubicBezTo>
                      <a:pt x="4388" y="2307"/>
                      <a:pt x="4371" y="2448"/>
                      <a:pt x="4360" y="2595"/>
                    </a:cubicBezTo>
                    <a:cubicBezTo>
                      <a:pt x="4350" y="2725"/>
                      <a:pt x="4360" y="2856"/>
                      <a:pt x="4360" y="2986"/>
                    </a:cubicBezTo>
                    <a:cubicBezTo>
                      <a:pt x="4355" y="3111"/>
                      <a:pt x="4360" y="3241"/>
                      <a:pt x="4382" y="3366"/>
                    </a:cubicBezTo>
                    <a:cubicBezTo>
                      <a:pt x="4409" y="3470"/>
                      <a:pt x="4377" y="3573"/>
                      <a:pt x="4458" y="3660"/>
                    </a:cubicBezTo>
                    <a:cubicBezTo>
                      <a:pt x="4529" y="3731"/>
                      <a:pt x="4643" y="3725"/>
                      <a:pt x="4736" y="3742"/>
                    </a:cubicBezTo>
                    <a:cubicBezTo>
                      <a:pt x="4991" y="3790"/>
                      <a:pt x="5246" y="3785"/>
                      <a:pt x="5502" y="3823"/>
                    </a:cubicBezTo>
                    <a:cubicBezTo>
                      <a:pt x="5635" y="3845"/>
                      <a:pt x="5767" y="3849"/>
                      <a:pt x="5899" y="3849"/>
                    </a:cubicBezTo>
                    <a:cubicBezTo>
                      <a:pt x="5978" y="3849"/>
                      <a:pt x="6057" y="3847"/>
                      <a:pt x="6136" y="3847"/>
                    </a:cubicBezTo>
                    <a:cubicBezTo>
                      <a:pt x="6189" y="3847"/>
                      <a:pt x="6242" y="3848"/>
                      <a:pt x="6296" y="3850"/>
                    </a:cubicBezTo>
                    <a:cubicBezTo>
                      <a:pt x="6366" y="3856"/>
                      <a:pt x="6431" y="3867"/>
                      <a:pt x="6502" y="3877"/>
                    </a:cubicBezTo>
                    <a:cubicBezTo>
                      <a:pt x="6540" y="3880"/>
                      <a:pt x="6580" y="3882"/>
                      <a:pt x="6619" y="3882"/>
                    </a:cubicBezTo>
                    <a:cubicBezTo>
                      <a:pt x="6658" y="3882"/>
                      <a:pt x="6698" y="3880"/>
                      <a:pt x="6736" y="3877"/>
                    </a:cubicBezTo>
                    <a:cubicBezTo>
                      <a:pt x="6796" y="3883"/>
                      <a:pt x="6855" y="3894"/>
                      <a:pt x="6915" y="3910"/>
                    </a:cubicBezTo>
                    <a:cubicBezTo>
                      <a:pt x="6951" y="3913"/>
                      <a:pt x="6985" y="3914"/>
                      <a:pt x="7019" y="3914"/>
                    </a:cubicBezTo>
                    <a:cubicBezTo>
                      <a:pt x="7053" y="3914"/>
                      <a:pt x="7087" y="3913"/>
                      <a:pt x="7122" y="3910"/>
                    </a:cubicBezTo>
                    <a:cubicBezTo>
                      <a:pt x="7157" y="3905"/>
                      <a:pt x="7192" y="3902"/>
                      <a:pt x="7228" y="3902"/>
                    </a:cubicBezTo>
                    <a:cubicBezTo>
                      <a:pt x="7263" y="3902"/>
                      <a:pt x="7298" y="3905"/>
                      <a:pt x="7334" y="3910"/>
                    </a:cubicBezTo>
                    <a:cubicBezTo>
                      <a:pt x="7394" y="3921"/>
                      <a:pt x="7453" y="3932"/>
                      <a:pt x="7519" y="3937"/>
                    </a:cubicBezTo>
                    <a:cubicBezTo>
                      <a:pt x="7595" y="3943"/>
                      <a:pt x="7665" y="3948"/>
                      <a:pt x="7747" y="3959"/>
                    </a:cubicBezTo>
                    <a:cubicBezTo>
                      <a:pt x="7790" y="3964"/>
                      <a:pt x="7834" y="3964"/>
                      <a:pt x="7877" y="3964"/>
                    </a:cubicBezTo>
                    <a:cubicBezTo>
                      <a:pt x="7894" y="4046"/>
                      <a:pt x="7894" y="4133"/>
                      <a:pt x="7877" y="4214"/>
                    </a:cubicBezTo>
                    <a:lnTo>
                      <a:pt x="7872" y="4231"/>
                    </a:lnTo>
                    <a:cubicBezTo>
                      <a:pt x="7872" y="4242"/>
                      <a:pt x="7867" y="4263"/>
                      <a:pt x="7861" y="4285"/>
                    </a:cubicBezTo>
                    <a:lnTo>
                      <a:pt x="7856" y="4285"/>
                    </a:lnTo>
                    <a:cubicBezTo>
                      <a:pt x="7769" y="4291"/>
                      <a:pt x="7682" y="4301"/>
                      <a:pt x="7595" y="4334"/>
                    </a:cubicBezTo>
                    <a:cubicBezTo>
                      <a:pt x="7502" y="4350"/>
                      <a:pt x="7410" y="4367"/>
                      <a:pt x="7318" y="4372"/>
                    </a:cubicBezTo>
                    <a:cubicBezTo>
                      <a:pt x="7126" y="4387"/>
                      <a:pt x="6935" y="4394"/>
                      <a:pt x="6744" y="4394"/>
                    </a:cubicBezTo>
                    <a:cubicBezTo>
                      <a:pt x="6519" y="4394"/>
                      <a:pt x="6294" y="4384"/>
                      <a:pt x="6067" y="4367"/>
                    </a:cubicBezTo>
                    <a:cubicBezTo>
                      <a:pt x="5872" y="4350"/>
                      <a:pt x="5665" y="4339"/>
                      <a:pt x="5469" y="4334"/>
                    </a:cubicBezTo>
                    <a:cubicBezTo>
                      <a:pt x="5377" y="4334"/>
                      <a:pt x="5285" y="4345"/>
                      <a:pt x="5198" y="4356"/>
                    </a:cubicBezTo>
                    <a:cubicBezTo>
                      <a:pt x="5146" y="4359"/>
                      <a:pt x="5094" y="4360"/>
                      <a:pt x="5043" y="4360"/>
                    </a:cubicBezTo>
                    <a:cubicBezTo>
                      <a:pt x="4992" y="4360"/>
                      <a:pt x="4942" y="4359"/>
                      <a:pt x="4893" y="4356"/>
                    </a:cubicBezTo>
                    <a:cubicBezTo>
                      <a:pt x="4820" y="4353"/>
                      <a:pt x="4724" y="4338"/>
                      <a:pt x="4634" y="4338"/>
                    </a:cubicBezTo>
                    <a:cubicBezTo>
                      <a:pt x="4564" y="4338"/>
                      <a:pt x="4497" y="4347"/>
                      <a:pt x="4447" y="4378"/>
                    </a:cubicBezTo>
                    <a:cubicBezTo>
                      <a:pt x="4350" y="4443"/>
                      <a:pt x="4355" y="4546"/>
                      <a:pt x="4377" y="4649"/>
                    </a:cubicBezTo>
                    <a:cubicBezTo>
                      <a:pt x="4377" y="4698"/>
                      <a:pt x="4371" y="4747"/>
                      <a:pt x="4360" y="4796"/>
                    </a:cubicBezTo>
                    <a:cubicBezTo>
                      <a:pt x="4350" y="4850"/>
                      <a:pt x="4339" y="4905"/>
                      <a:pt x="4333" y="4959"/>
                    </a:cubicBezTo>
                    <a:cubicBezTo>
                      <a:pt x="4328" y="5106"/>
                      <a:pt x="4333" y="5253"/>
                      <a:pt x="4333" y="5399"/>
                    </a:cubicBezTo>
                    <a:lnTo>
                      <a:pt x="4333" y="6280"/>
                    </a:lnTo>
                    <a:cubicBezTo>
                      <a:pt x="4333" y="6840"/>
                      <a:pt x="4366" y="7416"/>
                      <a:pt x="4306" y="7971"/>
                    </a:cubicBezTo>
                    <a:cubicBezTo>
                      <a:pt x="4301" y="8041"/>
                      <a:pt x="4295" y="8106"/>
                      <a:pt x="4295" y="8177"/>
                    </a:cubicBezTo>
                    <a:cubicBezTo>
                      <a:pt x="4301" y="8210"/>
                      <a:pt x="4301" y="8248"/>
                      <a:pt x="4301" y="8280"/>
                    </a:cubicBezTo>
                    <a:lnTo>
                      <a:pt x="4290" y="8280"/>
                    </a:lnTo>
                    <a:cubicBezTo>
                      <a:pt x="4268" y="8280"/>
                      <a:pt x="4246" y="8286"/>
                      <a:pt x="4225" y="8291"/>
                    </a:cubicBezTo>
                    <a:cubicBezTo>
                      <a:pt x="4189" y="8294"/>
                      <a:pt x="4154" y="8295"/>
                      <a:pt x="4119" y="8295"/>
                    </a:cubicBezTo>
                    <a:cubicBezTo>
                      <a:pt x="4083" y="8295"/>
                      <a:pt x="4048" y="8294"/>
                      <a:pt x="4013" y="8291"/>
                    </a:cubicBezTo>
                    <a:cubicBezTo>
                      <a:pt x="3994" y="8291"/>
                      <a:pt x="3952" y="8299"/>
                      <a:pt x="3920" y="8299"/>
                    </a:cubicBezTo>
                    <a:cubicBezTo>
                      <a:pt x="3903" y="8299"/>
                      <a:pt x="3889" y="8297"/>
                      <a:pt x="3882" y="8291"/>
                    </a:cubicBezTo>
                    <a:lnTo>
                      <a:pt x="3882" y="8291"/>
                    </a:lnTo>
                    <a:cubicBezTo>
                      <a:pt x="3882" y="8291"/>
                      <a:pt x="3883" y="8292"/>
                      <a:pt x="3883" y="8292"/>
                    </a:cubicBezTo>
                    <a:cubicBezTo>
                      <a:pt x="3892" y="8292"/>
                      <a:pt x="3877" y="8215"/>
                      <a:pt x="3877" y="8193"/>
                    </a:cubicBezTo>
                    <a:cubicBezTo>
                      <a:pt x="3871" y="8128"/>
                      <a:pt x="3877" y="8058"/>
                      <a:pt x="3877" y="7992"/>
                    </a:cubicBezTo>
                    <a:cubicBezTo>
                      <a:pt x="3877" y="7911"/>
                      <a:pt x="3849" y="7840"/>
                      <a:pt x="3844" y="7759"/>
                    </a:cubicBezTo>
                    <a:cubicBezTo>
                      <a:pt x="3833" y="7644"/>
                      <a:pt x="3849" y="7525"/>
                      <a:pt x="3844" y="7411"/>
                    </a:cubicBezTo>
                    <a:cubicBezTo>
                      <a:pt x="3833" y="7264"/>
                      <a:pt x="3811" y="7128"/>
                      <a:pt x="3811" y="6981"/>
                    </a:cubicBezTo>
                    <a:lnTo>
                      <a:pt x="3811" y="6617"/>
                    </a:lnTo>
                    <a:cubicBezTo>
                      <a:pt x="3811" y="6492"/>
                      <a:pt x="3844" y="6362"/>
                      <a:pt x="3849" y="6231"/>
                    </a:cubicBezTo>
                    <a:cubicBezTo>
                      <a:pt x="3855" y="5943"/>
                      <a:pt x="3833" y="5655"/>
                      <a:pt x="3839" y="5372"/>
                    </a:cubicBezTo>
                    <a:cubicBezTo>
                      <a:pt x="3839" y="5236"/>
                      <a:pt x="3855" y="5101"/>
                      <a:pt x="3860" y="4965"/>
                    </a:cubicBezTo>
                    <a:cubicBezTo>
                      <a:pt x="3871" y="4845"/>
                      <a:pt x="3871" y="4720"/>
                      <a:pt x="3855" y="4600"/>
                    </a:cubicBezTo>
                    <a:cubicBezTo>
                      <a:pt x="3806" y="4399"/>
                      <a:pt x="3627" y="4388"/>
                      <a:pt x="3453" y="4388"/>
                    </a:cubicBezTo>
                    <a:cubicBezTo>
                      <a:pt x="3407" y="4390"/>
                      <a:pt x="3361" y="4392"/>
                      <a:pt x="3316" y="4392"/>
                    </a:cubicBezTo>
                    <a:cubicBezTo>
                      <a:pt x="3237" y="4392"/>
                      <a:pt x="3159" y="4388"/>
                      <a:pt x="3083" y="4378"/>
                    </a:cubicBezTo>
                    <a:cubicBezTo>
                      <a:pt x="2992" y="4362"/>
                      <a:pt x="2903" y="4352"/>
                      <a:pt x="2813" y="4352"/>
                    </a:cubicBezTo>
                    <a:cubicBezTo>
                      <a:pt x="2780" y="4352"/>
                      <a:pt x="2747" y="4353"/>
                      <a:pt x="2713" y="4356"/>
                    </a:cubicBezTo>
                    <a:cubicBezTo>
                      <a:pt x="2664" y="4360"/>
                      <a:pt x="2613" y="4362"/>
                      <a:pt x="2562" y="4362"/>
                    </a:cubicBezTo>
                    <a:cubicBezTo>
                      <a:pt x="2480" y="4362"/>
                      <a:pt x="2397" y="4357"/>
                      <a:pt x="2317" y="4350"/>
                    </a:cubicBezTo>
                    <a:cubicBezTo>
                      <a:pt x="2262" y="4337"/>
                      <a:pt x="2208" y="4330"/>
                      <a:pt x="2154" y="4330"/>
                    </a:cubicBezTo>
                    <a:cubicBezTo>
                      <a:pt x="2101" y="4330"/>
                      <a:pt x="2048" y="4337"/>
                      <a:pt x="1996" y="4350"/>
                    </a:cubicBezTo>
                    <a:cubicBezTo>
                      <a:pt x="1956" y="4354"/>
                      <a:pt x="1917" y="4356"/>
                      <a:pt x="1877" y="4356"/>
                    </a:cubicBezTo>
                    <a:cubicBezTo>
                      <a:pt x="1792" y="4356"/>
                      <a:pt x="1708" y="4347"/>
                      <a:pt x="1626" y="4329"/>
                    </a:cubicBezTo>
                    <a:cubicBezTo>
                      <a:pt x="1519" y="4321"/>
                      <a:pt x="1414" y="4316"/>
                      <a:pt x="1308" y="4316"/>
                    </a:cubicBezTo>
                    <a:cubicBezTo>
                      <a:pt x="1270" y="4316"/>
                      <a:pt x="1231" y="4316"/>
                      <a:pt x="1191" y="4318"/>
                    </a:cubicBezTo>
                    <a:cubicBezTo>
                      <a:pt x="1003" y="4318"/>
                      <a:pt x="814" y="4313"/>
                      <a:pt x="626" y="4313"/>
                    </a:cubicBezTo>
                    <a:cubicBezTo>
                      <a:pt x="532" y="4313"/>
                      <a:pt x="438" y="4314"/>
                      <a:pt x="343" y="4318"/>
                    </a:cubicBezTo>
                    <a:cubicBezTo>
                      <a:pt x="327" y="4318"/>
                      <a:pt x="311" y="4323"/>
                      <a:pt x="294" y="4323"/>
                    </a:cubicBezTo>
                    <a:lnTo>
                      <a:pt x="278" y="4323"/>
                    </a:lnTo>
                    <a:lnTo>
                      <a:pt x="278" y="4291"/>
                    </a:lnTo>
                    <a:cubicBezTo>
                      <a:pt x="278" y="4269"/>
                      <a:pt x="273" y="4242"/>
                      <a:pt x="267" y="4220"/>
                    </a:cubicBezTo>
                    <a:cubicBezTo>
                      <a:pt x="251" y="4171"/>
                      <a:pt x="240" y="4122"/>
                      <a:pt x="240" y="4073"/>
                    </a:cubicBezTo>
                    <a:cubicBezTo>
                      <a:pt x="246" y="4002"/>
                      <a:pt x="246" y="4019"/>
                      <a:pt x="305" y="4013"/>
                    </a:cubicBezTo>
                    <a:cubicBezTo>
                      <a:pt x="441" y="3997"/>
                      <a:pt x="577" y="3986"/>
                      <a:pt x="713" y="3986"/>
                    </a:cubicBezTo>
                    <a:cubicBezTo>
                      <a:pt x="751" y="3989"/>
                      <a:pt x="790" y="3990"/>
                      <a:pt x="831" y="3990"/>
                    </a:cubicBezTo>
                    <a:cubicBezTo>
                      <a:pt x="871" y="3990"/>
                      <a:pt x="911" y="3989"/>
                      <a:pt x="952" y="3986"/>
                    </a:cubicBezTo>
                    <a:cubicBezTo>
                      <a:pt x="1012" y="3981"/>
                      <a:pt x="1066" y="3959"/>
                      <a:pt x="1126" y="3954"/>
                    </a:cubicBezTo>
                    <a:cubicBezTo>
                      <a:pt x="1138" y="3952"/>
                      <a:pt x="1150" y="3952"/>
                      <a:pt x="1164" y="3952"/>
                    </a:cubicBezTo>
                    <a:cubicBezTo>
                      <a:pt x="1201" y="3952"/>
                      <a:pt x="1244" y="3955"/>
                      <a:pt x="1284" y="3955"/>
                    </a:cubicBezTo>
                    <a:cubicBezTo>
                      <a:pt x="1299" y="3955"/>
                      <a:pt x="1313" y="3955"/>
                      <a:pt x="1327" y="3954"/>
                    </a:cubicBezTo>
                    <a:cubicBezTo>
                      <a:pt x="1398" y="3948"/>
                      <a:pt x="1479" y="3932"/>
                      <a:pt x="1556" y="3926"/>
                    </a:cubicBezTo>
                    <a:cubicBezTo>
                      <a:pt x="1702" y="3926"/>
                      <a:pt x="1844" y="3926"/>
                      <a:pt x="1985" y="3910"/>
                    </a:cubicBezTo>
                    <a:cubicBezTo>
                      <a:pt x="2067" y="3905"/>
                      <a:pt x="2148" y="3905"/>
                      <a:pt x="2230" y="3894"/>
                    </a:cubicBezTo>
                    <a:cubicBezTo>
                      <a:pt x="2295" y="3888"/>
                      <a:pt x="2366" y="3867"/>
                      <a:pt x="2431" y="3867"/>
                    </a:cubicBezTo>
                    <a:cubicBezTo>
                      <a:pt x="2480" y="3863"/>
                      <a:pt x="2529" y="3862"/>
                      <a:pt x="2579" y="3862"/>
                    </a:cubicBezTo>
                    <a:cubicBezTo>
                      <a:pt x="2678" y="3862"/>
                      <a:pt x="2779" y="3867"/>
                      <a:pt x="2876" y="3867"/>
                    </a:cubicBezTo>
                    <a:cubicBezTo>
                      <a:pt x="2927" y="3863"/>
                      <a:pt x="2977" y="3861"/>
                      <a:pt x="3027" y="3861"/>
                    </a:cubicBezTo>
                    <a:cubicBezTo>
                      <a:pt x="3127" y="3861"/>
                      <a:pt x="3226" y="3868"/>
                      <a:pt x="3328" y="3883"/>
                    </a:cubicBezTo>
                    <a:cubicBezTo>
                      <a:pt x="3375" y="3891"/>
                      <a:pt x="3426" y="3896"/>
                      <a:pt x="3475" y="3896"/>
                    </a:cubicBezTo>
                    <a:cubicBezTo>
                      <a:pt x="3493" y="3896"/>
                      <a:pt x="3511" y="3895"/>
                      <a:pt x="3529" y="3894"/>
                    </a:cubicBezTo>
                    <a:cubicBezTo>
                      <a:pt x="3599" y="3894"/>
                      <a:pt x="3659" y="3921"/>
                      <a:pt x="3724" y="3926"/>
                    </a:cubicBezTo>
                    <a:cubicBezTo>
                      <a:pt x="3779" y="3926"/>
                      <a:pt x="3828" y="3888"/>
                      <a:pt x="3844" y="3834"/>
                    </a:cubicBezTo>
                    <a:cubicBezTo>
                      <a:pt x="3877" y="3698"/>
                      <a:pt x="3849" y="3557"/>
                      <a:pt x="3844" y="3415"/>
                    </a:cubicBezTo>
                    <a:cubicBezTo>
                      <a:pt x="3839" y="3241"/>
                      <a:pt x="3839" y="3073"/>
                      <a:pt x="3833" y="2899"/>
                    </a:cubicBezTo>
                    <a:cubicBezTo>
                      <a:pt x="3833" y="2725"/>
                      <a:pt x="3828" y="2557"/>
                      <a:pt x="3822" y="2388"/>
                    </a:cubicBezTo>
                    <a:cubicBezTo>
                      <a:pt x="3817" y="2214"/>
                      <a:pt x="3844" y="2067"/>
                      <a:pt x="3849" y="1904"/>
                    </a:cubicBezTo>
                    <a:cubicBezTo>
                      <a:pt x="3849" y="1741"/>
                      <a:pt x="3839" y="1584"/>
                      <a:pt x="3833" y="1426"/>
                    </a:cubicBezTo>
                    <a:cubicBezTo>
                      <a:pt x="3833" y="1344"/>
                      <a:pt x="3839" y="1257"/>
                      <a:pt x="3849" y="1181"/>
                    </a:cubicBezTo>
                    <a:cubicBezTo>
                      <a:pt x="3860" y="1089"/>
                      <a:pt x="3860" y="996"/>
                      <a:pt x="3849" y="910"/>
                    </a:cubicBezTo>
                    <a:cubicBezTo>
                      <a:pt x="3844" y="774"/>
                      <a:pt x="3877" y="638"/>
                      <a:pt x="3882" y="491"/>
                    </a:cubicBezTo>
                    <a:cubicBezTo>
                      <a:pt x="3882" y="453"/>
                      <a:pt x="3882" y="415"/>
                      <a:pt x="3882" y="377"/>
                    </a:cubicBezTo>
                    <a:cubicBezTo>
                      <a:pt x="3893" y="371"/>
                      <a:pt x="3898" y="360"/>
                      <a:pt x="3904" y="350"/>
                    </a:cubicBezTo>
                    <a:cubicBezTo>
                      <a:pt x="3915" y="295"/>
                      <a:pt x="3931" y="246"/>
                      <a:pt x="3964" y="203"/>
                    </a:cubicBezTo>
                    <a:cubicBezTo>
                      <a:pt x="3985" y="172"/>
                      <a:pt x="4010" y="162"/>
                      <a:pt x="4038" y="162"/>
                    </a:cubicBezTo>
                    <a:close/>
                    <a:moveTo>
                      <a:pt x="4050" y="0"/>
                    </a:moveTo>
                    <a:cubicBezTo>
                      <a:pt x="3996" y="0"/>
                      <a:pt x="3944" y="13"/>
                      <a:pt x="3898" y="51"/>
                    </a:cubicBezTo>
                    <a:cubicBezTo>
                      <a:pt x="3844" y="94"/>
                      <a:pt x="3811" y="159"/>
                      <a:pt x="3806" y="235"/>
                    </a:cubicBezTo>
                    <a:cubicBezTo>
                      <a:pt x="3804" y="235"/>
                      <a:pt x="3802" y="235"/>
                      <a:pt x="3799" y="235"/>
                    </a:cubicBezTo>
                    <a:cubicBezTo>
                      <a:pt x="3760" y="235"/>
                      <a:pt x="3737" y="281"/>
                      <a:pt x="3763" y="312"/>
                    </a:cubicBezTo>
                    <a:cubicBezTo>
                      <a:pt x="3822" y="382"/>
                      <a:pt x="3784" y="540"/>
                      <a:pt x="3773" y="616"/>
                    </a:cubicBezTo>
                    <a:cubicBezTo>
                      <a:pt x="3763" y="692"/>
                      <a:pt x="3741" y="757"/>
                      <a:pt x="3735" y="833"/>
                    </a:cubicBezTo>
                    <a:cubicBezTo>
                      <a:pt x="3730" y="910"/>
                      <a:pt x="3735" y="1007"/>
                      <a:pt x="3724" y="1089"/>
                    </a:cubicBezTo>
                    <a:cubicBezTo>
                      <a:pt x="3703" y="1236"/>
                      <a:pt x="3686" y="1377"/>
                      <a:pt x="3681" y="1524"/>
                    </a:cubicBezTo>
                    <a:cubicBezTo>
                      <a:pt x="3681" y="1681"/>
                      <a:pt x="3676" y="1839"/>
                      <a:pt x="3659" y="1991"/>
                    </a:cubicBezTo>
                    <a:cubicBezTo>
                      <a:pt x="3637" y="2138"/>
                      <a:pt x="3627" y="2285"/>
                      <a:pt x="3627" y="2437"/>
                    </a:cubicBezTo>
                    <a:cubicBezTo>
                      <a:pt x="3627" y="2595"/>
                      <a:pt x="3627" y="2747"/>
                      <a:pt x="3621" y="2910"/>
                    </a:cubicBezTo>
                    <a:lnTo>
                      <a:pt x="3610" y="3388"/>
                    </a:lnTo>
                    <a:cubicBezTo>
                      <a:pt x="3610" y="3475"/>
                      <a:pt x="3621" y="3568"/>
                      <a:pt x="3621" y="3660"/>
                    </a:cubicBezTo>
                    <a:cubicBezTo>
                      <a:pt x="3594" y="3655"/>
                      <a:pt x="3567" y="3649"/>
                      <a:pt x="3534" y="3649"/>
                    </a:cubicBezTo>
                    <a:cubicBezTo>
                      <a:pt x="3520" y="3651"/>
                      <a:pt x="3505" y="3651"/>
                      <a:pt x="3490" y="3651"/>
                    </a:cubicBezTo>
                    <a:cubicBezTo>
                      <a:pt x="3448" y="3651"/>
                      <a:pt x="3405" y="3646"/>
                      <a:pt x="3366" y="3638"/>
                    </a:cubicBezTo>
                    <a:cubicBezTo>
                      <a:pt x="3258" y="3622"/>
                      <a:pt x="3143" y="3615"/>
                      <a:pt x="3032" y="3615"/>
                    </a:cubicBezTo>
                    <a:cubicBezTo>
                      <a:pt x="2998" y="3615"/>
                      <a:pt x="2964" y="3615"/>
                      <a:pt x="2931" y="3617"/>
                    </a:cubicBezTo>
                    <a:lnTo>
                      <a:pt x="2496" y="3617"/>
                    </a:lnTo>
                    <a:cubicBezTo>
                      <a:pt x="2349" y="3617"/>
                      <a:pt x="2213" y="3649"/>
                      <a:pt x="2072" y="3660"/>
                    </a:cubicBezTo>
                    <a:cubicBezTo>
                      <a:pt x="1936" y="3671"/>
                      <a:pt x="1784" y="3687"/>
                      <a:pt x="1637" y="3687"/>
                    </a:cubicBezTo>
                    <a:cubicBezTo>
                      <a:pt x="1490" y="3687"/>
                      <a:pt x="1360" y="3720"/>
                      <a:pt x="1224" y="3720"/>
                    </a:cubicBezTo>
                    <a:cubicBezTo>
                      <a:pt x="1083" y="3720"/>
                      <a:pt x="969" y="3763"/>
                      <a:pt x="833" y="3763"/>
                    </a:cubicBezTo>
                    <a:cubicBezTo>
                      <a:pt x="783" y="3761"/>
                      <a:pt x="732" y="3760"/>
                      <a:pt x="682" y="3760"/>
                    </a:cubicBezTo>
                    <a:cubicBezTo>
                      <a:pt x="594" y="3760"/>
                      <a:pt x="506" y="3764"/>
                      <a:pt x="419" y="3774"/>
                    </a:cubicBezTo>
                    <a:cubicBezTo>
                      <a:pt x="311" y="3790"/>
                      <a:pt x="180" y="3780"/>
                      <a:pt x="99" y="3856"/>
                    </a:cubicBezTo>
                    <a:cubicBezTo>
                      <a:pt x="34" y="3926"/>
                      <a:pt x="1" y="4019"/>
                      <a:pt x="12" y="4111"/>
                    </a:cubicBezTo>
                    <a:cubicBezTo>
                      <a:pt x="17" y="4166"/>
                      <a:pt x="28" y="4214"/>
                      <a:pt x="44" y="4263"/>
                    </a:cubicBezTo>
                    <a:cubicBezTo>
                      <a:pt x="61" y="4318"/>
                      <a:pt x="44" y="4367"/>
                      <a:pt x="61" y="4421"/>
                    </a:cubicBezTo>
                    <a:cubicBezTo>
                      <a:pt x="89" y="4515"/>
                      <a:pt x="170" y="4548"/>
                      <a:pt x="259" y="4548"/>
                    </a:cubicBezTo>
                    <a:cubicBezTo>
                      <a:pt x="272" y="4548"/>
                      <a:pt x="286" y="4547"/>
                      <a:pt x="300" y="4546"/>
                    </a:cubicBezTo>
                    <a:cubicBezTo>
                      <a:pt x="441" y="4530"/>
                      <a:pt x="587" y="4526"/>
                      <a:pt x="733" y="4526"/>
                    </a:cubicBezTo>
                    <a:cubicBezTo>
                      <a:pt x="879" y="4526"/>
                      <a:pt x="1026" y="4530"/>
                      <a:pt x="1170" y="4530"/>
                    </a:cubicBezTo>
                    <a:cubicBezTo>
                      <a:pt x="1240" y="4530"/>
                      <a:pt x="1311" y="4528"/>
                      <a:pt x="1382" y="4528"/>
                    </a:cubicBezTo>
                    <a:cubicBezTo>
                      <a:pt x="1452" y="4528"/>
                      <a:pt x="1523" y="4530"/>
                      <a:pt x="1594" y="4535"/>
                    </a:cubicBezTo>
                    <a:cubicBezTo>
                      <a:pt x="1695" y="4543"/>
                      <a:pt x="1799" y="4567"/>
                      <a:pt x="1907" y="4567"/>
                    </a:cubicBezTo>
                    <a:cubicBezTo>
                      <a:pt x="1943" y="4567"/>
                      <a:pt x="1980" y="4564"/>
                      <a:pt x="2018" y="4557"/>
                    </a:cubicBezTo>
                    <a:cubicBezTo>
                      <a:pt x="2067" y="4544"/>
                      <a:pt x="2116" y="4534"/>
                      <a:pt x="2168" y="4534"/>
                    </a:cubicBezTo>
                    <a:cubicBezTo>
                      <a:pt x="2180" y="4534"/>
                      <a:pt x="2191" y="4534"/>
                      <a:pt x="2202" y="4535"/>
                    </a:cubicBezTo>
                    <a:cubicBezTo>
                      <a:pt x="2257" y="4546"/>
                      <a:pt x="2306" y="4562"/>
                      <a:pt x="2360" y="4568"/>
                    </a:cubicBezTo>
                    <a:cubicBezTo>
                      <a:pt x="2439" y="4573"/>
                      <a:pt x="2516" y="4576"/>
                      <a:pt x="2594" y="4576"/>
                    </a:cubicBezTo>
                    <a:cubicBezTo>
                      <a:pt x="2671" y="4576"/>
                      <a:pt x="2749" y="4573"/>
                      <a:pt x="2828" y="4568"/>
                    </a:cubicBezTo>
                    <a:cubicBezTo>
                      <a:pt x="2835" y="4567"/>
                      <a:pt x="2843" y="4567"/>
                      <a:pt x="2851" y="4567"/>
                    </a:cubicBezTo>
                    <a:cubicBezTo>
                      <a:pt x="2962" y="4567"/>
                      <a:pt x="3064" y="4601"/>
                      <a:pt x="3175" y="4606"/>
                    </a:cubicBezTo>
                    <a:lnTo>
                      <a:pt x="3393" y="4606"/>
                    </a:lnTo>
                    <a:cubicBezTo>
                      <a:pt x="3425" y="4601"/>
                      <a:pt x="3458" y="4598"/>
                      <a:pt x="3490" y="4598"/>
                    </a:cubicBezTo>
                    <a:cubicBezTo>
                      <a:pt x="3531" y="4598"/>
                      <a:pt x="3571" y="4602"/>
                      <a:pt x="3610" y="4611"/>
                    </a:cubicBezTo>
                    <a:cubicBezTo>
                      <a:pt x="3686" y="4638"/>
                      <a:pt x="3659" y="4747"/>
                      <a:pt x="3659" y="4812"/>
                    </a:cubicBezTo>
                    <a:cubicBezTo>
                      <a:pt x="3648" y="4975"/>
                      <a:pt x="3637" y="5139"/>
                      <a:pt x="3627" y="5302"/>
                    </a:cubicBezTo>
                    <a:cubicBezTo>
                      <a:pt x="3610" y="5606"/>
                      <a:pt x="3621" y="5916"/>
                      <a:pt x="3616" y="6220"/>
                    </a:cubicBezTo>
                    <a:cubicBezTo>
                      <a:pt x="3616" y="6351"/>
                      <a:pt x="3578" y="6481"/>
                      <a:pt x="3578" y="6612"/>
                    </a:cubicBezTo>
                    <a:lnTo>
                      <a:pt x="3578" y="7057"/>
                    </a:lnTo>
                    <a:cubicBezTo>
                      <a:pt x="3578" y="7193"/>
                      <a:pt x="3605" y="7329"/>
                      <a:pt x="3610" y="7465"/>
                    </a:cubicBezTo>
                    <a:cubicBezTo>
                      <a:pt x="3605" y="7601"/>
                      <a:pt x="3610" y="7742"/>
                      <a:pt x="3621" y="7878"/>
                    </a:cubicBezTo>
                    <a:cubicBezTo>
                      <a:pt x="3648" y="8014"/>
                      <a:pt x="3632" y="8150"/>
                      <a:pt x="3648" y="8286"/>
                    </a:cubicBezTo>
                    <a:cubicBezTo>
                      <a:pt x="3665" y="8389"/>
                      <a:pt x="3697" y="8492"/>
                      <a:pt x="3801" y="8530"/>
                    </a:cubicBezTo>
                    <a:cubicBezTo>
                      <a:pt x="3849" y="8548"/>
                      <a:pt x="3905" y="8553"/>
                      <a:pt x="3962" y="8553"/>
                    </a:cubicBezTo>
                    <a:cubicBezTo>
                      <a:pt x="4027" y="8553"/>
                      <a:pt x="4093" y="8547"/>
                      <a:pt x="4148" y="8547"/>
                    </a:cubicBezTo>
                    <a:cubicBezTo>
                      <a:pt x="4158" y="8547"/>
                      <a:pt x="4167" y="8547"/>
                      <a:pt x="4176" y="8547"/>
                    </a:cubicBezTo>
                    <a:cubicBezTo>
                      <a:pt x="4275" y="8547"/>
                      <a:pt x="4368" y="8521"/>
                      <a:pt x="4453" y="8476"/>
                    </a:cubicBezTo>
                    <a:cubicBezTo>
                      <a:pt x="4556" y="8411"/>
                      <a:pt x="4534" y="8302"/>
                      <a:pt x="4529" y="8199"/>
                    </a:cubicBezTo>
                    <a:cubicBezTo>
                      <a:pt x="4524" y="8030"/>
                      <a:pt x="4562" y="7862"/>
                      <a:pt x="4562" y="7693"/>
                    </a:cubicBezTo>
                    <a:cubicBezTo>
                      <a:pt x="4562" y="7351"/>
                      <a:pt x="4556" y="7014"/>
                      <a:pt x="4556" y="6677"/>
                    </a:cubicBezTo>
                    <a:lnTo>
                      <a:pt x="4556" y="5601"/>
                    </a:lnTo>
                    <a:lnTo>
                      <a:pt x="4556" y="5090"/>
                    </a:lnTo>
                    <a:cubicBezTo>
                      <a:pt x="4556" y="5014"/>
                      <a:pt x="4562" y="4937"/>
                      <a:pt x="4578" y="4861"/>
                    </a:cubicBezTo>
                    <a:cubicBezTo>
                      <a:pt x="4594" y="4780"/>
                      <a:pt x="4594" y="4698"/>
                      <a:pt x="4583" y="4617"/>
                    </a:cubicBezTo>
                    <a:cubicBezTo>
                      <a:pt x="4588" y="4597"/>
                      <a:pt x="4598" y="4573"/>
                      <a:pt x="4587" y="4573"/>
                    </a:cubicBezTo>
                    <a:cubicBezTo>
                      <a:pt x="4586" y="4573"/>
                      <a:pt x="4585" y="4573"/>
                      <a:pt x="4583" y="4573"/>
                    </a:cubicBezTo>
                    <a:cubicBezTo>
                      <a:pt x="4592" y="4569"/>
                      <a:pt x="4605" y="4568"/>
                      <a:pt x="4621" y="4568"/>
                    </a:cubicBezTo>
                    <a:cubicBezTo>
                      <a:pt x="4673" y="4568"/>
                      <a:pt x="4751" y="4584"/>
                      <a:pt x="4784" y="4584"/>
                    </a:cubicBezTo>
                    <a:cubicBezTo>
                      <a:pt x="4832" y="4585"/>
                      <a:pt x="4880" y="4586"/>
                      <a:pt x="4927" y="4586"/>
                    </a:cubicBezTo>
                    <a:cubicBezTo>
                      <a:pt x="5070" y="4586"/>
                      <a:pt x="5213" y="4580"/>
                      <a:pt x="5355" y="4568"/>
                    </a:cubicBezTo>
                    <a:cubicBezTo>
                      <a:pt x="5409" y="4565"/>
                      <a:pt x="5463" y="4564"/>
                      <a:pt x="5516" y="4564"/>
                    </a:cubicBezTo>
                    <a:cubicBezTo>
                      <a:pt x="5661" y="4564"/>
                      <a:pt x="5804" y="4574"/>
                      <a:pt x="5948" y="4590"/>
                    </a:cubicBezTo>
                    <a:cubicBezTo>
                      <a:pt x="6160" y="4600"/>
                      <a:pt x="6366" y="4617"/>
                      <a:pt x="6573" y="4617"/>
                    </a:cubicBezTo>
                    <a:cubicBezTo>
                      <a:pt x="6714" y="4617"/>
                      <a:pt x="6853" y="4619"/>
                      <a:pt x="6993" y="4619"/>
                    </a:cubicBezTo>
                    <a:cubicBezTo>
                      <a:pt x="7063" y="4619"/>
                      <a:pt x="7133" y="4619"/>
                      <a:pt x="7203" y="4617"/>
                    </a:cubicBezTo>
                    <a:cubicBezTo>
                      <a:pt x="7394" y="4606"/>
                      <a:pt x="7584" y="4579"/>
                      <a:pt x="7774" y="4530"/>
                    </a:cubicBezTo>
                    <a:cubicBezTo>
                      <a:pt x="7790" y="4527"/>
                      <a:pt x="7804" y="4527"/>
                      <a:pt x="7819" y="4527"/>
                    </a:cubicBezTo>
                    <a:cubicBezTo>
                      <a:pt x="7851" y="4527"/>
                      <a:pt x="7882" y="4531"/>
                      <a:pt x="7913" y="4531"/>
                    </a:cubicBezTo>
                    <a:cubicBezTo>
                      <a:pt x="7932" y="4531"/>
                      <a:pt x="7951" y="4529"/>
                      <a:pt x="7970" y="4524"/>
                    </a:cubicBezTo>
                    <a:cubicBezTo>
                      <a:pt x="8040" y="4508"/>
                      <a:pt x="8089" y="4448"/>
                      <a:pt x="8095" y="4378"/>
                    </a:cubicBezTo>
                    <a:cubicBezTo>
                      <a:pt x="8106" y="4307"/>
                      <a:pt x="8122" y="4231"/>
                      <a:pt x="8127" y="4160"/>
                    </a:cubicBezTo>
                    <a:cubicBezTo>
                      <a:pt x="8127" y="4057"/>
                      <a:pt x="8117" y="3959"/>
                      <a:pt x="8089" y="3861"/>
                    </a:cubicBezTo>
                    <a:lnTo>
                      <a:pt x="8084" y="3850"/>
                    </a:lnTo>
                    <a:cubicBezTo>
                      <a:pt x="8073" y="3812"/>
                      <a:pt x="8040" y="3780"/>
                      <a:pt x="8002" y="3774"/>
                    </a:cubicBezTo>
                    <a:cubicBezTo>
                      <a:pt x="7943" y="3758"/>
                      <a:pt x="7883" y="3758"/>
                      <a:pt x="7823" y="3758"/>
                    </a:cubicBezTo>
                    <a:cubicBezTo>
                      <a:pt x="7758" y="3758"/>
                      <a:pt x="7693" y="3736"/>
                      <a:pt x="7627" y="3731"/>
                    </a:cubicBezTo>
                    <a:cubicBezTo>
                      <a:pt x="7497" y="3725"/>
                      <a:pt x="7366" y="3693"/>
                      <a:pt x="7231" y="3693"/>
                    </a:cubicBezTo>
                    <a:cubicBezTo>
                      <a:pt x="7188" y="3696"/>
                      <a:pt x="7146" y="3698"/>
                      <a:pt x="7104" y="3698"/>
                    </a:cubicBezTo>
                    <a:cubicBezTo>
                      <a:pt x="7027" y="3698"/>
                      <a:pt x="6951" y="3692"/>
                      <a:pt x="6877" y="3682"/>
                    </a:cubicBezTo>
                    <a:cubicBezTo>
                      <a:pt x="6730" y="3655"/>
                      <a:pt x="6589" y="3676"/>
                      <a:pt x="6448" y="3649"/>
                    </a:cubicBezTo>
                    <a:cubicBezTo>
                      <a:pt x="6361" y="3632"/>
                      <a:pt x="6272" y="3627"/>
                      <a:pt x="6182" y="3627"/>
                    </a:cubicBezTo>
                    <a:cubicBezTo>
                      <a:pt x="6054" y="3627"/>
                      <a:pt x="5924" y="3637"/>
                      <a:pt x="5796" y="3637"/>
                    </a:cubicBezTo>
                    <a:cubicBezTo>
                      <a:pt x="5734" y="3637"/>
                      <a:pt x="5672" y="3635"/>
                      <a:pt x="5611" y="3627"/>
                    </a:cubicBezTo>
                    <a:cubicBezTo>
                      <a:pt x="5475" y="3611"/>
                      <a:pt x="5344" y="3578"/>
                      <a:pt x="5203" y="3568"/>
                    </a:cubicBezTo>
                    <a:cubicBezTo>
                      <a:pt x="5132" y="3568"/>
                      <a:pt x="5062" y="3568"/>
                      <a:pt x="4986" y="3562"/>
                    </a:cubicBezTo>
                    <a:cubicBezTo>
                      <a:pt x="4915" y="3557"/>
                      <a:pt x="4839" y="3530"/>
                      <a:pt x="4763" y="3519"/>
                    </a:cubicBezTo>
                    <a:cubicBezTo>
                      <a:pt x="4730" y="3513"/>
                      <a:pt x="4639" y="3519"/>
                      <a:pt x="4622" y="3497"/>
                    </a:cubicBezTo>
                    <a:lnTo>
                      <a:pt x="4622" y="3497"/>
                    </a:lnTo>
                    <a:cubicBezTo>
                      <a:pt x="4623" y="3499"/>
                      <a:pt x="4624" y="3499"/>
                      <a:pt x="4625" y="3499"/>
                    </a:cubicBezTo>
                    <a:cubicBezTo>
                      <a:pt x="4637" y="3499"/>
                      <a:pt x="4632" y="3393"/>
                      <a:pt x="4627" y="3383"/>
                    </a:cubicBezTo>
                    <a:cubicBezTo>
                      <a:pt x="4621" y="3323"/>
                      <a:pt x="4600" y="3269"/>
                      <a:pt x="4600" y="3214"/>
                    </a:cubicBezTo>
                    <a:lnTo>
                      <a:pt x="4600" y="2981"/>
                    </a:lnTo>
                    <a:cubicBezTo>
                      <a:pt x="4600" y="2828"/>
                      <a:pt x="4589" y="2676"/>
                      <a:pt x="4605" y="2529"/>
                    </a:cubicBezTo>
                    <a:cubicBezTo>
                      <a:pt x="4627" y="2383"/>
                      <a:pt x="4632" y="2236"/>
                      <a:pt x="4632" y="2089"/>
                    </a:cubicBezTo>
                    <a:cubicBezTo>
                      <a:pt x="4621" y="1964"/>
                      <a:pt x="4589" y="1844"/>
                      <a:pt x="4594" y="1719"/>
                    </a:cubicBezTo>
                    <a:cubicBezTo>
                      <a:pt x="4594" y="1567"/>
                      <a:pt x="4600" y="1415"/>
                      <a:pt x="4594" y="1263"/>
                    </a:cubicBezTo>
                    <a:cubicBezTo>
                      <a:pt x="4594" y="1111"/>
                      <a:pt x="4589" y="964"/>
                      <a:pt x="4589" y="812"/>
                    </a:cubicBezTo>
                    <a:cubicBezTo>
                      <a:pt x="4583" y="659"/>
                      <a:pt x="4562" y="518"/>
                      <a:pt x="4551" y="371"/>
                    </a:cubicBezTo>
                    <a:cubicBezTo>
                      <a:pt x="4540" y="279"/>
                      <a:pt x="4545" y="181"/>
                      <a:pt x="4458" y="121"/>
                    </a:cubicBezTo>
                    <a:cubicBezTo>
                      <a:pt x="4371" y="78"/>
                      <a:pt x="4284" y="45"/>
                      <a:pt x="4192" y="23"/>
                    </a:cubicBezTo>
                    <a:cubicBezTo>
                      <a:pt x="4146" y="11"/>
                      <a:pt x="4097" y="0"/>
                      <a:pt x="40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0"/>
              <p:cNvSpPr/>
              <p:nvPr/>
            </p:nvSpPr>
            <p:spPr>
              <a:xfrm>
                <a:off x="3645950" y="3936900"/>
                <a:ext cx="62400" cy="69175"/>
              </a:xfrm>
              <a:custGeom>
                <a:rect b="b" l="l" r="r" t="t"/>
                <a:pathLst>
                  <a:path extrusionOk="0" h="2767" w="2496">
                    <a:moveTo>
                      <a:pt x="1730" y="1859"/>
                    </a:moveTo>
                    <a:cubicBezTo>
                      <a:pt x="1739" y="1859"/>
                      <a:pt x="1754" y="1869"/>
                      <a:pt x="1729" y="1869"/>
                    </a:cubicBezTo>
                    <a:cubicBezTo>
                      <a:pt x="1723" y="1861"/>
                      <a:pt x="1726" y="1859"/>
                      <a:pt x="1730" y="1859"/>
                    </a:cubicBezTo>
                    <a:close/>
                    <a:moveTo>
                      <a:pt x="1049" y="173"/>
                    </a:moveTo>
                    <a:cubicBezTo>
                      <a:pt x="1087" y="173"/>
                      <a:pt x="1120" y="173"/>
                      <a:pt x="1153" y="178"/>
                    </a:cubicBezTo>
                    <a:cubicBezTo>
                      <a:pt x="1229" y="194"/>
                      <a:pt x="1305" y="205"/>
                      <a:pt x="1381" y="205"/>
                    </a:cubicBezTo>
                    <a:cubicBezTo>
                      <a:pt x="1424" y="205"/>
                      <a:pt x="1473" y="200"/>
                      <a:pt x="1517" y="200"/>
                    </a:cubicBezTo>
                    <a:cubicBezTo>
                      <a:pt x="1528" y="200"/>
                      <a:pt x="1537" y="199"/>
                      <a:pt x="1546" y="199"/>
                    </a:cubicBezTo>
                    <a:cubicBezTo>
                      <a:pt x="1571" y="199"/>
                      <a:pt x="1586" y="202"/>
                      <a:pt x="1598" y="227"/>
                    </a:cubicBezTo>
                    <a:cubicBezTo>
                      <a:pt x="1609" y="287"/>
                      <a:pt x="1615" y="347"/>
                      <a:pt x="1615" y="401"/>
                    </a:cubicBezTo>
                    <a:cubicBezTo>
                      <a:pt x="1631" y="488"/>
                      <a:pt x="1636" y="580"/>
                      <a:pt x="1636" y="667"/>
                    </a:cubicBezTo>
                    <a:lnTo>
                      <a:pt x="1636" y="901"/>
                    </a:lnTo>
                    <a:cubicBezTo>
                      <a:pt x="1636" y="977"/>
                      <a:pt x="1604" y="1048"/>
                      <a:pt x="1604" y="1124"/>
                    </a:cubicBezTo>
                    <a:cubicBezTo>
                      <a:pt x="1604" y="1162"/>
                      <a:pt x="1631" y="1195"/>
                      <a:pt x="1669" y="1211"/>
                    </a:cubicBezTo>
                    <a:cubicBezTo>
                      <a:pt x="1683" y="1214"/>
                      <a:pt x="1697" y="1215"/>
                      <a:pt x="1712" y="1215"/>
                    </a:cubicBezTo>
                    <a:cubicBezTo>
                      <a:pt x="1783" y="1215"/>
                      <a:pt x="1862" y="1186"/>
                      <a:pt x="1930" y="1173"/>
                    </a:cubicBezTo>
                    <a:cubicBezTo>
                      <a:pt x="1995" y="1156"/>
                      <a:pt x="2060" y="1146"/>
                      <a:pt x="2126" y="1140"/>
                    </a:cubicBezTo>
                    <a:cubicBezTo>
                      <a:pt x="2164" y="1135"/>
                      <a:pt x="2207" y="1129"/>
                      <a:pt x="2245" y="1124"/>
                    </a:cubicBezTo>
                    <a:cubicBezTo>
                      <a:pt x="2256" y="1118"/>
                      <a:pt x="2262" y="1118"/>
                      <a:pt x="2267" y="1113"/>
                    </a:cubicBezTo>
                    <a:lnTo>
                      <a:pt x="2267" y="1113"/>
                    </a:lnTo>
                    <a:cubicBezTo>
                      <a:pt x="2267" y="1124"/>
                      <a:pt x="2262" y="1146"/>
                      <a:pt x="2262" y="1151"/>
                    </a:cubicBezTo>
                    <a:cubicBezTo>
                      <a:pt x="2256" y="1200"/>
                      <a:pt x="2251" y="1254"/>
                      <a:pt x="2251" y="1303"/>
                    </a:cubicBezTo>
                    <a:cubicBezTo>
                      <a:pt x="2256" y="1385"/>
                      <a:pt x="2278" y="1461"/>
                      <a:pt x="2283" y="1542"/>
                    </a:cubicBezTo>
                    <a:cubicBezTo>
                      <a:pt x="2278" y="1597"/>
                      <a:pt x="2278" y="1657"/>
                      <a:pt x="2289" y="1711"/>
                    </a:cubicBezTo>
                    <a:cubicBezTo>
                      <a:pt x="2289" y="1716"/>
                      <a:pt x="2289" y="1727"/>
                      <a:pt x="2294" y="1733"/>
                    </a:cubicBezTo>
                    <a:cubicBezTo>
                      <a:pt x="2272" y="1738"/>
                      <a:pt x="2256" y="1744"/>
                      <a:pt x="2234" y="1749"/>
                    </a:cubicBezTo>
                    <a:lnTo>
                      <a:pt x="2229" y="1749"/>
                    </a:lnTo>
                    <a:cubicBezTo>
                      <a:pt x="2177" y="1759"/>
                      <a:pt x="2123" y="1763"/>
                      <a:pt x="2070" y="1763"/>
                    </a:cubicBezTo>
                    <a:cubicBezTo>
                      <a:pt x="2039" y="1763"/>
                      <a:pt x="2009" y="1762"/>
                      <a:pt x="1979" y="1760"/>
                    </a:cubicBezTo>
                    <a:cubicBezTo>
                      <a:pt x="1887" y="1733"/>
                      <a:pt x="1789" y="1722"/>
                      <a:pt x="1696" y="1716"/>
                    </a:cubicBezTo>
                    <a:cubicBezTo>
                      <a:pt x="1501" y="1727"/>
                      <a:pt x="1550" y="1994"/>
                      <a:pt x="1560" y="2129"/>
                    </a:cubicBezTo>
                    <a:cubicBezTo>
                      <a:pt x="1566" y="2206"/>
                      <a:pt x="1588" y="2282"/>
                      <a:pt x="1593" y="2363"/>
                    </a:cubicBezTo>
                    <a:cubicBezTo>
                      <a:pt x="1593" y="2401"/>
                      <a:pt x="1593" y="2439"/>
                      <a:pt x="1593" y="2483"/>
                    </a:cubicBezTo>
                    <a:lnTo>
                      <a:pt x="1571" y="2483"/>
                    </a:lnTo>
                    <a:cubicBezTo>
                      <a:pt x="1565" y="2481"/>
                      <a:pt x="1559" y="2481"/>
                      <a:pt x="1552" y="2481"/>
                    </a:cubicBezTo>
                    <a:cubicBezTo>
                      <a:pt x="1537" y="2481"/>
                      <a:pt x="1521" y="2484"/>
                      <a:pt x="1506" y="2488"/>
                    </a:cubicBezTo>
                    <a:cubicBezTo>
                      <a:pt x="1430" y="2505"/>
                      <a:pt x="1365" y="2537"/>
                      <a:pt x="1283" y="2548"/>
                    </a:cubicBezTo>
                    <a:cubicBezTo>
                      <a:pt x="1245" y="2553"/>
                      <a:pt x="1207" y="2564"/>
                      <a:pt x="1169" y="2575"/>
                    </a:cubicBezTo>
                    <a:lnTo>
                      <a:pt x="1158" y="2575"/>
                    </a:lnTo>
                    <a:cubicBezTo>
                      <a:pt x="1153" y="2543"/>
                      <a:pt x="1136" y="2499"/>
                      <a:pt x="1131" y="2477"/>
                    </a:cubicBezTo>
                    <a:cubicBezTo>
                      <a:pt x="1131" y="2434"/>
                      <a:pt x="1131" y="2385"/>
                      <a:pt x="1126" y="2341"/>
                    </a:cubicBezTo>
                    <a:cubicBezTo>
                      <a:pt x="1115" y="2189"/>
                      <a:pt x="1077" y="2037"/>
                      <a:pt x="1055" y="1890"/>
                    </a:cubicBezTo>
                    <a:cubicBezTo>
                      <a:pt x="1049" y="1831"/>
                      <a:pt x="1060" y="1776"/>
                      <a:pt x="1017" y="1727"/>
                    </a:cubicBezTo>
                    <a:cubicBezTo>
                      <a:pt x="984" y="1695"/>
                      <a:pt x="946" y="1673"/>
                      <a:pt x="903" y="1662"/>
                    </a:cubicBezTo>
                    <a:cubicBezTo>
                      <a:pt x="864" y="1653"/>
                      <a:pt x="824" y="1652"/>
                      <a:pt x="783" y="1652"/>
                    </a:cubicBezTo>
                    <a:cubicBezTo>
                      <a:pt x="756" y="1652"/>
                      <a:pt x="729" y="1652"/>
                      <a:pt x="701" y="1652"/>
                    </a:cubicBezTo>
                    <a:cubicBezTo>
                      <a:pt x="667" y="1652"/>
                      <a:pt x="633" y="1651"/>
                      <a:pt x="598" y="1646"/>
                    </a:cubicBezTo>
                    <a:cubicBezTo>
                      <a:pt x="528" y="1640"/>
                      <a:pt x="462" y="1635"/>
                      <a:pt x="392" y="1635"/>
                    </a:cubicBezTo>
                    <a:cubicBezTo>
                      <a:pt x="363" y="1635"/>
                      <a:pt x="327" y="1640"/>
                      <a:pt x="293" y="1640"/>
                    </a:cubicBezTo>
                    <a:cubicBezTo>
                      <a:pt x="248" y="1640"/>
                      <a:pt x="208" y="1631"/>
                      <a:pt x="196" y="1591"/>
                    </a:cubicBezTo>
                    <a:cubicBezTo>
                      <a:pt x="191" y="1537"/>
                      <a:pt x="191" y="1483"/>
                      <a:pt x="207" y="1428"/>
                    </a:cubicBezTo>
                    <a:cubicBezTo>
                      <a:pt x="207" y="1374"/>
                      <a:pt x="201" y="1320"/>
                      <a:pt x="191" y="1265"/>
                    </a:cubicBezTo>
                    <a:cubicBezTo>
                      <a:pt x="191" y="1260"/>
                      <a:pt x="180" y="1238"/>
                      <a:pt x="180" y="1233"/>
                    </a:cubicBezTo>
                    <a:cubicBezTo>
                      <a:pt x="201" y="1233"/>
                      <a:pt x="223" y="1238"/>
                      <a:pt x="239" y="1238"/>
                    </a:cubicBezTo>
                    <a:cubicBezTo>
                      <a:pt x="251" y="1240"/>
                      <a:pt x="262" y="1240"/>
                      <a:pt x="273" y="1240"/>
                    </a:cubicBezTo>
                    <a:cubicBezTo>
                      <a:pt x="300" y="1240"/>
                      <a:pt x="327" y="1236"/>
                      <a:pt x="354" y="1233"/>
                    </a:cubicBezTo>
                    <a:cubicBezTo>
                      <a:pt x="451" y="1222"/>
                      <a:pt x="544" y="1227"/>
                      <a:pt x="642" y="1222"/>
                    </a:cubicBezTo>
                    <a:cubicBezTo>
                      <a:pt x="723" y="1222"/>
                      <a:pt x="799" y="1200"/>
                      <a:pt x="881" y="1195"/>
                    </a:cubicBezTo>
                    <a:cubicBezTo>
                      <a:pt x="952" y="1184"/>
                      <a:pt x="1006" y="1184"/>
                      <a:pt x="1044" y="1124"/>
                    </a:cubicBezTo>
                    <a:cubicBezTo>
                      <a:pt x="1109" y="1021"/>
                      <a:pt x="1055" y="868"/>
                      <a:pt x="1049" y="749"/>
                    </a:cubicBezTo>
                    <a:cubicBezTo>
                      <a:pt x="1044" y="684"/>
                      <a:pt x="1044" y="613"/>
                      <a:pt x="1044" y="548"/>
                    </a:cubicBezTo>
                    <a:cubicBezTo>
                      <a:pt x="1066" y="531"/>
                      <a:pt x="1082" y="510"/>
                      <a:pt x="1082" y="477"/>
                    </a:cubicBezTo>
                    <a:cubicBezTo>
                      <a:pt x="1082" y="406"/>
                      <a:pt x="1071" y="330"/>
                      <a:pt x="1049" y="254"/>
                    </a:cubicBezTo>
                    <a:lnTo>
                      <a:pt x="1049" y="173"/>
                    </a:lnTo>
                    <a:close/>
                    <a:moveTo>
                      <a:pt x="1099" y="0"/>
                    </a:moveTo>
                    <a:cubicBezTo>
                      <a:pt x="1064" y="0"/>
                      <a:pt x="1030" y="3"/>
                      <a:pt x="995" y="10"/>
                    </a:cubicBezTo>
                    <a:cubicBezTo>
                      <a:pt x="837" y="53"/>
                      <a:pt x="875" y="227"/>
                      <a:pt x="897" y="368"/>
                    </a:cubicBezTo>
                    <a:cubicBezTo>
                      <a:pt x="892" y="493"/>
                      <a:pt x="886" y="613"/>
                      <a:pt x="886" y="738"/>
                    </a:cubicBezTo>
                    <a:cubicBezTo>
                      <a:pt x="881" y="809"/>
                      <a:pt x="886" y="879"/>
                      <a:pt x="886" y="955"/>
                    </a:cubicBezTo>
                    <a:cubicBezTo>
                      <a:pt x="886" y="966"/>
                      <a:pt x="881" y="988"/>
                      <a:pt x="881" y="1010"/>
                    </a:cubicBezTo>
                    <a:cubicBezTo>
                      <a:pt x="873" y="1008"/>
                      <a:pt x="865" y="1007"/>
                      <a:pt x="858" y="1007"/>
                    </a:cubicBezTo>
                    <a:cubicBezTo>
                      <a:pt x="841" y="1007"/>
                      <a:pt x="824" y="1011"/>
                      <a:pt x="805" y="1015"/>
                    </a:cubicBezTo>
                    <a:cubicBezTo>
                      <a:pt x="718" y="1031"/>
                      <a:pt x="631" y="1037"/>
                      <a:pt x="544" y="1042"/>
                    </a:cubicBezTo>
                    <a:cubicBezTo>
                      <a:pt x="451" y="1048"/>
                      <a:pt x="359" y="1069"/>
                      <a:pt x="272" y="1075"/>
                    </a:cubicBezTo>
                    <a:cubicBezTo>
                      <a:pt x="259" y="1076"/>
                      <a:pt x="246" y="1076"/>
                      <a:pt x="234" y="1076"/>
                    </a:cubicBezTo>
                    <a:cubicBezTo>
                      <a:pt x="220" y="1076"/>
                      <a:pt x="206" y="1076"/>
                      <a:pt x="193" y="1076"/>
                    </a:cubicBezTo>
                    <a:cubicBezTo>
                      <a:pt x="152" y="1076"/>
                      <a:pt x="113" y="1079"/>
                      <a:pt x="76" y="1102"/>
                    </a:cubicBezTo>
                    <a:cubicBezTo>
                      <a:pt x="27" y="1129"/>
                      <a:pt x="0" y="1184"/>
                      <a:pt x="6" y="1233"/>
                    </a:cubicBezTo>
                    <a:cubicBezTo>
                      <a:pt x="6" y="1287"/>
                      <a:pt x="33" y="1330"/>
                      <a:pt x="33" y="1385"/>
                    </a:cubicBezTo>
                    <a:cubicBezTo>
                      <a:pt x="33" y="1455"/>
                      <a:pt x="17" y="1521"/>
                      <a:pt x="22" y="1586"/>
                    </a:cubicBezTo>
                    <a:cubicBezTo>
                      <a:pt x="17" y="1708"/>
                      <a:pt x="115" y="1809"/>
                      <a:pt x="235" y="1809"/>
                    </a:cubicBezTo>
                    <a:cubicBezTo>
                      <a:pt x="239" y="1809"/>
                      <a:pt x="242" y="1809"/>
                      <a:pt x="245" y="1809"/>
                    </a:cubicBezTo>
                    <a:cubicBezTo>
                      <a:pt x="296" y="1809"/>
                      <a:pt x="346" y="1806"/>
                      <a:pt x="399" y="1806"/>
                    </a:cubicBezTo>
                    <a:cubicBezTo>
                      <a:pt x="425" y="1806"/>
                      <a:pt x="451" y="1807"/>
                      <a:pt x="479" y="1809"/>
                    </a:cubicBezTo>
                    <a:cubicBezTo>
                      <a:pt x="544" y="1814"/>
                      <a:pt x="609" y="1831"/>
                      <a:pt x="680" y="1831"/>
                    </a:cubicBezTo>
                    <a:cubicBezTo>
                      <a:pt x="702" y="1829"/>
                      <a:pt x="724" y="1827"/>
                      <a:pt x="745" y="1827"/>
                    </a:cubicBezTo>
                    <a:cubicBezTo>
                      <a:pt x="783" y="1827"/>
                      <a:pt x="819" y="1831"/>
                      <a:pt x="854" y="1841"/>
                    </a:cubicBezTo>
                    <a:cubicBezTo>
                      <a:pt x="892" y="1858"/>
                      <a:pt x="870" y="1869"/>
                      <a:pt x="875" y="1912"/>
                    </a:cubicBezTo>
                    <a:cubicBezTo>
                      <a:pt x="881" y="1950"/>
                      <a:pt x="892" y="1983"/>
                      <a:pt x="903" y="2015"/>
                    </a:cubicBezTo>
                    <a:cubicBezTo>
                      <a:pt x="952" y="2195"/>
                      <a:pt x="930" y="2390"/>
                      <a:pt x="962" y="2570"/>
                    </a:cubicBezTo>
                    <a:cubicBezTo>
                      <a:pt x="983" y="2687"/>
                      <a:pt x="1008" y="2766"/>
                      <a:pt x="1133" y="2766"/>
                    </a:cubicBezTo>
                    <a:cubicBezTo>
                      <a:pt x="1141" y="2766"/>
                      <a:pt x="1149" y="2766"/>
                      <a:pt x="1158" y="2765"/>
                    </a:cubicBezTo>
                    <a:cubicBezTo>
                      <a:pt x="1316" y="2755"/>
                      <a:pt x="1463" y="2678"/>
                      <a:pt x="1620" y="2673"/>
                    </a:cubicBezTo>
                    <a:cubicBezTo>
                      <a:pt x="1756" y="2668"/>
                      <a:pt x="1789" y="2575"/>
                      <a:pt x="1783" y="2456"/>
                    </a:cubicBezTo>
                    <a:cubicBezTo>
                      <a:pt x="1778" y="2331"/>
                      <a:pt x="1751" y="2200"/>
                      <a:pt x="1740" y="2075"/>
                    </a:cubicBezTo>
                    <a:cubicBezTo>
                      <a:pt x="1729" y="2021"/>
                      <a:pt x="1729" y="1966"/>
                      <a:pt x="1729" y="1912"/>
                    </a:cubicBezTo>
                    <a:lnTo>
                      <a:pt x="1729" y="1890"/>
                    </a:lnTo>
                    <a:cubicBezTo>
                      <a:pt x="1740" y="1896"/>
                      <a:pt x="1767" y="1901"/>
                      <a:pt x="1778" y="1901"/>
                    </a:cubicBezTo>
                    <a:cubicBezTo>
                      <a:pt x="1889" y="1927"/>
                      <a:pt x="2020" y="1959"/>
                      <a:pt x="2146" y="1959"/>
                    </a:cubicBezTo>
                    <a:cubicBezTo>
                      <a:pt x="2229" y="1959"/>
                      <a:pt x="2310" y="1946"/>
                      <a:pt x="2381" y="1907"/>
                    </a:cubicBezTo>
                    <a:cubicBezTo>
                      <a:pt x="2430" y="1879"/>
                      <a:pt x="2468" y="1836"/>
                      <a:pt x="2484" y="1782"/>
                    </a:cubicBezTo>
                    <a:cubicBezTo>
                      <a:pt x="2495" y="1727"/>
                      <a:pt x="2463" y="1662"/>
                      <a:pt x="2463" y="1608"/>
                    </a:cubicBezTo>
                    <a:lnTo>
                      <a:pt x="2468" y="1597"/>
                    </a:lnTo>
                    <a:cubicBezTo>
                      <a:pt x="2463" y="1510"/>
                      <a:pt x="2452" y="1417"/>
                      <a:pt x="2436" y="1325"/>
                    </a:cubicBezTo>
                    <a:cubicBezTo>
                      <a:pt x="2425" y="1249"/>
                      <a:pt x="2446" y="1178"/>
                      <a:pt x="2436" y="1102"/>
                    </a:cubicBezTo>
                    <a:cubicBezTo>
                      <a:pt x="2428" y="976"/>
                      <a:pt x="2345" y="947"/>
                      <a:pt x="2250" y="947"/>
                    </a:cubicBezTo>
                    <a:cubicBezTo>
                      <a:pt x="2215" y="947"/>
                      <a:pt x="2178" y="951"/>
                      <a:pt x="2142" y="955"/>
                    </a:cubicBezTo>
                    <a:cubicBezTo>
                      <a:pt x="2055" y="972"/>
                      <a:pt x="1963" y="983"/>
                      <a:pt x="1870" y="1004"/>
                    </a:cubicBezTo>
                    <a:cubicBezTo>
                      <a:pt x="1848" y="1004"/>
                      <a:pt x="1821" y="1015"/>
                      <a:pt x="1794" y="1026"/>
                    </a:cubicBezTo>
                    <a:cubicBezTo>
                      <a:pt x="1800" y="1010"/>
                      <a:pt x="1805" y="993"/>
                      <a:pt x="1805" y="977"/>
                    </a:cubicBezTo>
                    <a:cubicBezTo>
                      <a:pt x="1810" y="917"/>
                      <a:pt x="1810" y="863"/>
                      <a:pt x="1805" y="803"/>
                    </a:cubicBezTo>
                    <a:cubicBezTo>
                      <a:pt x="1810" y="689"/>
                      <a:pt x="1810" y="575"/>
                      <a:pt x="1794" y="461"/>
                    </a:cubicBezTo>
                    <a:cubicBezTo>
                      <a:pt x="1783" y="368"/>
                      <a:pt x="1783" y="260"/>
                      <a:pt x="1762" y="173"/>
                    </a:cubicBezTo>
                    <a:cubicBezTo>
                      <a:pt x="1740" y="102"/>
                      <a:pt x="1685" y="48"/>
                      <a:pt x="1609" y="37"/>
                    </a:cubicBezTo>
                    <a:cubicBezTo>
                      <a:pt x="1574" y="28"/>
                      <a:pt x="1538" y="25"/>
                      <a:pt x="1502" y="25"/>
                    </a:cubicBezTo>
                    <a:cubicBezTo>
                      <a:pt x="1450" y="25"/>
                      <a:pt x="1396" y="31"/>
                      <a:pt x="1343" y="31"/>
                    </a:cubicBezTo>
                    <a:cubicBezTo>
                      <a:pt x="1318" y="31"/>
                      <a:pt x="1292" y="29"/>
                      <a:pt x="1267" y="26"/>
                    </a:cubicBezTo>
                    <a:cubicBezTo>
                      <a:pt x="1212" y="9"/>
                      <a:pt x="1156" y="0"/>
                      <a:pt x="1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0"/>
              <p:cNvSpPr/>
              <p:nvPr/>
            </p:nvSpPr>
            <p:spPr>
              <a:xfrm>
                <a:off x="3762000" y="3963550"/>
                <a:ext cx="58725" cy="21975"/>
              </a:xfrm>
              <a:custGeom>
                <a:rect b="b" l="l" r="r" t="t"/>
                <a:pathLst>
                  <a:path extrusionOk="0" h="879" w="2349">
                    <a:moveTo>
                      <a:pt x="1120" y="167"/>
                    </a:moveTo>
                    <a:cubicBezTo>
                      <a:pt x="1180" y="167"/>
                      <a:pt x="1245" y="167"/>
                      <a:pt x="1311" y="177"/>
                    </a:cubicBezTo>
                    <a:cubicBezTo>
                      <a:pt x="1354" y="183"/>
                      <a:pt x="1392" y="199"/>
                      <a:pt x="1441" y="205"/>
                    </a:cubicBezTo>
                    <a:cubicBezTo>
                      <a:pt x="1479" y="208"/>
                      <a:pt x="1521" y="212"/>
                      <a:pt x="1563" y="212"/>
                    </a:cubicBezTo>
                    <a:cubicBezTo>
                      <a:pt x="1580" y="212"/>
                      <a:pt x="1597" y="212"/>
                      <a:pt x="1615" y="210"/>
                    </a:cubicBezTo>
                    <a:cubicBezTo>
                      <a:pt x="1659" y="216"/>
                      <a:pt x="1704" y="219"/>
                      <a:pt x="1749" y="219"/>
                    </a:cubicBezTo>
                    <a:cubicBezTo>
                      <a:pt x="1780" y="219"/>
                      <a:pt x="1812" y="218"/>
                      <a:pt x="1843" y="215"/>
                    </a:cubicBezTo>
                    <a:cubicBezTo>
                      <a:pt x="1888" y="211"/>
                      <a:pt x="1998" y="173"/>
                      <a:pt x="2070" y="173"/>
                    </a:cubicBezTo>
                    <a:cubicBezTo>
                      <a:pt x="2094" y="173"/>
                      <a:pt x="2114" y="178"/>
                      <a:pt x="2126" y="188"/>
                    </a:cubicBezTo>
                    <a:cubicBezTo>
                      <a:pt x="2148" y="205"/>
                      <a:pt x="2126" y="324"/>
                      <a:pt x="2126" y="346"/>
                    </a:cubicBezTo>
                    <a:cubicBezTo>
                      <a:pt x="2120" y="400"/>
                      <a:pt x="2104" y="449"/>
                      <a:pt x="2093" y="504"/>
                    </a:cubicBezTo>
                    <a:cubicBezTo>
                      <a:pt x="2093" y="553"/>
                      <a:pt x="2088" y="596"/>
                      <a:pt x="2088" y="645"/>
                    </a:cubicBezTo>
                    <a:cubicBezTo>
                      <a:pt x="2088" y="656"/>
                      <a:pt x="2088" y="661"/>
                      <a:pt x="2088" y="667"/>
                    </a:cubicBezTo>
                    <a:lnTo>
                      <a:pt x="2072" y="667"/>
                    </a:lnTo>
                    <a:cubicBezTo>
                      <a:pt x="2065" y="668"/>
                      <a:pt x="2058" y="668"/>
                      <a:pt x="2051" y="668"/>
                    </a:cubicBezTo>
                    <a:cubicBezTo>
                      <a:pt x="2032" y="668"/>
                      <a:pt x="2014" y="665"/>
                      <a:pt x="1997" y="665"/>
                    </a:cubicBezTo>
                    <a:cubicBezTo>
                      <a:pt x="1991" y="665"/>
                      <a:pt x="1985" y="666"/>
                      <a:pt x="1979" y="667"/>
                    </a:cubicBezTo>
                    <a:cubicBezTo>
                      <a:pt x="1903" y="672"/>
                      <a:pt x="1838" y="694"/>
                      <a:pt x="1767" y="699"/>
                    </a:cubicBezTo>
                    <a:cubicBezTo>
                      <a:pt x="1729" y="702"/>
                      <a:pt x="1688" y="702"/>
                      <a:pt x="1647" y="702"/>
                    </a:cubicBezTo>
                    <a:cubicBezTo>
                      <a:pt x="1605" y="702"/>
                      <a:pt x="1563" y="702"/>
                      <a:pt x="1523" y="705"/>
                    </a:cubicBezTo>
                    <a:cubicBezTo>
                      <a:pt x="1423" y="708"/>
                      <a:pt x="1321" y="718"/>
                      <a:pt x="1220" y="718"/>
                    </a:cubicBezTo>
                    <a:cubicBezTo>
                      <a:pt x="1161" y="718"/>
                      <a:pt x="1102" y="715"/>
                      <a:pt x="1044" y="705"/>
                    </a:cubicBezTo>
                    <a:cubicBezTo>
                      <a:pt x="979" y="688"/>
                      <a:pt x="914" y="678"/>
                      <a:pt x="843" y="672"/>
                    </a:cubicBezTo>
                    <a:cubicBezTo>
                      <a:pt x="796" y="672"/>
                      <a:pt x="746" y="677"/>
                      <a:pt x="698" y="677"/>
                    </a:cubicBezTo>
                    <a:cubicBezTo>
                      <a:pt x="673" y="677"/>
                      <a:pt x="649" y="676"/>
                      <a:pt x="626" y="672"/>
                    </a:cubicBezTo>
                    <a:cubicBezTo>
                      <a:pt x="555" y="667"/>
                      <a:pt x="473" y="645"/>
                      <a:pt x="392" y="639"/>
                    </a:cubicBezTo>
                    <a:cubicBezTo>
                      <a:pt x="348" y="639"/>
                      <a:pt x="301" y="646"/>
                      <a:pt x="257" y="646"/>
                    </a:cubicBezTo>
                    <a:cubicBezTo>
                      <a:pt x="245" y="646"/>
                      <a:pt x="234" y="646"/>
                      <a:pt x="223" y="645"/>
                    </a:cubicBezTo>
                    <a:cubicBezTo>
                      <a:pt x="202" y="553"/>
                      <a:pt x="196" y="460"/>
                      <a:pt x="196" y="362"/>
                    </a:cubicBezTo>
                    <a:cubicBezTo>
                      <a:pt x="202" y="324"/>
                      <a:pt x="202" y="281"/>
                      <a:pt x="191" y="243"/>
                    </a:cubicBezTo>
                    <a:cubicBezTo>
                      <a:pt x="185" y="226"/>
                      <a:pt x="180" y="210"/>
                      <a:pt x="174" y="199"/>
                    </a:cubicBezTo>
                    <a:lnTo>
                      <a:pt x="180" y="199"/>
                    </a:lnTo>
                    <a:cubicBezTo>
                      <a:pt x="245" y="194"/>
                      <a:pt x="316" y="188"/>
                      <a:pt x="381" y="177"/>
                    </a:cubicBezTo>
                    <a:cubicBezTo>
                      <a:pt x="423" y="176"/>
                      <a:pt x="464" y="175"/>
                      <a:pt x="506" y="175"/>
                    </a:cubicBezTo>
                    <a:cubicBezTo>
                      <a:pt x="589" y="175"/>
                      <a:pt x="671" y="177"/>
                      <a:pt x="751" y="177"/>
                    </a:cubicBezTo>
                    <a:cubicBezTo>
                      <a:pt x="876" y="177"/>
                      <a:pt x="995" y="167"/>
                      <a:pt x="1120" y="167"/>
                    </a:cubicBezTo>
                    <a:close/>
                    <a:moveTo>
                      <a:pt x="2096" y="0"/>
                    </a:moveTo>
                    <a:cubicBezTo>
                      <a:pt x="2035" y="0"/>
                      <a:pt x="1972" y="14"/>
                      <a:pt x="1919" y="25"/>
                    </a:cubicBezTo>
                    <a:cubicBezTo>
                      <a:pt x="1811" y="42"/>
                      <a:pt x="1702" y="52"/>
                      <a:pt x="1593" y="58"/>
                    </a:cubicBezTo>
                    <a:lnTo>
                      <a:pt x="1517" y="58"/>
                    </a:lnTo>
                    <a:cubicBezTo>
                      <a:pt x="1403" y="58"/>
                      <a:pt x="1294" y="14"/>
                      <a:pt x="1180" y="9"/>
                    </a:cubicBezTo>
                    <a:cubicBezTo>
                      <a:pt x="1097" y="6"/>
                      <a:pt x="1014" y="4"/>
                      <a:pt x="931" y="4"/>
                    </a:cubicBezTo>
                    <a:cubicBezTo>
                      <a:pt x="746" y="4"/>
                      <a:pt x="561" y="11"/>
                      <a:pt x="381" y="14"/>
                    </a:cubicBezTo>
                    <a:cubicBezTo>
                      <a:pt x="278" y="14"/>
                      <a:pt x="60" y="14"/>
                      <a:pt x="11" y="129"/>
                    </a:cubicBezTo>
                    <a:cubicBezTo>
                      <a:pt x="0" y="161"/>
                      <a:pt x="6" y="199"/>
                      <a:pt x="17" y="232"/>
                    </a:cubicBezTo>
                    <a:cubicBezTo>
                      <a:pt x="33" y="281"/>
                      <a:pt x="44" y="330"/>
                      <a:pt x="39" y="373"/>
                    </a:cubicBezTo>
                    <a:cubicBezTo>
                      <a:pt x="39" y="498"/>
                      <a:pt x="49" y="618"/>
                      <a:pt x="77" y="732"/>
                    </a:cubicBezTo>
                    <a:cubicBezTo>
                      <a:pt x="82" y="759"/>
                      <a:pt x="104" y="781"/>
                      <a:pt x="131" y="792"/>
                    </a:cubicBezTo>
                    <a:cubicBezTo>
                      <a:pt x="172" y="798"/>
                      <a:pt x="216" y="801"/>
                      <a:pt x="259" y="801"/>
                    </a:cubicBezTo>
                    <a:cubicBezTo>
                      <a:pt x="289" y="801"/>
                      <a:pt x="319" y="799"/>
                      <a:pt x="348" y="797"/>
                    </a:cubicBezTo>
                    <a:cubicBezTo>
                      <a:pt x="457" y="797"/>
                      <a:pt x="555" y="830"/>
                      <a:pt x="658" y="835"/>
                    </a:cubicBezTo>
                    <a:cubicBezTo>
                      <a:pt x="686" y="834"/>
                      <a:pt x="714" y="833"/>
                      <a:pt x="741" y="833"/>
                    </a:cubicBezTo>
                    <a:cubicBezTo>
                      <a:pt x="817" y="833"/>
                      <a:pt x="892" y="838"/>
                      <a:pt x="968" y="846"/>
                    </a:cubicBezTo>
                    <a:cubicBezTo>
                      <a:pt x="1050" y="862"/>
                      <a:pt x="1131" y="873"/>
                      <a:pt x="1213" y="879"/>
                    </a:cubicBezTo>
                    <a:cubicBezTo>
                      <a:pt x="1408" y="879"/>
                      <a:pt x="1620" y="879"/>
                      <a:pt x="1816" y="857"/>
                    </a:cubicBezTo>
                    <a:cubicBezTo>
                      <a:pt x="1892" y="846"/>
                      <a:pt x="1968" y="841"/>
                      <a:pt x="2044" y="841"/>
                    </a:cubicBezTo>
                    <a:cubicBezTo>
                      <a:pt x="2060" y="845"/>
                      <a:pt x="2075" y="847"/>
                      <a:pt x="2091" y="847"/>
                    </a:cubicBezTo>
                    <a:cubicBezTo>
                      <a:pt x="2136" y="847"/>
                      <a:pt x="2182" y="829"/>
                      <a:pt x="2218" y="797"/>
                    </a:cubicBezTo>
                    <a:cubicBezTo>
                      <a:pt x="2256" y="743"/>
                      <a:pt x="2278" y="683"/>
                      <a:pt x="2267" y="618"/>
                    </a:cubicBezTo>
                    <a:cubicBezTo>
                      <a:pt x="2273" y="563"/>
                      <a:pt x="2278" y="509"/>
                      <a:pt x="2289" y="455"/>
                    </a:cubicBezTo>
                    <a:cubicBezTo>
                      <a:pt x="2311" y="335"/>
                      <a:pt x="2349" y="145"/>
                      <a:pt x="2245" y="52"/>
                    </a:cubicBezTo>
                    <a:lnTo>
                      <a:pt x="2251" y="52"/>
                    </a:lnTo>
                    <a:cubicBezTo>
                      <a:pt x="2209" y="13"/>
                      <a:pt x="2153"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0"/>
              <p:cNvSpPr/>
              <p:nvPr/>
            </p:nvSpPr>
            <p:spPr>
              <a:xfrm>
                <a:off x="3668900" y="4058650"/>
                <a:ext cx="22325" cy="19125"/>
              </a:xfrm>
              <a:custGeom>
                <a:rect b="b" l="l" r="r" t="t"/>
                <a:pathLst>
                  <a:path extrusionOk="0" h="765" w="893">
                    <a:moveTo>
                      <a:pt x="420" y="162"/>
                    </a:moveTo>
                    <a:cubicBezTo>
                      <a:pt x="496" y="189"/>
                      <a:pt x="566" y="238"/>
                      <a:pt x="615" y="304"/>
                    </a:cubicBezTo>
                    <a:cubicBezTo>
                      <a:pt x="670" y="369"/>
                      <a:pt x="729" y="445"/>
                      <a:pt x="653" y="510"/>
                    </a:cubicBezTo>
                    <a:cubicBezTo>
                      <a:pt x="593" y="554"/>
                      <a:pt x="528" y="581"/>
                      <a:pt x="458" y="602"/>
                    </a:cubicBezTo>
                    <a:cubicBezTo>
                      <a:pt x="432" y="612"/>
                      <a:pt x="405" y="617"/>
                      <a:pt x="379" y="617"/>
                    </a:cubicBezTo>
                    <a:cubicBezTo>
                      <a:pt x="263" y="617"/>
                      <a:pt x="157" y="526"/>
                      <a:pt x="148" y="401"/>
                    </a:cubicBezTo>
                    <a:cubicBezTo>
                      <a:pt x="137" y="331"/>
                      <a:pt x="153" y="260"/>
                      <a:pt x="197" y="206"/>
                    </a:cubicBezTo>
                    <a:cubicBezTo>
                      <a:pt x="197" y="200"/>
                      <a:pt x="202" y="195"/>
                      <a:pt x="208" y="195"/>
                    </a:cubicBezTo>
                    <a:lnTo>
                      <a:pt x="224" y="195"/>
                    </a:lnTo>
                    <a:cubicBezTo>
                      <a:pt x="289" y="173"/>
                      <a:pt x="354" y="162"/>
                      <a:pt x="420" y="162"/>
                    </a:cubicBezTo>
                    <a:close/>
                    <a:moveTo>
                      <a:pt x="372" y="0"/>
                    </a:moveTo>
                    <a:cubicBezTo>
                      <a:pt x="301" y="0"/>
                      <a:pt x="235" y="31"/>
                      <a:pt x="186" y="108"/>
                    </a:cubicBezTo>
                    <a:cubicBezTo>
                      <a:pt x="164" y="119"/>
                      <a:pt x="148" y="130"/>
                      <a:pt x="131" y="146"/>
                    </a:cubicBezTo>
                    <a:cubicBezTo>
                      <a:pt x="99" y="173"/>
                      <a:pt x="72" y="211"/>
                      <a:pt x="44" y="249"/>
                    </a:cubicBezTo>
                    <a:cubicBezTo>
                      <a:pt x="1" y="347"/>
                      <a:pt x="1" y="461"/>
                      <a:pt x="44" y="564"/>
                    </a:cubicBezTo>
                    <a:cubicBezTo>
                      <a:pt x="107" y="709"/>
                      <a:pt x="232" y="765"/>
                      <a:pt x="367" y="765"/>
                    </a:cubicBezTo>
                    <a:cubicBezTo>
                      <a:pt x="445" y="765"/>
                      <a:pt x="526" y="746"/>
                      <a:pt x="599" y="717"/>
                    </a:cubicBezTo>
                    <a:cubicBezTo>
                      <a:pt x="691" y="679"/>
                      <a:pt x="800" y="630"/>
                      <a:pt x="844" y="532"/>
                    </a:cubicBezTo>
                    <a:cubicBezTo>
                      <a:pt x="892" y="412"/>
                      <a:pt x="822" y="298"/>
                      <a:pt x="746" y="211"/>
                    </a:cubicBezTo>
                    <a:cubicBezTo>
                      <a:pt x="657" y="108"/>
                      <a:pt x="505" y="0"/>
                      <a:pt x="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0"/>
              <p:cNvSpPr/>
              <p:nvPr/>
            </p:nvSpPr>
            <p:spPr>
              <a:xfrm>
                <a:off x="3645000" y="4083300"/>
                <a:ext cx="63200" cy="20350"/>
              </a:xfrm>
              <a:custGeom>
                <a:rect b="b" l="l" r="r" t="t"/>
                <a:pathLst>
                  <a:path extrusionOk="0" h="814" w="2528">
                    <a:moveTo>
                      <a:pt x="2321" y="193"/>
                    </a:moveTo>
                    <a:lnTo>
                      <a:pt x="2321" y="193"/>
                    </a:lnTo>
                    <a:cubicBezTo>
                      <a:pt x="2316" y="220"/>
                      <a:pt x="2316" y="242"/>
                      <a:pt x="2321" y="269"/>
                    </a:cubicBezTo>
                    <a:lnTo>
                      <a:pt x="2321" y="421"/>
                    </a:lnTo>
                    <a:cubicBezTo>
                      <a:pt x="2327" y="470"/>
                      <a:pt x="2327" y="513"/>
                      <a:pt x="2327" y="557"/>
                    </a:cubicBezTo>
                    <a:cubicBezTo>
                      <a:pt x="2321" y="562"/>
                      <a:pt x="2321" y="568"/>
                      <a:pt x="2327" y="579"/>
                    </a:cubicBezTo>
                    <a:cubicBezTo>
                      <a:pt x="2324" y="576"/>
                      <a:pt x="2321" y="575"/>
                      <a:pt x="2319" y="575"/>
                    </a:cubicBezTo>
                    <a:cubicBezTo>
                      <a:pt x="2317" y="575"/>
                      <a:pt x="2316" y="576"/>
                      <a:pt x="2316" y="579"/>
                    </a:cubicBezTo>
                    <a:cubicBezTo>
                      <a:pt x="2310" y="580"/>
                      <a:pt x="2303" y="581"/>
                      <a:pt x="2294" y="581"/>
                    </a:cubicBezTo>
                    <a:cubicBezTo>
                      <a:pt x="2276" y="581"/>
                      <a:pt x="2254" y="579"/>
                      <a:pt x="2240" y="579"/>
                    </a:cubicBezTo>
                    <a:cubicBezTo>
                      <a:pt x="2142" y="584"/>
                      <a:pt x="2050" y="600"/>
                      <a:pt x="1946" y="606"/>
                    </a:cubicBezTo>
                    <a:cubicBezTo>
                      <a:pt x="1874" y="606"/>
                      <a:pt x="1799" y="601"/>
                      <a:pt x="1725" y="601"/>
                    </a:cubicBezTo>
                    <a:cubicBezTo>
                      <a:pt x="1688" y="601"/>
                      <a:pt x="1651" y="602"/>
                      <a:pt x="1615" y="606"/>
                    </a:cubicBezTo>
                    <a:cubicBezTo>
                      <a:pt x="1539" y="622"/>
                      <a:pt x="1463" y="632"/>
                      <a:pt x="1390" y="632"/>
                    </a:cubicBezTo>
                    <a:cubicBezTo>
                      <a:pt x="1363" y="632"/>
                      <a:pt x="1337" y="630"/>
                      <a:pt x="1310" y="628"/>
                    </a:cubicBezTo>
                    <a:cubicBezTo>
                      <a:pt x="1196" y="611"/>
                      <a:pt x="1087" y="600"/>
                      <a:pt x="973" y="600"/>
                    </a:cubicBezTo>
                    <a:cubicBezTo>
                      <a:pt x="745" y="600"/>
                      <a:pt x="522" y="611"/>
                      <a:pt x="294" y="617"/>
                    </a:cubicBezTo>
                    <a:cubicBezTo>
                      <a:pt x="185" y="617"/>
                      <a:pt x="174" y="606"/>
                      <a:pt x="163" y="492"/>
                    </a:cubicBezTo>
                    <a:cubicBezTo>
                      <a:pt x="152" y="454"/>
                      <a:pt x="147" y="421"/>
                      <a:pt x="142" y="383"/>
                    </a:cubicBezTo>
                    <a:cubicBezTo>
                      <a:pt x="149" y="368"/>
                      <a:pt x="197" y="366"/>
                      <a:pt x="240" y="366"/>
                    </a:cubicBezTo>
                    <a:cubicBezTo>
                      <a:pt x="261" y="366"/>
                      <a:pt x="281" y="367"/>
                      <a:pt x="294" y="367"/>
                    </a:cubicBezTo>
                    <a:cubicBezTo>
                      <a:pt x="392" y="367"/>
                      <a:pt x="495" y="356"/>
                      <a:pt x="593" y="350"/>
                    </a:cubicBezTo>
                    <a:cubicBezTo>
                      <a:pt x="691" y="345"/>
                      <a:pt x="805" y="307"/>
                      <a:pt x="908" y="307"/>
                    </a:cubicBezTo>
                    <a:cubicBezTo>
                      <a:pt x="1011" y="307"/>
                      <a:pt x="1115" y="274"/>
                      <a:pt x="1223" y="274"/>
                    </a:cubicBezTo>
                    <a:cubicBezTo>
                      <a:pt x="1337" y="274"/>
                      <a:pt x="1446" y="269"/>
                      <a:pt x="1555" y="252"/>
                    </a:cubicBezTo>
                    <a:lnTo>
                      <a:pt x="1669" y="236"/>
                    </a:lnTo>
                    <a:cubicBezTo>
                      <a:pt x="1701" y="243"/>
                      <a:pt x="1733" y="245"/>
                      <a:pt x="1765" y="245"/>
                    </a:cubicBezTo>
                    <a:cubicBezTo>
                      <a:pt x="1787" y="245"/>
                      <a:pt x="1810" y="244"/>
                      <a:pt x="1832" y="242"/>
                    </a:cubicBezTo>
                    <a:cubicBezTo>
                      <a:pt x="1876" y="236"/>
                      <a:pt x="1914" y="236"/>
                      <a:pt x="1957" y="236"/>
                    </a:cubicBezTo>
                    <a:cubicBezTo>
                      <a:pt x="1984" y="242"/>
                      <a:pt x="2012" y="252"/>
                      <a:pt x="2039" y="258"/>
                    </a:cubicBezTo>
                    <a:cubicBezTo>
                      <a:pt x="2082" y="258"/>
                      <a:pt x="2120" y="252"/>
                      <a:pt x="2164" y="242"/>
                    </a:cubicBezTo>
                    <a:cubicBezTo>
                      <a:pt x="2169" y="242"/>
                      <a:pt x="2180" y="236"/>
                      <a:pt x="2185" y="231"/>
                    </a:cubicBezTo>
                    <a:cubicBezTo>
                      <a:pt x="2229" y="220"/>
                      <a:pt x="2278" y="209"/>
                      <a:pt x="2321" y="193"/>
                    </a:cubicBezTo>
                    <a:close/>
                    <a:moveTo>
                      <a:pt x="2351" y="1"/>
                    </a:moveTo>
                    <a:cubicBezTo>
                      <a:pt x="2336" y="1"/>
                      <a:pt x="2320" y="3"/>
                      <a:pt x="2305" y="8"/>
                    </a:cubicBezTo>
                    <a:cubicBezTo>
                      <a:pt x="2262" y="19"/>
                      <a:pt x="2224" y="40"/>
                      <a:pt x="2175" y="51"/>
                    </a:cubicBezTo>
                    <a:cubicBezTo>
                      <a:pt x="2139" y="57"/>
                      <a:pt x="2103" y="60"/>
                      <a:pt x="2065" y="60"/>
                    </a:cubicBezTo>
                    <a:cubicBezTo>
                      <a:pt x="2028" y="60"/>
                      <a:pt x="1990" y="57"/>
                      <a:pt x="1952" y="51"/>
                    </a:cubicBezTo>
                    <a:cubicBezTo>
                      <a:pt x="1881" y="57"/>
                      <a:pt x="1816" y="84"/>
                      <a:pt x="1745" y="95"/>
                    </a:cubicBezTo>
                    <a:cubicBezTo>
                      <a:pt x="1718" y="98"/>
                      <a:pt x="1692" y="98"/>
                      <a:pt x="1667" y="98"/>
                    </a:cubicBezTo>
                    <a:cubicBezTo>
                      <a:pt x="1642" y="98"/>
                      <a:pt x="1617" y="98"/>
                      <a:pt x="1593" y="100"/>
                    </a:cubicBezTo>
                    <a:cubicBezTo>
                      <a:pt x="1583" y="99"/>
                      <a:pt x="1573" y="99"/>
                      <a:pt x="1563" y="99"/>
                    </a:cubicBezTo>
                    <a:cubicBezTo>
                      <a:pt x="1514" y="99"/>
                      <a:pt x="1465" y="110"/>
                      <a:pt x="1424" y="133"/>
                    </a:cubicBezTo>
                    <a:cubicBezTo>
                      <a:pt x="1397" y="135"/>
                      <a:pt x="1370" y="136"/>
                      <a:pt x="1343" y="136"/>
                    </a:cubicBezTo>
                    <a:cubicBezTo>
                      <a:pt x="1306" y="136"/>
                      <a:pt x="1269" y="135"/>
                      <a:pt x="1232" y="135"/>
                    </a:cubicBezTo>
                    <a:cubicBezTo>
                      <a:pt x="1182" y="135"/>
                      <a:pt x="1132" y="137"/>
                      <a:pt x="1082" y="149"/>
                    </a:cubicBezTo>
                    <a:cubicBezTo>
                      <a:pt x="973" y="176"/>
                      <a:pt x="848" y="171"/>
                      <a:pt x="729" y="193"/>
                    </a:cubicBezTo>
                    <a:cubicBezTo>
                      <a:pt x="582" y="220"/>
                      <a:pt x="435" y="231"/>
                      <a:pt x="288" y="231"/>
                    </a:cubicBezTo>
                    <a:cubicBezTo>
                      <a:pt x="201" y="231"/>
                      <a:pt x="76" y="231"/>
                      <a:pt x="17" y="312"/>
                    </a:cubicBezTo>
                    <a:cubicBezTo>
                      <a:pt x="6" y="339"/>
                      <a:pt x="0" y="367"/>
                      <a:pt x="0" y="394"/>
                    </a:cubicBezTo>
                    <a:cubicBezTo>
                      <a:pt x="6" y="448"/>
                      <a:pt x="17" y="497"/>
                      <a:pt x="22" y="551"/>
                    </a:cubicBezTo>
                    <a:cubicBezTo>
                      <a:pt x="22" y="628"/>
                      <a:pt x="60" y="704"/>
                      <a:pt x="125" y="747"/>
                    </a:cubicBezTo>
                    <a:cubicBezTo>
                      <a:pt x="171" y="773"/>
                      <a:pt x="231" y="779"/>
                      <a:pt x="291" y="779"/>
                    </a:cubicBezTo>
                    <a:cubicBezTo>
                      <a:pt x="344" y="779"/>
                      <a:pt x="397" y="774"/>
                      <a:pt x="441" y="774"/>
                    </a:cubicBezTo>
                    <a:lnTo>
                      <a:pt x="886" y="774"/>
                    </a:lnTo>
                    <a:cubicBezTo>
                      <a:pt x="1028" y="774"/>
                      <a:pt x="1164" y="785"/>
                      <a:pt x="1294" y="807"/>
                    </a:cubicBezTo>
                    <a:cubicBezTo>
                      <a:pt x="1321" y="811"/>
                      <a:pt x="1348" y="813"/>
                      <a:pt x="1374" y="813"/>
                    </a:cubicBezTo>
                    <a:cubicBezTo>
                      <a:pt x="1480" y="813"/>
                      <a:pt x="1581" y="785"/>
                      <a:pt x="1685" y="785"/>
                    </a:cubicBezTo>
                    <a:cubicBezTo>
                      <a:pt x="1706" y="784"/>
                      <a:pt x="1727" y="784"/>
                      <a:pt x="1747" y="784"/>
                    </a:cubicBezTo>
                    <a:cubicBezTo>
                      <a:pt x="1829" y="784"/>
                      <a:pt x="1914" y="789"/>
                      <a:pt x="1998" y="789"/>
                    </a:cubicBezTo>
                    <a:cubicBezTo>
                      <a:pt x="2035" y="789"/>
                      <a:pt x="2072" y="788"/>
                      <a:pt x="2109" y="785"/>
                    </a:cubicBezTo>
                    <a:cubicBezTo>
                      <a:pt x="2169" y="780"/>
                      <a:pt x="2224" y="763"/>
                      <a:pt x="2278" y="763"/>
                    </a:cubicBezTo>
                    <a:cubicBezTo>
                      <a:pt x="2287" y="764"/>
                      <a:pt x="2296" y="765"/>
                      <a:pt x="2305" y="765"/>
                    </a:cubicBezTo>
                    <a:cubicBezTo>
                      <a:pt x="2352" y="765"/>
                      <a:pt x="2399" y="753"/>
                      <a:pt x="2435" y="731"/>
                    </a:cubicBezTo>
                    <a:cubicBezTo>
                      <a:pt x="2512" y="676"/>
                      <a:pt x="2512" y="589"/>
                      <a:pt x="2506" y="508"/>
                    </a:cubicBezTo>
                    <a:cubicBezTo>
                      <a:pt x="2501" y="383"/>
                      <a:pt x="2528" y="247"/>
                      <a:pt x="2501" y="122"/>
                    </a:cubicBezTo>
                    <a:cubicBezTo>
                      <a:pt x="2483" y="50"/>
                      <a:pt x="2421" y="1"/>
                      <a:pt x="2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0"/>
              <p:cNvSpPr/>
              <p:nvPr/>
            </p:nvSpPr>
            <p:spPr>
              <a:xfrm>
                <a:off x="3671350" y="4109400"/>
                <a:ext cx="21375" cy="16800"/>
              </a:xfrm>
              <a:custGeom>
                <a:rect b="b" l="l" r="r" t="t"/>
                <a:pathLst>
                  <a:path extrusionOk="0" h="672" w="855">
                    <a:moveTo>
                      <a:pt x="420" y="172"/>
                    </a:moveTo>
                    <a:cubicBezTo>
                      <a:pt x="446" y="172"/>
                      <a:pt x="472" y="177"/>
                      <a:pt x="501" y="192"/>
                    </a:cubicBezTo>
                    <a:cubicBezTo>
                      <a:pt x="653" y="274"/>
                      <a:pt x="653" y="475"/>
                      <a:pt x="463" y="508"/>
                    </a:cubicBezTo>
                    <a:cubicBezTo>
                      <a:pt x="439" y="512"/>
                      <a:pt x="413" y="514"/>
                      <a:pt x="386" y="514"/>
                    </a:cubicBezTo>
                    <a:cubicBezTo>
                      <a:pt x="302" y="514"/>
                      <a:pt x="211" y="491"/>
                      <a:pt x="169" y="421"/>
                    </a:cubicBezTo>
                    <a:cubicBezTo>
                      <a:pt x="131" y="350"/>
                      <a:pt x="142" y="268"/>
                      <a:pt x="191" y="209"/>
                    </a:cubicBezTo>
                    <a:cubicBezTo>
                      <a:pt x="200" y="210"/>
                      <a:pt x="209" y="211"/>
                      <a:pt x="218" y="211"/>
                    </a:cubicBezTo>
                    <a:cubicBezTo>
                      <a:pt x="288" y="211"/>
                      <a:pt x="351" y="172"/>
                      <a:pt x="420" y="172"/>
                    </a:cubicBezTo>
                    <a:close/>
                    <a:moveTo>
                      <a:pt x="406" y="0"/>
                    </a:moveTo>
                    <a:cubicBezTo>
                      <a:pt x="336" y="0"/>
                      <a:pt x="266" y="20"/>
                      <a:pt x="202" y="62"/>
                    </a:cubicBezTo>
                    <a:cubicBezTo>
                      <a:pt x="191" y="62"/>
                      <a:pt x="186" y="67"/>
                      <a:pt x="175" y="67"/>
                    </a:cubicBezTo>
                    <a:cubicBezTo>
                      <a:pt x="137" y="89"/>
                      <a:pt x="104" y="116"/>
                      <a:pt x="77" y="154"/>
                    </a:cubicBezTo>
                    <a:cubicBezTo>
                      <a:pt x="23" y="230"/>
                      <a:pt x="1" y="334"/>
                      <a:pt x="23" y="426"/>
                    </a:cubicBezTo>
                    <a:cubicBezTo>
                      <a:pt x="69" y="599"/>
                      <a:pt x="252" y="671"/>
                      <a:pt x="416" y="671"/>
                    </a:cubicBezTo>
                    <a:cubicBezTo>
                      <a:pt x="443" y="671"/>
                      <a:pt x="470" y="669"/>
                      <a:pt x="495" y="665"/>
                    </a:cubicBezTo>
                    <a:cubicBezTo>
                      <a:pt x="735" y="638"/>
                      <a:pt x="854" y="366"/>
                      <a:pt x="718" y="171"/>
                    </a:cubicBezTo>
                    <a:cubicBezTo>
                      <a:pt x="646" y="60"/>
                      <a:pt x="528" y="0"/>
                      <a:pt x="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0"/>
              <p:cNvSpPr/>
              <p:nvPr/>
            </p:nvSpPr>
            <p:spPr>
              <a:xfrm>
                <a:off x="3765000" y="4061650"/>
                <a:ext cx="63075" cy="62525"/>
              </a:xfrm>
              <a:custGeom>
                <a:rect b="b" l="l" r="r" t="t"/>
                <a:pathLst>
                  <a:path extrusionOk="0" h="2501" w="2523">
                    <a:moveTo>
                      <a:pt x="646" y="197"/>
                    </a:moveTo>
                    <a:cubicBezTo>
                      <a:pt x="658" y="197"/>
                      <a:pt x="671" y="200"/>
                      <a:pt x="685" y="205"/>
                    </a:cubicBezTo>
                    <a:cubicBezTo>
                      <a:pt x="794" y="254"/>
                      <a:pt x="886" y="336"/>
                      <a:pt x="962" y="428"/>
                    </a:cubicBezTo>
                    <a:cubicBezTo>
                      <a:pt x="1055" y="521"/>
                      <a:pt x="1136" y="618"/>
                      <a:pt x="1218" y="716"/>
                    </a:cubicBezTo>
                    <a:cubicBezTo>
                      <a:pt x="1234" y="746"/>
                      <a:pt x="1263" y="761"/>
                      <a:pt x="1292" y="761"/>
                    </a:cubicBezTo>
                    <a:cubicBezTo>
                      <a:pt x="1321" y="761"/>
                      <a:pt x="1351" y="746"/>
                      <a:pt x="1370" y="716"/>
                    </a:cubicBezTo>
                    <a:cubicBezTo>
                      <a:pt x="1392" y="678"/>
                      <a:pt x="1424" y="635"/>
                      <a:pt x="1457" y="597"/>
                    </a:cubicBezTo>
                    <a:cubicBezTo>
                      <a:pt x="1489" y="569"/>
                      <a:pt x="1522" y="542"/>
                      <a:pt x="1555" y="515"/>
                    </a:cubicBezTo>
                    <a:cubicBezTo>
                      <a:pt x="1620" y="455"/>
                      <a:pt x="1669" y="385"/>
                      <a:pt x="1729" y="325"/>
                    </a:cubicBezTo>
                    <a:cubicBezTo>
                      <a:pt x="1756" y="303"/>
                      <a:pt x="1783" y="276"/>
                      <a:pt x="1805" y="249"/>
                    </a:cubicBezTo>
                    <a:cubicBezTo>
                      <a:pt x="1828" y="272"/>
                      <a:pt x="1857" y="283"/>
                      <a:pt x="1885" y="283"/>
                    </a:cubicBezTo>
                    <a:cubicBezTo>
                      <a:pt x="1917" y="283"/>
                      <a:pt x="1948" y="269"/>
                      <a:pt x="1968" y="243"/>
                    </a:cubicBezTo>
                    <a:cubicBezTo>
                      <a:pt x="2066" y="309"/>
                      <a:pt x="2174" y="379"/>
                      <a:pt x="2218" y="493"/>
                    </a:cubicBezTo>
                    <a:cubicBezTo>
                      <a:pt x="2218" y="499"/>
                      <a:pt x="2223" y="504"/>
                      <a:pt x="2223" y="504"/>
                    </a:cubicBezTo>
                    <a:cubicBezTo>
                      <a:pt x="2223" y="510"/>
                      <a:pt x="2202" y="526"/>
                      <a:pt x="2196" y="531"/>
                    </a:cubicBezTo>
                    <a:cubicBezTo>
                      <a:pt x="2180" y="542"/>
                      <a:pt x="2164" y="559"/>
                      <a:pt x="2153" y="575"/>
                    </a:cubicBezTo>
                    <a:cubicBezTo>
                      <a:pt x="2077" y="651"/>
                      <a:pt x="2017" y="738"/>
                      <a:pt x="1962" y="830"/>
                    </a:cubicBezTo>
                    <a:cubicBezTo>
                      <a:pt x="1930" y="912"/>
                      <a:pt x="1886" y="988"/>
                      <a:pt x="1826" y="1053"/>
                    </a:cubicBezTo>
                    <a:cubicBezTo>
                      <a:pt x="1767" y="1108"/>
                      <a:pt x="1718" y="1178"/>
                      <a:pt x="1685" y="1249"/>
                    </a:cubicBezTo>
                    <a:cubicBezTo>
                      <a:pt x="1620" y="1428"/>
                      <a:pt x="1799" y="1542"/>
                      <a:pt x="1903" y="1662"/>
                    </a:cubicBezTo>
                    <a:cubicBezTo>
                      <a:pt x="1968" y="1744"/>
                      <a:pt x="2038" y="1820"/>
                      <a:pt x="2115" y="1896"/>
                    </a:cubicBezTo>
                    <a:cubicBezTo>
                      <a:pt x="2147" y="1923"/>
                      <a:pt x="2174" y="1956"/>
                      <a:pt x="2207" y="1983"/>
                    </a:cubicBezTo>
                    <a:cubicBezTo>
                      <a:pt x="2207" y="1983"/>
                      <a:pt x="2218" y="1994"/>
                      <a:pt x="2223" y="1999"/>
                    </a:cubicBezTo>
                    <a:cubicBezTo>
                      <a:pt x="2153" y="2026"/>
                      <a:pt x="2087" y="2064"/>
                      <a:pt x="2033" y="2113"/>
                    </a:cubicBezTo>
                    <a:cubicBezTo>
                      <a:pt x="1973" y="2157"/>
                      <a:pt x="1924" y="2211"/>
                      <a:pt x="1875" y="2265"/>
                    </a:cubicBezTo>
                    <a:cubicBezTo>
                      <a:pt x="1875" y="2265"/>
                      <a:pt x="1865" y="2282"/>
                      <a:pt x="1859" y="2287"/>
                    </a:cubicBezTo>
                    <a:cubicBezTo>
                      <a:pt x="1854" y="2282"/>
                      <a:pt x="1848" y="2282"/>
                      <a:pt x="1848" y="2276"/>
                    </a:cubicBezTo>
                    <a:cubicBezTo>
                      <a:pt x="1826" y="2244"/>
                      <a:pt x="1799" y="2211"/>
                      <a:pt x="1767" y="2189"/>
                    </a:cubicBezTo>
                    <a:cubicBezTo>
                      <a:pt x="1734" y="2162"/>
                      <a:pt x="1691" y="2140"/>
                      <a:pt x="1658" y="2108"/>
                    </a:cubicBezTo>
                    <a:cubicBezTo>
                      <a:pt x="1620" y="2070"/>
                      <a:pt x="1587" y="2032"/>
                      <a:pt x="1560" y="1988"/>
                    </a:cubicBezTo>
                    <a:cubicBezTo>
                      <a:pt x="1506" y="1918"/>
                      <a:pt x="1430" y="1869"/>
                      <a:pt x="1375" y="1798"/>
                    </a:cubicBezTo>
                    <a:cubicBezTo>
                      <a:pt x="1354" y="1765"/>
                      <a:pt x="1348" y="1727"/>
                      <a:pt x="1316" y="1706"/>
                    </a:cubicBezTo>
                    <a:cubicBezTo>
                      <a:pt x="1292" y="1692"/>
                      <a:pt x="1267" y="1685"/>
                      <a:pt x="1242" y="1685"/>
                    </a:cubicBezTo>
                    <a:cubicBezTo>
                      <a:pt x="1225" y="1685"/>
                      <a:pt x="1208" y="1688"/>
                      <a:pt x="1191" y="1695"/>
                    </a:cubicBezTo>
                    <a:cubicBezTo>
                      <a:pt x="1114" y="1716"/>
                      <a:pt x="1038" y="1793"/>
                      <a:pt x="973" y="1836"/>
                    </a:cubicBezTo>
                    <a:cubicBezTo>
                      <a:pt x="875" y="1901"/>
                      <a:pt x="788" y="1972"/>
                      <a:pt x="707" y="2059"/>
                    </a:cubicBezTo>
                    <a:cubicBezTo>
                      <a:pt x="663" y="2102"/>
                      <a:pt x="620" y="2146"/>
                      <a:pt x="571" y="2195"/>
                    </a:cubicBezTo>
                    <a:cubicBezTo>
                      <a:pt x="541" y="2222"/>
                      <a:pt x="525" y="2240"/>
                      <a:pt x="504" y="2240"/>
                    </a:cubicBezTo>
                    <a:cubicBezTo>
                      <a:pt x="492" y="2240"/>
                      <a:pt x="477" y="2233"/>
                      <a:pt x="457" y="2217"/>
                    </a:cubicBezTo>
                    <a:cubicBezTo>
                      <a:pt x="386" y="2162"/>
                      <a:pt x="304" y="2119"/>
                      <a:pt x="234" y="2064"/>
                    </a:cubicBezTo>
                    <a:cubicBezTo>
                      <a:pt x="359" y="1918"/>
                      <a:pt x="506" y="1787"/>
                      <a:pt x="631" y="1646"/>
                    </a:cubicBezTo>
                    <a:cubicBezTo>
                      <a:pt x="696" y="1570"/>
                      <a:pt x="756" y="1494"/>
                      <a:pt x="821" y="1417"/>
                    </a:cubicBezTo>
                    <a:cubicBezTo>
                      <a:pt x="881" y="1363"/>
                      <a:pt x="924" y="1292"/>
                      <a:pt x="946" y="1216"/>
                    </a:cubicBezTo>
                    <a:cubicBezTo>
                      <a:pt x="962" y="1059"/>
                      <a:pt x="756" y="939"/>
                      <a:pt x="658" y="841"/>
                    </a:cubicBezTo>
                    <a:cubicBezTo>
                      <a:pt x="587" y="771"/>
                      <a:pt x="511" y="694"/>
                      <a:pt x="429" y="629"/>
                    </a:cubicBezTo>
                    <a:cubicBezTo>
                      <a:pt x="364" y="591"/>
                      <a:pt x="304" y="542"/>
                      <a:pt x="245" y="493"/>
                    </a:cubicBezTo>
                    <a:cubicBezTo>
                      <a:pt x="321" y="439"/>
                      <a:pt x="386" y="379"/>
                      <a:pt x="462" y="325"/>
                    </a:cubicBezTo>
                    <a:cubicBezTo>
                      <a:pt x="522" y="279"/>
                      <a:pt x="574" y="197"/>
                      <a:pt x="646" y="197"/>
                    </a:cubicBezTo>
                    <a:close/>
                    <a:moveTo>
                      <a:pt x="1923" y="0"/>
                    </a:moveTo>
                    <a:cubicBezTo>
                      <a:pt x="1911" y="0"/>
                      <a:pt x="1898" y="7"/>
                      <a:pt x="1892" y="20"/>
                    </a:cubicBezTo>
                    <a:cubicBezTo>
                      <a:pt x="1892" y="20"/>
                      <a:pt x="1892" y="26"/>
                      <a:pt x="1892" y="31"/>
                    </a:cubicBezTo>
                    <a:lnTo>
                      <a:pt x="1881" y="37"/>
                    </a:lnTo>
                    <a:lnTo>
                      <a:pt x="1865" y="53"/>
                    </a:lnTo>
                    <a:cubicBezTo>
                      <a:pt x="1826" y="80"/>
                      <a:pt x="1761" y="113"/>
                      <a:pt x="1734" y="135"/>
                    </a:cubicBezTo>
                    <a:cubicBezTo>
                      <a:pt x="1674" y="178"/>
                      <a:pt x="1615" y="227"/>
                      <a:pt x="1560" y="281"/>
                    </a:cubicBezTo>
                    <a:cubicBezTo>
                      <a:pt x="1500" y="336"/>
                      <a:pt x="1446" y="390"/>
                      <a:pt x="1381" y="444"/>
                    </a:cubicBezTo>
                    <a:cubicBezTo>
                      <a:pt x="1348" y="466"/>
                      <a:pt x="1321" y="499"/>
                      <a:pt x="1299" y="531"/>
                    </a:cubicBezTo>
                    <a:cubicBezTo>
                      <a:pt x="1229" y="444"/>
                      <a:pt x="1152" y="368"/>
                      <a:pt x="1082" y="287"/>
                    </a:cubicBezTo>
                    <a:cubicBezTo>
                      <a:pt x="984" y="167"/>
                      <a:pt x="864" y="80"/>
                      <a:pt x="723" y="26"/>
                    </a:cubicBezTo>
                    <a:cubicBezTo>
                      <a:pt x="698" y="18"/>
                      <a:pt x="674" y="15"/>
                      <a:pt x="650" y="15"/>
                    </a:cubicBezTo>
                    <a:cubicBezTo>
                      <a:pt x="437" y="15"/>
                      <a:pt x="297" y="303"/>
                      <a:pt x="125" y="401"/>
                    </a:cubicBezTo>
                    <a:cubicBezTo>
                      <a:pt x="103" y="412"/>
                      <a:pt x="87" y="434"/>
                      <a:pt x="92" y="461"/>
                    </a:cubicBezTo>
                    <a:cubicBezTo>
                      <a:pt x="109" y="608"/>
                      <a:pt x="288" y="689"/>
                      <a:pt x="386" y="787"/>
                    </a:cubicBezTo>
                    <a:cubicBezTo>
                      <a:pt x="451" y="852"/>
                      <a:pt x="511" y="917"/>
                      <a:pt x="576" y="983"/>
                    </a:cubicBezTo>
                    <a:cubicBezTo>
                      <a:pt x="609" y="1021"/>
                      <a:pt x="647" y="1053"/>
                      <a:pt x="680" y="1086"/>
                    </a:cubicBezTo>
                    <a:cubicBezTo>
                      <a:pt x="701" y="1108"/>
                      <a:pt x="756" y="1146"/>
                      <a:pt x="767" y="1173"/>
                    </a:cubicBezTo>
                    <a:cubicBezTo>
                      <a:pt x="783" y="1244"/>
                      <a:pt x="652" y="1341"/>
                      <a:pt x="609" y="1385"/>
                    </a:cubicBezTo>
                    <a:cubicBezTo>
                      <a:pt x="555" y="1455"/>
                      <a:pt x="500" y="1521"/>
                      <a:pt x="435" y="1581"/>
                    </a:cubicBezTo>
                    <a:cubicBezTo>
                      <a:pt x="288" y="1722"/>
                      <a:pt x="152" y="1874"/>
                      <a:pt x="22" y="2032"/>
                    </a:cubicBezTo>
                    <a:cubicBezTo>
                      <a:pt x="0" y="2070"/>
                      <a:pt x="6" y="2119"/>
                      <a:pt x="38" y="2146"/>
                    </a:cubicBezTo>
                    <a:cubicBezTo>
                      <a:pt x="141" y="2233"/>
                      <a:pt x="256" y="2314"/>
                      <a:pt x="370" y="2390"/>
                    </a:cubicBezTo>
                    <a:cubicBezTo>
                      <a:pt x="408" y="2423"/>
                      <a:pt x="455" y="2439"/>
                      <a:pt x="504" y="2439"/>
                    </a:cubicBezTo>
                    <a:cubicBezTo>
                      <a:pt x="552" y="2439"/>
                      <a:pt x="601" y="2423"/>
                      <a:pt x="641" y="2390"/>
                    </a:cubicBezTo>
                    <a:cubicBezTo>
                      <a:pt x="756" y="2309"/>
                      <a:pt x="837" y="2195"/>
                      <a:pt x="940" y="2102"/>
                    </a:cubicBezTo>
                    <a:cubicBezTo>
                      <a:pt x="1000" y="2053"/>
                      <a:pt x="1065" y="2005"/>
                      <a:pt x="1131" y="1966"/>
                    </a:cubicBezTo>
                    <a:cubicBezTo>
                      <a:pt x="1142" y="1961"/>
                      <a:pt x="1191" y="1923"/>
                      <a:pt x="1218" y="1901"/>
                    </a:cubicBezTo>
                    <a:cubicBezTo>
                      <a:pt x="1239" y="1934"/>
                      <a:pt x="1267" y="1961"/>
                      <a:pt x="1294" y="1983"/>
                    </a:cubicBezTo>
                    <a:cubicBezTo>
                      <a:pt x="1354" y="2043"/>
                      <a:pt x="1408" y="2108"/>
                      <a:pt x="1462" y="2178"/>
                    </a:cubicBezTo>
                    <a:cubicBezTo>
                      <a:pt x="1506" y="2238"/>
                      <a:pt x="1560" y="2287"/>
                      <a:pt x="1620" y="2325"/>
                    </a:cubicBezTo>
                    <a:cubicBezTo>
                      <a:pt x="1680" y="2369"/>
                      <a:pt x="1707" y="2445"/>
                      <a:pt x="1772" y="2477"/>
                    </a:cubicBezTo>
                    <a:cubicBezTo>
                      <a:pt x="1800" y="2493"/>
                      <a:pt x="1827" y="2500"/>
                      <a:pt x="1852" y="2500"/>
                    </a:cubicBezTo>
                    <a:cubicBezTo>
                      <a:pt x="1938" y="2500"/>
                      <a:pt x="2007" y="2421"/>
                      <a:pt x="2066" y="2358"/>
                    </a:cubicBezTo>
                    <a:cubicBezTo>
                      <a:pt x="2109" y="2303"/>
                      <a:pt x="2164" y="2260"/>
                      <a:pt x="2223" y="2227"/>
                    </a:cubicBezTo>
                    <a:cubicBezTo>
                      <a:pt x="2283" y="2206"/>
                      <a:pt x="2343" y="2178"/>
                      <a:pt x="2403" y="2140"/>
                    </a:cubicBezTo>
                    <a:cubicBezTo>
                      <a:pt x="2522" y="2037"/>
                      <a:pt x="2419" y="1912"/>
                      <a:pt x="2332" y="1831"/>
                    </a:cubicBezTo>
                    <a:cubicBezTo>
                      <a:pt x="2185" y="1700"/>
                      <a:pt x="2066" y="1548"/>
                      <a:pt x="1935" y="1407"/>
                    </a:cubicBezTo>
                    <a:cubicBezTo>
                      <a:pt x="1919" y="1390"/>
                      <a:pt x="1865" y="1352"/>
                      <a:pt x="1865" y="1336"/>
                    </a:cubicBezTo>
                    <a:cubicBezTo>
                      <a:pt x="1859" y="1303"/>
                      <a:pt x="1897" y="1265"/>
                      <a:pt x="1913" y="1249"/>
                    </a:cubicBezTo>
                    <a:cubicBezTo>
                      <a:pt x="1962" y="1195"/>
                      <a:pt x="2006" y="1146"/>
                      <a:pt x="2049" y="1091"/>
                    </a:cubicBezTo>
                    <a:cubicBezTo>
                      <a:pt x="2098" y="1015"/>
                      <a:pt x="2125" y="923"/>
                      <a:pt x="2180" y="847"/>
                    </a:cubicBezTo>
                    <a:cubicBezTo>
                      <a:pt x="2218" y="787"/>
                      <a:pt x="2261" y="727"/>
                      <a:pt x="2316" y="673"/>
                    </a:cubicBezTo>
                    <a:cubicBezTo>
                      <a:pt x="2359" y="640"/>
                      <a:pt x="2392" y="591"/>
                      <a:pt x="2408" y="537"/>
                    </a:cubicBezTo>
                    <a:cubicBezTo>
                      <a:pt x="2414" y="472"/>
                      <a:pt x="2392" y="406"/>
                      <a:pt x="2354" y="352"/>
                    </a:cubicBezTo>
                    <a:cubicBezTo>
                      <a:pt x="2316" y="298"/>
                      <a:pt x="2272" y="249"/>
                      <a:pt x="2229" y="200"/>
                    </a:cubicBezTo>
                    <a:cubicBezTo>
                      <a:pt x="2164" y="135"/>
                      <a:pt x="2082" y="97"/>
                      <a:pt x="2017" y="37"/>
                    </a:cubicBezTo>
                    <a:cubicBezTo>
                      <a:pt x="1995" y="15"/>
                      <a:pt x="1973" y="10"/>
                      <a:pt x="1946" y="10"/>
                    </a:cubicBezTo>
                    <a:cubicBezTo>
                      <a:pt x="1940" y="3"/>
                      <a:pt x="1932" y="0"/>
                      <a:pt x="19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120"/>
            <p:cNvGrpSpPr/>
            <p:nvPr/>
          </p:nvGrpSpPr>
          <p:grpSpPr>
            <a:xfrm>
              <a:off x="3852533" y="2839186"/>
              <a:ext cx="274335" cy="267628"/>
              <a:chOff x="5528350" y="3888575"/>
              <a:chExt cx="371425" cy="363575"/>
            </a:xfrm>
          </p:grpSpPr>
          <p:sp>
            <p:nvSpPr>
              <p:cNvPr id="5403" name="Google Shape;5403;p120"/>
              <p:cNvSpPr/>
              <p:nvPr/>
            </p:nvSpPr>
            <p:spPr>
              <a:xfrm>
                <a:off x="5528350" y="3888575"/>
                <a:ext cx="371425" cy="363575"/>
              </a:xfrm>
              <a:custGeom>
                <a:rect b="b" l="l" r="r" t="t"/>
                <a:pathLst>
                  <a:path extrusionOk="0" h="14543" w="14857">
                    <a:moveTo>
                      <a:pt x="13036" y="4552"/>
                    </a:moveTo>
                    <a:cubicBezTo>
                      <a:pt x="12944" y="4611"/>
                      <a:pt x="12851" y="4660"/>
                      <a:pt x="12764" y="4709"/>
                    </a:cubicBezTo>
                    <a:cubicBezTo>
                      <a:pt x="12694" y="4742"/>
                      <a:pt x="12634" y="4780"/>
                      <a:pt x="12563" y="4802"/>
                    </a:cubicBezTo>
                    <a:cubicBezTo>
                      <a:pt x="12601" y="4780"/>
                      <a:pt x="12645" y="4753"/>
                      <a:pt x="12688" y="4731"/>
                    </a:cubicBezTo>
                    <a:cubicBezTo>
                      <a:pt x="12775" y="4693"/>
                      <a:pt x="12857" y="4644"/>
                      <a:pt x="12933" y="4584"/>
                    </a:cubicBezTo>
                    <a:cubicBezTo>
                      <a:pt x="12949" y="4579"/>
                      <a:pt x="12960" y="4579"/>
                      <a:pt x="12971" y="4579"/>
                    </a:cubicBezTo>
                    <a:cubicBezTo>
                      <a:pt x="12993" y="4568"/>
                      <a:pt x="13014" y="4563"/>
                      <a:pt x="13036" y="4552"/>
                    </a:cubicBezTo>
                    <a:close/>
                    <a:moveTo>
                      <a:pt x="10263" y="442"/>
                    </a:moveTo>
                    <a:cubicBezTo>
                      <a:pt x="10455" y="442"/>
                      <a:pt x="10648" y="448"/>
                      <a:pt x="10840" y="459"/>
                    </a:cubicBezTo>
                    <a:cubicBezTo>
                      <a:pt x="11106" y="475"/>
                      <a:pt x="11373" y="513"/>
                      <a:pt x="11634" y="546"/>
                    </a:cubicBezTo>
                    <a:cubicBezTo>
                      <a:pt x="11938" y="584"/>
                      <a:pt x="12193" y="698"/>
                      <a:pt x="12471" y="817"/>
                    </a:cubicBezTo>
                    <a:cubicBezTo>
                      <a:pt x="12976" y="1029"/>
                      <a:pt x="13417" y="1372"/>
                      <a:pt x="13737" y="1812"/>
                    </a:cubicBezTo>
                    <a:cubicBezTo>
                      <a:pt x="13906" y="2046"/>
                      <a:pt x="14047" y="2290"/>
                      <a:pt x="14161" y="2551"/>
                    </a:cubicBezTo>
                    <a:cubicBezTo>
                      <a:pt x="14270" y="2807"/>
                      <a:pt x="14406" y="3111"/>
                      <a:pt x="14400" y="3394"/>
                    </a:cubicBezTo>
                    <a:cubicBezTo>
                      <a:pt x="14400" y="3628"/>
                      <a:pt x="14346" y="3937"/>
                      <a:pt x="14205" y="4133"/>
                    </a:cubicBezTo>
                    <a:lnTo>
                      <a:pt x="14199" y="4133"/>
                    </a:lnTo>
                    <a:cubicBezTo>
                      <a:pt x="14036" y="4351"/>
                      <a:pt x="13841" y="4535"/>
                      <a:pt x="13623" y="4698"/>
                    </a:cubicBezTo>
                    <a:cubicBezTo>
                      <a:pt x="13400" y="4872"/>
                      <a:pt x="13166" y="5041"/>
                      <a:pt x="12922" y="5193"/>
                    </a:cubicBezTo>
                    <a:cubicBezTo>
                      <a:pt x="12808" y="5258"/>
                      <a:pt x="12688" y="5313"/>
                      <a:pt x="12585" y="5389"/>
                    </a:cubicBezTo>
                    <a:cubicBezTo>
                      <a:pt x="12482" y="5476"/>
                      <a:pt x="12367" y="5546"/>
                      <a:pt x="12242" y="5606"/>
                    </a:cubicBezTo>
                    <a:cubicBezTo>
                      <a:pt x="11737" y="5818"/>
                      <a:pt x="11302" y="6166"/>
                      <a:pt x="10981" y="6612"/>
                    </a:cubicBezTo>
                    <a:cubicBezTo>
                      <a:pt x="10726" y="6971"/>
                      <a:pt x="10487" y="7427"/>
                      <a:pt x="10438" y="7884"/>
                    </a:cubicBezTo>
                    <a:cubicBezTo>
                      <a:pt x="10394" y="7732"/>
                      <a:pt x="10372" y="7569"/>
                      <a:pt x="10378" y="7405"/>
                    </a:cubicBezTo>
                    <a:cubicBezTo>
                      <a:pt x="10383" y="7270"/>
                      <a:pt x="10389" y="7134"/>
                      <a:pt x="10405" y="7003"/>
                    </a:cubicBezTo>
                    <a:cubicBezTo>
                      <a:pt x="10421" y="6933"/>
                      <a:pt x="10438" y="6867"/>
                      <a:pt x="10459" y="6797"/>
                    </a:cubicBezTo>
                    <a:cubicBezTo>
                      <a:pt x="10514" y="6628"/>
                      <a:pt x="10557" y="6454"/>
                      <a:pt x="10623" y="6286"/>
                    </a:cubicBezTo>
                    <a:cubicBezTo>
                      <a:pt x="10693" y="6128"/>
                      <a:pt x="10791" y="5976"/>
                      <a:pt x="10900" y="5840"/>
                    </a:cubicBezTo>
                    <a:cubicBezTo>
                      <a:pt x="11231" y="5519"/>
                      <a:pt x="11672" y="5275"/>
                      <a:pt x="12079" y="5063"/>
                    </a:cubicBezTo>
                    <a:cubicBezTo>
                      <a:pt x="12150" y="5035"/>
                      <a:pt x="12221" y="5008"/>
                      <a:pt x="12286" y="4970"/>
                    </a:cubicBezTo>
                    <a:cubicBezTo>
                      <a:pt x="12302" y="4965"/>
                      <a:pt x="12324" y="4954"/>
                      <a:pt x="12340" y="4943"/>
                    </a:cubicBezTo>
                    <a:cubicBezTo>
                      <a:pt x="12416" y="4916"/>
                      <a:pt x="12487" y="4883"/>
                      <a:pt x="12558" y="4851"/>
                    </a:cubicBezTo>
                    <a:cubicBezTo>
                      <a:pt x="12666" y="4796"/>
                      <a:pt x="12775" y="4731"/>
                      <a:pt x="12884" y="4671"/>
                    </a:cubicBezTo>
                    <a:cubicBezTo>
                      <a:pt x="13123" y="4535"/>
                      <a:pt x="13346" y="4438"/>
                      <a:pt x="13536" y="4231"/>
                    </a:cubicBezTo>
                    <a:cubicBezTo>
                      <a:pt x="13544" y="4223"/>
                      <a:pt x="13537" y="4211"/>
                      <a:pt x="13528" y="4211"/>
                    </a:cubicBezTo>
                    <a:cubicBezTo>
                      <a:pt x="13525" y="4211"/>
                      <a:pt x="13522" y="4212"/>
                      <a:pt x="13520" y="4215"/>
                    </a:cubicBezTo>
                    <a:cubicBezTo>
                      <a:pt x="13438" y="4280"/>
                      <a:pt x="13346" y="4334"/>
                      <a:pt x="13259" y="4394"/>
                    </a:cubicBezTo>
                    <a:cubicBezTo>
                      <a:pt x="13264" y="4389"/>
                      <a:pt x="13264" y="4383"/>
                      <a:pt x="13259" y="4378"/>
                    </a:cubicBezTo>
                    <a:cubicBezTo>
                      <a:pt x="13259" y="4372"/>
                      <a:pt x="13259" y="4361"/>
                      <a:pt x="13259" y="4351"/>
                    </a:cubicBezTo>
                    <a:cubicBezTo>
                      <a:pt x="13253" y="4324"/>
                      <a:pt x="13233" y="4314"/>
                      <a:pt x="13212" y="4314"/>
                    </a:cubicBezTo>
                    <a:cubicBezTo>
                      <a:pt x="13193" y="4314"/>
                      <a:pt x="13174" y="4322"/>
                      <a:pt x="13161" y="4334"/>
                    </a:cubicBezTo>
                    <a:cubicBezTo>
                      <a:pt x="13085" y="4361"/>
                      <a:pt x="13014" y="4399"/>
                      <a:pt x="12954" y="4448"/>
                    </a:cubicBezTo>
                    <a:cubicBezTo>
                      <a:pt x="12933" y="4465"/>
                      <a:pt x="12911" y="4481"/>
                      <a:pt x="12889" y="4497"/>
                    </a:cubicBezTo>
                    <a:cubicBezTo>
                      <a:pt x="12879" y="4501"/>
                      <a:pt x="12869" y="4502"/>
                      <a:pt x="12859" y="4502"/>
                    </a:cubicBezTo>
                    <a:cubicBezTo>
                      <a:pt x="12817" y="4502"/>
                      <a:pt x="12771" y="4481"/>
                      <a:pt x="12732" y="4481"/>
                    </a:cubicBezTo>
                    <a:cubicBezTo>
                      <a:pt x="12694" y="4481"/>
                      <a:pt x="12694" y="4541"/>
                      <a:pt x="12732" y="4541"/>
                    </a:cubicBezTo>
                    <a:cubicBezTo>
                      <a:pt x="12759" y="4541"/>
                      <a:pt x="12786" y="4546"/>
                      <a:pt x="12808" y="4557"/>
                    </a:cubicBezTo>
                    <a:lnTo>
                      <a:pt x="12770" y="4579"/>
                    </a:lnTo>
                    <a:cubicBezTo>
                      <a:pt x="12677" y="4617"/>
                      <a:pt x="12579" y="4655"/>
                      <a:pt x="12482" y="4682"/>
                    </a:cubicBezTo>
                    <a:cubicBezTo>
                      <a:pt x="12318" y="4747"/>
                      <a:pt x="12166" y="4834"/>
                      <a:pt x="12003" y="4894"/>
                    </a:cubicBezTo>
                    <a:cubicBezTo>
                      <a:pt x="11644" y="5025"/>
                      <a:pt x="11307" y="5209"/>
                      <a:pt x="11008" y="5454"/>
                    </a:cubicBezTo>
                    <a:cubicBezTo>
                      <a:pt x="10883" y="5552"/>
                      <a:pt x="10775" y="5671"/>
                      <a:pt x="10688" y="5807"/>
                    </a:cubicBezTo>
                    <a:cubicBezTo>
                      <a:pt x="10590" y="5943"/>
                      <a:pt x="10487" y="6090"/>
                      <a:pt x="10427" y="6253"/>
                    </a:cubicBezTo>
                    <a:cubicBezTo>
                      <a:pt x="10367" y="6432"/>
                      <a:pt x="10318" y="6623"/>
                      <a:pt x="10269" y="6808"/>
                    </a:cubicBezTo>
                    <a:cubicBezTo>
                      <a:pt x="10258" y="6851"/>
                      <a:pt x="10247" y="6895"/>
                      <a:pt x="10242" y="6943"/>
                    </a:cubicBezTo>
                    <a:cubicBezTo>
                      <a:pt x="10220" y="7030"/>
                      <a:pt x="10204" y="7123"/>
                      <a:pt x="10182" y="7210"/>
                    </a:cubicBezTo>
                    <a:cubicBezTo>
                      <a:pt x="10122" y="7460"/>
                      <a:pt x="10068" y="7677"/>
                      <a:pt x="10155" y="7938"/>
                    </a:cubicBezTo>
                    <a:cubicBezTo>
                      <a:pt x="10209" y="8112"/>
                      <a:pt x="10275" y="8330"/>
                      <a:pt x="10411" y="8455"/>
                    </a:cubicBezTo>
                    <a:cubicBezTo>
                      <a:pt x="10459" y="8531"/>
                      <a:pt x="10525" y="8596"/>
                      <a:pt x="10606" y="8634"/>
                    </a:cubicBezTo>
                    <a:cubicBezTo>
                      <a:pt x="10623" y="8672"/>
                      <a:pt x="10644" y="8705"/>
                      <a:pt x="10661" y="8743"/>
                    </a:cubicBezTo>
                    <a:cubicBezTo>
                      <a:pt x="10769" y="8949"/>
                      <a:pt x="11003" y="9014"/>
                      <a:pt x="11199" y="9096"/>
                    </a:cubicBezTo>
                    <a:cubicBezTo>
                      <a:pt x="11329" y="9156"/>
                      <a:pt x="11449" y="9232"/>
                      <a:pt x="11579" y="9286"/>
                    </a:cubicBezTo>
                    <a:cubicBezTo>
                      <a:pt x="11715" y="9341"/>
                      <a:pt x="11846" y="9406"/>
                      <a:pt x="11971" y="9477"/>
                    </a:cubicBezTo>
                    <a:cubicBezTo>
                      <a:pt x="12090" y="9558"/>
                      <a:pt x="12193" y="9650"/>
                      <a:pt x="12291" y="9748"/>
                    </a:cubicBezTo>
                    <a:cubicBezTo>
                      <a:pt x="12297" y="9803"/>
                      <a:pt x="12302" y="9852"/>
                      <a:pt x="12308" y="9901"/>
                    </a:cubicBezTo>
                    <a:cubicBezTo>
                      <a:pt x="12324" y="10047"/>
                      <a:pt x="12351" y="10194"/>
                      <a:pt x="12362" y="10341"/>
                    </a:cubicBezTo>
                    <a:cubicBezTo>
                      <a:pt x="12373" y="10498"/>
                      <a:pt x="12335" y="10640"/>
                      <a:pt x="12318" y="10792"/>
                    </a:cubicBezTo>
                    <a:cubicBezTo>
                      <a:pt x="12318" y="10939"/>
                      <a:pt x="12291" y="11075"/>
                      <a:pt x="12242" y="11211"/>
                    </a:cubicBezTo>
                    <a:cubicBezTo>
                      <a:pt x="12193" y="11346"/>
                      <a:pt x="12117" y="11477"/>
                      <a:pt x="12025" y="11591"/>
                    </a:cubicBezTo>
                    <a:cubicBezTo>
                      <a:pt x="11824" y="11808"/>
                      <a:pt x="11585" y="11993"/>
                      <a:pt x="11324" y="12135"/>
                    </a:cubicBezTo>
                    <a:cubicBezTo>
                      <a:pt x="11204" y="12189"/>
                      <a:pt x="11079" y="12232"/>
                      <a:pt x="10949" y="12276"/>
                    </a:cubicBezTo>
                    <a:cubicBezTo>
                      <a:pt x="10786" y="12341"/>
                      <a:pt x="10628" y="12423"/>
                      <a:pt x="10459" y="12488"/>
                    </a:cubicBezTo>
                    <a:cubicBezTo>
                      <a:pt x="10166" y="12608"/>
                      <a:pt x="9856" y="12695"/>
                      <a:pt x="9552" y="12798"/>
                    </a:cubicBezTo>
                    <a:cubicBezTo>
                      <a:pt x="9296" y="12885"/>
                      <a:pt x="9003" y="12907"/>
                      <a:pt x="8758" y="13021"/>
                    </a:cubicBezTo>
                    <a:cubicBezTo>
                      <a:pt x="8513" y="13135"/>
                      <a:pt x="8231" y="13157"/>
                      <a:pt x="7964" y="13216"/>
                    </a:cubicBezTo>
                    <a:cubicBezTo>
                      <a:pt x="7812" y="13254"/>
                      <a:pt x="7660" y="13282"/>
                      <a:pt x="7508" y="13303"/>
                    </a:cubicBezTo>
                    <a:cubicBezTo>
                      <a:pt x="7459" y="13309"/>
                      <a:pt x="7411" y="13311"/>
                      <a:pt x="7364" y="13311"/>
                    </a:cubicBezTo>
                    <a:cubicBezTo>
                      <a:pt x="7257" y="13311"/>
                      <a:pt x="7151" y="13301"/>
                      <a:pt x="7045" y="13301"/>
                    </a:cubicBezTo>
                    <a:cubicBezTo>
                      <a:pt x="7018" y="13301"/>
                      <a:pt x="6991" y="13302"/>
                      <a:pt x="6964" y="13303"/>
                    </a:cubicBezTo>
                    <a:cubicBezTo>
                      <a:pt x="6877" y="13309"/>
                      <a:pt x="6796" y="13331"/>
                      <a:pt x="6709" y="13331"/>
                    </a:cubicBezTo>
                    <a:cubicBezTo>
                      <a:pt x="6633" y="13325"/>
                      <a:pt x="6557" y="13314"/>
                      <a:pt x="6486" y="13298"/>
                    </a:cubicBezTo>
                    <a:cubicBezTo>
                      <a:pt x="6458" y="13296"/>
                      <a:pt x="6430" y="13295"/>
                      <a:pt x="6402" y="13295"/>
                    </a:cubicBezTo>
                    <a:cubicBezTo>
                      <a:pt x="6269" y="13295"/>
                      <a:pt x="6138" y="13316"/>
                      <a:pt x="6008" y="13352"/>
                    </a:cubicBezTo>
                    <a:cubicBezTo>
                      <a:pt x="5969" y="13363"/>
                      <a:pt x="5969" y="13423"/>
                      <a:pt x="6008" y="13434"/>
                    </a:cubicBezTo>
                    <a:cubicBezTo>
                      <a:pt x="6171" y="13466"/>
                      <a:pt x="6328" y="13483"/>
                      <a:pt x="6491" y="13504"/>
                    </a:cubicBezTo>
                    <a:cubicBezTo>
                      <a:pt x="6551" y="13511"/>
                      <a:pt x="6611" y="13514"/>
                      <a:pt x="6671" y="13514"/>
                    </a:cubicBezTo>
                    <a:cubicBezTo>
                      <a:pt x="6763" y="13514"/>
                      <a:pt x="6854" y="13507"/>
                      <a:pt x="6942" y="13494"/>
                    </a:cubicBezTo>
                    <a:cubicBezTo>
                      <a:pt x="7263" y="13450"/>
                      <a:pt x="7584" y="13504"/>
                      <a:pt x="7899" y="13412"/>
                    </a:cubicBezTo>
                    <a:cubicBezTo>
                      <a:pt x="8041" y="13369"/>
                      <a:pt x="8187" y="13347"/>
                      <a:pt x="8329" y="13309"/>
                    </a:cubicBezTo>
                    <a:cubicBezTo>
                      <a:pt x="8470" y="13271"/>
                      <a:pt x="8622" y="13265"/>
                      <a:pt x="8758" y="13205"/>
                    </a:cubicBezTo>
                    <a:cubicBezTo>
                      <a:pt x="9062" y="13070"/>
                      <a:pt x="9399" y="13010"/>
                      <a:pt x="9715" y="12896"/>
                    </a:cubicBezTo>
                    <a:cubicBezTo>
                      <a:pt x="10046" y="12776"/>
                      <a:pt x="10378" y="12684"/>
                      <a:pt x="10699" y="12537"/>
                    </a:cubicBezTo>
                    <a:cubicBezTo>
                      <a:pt x="10998" y="12401"/>
                      <a:pt x="11313" y="12314"/>
                      <a:pt x="11585" y="12129"/>
                    </a:cubicBezTo>
                    <a:cubicBezTo>
                      <a:pt x="11721" y="12037"/>
                      <a:pt x="11851" y="11928"/>
                      <a:pt x="11998" y="11847"/>
                    </a:cubicBezTo>
                    <a:cubicBezTo>
                      <a:pt x="12117" y="11781"/>
                      <a:pt x="12226" y="11700"/>
                      <a:pt x="12318" y="11596"/>
                    </a:cubicBezTo>
                    <a:cubicBezTo>
                      <a:pt x="12395" y="11493"/>
                      <a:pt x="12449" y="11384"/>
                      <a:pt x="12492" y="11265"/>
                    </a:cubicBezTo>
                    <a:cubicBezTo>
                      <a:pt x="12547" y="11124"/>
                      <a:pt x="12574" y="10971"/>
                      <a:pt x="12574" y="10819"/>
                    </a:cubicBezTo>
                    <a:cubicBezTo>
                      <a:pt x="12585" y="10629"/>
                      <a:pt x="12623" y="10466"/>
                      <a:pt x="12601" y="10270"/>
                    </a:cubicBezTo>
                    <a:cubicBezTo>
                      <a:pt x="12601" y="10238"/>
                      <a:pt x="12596" y="10205"/>
                      <a:pt x="12590" y="10172"/>
                    </a:cubicBezTo>
                    <a:lnTo>
                      <a:pt x="12590" y="10172"/>
                    </a:lnTo>
                    <a:cubicBezTo>
                      <a:pt x="12650" y="10265"/>
                      <a:pt x="12688" y="10373"/>
                      <a:pt x="12694" y="10477"/>
                    </a:cubicBezTo>
                    <a:cubicBezTo>
                      <a:pt x="12704" y="10629"/>
                      <a:pt x="12704" y="10781"/>
                      <a:pt x="12694" y="10928"/>
                    </a:cubicBezTo>
                    <a:cubicBezTo>
                      <a:pt x="12661" y="11205"/>
                      <a:pt x="12563" y="11471"/>
                      <a:pt x="12411" y="11705"/>
                    </a:cubicBezTo>
                    <a:cubicBezTo>
                      <a:pt x="12351" y="11803"/>
                      <a:pt x="12297" y="11895"/>
                      <a:pt x="12237" y="11993"/>
                    </a:cubicBezTo>
                    <a:cubicBezTo>
                      <a:pt x="12193" y="12037"/>
                      <a:pt x="12155" y="12086"/>
                      <a:pt x="12128" y="12129"/>
                    </a:cubicBezTo>
                    <a:cubicBezTo>
                      <a:pt x="11981" y="12309"/>
                      <a:pt x="11748" y="12444"/>
                      <a:pt x="11563" y="12580"/>
                    </a:cubicBezTo>
                    <a:cubicBezTo>
                      <a:pt x="11471" y="12651"/>
                      <a:pt x="11378" y="12722"/>
                      <a:pt x="11291" y="12798"/>
                    </a:cubicBezTo>
                    <a:cubicBezTo>
                      <a:pt x="11204" y="12874"/>
                      <a:pt x="11112" y="12917"/>
                      <a:pt x="11019" y="12983"/>
                    </a:cubicBezTo>
                    <a:cubicBezTo>
                      <a:pt x="10949" y="13048"/>
                      <a:pt x="10873" y="13108"/>
                      <a:pt x="10796" y="13162"/>
                    </a:cubicBezTo>
                    <a:cubicBezTo>
                      <a:pt x="10693" y="13227"/>
                      <a:pt x="10584" y="13271"/>
                      <a:pt x="10481" y="13331"/>
                    </a:cubicBezTo>
                    <a:cubicBezTo>
                      <a:pt x="10280" y="13461"/>
                      <a:pt x="10068" y="13559"/>
                      <a:pt x="9840" y="13635"/>
                    </a:cubicBezTo>
                    <a:cubicBezTo>
                      <a:pt x="9595" y="13706"/>
                      <a:pt x="9361" y="13809"/>
                      <a:pt x="9128" y="13896"/>
                    </a:cubicBezTo>
                    <a:cubicBezTo>
                      <a:pt x="8927" y="13961"/>
                      <a:pt x="8725" y="14010"/>
                      <a:pt x="8519" y="14037"/>
                    </a:cubicBezTo>
                    <a:cubicBezTo>
                      <a:pt x="8269" y="14081"/>
                      <a:pt x="8013" y="14108"/>
                      <a:pt x="7758" y="14119"/>
                    </a:cubicBezTo>
                    <a:cubicBezTo>
                      <a:pt x="7566" y="14129"/>
                      <a:pt x="7374" y="14134"/>
                      <a:pt x="7182" y="14134"/>
                    </a:cubicBezTo>
                    <a:cubicBezTo>
                      <a:pt x="6849" y="14134"/>
                      <a:pt x="6515" y="14119"/>
                      <a:pt x="6181" y="14092"/>
                    </a:cubicBezTo>
                    <a:cubicBezTo>
                      <a:pt x="6089" y="14092"/>
                      <a:pt x="5991" y="14081"/>
                      <a:pt x="5899" y="14070"/>
                    </a:cubicBezTo>
                    <a:cubicBezTo>
                      <a:pt x="5847" y="14062"/>
                      <a:pt x="5797" y="14062"/>
                      <a:pt x="5746" y="14062"/>
                    </a:cubicBezTo>
                    <a:cubicBezTo>
                      <a:pt x="5695" y="14062"/>
                      <a:pt x="5643" y="14062"/>
                      <a:pt x="5589" y="14053"/>
                    </a:cubicBezTo>
                    <a:cubicBezTo>
                      <a:pt x="5339" y="14021"/>
                      <a:pt x="5078" y="13966"/>
                      <a:pt x="4833" y="13907"/>
                    </a:cubicBezTo>
                    <a:cubicBezTo>
                      <a:pt x="4393" y="13803"/>
                      <a:pt x="3909" y="13673"/>
                      <a:pt x="3523" y="13434"/>
                    </a:cubicBezTo>
                    <a:cubicBezTo>
                      <a:pt x="3137" y="13195"/>
                      <a:pt x="2735" y="12934"/>
                      <a:pt x="2393" y="12618"/>
                    </a:cubicBezTo>
                    <a:cubicBezTo>
                      <a:pt x="2208" y="12450"/>
                      <a:pt x="2001" y="12298"/>
                      <a:pt x="1855" y="12102"/>
                    </a:cubicBezTo>
                    <a:cubicBezTo>
                      <a:pt x="1702" y="11901"/>
                      <a:pt x="1556" y="11716"/>
                      <a:pt x="1409" y="11526"/>
                    </a:cubicBezTo>
                    <a:cubicBezTo>
                      <a:pt x="1246" y="11298"/>
                      <a:pt x="1110" y="11053"/>
                      <a:pt x="1001" y="10792"/>
                    </a:cubicBezTo>
                    <a:cubicBezTo>
                      <a:pt x="898" y="10553"/>
                      <a:pt x="838" y="10292"/>
                      <a:pt x="713" y="10064"/>
                    </a:cubicBezTo>
                    <a:cubicBezTo>
                      <a:pt x="691" y="9987"/>
                      <a:pt x="670" y="9906"/>
                      <a:pt x="648" y="9830"/>
                    </a:cubicBezTo>
                    <a:cubicBezTo>
                      <a:pt x="468" y="9259"/>
                      <a:pt x="327" y="8672"/>
                      <a:pt x="327" y="8069"/>
                    </a:cubicBezTo>
                    <a:cubicBezTo>
                      <a:pt x="327" y="7808"/>
                      <a:pt x="338" y="7552"/>
                      <a:pt x="365" y="7297"/>
                    </a:cubicBezTo>
                    <a:lnTo>
                      <a:pt x="365" y="7297"/>
                    </a:lnTo>
                    <a:cubicBezTo>
                      <a:pt x="365" y="7335"/>
                      <a:pt x="365" y="7378"/>
                      <a:pt x="360" y="7422"/>
                    </a:cubicBezTo>
                    <a:cubicBezTo>
                      <a:pt x="349" y="7781"/>
                      <a:pt x="322" y="8134"/>
                      <a:pt x="381" y="8487"/>
                    </a:cubicBezTo>
                    <a:cubicBezTo>
                      <a:pt x="447" y="8841"/>
                      <a:pt x="545" y="9183"/>
                      <a:pt x="675" y="9520"/>
                    </a:cubicBezTo>
                    <a:cubicBezTo>
                      <a:pt x="702" y="9585"/>
                      <a:pt x="729" y="9650"/>
                      <a:pt x="762" y="9710"/>
                    </a:cubicBezTo>
                    <a:cubicBezTo>
                      <a:pt x="805" y="9792"/>
                      <a:pt x="816" y="9879"/>
                      <a:pt x="849" y="9960"/>
                    </a:cubicBezTo>
                    <a:cubicBezTo>
                      <a:pt x="876" y="10026"/>
                      <a:pt x="925" y="10069"/>
                      <a:pt x="952" y="10129"/>
                    </a:cubicBezTo>
                    <a:cubicBezTo>
                      <a:pt x="990" y="10205"/>
                      <a:pt x="1001" y="10292"/>
                      <a:pt x="1039" y="10368"/>
                    </a:cubicBezTo>
                    <a:cubicBezTo>
                      <a:pt x="1110" y="10520"/>
                      <a:pt x="1197" y="10672"/>
                      <a:pt x="1284" y="10819"/>
                    </a:cubicBezTo>
                    <a:cubicBezTo>
                      <a:pt x="1376" y="10977"/>
                      <a:pt x="1512" y="11091"/>
                      <a:pt x="1610" y="11238"/>
                    </a:cubicBezTo>
                    <a:cubicBezTo>
                      <a:pt x="1757" y="11455"/>
                      <a:pt x="1942" y="11651"/>
                      <a:pt x="2154" y="11814"/>
                    </a:cubicBezTo>
                    <a:cubicBezTo>
                      <a:pt x="2404" y="12004"/>
                      <a:pt x="2675" y="12162"/>
                      <a:pt x="2915" y="12363"/>
                    </a:cubicBezTo>
                    <a:cubicBezTo>
                      <a:pt x="3045" y="12472"/>
                      <a:pt x="3186" y="12553"/>
                      <a:pt x="3339" y="12618"/>
                    </a:cubicBezTo>
                    <a:cubicBezTo>
                      <a:pt x="3420" y="12662"/>
                      <a:pt x="3491" y="12711"/>
                      <a:pt x="3556" y="12765"/>
                    </a:cubicBezTo>
                    <a:cubicBezTo>
                      <a:pt x="3627" y="12809"/>
                      <a:pt x="3703" y="12841"/>
                      <a:pt x="3779" y="12868"/>
                    </a:cubicBezTo>
                    <a:cubicBezTo>
                      <a:pt x="3953" y="12934"/>
                      <a:pt x="4116" y="13026"/>
                      <a:pt x="4284" y="13108"/>
                    </a:cubicBezTo>
                    <a:cubicBezTo>
                      <a:pt x="4409" y="13167"/>
                      <a:pt x="4545" y="13260"/>
                      <a:pt x="4681" y="13276"/>
                    </a:cubicBezTo>
                    <a:cubicBezTo>
                      <a:pt x="4683" y="13276"/>
                      <a:pt x="4685" y="13277"/>
                      <a:pt x="4687" y="13277"/>
                    </a:cubicBezTo>
                    <a:cubicBezTo>
                      <a:pt x="4719" y="13277"/>
                      <a:pt x="4718" y="13232"/>
                      <a:pt x="4692" y="13222"/>
                    </a:cubicBezTo>
                    <a:cubicBezTo>
                      <a:pt x="4562" y="13167"/>
                      <a:pt x="4431" y="13080"/>
                      <a:pt x="4306" y="13015"/>
                    </a:cubicBezTo>
                    <a:cubicBezTo>
                      <a:pt x="4165" y="12945"/>
                      <a:pt x="4034" y="12858"/>
                      <a:pt x="3915" y="12760"/>
                    </a:cubicBezTo>
                    <a:cubicBezTo>
                      <a:pt x="3681" y="12586"/>
                      <a:pt x="3447" y="12423"/>
                      <a:pt x="3203" y="12265"/>
                    </a:cubicBezTo>
                    <a:cubicBezTo>
                      <a:pt x="3083" y="12184"/>
                      <a:pt x="2985" y="12080"/>
                      <a:pt x="2866" y="11999"/>
                    </a:cubicBezTo>
                    <a:cubicBezTo>
                      <a:pt x="2730" y="11912"/>
                      <a:pt x="2594" y="11836"/>
                      <a:pt x="2469" y="11732"/>
                    </a:cubicBezTo>
                    <a:cubicBezTo>
                      <a:pt x="2360" y="11656"/>
                      <a:pt x="2257" y="11575"/>
                      <a:pt x="2159" y="11482"/>
                    </a:cubicBezTo>
                    <a:cubicBezTo>
                      <a:pt x="2056" y="11390"/>
                      <a:pt x="1958" y="11287"/>
                      <a:pt x="1876" y="11172"/>
                    </a:cubicBezTo>
                    <a:cubicBezTo>
                      <a:pt x="1800" y="11064"/>
                      <a:pt x="1719" y="10955"/>
                      <a:pt x="1626" y="10852"/>
                    </a:cubicBezTo>
                    <a:cubicBezTo>
                      <a:pt x="1518" y="10710"/>
                      <a:pt x="1420" y="10553"/>
                      <a:pt x="1344" y="10390"/>
                    </a:cubicBezTo>
                    <a:cubicBezTo>
                      <a:pt x="1268" y="10259"/>
                      <a:pt x="1235" y="10107"/>
                      <a:pt x="1159" y="9982"/>
                    </a:cubicBezTo>
                    <a:cubicBezTo>
                      <a:pt x="1083" y="9852"/>
                      <a:pt x="1039" y="9699"/>
                      <a:pt x="969" y="9558"/>
                    </a:cubicBezTo>
                    <a:cubicBezTo>
                      <a:pt x="898" y="9406"/>
                      <a:pt x="844" y="9243"/>
                      <a:pt x="800" y="9080"/>
                    </a:cubicBezTo>
                    <a:cubicBezTo>
                      <a:pt x="746" y="8922"/>
                      <a:pt x="691" y="8764"/>
                      <a:pt x="648" y="8601"/>
                    </a:cubicBezTo>
                    <a:cubicBezTo>
                      <a:pt x="561" y="8259"/>
                      <a:pt x="555" y="7911"/>
                      <a:pt x="555" y="7558"/>
                    </a:cubicBezTo>
                    <a:cubicBezTo>
                      <a:pt x="555" y="7199"/>
                      <a:pt x="545" y="6818"/>
                      <a:pt x="621" y="6460"/>
                    </a:cubicBezTo>
                    <a:cubicBezTo>
                      <a:pt x="632" y="6389"/>
                      <a:pt x="648" y="6318"/>
                      <a:pt x="664" y="6253"/>
                    </a:cubicBezTo>
                    <a:cubicBezTo>
                      <a:pt x="909" y="5758"/>
                      <a:pt x="1104" y="5264"/>
                      <a:pt x="1425" y="4813"/>
                    </a:cubicBezTo>
                    <a:cubicBezTo>
                      <a:pt x="1768" y="4318"/>
                      <a:pt x="2148" y="3856"/>
                      <a:pt x="2572" y="3432"/>
                    </a:cubicBezTo>
                    <a:cubicBezTo>
                      <a:pt x="2779" y="3231"/>
                      <a:pt x="2980" y="3046"/>
                      <a:pt x="3197" y="2861"/>
                    </a:cubicBezTo>
                    <a:cubicBezTo>
                      <a:pt x="3415" y="2676"/>
                      <a:pt x="3654" y="2540"/>
                      <a:pt x="3882" y="2377"/>
                    </a:cubicBezTo>
                    <a:cubicBezTo>
                      <a:pt x="4871" y="1682"/>
                      <a:pt x="6029" y="1285"/>
                      <a:pt x="7171" y="926"/>
                    </a:cubicBezTo>
                    <a:cubicBezTo>
                      <a:pt x="8172" y="605"/>
                      <a:pt x="9216" y="442"/>
                      <a:pt x="10263" y="442"/>
                    </a:cubicBezTo>
                    <a:close/>
                    <a:moveTo>
                      <a:pt x="10011" y="0"/>
                    </a:moveTo>
                    <a:cubicBezTo>
                      <a:pt x="9943" y="0"/>
                      <a:pt x="9875" y="1"/>
                      <a:pt x="9807" y="2"/>
                    </a:cubicBezTo>
                    <a:cubicBezTo>
                      <a:pt x="9155" y="18"/>
                      <a:pt x="8503" y="170"/>
                      <a:pt x="7861" y="295"/>
                    </a:cubicBezTo>
                    <a:cubicBezTo>
                      <a:pt x="7231" y="420"/>
                      <a:pt x="6622" y="616"/>
                      <a:pt x="6035" y="866"/>
                    </a:cubicBezTo>
                    <a:cubicBezTo>
                      <a:pt x="5736" y="991"/>
                      <a:pt x="5426" y="1089"/>
                      <a:pt x="5127" y="1214"/>
                    </a:cubicBezTo>
                    <a:cubicBezTo>
                      <a:pt x="4833" y="1339"/>
                      <a:pt x="4551" y="1491"/>
                      <a:pt x="4263" y="1644"/>
                    </a:cubicBezTo>
                    <a:cubicBezTo>
                      <a:pt x="3741" y="1937"/>
                      <a:pt x="3252" y="2285"/>
                      <a:pt x="2795" y="2676"/>
                    </a:cubicBezTo>
                    <a:cubicBezTo>
                      <a:pt x="2327" y="3073"/>
                      <a:pt x="1909" y="3519"/>
                      <a:pt x="1539" y="4008"/>
                    </a:cubicBezTo>
                    <a:cubicBezTo>
                      <a:pt x="1349" y="4264"/>
                      <a:pt x="1170" y="4530"/>
                      <a:pt x="990" y="4791"/>
                    </a:cubicBezTo>
                    <a:cubicBezTo>
                      <a:pt x="816" y="5046"/>
                      <a:pt x="702" y="5329"/>
                      <a:pt x="572" y="5601"/>
                    </a:cubicBezTo>
                    <a:cubicBezTo>
                      <a:pt x="436" y="5867"/>
                      <a:pt x="316" y="6139"/>
                      <a:pt x="213" y="6416"/>
                    </a:cubicBezTo>
                    <a:cubicBezTo>
                      <a:pt x="169" y="6552"/>
                      <a:pt x="153" y="6688"/>
                      <a:pt x="121" y="6824"/>
                    </a:cubicBezTo>
                    <a:cubicBezTo>
                      <a:pt x="77" y="6965"/>
                      <a:pt x="50" y="7112"/>
                      <a:pt x="34" y="7259"/>
                    </a:cubicBezTo>
                    <a:cubicBezTo>
                      <a:pt x="12" y="7585"/>
                      <a:pt x="1" y="7906"/>
                      <a:pt x="12" y="8232"/>
                    </a:cubicBezTo>
                    <a:cubicBezTo>
                      <a:pt x="28" y="8547"/>
                      <a:pt x="77" y="8857"/>
                      <a:pt x="159" y="9161"/>
                    </a:cubicBezTo>
                    <a:cubicBezTo>
                      <a:pt x="235" y="9466"/>
                      <a:pt x="322" y="9765"/>
                      <a:pt x="430" y="10053"/>
                    </a:cubicBezTo>
                    <a:cubicBezTo>
                      <a:pt x="468" y="10178"/>
                      <a:pt x="506" y="10292"/>
                      <a:pt x="555" y="10411"/>
                    </a:cubicBezTo>
                    <a:cubicBezTo>
                      <a:pt x="583" y="10460"/>
                      <a:pt x="615" y="10509"/>
                      <a:pt x="653" y="10558"/>
                    </a:cubicBezTo>
                    <a:cubicBezTo>
                      <a:pt x="691" y="10623"/>
                      <a:pt x="718" y="10689"/>
                      <a:pt x="735" y="10759"/>
                    </a:cubicBezTo>
                    <a:cubicBezTo>
                      <a:pt x="778" y="10857"/>
                      <a:pt x="827" y="10955"/>
                      <a:pt x="887" y="11047"/>
                    </a:cubicBezTo>
                    <a:cubicBezTo>
                      <a:pt x="909" y="11107"/>
                      <a:pt x="947" y="11172"/>
                      <a:pt x="985" y="11227"/>
                    </a:cubicBezTo>
                    <a:cubicBezTo>
                      <a:pt x="1028" y="11330"/>
                      <a:pt x="1077" y="11428"/>
                      <a:pt x="1126" y="11526"/>
                    </a:cubicBezTo>
                    <a:cubicBezTo>
                      <a:pt x="1219" y="11711"/>
                      <a:pt x="1365" y="11879"/>
                      <a:pt x="1480" y="12048"/>
                    </a:cubicBezTo>
                    <a:cubicBezTo>
                      <a:pt x="1615" y="12249"/>
                      <a:pt x="1768" y="12434"/>
                      <a:pt x="1936" y="12602"/>
                    </a:cubicBezTo>
                    <a:cubicBezTo>
                      <a:pt x="2110" y="12771"/>
                      <a:pt x="2273" y="12945"/>
                      <a:pt x="2463" y="13097"/>
                    </a:cubicBezTo>
                    <a:cubicBezTo>
                      <a:pt x="2654" y="13249"/>
                      <a:pt x="2833" y="13428"/>
                      <a:pt x="3034" y="13548"/>
                    </a:cubicBezTo>
                    <a:cubicBezTo>
                      <a:pt x="3235" y="13668"/>
                      <a:pt x="3409" y="13798"/>
                      <a:pt x="3621" y="13896"/>
                    </a:cubicBezTo>
                    <a:cubicBezTo>
                      <a:pt x="3828" y="13988"/>
                      <a:pt x="4013" y="14059"/>
                      <a:pt x="4219" y="14135"/>
                    </a:cubicBezTo>
                    <a:cubicBezTo>
                      <a:pt x="5203" y="14477"/>
                      <a:pt x="6236" y="14543"/>
                      <a:pt x="7269" y="14543"/>
                    </a:cubicBezTo>
                    <a:cubicBezTo>
                      <a:pt x="7519" y="14543"/>
                      <a:pt x="7763" y="14537"/>
                      <a:pt x="8019" y="14516"/>
                    </a:cubicBezTo>
                    <a:cubicBezTo>
                      <a:pt x="8144" y="14505"/>
                      <a:pt x="8274" y="14494"/>
                      <a:pt x="8399" y="14483"/>
                    </a:cubicBezTo>
                    <a:cubicBezTo>
                      <a:pt x="8535" y="14467"/>
                      <a:pt x="8666" y="14429"/>
                      <a:pt x="8807" y="14407"/>
                    </a:cubicBezTo>
                    <a:cubicBezTo>
                      <a:pt x="8916" y="14407"/>
                      <a:pt x="9030" y="14385"/>
                      <a:pt x="9139" y="14358"/>
                    </a:cubicBezTo>
                    <a:cubicBezTo>
                      <a:pt x="9253" y="14320"/>
                      <a:pt x="9372" y="14271"/>
                      <a:pt x="9486" y="14227"/>
                    </a:cubicBezTo>
                    <a:cubicBezTo>
                      <a:pt x="9731" y="14130"/>
                      <a:pt x="9976" y="14064"/>
                      <a:pt x="10220" y="13977"/>
                    </a:cubicBezTo>
                    <a:cubicBezTo>
                      <a:pt x="10470" y="13880"/>
                      <a:pt x="10688" y="13716"/>
                      <a:pt x="10927" y="13586"/>
                    </a:cubicBezTo>
                    <a:cubicBezTo>
                      <a:pt x="11036" y="13526"/>
                      <a:pt x="11139" y="13445"/>
                      <a:pt x="11231" y="13352"/>
                    </a:cubicBezTo>
                    <a:cubicBezTo>
                      <a:pt x="11302" y="13276"/>
                      <a:pt x="11389" y="13233"/>
                      <a:pt x="11471" y="13162"/>
                    </a:cubicBezTo>
                    <a:cubicBezTo>
                      <a:pt x="11666" y="12988"/>
                      <a:pt x="11867" y="12809"/>
                      <a:pt x="12058" y="12629"/>
                    </a:cubicBezTo>
                    <a:cubicBezTo>
                      <a:pt x="12068" y="12633"/>
                      <a:pt x="12080" y="12635"/>
                      <a:pt x="12092" y="12635"/>
                    </a:cubicBezTo>
                    <a:cubicBezTo>
                      <a:pt x="12115" y="12635"/>
                      <a:pt x="12139" y="12627"/>
                      <a:pt x="12161" y="12613"/>
                    </a:cubicBezTo>
                    <a:cubicBezTo>
                      <a:pt x="12634" y="12260"/>
                      <a:pt x="12965" y="11749"/>
                      <a:pt x="13101" y="11172"/>
                    </a:cubicBezTo>
                    <a:cubicBezTo>
                      <a:pt x="13134" y="11031"/>
                      <a:pt x="13150" y="10884"/>
                      <a:pt x="13145" y="10732"/>
                    </a:cubicBezTo>
                    <a:cubicBezTo>
                      <a:pt x="13156" y="10591"/>
                      <a:pt x="13150" y="10444"/>
                      <a:pt x="13134" y="10297"/>
                    </a:cubicBezTo>
                    <a:cubicBezTo>
                      <a:pt x="13085" y="10020"/>
                      <a:pt x="12878" y="9748"/>
                      <a:pt x="12694" y="9536"/>
                    </a:cubicBezTo>
                    <a:cubicBezTo>
                      <a:pt x="12498" y="9308"/>
                      <a:pt x="12253" y="9118"/>
                      <a:pt x="11976" y="8987"/>
                    </a:cubicBezTo>
                    <a:cubicBezTo>
                      <a:pt x="11699" y="8862"/>
                      <a:pt x="11416" y="8770"/>
                      <a:pt x="11128" y="8667"/>
                    </a:cubicBezTo>
                    <a:cubicBezTo>
                      <a:pt x="10998" y="8618"/>
                      <a:pt x="10981" y="8585"/>
                      <a:pt x="10916" y="8471"/>
                    </a:cubicBezTo>
                    <a:cubicBezTo>
                      <a:pt x="10840" y="8335"/>
                      <a:pt x="10780" y="8226"/>
                      <a:pt x="10780" y="8063"/>
                    </a:cubicBezTo>
                    <a:cubicBezTo>
                      <a:pt x="10780" y="7791"/>
                      <a:pt x="10889" y="7487"/>
                      <a:pt x="10998" y="7248"/>
                    </a:cubicBezTo>
                    <a:cubicBezTo>
                      <a:pt x="11248" y="6699"/>
                      <a:pt x="11759" y="6220"/>
                      <a:pt x="12302" y="5970"/>
                    </a:cubicBezTo>
                    <a:cubicBezTo>
                      <a:pt x="12427" y="5911"/>
                      <a:pt x="12552" y="5878"/>
                      <a:pt x="12666" y="5786"/>
                    </a:cubicBezTo>
                    <a:cubicBezTo>
                      <a:pt x="12781" y="5699"/>
                      <a:pt x="12900" y="5617"/>
                      <a:pt x="13031" y="5546"/>
                    </a:cubicBezTo>
                    <a:cubicBezTo>
                      <a:pt x="13297" y="5405"/>
                      <a:pt x="13547" y="5237"/>
                      <a:pt x="13781" y="5046"/>
                    </a:cubicBezTo>
                    <a:cubicBezTo>
                      <a:pt x="14210" y="4715"/>
                      <a:pt x="14683" y="4372"/>
                      <a:pt x="14786" y="3807"/>
                    </a:cubicBezTo>
                    <a:cubicBezTo>
                      <a:pt x="14846" y="3497"/>
                      <a:pt x="14857" y="3231"/>
                      <a:pt x="14765" y="2926"/>
                    </a:cubicBezTo>
                    <a:lnTo>
                      <a:pt x="14759" y="2921"/>
                    </a:lnTo>
                    <a:cubicBezTo>
                      <a:pt x="14672" y="2627"/>
                      <a:pt x="14553" y="2345"/>
                      <a:pt x="14411" y="2073"/>
                    </a:cubicBezTo>
                    <a:cubicBezTo>
                      <a:pt x="14145" y="1584"/>
                      <a:pt x="13775" y="1062"/>
                      <a:pt x="13286" y="774"/>
                    </a:cubicBezTo>
                    <a:cubicBezTo>
                      <a:pt x="12764" y="464"/>
                      <a:pt x="12242" y="181"/>
                      <a:pt x="11634" y="111"/>
                    </a:cubicBezTo>
                    <a:cubicBezTo>
                      <a:pt x="11093" y="38"/>
                      <a:pt x="10552" y="0"/>
                      <a:pt x="100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0"/>
              <p:cNvSpPr/>
              <p:nvPr/>
            </p:nvSpPr>
            <p:spPr>
              <a:xfrm>
                <a:off x="5678800" y="4081525"/>
                <a:ext cx="68375" cy="68050"/>
              </a:xfrm>
              <a:custGeom>
                <a:rect b="b" l="l" r="r" t="t"/>
                <a:pathLst>
                  <a:path extrusionOk="0" h="2722" w="2735">
                    <a:moveTo>
                      <a:pt x="1851" y="762"/>
                    </a:moveTo>
                    <a:cubicBezTo>
                      <a:pt x="1940" y="762"/>
                      <a:pt x="2030" y="781"/>
                      <a:pt x="2115" y="818"/>
                    </a:cubicBezTo>
                    <a:cubicBezTo>
                      <a:pt x="2235" y="845"/>
                      <a:pt x="2338" y="932"/>
                      <a:pt x="2387" y="1052"/>
                    </a:cubicBezTo>
                    <a:cubicBezTo>
                      <a:pt x="2387" y="1090"/>
                      <a:pt x="2392" y="1133"/>
                      <a:pt x="2403" y="1177"/>
                    </a:cubicBezTo>
                    <a:cubicBezTo>
                      <a:pt x="2408" y="1182"/>
                      <a:pt x="2408" y="1188"/>
                      <a:pt x="2414" y="1193"/>
                    </a:cubicBezTo>
                    <a:cubicBezTo>
                      <a:pt x="2414" y="1269"/>
                      <a:pt x="2408" y="1345"/>
                      <a:pt x="2387" y="1416"/>
                    </a:cubicBezTo>
                    <a:cubicBezTo>
                      <a:pt x="2327" y="1639"/>
                      <a:pt x="2169" y="1862"/>
                      <a:pt x="2039" y="2052"/>
                    </a:cubicBezTo>
                    <a:cubicBezTo>
                      <a:pt x="1979" y="2139"/>
                      <a:pt x="1903" y="2210"/>
                      <a:pt x="1843" y="2291"/>
                    </a:cubicBezTo>
                    <a:cubicBezTo>
                      <a:pt x="1805" y="2346"/>
                      <a:pt x="1762" y="2389"/>
                      <a:pt x="1718" y="2433"/>
                    </a:cubicBezTo>
                    <a:cubicBezTo>
                      <a:pt x="1675" y="2438"/>
                      <a:pt x="1626" y="2449"/>
                      <a:pt x="1582" y="2460"/>
                    </a:cubicBezTo>
                    <a:cubicBezTo>
                      <a:pt x="1520" y="2480"/>
                      <a:pt x="1465" y="2489"/>
                      <a:pt x="1412" y="2489"/>
                    </a:cubicBezTo>
                    <a:cubicBezTo>
                      <a:pt x="1323" y="2489"/>
                      <a:pt x="1239" y="2463"/>
                      <a:pt x="1136" y="2422"/>
                    </a:cubicBezTo>
                    <a:cubicBezTo>
                      <a:pt x="979" y="2356"/>
                      <a:pt x="718" y="2237"/>
                      <a:pt x="680" y="2057"/>
                    </a:cubicBezTo>
                    <a:cubicBezTo>
                      <a:pt x="664" y="1932"/>
                      <a:pt x="680" y="1802"/>
                      <a:pt x="729" y="1688"/>
                    </a:cubicBezTo>
                    <a:cubicBezTo>
                      <a:pt x="772" y="1568"/>
                      <a:pt x="761" y="1476"/>
                      <a:pt x="832" y="1367"/>
                    </a:cubicBezTo>
                    <a:cubicBezTo>
                      <a:pt x="897" y="1264"/>
                      <a:pt x="935" y="1166"/>
                      <a:pt x="1022" y="1084"/>
                    </a:cubicBezTo>
                    <a:cubicBezTo>
                      <a:pt x="1120" y="998"/>
                      <a:pt x="1234" y="927"/>
                      <a:pt x="1359" y="878"/>
                    </a:cubicBezTo>
                    <a:cubicBezTo>
                      <a:pt x="1479" y="834"/>
                      <a:pt x="1599" y="802"/>
                      <a:pt x="1729" y="775"/>
                    </a:cubicBezTo>
                    <a:cubicBezTo>
                      <a:pt x="1769" y="766"/>
                      <a:pt x="1810" y="762"/>
                      <a:pt x="1851" y="762"/>
                    </a:cubicBezTo>
                    <a:close/>
                    <a:moveTo>
                      <a:pt x="1670" y="1"/>
                    </a:moveTo>
                    <a:cubicBezTo>
                      <a:pt x="1501" y="1"/>
                      <a:pt x="1358" y="62"/>
                      <a:pt x="1180" y="122"/>
                    </a:cubicBezTo>
                    <a:cubicBezTo>
                      <a:pt x="1153" y="133"/>
                      <a:pt x="1153" y="171"/>
                      <a:pt x="1180" y="182"/>
                    </a:cubicBezTo>
                    <a:cubicBezTo>
                      <a:pt x="1217" y="191"/>
                      <a:pt x="1255" y="194"/>
                      <a:pt x="1293" y="194"/>
                    </a:cubicBezTo>
                    <a:cubicBezTo>
                      <a:pt x="1397" y="194"/>
                      <a:pt x="1501" y="170"/>
                      <a:pt x="1605" y="170"/>
                    </a:cubicBezTo>
                    <a:cubicBezTo>
                      <a:pt x="1634" y="170"/>
                      <a:pt x="1662" y="172"/>
                      <a:pt x="1691" y="177"/>
                    </a:cubicBezTo>
                    <a:cubicBezTo>
                      <a:pt x="1876" y="204"/>
                      <a:pt x="2050" y="269"/>
                      <a:pt x="2207" y="372"/>
                    </a:cubicBezTo>
                    <a:cubicBezTo>
                      <a:pt x="2283" y="432"/>
                      <a:pt x="2338" y="514"/>
                      <a:pt x="2360" y="612"/>
                    </a:cubicBezTo>
                    <a:cubicBezTo>
                      <a:pt x="2273" y="568"/>
                      <a:pt x="2186" y="530"/>
                      <a:pt x="2093" y="503"/>
                    </a:cubicBezTo>
                    <a:cubicBezTo>
                      <a:pt x="2007" y="475"/>
                      <a:pt x="1920" y="464"/>
                      <a:pt x="1833" y="464"/>
                    </a:cubicBezTo>
                    <a:cubicBezTo>
                      <a:pt x="1646" y="464"/>
                      <a:pt x="1460" y="518"/>
                      <a:pt x="1278" y="584"/>
                    </a:cubicBezTo>
                    <a:cubicBezTo>
                      <a:pt x="1033" y="660"/>
                      <a:pt x="816" y="818"/>
                      <a:pt x="664" y="1025"/>
                    </a:cubicBezTo>
                    <a:cubicBezTo>
                      <a:pt x="587" y="1133"/>
                      <a:pt x="468" y="1220"/>
                      <a:pt x="424" y="1345"/>
                    </a:cubicBezTo>
                    <a:cubicBezTo>
                      <a:pt x="408" y="1400"/>
                      <a:pt x="408" y="1454"/>
                      <a:pt x="397" y="1508"/>
                    </a:cubicBezTo>
                    <a:cubicBezTo>
                      <a:pt x="365" y="1585"/>
                      <a:pt x="337" y="1666"/>
                      <a:pt x="316" y="1742"/>
                    </a:cubicBezTo>
                    <a:cubicBezTo>
                      <a:pt x="305" y="1835"/>
                      <a:pt x="299" y="1927"/>
                      <a:pt x="305" y="2014"/>
                    </a:cubicBezTo>
                    <a:cubicBezTo>
                      <a:pt x="294" y="1992"/>
                      <a:pt x="283" y="1965"/>
                      <a:pt x="278" y="1938"/>
                    </a:cubicBezTo>
                    <a:cubicBezTo>
                      <a:pt x="245" y="1829"/>
                      <a:pt x="223" y="1720"/>
                      <a:pt x="207" y="1606"/>
                    </a:cubicBezTo>
                    <a:cubicBezTo>
                      <a:pt x="180" y="1362"/>
                      <a:pt x="294" y="1166"/>
                      <a:pt x="386" y="949"/>
                    </a:cubicBezTo>
                    <a:cubicBezTo>
                      <a:pt x="479" y="737"/>
                      <a:pt x="642" y="541"/>
                      <a:pt x="778" y="345"/>
                    </a:cubicBezTo>
                    <a:cubicBezTo>
                      <a:pt x="787" y="332"/>
                      <a:pt x="774" y="315"/>
                      <a:pt x="760" y="315"/>
                    </a:cubicBezTo>
                    <a:cubicBezTo>
                      <a:pt x="757" y="315"/>
                      <a:pt x="754" y="316"/>
                      <a:pt x="751" y="318"/>
                    </a:cubicBezTo>
                    <a:cubicBezTo>
                      <a:pt x="511" y="459"/>
                      <a:pt x="321" y="671"/>
                      <a:pt x="207" y="932"/>
                    </a:cubicBezTo>
                    <a:cubicBezTo>
                      <a:pt x="153" y="1068"/>
                      <a:pt x="55" y="1177"/>
                      <a:pt x="28" y="1318"/>
                    </a:cubicBezTo>
                    <a:cubicBezTo>
                      <a:pt x="0" y="1460"/>
                      <a:pt x="0" y="1601"/>
                      <a:pt x="22" y="1742"/>
                    </a:cubicBezTo>
                    <a:cubicBezTo>
                      <a:pt x="38" y="1856"/>
                      <a:pt x="33" y="2019"/>
                      <a:pt x="87" y="2128"/>
                    </a:cubicBezTo>
                    <a:cubicBezTo>
                      <a:pt x="125" y="2210"/>
                      <a:pt x="174" y="2291"/>
                      <a:pt x="234" y="2356"/>
                    </a:cubicBezTo>
                    <a:cubicBezTo>
                      <a:pt x="329" y="2437"/>
                      <a:pt x="486" y="2572"/>
                      <a:pt x="633" y="2572"/>
                    </a:cubicBezTo>
                    <a:cubicBezTo>
                      <a:pt x="655" y="2572"/>
                      <a:pt x="676" y="2569"/>
                      <a:pt x="696" y="2563"/>
                    </a:cubicBezTo>
                    <a:cubicBezTo>
                      <a:pt x="870" y="2661"/>
                      <a:pt x="1066" y="2715"/>
                      <a:pt x="1267" y="2721"/>
                    </a:cubicBezTo>
                    <a:cubicBezTo>
                      <a:pt x="1278" y="2721"/>
                      <a:pt x="1288" y="2722"/>
                      <a:pt x="1299" y="2722"/>
                    </a:cubicBezTo>
                    <a:cubicBezTo>
                      <a:pt x="1448" y="2722"/>
                      <a:pt x="1537" y="2651"/>
                      <a:pt x="1669" y="2585"/>
                    </a:cubicBezTo>
                    <a:cubicBezTo>
                      <a:pt x="1691" y="2579"/>
                      <a:pt x="1707" y="2568"/>
                      <a:pt x="1724" y="2558"/>
                    </a:cubicBezTo>
                    <a:cubicBezTo>
                      <a:pt x="1789" y="2547"/>
                      <a:pt x="1854" y="2541"/>
                      <a:pt x="1876" y="2530"/>
                    </a:cubicBezTo>
                    <a:cubicBezTo>
                      <a:pt x="1979" y="2487"/>
                      <a:pt x="2071" y="2422"/>
                      <a:pt x="2148" y="2335"/>
                    </a:cubicBezTo>
                    <a:cubicBezTo>
                      <a:pt x="2229" y="2237"/>
                      <a:pt x="2305" y="2134"/>
                      <a:pt x="2365" y="2019"/>
                    </a:cubicBezTo>
                    <a:cubicBezTo>
                      <a:pt x="2447" y="1900"/>
                      <a:pt x="2523" y="1775"/>
                      <a:pt x="2588" y="1644"/>
                    </a:cubicBezTo>
                    <a:cubicBezTo>
                      <a:pt x="2680" y="1432"/>
                      <a:pt x="2735" y="1161"/>
                      <a:pt x="2664" y="932"/>
                    </a:cubicBezTo>
                    <a:lnTo>
                      <a:pt x="2664" y="932"/>
                    </a:lnTo>
                    <a:lnTo>
                      <a:pt x="2653" y="938"/>
                    </a:lnTo>
                    <a:cubicBezTo>
                      <a:pt x="2653" y="921"/>
                      <a:pt x="2648" y="911"/>
                      <a:pt x="2642" y="894"/>
                    </a:cubicBezTo>
                    <a:cubicBezTo>
                      <a:pt x="2653" y="813"/>
                      <a:pt x="2642" y="726"/>
                      <a:pt x="2620" y="650"/>
                    </a:cubicBezTo>
                    <a:cubicBezTo>
                      <a:pt x="2582" y="481"/>
                      <a:pt x="2528" y="340"/>
                      <a:pt x="2387" y="231"/>
                    </a:cubicBezTo>
                    <a:cubicBezTo>
                      <a:pt x="2213" y="117"/>
                      <a:pt x="2012" y="41"/>
                      <a:pt x="1805" y="14"/>
                    </a:cubicBezTo>
                    <a:cubicBezTo>
                      <a:pt x="1758" y="5"/>
                      <a:pt x="1713"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0"/>
              <p:cNvSpPr/>
              <p:nvPr/>
            </p:nvSpPr>
            <p:spPr>
              <a:xfrm>
                <a:off x="5556350" y="4043800"/>
                <a:ext cx="71100" cy="77725"/>
              </a:xfrm>
              <a:custGeom>
                <a:rect b="b" l="l" r="r" t="t"/>
                <a:pathLst>
                  <a:path extrusionOk="0" h="3109" w="2844">
                    <a:moveTo>
                      <a:pt x="1131" y="234"/>
                    </a:moveTo>
                    <a:cubicBezTo>
                      <a:pt x="1131" y="294"/>
                      <a:pt x="1186" y="343"/>
                      <a:pt x="1251" y="349"/>
                    </a:cubicBezTo>
                    <a:cubicBezTo>
                      <a:pt x="1264" y="349"/>
                      <a:pt x="1277" y="349"/>
                      <a:pt x="1289" y="349"/>
                    </a:cubicBezTo>
                    <a:cubicBezTo>
                      <a:pt x="1401" y="349"/>
                      <a:pt x="1513" y="328"/>
                      <a:pt x="1621" y="294"/>
                    </a:cubicBezTo>
                    <a:cubicBezTo>
                      <a:pt x="1673" y="280"/>
                      <a:pt x="1728" y="273"/>
                      <a:pt x="1783" y="273"/>
                    </a:cubicBezTo>
                    <a:cubicBezTo>
                      <a:pt x="1876" y="273"/>
                      <a:pt x="1968" y="293"/>
                      <a:pt x="2050" y="338"/>
                    </a:cubicBezTo>
                    <a:cubicBezTo>
                      <a:pt x="2159" y="397"/>
                      <a:pt x="2273" y="452"/>
                      <a:pt x="2338" y="555"/>
                    </a:cubicBezTo>
                    <a:cubicBezTo>
                      <a:pt x="2409" y="664"/>
                      <a:pt x="2431" y="794"/>
                      <a:pt x="2414" y="919"/>
                    </a:cubicBezTo>
                    <a:cubicBezTo>
                      <a:pt x="2365" y="1164"/>
                      <a:pt x="2094" y="1229"/>
                      <a:pt x="2001" y="1441"/>
                    </a:cubicBezTo>
                    <a:cubicBezTo>
                      <a:pt x="1914" y="1659"/>
                      <a:pt x="2034" y="1925"/>
                      <a:pt x="2050" y="2148"/>
                    </a:cubicBezTo>
                    <a:cubicBezTo>
                      <a:pt x="2061" y="2295"/>
                      <a:pt x="2055" y="2430"/>
                      <a:pt x="1969" y="2550"/>
                    </a:cubicBezTo>
                    <a:cubicBezTo>
                      <a:pt x="1882" y="2686"/>
                      <a:pt x="1757" y="2789"/>
                      <a:pt x="1610" y="2854"/>
                    </a:cubicBezTo>
                    <a:cubicBezTo>
                      <a:pt x="1579" y="2866"/>
                      <a:pt x="1547" y="2871"/>
                      <a:pt x="1515" y="2871"/>
                    </a:cubicBezTo>
                    <a:cubicBezTo>
                      <a:pt x="1426" y="2871"/>
                      <a:pt x="1341" y="2827"/>
                      <a:pt x="1289" y="2751"/>
                    </a:cubicBezTo>
                    <a:cubicBezTo>
                      <a:pt x="1213" y="2632"/>
                      <a:pt x="1256" y="2474"/>
                      <a:pt x="1240" y="2343"/>
                    </a:cubicBezTo>
                    <a:cubicBezTo>
                      <a:pt x="1213" y="2153"/>
                      <a:pt x="1218" y="1919"/>
                      <a:pt x="1061" y="1789"/>
                    </a:cubicBezTo>
                    <a:cubicBezTo>
                      <a:pt x="985" y="1724"/>
                      <a:pt x="892" y="1680"/>
                      <a:pt x="800" y="1659"/>
                    </a:cubicBezTo>
                    <a:cubicBezTo>
                      <a:pt x="642" y="1626"/>
                      <a:pt x="430" y="1664"/>
                      <a:pt x="321" y="1534"/>
                    </a:cubicBezTo>
                    <a:cubicBezTo>
                      <a:pt x="229" y="1419"/>
                      <a:pt x="273" y="1283"/>
                      <a:pt x="338" y="1158"/>
                    </a:cubicBezTo>
                    <a:cubicBezTo>
                      <a:pt x="408" y="1028"/>
                      <a:pt x="485" y="903"/>
                      <a:pt x="572" y="778"/>
                    </a:cubicBezTo>
                    <a:cubicBezTo>
                      <a:pt x="680" y="637"/>
                      <a:pt x="800" y="506"/>
                      <a:pt x="925" y="376"/>
                    </a:cubicBezTo>
                    <a:cubicBezTo>
                      <a:pt x="979" y="310"/>
                      <a:pt x="1050" y="262"/>
                      <a:pt x="1131" y="234"/>
                    </a:cubicBezTo>
                    <a:close/>
                    <a:moveTo>
                      <a:pt x="1885" y="0"/>
                    </a:moveTo>
                    <a:cubicBezTo>
                      <a:pt x="1677" y="0"/>
                      <a:pt x="1493" y="67"/>
                      <a:pt x="1294" y="88"/>
                    </a:cubicBezTo>
                    <a:cubicBezTo>
                      <a:pt x="1238" y="58"/>
                      <a:pt x="1181" y="44"/>
                      <a:pt x="1123" y="44"/>
                    </a:cubicBezTo>
                    <a:cubicBezTo>
                      <a:pt x="1001" y="44"/>
                      <a:pt x="878" y="106"/>
                      <a:pt x="767" y="213"/>
                    </a:cubicBezTo>
                    <a:cubicBezTo>
                      <a:pt x="506" y="468"/>
                      <a:pt x="256" y="767"/>
                      <a:pt x="109" y="1104"/>
                    </a:cubicBezTo>
                    <a:cubicBezTo>
                      <a:pt x="61" y="1207"/>
                      <a:pt x="1" y="1354"/>
                      <a:pt x="22" y="1468"/>
                    </a:cubicBezTo>
                    <a:cubicBezTo>
                      <a:pt x="61" y="1599"/>
                      <a:pt x="137" y="1713"/>
                      <a:pt x="245" y="1800"/>
                    </a:cubicBezTo>
                    <a:cubicBezTo>
                      <a:pt x="370" y="1892"/>
                      <a:pt x="550" y="1854"/>
                      <a:pt x="702" y="1881"/>
                    </a:cubicBezTo>
                    <a:cubicBezTo>
                      <a:pt x="816" y="1903"/>
                      <a:pt x="941" y="1941"/>
                      <a:pt x="985" y="2061"/>
                    </a:cubicBezTo>
                    <a:cubicBezTo>
                      <a:pt x="1006" y="2137"/>
                      <a:pt x="1017" y="2218"/>
                      <a:pt x="1023" y="2300"/>
                    </a:cubicBezTo>
                    <a:cubicBezTo>
                      <a:pt x="1077" y="2610"/>
                      <a:pt x="1023" y="2854"/>
                      <a:pt x="1322" y="3045"/>
                    </a:cubicBezTo>
                    <a:cubicBezTo>
                      <a:pt x="1392" y="3090"/>
                      <a:pt x="1466" y="3109"/>
                      <a:pt x="1540" y="3109"/>
                    </a:cubicBezTo>
                    <a:cubicBezTo>
                      <a:pt x="1751" y="3109"/>
                      <a:pt x="1964" y="2953"/>
                      <a:pt x="2104" y="2800"/>
                    </a:cubicBezTo>
                    <a:cubicBezTo>
                      <a:pt x="2365" y="2523"/>
                      <a:pt x="2344" y="2197"/>
                      <a:pt x="2262" y="1843"/>
                    </a:cubicBezTo>
                    <a:cubicBezTo>
                      <a:pt x="2235" y="1773"/>
                      <a:pt x="2224" y="1691"/>
                      <a:pt x="2224" y="1610"/>
                    </a:cubicBezTo>
                    <a:cubicBezTo>
                      <a:pt x="2246" y="1490"/>
                      <a:pt x="2365" y="1474"/>
                      <a:pt x="2452" y="1419"/>
                    </a:cubicBezTo>
                    <a:cubicBezTo>
                      <a:pt x="2577" y="1332"/>
                      <a:pt x="2675" y="1202"/>
                      <a:pt x="2724" y="1055"/>
                    </a:cubicBezTo>
                    <a:cubicBezTo>
                      <a:pt x="2844" y="713"/>
                      <a:pt x="2653" y="392"/>
                      <a:pt x="2371" y="202"/>
                    </a:cubicBezTo>
                    <a:cubicBezTo>
                      <a:pt x="2235" y="109"/>
                      <a:pt x="2077" y="6"/>
                      <a:pt x="1909" y="1"/>
                    </a:cubicBezTo>
                    <a:cubicBezTo>
                      <a:pt x="1901" y="0"/>
                      <a:pt x="1893" y="0"/>
                      <a:pt x="1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20"/>
              <p:cNvSpPr/>
              <p:nvPr/>
            </p:nvSpPr>
            <p:spPr>
              <a:xfrm>
                <a:off x="5597250" y="3960900"/>
                <a:ext cx="70300" cy="78875"/>
              </a:xfrm>
              <a:custGeom>
                <a:rect b="b" l="l" r="r" t="t"/>
                <a:pathLst>
                  <a:path extrusionOk="0" h="3155" w="2812">
                    <a:moveTo>
                      <a:pt x="1963" y="249"/>
                    </a:moveTo>
                    <a:cubicBezTo>
                      <a:pt x="2083" y="249"/>
                      <a:pt x="2225" y="305"/>
                      <a:pt x="2300" y="354"/>
                    </a:cubicBezTo>
                    <a:cubicBezTo>
                      <a:pt x="2594" y="572"/>
                      <a:pt x="2491" y="892"/>
                      <a:pt x="2273" y="1121"/>
                    </a:cubicBezTo>
                    <a:lnTo>
                      <a:pt x="2268" y="1121"/>
                    </a:lnTo>
                    <a:cubicBezTo>
                      <a:pt x="2132" y="1262"/>
                      <a:pt x="1963" y="1430"/>
                      <a:pt x="1914" y="1632"/>
                    </a:cubicBezTo>
                    <a:cubicBezTo>
                      <a:pt x="1871" y="1827"/>
                      <a:pt x="2034" y="2088"/>
                      <a:pt x="2083" y="2284"/>
                    </a:cubicBezTo>
                    <a:cubicBezTo>
                      <a:pt x="2121" y="2425"/>
                      <a:pt x="2143" y="2572"/>
                      <a:pt x="2018" y="2659"/>
                    </a:cubicBezTo>
                    <a:cubicBezTo>
                      <a:pt x="1920" y="2724"/>
                      <a:pt x="1816" y="2778"/>
                      <a:pt x="1702" y="2817"/>
                    </a:cubicBezTo>
                    <a:cubicBezTo>
                      <a:pt x="1674" y="2824"/>
                      <a:pt x="1652" y="2828"/>
                      <a:pt x="1633" y="2828"/>
                    </a:cubicBezTo>
                    <a:cubicBezTo>
                      <a:pt x="1561" y="2828"/>
                      <a:pt x="1547" y="2772"/>
                      <a:pt x="1512" y="2686"/>
                    </a:cubicBezTo>
                    <a:cubicBezTo>
                      <a:pt x="1469" y="2572"/>
                      <a:pt x="1398" y="2469"/>
                      <a:pt x="1306" y="2387"/>
                    </a:cubicBezTo>
                    <a:cubicBezTo>
                      <a:pt x="1142" y="2240"/>
                      <a:pt x="914" y="2088"/>
                      <a:pt x="691" y="2072"/>
                    </a:cubicBezTo>
                    <a:cubicBezTo>
                      <a:pt x="677" y="2071"/>
                      <a:pt x="663" y="2071"/>
                      <a:pt x="648" y="2071"/>
                    </a:cubicBezTo>
                    <a:cubicBezTo>
                      <a:pt x="631" y="2071"/>
                      <a:pt x="615" y="2071"/>
                      <a:pt x="598" y="2071"/>
                    </a:cubicBezTo>
                    <a:cubicBezTo>
                      <a:pt x="547" y="2071"/>
                      <a:pt x="495" y="2068"/>
                      <a:pt x="452" y="2045"/>
                    </a:cubicBezTo>
                    <a:cubicBezTo>
                      <a:pt x="392" y="2001"/>
                      <a:pt x="349" y="1941"/>
                      <a:pt x="316" y="1871"/>
                    </a:cubicBezTo>
                    <a:cubicBezTo>
                      <a:pt x="224" y="1686"/>
                      <a:pt x="300" y="1501"/>
                      <a:pt x="430" y="1349"/>
                    </a:cubicBezTo>
                    <a:cubicBezTo>
                      <a:pt x="534" y="1235"/>
                      <a:pt x="653" y="1137"/>
                      <a:pt x="778" y="1050"/>
                    </a:cubicBezTo>
                    <a:cubicBezTo>
                      <a:pt x="903" y="968"/>
                      <a:pt x="1045" y="925"/>
                      <a:pt x="1164" y="843"/>
                    </a:cubicBezTo>
                    <a:cubicBezTo>
                      <a:pt x="1175" y="832"/>
                      <a:pt x="1186" y="816"/>
                      <a:pt x="1191" y="805"/>
                    </a:cubicBezTo>
                    <a:cubicBezTo>
                      <a:pt x="1218" y="812"/>
                      <a:pt x="1244" y="815"/>
                      <a:pt x="1270" y="815"/>
                    </a:cubicBezTo>
                    <a:cubicBezTo>
                      <a:pt x="1444" y="815"/>
                      <a:pt x="1596" y="680"/>
                      <a:pt x="1686" y="528"/>
                    </a:cubicBezTo>
                    <a:cubicBezTo>
                      <a:pt x="1730" y="452"/>
                      <a:pt x="1757" y="343"/>
                      <a:pt x="1822" y="289"/>
                    </a:cubicBezTo>
                    <a:cubicBezTo>
                      <a:pt x="1859" y="260"/>
                      <a:pt x="1909" y="249"/>
                      <a:pt x="1963" y="249"/>
                    </a:cubicBezTo>
                    <a:close/>
                    <a:moveTo>
                      <a:pt x="1975" y="0"/>
                    </a:moveTo>
                    <a:cubicBezTo>
                      <a:pt x="1921" y="0"/>
                      <a:pt x="1866" y="6"/>
                      <a:pt x="1811" y="17"/>
                    </a:cubicBezTo>
                    <a:cubicBezTo>
                      <a:pt x="1686" y="50"/>
                      <a:pt x="1588" y="137"/>
                      <a:pt x="1545" y="251"/>
                    </a:cubicBezTo>
                    <a:cubicBezTo>
                      <a:pt x="1469" y="425"/>
                      <a:pt x="1327" y="561"/>
                      <a:pt x="1159" y="642"/>
                    </a:cubicBezTo>
                    <a:cubicBezTo>
                      <a:pt x="1126" y="659"/>
                      <a:pt x="1104" y="697"/>
                      <a:pt x="1115" y="729"/>
                    </a:cubicBezTo>
                    <a:cubicBezTo>
                      <a:pt x="1110" y="735"/>
                      <a:pt x="1104" y="735"/>
                      <a:pt x="1099" y="740"/>
                    </a:cubicBezTo>
                    <a:cubicBezTo>
                      <a:pt x="968" y="822"/>
                      <a:pt x="816" y="865"/>
                      <a:pt x="686" y="952"/>
                    </a:cubicBezTo>
                    <a:cubicBezTo>
                      <a:pt x="544" y="1044"/>
                      <a:pt x="414" y="1148"/>
                      <a:pt x="294" y="1256"/>
                    </a:cubicBezTo>
                    <a:cubicBezTo>
                      <a:pt x="61" y="1474"/>
                      <a:pt x="1" y="1746"/>
                      <a:pt x="148" y="2023"/>
                    </a:cubicBezTo>
                    <a:cubicBezTo>
                      <a:pt x="202" y="2137"/>
                      <a:pt x="300" y="2229"/>
                      <a:pt x="419" y="2278"/>
                    </a:cubicBezTo>
                    <a:cubicBezTo>
                      <a:pt x="479" y="2295"/>
                      <a:pt x="544" y="2300"/>
                      <a:pt x="604" y="2306"/>
                    </a:cubicBezTo>
                    <a:cubicBezTo>
                      <a:pt x="729" y="2311"/>
                      <a:pt x="843" y="2360"/>
                      <a:pt x="930" y="2447"/>
                    </a:cubicBezTo>
                    <a:cubicBezTo>
                      <a:pt x="1050" y="2556"/>
                      <a:pt x="1170" y="2648"/>
                      <a:pt x="1229" y="2800"/>
                    </a:cubicBezTo>
                    <a:cubicBezTo>
                      <a:pt x="1278" y="2925"/>
                      <a:pt x="1322" y="3050"/>
                      <a:pt x="1447" y="3115"/>
                    </a:cubicBezTo>
                    <a:cubicBezTo>
                      <a:pt x="1499" y="3143"/>
                      <a:pt x="1558" y="3155"/>
                      <a:pt x="1619" y="3155"/>
                    </a:cubicBezTo>
                    <a:cubicBezTo>
                      <a:pt x="1835" y="3155"/>
                      <a:pt x="2085" y="3007"/>
                      <a:pt x="2230" y="2893"/>
                    </a:cubicBezTo>
                    <a:cubicBezTo>
                      <a:pt x="2507" y="2681"/>
                      <a:pt x="2409" y="2349"/>
                      <a:pt x="2257" y="2077"/>
                    </a:cubicBezTo>
                    <a:cubicBezTo>
                      <a:pt x="2186" y="1941"/>
                      <a:pt x="2039" y="1762"/>
                      <a:pt x="2121" y="1610"/>
                    </a:cubicBezTo>
                    <a:cubicBezTo>
                      <a:pt x="2208" y="1463"/>
                      <a:pt x="2349" y="1360"/>
                      <a:pt x="2469" y="1246"/>
                    </a:cubicBezTo>
                    <a:cubicBezTo>
                      <a:pt x="2686" y="1044"/>
                      <a:pt x="2811" y="751"/>
                      <a:pt x="2692" y="468"/>
                    </a:cubicBezTo>
                    <a:cubicBezTo>
                      <a:pt x="2562" y="177"/>
                      <a:pt x="2280" y="0"/>
                      <a:pt x="19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0"/>
              <p:cNvSpPr/>
              <p:nvPr/>
            </p:nvSpPr>
            <p:spPr>
              <a:xfrm>
                <a:off x="5689400" y="3918625"/>
                <a:ext cx="74225" cy="73425"/>
              </a:xfrm>
              <a:custGeom>
                <a:rect b="b" l="l" r="r" t="t"/>
                <a:pathLst>
                  <a:path extrusionOk="0" h="2937" w="2969">
                    <a:moveTo>
                      <a:pt x="2079" y="276"/>
                    </a:moveTo>
                    <a:cubicBezTo>
                      <a:pt x="2141" y="276"/>
                      <a:pt x="2204" y="293"/>
                      <a:pt x="2273" y="333"/>
                    </a:cubicBezTo>
                    <a:cubicBezTo>
                      <a:pt x="2485" y="458"/>
                      <a:pt x="2707" y="795"/>
                      <a:pt x="2653" y="1050"/>
                    </a:cubicBezTo>
                    <a:lnTo>
                      <a:pt x="2648" y="1045"/>
                    </a:lnTo>
                    <a:cubicBezTo>
                      <a:pt x="2599" y="1300"/>
                      <a:pt x="2251" y="1213"/>
                      <a:pt x="2202" y="1469"/>
                    </a:cubicBezTo>
                    <a:cubicBezTo>
                      <a:pt x="2153" y="1730"/>
                      <a:pt x="2474" y="2127"/>
                      <a:pt x="2218" y="2311"/>
                    </a:cubicBezTo>
                    <a:cubicBezTo>
                      <a:pt x="2081" y="2414"/>
                      <a:pt x="1853" y="2588"/>
                      <a:pt x="1659" y="2588"/>
                    </a:cubicBezTo>
                    <a:cubicBezTo>
                      <a:pt x="1606" y="2588"/>
                      <a:pt x="1557" y="2575"/>
                      <a:pt x="1512" y="2545"/>
                    </a:cubicBezTo>
                    <a:cubicBezTo>
                      <a:pt x="1403" y="2475"/>
                      <a:pt x="1321" y="2371"/>
                      <a:pt x="1278" y="2246"/>
                    </a:cubicBezTo>
                    <a:cubicBezTo>
                      <a:pt x="1240" y="2148"/>
                      <a:pt x="1229" y="2034"/>
                      <a:pt x="1175" y="1942"/>
                    </a:cubicBezTo>
                    <a:cubicBezTo>
                      <a:pt x="1103" y="1831"/>
                      <a:pt x="992" y="1805"/>
                      <a:pt x="874" y="1805"/>
                    </a:cubicBezTo>
                    <a:cubicBezTo>
                      <a:pt x="777" y="1805"/>
                      <a:pt x="676" y="1823"/>
                      <a:pt x="587" y="1828"/>
                    </a:cubicBezTo>
                    <a:cubicBezTo>
                      <a:pt x="579" y="1828"/>
                      <a:pt x="571" y="1828"/>
                      <a:pt x="562" y="1828"/>
                    </a:cubicBezTo>
                    <a:cubicBezTo>
                      <a:pt x="189" y="1828"/>
                      <a:pt x="144" y="1468"/>
                      <a:pt x="245" y="1175"/>
                    </a:cubicBezTo>
                    <a:cubicBezTo>
                      <a:pt x="283" y="1034"/>
                      <a:pt x="354" y="909"/>
                      <a:pt x="452" y="800"/>
                    </a:cubicBezTo>
                    <a:cubicBezTo>
                      <a:pt x="495" y="762"/>
                      <a:pt x="544" y="735"/>
                      <a:pt x="587" y="692"/>
                    </a:cubicBezTo>
                    <a:cubicBezTo>
                      <a:pt x="593" y="681"/>
                      <a:pt x="604" y="675"/>
                      <a:pt x="615" y="664"/>
                    </a:cubicBezTo>
                    <a:cubicBezTo>
                      <a:pt x="674" y="643"/>
                      <a:pt x="734" y="626"/>
                      <a:pt x="789" y="605"/>
                    </a:cubicBezTo>
                    <a:lnTo>
                      <a:pt x="843" y="605"/>
                    </a:lnTo>
                    <a:cubicBezTo>
                      <a:pt x="865" y="605"/>
                      <a:pt x="881" y="588"/>
                      <a:pt x="881" y="567"/>
                    </a:cubicBezTo>
                    <a:lnTo>
                      <a:pt x="886" y="561"/>
                    </a:lnTo>
                    <a:lnTo>
                      <a:pt x="897" y="556"/>
                    </a:lnTo>
                    <a:cubicBezTo>
                      <a:pt x="935" y="610"/>
                      <a:pt x="995" y="654"/>
                      <a:pt x="1060" y="670"/>
                    </a:cubicBezTo>
                    <a:cubicBezTo>
                      <a:pt x="1077" y="672"/>
                      <a:pt x="1093" y="674"/>
                      <a:pt x="1109" y="674"/>
                    </a:cubicBezTo>
                    <a:cubicBezTo>
                      <a:pt x="1225" y="674"/>
                      <a:pt x="1330" y="609"/>
                      <a:pt x="1430" y="561"/>
                    </a:cubicBezTo>
                    <a:cubicBezTo>
                      <a:pt x="1560" y="501"/>
                      <a:pt x="1685" y="442"/>
                      <a:pt x="1805" y="371"/>
                    </a:cubicBezTo>
                    <a:cubicBezTo>
                      <a:pt x="1902" y="313"/>
                      <a:pt x="1989" y="276"/>
                      <a:pt x="2079" y="276"/>
                    </a:cubicBezTo>
                    <a:close/>
                    <a:moveTo>
                      <a:pt x="2066" y="1"/>
                    </a:moveTo>
                    <a:cubicBezTo>
                      <a:pt x="2061" y="1"/>
                      <a:pt x="2055" y="1"/>
                      <a:pt x="2050" y="1"/>
                    </a:cubicBezTo>
                    <a:cubicBezTo>
                      <a:pt x="1849" y="1"/>
                      <a:pt x="1680" y="137"/>
                      <a:pt x="1512" y="224"/>
                    </a:cubicBezTo>
                    <a:cubicBezTo>
                      <a:pt x="1392" y="289"/>
                      <a:pt x="1272" y="344"/>
                      <a:pt x="1142" y="376"/>
                    </a:cubicBezTo>
                    <a:cubicBezTo>
                      <a:pt x="1078" y="322"/>
                      <a:pt x="997" y="294"/>
                      <a:pt x="917" y="294"/>
                    </a:cubicBezTo>
                    <a:cubicBezTo>
                      <a:pt x="867" y="294"/>
                      <a:pt x="818" y="305"/>
                      <a:pt x="772" y="327"/>
                    </a:cubicBezTo>
                    <a:cubicBezTo>
                      <a:pt x="718" y="360"/>
                      <a:pt x="674" y="409"/>
                      <a:pt x="626" y="442"/>
                    </a:cubicBezTo>
                    <a:cubicBezTo>
                      <a:pt x="582" y="474"/>
                      <a:pt x="549" y="518"/>
                      <a:pt x="528" y="572"/>
                    </a:cubicBezTo>
                    <a:cubicBezTo>
                      <a:pt x="522" y="572"/>
                      <a:pt x="511" y="577"/>
                      <a:pt x="506" y="588"/>
                    </a:cubicBezTo>
                    <a:cubicBezTo>
                      <a:pt x="392" y="670"/>
                      <a:pt x="294" y="773"/>
                      <a:pt x="218" y="887"/>
                    </a:cubicBezTo>
                    <a:cubicBezTo>
                      <a:pt x="87" y="1099"/>
                      <a:pt x="0" y="1355"/>
                      <a:pt x="44" y="1599"/>
                    </a:cubicBezTo>
                    <a:cubicBezTo>
                      <a:pt x="93" y="1860"/>
                      <a:pt x="321" y="2051"/>
                      <a:pt x="587" y="2056"/>
                    </a:cubicBezTo>
                    <a:cubicBezTo>
                      <a:pt x="642" y="2056"/>
                      <a:pt x="696" y="2051"/>
                      <a:pt x="751" y="2051"/>
                    </a:cubicBezTo>
                    <a:cubicBezTo>
                      <a:pt x="778" y="2051"/>
                      <a:pt x="805" y="2052"/>
                      <a:pt x="832" y="2056"/>
                    </a:cubicBezTo>
                    <a:cubicBezTo>
                      <a:pt x="946" y="2067"/>
                      <a:pt x="941" y="2094"/>
                      <a:pt x="952" y="2197"/>
                    </a:cubicBezTo>
                    <a:cubicBezTo>
                      <a:pt x="963" y="2355"/>
                      <a:pt x="1022" y="2513"/>
                      <a:pt x="1120" y="2638"/>
                    </a:cubicBezTo>
                    <a:cubicBezTo>
                      <a:pt x="1275" y="2827"/>
                      <a:pt x="1462" y="2937"/>
                      <a:pt x="1673" y="2937"/>
                    </a:cubicBezTo>
                    <a:cubicBezTo>
                      <a:pt x="1765" y="2937"/>
                      <a:pt x="1862" y="2916"/>
                      <a:pt x="1963" y="2871"/>
                    </a:cubicBezTo>
                    <a:cubicBezTo>
                      <a:pt x="2240" y="2752"/>
                      <a:pt x="2566" y="2567"/>
                      <a:pt x="2582" y="2241"/>
                    </a:cubicBezTo>
                    <a:cubicBezTo>
                      <a:pt x="2593" y="2045"/>
                      <a:pt x="2512" y="1893"/>
                      <a:pt x="2463" y="1714"/>
                    </a:cubicBezTo>
                    <a:cubicBezTo>
                      <a:pt x="2441" y="1643"/>
                      <a:pt x="2419" y="1540"/>
                      <a:pt x="2452" y="1507"/>
                    </a:cubicBezTo>
                    <a:cubicBezTo>
                      <a:pt x="2501" y="1458"/>
                      <a:pt x="2648" y="1442"/>
                      <a:pt x="2707" y="1393"/>
                    </a:cubicBezTo>
                    <a:cubicBezTo>
                      <a:pt x="2968" y="1213"/>
                      <a:pt x="2941" y="882"/>
                      <a:pt x="2843" y="615"/>
                    </a:cubicBezTo>
                    <a:lnTo>
                      <a:pt x="2843" y="610"/>
                    </a:lnTo>
                    <a:cubicBezTo>
                      <a:pt x="2736" y="316"/>
                      <a:pt x="2393" y="1"/>
                      <a:pt x="20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0"/>
              <p:cNvSpPr/>
              <p:nvPr/>
            </p:nvSpPr>
            <p:spPr>
              <a:xfrm>
                <a:off x="5783025" y="3920850"/>
                <a:ext cx="62400" cy="62375"/>
              </a:xfrm>
              <a:custGeom>
                <a:rect b="b" l="l" r="r" t="t"/>
                <a:pathLst>
                  <a:path extrusionOk="0" h="2495" w="2496">
                    <a:moveTo>
                      <a:pt x="925" y="217"/>
                    </a:moveTo>
                    <a:cubicBezTo>
                      <a:pt x="940" y="217"/>
                      <a:pt x="954" y="219"/>
                      <a:pt x="968" y="222"/>
                    </a:cubicBezTo>
                    <a:cubicBezTo>
                      <a:pt x="974" y="233"/>
                      <a:pt x="979" y="244"/>
                      <a:pt x="990" y="249"/>
                    </a:cubicBezTo>
                    <a:cubicBezTo>
                      <a:pt x="1039" y="271"/>
                      <a:pt x="1088" y="282"/>
                      <a:pt x="1142" y="287"/>
                    </a:cubicBezTo>
                    <a:cubicBezTo>
                      <a:pt x="1229" y="293"/>
                      <a:pt x="1273" y="336"/>
                      <a:pt x="1349" y="363"/>
                    </a:cubicBezTo>
                    <a:cubicBezTo>
                      <a:pt x="1419" y="391"/>
                      <a:pt x="1485" y="391"/>
                      <a:pt x="1550" y="412"/>
                    </a:cubicBezTo>
                    <a:cubicBezTo>
                      <a:pt x="1599" y="429"/>
                      <a:pt x="1648" y="450"/>
                      <a:pt x="1691" y="472"/>
                    </a:cubicBezTo>
                    <a:cubicBezTo>
                      <a:pt x="1762" y="499"/>
                      <a:pt x="1849" y="521"/>
                      <a:pt x="1909" y="554"/>
                    </a:cubicBezTo>
                    <a:cubicBezTo>
                      <a:pt x="2001" y="603"/>
                      <a:pt x="2039" y="700"/>
                      <a:pt x="2072" y="798"/>
                    </a:cubicBezTo>
                    <a:cubicBezTo>
                      <a:pt x="2121" y="945"/>
                      <a:pt x="2148" y="1097"/>
                      <a:pt x="2153" y="1249"/>
                    </a:cubicBezTo>
                    <a:cubicBezTo>
                      <a:pt x="2159" y="1391"/>
                      <a:pt x="2191" y="1565"/>
                      <a:pt x="2083" y="1673"/>
                    </a:cubicBezTo>
                    <a:cubicBezTo>
                      <a:pt x="2001" y="1733"/>
                      <a:pt x="1914" y="1788"/>
                      <a:pt x="1822" y="1831"/>
                    </a:cubicBezTo>
                    <a:cubicBezTo>
                      <a:pt x="1593" y="1962"/>
                      <a:pt x="1343" y="2146"/>
                      <a:pt x="1082" y="2201"/>
                    </a:cubicBezTo>
                    <a:cubicBezTo>
                      <a:pt x="1028" y="2218"/>
                      <a:pt x="974" y="2226"/>
                      <a:pt x="919" y="2226"/>
                    </a:cubicBezTo>
                    <a:cubicBezTo>
                      <a:pt x="887" y="2226"/>
                      <a:pt x="854" y="2223"/>
                      <a:pt x="821" y="2217"/>
                    </a:cubicBezTo>
                    <a:cubicBezTo>
                      <a:pt x="669" y="2174"/>
                      <a:pt x="729" y="2016"/>
                      <a:pt x="767" y="1902"/>
                    </a:cubicBezTo>
                    <a:cubicBezTo>
                      <a:pt x="832" y="1706"/>
                      <a:pt x="908" y="1461"/>
                      <a:pt x="724" y="1298"/>
                    </a:cubicBezTo>
                    <a:cubicBezTo>
                      <a:pt x="648" y="1233"/>
                      <a:pt x="555" y="1195"/>
                      <a:pt x="479" y="1130"/>
                    </a:cubicBezTo>
                    <a:cubicBezTo>
                      <a:pt x="425" y="1086"/>
                      <a:pt x="370" y="1037"/>
                      <a:pt x="327" y="983"/>
                    </a:cubicBezTo>
                    <a:cubicBezTo>
                      <a:pt x="256" y="891"/>
                      <a:pt x="300" y="825"/>
                      <a:pt x="354" y="738"/>
                    </a:cubicBezTo>
                    <a:cubicBezTo>
                      <a:pt x="446" y="590"/>
                      <a:pt x="701" y="217"/>
                      <a:pt x="925" y="217"/>
                    </a:cubicBezTo>
                    <a:close/>
                    <a:moveTo>
                      <a:pt x="1251" y="1"/>
                    </a:moveTo>
                    <a:cubicBezTo>
                      <a:pt x="1178" y="1"/>
                      <a:pt x="1108" y="22"/>
                      <a:pt x="1044" y="75"/>
                    </a:cubicBezTo>
                    <a:cubicBezTo>
                      <a:pt x="990" y="39"/>
                      <a:pt x="928" y="24"/>
                      <a:pt x="866" y="24"/>
                    </a:cubicBezTo>
                    <a:cubicBezTo>
                      <a:pt x="748" y="24"/>
                      <a:pt x="626" y="79"/>
                      <a:pt x="533" y="157"/>
                    </a:cubicBezTo>
                    <a:cubicBezTo>
                      <a:pt x="338" y="320"/>
                      <a:pt x="71" y="586"/>
                      <a:pt x="33" y="853"/>
                    </a:cubicBezTo>
                    <a:cubicBezTo>
                      <a:pt x="1" y="1108"/>
                      <a:pt x="272" y="1326"/>
                      <a:pt x="468" y="1451"/>
                    </a:cubicBezTo>
                    <a:cubicBezTo>
                      <a:pt x="528" y="1489"/>
                      <a:pt x="566" y="1499"/>
                      <a:pt x="577" y="1576"/>
                    </a:cubicBezTo>
                    <a:cubicBezTo>
                      <a:pt x="571" y="1652"/>
                      <a:pt x="555" y="1722"/>
                      <a:pt x="528" y="1788"/>
                    </a:cubicBezTo>
                    <a:cubicBezTo>
                      <a:pt x="479" y="1923"/>
                      <a:pt x="430" y="2059"/>
                      <a:pt x="463" y="2201"/>
                    </a:cubicBezTo>
                    <a:cubicBezTo>
                      <a:pt x="510" y="2416"/>
                      <a:pt x="715" y="2495"/>
                      <a:pt x="920" y="2495"/>
                    </a:cubicBezTo>
                    <a:cubicBezTo>
                      <a:pt x="927" y="2495"/>
                      <a:pt x="934" y="2494"/>
                      <a:pt x="941" y="2494"/>
                    </a:cubicBezTo>
                    <a:cubicBezTo>
                      <a:pt x="1213" y="2489"/>
                      <a:pt x="1425" y="2358"/>
                      <a:pt x="1664" y="2233"/>
                    </a:cubicBezTo>
                    <a:cubicBezTo>
                      <a:pt x="1876" y="2125"/>
                      <a:pt x="2159" y="2005"/>
                      <a:pt x="2316" y="1820"/>
                    </a:cubicBezTo>
                    <a:cubicBezTo>
                      <a:pt x="2496" y="1608"/>
                      <a:pt x="2430" y="1255"/>
                      <a:pt x="2392" y="1005"/>
                    </a:cubicBezTo>
                    <a:lnTo>
                      <a:pt x="2392" y="999"/>
                    </a:lnTo>
                    <a:cubicBezTo>
                      <a:pt x="2365" y="820"/>
                      <a:pt x="2305" y="646"/>
                      <a:pt x="2213" y="488"/>
                    </a:cubicBezTo>
                    <a:cubicBezTo>
                      <a:pt x="2126" y="336"/>
                      <a:pt x="1979" y="309"/>
                      <a:pt x="1827" y="233"/>
                    </a:cubicBezTo>
                    <a:cubicBezTo>
                      <a:pt x="1657" y="150"/>
                      <a:pt x="1444" y="1"/>
                      <a:pt x="1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0"/>
              <p:cNvSpPr/>
              <p:nvPr/>
            </p:nvSpPr>
            <p:spPr>
              <a:xfrm>
                <a:off x="5627300" y="4181625"/>
                <a:ext cx="8900" cy="15975"/>
              </a:xfrm>
              <a:custGeom>
                <a:rect b="b" l="l" r="r" t="t"/>
                <a:pathLst>
                  <a:path extrusionOk="0" h="639" w="356">
                    <a:moveTo>
                      <a:pt x="253" y="0"/>
                    </a:moveTo>
                    <a:cubicBezTo>
                      <a:pt x="226" y="0"/>
                      <a:pt x="198" y="11"/>
                      <a:pt x="180" y="38"/>
                    </a:cubicBezTo>
                    <a:lnTo>
                      <a:pt x="180" y="43"/>
                    </a:lnTo>
                    <a:cubicBezTo>
                      <a:pt x="114" y="141"/>
                      <a:pt x="65" y="250"/>
                      <a:pt x="33" y="364"/>
                    </a:cubicBezTo>
                    <a:cubicBezTo>
                      <a:pt x="2" y="460"/>
                      <a:pt x="0" y="638"/>
                      <a:pt x="130" y="638"/>
                    </a:cubicBezTo>
                    <a:cubicBezTo>
                      <a:pt x="138" y="638"/>
                      <a:pt x="148" y="637"/>
                      <a:pt x="158" y="636"/>
                    </a:cubicBezTo>
                    <a:cubicBezTo>
                      <a:pt x="212" y="619"/>
                      <a:pt x="234" y="559"/>
                      <a:pt x="212" y="510"/>
                    </a:cubicBezTo>
                    <a:cubicBezTo>
                      <a:pt x="212" y="510"/>
                      <a:pt x="212" y="505"/>
                      <a:pt x="212" y="505"/>
                    </a:cubicBezTo>
                    <a:cubicBezTo>
                      <a:pt x="212" y="489"/>
                      <a:pt x="218" y="478"/>
                      <a:pt x="218" y="462"/>
                    </a:cubicBezTo>
                    <a:cubicBezTo>
                      <a:pt x="229" y="418"/>
                      <a:pt x="239" y="369"/>
                      <a:pt x="256" y="326"/>
                    </a:cubicBezTo>
                    <a:cubicBezTo>
                      <a:pt x="283" y="250"/>
                      <a:pt x="310" y="179"/>
                      <a:pt x="337" y="103"/>
                    </a:cubicBezTo>
                    <a:cubicBezTo>
                      <a:pt x="355" y="42"/>
                      <a:pt x="305" y="0"/>
                      <a:pt x="2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0"/>
              <p:cNvSpPr/>
              <p:nvPr/>
            </p:nvSpPr>
            <p:spPr>
              <a:xfrm>
                <a:off x="5637750" y="4185250"/>
                <a:ext cx="8175" cy="16225"/>
              </a:xfrm>
              <a:custGeom>
                <a:rect b="b" l="l" r="r" t="t"/>
                <a:pathLst>
                  <a:path extrusionOk="0" h="649" w="327">
                    <a:moveTo>
                      <a:pt x="185" y="0"/>
                    </a:moveTo>
                    <a:cubicBezTo>
                      <a:pt x="127" y="0"/>
                      <a:pt x="101" y="75"/>
                      <a:pt x="131" y="126"/>
                    </a:cubicBezTo>
                    <a:cubicBezTo>
                      <a:pt x="93" y="208"/>
                      <a:pt x="39" y="279"/>
                      <a:pt x="23" y="371"/>
                    </a:cubicBezTo>
                    <a:cubicBezTo>
                      <a:pt x="12" y="452"/>
                      <a:pt x="1" y="637"/>
                      <a:pt x="120" y="648"/>
                    </a:cubicBezTo>
                    <a:cubicBezTo>
                      <a:pt x="124" y="648"/>
                      <a:pt x="128" y="649"/>
                      <a:pt x="131" y="649"/>
                    </a:cubicBezTo>
                    <a:cubicBezTo>
                      <a:pt x="239" y="649"/>
                      <a:pt x="229" y="494"/>
                      <a:pt x="235" y="425"/>
                    </a:cubicBezTo>
                    <a:cubicBezTo>
                      <a:pt x="240" y="306"/>
                      <a:pt x="311" y="208"/>
                      <a:pt x="321" y="88"/>
                    </a:cubicBezTo>
                    <a:cubicBezTo>
                      <a:pt x="327" y="39"/>
                      <a:pt x="278" y="7"/>
                      <a:pt x="235" y="1"/>
                    </a:cubicBezTo>
                    <a:lnTo>
                      <a:pt x="196" y="1"/>
                    </a:lnTo>
                    <a:cubicBezTo>
                      <a:pt x="192" y="1"/>
                      <a:pt x="189"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0"/>
              <p:cNvSpPr/>
              <p:nvPr/>
            </p:nvSpPr>
            <p:spPr>
              <a:xfrm>
                <a:off x="5650675" y="4190575"/>
                <a:ext cx="8975" cy="12225"/>
              </a:xfrm>
              <a:custGeom>
                <a:rect b="b" l="l" r="r" t="t"/>
                <a:pathLst>
                  <a:path extrusionOk="0" h="489" w="359">
                    <a:moveTo>
                      <a:pt x="256" y="0"/>
                    </a:moveTo>
                    <a:cubicBezTo>
                      <a:pt x="207" y="0"/>
                      <a:pt x="169" y="38"/>
                      <a:pt x="169" y="87"/>
                    </a:cubicBezTo>
                    <a:cubicBezTo>
                      <a:pt x="174" y="147"/>
                      <a:pt x="120" y="201"/>
                      <a:pt x="93" y="256"/>
                    </a:cubicBezTo>
                    <a:cubicBezTo>
                      <a:pt x="60" y="299"/>
                      <a:pt x="33" y="343"/>
                      <a:pt x="11" y="392"/>
                    </a:cubicBezTo>
                    <a:cubicBezTo>
                      <a:pt x="0" y="419"/>
                      <a:pt x="11" y="446"/>
                      <a:pt x="27" y="462"/>
                    </a:cubicBezTo>
                    <a:cubicBezTo>
                      <a:pt x="51" y="480"/>
                      <a:pt x="75" y="488"/>
                      <a:pt x="99" y="488"/>
                    </a:cubicBezTo>
                    <a:cubicBezTo>
                      <a:pt x="166" y="488"/>
                      <a:pt x="227" y="424"/>
                      <a:pt x="256" y="359"/>
                    </a:cubicBezTo>
                    <a:cubicBezTo>
                      <a:pt x="288" y="272"/>
                      <a:pt x="359" y="185"/>
                      <a:pt x="348" y="87"/>
                    </a:cubicBezTo>
                    <a:cubicBezTo>
                      <a:pt x="343" y="38"/>
                      <a:pt x="305" y="0"/>
                      <a:pt x="2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0"/>
              <p:cNvSpPr/>
              <p:nvPr/>
            </p:nvSpPr>
            <p:spPr>
              <a:xfrm>
                <a:off x="5661550" y="4193350"/>
                <a:ext cx="5850" cy="11925"/>
              </a:xfrm>
              <a:custGeom>
                <a:rect b="b" l="l" r="r" t="t"/>
                <a:pathLst>
                  <a:path extrusionOk="0" h="477" w="234">
                    <a:moveTo>
                      <a:pt x="108" y="0"/>
                    </a:moveTo>
                    <a:cubicBezTo>
                      <a:pt x="43" y="0"/>
                      <a:pt x="0" y="80"/>
                      <a:pt x="49" y="134"/>
                    </a:cubicBezTo>
                    <a:cubicBezTo>
                      <a:pt x="33" y="167"/>
                      <a:pt x="22" y="205"/>
                      <a:pt x="11" y="237"/>
                    </a:cubicBezTo>
                    <a:cubicBezTo>
                      <a:pt x="0" y="297"/>
                      <a:pt x="5" y="351"/>
                      <a:pt x="22" y="411"/>
                    </a:cubicBezTo>
                    <a:cubicBezTo>
                      <a:pt x="35" y="455"/>
                      <a:pt x="72" y="476"/>
                      <a:pt x="109" y="476"/>
                    </a:cubicBezTo>
                    <a:cubicBezTo>
                      <a:pt x="145" y="476"/>
                      <a:pt x="182" y="455"/>
                      <a:pt x="196" y="411"/>
                    </a:cubicBezTo>
                    <a:cubicBezTo>
                      <a:pt x="201" y="357"/>
                      <a:pt x="207" y="302"/>
                      <a:pt x="212" y="248"/>
                    </a:cubicBezTo>
                    <a:cubicBezTo>
                      <a:pt x="223" y="199"/>
                      <a:pt x="228" y="150"/>
                      <a:pt x="228" y="101"/>
                    </a:cubicBezTo>
                    <a:lnTo>
                      <a:pt x="234" y="101"/>
                    </a:lnTo>
                    <a:cubicBezTo>
                      <a:pt x="228" y="58"/>
                      <a:pt x="201" y="25"/>
                      <a:pt x="163" y="14"/>
                    </a:cubicBezTo>
                    <a:cubicBezTo>
                      <a:pt x="152" y="9"/>
                      <a:pt x="141" y="9"/>
                      <a:pt x="131" y="3"/>
                    </a:cubicBezTo>
                    <a:cubicBezTo>
                      <a:pt x="123" y="1"/>
                      <a:pt x="115"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0"/>
              <p:cNvSpPr/>
              <p:nvPr/>
            </p:nvSpPr>
            <p:spPr>
              <a:xfrm>
                <a:off x="5714175" y="4192875"/>
                <a:ext cx="5550" cy="13150"/>
              </a:xfrm>
              <a:custGeom>
                <a:rect b="b" l="l" r="r" t="t"/>
                <a:pathLst>
                  <a:path extrusionOk="0" h="526" w="222">
                    <a:moveTo>
                      <a:pt x="137" y="1"/>
                    </a:moveTo>
                    <a:cubicBezTo>
                      <a:pt x="103" y="1"/>
                      <a:pt x="69" y="22"/>
                      <a:pt x="69" y="66"/>
                    </a:cubicBezTo>
                    <a:cubicBezTo>
                      <a:pt x="58" y="186"/>
                      <a:pt x="37" y="300"/>
                      <a:pt x="20" y="414"/>
                    </a:cubicBezTo>
                    <a:cubicBezTo>
                      <a:pt x="1" y="482"/>
                      <a:pt x="54" y="525"/>
                      <a:pt x="106" y="525"/>
                    </a:cubicBezTo>
                    <a:cubicBezTo>
                      <a:pt x="141" y="525"/>
                      <a:pt x="176" y="506"/>
                      <a:pt x="189" y="463"/>
                    </a:cubicBezTo>
                    <a:cubicBezTo>
                      <a:pt x="205" y="403"/>
                      <a:pt x="222" y="343"/>
                      <a:pt x="222" y="278"/>
                    </a:cubicBezTo>
                    <a:cubicBezTo>
                      <a:pt x="222" y="213"/>
                      <a:pt x="205" y="137"/>
                      <a:pt x="200" y="66"/>
                    </a:cubicBezTo>
                    <a:lnTo>
                      <a:pt x="205" y="66"/>
                    </a:lnTo>
                    <a:cubicBezTo>
                      <a:pt x="205" y="22"/>
                      <a:pt x="171"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0"/>
              <p:cNvSpPr/>
              <p:nvPr/>
            </p:nvSpPr>
            <p:spPr>
              <a:xfrm>
                <a:off x="5723775" y="4193500"/>
                <a:ext cx="7100" cy="10525"/>
              </a:xfrm>
              <a:custGeom>
                <a:rect b="b" l="l" r="r" t="t"/>
                <a:pathLst>
                  <a:path extrusionOk="0" h="421" w="284">
                    <a:moveTo>
                      <a:pt x="196" y="1"/>
                    </a:moveTo>
                    <a:cubicBezTo>
                      <a:pt x="157" y="1"/>
                      <a:pt x="116" y="35"/>
                      <a:pt x="109" y="79"/>
                    </a:cubicBezTo>
                    <a:cubicBezTo>
                      <a:pt x="109" y="72"/>
                      <a:pt x="109" y="70"/>
                      <a:pt x="108" y="70"/>
                    </a:cubicBezTo>
                    <a:cubicBezTo>
                      <a:pt x="107" y="70"/>
                      <a:pt x="104" y="82"/>
                      <a:pt x="104" y="90"/>
                    </a:cubicBezTo>
                    <a:cubicBezTo>
                      <a:pt x="98" y="95"/>
                      <a:pt x="93" y="106"/>
                      <a:pt x="88" y="117"/>
                    </a:cubicBezTo>
                    <a:cubicBezTo>
                      <a:pt x="77" y="139"/>
                      <a:pt x="60" y="155"/>
                      <a:pt x="50" y="177"/>
                    </a:cubicBezTo>
                    <a:cubicBezTo>
                      <a:pt x="12" y="226"/>
                      <a:pt x="1" y="286"/>
                      <a:pt x="12" y="345"/>
                    </a:cubicBezTo>
                    <a:cubicBezTo>
                      <a:pt x="26" y="393"/>
                      <a:pt x="75" y="421"/>
                      <a:pt x="122" y="421"/>
                    </a:cubicBezTo>
                    <a:cubicBezTo>
                      <a:pt x="164" y="421"/>
                      <a:pt x="205" y="397"/>
                      <a:pt x="213" y="345"/>
                    </a:cubicBezTo>
                    <a:cubicBezTo>
                      <a:pt x="213" y="329"/>
                      <a:pt x="218" y="313"/>
                      <a:pt x="224" y="291"/>
                    </a:cubicBezTo>
                    <a:cubicBezTo>
                      <a:pt x="234" y="264"/>
                      <a:pt x="245" y="237"/>
                      <a:pt x="262" y="209"/>
                    </a:cubicBezTo>
                    <a:cubicBezTo>
                      <a:pt x="283" y="155"/>
                      <a:pt x="283" y="90"/>
                      <a:pt x="256" y="41"/>
                    </a:cubicBezTo>
                    <a:cubicBezTo>
                      <a:pt x="242" y="13"/>
                      <a:pt x="220"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0"/>
              <p:cNvSpPr/>
              <p:nvPr/>
            </p:nvSpPr>
            <p:spPr>
              <a:xfrm>
                <a:off x="5734100" y="4193950"/>
                <a:ext cx="9075" cy="12275"/>
              </a:xfrm>
              <a:custGeom>
                <a:rect b="b" l="l" r="r" t="t"/>
                <a:pathLst>
                  <a:path extrusionOk="0" h="491" w="363">
                    <a:moveTo>
                      <a:pt x="188" y="1"/>
                    </a:moveTo>
                    <a:cubicBezTo>
                      <a:pt x="183" y="1"/>
                      <a:pt x="179" y="1"/>
                      <a:pt x="175" y="1"/>
                    </a:cubicBezTo>
                    <a:lnTo>
                      <a:pt x="169" y="1"/>
                    </a:lnTo>
                    <a:cubicBezTo>
                      <a:pt x="104" y="1"/>
                      <a:pt x="55" y="72"/>
                      <a:pt x="82" y="137"/>
                    </a:cubicBezTo>
                    <a:lnTo>
                      <a:pt x="77" y="148"/>
                    </a:lnTo>
                    <a:cubicBezTo>
                      <a:pt x="44" y="186"/>
                      <a:pt x="28" y="235"/>
                      <a:pt x="17" y="284"/>
                    </a:cubicBezTo>
                    <a:cubicBezTo>
                      <a:pt x="12" y="338"/>
                      <a:pt x="1" y="420"/>
                      <a:pt x="44" y="463"/>
                    </a:cubicBezTo>
                    <a:cubicBezTo>
                      <a:pt x="60" y="481"/>
                      <a:pt x="82" y="490"/>
                      <a:pt x="103" y="490"/>
                    </a:cubicBezTo>
                    <a:cubicBezTo>
                      <a:pt x="134" y="490"/>
                      <a:pt x="164" y="473"/>
                      <a:pt x="180" y="441"/>
                    </a:cubicBezTo>
                    <a:cubicBezTo>
                      <a:pt x="207" y="393"/>
                      <a:pt x="224" y="344"/>
                      <a:pt x="240" y="289"/>
                    </a:cubicBezTo>
                    <a:lnTo>
                      <a:pt x="262" y="262"/>
                    </a:lnTo>
                    <a:cubicBezTo>
                      <a:pt x="273" y="246"/>
                      <a:pt x="278" y="235"/>
                      <a:pt x="289" y="219"/>
                    </a:cubicBezTo>
                    <a:cubicBezTo>
                      <a:pt x="362" y="130"/>
                      <a:pt x="294" y="1"/>
                      <a:pt x="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120"/>
            <p:cNvGrpSpPr/>
            <p:nvPr/>
          </p:nvGrpSpPr>
          <p:grpSpPr>
            <a:xfrm>
              <a:off x="6665044" y="2859968"/>
              <a:ext cx="189917" cy="274312"/>
              <a:chOff x="3927925" y="3930375"/>
              <a:chExt cx="160525" cy="237850"/>
            </a:xfrm>
          </p:grpSpPr>
          <p:sp>
            <p:nvSpPr>
              <p:cNvPr id="5417" name="Google Shape;5417;p120"/>
              <p:cNvSpPr/>
              <p:nvPr/>
            </p:nvSpPr>
            <p:spPr>
              <a:xfrm>
                <a:off x="3967200" y="3959525"/>
                <a:ext cx="81150" cy="94200"/>
              </a:xfrm>
              <a:custGeom>
                <a:rect b="b" l="l" r="r" t="t"/>
                <a:pathLst>
                  <a:path extrusionOk="0" h="3768" w="3246">
                    <a:moveTo>
                      <a:pt x="1446" y="170"/>
                    </a:moveTo>
                    <a:cubicBezTo>
                      <a:pt x="1474" y="192"/>
                      <a:pt x="1495" y="213"/>
                      <a:pt x="1517" y="235"/>
                    </a:cubicBezTo>
                    <a:cubicBezTo>
                      <a:pt x="1566" y="284"/>
                      <a:pt x="1615" y="344"/>
                      <a:pt x="1664" y="398"/>
                    </a:cubicBezTo>
                    <a:cubicBezTo>
                      <a:pt x="1691" y="420"/>
                      <a:pt x="1718" y="447"/>
                      <a:pt x="1740" y="480"/>
                    </a:cubicBezTo>
                    <a:cubicBezTo>
                      <a:pt x="1756" y="502"/>
                      <a:pt x="1767" y="529"/>
                      <a:pt x="1789" y="550"/>
                    </a:cubicBezTo>
                    <a:cubicBezTo>
                      <a:pt x="1811" y="572"/>
                      <a:pt x="1827" y="588"/>
                      <a:pt x="1843" y="616"/>
                    </a:cubicBezTo>
                    <a:cubicBezTo>
                      <a:pt x="1854" y="637"/>
                      <a:pt x="1849" y="670"/>
                      <a:pt x="1860" y="697"/>
                    </a:cubicBezTo>
                    <a:cubicBezTo>
                      <a:pt x="1887" y="752"/>
                      <a:pt x="1930" y="795"/>
                      <a:pt x="1952" y="849"/>
                    </a:cubicBezTo>
                    <a:cubicBezTo>
                      <a:pt x="1985" y="915"/>
                      <a:pt x="1985" y="985"/>
                      <a:pt x="2028" y="1045"/>
                    </a:cubicBezTo>
                    <a:cubicBezTo>
                      <a:pt x="2070" y="1111"/>
                      <a:pt x="2123" y="1132"/>
                      <a:pt x="2179" y="1132"/>
                    </a:cubicBezTo>
                    <a:cubicBezTo>
                      <a:pt x="2239" y="1132"/>
                      <a:pt x="2303" y="1108"/>
                      <a:pt x="2365" y="1089"/>
                    </a:cubicBezTo>
                    <a:cubicBezTo>
                      <a:pt x="2441" y="1067"/>
                      <a:pt x="2517" y="1051"/>
                      <a:pt x="2599" y="1045"/>
                    </a:cubicBezTo>
                    <a:cubicBezTo>
                      <a:pt x="2680" y="1045"/>
                      <a:pt x="2762" y="1078"/>
                      <a:pt x="2843" y="1083"/>
                    </a:cubicBezTo>
                    <a:cubicBezTo>
                      <a:pt x="2882" y="1083"/>
                      <a:pt x="2947" y="1072"/>
                      <a:pt x="2990" y="1072"/>
                    </a:cubicBezTo>
                    <a:cubicBezTo>
                      <a:pt x="2985" y="1083"/>
                      <a:pt x="2985" y="1094"/>
                      <a:pt x="2985" y="1105"/>
                    </a:cubicBezTo>
                    <a:cubicBezTo>
                      <a:pt x="2979" y="1127"/>
                      <a:pt x="2968" y="1148"/>
                      <a:pt x="2958" y="1170"/>
                    </a:cubicBezTo>
                    <a:cubicBezTo>
                      <a:pt x="2936" y="1208"/>
                      <a:pt x="2914" y="1241"/>
                      <a:pt x="2892" y="1279"/>
                    </a:cubicBezTo>
                    <a:cubicBezTo>
                      <a:pt x="2854" y="1344"/>
                      <a:pt x="2827" y="1426"/>
                      <a:pt x="2784" y="1496"/>
                    </a:cubicBezTo>
                    <a:cubicBezTo>
                      <a:pt x="2740" y="1561"/>
                      <a:pt x="2691" y="1632"/>
                      <a:pt x="2642" y="1697"/>
                    </a:cubicBezTo>
                    <a:cubicBezTo>
                      <a:pt x="2599" y="1768"/>
                      <a:pt x="2534" y="1817"/>
                      <a:pt x="2490" y="1888"/>
                    </a:cubicBezTo>
                    <a:cubicBezTo>
                      <a:pt x="2463" y="1937"/>
                      <a:pt x="2441" y="1996"/>
                      <a:pt x="2430" y="2056"/>
                    </a:cubicBezTo>
                    <a:cubicBezTo>
                      <a:pt x="2414" y="2116"/>
                      <a:pt x="2458" y="2176"/>
                      <a:pt x="2517" y="2176"/>
                    </a:cubicBezTo>
                    <a:lnTo>
                      <a:pt x="2517" y="2170"/>
                    </a:lnTo>
                    <a:cubicBezTo>
                      <a:pt x="2528" y="2197"/>
                      <a:pt x="2544" y="2225"/>
                      <a:pt x="2561" y="2246"/>
                    </a:cubicBezTo>
                    <a:cubicBezTo>
                      <a:pt x="2604" y="2339"/>
                      <a:pt x="2637" y="2437"/>
                      <a:pt x="2664" y="2540"/>
                    </a:cubicBezTo>
                    <a:cubicBezTo>
                      <a:pt x="2708" y="2649"/>
                      <a:pt x="2740" y="2763"/>
                      <a:pt x="2762" y="2882"/>
                    </a:cubicBezTo>
                    <a:cubicBezTo>
                      <a:pt x="2767" y="2942"/>
                      <a:pt x="2767" y="3002"/>
                      <a:pt x="2767" y="3062"/>
                    </a:cubicBezTo>
                    <a:lnTo>
                      <a:pt x="2713" y="3035"/>
                    </a:lnTo>
                    <a:cubicBezTo>
                      <a:pt x="2637" y="3002"/>
                      <a:pt x="2561" y="2964"/>
                      <a:pt x="2490" y="2926"/>
                    </a:cubicBezTo>
                    <a:cubicBezTo>
                      <a:pt x="2403" y="2872"/>
                      <a:pt x="2311" y="2823"/>
                      <a:pt x="2229" y="2768"/>
                    </a:cubicBezTo>
                    <a:cubicBezTo>
                      <a:pt x="2186" y="2741"/>
                      <a:pt x="2148" y="2714"/>
                      <a:pt x="2104" y="2692"/>
                    </a:cubicBezTo>
                    <a:cubicBezTo>
                      <a:pt x="2066" y="2670"/>
                      <a:pt x="2001" y="2654"/>
                      <a:pt x="1974" y="2616"/>
                    </a:cubicBezTo>
                    <a:cubicBezTo>
                      <a:pt x="1958" y="2588"/>
                      <a:pt x="1927" y="2572"/>
                      <a:pt x="1894" y="2572"/>
                    </a:cubicBezTo>
                    <a:cubicBezTo>
                      <a:pt x="1870" y="2572"/>
                      <a:pt x="1846" y="2581"/>
                      <a:pt x="1827" y="2600"/>
                    </a:cubicBezTo>
                    <a:cubicBezTo>
                      <a:pt x="1669" y="2719"/>
                      <a:pt x="1631" y="2920"/>
                      <a:pt x="1517" y="3073"/>
                    </a:cubicBezTo>
                    <a:cubicBezTo>
                      <a:pt x="1457" y="3154"/>
                      <a:pt x="1408" y="3241"/>
                      <a:pt x="1354" y="3323"/>
                    </a:cubicBezTo>
                    <a:cubicBezTo>
                      <a:pt x="1332" y="3361"/>
                      <a:pt x="1300" y="3393"/>
                      <a:pt x="1278" y="3426"/>
                    </a:cubicBezTo>
                    <a:cubicBezTo>
                      <a:pt x="1262" y="3448"/>
                      <a:pt x="1245" y="3469"/>
                      <a:pt x="1234" y="3491"/>
                    </a:cubicBezTo>
                    <a:cubicBezTo>
                      <a:pt x="1229" y="3491"/>
                      <a:pt x="1229" y="3497"/>
                      <a:pt x="1224" y="3502"/>
                    </a:cubicBezTo>
                    <a:cubicBezTo>
                      <a:pt x="1218" y="3491"/>
                      <a:pt x="1213" y="3475"/>
                      <a:pt x="1213" y="3464"/>
                    </a:cubicBezTo>
                    <a:cubicBezTo>
                      <a:pt x="1207" y="3421"/>
                      <a:pt x="1213" y="3377"/>
                      <a:pt x="1202" y="3334"/>
                    </a:cubicBezTo>
                    <a:cubicBezTo>
                      <a:pt x="1191" y="3214"/>
                      <a:pt x="1164" y="3100"/>
                      <a:pt x="1142" y="2980"/>
                    </a:cubicBezTo>
                    <a:cubicBezTo>
                      <a:pt x="1099" y="2779"/>
                      <a:pt x="1061" y="2524"/>
                      <a:pt x="1147" y="2328"/>
                    </a:cubicBezTo>
                    <a:cubicBezTo>
                      <a:pt x="1229" y="2149"/>
                      <a:pt x="1071" y="2045"/>
                      <a:pt x="925" y="2002"/>
                    </a:cubicBezTo>
                    <a:cubicBezTo>
                      <a:pt x="854" y="1980"/>
                      <a:pt x="800" y="1953"/>
                      <a:pt x="734" y="1931"/>
                    </a:cubicBezTo>
                    <a:cubicBezTo>
                      <a:pt x="653" y="1899"/>
                      <a:pt x="582" y="1860"/>
                      <a:pt x="506" y="1812"/>
                    </a:cubicBezTo>
                    <a:cubicBezTo>
                      <a:pt x="441" y="1779"/>
                      <a:pt x="316" y="1708"/>
                      <a:pt x="289" y="1632"/>
                    </a:cubicBezTo>
                    <a:cubicBezTo>
                      <a:pt x="261" y="1551"/>
                      <a:pt x="392" y="1491"/>
                      <a:pt x="452" y="1464"/>
                    </a:cubicBezTo>
                    <a:cubicBezTo>
                      <a:pt x="544" y="1431"/>
                      <a:pt x="647" y="1447"/>
                      <a:pt x="740" y="1420"/>
                    </a:cubicBezTo>
                    <a:cubicBezTo>
                      <a:pt x="849" y="1388"/>
                      <a:pt x="946" y="1333"/>
                      <a:pt x="1044" y="1295"/>
                    </a:cubicBezTo>
                    <a:cubicBezTo>
                      <a:pt x="1131" y="1268"/>
                      <a:pt x="1207" y="1235"/>
                      <a:pt x="1229" y="1138"/>
                    </a:cubicBezTo>
                    <a:cubicBezTo>
                      <a:pt x="1245" y="1040"/>
                      <a:pt x="1245" y="942"/>
                      <a:pt x="1251" y="849"/>
                    </a:cubicBezTo>
                    <a:cubicBezTo>
                      <a:pt x="1278" y="719"/>
                      <a:pt x="1311" y="594"/>
                      <a:pt x="1349" y="469"/>
                    </a:cubicBezTo>
                    <a:cubicBezTo>
                      <a:pt x="1365" y="404"/>
                      <a:pt x="1387" y="338"/>
                      <a:pt x="1408" y="279"/>
                    </a:cubicBezTo>
                    <a:cubicBezTo>
                      <a:pt x="1419" y="241"/>
                      <a:pt x="1436" y="208"/>
                      <a:pt x="1446" y="170"/>
                    </a:cubicBezTo>
                    <a:close/>
                    <a:moveTo>
                      <a:pt x="1395" y="1"/>
                    </a:moveTo>
                    <a:cubicBezTo>
                      <a:pt x="1365" y="1"/>
                      <a:pt x="1338" y="26"/>
                      <a:pt x="1338" y="56"/>
                    </a:cubicBezTo>
                    <a:cubicBezTo>
                      <a:pt x="1321" y="110"/>
                      <a:pt x="1283" y="159"/>
                      <a:pt x="1262" y="213"/>
                    </a:cubicBezTo>
                    <a:cubicBezTo>
                      <a:pt x="1240" y="268"/>
                      <a:pt x="1213" y="338"/>
                      <a:pt x="1191" y="398"/>
                    </a:cubicBezTo>
                    <a:cubicBezTo>
                      <a:pt x="1142" y="523"/>
                      <a:pt x="1099" y="643"/>
                      <a:pt x="1066" y="768"/>
                    </a:cubicBezTo>
                    <a:cubicBezTo>
                      <a:pt x="1055" y="817"/>
                      <a:pt x="1055" y="871"/>
                      <a:pt x="1050" y="920"/>
                    </a:cubicBezTo>
                    <a:cubicBezTo>
                      <a:pt x="1033" y="964"/>
                      <a:pt x="1028" y="1007"/>
                      <a:pt x="1028" y="1056"/>
                    </a:cubicBezTo>
                    <a:cubicBezTo>
                      <a:pt x="1028" y="1061"/>
                      <a:pt x="1028" y="1067"/>
                      <a:pt x="1028" y="1072"/>
                    </a:cubicBezTo>
                    <a:cubicBezTo>
                      <a:pt x="1012" y="1083"/>
                      <a:pt x="990" y="1089"/>
                      <a:pt x="974" y="1089"/>
                    </a:cubicBezTo>
                    <a:cubicBezTo>
                      <a:pt x="908" y="1110"/>
                      <a:pt x="849" y="1138"/>
                      <a:pt x="789" y="1165"/>
                    </a:cubicBezTo>
                    <a:cubicBezTo>
                      <a:pt x="685" y="1203"/>
                      <a:pt x="577" y="1224"/>
                      <a:pt x="468" y="1235"/>
                    </a:cubicBezTo>
                    <a:cubicBezTo>
                      <a:pt x="365" y="1257"/>
                      <a:pt x="267" y="1306"/>
                      <a:pt x="180" y="1377"/>
                    </a:cubicBezTo>
                    <a:cubicBezTo>
                      <a:pt x="1" y="1523"/>
                      <a:pt x="71" y="1714"/>
                      <a:pt x="223" y="1850"/>
                    </a:cubicBezTo>
                    <a:cubicBezTo>
                      <a:pt x="305" y="1915"/>
                      <a:pt x="392" y="1975"/>
                      <a:pt x="484" y="2029"/>
                    </a:cubicBezTo>
                    <a:cubicBezTo>
                      <a:pt x="522" y="2051"/>
                      <a:pt x="555" y="2083"/>
                      <a:pt x="593" y="2111"/>
                    </a:cubicBezTo>
                    <a:cubicBezTo>
                      <a:pt x="631" y="2132"/>
                      <a:pt x="675" y="2149"/>
                      <a:pt x="718" y="2159"/>
                    </a:cubicBezTo>
                    <a:cubicBezTo>
                      <a:pt x="778" y="2192"/>
                      <a:pt x="843" y="2219"/>
                      <a:pt x="914" y="2241"/>
                    </a:cubicBezTo>
                    <a:cubicBezTo>
                      <a:pt x="908" y="2252"/>
                      <a:pt x="903" y="2263"/>
                      <a:pt x="903" y="2274"/>
                    </a:cubicBezTo>
                    <a:cubicBezTo>
                      <a:pt x="881" y="2333"/>
                      <a:pt x="870" y="2399"/>
                      <a:pt x="865" y="2458"/>
                    </a:cubicBezTo>
                    <a:cubicBezTo>
                      <a:pt x="838" y="2725"/>
                      <a:pt x="897" y="2964"/>
                      <a:pt x="941" y="3219"/>
                    </a:cubicBezTo>
                    <a:cubicBezTo>
                      <a:pt x="968" y="3388"/>
                      <a:pt x="935" y="3649"/>
                      <a:pt x="1109" y="3747"/>
                    </a:cubicBezTo>
                    <a:cubicBezTo>
                      <a:pt x="1136" y="3762"/>
                      <a:pt x="1162" y="3768"/>
                      <a:pt x="1187" y="3768"/>
                    </a:cubicBezTo>
                    <a:cubicBezTo>
                      <a:pt x="1262" y="3768"/>
                      <a:pt x="1324" y="3709"/>
                      <a:pt x="1365" y="3643"/>
                    </a:cubicBezTo>
                    <a:cubicBezTo>
                      <a:pt x="1419" y="3551"/>
                      <a:pt x="1495" y="3459"/>
                      <a:pt x="1555" y="3361"/>
                    </a:cubicBezTo>
                    <a:cubicBezTo>
                      <a:pt x="1615" y="3252"/>
                      <a:pt x="1697" y="3154"/>
                      <a:pt x="1756" y="3045"/>
                    </a:cubicBezTo>
                    <a:cubicBezTo>
                      <a:pt x="1800" y="2958"/>
                      <a:pt x="1843" y="2872"/>
                      <a:pt x="1898" y="2795"/>
                    </a:cubicBezTo>
                    <a:cubicBezTo>
                      <a:pt x="1952" y="2839"/>
                      <a:pt x="2017" y="2877"/>
                      <a:pt x="2077" y="2920"/>
                    </a:cubicBezTo>
                    <a:cubicBezTo>
                      <a:pt x="2191" y="3007"/>
                      <a:pt x="2311" y="3084"/>
                      <a:pt x="2436" y="3149"/>
                    </a:cubicBezTo>
                    <a:cubicBezTo>
                      <a:pt x="2536" y="3201"/>
                      <a:pt x="2717" y="3334"/>
                      <a:pt x="2863" y="3334"/>
                    </a:cubicBezTo>
                    <a:cubicBezTo>
                      <a:pt x="2899" y="3334"/>
                      <a:pt x="2933" y="3326"/>
                      <a:pt x="2963" y="3306"/>
                    </a:cubicBezTo>
                    <a:cubicBezTo>
                      <a:pt x="3007" y="3274"/>
                      <a:pt x="3028" y="3219"/>
                      <a:pt x="3017" y="3170"/>
                    </a:cubicBezTo>
                    <a:cubicBezTo>
                      <a:pt x="2990" y="3056"/>
                      <a:pt x="3017" y="2937"/>
                      <a:pt x="2996" y="2828"/>
                    </a:cubicBezTo>
                    <a:cubicBezTo>
                      <a:pt x="2968" y="2708"/>
                      <a:pt x="2930" y="2589"/>
                      <a:pt x="2882" y="2480"/>
                    </a:cubicBezTo>
                    <a:cubicBezTo>
                      <a:pt x="2843" y="2388"/>
                      <a:pt x="2822" y="2295"/>
                      <a:pt x="2778" y="2208"/>
                    </a:cubicBezTo>
                    <a:cubicBezTo>
                      <a:pt x="2746" y="2149"/>
                      <a:pt x="2702" y="2100"/>
                      <a:pt x="2659" y="2051"/>
                    </a:cubicBezTo>
                    <a:cubicBezTo>
                      <a:pt x="2664" y="2029"/>
                      <a:pt x="2675" y="2013"/>
                      <a:pt x="2686" y="1991"/>
                    </a:cubicBezTo>
                    <a:cubicBezTo>
                      <a:pt x="2729" y="1926"/>
                      <a:pt x="2789" y="1866"/>
                      <a:pt x="2833" y="1801"/>
                    </a:cubicBezTo>
                    <a:lnTo>
                      <a:pt x="2833" y="1801"/>
                    </a:lnTo>
                    <a:lnTo>
                      <a:pt x="2827" y="1806"/>
                    </a:lnTo>
                    <a:cubicBezTo>
                      <a:pt x="2882" y="1725"/>
                      <a:pt x="2936" y="1648"/>
                      <a:pt x="2979" y="1567"/>
                    </a:cubicBezTo>
                    <a:cubicBezTo>
                      <a:pt x="3017" y="1496"/>
                      <a:pt x="3039" y="1415"/>
                      <a:pt x="3077" y="1344"/>
                    </a:cubicBezTo>
                    <a:cubicBezTo>
                      <a:pt x="3126" y="1241"/>
                      <a:pt x="3246" y="1040"/>
                      <a:pt x="3142" y="936"/>
                    </a:cubicBezTo>
                    <a:cubicBezTo>
                      <a:pt x="3104" y="908"/>
                      <a:pt x="3058" y="892"/>
                      <a:pt x="3011" y="892"/>
                    </a:cubicBezTo>
                    <a:cubicBezTo>
                      <a:pt x="3004" y="892"/>
                      <a:pt x="2997" y="892"/>
                      <a:pt x="2990" y="893"/>
                    </a:cubicBezTo>
                    <a:cubicBezTo>
                      <a:pt x="2977" y="894"/>
                      <a:pt x="2963" y="894"/>
                      <a:pt x="2950" y="894"/>
                    </a:cubicBezTo>
                    <a:cubicBezTo>
                      <a:pt x="2887" y="894"/>
                      <a:pt x="2825" y="885"/>
                      <a:pt x="2762" y="871"/>
                    </a:cubicBezTo>
                    <a:cubicBezTo>
                      <a:pt x="2690" y="855"/>
                      <a:pt x="2617" y="847"/>
                      <a:pt x="2545" y="847"/>
                    </a:cubicBezTo>
                    <a:cubicBezTo>
                      <a:pt x="2447" y="847"/>
                      <a:pt x="2350" y="862"/>
                      <a:pt x="2256" y="893"/>
                    </a:cubicBezTo>
                    <a:lnTo>
                      <a:pt x="2213" y="909"/>
                    </a:lnTo>
                    <a:cubicBezTo>
                      <a:pt x="2201" y="914"/>
                      <a:pt x="2193" y="917"/>
                      <a:pt x="2189" y="917"/>
                    </a:cubicBezTo>
                    <a:cubicBezTo>
                      <a:pt x="2185" y="917"/>
                      <a:pt x="2188" y="913"/>
                      <a:pt x="2197" y="904"/>
                    </a:cubicBezTo>
                    <a:cubicBezTo>
                      <a:pt x="2169" y="882"/>
                      <a:pt x="2164" y="800"/>
                      <a:pt x="2148" y="768"/>
                    </a:cubicBezTo>
                    <a:cubicBezTo>
                      <a:pt x="2110" y="703"/>
                      <a:pt x="2072" y="637"/>
                      <a:pt x="2039" y="567"/>
                    </a:cubicBezTo>
                    <a:cubicBezTo>
                      <a:pt x="2012" y="507"/>
                      <a:pt x="1974" y="453"/>
                      <a:pt x="1925" y="398"/>
                    </a:cubicBezTo>
                    <a:cubicBezTo>
                      <a:pt x="1909" y="366"/>
                      <a:pt x="1887" y="333"/>
                      <a:pt x="1865" y="300"/>
                    </a:cubicBezTo>
                    <a:cubicBezTo>
                      <a:pt x="1843" y="284"/>
                      <a:pt x="1822" y="273"/>
                      <a:pt x="1794" y="257"/>
                    </a:cubicBezTo>
                    <a:cubicBezTo>
                      <a:pt x="1745" y="219"/>
                      <a:pt x="1702" y="159"/>
                      <a:pt x="1642" y="121"/>
                    </a:cubicBezTo>
                    <a:cubicBezTo>
                      <a:pt x="1588" y="88"/>
                      <a:pt x="1533" y="61"/>
                      <a:pt x="1468" y="39"/>
                    </a:cubicBezTo>
                    <a:cubicBezTo>
                      <a:pt x="1457" y="18"/>
                      <a:pt x="1430" y="1"/>
                      <a:pt x="1403" y="1"/>
                    </a:cubicBezTo>
                    <a:cubicBezTo>
                      <a:pt x="1400" y="1"/>
                      <a:pt x="1397" y="1"/>
                      <a:pt x="1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0"/>
              <p:cNvSpPr/>
              <p:nvPr/>
            </p:nvSpPr>
            <p:spPr>
              <a:xfrm>
                <a:off x="3956050" y="3949800"/>
                <a:ext cx="106575" cy="117575"/>
              </a:xfrm>
              <a:custGeom>
                <a:rect b="b" l="l" r="r" t="t"/>
                <a:pathLst>
                  <a:path extrusionOk="0" h="4703" w="4263">
                    <a:moveTo>
                      <a:pt x="2182" y="1"/>
                    </a:moveTo>
                    <a:cubicBezTo>
                      <a:pt x="2117" y="1"/>
                      <a:pt x="2052" y="4"/>
                      <a:pt x="1985" y="10"/>
                    </a:cubicBezTo>
                    <a:cubicBezTo>
                      <a:pt x="1871" y="10"/>
                      <a:pt x="1751" y="15"/>
                      <a:pt x="1637" y="32"/>
                    </a:cubicBezTo>
                    <a:cubicBezTo>
                      <a:pt x="1534" y="43"/>
                      <a:pt x="1430" y="59"/>
                      <a:pt x="1327" y="81"/>
                    </a:cubicBezTo>
                    <a:cubicBezTo>
                      <a:pt x="1229" y="102"/>
                      <a:pt x="1191" y="173"/>
                      <a:pt x="1121" y="227"/>
                    </a:cubicBezTo>
                    <a:cubicBezTo>
                      <a:pt x="1055" y="260"/>
                      <a:pt x="990" y="298"/>
                      <a:pt x="930" y="341"/>
                    </a:cubicBezTo>
                    <a:cubicBezTo>
                      <a:pt x="794" y="434"/>
                      <a:pt x="680" y="515"/>
                      <a:pt x="604" y="668"/>
                    </a:cubicBezTo>
                    <a:cubicBezTo>
                      <a:pt x="572" y="733"/>
                      <a:pt x="523" y="787"/>
                      <a:pt x="490" y="858"/>
                    </a:cubicBezTo>
                    <a:cubicBezTo>
                      <a:pt x="457" y="939"/>
                      <a:pt x="452" y="1026"/>
                      <a:pt x="387" y="1097"/>
                    </a:cubicBezTo>
                    <a:cubicBezTo>
                      <a:pt x="283" y="1206"/>
                      <a:pt x="158" y="1271"/>
                      <a:pt x="99" y="1418"/>
                    </a:cubicBezTo>
                    <a:cubicBezTo>
                      <a:pt x="44" y="1565"/>
                      <a:pt x="17" y="1722"/>
                      <a:pt x="17" y="1874"/>
                    </a:cubicBezTo>
                    <a:cubicBezTo>
                      <a:pt x="12" y="2081"/>
                      <a:pt x="1" y="2288"/>
                      <a:pt x="17" y="2494"/>
                    </a:cubicBezTo>
                    <a:cubicBezTo>
                      <a:pt x="17" y="2559"/>
                      <a:pt x="28" y="2619"/>
                      <a:pt x="55" y="2673"/>
                    </a:cubicBezTo>
                    <a:cubicBezTo>
                      <a:pt x="71" y="2717"/>
                      <a:pt x="104" y="2750"/>
                      <a:pt x="120" y="2788"/>
                    </a:cubicBezTo>
                    <a:cubicBezTo>
                      <a:pt x="131" y="2826"/>
                      <a:pt x="137" y="2864"/>
                      <a:pt x="142" y="2902"/>
                    </a:cubicBezTo>
                    <a:cubicBezTo>
                      <a:pt x="148" y="2983"/>
                      <a:pt x="153" y="3059"/>
                      <a:pt x="164" y="3135"/>
                    </a:cubicBezTo>
                    <a:cubicBezTo>
                      <a:pt x="169" y="3212"/>
                      <a:pt x="191" y="3282"/>
                      <a:pt x="229" y="3347"/>
                    </a:cubicBezTo>
                    <a:cubicBezTo>
                      <a:pt x="236" y="3354"/>
                      <a:pt x="247" y="3359"/>
                      <a:pt x="258" y="3359"/>
                    </a:cubicBezTo>
                    <a:cubicBezTo>
                      <a:pt x="265" y="3359"/>
                      <a:pt x="272" y="3357"/>
                      <a:pt x="278" y="3353"/>
                    </a:cubicBezTo>
                    <a:lnTo>
                      <a:pt x="278" y="3413"/>
                    </a:lnTo>
                    <a:cubicBezTo>
                      <a:pt x="283" y="3473"/>
                      <a:pt x="294" y="3532"/>
                      <a:pt x="311" y="3587"/>
                    </a:cubicBezTo>
                    <a:cubicBezTo>
                      <a:pt x="343" y="3723"/>
                      <a:pt x="398" y="3848"/>
                      <a:pt x="468" y="3967"/>
                    </a:cubicBezTo>
                    <a:cubicBezTo>
                      <a:pt x="501" y="4016"/>
                      <a:pt x="544" y="4060"/>
                      <a:pt x="577" y="4103"/>
                    </a:cubicBezTo>
                    <a:cubicBezTo>
                      <a:pt x="615" y="4152"/>
                      <a:pt x="648" y="4212"/>
                      <a:pt x="691" y="4261"/>
                    </a:cubicBezTo>
                    <a:cubicBezTo>
                      <a:pt x="724" y="4310"/>
                      <a:pt x="762" y="4348"/>
                      <a:pt x="811" y="4375"/>
                    </a:cubicBezTo>
                    <a:cubicBezTo>
                      <a:pt x="871" y="4397"/>
                      <a:pt x="936" y="4397"/>
                      <a:pt x="990" y="4424"/>
                    </a:cubicBezTo>
                    <a:cubicBezTo>
                      <a:pt x="1039" y="4451"/>
                      <a:pt x="1088" y="4473"/>
                      <a:pt x="1142" y="4494"/>
                    </a:cubicBezTo>
                    <a:cubicBezTo>
                      <a:pt x="1213" y="4511"/>
                      <a:pt x="1278" y="4527"/>
                      <a:pt x="1349" y="4554"/>
                    </a:cubicBezTo>
                    <a:cubicBezTo>
                      <a:pt x="1409" y="4581"/>
                      <a:pt x="1468" y="4598"/>
                      <a:pt x="1534" y="4603"/>
                    </a:cubicBezTo>
                    <a:cubicBezTo>
                      <a:pt x="1615" y="4609"/>
                      <a:pt x="1691" y="4614"/>
                      <a:pt x="1767" y="4625"/>
                    </a:cubicBezTo>
                    <a:cubicBezTo>
                      <a:pt x="1918" y="4663"/>
                      <a:pt x="2092" y="4702"/>
                      <a:pt x="2260" y="4702"/>
                    </a:cubicBezTo>
                    <a:cubicBezTo>
                      <a:pt x="2359" y="4702"/>
                      <a:pt x="2456" y="4688"/>
                      <a:pt x="2545" y="4652"/>
                    </a:cubicBezTo>
                    <a:cubicBezTo>
                      <a:pt x="2576" y="4642"/>
                      <a:pt x="2577" y="4592"/>
                      <a:pt x="2540" y="4592"/>
                    </a:cubicBezTo>
                    <a:cubicBezTo>
                      <a:pt x="2538" y="4592"/>
                      <a:pt x="2536" y="4592"/>
                      <a:pt x="2534" y="4592"/>
                    </a:cubicBezTo>
                    <a:cubicBezTo>
                      <a:pt x="2460" y="4599"/>
                      <a:pt x="2386" y="4604"/>
                      <a:pt x="2312" y="4604"/>
                    </a:cubicBezTo>
                    <a:cubicBezTo>
                      <a:pt x="2266" y="4604"/>
                      <a:pt x="2221" y="4602"/>
                      <a:pt x="2175" y="4598"/>
                    </a:cubicBezTo>
                    <a:lnTo>
                      <a:pt x="1958" y="4576"/>
                    </a:lnTo>
                    <a:cubicBezTo>
                      <a:pt x="1892" y="4565"/>
                      <a:pt x="1833" y="4549"/>
                      <a:pt x="1773" y="4527"/>
                    </a:cubicBezTo>
                    <a:cubicBezTo>
                      <a:pt x="1642" y="4500"/>
                      <a:pt x="1517" y="4522"/>
                      <a:pt x="1392" y="4467"/>
                    </a:cubicBezTo>
                    <a:cubicBezTo>
                      <a:pt x="1333" y="4440"/>
                      <a:pt x="1267" y="4424"/>
                      <a:pt x="1202" y="4407"/>
                    </a:cubicBezTo>
                    <a:cubicBezTo>
                      <a:pt x="1137" y="4391"/>
                      <a:pt x="1077" y="4359"/>
                      <a:pt x="1028" y="4315"/>
                    </a:cubicBezTo>
                    <a:cubicBezTo>
                      <a:pt x="985" y="4288"/>
                      <a:pt x="930" y="4272"/>
                      <a:pt x="892" y="4244"/>
                    </a:cubicBezTo>
                    <a:cubicBezTo>
                      <a:pt x="849" y="4201"/>
                      <a:pt x="805" y="4147"/>
                      <a:pt x="778" y="4092"/>
                    </a:cubicBezTo>
                    <a:cubicBezTo>
                      <a:pt x="707" y="4000"/>
                      <a:pt x="620" y="3918"/>
                      <a:pt x="566" y="3820"/>
                    </a:cubicBezTo>
                    <a:cubicBezTo>
                      <a:pt x="501" y="3701"/>
                      <a:pt x="447" y="3576"/>
                      <a:pt x="414" y="3440"/>
                    </a:cubicBezTo>
                    <a:cubicBezTo>
                      <a:pt x="403" y="3353"/>
                      <a:pt x="370" y="3271"/>
                      <a:pt x="322" y="3195"/>
                    </a:cubicBezTo>
                    <a:lnTo>
                      <a:pt x="322" y="3190"/>
                    </a:lnTo>
                    <a:cubicBezTo>
                      <a:pt x="316" y="3119"/>
                      <a:pt x="305" y="3043"/>
                      <a:pt x="294" y="2972"/>
                    </a:cubicBezTo>
                    <a:cubicBezTo>
                      <a:pt x="283" y="2902"/>
                      <a:pt x="294" y="2831"/>
                      <a:pt x="283" y="2771"/>
                    </a:cubicBezTo>
                    <a:cubicBezTo>
                      <a:pt x="267" y="2706"/>
                      <a:pt x="202" y="2641"/>
                      <a:pt x="191" y="2559"/>
                    </a:cubicBezTo>
                    <a:cubicBezTo>
                      <a:pt x="186" y="2489"/>
                      <a:pt x="186" y="2413"/>
                      <a:pt x="191" y="2342"/>
                    </a:cubicBezTo>
                    <a:lnTo>
                      <a:pt x="191" y="2043"/>
                    </a:lnTo>
                    <a:cubicBezTo>
                      <a:pt x="180" y="1880"/>
                      <a:pt x="186" y="1711"/>
                      <a:pt x="213" y="1548"/>
                    </a:cubicBezTo>
                    <a:cubicBezTo>
                      <a:pt x="245" y="1396"/>
                      <a:pt x="360" y="1309"/>
                      <a:pt x="441" y="1184"/>
                    </a:cubicBezTo>
                    <a:cubicBezTo>
                      <a:pt x="523" y="1059"/>
                      <a:pt x="490" y="901"/>
                      <a:pt x="582" y="776"/>
                    </a:cubicBezTo>
                    <a:cubicBezTo>
                      <a:pt x="675" y="651"/>
                      <a:pt x="832" y="564"/>
                      <a:pt x="958" y="472"/>
                    </a:cubicBezTo>
                    <a:cubicBezTo>
                      <a:pt x="1028" y="423"/>
                      <a:pt x="1099" y="363"/>
                      <a:pt x="1169" y="314"/>
                    </a:cubicBezTo>
                    <a:cubicBezTo>
                      <a:pt x="1218" y="271"/>
                      <a:pt x="1273" y="233"/>
                      <a:pt x="1333" y="200"/>
                    </a:cubicBezTo>
                    <a:cubicBezTo>
                      <a:pt x="1333" y="200"/>
                      <a:pt x="1338" y="200"/>
                      <a:pt x="1338" y="195"/>
                    </a:cubicBezTo>
                    <a:cubicBezTo>
                      <a:pt x="1409" y="184"/>
                      <a:pt x="1479" y="184"/>
                      <a:pt x="1550" y="173"/>
                    </a:cubicBezTo>
                    <a:cubicBezTo>
                      <a:pt x="1686" y="150"/>
                      <a:pt x="1823" y="141"/>
                      <a:pt x="1959" y="141"/>
                    </a:cubicBezTo>
                    <a:cubicBezTo>
                      <a:pt x="2019" y="141"/>
                      <a:pt x="2078" y="143"/>
                      <a:pt x="2137" y="146"/>
                    </a:cubicBezTo>
                    <a:cubicBezTo>
                      <a:pt x="2316" y="157"/>
                      <a:pt x="2469" y="238"/>
                      <a:pt x="2637" y="293"/>
                    </a:cubicBezTo>
                    <a:cubicBezTo>
                      <a:pt x="2719" y="309"/>
                      <a:pt x="2795" y="331"/>
                      <a:pt x="2876" y="358"/>
                    </a:cubicBezTo>
                    <a:cubicBezTo>
                      <a:pt x="2952" y="407"/>
                      <a:pt x="3029" y="456"/>
                      <a:pt x="3094" y="515"/>
                    </a:cubicBezTo>
                    <a:cubicBezTo>
                      <a:pt x="3230" y="619"/>
                      <a:pt x="3382" y="706"/>
                      <a:pt x="3496" y="825"/>
                    </a:cubicBezTo>
                    <a:cubicBezTo>
                      <a:pt x="3545" y="880"/>
                      <a:pt x="3583" y="939"/>
                      <a:pt x="3637" y="988"/>
                    </a:cubicBezTo>
                    <a:cubicBezTo>
                      <a:pt x="3692" y="1059"/>
                      <a:pt x="3741" y="1135"/>
                      <a:pt x="3779" y="1217"/>
                    </a:cubicBezTo>
                    <a:cubicBezTo>
                      <a:pt x="3822" y="1282"/>
                      <a:pt x="3882" y="1353"/>
                      <a:pt x="3920" y="1423"/>
                    </a:cubicBezTo>
                    <a:cubicBezTo>
                      <a:pt x="3947" y="1505"/>
                      <a:pt x="3963" y="1581"/>
                      <a:pt x="3980" y="1662"/>
                    </a:cubicBezTo>
                    <a:cubicBezTo>
                      <a:pt x="4002" y="1749"/>
                      <a:pt x="4023" y="1836"/>
                      <a:pt x="4034" y="1923"/>
                    </a:cubicBezTo>
                    <a:cubicBezTo>
                      <a:pt x="4040" y="2021"/>
                      <a:pt x="4040" y="2114"/>
                      <a:pt x="4050" y="2206"/>
                    </a:cubicBezTo>
                    <a:cubicBezTo>
                      <a:pt x="4067" y="2315"/>
                      <a:pt x="4078" y="2418"/>
                      <a:pt x="4083" y="2527"/>
                    </a:cubicBezTo>
                    <a:cubicBezTo>
                      <a:pt x="4078" y="2619"/>
                      <a:pt x="4083" y="2717"/>
                      <a:pt x="4094" y="2815"/>
                    </a:cubicBezTo>
                    <a:cubicBezTo>
                      <a:pt x="4116" y="2929"/>
                      <a:pt x="4078" y="3038"/>
                      <a:pt x="4061" y="3146"/>
                    </a:cubicBezTo>
                    <a:cubicBezTo>
                      <a:pt x="4056" y="3184"/>
                      <a:pt x="4050" y="3222"/>
                      <a:pt x="4045" y="3261"/>
                    </a:cubicBezTo>
                    <a:lnTo>
                      <a:pt x="4045" y="3320"/>
                    </a:lnTo>
                    <a:lnTo>
                      <a:pt x="4034" y="3353"/>
                    </a:lnTo>
                    <a:cubicBezTo>
                      <a:pt x="4002" y="3424"/>
                      <a:pt x="3996" y="3500"/>
                      <a:pt x="3969" y="3570"/>
                    </a:cubicBezTo>
                    <a:cubicBezTo>
                      <a:pt x="3947" y="3630"/>
                      <a:pt x="3931" y="3690"/>
                      <a:pt x="3915" y="3750"/>
                    </a:cubicBezTo>
                    <a:cubicBezTo>
                      <a:pt x="3882" y="3826"/>
                      <a:pt x="3828" y="3891"/>
                      <a:pt x="3757" y="3940"/>
                    </a:cubicBezTo>
                    <a:cubicBezTo>
                      <a:pt x="3637" y="4032"/>
                      <a:pt x="3518" y="4130"/>
                      <a:pt x="3387" y="4212"/>
                    </a:cubicBezTo>
                    <a:cubicBezTo>
                      <a:pt x="3338" y="4244"/>
                      <a:pt x="3295" y="4288"/>
                      <a:pt x="3246" y="4321"/>
                    </a:cubicBezTo>
                    <a:cubicBezTo>
                      <a:pt x="3219" y="4337"/>
                      <a:pt x="3192" y="4353"/>
                      <a:pt x="3170" y="4369"/>
                    </a:cubicBezTo>
                    <a:cubicBezTo>
                      <a:pt x="3126" y="4402"/>
                      <a:pt x="3099" y="4451"/>
                      <a:pt x="3045" y="4462"/>
                    </a:cubicBezTo>
                    <a:cubicBezTo>
                      <a:pt x="3034" y="4462"/>
                      <a:pt x="3039" y="4484"/>
                      <a:pt x="3050" y="4489"/>
                    </a:cubicBezTo>
                    <a:cubicBezTo>
                      <a:pt x="3058" y="4490"/>
                      <a:pt x="3066" y="4490"/>
                      <a:pt x="3074" y="4490"/>
                    </a:cubicBezTo>
                    <a:cubicBezTo>
                      <a:pt x="3216" y="4490"/>
                      <a:pt x="3339" y="4398"/>
                      <a:pt x="3458" y="4326"/>
                    </a:cubicBezTo>
                    <a:cubicBezTo>
                      <a:pt x="3605" y="4234"/>
                      <a:pt x="3752" y="4130"/>
                      <a:pt x="3887" y="4016"/>
                    </a:cubicBezTo>
                    <a:cubicBezTo>
                      <a:pt x="4034" y="3897"/>
                      <a:pt x="4061" y="3750"/>
                      <a:pt x="4127" y="3581"/>
                    </a:cubicBezTo>
                    <a:cubicBezTo>
                      <a:pt x="4159" y="3505"/>
                      <a:pt x="4170" y="3424"/>
                      <a:pt x="4197" y="3342"/>
                    </a:cubicBezTo>
                    <a:cubicBezTo>
                      <a:pt x="4219" y="3299"/>
                      <a:pt x="4224" y="3244"/>
                      <a:pt x="4219" y="3195"/>
                    </a:cubicBezTo>
                    <a:cubicBezTo>
                      <a:pt x="4230" y="3125"/>
                      <a:pt x="4241" y="3054"/>
                      <a:pt x="4252" y="2989"/>
                    </a:cubicBezTo>
                    <a:cubicBezTo>
                      <a:pt x="4262" y="2896"/>
                      <a:pt x="4257" y="2804"/>
                      <a:pt x="4241" y="2712"/>
                    </a:cubicBezTo>
                    <a:lnTo>
                      <a:pt x="4241" y="2717"/>
                    </a:lnTo>
                    <a:cubicBezTo>
                      <a:pt x="4230" y="2608"/>
                      <a:pt x="4246" y="2494"/>
                      <a:pt x="4246" y="2385"/>
                    </a:cubicBezTo>
                    <a:cubicBezTo>
                      <a:pt x="4246" y="2277"/>
                      <a:pt x="4230" y="2190"/>
                      <a:pt x="4235" y="2092"/>
                    </a:cubicBezTo>
                    <a:cubicBezTo>
                      <a:pt x="4246" y="1989"/>
                      <a:pt x="4241" y="1880"/>
                      <a:pt x="4230" y="1777"/>
                    </a:cubicBezTo>
                    <a:cubicBezTo>
                      <a:pt x="4219" y="1690"/>
                      <a:pt x="4192" y="1603"/>
                      <a:pt x="4170" y="1516"/>
                    </a:cubicBezTo>
                    <a:cubicBezTo>
                      <a:pt x="4154" y="1423"/>
                      <a:pt x="4121" y="1336"/>
                      <a:pt x="4072" y="1255"/>
                    </a:cubicBezTo>
                    <a:cubicBezTo>
                      <a:pt x="4007" y="1179"/>
                      <a:pt x="3936" y="1113"/>
                      <a:pt x="3877" y="1032"/>
                    </a:cubicBezTo>
                    <a:cubicBezTo>
                      <a:pt x="3822" y="956"/>
                      <a:pt x="3768" y="891"/>
                      <a:pt x="3703" y="825"/>
                    </a:cubicBezTo>
                    <a:cubicBezTo>
                      <a:pt x="3648" y="771"/>
                      <a:pt x="3610" y="706"/>
                      <a:pt x="3550" y="651"/>
                    </a:cubicBezTo>
                    <a:cubicBezTo>
                      <a:pt x="3474" y="581"/>
                      <a:pt x="3387" y="526"/>
                      <a:pt x="3311" y="461"/>
                    </a:cubicBezTo>
                    <a:cubicBezTo>
                      <a:pt x="3235" y="390"/>
                      <a:pt x="3197" y="320"/>
                      <a:pt x="3126" y="260"/>
                    </a:cubicBezTo>
                    <a:cubicBezTo>
                      <a:pt x="3050" y="200"/>
                      <a:pt x="2969" y="157"/>
                      <a:pt x="2876" y="130"/>
                    </a:cubicBezTo>
                    <a:cubicBezTo>
                      <a:pt x="2789" y="102"/>
                      <a:pt x="2697" y="91"/>
                      <a:pt x="2610" y="70"/>
                    </a:cubicBezTo>
                    <a:cubicBezTo>
                      <a:pt x="2518" y="53"/>
                      <a:pt x="2414" y="15"/>
                      <a:pt x="2322" y="4"/>
                    </a:cubicBezTo>
                    <a:cubicBezTo>
                      <a:pt x="2275" y="2"/>
                      <a:pt x="2228" y="1"/>
                      <a:pt x="2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0"/>
              <p:cNvSpPr/>
              <p:nvPr/>
            </p:nvSpPr>
            <p:spPr>
              <a:xfrm>
                <a:off x="3927925" y="3930375"/>
                <a:ext cx="160525" cy="237850"/>
              </a:xfrm>
              <a:custGeom>
                <a:rect b="b" l="l" r="r" t="t"/>
                <a:pathLst>
                  <a:path extrusionOk="0" h="9514" w="6421">
                    <a:moveTo>
                      <a:pt x="3479" y="202"/>
                    </a:moveTo>
                    <a:cubicBezTo>
                      <a:pt x="3531" y="202"/>
                      <a:pt x="3582" y="209"/>
                      <a:pt x="3632" y="222"/>
                    </a:cubicBezTo>
                    <a:cubicBezTo>
                      <a:pt x="3730" y="254"/>
                      <a:pt x="3806" y="330"/>
                      <a:pt x="3833" y="434"/>
                    </a:cubicBezTo>
                    <a:cubicBezTo>
                      <a:pt x="3855" y="515"/>
                      <a:pt x="3914" y="580"/>
                      <a:pt x="3990" y="613"/>
                    </a:cubicBezTo>
                    <a:cubicBezTo>
                      <a:pt x="3997" y="615"/>
                      <a:pt x="4003" y="615"/>
                      <a:pt x="4009" y="615"/>
                    </a:cubicBezTo>
                    <a:cubicBezTo>
                      <a:pt x="4044" y="615"/>
                      <a:pt x="4072" y="590"/>
                      <a:pt x="4072" y="553"/>
                    </a:cubicBezTo>
                    <a:lnTo>
                      <a:pt x="4072" y="531"/>
                    </a:lnTo>
                    <a:cubicBezTo>
                      <a:pt x="4105" y="521"/>
                      <a:pt x="4143" y="504"/>
                      <a:pt x="4181" y="493"/>
                    </a:cubicBezTo>
                    <a:cubicBezTo>
                      <a:pt x="4248" y="476"/>
                      <a:pt x="4316" y="467"/>
                      <a:pt x="4384" y="467"/>
                    </a:cubicBezTo>
                    <a:cubicBezTo>
                      <a:pt x="4487" y="467"/>
                      <a:pt x="4588" y="487"/>
                      <a:pt x="4686" y="526"/>
                    </a:cubicBezTo>
                    <a:cubicBezTo>
                      <a:pt x="4757" y="559"/>
                      <a:pt x="4806" y="635"/>
                      <a:pt x="4795" y="716"/>
                    </a:cubicBezTo>
                    <a:cubicBezTo>
                      <a:pt x="4800" y="803"/>
                      <a:pt x="4768" y="879"/>
                      <a:pt x="4762" y="966"/>
                    </a:cubicBezTo>
                    <a:cubicBezTo>
                      <a:pt x="4762" y="1037"/>
                      <a:pt x="4779" y="1108"/>
                      <a:pt x="4817" y="1167"/>
                    </a:cubicBezTo>
                    <a:cubicBezTo>
                      <a:pt x="4840" y="1211"/>
                      <a:pt x="4877" y="1236"/>
                      <a:pt x="4909" y="1236"/>
                    </a:cubicBezTo>
                    <a:cubicBezTo>
                      <a:pt x="4946" y="1236"/>
                      <a:pt x="4977" y="1206"/>
                      <a:pt x="4980" y="1140"/>
                    </a:cubicBezTo>
                    <a:cubicBezTo>
                      <a:pt x="4980" y="1135"/>
                      <a:pt x="4980" y="1129"/>
                      <a:pt x="4980" y="1129"/>
                    </a:cubicBezTo>
                    <a:cubicBezTo>
                      <a:pt x="5018" y="1113"/>
                      <a:pt x="5061" y="1108"/>
                      <a:pt x="5105" y="1102"/>
                    </a:cubicBezTo>
                    <a:cubicBezTo>
                      <a:pt x="5122" y="1101"/>
                      <a:pt x="5138" y="1100"/>
                      <a:pt x="5155" y="1100"/>
                    </a:cubicBezTo>
                    <a:cubicBezTo>
                      <a:pt x="5268" y="1100"/>
                      <a:pt x="5380" y="1132"/>
                      <a:pt x="5480" y="1184"/>
                    </a:cubicBezTo>
                    <a:cubicBezTo>
                      <a:pt x="5589" y="1238"/>
                      <a:pt x="5676" y="1314"/>
                      <a:pt x="5648" y="1445"/>
                    </a:cubicBezTo>
                    <a:cubicBezTo>
                      <a:pt x="5627" y="1510"/>
                      <a:pt x="5599" y="1564"/>
                      <a:pt x="5561" y="1619"/>
                    </a:cubicBezTo>
                    <a:cubicBezTo>
                      <a:pt x="5523" y="1684"/>
                      <a:pt x="5512" y="1760"/>
                      <a:pt x="5529" y="1831"/>
                    </a:cubicBezTo>
                    <a:cubicBezTo>
                      <a:pt x="5538" y="1864"/>
                      <a:pt x="5564" y="1881"/>
                      <a:pt x="5596" y="1881"/>
                    </a:cubicBezTo>
                    <a:cubicBezTo>
                      <a:pt x="5601" y="1881"/>
                      <a:pt x="5606" y="1880"/>
                      <a:pt x="5610" y="1880"/>
                    </a:cubicBezTo>
                    <a:cubicBezTo>
                      <a:pt x="5638" y="1869"/>
                      <a:pt x="5665" y="1847"/>
                      <a:pt x="5686" y="1825"/>
                    </a:cubicBezTo>
                    <a:cubicBezTo>
                      <a:pt x="5735" y="1831"/>
                      <a:pt x="5784" y="1836"/>
                      <a:pt x="5828" y="1847"/>
                    </a:cubicBezTo>
                    <a:cubicBezTo>
                      <a:pt x="5909" y="1863"/>
                      <a:pt x="6056" y="1918"/>
                      <a:pt x="6072" y="2021"/>
                    </a:cubicBezTo>
                    <a:cubicBezTo>
                      <a:pt x="6089" y="2119"/>
                      <a:pt x="5964" y="2233"/>
                      <a:pt x="5920" y="2314"/>
                    </a:cubicBezTo>
                    <a:cubicBezTo>
                      <a:pt x="5877" y="2390"/>
                      <a:pt x="5817" y="2477"/>
                      <a:pt x="5833" y="2570"/>
                    </a:cubicBezTo>
                    <a:cubicBezTo>
                      <a:pt x="5828" y="2597"/>
                      <a:pt x="5839" y="2624"/>
                      <a:pt x="5860" y="2635"/>
                    </a:cubicBezTo>
                    <a:lnTo>
                      <a:pt x="5871" y="2646"/>
                    </a:lnTo>
                    <a:cubicBezTo>
                      <a:pt x="5882" y="2652"/>
                      <a:pt x="5894" y="2655"/>
                      <a:pt x="5907" y="2655"/>
                    </a:cubicBezTo>
                    <a:cubicBezTo>
                      <a:pt x="5926" y="2655"/>
                      <a:pt x="5945" y="2648"/>
                      <a:pt x="5958" y="2635"/>
                    </a:cubicBezTo>
                    <a:lnTo>
                      <a:pt x="5969" y="2619"/>
                    </a:lnTo>
                    <a:cubicBezTo>
                      <a:pt x="6007" y="2646"/>
                      <a:pt x="6040" y="2684"/>
                      <a:pt x="6067" y="2722"/>
                    </a:cubicBezTo>
                    <a:cubicBezTo>
                      <a:pt x="6143" y="2820"/>
                      <a:pt x="6203" y="2880"/>
                      <a:pt x="6165" y="3016"/>
                    </a:cubicBezTo>
                    <a:cubicBezTo>
                      <a:pt x="6132" y="3130"/>
                      <a:pt x="6045" y="3211"/>
                      <a:pt x="5975" y="3304"/>
                    </a:cubicBezTo>
                    <a:cubicBezTo>
                      <a:pt x="5915" y="3374"/>
                      <a:pt x="5833" y="3478"/>
                      <a:pt x="5850" y="3581"/>
                    </a:cubicBezTo>
                    <a:lnTo>
                      <a:pt x="5839" y="3570"/>
                    </a:lnTo>
                    <a:cubicBezTo>
                      <a:pt x="5839" y="3575"/>
                      <a:pt x="5839" y="3581"/>
                      <a:pt x="5839" y="3581"/>
                    </a:cubicBezTo>
                    <a:cubicBezTo>
                      <a:pt x="5844" y="3619"/>
                      <a:pt x="5860" y="3652"/>
                      <a:pt x="5888" y="3673"/>
                    </a:cubicBezTo>
                    <a:cubicBezTo>
                      <a:pt x="5936" y="3711"/>
                      <a:pt x="5975" y="3760"/>
                      <a:pt x="5996" y="3815"/>
                    </a:cubicBezTo>
                    <a:cubicBezTo>
                      <a:pt x="6051" y="3923"/>
                      <a:pt x="6067" y="4043"/>
                      <a:pt x="6040" y="4157"/>
                    </a:cubicBezTo>
                    <a:cubicBezTo>
                      <a:pt x="6023" y="4266"/>
                      <a:pt x="5975" y="4375"/>
                      <a:pt x="5898" y="4456"/>
                    </a:cubicBezTo>
                    <a:cubicBezTo>
                      <a:pt x="5850" y="4510"/>
                      <a:pt x="5801" y="4554"/>
                      <a:pt x="5752" y="4603"/>
                    </a:cubicBezTo>
                    <a:cubicBezTo>
                      <a:pt x="5748" y="4602"/>
                      <a:pt x="5744" y="4602"/>
                      <a:pt x="5741" y="4602"/>
                    </a:cubicBezTo>
                    <a:cubicBezTo>
                      <a:pt x="5702" y="4602"/>
                      <a:pt x="5669" y="4628"/>
                      <a:pt x="5654" y="4663"/>
                    </a:cubicBezTo>
                    <a:cubicBezTo>
                      <a:pt x="5648" y="4679"/>
                      <a:pt x="5648" y="4695"/>
                      <a:pt x="5643" y="4712"/>
                    </a:cubicBezTo>
                    <a:cubicBezTo>
                      <a:pt x="5632" y="4722"/>
                      <a:pt x="5616" y="4739"/>
                      <a:pt x="5605" y="4750"/>
                    </a:cubicBezTo>
                    <a:cubicBezTo>
                      <a:pt x="5567" y="4799"/>
                      <a:pt x="5578" y="4864"/>
                      <a:pt x="5627" y="4896"/>
                    </a:cubicBezTo>
                    <a:cubicBezTo>
                      <a:pt x="5627" y="4967"/>
                      <a:pt x="5621" y="5038"/>
                      <a:pt x="5605" y="5108"/>
                    </a:cubicBezTo>
                    <a:cubicBezTo>
                      <a:pt x="5572" y="5233"/>
                      <a:pt x="5502" y="5348"/>
                      <a:pt x="5404" y="5429"/>
                    </a:cubicBezTo>
                    <a:cubicBezTo>
                      <a:pt x="5306" y="5516"/>
                      <a:pt x="5186" y="5576"/>
                      <a:pt x="5061" y="5614"/>
                    </a:cubicBezTo>
                    <a:cubicBezTo>
                      <a:pt x="4996" y="5641"/>
                      <a:pt x="4925" y="5657"/>
                      <a:pt x="4855" y="5663"/>
                    </a:cubicBezTo>
                    <a:cubicBezTo>
                      <a:pt x="4822" y="5663"/>
                      <a:pt x="4784" y="5657"/>
                      <a:pt x="4746" y="5647"/>
                    </a:cubicBezTo>
                    <a:cubicBezTo>
                      <a:pt x="4743" y="5602"/>
                      <a:pt x="4705" y="5576"/>
                      <a:pt x="4667" y="5576"/>
                    </a:cubicBezTo>
                    <a:cubicBezTo>
                      <a:pt x="4640" y="5576"/>
                      <a:pt x="4613" y="5590"/>
                      <a:pt x="4599" y="5619"/>
                    </a:cubicBezTo>
                    <a:cubicBezTo>
                      <a:pt x="4588" y="5630"/>
                      <a:pt x="4583" y="5641"/>
                      <a:pt x="4583" y="5647"/>
                    </a:cubicBezTo>
                    <a:cubicBezTo>
                      <a:pt x="4550" y="5701"/>
                      <a:pt x="4529" y="5761"/>
                      <a:pt x="4518" y="5820"/>
                    </a:cubicBezTo>
                    <a:cubicBezTo>
                      <a:pt x="4507" y="5897"/>
                      <a:pt x="4485" y="5967"/>
                      <a:pt x="4447" y="6032"/>
                    </a:cubicBezTo>
                    <a:cubicBezTo>
                      <a:pt x="4382" y="6147"/>
                      <a:pt x="4279" y="6234"/>
                      <a:pt x="4154" y="6272"/>
                    </a:cubicBezTo>
                    <a:cubicBezTo>
                      <a:pt x="4106" y="6286"/>
                      <a:pt x="4057" y="6291"/>
                      <a:pt x="4007" y="6291"/>
                    </a:cubicBezTo>
                    <a:cubicBezTo>
                      <a:pt x="3981" y="6291"/>
                      <a:pt x="3956" y="6290"/>
                      <a:pt x="3931" y="6288"/>
                    </a:cubicBezTo>
                    <a:cubicBezTo>
                      <a:pt x="3860" y="6288"/>
                      <a:pt x="3789" y="6277"/>
                      <a:pt x="3724" y="6255"/>
                    </a:cubicBezTo>
                    <a:cubicBezTo>
                      <a:pt x="3670" y="6239"/>
                      <a:pt x="3626" y="6212"/>
                      <a:pt x="3588" y="6174"/>
                    </a:cubicBezTo>
                    <a:cubicBezTo>
                      <a:pt x="3545" y="6125"/>
                      <a:pt x="3550" y="6081"/>
                      <a:pt x="3490" y="6038"/>
                    </a:cubicBezTo>
                    <a:cubicBezTo>
                      <a:pt x="3473" y="6029"/>
                      <a:pt x="3455" y="6024"/>
                      <a:pt x="3437" y="6024"/>
                    </a:cubicBezTo>
                    <a:cubicBezTo>
                      <a:pt x="3392" y="6024"/>
                      <a:pt x="3350" y="6051"/>
                      <a:pt x="3338" y="6098"/>
                    </a:cubicBezTo>
                    <a:cubicBezTo>
                      <a:pt x="3316" y="6168"/>
                      <a:pt x="3229" y="6234"/>
                      <a:pt x="3170" y="6283"/>
                    </a:cubicBezTo>
                    <a:cubicBezTo>
                      <a:pt x="3099" y="6331"/>
                      <a:pt x="3017" y="6359"/>
                      <a:pt x="2930" y="6369"/>
                    </a:cubicBezTo>
                    <a:cubicBezTo>
                      <a:pt x="2870" y="6382"/>
                      <a:pt x="2810" y="6389"/>
                      <a:pt x="2751" y="6389"/>
                    </a:cubicBezTo>
                    <a:cubicBezTo>
                      <a:pt x="2651" y="6389"/>
                      <a:pt x="2555" y="6368"/>
                      <a:pt x="2463" y="6310"/>
                    </a:cubicBezTo>
                    <a:cubicBezTo>
                      <a:pt x="2398" y="6277"/>
                      <a:pt x="2338" y="6228"/>
                      <a:pt x="2294" y="6174"/>
                    </a:cubicBezTo>
                    <a:cubicBezTo>
                      <a:pt x="2256" y="6103"/>
                      <a:pt x="2224" y="6032"/>
                      <a:pt x="2197" y="5962"/>
                    </a:cubicBezTo>
                    <a:cubicBezTo>
                      <a:pt x="2164" y="5880"/>
                      <a:pt x="2137" y="5804"/>
                      <a:pt x="2115" y="5717"/>
                    </a:cubicBezTo>
                    <a:cubicBezTo>
                      <a:pt x="2110" y="5679"/>
                      <a:pt x="2099" y="5641"/>
                      <a:pt x="2083" y="5608"/>
                    </a:cubicBezTo>
                    <a:cubicBezTo>
                      <a:pt x="2077" y="5598"/>
                      <a:pt x="2077" y="5592"/>
                      <a:pt x="2072" y="5587"/>
                    </a:cubicBezTo>
                    <a:cubicBezTo>
                      <a:pt x="2066" y="5581"/>
                      <a:pt x="2055" y="5576"/>
                      <a:pt x="2050" y="5570"/>
                    </a:cubicBezTo>
                    <a:cubicBezTo>
                      <a:pt x="2044" y="5565"/>
                      <a:pt x="2039" y="5560"/>
                      <a:pt x="2034" y="5560"/>
                    </a:cubicBezTo>
                    <a:cubicBezTo>
                      <a:pt x="1997" y="5545"/>
                      <a:pt x="1959" y="5538"/>
                      <a:pt x="1921" y="5538"/>
                    </a:cubicBezTo>
                    <a:cubicBezTo>
                      <a:pt x="1902" y="5538"/>
                      <a:pt x="1883" y="5540"/>
                      <a:pt x="1865" y="5543"/>
                    </a:cubicBezTo>
                    <a:cubicBezTo>
                      <a:pt x="1860" y="5532"/>
                      <a:pt x="1854" y="5521"/>
                      <a:pt x="1849" y="5516"/>
                    </a:cubicBezTo>
                    <a:lnTo>
                      <a:pt x="1832" y="5500"/>
                    </a:lnTo>
                    <a:cubicBezTo>
                      <a:pt x="1822" y="5489"/>
                      <a:pt x="1809" y="5485"/>
                      <a:pt x="1796" y="5485"/>
                    </a:cubicBezTo>
                    <a:cubicBezTo>
                      <a:pt x="1774" y="5485"/>
                      <a:pt x="1752" y="5498"/>
                      <a:pt x="1745" y="5521"/>
                    </a:cubicBezTo>
                    <a:cubicBezTo>
                      <a:pt x="1740" y="5538"/>
                      <a:pt x="1735" y="5549"/>
                      <a:pt x="1735" y="5565"/>
                    </a:cubicBezTo>
                    <a:lnTo>
                      <a:pt x="1724" y="5565"/>
                    </a:lnTo>
                    <a:cubicBezTo>
                      <a:pt x="1659" y="5581"/>
                      <a:pt x="1593" y="5592"/>
                      <a:pt x="1528" y="5603"/>
                    </a:cubicBezTo>
                    <a:cubicBezTo>
                      <a:pt x="1468" y="5592"/>
                      <a:pt x="1408" y="5570"/>
                      <a:pt x="1354" y="5538"/>
                    </a:cubicBezTo>
                    <a:cubicBezTo>
                      <a:pt x="1240" y="5478"/>
                      <a:pt x="1191" y="5315"/>
                      <a:pt x="1180" y="5195"/>
                    </a:cubicBezTo>
                    <a:cubicBezTo>
                      <a:pt x="1169" y="5125"/>
                      <a:pt x="1169" y="5054"/>
                      <a:pt x="1180" y="4983"/>
                    </a:cubicBezTo>
                    <a:cubicBezTo>
                      <a:pt x="1207" y="4934"/>
                      <a:pt x="1213" y="4880"/>
                      <a:pt x="1207" y="4831"/>
                    </a:cubicBezTo>
                    <a:cubicBezTo>
                      <a:pt x="1175" y="4701"/>
                      <a:pt x="1028" y="4701"/>
                      <a:pt x="919" y="4695"/>
                    </a:cubicBezTo>
                    <a:cubicBezTo>
                      <a:pt x="789" y="4674"/>
                      <a:pt x="675" y="4597"/>
                      <a:pt x="609" y="4483"/>
                    </a:cubicBezTo>
                    <a:cubicBezTo>
                      <a:pt x="539" y="4369"/>
                      <a:pt x="501" y="4233"/>
                      <a:pt x="501" y="4097"/>
                    </a:cubicBezTo>
                    <a:cubicBezTo>
                      <a:pt x="512" y="4032"/>
                      <a:pt x="528" y="3961"/>
                      <a:pt x="555" y="3902"/>
                    </a:cubicBezTo>
                    <a:cubicBezTo>
                      <a:pt x="560" y="3885"/>
                      <a:pt x="571" y="3847"/>
                      <a:pt x="582" y="3815"/>
                    </a:cubicBezTo>
                    <a:cubicBezTo>
                      <a:pt x="615" y="3798"/>
                      <a:pt x="631" y="3771"/>
                      <a:pt x="637" y="3739"/>
                    </a:cubicBezTo>
                    <a:cubicBezTo>
                      <a:pt x="673" y="3692"/>
                      <a:pt x="634" y="3630"/>
                      <a:pt x="578" y="3630"/>
                    </a:cubicBezTo>
                    <a:cubicBezTo>
                      <a:pt x="576" y="3630"/>
                      <a:pt x="574" y="3630"/>
                      <a:pt x="571" y="3630"/>
                    </a:cubicBezTo>
                    <a:cubicBezTo>
                      <a:pt x="566" y="3630"/>
                      <a:pt x="560" y="3635"/>
                      <a:pt x="555" y="3635"/>
                    </a:cubicBezTo>
                    <a:cubicBezTo>
                      <a:pt x="468" y="3597"/>
                      <a:pt x="397" y="3532"/>
                      <a:pt x="354" y="3445"/>
                    </a:cubicBezTo>
                    <a:cubicBezTo>
                      <a:pt x="327" y="3385"/>
                      <a:pt x="310" y="3315"/>
                      <a:pt x="300" y="3249"/>
                    </a:cubicBezTo>
                    <a:cubicBezTo>
                      <a:pt x="283" y="3190"/>
                      <a:pt x="272" y="3124"/>
                      <a:pt x="267" y="3065"/>
                    </a:cubicBezTo>
                    <a:cubicBezTo>
                      <a:pt x="272" y="2929"/>
                      <a:pt x="310" y="2798"/>
                      <a:pt x="370" y="2679"/>
                    </a:cubicBezTo>
                    <a:cubicBezTo>
                      <a:pt x="403" y="2575"/>
                      <a:pt x="474" y="2483"/>
                      <a:pt x="560" y="2423"/>
                    </a:cubicBezTo>
                    <a:cubicBezTo>
                      <a:pt x="609" y="2396"/>
                      <a:pt x="631" y="2342"/>
                      <a:pt x="615" y="2287"/>
                    </a:cubicBezTo>
                    <a:cubicBezTo>
                      <a:pt x="593" y="2195"/>
                      <a:pt x="512" y="2130"/>
                      <a:pt x="484" y="2032"/>
                    </a:cubicBezTo>
                    <a:cubicBezTo>
                      <a:pt x="452" y="1890"/>
                      <a:pt x="506" y="1782"/>
                      <a:pt x="593" y="1673"/>
                    </a:cubicBezTo>
                    <a:cubicBezTo>
                      <a:pt x="658" y="1575"/>
                      <a:pt x="751" y="1499"/>
                      <a:pt x="854" y="1445"/>
                    </a:cubicBezTo>
                    <a:cubicBezTo>
                      <a:pt x="925" y="1417"/>
                      <a:pt x="1039" y="1417"/>
                      <a:pt x="1077" y="1336"/>
                    </a:cubicBezTo>
                    <a:cubicBezTo>
                      <a:pt x="1115" y="1254"/>
                      <a:pt x="1077" y="1140"/>
                      <a:pt x="1061" y="1053"/>
                    </a:cubicBezTo>
                    <a:cubicBezTo>
                      <a:pt x="1044" y="917"/>
                      <a:pt x="1115" y="803"/>
                      <a:pt x="1196" y="711"/>
                    </a:cubicBezTo>
                    <a:cubicBezTo>
                      <a:pt x="1273" y="613"/>
                      <a:pt x="1387" y="548"/>
                      <a:pt x="1512" y="537"/>
                    </a:cubicBezTo>
                    <a:cubicBezTo>
                      <a:pt x="1615" y="537"/>
                      <a:pt x="1713" y="580"/>
                      <a:pt x="1816" y="597"/>
                    </a:cubicBezTo>
                    <a:cubicBezTo>
                      <a:pt x="1825" y="610"/>
                      <a:pt x="1839" y="616"/>
                      <a:pt x="1853" y="616"/>
                    </a:cubicBezTo>
                    <a:cubicBezTo>
                      <a:pt x="1875" y="616"/>
                      <a:pt x="1896" y="601"/>
                      <a:pt x="1892" y="575"/>
                    </a:cubicBezTo>
                    <a:lnTo>
                      <a:pt x="1892" y="553"/>
                    </a:lnTo>
                    <a:cubicBezTo>
                      <a:pt x="1892" y="553"/>
                      <a:pt x="1892" y="553"/>
                      <a:pt x="1892" y="548"/>
                    </a:cubicBezTo>
                    <a:cubicBezTo>
                      <a:pt x="1895" y="550"/>
                      <a:pt x="1896" y="552"/>
                      <a:pt x="1898" y="552"/>
                    </a:cubicBezTo>
                    <a:cubicBezTo>
                      <a:pt x="1899" y="552"/>
                      <a:pt x="1900" y="550"/>
                      <a:pt x="1903" y="548"/>
                    </a:cubicBezTo>
                    <a:cubicBezTo>
                      <a:pt x="1930" y="537"/>
                      <a:pt x="1941" y="510"/>
                      <a:pt x="1968" y="488"/>
                    </a:cubicBezTo>
                    <a:cubicBezTo>
                      <a:pt x="2012" y="444"/>
                      <a:pt x="2061" y="406"/>
                      <a:pt x="2110" y="368"/>
                    </a:cubicBezTo>
                    <a:cubicBezTo>
                      <a:pt x="2218" y="303"/>
                      <a:pt x="2333" y="254"/>
                      <a:pt x="2458" y="232"/>
                    </a:cubicBezTo>
                    <a:cubicBezTo>
                      <a:pt x="2524" y="217"/>
                      <a:pt x="2589" y="205"/>
                      <a:pt x="2652" y="205"/>
                    </a:cubicBezTo>
                    <a:cubicBezTo>
                      <a:pt x="2719" y="205"/>
                      <a:pt x="2785" y="218"/>
                      <a:pt x="2849" y="254"/>
                    </a:cubicBezTo>
                    <a:cubicBezTo>
                      <a:pt x="2912" y="288"/>
                      <a:pt x="2983" y="356"/>
                      <a:pt x="3055" y="356"/>
                    </a:cubicBezTo>
                    <a:cubicBezTo>
                      <a:pt x="3064" y="356"/>
                      <a:pt x="3073" y="355"/>
                      <a:pt x="3083" y="352"/>
                    </a:cubicBezTo>
                    <a:cubicBezTo>
                      <a:pt x="3115" y="347"/>
                      <a:pt x="3132" y="309"/>
                      <a:pt x="3121" y="281"/>
                    </a:cubicBezTo>
                    <a:cubicBezTo>
                      <a:pt x="3191" y="265"/>
                      <a:pt x="3251" y="243"/>
                      <a:pt x="3311" y="227"/>
                    </a:cubicBezTo>
                    <a:cubicBezTo>
                      <a:pt x="3365" y="210"/>
                      <a:pt x="3422" y="202"/>
                      <a:pt x="3479" y="202"/>
                    </a:cubicBezTo>
                    <a:close/>
                    <a:moveTo>
                      <a:pt x="4735" y="5810"/>
                    </a:moveTo>
                    <a:lnTo>
                      <a:pt x="4751" y="5815"/>
                    </a:lnTo>
                    <a:cubicBezTo>
                      <a:pt x="4779" y="5891"/>
                      <a:pt x="4800" y="5967"/>
                      <a:pt x="4822" y="6049"/>
                    </a:cubicBezTo>
                    <a:cubicBezTo>
                      <a:pt x="4855" y="6174"/>
                      <a:pt x="4877" y="6321"/>
                      <a:pt x="4942" y="6435"/>
                    </a:cubicBezTo>
                    <a:lnTo>
                      <a:pt x="4947" y="6435"/>
                    </a:lnTo>
                    <a:cubicBezTo>
                      <a:pt x="4980" y="6484"/>
                      <a:pt x="5007" y="6538"/>
                      <a:pt x="5034" y="6598"/>
                    </a:cubicBezTo>
                    <a:cubicBezTo>
                      <a:pt x="5056" y="6663"/>
                      <a:pt x="5078" y="6723"/>
                      <a:pt x="5110" y="6788"/>
                    </a:cubicBezTo>
                    <a:cubicBezTo>
                      <a:pt x="5165" y="6913"/>
                      <a:pt x="5208" y="7044"/>
                      <a:pt x="5273" y="7169"/>
                    </a:cubicBezTo>
                    <a:cubicBezTo>
                      <a:pt x="5333" y="7294"/>
                      <a:pt x="5382" y="7413"/>
                      <a:pt x="5436" y="7533"/>
                    </a:cubicBezTo>
                    <a:cubicBezTo>
                      <a:pt x="5496" y="7663"/>
                      <a:pt x="5578" y="7783"/>
                      <a:pt x="5638" y="7919"/>
                    </a:cubicBezTo>
                    <a:cubicBezTo>
                      <a:pt x="5703" y="8049"/>
                      <a:pt x="5757" y="8174"/>
                      <a:pt x="5806" y="8299"/>
                    </a:cubicBezTo>
                    <a:cubicBezTo>
                      <a:pt x="5822" y="8332"/>
                      <a:pt x="5811" y="8397"/>
                      <a:pt x="5822" y="8441"/>
                    </a:cubicBezTo>
                    <a:lnTo>
                      <a:pt x="5817" y="8441"/>
                    </a:lnTo>
                    <a:cubicBezTo>
                      <a:pt x="5811" y="8441"/>
                      <a:pt x="5801" y="8446"/>
                      <a:pt x="5795" y="8451"/>
                    </a:cubicBezTo>
                    <a:cubicBezTo>
                      <a:pt x="5784" y="8441"/>
                      <a:pt x="5779" y="8435"/>
                      <a:pt x="5768" y="8424"/>
                    </a:cubicBezTo>
                    <a:cubicBezTo>
                      <a:pt x="5730" y="8402"/>
                      <a:pt x="5686" y="8381"/>
                      <a:pt x="5648" y="8359"/>
                    </a:cubicBezTo>
                    <a:cubicBezTo>
                      <a:pt x="5572" y="8337"/>
                      <a:pt x="5496" y="8310"/>
                      <a:pt x="5426" y="8272"/>
                    </a:cubicBezTo>
                    <a:cubicBezTo>
                      <a:pt x="5349" y="8223"/>
                      <a:pt x="5268" y="8174"/>
                      <a:pt x="5186" y="8136"/>
                    </a:cubicBezTo>
                    <a:cubicBezTo>
                      <a:pt x="5099" y="8093"/>
                      <a:pt x="5018" y="8033"/>
                      <a:pt x="4931" y="7989"/>
                    </a:cubicBezTo>
                    <a:cubicBezTo>
                      <a:pt x="4870" y="7959"/>
                      <a:pt x="4801" y="7932"/>
                      <a:pt x="4739" y="7932"/>
                    </a:cubicBezTo>
                    <a:cubicBezTo>
                      <a:pt x="4678" y="7932"/>
                      <a:pt x="4623" y="7958"/>
                      <a:pt x="4588" y="8033"/>
                    </a:cubicBezTo>
                    <a:cubicBezTo>
                      <a:pt x="4561" y="8103"/>
                      <a:pt x="4539" y="8180"/>
                      <a:pt x="4523" y="8250"/>
                    </a:cubicBezTo>
                    <a:cubicBezTo>
                      <a:pt x="4491" y="8354"/>
                      <a:pt x="4436" y="8446"/>
                      <a:pt x="4393" y="8549"/>
                    </a:cubicBezTo>
                    <a:cubicBezTo>
                      <a:pt x="4355" y="8647"/>
                      <a:pt x="4333" y="8750"/>
                      <a:pt x="4295" y="8848"/>
                    </a:cubicBezTo>
                    <a:cubicBezTo>
                      <a:pt x="4279" y="8794"/>
                      <a:pt x="4257" y="8734"/>
                      <a:pt x="4235" y="8680"/>
                    </a:cubicBezTo>
                    <a:cubicBezTo>
                      <a:pt x="4208" y="8587"/>
                      <a:pt x="4175" y="8495"/>
                      <a:pt x="4137" y="8408"/>
                    </a:cubicBezTo>
                    <a:cubicBezTo>
                      <a:pt x="4056" y="8218"/>
                      <a:pt x="3936" y="8049"/>
                      <a:pt x="3860" y="7864"/>
                    </a:cubicBezTo>
                    <a:cubicBezTo>
                      <a:pt x="3822" y="7766"/>
                      <a:pt x="3795" y="7658"/>
                      <a:pt x="3751" y="7565"/>
                    </a:cubicBezTo>
                    <a:cubicBezTo>
                      <a:pt x="3708" y="7473"/>
                      <a:pt x="3648" y="7364"/>
                      <a:pt x="3599" y="7256"/>
                    </a:cubicBezTo>
                    <a:cubicBezTo>
                      <a:pt x="3550" y="7147"/>
                      <a:pt x="3507" y="7049"/>
                      <a:pt x="3458" y="6946"/>
                    </a:cubicBezTo>
                    <a:cubicBezTo>
                      <a:pt x="3441" y="6908"/>
                      <a:pt x="3420" y="6870"/>
                      <a:pt x="3393" y="6837"/>
                    </a:cubicBezTo>
                    <a:cubicBezTo>
                      <a:pt x="3387" y="6826"/>
                      <a:pt x="3376" y="6821"/>
                      <a:pt x="3371" y="6815"/>
                    </a:cubicBezTo>
                    <a:cubicBezTo>
                      <a:pt x="3376" y="6777"/>
                      <a:pt x="3382" y="6734"/>
                      <a:pt x="3393" y="6696"/>
                    </a:cubicBezTo>
                    <a:cubicBezTo>
                      <a:pt x="3409" y="6620"/>
                      <a:pt x="3403" y="6543"/>
                      <a:pt x="3420" y="6467"/>
                    </a:cubicBezTo>
                    <a:cubicBezTo>
                      <a:pt x="3425" y="6424"/>
                      <a:pt x="3447" y="6386"/>
                      <a:pt x="3452" y="6342"/>
                    </a:cubicBezTo>
                    <a:lnTo>
                      <a:pt x="3474" y="6359"/>
                    </a:lnTo>
                    <a:cubicBezTo>
                      <a:pt x="3534" y="6413"/>
                      <a:pt x="3599" y="6451"/>
                      <a:pt x="3675" y="6473"/>
                    </a:cubicBezTo>
                    <a:cubicBezTo>
                      <a:pt x="3762" y="6500"/>
                      <a:pt x="3855" y="6511"/>
                      <a:pt x="3947" y="6516"/>
                    </a:cubicBezTo>
                    <a:cubicBezTo>
                      <a:pt x="3989" y="6516"/>
                      <a:pt x="4033" y="6519"/>
                      <a:pt x="4077" y="6519"/>
                    </a:cubicBezTo>
                    <a:cubicBezTo>
                      <a:pt x="4135" y="6519"/>
                      <a:pt x="4193" y="6514"/>
                      <a:pt x="4246" y="6489"/>
                    </a:cubicBezTo>
                    <a:cubicBezTo>
                      <a:pt x="4398" y="6429"/>
                      <a:pt x="4523" y="6321"/>
                      <a:pt x="4621" y="6190"/>
                    </a:cubicBezTo>
                    <a:cubicBezTo>
                      <a:pt x="4686" y="6076"/>
                      <a:pt x="4730" y="5945"/>
                      <a:pt x="4735" y="5810"/>
                    </a:cubicBezTo>
                    <a:close/>
                    <a:moveTo>
                      <a:pt x="4224" y="9033"/>
                    </a:moveTo>
                    <a:cubicBezTo>
                      <a:pt x="4221" y="9055"/>
                      <a:pt x="4219" y="9062"/>
                      <a:pt x="4218" y="9062"/>
                    </a:cubicBezTo>
                    <a:cubicBezTo>
                      <a:pt x="4216" y="9062"/>
                      <a:pt x="4219" y="9033"/>
                      <a:pt x="4219" y="9033"/>
                    </a:cubicBezTo>
                    <a:close/>
                    <a:moveTo>
                      <a:pt x="1974" y="5739"/>
                    </a:moveTo>
                    <a:cubicBezTo>
                      <a:pt x="1974" y="5788"/>
                      <a:pt x="1979" y="5831"/>
                      <a:pt x="1990" y="5875"/>
                    </a:cubicBezTo>
                    <a:cubicBezTo>
                      <a:pt x="2012" y="5984"/>
                      <a:pt x="2044" y="6092"/>
                      <a:pt x="2088" y="6196"/>
                    </a:cubicBezTo>
                    <a:cubicBezTo>
                      <a:pt x="2164" y="6369"/>
                      <a:pt x="2305" y="6505"/>
                      <a:pt x="2485" y="6571"/>
                    </a:cubicBezTo>
                    <a:cubicBezTo>
                      <a:pt x="2578" y="6607"/>
                      <a:pt x="2673" y="6622"/>
                      <a:pt x="2769" y="6622"/>
                    </a:cubicBezTo>
                    <a:cubicBezTo>
                      <a:pt x="2885" y="6622"/>
                      <a:pt x="3002" y="6600"/>
                      <a:pt x="3115" y="6571"/>
                    </a:cubicBezTo>
                    <a:cubicBezTo>
                      <a:pt x="3153" y="6560"/>
                      <a:pt x="3197" y="6538"/>
                      <a:pt x="3235" y="6516"/>
                    </a:cubicBezTo>
                    <a:lnTo>
                      <a:pt x="3235" y="6516"/>
                    </a:lnTo>
                    <a:cubicBezTo>
                      <a:pt x="3235" y="6571"/>
                      <a:pt x="3229" y="6620"/>
                      <a:pt x="3219" y="6674"/>
                    </a:cubicBezTo>
                    <a:lnTo>
                      <a:pt x="3219" y="6668"/>
                    </a:lnTo>
                    <a:cubicBezTo>
                      <a:pt x="3186" y="6799"/>
                      <a:pt x="3181" y="6929"/>
                      <a:pt x="3148" y="7060"/>
                    </a:cubicBezTo>
                    <a:cubicBezTo>
                      <a:pt x="3110" y="7179"/>
                      <a:pt x="3083" y="7304"/>
                      <a:pt x="3061" y="7429"/>
                    </a:cubicBezTo>
                    <a:cubicBezTo>
                      <a:pt x="3045" y="7565"/>
                      <a:pt x="3045" y="7701"/>
                      <a:pt x="3039" y="7837"/>
                    </a:cubicBezTo>
                    <a:cubicBezTo>
                      <a:pt x="3034" y="7973"/>
                      <a:pt x="3012" y="8109"/>
                      <a:pt x="2996" y="8245"/>
                    </a:cubicBezTo>
                    <a:cubicBezTo>
                      <a:pt x="2974" y="8381"/>
                      <a:pt x="2979" y="8538"/>
                      <a:pt x="2941" y="8669"/>
                    </a:cubicBezTo>
                    <a:cubicBezTo>
                      <a:pt x="2903" y="8788"/>
                      <a:pt x="2860" y="8908"/>
                      <a:pt x="2833" y="9033"/>
                    </a:cubicBezTo>
                    <a:cubicBezTo>
                      <a:pt x="2822" y="9087"/>
                      <a:pt x="2805" y="9136"/>
                      <a:pt x="2789" y="9191"/>
                    </a:cubicBezTo>
                    <a:cubicBezTo>
                      <a:pt x="2784" y="9207"/>
                      <a:pt x="2784" y="9229"/>
                      <a:pt x="2778" y="9245"/>
                    </a:cubicBezTo>
                    <a:cubicBezTo>
                      <a:pt x="2773" y="9234"/>
                      <a:pt x="2762" y="9223"/>
                      <a:pt x="2751" y="9212"/>
                    </a:cubicBezTo>
                    <a:cubicBezTo>
                      <a:pt x="2702" y="9163"/>
                      <a:pt x="2659" y="9120"/>
                      <a:pt x="2615" y="9071"/>
                    </a:cubicBezTo>
                    <a:cubicBezTo>
                      <a:pt x="2528" y="8979"/>
                      <a:pt x="2447" y="8875"/>
                      <a:pt x="2360" y="8778"/>
                    </a:cubicBezTo>
                    <a:cubicBezTo>
                      <a:pt x="2273" y="8680"/>
                      <a:pt x="2202" y="8587"/>
                      <a:pt x="2126" y="8495"/>
                    </a:cubicBezTo>
                    <a:cubicBezTo>
                      <a:pt x="2066" y="8430"/>
                      <a:pt x="2050" y="8332"/>
                      <a:pt x="1952" y="8310"/>
                    </a:cubicBezTo>
                    <a:cubicBezTo>
                      <a:pt x="1940" y="8307"/>
                      <a:pt x="1929" y="8306"/>
                      <a:pt x="1918" y="8306"/>
                    </a:cubicBezTo>
                    <a:cubicBezTo>
                      <a:pt x="1840" y="8306"/>
                      <a:pt x="1786" y="8370"/>
                      <a:pt x="1724" y="8413"/>
                    </a:cubicBezTo>
                    <a:cubicBezTo>
                      <a:pt x="1620" y="8489"/>
                      <a:pt x="1512" y="8549"/>
                      <a:pt x="1403" y="8620"/>
                    </a:cubicBezTo>
                    <a:cubicBezTo>
                      <a:pt x="1294" y="8685"/>
                      <a:pt x="1196" y="8745"/>
                      <a:pt x="1104" y="8816"/>
                    </a:cubicBezTo>
                    <a:cubicBezTo>
                      <a:pt x="1066" y="8848"/>
                      <a:pt x="1028" y="8881"/>
                      <a:pt x="984" y="8913"/>
                    </a:cubicBezTo>
                    <a:cubicBezTo>
                      <a:pt x="1001" y="8859"/>
                      <a:pt x="1017" y="8799"/>
                      <a:pt x="1023" y="8745"/>
                    </a:cubicBezTo>
                    <a:cubicBezTo>
                      <a:pt x="1055" y="8587"/>
                      <a:pt x="1093" y="8441"/>
                      <a:pt x="1131" y="8288"/>
                    </a:cubicBezTo>
                    <a:cubicBezTo>
                      <a:pt x="1218" y="7984"/>
                      <a:pt x="1289" y="7674"/>
                      <a:pt x="1387" y="7370"/>
                    </a:cubicBezTo>
                    <a:cubicBezTo>
                      <a:pt x="1485" y="7082"/>
                      <a:pt x="1544" y="6788"/>
                      <a:pt x="1620" y="6495"/>
                    </a:cubicBezTo>
                    <a:cubicBezTo>
                      <a:pt x="1659" y="6331"/>
                      <a:pt x="1702" y="6174"/>
                      <a:pt x="1745" y="6016"/>
                    </a:cubicBezTo>
                    <a:cubicBezTo>
                      <a:pt x="1767" y="5940"/>
                      <a:pt x="1784" y="5869"/>
                      <a:pt x="1794" y="5793"/>
                    </a:cubicBezTo>
                    <a:lnTo>
                      <a:pt x="1849" y="5777"/>
                    </a:lnTo>
                    <a:cubicBezTo>
                      <a:pt x="1892" y="5766"/>
                      <a:pt x="1930" y="5755"/>
                      <a:pt x="1974" y="5739"/>
                    </a:cubicBezTo>
                    <a:close/>
                    <a:moveTo>
                      <a:pt x="3518" y="0"/>
                    </a:moveTo>
                    <a:cubicBezTo>
                      <a:pt x="3484" y="0"/>
                      <a:pt x="3450" y="1"/>
                      <a:pt x="3414" y="4"/>
                    </a:cubicBezTo>
                    <a:cubicBezTo>
                      <a:pt x="3344" y="20"/>
                      <a:pt x="3273" y="42"/>
                      <a:pt x="3202" y="75"/>
                    </a:cubicBezTo>
                    <a:cubicBezTo>
                      <a:pt x="3148" y="97"/>
                      <a:pt x="3094" y="124"/>
                      <a:pt x="3045" y="156"/>
                    </a:cubicBezTo>
                    <a:cubicBezTo>
                      <a:pt x="3034" y="145"/>
                      <a:pt x="3023" y="135"/>
                      <a:pt x="3012" y="129"/>
                    </a:cubicBezTo>
                    <a:cubicBezTo>
                      <a:pt x="2947" y="80"/>
                      <a:pt x="2876" y="48"/>
                      <a:pt x="2795" y="26"/>
                    </a:cubicBezTo>
                    <a:cubicBezTo>
                      <a:pt x="2746" y="18"/>
                      <a:pt x="2697" y="13"/>
                      <a:pt x="2647" y="13"/>
                    </a:cubicBezTo>
                    <a:cubicBezTo>
                      <a:pt x="2536" y="13"/>
                      <a:pt x="2423" y="35"/>
                      <a:pt x="2322" y="80"/>
                    </a:cubicBezTo>
                    <a:cubicBezTo>
                      <a:pt x="2175" y="118"/>
                      <a:pt x="2044" y="200"/>
                      <a:pt x="1936" y="314"/>
                    </a:cubicBezTo>
                    <a:cubicBezTo>
                      <a:pt x="1903" y="352"/>
                      <a:pt x="1827" y="439"/>
                      <a:pt x="1843" y="504"/>
                    </a:cubicBezTo>
                    <a:cubicBezTo>
                      <a:pt x="1805" y="477"/>
                      <a:pt x="1762" y="450"/>
                      <a:pt x="1713" y="428"/>
                    </a:cubicBezTo>
                    <a:cubicBezTo>
                      <a:pt x="1648" y="406"/>
                      <a:pt x="1582" y="390"/>
                      <a:pt x="1512" y="385"/>
                    </a:cubicBezTo>
                    <a:cubicBezTo>
                      <a:pt x="1505" y="384"/>
                      <a:pt x="1498" y="384"/>
                      <a:pt x="1491" y="384"/>
                    </a:cubicBezTo>
                    <a:cubicBezTo>
                      <a:pt x="1373" y="384"/>
                      <a:pt x="1262" y="427"/>
                      <a:pt x="1169" y="499"/>
                    </a:cubicBezTo>
                    <a:cubicBezTo>
                      <a:pt x="1066" y="586"/>
                      <a:pt x="979" y="695"/>
                      <a:pt x="919" y="820"/>
                    </a:cubicBezTo>
                    <a:cubicBezTo>
                      <a:pt x="897" y="874"/>
                      <a:pt x="881" y="934"/>
                      <a:pt x="881" y="993"/>
                    </a:cubicBezTo>
                    <a:cubicBezTo>
                      <a:pt x="881" y="1064"/>
                      <a:pt x="903" y="1140"/>
                      <a:pt x="897" y="1211"/>
                    </a:cubicBezTo>
                    <a:cubicBezTo>
                      <a:pt x="876" y="1216"/>
                      <a:pt x="849" y="1222"/>
                      <a:pt x="821" y="1233"/>
                    </a:cubicBezTo>
                    <a:cubicBezTo>
                      <a:pt x="762" y="1249"/>
                      <a:pt x="707" y="1276"/>
                      <a:pt x="658" y="1309"/>
                    </a:cubicBezTo>
                    <a:cubicBezTo>
                      <a:pt x="555" y="1396"/>
                      <a:pt x="468" y="1499"/>
                      <a:pt x="397" y="1613"/>
                    </a:cubicBezTo>
                    <a:cubicBezTo>
                      <a:pt x="316" y="1722"/>
                      <a:pt x="278" y="1852"/>
                      <a:pt x="289" y="1988"/>
                    </a:cubicBezTo>
                    <a:cubicBezTo>
                      <a:pt x="294" y="2059"/>
                      <a:pt x="305" y="2130"/>
                      <a:pt x="327" y="2195"/>
                    </a:cubicBezTo>
                    <a:cubicBezTo>
                      <a:pt x="332" y="2222"/>
                      <a:pt x="343" y="2249"/>
                      <a:pt x="359" y="2271"/>
                    </a:cubicBezTo>
                    <a:cubicBezTo>
                      <a:pt x="256" y="2358"/>
                      <a:pt x="185" y="2467"/>
                      <a:pt x="136" y="2586"/>
                    </a:cubicBezTo>
                    <a:cubicBezTo>
                      <a:pt x="71" y="2749"/>
                      <a:pt x="1" y="2939"/>
                      <a:pt x="22" y="3113"/>
                    </a:cubicBezTo>
                    <a:cubicBezTo>
                      <a:pt x="44" y="3287"/>
                      <a:pt x="71" y="3478"/>
                      <a:pt x="164" y="3624"/>
                    </a:cubicBezTo>
                    <a:cubicBezTo>
                      <a:pt x="218" y="3717"/>
                      <a:pt x="300" y="3787"/>
                      <a:pt x="397" y="3826"/>
                    </a:cubicBezTo>
                    <a:cubicBezTo>
                      <a:pt x="376" y="3864"/>
                      <a:pt x="365" y="3902"/>
                      <a:pt x="354" y="3934"/>
                    </a:cubicBezTo>
                    <a:cubicBezTo>
                      <a:pt x="267" y="4239"/>
                      <a:pt x="359" y="4565"/>
                      <a:pt x="593" y="4777"/>
                    </a:cubicBezTo>
                    <a:cubicBezTo>
                      <a:pt x="647" y="4820"/>
                      <a:pt x="713" y="4858"/>
                      <a:pt x="778" y="4886"/>
                    </a:cubicBezTo>
                    <a:cubicBezTo>
                      <a:pt x="816" y="4902"/>
                      <a:pt x="859" y="4907"/>
                      <a:pt x="897" y="4913"/>
                    </a:cubicBezTo>
                    <a:lnTo>
                      <a:pt x="963" y="4918"/>
                    </a:lnTo>
                    <a:lnTo>
                      <a:pt x="963" y="4924"/>
                    </a:lnTo>
                    <a:cubicBezTo>
                      <a:pt x="952" y="4967"/>
                      <a:pt x="946" y="5011"/>
                      <a:pt x="946" y="5054"/>
                    </a:cubicBezTo>
                    <a:cubicBezTo>
                      <a:pt x="941" y="5136"/>
                      <a:pt x="946" y="5217"/>
                      <a:pt x="963" y="5299"/>
                    </a:cubicBezTo>
                    <a:cubicBezTo>
                      <a:pt x="990" y="5445"/>
                      <a:pt x="1066" y="5619"/>
                      <a:pt x="1191" y="5712"/>
                    </a:cubicBezTo>
                    <a:cubicBezTo>
                      <a:pt x="1293" y="5790"/>
                      <a:pt x="1414" y="5830"/>
                      <a:pt x="1538" y="5830"/>
                    </a:cubicBezTo>
                    <a:cubicBezTo>
                      <a:pt x="1560" y="5830"/>
                      <a:pt x="1582" y="5828"/>
                      <a:pt x="1604" y="5826"/>
                    </a:cubicBezTo>
                    <a:lnTo>
                      <a:pt x="1664" y="5815"/>
                    </a:lnTo>
                    <a:lnTo>
                      <a:pt x="1664" y="5815"/>
                    </a:lnTo>
                    <a:cubicBezTo>
                      <a:pt x="1653" y="5869"/>
                      <a:pt x="1637" y="5929"/>
                      <a:pt x="1620" y="5984"/>
                    </a:cubicBezTo>
                    <a:cubicBezTo>
                      <a:pt x="1572" y="6141"/>
                      <a:pt x="1528" y="6299"/>
                      <a:pt x="1485" y="6456"/>
                    </a:cubicBezTo>
                    <a:cubicBezTo>
                      <a:pt x="1403" y="6761"/>
                      <a:pt x="1321" y="7071"/>
                      <a:pt x="1213" y="7364"/>
                    </a:cubicBezTo>
                    <a:cubicBezTo>
                      <a:pt x="1104" y="7658"/>
                      <a:pt x="1023" y="7989"/>
                      <a:pt x="936" y="8299"/>
                    </a:cubicBezTo>
                    <a:cubicBezTo>
                      <a:pt x="887" y="8451"/>
                      <a:pt x="854" y="8598"/>
                      <a:pt x="827" y="8750"/>
                    </a:cubicBezTo>
                    <a:cubicBezTo>
                      <a:pt x="789" y="8881"/>
                      <a:pt x="767" y="9011"/>
                      <a:pt x="751" y="9142"/>
                    </a:cubicBezTo>
                    <a:cubicBezTo>
                      <a:pt x="751" y="9185"/>
                      <a:pt x="783" y="9223"/>
                      <a:pt x="827" y="9234"/>
                    </a:cubicBezTo>
                    <a:cubicBezTo>
                      <a:pt x="840" y="9236"/>
                      <a:pt x="852" y="9238"/>
                      <a:pt x="864" y="9238"/>
                    </a:cubicBezTo>
                    <a:cubicBezTo>
                      <a:pt x="933" y="9238"/>
                      <a:pt x="977" y="9198"/>
                      <a:pt x="1028" y="9142"/>
                    </a:cubicBezTo>
                    <a:cubicBezTo>
                      <a:pt x="1120" y="9055"/>
                      <a:pt x="1218" y="8973"/>
                      <a:pt x="1321" y="8908"/>
                    </a:cubicBezTo>
                    <a:cubicBezTo>
                      <a:pt x="1425" y="8837"/>
                      <a:pt x="1528" y="8778"/>
                      <a:pt x="1631" y="8712"/>
                    </a:cubicBezTo>
                    <a:cubicBezTo>
                      <a:pt x="1680" y="8680"/>
                      <a:pt x="1729" y="8642"/>
                      <a:pt x="1778" y="8609"/>
                    </a:cubicBezTo>
                    <a:cubicBezTo>
                      <a:pt x="1832" y="8576"/>
                      <a:pt x="1865" y="8538"/>
                      <a:pt x="1903" y="8517"/>
                    </a:cubicBezTo>
                    <a:cubicBezTo>
                      <a:pt x="1909" y="8517"/>
                      <a:pt x="1909" y="8522"/>
                      <a:pt x="1914" y="8522"/>
                    </a:cubicBezTo>
                    <a:cubicBezTo>
                      <a:pt x="1925" y="8544"/>
                      <a:pt x="1930" y="8560"/>
                      <a:pt x="1947" y="8582"/>
                    </a:cubicBezTo>
                    <a:cubicBezTo>
                      <a:pt x="1979" y="8625"/>
                      <a:pt x="2012" y="8663"/>
                      <a:pt x="2050" y="8707"/>
                    </a:cubicBezTo>
                    <a:cubicBezTo>
                      <a:pt x="2126" y="8805"/>
                      <a:pt x="2197" y="8903"/>
                      <a:pt x="2278" y="8995"/>
                    </a:cubicBezTo>
                    <a:cubicBezTo>
                      <a:pt x="2360" y="9087"/>
                      <a:pt x="2430" y="9191"/>
                      <a:pt x="2517" y="9278"/>
                    </a:cubicBezTo>
                    <a:cubicBezTo>
                      <a:pt x="2593" y="9354"/>
                      <a:pt x="2670" y="9452"/>
                      <a:pt x="2762" y="9500"/>
                    </a:cubicBezTo>
                    <a:cubicBezTo>
                      <a:pt x="2777" y="9509"/>
                      <a:pt x="2794" y="9514"/>
                      <a:pt x="2811" y="9514"/>
                    </a:cubicBezTo>
                    <a:cubicBezTo>
                      <a:pt x="2837" y="9514"/>
                      <a:pt x="2862" y="9504"/>
                      <a:pt x="2882" y="9484"/>
                    </a:cubicBezTo>
                    <a:cubicBezTo>
                      <a:pt x="2963" y="9408"/>
                      <a:pt x="2958" y="9305"/>
                      <a:pt x="2990" y="9202"/>
                    </a:cubicBezTo>
                    <a:cubicBezTo>
                      <a:pt x="3034" y="9077"/>
                      <a:pt x="3045" y="8946"/>
                      <a:pt x="3088" y="8821"/>
                    </a:cubicBezTo>
                    <a:cubicBezTo>
                      <a:pt x="3121" y="8685"/>
                      <a:pt x="3142" y="8549"/>
                      <a:pt x="3148" y="8413"/>
                    </a:cubicBezTo>
                    <a:cubicBezTo>
                      <a:pt x="3164" y="8261"/>
                      <a:pt x="3191" y="8114"/>
                      <a:pt x="3208" y="7962"/>
                    </a:cubicBezTo>
                    <a:cubicBezTo>
                      <a:pt x="3219" y="7815"/>
                      <a:pt x="3213" y="7669"/>
                      <a:pt x="3229" y="7522"/>
                    </a:cubicBezTo>
                    <a:cubicBezTo>
                      <a:pt x="3246" y="7381"/>
                      <a:pt x="3278" y="7245"/>
                      <a:pt x="3316" y="7109"/>
                    </a:cubicBezTo>
                    <a:cubicBezTo>
                      <a:pt x="3327" y="7065"/>
                      <a:pt x="3338" y="7022"/>
                      <a:pt x="3344" y="6984"/>
                    </a:cubicBezTo>
                    <a:cubicBezTo>
                      <a:pt x="3371" y="7065"/>
                      <a:pt x="3393" y="7152"/>
                      <a:pt x="3420" y="7234"/>
                    </a:cubicBezTo>
                    <a:cubicBezTo>
                      <a:pt x="3490" y="7440"/>
                      <a:pt x="3588" y="7625"/>
                      <a:pt x="3653" y="7832"/>
                    </a:cubicBezTo>
                    <a:cubicBezTo>
                      <a:pt x="3773" y="8218"/>
                      <a:pt x="4039" y="8549"/>
                      <a:pt x="4126" y="8951"/>
                    </a:cubicBezTo>
                    <a:cubicBezTo>
                      <a:pt x="4148" y="9042"/>
                      <a:pt x="4148" y="9213"/>
                      <a:pt x="4273" y="9213"/>
                    </a:cubicBezTo>
                    <a:cubicBezTo>
                      <a:pt x="4275" y="9213"/>
                      <a:pt x="4277" y="9212"/>
                      <a:pt x="4279" y="9212"/>
                    </a:cubicBezTo>
                    <a:cubicBezTo>
                      <a:pt x="4393" y="9207"/>
                      <a:pt x="4436" y="9055"/>
                      <a:pt x="4463" y="8968"/>
                    </a:cubicBezTo>
                    <a:cubicBezTo>
                      <a:pt x="4507" y="8854"/>
                      <a:pt x="4534" y="8734"/>
                      <a:pt x="4572" y="8620"/>
                    </a:cubicBezTo>
                    <a:cubicBezTo>
                      <a:pt x="4605" y="8527"/>
                      <a:pt x="4637" y="8430"/>
                      <a:pt x="4670" y="8337"/>
                    </a:cubicBezTo>
                    <a:cubicBezTo>
                      <a:pt x="4681" y="8294"/>
                      <a:pt x="4692" y="8250"/>
                      <a:pt x="4703" y="8201"/>
                    </a:cubicBezTo>
                    <a:cubicBezTo>
                      <a:pt x="4708" y="8185"/>
                      <a:pt x="4713" y="8169"/>
                      <a:pt x="4719" y="8152"/>
                    </a:cubicBezTo>
                    <a:cubicBezTo>
                      <a:pt x="4728" y="8118"/>
                      <a:pt x="4726" y="8100"/>
                      <a:pt x="4747" y="8100"/>
                    </a:cubicBezTo>
                    <a:cubicBezTo>
                      <a:pt x="4752" y="8100"/>
                      <a:pt x="4759" y="8101"/>
                      <a:pt x="4768" y="8103"/>
                    </a:cubicBezTo>
                    <a:cubicBezTo>
                      <a:pt x="4817" y="8125"/>
                      <a:pt x="4855" y="8152"/>
                      <a:pt x="4893" y="8185"/>
                    </a:cubicBezTo>
                    <a:cubicBezTo>
                      <a:pt x="4936" y="8218"/>
                      <a:pt x="4980" y="8250"/>
                      <a:pt x="5029" y="8277"/>
                    </a:cubicBezTo>
                    <a:cubicBezTo>
                      <a:pt x="5127" y="8326"/>
                      <a:pt x="5224" y="8381"/>
                      <a:pt x="5317" y="8441"/>
                    </a:cubicBezTo>
                    <a:cubicBezTo>
                      <a:pt x="5398" y="8506"/>
                      <a:pt x="5485" y="8517"/>
                      <a:pt x="5578" y="8560"/>
                    </a:cubicBezTo>
                    <a:cubicBezTo>
                      <a:pt x="5653" y="8598"/>
                      <a:pt x="5708" y="8651"/>
                      <a:pt x="5788" y="8651"/>
                    </a:cubicBezTo>
                    <a:cubicBezTo>
                      <a:pt x="5800" y="8651"/>
                      <a:pt x="5814" y="8650"/>
                      <a:pt x="5828" y="8647"/>
                    </a:cubicBezTo>
                    <a:cubicBezTo>
                      <a:pt x="5909" y="8647"/>
                      <a:pt x="5991" y="8604"/>
                      <a:pt x="6040" y="8533"/>
                    </a:cubicBezTo>
                    <a:cubicBezTo>
                      <a:pt x="6067" y="8473"/>
                      <a:pt x="6040" y="8413"/>
                      <a:pt x="6034" y="8354"/>
                    </a:cubicBezTo>
                    <a:cubicBezTo>
                      <a:pt x="6023" y="8283"/>
                      <a:pt x="6002" y="8218"/>
                      <a:pt x="5964" y="8158"/>
                    </a:cubicBezTo>
                    <a:cubicBezTo>
                      <a:pt x="5898" y="8000"/>
                      <a:pt x="5822" y="7843"/>
                      <a:pt x="5746" y="7685"/>
                    </a:cubicBezTo>
                    <a:cubicBezTo>
                      <a:pt x="5676" y="7533"/>
                      <a:pt x="5594" y="7402"/>
                      <a:pt x="5529" y="7256"/>
                    </a:cubicBezTo>
                    <a:cubicBezTo>
                      <a:pt x="5458" y="7103"/>
                      <a:pt x="5398" y="6967"/>
                      <a:pt x="5339" y="6821"/>
                    </a:cubicBezTo>
                    <a:cubicBezTo>
                      <a:pt x="5300" y="6739"/>
                      <a:pt x="5262" y="6663"/>
                      <a:pt x="5230" y="6587"/>
                    </a:cubicBezTo>
                    <a:cubicBezTo>
                      <a:pt x="5208" y="6516"/>
                      <a:pt x="5175" y="6451"/>
                      <a:pt x="5137" y="6386"/>
                    </a:cubicBezTo>
                    <a:cubicBezTo>
                      <a:pt x="5045" y="6261"/>
                      <a:pt x="5012" y="6109"/>
                      <a:pt x="4953" y="5967"/>
                    </a:cubicBezTo>
                    <a:cubicBezTo>
                      <a:pt x="4936" y="5929"/>
                      <a:pt x="4920" y="5891"/>
                      <a:pt x="4904" y="5853"/>
                    </a:cubicBezTo>
                    <a:cubicBezTo>
                      <a:pt x="4931" y="5853"/>
                      <a:pt x="4963" y="5853"/>
                      <a:pt x="4996" y="5848"/>
                    </a:cubicBezTo>
                    <a:cubicBezTo>
                      <a:pt x="5175" y="5820"/>
                      <a:pt x="5355" y="5750"/>
                      <a:pt x="5507" y="5647"/>
                    </a:cubicBezTo>
                    <a:cubicBezTo>
                      <a:pt x="5561" y="5603"/>
                      <a:pt x="5616" y="5549"/>
                      <a:pt x="5659" y="5494"/>
                    </a:cubicBezTo>
                    <a:cubicBezTo>
                      <a:pt x="5724" y="5429"/>
                      <a:pt x="5773" y="5353"/>
                      <a:pt x="5801" y="5266"/>
                    </a:cubicBezTo>
                    <a:cubicBezTo>
                      <a:pt x="5850" y="5136"/>
                      <a:pt x="5866" y="4994"/>
                      <a:pt x="5860" y="4858"/>
                    </a:cubicBezTo>
                    <a:cubicBezTo>
                      <a:pt x="5936" y="4793"/>
                      <a:pt x="6013" y="4722"/>
                      <a:pt x="6078" y="4641"/>
                    </a:cubicBezTo>
                    <a:cubicBezTo>
                      <a:pt x="6187" y="4521"/>
                      <a:pt x="6252" y="4375"/>
                      <a:pt x="6279" y="4211"/>
                    </a:cubicBezTo>
                    <a:cubicBezTo>
                      <a:pt x="6312" y="4059"/>
                      <a:pt x="6290" y="3902"/>
                      <a:pt x="6219" y="3766"/>
                    </a:cubicBezTo>
                    <a:cubicBezTo>
                      <a:pt x="6181" y="3684"/>
                      <a:pt x="6116" y="3624"/>
                      <a:pt x="6040" y="3597"/>
                    </a:cubicBezTo>
                    <a:cubicBezTo>
                      <a:pt x="6110" y="3527"/>
                      <a:pt x="6170" y="3450"/>
                      <a:pt x="6225" y="3369"/>
                    </a:cubicBezTo>
                    <a:cubicBezTo>
                      <a:pt x="6322" y="3255"/>
                      <a:pt x="6382" y="3119"/>
                      <a:pt x="6404" y="2978"/>
                    </a:cubicBezTo>
                    <a:cubicBezTo>
                      <a:pt x="6420" y="2820"/>
                      <a:pt x="6355" y="2711"/>
                      <a:pt x="6241" y="2608"/>
                    </a:cubicBezTo>
                    <a:cubicBezTo>
                      <a:pt x="6203" y="2559"/>
                      <a:pt x="6148" y="2526"/>
                      <a:pt x="6089" y="2505"/>
                    </a:cubicBezTo>
                    <a:lnTo>
                      <a:pt x="6067" y="2494"/>
                    </a:lnTo>
                    <a:cubicBezTo>
                      <a:pt x="6121" y="2423"/>
                      <a:pt x="6170" y="2342"/>
                      <a:pt x="6219" y="2260"/>
                    </a:cubicBezTo>
                    <a:cubicBezTo>
                      <a:pt x="6312" y="2146"/>
                      <a:pt x="6312" y="1983"/>
                      <a:pt x="6230" y="1863"/>
                    </a:cubicBezTo>
                    <a:cubicBezTo>
                      <a:pt x="6130" y="1732"/>
                      <a:pt x="5980" y="1656"/>
                      <a:pt x="5813" y="1656"/>
                    </a:cubicBezTo>
                    <a:cubicBezTo>
                      <a:pt x="5807" y="1656"/>
                      <a:pt x="5801" y="1656"/>
                      <a:pt x="5795" y="1657"/>
                    </a:cubicBezTo>
                    <a:cubicBezTo>
                      <a:pt x="5839" y="1597"/>
                      <a:pt x="5860" y="1532"/>
                      <a:pt x="5866" y="1461"/>
                    </a:cubicBezTo>
                    <a:cubicBezTo>
                      <a:pt x="5882" y="1303"/>
                      <a:pt x="5806" y="1151"/>
                      <a:pt x="5676" y="1064"/>
                    </a:cubicBezTo>
                    <a:cubicBezTo>
                      <a:pt x="5540" y="977"/>
                      <a:pt x="5382" y="923"/>
                      <a:pt x="5219" y="917"/>
                    </a:cubicBezTo>
                    <a:cubicBezTo>
                      <a:pt x="5143" y="917"/>
                      <a:pt x="5067" y="939"/>
                      <a:pt x="4996" y="972"/>
                    </a:cubicBezTo>
                    <a:cubicBezTo>
                      <a:pt x="4980" y="977"/>
                      <a:pt x="4969" y="983"/>
                      <a:pt x="4958" y="993"/>
                    </a:cubicBezTo>
                    <a:cubicBezTo>
                      <a:pt x="4953" y="961"/>
                      <a:pt x="4953" y="934"/>
                      <a:pt x="4958" y="901"/>
                    </a:cubicBezTo>
                    <a:cubicBezTo>
                      <a:pt x="4974" y="820"/>
                      <a:pt x="4980" y="738"/>
                      <a:pt x="4969" y="656"/>
                    </a:cubicBezTo>
                    <a:cubicBezTo>
                      <a:pt x="4958" y="531"/>
                      <a:pt x="4877" y="423"/>
                      <a:pt x="4762" y="374"/>
                    </a:cubicBezTo>
                    <a:cubicBezTo>
                      <a:pt x="4666" y="329"/>
                      <a:pt x="4564" y="307"/>
                      <a:pt x="4463" y="307"/>
                    </a:cubicBezTo>
                    <a:cubicBezTo>
                      <a:pt x="4317" y="307"/>
                      <a:pt x="4172" y="352"/>
                      <a:pt x="4050" y="439"/>
                    </a:cubicBezTo>
                    <a:cubicBezTo>
                      <a:pt x="4039" y="357"/>
                      <a:pt x="4012" y="281"/>
                      <a:pt x="3969" y="211"/>
                    </a:cubicBezTo>
                    <a:cubicBezTo>
                      <a:pt x="3887" y="97"/>
                      <a:pt x="3762" y="20"/>
                      <a:pt x="3621" y="4"/>
                    </a:cubicBezTo>
                    <a:cubicBezTo>
                      <a:pt x="3585" y="1"/>
                      <a:pt x="3552" y="0"/>
                      <a:pt x="3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20"/>
              <p:cNvSpPr/>
              <p:nvPr/>
            </p:nvSpPr>
            <p:spPr>
              <a:xfrm>
                <a:off x="4022650" y="4065400"/>
                <a:ext cx="25" cy="25"/>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0"/>
              <p:cNvSpPr/>
              <p:nvPr/>
            </p:nvSpPr>
            <p:spPr>
              <a:xfrm>
                <a:off x="3969250" y="4099825"/>
                <a:ext cx="8575" cy="10175"/>
              </a:xfrm>
              <a:custGeom>
                <a:rect b="b" l="l" r="r" t="t"/>
                <a:pathLst>
                  <a:path extrusionOk="0" h="407" w="343">
                    <a:moveTo>
                      <a:pt x="305" y="1"/>
                    </a:moveTo>
                    <a:cubicBezTo>
                      <a:pt x="290" y="1"/>
                      <a:pt x="274" y="9"/>
                      <a:pt x="266" y="26"/>
                    </a:cubicBezTo>
                    <a:lnTo>
                      <a:pt x="266" y="21"/>
                    </a:lnTo>
                    <a:cubicBezTo>
                      <a:pt x="250" y="43"/>
                      <a:pt x="234" y="64"/>
                      <a:pt x="218" y="81"/>
                    </a:cubicBezTo>
                    <a:cubicBezTo>
                      <a:pt x="190" y="108"/>
                      <a:pt x="163" y="140"/>
                      <a:pt x="136" y="168"/>
                    </a:cubicBezTo>
                    <a:cubicBezTo>
                      <a:pt x="76" y="211"/>
                      <a:pt x="33" y="271"/>
                      <a:pt x="6" y="342"/>
                    </a:cubicBezTo>
                    <a:cubicBezTo>
                      <a:pt x="0" y="358"/>
                      <a:pt x="6" y="380"/>
                      <a:pt x="16" y="391"/>
                    </a:cubicBezTo>
                    <a:cubicBezTo>
                      <a:pt x="27" y="401"/>
                      <a:pt x="41" y="407"/>
                      <a:pt x="54" y="407"/>
                    </a:cubicBezTo>
                    <a:cubicBezTo>
                      <a:pt x="68" y="407"/>
                      <a:pt x="82" y="401"/>
                      <a:pt x="92" y="391"/>
                    </a:cubicBezTo>
                    <a:cubicBezTo>
                      <a:pt x="109" y="374"/>
                      <a:pt x="125" y="352"/>
                      <a:pt x="136" y="331"/>
                    </a:cubicBezTo>
                    <a:cubicBezTo>
                      <a:pt x="158" y="304"/>
                      <a:pt x="174" y="282"/>
                      <a:pt x="196" y="260"/>
                    </a:cubicBezTo>
                    <a:cubicBezTo>
                      <a:pt x="250" y="206"/>
                      <a:pt x="332" y="119"/>
                      <a:pt x="343" y="37"/>
                    </a:cubicBezTo>
                    <a:cubicBezTo>
                      <a:pt x="343" y="13"/>
                      <a:pt x="324" y="1"/>
                      <a:pt x="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0"/>
              <p:cNvSpPr/>
              <p:nvPr/>
            </p:nvSpPr>
            <p:spPr>
              <a:xfrm>
                <a:off x="3965850" y="4106625"/>
                <a:ext cx="11150" cy="11000"/>
              </a:xfrm>
              <a:custGeom>
                <a:rect b="b" l="l" r="r" t="t"/>
                <a:pathLst>
                  <a:path extrusionOk="0" h="440" w="446">
                    <a:moveTo>
                      <a:pt x="393" y="1"/>
                    </a:moveTo>
                    <a:cubicBezTo>
                      <a:pt x="373" y="1"/>
                      <a:pt x="354" y="13"/>
                      <a:pt x="354" y="37"/>
                    </a:cubicBezTo>
                    <a:cubicBezTo>
                      <a:pt x="354" y="70"/>
                      <a:pt x="277" y="113"/>
                      <a:pt x="256" y="129"/>
                    </a:cubicBezTo>
                    <a:cubicBezTo>
                      <a:pt x="223" y="157"/>
                      <a:pt x="190" y="178"/>
                      <a:pt x="158" y="211"/>
                    </a:cubicBezTo>
                    <a:cubicBezTo>
                      <a:pt x="109" y="260"/>
                      <a:pt x="0" y="374"/>
                      <a:pt x="98" y="434"/>
                    </a:cubicBezTo>
                    <a:cubicBezTo>
                      <a:pt x="102" y="438"/>
                      <a:pt x="108" y="440"/>
                      <a:pt x="114" y="440"/>
                    </a:cubicBezTo>
                    <a:cubicBezTo>
                      <a:pt x="124" y="440"/>
                      <a:pt x="135" y="435"/>
                      <a:pt x="142" y="428"/>
                    </a:cubicBezTo>
                    <a:cubicBezTo>
                      <a:pt x="169" y="396"/>
                      <a:pt x="185" y="352"/>
                      <a:pt x="218" y="320"/>
                    </a:cubicBezTo>
                    <a:cubicBezTo>
                      <a:pt x="250" y="282"/>
                      <a:pt x="277" y="254"/>
                      <a:pt x="310" y="227"/>
                    </a:cubicBezTo>
                    <a:cubicBezTo>
                      <a:pt x="364" y="178"/>
                      <a:pt x="446" y="113"/>
                      <a:pt x="430" y="26"/>
                    </a:cubicBezTo>
                    <a:cubicBezTo>
                      <a:pt x="425" y="9"/>
                      <a:pt x="409"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0"/>
              <p:cNvSpPr/>
              <p:nvPr/>
            </p:nvSpPr>
            <p:spPr>
              <a:xfrm>
                <a:off x="3965600" y="4117425"/>
                <a:ext cx="8025" cy="8125"/>
              </a:xfrm>
              <a:custGeom>
                <a:rect b="b" l="l" r="r" t="t"/>
                <a:pathLst>
                  <a:path extrusionOk="0" h="325" w="321">
                    <a:moveTo>
                      <a:pt x="278" y="1"/>
                    </a:moveTo>
                    <a:cubicBezTo>
                      <a:pt x="272" y="1"/>
                      <a:pt x="266" y="3"/>
                      <a:pt x="260" y="7"/>
                    </a:cubicBezTo>
                    <a:cubicBezTo>
                      <a:pt x="206" y="45"/>
                      <a:pt x="162" y="89"/>
                      <a:pt x="119" y="138"/>
                    </a:cubicBezTo>
                    <a:cubicBezTo>
                      <a:pt x="70" y="176"/>
                      <a:pt x="37" y="225"/>
                      <a:pt x="10" y="279"/>
                    </a:cubicBezTo>
                    <a:cubicBezTo>
                      <a:pt x="1" y="302"/>
                      <a:pt x="19" y="325"/>
                      <a:pt x="38" y="325"/>
                    </a:cubicBezTo>
                    <a:cubicBezTo>
                      <a:pt x="41" y="325"/>
                      <a:pt x="45" y="324"/>
                      <a:pt x="48" y="323"/>
                    </a:cubicBezTo>
                    <a:cubicBezTo>
                      <a:pt x="103" y="295"/>
                      <a:pt x="152" y="252"/>
                      <a:pt x="184" y="203"/>
                    </a:cubicBezTo>
                    <a:cubicBezTo>
                      <a:pt x="228" y="154"/>
                      <a:pt x="271" y="105"/>
                      <a:pt x="304" y="51"/>
                    </a:cubicBezTo>
                    <a:cubicBezTo>
                      <a:pt x="321" y="29"/>
                      <a:pt x="301" y="1"/>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20"/>
              <p:cNvSpPr/>
              <p:nvPr/>
            </p:nvSpPr>
            <p:spPr>
              <a:xfrm>
                <a:off x="3965025" y="4126300"/>
                <a:ext cx="4425" cy="5525"/>
              </a:xfrm>
              <a:custGeom>
                <a:rect b="b" l="l" r="r" t="t"/>
                <a:pathLst>
                  <a:path extrusionOk="0" h="221" w="177">
                    <a:moveTo>
                      <a:pt x="125" y="0"/>
                    </a:moveTo>
                    <a:cubicBezTo>
                      <a:pt x="111" y="0"/>
                      <a:pt x="97" y="7"/>
                      <a:pt x="88" y="22"/>
                    </a:cubicBezTo>
                    <a:cubicBezTo>
                      <a:pt x="77" y="44"/>
                      <a:pt x="49" y="60"/>
                      <a:pt x="33" y="76"/>
                    </a:cubicBezTo>
                    <a:cubicBezTo>
                      <a:pt x="11" y="103"/>
                      <a:pt x="1" y="131"/>
                      <a:pt x="6" y="163"/>
                    </a:cubicBezTo>
                    <a:cubicBezTo>
                      <a:pt x="6" y="201"/>
                      <a:pt x="35" y="220"/>
                      <a:pt x="63" y="220"/>
                    </a:cubicBezTo>
                    <a:cubicBezTo>
                      <a:pt x="92" y="220"/>
                      <a:pt x="120" y="201"/>
                      <a:pt x="120" y="163"/>
                    </a:cubicBezTo>
                    <a:cubicBezTo>
                      <a:pt x="120" y="158"/>
                      <a:pt x="120" y="158"/>
                      <a:pt x="120" y="152"/>
                    </a:cubicBezTo>
                    <a:lnTo>
                      <a:pt x="120" y="141"/>
                    </a:lnTo>
                    <a:cubicBezTo>
                      <a:pt x="120" y="141"/>
                      <a:pt x="126" y="131"/>
                      <a:pt x="126" y="131"/>
                    </a:cubicBezTo>
                    <a:cubicBezTo>
                      <a:pt x="142" y="109"/>
                      <a:pt x="158" y="82"/>
                      <a:pt x="169" y="55"/>
                    </a:cubicBezTo>
                    <a:cubicBezTo>
                      <a:pt x="176" y="23"/>
                      <a:pt x="151"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0"/>
              <p:cNvSpPr/>
              <p:nvPr/>
            </p:nvSpPr>
            <p:spPr>
              <a:xfrm>
                <a:off x="4004025" y="3980725"/>
                <a:ext cx="13775" cy="18700"/>
              </a:xfrm>
              <a:custGeom>
                <a:rect b="b" l="l" r="r" t="t"/>
                <a:pathLst>
                  <a:path extrusionOk="0" h="748" w="551">
                    <a:moveTo>
                      <a:pt x="173" y="0"/>
                    </a:moveTo>
                    <a:cubicBezTo>
                      <a:pt x="156" y="0"/>
                      <a:pt x="139" y="4"/>
                      <a:pt x="120" y="12"/>
                    </a:cubicBezTo>
                    <a:cubicBezTo>
                      <a:pt x="1" y="61"/>
                      <a:pt x="1" y="246"/>
                      <a:pt x="22" y="349"/>
                    </a:cubicBezTo>
                    <a:cubicBezTo>
                      <a:pt x="60" y="512"/>
                      <a:pt x="169" y="692"/>
                      <a:pt x="343" y="741"/>
                    </a:cubicBezTo>
                    <a:cubicBezTo>
                      <a:pt x="360" y="745"/>
                      <a:pt x="375" y="747"/>
                      <a:pt x="389" y="747"/>
                    </a:cubicBezTo>
                    <a:cubicBezTo>
                      <a:pt x="523" y="747"/>
                      <a:pt x="551" y="549"/>
                      <a:pt x="512" y="436"/>
                    </a:cubicBezTo>
                    <a:lnTo>
                      <a:pt x="512" y="431"/>
                    </a:lnTo>
                    <a:cubicBezTo>
                      <a:pt x="507" y="424"/>
                      <a:pt x="498" y="420"/>
                      <a:pt x="489" y="420"/>
                    </a:cubicBezTo>
                    <a:cubicBezTo>
                      <a:pt x="478" y="420"/>
                      <a:pt x="468" y="426"/>
                      <a:pt x="468" y="442"/>
                    </a:cubicBezTo>
                    <a:cubicBezTo>
                      <a:pt x="474" y="501"/>
                      <a:pt x="495" y="588"/>
                      <a:pt x="446" y="643"/>
                    </a:cubicBezTo>
                    <a:cubicBezTo>
                      <a:pt x="424" y="667"/>
                      <a:pt x="399" y="676"/>
                      <a:pt x="373" y="676"/>
                    </a:cubicBezTo>
                    <a:cubicBezTo>
                      <a:pt x="323" y="676"/>
                      <a:pt x="270" y="641"/>
                      <a:pt x="234" y="605"/>
                    </a:cubicBezTo>
                    <a:cubicBezTo>
                      <a:pt x="158" y="529"/>
                      <a:pt x="104" y="425"/>
                      <a:pt x="82" y="317"/>
                    </a:cubicBezTo>
                    <a:cubicBezTo>
                      <a:pt x="60" y="241"/>
                      <a:pt x="77" y="159"/>
                      <a:pt x="115" y="94"/>
                    </a:cubicBezTo>
                    <a:cubicBezTo>
                      <a:pt x="133" y="73"/>
                      <a:pt x="153" y="65"/>
                      <a:pt x="173" y="65"/>
                    </a:cubicBezTo>
                    <a:cubicBezTo>
                      <a:pt x="260" y="65"/>
                      <a:pt x="356" y="226"/>
                      <a:pt x="387" y="279"/>
                    </a:cubicBezTo>
                    <a:cubicBezTo>
                      <a:pt x="392" y="286"/>
                      <a:pt x="399" y="289"/>
                      <a:pt x="405" y="289"/>
                    </a:cubicBezTo>
                    <a:cubicBezTo>
                      <a:pt x="419" y="289"/>
                      <a:pt x="432" y="275"/>
                      <a:pt x="425" y="257"/>
                    </a:cubicBezTo>
                    <a:cubicBezTo>
                      <a:pt x="377" y="172"/>
                      <a:pt x="289"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0"/>
              <p:cNvSpPr/>
              <p:nvPr/>
            </p:nvSpPr>
            <p:spPr>
              <a:xfrm>
                <a:off x="4015175" y="4008725"/>
                <a:ext cx="8300" cy="8275"/>
              </a:xfrm>
              <a:custGeom>
                <a:rect b="b" l="l" r="r" t="t"/>
                <a:pathLst>
                  <a:path extrusionOk="0" h="331" w="332">
                    <a:moveTo>
                      <a:pt x="86" y="0"/>
                    </a:moveTo>
                    <a:cubicBezTo>
                      <a:pt x="81" y="0"/>
                      <a:pt x="76" y="2"/>
                      <a:pt x="71" y="7"/>
                    </a:cubicBezTo>
                    <a:cubicBezTo>
                      <a:pt x="0" y="61"/>
                      <a:pt x="49" y="159"/>
                      <a:pt x="87" y="208"/>
                    </a:cubicBezTo>
                    <a:cubicBezTo>
                      <a:pt x="121" y="256"/>
                      <a:pt x="186" y="331"/>
                      <a:pt x="257" y="331"/>
                    </a:cubicBezTo>
                    <a:cubicBezTo>
                      <a:pt x="266" y="331"/>
                      <a:pt x="274" y="330"/>
                      <a:pt x="283" y="327"/>
                    </a:cubicBezTo>
                    <a:cubicBezTo>
                      <a:pt x="294" y="327"/>
                      <a:pt x="305" y="316"/>
                      <a:pt x="310" y="306"/>
                    </a:cubicBezTo>
                    <a:cubicBezTo>
                      <a:pt x="332" y="235"/>
                      <a:pt x="332" y="159"/>
                      <a:pt x="310" y="88"/>
                    </a:cubicBezTo>
                    <a:lnTo>
                      <a:pt x="310" y="94"/>
                    </a:lnTo>
                    <a:cubicBezTo>
                      <a:pt x="295" y="52"/>
                      <a:pt x="265" y="6"/>
                      <a:pt x="220" y="6"/>
                    </a:cubicBezTo>
                    <a:cubicBezTo>
                      <a:pt x="217" y="6"/>
                      <a:pt x="215" y="6"/>
                      <a:pt x="212" y="7"/>
                    </a:cubicBezTo>
                    <a:cubicBezTo>
                      <a:pt x="201" y="12"/>
                      <a:pt x="196" y="28"/>
                      <a:pt x="201" y="34"/>
                    </a:cubicBezTo>
                    <a:cubicBezTo>
                      <a:pt x="267" y="94"/>
                      <a:pt x="256" y="191"/>
                      <a:pt x="245" y="268"/>
                    </a:cubicBezTo>
                    <a:cubicBezTo>
                      <a:pt x="169" y="257"/>
                      <a:pt x="44" y="94"/>
                      <a:pt x="104" y="39"/>
                    </a:cubicBezTo>
                    <a:cubicBezTo>
                      <a:pt x="125" y="26"/>
                      <a:pt x="106"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0"/>
              <p:cNvSpPr/>
              <p:nvPr/>
            </p:nvSpPr>
            <p:spPr>
              <a:xfrm>
                <a:off x="4019375" y="4099775"/>
                <a:ext cx="5475" cy="8600"/>
              </a:xfrm>
              <a:custGeom>
                <a:rect b="b" l="l" r="r" t="t"/>
                <a:pathLst>
                  <a:path extrusionOk="0" h="344" w="219">
                    <a:moveTo>
                      <a:pt x="176" y="0"/>
                    </a:moveTo>
                    <a:cubicBezTo>
                      <a:pt x="158" y="0"/>
                      <a:pt x="139" y="13"/>
                      <a:pt x="142" y="34"/>
                    </a:cubicBezTo>
                    <a:cubicBezTo>
                      <a:pt x="148" y="77"/>
                      <a:pt x="82" y="121"/>
                      <a:pt x="61" y="148"/>
                    </a:cubicBezTo>
                    <a:cubicBezTo>
                      <a:pt x="28" y="191"/>
                      <a:pt x="6" y="240"/>
                      <a:pt x="1" y="295"/>
                    </a:cubicBezTo>
                    <a:cubicBezTo>
                      <a:pt x="1" y="316"/>
                      <a:pt x="17" y="333"/>
                      <a:pt x="39" y="344"/>
                    </a:cubicBezTo>
                    <a:lnTo>
                      <a:pt x="61" y="344"/>
                    </a:lnTo>
                    <a:cubicBezTo>
                      <a:pt x="77" y="338"/>
                      <a:pt x="93" y="322"/>
                      <a:pt x="93" y="306"/>
                    </a:cubicBezTo>
                    <a:cubicBezTo>
                      <a:pt x="115" y="257"/>
                      <a:pt x="142" y="202"/>
                      <a:pt x="169" y="159"/>
                    </a:cubicBezTo>
                    <a:cubicBezTo>
                      <a:pt x="207" y="121"/>
                      <a:pt x="218" y="72"/>
                      <a:pt x="213" y="23"/>
                    </a:cubicBezTo>
                    <a:lnTo>
                      <a:pt x="213" y="23"/>
                    </a:lnTo>
                    <a:lnTo>
                      <a:pt x="207" y="28"/>
                    </a:lnTo>
                    <a:cubicBezTo>
                      <a:pt x="205" y="9"/>
                      <a:pt x="190"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0"/>
              <p:cNvSpPr/>
              <p:nvPr/>
            </p:nvSpPr>
            <p:spPr>
              <a:xfrm>
                <a:off x="4022500" y="4102850"/>
                <a:ext cx="7775" cy="9475"/>
              </a:xfrm>
              <a:custGeom>
                <a:rect b="b" l="l" r="r" t="t"/>
                <a:pathLst>
                  <a:path extrusionOk="0" h="379" w="311">
                    <a:moveTo>
                      <a:pt x="264" y="1"/>
                    </a:moveTo>
                    <a:cubicBezTo>
                      <a:pt x="247" y="1"/>
                      <a:pt x="231" y="10"/>
                      <a:pt x="225" y="27"/>
                    </a:cubicBezTo>
                    <a:lnTo>
                      <a:pt x="225" y="27"/>
                    </a:lnTo>
                    <a:cubicBezTo>
                      <a:pt x="225" y="26"/>
                      <a:pt x="225" y="25"/>
                      <a:pt x="225" y="25"/>
                    </a:cubicBezTo>
                    <a:lnTo>
                      <a:pt x="225" y="25"/>
                    </a:lnTo>
                    <a:cubicBezTo>
                      <a:pt x="222" y="25"/>
                      <a:pt x="212" y="42"/>
                      <a:pt x="207" y="47"/>
                    </a:cubicBezTo>
                    <a:cubicBezTo>
                      <a:pt x="202" y="52"/>
                      <a:pt x="175" y="79"/>
                      <a:pt x="159" y="96"/>
                    </a:cubicBezTo>
                    <a:cubicBezTo>
                      <a:pt x="120" y="128"/>
                      <a:pt x="88" y="166"/>
                      <a:pt x="55" y="204"/>
                    </a:cubicBezTo>
                    <a:cubicBezTo>
                      <a:pt x="28" y="231"/>
                      <a:pt x="6" y="270"/>
                      <a:pt x="1" y="313"/>
                    </a:cubicBezTo>
                    <a:cubicBezTo>
                      <a:pt x="1" y="335"/>
                      <a:pt x="23" y="378"/>
                      <a:pt x="66" y="378"/>
                    </a:cubicBezTo>
                    <a:cubicBezTo>
                      <a:pt x="88" y="378"/>
                      <a:pt x="104" y="357"/>
                      <a:pt x="104" y="335"/>
                    </a:cubicBezTo>
                    <a:lnTo>
                      <a:pt x="110" y="329"/>
                    </a:lnTo>
                    <a:cubicBezTo>
                      <a:pt x="115" y="318"/>
                      <a:pt x="126" y="308"/>
                      <a:pt x="131" y="297"/>
                    </a:cubicBezTo>
                    <a:cubicBezTo>
                      <a:pt x="153" y="264"/>
                      <a:pt x="180" y="231"/>
                      <a:pt x="207" y="199"/>
                    </a:cubicBezTo>
                    <a:cubicBezTo>
                      <a:pt x="235" y="166"/>
                      <a:pt x="311" y="96"/>
                      <a:pt x="305" y="41"/>
                    </a:cubicBezTo>
                    <a:cubicBezTo>
                      <a:pt x="305" y="15"/>
                      <a:pt x="284" y="1"/>
                      <a:pt x="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0"/>
              <p:cNvSpPr/>
              <p:nvPr/>
            </p:nvSpPr>
            <p:spPr>
              <a:xfrm>
                <a:off x="4023875" y="4109325"/>
                <a:ext cx="7775" cy="8200"/>
              </a:xfrm>
              <a:custGeom>
                <a:rect b="b" l="l" r="r" t="t"/>
                <a:pathLst>
                  <a:path extrusionOk="0" h="328" w="311">
                    <a:moveTo>
                      <a:pt x="211" y="0"/>
                    </a:moveTo>
                    <a:cubicBezTo>
                      <a:pt x="180" y="0"/>
                      <a:pt x="158" y="42"/>
                      <a:pt x="185" y="65"/>
                    </a:cubicBezTo>
                    <a:cubicBezTo>
                      <a:pt x="169" y="98"/>
                      <a:pt x="125" y="119"/>
                      <a:pt x="98" y="146"/>
                    </a:cubicBezTo>
                    <a:cubicBezTo>
                      <a:pt x="60" y="190"/>
                      <a:pt x="33" y="228"/>
                      <a:pt x="6" y="277"/>
                    </a:cubicBezTo>
                    <a:cubicBezTo>
                      <a:pt x="0" y="293"/>
                      <a:pt x="6" y="315"/>
                      <a:pt x="22" y="320"/>
                    </a:cubicBezTo>
                    <a:cubicBezTo>
                      <a:pt x="32" y="325"/>
                      <a:pt x="42" y="328"/>
                      <a:pt x="51" y="328"/>
                    </a:cubicBezTo>
                    <a:cubicBezTo>
                      <a:pt x="111" y="328"/>
                      <a:pt x="153" y="232"/>
                      <a:pt x="191" y="190"/>
                    </a:cubicBezTo>
                    <a:cubicBezTo>
                      <a:pt x="234" y="146"/>
                      <a:pt x="310" y="59"/>
                      <a:pt x="229" y="5"/>
                    </a:cubicBezTo>
                    <a:cubicBezTo>
                      <a:pt x="222" y="2"/>
                      <a:pt x="216"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120"/>
            <p:cNvGrpSpPr/>
            <p:nvPr/>
          </p:nvGrpSpPr>
          <p:grpSpPr>
            <a:xfrm>
              <a:off x="7007678" y="2793984"/>
              <a:ext cx="274329" cy="235128"/>
              <a:chOff x="4542575" y="3888000"/>
              <a:chExt cx="253750" cy="219500"/>
            </a:xfrm>
          </p:grpSpPr>
          <p:sp>
            <p:nvSpPr>
              <p:cNvPr id="5431" name="Google Shape;5431;p120"/>
              <p:cNvSpPr/>
              <p:nvPr/>
            </p:nvSpPr>
            <p:spPr>
              <a:xfrm>
                <a:off x="4542575" y="3888000"/>
                <a:ext cx="253750" cy="219500"/>
              </a:xfrm>
              <a:custGeom>
                <a:rect b="b" l="l" r="r" t="t"/>
                <a:pathLst>
                  <a:path extrusionOk="0" h="8780" w="10150">
                    <a:moveTo>
                      <a:pt x="1479" y="3205"/>
                    </a:moveTo>
                    <a:lnTo>
                      <a:pt x="1496" y="3216"/>
                    </a:lnTo>
                    <a:lnTo>
                      <a:pt x="1468" y="3232"/>
                    </a:lnTo>
                    <a:cubicBezTo>
                      <a:pt x="1468" y="3221"/>
                      <a:pt x="1474" y="3216"/>
                      <a:pt x="1479" y="3205"/>
                    </a:cubicBezTo>
                    <a:close/>
                    <a:moveTo>
                      <a:pt x="1305" y="3227"/>
                    </a:moveTo>
                    <a:cubicBezTo>
                      <a:pt x="1305" y="3232"/>
                      <a:pt x="1305" y="3237"/>
                      <a:pt x="1300" y="3243"/>
                    </a:cubicBezTo>
                    <a:cubicBezTo>
                      <a:pt x="1294" y="3237"/>
                      <a:pt x="1289" y="3237"/>
                      <a:pt x="1284" y="3237"/>
                    </a:cubicBezTo>
                    <a:cubicBezTo>
                      <a:pt x="1294" y="3232"/>
                      <a:pt x="1300" y="3227"/>
                      <a:pt x="1305" y="3227"/>
                    </a:cubicBezTo>
                    <a:close/>
                    <a:moveTo>
                      <a:pt x="240" y="2542"/>
                    </a:moveTo>
                    <a:lnTo>
                      <a:pt x="240" y="2542"/>
                    </a:lnTo>
                    <a:cubicBezTo>
                      <a:pt x="332" y="2623"/>
                      <a:pt x="441" y="2699"/>
                      <a:pt x="550" y="2759"/>
                    </a:cubicBezTo>
                    <a:cubicBezTo>
                      <a:pt x="740" y="2862"/>
                      <a:pt x="941" y="2933"/>
                      <a:pt x="1137" y="3025"/>
                    </a:cubicBezTo>
                    <a:cubicBezTo>
                      <a:pt x="1197" y="3053"/>
                      <a:pt x="1251" y="3080"/>
                      <a:pt x="1305" y="3112"/>
                    </a:cubicBezTo>
                    <a:cubicBezTo>
                      <a:pt x="1088" y="3194"/>
                      <a:pt x="1055" y="3433"/>
                      <a:pt x="1066" y="3661"/>
                    </a:cubicBezTo>
                    <a:cubicBezTo>
                      <a:pt x="952" y="3613"/>
                      <a:pt x="832" y="3569"/>
                      <a:pt x="713" y="3520"/>
                    </a:cubicBezTo>
                    <a:cubicBezTo>
                      <a:pt x="620" y="3482"/>
                      <a:pt x="523" y="3466"/>
                      <a:pt x="463" y="3379"/>
                    </a:cubicBezTo>
                    <a:cubicBezTo>
                      <a:pt x="457" y="3346"/>
                      <a:pt x="446" y="3314"/>
                      <a:pt x="441" y="3270"/>
                    </a:cubicBezTo>
                    <a:cubicBezTo>
                      <a:pt x="414" y="3172"/>
                      <a:pt x="403" y="3074"/>
                      <a:pt x="376" y="2977"/>
                    </a:cubicBezTo>
                    <a:cubicBezTo>
                      <a:pt x="349" y="2879"/>
                      <a:pt x="321" y="2803"/>
                      <a:pt x="289" y="2716"/>
                    </a:cubicBezTo>
                    <a:cubicBezTo>
                      <a:pt x="267" y="2661"/>
                      <a:pt x="251" y="2602"/>
                      <a:pt x="240" y="2542"/>
                    </a:cubicBezTo>
                    <a:close/>
                    <a:moveTo>
                      <a:pt x="1186" y="3558"/>
                    </a:moveTo>
                    <a:lnTo>
                      <a:pt x="1197" y="3591"/>
                    </a:lnTo>
                    <a:cubicBezTo>
                      <a:pt x="1191" y="3613"/>
                      <a:pt x="1186" y="3640"/>
                      <a:pt x="1186" y="3661"/>
                    </a:cubicBezTo>
                    <a:cubicBezTo>
                      <a:pt x="1186" y="3652"/>
                      <a:pt x="1186" y="3639"/>
                      <a:pt x="1186" y="3629"/>
                    </a:cubicBezTo>
                    <a:lnTo>
                      <a:pt x="1186" y="3558"/>
                    </a:lnTo>
                    <a:close/>
                    <a:moveTo>
                      <a:pt x="5360" y="275"/>
                    </a:moveTo>
                    <a:lnTo>
                      <a:pt x="5377" y="280"/>
                    </a:lnTo>
                    <a:cubicBezTo>
                      <a:pt x="5426" y="291"/>
                      <a:pt x="5469" y="302"/>
                      <a:pt x="5518" y="313"/>
                    </a:cubicBezTo>
                    <a:cubicBezTo>
                      <a:pt x="5616" y="329"/>
                      <a:pt x="5714" y="357"/>
                      <a:pt x="5806" y="389"/>
                    </a:cubicBezTo>
                    <a:cubicBezTo>
                      <a:pt x="5888" y="422"/>
                      <a:pt x="5975" y="438"/>
                      <a:pt x="6056" y="471"/>
                    </a:cubicBezTo>
                    <a:cubicBezTo>
                      <a:pt x="6138" y="509"/>
                      <a:pt x="6219" y="541"/>
                      <a:pt x="6306" y="569"/>
                    </a:cubicBezTo>
                    <a:cubicBezTo>
                      <a:pt x="6502" y="623"/>
                      <a:pt x="6692" y="715"/>
                      <a:pt x="6888" y="786"/>
                    </a:cubicBezTo>
                    <a:cubicBezTo>
                      <a:pt x="7078" y="857"/>
                      <a:pt x="7274" y="922"/>
                      <a:pt x="7469" y="976"/>
                    </a:cubicBezTo>
                    <a:cubicBezTo>
                      <a:pt x="7660" y="1031"/>
                      <a:pt x="7845" y="1096"/>
                      <a:pt x="8029" y="1172"/>
                    </a:cubicBezTo>
                    <a:cubicBezTo>
                      <a:pt x="8192" y="1243"/>
                      <a:pt x="8356" y="1308"/>
                      <a:pt x="8524" y="1368"/>
                    </a:cubicBezTo>
                    <a:cubicBezTo>
                      <a:pt x="8709" y="1433"/>
                      <a:pt x="8899" y="1476"/>
                      <a:pt x="9078" y="1552"/>
                    </a:cubicBezTo>
                    <a:cubicBezTo>
                      <a:pt x="9280" y="1645"/>
                      <a:pt x="9492" y="1732"/>
                      <a:pt x="9704" y="1802"/>
                    </a:cubicBezTo>
                    <a:cubicBezTo>
                      <a:pt x="9714" y="1802"/>
                      <a:pt x="9731" y="1813"/>
                      <a:pt x="9753" y="1819"/>
                    </a:cubicBezTo>
                    <a:cubicBezTo>
                      <a:pt x="9704" y="1840"/>
                      <a:pt x="9660" y="1862"/>
                      <a:pt x="9617" y="1884"/>
                    </a:cubicBezTo>
                    <a:cubicBezTo>
                      <a:pt x="9530" y="1927"/>
                      <a:pt x="9443" y="1938"/>
                      <a:pt x="9361" y="1993"/>
                    </a:cubicBezTo>
                    <a:cubicBezTo>
                      <a:pt x="9209" y="2085"/>
                      <a:pt x="9046" y="2178"/>
                      <a:pt x="8894" y="2275"/>
                    </a:cubicBezTo>
                    <a:cubicBezTo>
                      <a:pt x="8741" y="2379"/>
                      <a:pt x="8595" y="2498"/>
                      <a:pt x="8432" y="2585"/>
                    </a:cubicBezTo>
                    <a:cubicBezTo>
                      <a:pt x="8258" y="2683"/>
                      <a:pt x="8078" y="2775"/>
                      <a:pt x="7910" y="2879"/>
                    </a:cubicBezTo>
                    <a:cubicBezTo>
                      <a:pt x="7567" y="3085"/>
                      <a:pt x="7214" y="3265"/>
                      <a:pt x="6866" y="3460"/>
                    </a:cubicBezTo>
                    <a:cubicBezTo>
                      <a:pt x="6703" y="3558"/>
                      <a:pt x="6529" y="3645"/>
                      <a:pt x="6355" y="3721"/>
                    </a:cubicBezTo>
                    <a:cubicBezTo>
                      <a:pt x="6198" y="3787"/>
                      <a:pt x="6062" y="3890"/>
                      <a:pt x="5909" y="3966"/>
                    </a:cubicBezTo>
                    <a:cubicBezTo>
                      <a:pt x="5822" y="4020"/>
                      <a:pt x="5730" y="4069"/>
                      <a:pt x="5638" y="4107"/>
                    </a:cubicBezTo>
                    <a:cubicBezTo>
                      <a:pt x="5556" y="4140"/>
                      <a:pt x="5475" y="4178"/>
                      <a:pt x="5398" y="4227"/>
                    </a:cubicBezTo>
                    <a:cubicBezTo>
                      <a:pt x="5306" y="4281"/>
                      <a:pt x="5214" y="4330"/>
                      <a:pt x="5121" y="4379"/>
                    </a:cubicBezTo>
                    <a:cubicBezTo>
                      <a:pt x="5089" y="4395"/>
                      <a:pt x="5056" y="4417"/>
                      <a:pt x="5029" y="4439"/>
                    </a:cubicBezTo>
                    <a:cubicBezTo>
                      <a:pt x="5013" y="4450"/>
                      <a:pt x="4985" y="4488"/>
                      <a:pt x="4958" y="4509"/>
                    </a:cubicBezTo>
                    <a:cubicBezTo>
                      <a:pt x="4947" y="4499"/>
                      <a:pt x="4936" y="4493"/>
                      <a:pt x="4926" y="4488"/>
                    </a:cubicBezTo>
                    <a:cubicBezTo>
                      <a:pt x="4746" y="4417"/>
                      <a:pt x="4540" y="4417"/>
                      <a:pt x="4382" y="4297"/>
                    </a:cubicBezTo>
                    <a:cubicBezTo>
                      <a:pt x="4311" y="4259"/>
                      <a:pt x="4235" y="4227"/>
                      <a:pt x="4154" y="4205"/>
                    </a:cubicBezTo>
                    <a:cubicBezTo>
                      <a:pt x="4039" y="4162"/>
                      <a:pt x="3931" y="4107"/>
                      <a:pt x="3817" y="4058"/>
                    </a:cubicBezTo>
                    <a:cubicBezTo>
                      <a:pt x="3588" y="3966"/>
                      <a:pt x="3360" y="3884"/>
                      <a:pt x="3137" y="3787"/>
                    </a:cubicBezTo>
                    <a:cubicBezTo>
                      <a:pt x="2963" y="3716"/>
                      <a:pt x="2773" y="3678"/>
                      <a:pt x="2604" y="3585"/>
                    </a:cubicBezTo>
                    <a:cubicBezTo>
                      <a:pt x="2523" y="3542"/>
                      <a:pt x="2430" y="3509"/>
                      <a:pt x="2344" y="3482"/>
                    </a:cubicBezTo>
                    <a:cubicBezTo>
                      <a:pt x="2224" y="3433"/>
                      <a:pt x="2110" y="3373"/>
                      <a:pt x="1996" y="3314"/>
                    </a:cubicBezTo>
                    <a:cubicBezTo>
                      <a:pt x="1930" y="3276"/>
                      <a:pt x="1854" y="3254"/>
                      <a:pt x="1778" y="3227"/>
                    </a:cubicBezTo>
                    <a:cubicBezTo>
                      <a:pt x="1811" y="3216"/>
                      <a:pt x="1838" y="3194"/>
                      <a:pt x="1860" y="3172"/>
                    </a:cubicBezTo>
                    <a:cubicBezTo>
                      <a:pt x="1881" y="3145"/>
                      <a:pt x="1898" y="3102"/>
                      <a:pt x="1920" y="3074"/>
                    </a:cubicBezTo>
                    <a:lnTo>
                      <a:pt x="1936" y="3069"/>
                    </a:lnTo>
                    <a:cubicBezTo>
                      <a:pt x="1958" y="3102"/>
                      <a:pt x="1996" y="3123"/>
                      <a:pt x="2039" y="3123"/>
                    </a:cubicBezTo>
                    <a:cubicBezTo>
                      <a:pt x="2140" y="3118"/>
                      <a:pt x="2194" y="3004"/>
                      <a:pt x="2308" y="3004"/>
                    </a:cubicBezTo>
                    <a:cubicBezTo>
                      <a:pt x="2311" y="3004"/>
                      <a:pt x="2314" y="3004"/>
                      <a:pt x="2316" y="3004"/>
                    </a:cubicBezTo>
                    <a:cubicBezTo>
                      <a:pt x="2371" y="3007"/>
                      <a:pt x="2421" y="3028"/>
                      <a:pt x="2473" y="3028"/>
                    </a:cubicBezTo>
                    <a:cubicBezTo>
                      <a:pt x="2498" y="3028"/>
                      <a:pt x="2523" y="3023"/>
                      <a:pt x="2550" y="3009"/>
                    </a:cubicBezTo>
                    <a:cubicBezTo>
                      <a:pt x="2583" y="2987"/>
                      <a:pt x="2610" y="2966"/>
                      <a:pt x="2637" y="2933"/>
                    </a:cubicBezTo>
                    <a:cubicBezTo>
                      <a:pt x="2661" y="2894"/>
                      <a:pt x="2708" y="2872"/>
                      <a:pt x="2757" y="2872"/>
                    </a:cubicBezTo>
                    <a:cubicBezTo>
                      <a:pt x="2762" y="2872"/>
                      <a:pt x="2767" y="2873"/>
                      <a:pt x="2773" y="2873"/>
                    </a:cubicBezTo>
                    <a:cubicBezTo>
                      <a:pt x="2849" y="2873"/>
                      <a:pt x="2920" y="2841"/>
                      <a:pt x="2958" y="2781"/>
                    </a:cubicBezTo>
                    <a:cubicBezTo>
                      <a:pt x="2988" y="2741"/>
                      <a:pt x="2995" y="2710"/>
                      <a:pt x="3039" y="2710"/>
                    </a:cubicBezTo>
                    <a:cubicBezTo>
                      <a:pt x="3042" y="2710"/>
                      <a:pt x="3046" y="2710"/>
                      <a:pt x="3050" y="2710"/>
                    </a:cubicBezTo>
                    <a:cubicBezTo>
                      <a:pt x="3088" y="2721"/>
                      <a:pt x="3126" y="2727"/>
                      <a:pt x="3164" y="2737"/>
                    </a:cubicBezTo>
                    <a:cubicBezTo>
                      <a:pt x="3278" y="2737"/>
                      <a:pt x="3338" y="2623"/>
                      <a:pt x="3442" y="2623"/>
                    </a:cubicBezTo>
                    <a:cubicBezTo>
                      <a:pt x="3567" y="2623"/>
                      <a:pt x="3686" y="2596"/>
                      <a:pt x="3800" y="2547"/>
                    </a:cubicBezTo>
                    <a:cubicBezTo>
                      <a:pt x="3811" y="2542"/>
                      <a:pt x="3817" y="2531"/>
                      <a:pt x="3822" y="2520"/>
                    </a:cubicBezTo>
                    <a:cubicBezTo>
                      <a:pt x="3855" y="2493"/>
                      <a:pt x="3887" y="2471"/>
                      <a:pt x="3925" y="2455"/>
                    </a:cubicBezTo>
                    <a:cubicBezTo>
                      <a:pt x="4001" y="2428"/>
                      <a:pt x="4268" y="2482"/>
                      <a:pt x="4268" y="2346"/>
                    </a:cubicBezTo>
                    <a:lnTo>
                      <a:pt x="4268" y="2341"/>
                    </a:lnTo>
                    <a:lnTo>
                      <a:pt x="4295" y="2330"/>
                    </a:lnTo>
                    <a:cubicBezTo>
                      <a:pt x="4306" y="2324"/>
                      <a:pt x="4317" y="2319"/>
                      <a:pt x="4322" y="2313"/>
                    </a:cubicBezTo>
                    <a:cubicBezTo>
                      <a:pt x="4328" y="2316"/>
                      <a:pt x="4334" y="2318"/>
                      <a:pt x="4340" y="2318"/>
                    </a:cubicBezTo>
                    <a:cubicBezTo>
                      <a:pt x="4355" y="2318"/>
                      <a:pt x="4369" y="2309"/>
                      <a:pt x="4377" y="2297"/>
                    </a:cubicBezTo>
                    <a:cubicBezTo>
                      <a:pt x="4382" y="2286"/>
                      <a:pt x="4382" y="2275"/>
                      <a:pt x="4387" y="2259"/>
                    </a:cubicBezTo>
                    <a:cubicBezTo>
                      <a:pt x="4387" y="2248"/>
                      <a:pt x="4382" y="2237"/>
                      <a:pt x="4371" y="2226"/>
                    </a:cubicBezTo>
                    <a:cubicBezTo>
                      <a:pt x="4365" y="2207"/>
                      <a:pt x="4351" y="2201"/>
                      <a:pt x="4335" y="2201"/>
                    </a:cubicBezTo>
                    <a:cubicBezTo>
                      <a:pt x="4309" y="2201"/>
                      <a:pt x="4279" y="2217"/>
                      <a:pt x="4262" y="2226"/>
                    </a:cubicBezTo>
                    <a:cubicBezTo>
                      <a:pt x="4235" y="2237"/>
                      <a:pt x="4213" y="2254"/>
                      <a:pt x="4192" y="2264"/>
                    </a:cubicBezTo>
                    <a:cubicBezTo>
                      <a:pt x="4171" y="2263"/>
                      <a:pt x="4151" y="2263"/>
                      <a:pt x="4130" y="2263"/>
                    </a:cubicBezTo>
                    <a:cubicBezTo>
                      <a:pt x="4064" y="2263"/>
                      <a:pt x="3997" y="2270"/>
                      <a:pt x="3931" y="2286"/>
                    </a:cubicBezTo>
                    <a:cubicBezTo>
                      <a:pt x="3871" y="2292"/>
                      <a:pt x="3811" y="2324"/>
                      <a:pt x="3762" y="2368"/>
                    </a:cubicBezTo>
                    <a:cubicBezTo>
                      <a:pt x="3746" y="2384"/>
                      <a:pt x="3730" y="2400"/>
                      <a:pt x="3708" y="2417"/>
                    </a:cubicBezTo>
                    <a:cubicBezTo>
                      <a:pt x="3626" y="2417"/>
                      <a:pt x="3550" y="2438"/>
                      <a:pt x="3463" y="2444"/>
                    </a:cubicBezTo>
                    <a:cubicBezTo>
                      <a:pt x="3455" y="2443"/>
                      <a:pt x="3447" y="2443"/>
                      <a:pt x="3439" y="2443"/>
                    </a:cubicBezTo>
                    <a:cubicBezTo>
                      <a:pt x="3367" y="2443"/>
                      <a:pt x="3299" y="2465"/>
                      <a:pt x="3240" y="2509"/>
                    </a:cubicBezTo>
                    <a:cubicBezTo>
                      <a:pt x="3235" y="2520"/>
                      <a:pt x="3224" y="2525"/>
                      <a:pt x="3213" y="2531"/>
                    </a:cubicBezTo>
                    <a:cubicBezTo>
                      <a:pt x="3175" y="2542"/>
                      <a:pt x="3132" y="2553"/>
                      <a:pt x="3094" y="2563"/>
                    </a:cubicBezTo>
                    <a:cubicBezTo>
                      <a:pt x="3066" y="2558"/>
                      <a:pt x="3039" y="2553"/>
                      <a:pt x="3012" y="2553"/>
                    </a:cubicBezTo>
                    <a:cubicBezTo>
                      <a:pt x="2969" y="2558"/>
                      <a:pt x="2931" y="2580"/>
                      <a:pt x="2903" y="2618"/>
                    </a:cubicBezTo>
                    <a:lnTo>
                      <a:pt x="2659" y="2694"/>
                    </a:lnTo>
                    <a:cubicBezTo>
                      <a:pt x="2430" y="2765"/>
                      <a:pt x="2208" y="2841"/>
                      <a:pt x="1985" y="2922"/>
                    </a:cubicBezTo>
                    <a:cubicBezTo>
                      <a:pt x="1973" y="2918"/>
                      <a:pt x="1964" y="2915"/>
                      <a:pt x="1954" y="2915"/>
                    </a:cubicBezTo>
                    <a:cubicBezTo>
                      <a:pt x="1950" y="2915"/>
                      <a:pt x="1946" y="2915"/>
                      <a:pt x="1941" y="2917"/>
                    </a:cubicBezTo>
                    <a:cubicBezTo>
                      <a:pt x="1903" y="2922"/>
                      <a:pt x="1871" y="2939"/>
                      <a:pt x="1849" y="2966"/>
                    </a:cubicBezTo>
                    <a:cubicBezTo>
                      <a:pt x="1778" y="2987"/>
                      <a:pt x="1702" y="2998"/>
                      <a:pt x="1631" y="3015"/>
                    </a:cubicBezTo>
                    <a:cubicBezTo>
                      <a:pt x="1577" y="3025"/>
                      <a:pt x="1528" y="3042"/>
                      <a:pt x="1479" y="3058"/>
                    </a:cubicBezTo>
                    <a:lnTo>
                      <a:pt x="1441" y="3042"/>
                    </a:lnTo>
                    <a:cubicBezTo>
                      <a:pt x="1224" y="2917"/>
                      <a:pt x="979" y="2841"/>
                      <a:pt x="756" y="2737"/>
                    </a:cubicBezTo>
                    <a:cubicBezTo>
                      <a:pt x="604" y="2661"/>
                      <a:pt x="468" y="2558"/>
                      <a:pt x="327" y="2471"/>
                    </a:cubicBezTo>
                    <a:lnTo>
                      <a:pt x="343" y="2466"/>
                    </a:lnTo>
                    <a:cubicBezTo>
                      <a:pt x="436" y="2428"/>
                      <a:pt x="523" y="2379"/>
                      <a:pt x="615" y="2330"/>
                    </a:cubicBezTo>
                    <a:cubicBezTo>
                      <a:pt x="696" y="2292"/>
                      <a:pt x="778" y="2254"/>
                      <a:pt x="854" y="2210"/>
                    </a:cubicBezTo>
                    <a:cubicBezTo>
                      <a:pt x="941" y="2167"/>
                      <a:pt x="1028" y="2129"/>
                      <a:pt x="1115" y="2091"/>
                    </a:cubicBezTo>
                    <a:cubicBezTo>
                      <a:pt x="1300" y="2031"/>
                      <a:pt x="1468" y="1944"/>
                      <a:pt x="1659" y="1879"/>
                    </a:cubicBezTo>
                    <a:cubicBezTo>
                      <a:pt x="1849" y="1819"/>
                      <a:pt x="1990" y="1705"/>
                      <a:pt x="2164" y="1650"/>
                    </a:cubicBezTo>
                    <a:cubicBezTo>
                      <a:pt x="2246" y="1618"/>
                      <a:pt x="2327" y="1580"/>
                      <a:pt x="2398" y="1536"/>
                    </a:cubicBezTo>
                    <a:cubicBezTo>
                      <a:pt x="2490" y="1487"/>
                      <a:pt x="2599" y="1444"/>
                      <a:pt x="2691" y="1400"/>
                    </a:cubicBezTo>
                    <a:cubicBezTo>
                      <a:pt x="2768" y="1368"/>
                      <a:pt x="2844" y="1351"/>
                      <a:pt x="2914" y="1319"/>
                    </a:cubicBezTo>
                    <a:cubicBezTo>
                      <a:pt x="2996" y="1281"/>
                      <a:pt x="3072" y="1232"/>
                      <a:pt x="3153" y="1199"/>
                    </a:cubicBezTo>
                    <a:cubicBezTo>
                      <a:pt x="3333" y="1134"/>
                      <a:pt x="3507" y="1069"/>
                      <a:pt x="3675" y="998"/>
                    </a:cubicBezTo>
                    <a:cubicBezTo>
                      <a:pt x="3849" y="922"/>
                      <a:pt x="4056" y="873"/>
                      <a:pt x="4230" y="786"/>
                    </a:cubicBezTo>
                    <a:cubicBezTo>
                      <a:pt x="4398" y="710"/>
                      <a:pt x="4572" y="645"/>
                      <a:pt x="4741" y="569"/>
                    </a:cubicBezTo>
                    <a:cubicBezTo>
                      <a:pt x="4931" y="476"/>
                      <a:pt x="5110" y="362"/>
                      <a:pt x="5306" y="291"/>
                    </a:cubicBezTo>
                    <a:cubicBezTo>
                      <a:pt x="5322" y="280"/>
                      <a:pt x="5339" y="275"/>
                      <a:pt x="5355" y="275"/>
                    </a:cubicBezTo>
                    <a:close/>
                    <a:moveTo>
                      <a:pt x="1197" y="4580"/>
                    </a:moveTo>
                    <a:lnTo>
                      <a:pt x="1197" y="4580"/>
                    </a:lnTo>
                    <a:cubicBezTo>
                      <a:pt x="1207" y="4596"/>
                      <a:pt x="1197" y="4613"/>
                      <a:pt x="1186" y="4645"/>
                    </a:cubicBezTo>
                    <a:cubicBezTo>
                      <a:pt x="1191" y="4624"/>
                      <a:pt x="1191" y="4607"/>
                      <a:pt x="1197" y="4586"/>
                    </a:cubicBezTo>
                    <a:cubicBezTo>
                      <a:pt x="1197" y="4580"/>
                      <a:pt x="1197" y="4580"/>
                      <a:pt x="1197" y="4580"/>
                    </a:cubicBezTo>
                    <a:close/>
                    <a:moveTo>
                      <a:pt x="1229" y="4982"/>
                    </a:moveTo>
                    <a:lnTo>
                      <a:pt x="1229" y="5129"/>
                    </a:lnTo>
                    <a:lnTo>
                      <a:pt x="1229" y="5129"/>
                    </a:lnTo>
                    <a:cubicBezTo>
                      <a:pt x="1226" y="5126"/>
                      <a:pt x="1222" y="5124"/>
                      <a:pt x="1218" y="5124"/>
                    </a:cubicBezTo>
                    <a:cubicBezTo>
                      <a:pt x="1218" y="5075"/>
                      <a:pt x="1224" y="5031"/>
                      <a:pt x="1229" y="4982"/>
                    </a:cubicBezTo>
                    <a:close/>
                    <a:moveTo>
                      <a:pt x="9812" y="1960"/>
                    </a:moveTo>
                    <a:lnTo>
                      <a:pt x="9812" y="1960"/>
                    </a:lnTo>
                    <a:cubicBezTo>
                      <a:pt x="9801" y="2031"/>
                      <a:pt x="9791" y="2096"/>
                      <a:pt x="9774" y="2167"/>
                    </a:cubicBezTo>
                    <a:lnTo>
                      <a:pt x="9769" y="2167"/>
                    </a:lnTo>
                    <a:cubicBezTo>
                      <a:pt x="9747" y="2270"/>
                      <a:pt x="9709" y="2379"/>
                      <a:pt x="9687" y="2482"/>
                    </a:cubicBezTo>
                    <a:cubicBezTo>
                      <a:pt x="9671" y="2553"/>
                      <a:pt x="9660" y="2623"/>
                      <a:pt x="9655" y="2694"/>
                    </a:cubicBezTo>
                    <a:cubicBezTo>
                      <a:pt x="9638" y="2705"/>
                      <a:pt x="9633" y="2727"/>
                      <a:pt x="9627" y="2743"/>
                    </a:cubicBezTo>
                    <a:cubicBezTo>
                      <a:pt x="9606" y="2759"/>
                      <a:pt x="9579" y="2775"/>
                      <a:pt x="9562" y="2786"/>
                    </a:cubicBezTo>
                    <a:cubicBezTo>
                      <a:pt x="9492" y="2824"/>
                      <a:pt x="9426" y="2873"/>
                      <a:pt x="9356" y="2917"/>
                    </a:cubicBezTo>
                    <a:cubicBezTo>
                      <a:pt x="9290" y="2960"/>
                      <a:pt x="9209" y="2998"/>
                      <a:pt x="9138" y="3047"/>
                    </a:cubicBezTo>
                    <a:cubicBezTo>
                      <a:pt x="9068" y="3107"/>
                      <a:pt x="8992" y="3161"/>
                      <a:pt x="8910" y="3205"/>
                    </a:cubicBezTo>
                    <a:cubicBezTo>
                      <a:pt x="8589" y="3390"/>
                      <a:pt x="8263" y="3580"/>
                      <a:pt x="7948" y="3776"/>
                    </a:cubicBezTo>
                    <a:cubicBezTo>
                      <a:pt x="7877" y="3819"/>
                      <a:pt x="7790" y="3841"/>
                      <a:pt x="7720" y="3884"/>
                    </a:cubicBezTo>
                    <a:cubicBezTo>
                      <a:pt x="7633" y="3928"/>
                      <a:pt x="7551" y="3977"/>
                      <a:pt x="7469" y="4026"/>
                    </a:cubicBezTo>
                    <a:cubicBezTo>
                      <a:pt x="7334" y="4113"/>
                      <a:pt x="7203" y="4216"/>
                      <a:pt x="7062" y="4303"/>
                    </a:cubicBezTo>
                    <a:cubicBezTo>
                      <a:pt x="6997" y="4346"/>
                      <a:pt x="6915" y="4363"/>
                      <a:pt x="6850" y="4412"/>
                    </a:cubicBezTo>
                    <a:cubicBezTo>
                      <a:pt x="6785" y="4461"/>
                      <a:pt x="6719" y="4509"/>
                      <a:pt x="6654" y="4553"/>
                    </a:cubicBezTo>
                    <a:cubicBezTo>
                      <a:pt x="6496" y="4634"/>
                      <a:pt x="6350" y="4716"/>
                      <a:pt x="6198" y="4803"/>
                    </a:cubicBezTo>
                    <a:cubicBezTo>
                      <a:pt x="6045" y="4895"/>
                      <a:pt x="5871" y="4977"/>
                      <a:pt x="5714" y="5080"/>
                    </a:cubicBezTo>
                    <a:cubicBezTo>
                      <a:pt x="5578" y="5178"/>
                      <a:pt x="5420" y="5292"/>
                      <a:pt x="5263" y="5341"/>
                    </a:cubicBezTo>
                    <a:cubicBezTo>
                      <a:pt x="5197" y="5363"/>
                      <a:pt x="5138" y="5396"/>
                      <a:pt x="5067" y="5423"/>
                    </a:cubicBezTo>
                    <a:lnTo>
                      <a:pt x="5061" y="5423"/>
                    </a:lnTo>
                    <a:cubicBezTo>
                      <a:pt x="5067" y="5363"/>
                      <a:pt x="5067" y="5298"/>
                      <a:pt x="5056" y="5232"/>
                    </a:cubicBezTo>
                    <a:cubicBezTo>
                      <a:pt x="5045" y="5113"/>
                      <a:pt x="5029" y="4993"/>
                      <a:pt x="5029" y="4874"/>
                    </a:cubicBezTo>
                    <a:cubicBezTo>
                      <a:pt x="5029" y="4781"/>
                      <a:pt x="5023" y="4694"/>
                      <a:pt x="5007" y="4607"/>
                    </a:cubicBezTo>
                    <a:cubicBezTo>
                      <a:pt x="5002" y="4586"/>
                      <a:pt x="4996" y="4569"/>
                      <a:pt x="4996" y="4553"/>
                    </a:cubicBezTo>
                    <a:cubicBezTo>
                      <a:pt x="5018" y="4542"/>
                      <a:pt x="5045" y="4526"/>
                      <a:pt x="5072" y="4515"/>
                    </a:cubicBezTo>
                    <a:cubicBezTo>
                      <a:pt x="5154" y="4477"/>
                      <a:pt x="5241" y="4444"/>
                      <a:pt x="5328" y="4406"/>
                    </a:cubicBezTo>
                    <a:cubicBezTo>
                      <a:pt x="5409" y="4363"/>
                      <a:pt x="5475" y="4325"/>
                      <a:pt x="5551" y="4287"/>
                    </a:cubicBezTo>
                    <a:cubicBezTo>
                      <a:pt x="5621" y="4243"/>
                      <a:pt x="5703" y="4232"/>
                      <a:pt x="5774" y="4194"/>
                    </a:cubicBezTo>
                    <a:cubicBezTo>
                      <a:pt x="5937" y="4113"/>
                      <a:pt x="6094" y="4020"/>
                      <a:pt x="6252" y="3933"/>
                    </a:cubicBezTo>
                    <a:cubicBezTo>
                      <a:pt x="6410" y="3841"/>
                      <a:pt x="6578" y="3792"/>
                      <a:pt x="6736" y="3700"/>
                    </a:cubicBezTo>
                    <a:cubicBezTo>
                      <a:pt x="7084" y="3509"/>
                      <a:pt x="7442" y="3335"/>
                      <a:pt x="7785" y="3134"/>
                    </a:cubicBezTo>
                    <a:cubicBezTo>
                      <a:pt x="7959" y="3031"/>
                      <a:pt x="8122" y="2928"/>
                      <a:pt x="8301" y="2830"/>
                    </a:cubicBezTo>
                    <a:cubicBezTo>
                      <a:pt x="8470" y="2748"/>
                      <a:pt x="8627" y="2650"/>
                      <a:pt x="8780" y="2542"/>
                    </a:cubicBezTo>
                    <a:cubicBezTo>
                      <a:pt x="8948" y="2417"/>
                      <a:pt x="9133" y="2313"/>
                      <a:pt x="9312" y="2205"/>
                    </a:cubicBezTo>
                    <a:cubicBezTo>
                      <a:pt x="9356" y="2178"/>
                      <a:pt x="9399" y="2150"/>
                      <a:pt x="9443" y="2123"/>
                    </a:cubicBezTo>
                    <a:cubicBezTo>
                      <a:pt x="9492" y="2101"/>
                      <a:pt x="9541" y="2080"/>
                      <a:pt x="9595" y="2069"/>
                    </a:cubicBezTo>
                    <a:cubicBezTo>
                      <a:pt x="9671" y="2036"/>
                      <a:pt x="9736" y="1987"/>
                      <a:pt x="9812" y="1960"/>
                    </a:cubicBezTo>
                    <a:close/>
                    <a:moveTo>
                      <a:pt x="1229" y="5227"/>
                    </a:moveTo>
                    <a:lnTo>
                      <a:pt x="1229" y="5227"/>
                    </a:lnTo>
                    <a:cubicBezTo>
                      <a:pt x="1224" y="5298"/>
                      <a:pt x="1218" y="5363"/>
                      <a:pt x="1213" y="5434"/>
                    </a:cubicBezTo>
                    <a:cubicBezTo>
                      <a:pt x="1207" y="5417"/>
                      <a:pt x="1202" y="5406"/>
                      <a:pt x="1202" y="5396"/>
                    </a:cubicBezTo>
                    <a:lnTo>
                      <a:pt x="1207" y="5287"/>
                    </a:lnTo>
                    <a:cubicBezTo>
                      <a:pt x="1213" y="5270"/>
                      <a:pt x="1224" y="5249"/>
                      <a:pt x="1229" y="5227"/>
                    </a:cubicBezTo>
                    <a:close/>
                    <a:moveTo>
                      <a:pt x="1566" y="3248"/>
                    </a:moveTo>
                    <a:cubicBezTo>
                      <a:pt x="1604" y="3270"/>
                      <a:pt x="1648" y="3292"/>
                      <a:pt x="1686" y="3308"/>
                    </a:cubicBezTo>
                    <a:cubicBezTo>
                      <a:pt x="1773" y="3346"/>
                      <a:pt x="1865" y="3373"/>
                      <a:pt x="1958" y="3417"/>
                    </a:cubicBezTo>
                    <a:cubicBezTo>
                      <a:pt x="2045" y="3460"/>
                      <a:pt x="2142" y="3504"/>
                      <a:pt x="2235" y="3542"/>
                    </a:cubicBezTo>
                    <a:cubicBezTo>
                      <a:pt x="2430" y="3623"/>
                      <a:pt x="2626" y="3678"/>
                      <a:pt x="2811" y="3770"/>
                    </a:cubicBezTo>
                    <a:cubicBezTo>
                      <a:pt x="2893" y="3808"/>
                      <a:pt x="2974" y="3819"/>
                      <a:pt x="3056" y="3852"/>
                    </a:cubicBezTo>
                    <a:cubicBezTo>
                      <a:pt x="3159" y="3890"/>
                      <a:pt x="3257" y="3939"/>
                      <a:pt x="3360" y="3977"/>
                    </a:cubicBezTo>
                    <a:cubicBezTo>
                      <a:pt x="3583" y="4069"/>
                      <a:pt x="3800" y="4156"/>
                      <a:pt x="4018" y="4254"/>
                    </a:cubicBezTo>
                    <a:cubicBezTo>
                      <a:pt x="4105" y="4292"/>
                      <a:pt x="4208" y="4319"/>
                      <a:pt x="4290" y="4363"/>
                    </a:cubicBezTo>
                    <a:cubicBezTo>
                      <a:pt x="4328" y="4379"/>
                      <a:pt x="4360" y="4417"/>
                      <a:pt x="4398" y="4439"/>
                    </a:cubicBezTo>
                    <a:cubicBezTo>
                      <a:pt x="4442" y="4461"/>
                      <a:pt x="4485" y="4466"/>
                      <a:pt x="4529" y="4482"/>
                    </a:cubicBezTo>
                    <a:cubicBezTo>
                      <a:pt x="4621" y="4520"/>
                      <a:pt x="4724" y="4548"/>
                      <a:pt x="4822" y="4575"/>
                    </a:cubicBezTo>
                    <a:cubicBezTo>
                      <a:pt x="4871" y="4591"/>
                      <a:pt x="4877" y="4591"/>
                      <a:pt x="4887" y="4645"/>
                    </a:cubicBezTo>
                    <a:cubicBezTo>
                      <a:pt x="4909" y="4700"/>
                      <a:pt x="4915" y="4760"/>
                      <a:pt x="4909" y="4819"/>
                    </a:cubicBezTo>
                    <a:cubicBezTo>
                      <a:pt x="4904" y="4933"/>
                      <a:pt x="4904" y="5053"/>
                      <a:pt x="4904" y="5173"/>
                    </a:cubicBezTo>
                    <a:cubicBezTo>
                      <a:pt x="4898" y="5265"/>
                      <a:pt x="4904" y="5363"/>
                      <a:pt x="4920" y="5455"/>
                    </a:cubicBezTo>
                    <a:cubicBezTo>
                      <a:pt x="4887" y="5450"/>
                      <a:pt x="4855" y="5439"/>
                      <a:pt x="4828" y="5417"/>
                    </a:cubicBezTo>
                    <a:cubicBezTo>
                      <a:pt x="4768" y="5379"/>
                      <a:pt x="4708" y="5347"/>
                      <a:pt x="4643" y="5325"/>
                    </a:cubicBezTo>
                    <a:cubicBezTo>
                      <a:pt x="4616" y="5314"/>
                      <a:pt x="4583" y="5319"/>
                      <a:pt x="4550" y="5309"/>
                    </a:cubicBezTo>
                    <a:cubicBezTo>
                      <a:pt x="4512" y="5287"/>
                      <a:pt x="4480" y="5265"/>
                      <a:pt x="4442" y="5238"/>
                    </a:cubicBezTo>
                    <a:cubicBezTo>
                      <a:pt x="4284" y="5145"/>
                      <a:pt x="4110" y="5080"/>
                      <a:pt x="3947" y="4993"/>
                    </a:cubicBezTo>
                    <a:cubicBezTo>
                      <a:pt x="3779" y="4906"/>
                      <a:pt x="3616" y="4852"/>
                      <a:pt x="3452" y="4770"/>
                    </a:cubicBezTo>
                    <a:cubicBezTo>
                      <a:pt x="3105" y="4607"/>
                      <a:pt x="2740" y="4471"/>
                      <a:pt x="2392" y="4314"/>
                    </a:cubicBezTo>
                    <a:cubicBezTo>
                      <a:pt x="2376" y="4292"/>
                      <a:pt x="2349" y="4281"/>
                      <a:pt x="2322" y="4281"/>
                    </a:cubicBezTo>
                    <a:cubicBezTo>
                      <a:pt x="2142" y="4200"/>
                      <a:pt x="1963" y="4107"/>
                      <a:pt x="1784" y="4020"/>
                    </a:cubicBezTo>
                    <a:cubicBezTo>
                      <a:pt x="1637" y="3944"/>
                      <a:pt x="1496" y="3873"/>
                      <a:pt x="1349" y="3803"/>
                    </a:cubicBezTo>
                    <a:cubicBezTo>
                      <a:pt x="1354" y="3748"/>
                      <a:pt x="1360" y="3694"/>
                      <a:pt x="1360" y="3640"/>
                    </a:cubicBezTo>
                    <a:cubicBezTo>
                      <a:pt x="1381" y="3602"/>
                      <a:pt x="1392" y="3564"/>
                      <a:pt x="1409" y="3526"/>
                    </a:cubicBezTo>
                    <a:cubicBezTo>
                      <a:pt x="1414" y="3509"/>
                      <a:pt x="1419" y="3498"/>
                      <a:pt x="1425" y="3482"/>
                    </a:cubicBezTo>
                    <a:cubicBezTo>
                      <a:pt x="1441" y="3439"/>
                      <a:pt x="1452" y="3390"/>
                      <a:pt x="1452" y="3346"/>
                    </a:cubicBezTo>
                    <a:cubicBezTo>
                      <a:pt x="1490" y="3308"/>
                      <a:pt x="1528" y="3281"/>
                      <a:pt x="1566" y="3248"/>
                    </a:cubicBezTo>
                    <a:close/>
                    <a:moveTo>
                      <a:pt x="968" y="6754"/>
                    </a:moveTo>
                    <a:cubicBezTo>
                      <a:pt x="968" y="6760"/>
                      <a:pt x="974" y="6771"/>
                      <a:pt x="979" y="6776"/>
                    </a:cubicBezTo>
                    <a:lnTo>
                      <a:pt x="979" y="6820"/>
                    </a:lnTo>
                    <a:lnTo>
                      <a:pt x="968" y="6820"/>
                    </a:lnTo>
                    <a:cubicBezTo>
                      <a:pt x="968" y="6814"/>
                      <a:pt x="968" y="6814"/>
                      <a:pt x="968" y="6809"/>
                    </a:cubicBezTo>
                    <a:cubicBezTo>
                      <a:pt x="968" y="6803"/>
                      <a:pt x="968" y="6798"/>
                      <a:pt x="968" y="6793"/>
                    </a:cubicBezTo>
                    <a:cubicBezTo>
                      <a:pt x="968" y="6787"/>
                      <a:pt x="968" y="6782"/>
                      <a:pt x="968" y="6776"/>
                    </a:cubicBezTo>
                    <a:lnTo>
                      <a:pt x="968" y="6754"/>
                    </a:lnTo>
                    <a:close/>
                    <a:moveTo>
                      <a:pt x="7730" y="4156"/>
                    </a:moveTo>
                    <a:cubicBezTo>
                      <a:pt x="7730" y="4178"/>
                      <a:pt x="7736" y="4205"/>
                      <a:pt x="7736" y="4221"/>
                    </a:cubicBezTo>
                    <a:cubicBezTo>
                      <a:pt x="7736" y="4330"/>
                      <a:pt x="7741" y="4433"/>
                      <a:pt x="7741" y="4542"/>
                    </a:cubicBezTo>
                    <a:cubicBezTo>
                      <a:pt x="7741" y="4640"/>
                      <a:pt x="7763" y="4732"/>
                      <a:pt x="7763" y="4830"/>
                    </a:cubicBezTo>
                    <a:lnTo>
                      <a:pt x="7752" y="5140"/>
                    </a:lnTo>
                    <a:cubicBezTo>
                      <a:pt x="7747" y="5363"/>
                      <a:pt x="7785" y="5575"/>
                      <a:pt x="7736" y="5798"/>
                    </a:cubicBezTo>
                    <a:cubicBezTo>
                      <a:pt x="7720" y="5906"/>
                      <a:pt x="7698" y="6015"/>
                      <a:pt x="7665" y="6118"/>
                    </a:cubicBezTo>
                    <a:lnTo>
                      <a:pt x="7660" y="6135"/>
                    </a:lnTo>
                    <a:cubicBezTo>
                      <a:pt x="7633" y="6157"/>
                      <a:pt x="7611" y="6173"/>
                      <a:pt x="7584" y="6195"/>
                    </a:cubicBezTo>
                    <a:cubicBezTo>
                      <a:pt x="7491" y="6282"/>
                      <a:pt x="7399" y="6358"/>
                      <a:pt x="7296" y="6428"/>
                    </a:cubicBezTo>
                    <a:cubicBezTo>
                      <a:pt x="7209" y="6477"/>
                      <a:pt x="7127" y="6542"/>
                      <a:pt x="7035" y="6591"/>
                    </a:cubicBezTo>
                    <a:cubicBezTo>
                      <a:pt x="6948" y="6646"/>
                      <a:pt x="6823" y="6667"/>
                      <a:pt x="6730" y="6733"/>
                    </a:cubicBezTo>
                    <a:cubicBezTo>
                      <a:pt x="6638" y="6787"/>
                      <a:pt x="6540" y="6831"/>
                      <a:pt x="6437" y="6858"/>
                    </a:cubicBezTo>
                    <a:cubicBezTo>
                      <a:pt x="6306" y="6907"/>
                      <a:pt x="6176" y="6945"/>
                      <a:pt x="6045" y="6977"/>
                    </a:cubicBezTo>
                    <a:cubicBezTo>
                      <a:pt x="5931" y="7004"/>
                      <a:pt x="5806" y="7010"/>
                      <a:pt x="5692" y="7043"/>
                    </a:cubicBezTo>
                    <a:cubicBezTo>
                      <a:pt x="5556" y="7064"/>
                      <a:pt x="5415" y="7086"/>
                      <a:pt x="5279" y="7091"/>
                    </a:cubicBezTo>
                    <a:cubicBezTo>
                      <a:pt x="5216" y="7099"/>
                      <a:pt x="5154" y="7103"/>
                      <a:pt x="5092" y="7103"/>
                    </a:cubicBezTo>
                    <a:cubicBezTo>
                      <a:pt x="5021" y="7103"/>
                      <a:pt x="4949" y="7098"/>
                      <a:pt x="4877" y="7086"/>
                    </a:cubicBezTo>
                    <a:cubicBezTo>
                      <a:pt x="4746" y="7070"/>
                      <a:pt x="4616" y="7070"/>
                      <a:pt x="4485" y="7048"/>
                    </a:cubicBezTo>
                    <a:cubicBezTo>
                      <a:pt x="4219" y="7004"/>
                      <a:pt x="3958" y="6945"/>
                      <a:pt x="3702" y="6869"/>
                    </a:cubicBezTo>
                    <a:cubicBezTo>
                      <a:pt x="3452" y="6776"/>
                      <a:pt x="3202" y="6678"/>
                      <a:pt x="2963" y="6559"/>
                    </a:cubicBezTo>
                    <a:cubicBezTo>
                      <a:pt x="2860" y="6504"/>
                      <a:pt x="2768" y="6434"/>
                      <a:pt x="2686" y="6358"/>
                    </a:cubicBezTo>
                    <a:cubicBezTo>
                      <a:pt x="2648" y="6320"/>
                      <a:pt x="2615" y="6276"/>
                      <a:pt x="2588" y="6233"/>
                    </a:cubicBezTo>
                    <a:cubicBezTo>
                      <a:pt x="2572" y="6205"/>
                      <a:pt x="2556" y="6184"/>
                      <a:pt x="2534" y="6162"/>
                    </a:cubicBezTo>
                    <a:cubicBezTo>
                      <a:pt x="2523" y="6151"/>
                      <a:pt x="2512" y="6140"/>
                      <a:pt x="2496" y="6129"/>
                    </a:cubicBezTo>
                    <a:lnTo>
                      <a:pt x="2490" y="6124"/>
                    </a:lnTo>
                    <a:cubicBezTo>
                      <a:pt x="2496" y="6113"/>
                      <a:pt x="2501" y="6053"/>
                      <a:pt x="2501" y="6053"/>
                    </a:cubicBezTo>
                    <a:lnTo>
                      <a:pt x="2501" y="5917"/>
                    </a:lnTo>
                    <a:cubicBezTo>
                      <a:pt x="2501" y="5841"/>
                      <a:pt x="2512" y="5771"/>
                      <a:pt x="2517" y="5694"/>
                    </a:cubicBezTo>
                    <a:cubicBezTo>
                      <a:pt x="2517" y="5553"/>
                      <a:pt x="2507" y="5406"/>
                      <a:pt x="2479" y="5270"/>
                    </a:cubicBezTo>
                    <a:cubicBezTo>
                      <a:pt x="2458" y="5042"/>
                      <a:pt x="2458" y="4808"/>
                      <a:pt x="2436" y="4580"/>
                    </a:cubicBezTo>
                    <a:lnTo>
                      <a:pt x="2436" y="4580"/>
                    </a:lnTo>
                    <a:cubicBezTo>
                      <a:pt x="2980" y="4846"/>
                      <a:pt x="3539" y="5086"/>
                      <a:pt x="4083" y="5357"/>
                    </a:cubicBezTo>
                    <a:cubicBezTo>
                      <a:pt x="4170" y="5401"/>
                      <a:pt x="4257" y="5450"/>
                      <a:pt x="4344" y="5499"/>
                    </a:cubicBezTo>
                    <a:cubicBezTo>
                      <a:pt x="4409" y="5537"/>
                      <a:pt x="4480" y="5564"/>
                      <a:pt x="4556" y="5580"/>
                    </a:cubicBezTo>
                    <a:cubicBezTo>
                      <a:pt x="4616" y="5602"/>
                      <a:pt x="4681" y="5607"/>
                      <a:pt x="4735" y="5629"/>
                    </a:cubicBezTo>
                    <a:cubicBezTo>
                      <a:pt x="4788" y="5652"/>
                      <a:pt x="4841" y="5662"/>
                      <a:pt x="4894" y="5662"/>
                    </a:cubicBezTo>
                    <a:cubicBezTo>
                      <a:pt x="4917" y="5662"/>
                      <a:pt x="4941" y="5660"/>
                      <a:pt x="4964" y="5656"/>
                    </a:cubicBezTo>
                    <a:cubicBezTo>
                      <a:pt x="5040" y="5640"/>
                      <a:pt x="5116" y="5613"/>
                      <a:pt x="5186" y="5575"/>
                    </a:cubicBezTo>
                    <a:cubicBezTo>
                      <a:pt x="5263" y="5537"/>
                      <a:pt x="5339" y="5515"/>
                      <a:pt x="5415" y="5472"/>
                    </a:cubicBezTo>
                    <a:cubicBezTo>
                      <a:pt x="5578" y="5385"/>
                      <a:pt x="5730" y="5276"/>
                      <a:pt x="5893" y="5184"/>
                    </a:cubicBezTo>
                    <a:cubicBezTo>
                      <a:pt x="6056" y="5086"/>
                      <a:pt x="6236" y="5004"/>
                      <a:pt x="6404" y="4912"/>
                    </a:cubicBezTo>
                    <a:cubicBezTo>
                      <a:pt x="6567" y="4819"/>
                      <a:pt x="6752" y="4770"/>
                      <a:pt x="6899" y="4662"/>
                    </a:cubicBezTo>
                    <a:cubicBezTo>
                      <a:pt x="7035" y="4564"/>
                      <a:pt x="7192" y="4499"/>
                      <a:pt x="7334" y="4412"/>
                    </a:cubicBezTo>
                    <a:cubicBezTo>
                      <a:pt x="7480" y="4325"/>
                      <a:pt x="7595" y="4238"/>
                      <a:pt x="7730" y="4156"/>
                    </a:cubicBezTo>
                    <a:close/>
                    <a:moveTo>
                      <a:pt x="919" y="7053"/>
                    </a:moveTo>
                    <a:cubicBezTo>
                      <a:pt x="925" y="7053"/>
                      <a:pt x="930" y="7059"/>
                      <a:pt x="936" y="7059"/>
                    </a:cubicBezTo>
                    <a:cubicBezTo>
                      <a:pt x="930" y="7097"/>
                      <a:pt x="925" y="7135"/>
                      <a:pt x="919" y="7173"/>
                    </a:cubicBezTo>
                    <a:cubicBezTo>
                      <a:pt x="908" y="7184"/>
                      <a:pt x="898" y="7195"/>
                      <a:pt x="898" y="7211"/>
                    </a:cubicBezTo>
                    <a:cubicBezTo>
                      <a:pt x="898" y="7222"/>
                      <a:pt x="898" y="7233"/>
                      <a:pt x="892" y="7238"/>
                    </a:cubicBezTo>
                    <a:cubicBezTo>
                      <a:pt x="903" y="7178"/>
                      <a:pt x="908" y="7113"/>
                      <a:pt x="919" y="7053"/>
                    </a:cubicBezTo>
                    <a:close/>
                    <a:moveTo>
                      <a:pt x="5346" y="1"/>
                    </a:moveTo>
                    <a:cubicBezTo>
                      <a:pt x="5299" y="1"/>
                      <a:pt x="5253" y="9"/>
                      <a:pt x="5208" y="25"/>
                    </a:cubicBezTo>
                    <a:cubicBezTo>
                      <a:pt x="5007" y="101"/>
                      <a:pt x="4811" y="188"/>
                      <a:pt x="4621" y="286"/>
                    </a:cubicBezTo>
                    <a:cubicBezTo>
                      <a:pt x="4447" y="373"/>
                      <a:pt x="4268" y="438"/>
                      <a:pt x="4088" y="520"/>
                    </a:cubicBezTo>
                    <a:cubicBezTo>
                      <a:pt x="3904" y="607"/>
                      <a:pt x="3692" y="661"/>
                      <a:pt x="3501" y="742"/>
                    </a:cubicBezTo>
                    <a:cubicBezTo>
                      <a:pt x="3333" y="819"/>
                      <a:pt x="3159" y="878"/>
                      <a:pt x="2985" y="949"/>
                    </a:cubicBezTo>
                    <a:cubicBezTo>
                      <a:pt x="2903" y="987"/>
                      <a:pt x="2827" y="1041"/>
                      <a:pt x="2746" y="1074"/>
                    </a:cubicBezTo>
                    <a:cubicBezTo>
                      <a:pt x="2659" y="1107"/>
                      <a:pt x="2572" y="1145"/>
                      <a:pt x="2485" y="1188"/>
                    </a:cubicBezTo>
                    <a:cubicBezTo>
                      <a:pt x="2387" y="1243"/>
                      <a:pt x="2284" y="1281"/>
                      <a:pt x="2186" y="1340"/>
                    </a:cubicBezTo>
                    <a:cubicBezTo>
                      <a:pt x="2088" y="1395"/>
                      <a:pt x="1985" y="1411"/>
                      <a:pt x="1887" y="1476"/>
                    </a:cubicBezTo>
                    <a:cubicBezTo>
                      <a:pt x="1795" y="1536"/>
                      <a:pt x="1691" y="1590"/>
                      <a:pt x="1588" y="1639"/>
                    </a:cubicBezTo>
                    <a:cubicBezTo>
                      <a:pt x="1474" y="1677"/>
                      <a:pt x="1365" y="1715"/>
                      <a:pt x="1256" y="1764"/>
                    </a:cubicBezTo>
                    <a:cubicBezTo>
                      <a:pt x="1207" y="1792"/>
                      <a:pt x="1164" y="1824"/>
                      <a:pt x="1120" y="1846"/>
                    </a:cubicBezTo>
                    <a:cubicBezTo>
                      <a:pt x="1072" y="1862"/>
                      <a:pt x="1028" y="1873"/>
                      <a:pt x="985" y="1889"/>
                    </a:cubicBezTo>
                    <a:cubicBezTo>
                      <a:pt x="887" y="1933"/>
                      <a:pt x="794" y="1982"/>
                      <a:pt x="707" y="2036"/>
                    </a:cubicBezTo>
                    <a:cubicBezTo>
                      <a:pt x="604" y="2096"/>
                      <a:pt x="495" y="2139"/>
                      <a:pt x="398" y="2210"/>
                    </a:cubicBezTo>
                    <a:cubicBezTo>
                      <a:pt x="354" y="2237"/>
                      <a:pt x="305" y="2259"/>
                      <a:pt x="256" y="2275"/>
                    </a:cubicBezTo>
                    <a:cubicBezTo>
                      <a:pt x="213" y="2292"/>
                      <a:pt x="175" y="2335"/>
                      <a:pt x="131" y="2346"/>
                    </a:cubicBezTo>
                    <a:cubicBezTo>
                      <a:pt x="82" y="2351"/>
                      <a:pt x="39" y="2373"/>
                      <a:pt x="28" y="2417"/>
                    </a:cubicBezTo>
                    <a:cubicBezTo>
                      <a:pt x="1" y="2607"/>
                      <a:pt x="104" y="2775"/>
                      <a:pt x="153" y="2949"/>
                    </a:cubicBezTo>
                    <a:cubicBezTo>
                      <a:pt x="186" y="3053"/>
                      <a:pt x="213" y="3156"/>
                      <a:pt x="245" y="3259"/>
                    </a:cubicBezTo>
                    <a:cubicBezTo>
                      <a:pt x="272" y="3341"/>
                      <a:pt x="338" y="3417"/>
                      <a:pt x="349" y="3498"/>
                    </a:cubicBezTo>
                    <a:cubicBezTo>
                      <a:pt x="354" y="3515"/>
                      <a:pt x="365" y="3531"/>
                      <a:pt x="387" y="3536"/>
                    </a:cubicBezTo>
                    <a:cubicBezTo>
                      <a:pt x="436" y="3585"/>
                      <a:pt x="495" y="3623"/>
                      <a:pt x="561" y="3640"/>
                    </a:cubicBezTo>
                    <a:cubicBezTo>
                      <a:pt x="653" y="3678"/>
                      <a:pt x="740" y="3727"/>
                      <a:pt x="827" y="3759"/>
                    </a:cubicBezTo>
                    <a:cubicBezTo>
                      <a:pt x="914" y="3792"/>
                      <a:pt x="995" y="3835"/>
                      <a:pt x="1077" y="3879"/>
                    </a:cubicBezTo>
                    <a:cubicBezTo>
                      <a:pt x="1077" y="3890"/>
                      <a:pt x="1077" y="3895"/>
                      <a:pt x="1077" y="3901"/>
                    </a:cubicBezTo>
                    <a:cubicBezTo>
                      <a:pt x="1082" y="4026"/>
                      <a:pt x="1077" y="4145"/>
                      <a:pt x="1055" y="4270"/>
                    </a:cubicBezTo>
                    <a:cubicBezTo>
                      <a:pt x="1034" y="4395"/>
                      <a:pt x="1055" y="4515"/>
                      <a:pt x="1028" y="4640"/>
                    </a:cubicBezTo>
                    <a:cubicBezTo>
                      <a:pt x="1012" y="4732"/>
                      <a:pt x="1001" y="4825"/>
                      <a:pt x="1001" y="4917"/>
                    </a:cubicBezTo>
                    <a:cubicBezTo>
                      <a:pt x="1001" y="5031"/>
                      <a:pt x="947" y="5140"/>
                      <a:pt x="947" y="5254"/>
                    </a:cubicBezTo>
                    <a:cubicBezTo>
                      <a:pt x="947" y="5515"/>
                      <a:pt x="908" y="5771"/>
                      <a:pt x="925" y="6031"/>
                    </a:cubicBezTo>
                    <a:cubicBezTo>
                      <a:pt x="930" y="6151"/>
                      <a:pt x="947" y="6276"/>
                      <a:pt x="968" y="6396"/>
                    </a:cubicBezTo>
                    <a:cubicBezTo>
                      <a:pt x="968" y="6423"/>
                      <a:pt x="974" y="6450"/>
                      <a:pt x="979" y="6477"/>
                    </a:cubicBezTo>
                    <a:cubicBezTo>
                      <a:pt x="870" y="6521"/>
                      <a:pt x="794" y="6613"/>
                      <a:pt x="773" y="6727"/>
                    </a:cubicBezTo>
                    <a:cubicBezTo>
                      <a:pt x="767" y="6793"/>
                      <a:pt x="778" y="6858"/>
                      <a:pt x="805" y="6918"/>
                    </a:cubicBezTo>
                    <a:cubicBezTo>
                      <a:pt x="767" y="7043"/>
                      <a:pt x="740" y="7173"/>
                      <a:pt x="724" y="7303"/>
                    </a:cubicBezTo>
                    <a:cubicBezTo>
                      <a:pt x="691" y="7505"/>
                      <a:pt x="664" y="7700"/>
                      <a:pt x="620" y="7896"/>
                    </a:cubicBezTo>
                    <a:cubicBezTo>
                      <a:pt x="577" y="8064"/>
                      <a:pt x="544" y="8233"/>
                      <a:pt x="523" y="8401"/>
                    </a:cubicBezTo>
                    <a:cubicBezTo>
                      <a:pt x="512" y="8494"/>
                      <a:pt x="474" y="8662"/>
                      <a:pt x="593" y="8700"/>
                    </a:cubicBezTo>
                    <a:cubicBezTo>
                      <a:pt x="598" y="8702"/>
                      <a:pt x="603" y="8703"/>
                      <a:pt x="607" y="8703"/>
                    </a:cubicBezTo>
                    <a:cubicBezTo>
                      <a:pt x="629" y="8703"/>
                      <a:pt x="648" y="8684"/>
                      <a:pt x="648" y="8657"/>
                    </a:cubicBezTo>
                    <a:cubicBezTo>
                      <a:pt x="637" y="8445"/>
                      <a:pt x="669" y="8228"/>
                      <a:pt x="729" y="8021"/>
                    </a:cubicBezTo>
                    <a:lnTo>
                      <a:pt x="729" y="8021"/>
                    </a:lnTo>
                    <a:cubicBezTo>
                      <a:pt x="724" y="8043"/>
                      <a:pt x="724" y="8064"/>
                      <a:pt x="718" y="8081"/>
                    </a:cubicBezTo>
                    <a:cubicBezTo>
                      <a:pt x="696" y="8211"/>
                      <a:pt x="669" y="8336"/>
                      <a:pt x="653" y="8467"/>
                    </a:cubicBezTo>
                    <a:cubicBezTo>
                      <a:pt x="642" y="8570"/>
                      <a:pt x="648" y="8662"/>
                      <a:pt x="735" y="8728"/>
                    </a:cubicBezTo>
                    <a:cubicBezTo>
                      <a:pt x="744" y="8734"/>
                      <a:pt x="753" y="8737"/>
                      <a:pt x="761" y="8737"/>
                    </a:cubicBezTo>
                    <a:cubicBezTo>
                      <a:pt x="789" y="8737"/>
                      <a:pt x="812" y="8709"/>
                      <a:pt x="816" y="8684"/>
                    </a:cubicBezTo>
                    <a:cubicBezTo>
                      <a:pt x="822" y="8662"/>
                      <a:pt x="822" y="8641"/>
                      <a:pt x="816" y="8619"/>
                    </a:cubicBezTo>
                    <a:cubicBezTo>
                      <a:pt x="816" y="8608"/>
                      <a:pt x="811" y="8597"/>
                      <a:pt x="800" y="8597"/>
                    </a:cubicBezTo>
                    <a:cubicBezTo>
                      <a:pt x="773" y="8385"/>
                      <a:pt x="838" y="8173"/>
                      <a:pt x="876" y="7967"/>
                    </a:cubicBezTo>
                    <a:cubicBezTo>
                      <a:pt x="887" y="7918"/>
                      <a:pt x="898" y="7869"/>
                      <a:pt x="908" y="7820"/>
                    </a:cubicBezTo>
                    <a:lnTo>
                      <a:pt x="908" y="7858"/>
                    </a:lnTo>
                    <a:cubicBezTo>
                      <a:pt x="908" y="7988"/>
                      <a:pt x="898" y="8119"/>
                      <a:pt x="898" y="8249"/>
                    </a:cubicBezTo>
                    <a:cubicBezTo>
                      <a:pt x="898" y="8315"/>
                      <a:pt x="903" y="8391"/>
                      <a:pt x="898" y="8461"/>
                    </a:cubicBezTo>
                    <a:cubicBezTo>
                      <a:pt x="887" y="8510"/>
                      <a:pt x="887" y="8559"/>
                      <a:pt x="898" y="8608"/>
                    </a:cubicBezTo>
                    <a:cubicBezTo>
                      <a:pt x="900" y="8624"/>
                      <a:pt x="915" y="8633"/>
                      <a:pt x="930" y="8633"/>
                    </a:cubicBezTo>
                    <a:cubicBezTo>
                      <a:pt x="945" y="8633"/>
                      <a:pt x="960" y="8624"/>
                      <a:pt x="963" y="8608"/>
                    </a:cubicBezTo>
                    <a:cubicBezTo>
                      <a:pt x="974" y="8575"/>
                      <a:pt x="985" y="8554"/>
                      <a:pt x="995" y="8527"/>
                    </a:cubicBezTo>
                    <a:lnTo>
                      <a:pt x="995" y="8527"/>
                    </a:lnTo>
                    <a:cubicBezTo>
                      <a:pt x="979" y="8613"/>
                      <a:pt x="1001" y="8700"/>
                      <a:pt x="1055" y="8766"/>
                    </a:cubicBezTo>
                    <a:cubicBezTo>
                      <a:pt x="1065" y="8775"/>
                      <a:pt x="1077" y="8779"/>
                      <a:pt x="1089" y="8779"/>
                    </a:cubicBezTo>
                    <a:cubicBezTo>
                      <a:pt x="1126" y="8779"/>
                      <a:pt x="1164" y="8744"/>
                      <a:pt x="1148" y="8711"/>
                    </a:cubicBezTo>
                    <a:cubicBezTo>
                      <a:pt x="1137" y="8586"/>
                      <a:pt x="1148" y="8461"/>
                      <a:pt x="1137" y="8342"/>
                    </a:cubicBezTo>
                    <a:cubicBezTo>
                      <a:pt x="1121" y="8191"/>
                      <a:pt x="1120" y="8046"/>
                      <a:pt x="1120" y="7901"/>
                    </a:cubicBezTo>
                    <a:lnTo>
                      <a:pt x="1120" y="7901"/>
                    </a:lnTo>
                    <a:cubicBezTo>
                      <a:pt x="1137" y="8075"/>
                      <a:pt x="1164" y="8249"/>
                      <a:pt x="1180" y="8423"/>
                    </a:cubicBezTo>
                    <a:cubicBezTo>
                      <a:pt x="1191" y="8527"/>
                      <a:pt x="1191" y="8652"/>
                      <a:pt x="1284" y="8717"/>
                    </a:cubicBezTo>
                    <a:cubicBezTo>
                      <a:pt x="1295" y="8727"/>
                      <a:pt x="1307" y="8731"/>
                      <a:pt x="1319" y="8731"/>
                    </a:cubicBezTo>
                    <a:cubicBezTo>
                      <a:pt x="1358" y="8731"/>
                      <a:pt x="1394" y="8683"/>
                      <a:pt x="1381" y="8641"/>
                    </a:cubicBezTo>
                    <a:cubicBezTo>
                      <a:pt x="1381" y="8641"/>
                      <a:pt x="1381" y="8641"/>
                      <a:pt x="1381" y="8635"/>
                    </a:cubicBezTo>
                    <a:cubicBezTo>
                      <a:pt x="1349" y="8527"/>
                      <a:pt x="1327" y="8412"/>
                      <a:pt x="1316" y="8298"/>
                    </a:cubicBezTo>
                    <a:cubicBezTo>
                      <a:pt x="1294" y="8141"/>
                      <a:pt x="1267" y="7983"/>
                      <a:pt x="1251" y="7820"/>
                    </a:cubicBezTo>
                    <a:lnTo>
                      <a:pt x="1251" y="7798"/>
                    </a:lnTo>
                    <a:cubicBezTo>
                      <a:pt x="1273" y="7939"/>
                      <a:pt x="1305" y="8081"/>
                      <a:pt x="1327" y="8222"/>
                    </a:cubicBezTo>
                    <a:cubicBezTo>
                      <a:pt x="1349" y="8347"/>
                      <a:pt x="1392" y="8461"/>
                      <a:pt x="1457" y="8570"/>
                    </a:cubicBezTo>
                    <a:cubicBezTo>
                      <a:pt x="1464" y="8581"/>
                      <a:pt x="1474" y="8585"/>
                      <a:pt x="1485" y="8585"/>
                    </a:cubicBezTo>
                    <a:cubicBezTo>
                      <a:pt x="1501" y="8585"/>
                      <a:pt x="1517" y="8574"/>
                      <a:pt x="1517" y="8554"/>
                    </a:cubicBezTo>
                    <a:cubicBezTo>
                      <a:pt x="1517" y="8499"/>
                      <a:pt x="1501" y="8456"/>
                      <a:pt x="1501" y="8407"/>
                    </a:cubicBezTo>
                    <a:cubicBezTo>
                      <a:pt x="1496" y="8336"/>
                      <a:pt x="1496" y="8271"/>
                      <a:pt x="1485" y="8200"/>
                    </a:cubicBezTo>
                    <a:cubicBezTo>
                      <a:pt x="1468" y="8064"/>
                      <a:pt x="1441" y="7929"/>
                      <a:pt x="1414" y="7798"/>
                    </a:cubicBezTo>
                    <a:cubicBezTo>
                      <a:pt x="1387" y="7668"/>
                      <a:pt x="1381" y="7521"/>
                      <a:pt x="1360" y="7380"/>
                    </a:cubicBezTo>
                    <a:cubicBezTo>
                      <a:pt x="1349" y="7309"/>
                      <a:pt x="1338" y="7238"/>
                      <a:pt x="1332" y="7168"/>
                    </a:cubicBezTo>
                    <a:cubicBezTo>
                      <a:pt x="1327" y="7113"/>
                      <a:pt x="1294" y="7059"/>
                      <a:pt x="1294" y="7004"/>
                    </a:cubicBezTo>
                    <a:lnTo>
                      <a:pt x="1294" y="6999"/>
                    </a:lnTo>
                    <a:cubicBezTo>
                      <a:pt x="1316" y="6972"/>
                      <a:pt x="1327" y="6939"/>
                      <a:pt x="1332" y="6901"/>
                    </a:cubicBezTo>
                    <a:cubicBezTo>
                      <a:pt x="1332" y="6879"/>
                      <a:pt x="1332" y="6852"/>
                      <a:pt x="1327" y="6831"/>
                    </a:cubicBezTo>
                    <a:cubicBezTo>
                      <a:pt x="1343" y="6716"/>
                      <a:pt x="1305" y="6602"/>
                      <a:pt x="1218" y="6532"/>
                    </a:cubicBezTo>
                    <a:cubicBezTo>
                      <a:pt x="1216" y="6527"/>
                      <a:pt x="1212" y="6526"/>
                      <a:pt x="1209" y="6526"/>
                    </a:cubicBezTo>
                    <a:cubicBezTo>
                      <a:pt x="1198" y="6526"/>
                      <a:pt x="1188" y="6540"/>
                      <a:pt x="1197" y="6548"/>
                    </a:cubicBezTo>
                    <a:cubicBezTo>
                      <a:pt x="1224" y="6575"/>
                      <a:pt x="1245" y="6608"/>
                      <a:pt x="1251" y="6646"/>
                    </a:cubicBezTo>
                    <a:cubicBezTo>
                      <a:pt x="1240" y="6635"/>
                      <a:pt x="1229" y="6624"/>
                      <a:pt x="1218" y="6619"/>
                    </a:cubicBezTo>
                    <a:cubicBezTo>
                      <a:pt x="1207" y="6581"/>
                      <a:pt x="1186" y="6548"/>
                      <a:pt x="1148" y="6532"/>
                    </a:cubicBezTo>
                    <a:cubicBezTo>
                      <a:pt x="1153" y="6526"/>
                      <a:pt x="1153" y="6521"/>
                      <a:pt x="1153" y="6515"/>
                    </a:cubicBezTo>
                    <a:cubicBezTo>
                      <a:pt x="1164" y="6369"/>
                      <a:pt x="1202" y="6227"/>
                      <a:pt x="1197" y="6080"/>
                    </a:cubicBezTo>
                    <a:cubicBezTo>
                      <a:pt x="1202" y="6004"/>
                      <a:pt x="1213" y="5928"/>
                      <a:pt x="1224" y="5858"/>
                    </a:cubicBezTo>
                    <a:cubicBezTo>
                      <a:pt x="1229" y="5803"/>
                      <a:pt x="1224" y="5754"/>
                      <a:pt x="1235" y="5700"/>
                    </a:cubicBezTo>
                    <a:cubicBezTo>
                      <a:pt x="1256" y="5569"/>
                      <a:pt x="1245" y="5439"/>
                      <a:pt x="1267" y="5314"/>
                    </a:cubicBezTo>
                    <a:cubicBezTo>
                      <a:pt x="1289" y="5178"/>
                      <a:pt x="1294" y="5042"/>
                      <a:pt x="1294" y="4906"/>
                    </a:cubicBezTo>
                    <a:cubicBezTo>
                      <a:pt x="1294" y="4819"/>
                      <a:pt x="1300" y="4732"/>
                      <a:pt x="1300" y="4645"/>
                    </a:cubicBezTo>
                    <a:cubicBezTo>
                      <a:pt x="1316" y="4607"/>
                      <a:pt x="1316" y="4569"/>
                      <a:pt x="1300" y="4531"/>
                    </a:cubicBezTo>
                    <a:lnTo>
                      <a:pt x="1300" y="4471"/>
                    </a:lnTo>
                    <a:cubicBezTo>
                      <a:pt x="1300" y="4406"/>
                      <a:pt x="1294" y="4346"/>
                      <a:pt x="1294" y="4281"/>
                    </a:cubicBezTo>
                    <a:cubicBezTo>
                      <a:pt x="1332" y="4205"/>
                      <a:pt x="1349" y="4124"/>
                      <a:pt x="1354" y="4037"/>
                    </a:cubicBezTo>
                    <a:cubicBezTo>
                      <a:pt x="1528" y="4118"/>
                      <a:pt x="1691" y="4210"/>
                      <a:pt x="1865" y="4303"/>
                    </a:cubicBezTo>
                    <a:cubicBezTo>
                      <a:pt x="1985" y="4363"/>
                      <a:pt x="2104" y="4428"/>
                      <a:pt x="2219" y="4488"/>
                    </a:cubicBezTo>
                    <a:cubicBezTo>
                      <a:pt x="2191" y="4749"/>
                      <a:pt x="2186" y="5010"/>
                      <a:pt x="2202" y="5276"/>
                    </a:cubicBezTo>
                    <a:cubicBezTo>
                      <a:pt x="2219" y="5401"/>
                      <a:pt x="2224" y="5531"/>
                      <a:pt x="2219" y="5662"/>
                    </a:cubicBezTo>
                    <a:cubicBezTo>
                      <a:pt x="2202" y="5819"/>
                      <a:pt x="2191" y="5977"/>
                      <a:pt x="2191" y="6129"/>
                    </a:cubicBezTo>
                    <a:cubicBezTo>
                      <a:pt x="2186" y="6189"/>
                      <a:pt x="2197" y="6249"/>
                      <a:pt x="2224" y="6298"/>
                    </a:cubicBezTo>
                    <a:cubicBezTo>
                      <a:pt x="2251" y="6341"/>
                      <a:pt x="2295" y="6363"/>
                      <a:pt x="2327" y="6401"/>
                    </a:cubicBezTo>
                    <a:cubicBezTo>
                      <a:pt x="2409" y="6510"/>
                      <a:pt x="2507" y="6608"/>
                      <a:pt x="2621" y="6684"/>
                    </a:cubicBezTo>
                    <a:cubicBezTo>
                      <a:pt x="2724" y="6760"/>
                      <a:pt x="2833" y="6820"/>
                      <a:pt x="2952" y="6874"/>
                    </a:cubicBezTo>
                    <a:cubicBezTo>
                      <a:pt x="3088" y="6945"/>
                      <a:pt x="3230" y="6999"/>
                      <a:pt x="3376" y="7048"/>
                    </a:cubicBezTo>
                    <a:cubicBezTo>
                      <a:pt x="3936" y="7255"/>
                      <a:pt x="4534" y="7363"/>
                      <a:pt x="5132" y="7363"/>
                    </a:cubicBezTo>
                    <a:cubicBezTo>
                      <a:pt x="5415" y="7358"/>
                      <a:pt x="5692" y="7287"/>
                      <a:pt x="5975" y="7244"/>
                    </a:cubicBezTo>
                    <a:cubicBezTo>
                      <a:pt x="6121" y="7222"/>
                      <a:pt x="6263" y="7184"/>
                      <a:pt x="6404" y="7135"/>
                    </a:cubicBezTo>
                    <a:cubicBezTo>
                      <a:pt x="6524" y="7086"/>
                      <a:pt x="6654" y="7048"/>
                      <a:pt x="6774" y="6994"/>
                    </a:cubicBezTo>
                    <a:cubicBezTo>
                      <a:pt x="6828" y="6966"/>
                      <a:pt x="6866" y="6918"/>
                      <a:pt x="6926" y="6896"/>
                    </a:cubicBezTo>
                    <a:cubicBezTo>
                      <a:pt x="6997" y="6869"/>
                      <a:pt x="7062" y="6841"/>
                      <a:pt x="7122" y="6803"/>
                    </a:cubicBezTo>
                    <a:cubicBezTo>
                      <a:pt x="7181" y="6771"/>
                      <a:pt x="7241" y="6733"/>
                      <a:pt x="7296" y="6689"/>
                    </a:cubicBezTo>
                    <a:cubicBezTo>
                      <a:pt x="7334" y="6657"/>
                      <a:pt x="7377" y="6629"/>
                      <a:pt x="7421" y="6602"/>
                    </a:cubicBezTo>
                    <a:cubicBezTo>
                      <a:pt x="7475" y="6564"/>
                      <a:pt x="7513" y="6510"/>
                      <a:pt x="7562" y="6466"/>
                    </a:cubicBezTo>
                    <a:cubicBezTo>
                      <a:pt x="7584" y="6450"/>
                      <a:pt x="7600" y="6434"/>
                      <a:pt x="7616" y="6423"/>
                    </a:cubicBezTo>
                    <a:cubicBezTo>
                      <a:pt x="7627" y="6423"/>
                      <a:pt x="7643" y="6417"/>
                      <a:pt x="7649" y="6407"/>
                    </a:cubicBezTo>
                    <a:cubicBezTo>
                      <a:pt x="7709" y="6336"/>
                      <a:pt x="7807" y="6309"/>
                      <a:pt x="7861" y="6222"/>
                    </a:cubicBezTo>
                    <a:cubicBezTo>
                      <a:pt x="7910" y="6129"/>
                      <a:pt x="7937" y="6031"/>
                      <a:pt x="7953" y="5928"/>
                    </a:cubicBezTo>
                    <a:cubicBezTo>
                      <a:pt x="7980" y="5819"/>
                      <a:pt x="7991" y="5705"/>
                      <a:pt x="7991" y="5591"/>
                    </a:cubicBezTo>
                    <a:cubicBezTo>
                      <a:pt x="7991" y="5466"/>
                      <a:pt x="7964" y="5347"/>
                      <a:pt x="7959" y="5227"/>
                    </a:cubicBezTo>
                    <a:cubicBezTo>
                      <a:pt x="7964" y="5015"/>
                      <a:pt x="7953" y="4808"/>
                      <a:pt x="7921" y="4596"/>
                    </a:cubicBezTo>
                    <a:cubicBezTo>
                      <a:pt x="7915" y="4537"/>
                      <a:pt x="7915" y="4477"/>
                      <a:pt x="7915" y="4417"/>
                    </a:cubicBezTo>
                    <a:cubicBezTo>
                      <a:pt x="7910" y="4368"/>
                      <a:pt x="7893" y="4319"/>
                      <a:pt x="7888" y="4265"/>
                    </a:cubicBezTo>
                    <a:cubicBezTo>
                      <a:pt x="7877" y="4205"/>
                      <a:pt x="7872" y="4145"/>
                      <a:pt x="7855" y="4085"/>
                    </a:cubicBezTo>
                    <a:cubicBezTo>
                      <a:pt x="7937" y="4053"/>
                      <a:pt x="8013" y="4015"/>
                      <a:pt x="8089" y="3966"/>
                    </a:cubicBezTo>
                    <a:cubicBezTo>
                      <a:pt x="8176" y="3906"/>
                      <a:pt x="8269" y="3863"/>
                      <a:pt x="8366" y="3808"/>
                    </a:cubicBezTo>
                    <a:cubicBezTo>
                      <a:pt x="8562" y="3700"/>
                      <a:pt x="8747" y="3575"/>
                      <a:pt x="8948" y="3466"/>
                    </a:cubicBezTo>
                    <a:cubicBezTo>
                      <a:pt x="9040" y="3411"/>
                      <a:pt x="9133" y="3357"/>
                      <a:pt x="9220" y="3292"/>
                    </a:cubicBezTo>
                    <a:cubicBezTo>
                      <a:pt x="9307" y="3221"/>
                      <a:pt x="9410" y="3172"/>
                      <a:pt x="9502" y="3112"/>
                    </a:cubicBezTo>
                    <a:cubicBezTo>
                      <a:pt x="9595" y="3047"/>
                      <a:pt x="9731" y="2993"/>
                      <a:pt x="9818" y="2906"/>
                    </a:cubicBezTo>
                    <a:cubicBezTo>
                      <a:pt x="9856" y="2890"/>
                      <a:pt x="9888" y="2857"/>
                      <a:pt x="9899" y="2813"/>
                    </a:cubicBezTo>
                    <a:cubicBezTo>
                      <a:pt x="9926" y="2629"/>
                      <a:pt x="9981" y="2449"/>
                      <a:pt x="10024" y="2264"/>
                    </a:cubicBezTo>
                    <a:cubicBezTo>
                      <a:pt x="10051" y="2161"/>
                      <a:pt x="10068" y="2052"/>
                      <a:pt x="10095" y="1949"/>
                    </a:cubicBezTo>
                    <a:cubicBezTo>
                      <a:pt x="10111" y="1884"/>
                      <a:pt x="10149" y="1824"/>
                      <a:pt x="10133" y="1748"/>
                    </a:cubicBezTo>
                    <a:lnTo>
                      <a:pt x="10133" y="1748"/>
                    </a:lnTo>
                    <a:lnTo>
                      <a:pt x="10138" y="1754"/>
                    </a:lnTo>
                    <a:cubicBezTo>
                      <a:pt x="10095" y="1574"/>
                      <a:pt x="9796" y="1542"/>
                      <a:pt x="9655" y="1487"/>
                    </a:cubicBezTo>
                    <a:cubicBezTo>
                      <a:pt x="9557" y="1449"/>
                      <a:pt x="9464" y="1406"/>
                      <a:pt x="9367" y="1373"/>
                    </a:cubicBezTo>
                    <a:cubicBezTo>
                      <a:pt x="9269" y="1335"/>
                      <a:pt x="9176" y="1286"/>
                      <a:pt x="9073" y="1253"/>
                    </a:cubicBezTo>
                    <a:cubicBezTo>
                      <a:pt x="8731" y="1156"/>
                      <a:pt x="8394" y="1020"/>
                      <a:pt x="8062" y="889"/>
                    </a:cubicBezTo>
                    <a:cubicBezTo>
                      <a:pt x="7665" y="737"/>
                      <a:pt x="7247" y="634"/>
                      <a:pt x="6855" y="482"/>
                    </a:cubicBezTo>
                    <a:cubicBezTo>
                      <a:pt x="6757" y="443"/>
                      <a:pt x="6660" y="405"/>
                      <a:pt x="6556" y="373"/>
                    </a:cubicBezTo>
                    <a:cubicBezTo>
                      <a:pt x="6458" y="335"/>
                      <a:pt x="6371" y="313"/>
                      <a:pt x="6279" y="275"/>
                    </a:cubicBezTo>
                    <a:cubicBezTo>
                      <a:pt x="6105" y="199"/>
                      <a:pt x="5931" y="134"/>
                      <a:pt x="5746" y="85"/>
                    </a:cubicBezTo>
                    <a:cubicBezTo>
                      <a:pt x="5648" y="58"/>
                      <a:pt x="5545" y="41"/>
                      <a:pt x="5447" y="14"/>
                    </a:cubicBezTo>
                    <a:cubicBezTo>
                      <a:pt x="5413" y="5"/>
                      <a:pt x="5379" y="1"/>
                      <a:pt x="5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0"/>
              <p:cNvSpPr/>
              <p:nvPr/>
            </p:nvSpPr>
            <p:spPr>
              <a:xfrm>
                <a:off x="4612700" y="4026225"/>
                <a:ext cx="8850" cy="10900"/>
              </a:xfrm>
              <a:custGeom>
                <a:rect b="b" l="l" r="r" t="t"/>
                <a:pathLst>
                  <a:path extrusionOk="0" h="436" w="354">
                    <a:moveTo>
                      <a:pt x="280" y="0"/>
                    </a:moveTo>
                    <a:cubicBezTo>
                      <a:pt x="207" y="0"/>
                      <a:pt x="149" y="78"/>
                      <a:pt x="109" y="138"/>
                    </a:cubicBezTo>
                    <a:cubicBezTo>
                      <a:pt x="71" y="209"/>
                      <a:pt x="1" y="323"/>
                      <a:pt x="44" y="399"/>
                    </a:cubicBezTo>
                    <a:cubicBezTo>
                      <a:pt x="55" y="424"/>
                      <a:pt x="78" y="436"/>
                      <a:pt x="102" y="436"/>
                    </a:cubicBezTo>
                    <a:cubicBezTo>
                      <a:pt x="126" y="436"/>
                      <a:pt x="150" y="424"/>
                      <a:pt x="164" y="399"/>
                    </a:cubicBezTo>
                    <a:cubicBezTo>
                      <a:pt x="185" y="367"/>
                      <a:pt x="180" y="334"/>
                      <a:pt x="191" y="301"/>
                    </a:cubicBezTo>
                    <a:cubicBezTo>
                      <a:pt x="207" y="258"/>
                      <a:pt x="223" y="220"/>
                      <a:pt x="245" y="182"/>
                    </a:cubicBezTo>
                    <a:cubicBezTo>
                      <a:pt x="256" y="165"/>
                      <a:pt x="283" y="117"/>
                      <a:pt x="300" y="111"/>
                    </a:cubicBezTo>
                    <a:cubicBezTo>
                      <a:pt x="343" y="95"/>
                      <a:pt x="354" y="19"/>
                      <a:pt x="300" y="8"/>
                    </a:cubicBezTo>
                    <a:lnTo>
                      <a:pt x="300" y="2"/>
                    </a:lnTo>
                    <a:cubicBezTo>
                      <a:pt x="293" y="1"/>
                      <a:pt x="286" y="0"/>
                      <a:pt x="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0"/>
              <p:cNvSpPr/>
              <p:nvPr/>
            </p:nvSpPr>
            <p:spPr>
              <a:xfrm>
                <a:off x="4616925" y="4030725"/>
                <a:ext cx="8375" cy="12825"/>
              </a:xfrm>
              <a:custGeom>
                <a:rect b="b" l="l" r="r" t="t"/>
                <a:pathLst>
                  <a:path extrusionOk="0" h="513" w="335">
                    <a:moveTo>
                      <a:pt x="255" y="1"/>
                    </a:moveTo>
                    <a:cubicBezTo>
                      <a:pt x="241" y="1"/>
                      <a:pt x="228" y="6"/>
                      <a:pt x="218" y="18"/>
                    </a:cubicBezTo>
                    <a:cubicBezTo>
                      <a:pt x="152" y="89"/>
                      <a:pt x="103" y="165"/>
                      <a:pt x="71" y="252"/>
                    </a:cubicBezTo>
                    <a:cubicBezTo>
                      <a:pt x="33" y="328"/>
                      <a:pt x="0" y="404"/>
                      <a:pt x="44" y="486"/>
                    </a:cubicBezTo>
                    <a:cubicBezTo>
                      <a:pt x="58" y="504"/>
                      <a:pt x="78" y="513"/>
                      <a:pt x="97" y="513"/>
                    </a:cubicBezTo>
                    <a:cubicBezTo>
                      <a:pt x="129" y="513"/>
                      <a:pt x="160" y="490"/>
                      <a:pt x="163" y="453"/>
                    </a:cubicBezTo>
                    <a:cubicBezTo>
                      <a:pt x="185" y="322"/>
                      <a:pt x="234" y="197"/>
                      <a:pt x="310" y="89"/>
                    </a:cubicBezTo>
                    <a:cubicBezTo>
                      <a:pt x="334" y="48"/>
                      <a:pt x="294"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0"/>
              <p:cNvSpPr/>
              <p:nvPr/>
            </p:nvSpPr>
            <p:spPr>
              <a:xfrm>
                <a:off x="4619225" y="4039300"/>
                <a:ext cx="7700" cy="8525"/>
              </a:xfrm>
              <a:custGeom>
                <a:rect b="b" l="l" r="r" t="t"/>
                <a:pathLst>
                  <a:path extrusionOk="0" h="341" w="308">
                    <a:moveTo>
                      <a:pt x="263" y="0"/>
                    </a:moveTo>
                    <a:cubicBezTo>
                      <a:pt x="243" y="0"/>
                      <a:pt x="223" y="11"/>
                      <a:pt x="218" y="34"/>
                    </a:cubicBezTo>
                    <a:cubicBezTo>
                      <a:pt x="196" y="99"/>
                      <a:pt x="0" y="268"/>
                      <a:pt x="120" y="333"/>
                    </a:cubicBezTo>
                    <a:cubicBezTo>
                      <a:pt x="127" y="338"/>
                      <a:pt x="136" y="340"/>
                      <a:pt x="144" y="340"/>
                    </a:cubicBezTo>
                    <a:cubicBezTo>
                      <a:pt x="155" y="340"/>
                      <a:pt x="165" y="336"/>
                      <a:pt x="174" y="327"/>
                    </a:cubicBezTo>
                    <a:cubicBezTo>
                      <a:pt x="185" y="311"/>
                      <a:pt x="202" y="289"/>
                      <a:pt x="207" y="268"/>
                    </a:cubicBezTo>
                    <a:cubicBezTo>
                      <a:pt x="223" y="246"/>
                      <a:pt x="240" y="224"/>
                      <a:pt x="251" y="202"/>
                    </a:cubicBezTo>
                    <a:cubicBezTo>
                      <a:pt x="278" y="153"/>
                      <a:pt x="294" y="99"/>
                      <a:pt x="305" y="45"/>
                    </a:cubicBezTo>
                    <a:cubicBezTo>
                      <a:pt x="308" y="15"/>
                      <a:pt x="285" y="0"/>
                      <a:pt x="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0"/>
              <p:cNvSpPr/>
              <p:nvPr/>
            </p:nvSpPr>
            <p:spPr>
              <a:xfrm>
                <a:off x="4626300" y="4043100"/>
                <a:ext cx="4225" cy="7350"/>
              </a:xfrm>
              <a:custGeom>
                <a:rect b="b" l="l" r="r" t="t"/>
                <a:pathLst>
                  <a:path extrusionOk="0" h="294" w="169">
                    <a:moveTo>
                      <a:pt x="91" y="1"/>
                    </a:moveTo>
                    <a:cubicBezTo>
                      <a:pt x="73" y="1"/>
                      <a:pt x="61" y="20"/>
                      <a:pt x="65" y="39"/>
                    </a:cubicBezTo>
                    <a:cubicBezTo>
                      <a:pt x="60" y="56"/>
                      <a:pt x="55" y="72"/>
                      <a:pt x="55" y="88"/>
                    </a:cubicBezTo>
                    <a:cubicBezTo>
                      <a:pt x="49" y="110"/>
                      <a:pt x="38" y="132"/>
                      <a:pt x="27" y="154"/>
                    </a:cubicBezTo>
                    <a:cubicBezTo>
                      <a:pt x="11" y="197"/>
                      <a:pt x="0" y="257"/>
                      <a:pt x="49" y="290"/>
                    </a:cubicBezTo>
                    <a:cubicBezTo>
                      <a:pt x="55" y="292"/>
                      <a:pt x="60" y="294"/>
                      <a:pt x="65" y="294"/>
                    </a:cubicBezTo>
                    <a:cubicBezTo>
                      <a:pt x="71" y="294"/>
                      <a:pt x="76" y="292"/>
                      <a:pt x="82" y="290"/>
                    </a:cubicBezTo>
                    <a:cubicBezTo>
                      <a:pt x="90" y="286"/>
                      <a:pt x="101" y="273"/>
                      <a:pt x="102" y="273"/>
                    </a:cubicBezTo>
                    <a:lnTo>
                      <a:pt x="102" y="273"/>
                    </a:lnTo>
                    <a:cubicBezTo>
                      <a:pt x="102" y="273"/>
                      <a:pt x="101" y="274"/>
                      <a:pt x="98" y="279"/>
                    </a:cubicBezTo>
                    <a:cubicBezTo>
                      <a:pt x="114" y="268"/>
                      <a:pt x="125" y="251"/>
                      <a:pt x="131" y="235"/>
                    </a:cubicBezTo>
                    <a:cubicBezTo>
                      <a:pt x="147" y="203"/>
                      <a:pt x="158" y="170"/>
                      <a:pt x="163" y="137"/>
                    </a:cubicBezTo>
                    <a:cubicBezTo>
                      <a:pt x="169" y="105"/>
                      <a:pt x="169" y="72"/>
                      <a:pt x="152" y="39"/>
                    </a:cubicBezTo>
                    <a:lnTo>
                      <a:pt x="152" y="39"/>
                    </a:lnTo>
                    <a:lnTo>
                      <a:pt x="158" y="45"/>
                    </a:lnTo>
                    <a:cubicBezTo>
                      <a:pt x="152" y="29"/>
                      <a:pt x="136" y="18"/>
                      <a:pt x="125" y="12"/>
                    </a:cubicBezTo>
                    <a:lnTo>
                      <a:pt x="109" y="7"/>
                    </a:lnTo>
                    <a:lnTo>
                      <a:pt x="98" y="1"/>
                    </a:lnTo>
                    <a:cubicBezTo>
                      <a:pt x="96" y="1"/>
                      <a:pt x="93" y="1"/>
                      <a:pt x="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20"/>
              <p:cNvSpPr/>
              <p:nvPr/>
            </p:nvSpPr>
            <p:spPr>
              <a:xfrm>
                <a:off x="4654700" y="4046900"/>
                <a:ext cx="4375" cy="7975"/>
              </a:xfrm>
              <a:custGeom>
                <a:rect b="b" l="l" r="r" t="t"/>
                <a:pathLst>
                  <a:path extrusionOk="0" h="319" w="175">
                    <a:moveTo>
                      <a:pt x="112" y="0"/>
                    </a:moveTo>
                    <a:cubicBezTo>
                      <a:pt x="80" y="0"/>
                      <a:pt x="49" y="21"/>
                      <a:pt x="49" y="61"/>
                    </a:cubicBezTo>
                    <a:cubicBezTo>
                      <a:pt x="55" y="99"/>
                      <a:pt x="44" y="132"/>
                      <a:pt x="27" y="165"/>
                    </a:cubicBezTo>
                    <a:cubicBezTo>
                      <a:pt x="6" y="197"/>
                      <a:pt x="0" y="235"/>
                      <a:pt x="6" y="273"/>
                    </a:cubicBezTo>
                    <a:cubicBezTo>
                      <a:pt x="14" y="303"/>
                      <a:pt x="38" y="318"/>
                      <a:pt x="63" y="318"/>
                    </a:cubicBezTo>
                    <a:cubicBezTo>
                      <a:pt x="87" y="318"/>
                      <a:pt x="112" y="303"/>
                      <a:pt x="120" y="273"/>
                    </a:cubicBezTo>
                    <a:cubicBezTo>
                      <a:pt x="131" y="241"/>
                      <a:pt x="142" y="214"/>
                      <a:pt x="158" y="186"/>
                    </a:cubicBezTo>
                    <a:cubicBezTo>
                      <a:pt x="169" y="148"/>
                      <a:pt x="174" y="105"/>
                      <a:pt x="174" y="61"/>
                    </a:cubicBezTo>
                    <a:cubicBezTo>
                      <a:pt x="174" y="21"/>
                      <a:pt x="143" y="0"/>
                      <a:pt x="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20"/>
              <p:cNvSpPr/>
              <p:nvPr/>
            </p:nvSpPr>
            <p:spPr>
              <a:xfrm>
                <a:off x="4659725" y="4046650"/>
                <a:ext cx="4775" cy="9825"/>
              </a:xfrm>
              <a:custGeom>
                <a:rect b="b" l="l" r="r" t="t"/>
                <a:pathLst>
                  <a:path extrusionOk="0" h="393" w="191">
                    <a:moveTo>
                      <a:pt x="120" y="1"/>
                    </a:moveTo>
                    <a:cubicBezTo>
                      <a:pt x="87" y="1"/>
                      <a:pt x="60" y="33"/>
                      <a:pt x="76" y="66"/>
                    </a:cubicBezTo>
                    <a:cubicBezTo>
                      <a:pt x="55" y="104"/>
                      <a:pt x="33" y="142"/>
                      <a:pt x="17" y="180"/>
                    </a:cubicBezTo>
                    <a:cubicBezTo>
                      <a:pt x="0" y="235"/>
                      <a:pt x="0" y="289"/>
                      <a:pt x="11" y="343"/>
                    </a:cubicBezTo>
                    <a:cubicBezTo>
                      <a:pt x="19" y="376"/>
                      <a:pt x="45" y="392"/>
                      <a:pt x="71" y="392"/>
                    </a:cubicBezTo>
                    <a:cubicBezTo>
                      <a:pt x="97" y="392"/>
                      <a:pt x="123" y="376"/>
                      <a:pt x="131" y="343"/>
                    </a:cubicBezTo>
                    <a:cubicBezTo>
                      <a:pt x="136" y="294"/>
                      <a:pt x="147" y="240"/>
                      <a:pt x="158" y="191"/>
                    </a:cubicBezTo>
                    <a:cubicBezTo>
                      <a:pt x="180" y="148"/>
                      <a:pt x="191" y="104"/>
                      <a:pt x="191" y="55"/>
                    </a:cubicBezTo>
                    <a:cubicBezTo>
                      <a:pt x="191" y="28"/>
                      <a:pt x="169"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0"/>
              <p:cNvSpPr/>
              <p:nvPr/>
            </p:nvSpPr>
            <p:spPr>
              <a:xfrm>
                <a:off x="4665575" y="4048275"/>
                <a:ext cx="5725" cy="8875"/>
              </a:xfrm>
              <a:custGeom>
                <a:rect b="b" l="l" r="r" t="t"/>
                <a:pathLst>
                  <a:path extrusionOk="0" h="355" w="229">
                    <a:moveTo>
                      <a:pt x="158" y="0"/>
                    </a:moveTo>
                    <a:cubicBezTo>
                      <a:pt x="131" y="0"/>
                      <a:pt x="106" y="18"/>
                      <a:pt x="109" y="55"/>
                    </a:cubicBezTo>
                    <a:cubicBezTo>
                      <a:pt x="109" y="93"/>
                      <a:pt x="60" y="137"/>
                      <a:pt x="38" y="175"/>
                    </a:cubicBezTo>
                    <a:cubicBezTo>
                      <a:pt x="11" y="208"/>
                      <a:pt x="0" y="251"/>
                      <a:pt x="6" y="295"/>
                    </a:cubicBezTo>
                    <a:cubicBezTo>
                      <a:pt x="9" y="333"/>
                      <a:pt x="39" y="354"/>
                      <a:pt x="70" y="354"/>
                    </a:cubicBezTo>
                    <a:cubicBezTo>
                      <a:pt x="96" y="354"/>
                      <a:pt x="121" y="340"/>
                      <a:pt x="131" y="311"/>
                    </a:cubicBezTo>
                    <a:cubicBezTo>
                      <a:pt x="152" y="224"/>
                      <a:pt x="228" y="148"/>
                      <a:pt x="218" y="55"/>
                    </a:cubicBezTo>
                    <a:lnTo>
                      <a:pt x="223" y="55"/>
                    </a:lnTo>
                    <a:cubicBezTo>
                      <a:pt x="217" y="19"/>
                      <a:pt x="187"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20"/>
              <p:cNvSpPr/>
              <p:nvPr/>
            </p:nvSpPr>
            <p:spPr>
              <a:xfrm>
                <a:off x="4673575" y="4050275"/>
                <a:ext cx="4250" cy="8200"/>
              </a:xfrm>
              <a:custGeom>
                <a:rect b="b" l="l" r="r" t="t"/>
                <a:pathLst>
                  <a:path extrusionOk="0" h="328" w="170">
                    <a:moveTo>
                      <a:pt x="112" y="1"/>
                    </a:moveTo>
                    <a:cubicBezTo>
                      <a:pt x="108" y="1"/>
                      <a:pt x="103" y="1"/>
                      <a:pt x="99" y="3"/>
                    </a:cubicBezTo>
                    <a:cubicBezTo>
                      <a:pt x="66" y="13"/>
                      <a:pt x="50" y="24"/>
                      <a:pt x="39" y="62"/>
                    </a:cubicBezTo>
                    <a:cubicBezTo>
                      <a:pt x="33" y="68"/>
                      <a:pt x="39" y="73"/>
                      <a:pt x="44" y="79"/>
                    </a:cubicBezTo>
                    <a:cubicBezTo>
                      <a:pt x="12" y="138"/>
                      <a:pt x="1" y="209"/>
                      <a:pt x="6" y="274"/>
                    </a:cubicBezTo>
                    <a:cubicBezTo>
                      <a:pt x="11" y="311"/>
                      <a:pt x="39" y="327"/>
                      <a:pt x="69" y="327"/>
                    </a:cubicBezTo>
                    <a:cubicBezTo>
                      <a:pt x="100" y="327"/>
                      <a:pt x="134" y="308"/>
                      <a:pt x="142" y="274"/>
                    </a:cubicBezTo>
                    <a:cubicBezTo>
                      <a:pt x="153" y="242"/>
                      <a:pt x="158" y="204"/>
                      <a:pt x="164" y="171"/>
                    </a:cubicBezTo>
                    <a:cubicBezTo>
                      <a:pt x="169" y="133"/>
                      <a:pt x="148" y="95"/>
                      <a:pt x="158" y="57"/>
                    </a:cubicBezTo>
                    <a:cubicBezTo>
                      <a:pt x="163" y="33"/>
                      <a:pt x="143" y="1"/>
                      <a:pt x="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20"/>
              <p:cNvSpPr/>
              <p:nvPr/>
            </p:nvSpPr>
            <p:spPr>
              <a:xfrm>
                <a:off x="4607800" y="3987150"/>
                <a:ext cx="4375" cy="9325"/>
              </a:xfrm>
              <a:custGeom>
                <a:rect b="b" l="l" r="r" t="t"/>
                <a:pathLst>
                  <a:path extrusionOk="0" h="373" w="175">
                    <a:moveTo>
                      <a:pt x="45" y="1"/>
                    </a:moveTo>
                    <a:cubicBezTo>
                      <a:pt x="23" y="1"/>
                      <a:pt x="1" y="16"/>
                      <a:pt x="1" y="43"/>
                    </a:cubicBezTo>
                    <a:cubicBezTo>
                      <a:pt x="1" y="103"/>
                      <a:pt x="28" y="163"/>
                      <a:pt x="28" y="223"/>
                    </a:cubicBezTo>
                    <a:cubicBezTo>
                      <a:pt x="28" y="266"/>
                      <a:pt x="44" y="310"/>
                      <a:pt x="72" y="348"/>
                    </a:cubicBezTo>
                    <a:cubicBezTo>
                      <a:pt x="82" y="365"/>
                      <a:pt x="99" y="373"/>
                      <a:pt x="117" y="373"/>
                    </a:cubicBezTo>
                    <a:cubicBezTo>
                      <a:pt x="144" y="373"/>
                      <a:pt x="172" y="354"/>
                      <a:pt x="175" y="321"/>
                    </a:cubicBezTo>
                    <a:cubicBezTo>
                      <a:pt x="175" y="299"/>
                      <a:pt x="169" y="277"/>
                      <a:pt x="159" y="261"/>
                    </a:cubicBezTo>
                    <a:cubicBezTo>
                      <a:pt x="153" y="239"/>
                      <a:pt x="148" y="217"/>
                      <a:pt x="148" y="196"/>
                    </a:cubicBezTo>
                    <a:cubicBezTo>
                      <a:pt x="131" y="141"/>
                      <a:pt x="110" y="87"/>
                      <a:pt x="88" y="33"/>
                    </a:cubicBezTo>
                    <a:cubicBezTo>
                      <a:pt x="81" y="11"/>
                      <a:pt x="63"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0"/>
              <p:cNvSpPr/>
              <p:nvPr/>
            </p:nvSpPr>
            <p:spPr>
              <a:xfrm>
                <a:off x="4619625" y="3997475"/>
                <a:ext cx="175" cy="425"/>
              </a:xfrm>
              <a:custGeom>
                <a:rect b="b" l="l" r="r" t="t"/>
                <a:pathLst>
                  <a:path extrusionOk="0" h="17" w="7">
                    <a:moveTo>
                      <a:pt x="1" y="0"/>
                    </a:moveTo>
                    <a:cubicBezTo>
                      <a:pt x="6" y="16"/>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0"/>
              <p:cNvSpPr/>
              <p:nvPr/>
            </p:nvSpPr>
            <p:spPr>
              <a:xfrm>
                <a:off x="4615825" y="3988350"/>
                <a:ext cx="4100" cy="11100"/>
              </a:xfrm>
              <a:custGeom>
                <a:rect b="b" l="l" r="r" t="t"/>
                <a:pathLst>
                  <a:path extrusionOk="0" h="444" w="164">
                    <a:moveTo>
                      <a:pt x="49" y="0"/>
                    </a:moveTo>
                    <a:cubicBezTo>
                      <a:pt x="6" y="0"/>
                      <a:pt x="2" y="56"/>
                      <a:pt x="28" y="77"/>
                    </a:cubicBezTo>
                    <a:cubicBezTo>
                      <a:pt x="22" y="110"/>
                      <a:pt x="22" y="142"/>
                      <a:pt x="11" y="169"/>
                    </a:cubicBezTo>
                    <a:cubicBezTo>
                      <a:pt x="6" y="213"/>
                      <a:pt x="1" y="262"/>
                      <a:pt x="6" y="305"/>
                    </a:cubicBezTo>
                    <a:cubicBezTo>
                      <a:pt x="6" y="357"/>
                      <a:pt x="41" y="444"/>
                      <a:pt x="96" y="444"/>
                    </a:cubicBezTo>
                    <a:cubicBezTo>
                      <a:pt x="110" y="444"/>
                      <a:pt x="125" y="438"/>
                      <a:pt x="142" y="425"/>
                    </a:cubicBezTo>
                    <a:cubicBezTo>
                      <a:pt x="158" y="419"/>
                      <a:pt x="164" y="398"/>
                      <a:pt x="164" y="381"/>
                    </a:cubicBezTo>
                    <a:lnTo>
                      <a:pt x="158" y="381"/>
                    </a:lnTo>
                    <a:lnTo>
                      <a:pt x="158" y="365"/>
                    </a:lnTo>
                    <a:lnTo>
                      <a:pt x="158" y="360"/>
                    </a:lnTo>
                    <a:cubicBezTo>
                      <a:pt x="153" y="349"/>
                      <a:pt x="142" y="332"/>
                      <a:pt x="142" y="322"/>
                    </a:cubicBezTo>
                    <a:cubicBezTo>
                      <a:pt x="131" y="289"/>
                      <a:pt x="131" y="262"/>
                      <a:pt x="131" y="229"/>
                    </a:cubicBezTo>
                    <a:cubicBezTo>
                      <a:pt x="142" y="164"/>
                      <a:pt x="136" y="99"/>
                      <a:pt x="115" y="33"/>
                    </a:cubicBezTo>
                    <a:cubicBezTo>
                      <a:pt x="109" y="12"/>
                      <a:pt x="93" y="1"/>
                      <a:pt x="71" y="1"/>
                    </a:cubicBezTo>
                    <a:lnTo>
                      <a:pt x="55" y="1"/>
                    </a:lnTo>
                    <a:cubicBezTo>
                      <a:pt x="53" y="1"/>
                      <a:pt x="51"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0"/>
              <p:cNvSpPr/>
              <p:nvPr/>
            </p:nvSpPr>
            <p:spPr>
              <a:xfrm>
                <a:off x="4620900" y="3991775"/>
                <a:ext cx="5550" cy="9175"/>
              </a:xfrm>
              <a:custGeom>
                <a:rect b="b" l="l" r="r" t="t"/>
                <a:pathLst>
                  <a:path extrusionOk="0" h="367" w="222">
                    <a:moveTo>
                      <a:pt x="76" y="0"/>
                    </a:moveTo>
                    <a:cubicBezTo>
                      <a:pt x="65" y="0"/>
                      <a:pt x="54" y="2"/>
                      <a:pt x="42" y="5"/>
                    </a:cubicBezTo>
                    <a:cubicBezTo>
                      <a:pt x="0" y="16"/>
                      <a:pt x="4" y="87"/>
                      <a:pt x="48" y="87"/>
                    </a:cubicBezTo>
                    <a:cubicBezTo>
                      <a:pt x="50" y="87"/>
                      <a:pt x="51" y="87"/>
                      <a:pt x="53" y="87"/>
                    </a:cubicBezTo>
                    <a:cubicBezTo>
                      <a:pt x="64" y="87"/>
                      <a:pt x="68" y="84"/>
                      <a:pt x="70" y="84"/>
                    </a:cubicBezTo>
                    <a:cubicBezTo>
                      <a:pt x="72" y="84"/>
                      <a:pt x="73" y="85"/>
                      <a:pt x="75" y="87"/>
                    </a:cubicBezTo>
                    <a:cubicBezTo>
                      <a:pt x="80" y="92"/>
                      <a:pt x="80" y="98"/>
                      <a:pt x="80" y="103"/>
                    </a:cubicBezTo>
                    <a:cubicBezTo>
                      <a:pt x="91" y="130"/>
                      <a:pt x="91" y="157"/>
                      <a:pt x="91" y="185"/>
                    </a:cubicBezTo>
                    <a:cubicBezTo>
                      <a:pt x="80" y="239"/>
                      <a:pt x="86" y="293"/>
                      <a:pt x="107" y="342"/>
                    </a:cubicBezTo>
                    <a:cubicBezTo>
                      <a:pt x="116" y="358"/>
                      <a:pt x="131" y="367"/>
                      <a:pt x="145" y="367"/>
                    </a:cubicBezTo>
                    <a:cubicBezTo>
                      <a:pt x="160" y="367"/>
                      <a:pt x="175" y="358"/>
                      <a:pt x="184" y="342"/>
                    </a:cubicBezTo>
                    <a:cubicBezTo>
                      <a:pt x="216" y="271"/>
                      <a:pt x="222" y="190"/>
                      <a:pt x="200" y="119"/>
                    </a:cubicBezTo>
                    <a:cubicBezTo>
                      <a:pt x="195" y="50"/>
                      <a:pt x="140" y="0"/>
                      <a:pt x="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0"/>
              <p:cNvSpPr/>
              <p:nvPr/>
            </p:nvSpPr>
            <p:spPr>
              <a:xfrm>
                <a:off x="4627525" y="3996025"/>
                <a:ext cx="4775" cy="7300"/>
              </a:xfrm>
              <a:custGeom>
                <a:rect b="b" l="l" r="r" t="t"/>
                <a:pathLst>
                  <a:path extrusionOk="0" h="292" w="191">
                    <a:moveTo>
                      <a:pt x="86" y="1"/>
                    </a:moveTo>
                    <a:cubicBezTo>
                      <a:pt x="74" y="1"/>
                      <a:pt x="61" y="3"/>
                      <a:pt x="49" y="9"/>
                    </a:cubicBezTo>
                    <a:cubicBezTo>
                      <a:pt x="0" y="20"/>
                      <a:pt x="0" y="96"/>
                      <a:pt x="49" y="107"/>
                    </a:cubicBezTo>
                    <a:cubicBezTo>
                      <a:pt x="49" y="118"/>
                      <a:pt x="49" y="129"/>
                      <a:pt x="49" y="140"/>
                    </a:cubicBezTo>
                    <a:cubicBezTo>
                      <a:pt x="60" y="178"/>
                      <a:pt x="71" y="221"/>
                      <a:pt x="87" y="259"/>
                    </a:cubicBezTo>
                    <a:cubicBezTo>
                      <a:pt x="95" y="281"/>
                      <a:pt x="116" y="292"/>
                      <a:pt x="136" y="292"/>
                    </a:cubicBezTo>
                    <a:cubicBezTo>
                      <a:pt x="156" y="292"/>
                      <a:pt x="177" y="281"/>
                      <a:pt x="185" y="259"/>
                    </a:cubicBezTo>
                    <a:cubicBezTo>
                      <a:pt x="190" y="221"/>
                      <a:pt x="190" y="188"/>
                      <a:pt x="185" y="156"/>
                    </a:cubicBezTo>
                    <a:lnTo>
                      <a:pt x="179" y="156"/>
                    </a:lnTo>
                    <a:cubicBezTo>
                      <a:pt x="174" y="134"/>
                      <a:pt x="169" y="107"/>
                      <a:pt x="169" y="85"/>
                    </a:cubicBezTo>
                    <a:cubicBezTo>
                      <a:pt x="169" y="38"/>
                      <a:pt x="131"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0"/>
              <p:cNvSpPr/>
              <p:nvPr/>
            </p:nvSpPr>
            <p:spPr>
              <a:xfrm>
                <a:off x="4673000" y="4007500"/>
                <a:ext cx="3725" cy="7275"/>
              </a:xfrm>
              <a:custGeom>
                <a:rect b="b" l="l" r="r" t="t"/>
                <a:pathLst>
                  <a:path extrusionOk="0" h="291" w="149">
                    <a:moveTo>
                      <a:pt x="65" y="1"/>
                    </a:moveTo>
                    <a:cubicBezTo>
                      <a:pt x="30" y="1"/>
                      <a:pt x="1" y="36"/>
                      <a:pt x="18" y="72"/>
                    </a:cubicBezTo>
                    <a:cubicBezTo>
                      <a:pt x="35" y="88"/>
                      <a:pt x="18" y="132"/>
                      <a:pt x="18" y="148"/>
                    </a:cubicBezTo>
                    <a:cubicBezTo>
                      <a:pt x="7" y="181"/>
                      <a:pt x="7" y="219"/>
                      <a:pt x="18" y="251"/>
                    </a:cubicBezTo>
                    <a:cubicBezTo>
                      <a:pt x="28" y="278"/>
                      <a:pt x="52" y="291"/>
                      <a:pt x="76" y="291"/>
                    </a:cubicBezTo>
                    <a:cubicBezTo>
                      <a:pt x="105" y="291"/>
                      <a:pt x="135" y="271"/>
                      <a:pt x="138" y="235"/>
                    </a:cubicBezTo>
                    <a:cubicBezTo>
                      <a:pt x="143" y="159"/>
                      <a:pt x="149" y="61"/>
                      <a:pt x="89" y="1"/>
                    </a:cubicBezTo>
                    <a:lnTo>
                      <a:pt x="89" y="7"/>
                    </a:lnTo>
                    <a:cubicBezTo>
                      <a:pt x="81" y="3"/>
                      <a:pt x="73"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0"/>
              <p:cNvSpPr/>
              <p:nvPr/>
            </p:nvSpPr>
            <p:spPr>
              <a:xfrm>
                <a:off x="4677650" y="4006625"/>
                <a:ext cx="3700" cy="5875"/>
              </a:xfrm>
              <a:custGeom>
                <a:rect b="b" l="l" r="r" t="t"/>
                <a:pathLst>
                  <a:path extrusionOk="0" h="235" w="148">
                    <a:moveTo>
                      <a:pt x="76" y="1"/>
                    </a:moveTo>
                    <a:cubicBezTo>
                      <a:pt x="47" y="1"/>
                      <a:pt x="17" y="20"/>
                      <a:pt x="12" y="58"/>
                    </a:cubicBezTo>
                    <a:cubicBezTo>
                      <a:pt x="1" y="112"/>
                      <a:pt x="23" y="178"/>
                      <a:pt x="61" y="221"/>
                    </a:cubicBezTo>
                    <a:cubicBezTo>
                      <a:pt x="72" y="230"/>
                      <a:pt x="84" y="234"/>
                      <a:pt x="97" y="234"/>
                    </a:cubicBezTo>
                    <a:cubicBezTo>
                      <a:pt x="121" y="234"/>
                      <a:pt x="144" y="217"/>
                      <a:pt x="148" y="188"/>
                    </a:cubicBezTo>
                    <a:cubicBezTo>
                      <a:pt x="148" y="167"/>
                      <a:pt x="148" y="145"/>
                      <a:pt x="142" y="123"/>
                    </a:cubicBezTo>
                    <a:lnTo>
                      <a:pt x="137" y="123"/>
                    </a:lnTo>
                    <a:lnTo>
                      <a:pt x="137" y="58"/>
                    </a:lnTo>
                    <a:cubicBezTo>
                      <a:pt x="134" y="20"/>
                      <a:pt x="106"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120"/>
            <p:cNvGrpSpPr/>
            <p:nvPr/>
          </p:nvGrpSpPr>
          <p:grpSpPr>
            <a:xfrm>
              <a:off x="2331057" y="2859966"/>
              <a:ext cx="238547" cy="274316"/>
              <a:chOff x="4320525" y="3930525"/>
              <a:chExt cx="182125" cy="213725"/>
            </a:xfrm>
          </p:grpSpPr>
          <p:sp>
            <p:nvSpPr>
              <p:cNvPr id="5448" name="Google Shape;5448;p120"/>
              <p:cNvSpPr/>
              <p:nvPr/>
            </p:nvSpPr>
            <p:spPr>
              <a:xfrm>
                <a:off x="4320525" y="3930525"/>
                <a:ext cx="182125" cy="213725"/>
              </a:xfrm>
              <a:custGeom>
                <a:rect b="b" l="l" r="r" t="t"/>
                <a:pathLst>
                  <a:path extrusionOk="0" h="8549" w="7285">
                    <a:moveTo>
                      <a:pt x="2827" y="139"/>
                    </a:moveTo>
                    <a:lnTo>
                      <a:pt x="2838" y="167"/>
                    </a:lnTo>
                    <a:cubicBezTo>
                      <a:pt x="2844" y="188"/>
                      <a:pt x="2854" y="210"/>
                      <a:pt x="2860" y="237"/>
                    </a:cubicBezTo>
                    <a:cubicBezTo>
                      <a:pt x="2871" y="275"/>
                      <a:pt x="2887" y="313"/>
                      <a:pt x="2903" y="357"/>
                    </a:cubicBezTo>
                    <a:cubicBezTo>
                      <a:pt x="2925" y="395"/>
                      <a:pt x="2947" y="428"/>
                      <a:pt x="2974" y="466"/>
                    </a:cubicBezTo>
                    <a:cubicBezTo>
                      <a:pt x="2865" y="520"/>
                      <a:pt x="2757" y="569"/>
                      <a:pt x="2642" y="607"/>
                    </a:cubicBezTo>
                    <a:cubicBezTo>
                      <a:pt x="2550" y="634"/>
                      <a:pt x="2468" y="667"/>
                      <a:pt x="2381" y="705"/>
                    </a:cubicBezTo>
                    <a:cubicBezTo>
                      <a:pt x="2379" y="702"/>
                      <a:pt x="2376" y="701"/>
                      <a:pt x="2373" y="701"/>
                    </a:cubicBezTo>
                    <a:cubicBezTo>
                      <a:pt x="2371" y="701"/>
                      <a:pt x="2368" y="702"/>
                      <a:pt x="2365" y="705"/>
                    </a:cubicBezTo>
                    <a:cubicBezTo>
                      <a:pt x="2333" y="710"/>
                      <a:pt x="2300" y="721"/>
                      <a:pt x="2267" y="737"/>
                    </a:cubicBezTo>
                    <a:cubicBezTo>
                      <a:pt x="2256" y="672"/>
                      <a:pt x="2235" y="607"/>
                      <a:pt x="2202" y="547"/>
                    </a:cubicBezTo>
                    <a:cubicBezTo>
                      <a:pt x="2180" y="515"/>
                      <a:pt x="2169" y="477"/>
                      <a:pt x="2153" y="438"/>
                    </a:cubicBezTo>
                    <a:cubicBezTo>
                      <a:pt x="2169" y="428"/>
                      <a:pt x="2180" y="422"/>
                      <a:pt x="2191" y="417"/>
                    </a:cubicBezTo>
                    <a:cubicBezTo>
                      <a:pt x="2278" y="368"/>
                      <a:pt x="2371" y="324"/>
                      <a:pt x="2463" y="292"/>
                    </a:cubicBezTo>
                    <a:cubicBezTo>
                      <a:pt x="2545" y="265"/>
                      <a:pt x="2615" y="221"/>
                      <a:pt x="2691" y="199"/>
                    </a:cubicBezTo>
                    <a:cubicBezTo>
                      <a:pt x="2724" y="188"/>
                      <a:pt x="2757" y="172"/>
                      <a:pt x="2789" y="161"/>
                    </a:cubicBezTo>
                    <a:cubicBezTo>
                      <a:pt x="2805" y="150"/>
                      <a:pt x="2816" y="145"/>
                      <a:pt x="2827" y="139"/>
                    </a:cubicBezTo>
                    <a:close/>
                    <a:moveTo>
                      <a:pt x="1169" y="1276"/>
                    </a:moveTo>
                    <a:lnTo>
                      <a:pt x="1169" y="1276"/>
                    </a:lnTo>
                    <a:cubicBezTo>
                      <a:pt x="1153" y="1373"/>
                      <a:pt x="1148" y="1477"/>
                      <a:pt x="1153" y="1575"/>
                    </a:cubicBezTo>
                    <a:cubicBezTo>
                      <a:pt x="1110" y="1585"/>
                      <a:pt x="1061" y="1607"/>
                      <a:pt x="1017" y="1629"/>
                    </a:cubicBezTo>
                    <a:cubicBezTo>
                      <a:pt x="963" y="1558"/>
                      <a:pt x="898" y="1488"/>
                      <a:pt x="827" y="1428"/>
                    </a:cubicBezTo>
                    <a:cubicBezTo>
                      <a:pt x="854" y="1401"/>
                      <a:pt x="887" y="1373"/>
                      <a:pt x="919" y="1352"/>
                    </a:cubicBezTo>
                    <a:lnTo>
                      <a:pt x="919" y="1346"/>
                    </a:lnTo>
                    <a:cubicBezTo>
                      <a:pt x="936" y="1335"/>
                      <a:pt x="952" y="1324"/>
                      <a:pt x="974" y="1319"/>
                    </a:cubicBezTo>
                    <a:cubicBezTo>
                      <a:pt x="979" y="1322"/>
                      <a:pt x="984" y="1323"/>
                      <a:pt x="990" y="1323"/>
                    </a:cubicBezTo>
                    <a:cubicBezTo>
                      <a:pt x="995" y="1323"/>
                      <a:pt x="1001" y="1322"/>
                      <a:pt x="1006" y="1319"/>
                    </a:cubicBezTo>
                    <a:cubicBezTo>
                      <a:pt x="1055" y="1292"/>
                      <a:pt x="1115" y="1281"/>
                      <a:pt x="1169" y="1276"/>
                    </a:cubicBezTo>
                    <a:close/>
                    <a:moveTo>
                      <a:pt x="1251" y="1281"/>
                    </a:moveTo>
                    <a:lnTo>
                      <a:pt x="1251" y="1281"/>
                    </a:lnTo>
                    <a:cubicBezTo>
                      <a:pt x="1305" y="1286"/>
                      <a:pt x="1360" y="1308"/>
                      <a:pt x="1408" y="1341"/>
                    </a:cubicBezTo>
                    <a:cubicBezTo>
                      <a:pt x="1457" y="1368"/>
                      <a:pt x="1501" y="1401"/>
                      <a:pt x="1539" y="1433"/>
                    </a:cubicBezTo>
                    <a:cubicBezTo>
                      <a:pt x="1523" y="1460"/>
                      <a:pt x="1512" y="1488"/>
                      <a:pt x="1495" y="1515"/>
                    </a:cubicBezTo>
                    <a:cubicBezTo>
                      <a:pt x="1485" y="1536"/>
                      <a:pt x="1441" y="1585"/>
                      <a:pt x="1414" y="1629"/>
                    </a:cubicBezTo>
                    <a:cubicBezTo>
                      <a:pt x="1381" y="1596"/>
                      <a:pt x="1332" y="1575"/>
                      <a:pt x="1289" y="1564"/>
                    </a:cubicBezTo>
                    <a:cubicBezTo>
                      <a:pt x="1278" y="1531"/>
                      <a:pt x="1267" y="1498"/>
                      <a:pt x="1262" y="1466"/>
                    </a:cubicBezTo>
                    <a:cubicBezTo>
                      <a:pt x="1256" y="1406"/>
                      <a:pt x="1251" y="1341"/>
                      <a:pt x="1251" y="1281"/>
                    </a:cubicBezTo>
                    <a:close/>
                    <a:moveTo>
                      <a:pt x="1620" y="1504"/>
                    </a:moveTo>
                    <a:lnTo>
                      <a:pt x="1620" y="1509"/>
                    </a:lnTo>
                    <a:cubicBezTo>
                      <a:pt x="1675" y="1564"/>
                      <a:pt x="1718" y="1634"/>
                      <a:pt x="1740" y="1710"/>
                    </a:cubicBezTo>
                    <a:cubicBezTo>
                      <a:pt x="1740" y="1716"/>
                      <a:pt x="1745" y="1727"/>
                      <a:pt x="1745" y="1738"/>
                    </a:cubicBezTo>
                    <a:cubicBezTo>
                      <a:pt x="1697" y="1803"/>
                      <a:pt x="1620" y="1852"/>
                      <a:pt x="1534" y="1863"/>
                    </a:cubicBezTo>
                    <a:cubicBezTo>
                      <a:pt x="1528" y="1819"/>
                      <a:pt x="1512" y="1776"/>
                      <a:pt x="1495" y="1738"/>
                    </a:cubicBezTo>
                    <a:cubicBezTo>
                      <a:pt x="1501" y="1727"/>
                      <a:pt x="1506" y="1716"/>
                      <a:pt x="1517" y="1705"/>
                    </a:cubicBezTo>
                    <a:cubicBezTo>
                      <a:pt x="1539" y="1667"/>
                      <a:pt x="1561" y="1629"/>
                      <a:pt x="1582" y="1591"/>
                    </a:cubicBezTo>
                    <a:cubicBezTo>
                      <a:pt x="1599" y="1569"/>
                      <a:pt x="1604" y="1536"/>
                      <a:pt x="1620" y="1504"/>
                    </a:cubicBezTo>
                    <a:close/>
                    <a:moveTo>
                      <a:pt x="751" y="1509"/>
                    </a:moveTo>
                    <a:cubicBezTo>
                      <a:pt x="778" y="1542"/>
                      <a:pt x="805" y="1575"/>
                      <a:pt x="832" y="1607"/>
                    </a:cubicBezTo>
                    <a:cubicBezTo>
                      <a:pt x="870" y="1651"/>
                      <a:pt x="908" y="1694"/>
                      <a:pt x="946" y="1732"/>
                    </a:cubicBezTo>
                    <a:cubicBezTo>
                      <a:pt x="925" y="1765"/>
                      <a:pt x="908" y="1797"/>
                      <a:pt x="903" y="1835"/>
                    </a:cubicBezTo>
                    <a:cubicBezTo>
                      <a:pt x="816" y="1863"/>
                      <a:pt x="734" y="1933"/>
                      <a:pt x="642" y="1939"/>
                    </a:cubicBezTo>
                    <a:cubicBezTo>
                      <a:pt x="637" y="1868"/>
                      <a:pt x="647" y="1792"/>
                      <a:pt x="675" y="1727"/>
                    </a:cubicBezTo>
                    <a:cubicBezTo>
                      <a:pt x="680" y="1656"/>
                      <a:pt x="702" y="1591"/>
                      <a:pt x="734" y="1531"/>
                    </a:cubicBezTo>
                    <a:cubicBezTo>
                      <a:pt x="740" y="1520"/>
                      <a:pt x="745" y="1515"/>
                      <a:pt x="751" y="1509"/>
                    </a:cubicBezTo>
                    <a:close/>
                    <a:moveTo>
                      <a:pt x="1253" y="1710"/>
                    </a:moveTo>
                    <a:cubicBezTo>
                      <a:pt x="1269" y="1710"/>
                      <a:pt x="1285" y="1713"/>
                      <a:pt x="1300" y="1721"/>
                    </a:cubicBezTo>
                    <a:cubicBezTo>
                      <a:pt x="1349" y="1754"/>
                      <a:pt x="1376" y="1808"/>
                      <a:pt x="1387" y="1868"/>
                    </a:cubicBezTo>
                    <a:cubicBezTo>
                      <a:pt x="1392" y="1912"/>
                      <a:pt x="1414" y="1960"/>
                      <a:pt x="1387" y="1999"/>
                    </a:cubicBezTo>
                    <a:cubicBezTo>
                      <a:pt x="1360" y="2042"/>
                      <a:pt x="1332" y="2037"/>
                      <a:pt x="1305" y="2053"/>
                    </a:cubicBezTo>
                    <a:cubicBezTo>
                      <a:pt x="1278" y="2075"/>
                      <a:pt x="1251" y="2102"/>
                      <a:pt x="1207" y="2113"/>
                    </a:cubicBezTo>
                    <a:cubicBezTo>
                      <a:pt x="1203" y="2113"/>
                      <a:pt x="1198" y="2113"/>
                      <a:pt x="1193" y="2113"/>
                    </a:cubicBezTo>
                    <a:cubicBezTo>
                      <a:pt x="1123" y="2113"/>
                      <a:pt x="1064" y="2076"/>
                      <a:pt x="1039" y="2015"/>
                    </a:cubicBezTo>
                    <a:cubicBezTo>
                      <a:pt x="1023" y="1988"/>
                      <a:pt x="1012" y="1960"/>
                      <a:pt x="1006" y="1928"/>
                    </a:cubicBezTo>
                    <a:cubicBezTo>
                      <a:pt x="1050" y="1906"/>
                      <a:pt x="1050" y="1846"/>
                      <a:pt x="1006" y="1825"/>
                    </a:cubicBezTo>
                    <a:cubicBezTo>
                      <a:pt x="1012" y="1803"/>
                      <a:pt x="1023" y="1781"/>
                      <a:pt x="1033" y="1759"/>
                    </a:cubicBezTo>
                    <a:cubicBezTo>
                      <a:pt x="1040" y="1761"/>
                      <a:pt x="1046" y="1761"/>
                      <a:pt x="1053" y="1761"/>
                    </a:cubicBezTo>
                    <a:cubicBezTo>
                      <a:pt x="1115" y="1761"/>
                      <a:pt x="1188" y="1710"/>
                      <a:pt x="1253" y="1710"/>
                    </a:cubicBezTo>
                    <a:close/>
                    <a:moveTo>
                      <a:pt x="1756" y="1890"/>
                    </a:moveTo>
                    <a:cubicBezTo>
                      <a:pt x="1756" y="1922"/>
                      <a:pt x="1756" y="1955"/>
                      <a:pt x="1751" y="1982"/>
                    </a:cubicBezTo>
                    <a:cubicBezTo>
                      <a:pt x="1751" y="2058"/>
                      <a:pt x="1735" y="2134"/>
                      <a:pt x="1713" y="2205"/>
                    </a:cubicBezTo>
                    <a:cubicBezTo>
                      <a:pt x="1686" y="2200"/>
                      <a:pt x="1659" y="2200"/>
                      <a:pt x="1631" y="2194"/>
                    </a:cubicBezTo>
                    <a:cubicBezTo>
                      <a:pt x="1593" y="2189"/>
                      <a:pt x="1555" y="2183"/>
                      <a:pt x="1523" y="2172"/>
                    </a:cubicBezTo>
                    <a:cubicBezTo>
                      <a:pt x="1495" y="2162"/>
                      <a:pt x="1474" y="2151"/>
                      <a:pt x="1452" y="2129"/>
                    </a:cubicBezTo>
                    <a:cubicBezTo>
                      <a:pt x="1485" y="2107"/>
                      <a:pt x="1506" y="2075"/>
                      <a:pt x="1523" y="2042"/>
                    </a:cubicBezTo>
                    <a:cubicBezTo>
                      <a:pt x="1534" y="2004"/>
                      <a:pt x="1539" y="1966"/>
                      <a:pt x="1539" y="1928"/>
                    </a:cubicBezTo>
                    <a:cubicBezTo>
                      <a:pt x="1558" y="1931"/>
                      <a:pt x="1577" y="1933"/>
                      <a:pt x="1597" y="1933"/>
                    </a:cubicBezTo>
                    <a:cubicBezTo>
                      <a:pt x="1639" y="1933"/>
                      <a:pt x="1683" y="1925"/>
                      <a:pt x="1724" y="1906"/>
                    </a:cubicBezTo>
                    <a:lnTo>
                      <a:pt x="1756" y="1890"/>
                    </a:lnTo>
                    <a:close/>
                    <a:moveTo>
                      <a:pt x="898" y="1977"/>
                    </a:moveTo>
                    <a:lnTo>
                      <a:pt x="898" y="1982"/>
                    </a:lnTo>
                    <a:cubicBezTo>
                      <a:pt x="903" y="2020"/>
                      <a:pt x="919" y="2058"/>
                      <a:pt x="936" y="2091"/>
                    </a:cubicBezTo>
                    <a:cubicBezTo>
                      <a:pt x="903" y="2134"/>
                      <a:pt x="876" y="2183"/>
                      <a:pt x="854" y="2232"/>
                    </a:cubicBezTo>
                    <a:cubicBezTo>
                      <a:pt x="838" y="2270"/>
                      <a:pt x="816" y="2308"/>
                      <a:pt x="794" y="2346"/>
                    </a:cubicBezTo>
                    <a:cubicBezTo>
                      <a:pt x="767" y="2319"/>
                      <a:pt x="740" y="2287"/>
                      <a:pt x="724" y="2259"/>
                    </a:cubicBezTo>
                    <a:cubicBezTo>
                      <a:pt x="686" y="2183"/>
                      <a:pt x="664" y="2107"/>
                      <a:pt x="658" y="2031"/>
                    </a:cubicBezTo>
                    <a:lnTo>
                      <a:pt x="653" y="2031"/>
                    </a:lnTo>
                    <a:cubicBezTo>
                      <a:pt x="734" y="2026"/>
                      <a:pt x="821" y="2009"/>
                      <a:pt x="898" y="1977"/>
                    </a:cubicBezTo>
                    <a:close/>
                    <a:moveTo>
                      <a:pt x="1392" y="2172"/>
                    </a:moveTo>
                    <a:cubicBezTo>
                      <a:pt x="1430" y="2227"/>
                      <a:pt x="1479" y="2265"/>
                      <a:pt x="1539" y="2292"/>
                    </a:cubicBezTo>
                    <a:cubicBezTo>
                      <a:pt x="1566" y="2303"/>
                      <a:pt x="1599" y="2308"/>
                      <a:pt x="1631" y="2314"/>
                    </a:cubicBezTo>
                    <a:cubicBezTo>
                      <a:pt x="1539" y="2384"/>
                      <a:pt x="1430" y="2439"/>
                      <a:pt x="1316" y="2461"/>
                    </a:cubicBezTo>
                    <a:lnTo>
                      <a:pt x="1289" y="2471"/>
                    </a:lnTo>
                    <a:cubicBezTo>
                      <a:pt x="1283" y="2444"/>
                      <a:pt x="1278" y="2423"/>
                      <a:pt x="1273" y="2395"/>
                    </a:cubicBezTo>
                    <a:cubicBezTo>
                      <a:pt x="1251" y="2346"/>
                      <a:pt x="1240" y="2298"/>
                      <a:pt x="1229" y="2243"/>
                    </a:cubicBezTo>
                    <a:cubicBezTo>
                      <a:pt x="1262" y="2243"/>
                      <a:pt x="1289" y="2232"/>
                      <a:pt x="1316" y="2216"/>
                    </a:cubicBezTo>
                    <a:cubicBezTo>
                      <a:pt x="1343" y="2205"/>
                      <a:pt x="1370" y="2189"/>
                      <a:pt x="1392" y="2172"/>
                    </a:cubicBezTo>
                    <a:close/>
                    <a:moveTo>
                      <a:pt x="1023" y="2183"/>
                    </a:moveTo>
                    <a:cubicBezTo>
                      <a:pt x="1050" y="2205"/>
                      <a:pt x="1082" y="2221"/>
                      <a:pt x="1115" y="2232"/>
                    </a:cubicBezTo>
                    <a:cubicBezTo>
                      <a:pt x="1110" y="2281"/>
                      <a:pt x="1120" y="2330"/>
                      <a:pt x="1137" y="2368"/>
                    </a:cubicBezTo>
                    <a:lnTo>
                      <a:pt x="1137" y="2374"/>
                    </a:lnTo>
                    <a:cubicBezTo>
                      <a:pt x="1153" y="2417"/>
                      <a:pt x="1169" y="2455"/>
                      <a:pt x="1186" y="2499"/>
                    </a:cubicBezTo>
                    <a:cubicBezTo>
                      <a:pt x="1142" y="2509"/>
                      <a:pt x="1099" y="2515"/>
                      <a:pt x="1055" y="2520"/>
                    </a:cubicBezTo>
                    <a:cubicBezTo>
                      <a:pt x="1050" y="2521"/>
                      <a:pt x="1045" y="2521"/>
                      <a:pt x="1041" y="2521"/>
                    </a:cubicBezTo>
                    <a:cubicBezTo>
                      <a:pt x="963" y="2521"/>
                      <a:pt x="922" y="2479"/>
                      <a:pt x="870" y="2423"/>
                    </a:cubicBezTo>
                    <a:lnTo>
                      <a:pt x="870" y="2417"/>
                    </a:lnTo>
                    <a:cubicBezTo>
                      <a:pt x="936" y="2368"/>
                      <a:pt x="984" y="2265"/>
                      <a:pt x="1023" y="2183"/>
                    </a:cubicBezTo>
                    <a:close/>
                    <a:moveTo>
                      <a:pt x="3413" y="406"/>
                    </a:moveTo>
                    <a:cubicBezTo>
                      <a:pt x="3421" y="406"/>
                      <a:pt x="3416" y="422"/>
                      <a:pt x="3431" y="455"/>
                    </a:cubicBezTo>
                    <a:cubicBezTo>
                      <a:pt x="3501" y="602"/>
                      <a:pt x="3583" y="743"/>
                      <a:pt x="3681" y="873"/>
                    </a:cubicBezTo>
                    <a:cubicBezTo>
                      <a:pt x="3795" y="1026"/>
                      <a:pt x="3860" y="1227"/>
                      <a:pt x="3947" y="1401"/>
                    </a:cubicBezTo>
                    <a:cubicBezTo>
                      <a:pt x="4034" y="1569"/>
                      <a:pt x="4126" y="1765"/>
                      <a:pt x="4224" y="1944"/>
                    </a:cubicBezTo>
                    <a:cubicBezTo>
                      <a:pt x="4273" y="2026"/>
                      <a:pt x="4317" y="2113"/>
                      <a:pt x="4349" y="2205"/>
                    </a:cubicBezTo>
                    <a:cubicBezTo>
                      <a:pt x="4376" y="2292"/>
                      <a:pt x="4414" y="2379"/>
                      <a:pt x="4453" y="2466"/>
                    </a:cubicBezTo>
                    <a:cubicBezTo>
                      <a:pt x="4485" y="2537"/>
                      <a:pt x="4518" y="2596"/>
                      <a:pt x="4545" y="2667"/>
                    </a:cubicBezTo>
                    <a:cubicBezTo>
                      <a:pt x="4561" y="2694"/>
                      <a:pt x="4572" y="2721"/>
                      <a:pt x="4578" y="2749"/>
                    </a:cubicBezTo>
                    <a:cubicBezTo>
                      <a:pt x="4572" y="2754"/>
                      <a:pt x="4561" y="2760"/>
                      <a:pt x="4550" y="2760"/>
                    </a:cubicBezTo>
                    <a:cubicBezTo>
                      <a:pt x="4512" y="2765"/>
                      <a:pt x="4480" y="2781"/>
                      <a:pt x="4447" y="2792"/>
                    </a:cubicBezTo>
                    <a:cubicBezTo>
                      <a:pt x="4241" y="2863"/>
                      <a:pt x="4056" y="2982"/>
                      <a:pt x="3860" y="3086"/>
                    </a:cubicBezTo>
                    <a:cubicBezTo>
                      <a:pt x="3757" y="3135"/>
                      <a:pt x="3648" y="3184"/>
                      <a:pt x="3545" y="3238"/>
                    </a:cubicBezTo>
                    <a:cubicBezTo>
                      <a:pt x="3480" y="3276"/>
                      <a:pt x="3414" y="3314"/>
                      <a:pt x="3349" y="3352"/>
                    </a:cubicBezTo>
                    <a:cubicBezTo>
                      <a:pt x="3311" y="3243"/>
                      <a:pt x="3262" y="3140"/>
                      <a:pt x="3202" y="3048"/>
                    </a:cubicBezTo>
                    <a:cubicBezTo>
                      <a:pt x="3159" y="2993"/>
                      <a:pt x="3115" y="2939"/>
                      <a:pt x="3083" y="2879"/>
                    </a:cubicBezTo>
                    <a:cubicBezTo>
                      <a:pt x="3056" y="2819"/>
                      <a:pt x="3034" y="2754"/>
                      <a:pt x="3001" y="2700"/>
                    </a:cubicBezTo>
                    <a:cubicBezTo>
                      <a:pt x="2920" y="2586"/>
                      <a:pt x="2854" y="2461"/>
                      <a:pt x="2805" y="2330"/>
                    </a:cubicBezTo>
                    <a:cubicBezTo>
                      <a:pt x="2767" y="2189"/>
                      <a:pt x="2713" y="2058"/>
                      <a:pt x="2648" y="1933"/>
                    </a:cubicBezTo>
                    <a:cubicBezTo>
                      <a:pt x="2577" y="1814"/>
                      <a:pt x="2517" y="1689"/>
                      <a:pt x="2463" y="1564"/>
                    </a:cubicBezTo>
                    <a:cubicBezTo>
                      <a:pt x="2436" y="1493"/>
                      <a:pt x="2409" y="1422"/>
                      <a:pt x="2381" y="1352"/>
                    </a:cubicBezTo>
                    <a:cubicBezTo>
                      <a:pt x="2349" y="1292"/>
                      <a:pt x="2311" y="1232"/>
                      <a:pt x="2267" y="1183"/>
                    </a:cubicBezTo>
                    <a:cubicBezTo>
                      <a:pt x="2224" y="1134"/>
                      <a:pt x="2197" y="1080"/>
                      <a:pt x="2175" y="1020"/>
                    </a:cubicBezTo>
                    <a:cubicBezTo>
                      <a:pt x="2164" y="998"/>
                      <a:pt x="2153" y="977"/>
                      <a:pt x="2142" y="949"/>
                    </a:cubicBezTo>
                    <a:cubicBezTo>
                      <a:pt x="2142" y="949"/>
                      <a:pt x="2137" y="944"/>
                      <a:pt x="2137" y="944"/>
                    </a:cubicBezTo>
                    <a:cubicBezTo>
                      <a:pt x="2169" y="933"/>
                      <a:pt x="2202" y="922"/>
                      <a:pt x="2229" y="906"/>
                    </a:cubicBezTo>
                    <a:cubicBezTo>
                      <a:pt x="2246" y="901"/>
                      <a:pt x="2256" y="895"/>
                      <a:pt x="2267" y="884"/>
                    </a:cubicBezTo>
                    <a:cubicBezTo>
                      <a:pt x="2365" y="852"/>
                      <a:pt x="2468" y="814"/>
                      <a:pt x="2572" y="781"/>
                    </a:cubicBezTo>
                    <a:cubicBezTo>
                      <a:pt x="2746" y="737"/>
                      <a:pt x="2914" y="678"/>
                      <a:pt x="3072" y="596"/>
                    </a:cubicBezTo>
                    <a:lnTo>
                      <a:pt x="3099" y="580"/>
                    </a:lnTo>
                    <a:cubicBezTo>
                      <a:pt x="3121" y="580"/>
                      <a:pt x="3137" y="569"/>
                      <a:pt x="3153" y="553"/>
                    </a:cubicBezTo>
                    <a:cubicBezTo>
                      <a:pt x="3202" y="525"/>
                      <a:pt x="3257" y="498"/>
                      <a:pt x="3306" y="471"/>
                    </a:cubicBezTo>
                    <a:cubicBezTo>
                      <a:pt x="3333" y="449"/>
                      <a:pt x="3360" y="433"/>
                      <a:pt x="3387" y="417"/>
                    </a:cubicBezTo>
                    <a:cubicBezTo>
                      <a:pt x="3401" y="410"/>
                      <a:pt x="3408" y="406"/>
                      <a:pt x="3413" y="406"/>
                    </a:cubicBezTo>
                    <a:close/>
                    <a:moveTo>
                      <a:pt x="4539" y="2966"/>
                    </a:moveTo>
                    <a:cubicBezTo>
                      <a:pt x="4539" y="2988"/>
                      <a:pt x="4550" y="3010"/>
                      <a:pt x="4561" y="3031"/>
                    </a:cubicBezTo>
                    <a:cubicBezTo>
                      <a:pt x="4588" y="3053"/>
                      <a:pt x="4610" y="3086"/>
                      <a:pt x="4632" y="3118"/>
                    </a:cubicBezTo>
                    <a:cubicBezTo>
                      <a:pt x="4654" y="3162"/>
                      <a:pt x="4675" y="3211"/>
                      <a:pt x="4692" y="3260"/>
                    </a:cubicBezTo>
                    <a:lnTo>
                      <a:pt x="4686" y="3260"/>
                    </a:lnTo>
                    <a:cubicBezTo>
                      <a:pt x="4692" y="3298"/>
                      <a:pt x="4703" y="3341"/>
                      <a:pt x="4719" y="3379"/>
                    </a:cubicBezTo>
                    <a:cubicBezTo>
                      <a:pt x="4724" y="3385"/>
                      <a:pt x="4730" y="3390"/>
                      <a:pt x="4735" y="3401"/>
                    </a:cubicBezTo>
                    <a:lnTo>
                      <a:pt x="4632" y="3466"/>
                    </a:lnTo>
                    <a:lnTo>
                      <a:pt x="4621" y="3466"/>
                    </a:lnTo>
                    <a:cubicBezTo>
                      <a:pt x="4567" y="3493"/>
                      <a:pt x="4512" y="3526"/>
                      <a:pt x="4458" y="3553"/>
                    </a:cubicBezTo>
                    <a:cubicBezTo>
                      <a:pt x="4360" y="3597"/>
                      <a:pt x="4262" y="3629"/>
                      <a:pt x="4164" y="3673"/>
                    </a:cubicBezTo>
                    <a:cubicBezTo>
                      <a:pt x="4121" y="3689"/>
                      <a:pt x="4072" y="3705"/>
                      <a:pt x="4029" y="3727"/>
                    </a:cubicBezTo>
                    <a:cubicBezTo>
                      <a:pt x="3996" y="3743"/>
                      <a:pt x="3969" y="3771"/>
                      <a:pt x="3936" y="3787"/>
                    </a:cubicBezTo>
                    <a:cubicBezTo>
                      <a:pt x="3913" y="3797"/>
                      <a:pt x="3900" y="3805"/>
                      <a:pt x="3885" y="3805"/>
                    </a:cubicBezTo>
                    <a:cubicBezTo>
                      <a:pt x="3875" y="3805"/>
                      <a:pt x="3864" y="3801"/>
                      <a:pt x="3849" y="3792"/>
                    </a:cubicBezTo>
                    <a:cubicBezTo>
                      <a:pt x="3833" y="3771"/>
                      <a:pt x="3817" y="3749"/>
                      <a:pt x="3806" y="3722"/>
                    </a:cubicBezTo>
                    <a:cubicBezTo>
                      <a:pt x="3784" y="3678"/>
                      <a:pt x="3768" y="3635"/>
                      <a:pt x="3746" y="3591"/>
                    </a:cubicBezTo>
                    <a:cubicBezTo>
                      <a:pt x="3713" y="3521"/>
                      <a:pt x="3675" y="3450"/>
                      <a:pt x="3632" y="3385"/>
                    </a:cubicBezTo>
                    <a:cubicBezTo>
                      <a:pt x="3730" y="3330"/>
                      <a:pt x="3833" y="3287"/>
                      <a:pt x="3936" y="3238"/>
                    </a:cubicBezTo>
                    <a:cubicBezTo>
                      <a:pt x="4132" y="3135"/>
                      <a:pt x="4333" y="3048"/>
                      <a:pt x="4539" y="2966"/>
                    </a:cubicBezTo>
                    <a:close/>
                    <a:moveTo>
                      <a:pt x="4980" y="3401"/>
                    </a:moveTo>
                    <a:cubicBezTo>
                      <a:pt x="4985" y="3417"/>
                      <a:pt x="4991" y="3428"/>
                      <a:pt x="4991" y="3434"/>
                    </a:cubicBezTo>
                    <a:cubicBezTo>
                      <a:pt x="5023" y="3477"/>
                      <a:pt x="5045" y="3531"/>
                      <a:pt x="5061" y="3580"/>
                    </a:cubicBezTo>
                    <a:cubicBezTo>
                      <a:pt x="5061" y="3608"/>
                      <a:pt x="5067" y="3629"/>
                      <a:pt x="5067" y="3656"/>
                    </a:cubicBezTo>
                    <a:cubicBezTo>
                      <a:pt x="5056" y="3662"/>
                      <a:pt x="5045" y="3667"/>
                      <a:pt x="5034" y="3678"/>
                    </a:cubicBezTo>
                    <a:cubicBezTo>
                      <a:pt x="4980" y="3711"/>
                      <a:pt x="4915" y="3727"/>
                      <a:pt x="4860" y="3754"/>
                    </a:cubicBezTo>
                    <a:cubicBezTo>
                      <a:pt x="4800" y="3781"/>
                      <a:pt x="4762" y="3809"/>
                      <a:pt x="4713" y="3836"/>
                    </a:cubicBezTo>
                    <a:cubicBezTo>
                      <a:pt x="4665" y="3863"/>
                      <a:pt x="4588" y="3879"/>
                      <a:pt x="4529" y="3901"/>
                    </a:cubicBezTo>
                    <a:cubicBezTo>
                      <a:pt x="4398" y="3961"/>
                      <a:pt x="4279" y="4026"/>
                      <a:pt x="4148" y="4080"/>
                    </a:cubicBezTo>
                    <a:cubicBezTo>
                      <a:pt x="4083" y="4102"/>
                      <a:pt x="4012" y="4124"/>
                      <a:pt x="3952" y="4146"/>
                    </a:cubicBezTo>
                    <a:cubicBezTo>
                      <a:pt x="3919" y="4157"/>
                      <a:pt x="3883" y="4178"/>
                      <a:pt x="3849" y="4178"/>
                    </a:cubicBezTo>
                    <a:cubicBezTo>
                      <a:pt x="3834" y="4178"/>
                      <a:pt x="3819" y="4174"/>
                      <a:pt x="3806" y="4162"/>
                    </a:cubicBezTo>
                    <a:cubicBezTo>
                      <a:pt x="3784" y="4135"/>
                      <a:pt x="3762" y="4102"/>
                      <a:pt x="3740" y="4070"/>
                    </a:cubicBezTo>
                    <a:cubicBezTo>
                      <a:pt x="3697" y="4015"/>
                      <a:pt x="3735" y="4010"/>
                      <a:pt x="3784" y="3977"/>
                    </a:cubicBezTo>
                    <a:cubicBezTo>
                      <a:pt x="3800" y="3966"/>
                      <a:pt x="3817" y="3955"/>
                      <a:pt x="3833" y="3945"/>
                    </a:cubicBezTo>
                    <a:cubicBezTo>
                      <a:pt x="3838" y="3945"/>
                      <a:pt x="3844" y="3945"/>
                      <a:pt x="3849" y="3950"/>
                    </a:cubicBezTo>
                    <a:cubicBezTo>
                      <a:pt x="3855" y="3951"/>
                      <a:pt x="3861" y="3951"/>
                      <a:pt x="3867" y="3951"/>
                    </a:cubicBezTo>
                    <a:cubicBezTo>
                      <a:pt x="3956" y="3951"/>
                      <a:pt x="4022" y="3877"/>
                      <a:pt x="4094" y="3841"/>
                    </a:cubicBezTo>
                    <a:cubicBezTo>
                      <a:pt x="4202" y="3787"/>
                      <a:pt x="4317" y="3760"/>
                      <a:pt x="4431" y="3705"/>
                    </a:cubicBezTo>
                    <a:cubicBezTo>
                      <a:pt x="4539" y="3651"/>
                      <a:pt x="4648" y="3602"/>
                      <a:pt x="4757" y="3542"/>
                    </a:cubicBezTo>
                    <a:cubicBezTo>
                      <a:pt x="4768" y="3537"/>
                      <a:pt x="4779" y="3531"/>
                      <a:pt x="4790" y="3526"/>
                    </a:cubicBezTo>
                    <a:lnTo>
                      <a:pt x="4790" y="3526"/>
                    </a:lnTo>
                    <a:lnTo>
                      <a:pt x="4784" y="3531"/>
                    </a:lnTo>
                    <a:cubicBezTo>
                      <a:pt x="4833" y="3504"/>
                      <a:pt x="4877" y="3477"/>
                      <a:pt x="4920" y="3455"/>
                    </a:cubicBezTo>
                    <a:cubicBezTo>
                      <a:pt x="4931" y="3450"/>
                      <a:pt x="4974" y="3423"/>
                      <a:pt x="4980" y="3401"/>
                    </a:cubicBezTo>
                    <a:close/>
                    <a:moveTo>
                      <a:pt x="979" y="3764"/>
                    </a:moveTo>
                    <a:cubicBezTo>
                      <a:pt x="993" y="3764"/>
                      <a:pt x="1008" y="3766"/>
                      <a:pt x="1023" y="3771"/>
                    </a:cubicBezTo>
                    <a:lnTo>
                      <a:pt x="1061" y="3787"/>
                    </a:lnTo>
                    <a:cubicBezTo>
                      <a:pt x="1066" y="3798"/>
                      <a:pt x="1077" y="3803"/>
                      <a:pt x="1088" y="3803"/>
                    </a:cubicBezTo>
                    <a:cubicBezTo>
                      <a:pt x="1191" y="3863"/>
                      <a:pt x="1273" y="3950"/>
                      <a:pt x="1322" y="4059"/>
                    </a:cubicBezTo>
                    <a:cubicBezTo>
                      <a:pt x="1338" y="4124"/>
                      <a:pt x="1343" y="4184"/>
                      <a:pt x="1338" y="4249"/>
                    </a:cubicBezTo>
                    <a:cubicBezTo>
                      <a:pt x="1343" y="4314"/>
                      <a:pt x="1332" y="4379"/>
                      <a:pt x="1305" y="4434"/>
                    </a:cubicBezTo>
                    <a:cubicBezTo>
                      <a:pt x="1278" y="4472"/>
                      <a:pt x="1251" y="4504"/>
                      <a:pt x="1224" y="4537"/>
                    </a:cubicBezTo>
                    <a:cubicBezTo>
                      <a:pt x="1175" y="4586"/>
                      <a:pt x="1120" y="4581"/>
                      <a:pt x="1061" y="4586"/>
                    </a:cubicBezTo>
                    <a:lnTo>
                      <a:pt x="1044" y="4591"/>
                    </a:lnTo>
                    <a:lnTo>
                      <a:pt x="1039" y="4581"/>
                    </a:lnTo>
                    <a:cubicBezTo>
                      <a:pt x="1036" y="4578"/>
                      <a:pt x="1032" y="4576"/>
                      <a:pt x="1028" y="4576"/>
                    </a:cubicBezTo>
                    <a:cubicBezTo>
                      <a:pt x="1024" y="4576"/>
                      <a:pt x="1020" y="4578"/>
                      <a:pt x="1017" y="4581"/>
                    </a:cubicBezTo>
                    <a:lnTo>
                      <a:pt x="1006" y="4597"/>
                    </a:lnTo>
                    <a:cubicBezTo>
                      <a:pt x="978" y="4606"/>
                      <a:pt x="948" y="4610"/>
                      <a:pt x="918" y="4610"/>
                    </a:cubicBezTo>
                    <a:cubicBezTo>
                      <a:pt x="872" y="4610"/>
                      <a:pt x="826" y="4600"/>
                      <a:pt x="783" y="4581"/>
                    </a:cubicBezTo>
                    <a:cubicBezTo>
                      <a:pt x="686" y="4515"/>
                      <a:pt x="620" y="4407"/>
                      <a:pt x="609" y="4292"/>
                    </a:cubicBezTo>
                    <a:cubicBezTo>
                      <a:pt x="604" y="4162"/>
                      <a:pt x="647" y="4032"/>
                      <a:pt x="734" y="3928"/>
                    </a:cubicBezTo>
                    <a:cubicBezTo>
                      <a:pt x="796" y="3853"/>
                      <a:pt x="882" y="3764"/>
                      <a:pt x="979" y="3764"/>
                    </a:cubicBezTo>
                    <a:close/>
                    <a:moveTo>
                      <a:pt x="4673" y="4506"/>
                    </a:moveTo>
                    <a:cubicBezTo>
                      <a:pt x="4697" y="4506"/>
                      <a:pt x="4722" y="4507"/>
                      <a:pt x="4746" y="4510"/>
                    </a:cubicBezTo>
                    <a:lnTo>
                      <a:pt x="5159" y="4510"/>
                    </a:lnTo>
                    <a:cubicBezTo>
                      <a:pt x="5224" y="4510"/>
                      <a:pt x="5279" y="4532"/>
                      <a:pt x="5339" y="4532"/>
                    </a:cubicBezTo>
                    <a:cubicBezTo>
                      <a:pt x="5377" y="4526"/>
                      <a:pt x="5415" y="4521"/>
                      <a:pt x="5453" y="4510"/>
                    </a:cubicBezTo>
                    <a:cubicBezTo>
                      <a:pt x="5473" y="4508"/>
                      <a:pt x="5493" y="4507"/>
                      <a:pt x="5513" y="4507"/>
                    </a:cubicBezTo>
                    <a:cubicBezTo>
                      <a:pt x="5552" y="4507"/>
                      <a:pt x="5592" y="4510"/>
                      <a:pt x="5632" y="4510"/>
                    </a:cubicBezTo>
                    <a:cubicBezTo>
                      <a:pt x="5668" y="4510"/>
                      <a:pt x="5700" y="4507"/>
                      <a:pt x="5733" y="4507"/>
                    </a:cubicBezTo>
                    <a:cubicBezTo>
                      <a:pt x="5749" y="4507"/>
                      <a:pt x="5766" y="4508"/>
                      <a:pt x="5784" y="4510"/>
                    </a:cubicBezTo>
                    <a:cubicBezTo>
                      <a:pt x="5784" y="4532"/>
                      <a:pt x="5779" y="4553"/>
                      <a:pt x="5773" y="4581"/>
                    </a:cubicBezTo>
                    <a:cubicBezTo>
                      <a:pt x="5671" y="4595"/>
                      <a:pt x="5566" y="4599"/>
                      <a:pt x="5462" y="4599"/>
                    </a:cubicBezTo>
                    <a:cubicBezTo>
                      <a:pt x="5322" y="4599"/>
                      <a:pt x="5182" y="4591"/>
                      <a:pt x="5045" y="4591"/>
                    </a:cubicBezTo>
                    <a:cubicBezTo>
                      <a:pt x="4882" y="4591"/>
                      <a:pt x="4713" y="4602"/>
                      <a:pt x="4545" y="4613"/>
                    </a:cubicBezTo>
                    <a:cubicBezTo>
                      <a:pt x="4556" y="4570"/>
                      <a:pt x="4561" y="4521"/>
                      <a:pt x="4599" y="4510"/>
                    </a:cubicBezTo>
                    <a:cubicBezTo>
                      <a:pt x="4624" y="4507"/>
                      <a:pt x="4648" y="4506"/>
                      <a:pt x="4673" y="4506"/>
                    </a:cubicBezTo>
                    <a:close/>
                    <a:moveTo>
                      <a:pt x="5977" y="4691"/>
                    </a:moveTo>
                    <a:cubicBezTo>
                      <a:pt x="6029" y="4691"/>
                      <a:pt x="6081" y="4692"/>
                      <a:pt x="6132" y="4695"/>
                    </a:cubicBezTo>
                    <a:cubicBezTo>
                      <a:pt x="6219" y="4695"/>
                      <a:pt x="6257" y="4711"/>
                      <a:pt x="6235" y="4814"/>
                    </a:cubicBezTo>
                    <a:cubicBezTo>
                      <a:pt x="6230" y="4847"/>
                      <a:pt x="6225" y="4874"/>
                      <a:pt x="6225" y="4907"/>
                    </a:cubicBezTo>
                    <a:cubicBezTo>
                      <a:pt x="6218" y="4935"/>
                      <a:pt x="6212" y="4943"/>
                      <a:pt x="6199" y="4943"/>
                    </a:cubicBezTo>
                    <a:cubicBezTo>
                      <a:pt x="6189" y="4943"/>
                      <a:pt x="6175" y="4938"/>
                      <a:pt x="6154" y="4934"/>
                    </a:cubicBezTo>
                    <a:cubicBezTo>
                      <a:pt x="6085" y="4924"/>
                      <a:pt x="6014" y="4918"/>
                      <a:pt x="5943" y="4918"/>
                    </a:cubicBezTo>
                    <a:cubicBezTo>
                      <a:pt x="5863" y="4918"/>
                      <a:pt x="5783" y="4925"/>
                      <a:pt x="5703" y="4939"/>
                    </a:cubicBezTo>
                    <a:cubicBezTo>
                      <a:pt x="5513" y="4966"/>
                      <a:pt x="5317" y="4983"/>
                      <a:pt x="5121" y="4988"/>
                    </a:cubicBezTo>
                    <a:cubicBezTo>
                      <a:pt x="5098" y="4987"/>
                      <a:pt x="5075" y="4987"/>
                      <a:pt x="5052" y="4987"/>
                    </a:cubicBezTo>
                    <a:cubicBezTo>
                      <a:pt x="4940" y="4987"/>
                      <a:pt x="4832" y="4997"/>
                      <a:pt x="4724" y="5015"/>
                    </a:cubicBezTo>
                    <a:cubicBezTo>
                      <a:pt x="4588" y="4988"/>
                      <a:pt x="4453" y="4977"/>
                      <a:pt x="4317" y="4972"/>
                    </a:cubicBezTo>
                    <a:cubicBezTo>
                      <a:pt x="4271" y="4972"/>
                      <a:pt x="4204" y="4960"/>
                      <a:pt x="4142" y="4960"/>
                    </a:cubicBezTo>
                    <a:cubicBezTo>
                      <a:pt x="4101" y="4960"/>
                      <a:pt x="4062" y="4965"/>
                      <a:pt x="4034" y="4983"/>
                    </a:cubicBezTo>
                    <a:cubicBezTo>
                      <a:pt x="3996" y="4966"/>
                      <a:pt x="3952" y="4956"/>
                      <a:pt x="3914" y="4945"/>
                    </a:cubicBezTo>
                    <a:lnTo>
                      <a:pt x="3920" y="4945"/>
                    </a:lnTo>
                    <a:cubicBezTo>
                      <a:pt x="3879" y="4933"/>
                      <a:pt x="3835" y="4926"/>
                      <a:pt x="3791" y="4926"/>
                    </a:cubicBezTo>
                    <a:cubicBezTo>
                      <a:pt x="3776" y="4926"/>
                      <a:pt x="3761" y="4927"/>
                      <a:pt x="3746" y="4928"/>
                    </a:cubicBezTo>
                    <a:cubicBezTo>
                      <a:pt x="3746" y="4928"/>
                      <a:pt x="3746" y="4928"/>
                      <a:pt x="3746" y="4923"/>
                    </a:cubicBezTo>
                    <a:cubicBezTo>
                      <a:pt x="3751" y="4890"/>
                      <a:pt x="3746" y="4852"/>
                      <a:pt x="3746" y="4820"/>
                    </a:cubicBezTo>
                    <a:cubicBezTo>
                      <a:pt x="3746" y="4782"/>
                      <a:pt x="3757" y="4776"/>
                      <a:pt x="3800" y="4771"/>
                    </a:cubicBezTo>
                    <a:cubicBezTo>
                      <a:pt x="3849" y="4760"/>
                      <a:pt x="3898" y="4760"/>
                      <a:pt x="3952" y="4760"/>
                    </a:cubicBezTo>
                    <a:cubicBezTo>
                      <a:pt x="4034" y="4760"/>
                      <a:pt x="4116" y="4787"/>
                      <a:pt x="4197" y="4787"/>
                    </a:cubicBezTo>
                    <a:cubicBezTo>
                      <a:pt x="4284" y="4782"/>
                      <a:pt x="4376" y="4760"/>
                      <a:pt x="4469" y="4760"/>
                    </a:cubicBezTo>
                    <a:cubicBezTo>
                      <a:pt x="4648" y="4749"/>
                      <a:pt x="4822" y="4722"/>
                      <a:pt x="5002" y="4716"/>
                    </a:cubicBezTo>
                    <a:cubicBezTo>
                      <a:pt x="5067" y="4715"/>
                      <a:pt x="5132" y="4714"/>
                      <a:pt x="5197" y="4714"/>
                    </a:cubicBezTo>
                    <a:cubicBezTo>
                      <a:pt x="5328" y="4714"/>
                      <a:pt x="5460" y="4716"/>
                      <a:pt x="5594" y="4716"/>
                    </a:cubicBezTo>
                    <a:cubicBezTo>
                      <a:pt x="5670" y="4716"/>
                      <a:pt x="5746" y="4706"/>
                      <a:pt x="5822" y="4695"/>
                    </a:cubicBezTo>
                    <a:cubicBezTo>
                      <a:pt x="5874" y="4692"/>
                      <a:pt x="5926" y="4691"/>
                      <a:pt x="5977" y="4691"/>
                    </a:cubicBezTo>
                    <a:close/>
                    <a:moveTo>
                      <a:pt x="4201" y="5093"/>
                    </a:moveTo>
                    <a:cubicBezTo>
                      <a:pt x="4236" y="5093"/>
                      <a:pt x="4271" y="5096"/>
                      <a:pt x="4306" y="5102"/>
                    </a:cubicBezTo>
                    <a:cubicBezTo>
                      <a:pt x="4420" y="5102"/>
                      <a:pt x="4534" y="5113"/>
                      <a:pt x="4643" y="5135"/>
                    </a:cubicBezTo>
                    <a:cubicBezTo>
                      <a:pt x="4626" y="5211"/>
                      <a:pt x="4610" y="5287"/>
                      <a:pt x="4594" y="5363"/>
                    </a:cubicBezTo>
                    <a:cubicBezTo>
                      <a:pt x="4583" y="5407"/>
                      <a:pt x="4567" y="5450"/>
                      <a:pt x="4561" y="5488"/>
                    </a:cubicBezTo>
                    <a:lnTo>
                      <a:pt x="4420" y="5488"/>
                    </a:lnTo>
                    <a:cubicBezTo>
                      <a:pt x="4411" y="5489"/>
                      <a:pt x="4401" y="5489"/>
                      <a:pt x="4392" y="5489"/>
                    </a:cubicBezTo>
                    <a:cubicBezTo>
                      <a:pt x="4299" y="5489"/>
                      <a:pt x="4210" y="5467"/>
                      <a:pt x="4121" y="5467"/>
                    </a:cubicBezTo>
                    <a:cubicBezTo>
                      <a:pt x="4067" y="5472"/>
                      <a:pt x="4018" y="5477"/>
                      <a:pt x="3963" y="5483"/>
                    </a:cubicBezTo>
                    <a:cubicBezTo>
                      <a:pt x="3974" y="5477"/>
                      <a:pt x="3985" y="5467"/>
                      <a:pt x="3996" y="5450"/>
                    </a:cubicBezTo>
                    <a:lnTo>
                      <a:pt x="3996" y="5456"/>
                    </a:lnTo>
                    <a:cubicBezTo>
                      <a:pt x="4061" y="5374"/>
                      <a:pt x="4099" y="5282"/>
                      <a:pt x="4121" y="5184"/>
                    </a:cubicBezTo>
                    <a:cubicBezTo>
                      <a:pt x="4121" y="5174"/>
                      <a:pt x="4134" y="5104"/>
                      <a:pt x="4129" y="5097"/>
                    </a:cubicBezTo>
                    <a:lnTo>
                      <a:pt x="4129" y="5097"/>
                    </a:lnTo>
                    <a:cubicBezTo>
                      <a:pt x="4153" y="5095"/>
                      <a:pt x="4177" y="5093"/>
                      <a:pt x="4201" y="5093"/>
                    </a:cubicBezTo>
                    <a:close/>
                    <a:moveTo>
                      <a:pt x="2224" y="1477"/>
                    </a:moveTo>
                    <a:cubicBezTo>
                      <a:pt x="2273" y="1607"/>
                      <a:pt x="2327" y="1732"/>
                      <a:pt x="2387" y="1863"/>
                    </a:cubicBezTo>
                    <a:cubicBezTo>
                      <a:pt x="2436" y="1971"/>
                      <a:pt x="2501" y="2069"/>
                      <a:pt x="2550" y="2178"/>
                    </a:cubicBezTo>
                    <a:cubicBezTo>
                      <a:pt x="2539" y="2178"/>
                      <a:pt x="2528" y="2183"/>
                      <a:pt x="2517" y="2189"/>
                    </a:cubicBezTo>
                    <a:cubicBezTo>
                      <a:pt x="2338" y="2221"/>
                      <a:pt x="2180" y="2330"/>
                      <a:pt x="2023" y="2423"/>
                    </a:cubicBezTo>
                    <a:cubicBezTo>
                      <a:pt x="1843" y="2531"/>
                      <a:pt x="1686" y="2673"/>
                      <a:pt x="1561" y="2841"/>
                    </a:cubicBezTo>
                    <a:cubicBezTo>
                      <a:pt x="1506" y="2917"/>
                      <a:pt x="1441" y="2993"/>
                      <a:pt x="1376" y="3064"/>
                    </a:cubicBezTo>
                    <a:cubicBezTo>
                      <a:pt x="1349" y="3086"/>
                      <a:pt x="1327" y="3118"/>
                      <a:pt x="1311" y="3151"/>
                    </a:cubicBezTo>
                    <a:cubicBezTo>
                      <a:pt x="1283" y="3189"/>
                      <a:pt x="1256" y="3222"/>
                      <a:pt x="1229" y="3254"/>
                    </a:cubicBezTo>
                    <a:cubicBezTo>
                      <a:pt x="1148" y="3363"/>
                      <a:pt x="1093" y="3483"/>
                      <a:pt x="1061" y="3613"/>
                    </a:cubicBezTo>
                    <a:cubicBezTo>
                      <a:pt x="1033" y="3602"/>
                      <a:pt x="1001" y="3591"/>
                      <a:pt x="974" y="3591"/>
                    </a:cubicBezTo>
                    <a:cubicBezTo>
                      <a:pt x="963" y="3587"/>
                      <a:pt x="952" y="3585"/>
                      <a:pt x="941" y="3585"/>
                    </a:cubicBezTo>
                    <a:cubicBezTo>
                      <a:pt x="922" y="3585"/>
                      <a:pt x="903" y="3590"/>
                      <a:pt x="887" y="3597"/>
                    </a:cubicBezTo>
                    <a:cubicBezTo>
                      <a:pt x="870" y="3613"/>
                      <a:pt x="859" y="3635"/>
                      <a:pt x="843" y="3646"/>
                    </a:cubicBezTo>
                    <a:cubicBezTo>
                      <a:pt x="827" y="3656"/>
                      <a:pt x="821" y="3667"/>
                      <a:pt x="821" y="3684"/>
                    </a:cubicBezTo>
                    <a:cubicBezTo>
                      <a:pt x="707" y="3749"/>
                      <a:pt x="615" y="3841"/>
                      <a:pt x="560" y="3955"/>
                    </a:cubicBezTo>
                    <a:cubicBezTo>
                      <a:pt x="441" y="4195"/>
                      <a:pt x="452" y="4472"/>
                      <a:pt x="658" y="4657"/>
                    </a:cubicBezTo>
                    <a:cubicBezTo>
                      <a:pt x="730" y="4718"/>
                      <a:pt x="822" y="4751"/>
                      <a:pt x="916" y="4751"/>
                    </a:cubicBezTo>
                    <a:cubicBezTo>
                      <a:pt x="930" y="4751"/>
                      <a:pt x="944" y="4750"/>
                      <a:pt x="957" y="4749"/>
                    </a:cubicBezTo>
                    <a:lnTo>
                      <a:pt x="957" y="4749"/>
                    </a:lnTo>
                    <a:cubicBezTo>
                      <a:pt x="952" y="4809"/>
                      <a:pt x="957" y="4874"/>
                      <a:pt x="968" y="4939"/>
                    </a:cubicBezTo>
                    <a:cubicBezTo>
                      <a:pt x="979" y="5015"/>
                      <a:pt x="1006" y="5092"/>
                      <a:pt x="1012" y="5168"/>
                    </a:cubicBezTo>
                    <a:cubicBezTo>
                      <a:pt x="1012" y="5217"/>
                      <a:pt x="1028" y="5271"/>
                      <a:pt x="1055" y="5314"/>
                    </a:cubicBezTo>
                    <a:cubicBezTo>
                      <a:pt x="1120" y="5423"/>
                      <a:pt x="1175" y="5543"/>
                      <a:pt x="1283" y="5624"/>
                    </a:cubicBezTo>
                    <a:cubicBezTo>
                      <a:pt x="1316" y="5651"/>
                      <a:pt x="1360" y="5679"/>
                      <a:pt x="1408" y="5689"/>
                    </a:cubicBezTo>
                    <a:cubicBezTo>
                      <a:pt x="1430" y="5804"/>
                      <a:pt x="1447" y="5912"/>
                      <a:pt x="1447" y="6026"/>
                    </a:cubicBezTo>
                    <a:cubicBezTo>
                      <a:pt x="1436" y="6119"/>
                      <a:pt x="1430" y="6206"/>
                      <a:pt x="1414" y="6298"/>
                    </a:cubicBezTo>
                    <a:cubicBezTo>
                      <a:pt x="1283" y="6271"/>
                      <a:pt x="1158" y="6222"/>
                      <a:pt x="1039" y="6157"/>
                    </a:cubicBezTo>
                    <a:lnTo>
                      <a:pt x="1044" y="6157"/>
                    </a:lnTo>
                    <a:cubicBezTo>
                      <a:pt x="914" y="6081"/>
                      <a:pt x="800" y="5983"/>
                      <a:pt x="702" y="5874"/>
                    </a:cubicBezTo>
                    <a:cubicBezTo>
                      <a:pt x="653" y="5825"/>
                      <a:pt x="615" y="5771"/>
                      <a:pt x="582" y="5711"/>
                    </a:cubicBezTo>
                    <a:cubicBezTo>
                      <a:pt x="550" y="5646"/>
                      <a:pt x="528" y="5581"/>
                      <a:pt x="495" y="5515"/>
                    </a:cubicBezTo>
                    <a:cubicBezTo>
                      <a:pt x="425" y="5380"/>
                      <a:pt x="365" y="5233"/>
                      <a:pt x="310" y="5086"/>
                    </a:cubicBezTo>
                    <a:cubicBezTo>
                      <a:pt x="272" y="4961"/>
                      <a:pt x="240" y="4831"/>
                      <a:pt x="218" y="4700"/>
                    </a:cubicBezTo>
                    <a:cubicBezTo>
                      <a:pt x="191" y="4559"/>
                      <a:pt x="185" y="4412"/>
                      <a:pt x="191" y="4271"/>
                    </a:cubicBezTo>
                    <a:cubicBezTo>
                      <a:pt x="196" y="4118"/>
                      <a:pt x="218" y="3972"/>
                      <a:pt x="256" y="3825"/>
                    </a:cubicBezTo>
                    <a:cubicBezTo>
                      <a:pt x="289" y="3673"/>
                      <a:pt x="343" y="3526"/>
                      <a:pt x="381" y="3379"/>
                    </a:cubicBezTo>
                    <a:cubicBezTo>
                      <a:pt x="430" y="3205"/>
                      <a:pt x="506" y="3042"/>
                      <a:pt x="604" y="2901"/>
                    </a:cubicBezTo>
                    <a:cubicBezTo>
                      <a:pt x="675" y="2803"/>
                      <a:pt x="718" y="2689"/>
                      <a:pt x="789" y="2591"/>
                    </a:cubicBezTo>
                    <a:cubicBezTo>
                      <a:pt x="811" y="2613"/>
                      <a:pt x="832" y="2635"/>
                      <a:pt x="865" y="2651"/>
                    </a:cubicBezTo>
                    <a:cubicBezTo>
                      <a:pt x="919" y="2685"/>
                      <a:pt x="983" y="2698"/>
                      <a:pt x="1049" y="2698"/>
                    </a:cubicBezTo>
                    <a:cubicBezTo>
                      <a:pt x="1161" y="2698"/>
                      <a:pt x="1280" y="2662"/>
                      <a:pt x="1376" y="2635"/>
                    </a:cubicBezTo>
                    <a:cubicBezTo>
                      <a:pt x="1539" y="2591"/>
                      <a:pt x="1680" y="2504"/>
                      <a:pt x="1789" y="2379"/>
                    </a:cubicBezTo>
                    <a:cubicBezTo>
                      <a:pt x="1898" y="2254"/>
                      <a:pt x="1914" y="2075"/>
                      <a:pt x="1914" y="1917"/>
                    </a:cubicBezTo>
                    <a:cubicBezTo>
                      <a:pt x="1914" y="1808"/>
                      <a:pt x="1898" y="1700"/>
                      <a:pt x="1860" y="1596"/>
                    </a:cubicBezTo>
                    <a:cubicBezTo>
                      <a:pt x="1892" y="1585"/>
                      <a:pt x="1925" y="1585"/>
                      <a:pt x="1957" y="1575"/>
                    </a:cubicBezTo>
                    <a:cubicBezTo>
                      <a:pt x="2001" y="1558"/>
                      <a:pt x="2044" y="1536"/>
                      <a:pt x="2088" y="1515"/>
                    </a:cubicBezTo>
                    <a:cubicBezTo>
                      <a:pt x="2126" y="1493"/>
                      <a:pt x="2180" y="1493"/>
                      <a:pt x="2224" y="1477"/>
                    </a:cubicBezTo>
                    <a:close/>
                    <a:moveTo>
                      <a:pt x="2067" y="5633"/>
                    </a:moveTo>
                    <a:cubicBezTo>
                      <a:pt x="2086" y="5633"/>
                      <a:pt x="2106" y="5633"/>
                      <a:pt x="2126" y="5635"/>
                    </a:cubicBezTo>
                    <a:cubicBezTo>
                      <a:pt x="2365" y="5657"/>
                      <a:pt x="2610" y="5646"/>
                      <a:pt x="2849" y="5673"/>
                    </a:cubicBezTo>
                    <a:cubicBezTo>
                      <a:pt x="3000" y="5680"/>
                      <a:pt x="3149" y="5684"/>
                      <a:pt x="3299" y="5684"/>
                    </a:cubicBezTo>
                    <a:cubicBezTo>
                      <a:pt x="3391" y="5684"/>
                      <a:pt x="3484" y="5683"/>
                      <a:pt x="3577" y="5679"/>
                    </a:cubicBezTo>
                    <a:cubicBezTo>
                      <a:pt x="3681" y="5679"/>
                      <a:pt x="3778" y="5700"/>
                      <a:pt x="3887" y="5700"/>
                    </a:cubicBezTo>
                    <a:cubicBezTo>
                      <a:pt x="3975" y="5700"/>
                      <a:pt x="4060" y="5684"/>
                      <a:pt x="4146" y="5684"/>
                    </a:cubicBezTo>
                    <a:cubicBezTo>
                      <a:pt x="4172" y="5684"/>
                      <a:pt x="4198" y="5686"/>
                      <a:pt x="4224" y="5689"/>
                    </a:cubicBezTo>
                    <a:cubicBezTo>
                      <a:pt x="4372" y="5700"/>
                      <a:pt x="4517" y="5706"/>
                      <a:pt x="4663" y="5706"/>
                    </a:cubicBezTo>
                    <a:cubicBezTo>
                      <a:pt x="4743" y="5706"/>
                      <a:pt x="4823" y="5704"/>
                      <a:pt x="4904" y="5700"/>
                    </a:cubicBezTo>
                    <a:cubicBezTo>
                      <a:pt x="4963" y="5698"/>
                      <a:pt x="5023" y="5696"/>
                      <a:pt x="5083" y="5696"/>
                    </a:cubicBezTo>
                    <a:cubicBezTo>
                      <a:pt x="5143" y="5696"/>
                      <a:pt x="5203" y="5698"/>
                      <a:pt x="5262" y="5700"/>
                    </a:cubicBezTo>
                    <a:cubicBezTo>
                      <a:pt x="5371" y="5711"/>
                      <a:pt x="5474" y="5722"/>
                      <a:pt x="5583" y="5722"/>
                    </a:cubicBezTo>
                    <a:cubicBezTo>
                      <a:pt x="5692" y="5722"/>
                      <a:pt x="5795" y="5744"/>
                      <a:pt x="5904" y="5744"/>
                    </a:cubicBezTo>
                    <a:cubicBezTo>
                      <a:pt x="6018" y="5744"/>
                      <a:pt x="6116" y="5760"/>
                      <a:pt x="6219" y="5760"/>
                    </a:cubicBezTo>
                    <a:cubicBezTo>
                      <a:pt x="6219" y="5760"/>
                      <a:pt x="6274" y="5760"/>
                      <a:pt x="6306" y="5766"/>
                    </a:cubicBezTo>
                    <a:lnTo>
                      <a:pt x="6306" y="5776"/>
                    </a:lnTo>
                    <a:cubicBezTo>
                      <a:pt x="6301" y="5804"/>
                      <a:pt x="6295" y="5825"/>
                      <a:pt x="6295" y="5853"/>
                    </a:cubicBezTo>
                    <a:cubicBezTo>
                      <a:pt x="6284" y="5961"/>
                      <a:pt x="6279" y="6065"/>
                      <a:pt x="6284" y="6173"/>
                    </a:cubicBezTo>
                    <a:cubicBezTo>
                      <a:pt x="6290" y="6298"/>
                      <a:pt x="6301" y="6418"/>
                      <a:pt x="6322" y="6543"/>
                    </a:cubicBezTo>
                    <a:cubicBezTo>
                      <a:pt x="6333" y="6657"/>
                      <a:pt x="6355" y="6771"/>
                      <a:pt x="6388" y="6880"/>
                    </a:cubicBezTo>
                    <a:cubicBezTo>
                      <a:pt x="6447" y="7065"/>
                      <a:pt x="6534" y="7239"/>
                      <a:pt x="6649" y="7396"/>
                    </a:cubicBezTo>
                    <a:cubicBezTo>
                      <a:pt x="6638" y="7418"/>
                      <a:pt x="6643" y="7445"/>
                      <a:pt x="6654" y="7467"/>
                    </a:cubicBezTo>
                    <a:cubicBezTo>
                      <a:pt x="6719" y="7559"/>
                      <a:pt x="6801" y="7641"/>
                      <a:pt x="6904" y="7690"/>
                    </a:cubicBezTo>
                    <a:lnTo>
                      <a:pt x="6866" y="7701"/>
                    </a:lnTo>
                    <a:cubicBezTo>
                      <a:pt x="6842" y="7706"/>
                      <a:pt x="6817" y="7708"/>
                      <a:pt x="6792" y="7708"/>
                    </a:cubicBezTo>
                    <a:cubicBezTo>
                      <a:pt x="6737" y="7708"/>
                      <a:pt x="6680" y="7698"/>
                      <a:pt x="6622" y="7698"/>
                    </a:cubicBezTo>
                    <a:cubicBezTo>
                      <a:pt x="6607" y="7698"/>
                      <a:pt x="6593" y="7699"/>
                      <a:pt x="6578" y="7701"/>
                    </a:cubicBezTo>
                    <a:cubicBezTo>
                      <a:pt x="6555" y="7703"/>
                      <a:pt x="6532" y="7704"/>
                      <a:pt x="6510" y="7704"/>
                    </a:cubicBezTo>
                    <a:cubicBezTo>
                      <a:pt x="6444" y="7704"/>
                      <a:pt x="6381" y="7695"/>
                      <a:pt x="6312" y="7695"/>
                    </a:cubicBezTo>
                    <a:cubicBezTo>
                      <a:pt x="6263" y="7701"/>
                      <a:pt x="6214" y="7703"/>
                      <a:pt x="6165" y="7703"/>
                    </a:cubicBezTo>
                    <a:cubicBezTo>
                      <a:pt x="6116" y="7703"/>
                      <a:pt x="6067" y="7701"/>
                      <a:pt x="6018" y="7695"/>
                    </a:cubicBezTo>
                    <a:cubicBezTo>
                      <a:pt x="5989" y="7694"/>
                      <a:pt x="5960" y="7693"/>
                      <a:pt x="5931" y="7693"/>
                    </a:cubicBezTo>
                    <a:cubicBezTo>
                      <a:pt x="5860" y="7693"/>
                      <a:pt x="5788" y="7697"/>
                      <a:pt x="5719" y="7701"/>
                    </a:cubicBezTo>
                    <a:cubicBezTo>
                      <a:pt x="5683" y="7702"/>
                      <a:pt x="5647" y="7703"/>
                      <a:pt x="5610" y="7703"/>
                    </a:cubicBezTo>
                    <a:cubicBezTo>
                      <a:pt x="5538" y="7703"/>
                      <a:pt x="5465" y="7701"/>
                      <a:pt x="5393" y="7701"/>
                    </a:cubicBezTo>
                    <a:cubicBezTo>
                      <a:pt x="5295" y="7701"/>
                      <a:pt x="5197" y="7679"/>
                      <a:pt x="5099" y="7679"/>
                    </a:cubicBezTo>
                    <a:lnTo>
                      <a:pt x="4746" y="7679"/>
                    </a:lnTo>
                    <a:cubicBezTo>
                      <a:pt x="4284" y="7679"/>
                      <a:pt x="3827" y="7679"/>
                      <a:pt x="3365" y="7674"/>
                    </a:cubicBezTo>
                    <a:cubicBezTo>
                      <a:pt x="3268" y="7674"/>
                      <a:pt x="3170" y="7663"/>
                      <a:pt x="3077" y="7652"/>
                    </a:cubicBezTo>
                    <a:cubicBezTo>
                      <a:pt x="2958" y="7641"/>
                      <a:pt x="2838" y="7652"/>
                      <a:pt x="2724" y="7635"/>
                    </a:cubicBezTo>
                    <a:cubicBezTo>
                      <a:pt x="2661" y="7627"/>
                      <a:pt x="2597" y="7624"/>
                      <a:pt x="2533" y="7624"/>
                    </a:cubicBezTo>
                    <a:cubicBezTo>
                      <a:pt x="2399" y="7624"/>
                      <a:pt x="2264" y="7637"/>
                      <a:pt x="2131" y="7641"/>
                    </a:cubicBezTo>
                    <a:cubicBezTo>
                      <a:pt x="2017" y="7641"/>
                      <a:pt x="1914" y="7614"/>
                      <a:pt x="1800" y="7608"/>
                    </a:cubicBezTo>
                    <a:cubicBezTo>
                      <a:pt x="1745" y="7606"/>
                      <a:pt x="1688" y="7606"/>
                      <a:pt x="1631" y="7606"/>
                    </a:cubicBezTo>
                    <a:cubicBezTo>
                      <a:pt x="1573" y="7606"/>
                      <a:pt x="1514" y="7606"/>
                      <a:pt x="1457" y="7603"/>
                    </a:cubicBezTo>
                    <a:cubicBezTo>
                      <a:pt x="1343" y="7592"/>
                      <a:pt x="1229" y="7576"/>
                      <a:pt x="1115" y="7576"/>
                    </a:cubicBezTo>
                    <a:cubicBezTo>
                      <a:pt x="1081" y="7576"/>
                      <a:pt x="1051" y="7576"/>
                      <a:pt x="1019" y="7578"/>
                    </a:cubicBezTo>
                    <a:lnTo>
                      <a:pt x="1019" y="7578"/>
                    </a:lnTo>
                    <a:cubicBezTo>
                      <a:pt x="1020" y="7577"/>
                      <a:pt x="1022" y="7577"/>
                      <a:pt x="1023" y="7576"/>
                    </a:cubicBezTo>
                    <a:cubicBezTo>
                      <a:pt x="1055" y="7559"/>
                      <a:pt x="1082" y="7543"/>
                      <a:pt x="1115" y="7527"/>
                    </a:cubicBezTo>
                    <a:cubicBezTo>
                      <a:pt x="1153" y="7510"/>
                      <a:pt x="1186" y="7489"/>
                      <a:pt x="1213" y="7462"/>
                    </a:cubicBezTo>
                    <a:cubicBezTo>
                      <a:pt x="1262" y="7407"/>
                      <a:pt x="1300" y="7342"/>
                      <a:pt x="1322" y="7271"/>
                    </a:cubicBezTo>
                    <a:cubicBezTo>
                      <a:pt x="1392" y="7081"/>
                      <a:pt x="1452" y="6896"/>
                      <a:pt x="1501" y="6700"/>
                    </a:cubicBezTo>
                    <a:cubicBezTo>
                      <a:pt x="1544" y="6510"/>
                      <a:pt x="1582" y="6315"/>
                      <a:pt x="1604" y="6119"/>
                    </a:cubicBezTo>
                    <a:cubicBezTo>
                      <a:pt x="1620" y="6032"/>
                      <a:pt x="1620" y="5945"/>
                      <a:pt x="1604" y="5858"/>
                    </a:cubicBezTo>
                    <a:cubicBezTo>
                      <a:pt x="1588" y="5787"/>
                      <a:pt x="1577" y="5711"/>
                      <a:pt x="1572" y="5641"/>
                    </a:cubicBezTo>
                    <a:lnTo>
                      <a:pt x="1572" y="5641"/>
                    </a:lnTo>
                    <a:cubicBezTo>
                      <a:pt x="1593" y="5646"/>
                      <a:pt x="1620" y="5651"/>
                      <a:pt x="1642" y="5651"/>
                    </a:cubicBezTo>
                    <a:lnTo>
                      <a:pt x="1778" y="5651"/>
                    </a:lnTo>
                    <a:cubicBezTo>
                      <a:pt x="1873" y="5651"/>
                      <a:pt x="1968" y="5633"/>
                      <a:pt x="2067" y="5633"/>
                    </a:cubicBezTo>
                    <a:close/>
                    <a:moveTo>
                      <a:pt x="2632" y="8266"/>
                    </a:moveTo>
                    <a:lnTo>
                      <a:pt x="2632" y="8271"/>
                    </a:lnTo>
                    <a:lnTo>
                      <a:pt x="2637" y="8271"/>
                    </a:lnTo>
                    <a:lnTo>
                      <a:pt x="2632" y="8266"/>
                    </a:lnTo>
                    <a:close/>
                    <a:moveTo>
                      <a:pt x="821" y="7684"/>
                    </a:moveTo>
                    <a:cubicBezTo>
                      <a:pt x="893" y="7698"/>
                      <a:pt x="968" y="7708"/>
                      <a:pt x="1041" y="7708"/>
                    </a:cubicBezTo>
                    <a:cubicBezTo>
                      <a:pt x="1057" y="7708"/>
                      <a:pt x="1072" y="7707"/>
                      <a:pt x="1088" y="7706"/>
                    </a:cubicBezTo>
                    <a:cubicBezTo>
                      <a:pt x="1191" y="7706"/>
                      <a:pt x="1294" y="7722"/>
                      <a:pt x="1403" y="7733"/>
                    </a:cubicBezTo>
                    <a:cubicBezTo>
                      <a:pt x="1447" y="7736"/>
                      <a:pt x="1491" y="7737"/>
                      <a:pt x="1537" y="7737"/>
                    </a:cubicBezTo>
                    <a:cubicBezTo>
                      <a:pt x="1582" y="7737"/>
                      <a:pt x="1629" y="7736"/>
                      <a:pt x="1675" y="7733"/>
                    </a:cubicBezTo>
                    <a:cubicBezTo>
                      <a:pt x="1784" y="7733"/>
                      <a:pt x="1892" y="7739"/>
                      <a:pt x="2001" y="7750"/>
                    </a:cubicBezTo>
                    <a:cubicBezTo>
                      <a:pt x="2048" y="7755"/>
                      <a:pt x="2094" y="7756"/>
                      <a:pt x="2141" y="7756"/>
                    </a:cubicBezTo>
                    <a:cubicBezTo>
                      <a:pt x="2287" y="7756"/>
                      <a:pt x="2433" y="7738"/>
                      <a:pt x="2579" y="7738"/>
                    </a:cubicBezTo>
                    <a:cubicBezTo>
                      <a:pt x="2593" y="7738"/>
                      <a:pt x="2607" y="7738"/>
                      <a:pt x="2621" y="7739"/>
                    </a:cubicBezTo>
                    <a:cubicBezTo>
                      <a:pt x="2719" y="7739"/>
                      <a:pt x="2816" y="7760"/>
                      <a:pt x="2920" y="7760"/>
                    </a:cubicBezTo>
                    <a:cubicBezTo>
                      <a:pt x="3023" y="7760"/>
                      <a:pt x="3142" y="7777"/>
                      <a:pt x="3251" y="7782"/>
                    </a:cubicBezTo>
                    <a:cubicBezTo>
                      <a:pt x="3399" y="7791"/>
                      <a:pt x="3547" y="7794"/>
                      <a:pt x="3697" y="7794"/>
                    </a:cubicBezTo>
                    <a:cubicBezTo>
                      <a:pt x="4009" y="7794"/>
                      <a:pt x="4325" y="7780"/>
                      <a:pt x="4637" y="7777"/>
                    </a:cubicBezTo>
                    <a:cubicBezTo>
                      <a:pt x="4713" y="7775"/>
                      <a:pt x="4789" y="7774"/>
                      <a:pt x="4864" y="7774"/>
                    </a:cubicBezTo>
                    <a:cubicBezTo>
                      <a:pt x="5014" y="7774"/>
                      <a:pt x="5163" y="7779"/>
                      <a:pt x="5311" y="7793"/>
                    </a:cubicBezTo>
                    <a:cubicBezTo>
                      <a:pt x="5401" y="7803"/>
                      <a:pt x="5491" y="7805"/>
                      <a:pt x="5582" y="7805"/>
                    </a:cubicBezTo>
                    <a:cubicBezTo>
                      <a:pt x="5667" y="7805"/>
                      <a:pt x="5752" y="7803"/>
                      <a:pt x="5837" y="7803"/>
                    </a:cubicBezTo>
                    <a:cubicBezTo>
                      <a:pt x="5870" y="7803"/>
                      <a:pt x="5903" y="7803"/>
                      <a:pt x="5936" y="7804"/>
                    </a:cubicBezTo>
                    <a:cubicBezTo>
                      <a:pt x="6045" y="7809"/>
                      <a:pt x="6154" y="7837"/>
                      <a:pt x="6268" y="7837"/>
                    </a:cubicBezTo>
                    <a:cubicBezTo>
                      <a:pt x="6377" y="7842"/>
                      <a:pt x="6469" y="7880"/>
                      <a:pt x="6572" y="7886"/>
                    </a:cubicBezTo>
                    <a:cubicBezTo>
                      <a:pt x="6668" y="7890"/>
                      <a:pt x="6755" y="7920"/>
                      <a:pt x="6840" y="7920"/>
                    </a:cubicBezTo>
                    <a:cubicBezTo>
                      <a:pt x="6853" y="7920"/>
                      <a:pt x="6865" y="7919"/>
                      <a:pt x="6877" y="7918"/>
                    </a:cubicBezTo>
                    <a:cubicBezTo>
                      <a:pt x="6926" y="7907"/>
                      <a:pt x="6969" y="7902"/>
                      <a:pt x="7018" y="7902"/>
                    </a:cubicBezTo>
                    <a:lnTo>
                      <a:pt x="7062" y="7902"/>
                    </a:lnTo>
                    <a:cubicBezTo>
                      <a:pt x="7062" y="7918"/>
                      <a:pt x="7062" y="7934"/>
                      <a:pt x="7056" y="7945"/>
                    </a:cubicBezTo>
                    <a:cubicBezTo>
                      <a:pt x="7056" y="8000"/>
                      <a:pt x="7056" y="8049"/>
                      <a:pt x="7051" y="8103"/>
                    </a:cubicBezTo>
                    <a:lnTo>
                      <a:pt x="7045" y="8092"/>
                    </a:lnTo>
                    <a:cubicBezTo>
                      <a:pt x="7029" y="8141"/>
                      <a:pt x="7024" y="8190"/>
                      <a:pt x="7024" y="8244"/>
                    </a:cubicBezTo>
                    <a:lnTo>
                      <a:pt x="7024" y="8299"/>
                    </a:lnTo>
                    <a:lnTo>
                      <a:pt x="7013" y="8299"/>
                    </a:lnTo>
                    <a:cubicBezTo>
                      <a:pt x="6996" y="8297"/>
                      <a:pt x="6980" y="8297"/>
                      <a:pt x="6964" y="8297"/>
                    </a:cubicBezTo>
                    <a:cubicBezTo>
                      <a:pt x="6915" y="8297"/>
                      <a:pt x="6867" y="8303"/>
                      <a:pt x="6823" y="8315"/>
                    </a:cubicBezTo>
                    <a:cubicBezTo>
                      <a:pt x="6757" y="8320"/>
                      <a:pt x="6698" y="8320"/>
                      <a:pt x="6632" y="8320"/>
                    </a:cubicBezTo>
                    <a:cubicBezTo>
                      <a:pt x="6632" y="8309"/>
                      <a:pt x="6632" y="8304"/>
                      <a:pt x="6627" y="8293"/>
                    </a:cubicBezTo>
                    <a:cubicBezTo>
                      <a:pt x="6627" y="8255"/>
                      <a:pt x="6621" y="8217"/>
                      <a:pt x="6611" y="8179"/>
                    </a:cubicBezTo>
                    <a:cubicBezTo>
                      <a:pt x="6594" y="8141"/>
                      <a:pt x="6583" y="8108"/>
                      <a:pt x="6578" y="8070"/>
                    </a:cubicBezTo>
                    <a:cubicBezTo>
                      <a:pt x="6575" y="8040"/>
                      <a:pt x="6553" y="8025"/>
                      <a:pt x="6532" y="8025"/>
                    </a:cubicBezTo>
                    <a:cubicBezTo>
                      <a:pt x="6510" y="8025"/>
                      <a:pt x="6488" y="8040"/>
                      <a:pt x="6486" y="8070"/>
                    </a:cubicBezTo>
                    <a:cubicBezTo>
                      <a:pt x="6475" y="8108"/>
                      <a:pt x="6469" y="8146"/>
                      <a:pt x="6475" y="8190"/>
                    </a:cubicBezTo>
                    <a:cubicBezTo>
                      <a:pt x="6480" y="8217"/>
                      <a:pt x="6480" y="8250"/>
                      <a:pt x="6480" y="8282"/>
                    </a:cubicBezTo>
                    <a:cubicBezTo>
                      <a:pt x="6486" y="8293"/>
                      <a:pt x="6486" y="8304"/>
                      <a:pt x="6486" y="8315"/>
                    </a:cubicBezTo>
                    <a:lnTo>
                      <a:pt x="6371" y="8309"/>
                    </a:lnTo>
                    <a:lnTo>
                      <a:pt x="6165" y="8309"/>
                    </a:lnTo>
                    <a:cubicBezTo>
                      <a:pt x="6170" y="8277"/>
                      <a:pt x="6165" y="8244"/>
                      <a:pt x="6159" y="8217"/>
                    </a:cubicBezTo>
                    <a:cubicBezTo>
                      <a:pt x="6154" y="8190"/>
                      <a:pt x="6148" y="8168"/>
                      <a:pt x="6143" y="8141"/>
                    </a:cubicBezTo>
                    <a:cubicBezTo>
                      <a:pt x="6132" y="8119"/>
                      <a:pt x="6121" y="8097"/>
                      <a:pt x="6116" y="8070"/>
                    </a:cubicBezTo>
                    <a:cubicBezTo>
                      <a:pt x="6116" y="8038"/>
                      <a:pt x="6091" y="8021"/>
                      <a:pt x="6067" y="8021"/>
                    </a:cubicBezTo>
                    <a:cubicBezTo>
                      <a:pt x="6042" y="8021"/>
                      <a:pt x="6018" y="8038"/>
                      <a:pt x="6018" y="8070"/>
                    </a:cubicBezTo>
                    <a:cubicBezTo>
                      <a:pt x="6018" y="8125"/>
                      <a:pt x="6018" y="8174"/>
                      <a:pt x="6023" y="8228"/>
                    </a:cubicBezTo>
                    <a:cubicBezTo>
                      <a:pt x="6029" y="8255"/>
                      <a:pt x="6034" y="8277"/>
                      <a:pt x="6040" y="8304"/>
                    </a:cubicBezTo>
                    <a:cubicBezTo>
                      <a:pt x="6002" y="8304"/>
                      <a:pt x="5964" y="8304"/>
                      <a:pt x="5920" y="8299"/>
                    </a:cubicBezTo>
                    <a:cubicBezTo>
                      <a:pt x="5866" y="8288"/>
                      <a:pt x="5817" y="8282"/>
                      <a:pt x="5763" y="8282"/>
                    </a:cubicBezTo>
                    <a:cubicBezTo>
                      <a:pt x="5730" y="8282"/>
                      <a:pt x="5697" y="8288"/>
                      <a:pt x="5665" y="8293"/>
                    </a:cubicBezTo>
                    <a:cubicBezTo>
                      <a:pt x="5659" y="8277"/>
                      <a:pt x="5659" y="8261"/>
                      <a:pt x="5654" y="8244"/>
                    </a:cubicBezTo>
                    <a:cubicBezTo>
                      <a:pt x="5648" y="8184"/>
                      <a:pt x="5632" y="8130"/>
                      <a:pt x="5610" y="8081"/>
                    </a:cubicBezTo>
                    <a:cubicBezTo>
                      <a:pt x="5602" y="8057"/>
                      <a:pt x="5583" y="8044"/>
                      <a:pt x="5565" y="8044"/>
                    </a:cubicBezTo>
                    <a:cubicBezTo>
                      <a:pt x="5546" y="8044"/>
                      <a:pt x="5529" y="8057"/>
                      <a:pt x="5523" y="8081"/>
                    </a:cubicBezTo>
                    <a:cubicBezTo>
                      <a:pt x="5513" y="8114"/>
                      <a:pt x="5513" y="8146"/>
                      <a:pt x="5518" y="8179"/>
                    </a:cubicBezTo>
                    <a:cubicBezTo>
                      <a:pt x="5518" y="8212"/>
                      <a:pt x="5518" y="8250"/>
                      <a:pt x="5523" y="8282"/>
                    </a:cubicBezTo>
                    <a:lnTo>
                      <a:pt x="5523" y="8304"/>
                    </a:lnTo>
                    <a:cubicBezTo>
                      <a:pt x="5415" y="8299"/>
                      <a:pt x="5306" y="8288"/>
                      <a:pt x="5192" y="8282"/>
                    </a:cubicBezTo>
                    <a:cubicBezTo>
                      <a:pt x="5192" y="8266"/>
                      <a:pt x="5186" y="8250"/>
                      <a:pt x="5181" y="8239"/>
                    </a:cubicBezTo>
                    <a:cubicBezTo>
                      <a:pt x="5175" y="8184"/>
                      <a:pt x="5165" y="8136"/>
                      <a:pt x="5148" y="8087"/>
                    </a:cubicBezTo>
                    <a:cubicBezTo>
                      <a:pt x="5139" y="8065"/>
                      <a:pt x="5120" y="8054"/>
                      <a:pt x="5101" y="8054"/>
                    </a:cubicBezTo>
                    <a:cubicBezTo>
                      <a:pt x="5086" y="8054"/>
                      <a:pt x="5071" y="8061"/>
                      <a:pt x="5061" y="8076"/>
                    </a:cubicBezTo>
                    <a:cubicBezTo>
                      <a:pt x="5029" y="8141"/>
                      <a:pt x="5023" y="8212"/>
                      <a:pt x="5045" y="8282"/>
                    </a:cubicBezTo>
                    <a:lnTo>
                      <a:pt x="4599" y="8282"/>
                    </a:lnTo>
                    <a:cubicBezTo>
                      <a:pt x="4599" y="8223"/>
                      <a:pt x="4594" y="8157"/>
                      <a:pt x="4583" y="8097"/>
                    </a:cubicBezTo>
                    <a:cubicBezTo>
                      <a:pt x="4575" y="8078"/>
                      <a:pt x="4557" y="8069"/>
                      <a:pt x="4540" y="8069"/>
                    </a:cubicBezTo>
                    <a:cubicBezTo>
                      <a:pt x="4523" y="8069"/>
                      <a:pt x="4507" y="8078"/>
                      <a:pt x="4501" y="8097"/>
                    </a:cubicBezTo>
                    <a:cubicBezTo>
                      <a:pt x="4480" y="8157"/>
                      <a:pt x="4469" y="8217"/>
                      <a:pt x="4463" y="8282"/>
                    </a:cubicBezTo>
                    <a:lnTo>
                      <a:pt x="4143" y="8282"/>
                    </a:lnTo>
                    <a:cubicBezTo>
                      <a:pt x="4143" y="8266"/>
                      <a:pt x="4137" y="8250"/>
                      <a:pt x="4137" y="8233"/>
                    </a:cubicBezTo>
                    <a:cubicBezTo>
                      <a:pt x="4137" y="8195"/>
                      <a:pt x="4132" y="8157"/>
                      <a:pt x="4121" y="8119"/>
                    </a:cubicBezTo>
                    <a:cubicBezTo>
                      <a:pt x="4115" y="8100"/>
                      <a:pt x="4093" y="8086"/>
                      <a:pt x="4073" y="8086"/>
                    </a:cubicBezTo>
                    <a:cubicBezTo>
                      <a:pt x="4059" y="8086"/>
                      <a:pt x="4046" y="8093"/>
                      <a:pt x="4039" y="8108"/>
                    </a:cubicBezTo>
                    <a:cubicBezTo>
                      <a:pt x="4018" y="8163"/>
                      <a:pt x="4001" y="8223"/>
                      <a:pt x="4007" y="8282"/>
                    </a:cubicBezTo>
                    <a:lnTo>
                      <a:pt x="3610" y="8282"/>
                    </a:lnTo>
                    <a:cubicBezTo>
                      <a:pt x="3594" y="8212"/>
                      <a:pt x="3566" y="8152"/>
                      <a:pt x="3528" y="8092"/>
                    </a:cubicBezTo>
                    <a:cubicBezTo>
                      <a:pt x="3521" y="8078"/>
                      <a:pt x="3509" y="8071"/>
                      <a:pt x="3496" y="8071"/>
                    </a:cubicBezTo>
                    <a:cubicBezTo>
                      <a:pt x="3480" y="8071"/>
                      <a:pt x="3464" y="8082"/>
                      <a:pt x="3458" y="8103"/>
                    </a:cubicBezTo>
                    <a:cubicBezTo>
                      <a:pt x="3447" y="8157"/>
                      <a:pt x="3447" y="8223"/>
                      <a:pt x="3458" y="8282"/>
                    </a:cubicBezTo>
                    <a:lnTo>
                      <a:pt x="3110" y="8282"/>
                    </a:lnTo>
                    <a:lnTo>
                      <a:pt x="3110" y="8266"/>
                    </a:lnTo>
                    <a:cubicBezTo>
                      <a:pt x="3104" y="8206"/>
                      <a:pt x="3088" y="8152"/>
                      <a:pt x="3066" y="8103"/>
                    </a:cubicBezTo>
                    <a:cubicBezTo>
                      <a:pt x="3056" y="8083"/>
                      <a:pt x="3040" y="8075"/>
                      <a:pt x="3023" y="8075"/>
                    </a:cubicBezTo>
                    <a:cubicBezTo>
                      <a:pt x="2994" y="8075"/>
                      <a:pt x="2963" y="8099"/>
                      <a:pt x="2963" y="8130"/>
                    </a:cubicBezTo>
                    <a:cubicBezTo>
                      <a:pt x="2963" y="8168"/>
                      <a:pt x="2963" y="8206"/>
                      <a:pt x="2969" y="8239"/>
                    </a:cubicBezTo>
                    <a:lnTo>
                      <a:pt x="2969" y="8288"/>
                    </a:lnTo>
                    <a:lnTo>
                      <a:pt x="2871" y="8288"/>
                    </a:lnTo>
                    <a:cubicBezTo>
                      <a:pt x="2795" y="8288"/>
                      <a:pt x="2713" y="8282"/>
                      <a:pt x="2632" y="8277"/>
                    </a:cubicBezTo>
                    <a:lnTo>
                      <a:pt x="2626" y="8261"/>
                    </a:lnTo>
                    <a:cubicBezTo>
                      <a:pt x="2621" y="8255"/>
                      <a:pt x="2615" y="8244"/>
                      <a:pt x="2610" y="8244"/>
                    </a:cubicBezTo>
                    <a:lnTo>
                      <a:pt x="2610" y="8223"/>
                    </a:lnTo>
                    <a:cubicBezTo>
                      <a:pt x="2604" y="8201"/>
                      <a:pt x="2604" y="8174"/>
                      <a:pt x="2604" y="8146"/>
                    </a:cubicBezTo>
                    <a:cubicBezTo>
                      <a:pt x="2593" y="8114"/>
                      <a:pt x="2583" y="8081"/>
                      <a:pt x="2561" y="8049"/>
                    </a:cubicBezTo>
                    <a:cubicBezTo>
                      <a:pt x="2551" y="8034"/>
                      <a:pt x="2536" y="8028"/>
                      <a:pt x="2521" y="8028"/>
                    </a:cubicBezTo>
                    <a:cubicBezTo>
                      <a:pt x="2496" y="8028"/>
                      <a:pt x="2472" y="8045"/>
                      <a:pt x="2468" y="8076"/>
                    </a:cubicBezTo>
                    <a:cubicBezTo>
                      <a:pt x="2474" y="8103"/>
                      <a:pt x="2479" y="8130"/>
                      <a:pt x="2479" y="8157"/>
                    </a:cubicBezTo>
                    <a:cubicBezTo>
                      <a:pt x="2474" y="8184"/>
                      <a:pt x="2474" y="8212"/>
                      <a:pt x="2474" y="8233"/>
                    </a:cubicBezTo>
                    <a:cubicBezTo>
                      <a:pt x="2474" y="8244"/>
                      <a:pt x="2474" y="8255"/>
                      <a:pt x="2479" y="8266"/>
                    </a:cubicBezTo>
                    <a:lnTo>
                      <a:pt x="2381" y="8266"/>
                    </a:lnTo>
                    <a:cubicBezTo>
                      <a:pt x="2322" y="8266"/>
                      <a:pt x="2256" y="8261"/>
                      <a:pt x="2197" y="8255"/>
                    </a:cubicBezTo>
                    <a:cubicBezTo>
                      <a:pt x="2197" y="8250"/>
                      <a:pt x="2197" y="8244"/>
                      <a:pt x="2191" y="8239"/>
                    </a:cubicBezTo>
                    <a:cubicBezTo>
                      <a:pt x="2191" y="8228"/>
                      <a:pt x="2186" y="8223"/>
                      <a:pt x="2186" y="8217"/>
                    </a:cubicBezTo>
                    <a:lnTo>
                      <a:pt x="2180" y="8212"/>
                    </a:lnTo>
                    <a:lnTo>
                      <a:pt x="2180" y="8201"/>
                    </a:lnTo>
                    <a:lnTo>
                      <a:pt x="2180" y="8146"/>
                    </a:lnTo>
                    <a:cubicBezTo>
                      <a:pt x="2180" y="8103"/>
                      <a:pt x="2164" y="8059"/>
                      <a:pt x="2126" y="8027"/>
                    </a:cubicBezTo>
                    <a:cubicBezTo>
                      <a:pt x="2118" y="8022"/>
                      <a:pt x="2111" y="8020"/>
                      <a:pt x="2103" y="8020"/>
                    </a:cubicBezTo>
                    <a:cubicBezTo>
                      <a:pt x="2066" y="8020"/>
                      <a:pt x="2033" y="8067"/>
                      <a:pt x="2055" y="8103"/>
                    </a:cubicBezTo>
                    <a:lnTo>
                      <a:pt x="2055" y="8125"/>
                    </a:lnTo>
                    <a:cubicBezTo>
                      <a:pt x="2055" y="8152"/>
                      <a:pt x="2050" y="8174"/>
                      <a:pt x="2050" y="8201"/>
                    </a:cubicBezTo>
                    <a:cubicBezTo>
                      <a:pt x="2050" y="8212"/>
                      <a:pt x="2050" y="8223"/>
                      <a:pt x="2055" y="8239"/>
                    </a:cubicBezTo>
                    <a:cubicBezTo>
                      <a:pt x="1936" y="8223"/>
                      <a:pt x="1816" y="8212"/>
                      <a:pt x="1697" y="8206"/>
                    </a:cubicBezTo>
                    <a:lnTo>
                      <a:pt x="1697" y="8206"/>
                    </a:lnTo>
                    <a:cubicBezTo>
                      <a:pt x="1695" y="8202"/>
                      <a:pt x="1691" y="8193"/>
                      <a:pt x="1691" y="8190"/>
                    </a:cubicBezTo>
                    <a:cubicBezTo>
                      <a:pt x="1686" y="8174"/>
                      <a:pt x="1686" y="8152"/>
                      <a:pt x="1680" y="8136"/>
                    </a:cubicBezTo>
                    <a:cubicBezTo>
                      <a:pt x="1680" y="8097"/>
                      <a:pt x="1675" y="8059"/>
                      <a:pt x="1664" y="8027"/>
                    </a:cubicBezTo>
                    <a:cubicBezTo>
                      <a:pt x="1659" y="8005"/>
                      <a:pt x="1641" y="7994"/>
                      <a:pt x="1623" y="7994"/>
                    </a:cubicBezTo>
                    <a:cubicBezTo>
                      <a:pt x="1606" y="7994"/>
                      <a:pt x="1588" y="8005"/>
                      <a:pt x="1582" y="8027"/>
                    </a:cubicBezTo>
                    <a:cubicBezTo>
                      <a:pt x="1566" y="8076"/>
                      <a:pt x="1555" y="8125"/>
                      <a:pt x="1561" y="8179"/>
                    </a:cubicBezTo>
                    <a:cubicBezTo>
                      <a:pt x="1561" y="8190"/>
                      <a:pt x="1561" y="8201"/>
                      <a:pt x="1566" y="8212"/>
                    </a:cubicBezTo>
                    <a:cubicBezTo>
                      <a:pt x="1468" y="8217"/>
                      <a:pt x="1360" y="8228"/>
                      <a:pt x="1262" y="8228"/>
                    </a:cubicBezTo>
                    <a:lnTo>
                      <a:pt x="1256" y="8223"/>
                    </a:lnTo>
                    <a:cubicBezTo>
                      <a:pt x="1245" y="8195"/>
                      <a:pt x="1240" y="8174"/>
                      <a:pt x="1240" y="8146"/>
                    </a:cubicBezTo>
                    <a:cubicBezTo>
                      <a:pt x="1235" y="8119"/>
                      <a:pt x="1235" y="8097"/>
                      <a:pt x="1240" y="8070"/>
                    </a:cubicBezTo>
                    <a:cubicBezTo>
                      <a:pt x="1245" y="8049"/>
                      <a:pt x="1245" y="8027"/>
                      <a:pt x="1245" y="8005"/>
                    </a:cubicBezTo>
                    <a:cubicBezTo>
                      <a:pt x="1241" y="7983"/>
                      <a:pt x="1223" y="7973"/>
                      <a:pt x="1205" y="7973"/>
                    </a:cubicBezTo>
                    <a:cubicBezTo>
                      <a:pt x="1182" y="7973"/>
                      <a:pt x="1158" y="7989"/>
                      <a:pt x="1158" y="8016"/>
                    </a:cubicBezTo>
                    <a:cubicBezTo>
                      <a:pt x="1158" y="8021"/>
                      <a:pt x="1137" y="8043"/>
                      <a:pt x="1137" y="8049"/>
                    </a:cubicBezTo>
                    <a:cubicBezTo>
                      <a:pt x="1126" y="8065"/>
                      <a:pt x="1126" y="8087"/>
                      <a:pt x="1120" y="8103"/>
                    </a:cubicBezTo>
                    <a:cubicBezTo>
                      <a:pt x="1115" y="8141"/>
                      <a:pt x="1115" y="8179"/>
                      <a:pt x="1120" y="8212"/>
                    </a:cubicBezTo>
                    <a:cubicBezTo>
                      <a:pt x="1120" y="8217"/>
                      <a:pt x="1120" y="8223"/>
                      <a:pt x="1120" y="8228"/>
                    </a:cubicBezTo>
                    <a:lnTo>
                      <a:pt x="1077" y="8223"/>
                    </a:lnTo>
                    <a:cubicBezTo>
                      <a:pt x="1025" y="8215"/>
                      <a:pt x="971" y="8210"/>
                      <a:pt x="917" y="8210"/>
                    </a:cubicBezTo>
                    <a:cubicBezTo>
                      <a:pt x="898" y="8210"/>
                      <a:pt x="878" y="8210"/>
                      <a:pt x="859" y="8212"/>
                    </a:cubicBezTo>
                    <a:cubicBezTo>
                      <a:pt x="838" y="8212"/>
                      <a:pt x="816" y="8217"/>
                      <a:pt x="794" y="8223"/>
                    </a:cubicBezTo>
                    <a:cubicBezTo>
                      <a:pt x="767" y="8223"/>
                      <a:pt x="778" y="8223"/>
                      <a:pt x="811" y="8217"/>
                    </a:cubicBezTo>
                    <a:cubicBezTo>
                      <a:pt x="811" y="8190"/>
                      <a:pt x="811" y="8163"/>
                      <a:pt x="811" y="8141"/>
                    </a:cubicBezTo>
                    <a:cubicBezTo>
                      <a:pt x="811" y="8054"/>
                      <a:pt x="827" y="7972"/>
                      <a:pt x="827" y="7886"/>
                    </a:cubicBezTo>
                    <a:cubicBezTo>
                      <a:pt x="832" y="7847"/>
                      <a:pt x="832" y="7809"/>
                      <a:pt x="827" y="7771"/>
                    </a:cubicBezTo>
                    <a:cubicBezTo>
                      <a:pt x="827" y="7755"/>
                      <a:pt x="811" y="7706"/>
                      <a:pt x="816" y="7690"/>
                    </a:cubicBezTo>
                    <a:cubicBezTo>
                      <a:pt x="816" y="7690"/>
                      <a:pt x="821" y="7684"/>
                      <a:pt x="821" y="7684"/>
                    </a:cubicBezTo>
                    <a:close/>
                    <a:moveTo>
                      <a:pt x="2840" y="0"/>
                    </a:moveTo>
                    <a:cubicBezTo>
                      <a:pt x="2790" y="0"/>
                      <a:pt x="2746" y="47"/>
                      <a:pt x="2702" y="69"/>
                    </a:cubicBezTo>
                    <a:cubicBezTo>
                      <a:pt x="2604" y="112"/>
                      <a:pt x="2501" y="150"/>
                      <a:pt x="2398" y="183"/>
                    </a:cubicBezTo>
                    <a:cubicBezTo>
                      <a:pt x="2295" y="216"/>
                      <a:pt x="2202" y="281"/>
                      <a:pt x="2099" y="313"/>
                    </a:cubicBezTo>
                    <a:cubicBezTo>
                      <a:pt x="2023" y="335"/>
                      <a:pt x="1985" y="362"/>
                      <a:pt x="1996" y="449"/>
                    </a:cubicBezTo>
                    <a:cubicBezTo>
                      <a:pt x="2017" y="536"/>
                      <a:pt x="2061" y="623"/>
                      <a:pt x="2115" y="699"/>
                    </a:cubicBezTo>
                    <a:cubicBezTo>
                      <a:pt x="2131" y="727"/>
                      <a:pt x="2148" y="748"/>
                      <a:pt x="2164" y="775"/>
                    </a:cubicBezTo>
                    <a:cubicBezTo>
                      <a:pt x="2115" y="781"/>
                      <a:pt x="2072" y="792"/>
                      <a:pt x="2023" y="803"/>
                    </a:cubicBezTo>
                    <a:cubicBezTo>
                      <a:pt x="1898" y="857"/>
                      <a:pt x="1936" y="977"/>
                      <a:pt x="1985" y="1069"/>
                    </a:cubicBezTo>
                    <a:cubicBezTo>
                      <a:pt x="2006" y="1134"/>
                      <a:pt x="2034" y="1199"/>
                      <a:pt x="2072" y="1259"/>
                    </a:cubicBezTo>
                    <a:cubicBezTo>
                      <a:pt x="2093" y="1292"/>
                      <a:pt x="2121" y="1319"/>
                      <a:pt x="2142" y="1352"/>
                    </a:cubicBezTo>
                    <a:cubicBezTo>
                      <a:pt x="2137" y="1349"/>
                      <a:pt x="2130" y="1348"/>
                      <a:pt x="2123" y="1348"/>
                    </a:cubicBezTo>
                    <a:cubicBezTo>
                      <a:pt x="2116" y="1348"/>
                      <a:pt x="2110" y="1349"/>
                      <a:pt x="2104" y="1352"/>
                    </a:cubicBezTo>
                    <a:cubicBezTo>
                      <a:pt x="2061" y="1357"/>
                      <a:pt x="2017" y="1373"/>
                      <a:pt x="1979" y="1401"/>
                    </a:cubicBezTo>
                    <a:cubicBezTo>
                      <a:pt x="1941" y="1422"/>
                      <a:pt x="1903" y="1439"/>
                      <a:pt x="1860" y="1460"/>
                    </a:cubicBezTo>
                    <a:cubicBezTo>
                      <a:pt x="1838" y="1471"/>
                      <a:pt x="1822" y="1488"/>
                      <a:pt x="1805" y="1504"/>
                    </a:cubicBezTo>
                    <a:cubicBezTo>
                      <a:pt x="1794" y="1488"/>
                      <a:pt x="1778" y="1471"/>
                      <a:pt x="1767" y="1460"/>
                    </a:cubicBezTo>
                    <a:cubicBezTo>
                      <a:pt x="1653" y="1330"/>
                      <a:pt x="1490" y="1178"/>
                      <a:pt x="1322" y="1140"/>
                    </a:cubicBezTo>
                    <a:cubicBezTo>
                      <a:pt x="1287" y="1132"/>
                      <a:pt x="1251" y="1128"/>
                      <a:pt x="1217" y="1128"/>
                    </a:cubicBezTo>
                    <a:cubicBezTo>
                      <a:pt x="1128" y="1128"/>
                      <a:pt x="1046" y="1156"/>
                      <a:pt x="995" y="1227"/>
                    </a:cubicBezTo>
                    <a:cubicBezTo>
                      <a:pt x="963" y="1232"/>
                      <a:pt x="936" y="1238"/>
                      <a:pt x="903" y="1243"/>
                    </a:cubicBezTo>
                    <a:cubicBezTo>
                      <a:pt x="821" y="1270"/>
                      <a:pt x="745" y="1324"/>
                      <a:pt x="686" y="1390"/>
                    </a:cubicBezTo>
                    <a:cubicBezTo>
                      <a:pt x="577" y="1498"/>
                      <a:pt x="544" y="1640"/>
                      <a:pt x="512" y="1787"/>
                    </a:cubicBezTo>
                    <a:cubicBezTo>
                      <a:pt x="490" y="1863"/>
                      <a:pt x="490" y="1944"/>
                      <a:pt x="506" y="2026"/>
                    </a:cubicBezTo>
                    <a:cubicBezTo>
                      <a:pt x="512" y="2124"/>
                      <a:pt x="533" y="2221"/>
                      <a:pt x="566" y="2319"/>
                    </a:cubicBezTo>
                    <a:cubicBezTo>
                      <a:pt x="604" y="2390"/>
                      <a:pt x="647" y="2450"/>
                      <a:pt x="702" y="2504"/>
                    </a:cubicBezTo>
                    <a:cubicBezTo>
                      <a:pt x="642" y="2575"/>
                      <a:pt x="588" y="2656"/>
                      <a:pt x="544" y="2738"/>
                    </a:cubicBezTo>
                    <a:cubicBezTo>
                      <a:pt x="512" y="2803"/>
                      <a:pt x="463" y="2857"/>
                      <a:pt x="430" y="2917"/>
                    </a:cubicBezTo>
                    <a:cubicBezTo>
                      <a:pt x="381" y="2999"/>
                      <a:pt x="332" y="3075"/>
                      <a:pt x="294" y="3162"/>
                    </a:cubicBezTo>
                    <a:cubicBezTo>
                      <a:pt x="229" y="3325"/>
                      <a:pt x="175" y="3488"/>
                      <a:pt x="137" y="3656"/>
                    </a:cubicBezTo>
                    <a:cubicBezTo>
                      <a:pt x="109" y="3738"/>
                      <a:pt x="93" y="3820"/>
                      <a:pt x="66" y="3901"/>
                    </a:cubicBezTo>
                    <a:cubicBezTo>
                      <a:pt x="44" y="3983"/>
                      <a:pt x="39" y="4075"/>
                      <a:pt x="22" y="4162"/>
                    </a:cubicBezTo>
                    <a:cubicBezTo>
                      <a:pt x="11" y="4233"/>
                      <a:pt x="6" y="4309"/>
                      <a:pt x="11" y="4379"/>
                    </a:cubicBezTo>
                    <a:cubicBezTo>
                      <a:pt x="1" y="4461"/>
                      <a:pt x="1" y="4542"/>
                      <a:pt x="11" y="4624"/>
                    </a:cubicBezTo>
                    <a:cubicBezTo>
                      <a:pt x="28" y="4706"/>
                      <a:pt x="50" y="4787"/>
                      <a:pt x="60" y="4869"/>
                    </a:cubicBezTo>
                    <a:cubicBezTo>
                      <a:pt x="66" y="4896"/>
                      <a:pt x="66" y="4928"/>
                      <a:pt x="71" y="4956"/>
                    </a:cubicBezTo>
                    <a:cubicBezTo>
                      <a:pt x="82" y="4999"/>
                      <a:pt x="109" y="5037"/>
                      <a:pt x="120" y="5081"/>
                    </a:cubicBezTo>
                    <a:cubicBezTo>
                      <a:pt x="164" y="5244"/>
                      <a:pt x="223" y="5401"/>
                      <a:pt x="300" y="5548"/>
                    </a:cubicBezTo>
                    <a:cubicBezTo>
                      <a:pt x="370" y="5689"/>
                      <a:pt x="414" y="5836"/>
                      <a:pt x="522" y="5956"/>
                    </a:cubicBezTo>
                    <a:cubicBezTo>
                      <a:pt x="637" y="6097"/>
                      <a:pt x="772" y="6222"/>
                      <a:pt x="930" y="6315"/>
                    </a:cubicBezTo>
                    <a:cubicBezTo>
                      <a:pt x="1006" y="6358"/>
                      <a:pt x="1088" y="6391"/>
                      <a:pt x="1169" y="6418"/>
                    </a:cubicBezTo>
                    <a:cubicBezTo>
                      <a:pt x="1235" y="6450"/>
                      <a:pt x="1311" y="6467"/>
                      <a:pt x="1381" y="6467"/>
                    </a:cubicBezTo>
                    <a:cubicBezTo>
                      <a:pt x="1370" y="6516"/>
                      <a:pt x="1360" y="6565"/>
                      <a:pt x="1349" y="6608"/>
                    </a:cubicBezTo>
                    <a:cubicBezTo>
                      <a:pt x="1300" y="6793"/>
                      <a:pt x="1251" y="6972"/>
                      <a:pt x="1202" y="7152"/>
                    </a:cubicBezTo>
                    <a:cubicBezTo>
                      <a:pt x="1186" y="7239"/>
                      <a:pt x="1142" y="7320"/>
                      <a:pt x="1088" y="7391"/>
                    </a:cubicBezTo>
                    <a:cubicBezTo>
                      <a:pt x="1071" y="7407"/>
                      <a:pt x="1055" y="7418"/>
                      <a:pt x="1044" y="7429"/>
                    </a:cubicBezTo>
                    <a:cubicBezTo>
                      <a:pt x="963" y="7445"/>
                      <a:pt x="892" y="7478"/>
                      <a:pt x="821" y="7516"/>
                    </a:cubicBezTo>
                    <a:cubicBezTo>
                      <a:pt x="702" y="7570"/>
                      <a:pt x="647" y="7614"/>
                      <a:pt x="664" y="7750"/>
                    </a:cubicBezTo>
                    <a:cubicBezTo>
                      <a:pt x="680" y="7913"/>
                      <a:pt x="615" y="8070"/>
                      <a:pt x="637" y="8233"/>
                    </a:cubicBezTo>
                    <a:cubicBezTo>
                      <a:pt x="637" y="8288"/>
                      <a:pt x="664" y="8337"/>
                      <a:pt x="702" y="8369"/>
                    </a:cubicBezTo>
                    <a:cubicBezTo>
                      <a:pt x="725" y="8387"/>
                      <a:pt x="747" y="8392"/>
                      <a:pt x="770" y="8392"/>
                    </a:cubicBezTo>
                    <a:cubicBezTo>
                      <a:pt x="789" y="8392"/>
                      <a:pt x="810" y="8388"/>
                      <a:pt x="832" y="8386"/>
                    </a:cubicBezTo>
                    <a:cubicBezTo>
                      <a:pt x="850" y="8384"/>
                      <a:pt x="868" y="8384"/>
                      <a:pt x="885" y="8384"/>
                    </a:cubicBezTo>
                    <a:cubicBezTo>
                      <a:pt x="938" y="8384"/>
                      <a:pt x="991" y="8390"/>
                      <a:pt x="1044" y="8402"/>
                    </a:cubicBezTo>
                    <a:cubicBezTo>
                      <a:pt x="1126" y="8413"/>
                      <a:pt x="1207" y="8413"/>
                      <a:pt x="1289" y="8413"/>
                    </a:cubicBezTo>
                    <a:cubicBezTo>
                      <a:pt x="1457" y="8413"/>
                      <a:pt x="1626" y="8418"/>
                      <a:pt x="1789" y="8435"/>
                    </a:cubicBezTo>
                    <a:cubicBezTo>
                      <a:pt x="2126" y="8456"/>
                      <a:pt x="2458" y="8494"/>
                      <a:pt x="2789" y="8505"/>
                    </a:cubicBezTo>
                    <a:cubicBezTo>
                      <a:pt x="3028" y="8512"/>
                      <a:pt x="3268" y="8515"/>
                      <a:pt x="3507" y="8515"/>
                    </a:cubicBezTo>
                    <a:cubicBezTo>
                      <a:pt x="3985" y="8515"/>
                      <a:pt x="4463" y="8505"/>
                      <a:pt x="4942" y="8505"/>
                    </a:cubicBezTo>
                    <a:cubicBezTo>
                      <a:pt x="5035" y="8505"/>
                      <a:pt x="5130" y="8502"/>
                      <a:pt x="5225" y="8502"/>
                    </a:cubicBezTo>
                    <a:cubicBezTo>
                      <a:pt x="5296" y="8502"/>
                      <a:pt x="5367" y="8504"/>
                      <a:pt x="5436" y="8511"/>
                    </a:cubicBezTo>
                    <a:cubicBezTo>
                      <a:pt x="5480" y="8517"/>
                      <a:pt x="5524" y="8522"/>
                      <a:pt x="5569" y="8522"/>
                    </a:cubicBezTo>
                    <a:cubicBezTo>
                      <a:pt x="5596" y="8522"/>
                      <a:pt x="5625" y="8520"/>
                      <a:pt x="5654" y="8516"/>
                    </a:cubicBezTo>
                    <a:cubicBezTo>
                      <a:pt x="5692" y="8511"/>
                      <a:pt x="5731" y="8508"/>
                      <a:pt x="5771" y="8508"/>
                    </a:cubicBezTo>
                    <a:cubicBezTo>
                      <a:pt x="5811" y="8508"/>
                      <a:pt x="5852" y="8511"/>
                      <a:pt x="5893" y="8516"/>
                    </a:cubicBezTo>
                    <a:cubicBezTo>
                      <a:pt x="6056" y="8538"/>
                      <a:pt x="6225" y="8527"/>
                      <a:pt x="6388" y="8538"/>
                    </a:cubicBezTo>
                    <a:cubicBezTo>
                      <a:pt x="6475" y="8543"/>
                      <a:pt x="6560" y="8546"/>
                      <a:pt x="6646" y="8546"/>
                    </a:cubicBezTo>
                    <a:cubicBezTo>
                      <a:pt x="6731" y="8546"/>
                      <a:pt x="6817" y="8543"/>
                      <a:pt x="6904" y="8538"/>
                    </a:cubicBezTo>
                    <a:cubicBezTo>
                      <a:pt x="7024" y="8521"/>
                      <a:pt x="7192" y="8549"/>
                      <a:pt x="7241" y="8402"/>
                    </a:cubicBezTo>
                    <a:cubicBezTo>
                      <a:pt x="7263" y="8326"/>
                      <a:pt x="7230" y="8261"/>
                      <a:pt x="7247" y="8190"/>
                    </a:cubicBezTo>
                    <a:cubicBezTo>
                      <a:pt x="7257" y="8119"/>
                      <a:pt x="7263" y="8043"/>
                      <a:pt x="7263" y="7972"/>
                    </a:cubicBezTo>
                    <a:lnTo>
                      <a:pt x="7268" y="7962"/>
                    </a:lnTo>
                    <a:cubicBezTo>
                      <a:pt x="7274" y="7842"/>
                      <a:pt x="7285" y="7701"/>
                      <a:pt x="7192" y="7603"/>
                    </a:cubicBezTo>
                    <a:cubicBezTo>
                      <a:pt x="7138" y="7548"/>
                      <a:pt x="7056" y="7532"/>
                      <a:pt x="6991" y="7494"/>
                    </a:cubicBezTo>
                    <a:lnTo>
                      <a:pt x="6915" y="7440"/>
                    </a:lnTo>
                    <a:cubicBezTo>
                      <a:pt x="6920" y="7407"/>
                      <a:pt x="6915" y="7375"/>
                      <a:pt x="6888" y="7353"/>
                    </a:cubicBezTo>
                    <a:cubicBezTo>
                      <a:pt x="6578" y="7032"/>
                      <a:pt x="6496" y="6537"/>
                      <a:pt x="6496" y="6108"/>
                    </a:cubicBezTo>
                    <a:cubicBezTo>
                      <a:pt x="6496" y="5999"/>
                      <a:pt x="6513" y="5896"/>
                      <a:pt x="6518" y="5787"/>
                    </a:cubicBezTo>
                    <a:cubicBezTo>
                      <a:pt x="6529" y="5700"/>
                      <a:pt x="6507" y="5619"/>
                      <a:pt x="6420" y="5581"/>
                    </a:cubicBezTo>
                    <a:cubicBezTo>
                      <a:pt x="6361" y="5560"/>
                      <a:pt x="6299" y="5552"/>
                      <a:pt x="6239" y="5552"/>
                    </a:cubicBezTo>
                    <a:cubicBezTo>
                      <a:pt x="6221" y="5552"/>
                      <a:pt x="6204" y="5552"/>
                      <a:pt x="6187" y="5554"/>
                    </a:cubicBezTo>
                    <a:cubicBezTo>
                      <a:pt x="6132" y="5554"/>
                      <a:pt x="6083" y="5537"/>
                      <a:pt x="6034" y="5532"/>
                    </a:cubicBezTo>
                    <a:lnTo>
                      <a:pt x="5850" y="5532"/>
                    </a:lnTo>
                    <a:cubicBezTo>
                      <a:pt x="5735" y="5532"/>
                      <a:pt x="5627" y="5510"/>
                      <a:pt x="5513" y="5510"/>
                    </a:cubicBezTo>
                    <a:cubicBezTo>
                      <a:pt x="5398" y="5510"/>
                      <a:pt x="5284" y="5488"/>
                      <a:pt x="5170" y="5488"/>
                    </a:cubicBezTo>
                    <a:lnTo>
                      <a:pt x="4703" y="5488"/>
                    </a:lnTo>
                    <a:cubicBezTo>
                      <a:pt x="4719" y="5439"/>
                      <a:pt x="4724" y="5390"/>
                      <a:pt x="4735" y="5336"/>
                    </a:cubicBezTo>
                    <a:cubicBezTo>
                      <a:pt x="4751" y="5260"/>
                      <a:pt x="4773" y="5184"/>
                      <a:pt x="4784" y="5108"/>
                    </a:cubicBezTo>
                    <a:cubicBezTo>
                      <a:pt x="4822" y="5108"/>
                      <a:pt x="4860" y="5119"/>
                      <a:pt x="4904" y="5119"/>
                    </a:cubicBezTo>
                    <a:cubicBezTo>
                      <a:pt x="4963" y="5124"/>
                      <a:pt x="5025" y="5125"/>
                      <a:pt x="5086" y="5125"/>
                    </a:cubicBezTo>
                    <a:cubicBezTo>
                      <a:pt x="5148" y="5125"/>
                      <a:pt x="5211" y="5124"/>
                      <a:pt x="5273" y="5124"/>
                    </a:cubicBezTo>
                    <a:cubicBezTo>
                      <a:pt x="5482" y="5124"/>
                      <a:pt x="5686" y="5064"/>
                      <a:pt x="5889" y="5064"/>
                    </a:cubicBezTo>
                    <a:cubicBezTo>
                      <a:pt x="5898" y="5064"/>
                      <a:pt x="5906" y="5064"/>
                      <a:pt x="5915" y="5064"/>
                    </a:cubicBezTo>
                    <a:cubicBezTo>
                      <a:pt x="6002" y="5064"/>
                      <a:pt x="6089" y="5075"/>
                      <a:pt x="6176" y="5086"/>
                    </a:cubicBezTo>
                    <a:cubicBezTo>
                      <a:pt x="6191" y="5091"/>
                      <a:pt x="6207" y="5094"/>
                      <a:pt x="6222" y="5094"/>
                    </a:cubicBezTo>
                    <a:cubicBezTo>
                      <a:pt x="6271" y="5094"/>
                      <a:pt x="6316" y="5069"/>
                      <a:pt x="6350" y="5032"/>
                    </a:cubicBezTo>
                    <a:cubicBezTo>
                      <a:pt x="6360" y="4994"/>
                      <a:pt x="6366" y="4956"/>
                      <a:pt x="6366" y="4918"/>
                    </a:cubicBezTo>
                    <a:cubicBezTo>
                      <a:pt x="6366" y="4880"/>
                      <a:pt x="6371" y="4841"/>
                      <a:pt x="6377" y="4803"/>
                    </a:cubicBezTo>
                    <a:cubicBezTo>
                      <a:pt x="6388" y="4727"/>
                      <a:pt x="6360" y="4657"/>
                      <a:pt x="6306" y="4608"/>
                    </a:cubicBezTo>
                    <a:cubicBezTo>
                      <a:pt x="6264" y="4584"/>
                      <a:pt x="6213" y="4569"/>
                      <a:pt x="6161" y="4569"/>
                    </a:cubicBezTo>
                    <a:cubicBezTo>
                      <a:pt x="6153" y="4569"/>
                      <a:pt x="6145" y="4569"/>
                      <a:pt x="6138" y="4570"/>
                    </a:cubicBezTo>
                    <a:cubicBezTo>
                      <a:pt x="6080" y="4570"/>
                      <a:pt x="6022" y="4567"/>
                      <a:pt x="5964" y="4567"/>
                    </a:cubicBezTo>
                    <a:cubicBezTo>
                      <a:pt x="5935" y="4567"/>
                      <a:pt x="5906" y="4568"/>
                      <a:pt x="5877" y="4570"/>
                    </a:cubicBezTo>
                    <a:cubicBezTo>
                      <a:pt x="5882" y="4537"/>
                      <a:pt x="5882" y="4499"/>
                      <a:pt x="5871" y="4466"/>
                    </a:cubicBezTo>
                    <a:cubicBezTo>
                      <a:pt x="5871" y="4450"/>
                      <a:pt x="5855" y="4439"/>
                      <a:pt x="5844" y="4434"/>
                    </a:cubicBezTo>
                    <a:cubicBezTo>
                      <a:pt x="5806" y="4431"/>
                      <a:pt x="5769" y="4427"/>
                      <a:pt x="5732" y="4427"/>
                    </a:cubicBezTo>
                    <a:cubicBezTo>
                      <a:pt x="5705" y="4427"/>
                      <a:pt x="5679" y="4429"/>
                      <a:pt x="5654" y="4434"/>
                    </a:cubicBezTo>
                    <a:lnTo>
                      <a:pt x="5415" y="4434"/>
                    </a:lnTo>
                    <a:cubicBezTo>
                      <a:pt x="5369" y="4437"/>
                      <a:pt x="5323" y="4439"/>
                      <a:pt x="5276" y="4439"/>
                    </a:cubicBezTo>
                    <a:cubicBezTo>
                      <a:pt x="5182" y="4439"/>
                      <a:pt x="5085" y="4434"/>
                      <a:pt x="4991" y="4434"/>
                    </a:cubicBezTo>
                    <a:lnTo>
                      <a:pt x="4730" y="4434"/>
                    </a:lnTo>
                    <a:cubicBezTo>
                      <a:pt x="4703" y="4431"/>
                      <a:pt x="4675" y="4430"/>
                      <a:pt x="4648" y="4430"/>
                    </a:cubicBezTo>
                    <a:cubicBezTo>
                      <a:pt x="4621" y="4430"/>
                      <a:pt x="4594" y="4431"/>
                      <a:pt x="4567" y="4434"/>
                    </a:cubicBezTo>
                    <a:cubicBezTo>
                      <a:pt x="4480" y="4461"/>
                      <a:pt x="4480" y="4548"/>
                      <a:pt x="4501" y="4619"/>
                    </a:cubicBezTo>
                    <a:cubicBezTo>
                      <a:pt x="4447" y="4624"/>
                      <a:pt x="4398" y="4629"/>
                      <a:pt x="4349" y="4635"/>
                    </a:cubicBezTo>
                    <a:cubicBezTo>
                      <a:pt x="4295" y="4646"/>
                      <a:pt x="4241" y="4651"/>
                      <a:pt x="4186" y="4657"/>
                    </a:cubicBezTo>
                    <a:cubicBezTo>
                      <a:pt x="4137" y="4651"/>
                      <a:pt x="4088" y="4640"/>
                      <a:pt x="4045" y="4629"/>
                    </a:cubicBezTo>
                    <a:cubicBezTo>
                      <a:pt x="4010" y="4626"/>
                      <a:pt x="3976" y="4624"/>
                      <a:pt x="3942" y="4624"/>
                    </a:cubicBezTo>
                    <a:cubicBezTo>
                      <a:pt x="3868" y="4624"/>
                      <a:pt x="3795" y="4633"/>
                      <a:pt x="3724" y="4651"/>
                    </a:cubicBezTo>
                    <a:cubicBezTo>
                      <a:pt x="3659" y="4662"/>
                      <a:pt x="3610" y="4716"/>
                      <a:pt x="3615" y="4787"/>
                    </a:cubicBezTo>
                    <a:cubicBezTo>
                      <a:pt x="3615" y="4836"/>
                      <a:pt x="3610" y="4885"/>
                      <a:pt x="3605" y="4939"/>
                    </a:cubicBezTo>
                    <a:cubicBezTo>
                      <a:pt x="3594" y="4966"/>
                      <a:pt x="3594" y="4994"/>
                      <a:pt x="3605" y="5026"/>
                    </a:cubicBezTo>
                    <a:cubicBezTo>
                      <a:pt x="3625" y="5065"/>
                      <a:pt x="3655" y="5075"/>
                      <a:pt x="3689" y="5075"/>
                    </a:cubicBezTo>
                    <a:cubicBezTo>
                      <a:pt x="3726" y="5075"/>
                      <a:pt x="3768" y="5062"/>
                      <a:pt x="3806" y="5059"/>
                    </a:cubicBezTo>
                    <a:cubicBezTo>
                      <a:pt x="3838" y="5053"/>
                      <a:pt x="3871" y="5053"/>
                      <a:pt x="3903" y="5053"/>
                    </a:cubicBezTo>
                    <a:cubicBezTo>
                      <a:pt x="3935" y="5053"/>
                      <a:pt x="3966" y="5053"/>
                      <a:pt x="3996" y="5048"/>
                    </a:cubicBezTo>
                    <a:cubicBezTo>
                      <a:pt x="3996" y="5070"/>
                      <a:pt x="3996" y="5092"/>
                      <a:pt x="3996" y="5119"/>
                    </a:cubicBezTo>
                    <a:cubicBezTo>
                      <a:pt x="3985" y="5184"/>
                      <a:pt x="3963" y="5244"/>
                      <a:pt x="3931" y="5303"/>
                    </a:cubicBezTo>
                    <a:cubicBezTo>
                      <a:pt x="3914" y="5352"/>
                      <a:pt x="3887" y="5396"/>
                      <a:pt x="3855" y="5434"/>
                    </a:cubicBezTo>
                    <a:cubicBezTo>
                      <a:pt x="3827" y="5456"/>
                      <a:pt x="3800" y="5461"/>
                      <a:pt x="3778" y="5483"/>
                    </a:cubicBezTo>
                    <a:lnTo>
                      <a:pt x="3773" y="5483"/>
                    </a:lnTo>
                    <a:cubicBezTo>
                      <a:pt x="3706" y="5477"/>
                      <a:pt x="3639" y="5474"/>
                      <a:pt x="3572" y="5474"/>
                    </a:cubicBezTo>
                    <a:cubicBezTo>
                      <a:pt x="3525" y="5474"/>
                      <a:pt x="3478" y="5475"/>
                      <a:pt x="3431" y="5477"/>
                    </a:cubicBezTo>
                    <a:lnTo>
                      <a:pt x="3039" y="5477"/>
                    </a:lnTo>
                    <a:cubicBezTo>
                      <a:pt x="2909" y="5477"/>
                      <a:pt x="2767" y="5456"/>
                      <a:pt x="2632" y="5456"/>
                    </a:cubicBezTo>
                    <a:cubicBezTo>
                      <a:pt x="2573" y="5458"/>
                      <a:pt x="2514" y="5459"/>
                      <a:pt x="2454" y="5459"/>
                    </a:cubicBezTo>
                    <a:cubicBezTo>
                      <a:pt x="2370" y="5459"/>
                      <a:pt x="2285" y="5457"/>
                      <a:pt x="2202" y="5450"/>
                    </a:cubicBezTo>
                    <a:cubicBezTo>
                      <a:pt x="2137" y="5439"/>
                      <a:pt x="2072" y="5439"/>
                      <a:pt x="2012" y="5439"/>
                    </a:cubicBezTo>
                    <a:cubicBezTo>
                      <a:pt x="1947" y="5445"/>
                      <a:pt x="1887" y="5461"/>
                      <a:pt x="1822" y="5461"/>
                    </a:cubicBezTo>
                    <a:cubicBezTo>
                      <a:pt x="1756" y="5461"/>
                      <a:pt x="1702" y="5467"/>
                      <a:pt x="1642" y="5467"/>
                    </a:cubicBezTo>
                    <a:cubicBezTo>
                      <a:pt x="1588" y="5456"/>
                      <a:pt x="1528" y="5456"/>
                      <a:pt x="1468" y="5456"/>
                    </a:cubicBezTo>
                    <a:cubicBezTo>
                      <a:pt x="1441" y="5461"/>
                      <a:pt x="1414" y="5483"/>
                      <a:pt x="1408" y="5510"/>
                    </a:cubicBezTo>
                    <a:cubicBezTo>
                      <a:pt x="1381" y="5499"/>
                      <a:pt x="1360" y="5483"/>
                      <a:pt x="1338" y="5461"/>
                    </a:cubicBezTo>
                    <a:cubicBezTo>
                      <a:pt x="1300" y="5418"/>
                      <a:pt x="1267" y="5363"/>
                      <a:pt x="1240" y="5309"/>
                    </a:cubicBezTo>
                    <a:cubicBezTo>
                      <a:pt x="1207" y="5271"/>
                      <a:pt x="1180" y="5227"/>
                      <a:pt x="1164" y="5184"/>
                    </a:cubicBezTo>
                    <a:cubicBezTo>
                      <a:pt x="1153" y="5135"/>
                      <a:pt x="1148" y="5086"/>
                      <a:pt x="1137" y="5037"/>
                    </a:cubicBezTo>
                    <a:cubicBezTo>
                      <a:pt x="1120" y="4988"/>
                      <a:pt x="1104" y="4934"/>
                      <a:pt x="1093" y="4880"/>
                    </a:cubicBezTo>
                    <a:cubicBezTo>
                      <a:pt x="1088" y="4836"/>
                      <a:pt x="1093" y="4782"/>
                      <a:pt x="1088" y="4733"/>
                    </a:cubicBezTo>
                    <a:lnTo>
                      <a:pt x="1120" y="4733"/>
                    </a:lnTo>
                    <a:cubicBezTo>
                      <a:pt x="1180" y="4733"/>
                      <a:pt x="1240" y="4711"/>
                      <a:pt x="1289" y="4678"/>
                    </a:cubicBezTo>
                    <a:cubicBezTo>
                      <a:pt x="1327" y="4646"/>
                      <a:pt x="1365" y="4602"/>
                      <a:pt x="1392" y="4559"/>
                    </a:cubicBezTo>
                    <a:cubicBezTo>
                      <a:pt x="1436" y="4521"/>
                      <a:pt x="1463" y="4466"/>
                      <a:pt x="1479" y="4412"/>
                    </a:cubicBezTo>
                    <a:cubicBezTo>
                      <a:pt x="1485" y="4341"/>
                      <a:pt x="1485" y="4271"/>
                      <a:pt x="1479" y="4195"/>
                    </a:cubicBezTo>
                    <a:cubicBezTo>
                      <a:pt x="1485" y="4124"/>
                      <a:pt x="1468" y="4053"/>
                      <a:pt x="1447" y="3988"/>
                    </a:cubicBezTo>
                    <a:cubicBezTo>
                      <a:pt x="1381" y="3863"/>
                      <a:pt x="1283" y="3754"/>
                      <a:pt x="1164" y="3684"/>
                    </a:cubicBezTo>
                    <a:cubicBezTo>
                      <a:pt x="1186" y="3635"/>
                      <a:pt x="1218" y="3586"/>
                      <a:pt x="1240" y="3548"/>
                    </a:cubicBezTo>
                    <a:cubicBezTo>
                      <a:pt x="1278" y="3472"/>
                      <a:pt x="1322" y="3406"/>
                      <a:pt x="1370" y="3341"/>
                    </a:cubicBezTo>
                    <a:cubicBezTo>
                      <a:pt x="1419" y="3287"/>
                      <a:pt x="1441" y="3227"/>
                      <a:pt x="1495" y="3178"/>
                    </a:cubicBezTo>
                    <a:cubicBezTo>
                      <a:pt x="1550" y="3118"/>
                      <a:pt x="1604" y="3053"/>
                      <a:pt x="1653" y="2982"/>
                    </a:cubicBezTo>
                    <a:cubicBezTo>
                      <a:pt x="1876" y="2673"/>
                      <a:pt x="2197" y="2444"/>
                      <a:pt x="2566" y="2336"/>
                    </a:cubicBezTo>
                    <a:cubicBezTo>
                      <a:pt x="2577" y="2336"/>
                      <a:pt x="2588" y="2325"/>
                      <a:pt x="2599" y="2319"/>
                    </a:cubicBezTo>
                    <a:cubicBezTo>
                      <a:pt x="2648" y="2466"/>
                      <a:pt x="2713" y="2607"/>
                      <a:pt x="2795" y="2738"/>
                    </a:cubicBezTo>
                    <a:cubicBezTo>
                      <a:pt x="2833" y="2792"/>
                      <a:pt x="2865" y="2852"/>
                      <a:pt x="2892" y="2912"/>
                    </a:cubicBezTo>
                    <a:cubicBezTo>
                      <a:pt x="2925" y="2982"/>
                      <a:pt x="2963" y="3048"/>
                      <a:pt x="3007" y="3113"/>
                    </a:cubicBezTo>
                    <a:cubicBezTo>
                      <a:pt x="3099" y="3238"/>
                      <a:pt x="3142" y="3385"/>
                      <a:pt x="3224" y="3521"/>
                    </a:cubicBezTo>
                    <a:cubicBezTo>
                      <a:pt x="3239" y="3547"/>
                      <a:pt x="3270" y="3563"/>
                      <a:pt x="3302" y="3563"/>
                    </a:cubicBezTo>
                    <a:cubicBezTo>
                      <a:pt x="3316" y="3563"/>
                      <a:pt x="3330" y="3560"/>
                      <a:pt x="3344" y="3553"/>
                    </a:cubicBezTo>
                    <a:cubicBezTo>
                      <a:pt x="3409" y="3515"/>
                      <a:pt x="3474" y="3477"/>
                      <a:pt x="3539" y="3439"/>
                    </a:cubicBezTo>
                    <a:cubicBezTo>
                      <a:pt x="3583" y="3537"/>
                      <a:pt x="3610" y="3640"/>
                      <a:pt x="3653" y="3738"/>
                    </a:cubicBezTo>
                    <a:cubicBezTo>
                      <a:pt x="3660" y="3737"/>
                      <a:pt x="3666" y="3736"/>
                      <a:pt x="3672" y="3736"/>
                    </a:cubicBezTo>
                    <a:cubicBezTo>
                      <a:pt x="3775" y="3736"/>
                      <a:pt x="3794" y="3955"/>
                      <a:pt x="3675" y="3955"/>
                    </a:cubicBezTo>
                    <a:cubicBezTo>
                      <a:pt x="3599" y="3999"/>
                      <a:pt x="3615" y="4053"/>
                      <a:pt x="3643" y="4129"/>
                    </a:cubicBezTo>
                    <a:cubicBezTo>
                      <a:pt x="3670" y="4200"/>
                      <a:pt x="3692" y="4298"/>
                      <a:pt x="3778" y="4325"/>
                    </a:cubicBezTo>
                    <a:cubicBezTo>
                      <a:pt x="3787" y="4326"/>
                      <a:pt x="3795" y="4326"/>
                      <a:pt x="3804" y="4326"/>
                    </a:cubicBezTo>
                    <a:cubicBezTo>
                      <a:pt x="3844" y="4326"/>
                      <a:pt x="3884" y="4316"/>
                      <a:pt x="3920" y="4298"/>
                    </a:cubicBezTo>
                    <a:cubicBezTo>
                      <a:pt x="3990" y="4265"/>
                      <a:pt x="4067" y="4244"/>
                      <a:pt x="4137" y="4216"/>
                    </a:cubicBezTo>
                    <a:cubicBezTo>
                      <a:pt x="4398" y="4113"/>
                      <a:pt x="4643" y="3983"/>
                      <a:pt x="4887" y="3868"/>
                    </a:cubicBezTo>
                    <a:cubicBezTo>
                      <a:pt x="4974" y="3825"/>
                      <a:pt x="5116" y="3809"/>
                      <a:pt x="5170" y="3722"/>
                    </a:cubicBezTo>
                    <a:cubicBezTo>
                      <a:pt x="5230" y="3640"/>
                      <a:pt x="5181" y="3499"/>
                      <a:pt x="5137" y="3423"/>
                    </a:cubicBezTo>
                    <a:cubicBezTo>
                      <a:pt x="5105" y="3358"/>
                      <a:pt x="5073" y="3266"/>
                      <a:pt x="4991" y="3266"/>
                    </a:cubicBezTo>
                    <a:cubicBezTo>
                      <a:pt x="4976" y="3266"/>
                      <a:pt x="4960" y="3269"/>
                      <a:pt x="4942" y="3276"/>
                    </a:cubicBezTo>
                    <a:cubicBezTo>
                      <a:pt x="4904" y="3292"/>
                      <a:pt x="4871" y="3314"/>
                      <a:pt x="4838" y="3336"/>
                    </a:cubicBezTo>
                    <a:cubicBezTo>
                      <a:pt x="4822" y="3249"/>
                      <a:pt x="4795" y="3167"/>
                      <a:pt x="4768" y="3086"/>
                    </a:cubicBezTo>
                    <a:cubicBezTo>
                      <a:pt x="4751" y="3042"/>
                      <a:pt x="4730" y="2999"/>
                      <a:pt x="4703" y="2966"/>
                    </a:cubicBezTo>
                    <a:cubicBezTo>
                      <a:pt x="4692" y="2955"/>
                      <a:pt x="4681" y="2944"/>
                      <a:pt x="4675" y="2928"/>
                    </a:cubicBezTo>
                    <a:cubicBezTo>
                      <a:pt x="4713" y="2917"/>
                      <a:pt x="4746" y="2885"/>
                      <a:pt x="4768" y="2847"/>
                    </a:cubicBezTo>
                    <a:cubicBezTo>
                      <a:pt x="4806" y="2770"/>
                      <a:pt x="4768" y="2667"/>
                      <a:pt x="4735" y="2596"/>
                    </a:cubicBezTo>
                    <a:cubicBezTo>
                      <a:pt x="4697" y="2520"/>
                      <a:pt x="4670" y="2455"/>
                      <a:pt x="4632" y="2384"/>
                    </a:cubicBezTo>
                    <a:cubicBezTo>
                      <a:pt x="4588" y="2281"/>
                      <a:pt x="4545" y="2172"/>
                      <a:pt x="4512" y="2064"/>
                    </a:cubicBezTo>
                    <a:cubicBezTo>
                      <a:pt x="4425" y="1863"/>
                      <a:pt x="4300" y="1672"/>
                      <a:pt x="4197" y="1477"/>
                    </a:cubicBezTo>
                    <a:cubicBezTo>
                      <a:pt x="4143" y="1379"/>
                      <a:pt x="4094" y="1281"/>
                      <a:pt x="4039" y="1178"/>
                    </a:cubicBezTo>
                    <a:cubicBezTo>
                      <a:pt x="3990" y="1080"/>
                      <a:pt x="3947" y="966"/>
                      <a:pt x="3887" y="868"/>
                    </a:cubicBezTo>
                    <a:cubicBezTo>
                      <a:pt x="3838" y="792"/>
                      <a:pt x="3768" y="727"/>
                      <a:pt x="3724" y="645"/>
                    </a:cubicBezTo>
                    <a:cubicBezTo>
                      <a:pt x="3681" y="569"/>
                      <a:pt x="3626" y="482"/>
                      <a:pt x="3588" y="395"/>
                    </a:cubicBezTo>
                    <a:cubicBezTo>
                      <a:pt x="3556" y="335"/>
                      <a:pt x="3523" y="259"/>
                      <a:pt x="3452" y="243"/>
                    </a:cubicBezTo>
                    <a:cubicBezTo>
                      <a:pt x="3441" y="241"/>
                      <a:pt x="3430" y="240"/>
                      <a:pt x="3418" y="240"/>
                    </a:cubicBezTo>
                    <a:cubicBezTo>
                      <a:pt x="3365" y="240"/>
                      <a:pt x="3313" y="260"/>
                      <a:pt x="3273" y="292"/>
                    </a:cubicBezTo>
                    <a:cubicBezTo>
                      <a:pt x="3219" y="324"/>
                      <a:pt x="3170" y="357"/>
                      <a:pt x="3115" y="384"/>
                    </a:cubicBezTo>
                    <a:cubicBezTo>
                      <a:pt x="3094" y="341"/>
                      <a:pt x="3061" y="292"/>
                      <a:pt x="3028" y="243"/>
                    </a:cubicBezTo>
                    <a:cubicBezTo>
                      <a:pt x="3001" y="194"/>
                      <a:pt x="2974" y="145"/>
                      <a:pt x="2947" y="96"/>
                    </a:cubicBezTo>
                    <a:cubicBezTo>
                      <a:pt x="2931" y="63"/>
                      <a:pt x="2914" y="25"/>
                      <a:pt x="2876" y="9"/>
                    </a:cubicBezTo>
                    <a:cubicBezTo>
                      <a:pt x="2864" y="3"/>
                      <a:pt x="2851" y="0"/>
                      <a:pt x="2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20"/>
              <p:cNvSpPr/>
              <p:nvPr/>
            </p:nvSpPr>
            <p:spPr>
              <a:xfrm>
                <a:off x="4384125" y="3958900"/>
                <a:ext cx="6900" cy="10500"/>
              </a:xfrm>
              <a:custGeom>
                <a:rect b="b" l="l" r="r" t="t"/>
                <a:pathLst>
                  <a:path extrusionOk="0" h="420" w="276">
                    <a:moveTo>
                      <a:pt x="228" y="0"/>
                    </a:moveTo>
                    <a:cubicBezTo>
                      <a:pt x="209" y="0"/>
                      <a:pt x="190" y="10"/>
                      <a:pt x="185" y="32"/>
                    </a:cubicBezTo>
                    <a:cubicBezTo>
                      <a:pt x="185" y="59"/>
                      <a:pt x="142" y="75"/>
                      <a:pt x="131" y="97"/>
                    </a:cubicBezTo>
                    <a:cubicBezTo>
                      <a:pt x="115" y="124"/>
                      <a:pt x="109" y="168"/>
                      <a:pt x="88" y="200"/>
                    </a:cubicBezTo>
                    <a:cubicBezTo>
                      <a:pt x="55" y="260"/>
                      <a:pt x="1" y="315"/>
                      <a:pt x="22" y="385"/>
                    </a:cubicBezTo>
                    <a:cubicBezTo>
                      <a:pt x="29" y="407"/>
                      <a:pt x="49" y="420"/>
                      <a:pt x="69" y="420"/>
                    </a:cubicBezTo>
                    <a:cubicBezTo>
                      <a:pt x="85" y="420"/>
                      <a:pt x="100" y="412"/>
                      <a:pt x="109" y="396"/>
                    </a:cubicBezTo>
                    <a:cubicBezTo>
                      <a:pt x="147" y="342"/>
                      <a:pt x="175" y="282"/>
                      <a:pt x="202" y="222"/>
                    </a:cubicBezTo>
                    <a:cubicBezTo>
                      <a:pt x="213" y="184"/>
                      <a:pt x="223" y="146"/>
                      <a:pt x="245" y="119"/>
                    </a:cubicBezTo>
                    <a:cubicBezTo>
                      <a:pt x="261" y="97"/>
                      <a:pt x="272" y="70"/>
                      <a:pt x="272" y="43"/>
                    </a:cubicBezTo>
                    <a:cubicBezTo>
                      <a:pt x="275" y="16"/>
                      <a:pt x="252" y="0"/>
                      <a:pt x="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0"/>
              <p:cNvSpPr/>
              <p:nvPr/>
            </p:nvSpPr>
            <p:spPr>
              <a:xfrm>
                <a:off x="4386700" y="3963475"/>
                <a:ext cx="7300" cy="10250"/>
              </a:xfrm>
              <a:custGeom>
                <a:rect b="b" l="l" r="r" t="t"/>
                <a:pathLst>
                  <a:path extrusionOk="0" h="410" w="292">
                    <a:moveTo>
                      <a:pt x="254" y="1"/>
                    </a:moveTo>
                    <a:cubicBezTo>
                      <a:pt x="236" y="1"/>
                      <a:pt x="218" y="10"/>
                      <a:pt x="213" y="28"/>
                    </a:cubicBezTo>
                    <a:cubicBezTo>
                      <a:pt x="191" y="72"/>
                      <a:pt x="164" y="104"/>
                      <a:pt x="131" y="137"/>
                    </a:cubicBezTo>
                    <a:cubicBezTo>
                      <a:pt x="110" y="175"/>
                      <a:pt x="82" y="208"/>
                      <a:pt x="61" y="240"/>
                    </a:cubicBezTo>
                    <a:cubicBezTo>
                      <a:pt x="39" y="278"/>
                      <a:pt x="1" y="403"/>
                      <a:pt x="82" y="409"/>
                    </a:cubicBezTo>
                    <a:cubicBezTo>
                      <a:pt x="86" y="409"/>
                      <a:pt x="89" y="410"/>
                      <a:pt x="93" y="410"/>
                    </a:cubicBezTo>
                    <a:cubicBezTo>
                      <a:pt x="115" y="410"/>
                      <a:pt x="132" y="394"/>
                      <a:pt x="137" y="371"/>
                    </a:cubicBezTo>
                    <a:cubicBezTo>
                      <a:pt x="142" y="354"/>
                      <a:pt x="142" y="338"/>
                      <a:pt x="153" y="322"/>
                    </a:cubicBezTo>
                    <a:cubicBezTo>
                      <a:pt x="164" y="300"/>
                      <a:pt x="175" y="278"/>
                      <a:pt x="191" y="262"/>
                    </a:cubicBezTo>
                    <a:cubicBezTo>
                      <a:pt x="240" y="197"/>
                      <a:pt x="273" y="121"/>
                      <a:pt x="289" y="39"/>
                    </a:cubicBezTo>
                    <a:cubicBezTo>
                      <a:pt x="292" y="13"/>
                      <a:pt x="273"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0"/>
              <p:cNvSpPr/>
              <p:nvPr/>
            </p:nvSpPr>
            <p:spPr>
              <a:xfrm>
                <a:off x="4389825" y="3968525"/>
                <a:ext cx="6975" cy="8800"/>
              </a:xfrm>
              <a:custGeom>
                <a:rect b="b" l="l" r="r" t="t"/>
                <a:pathLst>
                  <a:path extrusionOk="0" h="352" w="279">
                    <a:moveTo>
                      <a:pt x="186" y="1"/>
                    </a:moveTo>
                    <a:cubicBezTo>
                      <a:pt x="157" y="1"/>
                      <a:pt x="131" y="43"/>
                      <a:pt x="159" y="65"/>
                    </a:cubicBezTo>
                    <a:cubicBezTo>
                      <a:pt x="169" y="76"/>
                      <a:pt x="88" y="152"/>
                      <a:pt x="77" y="169"/>
                    </a:cubicBezTo>
                    <a:cubicBezTo>
                      <a:pt x="55" y="212"/>
                      <a:pt x="44" y="261"/>
                      <a:pt x="12" y="305"/>
                    </a:cubicBezTo>
                    <a:cubicBezTo>
                      <a:pt x="1" y="321"/>
                      <a:pt x="12" y="343"/>
                      <a:pt x="33" y="348"/>
                    </a:cubicBezTo>
                    <a:cubicBezTo>
                      <a:pt x="42" y="351"/>
                      <a:pt x="49" y="352"/>
                      <a:pt x="56" y="352"/>
                    </a:cubicBezTo>
                    <a:cubicBezTo>
                      <a:pt x="125" y="352"/>
                      <a:pt x="146" y="240"/>
                      <a:pt x="180" y="196"/>
                    </a:cubicBezTo>
                    <a:cubicBezTo>
                      <a:pt x="213" y="142"/>
                      <a:pt x="278" y="60"/>
                      <a:pt x="197" y="6"/>
                    </a:cubicBezTo>
                    <a:lnTo>
                      <a:pt x="202" y="6"/>
                    </a:lnTo>
                    <a:cubicBezTo>
                      <a:pt x="197" y="2"/>
                      <a:pt x="191"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0"/>
              <p:cNvSpPr/>
              <p:nvPr/>
            </p:nvSpPr>
            <p:spPr>
              <a:xfrm>
                <a:off x="4394500" y="3975050"/>
                <a:ext cx="3525" cy="6800"/>
              </a:xfrm>
              <a:custGeom>
                <a:rect b="b" l="l" r="r" t="t"/>
                <a:pathLst>
                  <a:path extrusionOk="0" h="272" w="141">
                    <a:moveTo>
                      <a:pt x="58" y="0"/>
                    </a:moveTo>
                    <a:cubicBezTo>
                      <a:pt x="27" y="0"/>
                      <a:pt x="1" y="37"/>
                      <a:pt x="26" y="71"/>
                    </a:cubicBezTo>
                    <a:cubicBezTo>
                      <a:pt x="42" y="93"/>
                      <a:pt x="26" y="136"/>
                      <a:pt x="20" y="158"/>
                    </a:cubicBezTo>
                    <a:cubicBezTo>
                      <a:pt x="15" y="174"/>
                      <a:pt x="15" y="190"/>
                      <a:pt x="15" y="207"/>
                    </a:cubicBezTo>
                    <a:cubicBezTo>
                      <a:pt x="15" y="207"/>
                      <a:pt x="15" y="218"/>
                      <a:pt x="20" y="223"/>
                    </a:cubicBezTo>
                    <a:cubicBezTo>
                      <a:pt x="4" y="239"/>
                      <a:pt x="15" y="261"/>
                      <a:pt x="31" y="266"/>
                    </a:cubicBezTo>
                    <a:cubicBezTo>
                      <a:pt x="37" y="266"/>
                      <a:pt x="42" y="266"/>
                      <a:pt x="48" y="272"/>
                    </a:cubicBezTo>
                    <a:cubicBezTo>
                      <a:pt x="58" y="272"/>
                      <a:pt x="75" y="266"/>
                      <a:pt x="80" y="256"/>
                    </a:cubicBezTo>
                    <a:cubicBezTo>
                      <a:pt x="86" y="250"/>
                      <a:pt x="86" y="245"/>
                      <a:pt x="91" y="239"/>
                    </a:cubicBezTo>
                    <a:lnTo>
                      <a:pt x="97" y="239"/>
                    </a:lnTo>
                    <a:cubicBezTo>
                      <a:pt x="102" y="228"/>
                      <a:pt x="107" y="218"/>
                      <a:pt x="113" y="207"/>
                    </a:cubicBezTo>
                    <a:cubicBezTo>
                      <a:pt x="118" y="185"/>
                      <a:pt x="129" y="163"/>
                      <a:pt x="129" y="136"/>
                    </a:cubicBezTo>
                    <a:cubicBezTo>
                      <a:pt x="140" y="93"/>
                      <a:pt x="124" y="44"/>
                      <a:pt x="86" y="11"/>
                    </a:cubicBezTo>
                    <a:cubicBezTo>
                      <a:pt x="77" y="4"/>
                      <a:pt x="67"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0"/>
              <p:cNvSpPr/>
              <p:nvPr/>
            </p:nvSpPr>
            <p:spPr>
              <a:xfrm>
                <a:off x="4398950" y="3986400"/>
                <a:ext cx="6275" cy="7775"/>
              </a:xfrm>
              <a:custGeom>
                <a:rect b="b" l="l" r="r" t="t"/>
                <a:pathLst>
                  <a:path extrusionOk="0" h="311" w="251">
                    <a:moveTo>
                      <a:pt x="196" y="1"/>
                    </a:moveTo>
                    <a:cubicBezTo>
                      <a:pt x="172" y="1"/>
                      <a:pt x="150" y="17"/>
                      <a:pt x="152" y="52"/>
                    </a:cubicBezTo>
                    <a:cubicBezTo>
                      <a:pt x="152" y="128"/>
                      <a:pt x="0" y="236"/>
                      <a:pt x="98" y="307"/>
                    </a:cubicBezTo>
                    <a:cubicBezTo>
                      <a:pt x="104" y="309"/>
                      <a:pt x="111" y="310"/>
                      <a:pt x="117" y="310"/>
                    </a:cubicBezTo>
                    <a:cubicBezTo>
                      <a:pt x="129" y="310"/>
                      <a:pt x="140" y="307"/>
                      <a:pt x="147" y="296"/>
                    </a:cubicBezTo>
                    <a:cubicBezTo>
                      <a:pt x="174" y="264"/>
                      <a:pt x="196" y="226"/>
                      <a:pt x="212" y="188"/>
                    </a:cubicBezTo>
                    <a:cubicBezTo>
                      <a:pt x="234" y="144"/>
                      <a:pt x="250" y="101"/>
                      <a:pt x="250" y="52"/>
                    </a:cubicBezTo>
                    <a:cubicBezTo>
                      <a:pt x="247" y="18"/>
                      <a:pt x="221"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0"/>
              <p:cNvSpPr/>
              <p:nvPr/>
            </p:nvSpPr>
            <p:spPr>
              <a:xfrm>
                <a:off x="4401800" y="3991450"/>
                <a:ext cx="4950" cy="7825"/>
              </a:xfrm>
              <a:custGeom>
                <a:rect b="b" l="l" r="r" t="t"/>
                <a:pathLst>
                  <a:path extrusionOk="0" h="313" w="198">
                    <a:moveTo>
                      <a:pt x="142" y="1"/>
                    </a:moveTo>
                    <a:cubicBezTo>
                      <a:pt x="124" y="1"/>
                      <a:pt x="108" y="11"/>
                      <a:pt x="103" y="34"/>
                    </a:cubicBezTo>
                    <a:cubicBezTo>
                      <a:pt x="82" y="111"/>
                      <a:pt x="0" y="219"/>
                      <a:pt x="49" y="301"/>
                    </a:cubicBezTo>
                    <a:cubicBezTo>
                      <a:pt x="52" y="308"/>
                      <a:pt x="60" y="312"/>
                      <a:pt x="68" y="312"/>
                    </a:cubicBezTo>
                    <a:cubicBezTo>
                      <a:pt x="73" y="312"/>
                      <a:pt x="78" y="310"/>
                      <a:pt x="82" y="306"/>
                    </a:cubicBezTo>
                    <a:cubicBezTo>
                      <a:pt x="114" y="274"/>
                      <a:pt x="136" y="236"/>
                      <a:pt x="152" y="192"/>
                    </a:cubicBezTo>
                    <a:cubicBezTo>
                      <a:pt x="169" y="149"/>
                      <a:pt x="185" y="105"/>
                      <a:pt x="190" y="56"/>
                    </a:cubicBezTo>
                    <a:cubicBezTo>
                      <a:pt x="197" y="23"/>
                      <a:pt x="168"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0"/>
              <p:cNvSpPr/>
              <p:nvPr/>
            </p:nvSpPr>
            <p:spPr>
              <a:xfrm>
                <a:off x="4359675" y="4102475"/>
                <a:ext cx="8350" cy="12475"/>
              </a:xfrm>
              <a:custGeom>
                <a:rect b="b" l="l" r="r" t="t"/>
                <a:pathLst>
                  <a:path extrusionOk="0" h="499" w="334">
                    <a:moveTo>
                      <a:pt x="261" y="1"/>
                    </a:moveTo>
                    <a:cubicBezTo>
                      <a:pt x="258" y="1"/>
                      <a:pt x="254" y="1"/>
                      <a:pt x="250" y="2"/>
                    </a:cubicBezTo>
                    <a:lnTo>
                      <a:pt x="234" y="2"/>
                    </a:lnTo>
                    <a:cubicBezTo>
                      <a:pt x="218" y="7"/>
                      <a:pt x="207" y="18"/>
                      <a:pt x="201" y="34"/>
                    </a:cubicBezTo>
                    <a:cubicBezTo>
                      <a:pt x="185" y="83"/>
                      <a:pt x="158" y="127"/>
                      <a:pt x="131" y="170"/>
                    </a:cubicBezTo>
                    <a:cubicBezTo>
                      <a:pt x="103" y="214"/>
                      <a:pt x="82" y="257"/>
                      <a:pt x="60" y="306"/>
                    </a:cubicBezTo>
                    <a:cubicBezTo>
                      <a:pt x="44" y="355"/>
                      <a:pt x="0" y="415"/>
                      <a:pt x="33" y="469"/>
                    </a:cubicBezTo>
                    <a:cubicBezTo>
                      <a:pt x="44" y="488"/>
                      <a:pt x="62" y="499"/>
                      <a:pt x="82" y="499"/>
                    </a:cubicBezTo>
                    <a:cubicBezTo>
                      <a:pt x="91" y="499"/>
                      <a:pt x="100" y="496"/>
                      <a:pt x="109" y="491"/>
                    </a:cubicBezTo>
                    <a:cubicBezTo>
                      <a:pt x="114" y="486"/>
                      <a:pt x="125" y="480"/>
                      <a:pt x="131" y="475"/>
                    </a:cubicBezTo>
                    <a:cubicBezTo>
                      <a:pt x="136" y="464"/>
                      <a:pt x="141" y="453"/>
                      <a:pt x="136" y="442"/>
                    </a:cubicBezTo>
                    <a:cubicBezTo>
                      <a:pt x="136" y="437"/>
                      <a:pt x="131" y="431"/>
                      <a:pt x="136" y="426"/>
                    </a:cubicBezTo>
                    <a:cubicBezTo>
                      <a:pt x="141" y="415"/>
                      <a:pt x="141" y="410"/>
                      <a:pt x="147" y="399"/>
                    </a:cubicBezTo>
                    <a:cubicBezTo>
                      <a:pt x="163" y="366"/>
                      <a:pt x="174" y="328"/>
                      <a:pt x="190" y="290"/>
                    </a:cubicBezTo>
                    <a:cubicBezTo>
                      <a:pt x="228" y="225"/>
                      <a:pt x="261" y="160"/>
                      <a:pt x="288" y="89"/>
                    </a:cubicBezTo>
                    <a:cubicBezTo>
                      <a:pt x="334" y="64"/>
                      <a:pt x="309" y="1"/>
                      <a:pt x="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0"/>
              <p:cNvSpPr/>
              <p:nvPr/>
            </p:nvSpPr>
            <p:spPr>
              <a:xfrm>
                <a:off x="4362925" y="4113100"/>
                <a:ext cx="300" cy="450"/>
              </a:xfrm>
              <a:custGeom>
                <a:rect b="b" l="l" r="r" t="t"/>
                <a:pathLst>
                  <a:path extrusionOk="0" h="18" w="12">
                    <a:moveTo>
                      <a:pt x="1" y="1"/>
                    </a:moveTo>
                    <a:lnTo>
                      <a:pt x="6" y="12"/>
                    </a:lnTo>
                    <a:lnTo>
                      <a:pt x="6" y="17"/>
                    </a:lnTo>
                    <a:cubicBezTo>
                      <a:pt x="6" y="17"/>
                      <a:pt x="11" y="1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0"/>
              <p:cNvSpPr/>
              <p:nvPr/>
            </p:nvSpPr>
            <p:spPr>
              <a:xfrm>
                <a:off x="4365100" y="4105225"/>
                <a:ext cx="7100" cy="10450"/>
              </a:xfrm>
              <a:custGeom>
                <a:rect b="b" l="l" r="r" t="t"/>
                <a:pathLst>
                  <a:path extrusionOk="0" h="418" w="284">
                    <a:moveTo>
                      <a:pt x="185" y="0"/>
                    </a:moveTo>
                    <a:cubicBezTo>
                      <a:pt x="151" y="0"/>
                      <a:pt x="133" y="45"/>
                      <a:pt x="164" y="66"/>
                    </a:cubicBezTo>
                    <a:cubicBezTo>
                      <a:pt x="180" y="82"/>
                      <a:pt x="142" y="115"/>
                      <a:pt x="126" y="131"/>
                    </a:cubicBezTo>
                    <a:cubicBezTo>
                      <a:pt x="109" y="147"/>
                      <a:pt x="93" y="164"/>
                      <a:pt x="82" y="185"/>
                    </a:cubicBezTo>
                    <a:cubicBezTo>
                      <a:pt x="44" y="240"/>
                      <a:pt x="1" y="316"/>
                      <a:pt x="22" y="381"/>
                    </a:cubicBezTo>
                    <a:cubicBezTo>
                      <a:pt x="28" y="405"/>
                      <a:pt x="47" y="417"/>
                      <a:pt x="67" y="417"/>
                    </a:cubicBezTo>
                    <a:cubicBezTo>
                      <a:pt x="83" y="417"/>
                      <a:pt x="99" y="409"/>
                      <a:pt x="109" y="392"/>
                    </a:cubicBezTo>
                    <a:cubicBezTo>
                      <a:pt x="131" y="354"/>
                      <a:pt x="147" y="305"/>
                      <a:pt x="169" y="267"/>
                    </a:cubicBezTo>
                    <a:cubicBezTo>
                      <a:pt x="191" y="223"/>
                      <a:pt x="213" y="202"/>
                      <a:pt x="229" y="169"/>
                    </a:cubicBezTo>
                    <a:cubicBezTo>
                      <a:pt x="272" y="109"/>
                      <a:pt x="283" y="11"/>
                      <a:pt x="191" y="1"/>
                    </a:cubicBezTo>
                    <a:cubicBezTo>
                      <a:pt x="189" y="0"/>
                      <a:pt x="187"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0"/>
              <p:cNvSpPr/>
              <p:nvPr/>
            </p:nvSpPr>
            <p:spPr>
              <a:xfrm>
                <a:off x="4370000" y="4108750"/>
                <a:ext cx="5400" cy="7825"/>
              </a:xfrm>
              <a:custGeom>
                <a:rect b="b" l="l" r="r" t="t"/>
                <a:pathLst>
                  <a:path extrusionOk="0" h="313" w="216">
                    <a:moveTo>
                      <a:pt x="125" y="1"/>
                    </a:moveTo>
                    <a:cubicBezTo>
                      <a:pt x="93" y="12"/>
                      <a:pt x="87" y="50"/>
                      <a:pt x="109" y="72"/>
                    </a:cubicBezTo>
                    <a:cubicBezTo>
                      <a:pt x="109" y="72"/>
                      <a:pt x="109" y="72"/>
                      <a:pt x="109" y="77"/>
                    </a:cubicBezTo>
                    <a:cubicBezTo>
                      <a:pt x="98" y="104"/>
                      <a:pt x="76" y="131"/>
                      <a:pt x="60" y="159"/>
                    </a:cubicBezTo>
                    <a:cubicBezTo>
                      <a:pt x="38" y="197"/>
                      <a:pt x="0" y="251"/>
                      <a:pt x="27" y="300"/>
                    </a:cubicBezTo>
                    <a:cubicBezTo>
                      <a:pt x="31" y="308"/>
                      <a:pt x="41" y="313"/>
                      <a:pt x="53" y="313"/>
                    </a:cubicBezTo>
                    <a:cubicBezTo>
                      <a:pt x="57" y="313"/>
                      <a:pt x="61" y="312"/>
                      <a:pt x="65" y="311"/>
                    </a:cubicBezTo>
                    <a:cubicBezTo>
                      <a:pt x="125" y="294"/>
                      <a:pt x="163" y="202"/>
                      <a:pt x="185" y="142"/>
                    </a:cubicBezTo>
                    <a:cubicBezTo>
                      <a:pt x="204" y="89"/>
                      <a:pt x="215" y="2"/>
                      <a:pt x="153" y="2"/>
                    </a:cubicBezTo>
                    <a:cubicBezTo>
                      <a:pt x="145" y="2"/>
                      <a:pt x="136" y="3"/>
                      <a:pt x="125" y="6"/>
                    </a:cubicBezTo>
                    <a:lnTo>
                      <a:pt x="1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0"/>
              <p:cNvSpPr/>
              <p:nvPr/>
            </p:nvSpPr>
            <p:spPr>
              <a:xfrm>
                <a:off x="4377750" y="4110525"/>
                <a:ext cx="3950" cy="7150"/>
              </a:xfrm>
              <a:custGeom>
                <a:rect b="b" l="l" r="r" t="t"/>
                <a:pathLst>
                  <a:path extrusionOk="0" h="286" w="158">
                    <a:moveTo>
                      <a:pt x="87" y="1"/>
                    </a:moveTo>
                    <a:lnTo>
                      <a:pt x="87" y="6"/>
                    </a:lnTo>
                    <a:cubicBezTo>
                      <a:pt x="49" y="6"/>
                      <a:pt x="33" y="44"/>
                      <a:pt x="49" y="71"/>
                    </a:cubicBezTo>
                    <a:cubicBezTo>
                      <a:pt x="49" y="77"/>
                      <a:pt x="49" y="77"/>
                      <a:pt x="49" y="82"/>
                    </a:cubicBezTo>
                    <a:cubicBezTo>
                      <a:pt x="44" y="98"/>
                      <a:pt x="38" y="115"/>
                      <a:pt x="27" y="131"/>
                    </a:cubicBezTo>
                    <a:cubicBezTo>
                      <a:pt x="11" y="164"/>
                      <a:pt x="0" y="202"/>
                      <a:pt x="0" y="240"/>
                    </a:cubicBezTo>
                    <a:cubicBezTo>
                      <a:pt x="3" y="267"/>
                      <a:pt x="28" y="285"/>
                      <a:pt x="51" y="285"/>
                    </a:cubicBezTo>
                    <a:cubicBezTo>
                      <a:pt x="65" y="285"/>
                      <a:pt x="79" y="278"/>
                      <a:pt x="87" y="262"/>
                    </a:cubicBezTo>
                    <a:cubicBezTo>
                      <a:pt x="120" y="218"/>
                      <a:pt x="141" y="175"/>
                      <a:pt x="152" y="120"/>
                    </a:cubicBezTo>
                    <a:cubicBezTo>
                      <a:pt x="158" y="71"/>
                      <a:pt x="152" y="1"/>
                      <a:pt x="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0"/>
              <p:cNvSpPr/>
              <p:nvPr/>
            </p:nvSpPr>
            <p:spPr>
              <a:xfrm>
                <a:off x="4382225" y="4112525"/>
                <a:ext cx="3425" cy="5225"/>
              </a:xfrm>
              <a:custGeom>
                <a:rect b="b" l="l" r="r" t="t"/>
                <a:pathLst>
                  <a:path extrusionOk="0" h="209" w="137">
                    <a:moveTo>
                      <a:pt x="66" y="1"/>
                    </a:moveTo>
                    <a:cubicBezTo>
                      <a:pt x="44" y="1"/>
                      <a:pt x="22" y="16"/>
                      <a:pt x="22" y="46"/>
                    </a:cubicBezTo>
                    <a:cubicBezTo>
                      <a:pt x="22" y="89"/>
                      <a:pt x="0" y="209"/>
                      <a:pt x="66" y="209"/>
                    </a:cubicBezTo>
                    <a:cubicBezTo>
                      <a:pt x="136" y="209"/>
                      <a:pt x="115" y="89"/>
                      <a:pt x="109" y="46"/>
                    </a:cubicBezTo>
                    <a:cubicBezTo>
                      <a:pt x="109" y="16"/>
                      <a:pt x="87" y="1"/>
                      <a:pt x="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0"/>
              <p:cNvSpPr/>
              <p:nvPr/>
            </p:nvSpPr>
            <p:spPr>
              <a:xfrm>
                <a:off x="4411175" y="4110500"/>
                <a:ext cx="4125" cy="7125"/>
              </a:xfrm>
              <a:custGeom>
                <a:rect b="b" l="l" r="r" t="t"/>
                <a:pathLst>
                  <a:path extrusionOk="0" h="285" w="165">
                    <a:moveTo>
                      <a:pt x="108" y="1"/>
                    </a:moveTo>
                    <a:cubicBezTo>
                      <a:pt x="91" y="1"/>
                      <a:pt x="75" y="11"/>
                      <a:pt x="71" y="34"/>
                    </a:cubicBezTo>
                    <a:cubicBezTo>
                      <a:pt x="55" y="67"/>
                      <a:pt x="38" y="94"/>
                      <a:pt x="22" y="121"/>
                    </a:cubicBezTo>
                    <a:cubicBezTo>
                      <a:pt x="6" y="159"/>
                      <a:pt x="0" y="197"/>
                      <a:pt x="0" y="235"/>
                    </a:cubicBezTo>
                    <a:cubicBezTo>
                      <a:pt x="3" y="266"/>
                      <a:pt x="32" y="284"/>
                      <a:pt x="58" y="284"/>
                    </a:cubicBezTo>
                    <a:cubicBezTo>
                      <a:pt x="79" y="284"/>
                      <a:pt x="99" y="273"/>
                      <a:pt x="104" y="246"/>
                    </a:cubicBezTo>
                    <a:cubicBezTo>
                      <a:pt x="109" y="214"/>
                      <a:pt x="114" y="181"/>
                      <a:pt x="125" y="148"/>
                    </a:cubicBezTo>
                    <a:cubicBezTo>
                      <a:pt x="142" y="116"/>
                      <a:pt x="152" y="89"/>
                      <a:pt x="158" y="61"/>
                    </a:cubicBezTo>
                    <a:cubicBezTo>
                      <a:pt x="165" y="25"/>
                      <a:pt x="135"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0"/>
              <p:cNvSpPr/>
              <p:nvPr/>
            </p:nvSpPr>
            <p:spPr>
              <a:xfrm>
                <a:off x="4415375" y="4111750"/>
                <a:ext cx="5050" cy="8550"/>
              </a:xfrm>
              <a:custGeom>
                <a:rect b="b" l="l" r="r" t="t"/>
                <a:pathLst>
                  <a:path extrusionOk="0" h="342" w="202">
                    <a:moveTo>
                      <a:pt x="126" y="1"/>
                    </a:moveTo>
                    <a:cubicBezTo>
                      <a:pt x="99" y="1"/>
                      <a:pt x="77" y="33"/>
                      <a:pt x="93" y="60"/>
                    </a:cubicBezTo>
                    <a:cubicBezTo>
                      <a:pt x="93" y="66"/>
                      <a:pt x="88" y="82"/>
                      <a:pt x="82" y="87"/>
                    </a:cubicBezTo>
                    <a:cubicBezTo>
                      <a:pt x="71" y="115"/>
                      <a:pt x="61" y="142"/>
                      <a:pt x="50" y="174"/>
                    </a:cubicBezTo>
                    <a:cubicBezTo>
                      <a:pt x="39" y="202"/>
                      <a:pt x="1" y="283"/>
                      <a:pt x="28" y="321"/>
                    </a:cubicBezTo>
                    <a:cubicBezTo>
                      <a:pt x="36" y="333"/>
                      <a:pt x="52" y="342"/>
                      <a:pt x="69" y="342"/>
                    </a:cubicBezTo>
                    <a:cubicBezTo>
                      <a:pt x="75" y="342"/>
                      <a:pt x="82" y="341"/>
                      <a:pt x="88" y="338"/>
                    </a:cubicBezTo>
                    <a:cubicBezTo>
                      <a:pt x="137" y="283"/>
                      <a:pt x="169" y="223"/>
                      <a:pt x="180" y="153"/>
                    </a:cubicBezTo>
                    <a:cubicBezTo>
                      <a:pt x="202" y="87"/>
                      <a:pt x="196" y="6"/>
                      <a:pt x="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0"/>
              <p:cNvSpPr/>
              <p:nvPr/>
            </p:nvSpPr>
            <p:spPr>
              <a:xfrm>
                <a:off x="4340100" y="4029400"/>
                <a:ext cx="11175" cy="12150"/>
              </a:xfrm>
              <a:custGeom>
                <a:rect b="b" l="l" r="r" t="t"/>
                <a:pathLst>
                  <a:path extrusionOk="0" h="486" w="447">
                    <a:moveTo>
                      <a:pt x="174" y="60"/>
                    </a:moveTo>
                    <a:cubicBezTo>
                      <a:pt x="174" y="71"/>
                      <a:pt x="180" y="77"/>
                      <a:pt x="191" y="82"/>
                    </a:cubicBezTo>
                    <a:cubicBezTo>
                      <a:pt x="256" y="125"/>
                      <a:pt x="327" y="104"/>
                      <a:pt x="332" y="212"/>
                    </a:cubicBezTo>
                    <a:cubicBezTo>
                      <a:pt x="337" y="245"/>
                      <a:pt x="337" y="278"/>
                      <a:pt x="337" y="310"/>
                    </a:cubicBezTo>
                    <a:cubicBezTo>
                      <a:pt x="332" y="370"/>
                      <a:pt x="288" y="392"/>
                      <a:pt x="234" y="397"/>
                    </a:cubicBezTo>
                    <a:cubicBezTo>
                      <a:pt x="225" y="398"/>
                      <a:pt x="215" y="399"/>
                      <a:pt x="204" y="399"/>
                    </a:cubicBezTo>
                    <a:cubicBezTo>
                      <a:pt x="163" y="399"/>
                      <a:pt x="114" y="389"/>
                      <a:pt x="93" y="359"/>
                    </a:cubicBezTo>
                    <a:cubicBezTo>
                      <a:pt x="76" y="321"/>
                      <a:pt x="71" y="283"/>
                      <a:pt x="76" y="245"/>
                    </a:cubicBezTo>
                    <a:cubicBezTo>
                      <a:pt x="82" y="180"/>
                      <a:pt x="104" y="87"/>
                      <a:pt x="174" y="60"/>
                    </a:cubicBezTo>
                    <a:close/>
                    <a:moveTo>
                      <a:pt x="269" y="1"/>
                    </a:moveTo>
                    <a:cubicBezTo>
                      <a:pt x="246" y="1"/>
                      <a:pt x="222" y="7"/>
                      <a:pt x="196" y="22"/>
                    </a:cubicBezTo>
                    <a:cubicBezTo>
                      <a:pt x="196" y="17"/>
                      <a:pt x="191" y="17"/>
                      <a:pt x="185" y="17"/>
                    </a:cubicBezTo>
                    <a:cubicBezTo>
                      <a:pt x="71" y="33"/>
                      <a:pt x="22" y="153"/>
                      <a:pt x="11" y="256"/>
                    </a:cubicBezTo>
                    <a:cubicBezTo>
                      <a:pt x="0" y="310"/>
                      <a:pt x="11" y="370"/>
                      <a:pt x="44" y="419"/>
                    </a:cubicBezTo>
                    <a:cubicBezTo>
                      <a:pt x="93" y="463"/>
                      <a:pt x="155" y="485"/>
                      <a:pt x="218" y="485"/>
                    </a:cubicBezTo>
                    <a:cubicBezTo>
                      <a:pt x="225" y="485"/>
                      <a:pt x="232" y="485"/>
                      <a:pt x="240" y="484"/>
                    </a:cubicBezTo>
                    <a:cubicBezTo>
                      <a:pt x="305" y="484"/>
                      <a:pt x="365" y="457"/>
                      <a:pt x="408" y="408"/>
                    </a:cubicBezTo>
                    <a:cubicBezTo>
                      <a:pt x="435" y="348"/>
                      <a:pt x="446" y="278"/>
                      <a:pt x="435" y="212"/>
                    </a:cubicBezTo>
                    <a:cubicBezTo>
                      <a:pt x="435" y="112"/>
                      <a:pt x="365"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0"/>
              <p:cNvSpPr/>
              <p:nvPr/>
            </p:nvSpPr>
            <p:spPr>
              <a:xfrm>
                <a:off x="4401525" y="3960525"/>
                <a:ext cx="20950" cy="25825"/>
              </a:xfrm>
              <a:custGeom>
                <a:rect b="b" l="l" r="r" t="t"/>
                <a:pathLst>
                  <a:path extrusionOk="0" h="1033" w="838">
                    <a:moveTo>
                      <a:pt x="158" y="0"/>
                    </a:moveTo>
                    <a:cubicBezTo>
                      <a:pt x="133" y="0"/>
                      <a:pt x="109" y="11"/>
                      <a:pt x="87" y="38"/>
                    </a:cubicBezTo>
                    <a:cubicBezTo>
                      <a:pt x="0" y="141"/>
                      <a:pt x="120" y="336"/>
                      <a:pt x="169" y="429"/>
                    </a:cubicBezTo>
                    <a:cubicBezTo>
                      <a:pt x="261" y="630"/>
                      <a:pt x="375" y="880"/>
                      <a:pt x="577" y="994"/>
                    </a:cubicBezTo>
                    <a:cubicBezTo>
                      <a:pt x="609" y="1016"/>
                      <a:pt x="649" y="1032"/>
                      <a:pt x="686" y="1032"/>
                    </a:cubicBezTo>
                    <a:cubicBezTo>
                      <a:pt x="723" y="1032"/>
                      <a:pt x="759" y="1016"/>
                      <a:pt x="783" y="972"/>
                    </a:cubicBezTo>
                    <a:cubicBezTo>
                      <a:pt x="837" y="891"/>
                      <a:pt x="772" y="788"/>
                      <a:pt x="761" y="701"/>
                    </a:cubicBezTo>
                    <a:cubicBezTo>
                      <a:pt x="761" y="688"/>
                      <a:pt x="751" y="681"/>
                      <a:pt x="741" y="681"/>
                    </a:cubicBezTo>
                    <a:cubicBezTo>
                      <a:pt x="733" y="681"/>
                      <a:pt x="726" y="686"/>
                      <a:pt x="723" y="695"/>
                    </a:cubicBezTo>
                    <a:cubicBezTo>
                      <a:pt x="718" y="750"/>
                      <a:pt x="718" y="804"/>
                      <a:pt x="734" y="853"/>
                    </a:cubicBezTo>
                    <a:cubicBezTo>
                      <a:pt x="742" y="917"/>
                      <a:pt x="698" y="949"/>
                      <a:pt x="648" y="949"/>
                    </a:cubicBezTo>
                    <a:cubicBezTo>
                      <a:pt x="626" y="949"/>
                      <a:pt x="602" y="943"/>
                      <a:pt x="582" y="929"/>
                    </a:cubicBezTo>
                    <a:cubicBezTo>
                      <a:pt x="533" y="902"/>
                      <a:pt x="495" y="864"/>
                      <a:pt x="462" y="820"/>
                    </a:cubicBezTo>
                    <a:cubicBezTo>
                      <a:pt x="370" y="695"/>
                      <a:pt x="294" y="559"/>
                      <a:pt x="223" y="418"/>
                    </a:cubicBezTo>
                    <a:cubicBezTo>
                      <a:pt x="185" y="331"/>
                      <a:pt x="125" y="233"/>
                      <a:pt x="120" y="135"/>
                    </a:cubicBezTo>
                    <a:cubicBezTo>
                      <a:pt x="120" y="93"/>
                      <a:pt x="129" y="62"/>
                      <a:pt x="159" y="62"/>
                    </a:cubicBezTo>
                    <a:cubicBezTo>
                      <a:pt x="176" y="62"/>
                      <a:pt x="198" y="71"/>
                      <a:pt x="229" y="92"/>
                    </a:cubicBezTo>
                    <a:cubicBezTo>
                      <a:pt x="250" y="114"/>
                      <a:pt x="278" y="135"/>
                      <a:pt x="294" y="163"/>
                    </a:cubicBezTo>
                    <a:cubicBezTo>
                      <a:pt x="354" y="228"/>
                      <a:pt x="403" y="309"/>
                      <a:pt x="468" y="375"/>
                    </a:cubicBezTo>
                    <a:cubicBezTo>
                      <a:pt x="472" y="380"/>
                      <a:pt x="477" y="382"/>
                      <a:pt x="482" y="382"/>
                    </a:cubicBezTo>
                    <a:cubicBezTo>
                      <a:pt x="499" y="382"/>
                      <a:pt x="517" y="359"/>
                      <a:pt x="500" y="342"/>
                    </a:cubicBezTo>
                    <a:cubicBezTo>
                      <a:pt x="451" y="283"/>
                      <a:pt x="287"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0"/>
              <p:cNvSpPr/>
              <p:nvPr/>
            </p:nvSpPr>
            <p:spPr>
              <a:xfrm>
                <a:off x="4427550" y="4009800"/>
                <a:ext cx="5650" cy="7300"/>
              </a:xfrm>
              <a:custGeom>
                <a:rect b="b" l="l" r="r" t="t"/>
                <a:pathLst>
                  <a:path extrusionOk="0" h="292" w="226">
                    <a:moveTo>
                      <a:pt x="150" y="1"/>
                    </a:moveTo>
                    <a:cubicBezTo>
                      <a:pt x="147" y="1"/>
                      <a:pt x="143" y="1"/>
                      <a:pt x="139" y="2"/>
                    </a:cubicBezTo>
                    <a:cubicBezTo>
                      <a:pt x="128" y="7"/>
                      <a:pt x="123" y="18"/>
                      <a:pt x="133" y="23"/>
                    </a:cubicBezTo>
                    <a:cubicBezTo>
                      <a:pt x="155" y="56"/>
                      <a:pt x="166" y="94"/>
                      <a:pt x="150" y="127"/>
                    </a:cubicBezTo>
                    <a:cubicBezTo>
                      <a:pt x="145" y="148"/>
                      <a:pt x="129" y="219"/>
                      <a:pt x="99" y="219"/>
                    </a:cubicBezTo>
                    <a:cubicBezTo>
                      <a:pt x="98" y="219"/>
                      <a:pt x="97" y="219"/>
                      <a:pt x="95" y="219"/>
                    </a:cubicBezTo>
                    <a:cubicBezTo>
                      <a:pt x="52" y="214"/>
                      <a:pt x="68" y="67"/>
                      <a:pt x="57" y="29"/>
                    </a:cubicBezTo>
                    <a:cubicBezTo>
                      <a:pt x="55" y="21"/>
                      <a:pt x="48" y="17"/>
                      <a:pt x="41" y="17"/>
                    </a:cubicBezTo>
                    <a:cubicBezTo>
                      <a:pt x="34" y="17"/>
                      <a:pt x="27" y="21"/>
                      <a:pt x="25" y="29"/>
                    </a:cubicBezTo>
                    <a:cubicBezTo>
                      <a:pt x="10" y="96"/>
                      <a:pt x="0" y="292"/>
                      <a:pt x="93" y="292"/>
                    </a:cubicBezTo>
                    <a:cubicBezTo>
                      <a:pt x="106" y="292"/>
                      <a:pt x="121" y="288"/>
                      <a:pt x="139" y="279"/>
                    </a:cubicBezTo>
                    <a:cubicBezTo>
                      <a:pt x="193" y="241"/>
                      <a:pt x="226" y="181"/>
                      <a:pt x="220" y="121"/>
                    </a:cubicBezTo>
                    <a:cubicBezTo>
                      <a:pt x="220" y="75"/>
                      <a:pt x="206"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120"/>
            <p:cNvGrpSpPr/>
            <p:nvPr/>
          </p:nvGrpSpPr>
          <p:grpSpPr>
            <a:xfrm>
              <a:off x="7408986" y="2859963"/>
              <a:ext cx="241409" cy="274324"/>
              <a:chOff x="4798875" y="3876025"/>
              <a:chExt cx="203600" cy="231575"/>
            </a:xfrm>
          </p:grpSpPr>
          <p:sp>
            <p:nvSpPr>
              <p:cNvPr id="5467" name="Google Shape;5467;p120"/>
              <p:cNvSpPr/>
              <p:nvPr/>
            </p:nvSpPr>
            <p:spPr>
              <a:xfrm>
                <a:off x="4867500" y="3909675"/>
                <a:ext cx="87675" cy="12400"/>
              </a:xfrm>
              <a:custGeom>
                <a:rect b="b" l="l" r="r" t="t"/>
                <a:pathLst>
                  <a:path extrusionOk="0" h="496" w="3507">
                    <a:moveTo>
                      <a:pt x="2610" y="0"/>
                    </a:moveTo>
                    <a:cubicBezTo>
                      <a:pt x="2551" y="0"/>
                      <a:pt x="2491" y="7"/>
                      <a:pt x="2430" y="28"/>
                    </a:cubicBezTo>
                    <a:cubicBezTo>
                      <a:pt x="2201" y="99"/>
                      <a:pt x="1936" y="214"/>
                      <a:pt x="1683" y="214"/>
                    </a:cubicBezTo>
                    <a:cubicBezTo>
                      <a:pt x="1589" y="214"/>
                      <a:pt x="1497" y="198"/>
                      <a:pt x="1409" y="158"/>
                    </a:cubicBezTo>
                    <a:cubicBezTo>
                      <a:pt x="1310" y="111"/>
                      <a:pt x="1216" y="54"/>
                      <a:pt x="1103" y="54"/>
                    </a:cubicBezTo>
                    <a:cubicBezTo>
                      <a:pt x="1098" y="54"/>
                      <a:pt x="1093" y="55"/>
                      <a:pt x="1088" y="55"/>
                    </a:cubicBezTo>
                    <a:cubicBezTo>
                      <a:pt x="968" y="66"/>
                      <a:pt x="854" y="104"/>
                      <a:pt x="756" y="169"/>
                    </a:cubicBezTo>
                    <a:cubicBezTo>
                      <a:pt x="696" y="202"/>
                      <a:pt x="658" y="256"/>
                      <a:pt x="599" y="294"/>
                    </a:cubicBezTo>
                    <a:cubicBezTo>
                      <a:pt x="544" y="332"/>
                      <a:pt x="484" y="359"/>
                      <a:pt x="419" y="376"/>
                    </a:cubicBezTo>
                    <a:cubicBezTo>
                      <a:pt x="380" y="389"/>
                      <a:pt x="345" y="398"/>
                      <a:pt x="312" y="398"/>
                    </a:cubicBezTo>
                    <a:cubicBezTo>
                      <a:pt x="266" y="398"/>
                      <a:pt x="224" y="381"/>
                      <a:pt x="180" y="338"/>
                    </a:cubicBezTo>
                    <a:cubicBezTo>
                      <a:pt x="137" y="289"/>
                      <a:pt x="93" y="240"/>
                      <a:pt x="55" y="185"/>
                    </a:cubicBezTo>
                    <a:cubicBezTo>
                      <a:pt x="51" y="180"/>
                      <a:pt x="46" y="178"/>
                      <a:pt x="40" y="178"/>
                    </a:cubicBezTo>
                    <a:cubicBezTo>
                      <a:pt x="22" y="178"/>
                      <a:pt x="0" y="201"/>
                      <a:pt x="17" y="218"/>
                    </a:cubicBezTo>
                    <a:cubicBezTo>
                      <a:pt x="77" y="305"/>
                      <a:pt x="131" y="430"/>
                      <a:pt x="234" y="479"/>
                    </a:cubicBezTo>
                    <a:cubicBezTo>
                      <a:pt x="263" y="491"/>
                      <a:pt x="293" y="496"/>
                      <a:pt x="325" y="496"/>
                    </a:cubicBezTo>
                    <a:cubicBezTo>
                      <a:pt x="407" y="496"/>
                      <a:pt x="495" y="461"/>
                      <a:pt x="566" y="430"/>
                    </a:cubicBezTo>
                    <a:cubicBezTo>
                      <a:pt x="696" y="376"/>
                      <a:pt x="778" y="267"/>
                      <a:pt x="914" y="212"/>
                    </a:cubicBezTo>
                    <a:cubicBezTo>
                      <a:pt x="970" y="184"/>
                      <a:pt x="1032" y="168"/>
                      <a:pt x="1096" y="168"/>
                    </a:cubicBezTo>
                    <a:cubicBezTo>
                      <a:pt x="1118" y="168"/>
                      <a:pt x="1141" y="170"/>
                      <a:pt x="1164" y="174"/>
                    </a:cubicBezTo>
                    <a:cubicBezTo>
                      <a:pt x="1235" y="196"/>
                      <a:pt x="1305" y="223"/>
                      <a:pt x="1371" y="261"/>
                    </a:cubicBezTo>
                    <a:cubicBezTo>
                      <a:pt x="1479" y="312"/>
                      <a:pt x="1596" y="331"/>
                      <a:pt x="1715" y="331"/>
                    </a:cubicBezTo>
                    <a:cubicBezTo>
                      <a:pt x="1917" y="331"/>
                      <a:pt x="2126" y="274"/>
                      <a:pt x="2311" y="212"/>
                    </a:cubicBezTo>
                    <a:cubicBezTo>
                      <a:pt x="2403" y="174"/>
                      <a:pt x="2496" y="147"/>
                      <a:pt x="2594" y="136"/>
                    </a:cubicBezTo>
                    <a:cubicBezTo>
                      <a:pt x="2686" y="136"/>
                      <a:pt x="2784" y="147"/>
                      <a:pt x="2871" y="169"/>
                    </a:cubicBezTo>
                    <a:cubicBezTo>
                      <a:pt x="2959" y="179"/>
                      <a:pt x="3046" y="184"/>
                      <a:pt x="3132" y="184"/>
                    </a:cubicBezTo>
                    <a:cubicBezTo>
                      <a:pt x="3239" y="184"/>
                      <a:pt x="3345" y="176"/>
                      <a:pt x="3452" y="158"/>
                    </a:cubicBezTo>
                    <a:cubicBezTo>
                      <a:pt x="3507" y="153"/>
                      <a:pt x="3507" y="71"/>
                      <a:pt x="3452" y="60"/>
                    </a:cubicBezTo>
                    <a:lnTo>
                      <a:pt x="3447" y="60"/>
                    </a:lnTo>
                    <a:cubicBezTo>
                      <a:pt x="3251" y="39"/>
                      <a:pt x="3056" y="55"/>
                      <a:pt x="2865" y="28"/>
                    </a:cubicBezTo>
                    <a:cubicBezTo>
                      <a:pt x="2779" y="15"/>
                      <a:pt x="2695" y="0"/>
                      <a:pt x="2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0"/>
              <p:cNvSpPr/>
              <p:nvPr/>
            </p:nvSpPr>
            <p:spPr>
              <a:xfrm>
                <a:off x="4867900" y="3924650"/>
                <a:ext cx="91900" cy="14800"/>
              </a:xfrm>
              <a:custGeom>
                <a:rect b="b" l="l" r="r" t="t"/>
                <a:pathLst>
                  <a:path extrusionOk="0" h="592" w="3676">
                    <a:moveTo>
                      <a:pt x="2682" y="0"/>
                    </a:moveTo>
                    <a:cubicBezTo>
                      <a:pt x="2641" y="0"/>
                      <a:pt x="2601" y="5"/>
                      <a:pt x="2561" y="16"/>
                    </a:cubicBezTo>
                    <a:cubicBezTo>
                      <a:pt x="2491" y="43"/>
                      <a:pt x="2431" y="86"/>
                      <a:pt x="2371" y="135"/>
                    </a:cubicBezTo>
                    <a:cubicBezTo>
                      <a:pt x="2295" y="179"/>
                      <a:pt x="2213" y="217"/>
                      <a:pt x="2132" y="249"/>
                    </a:cubicBezTo>
                    <a:cubicBezTo>
                      <a:pt x="1997" y="304"/>
                      <a:pt x="1883" y="369"/>
                      <a:pt x="1757" y="369"/>
                    </a:cubicBezTo>
                    <a:cubicBezTo>
                      <a:pt x="1706" y="369"/>
                      <a:pt x="1652" y="358"/>
                      <a:pt x="1594" y="331"/>
                    </a:cubicBezTo>
                    <a:cubicBezTo>
                      <a:pt x="1458" y="271"/>
                      <a:pt x="1338" y="173"/>
                      <a:pt x="1181" y="152"/>
                    </a:cubicBezTo>
                    <a:cubicBezTo>
                      <a:pt x="1152" y="148"/>
                      <a:pt x="1123" y="146"/>
                      <a:pt x="1094" y="146"/>
                    </a:cubicBezTo>
                    <a:cubicBezTo>
                      <a:pt x="963" y="146"/>
                      <a:pt x="831" y="186"/>
                      <a:pt x="724" y="266"/>
                    </a:cubicBezTo>
                    <a:cubicBezTo>
                      <a:pt x="637" y="319"/>
                      <a:pt x="335" y="507"/>
                      <a:pt x="161" y="507"/>
                    </a:cubicBezTo>
                    <a:cubicBezTo>
                      <a:pt x="105" y="507"/>
                      <a:pt x="63" y="488"/>
                      <a:pt x="44" y="440"/>
                    </a:cubicBezTo>
                    <a:cubicBezTo>
                      <a:pt x="40" y="432"/>
                      <a:pt x="34" y="428"/>
                      <a:pt x="26" y="428"/>
                    </a:cubicBezTo>
                    <a:cubicBezTo>
                      <a:pt x="14" y="428"/>
                      <a:pt x="1" y="439"/>
                      <a:pt x="1" y="456"/>
                    </a:cubicBezTo>
                    <a:cubicBezTo>
                      <a:pt x="25" y="558"/>
                      <a:pt x="102" y="592"/>
                      <a:pt x="192" y="592"/>
                    </a:cubicBezTo>
                    <a:cubicBezTo>
                      <a:pt x="309" y="592"/>
                      <a:pt x="449" y="536"/>
                      <a:pt x="528" y="500"/>
                    </a:cubicBezTo>
                    <a:cubicBezTo>
                      <a:pt x="572" y="483"/>
                      <a:pt x="621" y="461"/>
                      <a:pt x="664" y="445"/>
                    </a:cubicBezTo>
                    <a:cubicBezTo>
                      <a:pt x="757" y="396"/>
                      <a:pt x="844" y="320"/>
                      <a:pt x="941" y="288"/>
                    </a:cubicBezTo>
                    <a:cubicBezTo>
                      <a:pt x="984" y="273"/>
                      <a:pt x="1025" y="267"/>
                      <a:pt x="1066" y="267"/>
                    </a:cubicBezTo>
                    <a:cubicBezTo>
                      <a:pt x="1227" y="267"/>
                      <a:pt x="1374" y="365"/>
                      <a:pt x="1518" y="434"/>
                    </a:cubicBezTo>
                    <a:cubicBezTo>
                      <a:pt x="1597" y="479"/>
                      <a:pt x="1687" y="502"/>
                      <a:pt x="1777" y="502"/>
                    </a:cubicBezTo>
                    <a:cubicBezTo>
                      <a:pt x="1853" y="502"/>
                      <a:pt x="1929" y="485"/>
                      <a:pt x="2001" y="451"/>
                    </a:cubicBezTo>
                    <a:cubicBezTo>
                      <a:pt x="2164" y="385"/>
                      <a:pt x="2344" y="326"/>
                      <a:pt x="2480" y="222"/>
                    </a:cubicBezTo>
                    <a:cubicBezTo>
                      <a:pt x="2543" y="164"/>
                      <a:pt x="2629" y="131"/>
                      <a:pt x="2715" y="131"/>
                    </a:cubicBezTo>
                    <a:cubicBezTo>
                      <a:pt x="2733" y="131"/>
                      <a:pt x="2750" y="133"/>
                      <a:pt x="2768" y="135"/>
                    </a:cubicBezTo>
                    <a:cubicBezTo>
                      <a:pt x="2877" y="146"/>
                      <a:pt x="2980" y="173"/>
                      <a:pt x="3083" y="179"/>
                    </a:cubicBezTo>
                    <a:cubicBezTo>
                      <a:pt x="3192" y="184"/>
                      <a:pt x="3301" y="201"/>
                      <a:pt x="3404" y="222"/>
                    </a:cubicBezTo>
                    <a:cubicBezTo>
                      <a:pt x="3453" y="245"/>
                      <a:pt x="3508" y="255"/>
                      <a:pt x="3562" y="255"/>
                    </a:cubicBezTo>
                    <a:cubicBezTo>
                      <a:pt x="3586" y="255"/>
                      <a:pt x="3609" y="253"/>
                      <a:pt x="3632" y="249"/>
                    </a:cubicBezTo>
                    <a:cubicBezTo>
                      <a:pt x="3676" y="239"/>
                      <a:pt x="3659" y="179"/>
                      <a:pt x="3621" y="179"/>
                    </a:cubicBezTo>
                    <a:lnTo>
                      <a:pt x="3616" y="179"/>
                    </a:lnTo>
                    <a:cubicBezTo>
                      <a:pt x="3523" y="157"/>
                      <a:pt x="3436" y="124"/>
                      <a:pt x="3344" y="92"/>
                    </a:cubicBezTo>
                    <a:cubicBezTo>
                      <a:pt x="3268" y="70"/>
                      <a:pt x="3186" y="59"/>
                      <a:pt x="3105" y="59"/>
                    </a:cubicBezTo>
                    <a:cubicBezTo>
                      <a:pt x="2966" y="51"/>
                      <a:pt x="2821" y="0"/>
                      <a:pt x="26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0"/>
              <p:cNvSpPr/>
              <p:nvPr/>
            </p:nvSpPr>
            <p:spPr>
              <a:xfrm>
                <a:off x="4865975" y="3945950"/>
                <a:ext cx="93550" cy="7300"/>
              </a:xfrm>
              <a:custGeom>
                <a:rect b="b" l="l" r="r" t="t"/>
                <a:pathLst>
                  <a:path extrusionOk="0" h="292" w="3742">
                    <a:moveTo>
                      <a:pt x="3216" y="1"/>
                    </a:moveTo>
                    <a:cubicBezTo>
                      <a:pt x="3180" y="1"/>
                      <a:pt x="3147" y="3"/>
                      <a:pt x="3117" y="6"/>
                    </a:cubicBezTo>
                    <a:cubicBezTo>
                      <a:pt x="3030" y="17"/>
                      <a:pt x="2943" y="44"/>
                      <a:pt x="2856" y="55"/>
                    </a:cubicBezTo>
                    <a:cubicBezTo>
                      <a:pt x="2809" y="61"/>
                      <a:pt x="2769" y="62"/>
                      <a:pt x="2729" y="62"/>
                    </a:cubicBezTo>
                    <a:cubicBezTo>
                      <a:pt x="2690" y="62"/>
                      <a:pt x="2652" y="61"/>
                      <a:pt x="2611" y="61"/>
                    </a:cubicBezTo>
                    <a:cubicBezTo>
                      <a:pt x="2426" y="66"/>
                      <a:pt x="2252" y="131"/>
                      <a:pt x="2068" y="142"/>
                    </a:cubicBezTo>
                    <a:cubicBezTo>
                      <a:pt x="2040" y="144"/>
                      <a:pt x="2012" y="145"/>
                      <a:pt x="1984" y="145"/>
                    </a:cubicBezTo>
                    <a:cubicBezTo>
                      <a:pt x="1693" y="145"/>
                      <a:pt x="1411" y="39"/>
                      <a:pt x="1124" y="39"/>
                    </a:cubicBezTo>
                    <a:cubicBezTo>
                      <a:pt x="1087" y="39"/>
                      <a:pt x="1050" y="40"/>
                      <a:pt x="1013" y="44"/>
                    </a:cubicBezTo>
                    <a:cubicBezTo>
                      <a:pt x="937" y="61"/>
                      <a:pt x="866" y="77"/>
                      <a:pt x="796" y="104"/>
                    </a:cubicBezTo>
                    <a:cubicBezTo>
                      <a:pt x="741" y="110"/>
                      <a:pt x="685" y="113"/>
                      <a:pt x="630" y="113"/>
                    </a:cubicBezTo>
                    <a:cubicBezTo>
                      <a:pt x="590" y="113"/>
                      <a:pt x="551" y="112"/>
                      <a:pt x="513" y="110"/>
                    </a:cubicBezTo>
                    <a:cubicBezTo>
                      <a:pt x="350" y="120"/>
                      <a:pt x="192" y="153"/>
                      <a:pt x="40" y="213"/>
                    </a:cubicBezTo>
                    <a:cubicBezTo>
                      <a:pt x="1" y="228"/>
                      <a:pt x="15" y="291"/>
                      <a:pt x="50" y="291"/>
                    </a:cubicBezTo>
                    <a:cubicBezTo>
                      <a:pt x="54" y="291"/>
                      <a:pt x="58" y="290"/>
                      <a:pt x="62" y="289"/>
                    </a:cubicBezTo>
                    <a:cubicBezTo>
                      <a:pt x="214" y="235"/>
                      <a:pt x="372" y="207"/>
                      <a:pt x="529" y="207"/>
                    </a:cubicBezTo>
                    <a:cubicBezTo>
                      <a:pt x="611" y="213"/>
                      <a:pt x="692" y="213"/>
                      <a:pt x="774" y="213"/>
                    </a:cubicBezTo>
                    <a:cubicBezTo>
                      <a:pt x="839" y="202"/>
                      <a:pt x="899" y="175"/>
                      <a:pt x="964" y="158"/>
                    </a:cubicBezTo>
                    <a:cubicBezTo>
                      <a:pt x="1018" y="148"/>
                      <a:pt x="1072" y="143"/>
                      <a:pt x="1126" y="143"/>
                    </a:cubicBezTo>
                    <a:cubicBezTo>
                      <a:pt x="1405" y="143"/>
                      <a:pt x="1686" y="262"/>
                      <a:pt x="1964" y="262"/>
                    </a:cubicBezTo>
                    <a:cubicBezTo>
                      <a:pt x="2122" y="251"/>
                      <a:pt x="2279" y="229"/>
                      <a:pt x="2432" y="191"/>
                    </a:cubicBezTo>
                    <a:cubicBezTo>
                      <a:pt x="2589" y="164"/>
                      <a:pt x="2752" y="186"/>
                      <a:pt x="2910" y="164"/>
                    </a:cubicBezTo>
                    <a:cubicBezTo>
                      <a:pt x="3019" y="147"/>
                      <a:pt x="3117" y="124"/>
                      <a:pt x="3224" y="124"/>
                    </a:cubicBezTo>
                    <a:cubicBezTo>
                      <a:pt x="3256" y="124"/>
                      <a:pt x="3289" y="126"/>
                      <a:pt x="3323" y="131"/>
                    </a:cubicBezTo>
                    <a:cubicBezTo>
                      <a:pt x="3426" y="148"/>
                      <a:pt x="3590" y="164"/>
                      <a:pt x="3671" y="229"/>
                    </a:cubicBezTo>
                    <a:cubicBezTo>
                      <a:pt x="3678" y="235"/>
                      <a:pt x="3686" y="237"/>
                      <a:pt x="3694" y="237"/>
                    </a:cubicBezTo>
                    <a:cubicBezTo>
                      <a:pt x="3718" y="237"/>
                      <a:pt x="3742" y="216"/>
                      <a:pt x="3725" y="191"/>
                    </a:cubicBezTo>
                    <a:lnTo>
                      <a:pt x="3725" y="186"/>
                    </a:lnTo>
                    <a:cubicBezTo>
                      <a:pt x="3635" y="50"/>
                      <a:pt x="3397" y="1"/>
                      <a:pt x="3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0"/>
              <p:cNvSpPr/>
              <p:nvPr/>
            </p:nvSpPr>
            <p:spPr>
              <a:xfrm>
                <a:off x="4873900" y="3974075"/>
                <a:ext cx="94125" cy="16700"/>
              </a:xfrm>
              <a:custGeom>
                <a:rect b="b" l="l" r="r" t="t"/>
                <a:pathLst>
                  <a:path extrusionOk="0" h="668" w="3765">
                    <a:moveTo>
                      <a:pt x="2537" y="0"/>
                    </a:moveTo>
                    <a:cubicBezTo>
                      <a:pt x="2530" y="0"/>
                      <a:pt x="2524" y="1"/>
                      <a:pt x="2517" y="1"/>
                    </a:cubicBezTo>
                    <a:cubicBezTo>
                      <a:pt x="2359" y="23"/>
                      <a:pt x="2305" y="180"/>
                      <a:pt x="2207" y="278"/>
                    </a:cubicBezTo>
                    <a:cubicBezTo>
                      <a:pt x="2162" y="320"/>
                      <a:pt x="2108" y="341"/>
                      <a:pt x="2053" y="341"/>
                    </a:cubicBezTo>
                    <a:cubicBezTo>
                      <a:pt x="2008" y="341"/>
                      <a:pt x="1964" y="327"/>
                      <a:pt x="1924" y="300"/>
                    </a:cubicBezTo>
                    <a:cubicBezTo>
                      <a:pt x="1848" y="246"/>
                      <a:pt x="1816" y="148"/>
                      <a:pt x="1723" y="110"/>
                    </a:cubicBezTo>
                    <a:cubicBezTo>
                      <a:pt x="1698" y="99"/>
                      <a:pt x="1673" y="94"/>
                      <a:pt x="1649" y="94"/>
                    </a:cubicBezTo>
                    <a:cubicBezTo>
                      <a:pt x="1544" y="94"/>
                      <a:pt x="1454" y="188"/>
                      <a:pt x="1392" y="267"/>
                    </a:cubicBezTo>
                    <a:cubicBezTo>
                      <a:pt x="1348" y="344"/>
                      <a:pt x="1288" y="414"/>
                      <a:pt x="1229" y="474"/>
                    </a:cubicBezTo>
                    <a:cubicBezTo>
                      <a:pt x="1188" y="505"/>
                      <a:pt x="1142" y="518"/>
                      <a:pt x="1095" y="518"/>
                    </a:cubicBezTo>
                    <a:cubicBezTo>
                      <a:pt x="1002" y="518"/>
                      <a:pt x="906" y="466"/>
                      <a:pt x="848" y="398"/>
                    </a:cubicBezTo>
                    <a:cubicBezTo>
                      <a:pt x="759" y="303"/>
                      <a:pt x="776" y="66"/>
                      <a:pt x="614" y="66"/>
                    </a:cubicBezTo>
                    <a:cubicBezTo>
                      <a:pt x="609" y="66"/>
                      <a:pt x="604" y="66"/>
                      <a:pt x="598" y="66"/>
                    </a:cubicBezTo>
                    <a:cubicBezTo>
                      <a:pt x="506" y="72"/>
                      <a:pt x="462" y="159"/>
                      <a:pt x="424" y="235"/>
                    </a:cubicBezTo>
                    <a:cubicBezTo>
                      <a:pt x="392" y="305"/>
                      <a:pt x="354" y="371"/>
                      <a:pt x="305" y="436"/>
                    </a:cubicBezTo>
                    <a:cubicBezTo>
                      <a:pt x="270" y="491"/>
                      <a:pt x="224" y="553"/>
                      <a:pt x="185" y="553"/>
                    </a:cubicBezTo>
                    <a:cubicBezTo>
                      <a:pt x="162" y="553"/>
                      <a:pt x="141" y="533"/>
                      <a:pt x="125" y="479"/>
                    </a:cubicBezTo>
                    <a:cubicBezTo>
                      <a:pt x="103" y="392"/>
                      <a:pt x="93" y="305"/>
                      <a:pt x="93" y="218"/>
                    </a:cubicBezTo>
                    <a:cubicBezTo>
                      <a:pt x="93" y="197"/>
                      <a:pt x="75" y="186"/>
                      <a:pt x="57" y="186"/>
                    </a:cubicBezTo>
                    <a:cubicBezTo>
                      <a:pt x="40" y="186"/>
                      <a:pt x="22" y="197"/>
                      <a:pt x="22" y="218"/>
                    </a:cubicBezTo>
                    <a:cubicBezTo>
                      <a:pt x="22" y="338"/>
                      <a:pt x="0" y="507"/>
                      <a:pt x="82" y="610"/>
                    </a:cubicBezTo>
                    <a:cubicBezTo>
                      <a:pt x="113" y="652"/>
                      <a:pt x="146" y="668"/>
                      <a:pt x="180" y="668"/>
                    </a:cubicBezTo>
                    <a:cubicBezTo>
                      <a:pt x="248" y="668"/>
                      <a:pt x="317" y="603"/>
                      <a:pt x="364" y="545"/>
                    </a:cubicBezTo>
                    <a:cubicBezTo>
                      <a:pt x="408" y="490"/>
                      <a:pt x="446" y="430"/>
                      <a:pt x="484" y="371"/>
                    </a:cubicBezTo>
                    <a:cubicBezTo>
                      <a:pt x="508" y="326"/>
                      <a:pt x="559" y="195"/>
                      <a:pt x="606" y="195"/>
                    </a:cubicBezTo>
                    <a:cubicBezTo>
                      <a:pt x="623" y="195"/>
                      <a:pt x="638" y="211"/>
                      <a:pt x="652" y="251"/>
                    </a:cubicBezTo>
                    <a:cubicBezTo>
                      <a:pt x="669" y="316"/>
                      <a:pt x="696" y="382"/>
                      <a:pt x="729" y="441"/>
                    </a:cubicBezTo>
                    <a:cubicBezTo>
                      <a:pt x="799" y="534"/>
                      <a:pt x="897" y="599"/>
                      <a:pt x="1006" y="626"/>
                    </a:cubicBezTo>
                    <a:cubicBezTo>
                      <a:pt x="1036" y="633"/>
                      <a:pt x="1065" y="637"/>
                      <a:pt x="1091" y="637"/>
                    </a:cubicBezTo>
                    <a:cubicBezTo>
                      <a:pt x="1229" y="637"/>
                      <a:pt x="1327" y="550"/>
                      <a:pt x="1413" y="436"/>
                    </a:cubicBezTo>
                    <a:cubicBezTo>
                      <a:pt x="1462" y="360"/>
                      <a:pt x="1517" y="295"/>
                      <a:pt x="1582" y="235"/>
                    </a:cubicBezTo>
                    <a:cubicBezTo>
                      <a:pt x="1604" y="222"/>
                      <a:pt x="1624" y="216"/>
                      <a:pt x="1642" y="216"/>
                    </a:cubicBezTo>
                    <a:cubicBezTo>
                      <a:pt x="1713" y="216"/>
                      <a:pt x="1757" y="302"/>
                      <a:pt x="1805" y="354"/>
                    </a:cubicBezTo>
                    <a:cubicBezTo>
                      <a:pt x="1875" y="424"/>
                      <a:pt x="1965" y="461"/>
                      <a:pt x="2056" y="461"/>
                    </a:cubicBezTo>
                    <a:cubicBezTo>
                      <a:pt x="2121" y="461"/>
                      <a:pt x="2186" y="442"/>
                      <a:pt x="2245" y="403"/>
                    </a:cubicBezTo>
                    <a:cubicBezTo>
                      <a:pt x="2347" y="322"/>
                      <a:pt x="2411" y="112"/>
                      <a:pt x="2556" y="112"/>
                    </a:cubicBezTo>
                    <a:cubicBezTo>
                      <a:pt x="2566" y="112"/>
                      <a:pt x="2577" y="113"/>
                      <a:pt x="2588" y="115"/>
                    </a:cubicBezTo>
                    <a:cubicBezTo>
                      <a:pt x="2718" y="142"/>
                      <a:pt x="2800" y="278"/>
                      <a:pt x="2936" y="300"/>
                    </a:cubicBezTo>
                    <a:cubicBezTo>
                      <a:pt x="2946" y="301"/>
                      <a:pt x="2957" y="301"/>
                      <a:pt x="2968" y="301"/>
                    </a:cubicBezTo>
                    <a:cubicBezTo>
                      <a:pt x="3065" y="301"/>
                      <a:pt x="3157" y="279"/>
                      <a:pt x="3245" y="240"/>
                    </a:cubicBezTo>
                    <a:cubicBezTo>
                      <a:pt x="3316" y="213"/>
                      <a:pt x="3387" y="175"/>
                      <a:pt x="3463" y="153"/>
                    </a:cubicBezTo>
                    <a:cubicBezTo>
                      <a:pt x="3503" y="139"/>
                      <a:pt x="3540" y="127"/>
                      <a:pt x="3573" y="127"/>
                    </a:cubicBezTo>
                    <a:cubicBezTo>
                      <a:pt x="3615" y="127"/>
                      <a:pt x="3648" y="148"/>
                      <a:pt x="3664" y="213"/>
                    </a:cubicBezTo>
                    <a:cubicBezTo>
                      <a:pt x="3669" y="232"/>
                      <a:pt x="3686" y="242"/>
                      <a:pt x="3702" y="242"/>
                    </a:cubicBezTo>
                    <a:cubicBezTo>
                      <a:pt x="3718" y="242"/>
                      <a:pt x="3735" y="232"/>
                      <a:pt x="3740" y="213"/>
                    </a:cubicBezTo>
                    <a:cubicBezTo>
                      <a:pt x="3765" y="89"/>
                      <a:pt x="3695" y="15"/>
                      <a:pt x="3580" y="15"/>
                    </a:cubicBezTo>
                    <a:cubicBezTo>
                      <a:pt x="3568" y="15"/>
                      <a:pt x="3556" y="16"/>
                      <a:pt x="3544" y="17"/>
                    </a:cubicBezTo>
                    <a:lnTo>
                      <a:pt x="3550" y="12"/>
                    </a:lnTo>
                    <a:lnTo>
                      <a:pt x="3550" y="12"/>
                    </a:lnTo>
                    <a:cubicBezTo>
                      <a:pt x="3414" y="28"/>
                      <a:pt x="3289" y="110"/>
                      <a:pt x="3158" y="153"/>
                    </a:cubicBezTo>
                    <a:cubicBezTo>
                      <a:pt x="3108" y="177"/>
                      <a:pt x="3055" y="190"/>
                      <a:pt x="3001" y="190"/>
                    </a:cubicBezTo>
                    <a:cubicBezTo>
                      <a:pt x="2969" y="190"/>
                      <a:pt x="2936" y="185"/>
                      <a:pt x="2903" y="175"/>
                    </a:cubicBezTo>
                    <a:cubicBezTo>
                      <a:pt x="2854" y="153"/>
                      <a:pt x="2810" y="126"/>
                      <a:pt x="2772" y="93"/>
                    </a:cubicBezTo>
                    <a:cubicBezTo>
                      <a:pt x="2707" y="33"/>
                      <a:pt x="2623" y="0"/>
                      <a:pt x="2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0"/>
              <p:cNvSpPr/>
              <p:nvPr/>
            </p:nvSpPr>
            <p:spPr>
              <a:xfrm>
                <a:off x="4876200" y="3992575"/>
                <a:ext cx="94350" cy="12075"/>
              </a:xfrm>
              <a:custGeom>
                <a:rect b="b" l="l" r="r" t="t"/>
                <a:pathLst>
                  <a:path extrusionOk="0" h="483" w="3774">
                    <a:moveTo>
                      <a:pt x="2740" y="0"/>
                    </a:moveTo>
                    <a:cubicBezTo>
                      <a:pt x="2599" y="6"/>
                      <a:pt x="2452" y="33"/>
                      <a:pt x="2316" y="82"/>
                    </a:cubicBezTo>
                    <a:cubicBezTo>
                      <a:pt x="2262" y="104"/>
                      <a:pt x="2202" y="120"/>
                      <a:pt x="2148" y="147"/>
                    </a:cubicBezTo>
                    <a:cubicBezTo>
                      <a:pt x="2104" y="174"/>
                      <a:pt x="2055" y="191"/>
                      <a:pt x="2006" y="196"/>
                    </a:cubicBezTo>
                    <a:cubicBezTo>
                      <a:pt x="1963" y="191"/>
                      <a:pt x="1919" y="180"/>
                      <a:pt x="1881" y="163"/>
                    </a:cubicBezTo>
                    <a:cubicBezTo>
                      <a:pt x="1800" y="142"/>
                      <a:pt x="1712" y="133"/>
                      <a:pt x="1622" y="133"/>
                    </a:cubicBezTo>
                    <a:cubicBezTo>
                      <a:pt x="1411" y="133"/>
                      <a:pt x="1187" y="182"/>
                      <a:pt x="1001" y="239"/>
                    </a:cubicBezTo>
                    <a:cubicBezTo>
                      <a:pt x="859" y="294"/>
                      <a:pt x="713" y="343"/>
                      <a:pt x="560" y="375"/>
                    </a:cubicBezTo>
                    <a:cubicBezTo>
                      <a:pt x="387" y="397"/>
                      <a:pt x="207" y="413"/>
                      <a:pt x="33" y="413"/>
                    </a:cubicBezTo>
                    <a:cubicBezTo>
                      <a:pt x="1" y="419"/>
                      <a:pt x="1" y="468"/>
                      <a:pt x="33" y="473"/>
                    </a:cubicBezTo>
                    <a:cubicBezTo>
                      <a:pt x="103" y="479"/>
                      <a:pt x="173" y="482"/>
                      <a:pt x="242" y="482"/>
                    </a:cubicBezTo>
                    <a:cubicBezTo>
                      <a:pt x="482" y="482"/>
                      <a:pt x="720" y="446"/>
                      <a:pt x="952" y="370"/>
                    </a:cubicBezTo>
                    <a:cubicBezTo>
                      <a:pt x="1153" y="305"/>
                      <a:pt x="1373" y="260"/>
                      <a:pt x="1590" y="260"/>
                    </a:cubicBezTo>
                    <a:cubicBezTo>
                      <a:pt x="1702" y="260"/>
                      <a:pt x="1813" y="272"/>
                      <a:pt x="1919" y="299"/>
                    </a:cubicBezTo>
                    <a:cubicBezTo>
                      <a:pt x="1948" y="306"/>
                      <a:pt x="1974" y="309"/>
                      <a:pt x="1999" y="309"/>
                    </a:cubicBezTo>
                    <a:cubicBezTo>
                      <a:pt x="2091" y="309"/>
                      <a:pt x="2162" y="267"/>
                      <a:pt x="2256" y="229"/>
                    </a:cubicBezTo>
                    <a:cubicBezTo>
                      <a:pt x="2409" y="169"/>
                      <a:pt x="2572" y="131"/>
                      <a:pt x="2740" y="131"/>
                    </a:cubicBezTo>
                    <a:cubicBezTo>
                      <a:pt x="2887" y="136"/>
                      <a:pt x="3028" y="174"/>
                      <a:pt x="3170" y="180"/>
                    </a:cubicBezTo>
                    <a:cubicBezTo>
                      <a:pt x="3235" y="182"/>
                      <a:pt x="3301" y="183"/>
                      <a:pt x="3367" y="183"/>
                    </a:cubicBezTo>
                    <a:cubicBezTo>
                      <a:pt x="3480" y="183"/>
                      <a:pt x="3594" y="179"/>
                      <a:pt x="3708" y="169"/>
                    </a:cubicBezTo>
                    <a:cubicBezTo>
                      <a:pt x="3773" y="163"/>
                      <a:pt x="3773" y="66"/>
                      <a:pt x="3708" y="60"/>
                    </a:cubicBezTo>
                    <a:cubicBezTo>
                      <a:pt x="3607" y="50"/>
                      <a:pt x="3504" y="48"/>
                      <a:pt x="3401" y="48"/>
                    </a:cubicBezTo>
                    <a:cubicBezTo>
                      <a:pt x="3333" y="48"/>
                      <a:pt x="3264" y="49"/>
                      <a:pt x="3197" y="49"/>
                    </a:cubicBezTo>
                    <a:cubicBezTo>
                      <a:pt x="3045" y="49"/>
                      <a:pt x="2892" y="6"/>
                      <a:pt x="2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0"/>
              <p:cNvSpPr/>
              <p:nvPr/>
            </p:nvSpPr>
            <p:spPr>
              <a:xfrm>
                <a:off x="4877700" y="4006425"/>
                <a:ext cx="91350" cy="14575"/>
              </a:xfrm>
              <a:custGeom>
                <a:rect b="b" l="l" r="r" t="t"/>
                <a:pathLst>
                  <a:path extrusionOk="0" h="583" w="3654">
                    <a:moveTo>
                      <a:pt x="2724" y="1"/>
                    </a:moveTo>
                    <a:cubicBezTo>
                      <a:pt x="2588" y="1"/>
                      <a:pt x="2446" y="82"/>
                      <a:pt x="2321" y="131"/>
                    </a:cubicBezTo>
                    <a:cubicBezTo>
                      <a:pt x="2164" y="186"/>
                      <a:pt x="2012" y="267"/>
                      <a:pt x="1859" y="332"/>
                    </a:cubicBezTo>
                    <a:cubicBezTo>
                      <a:pt x="1748" y="378"/>
                      <a:pt x="1639" y="414"/>
                      <a:pt x="1529" y="414"/>
                    </a:cubicBezTo>
                    <a:cubicBezTo>
                      <a:pt x="1457" y="414"/>
                      <a:pt x="1384" y="398"/>
                      <a:pt x="1310" y="360"/>
                    </a:cubicBezTo>
                    <a:cubicBezTo>
                      <a:pt x="1185" y="294"/>
                      <a:pt x="1066" y="218"/>
                      <a:pt x="924" y="213"/>
                    </a:cubicBezTo>
                    <a:cubicBezTo>
                      <a:pt x="778" y="213"/>
                      <a:pt x="674" y="294"/>
                      <a:pt x="555" y="349"/>
                    </a:cubicBezTo>
                    <a:cubicBezTo>
                      <a:pt x="397" y="436"/>
                      <a:pt x="223" y="485"/>
                      <a:pt x="49" y="495"/>
                    </a:cubicBezTo>
                    <a:cubicBezTo>
                      <a:pt x="0" y="506"/>
                      <a:pt x="0" y="572"/>
                      <a:pt x="49" y="582"/>
                    </a:cubicBezTo>
                    <a:cubicBezTo>
                      <a:pt x="202" y="582"/>
                      <a:pt x="354" y="550"/>
                      <a:pt x="495" y="495"/>
                    </a:cubicBezTo>
                    <a:cubicBezTo>
                      <a:pt x="628" y="448"/>
                      <a:pt x="771" y="338"/>
                      <a:pt x="914" y="338"/>
                    </a:cubicBezTo>
                    <a:cubicBezTo>
                      <a:pt x="918" y="338"/>
                      <a:pt x="921" y="338"/>
                      <a:pt x="924" y="338"/>
                    </a:cubicBezTo>
                    <a:cubicBezTo>
                      <a:pt x="1082" y="338"/>
                      <a:pt x="1207" y="463"/>
                      <a:pt x="1354" y="517"/>
                    </a:cubicBezTo>
                    <a:cubicBezTo>
                      <a:pt x="1418" y="536"/>
                      <a:pt x="1482" y="546"/>
                      <a:pt x="1547" y="546"/>
                    </a:cubicBezTo>
                    <a:cubicBezTo>
                      <a:pt x="1631" y="546"/>
                      <a:pt x="1714" y="529"/>
                      <a:pt x="1794" y="495"/>
                    </a:cubicBezTo>
                    <a:cubicBezTo>
                      <a:pt x="1963" y="436"/>
                      <a:pt x="2115" y="349"/>
                      <a:pt x="2278" y="283"/>
                    </a:cubicBezTo>
                    <a:cubicBezTo>
                      <a:pt x="2349" y="256"/>
                      <a:pt x="2419" y="235"/>
                      <a:pt x="2490" y="207"/>
                    </a:cubicBezTo>
                    <a:cubicBezTo>
                      <a:pt x="2561" y="169"/>
                      <a:pt x="2642" y="142"/>
                      <a:pt x="2724" y="131"/>
                    </a:cubicBezTo>
                    <a:cubicBezTo>
                      <a:pt x="2794" y="131"/>
                      <a:pt x="2870" y="186"/>
                      <a:pt x="2947" y="202"/>
                    </a:cubicBezTo>
                    <a:cubicBezTo>
                      <a:pt x="3023" y="218"/>
                      <a:pt x="3099" y="229"/>
                      <a:pt x="3180" y="235"/>
                    </a:cubicBezTo>
                    <a:cubicBezTo>
                      <a:pt x="3262" y="235"/>
                      <a:pt x="3343" y="240"/>
                      <a:pt x="3430" y="251"/>
                    </a:cubicBezTo>
                    <a:cubicBezTo>
                      <a:pt x="3467" y="258"/>
                      <a:pt x="3504" y="262"/>
                      <a:pt x="3541" y="262"/>
                    </a:cubicBezTo>
                    <a:cubicBezTo>
                      <a:pt x="3564" y="262"/>
                      <a:pt x="3587" y="260"/>
                      <a:pt x="3610" y="256"/>
                    </a:cubicBezTo>
                    <a:cubicBezTo>
                      <a:pt x="3653" y="245"/>
                      <a:pt x="3653" y="186"/>
                      <a:pt x="3610" y="175"/>
                    </a:cubicBezTo>
                    <a:cubicBezTo>
                      <a:pt x="3539" y="148"/>
                      <a:pt x="3463" y="126"/>
                      <a:pt x="3392" y="104"/>
                    </a:cubicBezTo>
                    <a:cubicBezTo>
                      <a:pt x="3366" y="100"/>
                      <a:pt x="3340" y="99"/>
                      <a:pt x="3314" y="99"/>
                    </a:cubicBezTo>
                    <a:cubicBezTo>
                      <a:pt x="3285" y="99"/>
                      <a:pt x="3257" y="100"/>
                      <a:pt x="3228" y="100"/>
                    </a:cubicBezTo>
                    <a:cubicBezTo>
                      <a:pt x="3212" y="100"/>
                      <a:pt x="3196" y="100"/>
                      <a:pt x="3180" y="99"/>
                    </a:cubicBezTo>
                    <a:cubicBezTo>
                      <a:pt x="3088" y="93"/>
                      <a:pt x="3001" y="77"/>
                      <a:pt x="2914" y="55"/>
                    </a:cubicBezTo>
                    <a:cubicBezTo>
                      <a:pt x="2854" y="28"/>
                      <a:pt x="2789" y="6"/>
                      <a:pt x="27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0"/>
              <p:cNvSpPr/>
              <p:nvPr/>
            </p:nvSpPr>
            <p:spPr>
              <a:xfrm>
                <a:off x="4882300" y="4037150"/>
                <a:ext cx="70425" cy="9950"/>
              </a:xfrm>
              <a:custGeom>
                <a:rect b="b" l="l" r="r" t="t"/>
                <a:pathLst>
                  <a:path extrusionOk="0" h="398" w="2817">
                    <a:moveTo>
                      <a:pt x="1588" y="1"/>
                    </a:moveTo>
                    <a:cubicBezTo>
                      <a:pt x="1540" y="1"/>
                      <a:pt x="1492" y="7"/>
                      <a:pt x="1442" y="22"/>
                    </a:cubicBezTo>
                    <a:cubicBezTo>
                      <a:pt x="1192" y="93"/>
                      <a:pt x="969" y="223"/>
                      <a:pt x="719" y="277"/>
                    </a:cubicBezTo>
                    <a:cubicBezTo>
                      <a:pt x="646" y="293"/>
                      <a:pt x="571" y="302"/>
                      <a:pt x="497" y="302"/>
                    </a:cubicBezTo>
                    <a:cubicBezTo>
                      <a:pt x="444" y="302"/>
                      <a:pt x="390" y="297"/>
                      <a:pt x="338" y="288"/>
                    </a:cubicBezTo>
                    <a:cubicBezTo>
                      <a:pt x="257" y="277"/>
                      <a:pt x="137" y="283"/>
                      <a:pt x="72" y="218"/>
                    </a:cubicBezTo>
                    <a:cubicBezTo>
                      <a:pt x="66" y="214"/>
                      <a:pt x="59" y="212"/>
                      <a:pt x="53" y="212"/>
                    </a:cubicBezTo>
                    <a:cubicBezTo>
                      <a:pt x="25" y="212"/>
                      <a:pt x="1" y="246"/>
                      <a:pt x="23" y="272"/>
                    </a:cubicBezTo>
                    <a:cubicBezTo>
                      <a:pt x="83" y="316"/>
                      <a:pt x="153" y="343"/>
                      <a:pt x="229" y="348"/>
                    </a:cubicBezTo>
                    <a:cubicBezTo>
                      <a:pt x="322" y="370"/>
                      <a:pt x="414" y="386"/>
                      <a:pt x="512" y="397"/>
                    </a:cubicBezTo>
                    <a:cubicBezTo>
                      <a:pt x="519" y="397"/>
                      <a:pt x="525" y="397"/>
                      <a:pt x="532" y="397"/>
                    </a:cubicBezTo>
                    <a:cubicBezTo>
                      <a:pt x="796" y="397"/>
                      <a:pt x="1029" y="292"/>
                      <a:pt x="1279" y="207"/>
                    </a:cubicBezTo>
                    <a:cubicBezTo>
                      <a:pt x="1392" y="169"/>
                      <a:pt x="1504" y="122"/>
                      <a:pt x="1620" y="122"/>
                    </a:cubicBezTo>
                    <a:cubicBezTo>
                      <a:pt x="1654" y="122"/>
                      <a:pt x="1689" y="126"/>
                      <a:pt x="1724" y="136"/>
                    </a:cubicBezTo>
                    <a:cubicBezTo>
                      <a:pt x="1833" y="180"/>
                      <a:pt x="1947" y="207"/>
                      <a:pt x="2067" y="218"/>
                    </a:cubicBezTo>
                    <a:cubicBezTo>
                      <a:pt x="2147" y="218"/>
                      <a:pt x="2229" y="208"/>
                      <a:pt x="2310" y="208"/>
                    </a:cubicBezTo>
                    <a:cubicBezTo>
                      <a:pt x="2367" y="208"/>
                      <a:pt x="2424" y="213"/>
                      <a:pt x="2480" y="229"/>
                    </a:cubicBezTo>
                    <a:cubicBezTo>
                      <a:pt x="2564" y="258"/>
                      <a:pt x="2622" y="301"/>
                      <a:pt x="2697" y="301"/>
                    </a:cubicBezTo>
                    <a:cubicBezTo>
                      <a:pt x="2719" y="301"/>
                      <a:pt x="2742" y="297"/>
                      <a:pt x="2768" y="288"/>
                    </a:cubicBezTo>
                    <a:cubicBezTo>
                      <a:pt x="2806" y="272"/>
                      <a:pt x="2817" y="212"/>
                      <a:pt x="2768" y="201"/>
                    </a:cubicBezTo>
                    <a:lnTo>
                      <a:pt x="2768" y="201"/>
                    </a:lnTo>
                    <a:lnTo>
                      <a:pt x="2773" y="207"/>
                    </a:lnTo>
                    <a:cubicBezTo>
                      <a:pt x="2670" y="191"/>
                      <a:pt x="2583" y="120"/>
                      <a:pt x="2485" y="98"/>
                    </a:cubicBezTo>
                    <a:cubicBezTo>
                      <a:pt x="2412" y="88"/>
                      <a:pt x="2338" y="82"/>
                      <a:pt x="2264" y="82"/>
                    </a:cubicBezTo>
                    <a:cubicBezTo>
                      <a:pt x="2224" y="82"/>
                      <a:pt x="2183" y="83"/>
                      <a:pt x="2143" y="87"/>
                    </a:cubicBezTo>
                    <a:cubicBezTo>
                      <a:pt x="2134" y="88"/>
                      <a:pt x="2126" y="88"/>
                      <a:pt x="2117" y="88"/>
                    </a:cubicBezTo>
                    <a:cubicBezTo>
                      <a:pt x="1929" y="88"/>
                      <a:pt x="1767" y="1"/>
                      <a:pt x="15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0"/>
              <p:cNvSpPr/>
              <p:nvPr/>
            </p:nvSpPr>
            <p:spPr>
              <a:xfrm>
                <a:off x="4853225" y="4062075"/>
                <a:ext cx="8675" cy="9725"/>
              </a:xfrm>
              <a:custGeom>
                <a:rect b="b" l="l" r="r" t="t"/>
                <a:pathLst>
                  <a:path extrusionOk="0" h="389" w="347">
                    <a:moveTo>
                      <a:pt x="278" y="1"/>
                    </a:moveTo>
                    <a:cubicBezTo>
                      <a:pt x="267" y="1"/>
                      <a:pt x="255" y="5"/>
                      <a:pt x="246" y="14"/>
                    </a:cubicBezTo>
                    <a:cubicBezTo>
                      <a:pt x="218" y="41"/>
                      <a:pt x="197" y="74"/>
                      <a:pt x="169" y="101"/>
                    </a:cubicBezTo>
                    <a:cubicBezTo>
                      <a:pt x="142" y="128"/>
                      <a:pt x="110" y="150"/>
                      <a:pt x="82" y="183"/>
                    </a:cubicBezTo>
                    <a:cubicBezTo>
                      <a:pt x="34" y="226"/>
                      <a:pt x="1" y="292"/>
                      <a:pt x="6" y="362"/>
                    </a:cubicBezTo>
                    <a:cubicBezTo>
                      <a:pt x="10" y="378"/>
                      <a:pt x="29" y="388"/>
                      <a:pt x="47" y="388"/>
                    </a:cubicBezTo>
                    <a:cubicBezTo>
                      <a:pt x="54" y="388"/>
                      <a:pt x="60" y="387"/>
                      <a:pt x="66" y="384"/>
                    </a:cubicBezTo>
                    <a:cubicBezTo>
                      <a:pt x="110" y="340"/>
                      <a:pt x="153" y="286"/>
                      <a:pt x="191" y="237"/>
                    </a:cubicBezTo>
                    <a:cubicBezTo>
                      <a:pt x="240" y="183"/>
                      <a:pt x="284" y="128"/>
                      <a:pt x="322" y="69"/>
                    </a:cubicBezTo>
                    <a:cubicBezTo>
                      <a:pt x="346" y="36"/>
                      <a:pt x="313" y="1"/>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0"/>
              <p:cNvSpPr/>
              <p:nvPr/>
            </p:nvSpPr>
            <p:spPr>
              <a:xfrm>
                <a:off x="4856100" y="4066550"/>
                <a:ext cx="8800" cy="8800"/>
              </a:xfrm>
              <a:custGeom>
                <a:rect b="b" l="l" r="r" t="t"/>
                <a:pathLst>
                  <a:path extrusionOk="0" h="352" w="352">
                    <a:moveTo>
                      <a:pt x="282" y="1"/>
                    </a:moveTo>
                    <a:cubicBezTo>
                      <a:pt x="273" y="1"/>
                      <a:pt x="264" y="3"/>
                      <a:pt x="256" y="9"/>
                    </a:cubicBezTo>
                    <a:cubicBezTo>
                      <a:pt x="196" y="53"/>
                      <a:pt x="141" y="96"/>
                      <a:pt x="92" y="145"/>
                    </a:cubicBezTo>
                    <a:cubicBezTo>
                      <a:pt x="44" y="183"/>
                      <a:pt x="11" y="243"/>
                      <a:pt x="0" y="303"/>
                    </a:cubicBezTo>
                    <a:cubicBezTo>
                      <a:pt x="0" y="332"/>
                      <a:pt x="24" y="351"/>
                      <a:pt x="50" y="351"/>
                    </a:cubicBezTo>
                    <a:cubicBezTo>
                      <a:pt x="63" y="351"/>
                      <a:pt x="76" y="346"/>
                      <a:pt x="87" y="335"/>
                    </a:cubicBezTo>
                    <a:cubicBezTo>
                      <a:pt x="87" y="335"/>
                      <a:pt x="92" y="330"/>
                      <a:pt x="98" y="325"/>
                    </a:cubicBezTo>
                    <a:cubicBezTo>
                      <a:pt x="158" y="232"/>
                      <a:pt x="234" y="156"/>
                      <a:pt x="315" y="85"/>
                    </a:cubicBezTo>
                    <a:cubicBezTo>
                      <a:pt x="351" y="54"/>
                      <a:pt x="321" y="1"/>
                      <a:pt x="2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0"/>
              <p:cNvSpPr/>
              <p:nvPr/>
            </p:nvSpPr>
            <p:spPr>
              <a:xfrm>
                <a:off x="4860450" y="4072750"/>
                <a:ext cx="5575" cy="5225"/>
              </a:xfrm>
              <a:custGeom>
                <a:rect b="b" l="l" r="r" t="t"/>
                <a:pathLst>
                  <a:path extrusionOk="0" h="209" w="223">
                    <a:moveTo>
                      <a:pt x="176" y="0"/>
                    </a:moveTo>
                    <a:cubicBezTo>
                      <a:pt x="162" y="0"/>
                      <a:pt x="148" y="6"/>
                      <a:pt x="141" y="17"/>
                    </a:cubicBezTo>
                    <a:cubicBezTo>
                      <a:pt x="120" y="44"/>
                      <a:pt x="98" y="71"/>
                      <a:pt x="76" y="93"/>
                    </a:cubicBezTo>
                    <a:cubicBezTo>
                      <a:pt x="54" y="115"/>
                      <a:pt x="27" y="136"/>
                      <a:pt x="11" y="164"/>
                    </a:cubicBezTo>
                    <a:cubicBezTo>
                      <a:pt x="0" y="180"/>
                      <a:pt x="5" y="202"/>
                      <a:pt x="27" y="207"/>
                    </a:cubicBezTo>
                    <a:cubicBezTo>
                      <a:pt x="33" y="208"/>
                      <a:pt x="38" y="208"/>
                      <a:pt x="43" y="208"/>
                    </a:cubicBezTo>
                    <a:cubicBezTo>
                      <a:pt x="81" y="208"/>
                      <a:pt x="117" y="191"/>
                      <a:pt x="136" y="158"/>
                    </a:cubicBezTo>
                    <a:cubicBezTo>
                      <a:pt x="163" y="125"/>
                      <a:pt x="190" y="93"/>
                      <a:pt x="212" y="60"/>
                    </a:cubicBezTo>
                    <a:cubicBezTo>
                      <a:pt x="223" y="38"/>
                      <a:pt x="217" y="11"/>
                      <a:pt x="196" y="0"/>
                    </a:cubicBezTo>
                    <a:lnTo>
                      <a:pt x="196" y="6"/>
                    </a:lnTo>
                    <a:cubicBezTo>
                      <a:pt x="190" y="2"/>
                      <a:pt x="183"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0"/>
              <p:cNvSpPr/>
              <p:nvPr/>
            </p:nvSpPr>
            <p:spPr>
              <a:xfrm>
                <a:off x="4863150" y="4092925"/>
                <a:ext cx="5600" cy="7475"/>
              </a:xfrm>
              <a:custGeom>
                <a:rect b="b" l="l" r="r" t="t"/>
                <a:pathLst>
                  <a:path extrusionOk="0" h="299" w="224">
                    <a:moveTo>
                      <a:pt x="162" y="1"/>
                    </a:moveTo>
                    <a:cubicBezTo>
                      <a:pt x="134" y="1"/>
                      <a:pt x="106" y="19"/>
                      <a:pt x="109" y="52"/>
                    </a:cubicBezTo>
                    <a:cubicBezTo>
                      <a:pt x="109" y="85"/>
                      <a:pt x="66" y="118"/>
                      <a:pt x="50" y="139"/>
                    </a:cubicBezTo>
                    <a:cubicBezTo>
                      <a:pt x="6" y="177"/>
                      <a:pt x="1" y="243"/>
                      <a:pt x="33" y="286"/>
                    </a:cubicBezTo>
                    <a:cubicBezTo>
                      <a:pt x="44" y="294"/>
                      <a:pt x="56" y="298"/>
                      <a:pt x="69" y="298"/>
                    </a:cubicBezTo>
                    <a:cubicBezTo>
                      <a:pt x="81" y="298"/>
                      <a:pt x="93" y="294"/>
                      <a:pt x="104" y="286"/>
                    </a:cubicBezTo>
                    <a:cubicBezTo>
                      <a:pt x="115" y="264"/>
                      <a:pt x="131" y="243"/>
                      <a:pt x="137" y="221"/>
                    </a:cubicBezTo>
                    <a:cubicBezTo>
                      <a:pt x="153" y="204"/>
                      <a:pt x="164" y="188"/>
                      <a:pt x="180" y="172"/>
                    </a:cubicBezTo>
                    <a:cubicBezTo>
                      <a:pt x="213" y="134"/>
                      <a:pt x="224" y="85"/>
                      <a:pt x="213" y="36"/>
                    </a:cubicBezTo>
                    <a:cubicBezTo>
                      <a:pt x="206" y="12"/>
                      <a:pt x="184" y="1"/>
                      <a:pt x="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0"/>
              <p:cNvSpPr/>
              <p:nvPr/>
            </p:nvSpPr>
            <p:spPr>
              <a:xfrm>
                <a:off x="4872800" y="4092500"/>
                <a:ext cx="6050" cy="7400"/>
              </a:xfrm>
              <a:custGeom>
                <a:rect b="b" l="l" r="r" t="t"/>
                <a:pathLst>
                  <a:path extrusionOk="0" h="296" w="242">
                    <a:moveTo>
                      <a:pt x="170" y="0"/>
                    </a:moveTo>
                    <a:cubicBezTo>
                      <a:pt x="160" y="0"/>
                      <a:pt x="151" y="3"/>
                      <a:pt x="142" y="10"/>
                    </a:cubicBezTo>
                    <a:lnTo>
                      <a:pt x="142" y="15"/>
                    </a:lnTo>
                    <a:cubicBezTo>
                      <a:pt x="99" y="53"/>
                      <a:pt x="60" y="96"/>
                      <a:pt x="28" y="151"/>
                    </a:cubicBezTo>
                    <a:cubicBezTo>
                      <a:pt x="12" y="178"/>
                      <a:pt x="1" y="211"/>
                      <a:pt x="6" y="243"/>
                    </a:cubicBezTo>
                    <a:cubicBezTo>
                      <a:pt x="10" y="275"/>
                      <a:pt x="37" y="295"/>
                      <a:pt x="65" y="295"/>
                    </a:cubicBezTo>
                    <a:cubicBezTo>
                      <a:pt x="74" y="295"/>
                      <a:pt x="84" y="293"/>
                      <a:pt x="93" y="287"/>
                    </a:cubicBezTo>
                    <a:cubicBezTo>
                      <a:pt x="109" y="281"/>
                      <a:pt x="115" y="265"/>
                      <a:pt x="115" y="254"/>
                    </a:cubicBezTo>
                    <a:lnTo>
                      <a:pt x="115" y="221"/>
                    </a:lnTo>
                    <a:cubicBezTo>
                      <a:pt x="120" y="200"/>
                      <a:pt x="126" y="183"/>
                      <a:pt x="137" y="162"/>
                    </a:cubicBezTo>
                    <a:cubicBezTo>
                      <a:pt x="158" y="129"/>
                      <a:pt x="180" y="102"/>
                      <a:pt x="207" y="75"/>
                    </a:cubicBezTo>
                    <a:cubicBezTo>
                      <a:pt x="242" y="44"/>
                      <a:pt x="207"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0"/>
              <p:cNvSpPr/>
              <p:nvPr/>
            </p:nvSpPr>
            <p:spPr>
              <a:xfrm>
                <a:off x="4879200" y="4093125"/>
                <a:ext cx="5750" cy="6275"/>
              </a:xfrm>
              <a:custGeom>
                <a:rect b="b" l="l" r="r" t="t"/>
                <a:pathLst>
                  <a:path extrusionOk="0" h="251" w="230">
                    <a:moveTo>
                      <a:pt x="164" y="1"/>
                    </a:moveTo>
                    <a:cubicBezTo>
                      <a:pt x="156" y="1"/>
                      <a:pt x="149" y="3"/>
                      <a:pt x="142" y="6"/>
                    </a:cubicBezTo>
                    <a:cubicBezTo>
                      <a:pt x="87" y="55"/>
                      <a:pt x="0" y="120"/>
                      <a:pt x="6" y="196"/>
                    </a:cubicBezTo>
                    <a:cubicBezTo>
                      <a:pt x="6" y="230"/>
                      <a:pt x="32" y="251"/>
                      <a:pt x="60" y="251"/>
                    </a:cubicBezTo>
                    <a:cubicBezTo>
                      <a:pt x="78" y="251"/>
                      <a:pt x="96" y="243"/>
                      <a:pt x="109" y="224"/>
                    </a:cubicBezTo>
                    <a:cubicBezTo>
                      <a:pt x="120" y="196"/>
                      <a:pt x="136" y="169"/>
                      <a:pt x="152" y="142"/>
                    </a:cubicBezTo>
                    <a:cubicBezTo>
                      <a:pt x="169" y="120"/>
                      <a:pt x="190" y="99"/>
                      <a:pt x="207" y="77"/>
                    </a:cubicBezTo>
                    <a:cubicBezTo>
                      <a:pt x="229" y="41"/>
                      <a:pt x="199"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0"/>
              <p:cNvSpPr/>
              <p:nvPr/>
            </p:nvSpPr>
            <p:spPr>
              <a:xfrm>
                <a:off x="4885450" y="4093125"/>
                <a:ext cx="5050" cy="5575"/>
              </a:xfrm>
              <a:custGeom>
                <a:rect b="b" l="l" r="r" t="t"/>
                <a:pathLst>
                  <a:path extrusionOk="0" h="223" w="202">
                    <a:moveTo>
                      <a:pt x="125" y="1"/>
                    </a:moveTo>
                    <a:cubicBezTo>
                      <a:pt x="103" y="6"/>
                      <a:pt x="87" y="28"/>
                      <a:pt x="93" y="50"/>
                    </a:cubicBezTo>
                    <a:cubicBezTo>
                      <a:pt x="60" y="93"/>
                      <a:pt x="0" y="131"/>
                      <a:pt x="27" y="191"/>
                    </a:cubicBezTo>
                    <a:cubicBezTo>
                      <a:pt x="31" y="211"/>
                      <a:pt x="50" y="222"/>
                      <a:pt x="71" y="222"/>
                    </a:cubicBezTo>
                    <a:cubicBezTo>
                      <a:pt x="78" y="222"/>
                      <a:pt x="86" y="221"/>
                      <a:pt x="93" y="218"/>
                    </a:cubicBezTo>
                    <a:cubicBezTo>
                      <a:pt x="147" y="175"/>
                      <a:pt x="180" y="120"/>
                      <a:pt x="196" y="61"/>
                    </a:cubicBezTo>
                    <a:cubicBezTo>
                      <a:pt x="201" y="33"/>
                      <a:pt x="190" y="6"/>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0"/>
              <p:cNvSpPr/>
              <p:nvPr/>
            </p:nvSpPr>
            <p:spPr>
              <a:xfrm>
                <a:off x="4919700" y="4092250"/>
                <a:ext cx="3950" cy="4825"/>
              </a:xfrm>
              <a:custGeom>
                <a:rect b="b" l="l" r="r" t="t"/>
                <a:pathLst>
                  <a:path extrusionOk="0" h="193" w="158">
                    <a:moveTo>
                      <a:pt x="97" y="0"/>
                    </a:moveTo>
                    <a:cubicBezTo>
                      <a:pt x="75" y="0"/>
                      <a:pt x="52" y="14"/>
                      <a:pt x="44" y="41"/>
                    </a:cubicBezTo>
                    <a:cubicBezTo>
                      <a:pt x="44" y="41"/>
                      <a:pt x="44" y="41"/>
                      <a:pt x="44" y="47"/>
                    </a:cubicBezTo>
                    <a:cubicBezTo>
                      <a:pt x="44" y="47"/>
                      <a:pt x="44" y="47"/>
                      <a:pt x="44" y="52"/>
                    </a:cubicBezTo>
                    <a:lnTo>
                      <a:pt x="38" y="58"/>
                    </a:lnTo>
                    <a:cubicBezTo>
                      <a:pt x="33" y="63"/>
                      <a:pt x="27" y="68"/>
                      <a:pt x="27" y="74"/>
                    </a:cubicBezTo>
                    <a:cubicBezTo>
                      <a:pt x="5" y="96"/>
                      <a:pt x="0" y="123"/>
                      <a:pt x="5" y="155"/>
                    </a:cubicBezTo>
                    <a:cubicBezTo>
                      <a:pt x="12" y="179"/>
                      <a:pt x="34" y="192"/>
                      <a:pt x="56" y="192"/>
                    </a:cubicBezTo>
                    <a:cubicBezTo>
                      <a:pt x="69" y="192"/>
                      <a:pt x="82" y="187"/>
                      <a:pt x="92" y="177"/>
                    </a:cubicBezTo>
                    <a:cubicBezTo>
                      <a:pt x="98" y="172"/>
                      <a:pt x="103" y="161"/>
                      <a:pt x="109" y="155"/>
                    </a:cubicBezTo>
                    <a:cubicBezTo>
                      <a:pt x="120" y="145"/>
                      <a:pt x="125" y="134"/>
                      <a:pt x="136" y="128"/>
                    </a:cubicBezTo>
                    <a:cubicBezTo>
                      <a:pt x="152" y="101"/>
                      <a:pt x="158" y="68"/>
                      <a:pt x="152" y="41"/>
                    </a:cubicBezTo>
                    <a:lnTo>
                      <a:pt x="147" y="41"/>
                    </a:lnTo>
                    <a:cubicBezTo>
                      <a:pt x="141" y="14"/>
                      <a:pt x="120"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20"/>
              <p:cNvSpPr/>
              <p:nvPr/>
            </p:nvSpPr>
            <p:spPr>
              <a:xfrm>
                <a:off x="4927975" y="4092300"/>
                <a:ext cx="3975" cy="5175"/>
              </a:xfrm>
              <a:custGeom>
                <a:rect b="b" l="l" r="r" t="t"/>
                <a:pathLst>
                  <a:path extrusionOk="0" h="207" w="159">
                    <a:moveTo>
                      <a:pt x="93" y="0"/>
                    </a:moveTo>
                    <a:cubicBezTo>
                      <a:pt x="70" y="0"/>
                      <a:pt x="49" y="16"/>
                      <a:pt x="44" y="39"/>
                    </a:cubicBezTo>
                    <a:lnTo>
                      <a:pt x="44" y="45"/>
                    </a:lnTo>
                    <a:lnTo>
                      <a:pt x="44" y="50"/>
                    </a:lnTo>
                    <a:cubicBezTo>
                      <a:pt x="39" y="61"/>
                      <a:pt x="28" y="72"/>
                      <a:pt x="22" y="83"/>
                    </a:cubicBezTo>
                    <a:cubicBezTo>
                      <a:pt x="11" y="94"/>
                      <a:pt x="6" y="104"/>
                      <a:pt x="1" y="115"/>
                    </a:cubicBezTo>
                    <a:cubicBezTo>
                      <a:pt x="1" y="126"/>
                      <a:pt x="1" y="143"/>
                      <a:pt x="1" y="153"/>
                    </a:cubicBezTo>
                    <a:cubicBezTo>
                      <a:pt x="6" y="159"/>
                      <a:pt x="6" y="164"/>
                      <a:pt x="6" y="170"/>
                    </a:cubicBezTo>
                    <a:cubicBezTo>
                      <a:pt x="15" y="194"/>
                      <a:pt x="35" y="206"/>
                      <a:pt x="56" y="206"/>
                    </a:cubicBezTo>
                    <a:cubicBezTo>
                      <a:pt x="72" y="206"/>
                      <a:pt x="89" y="198"/>
                      <a:pt x="98" y="181"/>
                    </a:cubicBezTo>
                    <a:lnTo>
                      <a:pt x="109" y="170"/>
                    </a:lnTo>
                    <a:lnTo>
                      <a:pt x="115" y="153"/>
                    </a:lnTo>
                    <a:lnTo>
                      <a:pt x="120" y="148"/>
                    </a:lnTo>
                    <a:lnTo>
                      <a:pt x="131" y="137"/>
                    </a:lnTo>
                    <a:cubicBezTo>
                      <a:pt x="147" y="110"/>
                      <a:pt x="158" y="83"/>
                      <a:pt x="158" y="56"/>
                    </a:cubicBezTo>
                    <a:cubicBezTo>
                      <a:pt x="158" y="28"/>
                      <a:pt x="137" y="1"/>
                      <a:pt x="109" y="1"/>
                    </a:cubicBezTo>
                    <a:lnTo>
                      <a:pt x="104" y="1"/>
                    </a:lnTo>
                    <a:cubicBezTo>
                      <a:pt x="100" y="0"/>
                      <a:pt x="97"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20"/>
              <p:cNvSpPr/>
              <p:nvPr/>
            </p:nvSpPr>
            <p:spPr>
              <a:xfrm>
                <a:off x="4798875" y="3876025"/>
                <a:ext cx="203600" cy="231575"/>
              </a:xfrm>
              <a:custGeom>
                <a:rect b="b" l="l" r="r" t="t"/>
                <a:pathLst>
                  <a:path extrusionOk="0" h="9263" w="8144">
                    <a:moveTo>
                      <a:pt x="734" y="961"/>
                    </a:moveTo>
                    <a:cubicBezTo>
                      <a:pt x="772" y="1096"/>
                      <a:pt x="800" y="1238"/>
                      <a:pt x="805" y="1379"/>
                    </a:cubicBezTo>
                    <a:lnTo>
                      <a:pt x="778" y="1385"/>
                    </a:lnTo>
                    <a:cubicBezTo>
                      <a:pt x="658" y="1406"/>
                      <a:pt x="550" y="1450"/>
                      <a:pt x="446" y="1515"/>
                    </a:cubicBezTo>
                    <a:cubicBezTo>
                      <a:pt x="490" y="1428"/>
                      <a:pt x="528" y="1341"/>
                      <a:pt x="577" y="1260"/>
                    </a:cubicBezTo>
                    <a:lnTo>
                      <a:pt x="571" y="1260"/>
                    </a:lnTo>
                    <a:cubicBezTo>
                      <a:pt x="637" y="1167"/>
                      <a:pt x="691" y="1069"/>
                      <a:pt x="734" y="966"/>
                    </a:cubicBezTo>
                    <a:lnTo>
                      <a:pt x="734" y="961"/>
                    </a:lnTo>
                    <a:close/>
                    <a:moveTo>
                      <a:pt x="1107" y="1504"/>
                    </a:moveTo>
                    <a:cubicBezTo>
                      <a:pt x="1135" y="1504"/>
                      <a:pt x="1164" y="1506"/>
                      <a:pt x="1191" y="1510"/>
                    </a:cubicBezTo>
                    <a:cubicBezTo>
                      <a:pt x="1354" y="1531"/>
                      <a:pt x="1506" y="1618"/>
                      <a:pt x="1610" y="1749"/>
                    </a:cubicBezTo>
                    <a:cubicBezTo>
                      <a:pt x="1653" y="1819"/>
                      <a:pt x="1697" y="1890"/>
                      <a:pt x="1729" y="1966"/>
                    </a:cubicBezTo>
                    <a:cubicBezTo>
                      <a:pt x="1756" y="2059"/>
                      <a:pt x="1724" y="2162"/>
                      <a:pt x="1637" y="2216"/>
                    </a:cubicBezTo>
                    <a:cubicBezTo>
                      <a:pt x="1626" y="2227"/>
                      <a:pt x="1610" y="2233"/>
                      <a:pt x="1593" y="2243"/>
                    </a:cubicBezTo>
                    <a:cubicBezTo>
                      <a:pt x="1582" y="2243"/>
                      <a:pt x="1572" y="2243"/>
                      <a:pt x="1555" y="2249"/>
                    </a:cubicBezTo>
                    <a:cubicBezTo>
                      <a:pt x="1512" y="2238"/>
                      <a:pt x="1463" y="2222"/>
                      <a:pt x="1425" y="2194"/>
                    </a:cubicBezTo>
                    <a:cubicBezTo>
                      <a:pt x="1360" y="2162"/>
                      <a:pt x="1283" y="2140"/>
                      <a:pt x="1207" y="2129"/>
                    </a:cubicBezTo>
                    <a:cubicBezTo>
                      <a:pt x="1182" y="2127"/>
                      <a:pt x="1157" y="2125"/>
                      <a:pt x="1132" y="2125"/>
                    </a:cubicBezTo>
                    <a:cubicBezTo>
                      <a:pt x="1005" y="2125"/>
                      <a:pt x="881" y="2160"/>
                      <a:pt x="772" y="2233"/>
                    </a:cubicBezTo>
                    <a:cubicBezTo>
                      <a:pt x="626" y="2309"/>
                      <a:pt x="501" y="2423"/>
                      <a:pt x="419" y="2564"/>
                    </a:cubicBezTo>
                    <a:lnTo>
                      <a:pt x="381" y="2629"/>
                    </a:lnTo>
                    <a:cubicBezTo>
                      <a:pt x="360" y="2645"/>
                      <a:pt x="341" y="2652"/>
                      <a:pt x="324" y="2652"/>
                    </a:cubicBezTo>
                    <a:cubicBezTo>
                      <a:pt x="220" y="2652"/>
                      <a:pt x="182" y="2408"/>
                      <a:pt x="196" y="2319"/>
                    </a:cubicBezTo>
                    <a:cubicBezTo>
                      <a:pt x="218" y="2243"/>
                      <a:pt x="240" y="2173"/>
                      <a:pt x="267" y="2102"/>
                    </a:cubicBezTo>
                    <a:cubicBezTo>
                      <a:pt x="283" y="2031"/>
                      <a:pt x="321" y="1988"/>
                      <a:pt x="349" y="1923"/>
                    </a:cubicBezTo>
                    <a:cubicBezTo>
                      <a:pt x="354" y="1901"/>
                      <a:pt x="365" y="1879"/>
                      <a:pt x="376" y="1857"/>
                    </a:cubicBezTo>
                    <a:cubicBezTo>
                      <a:pt x="408" y="1847"/>
                      <a:pt x="430" y="1819"/>
                      <a:pt x="425" y="1787"/>
                    </a:cubicBezTo>
                    <a:lnTo>
                      <a:pt x="425" y="1770"/>
                    </a:lnTo>
                    <a:cubicBezTo>
                      <a:pt x="484" y="1684"/>
                      <a:pt x="571" y="1618"/>
                      <a:pt x="669" y="1591"/>
                    </a:cubicBezTo>
                    <a:cubicBezTo>
                      <a:pt x="756" y="1564"/>
                      <a:pt x="838" y="1553"/>
                      <a:pt x="925" y="1531"/>
                    </a:cubicBezTo>
                    <a:cubicBezTo>
                      <a:pt x="984" y="1513"/>
                      <a:pt x="1046" y="1504"/>
                      <a:pt x="1107" y="1504"/>
                    </a:cubicBezTo>
                    <a:close/>
                    <a:moveTo>
                      <a:pt x="979" y="2314"/>
                    </a:moveTo>
                    <a:cubicBezTo>
                      <a:pt x="979" y="2390"/>
                      <a:pt x="990" y="2461"/>
                      <a:pt x="995" y="2542"/>
                    </a:cubicBezTo>
                    <a:cubicBezTo>
                      <a:pt x="995" y="2597"/>
                      <a:pt x="995" y="2662"/>
                      <a:pt x="995" y="2722"/>
                    </a:cubicBezTo>
                    <a:cubicBezTo>
                      <a:pt x="995" y="2743"/>
                      <a:pt x="995" y="2765"/>
                      <a:pt x="995" y="2787"/>
                    </a:cubicBezTo>
                    <a:cubicBezTo>
                      <a:pt x="995" y="2825"/>
                      <a:pt x="984" y="2863"/>
                      <a:pt x="979" y="2901"/>
                    </a:cubicBezTo>
                    <a:cubicBezTo>
                      <a:pt x="974" y="2917"/>
                      <a:pt x="974" y="2934"/>
                      <a:pt x="979" y="2950"/>
                    </a:cubicBezTo>
                    <a:lnTo>
                      <a:pt x="974" y="2950"/>
                    </a:lnTo>
                    <a:cubicBezTo>
                      <a:pt x="849" y="2983"/>
                      <a:pt x="734" y="3042"/>
                      <a:pt x="642" y="3135"/>
                    </a:cubicBezTo>
                    <a:cubicBezTo>
                      <a:pt x="637" y="3119"/>
                      <a:pt x="631" y="3102"/>
                      <a:pt x="631" y="3091"/>
                    </a:cubicBezTo>
                    <a:cubicBezTo>
                      <a:pt x="626" y="3032"/>
                      <a:pt x="626" y="2972"/>
                      <a:pt x="631" y="2912"/>
                    </a:cubicBezTo>
                    <a:cubicBezTo>
                      <a:pt x="631" y="2830"/>
                      <a:pt x="615" y="2754"/>
                      <a:pt x="577" y="2689"/>
                    </a:cubicBezTo>
                    <a:cubicBezTo>
                      <a:pt x="577" y="2673"/>
                      <a:pt x="571" y="2657"/>
                      <a:pt x="566" y="2640"/>
                    </a:cubicBezTo>
                    <a:cubicBezTo>
                      <a:pt x="566" y="2640"/>
                      <a:pt x="566" y="2635"/>
                      <a:pt x="561" y="2635"/>
                    </a:cubicBezTo>
                    <a:lnTo>
                      <a:pt x="571" y="2613"/>
                    </a:lnTo>
                    <a:cubicBezTo>
                      <a:pt x="642" y="2515"/>
                      <a:pt x="729" y="2439"/>
                      <a:pt x="832" y="2385"/>
                    </a:cubicBezTo>
                    <a:cubicBezTo>
                      <a:pt x="881" y="2358"/>
                      <a:pt x="930" y="2330"/>
                      <a:pt x="979" y="2314"/>
                    </a:cubicBezTo>
                    <a:close/>
                    <a:moveTo>
                      <a:pt x="1403" y="3045"/>
                    </a:moveTo>
                    <a:cubicBezTo>
                      <a:pt x="1592" y="3045"/>
                      <a:pt x="1774" y="3132"/>
                      <a:pt x="1892" y="3287"/>
                    </a:cubicBezTo>
                    <a:cubicBezTo>
                      <a:pt x="1936" y="3358"/>
                      <a:pt x="1974" y="3428"/>
                      <a:pt x="2006" y="3504"/>
                    </a:cubicBezTo>
                    <a:cubicBezTo>
                      <a:pt x="2039" y="3597"/>
                      <a:pt x="2001" y="3700"/>
                      <a:pt x="1919" y="3755"/>
                    </a:cubicBezTo>
                    <a:cubicBezTo>
                      <a:pt x="1909" y="3765"/>
                      <a:pt x="1892" y="3776"/>
                      <a:pt x="1876" y="3782"/>
                    </a:cubicBezTo>
                    <a:lnTo>
                      <a:pt x="1838" y="3787"/>
                    </a:lnTo>
                    <a:cubicBezTo>
                      <a:pt x="1789" y="3782"/>
                      <a:pt x="1746" y="3760"/>
                      <a:pt x="1707" y="3733"/>
                    </a:cubicBezTo>
                    <a:cubicBezTo>
                      <a:pt x="1637" y="3700"/>
                      <a:pt x="1566" y="3678"/>
                      <a:pt x="1490" y="3668"/>
                    </a:cubicBezTo>
                    <a:cubicBezTo>
                      <a:pt x="1462" y="3664"/>
                      <a:pt x="1433" y="3662"/>
                      <a:pt x="1404" y="3662"/>
                    </a:cubicBezTo>
                    <a:cubicBezTo>
                      <a:pt x="1280" y="3662"/>
                      <a:pt x="1156" y="3699"/>
                      <a:pt x="1050" y="3765"/>
                    </a:cubicBezTo>
                    <a:cubicBezTo>
                      <a:pt x="903" y="3842"/>
                      <a:pt x="783" y="3961"/>
                      <a:pt x="702" y="4102"/>
                    </a:cubicBezTo>
                    <a:lnTo>
                      <a:pt x="702" y="4108"/>
                    </a:lnTo>
                    <a:cubicBezTo>
                      <a:pt x="691" y="4130"/>
                      <a:pt x="680" y="4151"/>
                      <a:pt x="669" y="4173"/>
                    </a:cubicBezTo>
                    <a:cubicBezTo>
                      <a:pt x="648" y="4189"/>
                      <a:pt x="628" y="4195"/>
                      <a:pt x="611" y="4195"/>
                    </a:cubicBezTo>
                    <a:cubicBezTo>
                      <a:pt x="504" y="4195"/>
                      <a:pt x="470" y="3947"/>
                      <a:pt x="484" y="3863"/>
                    </a:cubicBezTo>
                    <a:cubicBezTo>
                      <a:pt x="506" y="3787"/>
                      <a:pt x="528" y="3716"/>
                      <a:pt x="555" y="3646"/>
                    </a:cubicBezTo>
                    <a:cubicBezTo>
                      <a:pt x="571" y="3575"/>
                      <a:pt x="609" y="3532"/>
                      <a:pt x="631" y="3466"/>
                    </a:cubicBezTo>
                    <a:cubicBezTo>
                      <a:pt x="696" y="3309"/>
                      <a:pt x="783" y="3184"/>
                      <a:pt x="957" y="3129"/>
                    </a:cubicBezTo>
                    <a:cubicBezTo>
                      <a:pt x="990" y="3119"/>
                      <a:pt x="1023" y="3108"/>
                      <a:pt x="1061" y="3102"/>
                    </a:cubicBezTo>
                    <a:cubicBezTo>
                      <a:pt x="1077" y="3108"/>
                      <a:pt x="1099" y="3113"/>
                      <a:pt x="1120" y="3119"/>
                    </a:cubicBezTo>
                    <a:cubicBezTo>
                      <a:pt x="1153" y="3119"/>
                      <a:pt x="1186" y="3102"/>
                      <a:pt x="1202" y="3075"/>
                    </a:cubicBezTo>
                    <a:lnTo>
                      <a:pt x="1213" y="3075"/>
                    </a:lnTo>
                    <a:cubicBezTo>
                      <a:pt x="1276" y="3055"/>
                      <a:pt x="1340" y="3045"/>
                      <a:pt x="1403" y="3045"/>
                    </a:cubicBezTo>
                    <a:close/>
                    <a:moveTo>
                      <a:pt x="1256" y="3858"/>
                    </a:moveTo>
                    <a:cubicBezTo>
                      <a:pt x="1256" y="3961"/>
                      <a:pt x="1267" y="4059"/>
                      <a:pt x="1267" y="4162"/>
                    </a:cubicBezTo>
                    <a:lnTo>
                      <a:pt x="1273" y="4168"/>
                    </a:lnTo>
                    <a:cubicBezTo>
                      <a:pt x="1273" y="4287"/>
                      <a:pt x="1245" y="4445"/>
                      <a:pt x="1283" y="4570"/>
                    </a:cubicBezTo>
                    <a:cubicBezTo>
                      <a:pt x="1158" y="4592"/>
                      <a:pt x="1039" y="4641"/>
                      <a:pt x="936" y="4717"/>
                    </a:cubicBezTo>
                    <a:cubicBezTo>
                      <a:pt x="919" y="4619"/>
                      <a:pt x="908" y="4521"/>
                      <a:pt x="898" y="4423"/>
                    </a:cubicBezTo>
                    <a:cubicBezTo>
                      <a:pt x="903" y="4347"/>
                      <a:pt x="887" y="4271"/>
                      <a:pt x="859" y="4200"/>
                    </a:cubicBezTo>
                    <a:cubicBezTo>
                      <a:pt x="859" y="4195"/>
                      <a:pt x="854" y="4189"/>
                      <a:pt x="854" y="4184"/>
                    </a:cubicBezTo>
                    <a:cubicBezTo>
                      <a:pt x="854" y="4179"/>
                      <a:pt x="849" y="4179"/>
                      <a:pt x="849" y="4173"/>
                    </a:cubicBezTo>
                    <a:lnTo>
                      <a:pt x="859" y="4157"/>
                    </a:lnTo>
                    <a:cubicBezTo>
                      <a:pt x="925" y="4059"/>
                      <a:pt x="1017" y="3977"/>
                      <a:pt x="1120" y="3923"/>
                    </a:cubicBezTo>
                    <a:cubicBezTo>
                      <a:pt x="1164" y="3901"/>
                      <a:pt x="1207" y="3874"/>
                      <a:pt x="1256" y="3858"/>
                    </a:cubicBezTo>
                    <a:close/>
                    <a:moveTo>
                      <a:pt x="1627" y="4679"/>
                    </a:moveTo>
                    <a:cubicBezTo>
                      <a:pt x="1655" y="4679"/>
                      <a:pt x="1684" y="4681"/>
                      <a:pt x="1713" y="4684"/>
                    </a:cubicBezTo>
                    <a:cubicBezTo>
                      <a:pt x="1876" y="4706"/>
                      <a:pt x="2028" y="4793"/>
                      <a:pt x="2131" y="4923"/>
                    </a:cubicBezTo>
                    <a:cubicBezTo>
                      <a:pt x="2175" y="4994"/>
                      <a:pt x="2213" y="5065"/>
                      <a:pt x="2246" y="5141"/>
                    </a:cubicBezTo>
                    <a:cubicBezTo>
                      <a:pt x="2278" y="5233"/>
                      <a:pt x="2240" y="5336"/>
                      <a:pt x="2159" y="5391"/>
                    </a:cubicBezTo>
                    <a:cubicBezTo>
                      <a:pt x="2148" y="5402"/>
                      <a:pt x="2131" y="5412"/>
                      <a:pt x="2115" y="5418"/>
                    </a:cubicBezTo>
                    <a:lnTo>
                      <a:pt x="2077" y="5423"/>
                    </a:lnTo>
                    <a:cubicBezTo>
                      <a:pt x="2028" y="5412"/>
                      <a:pt x="1985" y="5396"/>
                      <a:pt x="1947" y="5369"/>
                    </a:cubicBezTo>
                    <a:cubicBezTo>
                      <a:pt x="1876" y="5336"/>
                      <a:pt x="1805" y="5315"/>
                      <a:pt x="1729" y="5304"/>
                    </a:cubicBezTo>
                    <a:cubicBezTo>
                      <a:pt x="1704" y="5301"/>
                      <a:pt x="1679" y="5300"/>
                      <a:pt x="1653" y="5300"/>
                    </a:cubicBezTo>
                    <a:cubicBezTo>
                      <a:pt x="1526" y="5300"/>
                      <a:pt x="1398" y="5334"/>
                      <a:pt x="1289" y="5407"/>
                    </a:cubicBezTo>
                    <a:cubicBezTo>
                      <a:pt x="1142" y="5483"/>
                      <a:pt x="1023" y="5597"/>
                      <a:pt x="941" y="5744"/>
                    </a:cubicBezTo>
                    <a:cubicBezTo>
                      <a:pt x="930" y="5766"/>
                      <a:pt x="919" y="5788"/>
                      <a:pt x="908" y="5809"/>
                    </a:cubicBezTo>
                    <a:cubicBezTo>
                      <a:pt x="887" y="5825"/>
                      <a:pt x="867" y="5831"/>
                      <a:pt x="849" y="5831"/>
                    </a:cubicBezTo>
                    <a:cubicBezTo>
                      <a:pt x="742" y="5831"/>
                      <a:pt x="705" y="5583"/>
                      <a:pt x="724" y="5499"/>
                    </a:cubicBezTo>
                    <a:cubicBezTo>
                      <a:pt x="740" y="5423"/>
                      <a:pt x="762" y="5353"/>
                      <a:pt x="789" y="5282"/>
                    </a:cubicBezTo>
                    <a:cubicBezTo>
                      <a:pt x="811" y="5211"/>
                      <a:pt x="843" y="5168"/>
                      <a:pt x="870" y="5103"/>
                    </a:cubicBezTo>
                    <a:cubicBezTo>
                      <a:pt x="930" y="4945"/>
                      <a:pt x="1017" y="4820"/>
                      <a:pt x="1191" y="4766"/>
                    </a:cubicBezTo>
                    <a:cubicBezTo>
                      <a:pt x="1273" y="4738"/>
                      <a:pt x="1360" y="4728"/>
                      <a:pt x="1447" y="4706"/>
                    </a:cubicBezTo>
                    <a:cubicBezTo>
                      <a:pt x="1506" y="4687"/>
                      <a:pt x="1565" y="4679"/>
                      <a:pt x="1627" y="4679"/>
                    </a:cubicBezTo>
                    <a:close/>
                    <a:moveTo>
                      <a:pt x="1414" y="5532"/>
                    </a:moveTo>
                    <a:cubicBezTo>
                      <a:pt x="1419" y="5701"/>
                      <a:pt x="1468" y="5869"/>
                      <a:pt x="1463" y="6038"/>
                    </a:cubicBezTo>
                    <a:cubicBezTo>
                      <a:pt x="1457" y="6103"/>
                      <a:pt x="1463" y="6163"/>
                      <a:pt x="1479" y="6228"/>
                    </a:cubicBezTo>
                    <a:cubicBezTo>
                      <a:pt x="1360" y="6244"/>
                      <a:pt x="1245" y="6293"/>
                      <a:pt x="1148" y="6358"/>
                    </a:cubicBezTo>
                    <a:lnTo>
                      <a:pt x="1148" y="6347"/>
                    </a:lnTo>
                    <a:cubicBezTo>
                      <a:pt x="1137" y="6277"/>
                      <a:pt x="1131" y="6212"/>
                      <a:pt x="1131" y="6141"/>
                    </a:cubicBezTo>
                    <a:cubicBezTo>
                      <a:pt x="1131" y="6027"/>
                      <a:pt x="1148" y="5902"/>
                      <a:pt x="1093" y="5798"/>
                    </a:cubicBezTo>
                    <a:lnTo>
                      <a:pt x="1093" y="5793"/>
                    </a:lnTo>
                    <a:cubicBezTo>
                      <a:pt x="1158" y="5695"/>
                      <a:pt x="1251" y="5614"/>
                      <a:pt x="1354" y="5565"/>
                    </a:cubicBezTo>
                    <a:cubicBezTo>
                      <a:pt x="1376" y="5554"/>
                      <a:pt x="1392" y="5543"/>
                      <a:pt x="1414" y="5532"/>
                    </a:cubicBezTo>
                    <a:close/>
                    <a:moveTo>
                      <a:pt x="1821" y="6339"/>
                    </a:moveTo>
                    <a:cubicBezTo>
                      <a:pt x="2010" y="6339"/>
                      <a:pt x="2193" y="6428"/>
                      <a:pt x="2311" y="6587"/>
                    </a:cubicBezTo>
                    <a:cubicBezTo>
                      <a:pt x="2354" y="6652"/>
                      <a:pt x="2392" y="6722"/>
                      <a:pt x="2425" y="6799"/>
                    </a:cubicBezTo>
                    <a:cubicBezTo>
                      <a:pt x="2458" y="6896"/>
                      <a:pt x="2420" y="7000"/>
                      <a:pt x="2338" y="7054"/>
                    </a:cubicBezTo>
                    <a:cubicBezTo>
                      <a:pt x="2327" y="7060"/>
                      <a:pt x="2311" y="7070"/>
                      <a:pt x="2295" y="7076"/>
                    </a:cubicBezTo>
                    <a:lnTo>
                      <a:pt x="2256" y="7081"/>
                    </a:lnTo>
                    <a:cubicBezTo>
                      <a:pt x="2213" y="7076"/>
                      <a:pt x="2164" y="7060"/>
                      <a:pt x="2126" y="7027"/>
                    </a:cubicBezTo>
                    <a:cubicBezTo>
                      <a:pt x="2055" y="6994"/>
                      <a:pt x="1985" y="6978"/>
                      <a:pt x="1909" y="6967"/>
                    </a:cubicBezTo>
                    <a:cubicBezTo>
                      <a:pt x="1880" y="6963"/>
                      <a:pt x="1852" y="6961"/>
                      <a:pt x="1823" y="6961"/>
                    </a:cubicBezTo>
                    <a:cubicBezTo>
                      <a:pt x="1699" y="6961"/>
                      <a:pt x="1575" y="6999"/>
                      <a:pt x="1474" y="7065"/>
                    </a:cubicBezTo>
                    <a:cubicBezTo>
                      <a:pt x="1338" y="7136"/>
                      <a:pt x="1224" y="7244"/>
                      <a:pt x="1137" y="7369"/>
                    </a:cubicBezTo>
                    <a:lnTo>
                      <a:pt x="1142" y="7375"/>
                    </a:lnTo>
                    <a:lnTo>
                      <a:pt x="1131" y="7375"/>
                    </a:lnTo>
                    <a:cubicBezTo>
                      <a:pt x="1126" y="7373"/>
                      <a:pt x="1121" y="7373"/>
                      <a:pt x="1116" y="7373"/>
                    </a:cubicBezTo>
                    <a:cubicBezTo>
                      <a:pt x="1071" y="7373"/>
                      <a:pt x="1049" y="7437"/>
                      <a:pt x="1093" y="7462"/>
                    </a:cubicBezTo>
                    <a:lnTo>
                      <a:pt x="1088" y="7473"/>
                    </a:lnTo>
                    <a:cubicBezTo>
                      <a:pt x="1068" y="7487"/>
                      <a:pt x="1049" y="7493"/>
                      <a:pt x="1032" y="7493"/>
                    </a:cubicBezTo>
                    <a:cubicBezTo>
                      <a:pt x="927" y="7493"/>
                      <a:pt x="889" y="7246"/>
                      <a:pt x="903" y="7157"/>
                    </a:cubicBezTo>
                    <a:cubicBezTo>
                      <a:pt x="925" y="7087"/>
                      <a:pt x="946" y="7011"/>
                      <a:pt x="974" y="6940"/>
                    </a:cubicBezTo>
                    <a:cubicBezTo>
                      <a:pt x="990" y="6875"/>
                      <a:pt x="1028" y="6826"/>
                      <a:pt x="1055" y="6766"/>
                    </a:cubicBezTo>
                    <a:cubicBezTo>
                      <a:pt x="1115" y="6603"/>
                      <a:pt x="1202" y="6478"/>
                      <a:pt x="1376" y="6424"/>
                    </a:cubicBezTo>
                    <a:cubicBezTo>
                      <a:pt x="1457" y="6396"/>
                      <a:pt x="1544" y="6385"/>
                      <a:pt x="1631" y="6369"/>
                    </a:cubicBezTo>
                    <a:cubicBezTo>
                      <a:pt x="1694" y="6349"/>
                      <a:pt x="1758" y="6339"/>
                      <a:pt x="1821" y="6339"/>
                    </a:cubicBezTo>
                    <a:close/>
                    <a:moveTo>
                      <a:pt x="7752" y="7168"/>
                    </a:moveTo>
                    <a:lnTo>
                      <a:pt x="7752" y="7174"/>
                    </a:lnTo>
                    <a:cubicBezTo>
                      <a:pt x="7556" y="7310"/>
                      <a:pt x="7377" y="7473"/>
                      <a:pt x="7219" y="7652"/>
                    </a:cubicBezTo>
                    <a:cubicBezTo>
                      <a:pt x="7122" y="7761"/>
                      <a:pt x="7018" y="7853"/>
                      <a:pt x="6899" y="7935"/>
                    </a:cubicBezTo>
                    <a:cubicBezTo>
                      <a:pt x="6877" y="7946"/>
                      <a:pt x="6855" y="7956"/>
                      <a:pt x="6833" y="7967"/>
                    </a:cubicBezTo>
                    <a:cubicBezTo>
                      <a:pt x="6844" y="7951"/>
                      <a:pt x="6855" y="7929"/>
                      <a:pt x="6866" y="7913"/>
                    </a:cubicBezTo>
                    <a:cubicBezTo>
                      <a:pt x="6937" y="7788"/>
                      <a:pt x="6980" y="7641"/>
                      <a:pt x="6980" y="7494"/>
                    </a:cubicBezTo>
                    <a:cubicBezTo>
                      <a:pt x="6986" y="7418"/>
                      <a:pt x="6986" y="7337"/>
                      <a:pt x="6980" y="7255"/>
                    </a:cubicBezTo>
                    <a:lnTo>
                      <a:pt x="6980" y="7255"/>
                    </a:lnTo>
                    <a:cubicBezTo>
                      <a:pt x="7013" y="7266"/>
                      <a:pt x="7045" y="7277"/>
                      <a:pt x="7078" y="7277"/>
                    </a:cubicBezTo>
                    <a:cubicBezTo>
                      <a:pt x="7109" y="7279"/>
                      <a:pt x="7139" y="7279"/>
                      <a:pt x="7169" y="7279"/>
                    </a:cubicBezTo>
                    <a:cubicBezTo>
                      <a:pt x="7228" y="7279"/>
                      <a:pt x="7286" y="7277"/>
                      <a:pt x="7344" y="7277"/>
                    </a:cubicBezTo>
                    <a:cubicBezTo>
                      <a:pt x="7497" y="7277"/>
                      <a:pt x="7632" y="7266"/>
                      <a:pt x="7752" y="7168"/>
                    </a:cubicBezTo>
                    <a:close/>
                    <a:moveTo>
                      <a:pt x="7779" y="7304"/>
                    </a:moveTo>
                    <a:cubicBezTo>
                      <a:pt x="7796" y="7375"/>
                      <a:pt x="7812" y="7440"/>
                      <a:pt x="7823" y="7511"/>
                    </a:cubicBezTo>
                    <a:cubicBezTo>
                      <a:pt x="7839" y="7576"/>
                      <a:pt x="7839" y="7636"/>
                      <a:pt x="7844" y="7695"/>
                    </a:cubicBezTo>
                    <a:cubicBezTo>
                      <a:pt x="7855" y="7755"/>
                      <a:pt x="7883" y="7821"/>
                      <a:pt x="7888" y="7886"/>
                    </a:cubicBezTo>
                    <a:cubicBezTo>
                      <a:pt x="7893" y="7902"/>
                      <a:pt x="7899" y="7924"/>
                      <a:pt x="7904" y="7940"/>
                    </a:cubicBezTo>
                    <a:cubicBezTo>
                      <a:pt x="7899" y="7989"/>
                      <a:pt x="7883" y="8033"/>
                      <a:pt x="7839" y="8049"/>
                    </a:cubicBezTo>
                    <a:lnTo>
                      <a:pt x="7834" y="8049"/>
                    </a:lnTo>
                    <a:cubicBezTo>
                      <a:pt x="7785" y="8054"/>
                      <a:pt x="7730" y="8060"/>
                      <a:pt x="7676" y="8060"/>
                    </a:cubicBezTo>
                    <a:cubicBezTo>
                      <a:pt x="7605" y="8071"/>
                      <a:pt x="7540" y="8071"/>
                      <a:pt x="7469" y="8081"/>
                    </a:cubicBezTo>
                    <a:cubicBezTo>
                      <a:pt x="7252" y="8114"/>
                      <a:pt x="7035" y="8141"/>
                      <a:pt x="6817" y="8158"/>
                    </a:cubicBezTo>
                    <a:cubicBezTo>
                      <a:pt x="6882" y="8130"/>
                      <a:pt x="6948" y="8098"/>
                      <a:pt x="7013" y="8054"/>
                    </a:cubicBezTo>
                    <a:cubicBezTo>
                      <a:pt x="7127" y="7967"/>
                      <a:pt x="7236" y="7869"/>
                      <a:pt x="7328" y="7761"/>
                    </a:cubicBezTo>
                    <a:cubicBezTo>
                      <a:pt x="7431" y="7647"/>
                      <a:pt x="7540" y="7538"/>
                      <a:pt x="7654" y="7429"/>
                    </a:cubicBezTo>
                    <a:cubicBezTo>
                      <a:pt x="7692" y="7391"/>
                      <a:pt x="7741" y="7348"/>
                      <a:pt x="7779" y="7304"/>
                    </a:cubicBezTo>
                    <a:close/>
                    <a:moveTo>
                      <a:pt x="7031" y="207"/>
                    </a:moveTo>
                    <a:cubicBezTo>
                      <a:pt x="7043" y="207"/>
                      <a:pt x="7052" y="212"/>
                      <a:pt x="7062" y="227"/>
                    </a:cubicBezTo>
                    <a:cubicBezTo>
                      <a:pt x="7083" y="276"/>
                      <a:pt x="7100" y="330"/>
                      <a:pt x="7105" y="384"/>
                    </a:cubicBezTo>
                    <a:cubicBezTo>
                      <a:pt x="7143" y="634"/>
                      <a:pt x="7170" y="890"/>
                      <a:pt x="7176" y="1145"/>
                    </a:cubicBezTo>
                    <a:cubicBezTo>
                      <a:pt x="7192" y="1390"/>
                      <a:pt x="7181" y="1645"/>
                      <a:pt x="7219" y="1885"/>
                    </a:cubicBezTo>
                    <a:cubicBezTo>
                      <a:pt x="7257" y="2124"/>
                      <a:pt x="7257" y="2352"/>
                      <a:pt x="7285" y="2591"/>
                    </a:cubicBezTo>
                    <a:cubicBezTo>
                      <a:pt x="7312" y="2825"/>
                      <a:pt x="7334" y="3064"/>
                      <a:pt x="7344" y="3303"/>
                    </a:cubicBezTo>
                    <a:cubicBezTo>
                      <a:pt x="7350" y="3553"/>
                      <a:pt x="7420" y="3798"/>
                      <a:pt x="7448" y="4043"/>
                    </a:cubicBezTo>
                    <a:cubicBezTo>
                      <a:pt x="7459" y="4162"/>
                      <a:pt x="7453" y="4287"/>
                      <a:pt x="7469" y="4407"/>
                    </a:cubicBezTo>
                    <a:cubicBezTo>
                      <a:pt x="7480" y="4526"/>
                      <a:pt x="7502" y="4641"/>
                      <a:pt x="7518" y="4760"/>
                    </a:cubicBezTo>
                    <a:cubicBezTo>
                      <a:pt x="7535" y="4901"/>
                      <a:pt x="7529" y="5043"/>
                      <a:pt x="7556" y="5190"/>
                    </a:cubicBezTo>
                    <a:cubicBezTo>
                      <a:pt x="7584" y="5331"/>
                      <a:pt x="7611" y="5467"/>
                      <a:pt x="7627" y="5614"/>
                    </a:cubicBezTo>
                    <a:cubicBezTo>
                      <a:pt x="7665" y="5869"/>
                      <a:pt x="7660" y="6135"/>
                      <a:pt x="7698" y="6396"/>
                    </a:cubicBezTo>
                    <a:cubicBezTo>
                      <a:pt x="7714" y="6516"/>
                      <a:pt x="7703" y="6641"/>
                      <a:pt x="7725" y="6766"/>
                    </a:cubicBezTo>
                    <a:cubicBezTo>
                      <a:pt x="7741" y="6864"/>
                      <a:pt x="7736" y="6962"/>
                      <a:pt x="7741" y="7060"/>
                    </a:cubicBezTo>
                    <a:cubicBezTo>
                      <a:pt x="7731" y="7052"/>
                      <a:pt x="7717" y="7048"/>
                      <a:pt x="7704" y="7048"/>
                    </a:cubicBezTo>
                    <a:cubicBezTo>
                      <a:pt x="7688" y="7048"/>
                      <a:pt x="7671" y="7053"/>
                      <a:pt x="7660" y="7065"/>
                    </a:cubicBezTo>
                    <a:cubicBezTo>
                      <a:pt x="7567" y="7146"/>
                      <a:pt x="7437" y="7136"/>
                      <a:pt x="7323" y="7141"/>
                    </a:cubicBezTo>
                    <a:lnTo>
                      <a:pt x="7149" y="7141"/>
                    </a:lnTo>
                    <a:cubicBezTo>
                      <a:pt x="7067" y="7136"/>
                      <a:pt x="6986" y="7114"/>
                      <a:pt x="6915" y="7076"/>
                    </a:cubicBezTo>
                    <a:cubicBezTo>
                      <a:pt x="6904" y="7071"/>
                      <a:pt x="6893" y="7069"/>
                      <a:pt x="6882" y="7069"/>
                    </a:cubicBezTo>
                    <a:cubicBezTo>
                      <a:pt x="6831" y="7069"/>
                      <a:pt x="6786" y="7115"/>
                      <a:pt x="6817" y="7168"/>
                    </a:cubicBezTo>
                    <a:cubicBezTo>
                      <a:pt x="6877" y="7261"/>
                      <a:pt x="6855" y="7375"/>
                      <a:pt x="6850" y="7483"/>
                    </a:cubicBezTo>
                    <a:cubicBezTo>
                      <a:pt x="6850" y="7609"/>
                      <a:pt x="6817" y="7739"/>
                      <a:pt x="6752" y="7848"/>
                    </a:cubicBezTo>
                    <a:cubicBezTo>
                      <a:pt x="6676" y="7984"/>
                      <a:pt x="6572" y="8098"/>
                      <a:pt x="6442" y="8190"/>
                    </a:cubicBezTo>
                    <a:cubicBezTo>
                      <a:pt x="6241" y="8206"/>
                      <a:pt x="6040" y="8239"/>
                      <a:pt x="5839" y="8250"/>
                    </a:cubicBezTo>
                    <a:cubicBezTo>
                      <a:pt x="5703" y="8255"/>
                      <a:pt x="5567" y="8255"/>
                      <a:pt x="5431" y="8266"/>
                    </a:cubicBezTo>
                    <a:cubicBezTo>
                      <a:pt x="5295" y="8288"/>
                      <a:pt x="5159" y="8293"/>
                      <a:pt x="5018" y="8293"/>
                    </a:cubicBezTo>
                    <a:cubicBezTo>
                      <a:pt x="4893" y="8277"/>
                      <a:pt x="4762" y="8272"/>
                      <a:pt x="4632" y="8272"/>
                    </a:cubicBezTo>
                    <a:cubicBezTo>
                      <a:pt x="4496" y="8277"/>
                      <a:pt x="4360" y="8283"/>
                      <a:pt x="4224" y="8283"/>
                    </a:cubicBezTo>
                    <a:cubicBezTo>
                      <a:pt x="3942" y="8283"/>
                      <a:pt x="3664" y="8293"/>
                      <a:pt x="3382" y="8315"/>
                    </a:cubicBezTo>
                    <a:cubicBezTo>
                      <a:pt x="3257" y="8321"/>
                      <a:pt x="3132" y="8359"/>
                      <a:pt x="3007" y="8359"/>
                    </a:cubicBezTo>
                    <a:cubicBezTo>
                      <a:pt x="2946" y="8356"/>
                      <a:pt x="2885" y="8355"/>
                      <a:pt x="2825" y="8355"/>
                    </a:cubicBezTo>
                    <a:cubicBezTo>
                      <a:pt x="2739" y="8355"/>
                      <a:pt x="2655" y="8358"/>
                      <a:pt x="2572" y="8364"/>
                    </a:cubicBezTo>
                    <a:cubicBezTo>
                      <a:pt x="2507" y="8372"/>
                      <a:pt x="2441" y="8372"/>
                      <a:pt x="2377" y="8372"/>
                    </a:cubicBezTo>
                    <a:cubicBezTo>
                      <a:pt x="2312" y="8372"/>
                      <a:pt x="2248" y="8372"/>
                      <a:pt x="2186" y="8380"/>
                    </a:cubicBezTo>
                    <a:cubicBezTo>
                      <a:pt x="2115" y="8391"/>
                      <a:pt x="2044" y="8391"/>
                      <a:pt x="1974" y="8391"/>
                    </a:cubicBezTo>
                    <a:cubicBezTo>
                      <a:pt x="1963" y="8389"/>
                      <a:pt x="1952" y="8387"/>
                      <a:pt x="1941" y="8387"/>
                    </a:cubicBezTo>
                    <a:cubicBezTo>
                      <a:pt x="1929" y="8387"/>
                      <a:pt x="1917" y="8389"/>
                      <a:pt x="1903" y="8391"/>
                    </a:cubicBezTo>
                    <a:cubicBezTo>
                      <a:pt x="1925" y="8331"/>
                      <a:pt x="1892" y="8234"/>
                      <a:pt x="1887" y="8179"/>
                    </a:cubicBezTo>
                    <a:cubicBezTo>
                      <a:pt x="1881" y="8119"/>
                      <a:pt x="1871" y="8065"/>
                      <a:pt x="1860" y="8005"/>
                    </a:cubicBezTo>
                    <a:cubicBezTo>
                      <a:pt x="1849" y="7924"/>
                      <a:pt x="1854" y="7837"/>
                      <a:pt x="1843" y="7755"/>
                    </a:cubicBezTo>
                    <a:cubicBezTo>
                      <a:pt x="1838" y="7690"/>
                      <a:pt x="1832" y="7625"/>
                      <a:pt x="1832" y="7565"/>
                    </a:cubicBezTo>
                    <a:cubicBezTo>
                      <a:pt x="1832" y="7445"/>
                      <a:pt x="1805" y="7331"/>
                      <a:pt x="1800" y="7212"/>
                    </a:cubicBezTo>
                    <a:cubicBezTo>
                      <a:pt x="1794" y="7185"/>
                      <a:pt x="1794" y="7157"/>
                      <a:pt x="1784" y="7136"/>
                    </a:cubicBezTo>
                    <a:cubicBezTo>
                      <a:pt x="1800" y="7133"/>
                      <a:pt x="1816" y="7132"/>
                      <a:pt x="1832" y="7132"/>
                    </a:cubicBezTo>
                    <a:cubicBezTo>
                      <a:pt x="1849" y="7132"/>
                      <a:pt x="1865" y="7133"/>
                      <a:pt x="1881" y="7136"/>
                    </a:cubicBezTo>
                    <a:cubicBezTo>
                      <a:pt x="1936" y="7141"/>
                      <a:pt x="1990" y="7152"/>
                      <a:pt x="2044" y="7168"/>
                    </a:cubicBezTo>
                    <a:cubicBezTo>
                      <a:pt x="2088" y="7195"/>
                      <a:pt x="2126" y="7212"/>
                      <a:pt x="2175" y="7233"/>
                    </a:cubicBezTo>
                    <a:cubicBezTo>
                      <a:pt x="2186" y="7233"/>
                      <a:pt x="2197" y="7239"/>
                      <a:pt x="2213" y="7239"/>
                    </a:cubicBezTo>
                    <a:cubicBezTo>
                      <a:pt x="2275" y="7284"/>
                      <a:pt x="2344" y="7304"/>
                      <a:pt x="2413" y="7304"/>
                    </a:cubicBezTo>
                    <a:cubicBezTo>
                      <a:pt x="2587" y="7304"/>
                      <a:pt x="2760" y="7176"/>
                      <a:pt x="2811" y="6989"/>
                    </a:cubicBezTo>
                    <a:cubicBezTo>
                      <a:pt x="2844" y="6853"/>
                      <a:pt x="2827" y="6712"/>
                      <a:pt x="2762" y="6581"/>
                    </a:cubicBezTo>
                    <a:cubicBezTo>
                      <a:pt x="2691" y="6478"/>
                      <a:pt x="2572" y="6413"/>
                      <a:pt x="2447" y="6413"/>
                    </a:cubicBezTo>
                    <a:cubicBezTo>
                      <a:pt x="2425" y="6413"/>
                      <a:pt x="2409" y="6424"/>
                      <a:pt x="2392" y="6434"/>
                    </a:cubicBezTo>
                    <a:cubicBezTo>
                      <a:pt x="2305" y="6331"/>
                      <a:pt x="2191" y="6255"/>
                      <a:pt x="2061" y="6212"/>
                    </a:cubicBezTo>
                    <a:cubicBezTo>
                      <a:pt x="1985" y="6184"/>
                      <a:pt x="1903" y="6168"/>
                      <a:pt x="1816" y="6168"/>
                    </a:cubicBezTo>
                    <a:cubicBezTo>
                      <a:pt x="1773" y="6168"/>
                      <a:pt x="1729" y="6173"/>
                      <a:pt x="1680" y="6184"/>
                    </a:cubicBezTo>
                    <a:cubicBezTo>
                      <a:pt x="1675" y="6168"/>
                      <a:pt x="1669" y="6152"/>
                      <a:pt x="1669" y="6141"/>
                    </a:cubicBezTo>
                    <a:cubicBezTo>
                      <a:pt x="1653" y="6086"/>
                      <a:pt x="1669" y="6027"/>
                      <a:pt x="1659" y="5978"/>
                    </a:cubicBezTo>
                    <a:cubicBezTo>
                      <a:pt x="1648" y="5891"/>
                      <a:pt x="1631" y="5804"/>
                      <a:pt x="1615" y="5717"/>
                    </a:cubicBezTo>
                    <a:cubicBezTo>
                      <a:pt x="1610" y="5663"/>
                      <a:pt x="1599" y="5614"/>
                      <a:pt x="1588" y="5559"/>
                    </a:cubicBezTo>
                    <a:cubicBezTo>
                      <a:pt x="1582" y="5532"/>
                      <a:pt x="1572" y="5510"/>
                      <a:pt x="1561" y="5483"/>
                    </a:cubicBezTo>
                    <a:cubicBezTo>
                      <a:pt x="1586" y="5477"/>
                      <a:pt x="1614" y="5474"/>
                      <a:pt x="1641" y="5474"/>
                    </a:cubicBezTo>
                    <a:cubicBezTo>
                      <a:pt x="1660" y="5474"/>
                      <a:pt x="1679" y="5475"/>
                      <a:pt x="1697" y="5478"/>
                    </a:cubicBezTo>
                    <a:cubicBezTo>
                      <a:pt x="1751" y="5483"/>
                      <a:pt x="1805" y="5494"/>
                      <a:pt x="1860" y="5510"/>
                    </a:cubicBezTo>
                    <a:cubicBezTo>
                      <a:pt x="1903" y="5537"/>
                      <a:pt x="1947" y="5554"/>
                      <a:pt x="1990" y="5570"/>
                    </a:cubicBezTo>
                    <a:cubicBezTo>
                      <a:pt x="2001" y="5576"/>
                      <a:pt x="2017" y="5581"/>
                      <a:pt x="2028" y="5581"/>
                    </a:cubicBezTo>
                    <a:cubicBezTo>
                      <a:pt x="2091" y="5626"/>
                      <a:pt x="2161" y="5646"/>
                      <a:pt x="2231" y="5646"/>
                    </a:cubicBezTo>
                    <a:cubicBezTo>
                      <a:pt x="2405" y="5646"/>
                      <a:pt x="2576" y="5518"/>
                      <a:pt x="2626" y="5331"/>
                    </a:cubicBezTo>
                    <a:cubicBezTo>
                      <a:pt x="2664" y="5195"/>
                      <a:pt x="2642" y="5048"/>
                      <a:pt x="2577" y="4923"/>
                    </a:cubicBezTo>
                    <a:cubicBezTo>
                      <a:pt x="2507" y="4820"/>
                      <a:pt x="2392" y="4755"/>
                      <a:pt x="2262" y="4755"/>
                    </a:cubicBezTo>
                    <a:cubicBezTo>
                      <a:pt x="2246" y="4755"/>
                      <a:pt x="2224" y="4766"/>
                      <a:pt x="2213" y="4776"/>
                    </a:cubicBezTo>
                    <a:cubicBezTo>
                      <a:pt x="2121" y="4673"/>
                      <a:pt x="2006" y="4597"/>
                      <a:pt x="1876" y="4554"/>
                    </a:cubicBezTo>
                    <a:cubicBezTo>
                      <a:pt x="1800" y="4526"/>
                      <a:pt x="1718" y="4510"/>
                      <a:pt x="1637" y="4510"/>
                    </a:cubicBezTo>
                    <a:cubicBezTo>
                      <a:pt x="1593" y="4510"/>
                      <a:pt x="1550" y="4516"/>
                      <a:pt x="1512" y="4521"/>
                    </a:cubicBezTo>
                    <a:cubicBezTo>
                      <a:pt x="1512" y="4488"/>
                      <a:pt x="1501" y="4456"/>
                      <a:pt x="1495" y="4412"/>
                    </a:cubicBezTo>
                    <a:cubicBezTo>
                      <a:pt x="1485" y="4325"/>
                      <a:pt x="1490" y="4244"/>
                      <a:pt x="1485" y="4157"/>
                    </a:cubicBezTo>
                    <a:cubicBezTo>
                      <a:pt x="1479" y="4070"/>
                      <a:pt x="1452" y="4005"/>
                      <a:pt x="1447" y="3928"/>
                    </a:cubicBezTo>
                    <a:cubicBezTo>
                      <a:pt x="1447" y="3896"/>
                      <a:pt x="1441" y="3869"/>
                      <a:pt x="1436" y="3842"/>
                    </a:cubicBezTo>
                    <a:lnTo>
                      <a:pt x="1463" y="3842"/>
                    </a:lnTo>
                    <a:cubicBezTo>
                      <a:pt x="1517" y="3842"/>
                      <a:pt x="1572" y="3858"/>
                      <a:pt x="1626" y="3874"/>
                    </a:cubicBezTo>
                    <a:cubicBezTo>
                      <a:pt x="1664" y="3896"/>
                      <a:pt x="1707" y="3918"/>
                      <a:pt x="1751" y="3934"/>
                    </a:cubicBezTo>
                    <a:lnTo>
                      <a:pt x="1794" y="3945"/>
                    </a:lnTo>
                    <a:cubicBezTo>
                      <a:pt x="1856" y="3990"/>
                      <a:pt x="1925" y="4010"/>
                      <a:pt x="1995" y="4010"/>
                    </a:cubicBezTo>
                    <a:cubicBezTo>
                      <a:pt x="2169" y="4010"/>
                      <a:pt x="2342" y="3882"/>
                      <a:pt x="2392" y="3695"/>
                    </a:cubicBezTo>
                    <a:cubicBezTo>
                      <a:pt x="2425" y="3559"/>
                      <a:pt x="2409" y="3412"/>
                      <a:pt x="2343" y="3287"/>
                    </a:cubicBezTo>
                    <a:cubicBezTo>
                      <a:pt x="2273" y="3184"/>
                      <a:pt x="2153" y="3119"/>
                      <a:pt x="2028" y="3119"/>
                    </a:cubicBezTo>
                    <a:cubicBezTo>
                      <a:pt x="2006" y="3119"/>
                      <a:pt x="1990" y="3129"/>
                      <a:pt x="1974" y="3140"/>
                    </a:cubicBezTo>
                    <a:cubicBezTo>
                      <a:pt x="1887" y="3037"/>
                      <a:pt x="1767" y="2961"/>
                      <a:pt x="1642" y="2917"/>
                    </a:cubicBezTo>
                    <a:cubicBezTo>
                      <a:pt x="1561" y="2890"/>
                      <a:pt x="1479" y="2874"/>
                      <a:pt x="1398" y="2874"/>
                    </a:cubicBezTo>
                    <a:cubicBezTo>
                      <a:pt x="1338" y="2874"/>
                      <a:pt x="1273" y="2885"/>
                      <a:pt x="1213" y="2901"/>
                    </a:cubicBezTo>
                    <a:lnTo>
                      <a:pt x="1213" y="2852"/>
                    </a:lnTo>
                    <a:cubicBezTo>
                      <a:pt x="1213" y="2841"/>
                      <a:pt x="1213" y="2836"/>
                      <a:pt x="1207" y="2825"/>
                    </a:cubicBezTo>
                    <a:cubicBezTo>
                      <a:pt x="1213" y="2803"/>
                      <a:pt x="1202" y="2776"/>
                      <a:pt x="1186" y="2760"/>
                    </a:cubicBezTo>
                    <a:cubicBezTo>
                      <a:pt x="1186" y="2760"/>
                      <a:pt x="1186" y="2754"/>
                      <a:pt x="1180" y="2749"/>
                    </a:cubicBezTo>
                    <a:cubicBezTo>
                      <a:pt x="1148" y="2602"/>
                      <a:pt x="1158" y="2445"/>
                      <a:pt x="1131" y="2298"/>
                    </a:cubicBezTo>
                    <a:cubicBezTo>
                      <a:pt x="1137" y="2295"/>
                      <a:pt x="1143" y="2294"/>
                      <a:pt x="1151" y="2294"/>
                    </a:cubicBezTo>
                    <a:cubicBezTo>
                      <a:pt x="1158" y="2294"/>
                      <a:pt x="1167" y="2295"/>
                      <a:pt x="1175" y="2298"/>
                    </a:cubicBezTo>
                    <a:cubicBezTo>
                      <a:pt x="1229" y="2303"/>
                      <a:pt x="1283" y="2314"/>
                      <a:pt x="1338" y="2330"/>
                    </a:cubicBezTo>
                    <a:cubicBezTo>
                      <a:pt x="1381" y="2358"/>
                      <a:pt x="1419" y="2374"/>
                      <a:pt x="1468" y="2390"/>
                    </a:cubicBezTo>
                    <a:cubicBezTo>
                      <a:pt x="1479" y="2396"/>
                      <a:pt x="1490" y="2401"/>
                      <a:pt x="1506" y="2401"/>
                    </a:cubicBezTo>
                    <a:cubicBezTo>
                      <a:pt x="1568" y="2446"/>
                      <a:pt x="1637" y="2466"/>
                      <a:pt x="1706" y="2466"/>
                    </a:cubicBezTo>
                    <a:cubicBezTo>
                      <a:pt x="1881" y="2466"/>
                      <a:pt x="2054" y="2338"/>
                      <a:pt x="2104" y="2151"/>
                    </a:cubicBezTo>
                    <a:cubicBezTo>
                      <a:pt x="2137" y="2015"/>
                      <a:pt x="2121" y="1868"/>
                      <a:pt x="2055" y="1743"/>
                    </a:cubicBezTo>
                    <a:cubicBezTo>
                      <a:pt x="1985" y="1640"/>
                      <a:pt x="1865" y="1575"/>
                      <a:pt x="1740" y="1575"/>
                    </a:cubicBezTo>
                    <a:cubicBezTo>
                      <a:pt x="1718" y="1575"/>
                      <a:pt x="1702" y="1586"/>
                      <a:pt x="1686" y="1597"/>
                    </a:cubicBezTo>
                    <a:cubicBezTo>
                      <a:pt x="1599" y="1493"/>
                      <a:pt x="1485" y="1417"/>
                      <a:pt x="1354" y="1374"/>
                    </a:cubicBezTo>
                    <a:cubicBezTo>
                      <a:pt x="1278" y="1346"/>
                      <a:pt x="1196" y="1330"/>
                      <a:pt x="1110" y="1330"/>
                    </a:cubicBezTo>
                    <a:cubicBezTo>
                      <a:pt x="1066" y="1330"/>
                      <a:pt x="1023" y="1336"/>
                      <a:pt x="974" y="1346"/>
                    </a:cubicBezTo>
                    <a:cubicBezTo>
                      <a:pt x="979" y="1249"/>
                      <a:pt x="974" y="1145"/>
                      <a:pt x="946" y="1053"/>
                    </a:cubicBezTo>
                    <a:cubicBezTo>
                      <a:pt x="936" y="993"/>
                      <a:pt x="925" y="939"/>
                      <a:pt x="908" y="879"/>
                    </a:cubicBezTo>
                    <a:cubicBezTo>
                      <a:pt x="898" y="825"/>
                      <a:pt x="876" y="797"/>
                      <a:pt x="941" y="765"/>
                    </a:cubicBezTo>
                    <a:lnTo>
                      <a:pt x="936" y="759"/>
                    </a:lnTo>
                    <a:cubicBezTo>
                      <a:pt x="1142" y="667"/>
                      <a:pt x="1392" y="678"/>
                      <a:pt x="1615" y="645"/>
                    </a:cubicBezTo>
                    <a:cubicBezTo>
                      <a:pt x="1860" y="613"/>
                      <a:pt x="2104" y="558"/>
                      <a:pt x="2349" y="520"/>
                    </a:cubicBezTo>
                    <a:cubicBezTo>
                      <a:pt x="2474" y="504"/>
                      <a:pt x="2599" y="471"/>
                      <a:pt x="2724" y="455"/>
                    </a:cubicBezTo>
                    <a:cubicBezTo>
                      <a:pt x="2849" y="439"/>
                      <a:pt x="2952" y="428"/>
                      <a:pt x="3072" y="412"/>
                    </a:cubicBezTo>
                    <a:cubicBezTo>
                      <a:pt x="3319" y="376"/>
                      <a:pt x="3568" y="372"/>
                      <a:pt x="3817" y="372"/>
                    </a:cubicBezTo>
                    <a:cubicBezTo>
                      <a:pt x="3891" y="372"/>
                      <a:pt x="3966" y="372"/>
                      <a:pt x="4040" y="372"/>
                    </a:cubicBezTo>
                    <a:cubicBezTo>
                      <a:pt x="4214" y="372"/>
                      <a:pt x="4388" y="370"/>
                      <a:pt x="4561" y="357"/>
                    </a:cubicBezTo>
                    <a:cubicBezTo>
                      <a:pt x="5045" y="319"/>
                      <a:pt x="5529" y="346"/>
                      <a:pt x="6013" y="319"/>
                    </a:cubicBezTo>
                    <a:cubicBezTo>
                      <a:pt x="6246" y="303"/>
                      <a:pt x="6475" y="287"/>
                      <a:pt x="6708" y="259"/>
                    </a:cubicBezTo>
                    <a:cubicBezTo>
                      <a:pt x="6795" y="248"/>
                      <a:pt x="6882" y="232"/>
                      <a:pt x="6975" y="221"/>
                    </a:cubicBezTo>
                    <a:cubicBezTo>
                      <a:pt x="6999" y="215"/>
                      <a:pt x="7017" y="207"/>
                      <a:pt x="7031" y="207"/>
                    </a:cubicBezTo>
                    <a:close/>
                    <a:moveTo>
                      <a:pt x="1626" y="7179"/>
                    </a:moveTo>
                    <a:cubicBezTo>
                      <a:pt x="1626" y="7239"/>
                      <a:pt x="1615" y="7375"/>
                      <a:pt x="1615" y="7391"/>
                    </a:cubicBezTo>
                    <a:cubicBezTo>
                      <a:pt x="1637" y="7527"/>
                      <a:pt x="1615" y="7657"/>
                      <a:pt x="1637" y="7793"/>
                    </a:cubicBezTo>
                    <a:cubicBezTo>
                      <a:pt x="1642" y="7864"/>
                      <a:pt x="1637" y="7935"/>
                      <a:pt x="1642" y="8011"/>
                    </a:cubicBezTo>
                    <a:cubicBezTo>
                      <a:pt x="1653" y="8081"/>
                      <a:pt x="1664" y="8147"/>
                      <a:pt x="1675" y="8212"/>
                    </a:cubicBezTo>
                    <a:cubicBezTo>
                      <a:pt x="1680" y="8272"/>
                      <a:pt x="1686" y="8326"/>
                      <a:pt x="1686" y="8386"/>
                    </a:cubicBezTo>
                    <a:cubicBezTo>
                      <a:pt x="1686" y="8413"/>
                      <a:pt x="1686" y="8440"/>
                      <a:pt x="1691" y="8462"/>
                    </a:cubicBezTo>
                    <a:cubicBezTo>
                      <a:pt x="1626" y="8543"/>
                      <a:pt x="1566" y="8636"/>
                      <a:pt x="1528" y="8734"/>
                    </a:cubicBezTo>
                    <a:cubicBezTo>
                      <a:pt x="1501" y="8788"/>
                      <a:pt x="1479" y="8842"/>
                      <a:pt x="1463" y="8902"/>
                    </a:cubicBezTo>
                    <a:cubicBezTo>
                      <a:pt x="1463" y="8891"/>
                      <a:pt x="1457" y="8880"/>
                      <a:pt x="1452" y="8870"/>
                    </a:cubicBezTo>
                    <a:cubicBezTo>
                      <a:pt x="1430" y="8788"/>
                      <a:pt x="1398" y="8701"/>
                      <a:pt x="1381" y="8614"/>
                    </a:cubicBezTo>
                    <a:cubicBezTo>
                      <a:pt x="1365" y="8538"/>
                      <a:pt x="1354" y="8462"/>
                      <a:pt x="1349" y="8380"/>
                    </a:cubicBezTo>
                    <a:cubicBezTo>
                      <a:pt x="1338" y="8304"/>
                      <a:pt x="1332" y="8223"/>
                      <a:pt x="1327" y="8147"/>
                    </a:cubicBezTo>
                    <a:cubicBezTo>
                      <a:pt x="1327" y="8071"/>
                      <a:pt x="1305" y="8005"/>
                      <a:pt x="1300" y="7935"/>
                    </a:cubicBezTo>
                    <a:cubicBezTo>
                      <a:pt x="1294" y="7815"/>
                      <a:pt x="1283" y="7701"/>
                      <a:pt x="1267" y="7587"/>
                    </a:cubicBezTo>
                    <a:cubicBezTo>
                      <a:pt x="1283" y="7554"/>
                      <a:pt x="1289" y="7516"/>
                      <a:pt x="1273" y="7478"/>
                    </a:cubicBezTo>
                    <a:cubicBezTo>
                      <a:pt x="1273" y="7478"/>
                      <a:pt x="1273" y="7473"/>
                      <a:pt x="1267" y="7473"/>
                    </a:cubicBezTo>
                    <a:lnTo>
                      <a:pt x="1278" y="7451"/>
                    </a:lnTo>
                    <a:cubicBezTo>
                      <a:pt x="1343" y="7353"/>
                      <a:pt x="1436" y="7277"/>
                      <a:pt x="1539" y="7223"/>
                    </a:cubicBezTo>
                    <a:cubicBezTo>
                      <a:pt x="1566" y="7206"/>
                      <a:pt x="1599" y="7190"/>
                      <a:pt x="1626" y="7179"/>
                    </a:cubicBezTo>
                    <a:close/>
                    <a:moveTo>
                      <a:pt x="7714" y="8293"/>
                    </a:moveTo>
                    <a:lnTo>
                      <a:pt x="7714" y="8293"/>
                    </a:lnTo>
                    <a:cubicBezTo>
                      <a:pt x="7676" y="8391"/>
                      <a:pt x="7605" y="8478"/>
                      <a:pt x="7567" y="8582"/>
                    </a:cubicBezTo>
                    <a:lnTo>
                      <a:pt x="7573" y="8571"/>
                    </a:lnTo>
                    <a:lnTo>
                      <a:pt x="7573" y="8571"/>
                    </a:lnTo>
                    <a:cubicBezTo>
                      <a:pt x="7551" y="8636"/>
                      <a:pt x="7524" y="8696"/>
                      <a:pt x="7491" y="8755"/>
                    </a:cubicBezTo>
                    <a:cubicBezTo>
                      <a:pt x="7475" y="8788"/>
                      <a:pt x="7459" y="8815"/>
                      <a:pt x="7437" y="8837"/>
                    </a:cubicBezTo>
                    <a:cubicBezTo>
                      <a:pt x="7426" y="8848"/>
                      <a:pt x="7426" y="8853"/>
                      <a:pt x="7426" y="8859"/>
                    </a:cubicBezTo>
                    <a:cubicBezTo>
                      <a:pt x="7418" y="8856"/>
                      <a:pt x="7411" y="8855"/>
                      <a:pt x="7405" y="8855"/>
                    </a:cubicBezTo>
                    <a:cubicBezTo>
                      <a:pt x="7399" y="8855"/>
                      <a:pt x="7393" y="8856"/>
                      <a:pt x="7388" y="8859"/>
                    </a:cubicBezTo>
                    <a:cubicBezTo>
                      <a:pt x="7332" y="8859"/>
                      <a:pt x="7272" y="8847"/>
                      <a:pt x="7215" y="8847"/>
                    </a:cubicBezTo>
                    <a:cubicBezTo>
                      <a:pt x="7205" y="8847"/>
                      <a:pt x="7196" y="8847"/>
                      <a:pt x="7187" y="8848"/>
                    </a:cubicBezTo>
                    <a:cubicBezTo>
                      <a:pt x="7116" y="8848"/>
                      <a:pt x="7029" y="8848"/>
                      <a:pt x="6953" y="8853"/>
                    </a:cubicBezTo>
                    <a:cubicBezTo>
                      <a:pt x="6801" y="8864"/>
                      <a:pt x="6643" y="8870"/>
                      <a:pt x="6491" y="8870"/>
                    </a:cubicBezTo>
                    <a:cubicBezTo>
                      <a:pt x="6393" y="8870"/>
                      <a:pt x="6293" y="8865"/>
                      <a:pt x="6193" y="8865"/>
                    </a:cubicBezTo>
                    <a:cubicBezTo>
                      <a:pt x="6144" y="8865"/>
                      <a:pt x="6094" y="8866"/>
                      <a:pt x="6045" y="8870"/>
                    </a:cubicBezTo>
                    <a:cubicBezTo>
                      <a:pt x="5904" y="8875"/>
                      <a:pt x="5735" y="8891"/>
                      <a:pt x="5583" y="8902"/>
                    </a:cubicBezTo>
                    <a:cubicBezTo>
                      <a:pt x="5459" y="8908"/>
                      <a:pt x="5334" y="8909"/>
                      <a:pt x="5210" y="8909"/>
                    </a:cubicBezTo>
                    <a:cubicBezTo>
                      <a:pt x="5169" y="8909"/>
                      <a:pt x="5128" y="8909"/>
                      <a:pt x="5086" y="8909"/>
                    </a:cubicBezTo>
                    <a:cubicBezTo>
                      <a:pt x="4921" y="8909"/>
                      <a:pt x="4757" y="8910"/>
                      <a:pt x="4594" y="8924"/>
                    </a:cubicBezTo>
                    <a:cubicBezTo>
                      <a:pt x="4295" y="8957"/>
                      <a:pt x="4001" y="8962"/>
                      <a:pt x="3702" y="8995"/>
                    </a:cubicBezTo>
                    <a:cubicBezTo>
                      <a:pt x="3422" y="9023"/>
                      <a:pt x="3138" y="9039"/>
                      <a:pt x="2857" y="9039"/>
                    </a:cubicBezTo>
                    <a:cubicBezTo>
                      <a:pt x="2816" y="9039"/>
                      <a:pt x="2776" y="9039"/>
                      <a:pt x="2735" y="9038"/>
                    </a:cubicBezTo>
                    <a:cubicBezTo>
                      <a:pt x="2588" y="9038"/>
                      <a:pt x="2441" y="9033"/>
                      <a:pt x="2300" y="9033"/>
                    </a:cubicBezTo>
                    <a:cubicBezTo>
                      <a:pt x="2229" y="9033"/>
                      <a:pt x="2164" y="9060"/>
                      <a:pt x="2099" y="9060"/>
                    </a:cubicBezTo>
                    <a:cubicBezTo>
                      <a:pt x="2039" y="9060"/>
                      <a:pt x="1974" y="9033"/>
                      <a:pt x="1914" y="9027"/>
                    </a:cubicBezTo>
                    <a:cubicBezTo>
                      <a:pt x="1888" y="9026"/>
                      <a:pt x="1862" y="9025"/>
                      <a:pt x="1836" y="9025"/>
                    </a:cubicBezTo>
                    <a:cubicBezTo>
                      <a:pt x="1757" y="9025"/>
                      <a:pt x="1678" y="9031"/>
                      <a:pt x="1604" y="9044"/>
                    </a:cubicBezTo>
                    <a:cubicBezTo>
                      <a:pt x="1582" y="9044"/>
                      <a:pt x="1561" y="9049"/>
                      <a:pt x="1539" y="9054"/>
                    </a:cubicBezTo>
                    <a:cubicBezTo>
                      <a:pt x="1588" y="8978"/>
                      <a:pt x="1620" y="8902"/>
                      <a:pt x="1664" y="8821"/>
                    </a:cubicBezTo>
                    <a:cubicBezTo>
                      <a:pt x="1713" y="8745"/>
                      <a:pt x="1751" y="8669"/>
                      <a:pt x="1784" y="8587"/>
                    </a:cubicBezTo>
                    <a:cubicBezTo>
                      <a:pt x="1833" y="8597"/>
                      <a:pt x="1882" y="8603"/>
                      <a:pt x="1931" y="8603"/>
                    </a:cubicBezTo>
                    <a:cubicBezTo>
                      <a:pt x="1958" y="8603"/>
                      <a:pt x="1985" y="8602"/>
                      <a:pt x="2012" y="8598"/>
                    </a:cubicBezTo>
                    <a:cubicBezTo>
                      <a:pt x="2159" y="8592"/>
                      <a:pt x="2305" y="8576"/>
                      <a:pt x="2452" y="8571"/>
                    </a:cubicBezTo>
                    <a:cubicBezTo>
                      <a:pt x="2571" y="8562"/>
                      <a:pt x="2679" y="8546"/>
                      <a:pt x="2791" y="8546"/>
                    </a:cubicBezTo>
                    <a:cubicBezTo>
                      <a:pt x="2817" y="8546"/>
                      <a:pt x="2844" y="8547"/>
                      <a:pt x="2871" y="8549"/>
                    </a:cubicBezTo>
                    <a:cubicBezTo>
                      <a:pt x="3028" y="8543"/>
                      <a:pt x="3181" y="8533"/>
                      <a:pt x="3333" y="8505"/>
                    </a:cubicBezTo>
                    <a:cubicBezTo>
                      <a:pt x="3550" y="8485"/>
                      <a:pt x="3771" y="8474"/>
                      <a:pt x="3990" y="8474"/>
                    </a:cubicBezTo>
                    <a:cubicBezTo>
                      <a:pt x="4067" y="8474"/>
                      <a:pt x="4143" y="8475"/>
                      <a:pt x="4219" y="8478"/>
                    </a:cubicBezTo>
                    <a:lnTo>
                      <a:pt x="4626" y="8478"/>
                    </a:lnTo>
                    <a:cubicBezTo>
                      <a:pt x="4762" y="8478"/>
                      <a:pt x="4909" y="8500"/>
                      <a:pt x="5050" y="8511"/>
                    </a:cubicBezTo>
                    <a:cubicBezTo>
                      <a:pt x="5064" y="8511"/>
                      <a:pt x="5077" y="8512"/>
                      <a:pt x="5090" y="8512"/>
                    </a:cubicBezTo>
                    <a:cubicBezTo>
                      <a:pt x="5221" y="8512"/>
                      <a:pt x="5341" y="8489"/>
                      <a:pt x="5469" y="8489"/>
                    </a:cubicBezTo>
                    <a:cubicBezTo>
                      <a:pt x="5621" y="8489"/>
                      <a:pt x="5773" y="8489"/>
                      <a:pt x="5931" y="8473"/>
                    </a:cubicBezTo>
                    <a:cubicBezTo>
                      <a:pt x="6219" y="8451"/>
                      <a:pt x="6502" y="8424"/>
                      <a:pt x="6790" y="8402"/>
                    </a:cubicBezTo>
                    <a:cubicBezTo>
                      <a:pt x="7100" y="8380"/>
                      <a:pt x="7404" y="8321"/>
                      <a:pt x="7714" y="8293"/>
                    </a:cubicBezTo>
                    <a:close/>
                    <a:moveTo>
                      <a:pt x="7055" y="0"/>
                    </a:moveTo>
                    <a:cubicBezTo>
                      <a:pt x="7024" y="0"/>
                      <a:pt x="6993" y="4"/>
                      <a:pt x="6964" y="9"/>
                    </a:cubicBezTo>
                    <a:cubicBezTo>
                      <a:pt x="6752" y="47"/>
                      <a:pt x="6540" y="69"/>
                      <a:pt x="6322" y="96"/>
                    </a:cubicBezTo>
                    <a:cubicBezTo>
                      <a:pt x="6062" y="129"/>
                      <a:pt x="5795" y="113"/>
                      <a:pt x="5534" y="134"/>
                    </a:cubicBezTo>
                    <a:cubicBezTo>
                      <a:pt x="5404" y="145"/>
                      <a:pt x="5276" y="147"/>
                      <a:pt x="5149" y="147"/>
                    </a:cubicBezTo>
                    <a:cubicBezTo>
                      <a:pt x="5107" y="147"/>
                      <a:pt x="5064" y="146"/>
                      <a:pt x="5022" y="146"/>
                    </a:cubicBezTo>
                    <a:cubicBezTo>
                      <a:pt x="4938" y="146"/>
                      <a:pt x="4853" y="147"/>
                      <a:pt x="4768" y="151"/>
                    </a:cubicBezTo>
                    <a:cubicBezTo>
                      <a:pt x="4643" y="151"/>
                      <a:pt x="4518" y="172"/>
                      <a:pt x="4393" y="172"/>
                    </a:cubicBezTo>
                    <a:lnTo>
                      <a:pt x="3974" y="172"/>
                    </a:lnTo>
                    <a:cubicBezTo>
                      <a:pt x="3713" y="172"/>
                      <a:pt x="3458" y="194"/>
                      <a:pt x="3197" y="216"/>
                    </a:cubicBezTo>
                    <a:cubicBezTo>
                      <a:pt x="2914" y="238"/>
                      <a:pt x="2632" y="297"/>
                      <a:pt x="2349" y="341"/>
                    </a:cubicBezTo>
                    <a:cubicBezTo>
                      <a:pt x="2202" y="363"/>
                      <a:pt x="2061" y="379"/>
                      <a:pt x="1914" y="412"/>
                    </a:cubicBezTo>
                    <a:cubicBezTo>
                      <a:pt x="1767" y="439"/>
                      <a:pt x="1615" y="477"/>
                      <a:pt x="1463" y="493"/>
                    </a:cubicBezTo>
                    <a:cubicBezTo>
                      <a:pt x="1327" y="498"/>
                      <a:pt x="1191" y="520"/>
                      <a:pt x="1055" y="547"/>
                    </a:cubicBezTo>
                    <a:cubicBezTo>
                      <a:pt x="968" y="569"/>
                      <a:pt x="838" y="591"/>
                      <a:pt x="762" y="645"/>
                    </a:cubicBezTo>
                    <a:cubicBezTo>
                      <a:pt x="751" y="656"/>
                      <a:pt x="745" y="667"/>
                      <a:pt x="734" y="672"/>
                    </a:cubicBezTo>
                    <a:cubicBezTo>
                      <a:pt x="724" y="672"/>
                      <a:pt x="707" y="678"/>
                      <a:pt x="702" y="694"/>
                    </a:cubicBezTo>
                    <a:lnTo>
                      <a:pt x="696" y="705"/>
                    </a:lnTo>
                    <a:cubicBezTo>
                      <a:pt x="700" y="692"/>
                      <a:pt x="700" y="687"/>
                      <a:pt x="696" y="687"/>
                    </a:cubicBezTo>
                    <a:cubicBezTo>
                      <a:pt x="685" y="687"/>
                      <a:pt x="646" y="740"/>
                      <a:pt x="642" y="749"/>
                    </a:cubicBezTo>
                    <a:cubicBezTo>
                      <a:pt x="615" y="808"/>
                      <a:pt x="604" y="874"/>
                      <a:pt x="571" y="928"/>
                    </a:cubicBezTo>
                    <a:cubicBezTo>
                      <a:pt x="522" y="1037"/>
                      <a:pt x="430" y="1134"/>
                      <a:pt x="387" y="1249"/>
                    </a:cubicBezTo>
                    <a:cubicBezTo>
                      <a:pt x="349" y="1341"/>
                      <a:pt x="305" y="1428"/>
                      <a:pt x="262" y="1520"/>
                    </a:cubicBezTo>
                    <a:cubicBezTo>
                      <a:pt x="234" y="1580"/>
                      <a:pt x="229" y="1651"/>
                      <a:pt x="245" y="1716"/>
                    </a:cubicBezTo>
                    <a:cubicBezTo>
                      <a:pt x="240" y="1732"/>
                      <a:pt x="229" y="1743"/>
                      <a:pt x="223" y="1760"/>
                    </a:cubicBezTo>
                    <a:cubicBezTo>
                      <a:pt x="202" y="1798"/>
                      <a:pt x="202" y="1847"/>
                      <a:pt x="180" y="1879"/>
                    </a:cubicBezTo>
                    <a:cubicBezTo>
                      <a:pt x="164" y="1906"/>
                      <a:pt x="142" y="1934"/>
                      <a:pt x="126" y="1961"/>
                    </a:cubicBezTo>
                    <a:cubicBezTo>
                      <a:pt x="109" y="2015"/>
                      <a:pt x="98" y="2075"/>
                      <a:pt x="82" y="2129"/>
                    </a:cubicBezTo>
                    <a:cubicBezTo>
                      <a:pt x="28" y="2298"/>
                      <a:pt x="1" y="2477"/>
                      <a:pt x="82" y="2635"/>
                    </a:cubicBezTo>
                    <a:cubicBezTo>
                      <a:pt x="82" y="2765"/>
                      <a:pt x="185" y="2869"/>
                      <a:pt x="321" y="2874"/>
                    </a:cubicBezTo>
                    <a:cubicBezTo>
                      <a:pt x="338" y="2874"/>
                      <a:pt x="359" y="2869"/>
                      <a:pt x="381" y="2863"/>
                    </a:cubicBezTo>
                    <a:lnTo>
                      <a:pt x="392" y="2874"/>
                    </a:lnTo>
                    <a:cubicBezTo>
                      <a:pt x="397" y="2879"/>
                      <a:pt x="406" y="2882"/>
                      <a:pt x="414" y="2882"/>
                    </a:cubicBezTo>
                    <a:cubicBezTo>
                      <a:pt x="422" y="2882"/>
                      <a:pt x="430" y="2879"/>
                      <a:pt x="435" y="2874"/>
                    </a:cubicBezTo>
                    <a:lnTo>
                      <a:pt x="435" y="2874"/>
                    </a:lnTo>
                    <a:cubicBezTo>
                      <a:pt x="425" y="3026"/>
                      <a:pt x="408" y="3178"/>
                      <a:pt x="517" y="3287"/>
                    </a:cubicBezTo>
                    <a:lnTo>
                      <a:pt x="512" y="3303"/>
                    </a:lnTo>
                    <a:cubicBezTo>
                      <a:pt x="490" y="3341"/>
                      <a:pt x="490" y="3390"/>
                      <a:pt x="468" y="3423"/>
                    </a:cubicBezTo>
                    <a:cubicBezTo>
                      <a:pt x="446" y="3450"/>
                      <a:pt x="430" y="3477"/>
                      <a:pt x="414" y="3504"/>
                    </a:cubicBezTo>
                    <a:cubicBezTo>
                      <a:pt x="397" y="3559"/>
                      <a:pt x="387" y="3619"/>
                      <a:pt x="370" y="3673"/>
                    </a:cubicBezTo>
                    <a:cubicBezTo>
                      <a:pt x="316" y="3842"/>
                      <a:pt x="289" y="4021"/>
                      <a:pt x="370" y="4179"/>
                    </a:cubicBezTo>
                    <a:cubicBezTo>
                      <a:pt x="370" y="4309"/>
                      <a:pt x="474" y="4412"/>
                      <a:pt x="604" y="4418"/>
                    </a:cubicBezTo>
                    <a:cubicBezTo>
                      <a:pt x="626" y="4418"/>
                      <a:pt x="647" y="4412"/>
                      <a:pt x="664" y="4407"/>
                    </a:cubicBezTo>
                    <a:cubicBezTo>
                      <a:pt x="669" y="4412"/>
                      <a:pt x="675" y="4418"/>
                      <a:pt x="680" y="4418"/>
                    </a:cubicBezTo>
                    <a:cubicBezTo>
                      <a:pt x="686" y="4423"/>
                      <a:pt x="691" y="4423"/>
                      <a:pt x="696" y="4423"/>
                    </a:cubicBezTo>
                    <a:cubicBezTo>
                      <a:pt x="691" y="4461"/>
                      <a:pt x="691" y="4505"/>
                      <a:pt x="691" y="4543"/>
                    </a:cubicBezTo>
                    <a:cubicBezTo>
                      <a:pt x="702" y="4668"/>
                      <a:pt x="686" y="4809"/>
                      <a:pt x="762" y="4907"/>
                    </a:cubicBezTo>
                    <a:cubicBezTo>
                      <a:pt x="756" y="4918"/>
                      <a:pt x="751" y="4929"/>
                      <a:pt x="745" y="4940"/>
                    </a:cubicBezTo>
                    <a:cubicBezTo>
                      <a:pt x="724" y="4978"/>
                      <a:pt x="724" y="5027"/>
                      <a:pt x="702" y="5059"/>
                    </a:cubicBezTo>
                    <a:cubicBezTo>
                      <a:pt x="680" y="5086"/>
                      <a:pt x="664" y="5113"/>
                      <a:pt x="647" y="5141"/>
                    </a:cubicBezTo>
                    <a:cubicBezTo>
                      <a:pt x="626" y="5195"/>
                      <a:pt x="620" y="5255"/>
                      <a:pt x="604" y="5309"/>
                    </a:cubicBezTo>
                    <a:cubicBezTo>
                      <a:pt x="550" y="5478"/>
                      <a:pt x="522" y="5652"/>
                      <a:pt x="604" y="5815"/>
                    </a:cubicBezTo>
                    <a:cubicBezTo>
                      <a:pt x="604" y="5945"/>
                      <a:pt x="707" y="6048"/>
                      <a:pt x="838" y="6054"/>
                    </a:cubicBezTo>
                    <a:cubicBezTo>
                      <a:pt x="859" y="6054"/>
                      <a:pt x="881" y="6048"/>
                      <a:pt x="898" y="6043"/>
                    </a:cubicBezTo>
                    <a:lnTo>
                      <a:pt x="914" y="6054"/>
                    </a:lnTo>
                    <a:cubicBezTo>
                      <a:pt x="892" y="6222"/>
                      <a:pt x="892" y="6396"/>
                      <a:pt x="963" y="6538"/>
                    </a:cubicBezTo>
                    <a:cubicBezTo>
                      <a:pt x="946" y="6554"/>
                      <a:pt x="936" y="6576"/>
                      <a:pt x="925" y="6597"/>
                    </a:cubicBezTo>
                    <a:cubicBezTo>
                      <a:pt x="908" y="6636"/>
                      <a:pt x="903" y="6684"/>
                      <a:pt x="887" y="6717"/>
                    </a:cubicBezTo>
                    <a:cubicBezTo>
                      <a:pt x="865" y="6744"/>
                      <a:pt x="849" y="6771"/>
                      <a:pt x="832" y="6799"/>
                    </a:cubicBezTo>
                    <a:cubicBezTo>
                      <a:pt x="811" y="6853"/>
                      <a:pt x="800" y="6913"/>
                      <a:pt x="783" y="6967"/>
                    </a:cubicBezTo>
                    <a:cubicBezTo>
                      <a:pt x="734" y="7136"/>
                      <a:pt x="707" y="7315"/>
                      <a:pt x="783" y="7473"/>
                    </a:cubicBezTo>
                    <a:cubicBezTo>
                      <a:pt x="783" y="7607"/>
                      <a:pt x="891" y="7710"/>
                      <a:pt x="1017" y="7710"/>
                    </a:cubicBezTo>
                    <a:cubicBezTo>
                      <a:pt x="1038" y="7710"/>
                      <a:pt x="1060" y="7707"/>
                      <a:pt x="1082" y="7701"/>
                    </a:cubicBezTo>
                    <a:lnTo>
                      <a:pt x="1093" y="7712"/>
                    </a:lnTo>
                    <a:lnTo>
                      <a:pt x="1099" y="7712"/>
                    </a:lnTo>
                    <a:cubicBezTo>
                      <a:pt x="1099" y="7717"/>
                      <a:pt x="1099" y="7728"/>
                      <a:pt x="1099" y="7734"/>
                    </a:cubicBezTo>
                    <a:cubicBezTo>
                      <a:pt x="1120" y="7880"/>
                      <a:pt x="1131" y="8033"/>
                      <a:pt x="1131" y="8179"/>
                    </a:cubicBezTo>
                    <a:cubicBezTo>
                      <a:pt x="1131" y="8315"/>
                      <a:pt x="1142" y="8457"/>
                      <a:pt x="1164" y="8587"/>
                    </a:cubicBezTo>
                    <a:cubicBezTo>
                      <a:pt x="1186" y="8745"/>
                      <a:pt x="1224" y="8897"/>
                      <a:pt x="1278" y="9044"/>
                    </a:cubicBezTo>
                    <a:cubicBezTo>
                      <a:pt x="1311" y="9125"/>
                      <a:pt x="1354" y="9239"/>
                      <a:pt x="1447" y="9261"/>
                    </a:cubicBezTo>
                    <a:cubicBezTo>
                      <a:pt x="1457" y="9262"/>
                      <a:pt x="1467" y="9263"/>
                      <a:pt x="1478" y="9263"/>
                    </a:cubicBezTo>
                    <a:cubicBezTo>
                      <a:pt x="1513" y="9263"/>
                      <a:pt x="1548" y="9256"/>
                      <a:pt x="1577" y="9239"/>
                    </a:cubicBezTo>
                    <a:cubicBezTo>
                      <a:pt x="1642" y="9218"/>
                      <a:pt x="1707" y="9207"/>
                      <a:pt x="1773" y="9207"/>
                    </a:cubicBezTo>
                    <a:cubicBezTo>
                      <a:pt x="1800" y="9202"/>
                      <a:pt x="1828" y="9200"/>
                      <a:pt x="1855" y="9200"/>
                    </a:cubicBezTo>
                    <a:cubicBezTo>
                      <a:pt x="1892" y="9200"/>
                      <a:pt x="1928" y="9204"/>
                      <a:pt x="1963" y="9207"/>
                    </a:cubicBezTo>
                    <a:cubicBezTo>
                      <a:pt x="2012" y="9223"/>
                      <a:pt x="2061" y="9234"/>
                      <a:pt x="2110" y="9234"/>
                    </a:cubicBezTo>
                    <a:cubicBezTo>
                      <a:pt x="2186" y="9234"/>
                      <a:pt x="2256" y="9207"/>
                      <a:pt x="2333" y="9207"/>
                    </a:cubicBezTo>
                    <a:lnTo>
                      <a:pt x="2593" y="9207"/>
                    </a:lnTo>
                    <a:cubicBezTo>
                      <a:pt x="2678" y="9209"/>
                      <a:pt x="2762" y="9211"/>
                      <a:pt x="2847" y="9211"/>
                    </a:cubicBezTo>
                    <a:cubicBezTo>
                      <a:pt x="3101" y="9211"/>
                      <a:pt x="3357" y="9198"/>
                      <a:pt x="3610" y="9174"/>
                    </a:cubicBezTo>
                    <a:cubicBezTo>
                      <a:pt x="3925" y="9141"/>
                      <a:pt x="4235" y="9136"/>
                      <a:pt x="4545" y="9109"/>
                    </a:cubicBezTo>
                    <a:cubicBezTo>
                      <a:pt x="4887" y="9071"/>
                      <a:pt x="5230" y="9098"/>
                      <a:pt x="5572" y="9076"/>
                    </a:cubicBezTo>
                    <a:cubicBezTo>
                      <a:pt x="5730" y="9065"/>
                      <a:pt x="5888" y="9049"/>
                      <a:pt x="6040" y="9044"/>
                    </a:cubicBezTo>
                    <a:cubicBezTo>
                      <a:pt x="6079" y="9041"/>
                      <a:pt x="6119" y="9040"/>
                      <a:pt x="6160" y="9040"/>
                    </a:cubicBezTo>
                    <a:cubicBezTo>
                      <a:pt x="6281" y="9040"/>
                      <a:pt x="6405" y="9049"/>
                      <a:pt x="6524" y="9049"/>
                    </a:cubicBezTo>
                    <a:cubicBezTo>
                      <a:pt x="6708" y="9049"/>
                      <a:pt x="6888" y="9027"/>
                      <a:pt x="7073" y="9022"/>
                    </a:cubicBezTo>
                    <a:cubicBezTo>
                      <a:pt x="7116" y="9019"/>
                      <a:pt x="7160" y="9018"/>
                      <a:pt x="7203" y="9018"/>
                    </a:cubicBezTo>
                    <a:cubicBezTo>
                      <a:pt x="7247" y="9018"/>
                      <a:pt x="7290" y="9019"/>
                      <a:pt x="7334" y="9022"/>
                    </a:cubicBezTo>
                    <a:cubicBezTo>
                      <a:pt x="7369" y="9028"/>
                      <a:pt x="7403" y="9037"/>
                      <a:pt x="7437" y="9037"/>
                    </a:cubicBezTo>
                    <a:cubicBezTo>
                      <a:pt x="7464" y="9037"/>
                      <a:pt x="7491" y="9031"/>
                      <a:pt x="7518" y="9011"/>
                    </a:cubicBezTo>
                    <a:cubicBezTo>
                      <a:pt x="7556" y="8978"/>
                      <a:pt x="7584" y="8940"/>
                      <a:pt x="7605" y="8897"/>
                    </a:cubicBezTo>
                    <a:cubicBezTo>
                      <a:pt x="7649" y="8832"/>
                      <a:pt x="7681" y="8761"/>
                      <a:pt x="7714" y="8690"/>
                    </a:cubicBezTo>
                    <a:cubicBezTo>
                      <a:pt x="7768" y="8543"/>
                      <a:pt x="7866" y="8418"/>
                      <a:pt x="7899" y="8261"/>
                    </a:cubicBezTo>
                    <a:cubicBezTo>
                      <a:pt x="7969" y="8250"/>
                      <a:pt x="8029" y="8206"/>
                      <a:pt x="8067" y="8141"/>
                    </a:cubicBezTo>
                    <a:cubicBezTo>
                      <a:pt x="8100" y="8081"/>
                      <a:pt x="8116" y="8011"/>
                      <a:pt x="8116" y="7940"/>
                    </a:cubicBezTo>
                    <a:cubicBezTo>
                      <a:pt x="8122" y="7924"/>
                      <a:pt x="8133" y="7902"/>
                      <a:pt x="8133" y="7880"/>
                    </a:cubicBezTo>
                    <a:cubicBezTo>
                      <a:pt x="8143" y="7647"/>
                      <a:pt x="8056" y="7418"/>
                      <a:pt x="8018" y="7190"/>
                    </a:cubicBezTo>
                    <a:lnTo>
                      <a:pt x="8018" y="7190"/>
                    </a:lnTo>
                    <a:lnTo>
                      <a:pt x="8024" y="7195"/>
                    </a:lnTo>
                    <a:cubicBezTo>
                      <a:pt x="8008" y="7081"/>
                      <a:pt x="8008" y="6967"/>
                      <a:pt x="7991" y="6853"/>
                    </a:cubicBezTo>
                    <a:cubicBezTo>
                      <a:pt x="7969" y="6733"/>
                      <a:pt x="7953" y="6614"/>
                      <a:pt x="7948" y="6489"/>
                    </a:cubicBezTo>
                    <a:cubicBezTo>
                      <a:pt x="7931" y="6244"/>
                      <a:pt x="7893" y="6000"/>
                      <a:pt x="7872" y="5755"/>
                    </a:cubicBezTo>
                    <a:cubicBezTo>
                      <a:pt x="7850" y="5489"/>
                      <a:pt x="7768" y="5228"/>
                      <a:pt x="7752" y="4961"/>
                    </a:cubicBezTo>
                    <a:cubicBezTo>
                      <a:pt x="7736" y="4706"/>
                      <a:pt x="7687" y="4450"/>
                      <a:pt x="7681" y="4195"/>
                    </a:cubicBezTo>
                    <a:cubicBezTo>
                      <a:pt x="7671" y="3923"/>
                      <a:pt x="7600" y="3657"/>
                      <a:pt x="7573" y="3385"/>
                    </a:cubicBezTo>
                    <a:cubicBezTo>
                      <a:pt x="7556" y="3271"/>
                      <a:pt x="7573" y="3157"/>
                      <a:pt x="7556" y="3037"/>
                    </a:cubicBezTo>
                    <a:cubicBezTo>
                      <a:pt x="7540" y="2901"/>
                      <a:pt x="7529" y="2765"/>
                      <a:pt x="7513" y="2635"/>
                    </a:cubicBezTo>
                    <a:cubicBezTo>
                      <a:pt x="7480" y="2390"/>
                      <a:pt x="7480" y="2146"/>
                      <a:pt x="7442" y="1901"/>
                    </a:cubicBezTo>
                    <a:cubicBezTo>
                      <a:pt x="7399" y="1645"/>
                      <a:pt x="7404" y="1363"/>
                      <a:pt x="7382" y="1102"/>
                    </a:cubicBezTo>
                    <a:cubicBezTo>
                      <a:pt x="7372" y="841"/>
                      <a:pt x="7339" y="585"/>
                      <a:pt x="7295" y="330"/>
                    </a:cubicBezTo>
                    <a:cubicBezTo>
                      <a:pt x="7279" y="248"/>
                      <a:pt x="7263" y="129"/>
                      <a:pt x="7208" y="58"/>
                    </a:cubicBezTo>
                    <a:cubicBezTo>
                      <a:pt x="7176" y="15"/>
                      <a:pt x="7117" y="0"/>
                      <a:pt x="70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120"/>
            <p:cNvGrpSpPr/>
            <p:nvPr/>
          </p:nvGrpSpPr>
          <p:grpSpPr>
            <a:xfrm>
              <a:off x="7777383" y="2877853"/>
              <a:ext cx="274309" cy="238543"/>
              <a:chOff x="5035600" y="3914850"/>
              <a:chExt cx="214875" cy="180975"/>
            </a:xfrm>
          </p:grpSpPr>
          <p:sp>
            <p:nvSpPr>
              <p:cNvPr id="5485" name="Google Shape;5485;p120"/>
              <p:cNvSpPr/>
              <p:nvPr/>
            </p:nvSpPr>
            <p:spPr>
              <a:xfrm>
                <a:off x="5035600" y="3914850"/>
                <a:ext cx="214875" cy="180975"/>
              </a:xfrm>
              <a:custGeom>
                <a:rect b="b" l="l" r="r" t="t"/>
                <a:pathLst>
                  <a:path extrusionOk="0" h="7239" w="8595">
                    <a:moveTo>
                      <a:pt x="4378" y="923"/>
                    </a:moveTo>
                    <a:cubicBezTo>
                      <a:pt x="4387" y="923"/>
                      <a:pt x="4395" y="923"/>
                      <a:pt x="4404" y="924"/>
                    </a:cubicBezTo>
                    <a:lnTo>
                      <a:pt x="4442" y="924"/>
                    </a:lnTo>
                    <a:cubicBezTo>
                      <a:pt x="4442" y="940"/>
                      <a:pt x="4442" y="951"/>
                      <a:pt x="4447" y="968"/>
                    </a:cubicBezTo>
                    <a:cubicBezTo>
                      <a:pt x="4464" y="995"/>
                      <a:pt x="4491" y="1006"/>
                      <a:pt x="4507" y="1033"/>
                    </a:cubicBezTo>
                    <a:cubicBezTo>
                      <a:pt x="4523" y="1065"/>
                      <a:pt x="4529" y="1104"/>
                      <a:pt x="4523" y="1147"/>
                    </a:cubicBezTo>
                    <a:cubicBezTo>
                      <a:pt x="4507" y="1207"/>
                      <a:pt x="4502" y="1272"/>
                      <a:pt x="4502" y="1332"/>
                    </a:cubicBezTo>
                    <a:cubicBezTo>
                      <a:pt x="4490" y="1340"/>
                      <a:pt x="4478" y="1345"/>
                      <a:pt x="4464" y="1345"/>
                    </a:cubicBezTo>
                    <a:cubicBezTo>
                      <a:pt x="4459" y="1345"/>
                      <a:pt x="4453" y="1344"/>
                      <a:pt x="4447" y="1343"/>
                    </a:cubicBezTo>
                    <a:cubicBezTo>
                      <a:pt x="4339" y="1326"/>
                      <a:pt x="4224" y="1316"/>
                      <a:pt x="4110" y="1316"/>
                    </a:cubicBezTo>
                    <a:cubicBezTo>
                      <a:pt x="3985" y="1316"/>
                      <a:pt x="3855" y="1348"/>
                      <a:pt x="3730" y="1354"/>
                    </a:cubicBezTo>
                    <a:lnTo>
                      <a:pt x="3670" y="1354"/>
                    </a:lnTo>
                    <a:cubicBezTo>
                      <a:pt x="3670" y="1348"/>
                      <a:pt x="3664" y="1343"/>
                      <a:pt x="3664" y="1337"/>
                    </a:cubicBezTo>
                    <a:cubicBezTo>
                      <a:pt x="3654" y="1326"/>
                      <a:pt x="3648" y="1316"/>
                      <a:pt x="3637" y="1305"/>
                    </a:cubicBezTo>
                    <a:cubicBezTo>
                      <a:pt x="3643" y="1256"/>
                      <a:pt x="3659" y="1212"/>
                      <a:pt x="3659" y="1163"/>
                    </a:cubicBezTo>
                    <a:cubicBezTo>
                      <a:pt x="3659" y="1098"/>
                      <a:pt x="3654" y="1049"/>
                      <a:pt x="3713" y="1011"/>
                    </a:cubicBezTo>
                    <a:cubicBezTo>
                      <a:pt x="3757" y="989"/>
                      <a:pt x="3795" y="978"/>
                      <a:pt x="3838" y="968"/>
                    </a:cubicBezTo>
                    <a:cubicBezTo>
                      <a:pt x="3969" y="940"/>
                      <a:pt x="4094" y="930"/>
                      <a:pt x="4224" y="930"/>
                    </a:cubicBezTo>
                    <a:lnTo>
                      <a:pt x="4224" y="935"/>
                    </a:lnTo>
                    <a:cubicBezTo>
                      <a:pt x="4276" y="935"/>
                      <a:pt x="4327" y="923"/>
                      <a:pt x="4378" y="923"/>
                    </a:cubicBezTo>
                    <a:close/>
                    <a:moveTo>
                      <a:pt x="4378" y="2005"/>
                    </a:moveTo>
                    <a:cubicBezTo>
                      <a:pt x="4387" y="2005"/>
                      <a:pt x="4395" y="2005"/>
                      <a:pt x="4404" y="2006"/>
                    </a:cubicBezTo>
                    <a:lnTo>
                      <a:pt x="4442" y="2006"/>
                    </a:lnTo>
                    <a:cubicBezTo>
                      <a:pt x="4442" y="2022"/>
                      <a:pt x="4442" y="2038"/>
                      <a:pt x="4447" y="2049"/>
                    </a:cubicBezTo>
                    <a:lnTo>
                      <a:pt x="4447" y="2055"/>
                    </a:lnTo>
                    <a:cubicBezTo>
                      <a:pt x="4464" y="2087"/>
                      <a:pt x="4491" y="2093"/>
                      <a:pt x="4507" y="2120"/>
                    </a:cubicBezTo>
                    <a:cubicBezTo>
                      <a:pt x="4523" y="2153"/>
                      <a:pt x="4529" y="2196"/>
                      <a:pt x="4523" y="2234"/>
                    </a:cubicBezTo>
                    <a:lnTo>
                      <a:pt x="4523" y="2240"/>
                    </a:lnTo>
                    <a:cubicBezTo>
                      <a:pt x="4507" y="2294"/>
                      <a:pt x="4502" y="2359"/>
                      <a:pt x="4502" y="2419"/>
                    </a:cubicBezTo>
                    <a:cubicBezTo>
                      <a:pt x="4490" y="2427"/>
                      <a:pt x="4478" y="2432"/>
                      <a:pt x="4464" y="2432"/>
                    </a:cubicBezTo>
                    <a:cubicBezTo>
                      <a:pt x="4459" y="2432"/>
                      <a:pt x="4453" y="2431"/>
                      <a:pt x="4447" y="2430"/>
                    </a:cubicBezTo>
                    <a:cubicBezTo>
                      <a:pt x="4355" y="2414"/>
                      <a:pt x="4257" y="2408"/>
                      <a:pt x="4159" y="2408"/>
                    </a:cubicBezTo>
                    <a:cubicBezTo>
                      <a:pt x="4146" y="2395"/>
                      <a:pt x="4128" y="2388"/>
                      <a:pt x="4110" y="2388"/>
                    </a:cubicBezTo>
                    <a:cubicBezTo>
                      <a:pt x="4093" y="2388"/>
                      <a:pt x="4075" y="2395"/>
                      <a:pt x="4061" y="2408"/>
                    </a:cubicBezTo>
                    <a:cubicBezTo>
                      <a:pt x="3953" y="2414"/>
                      <a:pt x="3838" y="2435"/>
                      <a:pt x="3730" y="2441"/>
                    </a:cubicBezTo>
                    <a:lnTo>
                      <a:pt x="3670" y="2441"/>
                    </a:lnTo>
                    <a:cubicBezTo>
                      <a:pt x="3670" y="2430"/>
                      <a:pt x="3664" y="2424"/>
                      <a:pt x="3664" y="2424"/>
                    </a:cubicBezTo>
                    <a:cubicBezTo>
                      <a:pt x="3654" y="2408"/>
                      <a:pt x="3648" y="2397"/>
                      <a:pt x="3637" y="2386"/>
                    </a:cubicBezTo>
                    <a:cubicBezTo>
                      <a:pt x="3643" y="2343"/>
                      <a:pt x="3659" y="2294"/>
                      <a:pt x="3659" y="2250"/>
                    </a:cubicBezTo>
                    <a:cubicBezTo>
                      <a:pt x="3659" y="2180"/>
                      <a:pt x="3654" y="2131"/>
                      <a:pt x="3713" y="2098"/>
                    </a:cubicBezTo>
                    <a:cubicBezTo>
                      <a:pt x="3757" y="2077"/>
                      <a:pt x="3795" y="2066"/>
                      <a:pt x="3838" y="2055"/>
                    </a:cubicBezTo>
                    <a:cubicBezTo>
                      <a:pt x="3952" y="2031"/>
                      <a:pt x="4062" y="2016"/>
                      <a:pt x="4174" y="2016"/>
                    </a:cubicBezTo>
                    <a:cubicBezTo>
                      <a:pt x="4191" y="2016"/>
                      <a:pt x="4208" y="2016"/>
                      <a:pt x="4224" y="2017"/>
                    </a:cubicBezTo>
                    <a:cubicBezTo>
                      <a:pt x="4276" y="2017"/>
                      <a:pt x="4327" y="2005"/>
                      <a:pt x="4378" y="2005"/>
                    </a:cubicBezTo>
                    <a:close/>
                    <a:moveTo>
                      <a:pt x="4404" y="3082"/>
                    </a:moveTo>
                    <a:cubicBezTo>
                      <a:pt x="4415" y="3082"/>
                      <a:pt x="4431" y="3082"/>
                      <a:pt x="4442" y="3088"/>
                    </a:cubicBezTo>
                    <a:cubicBezTo>
                      <a:pt x="4442" y="3098"/>
                      <a:pt x="4442" y="3115"/>
                      <a:pt x="4447" y="3126"/>
                    </a:cubicBezTo>
                    <a:lnTo>
                      <a:pt x="4447" y="3131"/>
                    </a:lnTo>
                    <a:cubicBezTo>
                      <a:pt x="4464" y="3158"/>
                      <a:pt x="4491" y="3169"/>
                      <a:pt x="4507" y="3196"/>
                    </a:cubicBezTo>
                    <a:cubicBezTo>
                      <a:pt x="4523" y="3229"/>
                      <a:pt x="4529" y="3267"/>
                      <a:pt x="4523" y="3310"/>
                    </a:cubicBezTo>
                    <a:cubicBezTo>
                      <a:pt x="4507" y="3370"/>
                      <a:pt x="4502" y="3435"/>
                      <a:pt x="4502" y="3495"/>
                    </a:cubicBezTo>
                    <a:cubicBezTo>
                      <a:pt x="4490" y="3503"/>
                      <a:pt x="4478" y="3508"/>
                      <a:pt x="4464" y="3508"/>
                    </a:cubicBezTo>
                    <a:cubicBezTo>
                      <a:pt x="4459" y="3508"/>
                      <a:pt x="4453" y="3508"/>
                      <a:pt x="4447" y="3506"/>
                    </a:cubicBezTo>
                    <a:cubicBezTo>
                      <a:pt x="4339" y="3490"/>
                      <a:pt x="4224" y="3479"/>
                      <a:pt x="4116" y="3479"/>
                    </a:cubicBezTo>
                    <a:cubicBezTo>
                      <a:pt x="3985" y="3484"/>
                      <a:pt x="3860" y="3512"/>
                      <a:pt x="3730" y="3517"/>
                    </a:cubicBezTo>
                    <a:cubicBezTo>
                      <a:pt x="3719" y="3517"/>
                      <a:pt x="3706" y="3519"/>
                      <a:pt x="3691" y="3519"/>
                    </a:cubicBezTo>
                    <a:cubicBezTo>
                      <a:pt x="3684" y="3519"/>
                      <a:pt x="3677" y="3519"/>
                      <a:pt x="3670" y="3517"/>
                    </a:cubicBezTo>
                    <a:cubicBezTo>
                      <a:pt x="3670" y="3512"/>
                      <a:pt x="3664" y="3506"/>
                      <a:pt x="3664" y="3501"/>
                    </a:cubicBezTo>
                    <a:cubicBezTo>
                      <a:pt x="3654" y="3490"/>
                      <a:pt x="3648" y="3479"/>
                      <a:pt x="3637" y="3468"/>
                    </a:cubicBezTo>
                    <a:cubicBezTo>
                      <a:pt x="3643" y="3419"/>
                      <a:pt x="3659" y="3376"/>
                      <a:pt x="3659" y="3327"/>
                    </a:cubicBezTo>
                    <a:cubicBezTo>
                      <a:pt x="3659" y="3256"/>
                      <a:pt x="3654" y="3213"/>
                      <a:pt x="3713" y="3175"/>
                    </a:cubicBezTo>
                    <a:cubicBezTo>
                      <a:pt x="3757" y="3153"/>
                      <a:pt x="3795" y="3142"/>
                      <a:pt x="3838" y="3131"/>
                    </a:cubicBezTo>
                    <a:cubicBezTo>
                      <a:pt x="3969" y="3104"/>
                      <a:pt x="4094" y="3093"/>
                      <a:pt x="4224" y="3093"/>
                    </a:cubicBezTo>
                    <a:cubicBezTo>
                      <a:pt x="4284" y="3093"/>
                      <a:pt x="4344" y="3082"/>
                      <a:pt x="4404" y="3082"/>
                    </a:cubicBezTo>
                    <a:close/>
                    <a:moveTo>
                      <a:pt x="4404" y="4169"/>
                    </a:moveTo>
                    <a:cubicBezTo>
                      <a:pt x="4415" y="4169"/>
                      <a:pt x="4431" y="4175"/>
                      <a:pt x="4442" y="4175"/>
                    </a:cubicBezTo>
                    <a:cubicBezTo>
                      <a:pt x="4442" y="4191"/>
                      <a:pt x="4442" y="4202"/>
                      <a:pt x="4447" y="4218"/>
                    </a:cubicBezTo>
                    <a:cubicBezTo>
                      <a:pt x="4464" y="4245"/>
                      <a:pt x="4491" y="4256"/>
                      <a:pt x="4507" y="4278"/>
                    </a:cubicBezTo>
                    <a:cubicBezTo>
                      <a:pt x="4523" y="4316"/>
                      <a:pt x="4529" y="4354"/>
                      <a:pt x="4523" y="4398"/>
                    </a:cubicBezTo>
                    <a:cubicBezTo>
                      <a:pt x="4507" y="4457"/>
                      <a:pt x="4502" y="4523"/>
                      <a:pt x="4502" y="4582"/>
                    </a:cubicBezTo>
                    <a:cubicBezTo>
                      <a:pt x="4490" y="4590"/>
                      <a:pt x="4478" y="4595"/>
                      <a:pt x="4464" y="4595"/>
                    </a:cubicBezTo>
                    <a:cubicBezTo>
                      <a:pt x="4459" y="4595"/>
                      <a:pt x="4453" y="4595"/>
                      <a:pt x="4447" y="4593"/>
                    </a:cubicBezTo>
                    <a:cubicBezTo>
                      <a:pt x="4339" y="4577"/>
                      <a:pt x="4224" y="4566"/>
                      <a:pt x="4116" y="4566"/>
                    </a:cubicBezTo>
                    <a:cubicBezTo>
                      <a:pt x="3985" y="4572"/>
                      <a:pt x="3860" y="4599"/>
                      <a:pt x="3730" y="4604"/>
                    </a:cubicBezTo>
                    <a:lnTo>
                      <a:pt x="3670" y="4604"/>
                    </a:lnTo>
                    <a:cubicBezTo>
                      <a:pt x="3670" y="4599"/>
                      <a:pt x="3664" y="4593"/>
                      <a:pt x="3664" y="4588"/>
                    </a:cubicBezTo>
                    <a:cubicBezTo>
                      <a:pt x="3654" y="4572"/>
                      <a:pt x="3648" y="4561"/>
                      <a:pt x="3637" y="4550"/>
                    </a:cubicBezTo>
                    <a:cubicBezTo>
                      <a:pt x="3643" y="4506"/>
                      <a:pt x="3659" y="4457"/>
                      <a:pt x="3659" y="4414"/>
                    </a:cubicBezTo>
                    <a:cubicBezTo>
                      <a:pt x="3659" y="4349"/>
                      <a:pt x="3654" y="4294"/>
                      <a:pt x="3713" y="4262"/>
                    </a:cubicBezTo>
                    <a:cubicBezTo>
                      <a:pt x="3757" y="4240"/>
                      <a:pt x="3795" y="4229"/>
                      <a:pt x="3838" y="4218"/>
                    </a:cubicBezTo>
                    <a:cubicBezTo>
                      <a:pt x="3882" y="4207"/>
                      <a:pt x="3920" y="4202"/>
                      <a:pt x="3963" y="4196"/>
                    </a:cubicBezTo>
                    <a:cubicBezTo>
                      <a:pt x="3988" y="4214"/>
                      <a:pt x="4017" y="4222"/>
                      <a:pt x="4046" y="4222"/>
                    </a:cubicBezTo>
                    <a:cubicBezTo>
                      <a:pt x="4082" y="4222"/>
                      <a:pt x="4118" y="4210"/>
                      <a:pt x="4148" y="4186"/>
                    </a:cubicBezTo>
                    <a:lnTo>
                      <a:pt x="4224" y="4186"/>
                    </a:lnTo>
                    <a:cubicBezTo>
                      <a:pt x="4284" y="4186"/>
                      <a:pt x="4344" y="4169"/>
                      <a:pt x="4404" y="4169"/>
                    </a:cubicBezTo>
                    <a:close/>
                    <a:moveTo>
                      <a:pt x="4398" y="5316"/>
                    </a:moveTo>
                    <a:cubicBezTo>
                      <a:pt x="4415" y="5316"/>
                      <a:pt x="4426" y="5316"/>
                      <a:pt x="4442" y="5322"/>
                    </a:cubicBezTo>
                    <a:cubicBezTo>
                      <a:pt x="4436" y="5333"/>
                      <a:pt x="4442" y="5349"/>
                      <a:pt x="4447" y="5360"/>
                    </a:cubicBezTo>
                    <a:cubicBezTo>
                      <a:pt x="4458" y="5392"/>
                      <a:pt x="4491" y="5398"/>
                      <a:pt x="4507" y="5425"/>
                    </a:cubicBezTo>
                    <a:cubicBezTo>
                      <a:pt x="4523" y="5458"/>
                      <a:pt x="4529" y="5501"/>
                      <a:pt x="4523" y="5539"/>
                    </a:cubicBezTo>
                    <a:lnTo>
                      <a:pt x="4523" y="5545"/>
                    </a:lnTo>
                    <a:cubicBezTo>
                      <a:pt x="4507" y="5604"/>
                      <a:pt x="4502" y="5664"/>
                      <a:pt x="4502" y="5724"/>
                    </a:cubicBezTo>
                    <a:cubicBezTo>
                      <a:pt x="4490" y="5732"/>
                      <a:pt x="4475" y="5737"/>
                      <a:pt x="4461" y="5737"/>
                    </a:cubicBezTo>
                    <a:cubicBezTo>
                      <a:pt x="4456" y="5737"/>
                      <a:pt x="4452" y="5736"/>
                      <a:pt x="4447" y="5735"/>
                    </a:cubicBezTo>
                    <a:cubicBezTo>
                      <a:pt x="4339" y="5719"/>
                      <a:pt x="4224" y="5713"/>
                      <a:pt x="4110" y="5713"/>
                    </a:cubicBezTo>
                    <a:lnTo>
                      <a:pt x="4110" y="5708"/>
                    </a:lnTo>
                    <a:cubicBezTo>
                      <a:pt x="3985" y="5708"/>
                      <a:pt x="3855" y="5740"/>
                      <a:pt x="3730" y="5746"/>
                    </a:cubicBezTo>
                    <a:cubicBezTo>
                      <a:pt x="3713" y="5746"/>
                      <a:pt x="3692" y="5751"/>
                      <a:pt x="3670" y="5751"/>
                    </a:cubicBezTo>
                    <a:cubicBezTo>
                      <a:pt x="3670" y="5740"/>
                      <a:pt x="3664" y="5735"/>
                      <a:pt x="3664" y="5729"/>
                    </a:cubicBezTo>
                    <a:cubicBezTo>
                      <a:pt x="3654" y="5719"/>
                      <a:pt x="3648" y="5708"/>
                      <a:pt x="3637" y="5697"/>
                    </a:cubicBezTo>
                    <a:cubicBezTo>
                      <a:pt x="3643" y="5653"/>
                      <a:pt x="3659" y="5604"/>
                      <a:pt x="3659" y="5555"/>
                    </a:cubicBezTo>
                    <a:cubicBezTo>
                      <a:pt x="3659" y="5496"/>
                      <a:pt x="3654" y="5441"/>
                      <a:pt x="3713" y="5409"/>
                    </a:cubicBezTo>
                    <a:cubicBezTo>
                      <a:pt x="3751" y="5387"/>
                      <a:pt x="3795" y="5371"/>
                      <a:pt x="3838" y="5365"/>
                    </a:cubicBezTo>
                    <a:cubicBezTo>
                      <a:pt x="3876" y="5354"/>
                      <a:pt x="3915" y="5349"/>
                      <a:pt x="3953" y="5343"/>
                    </a:cubicBezTo>
                    <a:cubicBezTo>
                      <a:pt x="3970" y="5396"/>
                      <a:pt x="4018" y="5421"/>
                      <a:pt x="4068" y="5421"/>
                    </a:cubicBezTo>
                    <a:cubicBezTo>
                      <a:pt x="4126" y="5421"/>
                      <a:pt x="4185" y="5388"/>
                      <a:pt x="4203" y="5327"/>
                    </a:cubicBezTo>
                    <a:lnTo>
                      <a:pt x="4224" y="5327"/>
                    </a:lnTo>
                    <a:cubicBezTo>
                      <a:pt x="4284" y="5327"/>
                      <a:pt x="4344" y="5316"/>
                      <a:pt x="4398" y="5316"/>
                    </a:cubicBezTo>
                    <a:close/>
                    <a:moveTo>
                      <a:pt x="4181" y="207"/>
                    </a:moveTo>
                    <a:cubicBezTo>
                      <a:pt x="4192" y="212"/>
                      <a:pt x="4208" y="217"/>
                      <a:pt x="4219" y="217"/>
                    </a:cubicBezTo>
                    <a:cubicBezTo>
                      <a:pt x="4306" y="228"/>
                      <a:pt x="4393" y="239"/>
                      <a:pt x="4485" y="245"/>
                    </a:cubicBezTo>
                    <a:cubicBezTo>
                      <a:pt x="4670" y="250"/>
                      <a:pt x="4850" y="256"/>
                      <a:pt x="5029" y="272"/>
                    </a:cubicBezTo>
                    <a:cubicBezTo>
                      <a:pt x="5214" y="294"/>
                      <a:pt x="5409" y="294"/>
                      <a:pt x="5600" y="321"/>
                    </a:cubicBezTo>
                    <a:cubicBezTo>
                      <a:pt x="5701" y="330"/>
                      <a:pt x="5803" y="334"/>
                      <a:pt x="5905" y="334"/>
                    </a:cubicBezTo>
                    <a:cubicBezTo>
                      <a:pt x="5988" y="334"/>
                      <a:pt x="6071" y="331"/>
                      <a:pt x="6154" y="326"/>
                    </a:cubicBezTo>
                    <a:cubicBezTo>
                      <a:pt x="6325" y="321"/>
                      <a:pt x="6486" y="293"/>
                      <a:pt x="6655" y="293"/>
                    </a:cubicBezTo>
                    <a:cubicBezTo>
                      <a:pt x="6669" y="293"/>
                      <a:pt x="6684" y="293"/>
                      <a:pt x="6698" y="294"/>
                    </a:cubicBezTo>
                    <a:cubicBezTo>
                      <a:pt x="6893" y="294"/>
                      <a:pt x="7084" y="283"/>
                      <a:pt x="7279" y="272"/>
                    </a:cubicBezTo>
                    <a:cubicBezTo>
                      <a:pt x="7377" y="264"/>
                      <a:pt x="7474" y="261"/>
                      <a:pt x="7570" y="261"/>
                    </a:cubicBezTo>
                    <a:cubicBezTo>
                      <a:pt x="7667" y="261"/>
                      <a:pt x="7763" y="264"/>
                      <a:pt x="7861" y="266"/>
                    </a:cubicBezTo>
                    <a:cubicBezTo>
                      <a:pt x="7919" y="266"/>
                      <a:pt x="7979" y="262"/>
                      <a:pt x="8039" y="262"/>
                    </a:cubicBezTo>
                    <a:cubicBezTo>
                      <a:pt x="8069" y="262"/>
                      <a:pt x="8098" y="263"/>
                      <a:pt x="8127" y="266"/>
                    </a:cubicBezTo>
                    <a:cubicBezTo>
                      <a:pt x="8176" y="266"/>
                      <a:pt x="8220" y="283"/>
                      <a:pt x="8269" y="294"/>
                    </a:cubicBezTo>
                    <a:lnTo>
                      <a:pt x="8318" y="294"/>
                    </a:lnTo>
                    <a:cubicBezTo>
                      <a:pt x="8323" y="424"/>
                      <a:pt x="8279" y="565"/>
                      <a:pt x="8279" y="690"/>
                    </a:cubicBezTo>
                    <a:cubicBezTo>
                      <a:pt x="8269" y="870"/>
                      <a:pt x="8269" y="1049"/>
                      <a:pt x="8285" y="1229"/>
                    </a:cubicBezTo>
                    <a:cubicBezTo>
                      <a:pt x="8328" y="1582"/>
                      <a:pt x="8312" y="1941"/>
                      <a:pt x="8312" y="2294"/>
                    </a:cubicBezTo>
                    <a:lnTo>
                      <a:pt x="8312" y="3468"/>
                    </a:lnTo>
                    <a:cubicBezTo>
                      <a:pt x="8312" y="3832"/>
                      <a:pt x="8350" y="4191"/>
                      <a:pt x="8350" y="4555"/>
                    </a:cubicBezTo>
                    <a:cubicBezTo>
                      <a:pt x="8350" y="4724"/>
                      <a:pt x="8312" y="4892"/>
                      <a:pt x="8312" y="5061"/>
                    </a:cubicBezTo>
                    <a:lnTo>
                      <a:pt x="8307" y="5055"/>
                    </a:lnTo>
                    <a:lnTo>
                      <a:pt x="8307" y="5599"/>
                    </a:lnTo>
                    <a:cubicBezTo>
                      <a:pt x="8318" y="5762"/>
                      <a:pt x="8312" y="5930"/>
                      <a:pt x="8285" y="6099"/>
                    </a:cubicBezTo>
                    <a:cubicBezTo>
                      <a:pt x="8274" y="6159"/>
                      <a:pt x="8269" y="6219"/>
                      <a:pt x="8274" y="6284"/>
                    </a:cubicBezTo>
                    <a:cubicBezTo>
                      <a:pt x="8274" y="6311"/>
                      <a:pt x="8296" y="6398"/>
                      <a:pt x="8274" y="6420"/>
                    </a:cubicBezTo>
                    <a:cubicBezTo>
                      <a:pt x="8264" y="6430"/>
                      <a:pt x="8217" y="6431"/>
                      <a:pt x="8174" y="6431"/>
                    </a:cubicBezTo>
                    <a:cubicBezTo>
                      <a:pt x="8146" y="6431"/>
                      <a:pt x="8119" y="6431"/>
                      <a:pt x="8106" y="6431"/>
                    </a:cubicBezTo>
                    <a:cubicBezTo>
                      <a:pt x="8040" y="6431"/>
                      <a:pt x="7964" y="6425"/>
                      <a:pt x="7894" y="6425"/>
                    </a:cubicBezTo>
                    <a:lnTo>
                      <a:pt x="7627" y="6425"/>
                    </a:lnTo>
                    <a:cubicBezTo>
                      <a:pt x="7540" y="6425"/>
                      <a:pt x="7459" y="6403"/>
                      <a:pt x="7366" y="6393"/>
                    </a:cubicBezTo>
                    <a:cubicBezTo>
                      <a:pt x="7108" y="6369"/>
                      <a:pt x="6846" y="6363"/>
                      <a:pt x="6584" y="6363"/>
                    </a:cubicBezTo>
                    <a:cubicBezTo>
                      <a:pt x="6477" y="6363"/>
                      <a:pt x="6370" y="6364"/>
                      <a:pt x="6263" y="6365"/>
                    </a:cubicBezTo>
                    <a:cubicBezTo>
                      <a:pt x="6067" y="6365"/>
                      <a:pt x="5870" y="6360"/>
                      <a:pt x="5672" y="6360"/>
                    </a:cubicBezTo>
                    <a:cubicBezTo>
                      <a:pt x="5475" y="6360"/>
                      <a:pt x="5276" y="6365"/>
                      <a:pt x="5078" y="6387"/>
                    </a:cubicBezTo>
                    <a:cubicBezTo>
                      <a:pt x="4975" y="6398"/>
                      <a:pt x="4866" y="6420"/>
                      <a:pt x="4757" y="6431"/>
                    </a:cubicBezTo>
                    <a:cubicBezTo>
                      <a:pt x="4665" y="6431"/>
                      <a:pt x="4578" y="6436"/>
                      <a:pt x="4485" y="6447"/>
                    </a:cubicBezTo>
                    <a:cubicBezTo>
                      <a:pt x="4415" y="6458"/>
                      <a:pt x="4349" y="6463"/>
                      <a:pt x="4279" y="6463"/>
                    </a:cubicBezTo>
                    <a:cubicBezTo>
                      <a:pt x="4284" y="6420"/>
                      <a:pt x="4284" y="6376"/>
                      <a:pt x="4284" y="6327"/>
                    </a:cubicBezTo>
                    <a:cubicBezTo>
                      <a:pt x="4279" y="6175"/>
                      <a:pt x="4311" y="6028"/>
                      <a:pt x="4317" y="5871"/>
                    </a:cubicBezTo>
                    <a:cubicBezTo>
                      <a:pt x="4317" y="5860"/>
                      <a:pt x="4317" y="5854"/>
                      <a:pt x="4317" y="5844"/>
                    </a:cubicBezTo>
                    <a:lnTo>
                      <a:pt x="4349" y="5844"/>
                    </a:lnTo>
                    <a:cubicBezTo>
                      <a:pt x="4390" y="5856"/>
                      <a:pt x="4434" y="5862"/>
                      <a:pt x="4479" y="5862"/>
                    </a:cubicBezTo>
                    <a:cubicBezTo>
                      <a:pt x="4493" y="5862"/>
                      <a:pt x="4508" y="5861"/>
                      <a:pt x="4523" y="5860"/>
                    </a:cubicBezTo>
                    <a:cubicBezTo>
                      <a:pt x="4540" y="5854"/>
                      <a:pt x="4556" y="5849"/>
                      <a:pt x="4567" y="5838"/>
                    </a:cubicBezTo>
                    <a:cubicBezTo>
                      <a:pt x="4587" y="5852"/>
                      <a:pt x="4609" y="5859"/>
                      <a:pt x="4632" y="5859"/>
                    </a:cubicBezTo>
                    <a:cubicBezTo>
                      <a:pt x="4671" y="5859"/>
                      <a:pt x="4709" y="5838"/>
                      <a:pt x="4730" y="5800"/>
                    </a:cubicBezTo>
                    <a:cubicBezTo>
                      <a:pt x="4784" y="5675"/>
                      <a:pt x="4795" y="5534"/>
                      <a:pt x="4768" y="5398"/>
                    </a:cubicBezTo>
                    <a:cubicBezTo>
                      <a:pt x="4757" y="5349"/>
                      <a:pt x="4724" y="5305"/>
                      <a:pt x="4676" y="5278"/>
                    </a:cubicBezTo>
                    <a:cubicBezTo>
                      <a:pt x="4659" y="5267"/>
                      <a:pt x="4638" y="5262"/>
                      <a:pt x="4616" y="5262"/>
                    </a:cubicBezTo>
                    <a:lnTo>
                      <a:pt x="4594" y="5262"/>
                    </a:lnTo>
                    <a:cubicBezTo>
                      <a:pt x="4587" y="5252"/>
                      <a:pt x="4576" y="5248"/>
                      <a:pt x="4564" y="5248"/>
                    </a:cubicBezTo>
                    <a:cubicBezTo>
                      <a:pt x="4558" y="5248"/>
                      <a:pt x="4551" y="5249"/>
                      <a:pt x="4545" y="5251"/>
                    </a:cubicBezTo>
                    <a:cubicBezTo>
                      <a:pt x="4529" y="5251"/>
                      <a:pt x="4507" y="5251"/>
                      <a:pt x="4491" y="5256"/>
                    </a:cubicBezTo>
                    <a:cubicBezTo>
                      <a:pt x="4458" y="5235"/>
                      <a:pt x="4415" y="5213"/>
                      <a:pt x="4371" y="5202"/>
                    </a:cubicBezTo>
                    <a:cubicBezTo>
                      <a:pt x="4322" y="5202"/>
                      <a:pt x="4279" y="5197"/>
                      <a:pt x="4230" y="5197"/>
                    </a:cubicBezTo>
                    <a:cubicBezTo>
                      <a:pt x="4235" y="5121"/>
                      <a:pt x="4230" y="5039"/>
                      <a:pt x="4208" y="4963"/>
                    </a:cubicBezTo>
                    <a:cubicBezTo>
                      <a:pt x="4192" y="4925"/>
                      <a:pt x="4159" y="4887"/>
                      <a:pt x="4148" y="4849"/>
                    </a:cubicBezTo>
                    <a:cubicBezTo>
                      <a:pt x="4137" y="4805"/>
                      <a:pt x="4143" y="4778"/>
                      <a:pt x="4132" y="4745"/>
                    </a:cubicBezTo>
                    <a:cubicBezTo>
                      <a:pt x="4127" y="4729"/>
                      <a:pt x="4116" y="4718"/>
                      <a:pt x="4099" y="4707"/>
                    </a:cubicBezTo>
                    <a:lnTo>
                      <a:pt x="4349" y="4707"/>
                    </a:lnTo>
                    <a:cubicBezTo>
                      <a:pt x="4390" y="4720"/>
                      <a:pt x="4434" y="4726"/>
                      <a:pt x="4479" y="4726"/>
                    </a:cubicBezTo>
                    <a:cubicBezTo>
                      <a:pt x="4493" y="4726"/>
                      <a:pt x="4508" y="4725"/>
                      <a:pt x="4523" y="4724"/>
                    </a:cubicBezTo>
                    <a:cubicBezTo>
                      <a:pt x="4540" y="4718"/>
                      <a:pt x="4556" y="4713"/>
                      <a:pt x="4567" y="4707"/>
                    </a:cubicBezTo>
                    <a:cubicBezTo>
                      <a:pt x="4585" y="4719"/>
                      <a:pt x="4606" y="4724"/>
                      <a:pt x="4627" y="4724"/>
                    </a:cubicBezTo>
                    <a:cubicBezTo>
                      <a:pt x="4668" y="4724"/>
                      <a:pt x="4708" y="4703"/>
                      <a:pt x="4730" y="4664"/>
                    </a:cubicBezTo>
                    <a:cubicBezTo>
                      <a:pt x="4784" y="4539"/>
                      <a:pt x="4795" y="4398"/>
                      <a:pt x="4768" y="4267"/>
                    </a:cubicBezTo>
                    <a:cubicBezTo>
                      <a:pt x="4757" y="4213"/>
                      <a:pt x="4724" y="4169"/>
                      <a:pt x="4676" y="4148"/>
                    </a:cubicBezTo>
                    <a:cubicBezTo>
                      <a:pt x="4659" y="4137"/>
                      <a:pt x="4638" y="4126"/>
                      <a:pt x="4616" y="4126"/>
                    </a:cubicBezTo>
                    <a:lnTo>
                      <a:pt x="4594" y="4126"/>
                    </a:lnTo>
                    <a:cubicBezTo>
                      <a:pt x="4587" y="4115"/>
                      <a:pt x="4576" y="4112"/>
                      <a:pt x="4564" y="4112"/>
                    </a:cubicBezTo>
                    <a:cubicBezTo>
                      <a:pt x="4558" y="4112"/>
                      <a:pt x="4551" y="4113"/>
                      <a:pt x="4545" y="4115"/>
                    </a:cubicBezTo>
                    <a:cubicBezTo>
                      <a:pt x="4529" y="4115"/>
                      <a:pt x="4507" y="4115"/>
                      <a:pt x="4491" y="4120"/>
                    </a:cubicBezTo>
                    <a:cubicBezTo>
                      <a:pt x="4458" y="4099"/>
                      <a:pt x="4415" y="4077"/>
                      <a:pt x="4371" y="4071"/>
                    </a:cubicBezTo>
                    <a:cubicBezTo>
                      <a:pt x="4311" y="4061"/>
                      <a:pt x="4246" y="4066"/>
                      <a:pt x="4181" y="4061"/>
                    </a:cubicBezTo>
                    <a:cubicBezTo>
                      <a:pt x="4170" y="3974"/>
                      <a:pt x="4165" y="3892"/>
                      <a:pt x="4165" y="3800"/>
                    </a:cubicBezTo>
                    <a:cubicBezTo>
                      <a:pt x="4165" y="3745"/>
                      <a:pt x="4159" y="3686"/>
                      <a:pt x="4143" y="3626"/>
                    </a:cubicBezTo>
                    <a:cubicBezTo>
                      <a:pt x="4190" y="3626"/>
                      <a:pt x="4235" y="3621"/>
                      <a:pt x="4280" y="3621"/>
                    </a:cubicBezTo>
                    <a:cubicBezTo>
                      <a:pt x="4303" y="3621"/>
                      <a:pt x="4326" y="3622"/>
                      <a:pt x="4349" y="3626"/>
                    </a:cubicBezTo>
                    <a:cubicBezTo>
                      <a:pt x="4390" y="3638"/>
                      <a:pt x="4434" y="3644"/>
                      <a:pt x="4479" y="3644"/>
                    </a:cubicBezTo>
                    <a:cubicBezTo>
                      <a:pt x="4493" y="3644"/>
                      <a:pt x="4508" y="3643"/>
                      <a:pt x="4523" y="3642"/>
                    </a:cubicBezTo>
                    <a:cubicBezTo>
                      <a:pt x="4540" y="3637"/>
                      <a:pt x="4551" y="3631"/>
                      <a:pt x="4567" y="3620"/>
                    </a:cubicBezTo>
                    <a:cubicBezTo>
                      <a:pt x="4586" y="3633"/>
                      <a:pt x="4607" y="3639"/>
                      <a:pt x="4628" y="3639"/>
                    </a:cubicBezTo>
                    <a:cubicBezTo>
                      <a:pt x="4669" y="3639"/>
                      <a:pt x="4709" y="3618"/>
                      <a:pt x="4730" y="3582"/>
                    </a:cubicBezTo>
                    <a:cubicBezTo>
                      <a:pt x="4784" y="3452"/>
                      <a:pt x="4795" y="3316"/>
                      <a:pt x="4768" y="3180"/>
                    </a:cubicBezTo>
                    <a:cubicBezTo>
                      <a:pt x="4752" y="3131"/>
                      <a:pt x="4719" y="3088"/>
                      <a:pt x="4676" y="3060"/>
                    </a:cubicBezTo>
                    <a:cubicBezTo>
                      <a:pt x="4654" y="3050"/>
                      <a:pt x="4638" y="3044"/>
                      <a:pt x="4616" y="3044"/>
                    </a:cubicBezTo>
                    <a:cubicBezTo>
                      <a:pt x="4610" y="3041"/>
                      <a:pt x="4605" y="3040"/>
                      <a:pt x="4599" y="3040"/>
                    </a:cubicBezTo>
                    <a:cubicBezTo>
                      <a:pt x="4597" y="3040"/>
                      <a:pt x="4594" y="3040"/>
                      <a:pt x="4591" y="3041"/>
                    </a:cubicBezTo>
                    <a:lnTo>
                      <a:pt x="4591" y="3041"/>
                    </a:lnTo>
                    <a:cubicBezTo>
                      <a:pt x="4581" y="3032"/>
                      <a:pt x="4570" y="3028"/>
                      <a:pt x="4559" y="3028"/>
                    </a:cubicBezTo>
                    <a:cubicBezTo>
                      <a:pt x="4552" y="3028"/>
                      <a:pt x="4545" y="3029"/>
                      <a:pt x="4540" y="3033"/>
                    </a:cubicBezTo>
                    <a:cubicBezTo>
                      <a:pt x="4535" y="3032"/>
                      <a:pt x="4530" y="3031"/>
                      <a:pt x="4525" y="3031"/>
                    </a:cubicBezTo>
                    <a:cubicBezTo>
                      <a:pt x="4514" y="3031"/>
                      <a:pt x="4502" y="3035"/>
                      <a:pt x="4491" y="3039"/>
                    </a:cubicBezTo>
                    <a:cubicBezTo>
                      <a:pt x="4453" y="3011"/>
                      <a:pt x="4415" y="2995"/>
                      <a:pt x="4371" y="2984"/>
                    </a:cubicBezTo>
                    <a:cubicBezTo>
                      <a:pt x="4317" y="2979"/>
                      <a:pt x="4262" y="2979"/>
                      <a:pt x="4208" y="2979"/>
                    </a:cubicBezTo>
                    <a:cubicBezTo>
                      <a:pt x="4230" y="2876"/>
                      <a:pt x="4192" y="2789"/>
                      <a:pt x="4186" y="2685"/>
                    </a:cubicBezTo>
                    <a:cubicBezTo>
                      <a:pt x="4186" y="2636"/>
                      <a:pt x="4192" y="2593"/>
                      <a:pt x="4192" y="2549"/>
                    </a:cubicBezTo>
                    <a:cubicBezTo>
                      <a:pt x="4219" y="2547"/>
                      <a:pt x="4245" y="2545"/>
                      <a:pt x="4271" y="2545"/>
                    </a:cubicBezTo>
                    <a:cubicBezTo>
                      <a:pt x="4296" y="2545"/>
                      <a:pt x="4322" y="2547"/>
                      <a:pt x="4349" y="2549"/>
                    </a:cubicBezTo>
                    <a:cubicBezTo>
                      <a:pt x="4389" y="2557"/>
                      <a:pt x="4432" y="2562"/>
                      <a:pt x="4475" y="2562"/>
                    </a:cubicBezTo>
                    <a:cubicBezTo>
                      <a:pt x="4491" y="2562"/>
                      <a:pt x="4507" y="2562"/>
                      <a:pt x="4523" y="2560"/>
                    </a:cubicBezTo>
                    <a:cubicBezTo>
                      <a:pt x="4540" y="2560"/>
                      <a:pt x="4551" y="2555"/>
                      <a:pt x="4567" y="2544"/>
                    </a:cubicBezTo>
                    <a:cubicBezTo>
                      <a:pt x="4585" y="2557"/>
                      <a:pt x="4606" y="2563"/>
                      <a:pt x="4627" y="2563"/>
                    </a:cubicBezTo>
                    <a:cubicBezTo>
                      <a:pt x="4668" y="2563"/>
                      <a:pt x="4708" y="2540"/>
                      <a:pt x="4730" y="2501"/>
                    </a:cubicBezTo>
                    <a:cubicBezTo>
                      <a:pt x="4784" y="2375"/>
                      <a:pt x="4795" y="2240"/>
                      <a:pt x="4768" y="2104"/>
                    </a:cubicBezTo>
                    <a:cubicBezTo>
                      <a:pt x="4752" y="2055"/>
                      <a:pt x="4719" y="2011"/>
                      <a:pt x="4676" y="1984"/>
                    </a:cubicBezTo>
                    <a:cubicBezTo>
                      <a:pt x="4654" y="1973"/>
                      <a:pt x="4638" y="1968"/>
                      <a:pt x="4616" y="1962"/>
                    </a:cubicBezTo>
                    <a:lnTo>
                      <a:pt x="4594" y="1962"/>
                    </a:lnTo>
                    <a:cubicBezTo>
                      <a:pt x="4584" y="1956"/>
                      <a:pt x="4572" y="1951"/>
                      <a:pt x="4560" y="1951"/>
                    </a:cubicBezTo>
                    <a:cubicBezTo>
                      <a:pt x="4553" y="1951"/>
                      <a:pt x="4546" y="1953"/>
                      <a:pt x="4540" y="1957"/>
                    </a:cubicBezTo>
                    <a:cubicBezTo>
                      <a:pt x="4535" y="1955"/>
                      <a:pt x="4530" y="1955"/>
                      <a:pt x="4525" y="1955"/>
                    </a:cubicBezTo>
                    <a:cubicBezTo>
                      <a:pt x="4514" y="1955"/>
                      <a:pt x="4502" y="1959"/>
                      <a:pt x="4491" y="1962"/>
                    </a:cubicBezTo>
                    <a:cubicBezTo>
                      <a:pt x="4453" y="1935"/>
                      <a:pt x="4415" y="1919"/>
                      <a:pt x="4371" y="1908"/>
                    </a:cubicBezTo>
                    <a:cubicBezTo>
                      <a:pt x="4317" y="1903"/>
                      <a:pt x="4262" y="1903"/>
                      <a:pt x="4208" y="1903"/>
                    </a:cubicBezTo>
                    <a:cubicBezTo>
                      <a:pt x="4208" y="1897"/>
                      <a:pt x="4208" y="1892"/>
                      <a:pt x="4208" y="1886"/>
                    </a:cubicBezTo>
                    <a:cubicBezTo>
                      <a:pt x="4192" y="1745"/>
                      <a:pt x="4159" y="1604"/>
                      <a:pt x="4116" y="1468"/>
                    </a:cubicBezTo>
                    <a:cubicBezTo>
                      <a:pt x="4116" y="1468"/>
                      <a:pt x="4116" y="1468"/>
                      <a:pt x="4116" y="1462"/>
                    </a:cubicBezTo>
                    <a:lnTo>
                      <a:pt x="4349" y="1462"/>
                    </a:lnTo>
                    <a:cubicBezTo>
                      <a:pt x="4390" y="1475"/>
                      <a:pt x="4434" y="1481"/>
                      <a:pt x="4479" y="1481"/>
                    </a:cubicBezTo>
                    <a:cubicBezTo>
                      <a:pt x="4493" y="1481"/>
                      <a:pt x="4508" y="1480"/>
                      <a:pt x="4523" y="1479"/>
                    </a:cubicBezTo>
                    <a:cubicBezTo>
                      <a:pt x="4540" y="1479"/>
                      <a:pt x="4556" y="1468"/>
                      <a:pt x="4567" y="1462"/>
                    </a:cubicBezTo>
                    <a:cubicBezTo>
                      <a:pt x="4587" y="1473"/>
                      <a:pt x="4609" y="1479"/>
                      <a:pt x="4630" y="1479"/>
                    </a:cubicBezTo>
                    <a:cubicBezTo>
                      <a:pt x="4670" y="1479"/>
                      <a:pt x="4708" y="1458"/>
                      <a:pt x="4730" y="1419"/>
                    </a:cubicBezTo>
                    <a:cubicBezTo>
                      <a:pt x="4784" y="1294"/>
                      <a:pt x="4801" y="1152"/>
                      <a:pt x="4768" y="1022"/>
                    </a:cubicBezTo>
                    <a:cubicBezTo>
                      <a:pt x="4757" y="968"/>
                      <a:pt x="4724" y="924"/>
                      <a:pt x="4681" y="902"/>
                    </a:cubicBezTo>
                    <a:cubicBezTo>
                      <a:pt x="4659" y="892"/>
                      <a:pt x="4638" y="881"/>
                      <a:pt x="4616" y="881"/>
                    </a:cubicBezTo>
                    <a:lnTo>
                      <a:pt x="4594" y="881"/>
                    </a:lnTo>
                    <a:cubicBezTo>
                      <a:pt x="4587" y="874"/>
                      <a:pt x="4576" y="869"/>
                      <a:pt x="4565" y="869"/>
                    </a:cubicBezTo>
                    <a:cubicBezTo>
                      <a:pt x="4558" y="869"/>
                      <a:pt x="4551" y="871"/>
                      <a:pt x="4545" y="875"/>
                    </a:cubicBezTo>
                    <a:cubicBezTo>
                      <a:pt x="4538" y="873"/>
                      <a:pt x="4531" y="872"/>
                      <a:pt x="4523" y="872"/>
                    </a:cubicBezTo>
                    <a:cubicBezTo>
                      <a:pt x="4512" y="872"/>
                      <a:pt x="4500" y="874"/>
                      <a:pt x="4491" y="881"/>
                    </a:cubicBezTo>
                    <a:cubicBezTo>
                      <a:pt x="4458" y="853"/>
                      <a:pt x="4415" y="837"/>
                      <a:pt x="4371" y="826"/>
                    </a:cubicBezTo>
                    <a:cubicBezTo>
                      <a:pt x="4339" y="821"/>
                      <a:pt x="4305" y="821"/>
                      <a:pt x="4271" y="821"/>
                    </a:cubicBezTo>
                    <a:cubicBezTo>
                      <a:pt x="4237" y="821"/>
                      <a:pt x="4203" y="821"/>
                      <a:pt x="4170" y="815"/>
                    </a:cubicBezTo>
                    <a:lnTo>
                      <a:pt x="4159" y="815"/>
                    </a:lnTo>
                    <a:cubicBezTo>
                      <a:pt x="4170" y="794"/>
                      <a:pt x="4175" y="772"/>
                      <a:pt x="4181" y="745"/>
                    </a:cubicBezTo>
                    <a:cubicBezTo>
                      <a:pt x="4186" y="674"/>
                      <a:pt x="4186" y="603"/>
                      <a:pt x="4181" y="533"/>
                    </a:cubicBezTo>
                    <a:cubicBezTo>
                      <a:pt x="4181" y="440"/>
                      <a:pt x="4214" y="304"/>
                      <a:pt x="4181" y="207"/>
                    </a:cubicBezTo>
                    <a:close/>
                    <a:moveTo>
                      <a:pt x="3290" y="273"/>
                    </a:moveTo>
                    <a:cubicBezTo>
                      <a:pt x="3503" y="273"/>
                      <a:pt x="3717" y="285"/>
                      <a:pt x="3925" y="310"/>
                    </a:cubicBezTo>
                    <a:cubicBezTo>
                      <a:pt x="3934" y="313"/>
                      <a:pt x="3942" y="314"/>
                      <a:pt x="3950" y="314"/>
                    </a:cubicBezTo>
                    <a:cubicBezTo>
                      <a:pt x="3958" y="314"/>
                      <a:pt x="3966" y="313"/>
                      <a:pt x="3974" y="310"/>
                    </a:cubicBezTo>
                    <a:lnTo>
                      <a:pt x="3980" y="310"/>
                    </a:lnTo>
                    <a:cubicBezTo>
                      <a:pt x="3969" y="381"/>
                      <a:pt x="3969" y="457"/>
                      <a:pt x="3980" y="527"/>
                    </a:cubicBezTo>
                    <a:cubicBezTo>
                      <a:pt x="3980" y="593"/>
                      <a:pt x="3991" y="663"/>
                      <a:pt x="3985" y="723"/>
                    </a:cubicBezTo>
                    <a:cubicBezTo>
                      <a:pt x="3985" y="761"/>
                      <a:pt x="3974" y="788"/>
                      <a:pt x="3969" y="815"/>
                    </a:cubicBezTo>
                    <a:cubicBezTo>
                      <a:pt x="3904" y="821"/>
                      <a:pt x="3833" y="837"/>
                      <a:pt x="3768" y="853"/>
                    </a:cubicBezTo>
                    <a:cubicBezTo>
                      <a:pt x="3719" y="870"/>
                      <a:pt x="3675" y="886"/>
                      <a:pt x="3632" y="913"/>
                    </a:cubicBezTo>
                    <a:cubicBezTo>
                      <a:pt x="3620" y="904"/>
                      <a:pt x="3606" y="900"/>
                      <a:pt x="3593" y="900"/>
                    </a:cubicBezTo>
                    <a:cubicBezTo>
                      <a:pt x="3582" y="900"/>
                      <a:pt x="3571" y="903"/>
                      <a:pt x="3561" y="908"/>
                    </a:cubicBezTo>
                    <a:cubicBezTo>
                      <a:pt x="3507" y="940"/>
                      <a:pt x="3463" y="995"/>
                      <a:pt x="3442" y="1049"/>
                    </a:cubicBezTo>
                    <a:cubicBezTo>
                      <a:pt x="3409" y="1109"/>
                      <a:pt x="3382" y="1174"/>
                      <a:pt x="3360" y="1239"/>
                    </a:cubicBezTo>
                    <a:cubicBezTo>
                      <a:pt x="3355" y="1374"/>
                      <a:pt x="3459" y="1485"/>
                      <a:pt x="3587" y="1485"/>
                    </a:cubicBezTo>
                    <a:cubicBezTo>
                      <a:pt x="3593" y="1485"/>
                      <a:pt x="3599" y="1484"/>
                      <a:pt x="3605" y="1484"/>
                    </a:cubicBezTo>
                    <a:cubicBezTo>
                      <a:pt x="3626" y="1489"/>
                      <a:pt x="3654" y="1495"/>
                      <a:pt x="3675" y="1495"/>
                    </a:cubicBezTo>
                    <a:cubicBezTo>
                      <a:pt x="3694" y="1496"/>
                      <a:pt x="3713" y="1496"/>
                      <a:pt x="3732" y="1496"/>
                    </a:cubicBezTo>
                    <a:cubicBezTo>
                      <a:pt x="3817" y="1496"/>
                      <a:pt x="3901" y="1487"/>
                      <a:pt x="3985" y="1479"/>
                    </a:cubicBezTo>
                    <a:lnTo>
                      <a:pt x="3985" y="1479"/>
                    </a:lnTo>
                    <a:cubicBezTo>
                      <a:pt x="3963" y="1555"/>
                      <a:pt x="3958" y="1631"/>
                      <a:pt x="3969" y="1712"/>
                    </a:cubicBezTo>
                    <a:cubicBezTo>
                      <a:pt x="3969" y="1778"/>
                      <a:pt x="3980" y="1837"/>
                      <a:pt x="3996" y="1903"/>
                    </a:cubicBezTo>
                    <a:cubicBezTo>
                      <a:pt x="3920" y="1908"/>
                      <a:pt x="3844" y="1919"/>
                      <a:pt x="3768" y="1946"/>
                    </a:cubicBezTo>
                    <a:cubicBezTo>
                      <a:pt x="3719" y="1957"/>
                      <a:pt x="3675" y="1973"/>
                      <a:pt x="3632" y="2000"/>
                    </a:cubicBezTo>
                    <a:cubicBezTo>
                      <a:pt x="3620" y="1991"/>
                      <a:pt x="3606" y="1987"/>
                      <a:pt x="3593" y="1987"/>
                    </a:cubicBezTo>
                    <a:cubicBezTo>
                      <a:pt x="3582" y="1987"/>
                      <a:pt x="3571" y="1990"/>
                      <a:pt x="3561" y="1995"/>
                    </a:cubicBezTo>
                    <a:cubicBezTo>
                      <a:pt x="3507" y="2033"/>
                      <a:pt x="3463" y="2082"/>
                      <a:pt x="3442" y="2142"/>
                    </a:cubicBezTo>
                    <a:cubicBezTo>
                      <a:pt x="3409" y="2202"/>
                      <a:pt x="3382" y="2261"/>
                      <a:pt x="3366" y="2332"/>
                    </a:cubicBezTo>
                    <a:cubicBezTo>
                      <a:pt x="3355" y="2462"/>
                      <a:pt x="3459" y="2572"/>
                      <a:pt x="3592" y="2572"/>
                    </a:cubicBezTo>
                    <a:cubicBezTo>
                      <a:pt x="3598" y="2572"/>
                      <a:pt x="3604" y="2572"/>
                      <a:pt x="3610" y="2571"/>
                    </a:cubicBezTo>
                    <a:cubicBezTo>
                      <a:pt x="3632" y="2577"/>
                      <a:pt x="3654" y="2582"/>
                      <a:pt x="3675" y="2582"/>
                    </a:cubicBezTo>
                    <a:cubicBezTo>
                      <a:pt x="3696" y="2583"/>
                      <a:pt x="3716" y="2583"/>
                      <a:pt x="3736" y="2583"/>
                    </a:cubicBezTo>
                    <a:cubicBezTo>
                      <a:pt x="3830" y="2583"/>
                      <a:pt x="3924" y="2574"/>
                      <a:pt x="4018" y="2560"/>
                    </a:cubicBezTo>
                    <a:lnTo>
                      <a:pt x="4018" y="2560"/>
                    </a:lnTo>
                    <a:cubicBezTo>
                      <a:pt x="3996" y="2609"/>
                      <a:pt x="3985" y="2664"/>
                      <a:pt x="3980" y="2718"/>
                    </a:cubicBezTo>
                    <a:cubicBezTo>
                      <a:pt x="3974" y="2805"/>
                      <a:pt x="3991" y="2892"/>
                      <a:pt x="4023" y="2973"/>
                    </a:cubicBezTo>
                    <a:cubicBezTo>
                      <a:pt x="3936" y="2979"/>
                      <a:pt x="3855" y="2995"/>
                      <a:pt x="3773" y="3017"/>
                    </a:cubicBezTo>
                    <a:cubicBezTo>
                      <a:pt x="3724" y="3033"/>
                      <a:pt x="3681" y="3050"/>
                      <a:pt x="3637" y="3077"/>
                    </a:cubicBezTo>
                    <a:cubicBezTo>
                      <a:pt x="3625" y="3068"/>
                      <a:pt x="3612" y="3064"/>
                      <a:pt x="3597" y="3064"/>
                    </a:cubicBezTo>
                    <a:cubicBezTo>
                      <a:pt x="3586" y="3064"/>
                      <a:pt x="3573" y="3066"/>
                      <a:pt x="3561" y="3071"/>
                    </a:cubicBezTo>
                    <a:cubicBezTo>
                      <a:pt x="3512" y="3104"/>
                      <a:pt x="3469" y="3158"/>
                      <a:pt x="3447" y="3213"/>
                    </a:cubicBezTo>
                    <a:cubicBezTo>
                      <a:pt x="3409" y="3272"/>
                      <a:pt x="3387" y="3338"/>
                      <a:pt x="3366" y="3403"/>
                    </a:cubicBezTo>
                    <a:cubicBezTo>
                      <a:pt x="3360" y="3538"/>
                      <a:pt x="3464" y="3648"/>
                      <a:pt x="3592" y="3648"/>
                    </a:cubicBezTo>
                    <a:cubicBezTo>
                      <a:pt x="3598" y="3648"/>
                      <a:pt x="3604" y="3648"/>
                      <a:pt x="3610" y="3647"/>
                    </a:cubicBezTo>
                    <a:cubicBezTo>
                      <a:pt x="3632" y="3653"/>
                      <a:pt x="3659" y="3658"/>
                      <a:pt x="3681" y="3658"/>
                    </a:cubicBezTo>
                    <a:cubicBezTo>
                      <a:pt x="3700" y="3659"/>
                      <a:pt x="3719" y="3660"/>
                      <a:pt x="3739" y="3660"/>
                    </a:cubicBezTo>
                    <a:cubicBezTo>
                      <a:pt x="3830" y="3660"/>
                      <a:pt x="3923" y="3650"/>
                      <a:pt x="4012" y="3637"/>
                    </a:cubicBezTo>
                    <a:lnTo>
                      <a:pt x="4012" y="3637"/>
                    </a:lnTo>
                    <a:cubicBezTo>
                      <a:pt x="3931" y="3767"/>
                      <a:pt x="3904" y="3925"/>
                      <a:pt x="3925" y="4071"/>
                    </a:cubicBezTo>
                    <a:cubicBezTo>
                      <a:pt x="3876" y="4082"/>
                      <a:pt x="3822" y="4093"/>
                      <a:pt x="3773" y="4110"/>
                    </a:cubicBezTo>
                    <a:cubicBezTo>
                      <a:pt x="3724" y="4120"/>
                      <a:pt x="3681" y="4142"/>
                      <a:pt x="3637" y="4164"/>
                    </a:cubicBezTo>
                    <a:cubicBezTo>
                      <a:pt x="3625" y="4155"/>
                      <a:pt x="3612" y="4151"/>
                      <a:pt x="3598" y="4151"/>
                    </a:cubicBezTo>
                    <a:cubicBezTo>
                      <a:pt x="3587" y="4151"/>
                      <a:pt x="3576" y="4154"/>
                      <a:pt x="3567" y="4158"/>
                    </a:cubicBezTo>
                    <a:cubicBezTo>
                      <a:pt x="3512" y="4196"/>
                      <a:pt x="3469" y="4245"/>
                      <a:pt x="3447" y="4305"/>
                    </a:cubicBezTo>
                    <a:cubicBezTo>
                      <a:pt x="3414" y="4365"/>
                      <a:pt x="3387" y="4425"/>
                      <a:pt x="3371" y="4495"/>
                    </a:cubicBezTo>
                    <a:cubicBezTo>
                      <a:pt x="3361" y="4625"/>
                      <a:pt x="3464" y="4735"/>
                      <a:pt x="3592" y="4735"/>
                    </a:cubicBezTo>
                    <a:cubicBezTo>
                      <a:pt x="3598" y="4735"/>
                      <a:pt x="3604" y="4735"/>
                      <a:pt x="3610" y="4735"/>
                    </a:cubicBezTo>
                    <a:cubicBezTo>
                      <a:pt x="3637" y="4740"/>
                      <a:pt x="3659" y="4745"/>
                      <a:pt x="3681" y="4745"/>
                    </a:cubicBezTo>
                    <a:cubicBezTo>
                      <a:pt x="3806" y="4745"/>
                      <a:pt x="3936" y="4740"/>
                      <a:pt x="4061" y="4718"/>
                    </a:cubicBezTo>
                    <a:lnTo>
                      <a:pt x="4061" y="4718"/>
                    </a:lnTo>
                    <a:cubicBezTo>
                      <a:pt x="4056" y="4729"/>
                      <a:pt x="4045" y="4735"/>
                      <a:pt x="4045" y="4745"/>
                    </a:cubicBezTo>
                    <a:cubicBezTo>
                      <a:pt x="3985" y="4789"/>
                      <a:pt x="3953" y="4860"/>
                      <a:pt x="3958" y="4936"/>
                    </a:cubicBezTo>
                    <a:cubicBezTo>
                      <a:pt x="3958" y="4996"/>
                      <a:pt x="3969" y="5050"/>
                      <a:pt x="3963" y="5110"/>
                    </a:cubicBezTo>
                    <a:lnTo>
                      <a:pt x="3963" y="5208"/>
                    </a:lnTo>
                    <a:cubicBezTo>
                      <a:pt x="3904" y="5218"/>
                      <a:pt x="3838" y="5229"/>
                      <a:pt x="3779" y="5246"/>
                    </a:cubicBezTo>
                    <a:cubicBezTo>
                      <a:pt x="3730" y="5262"/>
                      <a:pt x="3686" y="5278"/>
                      <a:pt x="3643" y="5305"/>
                    </a:cubicBezTo>
                    <a:cubicBezTo>
                      <a:pt x="3631" y="5296"/>
                      <a:pt x="3617" y="5292"/>
                      <a:pt x="3603" y="5292"/>
                    </a:cubicBezTo>
                    <a:cubicBezTo>
                      <a:pt x="3591" y="5292"/>
                      <a:pt x="3579" y="5295"/>
                      <a:pt x="3567" y="5300"/>
                    </a:cubicBezTo>
                    <a:cubicBezTo>
                      <a:pt x="3518" y="5333"/>
                      <a:pt x="3474" y="5387"/>
                      <a:pt x="3453" y="5441"/>
                    </a:cubicBezTo>
                    <a:cubicBezTo>
                      <a:pt x="3414" y="5501"/>
                      <a:pt x="3393" y="5566"/>
                      <a:pt x="3371" y="5632"/>
                    </a:cubicBezTo>
                    <a:cubicBezTo>
                      <a:pt x="3366" y="5767"/>
                      <a:pt x="3470" y="5877"/>
                      <a:pt x="3598" y="5877"/>
                    </a:cubicBezTo>
                    <a:cubicBezTo>
                      <a:pt x="3604" y="5877"/>
                      <a:pt x="3610" y="5877"/>
                      <a:pt x="3616" y="5876"/>
                    </a:cubicBezTo>
                    <a:cubicBezTo>
                      <a:pt x="3637" y="5882"/>
                      <a:pt x="3664" y="5887"/>
                      <a:pt x="3686" y="5887"/>
                    </a:cubicBezTo>
                    <a:cubicBezTo>
                      <a:pt x="3833" y="5887"/>
                      <a:pt x="3974" y="5876"/>
                      <a:pt x="4121" y="5854"/>
                    </a:cubicBezTo>
                    <a:lnTo>
                      <a:pt x="4121" y="5876"/>
                    </a:lnTo>
                    <a:cubicBezTo>
                      <a:pt x="4121" y="5996"/>
                      <a:pt x="4088" y="6115"/>
                      <a:pt x="4094" y="6235"/>
                    </a:cubicBezTo>
                    <a:cubicBezTo>
                      <a:pt x="4094" y="6284"/>
                      <a:pt x="4105" y="6338"/>
                      <a:pt x="4110" y="6387"/>
                    </a:cubicBezTo>
                    <a:cubicBezTo>
                      <a:pt x="4110" y="6452"/>
                      <a:pt x="4116" y="6474"/>
                      <a:pt x="4056" y="6490"/>
                    </a:cubicBezTo>
                    <a:lnTo>
                      <a:pt x="4045" y="6490"/>
                    </a:lnTo>
                    <a:cubicBezTo>
                      <a:pt x="4029" y="6490"/>
                      <a:pt x="4018" y="6485"/>
                      <a:pt x="4002" y="6485"/>
                    </a:cubicBezTo>
                    <a:cubicBezTo>
                      <a:pt x="3992" y="6482"/>
                      <a:pt x="3981" y="6480"/>
                      <a:pt x="3971" y="6480"/>
                    </a:cubicBezTo>
                    <a:cubicBezTo>
                      <a:pt x="3947" y="6480"/>
                      <a:pt x="3923" y="6489"/>
                      <a:pt x="3904" y="6512"/>
                    </a:cubicBezTo>
                    <a:lnTo>
                      <a:pt x="3800" y="6512"/>
                    </a:lnTo>
                    <a:cubicBezTo>
                      <a:pt x="3777" y="6513"/>
                      <a:pt x="3753" y="6514"/>
                      <a:pt x="3729" y="6514"/>
                    </a:cubicBezTo>
                    <a:cubicBezTo>
                      <a:pt x="3629" y="6514"/>
                      <a:pt x="3532" y="6506"/>
                      <a:pt x="3431" y="6501"/>
                    </a:cubicBezTo>
                    <a:cubicBezTo>
                      <a:pt x="3317" y="6507"/>
                      <a:pt x="3202" y="6518"/>
                      <a:pt x="3094" y="6534"/>
                    </a:cubicBezTo>
                    <a:cubicBezTo>
                      <a:pt x="3080" y="6535"/>
                      <a:pt x="3067" y="6536"/>
                      <a:pt x="3054" y="6536"/>
                    </a:cubicBezTo>
                    <a:cubicBezTo>
                      <a:pt x="2946" y="6536"/>
                      <a:pt x="2836" y="6501"/>
                      <a:pt x="2730" y="6501"/>
                    </a:cubicBezTo>
                    <a:cubicBezTo>
                      <a:pt x="2572" y="6501"/>
                      <a:pt x="2411" y="6509"/>
                      <a:pt x="2251" y="6509"/>
                    </a:cubicBezTo>
                    <a:cubicBezTo>
                      <a:pt x="2150" y="6509"/>
                      <a:pt x="2050" y="6506"/>
                      <a:pt x="1952" y="6496"/>
                    </a:cubicBezTo>
                    <a:cubicBezTo>
                      <a:pt x="1833" y="6480"/>
                      <a:pt x="1713" y="6469"/>
                      <a:pt x="1588" y="6463"/>
                    </a:cubicBezTo>
                    <a:cubicBezTo>
                      <a:pt x="1557" y="6465"/>
                      <a:pt x="1525" y="6465"/>
                      <a:pt x="1493" y="6465"/>
                    </a:cubicBezTo>
                    <a:cubicBezTo>
                      <a:pt x="1398" y="6465"/>
                      <a:pt x="1301" y="6459"/>
                      <a:pt x="1208" y="6447"/>
                    </a:cubicBezTo>
                    <a:cubicBezTo>
                      <a:pt x="1099" y="6425"/>
                      <a:pt x="990" y="6431"/>
                      <a:pt x="881" y="6420"/>
                    </a:cubicBezTo>
                    <a:cubicBezTo>
                      <a:pt x="827" y="6414"/>
                      <a:pt x="767" y="6414"/>
                      <a:pt x="713" y="6403"/>
                    </a:cubicBezTo>
                    <a:cubicBezTo>
                      <a:pt x="653" y="6393"/>
                      <a:pt x="610" y="6376"/>
                      <a:pt x="561" y="6371"/>
                    </a:cubicBezTo>
                    <a:cubicBezTo>
                      <a:pt x="536" y="6368"/>
                      <a:pt x="513" y="6367"/>
                      <a:pt x="490" y="6367"/>
                    </a:cubicBezTo>
                    <a:cubicBezTo>
                      <a:pt x="467" y="6367"/>
                      <a:pt x="444" y="6368"/>
                      <a:pt x="419" y="6371"/>
                    </a:cubicBezTo>
                    <a:lnTo>
                      <a:pt x="365" y="6371"/>
                    </a:lnTo>
                    <a:lnTo>
                      <a:pt x="365" y="6360"/>
                    </a:lnTo>
                    <a:cubicBezTo>
                      <a:pt x="360" y="6316"/>
                      <a:pt x="360" y="6273"/>
                      <a:pt x="370" y="6235"/>
                    </a:cubicBezTo>
                    <a:lnTo>
                      <a:pt x="370" y="6045"/>
                    </a:lnTo>
                    <a:cubicBezTo>
                      <a:pt x="370" y="5778"/>
                      <a:pt x="370" y="5512"/>
                      <a:pt x="387" y="5251"/>
                    </a:cubicBezTo>
                    <a:cubicBezTo>
                      <a:pt x="408" y="4996"/>
                      <a:pt x="387" y="4735"/>
                      <a:pt x="387" y="4479"/>
                    </a:cubicBezTo>
                    <a:cubicBezTo>
                      <a:pt x="387" y="4224"/>
                      <a:pt x="403" y="3963"/>
                      <a:pt x="387" y="3707"/>
                    </a:cubicBezTo>
                    <a:cubicBezTo>
                      <a:pt x="381" y="3582"/>
                      <a:pt x="354" y="3463"/>
                      <a:pt x="343" y="3338"/>
                    </a:cubicBezTo>
                    <a:cubicBezTo>
                      <a:pt x="338" y="3213"/>
                      <a:pt x="343" y="3088"/>
                      <a:pt x="349" y="2957"/>
                    </a:cubicBezTo>
                    <a:cubicBezTo>
                      <a:pt x="349" y="2843"/>
                      <a:pt x="354" y="2718"/>
                      <a:pt x="349" y="2604"/>
                    </a:cubicBezTo>
                    <a:cubicBezTo>
                      <a:pt x="343" y="2484"/>
                      <a:pt x="311" y="2370"/>
                      <a:pt x="294" y="2250"/>
                    </a:cubicBezTo>
                    <a:cubicBezTo>
                      <a:pt x="229" y="1734"/>
                      <a:pt x="153" y="1190"/>
                      <a:pt x="235" y="669"/>
                    </a:cubicBezTo>
                    <a:cubicBezTo>
                      <a:pt x="240" y="636"/>
                      <a:pt x="251" y="603"/>
                      <a:pt x="273" y="576"/>
                    </a:cubicBezTo>
                    <a:cubicBezTo>
                      <a:pt x="294" y="538"/>
                      <a:pt x="289" y="495"/>
                      <a:pt x="327" y="468"/>
                    </a:cubicBezTo>
                    <a:cubicBezTo>
                      <a:pt x="360" y="451"/>
                      <a:pt x="398" y="446"/>
                      <a:pt x="430" y="446"/>
                    </a:cubicBezTo>
                    <a:cubicBezTo>
                      <a:pt x="501" y="440"/>
                      <a:pt x="572" y="435"/>
                      <a:pt x="642" y="424"/>
                    </a:cubicBezTo>
                    <a:cubicBezTo>
                      <a:pt x="767" y="408"/>
                      <a:pt x="887" y="386"/>
                      <a:pt x="1012" y="375"/>
                    </a:cubicBezTo>
                    <a:cubicBezTo>
                      <a:pt x="1031" y="374"/>
                      <a:pt x="1050" y="374"/>
                      <a:pt x="1069" y="374"/>
                    </a:cubicBezTo>
                    <a:cubicBezTo>
                      <a:pt x="1144" y="374"/>
                      <a:pt x="1223" y="379"/>
                      <a:pt x="1302" y="379"/>
                    </a:cubicBezTo>
                    <a:cubicBezTo>
                      <a:pt x="1338" y="379"/>
                      <a:pt x="1373" y="378"/>
                      <a:pt x="1409" y="375"/>
                    </a:cubicBezTo>
                    <a:cubicBezTo>
                      <a:pt x="1550" y="364"/>
                      <a:pt x="1691" y="348"/>
                      <a:pt x="1838" y="348"/>
                    </a:cubicBezTo>
                    <a:cubicBezTo>
                      <a:pt x="1985" y="348"/>
                      <a:pt x="2121" y="315"/>
                      <a:pt x="2267" y="310"/>
                    </a:cubicBezTo>
                    <a:lnTo>
                      <a:pt x="2697" y="310"/>
                    </a:lnTo>
                    <a:cubicBezTo>
                      <a:pt x="2718" y="311"/>
                      <a:pt x="2738" y="312"/>
                      <a:pt x="2758" y="312"/>
                    </a:cubicBezTo>
                    <a:cubicBezTo>
                      <a:pt x="2806" y="312"/>
                      <a:pt x="2852" y="308"/>
                      <a:pt x="2898" y="304"/>
                    </a:cubicBezTo>
                    <a:cubicBezTo>
                      <a:pt x="2958" y="299"/>
                      <a:pt x="3018" y="277"/>
                      <a:pt x="3077" y="277"/>
                    </a:cubicBezTo>
                    <a:cubicBezTo>
                      <a:pt x="3148" y="275"/>
                      <a:pt x="3219" y="273"/>
                      <a:pt x="3290" y="273"/>
                    </a:cubicBezTo>
                    <a:close/>
                    <a:moveTo>
                      <a:pt x="5817" y="6600"/>
                    </a:moveTo>
                    <a:cubicBezTo>
                      <a:pt x="5879" y="6600"/>
                      <a:pt x="5940" y="6603"/>
                      <a:pt x="6002" y="6610"/>
                    </a:cubicBezTo>
                    <a:cubicBezTo>
                      <a:pt x="6069" y="6616"/>
                      <a:pt x="6138" y="6617"/>
                      <a:pt x="6206" y="6617"/>
                    </a:cubicBezTo>
                    <a:cubicBezTo>
                      <a:pt x="6301" y="6617"/>
                      <a:pt x="6397" y="6614"/>
                      <a:pt x="6493" y="6614"/>
                    </a:cubicBezTo>
                    <a:cubicBezTo>
                      <a:pt x="6523" y="6614"/>
                      <a:pt x="6553" y="6615"/>
                      <a:pt x="6584" y="6615"/>
                    </a:cubicBezTo>
                    <a:cubicBezTo>
                      <a:pt x="6774" y="6615"/>
                      <a:pt x="6969" y="6626"/>
                      <a:pt x="7165" y="6643"/>
                    </a:cubicBezTo>
                    <a:cubicBezTo>
                      <a:pt x="7345" y="6653"/>
                      <a:pt x="7524" y="6681"/>
                      <a:pt x="7709" y="6681"/>
                    </a:cubicBezTo>
                    <a:cubicBezTo>
                      <a:pt x="7845" y="6681"/>
                      <a:pt x="7986" y="6697"/>
                      <a:pt x="8127" y="6697"/>
                    </a:cubicBezTo>
                    <a:cubicBezTo>
                      <a:pt x="8111" y="6719"/>
                      <a:pt x="8089" y="6740"/>
                      <a:pt x="8073" y="6762"/>
                    </a:cubicBezTo>
                    <a:cubicBezTo>
                      <a:pt x="8035" y="6811"/>
                      <a:pt x="7991" y="6855"/>
                      <a:pt x="7959" y="6909"/>
                    </a:cubicBezTo>
                    <a:cubicBezTo>
                      <a:pt x="7942" y="6925"/>
                      <a:pt x="7937" y="6942"/>
                      <a:pt x="7932" y="6963"/>
                    </a:cubicBezTo>
                    <a:lnTo>
                      <a:pt x="7921" y="6974"/>
                    </a:lnTo>
                    <a:lnTo>
                      <a:pt x="7915" y="6974"/>
                    </a:lnTo>
                    <a:cubicBezTo>
                      <a:pt x="7861" y="6974"/>
                      <a:pt x="7812" y="7001"/>
                      <a:pt x="7758" y="7007"/>
                    </a:cubicBezTo>
                    <a:cubicBezTo>
                      <a:pt x="7722" y="7010"/>
                      <a:pt x="7686" y="7010"/>
                      <a:pt x="7649" y="7010"/>
                    </a:cubicBezTo>
                    <a:cubicBezTo>
                      <a:pt x="7612" y="7010"/>
                      <a:pt x="7576" y="7010"/>
                      <a:pt x="7540" y="7012"/>
                    </a:cubicBezTo>
                    <a:cubicBezTo>
                      <a:pt x="7524" y="7013"/>
                      <a:pt x="7507" y="7013"/>
                      <a:pt x="7491" y="7013"/>
                    </a:cubicBezTo>
                    <a:cubicBezTo>
                      <a:pt x="7356" y="7013"/>
                      <a:pt x="7225" y="6995"/>
                      <a:pt x="7089" y="6985"/>
                    </a:cubicBezTo>
                    <a:cubicBezTo>
                      <a:pt x="7074" y="6984"/>
                      <a:pt x="7058" y="6984"/>
                      <a:pt x="7043" y="6984"/>
                    </a:cubicBezTo>
                    <a:cubicBezTo>
                      <a:pt x="6918" y="6984"/>
                      <a:pt x="6796" y="7002"/>
                      <a:pt x="6670" y="7007"/>
                    </a:cubicBezTo>
                    <a:cubicBezTo>
                      <a:pt x="6618" y="7009"/>
                      <a:pt x="6565" y="7009"/>
                      <a:pt x="6511" y="7009"/>
                    </a:cubicBezTo>
                    <a:cubicBezTo>
                      <a:pt x="6405" y="7009"/>
                      <a:pt x="6297" y="7007"/>
                      <a:pt x="6192" y="7007"/>
                    </a:cubicBezTo>
                    <a:lnTo>
                      <a:pt x="5241" y="7012"/>
                    </a:lnTo>
                    <a:cubicBezTo>
                      <a:pt x="5094" y="7012"/>
                      <a:pt x="4953" y="6996"/>
                      <a:pt x="4811" y="6985"/>
                    </a:cubicBezTo>
                    <a:cubicBezTo>
                      <a:pt x="4763" y="6983"/>
                      <a:pt x="4712" y="6983"/>
                      <a:pt x="4662" y="6983"/>
                    </a:cubicBezTo>
                    <a:cubicBezTo>
                      <a:pt x="4560" y="6983"/>
                      <a:pt x="4456" y="6985"/>
                      <a:pt x="4355" y="6985"/>
                    </a:cubicBezTo>
                    <a:lnTo>
                      <a:pt x="4290" y="6985"/>
                    </a:lnTo>
                    <a:lnTo>
                      <a:pt x="4284" y="6974"/>
                    </a:lnTo>
                    <a:cubicBezTo>
                      <a:pt x="4262" y="6942"/>
                      <a:pt x="4252" y="6904"/>
                      <a:pt x="4257" y="6865"/>
                    </a:cubicBezTo>
                    <a:cubicBezTo>
                      <a:pt x="4257" y="6822"/>
                      <a:pt x="4257" y="6773"/>
                      <a:pt x="4252" y="6730"/>
                    </a:cubicBezTo>
                    <a:cubicBezTo>
                      <a:pt x="4252" y="6724"/>
                      <a:pt x="4252" y="6719"/>
                      <a:pt x="4246" y="6713"/>
                    </a:cubicBezTo>
                    <a:cubicBezTo>
                      <a:pt x="4284" y="6708"/>
                      <a:pt x="4328" y="6702"/>
                      <a:pt x="4366" y="6702"/>
                    </a:cubicBezTo>
                    <a:cubicBezTo>
                      <a:pt x="4442" y="6702"/>
                      <a:pt x="4512" y="6681"/>
                      <a:pt x="4583" y="6670"/>
                    </a:cubicBezTo>
                    <a:cubicBezTo>
                      <a:pt x="4676" y="6659"/>
                      <a:pt x="4768" y="6664"/>
                      <a:pt x="4860" y="6653"/>
                    </a:cubicBezTo>
                    <a:cubicBezTo>
                      <a:pt x="5056" y="6621"/>
                      <a:pt x="5246" y="6610"/>
                      <a:pt x="5442" y="6610"/>
                    </a:cubicBezTo>
                    <a:cubicBezTo>
                      <a:pt x="5569" y="6610"/>
                      <a:pt x="5693" y="6600"/>
                      <a:pt x="5817" y="6600"/>
                    </a:cubicBezTo>
                    <a:close/>
                    <a:moveTo>
                      <a:pt x="479" y="6610"/>
                    </a:moveTo>
                    <a:cubicBezTo>
                      <a:pt x="528" y="6610"/>
                      <a:pt x="577" y="6621"/>
                      <a:pt x="626" y="6632"/>
                    </a:cubicBezTo>
                    <a:cubicBezTo>
                      <a:pt x="702" y="6643"/>
                      <a:pt x="778" y="6643"/>
                      <a:pt x="854" y="6653"/>
                    </a:cubicBezTo>
                    <a:cubicBezTo>
                      <a:pt x="979" y="6670"/>
                      <a:pt x="1099" y="6670"/>
                      <a:pt x="1224" y="6692"/>
                    </a:cubicBezTo>
                    <a:cubicBezTo>
                      <a:pt x="1271" y="6699"/>
                      <a:pt x="1318" y="6701"/>
                      <a:pt x="1365" y="6701"/>
                    </a:cubicBezTo>
                    <a:cubicBezTo>
                      <a:pt x="1459" y="6701"/>
                      <a:pt x="1554" y="6692"/>
                      <a:pt x="1648" y="6692"/>
                    </a:cubicBezTo>
                    <a:cubicBezTo>
                      <a:pt x="1805" y="6697"/>
                      <a:pt x="1952" y="6730"/>
                      <a:pt x="2110" y="6730"/>
                    </a:cubicBezTo>
                    <a:lnTo>
                      <a:pt x="2588" y="6730"/>
                    </a:lnTo>
                    <a:cubicBezTo>
                      <a:pt x="2626" y="6727"/>
                      <a:pt x="2666" y="6725"/>
                      <a:pt x="2705" y="6725"/>
                    </a:cubicBezTo>
                    <a:cubicBezTo>
                      <a:pt x="2744" y="6725"/>
                      <a:pt x="2784" y="6727"/>
                      <a:pt x="2822" y="6730"/>
                    </a:cubicBezTo>
                    <a:cubicBezTo>
                      <a:pt x="2887" y="6735"/>
                      <a:pt x="2963" y="6757"/>
                      <a:pt x="3034" y="6757"/>
                    </a:cubicBezTo>
                    <a:cubicBezTo>
                      <a:pt x="3105" y="6757"/>
                      <a:pt x="3170" y="6746"/>
                      <a:pt x="3241" y="6730"/>
                    </a:cubicBezTo>
                    <a:cubicBezTo>
                      <a:pt x="3281" y="6727"/>
                      <a:pt x="3322" y="6725"/>
                      <a:pt x="3363" y="6725"/>
                    </a:cubicBezTo>
                    <a:cubicBezTo>
                      <a:pt x="3404" y="6725"/>
                      <a:pt x="3444" y="6727"/>
                      <a:pt x="3485" y="6730"/>
                    </a:cubicBezTo>
                    <a:cubicBezTo>
                      <a:pt x="3553" y="6735"/>
                      <a:pt x="3622" y="6738"/>
                      <a:pt x="3692" y="6738"/>
                    </a:cubicBezTo>
                    <a:cubicBezTo>
                      <a:pt x="3762" y="6738"/>
                      <a:pt x="3833" y="6735"/>
                      <a:pt x="3904" y="6730"/>
                    </a:cubicBezTo>
                    <a:cubicBezTo>
                      <a:pt x="3936" y="6730"/>
                      <a:pt x="3974" y="6724"/>
                      <a:pt x="4012" y="6719"/>
                    </a:cubicBezTo>
                    <a:cubicBezTo>
                      <a:pt x="4040" y="6724"/>
                      <a:pt x="4061" y="6724"/>
                      <a:pt x="4088" y="6724"/>
                    </a:cubicBezTo>
                    <a:cubicBezTo>
                      <a:pt x="4088" y="6730"/>
                      <a:pt x="4088" y="6730"/>
                      <a:pt x="4088" y="6735"/>
                    </a:cubicBezTo>
                    <a:cubicBezTo>
                      <a:pt x="4094" y="6784"/>
                      <a:pt x="4094" y="6838"/>
                      <a:pt x="4083" y="6887"/>
                    </a:cubicBezTo>
                    <a:cubicBezTo>
                      <a:pt x="4083" y="6925"/>
                      <a:pt x="4088" y="6958"/>
                      <a:pt x="4105" y="6990"/>
                    </a:cubicBezTo>
                    <a:lnTo>
                      <a:pt x="2974" y="6990"/>
                    </a:lnTo>
                    <a:cubicBezTo>
                      <a:pt x="2838" y="6990"/>
                      <a:pt x="2702" y="7018"/>
                      <a:pt x="2561" y="7023"/>
                    </a:cubicBezTo>
                    <a:cubicBezTo>
                      <a:pt x="2514" y="7023"/>
                      <a:pt x="2472" y="7021"/>
                      <a:pt x="2429" y="7021"/>
                    </a:cubicBezTo>
                    <a:cubicBezTo>
                      <a:pt x="2408" y="7021"/>
                      <a:pt x="2387" y="7021"/>
                      <a:pt x="2365" y="7023"/>
                    </a:cubicBezTo>
                    <a:cubicBezTo>
                      <a:pt x="2300" y="7029"/>
                      <a:pt x="2246" y="7045"/>
                      <a:pt x="2181" y="7056"/>
                    </a:cubicBezTo>
                    <a:cubicBezTo>
                      <a:pt x="2115" y="7065"/>
                      <a:pt x="2049" y="7069"/>
                      <a:pt x="1984" y="7069"/>
                    </a:cubicBezTo>
                    <a:cubicBezTo>
                      <a:pt x="1931" y="7069"/>
                      <a:pt x="1879" y="7066"/>
                      <a:pt x="1827" y="7061"/>
                    </a:cubicBezTo>
                    <a:cubicBezTo>
                      <a:pt x="1675" y="7045"/>
                      <a:pt x="1528" y="7018"/>
                      <a:pt x="1371" y="7018"/>
                    </a:cubicBezTo>
                    <a:lnTo>
                      <a:pt x="919" y="7018"/>
                    </a:lnTo>
                    <a:cubicBezTo>
                      <a:pt x="903" y="7020"/>
                      <a:pt x="887" y="7022"/>
                      <a:pt x="870" y="7022"/>
                    </a:cubicBezTo>
                    <a:cubicBezTo>
                      <a:pt x="854" y="7022"/>
                      <a:pt x="838" y="7020"/>
                      <a:pt x="822" y="7018"/>
                    </a:cubicBezTo>
                    <a:cubicBezTo>
                      <a:pt x="762" y="7001"/>
                      <a:pt x="745" y="6958"/>
                      <a:pt x="707" y="6914"/>
                    </a:cubicBezTo>
                    <a:cubicBezTo>
                      <a:pt x="669" y="6860"/>
                      <a:pt x="615" y="6822"/>
                      <a:pt x="572" y="6773"/>
                    </a:cubicBezTo>
                    <a:cubicBezTo>
                      <a:pt x="533" y="6719"/>
                      <a:pt x="485" y="6664"/>
                      <a:pt x="441" y="6610"/>
                    </a:cubicBezTo>
                    <a:close/>
                    <a:moveTo>
                      <a:pt x="7728" y="0"/>
                    </a:moveTo>
                    <a:cubicBezTo>
                      <a:pt x="7611" y="0"/>
                      <a:pt x="7494" y="4"/>
                      <a:pt x="7377" y="11"/>
                    </a:cubicBezTo>
                    <a:cubicBezTo>
                      <a:pt x="7176" y="22"/>
                      <a:pt x="6975" y="44"/>
                      <a:pt x="6774" y="44"/>
                    </a:cubicBezTo>
                    <a:cubicBezTo>
                      <a:pt x="6738" y="41"/>
                      <a:pt x="6701" y="40"/>
                      <a:pt x="6663" y="40"/>
                    </a:cubicBezTo>
                    <a:cubicBezTo>
                      <a:pt x="6610" y="40"/>
                      <a:pt x="6556" y="43"/>
                      <a:pt x="6502" y="49"/>
                    </a:cubicBezTo>
                    <a:cubicBezTo>
                      <a:pt x="6415" y="54"/>
                      <a:pt x="6328" y="76"/>
                      <a:pt x="6230" y="76"/>
                    </a:cubicBezTo>
                    <a:cubicBezTo>
                      <a:pt x="6088" y="76"/>
                      <a:pt x="5946" y="92"/>
                      <a:pt x="5804" y="92"/>
                    </a:cubicBezTo>
                    <a:cubicBezTo>
                      <a:pt x="5761" y="92"/>
                      <a:pt x="5718" y="91"/>
                      <a:pt x="5676" y="87"/>
                    </a:cubicBezTo>
                    <a:cubicBezTo>
                      <a:pt x="5589" y="82"/>
                      <a:pt x="5502" y="60"/>
                      <a:pt x="5409" y="54"/>
                    </a:cubicBezTo>
                    <a:cubicBezTo>
                      <a:pt x="5322" y="49"/>
                      <a:pt x="5219" y="54"/>
                      <a:pt x="5127" y="44"/>
                    </a:cubicBezTo>
                    <a:cubicBezTo>
                      <a:pt x="4975" y="30"/>
                      <a:pt x="4819" y="20"/>
                      <a:pt x="4665" y="20"/>
                    </a:cubicBezTo>
                    <a:cubicBezTo>
                      <a:pt x="4632" y="20"/>
                      <a:pt x="4600" y="21"/>
                      <a:pt x="4567" y="22"/>
                    </a:cubicBezTo>
                    <a:cubicBezTo>
                      <a:pt x="4393" y="33"/>
                      <a:pt x="4219" y="54"/>
                      <a:pt x="4045" y="60"/>
                    </a:cubicBezTo>
                    <a:cubicBezTo>
                      <a:pt x="4029" y="60"/>
                      <a:pt x="4012" y="71"/>
                      <a:pt x="4007" y="82"/>
                    </a:cubicBezTo>
                    <a:lnTo>
                      <a:pt x="3942" y="82"/>
                    </a:lnTo>
                    <a:cubicBezTo>
                      <a:pt x="3795" y="71"/>
                      <a:pt x="3654" y="49"/>
                      <a:pt x="3507" y="49"/>
                    </a:cubicBezTo>
                    <a:lnTo>
                      <a:pt x="3099" y="49"/>
                    </a:lnTo>
                    <a:cubicBezTo>
                      <a:pt x="2963" y="49"/>
                      <a:pt x="2838" y="87"/>
                      <a:pt x="2702" y="87"/>
                    </a:cubicBezTo>
                    <a:lnTo>
                      <a:pt x="2295" y="87"/>
                    </a:lnTo>
                    <a:cubicBezTo>
                      <a:pt x="2142" y="87"/>
                      <a:pt x="1996" y="120"/>
                      <a:pt x="1844" y="120"/>
                    </a:cubicBezTo>
                    <a:cubicBezTo>
                      <a:pt x="1708" y="125"/>
                      <a:pt x="1572" y="131"/>
                      <a:pt x="1430" y="147"/>
                    </a:cubicBezTo>
                    <a:cubicBezTo>
                      <a:pt x="1381" y="154"/>
                      <a:pt x="1331" y="157"/>
                      <a:pt x="1281" y="157"/>
                    </a:cubicBezTo>
                    <a:cubicBezTo>
                      <a:pt x="1204" y="157"/>
                      <a:pt x="1126" y="151"/>
                      <a:pt x="1048" y="151"/>
                    </a:cubicBezTo>
                    <a:cubicBezTo>
                      <a:pt x="1030" y="151"/>
                      <a:pt x="1013" y="152"/>
                      <a:pt x="996" y="152"/>
                    </a:cubicBezTo>
                    <a:cubicBezTo>
                      <a:pt x="860" y="163"/>
                      <a:pt x="735" y="190"/>
                      <a:pt x="599" y="201"/>
                    </a:cubicBezTo>
                    <a:cubicBezTo>
                      <a:pt x="479" y="212"/>
                      <a:pt x="343" y="196"/>
                      <a:pt x="224" y="245"/>
                    </a:cubicBezTo>
                    <a:cubicBezTo>
                      <a:pt x="131" y="277"/>
                      <a:pt x="66" y="364"/>
                      <a:pt x="61" y="468"/>
                    </a:cubicBezTo>
                    <a:cubicBezTo>
                      <a:pt x="55" y="582"/>
                      <a:pt x="28" y="701"/>
                      <a:pt x="23" y="821"/>
                    </a:cubicBezTo>
                    <a:cubicBezTo>
                      <a:pt x="1" y="1125"/>
                      <a:pt x="6" y="1424"/>
                      <a:pt x="28" y="1723"/>
                    </a:cubicBezTo>
                    <a:cubicBezTo>
                      <a:pt x="50" y="1995"/>
                      <a:pt x="66" y="2267"/>
                      <a:pt x="115" y="2539"/>
                    </a:cubicBezTo>
                    <a:cubicBezTo>
                      <a:pt x="164" y="2810"/>
                      <a:pt x="99" y="3093"/>
                      <a:pt x="115" y="3359"/>
                    </a:cubicBezTo>
                    <a:cubicBezTo>
                      <a:pt x="126" y="3490"/>
                      <a:pt x="153" y="3620"/>
                      <a:pt x="158" y="3751"/>
                    </a:cubicBezTo>
                    <a:cubicBezTo>
                      <a:pt x="164" y="3898"/>
                      <a:pt x="158" y="4050"/>
                      <a:pt x="153" y="4196"/>
                    </a:cubicBezTo>
                    <a:cubicBezTo>
                      <a:pt x="142" y="4495"/>
                      <a:pt x="153" y="4800"/>
                      <a:pt x="142" y="5099"/>
                    </a:cubicBezTo>
                    <a:cubicBezTo>
                      <a:pt x="142" y="5224"/>
                      <a:pt x="120" y="5349"/>
                      <a:pt x="109" y="5479"/>
                    </a:cubicBezTo>
                    <a:cubicBezTo>
                      <a:pt x="99" y="5626"/>
                      <a:pt x="109" y="5773"/>
                      <a:pt x="104" y="5920"/>
                    </a:cubicBezTo>
                    <a:cubicBezTo>
                      <a:pt x="104" y="6050"/>
                      <a:pt x="104" y="6181"/>
                      <a:pt x="99" y="6311"/>
                    </a:cubicBezTo>
                    <a:cubicBezTo>
                      <a:pt x="93" y="6414"/>
                      <a:pt x="109" y="6523"/>
                      <a:pt x="196" y="6583"/>
                    </a:cubicBezTo>
                    <a:cubicBezTo>
                      <a:pt x="224" y="6599"/>
                      <a:pt x="251" y="6610"/>
                      <a:pt x="278" y="6615"/>
                    </a:cubicBezTo>
                    <a:cubicBezTo>
                      <a:pt x="289" y="6632"/>
                      <a:pt x="294" y="6648"/>
                      <a:pt x="305" y="6670"/>
                    </a:cubicBezTo>
                    <a:cubicBezTo>
                      <a:pt x="332" y="6724"/>
                      <a:pt x="365" y="6778"/>
                      <a:pt x="408" y="6827"/>
                    </a:cubicBezTo>
                    <a:cubicBezTo>
                      <a:pt x="436" y="6871"/>
                      <a:pt x="468" y="6914"/>
                      <a:pt x="506" y="6952"/>
                    </a:cubicBezTo>
                    <a:cubicBezTo>
                      <a:pt x="561" y="7007"/>
                      <a:pt x="599" y="7077"/>
                      <a:pt x="659" y="7132"/>
                    </a:cubicBezTo>
                    <a:cubicBezTo>
                      <a:pt x="718" y="7191"/>
                      <a:pt x="800" y="7198"/>
                      <a:pt x="880" y="7198"/>
                    </a:cubicBezTo>
                    <a:cubicBezTo>
                      <a:pt x="902" y="7198"/>
                      <a:pt x="925" y="7197"/>
                      <a:pt x="947" y="7197"/>
                    </a:cubicBezTo>
                    <a:cubicBezTo>
                      <a:pt x="1028" y="7194"/>
                      <a:pt x="1108" y="7193"/>
                      <a:pt x="1188" y="7193"/>
                    </a:cubicBezTo>
                    <a:cubicBezTo>
                      <a:pt x="1267" y="7193"/>
                      <a:pt x="1346" y="7194"/>
                      <a:pt x="1425" y="7197"/>
                    </a:cubicBezTo>
                    <a:cubicBezTo>
                      <a:pt x="1624" y="7197"/>
                      <a:pt x="1811" y="7238"/>
                      <a:pt x="2005" y="7238"/>
                    </a:cubicBezTo>
                    <a:cubicBezTo>
                      <a:pt x="2064" y="7238"/>
                      <a:pt x="2125" y="7234"/>
                      <a:pt x="2186" y="7224"/>
                    </a:cubicBezTo>
                    <a:cubicBezTo>
                      <a:pt x="2257" y="7213"/>
                      <a:pt x="2327" y="7202"/>
                      <a:pt x="2398" y="7192"/>
                    </a:cubicBezTo>
                    <a:cubicBezTo>
                      <a:pt x="2441" y="7192"/>
                      <a:pt x="2483" y="7194"/>
                      <a:pt x="2524" y="7194"/>
                    </a:cubicBezTo>
                    <a:cubicBezTo>
                      <a:pt x="2545" y="7194"/>
                      <a:pt x="2566" y="7193"/>
                      <a:pt x="2588" y="7192"/>
                    </a:cubicBezTo>
                    <a:cubicBezTo>
                      <a:pt x="2653" y="7192"/>
                      <a:pt x="2708" y="7175"/>
                      <a:pt x="2768" y="7164"/>
                    </a:cubicBezTo>
                    <a:cubicBezTo>
                      <a:pt x="2821" y="7161"/>
                      <a:pt x="2874" y="7158"/>
                      <a:pt x="2929" y="7158"/>
                    </a:cubicBezTo>
                    <a:cubicBezTo>
                      <a:pt x="2969" y="7158"/>
                      <a:pt x="3009" y="7160"/>
                      <a:pt x="3050" y="7164"/>
                    </a:cubicBezTo>
                    <a:lnTo>
                      <a:pt x="4023" y="7164"/>
                    </a:lnTo>
                    <a:cubicBezTo>
                      <a:pt x="4154" y="7164"/>
                      <a:pt x="4284" y="7163"/>
                      <a:pt x="4415" y="7163"/>
                    </a:cubicBezTo>
                    <a:cubicBezTo>
                      <a:pt x="4610" y="7163"/>
                      <a:pt x="4806" y="7167"/>
                      <a:pt x="5002" y="7186"/>
                    </a:cubicBezTo>
                    <a:cubicBezTo>
                      <a:pt x="5165" y="7202"/>
                      <a:pt x="5325" y="7207"/>
                      <a:pt x="5485" y="7207"/>
                    </a:cubicBezTo>
                    <a:cubicBezTo>
                      <a:pt x="5644" y="7207"/>
                      <a:pt x="5803" y="7202"/>
                      <a:pt x="5964" y="7202"/>
                    </a:cubicBezTo>
                    <a:cubicBezTo>
                      <a:pt x="6071" y="7202"/>
                      <a:pt x="6179" y="7203"/>
                      <a:pt x="6288" y="7203"/>
                    </a:cubicBezTo>
                    <a:cubicBezTo>
                      <a:pt x="6505" y="7203"/>
                      <a:pt x="6725" y="7201"/>
                      <a:pt x="6942" y="7186"/>
                    </a:cubicBezTo>
                    <a:cubicBezTo>
                      <a:pt x="6961" y="7185"/>
                      <a:pt x="6980" y="7184"/>
                      <a:pt x="6999" y="7184"/>
                    </a:cubicBezTo>
                    <a:cubicBezTo>
                      <a:pt x="7137" y="7184"/>
                      <a:pt x="7273" y="7214"/>
                      <a:pt x="7412" y="7214"/>
                    </a:cubicBezTo>
                    <a:cubicBezTo>
                      <a:pt x="7422" y="7214"/>
                      <a:pt x="7432" y="7214"/>
                      <a:pt x="7442" y="7213"/>
                    </a:cubicBezTo>
                    <a:cubicBezTo>
                      <a:pt x="7600" y="7213"/>
                      <a:pt x="7758" y="7202"/>
                      <a:pt x="7910" y="7181"/>
                    </a:cubicBezTo>
                    <a:cubicBezTo>
                      <a:pt x="7964" y="7181"/>
                      <a:pt x="8013" y="7164"/>
                      <a:pt x="8057" y="7126"/>
                    </a:cubicBezTo>
                    <a:cubicBezTo>
                      <a:pt x="8078" y="7088"/>
                      <a:pt x="8106" y="7045"/>
                      <a:pt x="8122" y="7007"/>
                    </a:cubicBezTo>
                    <a:cubicBezTo>
                      <a:pt x="8198" y="6876"/>
                      <a:pt x="8290" y="6762"/>
                      <a:pt x="8394" y="6653"/>
                    </a:cubicBezTo>
                    <a:cubicBezTo>
                      <a:pt x="8459" y="6621"/>
                      <a:pt x="8502" y="6566"/>
                      <a:pt x="8524" y="6501"/>
                    </a:cubicBezTo>
                    <a:cubicBezTo>
                      <a:pt x="8562" y="6376"/>
                      <a:pt x="8524" y="6240"/>
                      <a:pt x="8546" y="6110"/>
                    </a:cubicBezTo>
                    <a:cubicBezTo>
                      <a:pt x="8578" y="5941"/>
                      <a:pt x="8557" y="5757"/>
                      <a:pt x="8557" y="5588"/>
                    </a:cubicBezTo>
                    <a:cubicBezTo>
                      <a:pt x="8557" y="5398"/>
                      <a:pt x="8551" y="5202"/>
                      <a:pt x="8557" y="5012"/>
                    </a:cubicBezTo>
                    <a:cubicBezTo>
                      <a:pt x="8557" y="4925"/>
                      <a:pt x="8584" y="4843"/>
                      <a:pt x="8589" y="4756"/>
                    </a:cubicBezTo>
                    <a:lnTo>
                      <a:pt x="8584" y="4745"/>
                    </a:lnTo>
                    <a:cubicBezTo>
                      <a:pt x="8595" y="4648"/>
                      <a:pt x="8595" y="4544"/>
                      <a:pt x="8589" y="4447"/>
                    </a:cubicBezTo>
                    <a:cubicBezTo>
                      <a:pt x="8584" y="4251"/>
                      <a:pt x="8584" y="4061"/>
                      <a:pt x="8568" y="3870"/>
                    </a:cubicBezTo>
                    <a:cubicBezTo>
                      <a:pt x="8530" y="3474"/>
                      <a:pt x="8551" y="3066"/>
                      <a:pt x="8551" y="2669"/>
                    </a:cubicBezTo>
                    <a:lnTo>
                      <a:pt x="8551" y="1995"/>
                    </a:lnTo>
                    <a:cubicBezTo>
                      <a:pt x="8562" y="1778"/>
                      <a:pt x="8562" y="1560"/>
                      <a:pt x="8546" y="1343"/>
                    </a:cubicBezTo>
                    <a:cubicBezTo>
                      <a:pt x="8524" y="1136"/>
                      <a:pt x="8513" y="930"/>
                      <a:pt x="8519" y="718"/>
                    </a:cubicBezTo>
                    <a:cubicBezTo>
                      <a:pt x="8519" y="527"/>
                      <a:pt x="8589" y="326"/>
                      <a:pt x="8546" y="136"/>
                    </a:cubicBezTo>
                    <a:cubicBezTo>
                      <a:pt x="8535" y="92"/>
                      <a:pt x="8502" y="60"/>
                      <a:pt x="8459" y="49"/>
                    </a:cubicBezTo>
                    <a:cubicBezTo>
                      <a:pt x="8217" y="16"/>
                      <a:pt x="7972" y="0"/>
                      <a:pt x="7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0"/>
              <p:cNvSpPr/>
              <p:nvPr/>
            </p:nvSpPr>
            <p:spPr>
              <a:xfrm>
                <a:off x="5059950" y="3940500"/>
                <a:ext cx="51775" cy="5575"/>
              </a:xfrm>
              <a:custGeom>
                <a:rect b="b" l="l" r="r" t="t"/>
                <a:pathLst>
                  <a:path extrusionOk="0" h="223" w="2071">
                    <a:moveTo>
                      <a:pt x="1922" y="0"/>
                    </a:moveTo>
                    <a:cubicBezTo>
                      <a:pt x="1778" y="0"/>
                      <a:pt x="1629" y="27"/>
                      <a:pt x="1484" y="39"/>
                    </a:cubicBezTo>
                    <a:cubicBezTo>
                      <a:pt x="1315" y="61"/>
                      <a:pt x="1147" y="94"/>
                      <a:pt x="973" y="110"/>
                    </a:cubicBezTo>
                    <a:cubicBezTo>
                      <a:pt x="804" y="126"/>
                      <a:pt x="619" y="148"/>
                      <a:pt x="435" y="154"/>
                    </a:cubicBezTo>
                    <a:cubicBezTo>
                      <a:pt x="373" y="154"/>
                      <a:pt x="279" y="171"/>
                      <a:pt x="196" y="171"/>
                    </a:cubicBezTo>
                    <a:cubicBezTo>
                      <a:pt x="140" y="171"/>
                      <a:pt x="89" y="163"/>
                      <a:pt x="54" y="137"/>
                    </a:cubicBezTo>
                    <a:cubicBezTo>
                      <a:pt x="48" y="133"/>
                      <a:pt x="43" y="132"/>
                      <a:pt x="38" y="132"/>
                    </a:cubicBezTo>
                    <a:cubicBezTo>
                      <a:pt x="14" y="132"/>
                      <a:pt x="0" y="168"/>
                      <a:pt x="27" y="186"/>
                    </a:cubicBezTo>
                    <a:cubicBezTo>
                      <a:pt x="66" y="215"/>
                      <a:pt x="116" y="222"/>
                      <a:pt x="169" y="222"/>
                    </a:cubicBezTo>
                    <a:cubicBezTo>
                      <a:pt x="226" y="222"/>
                      <a:pt x="286" y="213"/>
                      <a:pt x="337" y="213"/>
                    </a:cubicBezTo>
                    <a:cubicBezTo>
                      <a:pt x="532" y="208"/>
                      <a:pt x="723" y="197"/>
                      <a:pt x="913" y="181"/>
                    </a:cubicBezTo>
                    <a:cubicBezTo>
                      <a:pt x="1109" y="164"/>
                      <a:pt x="1293" y="132"/>
                      <a:pt x="1484" y="110"/>
                    </a:cubicBezTo>
                    <a:cubicBezTo>
                      <a:pt x="1679" y="88"/>
                      <a:pt x="1859" y="83"/>
                      <a:pt x="2044" y="50"/>
                    </a:cubicBezTo>
                    <a:cubicBezTo>
                      <a:pt x="2071" y="50"/>
                      <a:pt x="2060" y="12"/>
                      <a:pt x="2038" y="12"/>
                    </a:cubicBezTo>
                    <a:lnTo>
                      <a:pt x="2038" y="7"/>
                    </a:lnTo>
                    <a:cubicBezTo>
                      <a:pt x="2000" y="2"/>
                      <a:pt x="1961" y="0"/>
                      <a:pt x="1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0"/>
              <p:cNvSpPr/>
              <p:nvPr/>
            </p:nvSpPr>
            <p:spPr>
              <a:xfrm>
                <a:off x="5058425" y="3948225"/>
                <a:ext cx="61050" cy="3600"/>
              </a:xfrm>
              <a:custGeom>
                <a:rect b="b" l="l" r="r" t="t"/>
                <a:pathLst>
                  <a:path extrusionOk="0" h="144" w="2442">
                    <a:moveTo>
                      <a:pt x="1755" y="0"/>
                    </a:moveTo>
                    <a:cubicBezTo>
                      <a:pt x="1556" y="0"/>
                      <a:pt x="1356" y="5"/>
                      <a:pt x="1159" y="8"/>
                    </a:cubicBezTo>
                    <a:cubicBezTo>
                      <a:pt x="1056" y="8"/>
                      <a:pt x="952" y="5"/>
                      <a:pt x="850" y="5"/>
                    </a:cubicBezTo>
                    <a:cubicBezTo>
                      <a:pt x="747" y="5"/>
                      <a:pt x="645" y="8"/>
                      <a:pt x="545" y="19"/>
                    </a:cubicBezTo>
                    <a:cubicBezTo>
                      <a:pt x="463" y="24"/>
                      <a:pt x="376" y="29"/>
                      <a:pt x="289" y="46"/>
                    </a:cubicBezTo>
                    <a:cubicBezTo>
                      <a:pt x="208" y="62"/>
                      <a:pt x="110" y="111"/>
                      <a:pt x="17" y="116"/>
                    </a:cubicBezTo>
                    <a:cubicBezTo>
                      <a:pt x="1" y="116"/>
                      <a:pt x="1" y="144"/>
                      <a:pt x="17" y="144"/>
                    </a:cubicBezTo>
                    <a:cubicBezTo>
                      <a:pt x="88" y="133"/>
                      <a:pt x="159" y="122"/>
                      <a:pt x="229" y="106"/>
                    </a:cubicBezTo>
                    <a:cubicBezTo>
                      <a:pt x="333" y="84"/>
                      <a:pt x="441" y="78"/>
                      <a:pt x="550" y="73"/>
                    </a:cubicBezTo>
                    <a:cubicBezTo>
                      <a:pt x="617" y="71"/>
                      <a:pt x="685" y="70"/>
                      <a:pt x="753" y="70"/>
                    </a:cubicBezTo>
                    <a:cubicBezTo>
                      <a:pt x="888" y="70"/>
                      <a:pt x="1025" y="73"/>
                      <a:pt x="1159" y="73"/>
                    </a:cubicBezTo>
                    <a:cubicBezTo>
                      <a:pt x="1382" y="73"/>
                      <a:pt x="1608" y="79"/>
                      <a:pt x="1834" y="79"/>
                    </a:cubicBezTo>
                    <a:cubicBezTo>
                      <a:pt x="2032" y="79"/>
                      <a:pt x="2230" y="74"/>
                      <a:pt x="2425" y="57"/>
                    </a:cubicBezTo>
                    <a:cubicBezTo>
                      <a:pt x="2442" y="51"/>
                      <a:pt x="2442" y="24"/>
                      <a:pt x="2425" y="24"/>
                    </a:cubicBezTo>
                    <a:lnTo>
                      <a:pt x="2425" y="29"/>
                    </a:lnTo>
                    <a:cubicBezTo>
                      <a:pt x="2204" y="6"/>
                      <a:pt x="1979" y="0"/>
                      <a:pt x="17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0"/>
              <p:cNvSpPr/>
              <p:nvPr/>
            </p:nvSpPr>
            <p:spPr>
              <a:xfrm>
                <a:off x="5058750" y="3956275"/>
                <a:ext cx="52300" cy="5225"/>
              </a:xfrm>
              <a:custGeom>
                <a:rect b="b" l="l" r="r" t="t"/>
                <a:pathLst>
                  <a:path extrusionOk="0" h="209" w="2092">
                    <a:moveTo>
                      <a:pt x="2059" y="1"/>
                    </a:moveTo>
                    <a:cubicBezTo>
                      <a:pt x="2040" y="9"/>
                      <a:pt x="2016" y="11"/>
                      <a:pt x="1989" y="11"/>
                    </a:cubicBezTo>
                    <a:cubicBezTo>
                      <a:pt x="1949" y="11"/>
                      <a:pt x="1904" y="5"/>
                      <a:pt x="1866" y="5"/>
                    </a:cubicBezTo>
                    <a:cubicBezTo>
                      <a:pt x="1857" y="5"/>
                      <a:pt x="1849" y="6"/>
                      <a:pt x="1842" y="6"/>
                    </a:cubicBezTo>
                    <a:cubicBezTo>
                      <a:pt x="1749" y="17"/>
                      <a:pt x="1651" y="39"/>
                      <a:pt x="1553" y="44"/>
                    </a:cubicBezTo>
                    <a:cubicBezTo>
                      <a:pt x="1363" y="61"/>
                      <a:pt x="1178" y="72"/>
                      <a:pt x="988" y="82"/>
                    </a:cubicBezTo>
                    <a:cubicBezTo>
                      <a:pt x="803" y="99"/>
                      <a:pt x="619" y="110"/>
                      <a:pt x="439" y="131"/>
                    </a:cubicBezTo>
                    <a:cubicBezTo>
                      <a:pt x="420" y="133"/>
                      <a:pt x="400" y="134"/>
                      <a:pt x="378" y="134"/>
                    </a:cubicBezTo>
                    <a:cubicBezTo>
                      <a:pt x="335" y="134"/>
                      <a:pt x="287" y="131"/>
                      <a:pt x="241" y="131"/>
                    </a:cubicBezTo>
                    <a:cubicBezTo>
                      <a:pt x="157" y="131"/>
                      <a:pt x="75" y="139"/>
                      <a:pt x="15" y="180"/>
                    </a:cubicBezTo>
                    <a:cubicBezTo>
                      <a:pt x="1" y="190"/>
                      <a:pt x="8" y="208"/>
                      <a:pt x="21" y="208"/>
                    </a:cubicBezTo>
                    <a:cubicBezTo>
                      <a:pt x="23" y="208"/>
                      <a:pt x="24" y="208"/>
                      <a:pt x="26" y="208"/>
                    </a:cubicBezTo>
                    <a:cubicBezTo>
                      <a:pt x="72" y="199"/>
                      <a:pt x="118" y="195"/>
                      <a:pt x="165" y="195"/>
                    </a:cubicBezTo>
                    <a:cubicBezTo>
                      <a:pt x="211" y="195"/>
                      <a:pt x="257" y="199"/>
                      <a:pt x="303" y="208"/>
                    </a:cubicBezTo>
                    <a:cubicBezTo>
                      <a:pt x="390" y="208"/>
                      <a:pt x="472" y="208"/>
                      <a:pt x="559" y="202"/>
                    </a:cubicBezTo>
                    <a:cubicBezTo>
                      <a:pt x="754" y="186"/>
                      <a:pt x="950" y="180"/>
                      <a:pt x="1146" y="169"/>
                    </a:cubicBezTo>
                    <a:cubicBezTo>
                      <a:pt x="1341" y="164"/>
                      <a:pt x="1532" y="148"/>
                      <a:pt x="1722" y="126"/>
                    </a:cubicBezTo>
                    <a:cubicBezTo>
                      <a:pt x="1804" y="110"/>
                      <a:pt x="1885" y="93"/>
                      <a:pt x="1972" y="88"/>
                    </a:cubicBezTo>
                    <a:cubicBezTo>
                      <a:pt x="2021" y="82"/>
                      <a:pt x="2059" y="77"/>
                      <a:pt x="2086" y="34"/>
                    </a:cubicBezTo>
                    <a:cubicBezTo>
                      <a:pt x="2092" y="17"/>
                      <a:pt x="2081" y="1"/>
                      <a:pt x="20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0"/>
              <p:cNvSpPr/>
              <p:nvPr/>
            </p:nvSpPr>
            <p:spPr>
              <a:xfrm>
                <a:off x="5060200" y="3967225"/>
                <a:ext cx="40800" cy="4725"/>
              </a:xfrm>
              <a:custGeom>
                <a:rect b="b" l="l" r="r" t="t"/>
                <a:pathLst>
                  <a:path extrusionOk="0" h="189" w="1632">
                    <a:moveTo>
                      <a:pt x="1418" y="0"/>
                    </a:moveTo>
                    <a:cubicBezTo>
                      <a:pt x="1210" y="0"/>
                      <a:pt x="1002" y="30"/>
                      <a:pt x="800" y="47"/>
                    </a:cubicBezTo>
                    <a:cubicBezTo>
                      <a:pt x="533" y="74"/>
                      <a:pt x="289" y="123"/>
                      <a:pt x="28" y="145"/>
                    </a:cubicBezTo>
                    <a:cubicBezTo>
                      <a:pt x="1" y="145"/>
                      <a:pt x="1" y="188"/>
                      <a:pt x="28" y="188"/>
                    </a:cubicBezTo>
                    <a:cubicBezTo>
                      <a:pt x="289" y="183"/>
                      <a:pt x="544" y="155"/>
                      <a:pt x="800" y="139"/>
                    </a:cubicBezTo>
                    <a:cubicBezTo>
                      <a:pt x="1066" y="117"/>
                      <a:pt x="1332" y="90"/>
                      <a:pt x="1599" y="63"/>
                    </a:cubicBezTo>
                    <a:cubicBezTo>
                      <a:pt x="1631" y="58"/>
                      <a:pt x="1631" y="14"/>
                      <a:pt x="1599" y="9"/>
                    </a:cubicBezTo>
                    <a:cubicBezTo>
                      <a:pt x="1539" y="3"/>
                      <a:pt x="1478"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0"/>
              <p:cNvSpPr/>
              <p:nvPr/>
            </p:nvSpPr>
            <p:spPr>
              <a:xfrm>
                <a:off x="5056950" y="3988450"/>
                <a:ext cx="48125" cy="3325"/>
              </a:xfrm>
              <a:custGeom>
                <a:rect b="b" l="l" r="r" t="t"/>
                <a:pathLst>
                  <a:path extrusionOk="0" h="133" w="1925">
                    <a:moveTo>
                      <a:pt x="1816" y="1"/>
                    </a:moveTo>
                    <a:cubicBezTo>
                      <a:pt x="1706" y="1"/>
                      <a:pt x="1591" y="24"/>
                      <a:pt x="1490" y="24"/>
                    </a:cubicBezTo>
                    <a:cubicBezTo>
                      <a:pt x="1321" y="29"/>
                      <a:pt x="1158" y="46"/>
                      <a:pt x="990" y="46"/>
                    </a:cubicBezTo>
                    <a:cubicBezTo>
                      <a:pt x="925" y="50"/>
                      <a:pt x="860" y="52"/>
                      <a:pt x="794" y="52"/>
                    </a:cubicBezTo>
                    <a:cubicBezTo>
                      <a:pt x="705" y="52"/>
                      <a:pt x="615" y="49"/>
                      <a:pt x="527" y="46"/>
                    </a:cubicBezTo>
                    <a:cubicBezTo>
                      <a:pt x="443" y="40"/>
                      <a:pt x="360" y="38"/>
                      <a:pt x="278" y="38"/>
                    </a:cubicBezTo>
                    <a:cubicBezTo>
                      <a:pt x="196" y="38"/>
                      <a:pt x="114" y="40"/>
                      <a:pt x="33" y="46"/>
                    </a:cubicBezTo>
                    <a:cubicBezTo>
                      <a:pt x="0" y="46"/>
                      <a:pt x="0" y="89"/>
                      <a:pt x="33" y="89"/>
                    </a:cubicBezTo>
                    <a:cubicBezTo>
                      <a:pt x="354" y="89"/>
                      <a:pt x="669" y="127"/>
                      <a:pt x="990" y="133"/>
                    </a:cubicBezTo>
                    <a:cubicBezTo>
                      <a:pt x="1153" y="133"/>
                      <a:pt x="1310" y="116"/>
                      <a:pt x="1468" y="111"/>
                    </a:cubicBezTo>
                    <a:cubicBezTo>
                      <a:pt x="1539" y="111"/>
                      <a:pt x="1609" y="106"/>
                      <a:pt x="1680" y="95"/>
                    </a:cubicBezTo>
                    <a:cubicBezTo>
                      <a:pt x="1761" y="84"/>
                      <a:pt x="1827" y="57"/>
                      <a:pt x="1908" y="40"/>
                    </a:cubicBezTo>
                    <a:cubicBezTo>
                      <a:pt x="1924" y="35"/>
                      <a:pt x="1924" y="13"/>
                      <a:pt x="1908" y="8"/>
                    </a:cubicBezTo>
                    <a:cubicBezTo>
                      <a:pt x="1878" y="3"/>
                      <a:pt x="1847" y="1"/>
                      <a:pt x="1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0"/>
              <p:cNvSpPr/>
              <p:nvPr/>
            </p:nvSpPr>
            <p:spPr>
              <a:xfrm>
                <a:off x="5059525" y="3994025"/>
                <a:ext cx="46625" cy="7025"/>
              </a:xfrm>
              <a:custGeom>
                <a:rect b="b" l="l" r="r" t="t"/>
                <a:pathLst>
                  <a:path extrusionOk="0" h="281" w="1865">
                    <a:moveTo>
                      <a:pt x="1672" y="0"/>
                    </a:moveTo>
                    <a:cubicBezTo>
                      <a:pt x="1579" y="0"/>
                      <a:pt x="1482" y="14"/>
                      <a:pt x="1397" y="24"/>
                    </a:cubicBezTo>
                    <a:cubicBezTo>
                      <a:pt x="1240" y="40"/>
                      <a:pt x="1088" y="67"/>
                      <a:pt x="935" y="89"/>
                    </a:cubicBezTo>
                    <a:cubicBezTo>
                      <a:pt x="778" y="111"/>
                      <a:pt x="626" y="143"/>
                      <a:pt x="468" y="171"/>
                    </a:cubicBezTo>
                    <a:cubicBezTo>
                      <a:pt x="397" y="176"/>
                      <a:pt x="327" y="192"/>
                      <a:pt x="256" y="209"/>
                    </a:cubicBezTo>
                    <a:cubicBezTo>
                      <a:pt x="180" y="241"/>
                      <a:pt x="98" y="258"/>
                      <a:pt x="11" y="263"/>
                    </a:cubicBezTo>
                    <a:cubicBezTo>
                      <a:pt x="0" y="263"/>
                      <a:pt x="0" y="279"/>
                      <a:pt x="11" y="279"/>
                    </a:cubicBezTo>
                    <a:cubicBezTo>
                      <a:pt x="25" y="280"/>
                      <a:pt x="38" y="281"/>
                      <a:pt x="52" y="281"/>
                    </a:cubicBezTo>
                    <a:cubicBezTo>
                      <a:pt x="174" y="281"/>
                      <a:pt x="297" y="240"/>
                      <a:pt x="419" y="230"/>
                    </a:cubicBezTo>
                    <a:cubicBezTo>
                      <a:pt x="582" y="214"/>
                      <a:pt x="740" y="181"/>
                      <a:pt x="903" y="165"/>
                    </a:cubicBezTo>
                    <a:cubicBezTo>
                      <a:pt x="1066" y="143"/>
                      <a:pt x="1218" y="116"/>
                      <a:pt x="1381" y="100"/>
                    </a:cubicBezTo>
                    <a:cubicBezTo>
                      <a:pt x="1544" y="84"/>
                      <a:pt x="1702" y="100"/>
                      <a:pt x="1849" y="51"/>
                    </a:cubicBezTo>
                    <a:cubicBezTo>
                      <a:pt x="1865" y="46"/>
                      <a:pt x="1865" y="18"/>
                      <a:pt x="1849" y="18"/>
                    </a:cubicBezTo>
                    <a:lnTo>
                      <a:pt x="1849" y="24"/>
                    </a:lnTo>
                    <a:cubicBezTo>
                      <a:pt x="1794" y="6"/>
                      <a:pt x="1734" y="0"/>
                      <a:pt x="16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0"/>
              <p:cNvSpPr/>
              <p:nvPr/>
            </p:nvSpPr>
            <p:spPr>
              <a:xfrm>
                <a:off x="5065150" y="4001325"/>
                <a:ext cx="45350" cy="6550"/>
              </a:xfrm>
              <a:custGeom>
                <a:rect b="b" l="l" r="r" t="t"/>
                <a:pathLst>
                  <a:path extrusionOk="0" h="262" w="1814">
                    <a:moveTo>
                      <a:pt x="1697" y="1"/>
                    </a:moveTo>
                    <a:cubicBezTo>
                      <a:pt x="1664" y="1"/>
                      <a:pt x="1632" y="4"/>
                      <a:pt x="1602" y="9"/>
                    </a:cubicBezTo>
                    <a:cubicBezTo>
                      <a:pt x="1515" y="15"/>
                      <a:pt x="1433" y="20"/>
                      <a:pt x="1352" y="31"/>
                    </a:cubicBezTo>
                    <a:cubicBezTo>
                      <a:pt x="1183" y="53"/>
                      <a:pt x="1009" y="80"/>
                      <a:pt x="841" y="101"/>
                    </a:cubicBezTo>
                    <a:cubicBezTo>
                      <a:pt x="683" y="118"/>
                      <a:pt x="531" y="156"/>
                      <a:pt x="373" y="167"/>
                    </a:cubicBezTo>
                    <a:cubicBezTo>
                      <a:pt x="308" y="172"/>
                      <a:pt x="254" y="183"/>
                      <a:pt x="189" y="194"/>
                    </a:cubicBezTo>
                    <a:cubicBezTo>
                      <a:pt x="129" y="205"/>
                      <a:pt x="69" y="188"/>
                      <a:pt x="15" y="227"/>
                    </a:cubicBezTo>
                    <a:cubicBezTo>
                      <a:pt x="1" y="240"/>
                      <a:pt x="10" y="262"/>
                      <a:pt x="23" y="262"/>
                    </a:cubicBezTo>
                    <a:cubicBezTo>
                      <a:pt x="26" y="262"/>
                      <a:pt x="28" y="261"/>
                      <a:pt x="31" y="259"/>
                    </a:cubicBezTo>
                    <a:cubicBezTo>
                      <a:pt x="59" y="238"/>
                      <a:pt x="102" y="235"/>
                      <a:pt x="145" y="235"/>
                    </a:cubicBezTo>
                    <a:cubicBezTo>
                      <a:pt x="158" y="235"/>
                      <a:pt x="170" y="235"/>
                      <a:pt x="183" y="235"/>
                    </a:cubicBezTo>
                    <a:cubicBezTo>
                      <a:pt x="202" y="235"/>
                      <a:pt x="221" y="235"/>
                      <a:pt x="238" y="232"/>
                    </a:cubicBezTo>
                    <a:cubicBezTo>
                      <a:pt x="314" y="227"/>
                      <a:pt x="390" y="227"/>
                      <a:pt x="466" y="221"/>
                    </a:cubicBezTo>
                    <a:cubicBezTo>
                      <a:pt x="618" y="221"/>
                      <a:pt x="770" y="183"/>
                      <a:pt x="922" y="172"/>
                    </a:cubicBezTo>
                    <a:cubicBezTo>
                      <a:pt x="1075" y="156"/>
                      <a:pt x="1221" y="134"/>
                      <a:pt x="1374" y="118"/>
                    </a:cubicBezTo>
                    <a:cubicBezTo>
                      <a:pt x="1515" y="107"/>
                      <a:pt x="1656" y="85"/>
                      <a:pt x="1792" y="47"/>
                    </a:cubicBezTo>
                    <a:cubicBezTo>
                      <a:pt x="1814" y="42"/>
                      <a:pt x="1814" y="20"/>
                      <a:pt x="1792" y="9"/>
                    </a:cubicBezTo>
                    <a:cubicBezTo>
                      <a:pt x="1762" y="4"/>
                      <a:pt x="1730" y="1"/>
                      <a:pt x="16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0"/>
              <p:cNvSpPr/>
              <p:nvPr/>
            </p:nvSpPr>
            <p:spPr>
              <a:xfrm>
                <a:off x="5060600" y="4012025"/>
                <a:ext cx="51550" cy="4750"/>
              </a:xfrm>
              <a:custGeom>
                <a:rect b="b" l="l" r="r" t="t"/>
                <a:pathLst>
                  <a:path extrusionOk="0" h="190" w="2062">
                    <a:moveTo>
                      <a:pt x="1637" y="1"/>
                    </a:moveTo>
                    <a:cubicBezTo>
                      <a:pt x="1427" y="1"/>
                      <a:pt x="1215" y="17"/>
                      <a:pt x="1007" y="27"/>
                    </a:cubicBezTo>
                    <a:cubicBezTo>
                      <a:pt x="844" y="38"/>
                      <a:pt x="686" y="49"/>
                      <a:pt x="523" y="70"/>
                    </a:cubicBezTo>
                    <a:cubicBezTo>
                      <a:pt x="360" y="97"/>
                      <a:pt x="197" y="119"/>
                      <a:pt x="34" y="125"/>
                    </a:cubicBezTo>
                    <a:cubicBezTo>
                      <a:pt x="1" y="130"/>
                      <a:pt x="1" y="184"/>
                      <a:pt x="34" y="190"/>
                    </a:cubicBezTo>
                    <a:cubicBezTo>
                      <a:pt x="180" y="184"/>
                      <a:pt x="322" y="174"/>
                      <a:pt x="463" y="152"/>
                    </a:cubicBezTo>
                    <a:cubicBezTo>
                      <a:pt x="642" y="125"/>
                      <a:pt x="827" y="119"/>
                      <a:pt x="1007" y="108"/>
                    </a:cubicBezTo>
                    <a:cubicBezTo>
                      <a:pt x="1186" y="103"/>
                      <a:pt x="1344" y="92"/>
                      <a:pt x="1523" y="92"/>
                    </a:cubicBezTo>
                    <a:cubicBezTo>
                      <a:pt x="1564" y="93"/>
                      <a:pt x="1605" y="94"/>
                      <a:pt x="1646" y="94"/>
                    </a:cubicBezTo>
                    <a:cubicBezTo>
                      <a:pt x="1779" y="94"/>
                      <a:pt x="1911" y="87"/>
                      <a:pt x="2039" y="70"/>
                    </a:cubicBezTo>
                    <a:cubicBezTo>
                      <a:pt x="2061" y="65"/>
                      <a:pt x="2061" y="32"/>
                      <a:pt x="2039" y="27"/>
                    </a:cubicBezTo>
                    <a:cubicBezTo>
                      <a:pt x="1907" y="8"/>
                      <a:pt x="1772" y="1"/>
                      <a:pt x="1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0"/>
              <p:cNvSpPr/>
              <p:nvPr/>
            </p:nvSpPr>
            <p:spPr>
              <a:xfrm>
                <a:off x="5061400" y="4035575"/>
                <a:ext cx="46400" cy="3175"/>
              </a:xfrm>
              <a:custGeom>
                <a:rect b="b" l="l" r="r" t="t"/>
                <a:pathLst>
                  <a:path extrusionOk="0" h="127" w="1856">
                    <a:moveTo>
                      <a:pt x="44" y="1"/>
                    </a:moveTo>
                    <a:cubicBezTo>
                      <a:pt x="14" y="1"/>
                      <a:pt x="1" y="54"/>
                      <a:pt x="40" y="69"/>
                    </a:cubicBezTo>
                    <a:cubicBezTo>
                      <a:pt x="84" y="82"/>
                      <a:pt x="129" y="92"/>
                      <a:pt x="174" y="92"/>
                    </a:cubicBezTo>
                    <a:cubicBezTo>
                      <a:pt x="183" y="92"/>
                      <a:pt x="193" y="91"/>
                      <a:pt x="203" y="90"/>
                    </a:cubicBezTo>
                    <a:cubicBezTo>
                      <a:pt x="279" y="90"/>
                      <a:pt x="349" y="112"/>
                      <a:pt x="420" y="118"/>
                    </a:cubicBezTo>
                    <a:cubicBezTo>
                      <a:pt x="492" y="125"/>
                      <a:pt x="564" y="127"/>
                      <a:pt x="635" y="127"/>
                    </a:cubicBezTo>
                    <a:cubicBezTo>
                      <a:pt x="729" y="127"/>
                      <a:pt x="824" y="123"/>
                      <a:pt x="920" y="123"/>
                    </a:cubicBezTo>
                    <a:lnTo>
                      <a:pt x="1399" y="123"/>
                    </a:lnTo>
                    <a:cubicBezTo>
                      <a:pt x="1441" y="123"/>
                      <a:pt x="1483" y="124"/>
                      <a:pt x="1526" y="124"/>
                    </a:cubicBezTo>
                    <a:cubicBezTo>
                      <a:pt x="1634" y="124"/>
                      <a:pt x="1742" y="118"/>
                      <a:pt x="1839" y="80"/>
                    </a:cubicBezTo>
                    <a:cubicBezTo>
                      <a:pt x="1854" y="70"/>
                      <a:pt x="1855" y="41"/>
                      <a:pt x="1838" y="41"/>
                    </a:cubicBezTo>
                    <a:cubicBezTo>
                      <a:pt x="1837" y="41"/>
                      <a:pt x="1835" y="41"/>
                      <a:pt x="1833" y="42"/>
                    </a:cubicBezTo>
                    <a:lnTo>
                      <a:pt x="1833" y="36"/>
                    </a:lnTo>
                    <a:cubicBezTo>
                      <a:pt x="1749" y="41"/>
                      <a:pt x="1664" y="42"/>
                      <a:pt x="1580" y="42"/>
                    </a:cubicBezTo>
                    <a:cubicBezTo>
                      <a:pt x="1400" y="42"/>
                      <a:pt x="1220" y="35"/>
                      <a:pt x="1041" y="35"/>
                    </a:cubicBezTo>
                    <a:cubicBezTo>
                      <a:pt x="1006" y="35"/>
                      <a:pt x="971" y="35"/>
                      <a:pt x="937" y="36"/>
                    </a:cubicBezTo>
                    <a:cubicBezTo>
                      <a:pt x="819" y="36"/>
                      <a:pt x="705" y="43"/>
                      <a:pt x="589" y="43"/>
                    </a:cubicBezTo>
                    <a:cubicBezTo>
                      <a:pt x="560" y="43"/>
                      <a:pt x="531" y="43"/>
                      <a:pt x="502" y="42"/>
                    </a:cubicBezTo>
                    <a:cubicBezTo>
                      <a:pt x="426" y="42"/>
                      <a:pt x="349" y="31"/>
                      <a:pt x="273" y="25"/>
                    </a:cubicBezTo>
                    <a:cubicBezTo>
                      <a:pt x="203" y="25"/>
                      <a:pt x="127" y="20"/>
                      <a:pt x="56" y="3"/>
                    </a:cubicBezTo>
                    <a:cubicBezTo>
                      <a:pt x="52" y="2"/>
                      <a:pt x="48"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0"/>
              <p:cNvSpPr/>
              <p:nvPr/>
            </p:nvSpPr>
            <p:spPr>
              <a:xfrm>
                <a:off x="5055900" y="4045425"/>
                <a:ext cx="36625" cy="5550"/>
              </a:xfrm>
              <a:custGeom>
                <a:rect b="b" l="l" r="r" t="t"/>
                <a:pathLst>
                  <a:path extrusionOk="0" h="222" w="1465">
                    <a:moveTo>
                      <a:pt x="1433" y="0"/>
                    </a:moveTo>
                    <a:cubicBezTo>
                      <a:pt x="1431" y="0"/>
                      <a:pt x="1430" y="1"/>
                      <a:pt x="1428" y="1"/>
                    </a:cubicBezTo>
                    <a:cubicBezTo>
                      <a:pt x="1184" y="6"/>
                      <a:pt x="939" y="33"/>
                      <a:pt x="700" y="77"/>
                    </a:cubicBezTo>
                    <a:cubicBezTo>
                      <a:pt x="591" y="93"/>
                      <a:pt x="477" y="93"/>
                      <a:pt x="368" y="115"/>
                    </a:cubicBezTo>
                    <a:cubicBezTo>
                      <a:pt x="328" y="126"/>
                      <a:pt x="234" y="157"/>
                      <a:pt x="160" y="157"/>
                    </a:cubicBezTo>
                    <a:cubicBezTo>
                      <a:pt x="125" y="157"/>
                      <a:pt x="94" y="150"/>
                      <a:pt x="75" y="131"/>
                    </a:cubicBezTo>
                    <a:cubicBezTo>
                      <a:pt x="68" y="125"/>
                      <a:pt x="60" y="123"/>
                      <a:pt x="52" y="123"/>
                    </a:cubicBezTo>
                    <a:cubicBezTo>
                      <a:pt x="25" y="123"/>
                      <a:pt x="0" y="155"/>
                      <a:pt x="26" y="180"/>
                    </a:cubicBezTo>
                    <a:cubicBezTo>
                      <a:pt x="59" y="214"/>
                      <a:pt x="108" y="222"/>
                      <a:pt x="155" y="222"/>
                    </a:cubicBezTo>
                    <a:cubicBezTo>
                      <a:pt x="176" y="222"/>
                      <a:pt x="197" y="220"/>
                      <a:pt x="216" y="218"/>
                    </a:cubicBezTo>
                    <a:cubicBezTo>
                      <a:pt x="336" y="213"/>
                      <a:pt x="455" y="186"/>
                      <a:pt x="575" y="180"/>
                    </a:cubicBezTo>
                    <a:cubicBezTo>
                      <a:pt x="727" y="169"/>
                      <a:pt x="868" y="137"/>
                      <a:pt x="1015" y="120"/>
                    </a:cubicBezTo>
                    <a:cubicBezTo>
                      <a:pt x="1157" y="115"/>
                      <a:pt x="1298" y="93"/>
                      <a:pt x="1434" y="55"/>
                    </a:cubicBezTo>
                    <a:cubicBezTo>
                      <a:pt x="1465" y="50"/>
                      <a:pt x="1461" y="0"/>
                      <a:pt x="1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0"/>
              <p:cNvSpPr/>
              <p:nvPr/>
            </p:nvSpPr>
            <p:spPr>
              <a:xfrm>
                <a:off x="5179425" y="3940500"/>
                <a:ext cx="40625" cy="2200"/>
              </a:xfrm>
              <a:custGeom>
                <a:rect b="b" l="l" r="r" t="t"/>
                <a:pathLst>
                  <a:path extrusionOk="0" h="88" w="1625">
                    <a:moveTo>
                      <a:pt x="37" y="1"/>
                    </a:moveTo>
                    <a:cubicBezTo>
                      <a:pt x="9" y="1"/>
                      <a:pt x="1" y="40"/>
                      <a:pt x="31" y="56"/>
                    </a:cubicBezTo>
                    <a:cubicBezTo>
                      <a:pt x="140" y="80"/>
                      <a:pt x="256" y="87"/>
                      <a:pt x="373" y="87"/>
                    </a:cubicBezTo>
                    <a:cubicBezTo>
                      <a:pt x="513" y="87"/>
                      <a:pt x="656" y="78"/>
                      <a:pt x="792" y="78"/>
                    </a:cubicBezTo>
                    <a:cubicBezTo>
                      <a:pt x="952" y="78"/>
                      <a:pt x="1116" y="87"/>
                      <a:pt x="1278" y="87"/>
                    </a:cubicBezTo>
                    <a:cubicBezTo>
                      <a:pt x="1391" y="87"/>
                      <a:pt x="1504" y="82"/>
                      <a:pt x="1613" y="67"/>
                    </a:cubicBezTo>
                    <a:cubicBezTo>
                      <a:pt x="1624" y="61"/>
                      <a:pt x="1624" y="39"/>
                      <a:pt x="1613" y="34"/>
                    </a:cubicBezTo>
                    <a:lnTo>
                      <a:pt x="1608" y="34"/>
                    </a:lnTo>
                    <a:cubicBezTo>
                      <a:pt x="1505" y="18"/>
                      <a:pt x="1398" y="14"/>
                      <a:pt x="1291" y="14"/>
                    </a:cubicBezTo>
                    <a:cubicBezTo>
                      <a:pt x="1137" y="14"/>
                      <a:pt x="981" y="23"/>
                      <a:pt x="831" y="23"/>
                    </a:cubicBezTo>
                    <a:lnTo>
                      <a:pt x="450" y="23"/>
                    </a:lnTo>
                    <a:cubicBezTo>
                      <a:pt x="414" y="26"/>
                      <a:pt x="377" y="27"/>
                      <a:pt x="341" y="27"/>
                    </a:cubicBezTo>
                    <a:cubicBezTo>
                      <a:pt x="241" y="27"/>
                      <a:pt x="142" y="17"/>
                      <a:pt x="42" y="1"/>
                    </a:cubicBezTo>
                    <a:cubicBezTo>
                      <a:pt x="40" y="1"/>
                      <a:pt x="39"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0"/>
              <p:cNvSpPr/>
              <p:nvPr/>
            </p:nvSpPr>
            <p:spPr>
              <a:xfrm>
                <a:off x="5169325" y="3951000"/>
                <a:ext cx="50725" cy="2275"/>
              </a:xfrm>
              <a:custGeom>
                <a:rect b="b" l="l" r="r" t="t"/>
                <a:pathLst>
                  <a:path extrusionOk="0" h="91" w="2029">
                    <a:moveTo>
                      <a:pt x="1796" y="0"/>
                    </a:moveTo>
                    <a:cubicBezTo>
                      <a:pt x="1537" y="0"/>
                      <a:pt x="1278" y="20"/>
                      <a:pt x="1023" y="33"/>
                    </a:cubicBezTo>
                    <a:cubicBezTo>
                      <a:pt x="859" y="41"/>
                      <a:pt x="694" y="42"/>
                      <a:pt x="527" y="42"/>
                    </a:cubicBezTo>
                    <a:cubicBezTo>
                      <a:pt x="444" y="42"/>
                      <a:pt x="361" y="42"/>
                      <a:pt x="277" y="42"/>
                    </a:cubicBezTo>
                    <a:cubicBezTo>
                      <a:pt x="194" y="42"/>
                      <a:pt x="111" y="42"/>
                      <a:pt x="28" y="43"/>
                    </a:cubicBezTo>
                    <a:cubicBezTo>
                      <a:pt x="1" y="43"/>
                      <a:pt x="1" y="82"/>
                      <a:pt x="28" y="82"/>
                    </a:cubicBezTo>
                    <a:cubicBezTo>
                      <a:pt x="276" y="82"/>
                      <a:pt x="528" y="91"/>
                      <a:pt x="776" y="91"/>
                    </a:cubicBezTo>
                    <a:cubicBezTo>
                      <a:pt x="859" y="91"/>
                      <a:pt x="941" y="90"/>
                      <a:pt x="1023" y="87"/>
                    </a:cubicBezTo>
                    <a:cubicBezTo>
                      <a:pt x="1354" y="76"/>
                      <a:pt x="1680" y="60"/>
                      <a:pt x="2012" y="38"/>
                    </a:cubicBezTo>
                    <a:cubicBezTo>
                      <a:pt x="2027" y="33"/>
                      <a:pt x="2028" y="5"/>
                      <a:pt x="2015" y="5"/>
                    </a:cubicBezTo>
                    <a:cubicBezTo>
                      <a:pt x="2014" y="5"/>
                      <a:pt x="2013" y="5"/>
                      <a:pt x="2012" y="5"/>
                    </a:cubicBezTo>
                    <a:cubicBezTo>
                      <a:pt x="1940" y="2"/>
                      <a:pt x="1868" y="0"/>
                      <a:pt x="1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0"/>
              <p:cNvSpPr/>
              <p:nvPr/>
            </p:nvSpPr>
            <p:spPr>
              <a:xfrm>
                <a:off x="5170275" y="3958600"/>
                <a:ext cx="57775" cy="2500"/>
              </a:xfrm>
              <a:custGeom>
                <a:rect b="b" l="l" r="r" t="t"/>
                <a:pathLst>
                  <a:path extrusionOk="0" h="100" w="2311">
                    <a:moveTo>
                      <a:pt x="1191" y="0"/>
                    </a:moveTo>
                    <a:cubicBezTo>
                      <a:pt x="805" y="6"/>
                      <a:pt x="419" y="6"/>
                      <a:pt x="33" y="11"/>
                    </a:cubicBezTo>
                    <a:cubicBezTo>
                      <a:pt x="1" y="17"/>
                      <a:pt x="1" y="60"/>
                      <a:pt x="33" y="66"/>
                    </a:cubicBezTo>
                    <a:cubicBezTo>
                      <a:pt x="419" y="71"/>
                      <a:pt x="805" y="76"/>
                      <a:pt x="1191" y="76"/>
                    </a:cubicBezTo>
                    <a:cubicBezTo>
                      <a:pt x="1426" y="76"/>
                      <a:pt x="1666" y="99"/>
                      <a:pt x="1905" y="99"/>
                    </a:cubicBezTo>
                    <a:cubicBezTo>
                      <a:pt x="2037" y="99"/>
                      <a:pt x="2169" y="92"/>
                      <a:pt x="2300" y="71"/>
                    </a:cubicBezTo>
                    <a:cubicBezTo>
                      <a:pt x="2311" y="66"/>
                      <a:pt x="2311" y="49"/>
                      <a:pt x="2300" y="44"/>
                    </a:cubicBezTo>
                    <a:lnTo>
                      <a:pt x="2300" y="49"/>
                    </a:lnTo>
                    <a:cubicBezTo>
                      <a:pt x="2115" y="28"/>
                      <a:pt x="1936" y="17"/>
                      <a:pt x="1756" y="17"/>
                    </a:cubicBezTo>
                    <a:cubicBezTo>
                      <a:pt x="1566" y="11"/>
                      <a:pt x="1376" y="0"/>
                      <a:pt x="1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0"/>
              <p:cNvSpPr/>
              <p:nvPr/>
            </p:nvSpPr>
            <p:spPr>
              <a:xfrm>
                <a:off x="5161175" y="3967575"/>
                <a:ext cx="63900" cy="3450"/>
              </a:xfrm>
              <a:custGeom>
                <a:rect b="b" l="l" r="r" t="t"/>
                <a:pathLst>
                  <a:path extrusionOk="0" h="138" w="2556">
                    <a:moveTo>
                      <a:pt x="1272" y="0"/>
                    </a:moveTo>
                    <a:cubicBezTo>
                      <a:pt x="1082" y="0"/>
                      <a:pt x="891" y="28"/>
                      <a:pt x="700" y="28"/>
                    </a:cubicBezTo>
                    <a:cubicBezTo>
                      <a:pt x="685" y="28"/>
                      <a:pt x="669" y="28"/>
                      <a:pt x="653" y="27"/>
                    </a:cubicBezTo>
                    <a:cubicBezTo>
                      <a:pt x="639" y="27"/>
                      <a:pt x="625" y="27"/>
                      <a:pt x="611" y="27"/>
                    </a:cubicBezTo>
                    <a:cubicBezTo>
                      <a:pt x="415" y="27"/>
                      <a:pt x="231" y="60"/>
                      <a:pt x="38" y="60"/>
                    </a:cubicBezTo>
                    <a:cubicBezTo>
                      <a:pt x="0" y="60"/>
                      <a:pt x="0" y="114"/>
                      <a:pt x="38" y="114"/>
                    </a:cubicBezTo>
                    <a:cubicBezTo>
                      <a:pt x="193" y="114"/>
                      <a:pt x="345" y="105"/>
                      <a:pt x="499" y="105"/>
                    </a:cubicBezTo>
                    <a:cubicBezTo>
                      <a:pt x="550" y="105"/>
                      <a:pt x="601" y="106"/>
                      <a:pt x="653" y="109"/>
                    </a:cubicBezTo>
                    <a:cubicBezTo>
                      <a:pt x="686" y="111"/>
                      <a:pt x="720" y="111"/>
                      <a:pt x="754" y="111"/>
                    </a:cubicBezTo>
                    <a:cubicBezTo>
                      <a:pt x="924" y="111"/>
                      <a:pt x="1100" y="93"/>
                      <a:pt x="1272" y="93"/>
                    </a:cubicBezTo>
                    <a:cubicBezTo>
                      <a:pt x="1484" y="93"/>
                      <a:pt x="1680" y="103"/>
                      <a:pt x="1892" y="114"/>
                    </a:cubicBezTo>
                    <a:cubicBezTo>
                      <a:pt x="2054" y="131"/>
                      <a:pt x="2216" y="138"/>
                      <a:pt x="2380" y="138"/>
                    </a:cubicBezTo>
                    <a:cubicBezTo>
                      <a:pt x="2431" y="138"/>
                      <a:pt x="2482" y="137"/>
                      <a:pt x="2534" y="136"/>
                    </a:cubicBezTo>
                    <a:cubicBezTo>
                      <a:pt x="2555" y="131"/>
                      <a:pt x="2555" y="93"/>
                      <a:pt x="2534" y="87"/>
                    </a:cubicBezTo>
                    <a:cubicBezTo>
                      <a:pt x="2316" y="65"/>
                      <a:pt x="2110" y="33"/>
                      <a:pt x="1892" y="16"/>
                    </a:cubicBezTo>
                    <a:cubicBezTo>
                      <a:pt x="1675" y="0"/>
                      <a:pt x="1484" y="0"/>
                      <a:pt x="1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0"/>
              <p:cNvSpPr/>
              <p:nvPr/>
            </p:nvSpPr>
            <p:spPr>
              <a:xfrm>
                <a:off x="5174000" y="3987325"/>
                <a:ext cx="48750" cy="2825"/>
              </a:xfrm>
              <a:custGeom>
                <a:rect b="b" l="l" r="r" t="t"/>
                <a:pathLst>
                  <a:path extrusionOk="0" h="113" w="1950">
                    <a:moveTo>
                      <a:pt x="1670" y="0"/>
                    </a:moveTo>
                    <a:cubicBezTo>
                      <a:pt x="1439" y="0"/>
                      <a:pt x="1206" y="28"/>
                      <a:pt x="977" y="36"/>
                    </a:cubicBezTo>
                    <a:cubicBezTo>
                      <a:pt x="926" y="38"/>
                      <a:pt x="875" y="39"/>
                      <a:pt x="825" y="39"/>
                    </a:cubicBezTo>
                    <a:cubicBezTo>
                      <a:pt x="723" y="39"/>
                      <a:pt x="622" y="36"/>
                      <a:pt x="520" y="36"/>
                    </a:cubicBezTo>
                    <a:cubicBezTo>
                      <a:pt x="439" y="36"/>
                      <a:pt x="355" y="43"/>
                      <a:pt x="270" y="43"/>
                    </a:cubicBezTo>
                    <a:cubicBezTo>
                      <a:pt x="196" y="43"/>
                      <a:pt x="121" y="38"/>
                      <a:pt x="47" y="20"/>
                    </a:cubicBezTo>
                    <a:cubicBezTo>
                      <a:pt x="46" y="20"/>
                      <a:pt x="44" y="20"/>
                      <a:pt x="42" y="20"/>
                    </a:cubicBezTo>
                    <a:cubicBezTo>
                      <a:pt x="13" y="20"/>
                      <a:pt x="0" y="64"/>
                      <a:pt x="31" y="80"/>
                    </a:cubicBezTo>
                    <a:cubicBezTo>
                      <a:pt x="128" y="98"/>
                      <a:pt x="224" y="107"/>
                      <a:pt x="321" y="107"/>
                    </a:cubicBezTo>
                    <a:cubicBezTo>
                      <a:pt x="366" y="107"/>
                      <a:pt x="410" y="105"/>
                      <a:pt x="455" y="102"/>
                    </a:cubicBezTo>
                    <a:cubicBezTo>
                      <a:pt x="618" y="102"/>
                      <a:pt x="776" y="112"/>
                      <a:pt x="939" y="112"/>
                    </a:cubicBezTo>
                    <a:cubicBezTo>
                      <a:pt x="1270" y="107"/>
                      <a:pt x="1602" y="85"/>
                      <a:pt x="1934" y="42"/>
                    </a:cubicBezTo>
                    <a:cubicBezTo>
                      <a:pt x="1950" y="36"/>
                      <a:pt x="1950" y="20"/>
                      <a:pt x="1934" y="15"/>
                    </a:cubicBezTo>
                    <a:lnTo>
                      <a:pt x="1928" y="15"/>
                    </a:lnTo>
                    <a:cubicBezTo>
                      <a:pt x="1842" y="4"/>
                      <a:pt x="1756"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0"/>
              <p:cNvSpPr/>
              <p:nvPr/>
            </p:nvSpPr>
            <p:spPr>
              <a:xfrm>
                <a:off x="5167150" y="3994475"/>
                <a:ext cx="61800" cy="5175"/>
              </a:xfrm>
              <a:custGeom>
                <a:rect b="b" l="l" r="r" t="t"/>
                <a:pathLst>
                  <a:path extrusionOk="0" h="207" w="2472">
                    <a:moveTo>
                      <a:pt x="2001" y="0"/>
                    </a:moveTo>
                    <a:cubicBezTo>
                      <a:pt x="1773" y="0"/>
                      <a:pt x="1550" y="6"/>
                      <a:pt x="1322" y="17"/>
                    </a:cubicBezTo>
                    <a:cubicBezTo>
                      <a:pt x="1110" y="33"/>
                      <a:pt x="903" y="66"/>
                      <a:pt x="696" y="98"/>
                    </a:cubicBezTo>
                    <a:cubicBezTo>
                      <a:pt x="582" y="115"/>
                      <a:pt x="468" y="120"/>
                      <a:pt x="354" y="136"/>
                    </a:cubicBezTo>
                    <a:cubicBezTo>
                      <a:pt x="240" y="158"/>
                      <a:pt x="126" y="174"/>
                      <a:pt x="17" y="185"/>
                    </a:cubicBezTo>
                    <a:cubicBezTo>
                      <a:pt x="1" y="185"/>
                      <a:pt x="1" y="202"/>
                      <a:pt x="17" y="207"/>
                    </a:cubicBezTo>
                    <a:cubicBezTo>
                      <a:pt x="207" y="202"/>
                      <a:pt x="408" y="185"/>
                      <a:pt x="604" y="169"/>
                    </a:cubicBezTo>
                    <a:cubicBezTo>
                      <a:pt x="811" y="158"/>
                      <a:pt x="1017" y="120"/>
                      <a:pt x="1224" y="104"/>
                    </a:cubicBezTo>
                    <a:cubicBezTo>
                      <a:pt x="1436" y="87"/>
                      <a:pt x="1631" y="87"/>
                      <a:pt x="1838" y="87"/>
                    </a:cubicBezTo>
                    <a:lnTo>
                      <a:pt x="2126" y="87"/>
                    </a:lnTo>
                    <a:cubicBezTo>
                      <a:pt x="2180" y="87"/>
                      <a:pt x="2235" y="87"/>
                      <a:pt x="2289" y="82"/>
                    </a:cubicBezTo>
                    <a:cubicBezTo>
                      <a:pt x="2320" y="79"/>
                      <a:pt x="2348" y="72"/>
                      <a:pt x="2374" y="72"/>
                    </a:cubicBezTo>
                    <a:cubicBezTo>
                      <a:pt x="2393" y="72"/>
                      <a:pt x="2412" y="76"/>
                      <a:pt x="2430" y="87"/>
                    </a:cubicBezTo>
                    <a:cubicBezTo>
                      <a:pt x="2434" y="89"/>
                      <a:pt x="2437" y="90"/>
                      <a:pt x="2441" y="90"/>
                    </a:cubicBezTo>
                    <a:cubicBezTo>
                      <a:pt x="2458" y="90"/>
                      <a:pt x="2471" y="68"/>
                      <a:pt x="2458" y="49"/>
                    </a:cubicBezTo>
                    <a:cubicBezTo>
                      <a:pt x="2420" y="21"/>
                      <a:pt x="2378" y="5"/>
                      <a:pt x="2331" y="5"/>
                    </a:cubicBezTo>
                    <a:cubicBezTo>
                      <a:pt x="2325" y="5"/>
                      <a:pt x="2318" y="5"/>
                      <a:pt x="2311" y="6"/>
                    </a:cubicBezTo>
                    <a:lnTo>
                      <a:pt x="20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0"/>
              <p:cNvSpPr/>
              <p:nvPr/>
            </p:nvSpPr>
            <p:spPr>
              <a:xfrm>
                <a:off x="5169200" y="4003150"/>
                <a:ext cx="53025" cy="4525"/>
              </a:xfrm>
              <a:custGeom>
                <a:rect b="b" l="l" r="r" t="t"/>
                <a:pathLst>
                  <a:path extrusionOk="0" h="181" w="2121">
                    <a:moveTo>
                      <a:pt x="1821" y="1"/>
                    </a:moveTo>
                    <a:cubicBezTo>
                      <a:pt x="1798" y="1"/>
                      <a:pt x="1776" y="1"/>
                      <a:pt x="1756" y="1"/>
                    </a:cubicBezTo>
                    <a:cubicBezTo>
                      <a:pt x="1566" y="1"/>
                      <a:pt x="1375" y="12"/>
                      <a:pt x="1191" y="28"/>
                    </a:cubicBezTo>
                    <a:cubicBezTo>
                      <a:pt x="799" y="67"/>
                      <a:pt x="397" y="88"/>
                      <a:pt x="11" y="159"/>
                    </a:cubicBezTo>
                    <a:cubicBezTo>
                      <a:pt x="0" y="159"/>
                      <a:pt x="6" y="181"/>
                      <a:pt x="11" y="181"/>
                    </a:cubicBezTo>
                    <a:cubicBezTo>
                      <a:pt x="359" y="159"/>
                      <a:pt x="712" y="154"/>
                      <a:pt x="1060" y="121"/>
                    </a:cubicBezTo>
                    <a:cubicBezTo>
                      <a:pt x="1234" y="105"/>
                      <a:pt x="1403" y="94"/>
                      <a:pt x="1571" y="83"/>
                    </a:cubicBezTo>
                    <a:lnTo>
                      <a:pt x="1794" y="83"/>
                    </a:lnTo>
                    <a:cubicBezTo>
                      <a:pt x="1859" y="88"/>
                      <a:pt x="2001" y="83"/>
                      <a:pt x="2055" y="132"/>
                    </a:cubicBezTo>
                    <a:cubicBezTo>
                      <a:pt x="2061" y="135"/>
                      <a:pt x="2067" y="137"/>
                      <a:pt x="2073" y="137"/>
                    </a:cubicBezTo>
                    <a:cubicBezTo>
                      <a:pt x="2097" y="137"/>
                      <a:pt x="2121" y="115"/>
                      <a:pt x="2104" y="94"/>
                    </a:cubicBezTo>
                    <a:lnTo>
                      <a:pt x="2104" y="88"/>
                    </a:lnTo>
                    <a:cubicBezTo>
                      <a:pt x="2050" y="8"/>
                      <a:pt x="1924"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0"/>
              <p:cNvSpPr/>
              <p:nvPr/>
            </p:nvSpPr>
            <p:spPr>
              <a:xfrm>
                <a:off x="5167700" y="4013300"/>
                <a:ext cx="54100" cy="4975"/>
              </a:xfrm>
              <a:custGeom>
                <a:rect b="b" l="l" r="r" t="t"/>
                <a:pathLst>
                  <a:path extrusionOk="0" h="199" w="2164">
                    <a:moveTo>
                      <a:pt x="1445" y="1"/>
                    </a:moveTo>
                    <a:cubicBezTo>
                      <a:pt x="1327" y="1"/>
                      <a:pt x="1209" y="10"/>
                      <a:pt x="1093" y="25"/>
                    </a:cubicBezTo>
                    <a:cubicBezTo>
                      <a:pt x="919" y="41"/>
                      <a:pt x="745" y="52"/>
                      <a:pt x="571" y="74"/>
                    </a:cubicBezTo>
                    <a:cubicBezTo>
                      <a:pt x="392" y="112"/>
                      <a:pt x="212" y="133"/>
                      <a:pt x="28" y="150"/>
                    </a:cubicBezTo>
                    <a:cubicBezTo>
                      <a:pt x="0" y="150"/>
                      <a:pt x="0" y="193"/>
                      <a:pt x="28" y="199"/>
                    </a:cubicBezTo>
                    <a:cubicBezTo>
                      <a:pt x="207" y="199"/>
                      <a:pt x="375" y="161"/>
                      <a:pt x="549" y="144"/>
                    </a:cubicBezTo>
                    <a:cubicBezTo>
                      <a:pt x="723" y="133"/>
                      <a:pt x="914" y="123"/>
                      <a:pt x="1093" y="106"/>
                    </a:cubicBezTo>
                    <a:cubicBezTo>
                      <a:pt x="1219" y="94"/>
                      <a:pt x="1346" y="88"/>
                      <a:pt x="1472" y="88"/>
                    </a:cubicBezTo>
                    <a:cubicBezTo>
                      <a:pt x="1514" y="88"/>
                      <a:pt x="1556" y="89"/>
                      <a:pt x="1598" y="90"/>
                    </a:cubicBezTo>
                    <a:cubicBezTo>
                      <a:pt x="1736" y="107"/>
                      <a:pt x="1873" y="114"/>
                      <a:pt x="2010" y="114"/>
                    </a:cubicBezTo>
                    <a:cubicBezTo>
                      <a:pt x="2052" y="114"/>
                      <a:pt x="2094" y="113"/>
                      <a:pt x="2137" y="112"/>
                    </a:cubicBezTo>
                    <a:cubicBezTo>
                      <a:pt x="2164" y="106"/>
                      <a:pt x="2164" y="68"/>
                      <a:pt x="2137" y="63"/>
                    </a:cubicBezTo>
                    <a:cubicBezTo>
                      <a:pt x="1968" y="52"/>
                      <a:pt x="1794" y="19"/>
                      <a:pt x="1620" y="8"/>
                    </a:cubicBezTo>
                    <a:cubicBezTo>
                      <a:pt x="1562" y="3"/>
                      <a:pt x="1504" y="1"/>
                      <a:pt x="1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0"/>
              <p:cNvSpPr/>
              <p:nvPr/>
            </p:nvSpPr>
            <p:spPr>
              <a:xfrm>
                <a:off x="5170425" y="4036050"/>
                <a:ext cx="56225" cy="2625"/>
              </a:xfrm>
              <a:custGeom>
                <a:rect b="b" l="l" r="r" t="t"/>
                <a:pathLst>
                  <a:path extrusionOk="0" h="105" w="2249">
                    <a:moveTo>
                      <a:pt x="1256" y="1"/>
                    </a:moveTo>
                    <a:cubicBezTo>
                      <a:pt x="848" y="6"/>
                      <a:pt x="440" y="6"/>
                      <a:pt x="33" y="12"/>
                    </a:cubicBezTo>
                    <a:cubicBezTo>
                      <a:pt x="0" y="12"/>
                      <a:pt x="0" y="61"/>
                      <a:pt x="33" y="61"/>
                    </a:cubicBezTo>
                    <a:cubicBezTo>
                      <a:pt x="402" y="66"/>
                      <a:pt x="777" y="71"/>
                      <a:pt x="1147" y="71"/>
                    </a:cubicBezTo>
                    <a:cubicBezTo>
                      <a:pt x="1270" y="71"/>
                      <a:pt x="1393" y="74"/>
                      <a:pt x="1517" y="74"/>
                    </a:cubicBezTo>
                    <a:cubicBezTo>
                      <a:pt x="1578" y="74"/>
                      <a:pt x="1640" y="73"/>
                      <a:pt x="1701" y="71"/>
                    </a:cubicBezTo>
                    <a:cubicBezTo>
                      <a:pt x="1759" y="71"/>
                      <a:pt x="1815" y="69"/>
                      <a:pt x="1871" y="69"/>
                    </a:cubicBezTo>
                    <a:cubicBezTo>
                      <a:pt x="1900" y="69"/>
                      <a:pt x="1928" y="70"/>
                      <a:pt x="1957" y="71"/>
                    </a:cubicBezTo>
                    <a:cubicBezTo>
                      <a:pt x="2033" y="71"/>
                      <a:pt x="2115" y="77"/>
                      <a:pt x="2191" y="99"/>
                    </a:cubicBezTo>
                    <a:lnTo>
                      <a:pt x="2202" y="104"/>
                    </a:lnTo>
                    <a:cubicBezTo>
                      <a:pt x="2204" y="105"/>
                      <a:pt x="2206" y="105"/>
                      <a:pt x="2209" y="105"/>
                    </a:cubicBezTo>
                    <a:cubicBezTo>
                      <a:pt x="2229" y="105"/>
                      <a:pt x="2249" y="86"/>
                      <a:pt x="2234" y="71"/>
                    </a:cubicBezTo>
                    <a:cubicBezTo>
                      <a:pt x="2202" y="23"/>
                      <a:pt x="2169" y="28"/>
                      <a:pt x="2109" y="23"/>
                    </a:cubicBezTo>
                    <a:cubicBezTo>
                      <a:pt x="2033" y="12"/>
                      <a:pt x="1952" y="1"/>
                      <a:pt x="1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0"/>
              <p:cNvSpPr/>
              <p:nvPr/>
            </p:nvSpPr>
            <p:spPr>
              <a:xfrm>
                <a:off x="5188775" y="4041000"/>
                <a:ext cx="33300" cy="5425"/>
              </a:xfrm>
              <a:custGeom>
                <a:rect b="b" l="l" r="r" t="t"/>
                <a:pathLst>
                  <a:path extrusionOk="0" h="217" w="1332">
                    <a:moveTo>
                      <a:pt x="1090" y="1"/>
                    </a:moveTo>
                    <a:cubicBezTo>
                      <a:pt x="960" y="1"/>
                      <a:pt x="831" y="12"/>
                      <a:pt x="707" y="37"/>
                    </a:cubicBezTo>
                    <a:cubicBezTo>
                      <a:pt x="484" y="64"/>
                      <a:pt x="266" y="123"/>
                      <a:pt x="49" y="145"/>
                    </a:cubicBezTo>
                    <a:cubicBezTo>
                      <a:pt x="7" y="150"/>
                      <a:pt x="0" y="216"/>
                      <a:pt x="44" y="216"/>
                    </a:cubicBezTo>
                    <a:cubicBezTo>
                      <a:pt x="45" y="216"/>
                      <a:pt x="47" y="216"/>
                      <a:pt x="49" y="216"/>
                    </a:cubicBezTo>
                    <a:cubicBezTo>
                      <a:pt x="266" y="194"/>
                      <a:pt x="478" y="145"/>
                      <a:pt x="696" y="118"/>
                    </a:cubicBezTo>
                    <a:cubicBezTo>
                      <a:pt x="897" y="91"/>
                      <a:pt x="1103" y="85"/>
                      <a:pt x="1305" y="53"/>
                    </a:cubicBezTo>
                    <a:cubicBezTo>
                      <a:pt x="1332" y="47"/>
                      <a:pt x="1321" y="9"/>
                      <a:pt x="1294" y="4"/>
                    </a:cubicBezTo>
                    <a:lnTo>
                      <a:pt x="1294" y="9"/>
                    </a:lnTo>
                    <a:cubicBezTo>
                      <a:pt x="1226" y="4"/>
                      <a:pt x="1158" y="1"/>
                      <a:pt x="1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0"/>
              <p:cNvSpPr/>
              <p:nvPr/>
            </p:nvSpPr>
            <p:spPr>
              <a:xfrm>
                <a:off x="5059950" y="4065575"/>
                <a:ext cx="5900" cy="7925"/>
              </a:xfrm>
              <a:custGeom>
                <a:rect b="b" l="l" r="r" t="t"/>
                <a:pathLst>
                  <a:path extrusionOk="0" h="317" w="236">
                    <a:moveTo>
                      <a:pt x="62" y="0"/>
                    </a:moveTo>
                    <a:cubicBezTo>
                      <a:pt x="23" y="0"/>
                      <a:pt x="0" y="51"/>
                      <a:pt x="38" y="70"/>
                    </a:cubicBezTo>
                    <a:cubicBezTo>
                      <a:pt x="81" y="103"/>
                      <a:pt x="103" y="152"/>
                      <a:pt x="98" y="200"/>
                    </a:cubicBezTo>
                    <a:cubicBezTo>
                      <a:pt x="98" y="249"/>
                      <a:pt x="108" y="304"/>
                      <a:pt x="168" y="315"/>
                    </a:cubicBezTo>
                    <a:cubicBezTo>
                      <a:pt x="172" y="316"/>
                      <a:pt x="176" y="316"/>
                      <a:pt x="179" y="316"/>
                    </a:cubicBezTo>
                    <a:cubicBezTo>
                      <a:pt x="216" y="316"/>
                      <a:pt x="236" y="270"/>
                      <a:pt x="213" y="240"/>
                    </a:cubicBezTo>
                    <a:lnTo>
                      <a:pt x="213" y="240"/>
                    </a:lnTo>
                    <a:cubicBezTo>
                      <a:pt x="209" y="234"/>
                      <a:pt x="204" y="225"/>
                      <a:pt x="201" y="222"/>
                    </a:cubicBezTo>
                    <a:cubicBezTo>
                      <a:pt x="201" y="217"/>
                      <a:pt x="201" y="206"/>
                      <a:pt x="201" y="195"/>
                    </a:cubicBezTo>
                    <a:cubicBezTo>
                      <a:pt x="195" y="119"/>
                      <a:pt x="152" y="43"/>
                      <a:pt x="81" y="5"/>
                    </a:cubicBezTo>
                    <a:cubicBezTo>
                      <a:pt x="74" y="2"/>
                      <a:pt x="68" y="0"/>
                      <a:pt x="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0"/>
              <p:cNvSpPr/>
              <p:nvPr/>
            </p:nvSpPr>
            <p:spPr>
              <a:xfrm>
                <a:off x="5065775" y="4065450"/>
                <a:ext cx="5325" cy="8975"/>
              </a:xfrm>
              <a:custGeom>
                <a:rect b="b" l="l" r="r" t="t"/>
                <a:pathLst>
                  <a:path extrusionOk="0" h="359" w="213">
                    <a:moveTo>
                      <a:pt x="62" y="0"/>
                    </a:moveTo>
                    <a:cubicBezTo>
                      <a:pt x="29" y="0"/>
                      <a:pt x="0" y="42"/>
                      <a:pt x="33" y="75"/>
                    </a:cubicBezTo>
                    <a:cubicBezTo>
                      <a:pt x="49" y="91"/>
                      <a:pt x="39" y="140"/>
                      <a:pt x="39" y="162"/>
                    </a:cubicBezTo>
                    <a:cubicBezTo>
                      <a:pt x="39" y="189"/>
                      <a:pt x="44" y="216"/>
                      <a:pt x="49" y="244"/>
                    </a:cubicBezTo>
                    <a:cubicBezTo>
                      <a:pt x="60" y="303"/>
                      <a:pt x="109" y="352"/>
                      <a:pt x="169" y="358"/>
                    </a:cubicBezTo>
                    <a:cubicBezTo>
                      <a:pt x="171" y="358"/>
                      <a:pt x="174" y="358"/>
                      <a:pt x="176" y="358"/>
                    </a:cubicBezTo>
                    <a:cubicBezTo>
                      <a:pt x="199" y="358"/>
                      <a:pt x="212" y="334"/>
                      <a:pt x="207" y="314"/>
                    </a:cubicBezTo>
                    <a:cubicBezTo>
                      <a:pt x="180" y="265"/>
                      <a:pt x="164" y="216"/>
                      <a:pt x="147" y="162"/>
                    </a:cubicBezTo>
                    <a:cubicBezTo>
                      <a:pt x="136" y="108"/>
                      <a:pt x="142" y="53"/>
                      <a:pt x="93" y="15"/>
                    </a:cubicBezTo>
                    <a:cubicBezTo>
                      <a:pt x="84" y="5"/>
                      <a:pt x="73" y="0"/>
                      <a:pt x="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0"/>
              <p:cNvSpPr/>
              <p:nvPr/>
            </p:nvSpPr>
            <p:spPr>
              <a:xfrm>
                <a:off x="5071750" y="4065925"/>
                <a:ext cx="3025" cy="6750"/>
              </a:xfrm>
              <a:custGeom>
                <a:rect b="b" l="l" r="r" t="t"/>
                <a:pathLst>
                  <a:path extrusionOk="0" h="270" w="121">
                    <a:moveTo>
                      <a:pt x="63" y="0"/>
                    </a:moveTo>
                    <a:cubicBezTo>
                      <a:pt x="40" y="0"/>
                      <a:pt x="17" y="15"/>
                      <a:pt x="17" y="45"/>
                    </a:cubicBezTo>
                    <a:cubicBezTo>
                      <a:pt x="12" y="121"/>
                      <a:pt x="1" y="197"/>
                      <a:pt x="50" y="257"/>
                    </a:cubicBezTo>
                    <a:cubicBezTo>
                      <a:pt x="58" y="266"/>
                      <a:pt x="68" y="269"/>
                      <a:pt x="78" y="269"/>
                    </a:cubicBezTo>
                    <a:cubicBezTo>
                      <a:pt x="100" y="269"/>
                      <a:pt x="120" y="252"/>
                      <a:pt x="120" y="230"/>
                    </a:cubicBezTo>
                    <a:cubicBezTo>
                      <a:pt x="115" y="170"/>
                      <a:pt x="109" y="110"/>
                      <a:pt x="109" y="45"/>
                    </a:cubicBezTo>
                    <a:cubicBezTo>
                      <a:pt x="109" y="15"/>
                      <a:pt x="86" y="0"/>
                      <a:pt x="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0"/>
              <p:cNvSpPr/>
              <p:nvPr/>
            </p:nvSpPr>
            <p:spPr>
              <a:xfrm>
                <a:off x="5078425" y="4067125"/>
                <a:ext cx="4225" cy="6875"/>
              </a:xfrm>
              <a:custGeom>
                <a:rect b="b" l="l" r="r" t="t"/>
                <a:pathLst>
                  <a:path extrusionOk="0" h="275" w="169">
                    <a:moveTo>
                      <a:pt x="66" y="0"/>
                    </a:moveTo>
                    <a:cubicBezTo>
                      <a:pt x="55" y="0"/>
                      <a:pt x="44" y="4"/>
                      <a:pt x="38" y="13"/>
                    </a:cubicBezTo>
                    <a:lnTo>
                      <a:pt x="22" y="30"/>
                    </a:lnTo>
                    <a:cubicBezTo>
                      <a:pt x="0" y="57"/>
                      <a:pt x="11" y="100"/>
                      <a:pt x="49" y="111"/>
                    </a:cubicBezTo>
                    <a:cubicBezTo>
                      <a:pt x="49" y="122"/>
                      <a:pt x="49" y="138"/>
                      <a:pt x="49" y="155"/>
                    </a:cubicBezTo>
                    <a:cubicBezTo>
                      <a:pt x="44" y="187"/>
                      <a:pt x="49" y="220"/>
                      <a:pt x="65" y="253"/>
                    </a:cubicBezTo>
                    <a:cubicBezTo>
                      <a:pt x="71" y="269"/>
                      <a:pt x="87" y="274"/>
                      <a:pt x="103" y="274"/>
                    </a:cubicBezTo>
                    <a:cubicBezTo>
                      <a:pt x="114" y="274"/>
                      <a:pt x="125" y="269"/>
                      <a:pt x="136" y="263"/>
                    </a:cubicBezTo>
                    <a:cubicBezTo>
                      <a:pt x="158" y="253"/>
                      <a:pt x="163" y="225"/>
                      <a:pt x="147" y="209"/>
                    </a:cubicBezTo>
                    <a:lnTo>
                      <a:pt x="141" y="209"/>
                    </a:lnTo>
                    <a:cubicBezTo>
                      <a:pt x="141" y="138"/>
                      <a:pt x="169" y="57"/>
                      <a:pt x="92" y="8"/>
                    </a:cubicBezTo>
                    <a:cubicBezTo>
                      <a:pt x="85" y="3"/>
                      <a:pt x="76"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0"/>
              <p:cNvSpPr/>
              <p:nvPr/>
            </p:nvSpPr>
            <p:spPr>
              <a:xfrm>
                <a:off x="5164750" y="4082575"/>
                <a:ext cx="3650" cy="6075"/>
              </a:xfrm>
              <a:custGeom>
                <a:rect b="b" l="l" r="r" t="t"/>
                <a:pathLst>
                  <a:path extrusionOk="0" h="243" w="146">
                    <a:moveTo>
                      <a:pt x="67" y="0"/>
                    </a:moveTo>
                    <a:cubicBezTo>
                      <a:pt x="35" y="0"/>
                      <a:pt x="0" y="26"/>
                      <a:pt x="15" y="59"/>
                    </a:cubicBezTo>
                    <a:cubicBezTo>
                      <a:pt x="26" y="102"/>
                      <a:pt x="31" y="146"/>
                      <a:pt x="31" y="189"/>
                    </a:cubicBezTo>
                    <a:cubicBezTo>
                      <a:pt x="31" y="224"/>
                      <a:pt x="59" y="242"/>
                      <a:pt x="86" y="242"/>
                    </a:cubicBezTo>
                    <a:cubicBezTo>
                      <a:pt x="113" y="242"/>
                      <a:pt x="140" y="224"/>
                      <a:pt x="140" y="189"/>
                    </a:cubicBezTo>
                    <a:cubicBezTo>
                      <a:pt x="146" y="129"/>
                      <a:pt x="135" y="75"/>
                      <a:pt x="107" y="21"/>
                    </a:cubicBezTo>
                    <a:cubicBezTo>
                      <a:pt x="99" y="6"/>
                      <a:pt x="83" y="0"/>
                      <a:pt x="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0"/>
              <p:cNvSpPr/>
              <p:nvPr/>
            </p:nvSpPr>
            <p:spPr>
              <a:xfrm>
                <a:off x="5170000" y="4082725"/>
                <a:ext cx="3150" cy="5000"/>
              </a:xfrm>
              <a:custGeom>
                <a:rect b="b" l="l" r="r" t="t"/>
                <a:pathLst>
                  <a:path extrusionOk="0" h="200" w="126">
                    <a:moveTo>
                      <a:pt x="52" y="1"/>
                    </a:moveTo>
                    <a:cubicBezTo>
                      <a:pt x="31" y="1"/>
                      <a:pt x="9" y="15"/>
                      <a:pt x="6" y="42"/>
                    </a:cubicBezTo>
                    <a:cubicBezTo>
                      <a:pt x="1" y="69"/>
                      <a:pt x="1" y="102"/>
                      <a:pt x="1" y="129"/>
                    </a:cubicBezTo>
                    <a:cubicBezTo>
                      <a:pt x="6" y="150"/>
                      <a:pt x="12" y="167"/>
                      <a:pt x="28" y="183"/>
                    </a:cubicBezTo>
                    <a:cubicBezTo>
                      <a:pt x="39" y="194"/>
                      <a:pt x="52" y="199"/>
                      <a:pt x="66" y="199"/>
                    </a:cubicBezTo>
                    <a:cubicBezTo>
                      <a:pt x="80" y="199"/>
                      <a:pt x="93" y="194"/>
                      <a:pt x="104" y="183"/>
                    </a:cubicBezTo>
                    <a:cubicBezTo>
                      <a:pt x="109" y="178"/>
                      <a:pt x="115" y="172"/>
                      <a:pt x="115" y="172"/>
                    </a:cubicBezTo>
                    <a:cubicBezTo>
                      <a:pt x="126" y="156"/>
                      <a:pt x="120" y="134"/>
                      <a:pt x="109" y="123"/>
                    </a:cubicBezTo>
                    <a:lnTo>
                      <a:pt x="104" y="123"/>
                    </a:lnTo>
                    <a:lnTo>
                      <a:pt x="99" y="118"/>
                    </a:lnTo>
                    <a:lnTo>
                      <a:pt x="99" y="112"/>
                    </a:lnTo>
                    <a:cubicBezTo>
                      <a:pt x="99" y="107"/>
                      <a:pt x="99" y="102"/>
                      <a:pt x="99" y="102"/>
                    </a:cubicBezTo>
                    <a:lnTo>
                      <a:pt x="99" y="42"/>
                    </a:lnTo>
                    <a:cubicBezTo>
                      <a:pt x="96" y="15"/>
                      <a:pt x="74" y="1"/>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0"/>
              <p:cNvSpPr/>
              <p:nvPr/>
            </p:nvSpPr>
            <p:spPr>
              <a:xfrm>
                <a:off x="5174500" y="4083075"/>
                <a:ext cx="2725" cy="3750"/>
              </a:xfrm>
              <a:custGeom>
                <a:rect b="b" l="l" r="r" t="t"/>
                <a:pathLst>
                  <a:path extrusionOk="0" h="150" w="109">
                    <a:moveTo>
                      <a:pt x="60" y="1"/>
                    </a:moveTo>
                    <a:cubicBezTo>
                      <a:pt x="33" y="1"/>
                      <a:pt x="11" y="22"/>
                      <a:pt x="11" y="49"/>
                    </a:cubicBezTo>
                    <a:cubicBezTo>
                      <a:pt x="11" y="55"/>
                      <a:pt x="11" y="60"/>
                      <a:pt x="11" y="60"/>
                    </a:cubicBezTo>
                    <a:lnTo>
                      <a:pt x="11" y="71"/>
                    </a:lnTo>
                    <a:lnTo>
                      <a:pt x="11" y="77"/>
                    </a:lnTo>
                    <a:lnTo>
                      <a:pt x="11" y="93"/>
                    </a:lnTo>
                    <a:cubicBezTo>
                      <a:pt x="0" y="109"/>
                      <a:pt x="11" y="136"/>
                      <a:pt x="33" y="142"/>
                    </a:cubicBezTo>
                    <a:cubicBezTo>
                      <a:pt x="40" y="147"/>
                      <a:pt x="48" y="150"/>
                      <a:pt x="57" y="150"/>
                    </a:cubicBezTo>
                    <a:cubicBezTo>
                      <a:pt x="76" y="150"/>
                      <a:pt x="94" y="139"/>
                      <a:pt x="98" y="120"/>
                    </a:cubicBezTo>
                    <a:cubicBezTo>
                      <a:pt x="103" y="104"/>
                      <a:pt x="109" y="93"/>
                      <a:pt x="109" y="77"/>
                    </a:cubicBezTo>
                    <a:lnTo>
                      <a:pt x="109" y="71"/>
                    </a:lnTo>
                    <a:cubicBezTo>
                      <a:pt x="109" y="67"/>
                      <a:pt x="109" y="58"/>
                      <a:pt x="109" y="49"/>
                    </a:cubicBezTo>
                    <a:cubicBezTo>
                      <a:pt x="109" y="22"/>
                      <a:pt x="87"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120"/>
            <p:cNvGrpSpPr/>
            <p:nvPr/>
          </p:nvGrpSpPr>
          <p:grpSpPr>
            <a:xfrm>
              <a:off x="8207947" y="2859960"/>
              <a:ext cx="182874" cy="274329"/>
              <a:chOff x="5249725" y="3887800"/>
              <a:chExt cx="142425" cy="219850"/>
            </a:xfrm>
          </p:grpSpPr>
          <p:sp>
            <p:nvSpPr>
              <p:cNvPr id="5514" name="Google Shape;5514;p120"/>
              <p:cNvSpPr/>
              <p:nvPr/>
            </p:nvSpPr>
            <p:spPr>
              <a:xfrm>
                <a:off x="5260775" y="3904675"/>
                <a:ext cx="13875" cy="16950"/>
              </a:xfrm>
              <a:custGeom>
                <a:rect b="b" l="l" r="r" t="t"/>
                <a:pathLst>
                  <a:path extrusionOk="0" h="678" w="555">
                    <a:moveTo>
                      <a:pt x="25" y="1"/>
                    </a:moveTo>
                    <a:cubicBezTo>
                      <a:pt x="16" y="1"/>
                      <a:pt x="6" y="8"/>
                      <a:pt x="6" y="21"/>
                    </a:cubicBezTo>
                    <a:cubicBezTo>
                      <a:pt x="1" y="70"/>
                      <a:pt x="34" y="81"/>
                      <a:pt x="66" y="119"/>
                    </a:cubicBezTo>
                    <a:cubicBezTo>
                      <a:pt x="104" y="157"/>
                      <a:pt x="131" y="206"/>
                      <a:pt x="153" y="255"/>
                    </a:cubicBezTo>
                    <a:cubicBezTo>
                      <a:pt x="159" y="260"/>
                      <a:pt x="159" y="266"/>
                      <a:pt x="159" y="266"/>
                    </a:cubicBezTo>
                    <a:cubicBezTo>
                      <a:pt x="93" y="271"/>
                      <a:pt x="39" y="326"/>
                      <a:pt x="39" y="391"/>
                    </a:cubicBezTo>
                    <a:cubicBezTo>
                      <a:pt x="44" y="461"/>
                      <a:pt x="72" y="527"/>
                      <a:pt x="120" y="581"/>
                    </a:cubicBezTo>
                    <a:cubicBezTo>
                      <a:pt x="140" y="601"/>
                      <a:pt x="171" y="615"/>
                      <a:pt x="201" y="615"/>
                    </a:cubicBezTo>
                    <a:cubicBezTo>
                      <a:pt x="213" y="615"/>
                      <a:pt x="224" y="613"/>
                      <a:pt x="235" y="608"/>
                    </a:cubicBezTo>
                    <a:lnTo>
                      <a:pt x="245" y="608"/>
                    </a:lnTo>
                    <a:cubicBezTo>
                      <a:pt x="251" y="614"/>
                      <a:pt x="256" y="619"/>
                      <a:pt x="262" y="624"/>
                    </a:cubicBezTo>
                    <a:cubicBezTo>
                      <a:pt x="285" y="661"/>
                      <a:pt x="322" y="677"/>
                      <a:pt x="360" y="677"/>
                    </a:cubicBezTo>
                    <a:cubicBezTo>
                      <a:pt x="428" y="677"/>
                      <a:pt x="497" y="624"/>
                      <a:pt x="479" y="543"/>
                    </a:cubicBezTo>
                    <a:cubicBezTo>
                      <a:pt x="479" y="538"/>
                      <a:pt x="485" y="538"/>
                      <a:pt x="485" y="532"/>
                    </a:cubicBezTo>
                    <a:cubicBezTo>
                      <a:pt x="554" y="463"/>
                      <a:pt x="540" y="304"/>
                      <a:pt x="487" y="221"/>
                    </a:cubicBezTo>
                    <a:lnTo>
                      <a:pt x="487" y="221"/>
                    </a:lnTo>
                    <a:cubicBezTo>
                      <a:pt x="488" y="221"/>
                      <a:pt x="489" y="222"/>
                      <a:pt x="490" y="222"/>
                    </a:cubicBezTo>
                    <a:lnTo>
                      <a:pt x="485" y="217"/>
                    </a:lnTo>
                    <a:lnTo>
                      <a:pt x="485" y="217"/>
                    </a:lnTo>
                    <a:cubicBezTo>
                      <a:pt x="486" y="218"/>
                      <a:pt x="487" y="220"/>
                      <a:pt x="487" y="221"/>
                    </a:cubicBezTo>
                    <a:lnTo>
                      <a:pt x="487" y="221"/>
                    </a:lnTo>
                    <a:cubicBezTo>
                      <a:pt x="380" y="172"/>
                      <a:pt x="277" y="107"/>
                      <a:pt x="191" y="32"/>
                    </a:cubicBezTo>
                    <a:cubicBezTo>
                      <a:pt x="142" y="16"/>
                      <a:pt x="93" y="10"/>
                      <a:pt x="39" y="10"/>
                    </a:cubicBezTo>
                    <a:cubicBezTo>
                      <a:pt x="37" y="4"/>
                      <a:pt x="31"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0"/>
              <p:cNvSpPr/>
              <p:nvPr/>
            </p:nvSpPr>
            <p:spPr>
              <a:xfrm>
                <a:off x="5367200" y="3903750"/>
                <a:ext cx="13875" cy="17850"/>
              </a:xfrm>
              <a:custGeom>
                <a:rect b="b" l="l" r="r" t="t"/>
                <a:pathLst>
                  <a:path extrusionOk="0" h="714" w="555">
                    <a:moveTo>
                      <a:pt x="435" y="1"/>
                    </a:moveTo>
                    <a:cubicBezTo>
                      <a:pt x="430" y="1"/>
                      <a:pt x="424" y="2"/>
                      <a:pt x="419" y="4"/>
                    </a:cubicBezTo>
                    <a:cubicBezTo>
                      <a:pt x="332" y="36"/>
                      <a:pt x="250" y="91"/>
                      <a:pt x="185" y="167"/>
                    </a:cubicBezTo>
                    <a:cubicBezTo>
                      <a:pt x="131" y="227"/>
                      <a:pt x="54" y="281"/>
                      <a:pt x="22" y="363"/>
                    </a:cubicBezTo>
                    <a:cubicBezTo>
                      <a:pt x="0" y="428"/>
                      <a:pt x="27" y="498"/>
                      <a:pt x="87" y="531"/>
                    </a:cubicBezTo>
                    <a:cubicBezTo>
                      <a:pt x="87" y="542"/>
                      <a:pt x="82" y="558"/>
                      <a:pt x="76" y="569"/>
                    </a:cubicBezTo>
                    <a:cubicBezTo>
                      <a:pt x="51" y="658"/>
                      <a:pt x="119" y="714"/>
                      <a:pt x="190" y="714"/>
                    </a:cubicBezTo>
                    <a:cubicBezTo>
                      <a:pt x="228" y="714"/>
                      <a:pt x="267" y="698"/>
                      <a:pt x="294" y="661"/>
                    </a:cubicBezTo>
                    <a:cubicBezTo>
                      <a:pt x="294" y="656"/>
                      <a:pt x="299" y="645"/>
                      <a:pt x="305" y="645"/>
                    </a:cubicBezTo>
                    <a:lnTo>
                      <a:pt x="315" y="645"/>
                    </a:lnTo>
                    <a:cubicBezTo>
                      <a:pt x="327" y="648"/>
                      <a:pt x="338" y="649"/>
                      <a:pt x="349" y="649"/>
                    </a:cubicBezTo>
                    <a:cubicBezTo>
                      <a:pt x="380" y="649"/>
                      <a:pt x="409" y="638"/>
                      <a:pt x="430" y="618"/>
                    </a:cubicBezTo>
                    <a:cubicBezTo>
                      <a:pt x="478" y="564"/>
                      <a:pt x="511" y="498"/>
                      <a:pt x="511" y="428"/>
                    </a:cubicBezTo>
                    <a:cubicBezTo>
                      <a:pt x="511" y="357"/>
                      <a:pt x="457" y="303"/>
                      <a:pt x="391" y="303"/>
                    </a:cubicBezTo>
                    <a:cubicBezTo>
                      <a:pt x="391" y="303"/>
                      <a:pt x="397" y="297"/>
                      <a:pt x="397" y="292"/>
                    </a:cubicBezTo>
                    <a:cubicBezTo>
                      <a:pt x="419" y="243"/>
                      <a:pt x="446" y="194"/>
                      <a:pt x="484" y="156"/>
                    </a:cubicBezTo>
                    <a:cubicBezTo>
                      <a:pt x="517" y="118"/>
                      <a:pt x="555" y="107"/>
                      <a:pt x="544" y="58"/>
                    </a:cubicBezTo>
                    <a:cubicBezTo>
                      <a:pt x="544" y="45"/>
                      <a:pt x="536" y="38"/>
                      <a:pt x="527" y="38"/>
                    </a:cubicBezTo>
                    <a:cubicBezTo>
                      <a:pt x="521" y="38"/>
                      <a:pt x="515" y="41"/>
                      <a:pt x="511" y="47"/>
                    </a:cubicBezTo>
                    <a:lnTo>
                      <a:pt x="484" y="47"/>
                    </a:lnTo>
                    <a:cubicBezTo>
                      <a:pt x="479" y="20"/>
                      <a:pt x="460"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0"/>
              <p:cNvSpPr/>
              <p:nvPr/>
            </p:nvSpPr>
            <p:spPr>
              <a:xfrm>
                <a:off x="5276825" y="3924850"/>
                <a:ext cx="88350" cy="62575"/>
              </a:xfrm>
              <a:custGeom>
                <a:rect b="b" l="l" r="r" t="t"/>
                <a:pathLst>
                  <a:path extrusionOk="0" h="2503" w="3534">
                    <a:moveTo>
                      <a:pt x="897" y="106"/>
                    </a:moveTo>
                    <a:cubicBezTo>
                      <a:pt x="897" y="144"/>
                      <a:pt x="930" y="182"/>
                      <a:pt x="973" y="182"/>
                    </a:cubicBezTo>
                    <a:cubicBezTo>
                      <a:pt x="1066" y="182"/>
                      <a:pt x="1153" y="225"/>
                      <a:pt x="1218" y="290"/>
                    </a:cubicBezTo>
                    <a:cubicBezTo>
                      <a:pt x="1261" y="334"/>
                      <a:pt x="1294" y="377"/>
                      <a:pt x="1327" y="426"/>
                    </a:cubicBezTo>
                    <a:cubicBezTo>
                      <a:pt x="1348" y="481"/>
                      <a:pt x="1359" y="540"/>
                      <a:pt x="1359" y="595"/>
                    </a:cubicBezTo>
                    <a:cubicBezTo>
                      <a:pt x="1381" y="665"/>
                      <a:pt x="1392" y="736"/>
                      <a:pt x="1408" y="807"/>
                    </a:cubicBezTo>
                    <a:cubicBezTo>
                      <a:pt x="1408" y="899"/>
                      <a:pt x="1386" y="992"/>
                      <a:pt x="1354" y="1084"/>
                    </a:cubicBezTo>
                    <a:cubicBezTo>
                      <a:pt x="1316" y="1176"/>
                      <a:pt x="1294" y="1263"/>
                      <a:pt x="1207" y="1318"/>
                    </a:cubicBezTo>
                    <a:cubicBezTo>
                      <a:pt x="1126" y="1372"/>
                      <a:pt x="1033" y="1416"/>
                      <a:pt x="935" y="1443"/>
                    </a:cubicBezTo>
                    <a:cubicBezTo>
                      <a:pt x="890" y="1455"/>
                      <a:pt x="846" y="1461"/>
                      <a:pt x="801" y="1461"/>
                    </a:cubicBezTo>
                    <a:cubicBezTo>
                      <a:pt x="652" y="1461"/>
                      <a:pt x="507" y="1397"/>
                      <a:pt x="381" y="1318"/>
                    </a:cubicBezTo>
                    <a:cubicBezTo>
                      <a:pt x="250" y="1236"/>
                      <a:pt x="191" y="1062"/>
                      <a:pt x="153" y="921"/>
                    </a:cubicBezTo>
                    <a:cubicBezTo>
                      <a:pt x="131" y="834"/>
                      <a:pt x="180" y="725"/>
                      <a:pt x="191" y="638"/>
                    </a:cubicBezTo>
                    <a:cubicBezTo>
                      <a:pt x="201" y="551"/>
                      <a:pt x="239" y="470"/>
                      <a:pt x="294" y="399"/>
                    </a:cubicBezTo>
                    <a:cubicBezTo>
                      <a:pt x="386" y="263"/>
                      <a:pt x="560" y="193"/>
                      <a:pt x="712" y="149"/>
                    </a:cubicBezTo>
                    <a:cubicBezTo>
                      <a:pt x="772" y="133"/>
                      <a:pt x="837" y="116"/>
                      <a:pt x="897" y="106"/>
                    </a:cubicBezTo>
                    <a:close/>
                    <a:moveTo>
                      <a:pt x="2626" y="106"/>
                    </a:moveTo>
                    <a:cubicBezTo>
                      <a:pt x="2686" y="116"/>
                      <a:pt x="2751" y="127"/>
                      <a:pt x="2811" y="149"/>
                    </a:cubicBezTo>
                    <a:cubicBezTo>
                      <a:pt x="2963" y="193"/>
                      <a:pt x="3137" y="269"/>
                      <a:pt x="3235" y="399"/>
                    </a:cubicBezTo>
                    <a:cubicBezTo>
                      <a:pt x="3284" y="470"/>
                      <a:pt x="3322" y="551"/>
                      <a:pt x="3332" y="638"/>
                    </a:cubicBezTo>
                    <a:cubicBezTo>
                      <a:pt x="3349" y="725"/>
                      <a:pt x="3392" y="829"/>
                      <a:pt x="3371" y="916"/>
                    </a:cubicBezTo>
                    <a:lnTo>
                      <a:pt x="3371" y="921"/>
                    </a:lnTo>
                    <a:cubicBezTo>
                      <a:pt x="3332" y="1062"/>
                      <a:pt x="3273" y="1236"/>
                      <a:pt x="3142" y="1318"/>
                    </a:cubicBezTo>
                    <a:cubicBezTo>
                      <a:pt x="3016" y="1397"/>
                      <a:pt x="2871" y="1461"/>
                      <a:pt x="2722" y="1461"/>
                    </a:cubicBezTo>
                    <a:cubicBezTo>
                      <a:pt x="2677" y="1461"/>
                      <a:pt x="2633" y="1455"/>
                      <a:pt x="2588" y="1443"/>
                    </a:cubicBezTo>
                    <a:cubicBezTo>
                      <a:pt x="2490" y="1416"/>
                      <a:pt x="2403" y="1372"/>
                      <a:pt x="2316" y="1318"/>
                    </a:cubicBezTo>
                    <a:cubicBezTo>
                      <a:pt x="2229" y="1258"/>
                      <a:pt x="2207" y="1176"/>
                      <a:pt x="2175" y="1079"/>
                    </a:cubicBezTo>
                    <a:cubicBezTo>
                      <a:pt x="2137" y="992"/>
                      <a:pt x="2115" y="899"/>
                      <a:pt x="2120" y="807"/>
                    </a:cubicBezTo>
                    <a:cubicBezTo>
                      <a:pt x="2131" y="736"/>
                      <a:pt x="2142" y="665"/>
                      <a:pt x="2164" y="595"/>
                    </a:cubicBezTo>
                    <a:cubicBezTo>
                      <a:pt x="2164" y="535"/>
                      <a:pt x="2175" y="481"/>
                      <a:pt x="2196" y="426"/>
                    </a:cubicBezTo>
                    <a:cubicBezTo>
                      <a:pt x="2229" y="377"/>
                      <a:pt x="2262" y="328"/>
                      <a:pt x="2305" y="290"/>
                    </a:cubicBezTo>
                    <a:cubicBezTo>
                      <a:pt x="2370" y="220"/>
                      <a:pt x="2457" y="182"/>
                      <a:pt x="2550" y="182"/>
                    </a:cubicBezTo>
                    <a:cubicBezTo>
                      <a:pt x="2593" y="182"/>
                      <a:pt x="2626" y="144"/>
                      <a:pt x="2626" y="106"/>
                    </a:cubicBezTo>
                    <a:close/>
                    <a:moveTo>
                      <a:pt x="1957" y="1573"/>
                    </a:moveTo>
                    <a:lnTo>
                      <a:pt x="1957" y="1573"/>
                    </a:lnTo>
                    <a:cubicBezTo>
                      <a:pt x="1946" y="1693"/>
                      <a:pt x="1995" y="1834"/>
                      <a:pt x="1990" y="1937"/>
                    </a:cubicBezTo>
                    <a:cubicBezTo>
                      <a:pt x="1995" y="2084"/>
                      <a:pt x="1968" y="2226"/>
                      <a:pt x="1914" y="2361"/>
                    </a:cubicBezTo>
                    <a:cubicBezTo>
                      <a:pt x="1843" y="2345"/>
                      <a:pt x="1783" y="2318"/>
                      <a:pt x="1734" y="2269"/>
                    </a:cubicBezTo>
                    <a:cubicBezTo>
                      <a:pt x="1685" y="2198"/>
                      <a:pt x="1653" y="2111"/>
                      <a:pt x="1653" y="2024"/>
                    </a:cubicBezTo>
                    <a:cubicBezTo>
                      <a:pt x="1647" y="1927"/>
                      <a:pt x="1658" y="1829"/>
                      <a:pt x="1669" y="1736"/>
                    </a:cubicBezTo>
                    <a:cubicBezTo>
                      <a:pt x="1675" y="1682"/>
                      <a:pt x="1685" y="1633"/>
                      <a:pt x="1696" y="1579"/>
                    </a:cubicBezTo>
                    <a:cubicBezTo>
                      <a:pt x="1723" y="1611"/>
                      <a:pt x="1767" y="1633"/>
                      <a:pt x="1810" y="1633"/>
                    </a:cubicBezTo>
                    <a:cubicBezTo>
                      <a:pt x="1816" y="1634"/>
                      <a:pt x="1821" y="1634"/>
                      <a:pt x="1827" y="1634"/>
                    </a:cubicBezTo>
                    <a:cubicBezTo>
                      <a:pt x="1876" y="1634"/>
                      <a:pt x="1923" y="1612"/>
                      <a:pt x="1957" y="1573"/>
                    </a:cubicBezTo>
                    <a:close/>
                    <a:moveTo>
                      <a:pt x="870" y="1"/>
                    </a:moveTo>
                    <a:cubicBezTo>
                      <a:pt x="859" y="1"/>
                      <a:pt x="848" y="1"/>
                      <a:pt x="837" y="2"/>
                    </a:cubicBezTo>
                    <a:cubicBezTo>
                      <a:pt x="691" y="13"/>
                      <a:pt x="544" y="51"/>
                      <a:pt x="419" y="122"/>
                    </a:cubicBezTo>
                    <a:cubicBezTo>
                      <a:pt x="256" y="203"/>
                      <a:pt x="131" y="345"/>
                      <a:pt x="71" y="513"/>
                    </a:cubicBezTo>
                    <a:cubicBezTo>
                      <a:pt x="49" y="600"/>
                      <a:pt x="27" y="693"/>
                      <a:pt x="17" y="785"/>
                    </a:cubicBezTo>
                    <a:cubicBezTo>
                      <a:pt x="0" y="877"/>
                      <a:pt x="11" y="970"/>
                      <a:pt x="49" y="1057"/>
                    </a:cubicBezTo>
                    <a:cubicBezTo>
                      <a:pt x="104" y="1204"/>
                      <a:pt x="136" y="1339"/>
                      <a:pt x="272" y="1437"/>
                    </a:cubicBezTo>
                    <a:cubicBezTo>
                      <a:pt x="418" y="1547"/>
                      <a:pt x="599" y="1606"/>
                      <a:pt x="781" y="1606"/>
                    </a:cubicBezTo>
                    <a:cubicBezTo>
                      <a:pt x="789" y="1606"/>
                      <a:pt x="797" y="1606"/>
                      <a:pt x="805" y="1606"/>
                    </a:cubicBezTo>
                    <a:cubicBezTo>
                      <a:pt x="973" y="1590"/>
                      <a:pt x="1131" y="1530"/>
                      <a:pt x="1272" y="1432"/>
                    </a:cubicBezTo>
                    <a:lnTo>
                      <a:pt x="1272" y="1432"/>
                    </a:lnTo>
                    <a:cubicBezTo>
                      <a:pt x="1245" y="1503"/>
                      <a:pt x="1261" y="1584"/>
                      <a:pt x="1310" y="1644"/>
                    </a:cubicBezTo>
                    <a:cubicBezTo>
                      <a:pt x="1343" y="1677"/>
                      <a:pt x="1388" y="1693"/>
                      <a:pt x="1433" y="1693"/>
                    </a:cubicBezTo>
                    <a:cubicBezTo>
                      <a:pt x="1470" y="1693"/>
                      <a:pt x="1507" y="1682"/>
                      <a:pt x="1539" y="1660"/>
                    </a:cubicBezTo>
                    <a:cubicBezTo>
                      <a:pt x="1544" y="1655"/>
                      <a:pt x="1555" y="1649"/>
                      <a:pt x="1560" y="1644"/>
                    </a:cubicBezTo>
                    <a:lnTo>
                      <a:pt x="1560" y="1649"/>
                    </a:lnTo>
                    <a:cubicBezTo>
                      <a:pt x="1544" y="1715"/>
                      <a:pt x="1528" y="1780"/>
                      <a:pt x="1522" y="1850"/>
                    </a:cubicBezTo>
                    <a:cubicBezTo>
                      <a:pt x="1490" y="1954"/>
                      <a:pt x="1484" y="2062"/>
                      <a:pt x="1511" y="2166"/>
                    </a:cubicBezTo>
                    <a:cubicBezTo>
                      <a:pt x="1528" y="2264"/>
                      <a:pt x="1571" y="2351"/>
                      <a:pt x="1647" y="2416"/>
                    </a:cubicBezTo>
                    <a:cubicBezTo>
                      <a:pt x="1685" y="2454"/>
                      <a:pt x="1729" y="2481"/>
                      <a:pt x="1783" y="2497"/>
                    </a:cubicBezTo>
                    <a:cubicBezTo>
                      <a:pt x="1795" y="2501"/>
                      <a:pt x="1807" y="2503"/>
                      <a:pt x="1819" y="2503"/>
                    </a:cubicBezTo>
                    <a:cubicBezTo>
                      <a:pt x="1847" y="2503"/>
                      <a:pt x="1876" y="2495"/>
                      <a:pt x="1904" y="2495"/>
                    </a:cubicBezTo>
                    <a:cubicBezTo>
                      <a:pt x="1913" y="2495"/>
                      <a:pt x="1921" y="2495"/>
                      <a:pt x="1930" y="2497"/>
                    </a:cubicBezTo>
                    <a:cubicBezTo>
                      <a:pt x="1935" y="2499"/>
                      <a:pt x="1941" y="2499"/>
                      <a:pt x="1947" y="2499"/>
                    </a:cubicBezTo>
                    <a:cubicBezTo>
                      <a:pt x="1965" y="2499"/>
                      <a:pt x="1983" y="2493"/>
                      <a:pt x="1995" y="2481"/>
                    </a:cubicBezTo>
                    <a:cubicBezTo>
                      <a:pt x="2104" y="2345"/>
                      <a:pt x="2115" y="2187"/>
                      <a:pt x="2142" y="2019"/>
                    </a:cubicBezTo>
                    <a:cubicBezTo>
                      <a:pt x="2147" y="1927"/>
                      <a:pt x="2147" y="1829"/>
                      <a:pt x="2131" y="1736"/>
                    </a:cubicBezTo>
                    <a:cubicBezTo>
                      <a:pt x="2131" y="1671"/>
                      <a:pt x="2126" y="1611"/>
                      <a:pt x="2115" y="1546"/>
                    </a:cubicBezTo>
                    <a:cubicBezTo>
                      <a:pt x="2131" y="1546"/>
                      <a:pt x="2142" y="1541"/>
                      <a:pt x="2153" y="1530"/>
                    </a:cubicBezTo>
                    <a:cubicBezTo>
                      <a:pt x="2191" y="1497"/>
                      <a:pt x="2213" y="1448"/>
                      <a:pt x="2213" y="1399"/>
                    </a:cubicBezTo>
                    <a:lnTo>
                      <a:pt x="2218" y="1405"/>
                    </a:lnTo>
                    <a:cubicBezTo>
                      <a:pt x="2365" y="1513"/>
                      <a:pt x="2539" y="1584"/>
                      <a:pt x="2724" y="1606"/>
                    </a:cubicBezTo>
                    <a:cubicBezTo>
                      <a:pt x="2732" y="1606"/>
                      <a:pt x="2740" y="1606"/>
                      <a:pt x="2748" y="1606"/>
                    </a:cubicBezTo>
                    <a:cubicBezTo>
                      <a:pt x="2930" y="1606"/>
                      <a:pt x="3111" y="1547"/>
                      <a:pt x="3262" y="1437"/>
                    </a:cubicBezTo>
                    <a:cubicBezTo>
                      <a:pt x="3398" y="1339"/>
                      <a:pt x="3425" y="1204"/>
                      <a:pt x="3479" y="1057"/>
                    </a:cubicBezTo>
                    <a:cubicBezTo>
                      <a:pt x="3517" y="970"/>
                      <a:pt x="3534" y="877"/>
                      <a:pt x="3517" y="785"/>
                    </a:cubicBezTo>
                    <a:lnTo>
                      <a:pt x="3506" y="785"/>
                    </a:lnTo>
                    <a:cubicBezTo>
                      <a:pt x="3496" y="693"/>
                      <a:pt x="3474" y="600"/>
                      <a:pt x="3452" y="513"/>
                    </a:cubicBezTo>
                    <a:cubicBezTo>
                      <a:pt x="3392" y="339"/>
                      <a:pt x="3267" y="203"/>
                      <a:pt x="3104" y="122"/>
                    </a:cubicBezTo>
                    <a:cubicBezTo>
                      <a:pt x="2979" y="51"/>
                      <a:pt x="2832" y="13"/>
                      <a:pt x="2686" y="2"/>
                    </a:cubicBezTo>
                    <a:cubicBezTo>
                      <a:pt x="2675" y="1"/>
                      <a:pt x="2664" y="1"/>
                      <a:pt x="2653" y="1"/>
                    </a:cubicBezTo>
                    <a:cubicBezTo>
                      <a:pt x="2597" y="1"/>
                      <a:pt x="2539" y="12"/>
                      <a:pt x="2484" y="35"/>
                    </a:cubicBezTo>
                    <a:cubicBezTo>
                      <a:pt x="2300" y="57"/>
                      <a:pt x="2158" y="187"/>
                      <a:pt x="2066" y="350"/>
                    </a:cubicBezTo>
                    <a:cubicBezTo>
                      <a:pt x="2012" y="448"/>
                      <a:pt x="2028" y="535"/>
                      <a:pt x="2001" y="638"/>
                    </a:cubicBezTo>
                    <a:cubicBezTo>
                      <a:pt x="1974" y="731"/>
                      <a:pt x="1968" y="829"/>
                      <a:pt x="1984" y="926"/>
                    </a:cubicBezTo>
                    <a:cubicBezTo>
                      <a:pt x="2001" y="1024"/>
                      <a:pt x="2033" y="1122"/>
                      <a:pt x="2077" y="1214"/>
                    </a:cubicBezTo>
                    <a:cubicBezTo>
                      <a:pt x="2082" y="1225"/>
                      <a:pt x="2088" y="1242"/>
                      <a:pt x="2099" y="1258"/>
                    </a:cubicBezTo>
                    <a:cubicBezTo>
                      <a:pt x="2093" y="1274"/>
                      <a:pt x="2088" y="1291"/>
                      <a:pt x="2088" y="1307"/>
                    </a:cubicBezTo>
                    <a:cubicBezTo>
                      <a:pt x="2074" y="1286"/>
                      <a:pt x="2051" y="1274"/>
                      <a:pt x="2027" y="1274"/>
                    </a:cubicBezTo>
                    <a:cubicBezTo>
                      <a:pt x="2014" y="1274"/>
                      <a:pt x="2001" y="1277"/>
                      <a:pt x="1990" y="1285"/>
                    </a:cubicBezTo>
                    <a:cubicBezTo>
                      <a:pt x="1935" y="1329"/>
                      <a:pt x="1892" y="1383"/>
                      <a:pt x="1870" y="1448"/>
                    </a:cubicBezTo>
                    <a:cubicBezTo>
                      <a:pt x="1852" y="1480"/>
                      <a:pt x="1836" y="1493"/>
                      <a:pt x="1823" y="1493"/>
                    </a:cubicBezTo>
                    <a:cubicBezTo>
                      <a:pt x="1785" y="1493"/>
                      <a:pt x="1766" y="1388"/>
                      <a:pt x="1762" y="1339"/>
                    </a:cubicBezTo>
                    <a:cubicBezTo>
                      <a:pt x="1757" y="1305"/>
                      <a:pt x="1725" y="1280"/>
                      <a:pt x="1690" y="1280"/>
                    </a:cubicBezTo>
                    <a:cubicBezTo>
                      <a:pt x="1681" y="1280"/>
                      <a:pt x="1672" y="1282"/>
                      <a:pt x="1664" y="1285"/>
                    </a:cubicBezTo>
                    <a:cubicBezTo>
                      <a:pt x="1620" y="1312"/>
                      <a:pt x="1588" y="1356"/>
                      <a:pt x="1560" y="1399"/>
                    </a:cubicBezTo>
                    <a:cubicBezTo>
                      <a:pt x="1548" y="1420"/>
                      <a:pt x="1495" y="1550"/>
                      <a:pt x="1445" y="1550"/>
                    </a:cubicBezTo>
                    <a:cubicBezTo>
                      <a:pt x="1430" y="1550"/>
                      <a:pt x="1416" y="1540"/>
                      <a:pt x="1403" y="1513"/>
                    </a:cubicBezTo>
                    <a:cubicBezTo>
                      <a:pt x="1376" y="1465"/>
                      <a:pt x="1441" y="1339"/>
                      <a:pt x="1463" y="1296"/>
                    </a:cubicBezTo>
                    <a:cubicBezTo>
                      <a:pt x="1501" y="1225"/>
                      <a:pt x="1539" y="1160"/>
                      <a:pt x="1577" y="1089"/>
                    </a:cubicBezTo>
                    <a:cubicBezTo>
                      <a:pt x="1595" y="1057"/>
                      <a:pt x="1570" y="1021"/>
                      <a:pt x="1536" y="1021"/>
                    </a:cubicBezTo>
                    <a:cubicBezTo>
                      <a:pt x="1530" y="1021"/>
                      <a:pt x="1523" y="1022"/>
                      <a:pt x="1517" y="1024"/>
                    </a:cubicBezTo>
                    <a:cubicBezTo>
                      <a:pt x="1528" y="992"/>
                      <a:pt x="1539" y="959"/>
                      <a:pt x="1544" y="926"/>
                    </a:cubicBezTo>
                    <a:cubicBezTo>
                      <a:pt x="1555" y="829"/>
                      <a:pt x="1550" y="731"/>
                      <a:pt x="1522" y="638"/>
                    </a:cubicBezTo>
                    <a:cubicBezTo>
                      <a:pt x="1495" y="535"/>
                      <a:pt x="1511" y="448"/>
                      <a:pt x="1457" y="350"/>
                    </a:cubicBezTo>
                    <a:cubicBezTo>
                      <a:pt x="1365" y="187"/>
                      <a:pt x="1223" y="57"/>
                      <a:pt x="1039" y="35"/>
                    </a:cubicBezTo>
                    <a:cubicBezTo>
                      <a:pt x="984" y="12"/>
                      <a:pt x="92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0"/>
              <p:cNvSpPr/>
              <p:nvPr/>
            </p:nvSpPr>
            <p:spPr>
              <a:xfrm>
                <a:off x="5295025" y="3941400"/>
                <a:ext cx="9125" cy="9050"/>
              </a:xfrm>
              <a:custGeom>
                <a:rect b="b" l="l" r="r" t="t"/>
                <a:pathLst>
                  <a:path extrusionOk="0" h="362" w="365">
                    <a:moveTo>
                      <a:pt x="215" y="1"/>
                    </a:moveTo>
                    <a:cubicBezTo>
                      <a:pt x="202" y="1"/>
                      <a:pt x="188" y="3"/>
                      <a:pt x="175" y="9"/>
                    </a:cubicBezTo>
                    <a:cubicBezTo>
                      <a:pt x="158" y="9"/>
                      <a:pt x="147" y="20"/>
                      <a:pt x="131" y="25"/>
                    </a:cubicBezTo>
                    <a:cubicBezTo>
                      <a:pt x="104" y="36"/>
                      <a:pt x="77" y="47"/>
                      <a:pt x="61" y="69"/>
                    </a:cubicBezTo>
                    <a:cubicBezTo>
                      <a:pt x="44" y="85"/>
                      <a:pt x="28" y="107"/>
                      <a:pt x="22" y="128"/>
                    </a:cubicBezTo>
                    <a:cubicBezTo>
                      <a:pt x="17" y="128"/>
                      <a:pt x="17" y="134"/>
                      <a:pt x="12" y="139"/>
                    </a:cubicBezTo>
                    <a:cubicBezTo>
                      <a:pt x="6" y="156"/>
                      <a:pt x="6" y="172"/>
                      <a:pt x="1" y="188"/>
                    </a:cubicBezTo>
                    <a:cubicBezTo>
                      <a:pt x="1" y="205"/>
                      <a:pt x="6" y="221"/>
                      <a:pt x="12" y="232"/>
                    </a:cubicBezTo>
                    <a:cubicBezTo>
                      <a:pt x="30" y="310"/>
                      <a:pt x="100" y="362"/>
                      <a:pt x="177" y="362"/>
                    </a:cubicBezTo>
                    <a:cubicBezTo>
                      <a:pt x="191" y="362"/>
                      <a:pt x="204" y="360"/>
                      <a:pt x="218" y="357"/>
                    </a:cubicBezTo>
                    <a:cubicBezTo>
                      <a:pt x="262" y="340"/>
                      <a:pt x="305" y="313"/>
                      <a:pt x="327" y="270"/>
                    </a:cubicBezTo>
                    <a:cubicBezTo>
                      <a:pt x="354" y="237"/>
                      <a:pt x="365" y="194"/>
                      <a:pt x="365" y="150"/>
                    </a:cubicBezTo>
                    <a:cubicBezTo>
                      <a:pt x="365" y="139"/>
                      <a:pt x="359" y="128"/>
                      <a:pt x="359" y="112"/>
                    </a:cubicBezTo>
                    <a:cubicBezTo>
                      <a:pt x="354" y="90"/>
                      <a:pt x="349" y="74"/>
                      <a:pt x="332" y="63"/>
                    </a:cubicBezTo>
                    <a:cubicBezTo>
                      <a:pt x="316" y="36"/>
                      <a:pt x="289" y="14"/>
                      <a:pt x="256" y="9"/>
                    </a:cubicBezTo>
                    <a:cubicBezTo>
                      <a:pt x="243" y="3"/>
                      <a:pt x="229"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0"/>
              <p:cNvSpPr/>
              <p:nvPr/>
            </p:nvSpPr>
            <p:spPr>
              <a:xfrm>
                <a:off x="5338375" y="3941600"/>
                <a:ext cx="8325" cy="8600"/>
              </a:xfrm>
              <a:custGeom>
                <a:rect b="b" l="l" r="r" t="t"/>
                <a:pathLst>
                  <a:path extrusionOk="0" h="344" w="333">
                    <a:moveTo>
                      <a:pt x="169" y="1"/>
                    </a:moveTo>
                    <a:cubicBezTo>
                      <a:pt x="120" y="1"/>
                      <a:pt x="82" y="17"/>
                      <a:pt x="50" y="50"/>
                    </a:cubicBezTo>
                    <a:cubicBezTo>
                      <a:pt x="28" y="66"/>
                      <a:pt x="17" y="93"/>
                      <a:pt x="6" y="120"/>
                    </a:cubicBezTo>
                    <a:cubicBezTo>
                      <a:pt x="1" y="148"/>
                      <a:pt x="1" y="180"/>
                      <a:pt x="6" y="207"/>
                    </a:cubicBezTo>
                    <a:cubicBezTo>
                      <a:pt x="6" y="218"/>
                      <a:pt x="12" y="224"/>
                      <a:pt x="17" y="235"/>
                    </a:cubicBezTo>
                    <a:cubicBezTo>
                      <a:pt x="17" y="240"/>
                      <a:pt x="22" y="251"/>
                      <a:pt x="28" y="256"/>
                    </a:cubicBezTo>
                    <a:cubicBezTo>
                      <a:pt x="28" y="256"/>
                      <a:pt x="28" y="262"/>
                      <a:pt x="33" y="267"/>
                    </a:cubicBezTo>
                    <a:cubicBezTo>
                      <a:pt x="39" y="284"/>
                      <a:pt x="55" y="300"/>
                      <a:pt x="71" y="311"/>
                    </a:cubicBezTo>
                    <a:cubicBezTo>
                      <a:pt x="82" y="322"/>
                      <a:pt x="93" y="327"/>
                      <a:pt x="104" y="332"/>
                    </a:cubicBezTo>
                    <a:cubicBezTo>
                      <a:pt x="126" y="338"/>
                      <a:pt x="147" y="343"/>
                      <a:pt x="169" y="343"/>
                    </a:cubicBezTo>
                    <a:cubicBezTo>
                      <a:pt x="196" y="343"/>
                      <a:pt x="224" y="338"/>
                      <a:pt x="245" y="322"/>
                    </a:cubicBezTo>
                    <a:cubicBezTo>
                      <a:pt x="278" y="300"/>
                      <a:pt x="300" y="273"/>
                      <a:pt x="316" y="240"/>
                    </a:cubicBezTo>
                    <a:lnTo>
                      <a:pt x="316" y="235"/>
                    </a:lnTo>
                    <a:cubicBezTo>
                      <a:pt x="321" y="224"/>
                      <a:pt x="321" y="218"/>
                      <a:pt x="321" y="207"/>
                    </a:cubicBezTo>
                    <a:cubicBezTo>
                      <a:pt x="332" y="180"/>
                      <a:pt x="332" y="148"/>
                      <a:pt x="321" y="120"/>
                    </a:cubicBezTo>
                    <a:lnTo>
                      <a:pt x="327" y="120"/>
                    </a:lnTo>
                    <a:cubicBezTo>
                      <a:pt x="316" y="93"/>
                      <a:pt x="305" y="66"/>
                      <a:pt x="283" y="50"/>
                    </a:cubicBezTo>
                    <a:cubicBezTo>
                      <a:pt x="251" y="17"/>
                      <a:pt x="213"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0"/>
              <p:cNvSpPr/>
              <p:nvPr/>
            </p:nvSpPr>
            <p:spPr>
              <a:xfrm>
                <a:off x="5278250" y="3983300"/>
                <a:ext cx="84625" cy="23650"/>
              </a:xfrm>
              <a:custGeom>
                <a:rect b="b" l="l" r="r" t="t"/>
                <a:pathLst>
                  <a:path extrusionOk="0" h="946" w="3385">
                    <a:moveTo>
                      <a:pt x="23" y="0"/>
                    </a:moveTo>
                    <a:cubicBezTo>
                      <a:pt x="12" y="0"/>
                      <a:pt x="1" y="12"/>
                      <a:pt x="9" y="23"/>
                    </a:cubicBezTo>
                    <a:cubicBezTo>
                      <a:pt x="74" y="159"/>
                      <a:pt x="106" y="306"/>
                      <a:pt x="226" y="404"/>
                    </a:cubicBezTo>
                    <a:cubicBezTo>
                      <a:pt x="378" y="513"/>
                      <a:pt x="541" y="600"/>
                      <a:pt x="715" y="665"/>
                    </a:cubicBezTo>
                    <a:cubicBezTo>
                      <a:pt x="911" y="741"/>
                      <a:pt x="1112" y="801"/>
                      <a:pt x="1313" y="855"/>
                    </a:cubicBezTo>
                    <a:cubicBezTo>
                      <a:pt x="1389" y="866"/>
                      <a:pt x="1471" y="877"/>
                      <a:pt x="1547" y="882"/>
                    </a:cubicBezTo>
                    <a:cubicBezTo>
                      <a:pt x="1596" y="893"/>
                      <a:pt x="1618" y="915"/>
                      <a:pt x="1656" y="931"/>
                    </a:cubicBezTo>
                    <a:cubicBezTo>
                      <a:pt x="1675" y="935"/>
                      <a:pt x="1697" y="939"/>
                      <a:pt x="1719" y="939"/>
                    </a:cubicBezTo>
                    <a:cubicBezTo>
                      <a:pt x="1729" y="939"/>
                      <a:pt x="1738" y="938"/>
                      <a:pt x="1748" y="937"/>
                    </a:cubicBezTo>
                    <a:cubicBezTo>
                      <a:pt x="1802" y="943"/>
                      <a:pt x="1856" y="946"/>
                      <a:pt x="1910" y="946"/>
                    </a:cubicBezTo>
                    <a:cubicBezTo>
                      <a:pt x="1949" y="946"/>
                      <a:pt x="1987" y="944"/>
                      <a:pt x="2025" y="942"/>
                    </a:cubicBezTo>
                    <a:cubicBezTo>
                      <a:pt x="2118" y="931"/>
                      <a:pt x="2199" y="893"/>
                      <a:pt x="2286" y="871"/>
                    </a:cubicBezTo>
                    <a:cubicBezTo>
                      <a:pt x="2460" y="844"/>
                      <a:pt x="2629" y="784"/>
                      <a:pt x="2781" y="697"/>
                    </a:cubicBezTo>
                    <a:cubicBezTo>
                      <a:pt x="2862" y="649"/>
                      <a:pt x="2938" y="589"/>
                      <a:pt x="3015" y="534"/>
                    </a:cubicBezTo>
                    <a:cubicBezTo>
                      <a:pt x="3091" y="485"/>
                      <a:pt x="3161" y="431"/>
                      <a:pt x="3232" y="377"/>
                    </a:cubicBezTo>
                    <a:cubicBezTo>
                      <a:pt x="3297" y="317"/>
                      <a:pt x="3384" y="208"/>
                      <a:pt x="3384" y="116"/>
                    </a:cubicBezTo>
                    <a:cubicBezTo>
                      <a:pt x="3384" y="107"/>
                      <a:pt x="3376" y="101"/>
                      <a:pt x="3368" y="101"/>
                    </a:cubicBezTo>
                    <a:cubicBezTo>
                      <a:pt x="3361" y="101"/>
                      <a:pt x="3354" y="106"/>
                      <a:pt x="3352" y="116"/>
                    </a:cubicBezTo>
                    <a:cubicBezTo>
                      <a:pt x="3314" y="230"/>
                      <a:pt x="3107" y="295"/>
                      <a:pt x="3015" y="339"/>
                    </a:cubicBezTo>
                    <a:cubicBezTo>
                      <a:pt x="2873" y="404"/>
                      <a:pt x="2737" y="475"/>
                      <a:pt x="2607" y="551"/>
                    </a:cubicBezTo>
                    <a:cubicBezTo>
                      <a:pt x="2466" y="632"/>
                      <a:pt x="2308" y="649"/>
                      <a:pt x="2161" y="697"/>
                    </a:cubicBezTo>
                    <a:cubicBezTo>
                      <a:pt x="2080" y="730"/>
                      <a:pt x="1998" y="752"/>
                      <a:pt x="1911" y="757"/>
                    </a:cubicBezTo>
                    <a:cubicBezTo>
                      <a:pt x="1876" y="763"/>
                      <a:pt x="1839" y="765"/>
                      <a:pt x="1802" y="765"/>
                    </a:cubicBezTo>
                    <a:cubicBezTo>
                      <a:pt x="1766" y="765"/>
                      <a:pt x="1729" y="763"/>
                      <a:pt x="1694" y="757"/>
                    </a:cubicBezTo>
                    <a:cubicBezTo>
                      <a:pt x="1644" y="744"/>
                      <a:pt x="1595" y="734"/>
                      <a:pt x="1546" y="734"/>
                    </a:cubicBezTo>
                    <a:cubicBezTo>
                      <a:pt x="1535" y="734"/>
                      <a:pt x="1525" y="735"/>
                      <a:pt x="1514" y="736"/>
                    </a:cubicBezTo>
                    <a:cubicBezTo>
                      <a:pt x="1433" y="736"/>
                      <a:pt x="1351" y="725"/>
                      <a:pt x="1270" y="697"/>
                    </a:cubicBezTo>
                    <a:cubicBezTo>
                      <a:pt x="1101" y="654"/>
                      <a:pt x="933" y="605"/>
                      <a:pt x="770" y="545"/>
                    </a:cubicBezTo>
                    <a:cubicBezTo>
                      <a:pt x="606" y="485"/>
                      <a:pt x="449" y="404"/>
                      <a:pt x="308" y="306"/>
                    </a:cubicBezTo>
                    <a:cubicBezTo>
                      <a:pt x="199" y="225"/>
                      <a:pt x="134" y="94"/>
                      <a:pt x="36" y="7"/>
                    </a:cubicBezTo>
                    <a:cubicBezTo>
                      <a:pt x="33" y="2"/>
                      <a:pt x="28"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0"/>
              <p:cNvSpPr/>
              <p:nvPr/>
            </p:nvSpPr>
            <p:spPr>
              <a:xfrm>
                <a:off x="5249725" y="3887800"/>
                <a:ext cx="142425" cy="219850"/>
              </a:xfrm>
              <a:custGeom>
                <a:rect b="b" l="l" r="r" t="t"/>
                <a:pathLst>
                  <a:path extrusionOk="0" h="8794" w="5697">
                    <a:moveTo>
                      <a:pt x="4797" y="7708"/>
                    </a:moveTo>
                    <a:lnTo>
                      <a:pt x="4819" y="7725"/>
                    </a:lnTo>
                    <a:lnTo>
                      <a:pt x="4792" y="7746"/>
                    </a:lnTo>
                    <a:cubicBezTo>
                      <a:pt x="4792" y="7735"/>
                      <a:pt x="4797" y="7725"/>
                      <a:pt x="4797" y="7708"/>
                    </a:cubicBezTo>
                    <a:close/>
                    <a:moveTo>
                      <a:pt x="894" y="7714"/>
                    </a:moveTo>
                    <a:cubicBezTo>
                      <a:pt x="894" y="7725"/>
                      <a:pt x="899" y="7735"/>
                      <a:pt x="905" y="7752"/>
                    </a:cubicBezTo>
                    <a:lnTo>
                      <a:pt x="878" y="7730"/>
                    </a:lnTo>
                    <a:lnTo>
                      <a:pt x="894" y="7714"/>
                    </a:lnTo>
                    <a:close/>
                    <a:moveTo>
                      <a:pt x="5479" y="190"/>
                    </a:moveTo>
                    <a:cubicBezTo>
                      <a:pt x="5487" y="190"/>
                      <a:pt x="5489" y="200"/>
                      <a:pt x="5498" y="229"/>
                    </a:cubicBezTo>
                    <a:cubicBezTo>
                      <a:pt x="5509" y="305"/>
                      <a:pt x="5514" y="381"/>
                      <a:pt x="5504" y="457"/>
                    </a:cubicBezTo>
                    <a:lnTo>
                      <a:pt x="5514" y="457"/>
                    </a:lnTo>
                    <a:cubicBezTo>
                      <a:pt x="5504" y="522"/>
                      <a:pt x="5482" y="593"/>
                      <a:pt x="5471" y="663"/>
                    </a:cubicBezTo>
                    <a:cubicBezTo>
                      <a:pt x="5466" y="750"/>
                      <a:pt x="5444" y="843"/>
                      <a:pt x="5422" y="924"/>
                    </a:cubicBezTo>
                    <a:cubicBezTo>
                      <a:pt x="5368" y="1082"/>
                      <a:pt x="5341" y="1245"/>
                      <a:pt x="5302" y="1403"/>
                    </a:cubicBezTo>
                    <a:cubicBezTo>
                      <a:pt x="5286" y="1457"/>
                      <a:pt x="5275" y="1511"/>
                      <a:pt x="5259" y="1566"/>
                    </a:cubicBezTo>
                    <a:cubicBezTo>
                      <a:pt x="5248" y="1588"/>
                      <a:pt x="5243" y="1609"/>
                      <a:pt x="5232" y="1626"/>
                    </a:cubicBezTo>
                    <a:cubicBezTo>
                      <a:pt x="5223" y="1639"/>
                      <a:pt x="5193" y="1663"/>
                      <a:pt x="5199" y="1663"/>
                    </a:cubicBezTo>
                    <a:cubicBezTo>
                      <a:pt x="5200" y="1663"/>
                      <a:pt x="5204" y="1661"/>
                      <a:pt x="5210" y="1658"/>
                    </a:cubicBezTo>
                    <a:lnTo>
                      <a:pt x="5210" y="1658"/>
                    </a:lnTo>
                    <a:cubicBezTo>
                      <a:pt x="5145" y="1696"/>
                      <a:pt x="5139" y="1789"/>
                      <a:pt x="5199" y="1832"/>
                    </a:cubicBezTo>
                    <a:cubicBezTo>
                      <a:pt x="5210" y="1914"/>
                      <a:pt x="5210" y="1984"/>
                      <a:pt x="5216" y="2066"/>
                    </a:cubicBezTo>
                    <a:cubicBezTo>
                      <a:pt x="5226" y="2218"/>
                      <a:pt x="5248" y="2365"/>
                      <a:pt x="5243" y="2517"/>
                    </a:cubicBezTo>
                    <a:cubicBezTo>
                      <a:pt x="5243" y="2821"/>
                      <a:pt x="5226" y="3120"/>
                      <a:pt x="5221" y="3425"/>
                    </a:cubicBezTo>
                    <a:cubicBezTo>
                      <a:pt x="5221" y="3577"/>
                      <a:pt x="5216" y="3735"/>
                      <a:pt x="5194" y="3887"/>
                    </a:cubicBezTo>
                    <a:cubicBezTo>
                      <a:pt x="5172" y="4034"/>
                      <a:pt x="5161" y="4180"/>
                      <a:pt x="5161" y="4333"/>
                    </a:cubicBezTo>
                    <a:cubicBezTo>
                      <a:pt x="5156" y="4648"/>
                      <a:pt x="5183" y="4963"/>
                      <a:pt x="5145" y="5284"/>
                    </a:cubicBezTo>
                    <a:cubicBezTo>
                      <a:pt x="5112" y="5577"/>
                      <a:pt x="5096" y="5876"/>
                      <a:pt x="5101" y="6181"/>
                    </a:cubicBezTo>
                    <a:cubicBezTo>
                      <a:pt x="5101" y="6507"/>
                      <a:pt x="5112" y="6844"/>
                      <a:pt x="5101" y="7176"/>
                    </a:cubicBezTo>
                    <a:cubicBezTo>
                      <a:pt x="5096" y="7306"/>
                      <a:pt x="5085" y="7464"/>
                      <a:pt x="4998" y="7567"/>
                    </a:cubicBezTo>
                    <a:cubicBezTo>
                      <a:pt x="4982" y="7583"/>
                      <a:pt x="4965" y="7600"/>
                      <a:pt x="4949" y="7616"/>
                    </a:cubicBezTo>
                    <a:cubicBezTo>
                      <a:pt x="4938" y="7589"/>
                      <a:pt x="4917" y="7562"/>
                      <a:pt x="4900" y="7534"/>
                    </a:cubicBezTo>
                    <a:cubicBezTo>
                      <a:pt x="4840" y="7415"/>
                      <a:pt x="4797" y="7290"/>
                      <a:pt x="4737" y="7170"/>
                    </a:cubicBezTo>
                    <a:cubicBezTo>
                      <a:pt x="4623" y="6942"/>
                      <a:pt x="4563" y="6686"/>
                      <a:pt x="4547" y="6431"/>
                    </a:cubicBezTo>
                    <a:cubicBezTo>
                      <a:pt x="4525" y="6165"/>
                      <a:pt x="4503" y="5893"/>
                      <a:pt x="4465" y="5626"/>
                    </a:cubicBezTo>
                    <a:cubicBezTo>
                      <a:pt x="4422" y="5355"/>
                      <a:pt x="4416" y="5077"/>
                      <a:pt x="4449" y="4806"/>
                    </a:cubicBezTo>
                    <a:cubicBezTo>
                      <a:pt x="4449" y="4792"/>
                      <a:pt x="4439" y="4785"/>
                      <a:pt x="4430" y="4785"/>
                    </a:cubicBezTo>
                    <a:cubicBezTo>
                      <a:pt x="4424" y="4785"/>
                      <a:pt x="4419" y="4788"/>
                      <a:pt x="4416" y="4795"/>
                    </a:cubicBezTo>
                    <a:cubicBezTo>
                      <a:pt x="4395" y="4925"/>
                      <a:pt x="4313" y="5034"/>
                      <a:pt x="4302" y="5175"/>
                    </a:cubicBezTo>
                    <a:cubicBezTo>
                      <a:pt x="4286" y="5311"/>
                      <a:pt x="4281" y="5447"/>
                      <a:pt x="4286" y="5588"/>
                    </a:cubicBezTo>
                    <a:cubicBezTo>
                      <a:pt x="4302" y="5871"/>
                      <a:pt x="4319" y="6148"/>
                      <a:pt x="4340" y="6431"/>
                    </a:cubicBezTo>
                    <a:cubicBezTo>
                      <a:pt x="4346" y="6692"/>
                      <a:pt x="4400" y="6953"/>
                      <a:pt x="4503" y="7197"/>
                    </a:cubicBezTo>
                    <a:lnTo>
                      <a:pt x="4596" y="7393"/>
                    </a:lnTo>
                    <a:cubicBezTo>
                      <a:pt x="4596" y="7393"/>
                      <a:pt x="4596" y="7398"/>
                      <a:pt x="4596" y="7404"/>
                    </a:cubicBezTo>
                    <a:cubicBezTo>
                      <a:pt x="4612" y="7545"/>
                      <a:pt x="4590" y="7692"/>
                      <a:pt x="4525" y="7822"/>
                    </a:cubicBezTo>
                    <a:cubicBezTo>
                      <a:pt x="4509" y="7877"/>
                      <a:pt x="4476" y="7926"/>
                      <a:pt x="4444" y="7969"/>
                    </a:cubicBezTo>
                    <a:cubicBezTo>
                      <a:pt x="4406" y="8002"/>
                      <a:pt x="4368" y="8029"/>
                      <a:pt x="4324" y="8045"/>
                    </a:cubicBezTo>
                    <a:cubicBezTo>
                      <a:pt x="4286" y="8067"/>
                      <a:pt x="4243" y="8105"/>
                      <a:pt x="4199" y="8138"/>
                    </a:cubicBezTo>
                    <a:cubicBezTo>
                      <a:pt x="4162" y="8021"/>
                      <a:pt x="4080" y="7898"/>
                      <a:pt x="3970" y="7898"/>
                    </a:cubicBezTo>
                    <a:cubicBezTo>
                      <a:pt x="3936" y="7898"/>
                      <a:pt x="3900" y="7910"/>
                      <a:pt x="3862" y="7937"/>
                    </a:cubicBezTo>
                    <a:cubicBezTo>
                      <a:pt x="3851" y="7947"/>
                      <a:pt x="3846" y="7958"/>
                      <a:pt x="3840" y="7969"/>
                    </a:cubicBezTo>
                    <a:lnTo>
                      <a:pt x="3813" y="7975"/>
                    </a:lnTo>
                    <a:cubicBezTo>
                      <a:pt x="3797" y="7975"/>
                      <a:pt x="3786" y="7991"/>
                      <a:pt x="3780" y="8002"/>
                    </a:cubicBezTo>
                    <a:cubicBezTo>
                      <a:pt x="3770" y="8051"/>
                      <a:pt x="3753" y="8100"/>
                      <a:pt x="3737" y="8143"/>
                    </a:cubicBezTo>
                    <a:cubicBezTo>
                      <a:pt x="3710" y="8083"/>
                      <a:pt x="3666" y="8029"/>
                      <a:pt x="3612" y="7980"/>
                    </a:cubicBezTo>
                    <a:cubicBezTo>
                      <a:pt x="3564" y="7940"/>
                      <a:pt x="3501" y="7902"/>
                      <a:pt x="3439" y="7902"/>
                    </a:cubicBezTo>
                    <a:cubicBezTo>
                      <a:pt x="3409" y="7902"/>
                      <a:pt x="3379" y="7910"/>
                      <a:pt x="3351" y="7931"/>
                    </a:cubicBezTo>
                    <a:cubicBezTo>
                      <a:pt x="3329" y="7947"/>
                      <a:pt x="3313" y="7969"/>
                      <a:pt x="3297" y="7991"/>
                    </a:cubicBezTo>
                    <a:cubicBezTo>
                      <a:pt x="3294" y="7990"/>
                      <a:pt x="3291" y="7990"/>
                      <a:pt x="3288" y="7990"/>
                    </a:cubicBezTo>
                    <a:cubicBezTo>
                      <a:pt x="3273" y="7990"/>
                      <a:pt x="3258" y="7999"/>
                      <a:pt x="3253" y="8013"/>
                    </a:cubicBezTo>
                    <a:cubicBezTo>
                      <a:pt x="3226" y="8100"/>
                      <a:pt x="3210" y="8187"/>
                      <a:pt x="3204" y="8274"/>
                    </a:cubicBezTo>
                    <a:lnTo>
                      <a:pt x="3183" y="8274"/>
                    </a:lnTo>
                    <a:cubicBezTo>
                      <a:pt x="3063" y="8274"/>
                      <a:pt x="2938" y="8290"/>
                      <a:pt x="2818" y="8328"/>
                    </a:cubicBezTo>
                    <a:cubicBezTo>
                      <a:pt x="2761" y="8342"/>
                      <a:pt x="2680" y="8385"/>
                      <a:pt x="2613" y="8385"/>
                    </a:cubicBezTo>
                    <a:cubicBezTo>
                      <a:pt x="2603" y="8385"/>
                      <a:pt x="2594" y="8384"/>
                      <a:pt x="2585" y="8382"/>
                    </a:cubicBezTo>
                    <a:cubicBezTo>
                      <a:pt x="2590" y="8290"/>
                      <a:pt x="2585" y="8192"/>
                      <a:pt x="2579" y="8100"/>
                    </a:cubicBezTo>
                    <a:cubicBezTo>
                      <a:pt x="2579" y="8013"/>
                      <a:pt x="2525" y="7937"/>
                      <a:pt x="2443" y="7904"/>
                    </a:cubicBezTo>
                    <a:cubicBezTo>
                      <a:pt x="2425" y="7897"/>
                      <a:pt x="2407" y="7894"/>
                      <a:pt x="2389" y="7894"/>
                    </a:cubicBezTo>
                    <a:cubicBezTo>
                      <a:pt x="2364" y="7894"/>
                      <a:pt x="2340" y="7900"/>
                      <a:pt x="2318" y="7909"/>
                    </a:cubicBezTo>
                    <a:cubicBezTo>
                      <a:pt x="2280" y="7931"/>
                      <a:pt x="2264" y="7980"/>
                      <a:pt x="2231" y="8002"/>
                    </a:cubicBezTo>
                    <a:cubicBezTo>
                      <a:pt x="2220" y="8002"/>
                      <a:pt x="2210" y="8007"/>
                      <a:pt x="2199" y="8018"/>
                    </a:cubicBezTo>
                    <a:cubicBezTo>
                      <a:pt x="2161" y="8056"/>
                      <a:pt x="2139" y="8100"/>
                      <a:pt x="2123" y="8154"/>
                    </a:cubicBezTo>
                    <a:cubicBezTo>
                      <a:pt x="2106" y="8089"/>
                      <a:pt x="2079" y="8029"/>
                      <a:pt x="2046" y="7969"/>
                    </a:cubicBezTo>
                    <a:cubicBezTo>
                      <a:pt x="2030" y="7931"/>
                      <a:pt x="1992" y="7909"/>
                      <a:pt x="1949" y="7909"/>
                    </a:cubicBezTo>
                    <a:cubicBezTo>
                      <a:pt x="1925" y="7875"/>
                      <a:pt x="1886" y="7856"/>
                      <a:pt x="1846" y="7856"/>
                    </a:cubicBezTo>
                    <a:cubicBezTo>
                      <a:pt x="1823" y="7856"/>
                      <a:pt x="1800" y="7863"/>
                      <a:pt x="1780" y="7877"/>
                    </a:cubicBezTo>
                    <a:cubicBezTo>
                      <a:pt x="1704" y="7920"/>
                      <a:pt x="1671" y="8013"/>
                      <a:pt x="1639" y="8089"/>
                    </a:cubicBezTo>
                    <a:cubicBezTo>
                      <a:pt x="1622" y="8121"/>
                      <a:pt x="1612" y="8154"/>
                      <a:pt x="1601" y="8187"/>
                    </a:cubicBezTo>
                    <a:cubicBezTo>
                      <a:pt x="1525" y="8165"/>
                      <a:pt x="1449" y="8083"/>
                      <a:pt x="1378" y="8045"/>
                    </a:cubicBezTo>
                    <a:cubicBezTo>
                      <a:pt x="1334" y="8024"/>
                      <a:pt x="1296" y="8002"/>
                      <a:pt x="1258" y="7969"/>
                    </a:cubicBezTo>
                    <a:cubicBezTo>
                      <a:pt x="1226" y="7926"/>
                      <a:pt x="1198" y="7871"/>
                      <a:pt x="1177" y="7822"/>
                    </a:cubicBezTo>
                    <a:cubicBezTo>
                      <a:pt x="1117" y="7692"/>
                      <a:pt x="1090" y="7545"/>
                      <a:pt x="1111" y="7404"/>
                    </a:cubicBezTo>
                    <a:cubicBezTo>
                      <a:pt x="1111" y="7398"/>
                      <a:pt x="1111" y="7393"/>
                      <a:pt x="1111" y="7388"/>
                    </a:cubicBezTo>
                    <a:lnTo>
                      <a:pt x="1198" y="7197"/>
                    </a:lnTo>
                    <a:cubicBezTo>
                      <a:pt x="1302" y="6953"/>
                      <a:pt x="1362" y="6692"/>
                      <a:pt x="1367" y="6425"/>
                    </a:cubicBezTo>
                    <a:cubicBezTo>
                      <a:pt x="1383" y="6148"/>
                      <a:pt x="1400" y="5866"/>
                      <a:pt x="1416" y="5588"/>
                    </a:cubicBezTo>
                    <a:cubicBezTo>
                      <a:pt x="1421" y="5447"/>
                      <a:pt x="1421" y="5311"/>
                      <a:pt x="1405" y="5170"/>
                    </a:cubicBezTo>
                    <a:cubicBezTo>
                      <a:pt x="1389" y="5034"/>
                      <a:pt x="1313" y="4925"/>
                      <a:pt x="1285" y="4795"/>
                    </a:cubicBezTo>
                    <a:cubicBezTo>
                      <a:pt x="1283" y="4786"/>
                      <a:pt x="1278" y="4783"/>
                      <a:pt x="1272" y="4783"/>
                    </a:cubicBezTo>
                    <a:cubicBezTo>
                      <a:pt x="1263" y="4783"/>
                      <a:pt x="1255" y="4790"/>
                      <a:pt x="1258" y="4800"/>
                    </a:cubicBezTo>
                    <a:cubicBezTo>
                      <a:pt x="1291" y="5072"/>
                      <a:pt x="1280" y="5349"/>
                      <a:pt x="1237" y="5621"/>
                    </a:cubicBezTo>
                    <a:cubicBezTo>
                      <a:pt x="1198" y="5887"/>
                      <a:pt x="1177" y="6159"/>
                      <a:pt x="1155" y="6425"/>
                    </a:cubicBezTo>
                    <a:cubicBezTo>
                      <a:pt x="1144" y="6686"/>
                      <a:pt x="1079" y="6936"/>
                      <a:pt x="965" y="7170"/>
                    </a:cubicBezTo>
                    <a:cubicBezTo>
                      <a:pt x="905" y="7290"/>
                      <a:pt x="861" y="7415"/>
                      <a:pt x="802" y="7529"/>
                    </a:cubicBezTo>
                    <a:cubicBezTo>
                      <a:pt x="785" y="7556"/>
                      <a:pt x="769" y="7583"/>
                      <a:pt x="753" y="7610"/>
                    </a:cubicBezTo>
                    <a:cubicBezTo>
                      <a:pt x="736" y="7594"/>
                      <a:pt x="720" y="7583"/>
                      <a:pt x="709" y="7567"/>
                    </a:cubicBezTo>
                    <a:cubicBezTo>
                      <a:pt x="617" y="7464"/>
                      <a:pt x="606" y="7301"/>
                      <a:pt x="606" y="7170"/>
                    </a:cubicBezTo>
                    <a:cubicBezTo>
                      <a:pt x="595" y="6839"/>
                      <a:pt x="606" y="6507"/>
                      <a:pt x="606" y="6175"/>
                    </a:cubicBezTo>
                    <a:cubicBezTo>
                      <a:pt x="601" y="5876"/>
                      <a:pt x="584" y="5577"/>
                      <a:pt x="552" y="5284"/>
                    </a:cubicBezTo>
                    <a:cubicBezTo>
                      <a:pt x="519" y="4969"/>
                      <a:pt x="546" y="4653"/>
                      <a:pt x="541" y="4333"/>
                    </a:cubicBezTo>
                    <a:cubicBezTo>
                      <a:pt x="535" y="4186"/>
                      <a:pt x="524" y="4039"/>
                      <a:pt x="503" y="3892"/>
                    </a:cubicBezTo>
                    <a:cubicBezTo>
                      <a:pt x="486" y="3735"/>
                      <a:pt x="476" y="3583"/>
                      <a:pt x="476" y="3425"/>
                    </a:cubicBezTo>
                    <a:cubicBezTo>
                      <a:pt x="470" y="3126"/>
                      <a:pt x="459" y="2821"/>
                      <a:pt x="454" y="2517"/>
                    </a:cubicBezTo>
                    <a:cubicBezTo>
                      <a:pt x="454" y="2365"/>
                      <a:pt x="470" y="2218"/>
                      <a:pt x="481" y="2066"/>
                    </a:cubicBezTo>
                    <a:cubicBezTo>
                      <a:pt x="492" y="1990"/>
                      <a:pt x="481" y="1914"/>
                      <a:pt x="497" y="1838"/>
                    </a:cubicBezTo>
                    <a:cubicBezTo>
                      <a:pt x="557" y="1789"/>
                      <a:pt x="552" y="1702"/>
                      <a:pt x="492" y="1664"/>
                    </a:cubicBezTo>
                    <a:lnTo>
                      <a:pt x="492" y="1664"/>
                    </a:lnTo>
                    <a:cubicBezTo>
                      <a:pt x="496" y="1666"/>
                      <a:pt x="499" y="1668"/>
                      <a:pt x="500" y="1668"/>
                    </a:cubicBezTo>
                    <a:cubicBezTo>
                      <a:pt x="505" y="1668"/>
                      <a:pt x="475" y="1640"/>
                      <a:pt x="470" y="1631"/>
                    </a:cubicBezTo>
                    <a:cubicBezTo>
                      <a:pt x="459" y="1609"/>
                      <a:pt x="448" y="1593"/>
                      <a:pt x="443" y="1571"/>
                    </a:cubicBezTo>
                    <a:cubicBezTo>
                      <a:pt x="421" y="1517"/>
                      <a:pt x="410" y="1457"/>
                      <a:pt x="394" y="1403"/>
                    </a:cubicBezTo>
                    <a:cubicBezTo>
                      <a:pt x="356" y="1245"/>
                      <a:pt x="329" y="1082"/>
                      <a:pt x="280" y="930"/>
                    </a:cubicBezTo>
                    <a:cubicBezTo>
                      <a:pt x="253" y="843"/>
                      <a:pt x="236" y="756"/>
                      <a:pt x="225" y="669"/>
                    </a:cubicBezTo>
                    <a:cubicBezTo>
                      <a:pt x="215" y="598"/>
                      <a:pt x="193" y="533"/>
                      <a:pt x="187" y="457"/>
                    </a:cubicBezTo>
                    <a:cubicBezTo>
                      <a:pt x="177" y="381"/>
                      <a:pt x="177" y="305"/>
                      <a:pt x="193" y="229"/>
                    </a:cubicBezTo>
                    <a:cubicBezTo>
                      <a:pt x="199" y="200"/>
                      <a:pt x="202" y="190"/>
                      <a:pt x="211" y="190"/>
                    </a:cubicBezTo>
                    <a:cubicBezTo>
                      <a:pt x="217" y="190"/>
                      <a:pt x="226" y="195"/>
                      <a:pt x="242" y="201"/>
                    </a:cubicBezTo>
                    <a:cubicBezTo>
                      <a:pt x="269" y="218"/>
                      <a:pt x="291" y="239"/>
                      <a:pt x="312" y="256"/>
                    </a:cubicBezTo>
                    <a:cubicBezTo>
                      <a:pt x="356" y="299"/>
                      <a:pt x="410" y="332"/>
                      <a:pt x="470" y="354"/>
                    </a:cubicBezTo>
                    <a:cubicBezTo>
                      <a:pt x="508" y="359"/>
                      <a:pt x="541" y="365"/>
                      <a:pt x="573" y="381"/>
                    </a:cubicBezTo>
                    <a:cubicBezTo>
                      <a:pt x="606" y="397"/>
                      <a:pt x="639" y="430"/>
                      <a:pt x="671" y="446"/>
                    </a:cubicBezTo>
                    <a:cubicBezTo>
                      <a:pt x="813" y="533"/>
                      <a:pt x="970" y="593"/>
                      <a:pt x="1133" y="625"/>
                    </a:cubicBezTo>
                    <a:cubicBezTo>
                      <a:pt x="1182" y="636"/>
                      <a:pt x="1237" y="636"/>
                      <a:pt x="1285" y="636"/>
                    </a:cubicBezTo>
                    <a:cubicBezTo>
                      <a:pt x="1296" y="663"/>
                      <a:pt x="1313" y="696"/>
                      <a:pt x="1318" y="729"/>
                    </a:cubicBezTo>
                    <a:cubicBezTo>
                      <a:pt x="1400" y="680"/>
                      <a:pt x="1481" y="642"/>
                      <a:pt x="1568" y="609"/>
                    </a:cubicBezTo>
                    <a:lnTo>
                      <a:pt x="1568" y="609"/>
                    </a:lnTo>
                    <a:cubicBezTo>
                      <a:pt x="1552" y="631"/>
                      <a:pt x="1568" y="658"/>
                      <a:pt x="1590" y="658"/>
                    </a:cubicBezTo>
                    <a:cubicBezTo>
                      <a:pt x="1720" y="658"/>
                      <a:pt x="1845" y="647"/>
                      <a:pt x="1970" y="625"/>
                    </a:cubicBezTo>
                    <a:cubicBezTo>
                      <a:pt x="2030" y="615"/>
                      <a:pt x="2090" y="609"/>
                      <a:pt x="2155" y="604"/>
                    </a:cubicBezTo>
                    <a:cubicBezTo>
                      <a:pt x="2220" y="604"/>
                      <a:pt x="2275" y="582"/>
                      <a:pt x="2335" y="577"/>
                    </a:cubicBezTo>
                    <a:cubicBezTo>
                      <a:pt x="2372" y="573"/>
                      <a:pt x="2410" y="572"/>
                      <a:pt x="2448" y="572"/>
                    </a:cubicBezTo>
                    <a:cubicBezTo>
                      <a:pt x="2605" y="572"/>
                      <a:pt x="2770" y="595"/>
                      <a:pt x="2930" y="595"/>
                    </a:cubicBezTo>
                    <a:cubicBezTo>
                      <a:pt x="3043" y="595"/>
                      <a:pt x="3154" y="583"/>
                      <a:pt x="3259" y="544"/>
                    </a:cubicBezTo>
                    <a:cubicBezTo>
                      <a:pt x="3270" y="544"/>
                      <a:pt x="3280" y="549"/>
                      <a:pt x="3291" y="549"/>
                    </a:cubicBezTo>
                    <a:cubicBezTo>
                      <a:pt x="3378" y="558"/>
                      <a:pt x="3466" y="562"/>
                      <a:pt x="3556" y="562"/>
                    </a:cubicBezTo>
                    <a:cubicBezTo>
                      <a:pt x="3628" y="562"/>
                      <a:pt x="3702" y="560"/>
                      <a:pt x="3775" y="555"/>
                    </a:cubicBezTo>
                    <a:cubicBezTo>
                      <a:pt x="3987" y="555"/>
                      <a:pt x="4194" y="615"/>
                      <a:pt x="4368" y="729"/>
                    </a:cubicBezTo>
                    <a:cubicBezTo>
                      <a:pt x="4378" y="696"/>
                      <a:pt x="4389" y="663"/>
                      <a:pt x="4406" y="636"/>
                    </a:cubicBezTo>
                    <a:cubicBezTo>
                      <a:pt x="4455" y="636"/>
                      <a:pt x="4503" y="636"/>
                      <a:pt x="4552" y="625"/>
                    </a:cubicBezTo>
                    <a:cubicBezTo>
                      <a:pt x="4715" y="593"/>
                      <a:pt x="4873" y="533"/>
                      <a:pt x="5020" y="446"/>
                    </a:cubicBezTo>
                    <a:cubicBezTo>
                      <a:pt x="5052" y="430"/>
                      <a:pt x="5080" y="397"/>
                      <a:pt x="5118" y="381"/>
                    </a:cubicBezTo>
                    <a:cubicBezTo>
                      <a:pt x="5150" y="365"/>
                      <a:pt x="5183" y="359"/>
                      <a:pt x="5221" y="354"/>
                    </a:cubicBezTo>
                    <a:cubicBezTo>
                      <a:pt x="5281" y="332"/>
                      <a:pt x="5335" y="299"/>
                      <a:pt x="5379" y="256"/>
                    </a:cubicBezTo>
                    <a:cubicBezTo>
                      <a:pt x="5400" y="239"/>
                      <a:pt x="5422" y="218"/>
                      <a:pt x="5449" y="201"/>
                    </a:cubicBezTo>
                    <a:cubicBezTo>
                      <a:pt x="5465" y="195"/>
                      <a:pt x="5473" y="190"/>
                      <a:pt x="5479" y="190"/>
                    </a:cubicBezTo>
                    <a:close/>
                    <a:moveTo>
                      <a:pt x="3884" y="8034"/>
                    </a:moveTo>
                    <a:cubicBezTo>
                      <a:pt x="3954" y="8072"/>
                      <a:pt x="4003" y="8138"/>
                      <a:pt x="4031" y="8208"/>
                    </a:cubicBezTo>
                    <a:cubicBezTo>
                      <a:pt x="4047" y="8268"/>
                      <a:pt x="4063" y="8399"/>
                      <a:pt x="3998" y="8442"/>
                    </a:cubicBezTo>
                    <a:cubicBezTo>
                      <a:pt x="3991" y="8447"/>
                      <a:pt x="3983" y="8449"/>
                      <a:pt x="3976" y="8449"/>
                    </a:cubicBezTo>
                    <a:cubicBezTo>
                      <a:pt x="3921" y="8449"/>
                      <a:pt x="3861" y="8339"/>
                      <a:pt x="3851" y="8301"/>
                    </a:cubicBezTo>
                    <a:cubicBezTo>
                      <a:pt x="3835" y="8252"/>
                      <a:pt x="3835" y="8198"/>
                      <a:pt x="3851" y="8154"/>
                    </a:cubicBezTo>
                    <a:cubicBezTo>
                      <a:pt x="3857" y="8116"/>
                      <a:pt x="3862" y="8083"/>
                      <a:pt x="3862" y="8051"/>
                    </a:cubicBezTo>
                    <a:cubicBezTo>
                      <a:pt x="3873" y="8045"/>
                      <a:pt x="3878" y="8040"/>
                      <a:pt x="3884" y="8034"/>
                    </a:cubicBezTo>
                    <a:close/>
                    <a:moveTo>
                      <a:pt x="1862" y="8013"/>
                    </a:moveTo>
                    <a:cubicBezTo>
                      <a:pt x="1905" y="8013"/>
                      <a:pt x="1894" y="8034"/>
                      <a:pt x="1911" y="8083"/>
                    </a:cubicBezTo>
                    <a:cubicBezTo>
                      <a:pt x="1938" y="8138"/>
                      <a:pt x="1954" y="8198"/>
                      <a:pt x="1970" y="8252"/>
                    </a:cubicBezTo>
                    <a:cubicBezTo>
                      <a:pt x="1981" y="8312"/>
                      <a:pt x="1970" y="8371"/>
                      <a:pt x="1949" y="8420"/>
                    </a:cubicBezTo>
                    <a:lnTo>
                      <a:pt x="1943" y="8420"/>
                    </a:lnTo>
                    <a:cubicBezTo>
                      <a:pt x="1932" y="8453"/>
                      <a:pt x="1889" y="8529"/>
                      <a:pt x="1851" y="8540"/>
                    </a:cubicBezTo>
                    <a:cubicBezTo>
                      <a:pt x="1849" y="8540"/>
                      <a:pt x="1848" y="8540"/>
                      <a:pt x="1847" y="8540"/>
                    </a:cubicBezTo>
                    <a:cubicBezTo>
                      <a:pt x="1810" y="8540"/>
                      <a:pt x="1774" y="8468"/>
                      <a:pt x="1758" y="8431"/>
                    </a:cubicBezTo>
                    <a:cubicBezTo>
                      <a:pt x="1731" y="8361"/>
                      <a:pt x="1731" y="8284"/>
                      <a:pt x="1758" y="8208"/>
                    </a:cubicBezTo>
                    <a:cubicBezTo>
                      <a:pt x="1775" y="8165"/>
                      <a:pt x="1796" y="8116"/>
                      <a:pt x="1818" y="8072"/>
                    </a:cubicBezTo>
                    <a:cubicBezTo>
                      <a:pt x="1834" y="8040"/>
                      <a:pt x="1840" y="8018"/>
                      <a:pt x="1856" y="8013"/>
                    </a:cubicBezTo>
                    <a:close/>
                    <a:moveTo>
                      <a:pt x="3440" y="8079"/>
                    </a:moveTo>
                    <a:cubicBezTo>
                      <a:pt x="3454" y="8079"/>
                      <a:pt x="3468" y="8089"/>
                      <a:pt x="3487" y="8105"/>
                    </a:cubicBezTo>
                    <a:cubicBezTo>
                      <a:pt x="3525" y="8138"/>
                      <a:pt x="3558" y="8176"/>
                      <a:pt x="3574" y="8225"/>
                    </a:cubicBezTo>
                    <a:cubicBezTo>
                      <a:pt x="3617" y="8317"/>
                      <a:pt x="3607" y="8426"/>
                      <a:pt x="3552" y="8513"/>
                    </a:cubicBezTo>
                    <a:cubicBezTo>
                      <a:pt x="3531" y="8541"/>
                      <a:pt x="3510" y="8552"/>
                      <a:pt x="3491" y="8552"/>
                    </a:cubicBezTo>
                    <a:cubicBezTo>
                      <a:pt x="3435" y="8552"/>
                      <a:pt x="3389" y="8459"/>
                      <a:pt x="3373" y="8399"/>
                    </a:cubicBezTo>
                    <a:cubicBezTo>
                      <a:pt x="3356" y="8328"/>
                      <a:pt x="3346" y="8257"/>
                      <a:pt x="3346" y="8187"/>
                    </a:cubicBezTo>
                    <a:cubicBezTo>
                      <a:pt x="3356" y="8159"/>
                      <a:pt x="3373" y="8132"/>
                      <a:pt x="3389" y="8111"/>
                    </a:cubicBezTo>
                    <a:cubicBezTo>
                      <a:pt x="3411" y="8089"/>
                      <a:pt x="3426" y="8079"/>
                      <a:pt x="3440" y="8079"/>
                    </a:cubicBezTo>
                    <a:close/>
                    <a:moveTo>
                      <a:pt x="2359" y="8067"/>
                    </a:moveTo>
                    <a:cubicBezTo>
                      <a:pt x="2415" y="8067"/>
                      <a:pt x="2405" y="8123"/>
                      <a:pt x="2405" y="8170"/>
                    </a:cubicBezTo>
                    <a:cubicBezTo>
                      <a:pt x="2411" y="8284"/>
                      <a:pt x="2400" y="8399"/>
                      <a:pt x="2373" y="8513"/>
                    </a:cubicBezTo>
                    <a:cubicBezTo>
                      <a:pt x="2358" y="8552"/>
                      <a:pt x="2313" y="8630"/>
                      <a:pt x="2256" y="8630"/>
                    </a:cubicBezTo>
                    <a:cubicBezTo>
                      <a:pt x="2250" y="8630"/>
                      <a:pt x="2243" y="8629"/>
                      <a:pt x="2237" y="8627"/>
                    </a:cubicBezTo>
                    <a:cubicBezTo>
                      <a:pt x="2188" y="8611"/>
                      <a:pt x="2171" y="8540"/>
                      <a:pt x="2166" y="8496"/>
                    </a:cubicBezTo>
                    <a:cubicBezTo>
                      <a:pt x="2171" y="8420"/>
                      <a:pt x="2182" y="8339"/>
                      <a:pt x="2204" y="8263"/>
                    </a:cubicBezTo>
                    <a:cubicBezTo>
                      <a:pt x="2204" y="8214"/>
                      <a:pt x="2215" y="8159"/>
                      <a:pt x="2231" y="8111"/>
                    </a:cubicBezTo>
                    <a:cubicBezTo>
                      <a:pt x="2237" y="8111"/>
                      <a:pt x="2248" y="8105"/>
                      <a:pt x="2248" y="8100"/>
                    </a:cubicBezTo>
                    <a:cubicBezTo>
                      <a:pt x="2248" y="8100"/>
                      <a:pt x="2351" y="8072"/>
                      <a:pt x="2351" y="8067"/>
                    </a:cubicBezTo>
                    <a:cubicBezTo>
                      <a:pt x="2354" y="8067"/>
                      <a:pt x="2356" y="8067"/>
                      <a:pt x="2359" y="8067"/>
                    </a:cubicBezTo>
                    <a:close/>
                    <a:moveTo>
                      <a:pt x="211" y="0"/>
                    </a:moveTo>
                    <a:cubicBezTo>
                      <a:pt x="26" y="0"/>
                      <a:pt x="0" y="291"/>
                      <a:pt x="19" y="451"/>
                    </a:cubicBezTo>
                    <a:cubicBezTo>
                      <a:pt x="24" y="511"/>
                      <a:pt x="35" y="566"/>
                      <a:pt x="46" y="625"/>
                    </a:cubicBezTo>
                    <a:cubicBezTo>
                      <a:pt x="57" y="702"/>
                      <a:pt x="46" y="778"/>
                      <a:pt x="52" y="854"/>
                    </a:cubicBezTo>
                    <a:cubicBezTo>
                      <a:pt x="79" y="1017"/>
                      <a:pt x="111" y="1174"/>
                      <a:pt x="133" y="1338"/>
                    </a:cubicBezTo>
                    <a:cubicBezTo>
                      <a:pt x="155" y="1473"/>
                      <a:pt x="177" y="1805"/>
                      <a:pt x="340" y="1859"/>
                    </a:cubicBezTo>
                    <a:cubicBezTo>
                      <a:pt x="323" y="1963"/>
                      <a:pt x="318" y="2066"/>
                      <a:pt x="302" y="2164"/>
                    </a:cubicBezTo>
                    <a:cubicBezTo>
                      <a:pt x="253" y="2501"/>
                      <a:pt x="274" y="2843"/>
                      <a:pt x="269" y="3180"/>
                    </a:cubicBezTo>
                    <a:cubicBezTo>
                      <a:pt x="269" y="3327"/>
                      <a:pt x="264" y="3468"/>
                      <a:pt x="264" y="3615"/>
                    </a:cubicBezTo>
                    <a:cubicBezTo>
                      <a:pt x="264" y="3784"/>
                      <a:pt x="285" y="3952"/>
                      <a:pt x="291" y="4121"/>
                    </a:cubicBezTo>
                    <a:cubicBezTo>
                      <a:pt x="307" y="4469"/>
                      <a:pt x="258" y="4816"/>
                      <a:pt x="285" y="5164"/>
                    </a:cubicBezTo>
                    <a:cubicBezTo>
                      <a:pt x="312" y="5485"/>
                      <a:pt x="340" y="5811"/>
                      <a:pt x="340" y="6132"/>
                    </a:cubicBezTo>
                    <a:lnTo>
                      <a:pt x="340" y="6746"/>
                    </a:lnTo>
                    <a:cubicBezTo>
                      <a:pt x="334" y="6936"/>
                      <a:pt x="340" y="7127"/>
                      <a:pt x="361" y="7311"/>
                    </a:cubicBezTo>
                    <a:cubicBezTo>
                      <a:pt x="372" y="7469"/>
                      <a:pt x="437" y="7610"/>
                      <a:pt x="546" y="7719"/>
                    </a:cubicBezTo>
                    <a:cubicBezTo>
                      <a:pt x="655" y="7822"/>
                      <a:pt x="780" y="7855"/>
                      <a:pt x="916" y="7904"/>
                    </a:cubicBezTo>
                    <a:cubicBezTo>
                      <a:pt x="921" y="7907"/>
                      <a:pt x="928" y="7908"/>
                      <a:pt x="936" y="7908"/>
                    </a:cubicBezTo>
                    <a:cubicBezTo>
                      <a:pt x="943" y="7908"/>
                      <a:pt x="951" y="7907"/>
                      <a:pt x="959" y="7904"/>
                    </a:cubicBezTo>
                    <a:cubicBezTo>
                      <a:pt x="965" y="7931"/>
                      <a:pt x="981" y="7953"/>
                      <a:pt x="992" y="7980"/>
                    </a:cubicBezTo>
                    <a:cubicBezTo>
                      <a:pt x="1070" y="8155"/>
                      <a:pt x="1269" y="8318"/>
                      <a:pt x="1466" y="8318"/>
                    </a:cubicBezTo>
                    <a:cubicBezTo>
                      <a:pt x="1502" y="8318"/>
                      <a:pt x="1538" y="8313"/>
                      <a:pt x="1574" y="8301"/>
                    </a:cubicBezTo>
                    <a:cubicBezTo>
                      <a:pt x="1574" y="8361"/>
                      <a:pt x="1579" y="8415"/>
                      <a:pt x="1595" y="8469"/>
                    </a:cubicBezTo>
                    <a:cubicBezTo>
                      <a:pt x="1628" y="8562"/>
                      <a:pt x="1693" y="8676"/>
                      <a:pt x="1796" y="8708"/>
                    </a:cubicBezTo>
                    <a:cubicBezTo>
                      <a:pt x="1817" y="8715"/>
                      <a:pt x="1837" y="8718"/>
                      <a:pt x="1855" y="8718"/>
                    </a:cubicBezTo>
                    <a:cubicBezTo>
                      <a:pt x="1926" y="8718"/>
                      <a:pt x="1977" y="8671"/>
                      <a:pt x="2025" y="8611"/>
                    </a:cubicBezTo>
                    <a:cubicBezTo>
                      <a:pt x="2062" y="8733"/>
                      <a:pt x="2155" y="8794"/>
                      <a:pt x="2255" y="8794"/>
                    </a:cubicBezTo>
                    <a:cubicBezTo>
                      <a:pt x="2331" y="8794"/>
                      <a:pt x="2411" y="8758"/>
                      <a:pt x="2470" y="8687"/>
                    </a:cubicBezTo>
                    <a:cubicBezTo>
                      <a:pt x="2508" y="8643"/>
                      <a:pt x="2536" y="8589"/>
                      <a:pt x="2552" y="8535"/>
                    </a:cubicBezTo>
                    <a:cubicBezTo>
                      <a:pt x="2600" y="8574"/>
                      <a:pt x="2659" y="8592"/>
                      <a:pt x="2719" y="8592"/>
                    </a:cubicBezTo>
                    <a:cubicBezTo>
                      <a:pt x="2734" y="8592"/>
                      <a:pt x="2749" y="8591"/>
                      <a:pt x="2764" y="8589"/>
                    </a:cubicBezTo>
                    <a:cubicBezTo>
                      <a:pt x="2900" y="8583"/>
                      <a:pt x="3036" y="8545"/>
                      <a:pt x="3177" y="8540"/>
                    </a:cubicBezTo>
                    <a:cubicBezTo>
                      <a:pt x="3193" y="8540"/>
                      <a:pt x="3215" y="8535"/>
                      <a:pt x="3231" y="8529"/>
                    </a:cubicBezTo>
                    <a:cubicBezTo>
                      <a:pt x="3248" y="8573"/>
                      <a:pt x="3275" y="8616"/>
                      <a:pt x="3313" y="8649"/>
                    </a:cubicBezTo>
                    <a:cubicBezTo>
                      <a:pt x="3370" y="8701"/>
                      <a:pt x="3432" y="8723"/>
                      <a:pt x="3490" y="8723"/>
                    </a:cubicBezTo>
                    <a:cubicBezTo>
                      <a:pt x="3603" y="8723"/>
                      <a:pt x="3707" y="8638"/>
                      <a:pt x="3753" y="8513"/>
                    </a:cubicBezTo>
                    <a:cubicBezTo>
                      <a:pt x="3759" y="8502"/>
                      <a:pt x="3759" y="8486"/>
                      <a:pt x="3764" y="8475"/>
                    </a:cubicBezTo>
                    <a:cubicBezTo>
                      <a:pt x="3812" y="8563"/>
                      <a:pt x="3899" y="8633"/>
                      <a:pt x="3989" y="8633"/>
                    </a:cubicBezTo>
                    <a:cubicBezTo>
                      <a:pt x="4033" y="8633"/>
                      <a:pt x="4077" y="8617"/>
                      <a:pt x="4117" y="8578"/>
                    </a:cubicBezTo>
                    <a:cubicBezTo>
                      <a:pt x="4188" y="8507"/>
                      <a:pt x="4226" y="8415"/>
                      <a:pt x="4226" y="8323"/>
                    </a:cubicBezTo>
                    <a:cubicBezTo>
                      <a:pt x="4427" y="8323"/>
                      <a:pt x="4623" y="8154"/>
                      <a:pt x="4705" y="7980"/>
                    </a:cubicBezTo>
                    <a:cubicBezTo>
                      <a:pt x="4715" y="7953"/>
                      <a:pt x="4726" y="7926"/>
                      <a:pt x="4737" y="7904"/>
                    </a:cubicBezTo>
                    <a:cubicBezTo>
                      <a:pt x="4743" y="7907"/>
                      <a:pt x="4749" y="7908"/>
                      <a:pt x="4757" y="7908"/>
                    </a:cubicBezTo>
                    <a:cubicBezTo>
                      <a:pt x="4764" y="7908"/>
                      <a:pt x="4772" y="7907"/>
                      <a:pt x="4781" y="7904"/>
                    </a:cubicBezTo>
                    <a:cubicBezTo>
                      <a:pt x="4917" y="7855"/>
                      <a:pt x="5042" y="7822"/>
                      <a:pt x="5150" y="7719"/>
                    </a:cubicBezTo>
                    <a:cubicBezTo>
                      <a:pt x="5254" y="7610"/>
                      <a:pt x="5319" y="7464"/>
                      <a:pt x="5335" y="7311"/>
                    </a:cubicBezTo>
                    <a:cubicBezTo>
                      <a:pt x="5351" y="7127"/>
                      <a:pt x="5362" y="6936"/>
                      <a:pt x="5357" y="6746"/>
                    </a:cubicBezTo>
                    <a:lnTo>
                      <a:pt x="5357" y="6132"/>
                    </a:lnTo>
                    <a:cubicBezTo>
                      <a:pt x="5357" y="5806"/>
                      <a:pt x="5384" y="5485"/>
                      <a:pt x="5411" y="5159"/>
                    </a:cubicBezTo>
                    <a:cubicBezTo>
                      <a:pt x="5438" y="4816"/>
                      <a:pt x="5389" y="4469"/>
                      <a:pt x="5400" y="4121"/>
                    </a:cubicBezTo>
                    <a:cubicBezTo>
                      <a:pt x="5411" y="3952"/>
                      <a:pt x="5438" y="3784"/>
                      <a:pt x="5433" y="3615"/>
                    </a:cubicBezTo>
                    <a:lnTo>
                      <a:pt x="5428" y="3175"/>
                    </a:lnTo>
                    <a:cubicBezTo>
                      <a:pt x="5422" y="2838"/>
                      <a:pt x="5444" y="2495"/>
                      <a:pt x="5389" y="2164"/>
                    </a:cubicBezTo>
                    <a:cubicBezTo>
                      <a:pt x="5373" y="2060"/>
                      <a:pt x="5368" y="1963"/>
                      <a:pt x="5357" y="1859"/>
                    </a:cubicBezTo>
                    <a:cubicBezTo>
                      <a:pt x="5520" y="1805"/>
                      <a:pt x="5542" y="1473"/>
                      <a:pt x="5558" y="1338"/>
                    </a:cubicBezTo>
                    <a:cubicBezTo>
                      <a:pt x="5580" y="1174"/>
                      <a:pt x="5618" y="1017"/>
                      <a:pt x="5640" y="854"/>
                    </a:cubicBezTo>
                    <a:cubicBezTo>
                      <a:pt x="5650" y="778"/>
                      <a:pt x="5640" y="702"/>
                      <a:pt x="5650" y="620"/>
                    </a:cubicBezTo>
                    <a:cubicBezTo>
                      <a:pt x="5656" y="566"/>
                      <a:pt x="5672" y="511"/>
                      <a:pt x="5678" y="451"/>
                    </a:cubicBezTo>
                    <a:cubicBezTo>
                      <a:pt x="5696" y="291"/>
                      <a:pt x="5670" y="0"/>
                      <a:pt x="5482" y="0"/>
                    </a:cubicBezTo>
                    <a:cubicBezTo>
                      <a:pt x="5453" y="0"/>
                      <a:pt x="5421" y="7"/>
                      <a:pt x="5384" y="22"/>
                    </a:cubicBezTo>
                    <a:lnTo>
                      <a:pt x="5389" y="22"/>
                    </a:lnTo>
                    <a:cubicBezTo>
                      <a:pt x="5341" y="49"/>
                      <a:pt x="5297" y="76"/>
                      <a:pt x="5254" y="109"/>
                    </a:cubicBezTo>
                    <a:cubicBezTo>
                      <a:pt x="5205" y="136"/>
                      <a:pt x="5156" y="153"/>
                      <a:pt x="5101" y="158"/>
                    </a:cubicBezTo>
                    <a:cubicBezTo>
                      <a:pt x="5036" y="180"/>
                      <a:pt x="4982" y="212"/>
                      <a:pt x="4927" y="256"/>
                    </a:cubicBezTo>
                    <a:cubicBezTo>
                      <a:pt x="4868" y="294"/>
                      <a:pt x="4802" y="326"/>
                      <a:pt x="4732" y="354"/>
                    </a:cubicBezTo>
                    <a:cubicBezTo>
                      <a:pt x="4656" y="392"/>
                      <a:pt x="4574" y="419"/>
                      <a:pt x="4487" y="435"/>
                    </a:cubicBezTo>
                    <a:cubicBezTo>
                      <a:pt x="4457" y="438"/>
                      <a:pt x="4427" y="439"/>
                      <a:pt x="4397" y="439"/>
                    </a:cubicBezTo>
                    <a:cubicBezTo>
                      <a:pt x="4368" y="439"/>
                      <a:pt x="4338" y="438"/>
                      <a:pt x="4308" y="435"/>
                    </a:cubicBezTo>
                    <a:cubicBezTo>
                      <a:pt x="4286" y="435"/>
                      <a:pt x="4264" y="435"/>
                      <a:pt x="4243" y="430"/>
                    </a:cubicBezTo>
                    <a:cubicBezTo>
                      <a:pt x="4103" y="380"/>
                      <a:pt x="3964" y="353"/>
                      <a:pt x="3820" y="353"/>
                    </a:cubicBezTo>
                    <a:cubicBezTo>
                      <a:pt x="3807" y="353"/>
                      <a:pt x="3794" y="353"/>
                      <a:pt x="3780" y="354"/>
                    </a:cubicBezTo>
                    <a:cubicBezTo>
                      <a:pt x="3612" y="359"/>
                      <a:pt x="3443" y="386"/>
                      <a:pt x="3280" y="386"/>
                    </a:cubicBezTo>
                    <a:lnTo>
                      <a:pt x="3270" y="386"/>
                    </a:lnTo>
                    <a:cubicBezTo>
                      <a:pt x="3152" y="351"/>
                      <a:pt x="3028" y="334"/>
                      <a:pt x="2905" y="334"/>
                    </a:cubicBezTo>
                    <a:cubicBezTo>
                      <a:pt x="2874" y="334"/>
                      <a:pt x="2843" y="335"/>
                      <a:pt x="2813" y="337"/>
                    </a:cubicBezTo>
                    <a:cubicBezTo>
                      <a:pt x="2713" y="337"/>
                      <a:pt x="2612" y="330"/>
                      <a:pt x="2511" y="330"/>
                    </a:cubicBezTo>
                    <a:cubicBezTo>
                      <a:pt x="2436" y="330"/>
                      <a:pt x="2360" y="334"/>
                      <a:pt x="2286" y="348"/>
                    </a:cubicBezTo>
                    <a:cubicBezTo>
                      <a:pt x="2248" y="354"/>
                      <a:pt x="2210" y="365"/>
                      <a:pt x="2171" y="375"/>
                    </a:cubicBezTo>
                    <a:cubicBezTo>
                      <a:pt x="2090" y="365"/>
                      <a:pt x="2003" y="359"/>
                      <a:pt x="1916" y="354"/>
                    </a:cubicBezTo>
                    <a:cubicBezTo>
                      <a:pt x="1903" y="353"/>
                      <a:pt x="1890" y="353"/>
                      <a:pt x="1876" y="353"/>
                    </a:cubicBezTo>
                    <a:cubicBezTo>
                      <a:pt x="1733" y="353"/>
                      <a:pt x="1594" y="380"/>
                      <a:pt x="1459" y="430"/>
                    </a:cubicBezTo>
                    <a:cubicBezTo>
                      <a:pt x="1432" y="435"/>
                      <a:pt x="1410" y="435"/>
                      <a:pt x="1389" y="435"/>
                    </a:cubicBezTo>
                    <a:cubicBezTo>
                      <a:pt x="1361" y="438"/>
                      <a:pt x="1334" y="440"/>
                      <a:pt x="1306" y="440"/>
                    </a:cubicBezTo>
                    <a:cubicBezTo>
                      <a:pt x="1187" y="440"/>
                      <a:pt x="1071" y="411"/>
                      <a:pt x="965" y="354"/>
                    </a:cubicBezTo>
                    <a:cubicBezTo>
                      <a:pt x="894" y="326"/>
                      <a:pt x="829" y="294"/>
                      <a:pt x="769" y="250"/>
                    </a:cubicBezTo>
                    <a:cubicBezTo>
                      <a:pt x="715" y="212"/>
                      <a:pt x="660" y="180"/>
                      <a:pt x="601" y="158"/>
                    </a:cubicBezTo>
                    <a:cubicBezTo>
                      <a:pt x="546" y="153"/>
                      <a:pt x="492" y="131"/>
                      <a:pt x="443" y="104"/>
                    </a:cubicBezTo>
                    <a:cubicBezTo>
                      <a:pt x="399" y="71"/>
                      <a:pt x="356" y="44"/>
                      <a:pt x="307" y="22"/>
                    </a:cubicBezTo>
                    <a:cubicBezTo>
                      <a:pt x="271" y="7"/>
                      <a:pt x="239"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0"/>
              <p:cNvSpPr/>
              <p:nvPr/>
            </p:nvSpPr>
            <p:spPr>
              <a:xfrm>
                <a:off x="5293950" y="4007800"/>
                <a:ext cx="56275" cy="22200"/>
              </a:xfrm>
              <a:custGeom>
                <a:rect b="b" l="l" r="r" t="t"/>
                <a:pathLst>
                  <a:path extrusionOk="0" h="888" w="2251">
                    <a:moveTo>
                      <a:pt x="2060" y="0"/>
                    </a:moveTo>
                    <a:cubicBezTo>
                      <a:pt x="2028" y="0"/>
                      <a:pt x="2011" y="49"/>
                      <a:pt x="2033" y="71"/>
                    </a:cubicBezTo>
                    <a:cubicBezTo>
                      <a:pt x="2071" y="114"/>
                      <a:pt x="2060" y="180"/>
                      <a:pt x="2017" y="212"/>
                    </a:cubicBezTo>
                    <a:cubicBezTo>
                      <a:pt x="1988" y="229"/>
                      <a:pt x="1956" y="237"/>
                      <a:pt x="1925" y="237"/>
                    </a:cubicBezTo>
                    <a:cubicBezTo>
                      <a:pt x="1875" y="237"/>
                      <a:pt x="1825" y="216"/>
                      <a:pt x="1789" y="180"/>
                    </a:cubicBezTo>
                    <a:cubicBezTo>
                      <a:pt x="1783" y="174"/>
                      <a:pt x="1778" y="174"/>
                      <a:pt x="1772" y="169"/>
                    </a:cubicBezTo>
                    <a:cubicBezTo>
                      <a:pt x="1767" y="158"/>
                      <a:pt x="1761" y="147"/>
                      <a:pt x="1756" y="136"/>
                    </a:cubicBezTo>
                    <a:cubicBezTo>
                      <a:pt x="1751" y="127"/>
                      <a:pt x="1742" y="123"/>
                      <a:pt x="1733" y="123"/>
                    </a:cubicBezTo>
                    <a:cubicBezTo>
                      <a:pt x="1719" y="123"/>
                      <a:pt x="1705" y="131"/>
                      <a:pt x="1702" y="147"/>
                    </a:cubicBezTo>
                    <a:cubicBezTo>
                      <a:pt x="1674" y="201"/>
                      <a:pt x="1577" y="261"/>
                      <a:pt x="1528" y="294"/>
                    </a:cubicBezTo>
                    <a:cubicBezTo>
                      <a:pt x="1495" y="321"/>
                      <a:pt x="1452" y="332"/>
                      <a:pt x="1414" y="332"/>
                    </a:cubicBezTo>
                    <a:cubicBezTo>
                      <a:pt x="1370" y="332"/>
                      <a:pt x="1289" y="299"/>
                      <a:pt x="1283" y="239"/>
                    </a:cubicBezTo>
                    <a:cubicBezTo>
                      <a:pt x="1283" y="218"/>
                      <a:pt x="1266" y="203"/>
                      <a:pt x="1246" y="203"/>
                    </a:cubicBezTo>
                    <a:cubicBezTo>
                      <a:pt x="1240" y="203"/>
                      <a:pt x="1235" y="204"/>
                      <a:pt x="1229" y="207"/>
                    </a:cubicBezTo>
                    <a:cubicBezTo>
                      <a:pt x="1220" y="198"/>
                      <a:pt x="1211" y="194"/>
                      <a:pt x="1201" y="194"/>
                    </a:cubicBezTo>
                    <a:cubicBezTo>
                      <a:pt x="1193" y="194"/>
                      <a:pt x="1184" y="196"/>
                      <a:pt x="1174" y="201"/>
                    </a:cubicBezTo>
                    <a:cubicBezTo>
                      <a:pt x="1095" y="245"/>
                      <a:pt x="1020" y="325"/>
                      <a:pt x="927" y="325"/>
                    </a:cubicBezTo>
                    <a:cubicBezTo>
                      <a:pt x="906" y="325"/>
                      <a:pt x="883" y="320"/>
                      <a:pt x="859" y="310"/>
                    </a:cubicBezTo>
                    <a:cubicBezTo>
                      <a:pt x="772" y="272"/>
                      <a:pt x="707" y="180"/>
                      <a:pt x="625" y="141"/>
                    </a:cubicBezTo>
                    <a:cubicBezTo>
                      <a:pt x="619" y="138"/>
                      <a:pt x="613" y="137"/>
                      <a:pt x="607" y="137"/>
                    </a:cubicBezTo>
                    <a:cubicBezTo>
                      <a:pt x="572" y="137"/>
                      <a:pt x="550" y="184"/>
                      <a:pt x="587" y="207"/>
                    </a:cubicBezTo>
                    <a:lnTo>
                      <a:pt x="593" y="212"/>
                    </a:lnTo>
                    <a:cubicBezTo>
                      <a:pt x="549" y="234"/>
                      <a:pt x="533" y="272"/>
                      <a:pt x="511" y="310"/>
                    </a:cubicBezTo>
                    <a:cubicBezTo>
                      <a:pt x="473" y="370"/>
                      <a:pt x="419" y="419"/>
                      <a:pt x="354" y="440"/>
                    </a:cubicBezTo>
                    <a:cubicBezTo>
                      <a:pt x="337" y="444"/>
                      <a:pt x="321" y="446"/>
                      <a:pt x="307" y="446"/>
                    </a:cubicBezTo>
                    <a:cubicBezTo>
                      <a:pt x="143" y="446"/>
                      <a:pt x="93" y="212"/>
                      <a:pt x="93" y="87"/>
                    </a:cubicBezTo>
                    <a:cubicBezTo>
                      <a:pt x="90" y="65"/>
                      <a:pt x="72" y="54"/>
                      <a:pt x="55" y="54"/>
                    </a:cubicBezTo>
                    <a:cubicBezTo>
                      <a:pt x="37" y="54"/>
                      <a:pt x="19" y="65"/>
                      <a:pt x="17" y="87"/>
                    </a:cubicBezTo>
                    <a:cubicBezTo>
                      <a:pt x="11" y="207"/>
                      <a:pt x="0" y="305"/>
                      <a:pt x="65" y="413"/>
                    </a:cubicBezTo>
                    <a:cubicBezTo>
                      <a:pt x="109" y="500"/>
                      <a:pt x="185" y="560"/>
                      <a:pt x="277" y="582"/>
                    </a:cubicBezTo>
                    <a:cubicBezTo>
                      <a:pt x="326" y="582"/>
                      <a:pt x="381" y="576"/>
                      <a:pt x="430" y="560"/>
                    </a:cubicBezTo>
                    <a:cubicBezTo>
                      <a:pt x="430" y="690"/>
                      <a:pt x="457" y="805"/>
                      <a:pt x="598" y="859"/>
                    </a:cubicBezTo>
                    <a:cubicBezTo>
                      <a:pt x="633" y="878"/>
                      <a:pt x="673" y="888"/>
                      <a:pt x="713" y="888"/>
                    </a:cubicBezTo>
                    <a:cubicBezTo>
                      <a:pt x="753" y="888"/>
                      <a:pt x="794" y="878"/>
                      <a:pt x="832" y="859"/>
                    </a:cubicBezTo>
                    <a:cubicBezTo>
                      <a:pt x="870" y="837"/>
                      <a:pt x="903" y="810"/>
                      <a:pt x="930" y="777"/>
                    </a:cubicBezTo>
                    <a:cubicBezTo>
                      <a:pt x="957" y="745"/>
                      <a:pt x="957" y="712"/>
                      <a:pt x="973" y="680"/>
                    </a:cubicBezTo>
                    <a:cubicBezTo>
                      <a:pt x="990" y="652"/>
                      <a:pt x="968" y="620"/>
                      <a:pt x="941" y="620"/>
                    </a:cubicBezTo>
                    <a:cubicBezTo>
                      <a:pt x="892" y="620"/>
                      <a:pt x="881" y="636"/>
                      <a:pt x="848" y="663"/>
                    </a:cubicBezTo>
                    <a:cubicBezTo>
                      <a:pt x="810" y="712"/>
                      <a:pt x="756" y="739"/>
                      <a:pt x="691" y="745"/>
                    </a:cubicBezTo>
                    <a:cubicBezTo>
                      <a:pt x="555" y="739"/>
                      <a:pt x="527" y="642"/>
                      <a:pt x="522" y="527"/>
                    </a:cubicBezTo>
                    <a:cubicBezTo>
                      <a:pt x="522" y="522"/>
                      <a:pt x="522" y="511"/>
                      <a:pt x="517" y="506"/>
                    </a:cubicBezTo>
                    <a:cubicBezTo>
                      <a:pt x="527" y="500"/>
                      <a:pt x="538" y="489"/>
                      <a:pt x="549" y="484"/>
                    </a:cubicBezTo>
                    <a:cubicBezTo>
                      <a:pt x="604" y="424"/>
                      <a:pt x="636" y="348"/>
                      <a:pt x="636" y="266"/>
                    </a:cubicBezTo>
                    <a:cubicBezTo>
                      <a:pt x="647" y="283"/>
                      <a:pt x="663" y="299"/>
                      <a:pt x="674" y="315"/>
                    </a:cubicBezTo>
                    <a:cubicBezTo>
                      <a:pt x="696" y="343"/>
                      <a:pt x="723" y="370"/>
                      <a:pt x="745" y="392"/>
                    </a:cubicBezTo>
                    <a:cubicBezTo>
                      <a:pt x="799" y="440"/>
                      <a:pt x="870" y="468"/>
                      <a:pt x="941" y="473"/>
                    </a:cubicBezTo>
                    <a:cubicBezTo>
                      <a:pt x="1049" y="468"/>
                      <a:pt x="1153" y="419"/>
                      <a:pt x="1223" y="337"/>
                    </a:cubicBezTo>
                    <a:cubicBezTo>
                      <a:pt x="1277" y="426"/>
                      <a:pt x="1370" y="475"/>
                      <a:pt x="1468" y="475"/>
                    </a:cubicBezTo>
                    <a:cubicBezTo>
                      <a:pt x="1489" y="475"/>
                      <a:pt x="1511" y="473"/>
                      <a:pt x="1533" y="468"/>
                    </a:cubicBezTo>
                    <a:cubicBezTo>
                      <a:pt x="1620" y="435"/>
                      <a:pt x="1696" y="375"/>
                      <a:pt x="1745" y="294"/>
                    </a:cubicBezTo>
                    <a:cubicBezTo>
                      <a:pt x="1794" y="348"/>
                      <a:pt x="1859" y="381"/>
                      <a:pt x="1930" y="386"/>
                    </a:cubicBezTo>
                    <a:cubicBezTo>
                      <a:pt x="1943" y="388"/>
                      <a:pt x="1955" y="389"/>
                      <a:pt x="1968" y="389"/>
                    </a:cubicBezTo>
                    <a:cubicBezTo>
                      <a:pt x="2033" y="389"/>
                      <a:pt x="2098" y="366"/>
                      <a:pt x="2147" y="321"/>
                    </a:cubicBezTo>
                    <a:cubicBezTo>
                      <a:pt x="2251" y="218"/>
                      <a:pt x="2223" y="27"/>
                      <a:pt x="2066" y="6"/>
                    </a:cubicBezTo>
                    <a:lnTo>
                      <a:pt x="2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0"/>
              <p:cNvSpPr/>
              <p:nvPr/>
            </p:nvSpPr>
            <p:spPr>
              <a:xfrm>
                <a:off x="5318650" y="4021725"/>
                <a:ext cx="23025" cy="9375"/>
              </a:xfrm>
              <a:custGeom>
                <a:rect b="b" l="l" r="r" t="t"/>
                <a:pathLst>
                  <a:path extrusionOk="0" h="375" w="921">
                    <a:moveTo>
                      <a:pt x="804" y="1"/>
                    </a:moveTo>
                    <a:cubicBezTo>
                      <a:pt x="779" y="1"/>
                      <a:pt x="765" y="29"/>
                      <a:pt x="779" y="57"/>
                    </a:cubicBezTo>
                    <a:cubicBezTo>
                      <a:pt x="779" y="68"/>
                      <a:pt x="784" y="68"/>
                      <a:pt x="784" y="68"/>
                    </a:cubicBezTo>
                    <a:cubicBezTo>
                      <a:pt x="779" y="74"/>
                      <a:pt x="779" y="85"/>
                      <a:pt x="784" y="90"/>
                    </a:cubicBezTo>
                    <a:cubicBezTo>
                      <a:pt x="784" y="95"/>
                      <a:pt x="784" y="101"/>
                      <a:pt x="784" y="101"/>
                    </a:cubicBezTo>
                    <a:cubicBezTo>
                      <a:pt x="773" y="128"/>
                      <a:pt x="757" y="150"/>
                      <a:pt x="735" y="166"/>
                    </a:cubicBezTo>
                    <a:cubicBezTo>
                      <a:pt x="716" y="183"/>
                      <a:pt x="691" y="192"/>
                      <a:pt x="665" y="192"/>
                    </a:cubicBezTo>
                    <a:cubicBezTo>
                      <a:pt x="634" y="192"/>
                      <a:pt x="602" y="179"/>
                      <a:pt x="578" y="155"/>
                    </a:cubicBezTo>
                    <a:cubicBezTo>
                      <a:pt x="570" y="147"/>
                      <a:pt x="559" y="142"/>
                      <a:pt x="549" y="142"/>
                    </a:cubicBezTo>
                    <a:cubicBezTo>
                      <a:pt x="546" y="142"/>
                      <a:pt x="543" y="143"/>
                      <a:pt x="540" y="144"/>
                    </a:cubicBezTo>
                    <a:cubicBezTo>
                      <a:pt x="540" y="117"/>
                      <a:pt x="540" y="95"/>
                      <a:pt x="540" y="68"/>
                    </a:cubicBezTo>
                    <a:cubicBezTo>
                      <a:pt x="532" y="52"/>
                      <a:pt x="515" y="42"/>
                      <a:pt x="498" y="42"/>
                    </a:cubicBezTo>
                    <a:cubicBezTo>
                      <a:pt x="492" y="42"/>
                      <a:pt x="486" y="44"/>
                      <a:pt x="480" y="47"/>
                    </a:cubicBezTo>
                    <a:cubicBezTo>
                      <a:pt x="409" y="85"/>
                      <a:pt x="371" y="166"/>
                      <a:pt x="301" y="204"/>
                    </a:cubicBezTo>
                    <a:cubicBezTo>
                      <a:pt x="270" y="220"/>
                      <a:pt x="235" y="232"/>
                      <a:pt x="203" y="232"/>
                    </a:cubicBezTo>
                    <a:cubicBezTo>
                      <a:pt x="160" y="232"/>
                      <a:pt x="123" y="211"/>
                      <a:pt x="110" y="155"/>
                    </a:cubicBezTo>
                    <a:cubicBezTo>
                      <a:pt x="104" y="129"/>
                      <a:pt x="84" y="118"/>
                      <a:pt x="64" y="118"/>
                    </a:cubicBezTo>
                    <a:cubicBezTo>
                      <a:pt x="33" y="118"/>
                      <a:pt x="0" y="143"/>
                      <a:pt x="7" y="182"/>
                    </a:cubicBezTo>
                    <a:cubicBezTo>
                      <a:pt x="21" y="294"/>
                      <a:pt x="115" y="374"/>
                      <a:pt x="223" y="374"/>
                    </a:cubicBezTo>
                    <a:cubicBezTo>
                      <a:pt x="242" y="374"/>
                      <a:pt x="260" y="372"/>
                      <a:pt x="279" y="367"/>
                    </a:cubicBezTo>
                    <a:cubicBezTo>
                      <a:pt x="371" y="351"/>
                      <a:pt x="447" y="297"/>
                      <a:pt x="502" y="220"/>
                    </a:cubicBezTo>
                    <a:cubicBezTo>
                      <a:pt x="540" y="269"/>
                      <a:pt x="589" y="307"/>
                      <a:pt x="648" y="318"/>
                    </a:cubicBezTo>
                    <a:cubicBezTo>
                      <a:pt x="667" y="323"/>
                      <a:pt x="685" y="325"/>
                      <a:pt x="703" y="325"/>
                    </a:cubicBezTo>
                    <a:cubicBezTo>
                      <a:pt x="752" y="325"/>
                      <a:pt x="798" y="308"/>
                      <a:pt x="839" y="280"/>
                    </a:cubicBezTo>
                    <a:cubicBezTo>
                      <a:pt x="893" y="242"/>
                      <a:pt x="920" y="188"/>
                      <a:pt x="920" y="123"/>
                    </a:cubicBezTo>
                    <a:cubicBezTo>
                      <a:pt x="920" y="63"/>
                      <a:pt x="877" y="8"/>
                      <a:pt x="817" y="3"/>
                    </a:cubicBezTo>
                    <a:cubicBezTo>
                      <a:pt x="813" y="2"/>
                      <a:pt x="808" y="1"/>
                      <a:pt x="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0"/>
              <p:cNvSpPr/>
              <p:nvPr/>
            </p:nvSpPr>
            <p:spPr>
              <a:xfrm>
                <a:off x="5307750" y="4035000"/>
                <a:ext cx="13400" cy="7475"/>
              </a:xfrm>
              <a:custGeom>
                <a:rect b="b" l="l" r="r" t="t"/>
                <a:pathLst>
                  <a:path extrusionOk="0" h="299" w="536">
                    <a:moveTo>
                      <a:pt x="77" y="0"/>
                    </a:moveTo>
                    <a:cubicBezTo>
                      <a:pt x="41" y="0"/>
                      <a:pt x="1" y="32"/>
                      <a:pt x="19" y="75"/>
                    </a:cubicBezTo>
                    <a:cubicBezTo>
                      <a:pt x="62" y="173"/>
                      <a:pt x="117" y="293"/>
                      <a:pt x="242" y="298"/>
                    </a:cubicBezTo>
                    <a:cubicBezTo>
                      <a:pt x="264" y="298"/>
                      <a:pt x="291" y="298"/>
                      <a:pt x="318" y="287"/>
                    </a:cubicBezTo>
                    <a:cubicBezTo>
                      <a:pt x="351" y="282"/>
                      <a:pt x="383" y="277"/>
                      <a:pt x="416" y="271"/>
                    </a:cubicBezTo>
                    <a:cubicBezTo>
                      <a:pt x="481" y="249"/>
                      <a:pt x="486" y="195"/>
                      <a:pt x="525" y="141"/>
                    </a:cubicBezTo>
                    <a:cubicBezTo>
                      <a:pt x="535" y="124"/>
                      <a:pt x="525" y="97"/>
                      <a:pt x="503" y="92"/>
                    </a:cubicBezTo>
                    <a:cubicBezTo>
                      <a:pt x="496" y="90"/>
                      <a:pt x="489" y="90"/>
                      <a:pt x="482" y="90"/>
                    </a:cubicBezTo>
                    <a:cubicBezTo>
                      <a:pt x="460" y="90"/>
                      <a:pt x="438" y="96"/>
                      <a:pt x="421" y="108"/>
                    </a:cubicBezTo>
                    <a:cubicBezTo>
                      <a:pt x="378" y="119"/>
                      <a:pt x="340" y="135"/>
                      <a:pt x="296" y="141"/>
                    </a:cubicBezTo>
                    <a:cubicBezTo>
                      <a:pt x="270" y="146"/>
                      <a:pt x="254" y="154"/>
                      <a:pt x="237" y="154"/>
                    </a:cubicBezTo>
                    <a:cubicBezTo>
                      <a:pt x="223" y="154"/>
                      <a:pt x="208" y="148"/>
                      <a:pt x="187" y="130"/>
                    </a:cubicBezTo>
                    <a:cubicBezTo>
                      <a:pt x="160" y="103"/>
                      <a:pt x="139" y="65"/>
                      <a:pt x="122" y="26"/>
                    </a:cubicBezTo>
                    <a:cubicBezTo>
                      <a:pt x="113" y="8"/>
                      <a:pt x="96" y="0"/>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0"/>
              <p:cNvSpPr/>
              <p:nvPr/>
            </p:nvSpPr>
            <p:spPr>
              <a:xfrm>
                <a:off x="5321275" y="4034100"/>
                <a:ext cx="11750" cy="6875"/>
              </a:xfrm>
              <a:custGeom>
                <a:rect b="b" l="l" r="r" t="t"/>
                <a:pathLst>
                  <a:path extrusionOk="0" h="275" w="470">
                    <a:moveTo>
                      <a:pt x="412" y="0"/>
                    </a:moveTo>
                    <a:cubicBezTo>
                      <a:pt x="401" y="0"/>
                      <a:pt x="389" y="4"/>
                      <a:pt x="380" y="14"/>
                    </a:cubicBezTo>
                    <a:cubicBezTo>
                      <a:pt x="356" y="42"/>
                      <a:pt x="225" y="138"/>
                      <a:pt x="154" y="138"/>
                    </a:cubicBezTo>
                    <a:cubicBezTo>
                      <a:pt x="129" y="138"/>
                      <a:pt x="111" y="126"/>
                      <a:pt x="109" y="95"/>
                    </a:cubicBezTo>
                    <a:cubicBezTo>
                      <a:pt x="106" y="65"/>
                      <a:pt x="83" y="50"/>
                      <a:pt x="60" y="50"/>
                    </a:cubicBezTo>
                    <a:cubicBezTo>
                      <a:pt x="37" y="50"/>
                      <a:pt x="13" y="65"/>
                      <a:pt x="11" y="95"/>
                    </a:cubicBezTo>
                    <a:cubicBezTo>
                      <a:pt x="0" y="190"/>
                      <a:pt x="77" y="275"/>
                      <a:pt x="170" y="275"/>
                    </a:cubicBezTo>
                    <a:cubicBezTo>
                      <a:pt x="173" y="275"/>
                      <a:pt x="176" y="275"/>
                      <a:pt x="179" y="274"/>
                    </a:cubicBezTo>
                    <a:cubicBezTo>
                      <a:pt x="310" y="274"/>
                      <a:pt x="424" y="187"/>
                      <a:pt x="462" y="62"/>
                    </a:cubicBezTo>
                    <a:cubicBezTo>
                      <a:pt x="470" y="27"/>
                      <a:pt x="441" y="0"/>
                      <a:pt x="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0"/>
              <p:cNvSpPr/>
              <p:nvPr/>
            </p:nvSpPr>
            <p:spPr>
              <a:xfrm>
                <a:off x="5285375" y="3980575"/>
                <a:ext cx="8050" cy="8525"/>
              </a:xfrm>
              <a:custGeom>
                <a:rect b="b" l="l" r="r" t="t"/>
                <a:pathLst>
                  <a:path extrusionOk="0" h="341" w="322">
                    <a:moveTo>
                      <a:pt x="42" y="1"/>
                    </a:moveTo>
                    <a:cubicBezTo>
                      <a:pt x="28" y="1"/>
                      <a:pt x="14" y="10"/>
                      <a:pt x="12" y="29"/>
                    </a:cubicBezTo>
                    <a:cubicBezTo>
                      <a:pt x="1" y="111"/>
                      <a:pt x="23" y="192"/>
                      <a:pt x="66" y="263"/>
                    </a:cubicBezTo>
                    <a:cubicBezTo>
                      <a:pt x="108" y="313"/>
                      <a:pt x="166" y="341"/>
                      <a:pt x="228" y="341"/>
                    </a:cubicBezTo>
                    <a:cubicBezTo>
                      <a:pt x="246" y="341"/>
                      <a:pt x="265" y="339"/>
                      <a:pt x="283" y="334"/>
                    </a:cubicBezTo>
                    <a:cubicBezTo>
                      <a:pt x="321" y="317"/>
                      <a:pt x="321" y="257"/>
                      <a:pt x="283" y="247"/>
                    </a:cubicBezTo>
                    <a:lnTo>
                      <a:pt x="283" y="252"/>
                    </a:lnTo>
                    <a:cubicBezTo>
                      <a:pt x="229" y="236"/>
                      <a:pt x="169" y="247"/>
                      <a:pt x="131" y="203"/>
                    </a:cubicBezTo>
                    <a:cubicBezTo>
                      <a:pt x="93" y="149"/>
                      <a:pt x="71" y="89"/>
                      <a:pt x="71" y="29"/>
                    </a:cubicBezTo>
                    <a:cubicBezTo>
                      <a:pt x="69" y="10"/>
                      <a:pt x="55" y="1"/>
                      <a:pt x="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0"/>
              <p:cNvSpPr/>
              <p:nvPr/>
            </p:nvSpPr>
            <p:spPr>
              <a:xfrm>
                <a:off x="5294475" y="3984075"/>
                <a:ext cx="5600" cy="7225"/>
              </a:xfrm>
              <a:custGeom>
                <a:rect b="b" l="l" r="r" t="t"/>
                <a:pathLst>
                  <a:path extrusionOk="0" h="289" w="224">
                    <a:moveTo>
                      <a:pt x="55" y="1"/>
                    </a:moveTo>
                    <a:cubicBezTo>
                      <a:pt x="34" y="1"/>
                      <a:pt x="12" y="14"/>
                      <a:pt x="12" y="41"/>
                    </a:cubicBezTo>
                    <a:cubicBezTo>
                      <a:pt x="1" y="101"/>
                      <a:pt x="6" y="166"/>
                      <a:pt x="28" y="226"/>
                    </a:cubicBezTo>
                    <a:cubicBezTo>
                      <a:pt x="52" y="267"/>
                      <a:pt x="95" y="288"/>
                      <a:pt x="137" y="288"/>
                    </a:cubicBezTo>
                    <a:cubicBezTo>
                      <a:pt x="162" y="288"/>
                      <a:pt x="187" y="281"/>
                      <a:pt x="208" y="264"/>
                    </a:cubicBezTo>
                    <a:cubicBezTo>
                      <a:pt x="224" y="248"/>
                      <a:pt x="224" y="232"/>
                      <a:pt x="208" y="215"/>
                    </a:cubicBezTo>
                    <a:lnTo>
                      <a:pt x="208" y="221"/>
                    </a:lnTo>
                    <a:cubicBezTo>
                      <a:pt x="186" y="204"/>
                      <a:pt x="164" y="188"/>
                      <a:pt x="142" y="183"/>
                    </a:cubicBezTo>
                    <a:cubicBezTo>
                      <a:pt x="131" y="177"/>
                      <a:pt x="121" y="172"/>
                      <a:pt x="115" y="161"/>
                    </a:cubicBezTo>
                    <a:cubicBezTo>
                      <a:pt x="99" y="123"/>
                      <a:pt x="93" y="85"/>
                      <a:pt x="99" y="41"/>
                    </a:cubicBezTo>
                    <a:cubicBezTo>
                      <a:pt x="99" y="14"/>
                      <a:pt x="77"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0"/>
              <p:cNvSpPr/>
              <p:nvPr/>
            </p:nvSpPr>
            <p:spPr>
              <a:xfrm>
                <a:off x="5300875" y="3988450"/>
                <a:ext cx="4650" cy="5150"/>
              </a:xfrm>
              <a:custGeom>
                <a:rect b="b" l="l" r="r" t="t"/>
                <a:pathLst>
                  <a:path extrusionOk="0" h="206" w="186">
                    <a:moveTo>
                      <a:pt x="41" y="1"/>
                    </a:moveTo>
                    <a:cubicBezTo>
                      <a:pt x="21" y="1"/>
                      <a:pt x="0" y="16"/>
                      <a:pt x="0" y="46"/>
                    </a:cubicBezTo>
                    <a:cubicBezTo>
                      <a:pt x="0" y="107"/>
                      <a:pt x="62" y="205"/>
                      <a:pt x="131" y="205"/>
                    </a:cubicBezTo>
                    <a:cubicBezTo>
                      <a:pt x="142" y="205"/>
                      <a:pt x="153" y="203"/>
                      <a:pt x="164" y="198"/>
                    </a:cubicBezTo>
                    <a:cubicBezTo>
                      <a:pt x="185" y="192"/>
                      <a:pt x="180" y="160"/>
                      <a:pt x="164" y="154"/>
                    </a:cubicBezTo>
                    <a:cubicBezTo>
                      <a:pt x="131" y="133"/>
                      <a:pt x="82" y="89"/>
                      <a:pt x="82" y="46"/>
                    </a:cubicBezTo>
                    <a:cubicBezTo>
                      <a:pt x="82" y="16"/>
                      <a:pt x="62" y="1"/>
                      <a:pt x="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0"/>
              <p:cNvSpPr/>
              <p:nvPr/>
            </p:nvSpPr>
            <p:spPr>
              <a:xfrm>
                <a:off x="5264725" y="4007925"/>
                <a:ext cx="7375" cy="11450"/>
              </a:xfrm>
              <a:custGeom>
                <a:rect b="b" l="l" r="r" t="t"/>
                <a:pathLst>
                  <a:path extrusionOk="0" h="458" w="295">
                    <a:moveTo>
                      <a:pt x="251" y="0"/>
                    </a:moveTo>
                    <a:cubicBezTo>
                      <a:pt x="230" y="0"/>
                      <a:pt x="209" y="14"/>
                      <a:pt x="213" y="39"/>
                    </a:cubicBezTo>
                    <a:cubicBezTo>
                      <a:pt x="213" y="98"/>
                      <a:pt x="126" y="180"/>
                      <a:pt x="93" y="229"/>
                    </a:cubicBezTo>
                    <a:cubicBezTo>
                      <a:pt x="49" y="300"/>
                      <a:pt x="1" y="370"/>
                      <a:pt x="55" y="446"/>
                    </a:cubicBezTo>
                    <a:cubicBezTo>
                      <a:pt x="58" y="453"/>
                      <a:pt x="66" y="458"/>
                      <a:pt x="74" y="458"/>
                    </a:cubicBezTo>
                    <a:cubicBezTo>
                      <a:pt x="78" y="458"/>
                      <a:pt x="83" y="456"/>
                      <a:pt x="87" y="452"/>
                    </a:cubicBezTo>
                    <a:cubicBezTo>
                      <a:pt x="142" y="381"/>
                      <a:pt x="185" y="305"/>
                      <a:pt x="223" y="223"/>
                    </a:cubicBezTo>
                    <a:cubicBezTo>
                      <a:pt x="272" y="169"/>
                      <a:pt x="294" y="98"/>
                      <a:pt x="294" y="28"/>
                    </a:cubicBezTo>
                    <a:lnTo>
                      <a:pt x="289" y="28"/>
                    </a:lnTo>
                    <a:cubicBezTo>
                      <a:pt x="284" y="9"/>
                      <a:pt x="268"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0"/>
              <p:cNvSpPr/>
              <p:nvPr/>
            </p:nvSpPr>
            <p:spPr>
              <a:xfrm>
                <a:off x="5267175" y="4016650"/>
                <a:ext cx="7425" cy="8525"/>
              </a:xfrm>
              <a:custGeom>
                <a:rect b="b" l="l" r="r" t="t"/>
                <a:pathLst>
                  <a:path extrusionOk="0" h="341" w="297">
                    <a:moveTo>
                      <a:pt x="244" y="1"/>
                    </a:moveTo>
                    <a:cubicBezTo>
                      <a:pt x="235" y="1"/>
                      <a:pt x="226" y="5"/>
                      <a:pt x="218" y="16"/>
                    </a:cubicBezTo>
                    <a:lnTo>
                      <a:pt x="212" y="10"/>
                    </a:lnTo>
                    <a:cubicBezTo>
                      <a:pt x="185" y="38"/>
                      <a:pt x="163" y="65"/>
                      <a:pt x="142" y="92"/>
                    </a:cubicBezTo>
                    <a:cubicBezTo>
                      <a:pt x="131" y="119"/>
                      <a:pt x="109" y="141"/>
                      <a:pt x="87" y="163"/>
                    </a:cubicBezTo>
                    <a:cubicBezTo>
                      <a:pt x="44" y="195"/>
                      <a:pt x="0" y="244"/>
                      <a:pt x="22" y="304"/>
                    </a:cubicBezTo>
                    <a:cubicBezTo>
                      <a:pt x="28" y="328"/>
                      <a:pt x="47" y="341"/>
                      <a:pt x="66" y="341"/>
                    </a:cubicBezTo>
                    <a:cubicBezTo>
                      <a:pt x="86" y="341"/>
                      <a:pt x="106" y="328"/>
                      <a:pt x="115" y="304"/>
                    </a:cubicBezTo>
                    <a:cubicBezTo>
                      <a:pt x="131" y="271"/>
                      <a:pt x="158" y="239"/>
                      <a:pt x="191" y="211"/>
                    </a:cubicBezTo>
                    <a:cubicBezTo>
                      <a:pt x="201" y="190"/>
                      <a:pt x="218" y="173"/>
                      <a:pt x="223" y="152"/>
                    </a:cubicBezTo>
                    <a:cubicBezTo>
                      <a:pt x="234" y="119"/>
                      <a:pt x="250" y="92"/>
                      <a:pt x="272" y="70"/>
                    </a:cubicBezTo>
                    <a:cubicBezTo>
                      <a:pt x="297" y="41"/>
                      <a:pt x="272"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0"/>
              <p:cNvSpPr/>
              <p:nvPr/>
            </p:nvSpPr>
            <p:spPr>
              <a:xfrm>
                <a:off x="5267200" y="4024275"/>
                <a:ext cx="5700" cy="8200"/>
              </a:xfrm>
              <a:custGeom>
                <a:rect b="b" l="l" r="r" t="t"/>
                <a:pathLst>
                  <a:path extrusionOk="0" h="328" w="228">
                    <a:moveTo>
                      <a:pt x="174" y="1"/>
                    </a:moveTo>
                    <a:cubicBezTo>
                      <a:pt x="158" y="1"/>
                      <a:pt x="143" y="8"/>
                      <a:pt x="135" y="26"/>
                    </a:cubicBezTo>
                    <a:cubicBezTo>
                      <a:pt x="114" y="70"/>
                      <a:pt x="75" y="108"/>
                      <a:pt x="54" y="151"/>
                    </a:cubicBezTo>
                    <a:cubicBezTo>
                      <a:pt x="32" y="195"/>
                      <a:pt x="16" y="233"/>
                      <a:pt x="5" y="276"/>
                    </a:cubicBezTo>
                    <a:cubicBezTo>
                      <a:pt x="0" y="300"/>
                      <a:pt x="16" y="327"/>
                      <a:pt x="38" y="327"/>
                    </a:cubicBezTo>
                    <a:cubicBezTo>
                      <a:pt x="41" y="327"/>
                      <a:pt x="45" y="326"/>
                      <a:pt x="48" y="325"/>
                    </a:cubicBezTo>
                    <a:cubicBezTo>
                      <a:pt x="103" y="309"/>
                      <a:pt x="119" y="254"/>
                      <a:pt x="141" y="211"/>
                    </a:cubicBezTo>
                    <a:cubicBezTo>
                      <a:pt x="162" y="167"/>
                      <a:pt x="195" y="113"/>
                      <a:pt x="217" y="59"/>
                    </a:cubicBezTo>
                    <a:cubicBezTo>
                      <a:pt x="227" y="24"/>
                      <a:pt x="200" y="1"/>
                      <a:pt x="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0"/>
              <p:cNvSpPr/>
              <p:nvPr/>
            </p:nvSpPr>
            <p:spPr>
              <a:xfrm>
                <a:off x="5285650" y="4063450"/>
                <a:ext cx="7225" cy="10900"/>
              </a:xfrm>
              <a:custGeom>
                <a:rect b="b" l="l" r="r" t="t"/>
                <a:pathLst>
                  <a:path extrusionOk="0" h="436" w="289">
                    <a:moveTo>
                      <a:pt x="224" y="1"/>
                    </a:moveTo>
                    <a:cubicBezTo>
                      <a:pt x="208" y="1"/>
                      <a:pt x="193" y="8"/>
                      <a:pt x="185" y="25"/>
                    </a:cubicBezTo>
                    <a:cubicBezTo>
                      <a:pt x="158" y="90"/>
                      <a:pt x="126" y="150"/>
                      <a:pt x="88" y="209"/>
                    </a:cubicBezTo>
                    <a:cubicBezTo>
                      <a:pt x="50" y="258"/>
                      <a:pt x="22" y="313"/>
                      <a:pt x="6" y="367"/>
                    </a:cubicBezTo>
                    <a:cubicBezTo>
                      <a:pt x="1" y="394"/>
                      <a:pt x="6" y="416"/>
                      <a:pt x="28" y="427"/>
                    </a:cubicBezTo>
                    <a:cubicBezTo>
                      <a:pt x="39" y="433"/>
                      <a:pt x="48" y="435"/>
                      <a:pt x="57" y="435"/>
                    </a:cubicBezTo>
                    <a:cubicBezTo>
                      <a:pt x="107" y="435"/>
                      <a:pt x="130" y="356"/>
                      <a:pt x="153" y="324"/>
                    </a:cubicBezTo>
                    <a:cubicBezTo>
                      <a:pt x="202" y="242"/>
                      <a:pt x="240" y="155"/>
                      <a:pt x="278" y="63"/>
                    </a:cubicBezTo>
                    <a:cubicBezTo>
                      <a:pt x="289" y="27"/>
                      <a:pt x="255"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0"/>
              <p:cNvSpPr/>
              <p:nvPr/>
            </p:nvSpPr>
            <p:spPr>
              <a:xfrm>
                <a:off x="5289875" y="4066225"/>
                <a:ext cx="8175" cy="10675"/>
              </a:xfrm>
              <a:custGeom>
                <a:rect b="b" l="l" r="r" t="t"/>
                <a:pathLst>
                  <a:path extrusionOk="0" h="427" w="327">
                    <a:moveTo>
                      <a:pt x="261" y="1"/>
                    </a:moveTo>
                    <a:cubicBezTo>
                      <a:pt x="234" y="1"/>
                      <a:pt x="212" y="22"/>
                      <a:pt x="212" y="49"/>
                    </a:cubicBezTo>
                    <a:cubicBezTo>
                      <a:pt x="207" y="60"/>
                      <a:pt x="190" y="66"/>
                      <a:pt x="180" y="82"/>
                    </a:cubicBezTo>
                    <a:cubicBezTo>
                      <a:pt x="158" y="109"/>
                      <a:pt x="147" y="147"/>
                      <a:pt x="120" y="174"/>
                    </a:cubicBezTo>
                    <a:cubicBezTo>
                      <a:pt x="71" y="223"/>
                      <a:pt x="33" y="289"/>
                      <a:pt x="11" y="359"/>
                    </a:cubicBezTo>
                    <a:cubicBezTo>
                      <a:pt x="0" y="399"/>
                      <a:pt x="32" y="427"/>
                      <a:pt x="65" y="427"/>
                    </a:cubicBezTo>
                    <a:cubicBezTo>
                      <a:pt x="81" y="427"/>
                      <a:pt x="98" y="419"/>
                      <a:pt x="109" y="403"/>
                    </a:cubicBezTo>
                    <a:cubicBezTo>
                      <a:pt x="131" y="370"/>
                      <a:pt x="147" y="338"/>
                      <a:pt x="163" y="305"/>
                    </a:cubicBezTo>
                    <a:cubicBezTo>
                      <a:pt x="185" y="278"/>
                      <a:pt x="218" y="245"/>
                      <a:pt x="239" y="207"/>
                    </a:cubicBezTo>
                    <a:cubicBezTo>
                      <a:pt x="250" y="180"/>
                      <a:pt x="267" y="153"/>
                      <a:pt x="283" y="131"/>
                    </a:cubicBezTo>
                    <a:cubicBezTo>
                      <a:pt x="299" y="109"/>
                      <a:pt x="315" y="87"/>
                      <a:pt x="315" y="60"/>
                    </a:cubicBezTo>
                    <a:cubicBezTo>
                      <a:pt x="326" y="33"/>
                      <a:pt x="305" y="1"/>
                      <a:pt x="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0"/>
              <p:cNvSpPr/>
              <p:nvPr/>
            </p:nvSpPr>
            <p:spPr>
              <a:xfrm>
                <a:off x="5293800" y="4072875"/>
                <a:ext cx="4800" cy="6750"/>
              </a:xfrm>
              <a:custGeom>
                <a:rect b="b" l="l" r="r" t="t"/>
                <a:pathLst>
                  <a:path extrusionOk="0" h="270" w="192">
                    <a:moveTo>
                      <a:pt x="145" y="1"/>
                    </a:moveTo>
                    <a:cubicBezTo>
                      <a:pt x="127" y="1"/>
                      <a:pt x="110" y="12"/>
                      <a:pt x="104" y="33"/>
                    </a:cubicBezTo>
                    <a:cubicBezTo>
                      <a:pt x="93" y="77"/>
                      <a:pt x="71" y="115"/>
                      <a:pt x="44" y="142"/>
                    </a:cubicBezTo>
                    <a:cubicBezTo>
                      <a:pt x="12" y="175"/>
                      <a:pt x="1" y="218"/>
                      <a:pt x="12" y="256"/>
                    </a:cubicBezTo>
                    <a:cubicBezTo>
                      <a:pt x="20" y="264"/>
                      <a:pt x="30" y="269"/>
                      <a:pt x="40" y="269"/>
                    </a:cubicBezTo>
                    <a:cubicBezTo>
                      <a:pt x="43" y="269"/>
                      <a:pt x="47" y="269"/>
                      <a:pt x="50" y="267"/>
                    </a:cubicBezTo>
                    <a:cubicBezTo>
                      <a:pt x="137" y="224"/>
                      <a:pt x="191" y="131"/>
                      <a:pt x="186" y="33"/>
                    </a:cubicBezTo>
                    <a:cubicBezTo>
                      <a:pt x="180" y="12"/>
                      <a:pt x="163"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4" name="Google Shape;5534;p120"/>
          <p:cNvGrpSpPr/>
          <p:nvPr/>
        </p:nvGrpSpPr>
        <p:grpSpPr>
          <a:xfrm>
            <a:off x="740563" y="3419992"/>
            <a:ext cx="7654700" cy="311446"/>
            <a:chOff x="773775" y="3569300"/>
            <a:chExt cx="7654700" cy="311446"/>
          </a:xfrm>
        </p:grpSpPr>
        <p:grpSp>
          <p:nvGrpSpPr>
            <p:cNvPr id="5535" name="Google Shape;5535;p120"/>
            <p:cNvGrpSpPr/>
            <p:nvPr/>
          </p:nvGrpSpPr>
          <p:grpSpPr>
            <a:xfrm>
              <a:off x="773775" y="3602410"/>
              <a:ext cx="274330" cy="208105"/>
              <a:chOff x="3109475" y="4341850"/>
              <a:chExt cx="268925" cy="204125"/>
            </a:xfrm>
          </p:grpSpPr>
          <p:sp>
            <p:nvSpPr>
              <p:cNvPr id="5536" name="Google Shape;5536;p120"/>
              <p:cNvSpPr/>
              <p:nvPr/>
            </p:nvSpPr>
            <p:spPr>
              <a:xfrm>
                <a:off x="3142850" y="4432625"/>
                <a:ext cx="235550" cy="113350"/>
              </a:xfrm>
              <a:custGeom>
                <a:rect b="b" l="l" r="r" t="t"/>
                <a:pathLst>
                  <a:path extrusionOk="0" h="4534" w="9422">
                    <a:moveTo>
                      <a:pt x="5029" y="1206"/>
                    </a:moveTo>
                    <a:cubicBezTo>
                      <a:pt x="5138" y="1271"/>
                      <a:pt x="5241" y="1342"/>
                      <a:pt x="5334" y="1418"/>
                    </a:cubicBezTo>
                    <a:cubicBezTo>
                      <a:pt x="5269" y="1434"/>
                      <a:pt x="5188" y="1447"/>
                      <a:pt x="5115" y="1447"/>
                    </a:cubicBezTo>
                    <a:cubicBezTo>
                      <a:pt x="5059" y="1447"/>
                      <a:pt x="5007" y="1439"/>
                      <a:pt x="4969" y="1418"/>
                    </a:cubicBezTo>
                    <a:cubicBezTo>
                      <a:pt x="4844" y="1348"/>
                      <a:pt x="4948" y="1261"/>
                      <a:pt x="5029" y="1206"/>
                    </a:cubicBezTo>
                    <a:close/>
                    <a:moveTo>
                      <a:pt x="6533" y="144"/>
                    </a:moveTo>
                    <a:cubicBezTo>
                      <a:pt x="6591" y="144"/>
                      <a:pt x="6660" y="171"/>
                      <a:pt x="6692" y="184"/>
                    </a:cubicBezTo>
                    <a:cubicBezTo>
                      <a:pt x="6850" y="255"/>
                      <a:pt x="7013" y="304"/>
                      <a:pt x="7182" y="336"/>
                    </a:cubicBezTo>
                    <a:cubicBezTo>
                      <a:pt x="7508" y="385"/>
                      <a:pt x="7818" y="494"/>
                      <a:pt x="8100" y="668"/>
                    </a:cubicBezTo>
                    <a:cubicBezTo>
                      <a:pt x="8242" y="755"/>
                      <a:pt x="8388" y="842"/>
                      <a:pt x="8535" y="929"/>
                    </a:cubicBezTo>
                    <a:cubicBezTo>
                      <a:pt x="8660" y="1005"/>
                      <a:pt x="8769" y="1103"/>
                      <a:pt x="8894" y="1184"/>
                    </a:cubicBezTo>
                    <a:cubicBezTo>
                      <a:pt x="8970" y="1222"/>
                      <a:pt x="9041" y="1271"/>
                      <a:pt x="9101" y="1326"/>
                    </a:cubicBezTo>
                    <a:cubicBezTo>
                      <a:pt x="9139" y="1369"/>
                      <a:pt x="9166" y="1418"/>
                      <a:pt x="9198" y="1467"/>
                    </a:cubicBezTo>
                    <a:lnTo>
                      <a:pt x="9231" y="1505"/>
                    </a:lnTo>
                    <a:lnTo>
                      <a:pt x="9215" y="1489"/>
                    </a:lnTo>
                    <a:cubicBezTo>
                      <a:pt x="9193" y="1505"/>
                      <a:pt x="9171" y="1527"/>
                      <a:pt x="9149" y="1538"/>
                    </a:cubicBezTo>
                    <a:cubicBezTo>
                      <a:pt x="9117" y="1560"/>
                      <a:pt x="9090" y="1581"/>
                      <a:pt x="9062" y="1598"/>
                    </a:cubicBezTo>
                    <a:cubicBezTo>
                      <a:pt x="9057" y="1538"/>
                      <a:pt x="9030" y="1483"/>
                      <a:pt x="8986" y="1445"/>
                    </a:cubicBezTo>
                    <a:cubicBezTo>
                      <a:pt x="8916" y="1391"/>
                      <a:pt x="8840" y="1353"/>
                      <a:pt x="8758" y="1326"/>
                    </a:cubicBezTo>
                    <a:cubicBezTo>
                      <a:pt x="8644" y="1271"/>
                      <a:pt x="8535" y="1201"/>
                      <a:pt x="8426" y="1146"/>
                    </a:cubicBezTo>
                    <a:cubicBezTo>
                      <a:pt x="8329" y="1097"/>
                      <a:pt x="8220" y="1076"/>
                      <a:pt x="8133" y="1027"/>
                    </a:cubicBezTo>
                    <a:cubicBezTo>
                      <a:pt x="8041" y="978"/>
                      <a:pt x="7943" y="929"/>
                      <a:pt x="7850" y="869"/>
                    </a:cubicBezTo>
                    <a:cubicBezTo>
                      <a:pt x="7649" y="733"/>
                      <a:pt x="7405" y="663"/>
                      <a:pt x="7193" y="559"/>
                    </a:cubicBezTo>
                    <a:cubicBezTo>
                      <a:pt x="7100" y="510"/>
                      <a:pt x="7013" y="467"/>
                      <a:pt x="6921" y="434"/>
                    </a:cubicBezTo>
                    <a:cubicBezTo>
                      <a:pt x="6801" y="396"/>
                      <a:pt x="6698" y="331"/>
                      <a:pt x="6584" y="282"/>
                    </a:cubicBezTo>
                    <a:cubicBezTo>
                      <a:pt x="6540" y="266"/>
                      <a:pt x="6491" y="249"/>
                      <a:pt x="6442" y="244"/>
                    </a:cubicBezTo>
                    <a:cubicBezTo>
                      <a:pt x="6437" y="228"/>
                      <a:pt x="6442" y="206"/>
                      <a:pt x="6448" y="190"/>
                    </a:cubicBezTo>
                    <a:cubicBezTo>
                      <a:pt x="6463" y="155"/>
                      <a:pt x="6496" y="144"/>
                      <a:pt x="6533" y="144"/>
                    </a:cubicBezTo>
                    <a:close/>
                    <a:moveTo>
                      <a:pt x="1045" y="2522"/>
                    </a:moveTo>
                    <a:cubicBezTo>
                      <a:pt x="1121" y="2543"/>
                      <a:pt x="1197" y="2560"/>
                      <a:pt x="1273" y="2581"/>
                    </a:cubicBezTo>
                    <a:cubicBezTo>
                      <a:pt x="1269" y="2581"/>
                      <a:pt x="1264" y="2581"/>
                      <a:pt x="1260" y="2581"/>
                    </a:cubicBezTo>
                    <a:cubicBezTo>
                      <a:pt x="1160" y="2581"/>
                      <a:pt x="1052" y="2637"/>
                      <a:pt x="974" y="2674"/>
                    </a:cubicBezTo>
                    <a:cubicBezTo>
                      <a:pt x="909" y="2706"/>
                      <a:pt x="838" y="2739"/>
                      <a:pt x="767" y="2761"/>
                    </a:cubicBezTo>
                    <a:lnTo>
                      <a:pt x="719" y="2772"/>
                    </a:lnTo>
                    <a:cubicBezTo>
                      <a:pt x="632" y="2734"/>
                      <a:pt x="539" y="2706"/>
                      <a:pt x="441" y="2690"/>
                    </a:cubicBezTo>
                    <a:lnTo>
                      <a:pt x="409" y="2690"/>
                    </a:lnTo>
                    <a:cubicBezTo>
                      <a:pt x="485" y="2663"/>
                      <a:pt x="566" y="2641"/>
                      <a:pt x="648" y="2625"/>
                    </a:cubicBezTo>
                    <a:lnTo>
                      <a:pt x="653" y="2625"/>
                    </a:lnTo>
                    <a:cubicBezTo>
                      <a:pt x="784" y="2598"/>
                      <a:pt x="914" y="2560"/>
                      <a:pt x="1045" y="2522"/>
                    </a:cubicBezTo>
                    <a:close/>
                    <a:moveTo>
                      <a:pt x="6413" y="443"/>
                    </a:moveTo>
                    <a:cubicBezTo>
                      <a:pt x="6451" y="443"/>
                      <a:pt x="6489" y="451"/>
                      <a:pt x="6524" y="467"/>
                    </a:cubicBezTo>
                    <a:cubicBezTo>
                      <a:pt x="6578" y="494"/>
                      <a:pt x="6633" y="521"/>
                      <a:pt x="6687" y="548"/>
                    </a:cubicBezTo>
                    <a:cubicBezTo>
                      <a:pt x="6774" y="597"/>
                      <a:pt x="6866" y="619"/>
                      <a:pt x="6953" y="663"/>
                    </a:cubicBezTo>
                    <a:cubicBezTo>
                      <a:pt x="7040" y="706"/>
                      <a:pt x="7127" y="750"/>
                      <a:pt x="7214" y="788"/>
                    </a:cubicBezTo>
                    <a:cubicBezTo>
                      <a:pt x="7328" y="842"/>
                      <a:pt x="7443" y="891"/>
                      <a:pt x="7551" y="940"/>
                    </a:cubicBezTo>
                    <a:cubicBezTo>
                      <a:pt x="7606" y="967"/>
                      <a:pt x="7660" y="989"/>
                      <a:pt x="7709" y="1016"/>
                    </a:cubicBezTo>
                    <a:cubicBezTo>
                      <a:pt x="7763" y="1043"/>
                      <a:pt x="7801" y="1081"/>
                      <a:pt x="7845" y="1114"/>
                    </a:cubicBezTo>
                    <a:cubicBezTo>
                      <a:pt x="8019" y="1201"/>
                      <a:pt x="8209" y="1255"/>
                      <a:pt x="8378" y="1348"/>
                    </a:cubicBezTo>
                    <a:cubicBezTo>
                      <a:pt x="8470" y="1402"/>
                      <a:pt x="8568" y="1456"/>
                      <a:pt x="8666" y="1500"/>
                    </a:cubicBezTo>
                    <a:cubicBezTo>
                      <a:pt x="8736" y="1532"/>
                      <a:pt x="8905" y="1570"/>
                      <a:pt x="8856" y="1663"/>
                    </a:cubicBezTo>
                    <a:lnTo>
                      <a:pt x="8867" y="1663"/>
                    </a:lnTo>
                    <a:cubicBezTo>
                      <a:pt x="8834" y="1733"/>
                      <a:pt x="8693" y="1793"/>
                      <a:pt x="8633" y="1837"/>
                    </a:cubicBezTo>
                    <a:cubicBezTo>
                      <a:pt x="8524" y="1897"/>
                      <a:pt x="8405" y="1945"/>
                      <a:pt x="8280" y="1978"/>
                    </a:cubicBezTo>
                    <a:cubicBezTo>
                      <a:pt x="8079" y="2038"/>
                      <a:pt x="7888" y="2109"/>
                      <a:pt x="7704" y="2190"/>
                    </a:cubicBezTo>
                    <a:cubicBezTo>
                      <a:pt x="7481" y="2299"/>
                      <a:pt x="7231" y="2359"/>
                      <a:pt x="6997" y="2451"/>
                    </a:cubicBezTo>
                    <a:cubicBezTo>
                      <a:pt x="6785" y="2533"/>
                      <a:pt x="6584" y="2630"/>
                      <a:pt x="6372" y="2712"/>
                    </a:cubicBezTo>
                    <a:cubicBezTo>
                      <a:pt x="6241" y="2766"/>
                      <a:pt x="6111" y="2815"/>
                      <a:pt x="5980" y="2870"/>
                    </a:cubicBezTo>
                    <a:cubicBezTo>
                      <a:pt x="6013" y="2826"/>
                      <a:pt x="6029" y="2766"/>
                      <a:pt x="6024" y="2712"/>
                    </a:cubicBezTo>
                    <a:cubicBezTo>
                      <a:pt x="6035" y="2554"/>
                      <a:pt x="6035" y="2391"/>
                      <a:pt x="6018" y="2234"/>
                    </a:cubicBezTo>
                    <a:cubicBezTo>
                      <a:pt x="6008" y="2076"/>
                      <a:pt x="5959" y="1929"/>
                      <a:pt x="5877" y="1799"/>
                    </a:cubicBezTo>
                    <a:cubicBezTo>
                      <a:pt x="5790" y="1685"/>
                      <a:pt x="5698" y="1576"/>
                      <a:pt x="5594" y="1478"/>
                    </a:cubicBezTo>
                    <a:cubicBezTo>
                      <a:pt x="5584" y="1462"/>
                      <a:pt x="5567" y="1451"/>
                      <a:pt x="5556" y="1434"/>
                    </a:cubicBezTo>
                    <a:cubicBezTo>
                      <a:pt x="5584" y="1429"/>
                      <a:pt x="5605" y="1418"/>
                      <a:pt x="5627" y="1413"/>
                    </a:cubicBezTo>
                    <a:cubicBezTo>
                      <a:pt x="5888" y="1304"/>
                      <a:pt x="6203" y="1233"/>
                      <a:pt x="6383" y="989"/>
                    </a:cubicBezTo>
                    <a:cubicBezTo>
                      <a:pt x="6387" y="979"/>
                      <a:pt x="6376" y="966"/>
                      <a:pt x="6366" y="966"/>
                    </a:cubicBezTo>
                    <a:cubicBezTo>
                      <a:pt x="6364" y="966"/>
                      <a:pt x="6362" y="966"/>
                      <a:pt x="6361" y="967"/>
                    </a:cubicBezTo>
                    <a:cubicBezTo>
                      <a:pt x="6171" y="1097"/>
                      <a:pt x="5964" y="1201"/>
                      <a:pt x="5747" y="1271"/>
                    </a:cubicBezTo>
                    <a:cubicBezTo>
                      <a:pt x="5660" y="1299"/>
                      <a:pt x="5578" y="1342"/>
                      <a:pt x="5491" y="1369"/>
                    </a:cubicBezTo>
                    <a:cubicBezTo>
                      <a:pt x="5420" y="1299"/>
                      <a:pt x="5339" y="1233"/>
                      <a:pt x="5252" y="1174"/>
                    </a:cubicBezTo>
                    <a:cubicBezTo>
                      <a:pt x="5225" y="1157"/>
                      <a:pt x="5198" y="1141"/>
                      <a:pt x="5165" y="1125"/>
                    </a:cubicBezTo>
                    <a:cubicBezTo>
                      <a:pt x="5263" y="1070"/>
                      <a:pt x="5355" y="1027"/>
                      <a:pt x="5459" y="989"/>
                    </a:cubicBezTo>
                    <a:cubicBezTo>
                      <a:pt x="5698" y="896"/>
                      <a:pt x="5942" y="820"/>
                      <a:pt x="6192" y="760"/>
                    </a:cubicBezTo>
                    <a:cubicBezTo>
                      <a:pt x="6203" y="755"/>
                      <a:pt x="6198" y="739"/>
                      <a:pt x="6192" y="733"/>
                    </a:cubicBezTo>
                    <a:cubicBezTo>
                      <a:pt x="6190" y="733"/>
                      <a:pt x="6188" y="733"/>
                      <a:pt x="6185" y="733"/>
                    </a:cubicBezTo>
                    <a:cubicBezTo>
                      <a:pt x="6042" y="733"/>
                      <a:pt x="5447" y="889"/>
                      <a:pt x="5094" y="1081"/>
                    </a:cubicBezTo>
                    <a:cubicBezTo>
                      <a:pt x="5040" y="1049"/>
                      <a:pt x="4980" y="1016"/>
                      <a:pt x="4926" y="983"/>
                    </a:cubicBezTo>
                    <a:cubicBezTo>
                      <a:pt x="4861" y="940"/>
                      <a:pt x="4795" y="902"/>
                      <a:pt x="4725" y="875"/>
                    </a:cubicBezTo>
                    <a:cubicBezTo>
                      <a:pt x="4915" y="831"/>
                      <a:pt x="5105" y="788"/>
                      <a:pt x="5295" y="728"/>
                    </a:cubicBezTo>
                    <a:cubicBezTo>
                      <a:pt x="5529" y="663"/>
                      <a:pt x="5768" y="608"/>
                      <a:pt x="6008" y="543"/>
                    </a:cubicBezTo>
                    <a:cubicBezTo>
                      <a:pt x="6116" y="510"/>
                      <a:pt x="6225" y="489"/>
                      <a:pt x="6334" y="456"/>
                    </a:cubicBezTo>
                    <a:cubicBezTo>
                      <a:pt x="6359" y="447"/>
                      <a:pt x="6386" y="443"/>
                      <a:pt x="6413" y="443"/>
                    </a:cubicBezTo>
                    <a:close/>
                    <a:moveTo>
                      <a:pt x="1871" y="2598"/>
                    </a:moveTo>
                    <a:cubicBezTo>
                      <a:pt x="1958" y="2603"/>
                      <a:pt x="2045" y="2630"/>
                      <a:pt x="2126" y="2674"/>
                    </a:cubicBezTo>
                    <a:cubicBezTo>
                      <a:pt x="2251" y="2755"/>
                      <a:pt x="2376" y="2848"/>
                      <a:pt x="2491" y="2946"/>
                    </a:cubicBezTo>
                    <a:cubicBezTo>
                      <a:pt x="2556" y="2989"/>
                      <a:pt x="2605" y="3043"/>
                      <a:pt x="2648" y="3109"/>
                    </a:cubicBezTo>
                    <a:cubicBezTo>
                      <a:pt x="2670" y="3141"/>
                      <a:pt x="2686" y="3179"/>
                      <a:pt x="2692" y="3217"/>
                    </a:cubicBezTo>
                    <a:cubicBezTo>
                      <a:pt x="2697" y="3272"/>
                      <a:pt x="2686" y="3272"/>
                      <a:pt x="2632" y="3288"/>
                    </a:cubicBezTo>
                    <a:cubicBezTo>
                      <a:pt x="2578" y="3310"/>
                      <a:pt x="2507" y="3310"/>
                      <a:pt x="2458" y="3332"/>
                    </a:cubicBezTo>
                    <a:cubicBezTo>
                      <a:pt x="2344" y="3163"/>
                      <a:pt x="2213" y="3005"/>
                      <a:pt x="2056" y="2870"/>
                    </a:cubicBezTo>
                    <a:cubicBezTo>
                      <a:pt x="1963" y="2777"/>
                      <a:pt x="1860" y="2696"/>
                      <a:pt x="1751" y="2619"/>
                    </a:cubicBezTo>
                    <a:cubicBezTo>
                      <a:pt x="1789" y="2603"/>
                      <a:pt x="1827" y="2598"/>
                      <a:pt x="1871" y="2598"/>
                    </a:cubicBezTo>
                    <a:close/>
                    <a:moveTo>
                      <a:pt x="1371" y="2614"/>
                    </a:moveTo>
                    <a:lnTo>
                      <a:pt x="1371" y="2614"/>
                    </a:lnTo>
                    <a:cubicBezTo>
                      <a:pt x="1409" y="2630"/>
                      <a:pt x="1447" y="2647"/>
                      <a:pt x="1480" y="2668"/>
                    </a:cubicBezTo>
                    <a:cubicBezTo>
                      <a:pt x="1643" y="2761"/>
                      <a:pt x="1789" y="2875"/>
                      <a:pt x="1920" y="3005"/>
                    </a:cubicBezTo>
                    <a:cubicBezTo>
                      <a:pt x="1952" y="3038"/>
                      <a:pt x="1980" y="3065"/>
                      <a:pt x="2007" y="3092"/>
                    </a:cubicBezTo>
                    <a:cubicBezTo>
                      <a:pt x="1925" y="3092"/>
                      <a:pt x="1844" y="3109"/>
                      <a:pt x="1773" y="3147"/>
                    </a:cubicBezTo>
                    <a:cubicBezTo>
                      <a:pt x="1675" y="3190"/>
                      <a:pt x="1588" y="3255"/>
                      <a:pt x="1518" y="3337"/>
                    </a:cubicBezTo>
                    <a:cubicBezTo>
                      <a:pt x="1452" y="3261"/>
                      <a:pt x="1387" y="3190"/>
                      <a:pt x="1316" y="3125"/>
                    </a:cubicBezTo>
                    <a:lnTo>
                      <a:pt x="1295" y="3109"/>
                    </a:lnTo>
                    <a:lnTo>
                      <a:pt x="1316" y="3103"/>
                    </a:lnTo>
                    <a:cubicBezTo>
                      <a:pt x="1387" y="3087"/>
                      <a:pt x="1452" y="3054"/>
                      <a:pt x="1523" y="3033"/>
                    </a:cubicBezTo>
                    <a:cubicBezTo>
                      <a:pt x="1610" y="3005"/>
                      <a:pt x="1740" y="3033"/>
                      <a:pt x="1800" y="2951"/>
                    </a:cubicBezTo>
                    <a:cubicBezTo>
                      <a:pt x="1811" y="2940"/>
                      <a:pt x="1811" y="2918"/>
                      <a:pt x="1800" y="2908"/>
                    </a:cubicBezTo>
                    <a:cubicBezTo>
                      <a:pt x="1771" y="2870"/>
                      <a:pt x="1726" y="2856"/>
                      <a:pt x="1676" y="2856"/>
                    </a:cubicBezTo>
                    <a:cubicBezTo>
                      <a:pt x="1597" y="2856"/>
                      <a:pt x="1507" y="2890"/>
                      <a:pt x="1447" y="2913"/>
                    </a:cubicBezTo>
                    <a:cubicBezTo>
                      <a:pt x="1360" y="2940"/>
                      <a:pt x="1278" y="2984"/>
                      <a:pt x="1202" y="3033"/>
                    </a:cubicBezTo>
                    <a:cubicBezTo>
                      <a:pt x="1094" y="2951"/>
                      <a:pt x="974" y="2886"/>
                      <a:pt x="854" y="2826"/>
                    </a:cubicBezTo>
                    <a:cubicBezTo>
                      <a:pt x="920" y="2815"/>
                      <a:pt x="990" y="2793"/>
                      <a:pt x="1056" y="2777"/>
                    </a:cubicBezTo>
                    <a:cubicBezTo>
                      <a:pt x="1159" y="2755"/>
                      <a:pt x="1300" y="2739"/>
                      <a:pt x="1382" y="2668"/>
                    </a:cubicBezTo>
                    <a:cubicBezTo>
                      <a:pt x="1398" y="2652"/>
                      <a:pt x="1393" y="2630"/>
                      <a:pt x="1376" y="2619"/>
                    </a:cubicBezTo>
                    <a:lnTo>
                      <a:pt x="1371" y="2614"/>
                    </a:lnTo>
                    <a:close/>
                    <a:moveTo>
                      <a:pt x="4545" y="926"/>
                    </a:moveTo>
                    <a:cubicBezTo>
                      <a:pt x="4664" y="926"/>
                      <a:pt x="4826" y="1069"/>
                      <a:pt x="4899" y="1119"/>
                    </a:cubicBezTo>
                    <a:lnTo>
                      <a:pt x="4969" y="1163"/>
                    </a:lnTo>
                    <a:cubicBezTo>
                      <a:pt x="4850" y="1250"/>
                      <a:pt x="4795" y="1342"/>
                      <a:pt x="4855" y="1429"/>
                    </a:cubicBezTo>
                    <a:cubicBezTo>
                      <a:pt x="4921" y="1508"/>
                      <a:pt x="5005" y="1523"/>
                      <a:pt x="5095" y="1523"/>
                    </a:cubicBezTo>
                    <a:cubicBezTo>
                      <a:pt x="5116" y="1523"/>
                      <a:pt x="5138" y="1522"/>
                      <a:pt x="5160" y="1521"/>
                    </a:cubicBezTo>
                    <a:cubicBezTo>
                      <a:pt x="5247" y="1516"/>
                      <a:pt x="5328" y="1500"/>
                      <a:pt x="5410" y="1483"/>
                    </a:cubicBezTo>
                    <a:cubicBezTo>
                      <a:pt x="5431" y="1500"/>
                      <a:pt x="5453" y="1521"/>
                      <a:pt x="5469" y="1543"/>
                    </a:cubicBezTo>
                    <a:cubicBezTo>
                      <a:pt x="5546" y="1625"/>
                      <a:pt x="5627" y="1701"/>
                      <a:pt x="5698" y="1788"/>
                    </a:cubicBezTo>
                    <a:cubicBezTo>
                      <a:pt x="5785" y="1891"/>
                      <a:pt x="5844" y="2022"/>
                      <a:pt x="5872" y="2157"/>
                    </a:cubicBezTo>
                    <a:cubicBezTo>
                      <a:pt x="5888" y="2299"/>
                      <a:pt x="5893" y="2440"/>
                      <a:pt x="5888" y="2581"/>
                    </a:cubicBezTo>
                    <a:cubicBezTo>
                      <a:pt x="5888" y="2679"/>
                      <a:pt x="5904" y="2804"/>
                      <a:pt x="5866" y="2902"/>
                    </a:cubicBezTo>
                    <a:cubicBezTo>
                      <a:pt x="5861" y="2908"/>
                      <a:pt x="5866" y="2913"/>
                      <a:pt x="5866" y="2913"/>
                    </a:cubicBezTo>
                    <a:cubicBezTo>
                      <a:pt x="5790" y="2946"/>
                      <a:pt x="5719" y="2984"/>
                      <a:pt x="5649" y="3016"/>
                    </a:cubicBezTo>
                    <a:cubicBezTo>
                      <a:pt x="5420" y="3130"/>
                      <a:pt x="5208" y="3250"/>
                      <a:pt x="4996" y="3380"/>
                    </a:cubicBezTo>
                    <a:lnTo>
                      <a:pt x="4964" y="3402"/>
                    </a:lnTo>
                    <a:cubicBezTo>
                      <a:pt x="5002" y="3294"/>
                      <a:pt x="5024" y="3185"/>
                      <a:pt x="5029" y="3071"/>
                    </a:cubicBezTo>
                    <a:cubicBezTo>
                      <a:pt x="5035" y="2908"/>
                      <a:pt x="5013" y="2745"/>
                      <a:pt x="4969" y="2587"/>
                    </a:cubicBezTo>
                    <a:cubicBezTo>
                      <a:pt x="4899" y="2299"/>
                      <a:pt x="4768" y="2032"/>
                      <a:pt x="4578" y="1804"/>
                    </a:cubicBezTo>
                    <a:cubicBezTo>
                      <a:pt x="4486" y="1701"/>
                      <a:pt x="4366" y="1641"/>
                      <a:pt x="4252" y="1570"/>
                    </a:cubicBezTo>
                    <a:cubicBezTo>
                      <a:pt x="4116" y="1483"/>
                      <a:pt x="3980" y="1413"/>
                      <a:pt x="3839" y="1348"/>
                    </a:cubicBezTo>
                    <a:cubicBezTo>
                      <a:pt x="3746" y="1299"/>
                      <a:pt x="3648" y="1266"/>
                      <a:pt x="3545" y="1244"/>
                    </a:cubicBezTo>
                    <a:cubicBezTo>
                      <a:pt x="3654" y="1212"/>
                      <a:pt x="3757" y="1168"/>
                      <a:pt x="3860" y="1130"/>
                    </a:cubicBezTo>
                    <a:cubicBezTo>
                      <a:pt x="4056" y="1054"/>
                      <a:pt x="4257" y="989"/>
                      <a:pt x="4458" y="940"/>
                    </a:cubicBezTo>
                    <a:cubicBezTo>
                      <a:pt x="4462" y="944"/>
                      <a:pt x="4469" y="948"/>
                      <a:pt x="4474" y="948"/>
                    </a:cubicBezTo>
                    <a:cubicBezTo>
                      <a:pt x="4476" y="948"/>
                      <a:pt x="4478" y="947"/>
                      <a:pt x="4480" y="945"/>
                    </a:cubicBezTo>
                    <a:cubicBezTo>
                      <a:pt x="4499" y="932"/>
                      <a:pt x="4521" y="926"/>
                      <a:pt x="4545" y="926"/>
                    </a:cubicBezTo>
                    <a:close/>
                    <a:moveTo>
                      <a:pt x="2088" y="3185"/>
                    </a:moveTo>
                    <a:cubicBezTo>
                      <a:pt x="2154" y="3261"/>
                      <a:pt x="2208" y="3337"/>
                      <a:pt x="2262" y="3419"/>
                    </a:cubicBezTo>
                    <a:cubicBezTo>
                      <a:pt x="2154" y="3451"/>
                      <a:pt x="2056" y="3500"/>
                      <a:pt x="1974" y="3576"/>
                    </a:cubicBezTo>
                    <a:cubicBezTo>
                      <a:pt x="1931" y="3603"/>
                      <a:pt x="1893" y="3641"/>
                      <a:pt x="1860" y="3679"/>
                    </a:cubicBezTo>
                    <a:cubicBezTo>
                      <a:pt x="1849" y="3690"/>
                      <a:pt x="1838" y="3707"/>
                      <a:pt x="1827" y="3723"/>
                    </a:cubicBezTo>
                    <a:cubicBezTo>
                      <a:pt x="1800" y="3669"/>
                      <a:pt x="1773" y="3620"/>
                      <a:pt x="1740" y="3571"/>
                    </a:cubicBezTo>
                    <a:cubicBezTo>
                      <a:pt x="1692" y="3511"/>
                      <a:pt x="1637" y="3457"/>
                      <a:pt x="1577" y="3408"/>
                    </a:cubicBezTo>
                    <a:cubicBezTo>
                      <a:pt x="1664" y="3370"/>
                      <a:pt x="1746" y="3326"/>
                      <a:pt x="1833" y="3294"/>
                    </a:cubicBezTo>
                    <a:cubicBezTo>
                      <a:pt x="1920" y="3261"/>
                      <a:pt x="2034" y="3266"/>
                      <a:pt x="2088" y="3185"/>
                    </a:cubicBezTo>
                    <a:close/>
                    <a:moveTo>
                      <a:pt x="3311" y="1315"/>
                    </a:moveTo>
                    <a:cubicBezTo>
                      <a:pt x="3371" y="1331"/>
                      <a:pt x="3431" y="1337"/>
                      <a:pt x="3491" y="1353"/>
                    </a:cubicBezTo>
                    <a:cubicBezTo>
                      <a:pt x="3621" y="1386"/>
                      <a:pt x="3746" y="1434"/>
                      <a:pt x="3860" y="1494"/>
                    </a:cubicBezTo>
                    <a:cubicBezTo>
                      <a:pt x="3980" y="1549"/>
                      <a:pt x="4100" y="1614"/>
                      <a:pt x="4208" y="1690"/>
                    </a:cubicBezTo>
                    <a:cubicBezTo>
                      <a:pt x="4322" y="1750"/>
                      <a:pt x="4426" y="1831"/>
                      <a:pt x="4518" y="1929"/>
                    </a:cubicBezTo>
                    <a:cubicBezTo>
                      <a:pt x="4687" y="2147"/>
                      <a:pt x="4806" y="2397"/>
                      <a:pt x="4866" y="2663"/>
                    </a:cubicBezTo>
                    <a:cubicBezTo>
                      <a:pt x="4899" y="2804"/>
                      <a:pt x="4910" y="2951"/>
                      <a:pt x="4904" y="3092"/>
                    </a:cubicBezTo>
                    <a:cubicBezTo>
                      <a:pt x="4899" y="3234"/>
                      <a:pt x="4817" y="3353"/>
                      <a:pt x="4806" y="3489"/>
                    </a:cubicBezTo>
                    <a:cubicBezTo>
                      <a:pt x="4757" y="3516"/>
                      <a:pt x="4703" y="3544"/>
                      <a:pt x="4654" y="3571"/>
                    </a:cubicBezTo>
                    <a:cubicBezTo>
                      <a:pt x="4562" y="3625"/>
                      <a:pt x="4480" y="3690"/>
                      <a:pt x="4393" y="3745"/>
                    </a:cubicBezTo>
                    <a:cubicBezTo>
                      <a:pt x="4290" y="3799"/>
                      <a:pt x="4181" y="3848"/>
                      <a:pt x="4078" y="3902"/>
                    </a:cubicBezTo>
                    <a:cubicBezTo>
                      <a:pt x="4029" y="3924"/>
                      <a:pt x="3985" y="3951"/>
                      <a:pt x="3937" y="3968"/>
                    </a:cubicBezTo>
                    <a:cubicBezTo>
                      <a:pt x="4002" y="3837"/>
                      <a:pt x="4029" y="3685"/>
                      <a:pt x="4002" y="3538"/>
                    </a:cubicBezTo>
                    <a:cubicBezTo>
                      <a:pt x="4034" y="3391"/>
                      <a:pt x="4018" y="3234"/>
                      <a:pt x="3958" y="3092"/>
                    </a:cubicBezTo>
                    <a:cubicBezTo>
                      <a:pt x="3877" y="2913"/>
                      <a:pt x="3725" y="2783"/>
                      <a:pt x="3583" y="2641"/>
                    </a:cubicBezTo>
                    <a:cubicBezTo>
                      <a:pt x="3447" y="2500"/>
                      <a:pt x="3344" y="2364"/>
                      <a:pt x="3170" y="2272"/>
                    </a:cubicBezTo>
                    <a:cubicBezTo>
                      <a:pt x="3094" y="2228"/>
                      <a:pt x="3034" y="2168"/>
                      <a:pt x="2958" y="2119"/>
                    </a:cubicBezTo>
                    <a:cubicBezTo>
                      <a:pt x="2866" y="2060"/>
                      <a:pt x="2762" y="2011"/>
                      <a:pt x="2659" y="1967"/>
                    </a:cubicBezTo>
                    <a:cubicBezTo>
                      <a:pt x="2480" y="1886"/>
                      <a:pt x="2284" y="1831"/>
                      <a:pt x="2083" y="1804"/>
                    </a:cubicBezTo>
                    <a:cubicBezTo>
                      <a:pt x="2023" y="1799"/>
                      <a:pt x="1958" y="1788"/>
                      <a:pt x="1898" y="1777"/>
                    </a:cubicBezTo>
                    <a:cubicBezTo>
                      <a:pt x="1867" y="1773"/>
                      <a:pt x="1839" y="1769"/>
                      <a:pt x="1810" y="1769"/>
                    </a:cubicBezTo>
                    <a:cubicBezTo>
                      <a:pt x="1798" y="1769"/>
                      <a:pt x="1786" y="1770"/>
                      <a:pt x="1773" y="1772"/>
                    </a:cubicBezTo>
                    <a:lnTo>
                      <a:pt x="1702" y="1772"/>
                    </a:lnTo>
                    <a:cubicBezTo>
                      <a:pt x="1740" y="1755"/>
                      <a:pt x="1784" y="1744"/>
                      <a:pt x="1822" y="1733"/>
                    </a:cubicBezTo>
                    <a:cubicBezTo>
                      <a:pt x="2050" y="1663"/>
                      <a:pt x="2279" y="1565"/>
                      <a:pt x="2512" y="1511"/>
                    </a:cubicBezTo>
                    <a:cubicBezTo>
                      <a:pt x="2779" y="1451"/>
                      <a:pt x="3045" y="1391"/>
                      <a:pt x="3311" y="1315"/>
                    </a:cubicBezTo>
                    <a:close/>
                    <a:moveTo>
                      <a:pt x="2333" y="3544"/>
                    </a:moveTo>
                    <a:cubicBezTo>
                      <a:pt x="2338" y="3549"/>
                      <a:pt x="2338" y="3554"/>
                      <a:pt x="2338" y="3560"/>
                    </a:cubicBezTo>
                    <a:cubicBezTo>
                      <a:pt x="2344" y="3603"/>
                      <a:pt x="2344" y="3647"/>
                      <a:pt x="2338" y="3690"/>
                    </a:cubicBezTo>
                    <a:cubicBezTo>
                      <a:pt x="2338" y="3772"/>
                      <a:pt x="2355" y="3859"/>
                      <a:pt x="2398" y="3935"/>
                    </a:cubicBezTo>
                    <a:lnTo>
                      <a:pt x="2393" y="3940"/>
                    </a:lnTo>
                    <a:lnTo>
                      <a:pt x="2387" y="3940"/>
                    </a:lnTo>
                    <a:cubicBezTo>
                      <a:pt x="2322" y="4006"/>
                      <a:pt x="2241" y="4011"/>
                      <a:pt x="2164" y="4049"/>
                    </a:cubicBezTo>
                    <a:cubicBezTo>
                      <a:pt x="2094" y="4082"/>
                      <a:pt x="2029" y="4125"/>
                      <a:pt x="1963" y="4169"/>
                    </a:cubicBezTo>
                    <a:cubicBezTo>
                      <a:pt x="1958" y="4158"/>
                      <a:pt x="1952" y="4147"/>
                      <a:pt x="1942" y="4142"/>
                    </a:cubicBezTo>
                    <a:cubicBezTo>
                      <a:pt x="1920" y="4044"/>
                      <a:pt x="1898" y="3940"/>
                      <a:pt x="1871" y="3843"/>
                    </a:cubicBezTo>
                    <a:cubicBezTo>
                      <a:pt x="1925" y="3815"/>
                      <a:pt x="1980" y="3783"/>
                      <a:pt x="2029" y="3750"/>
                    </a:cubicBezTo>
                    <a:cubicBezTo>
                      <a:pt x="2116" y="3690"/>
                      <a:pt x="2279" y="3641"/>
                      <a:pt x="2333" y="3544"/>
                    </a:cubicBezTo>
                    <a:close/>
                    <a:moveTo>
                      <a:pt x="1786" y="1954"/>
                    </a:moveTo>
                    <a:cubicBezTo>
                      <a:pt x="1797" y="1954"/>
                      <a:pt x="1809" y="1955"/>
                      <a:pt x="1822" y="1956"/>
                    </a:cubicBezTo>
                    <a:cubicBezTo>
                      <a:pt x="1855" y="1962"/>
                      <a:pt x="1893" y="1978"/>
                      <a:pt x="1936" y="1989"/>
                    </a:cubicBezTo>
                    <a:cubicBezTo>
                      <a:pt x="2018" y="2005"/>
                      <a:pt x="2099" y="1994"/>
                      <a:pt x="2186" y="2016"/>
                    </a:cubicBezTo>
                    <a:cubicBezTo>
                      <a:pt x="2360" y="2060"/>
                      <a:pt x="2534" y="2119"/>
                      <a:pt x="2697" y="2195"/>
                    </a:cubicBezTo>
                    <a:cubicBezTo>
                      <a:pt x="2838" y="2266"/>
                      <a:pt x="2953" y="2375"/>
                      <a:pt x="3094" y="2446"/>
                    </a:cubicBezTo>
                    <a:cubicBezTo>
                      <a:pt x="3235" y="2516"/>
                      <a:pt x="3322" y="2641"/>
                      <a:pt x="3426" y="2750"/>
                    </a:cubicBezTo>
                    <a:cubicBezTo>
                      <a:pt x="3534" y="2864"/>
                      <a:pt x="3676" y="2978"/>
                      <a:pt x="3763" y="3125"/>
                    </a:cubicBezTo>
                    <a:cubicBezTo>
                      <a:pt x="3844" y="3272"/>
                      <a:pt x="3839" y="3440"/>
                      <a:pt x="3828" y="3603"/>
                    </a:cubicBezTo>
                    <a:lnTo>
                      <a:pt x="3833" y="3598"/>
                    </a:lnTo>
                    <a:lnTo>
                      <a:pt x="3833" y="3598"/>
                    </a:lnTo>
                    <a:cubicBezTo>
                      <a:pt x="3801" y="3745"/>
                      <a:pt x="3801" y="3908"/>
                      <a:pt x="3686" y="4016"/>
                    </a:cubicBezTo>
                    <a:cubicBezTo>
                      <a:pt x="3621" y="4060"/>
                      <a:pt x="3551" y="4098"/>
                      <a:pt x="3474" y="4125"/>
                    </a:cubicBezTo>
                    <a:cubicBezTo>
                      <a:pt x="3420" y="4163"/>
                      <a:pt x="3360" y="4190"/>
                      <a:pt x="3301" y="4201"/>
                    </a:cubicBezTo>
                    <a:cubicBezTo>
                      <a:pt x="3273" y="4201"/>
                      <a:pt x="3246" y="4190"/>
                      <a:pt x="3219" y="4185"/>
                    </a:cubicBezTo>
                    <a:cubicBezTo>
                      <a:pt x="3208" y="4186"/>
                      <a:pt x="3197" y="4186"/>
                      <a:pt x="3185" y="4186"/>
                    </a:cubicBezTo>
                    <a:cubicBezTo>
                      <a:pt x="3110" y="4186"/>
                      <a:pt x="3035" y="4171"/>
                      <a:pt x="2964" y="4147"/>
                    </a:cubicBezTo>
                    <a:cubicBezTo>
                      <a:pt x="2882" y="4120"/>
                      <a:pt x="2806" y="4082"/>
                      <a:pt x="2730" y="4060"/>
                    </a:cubicBezTo>
                    <a:cubicBezTo>
                      <a:pt x="2670" y="4038"/>
                      <a:pt x="2610" y="4022"/>
                      <a:pt x="2550" y="4006"/>
                    </a:cubicBezTo>
                    <a:cubicBezTo>
                      <a:pt x="2556" y="4000"/>
                      <a:pt x="2561" y="3989"/>
                      <a:pt x="2567" y="3978"/>
                    </a:cubicBezTo>
                    <a:cubicBezTo>
                      <a:pt x="2594" y="3940"/>
                      <a:pt x="2588" y="3891"/>
                      <a:pt x="2616" y="3853"/>
                    </a:cubicBezTo>
                    <a:cubicBezTo>
                      <a:pt x="2637" y="3810"/>
                      <a:pt x="2616" y="3756"/>
                      <a:pt x="2567" y="3739"/>
                    </a:cubicBezTo>
                    <a:cubicBezTo>
                      <a:pt x="2561" y="3712"/>
                      <a:pt x="2556" y="3679"/>
                      <a:pt x="2556" y="3647"/>
                    </a:cubicBezTo>
                    <a:cubicBezTo>
                      <a:pt x="2556" y="3592"/>
                      <a:pt x="2545" y="3544"/>
                      <a:pt x="2540" y="3495"/>
                    </a:cubicBezTo>
                    <a:cubicBezTo>
                      <a:pt x="2583" y="3484"/>
                      <a:pt x="2626" y="3467"/>
                      <a:pt x="2665" y="3457"/>
                    </a:cubicBezTo>
                    <a:cubicBezTo>
                      <a:pt x="2735" y="3440"/>
                      <a:pt x="2800" y="3397"/>
                      <a:pt x="2844" y="3337"/>
                    </a:cubicBezTo>
                    <a:cubicBezTo>
                      <a:pt x="2931" y="3179"/>
                      <a:pt x="2746" y="2951"/>
                      <a:pt x="2632" y="2859"/>
                    </a:cubicBezTo>
                    <a:cubicBezTo>
                      <a:pt x="2449" y="2708"/>
                      <a:pt x="2150" y="2445"/>
                      <a:pt x="1886" y="2445"/>
                    </a:cubicBezTo>
                    <a:cubicBezTo>
                      <a:pt x="1797" y="2445"/>
                      <a:pt x="1712" y="2475"/>
                      <a:pt x="1637" y="2549"/>
                    </a:cubicBezTo>
                    <a:cubicBezTo>
                      <a:pt x="1523" y="2478"/>
                      <a:pt x="1398" y="2429"/>
                      <a:pt x="1262" y="2407"/>
                    </a:cubicBezTo>
                    <a:cubicBezTo>
                      <a:pt x="1262" y="2391"/>
                      <a:pt x="1251" y="2375"/>
                      <a:pt x="1235" y="2375"/>
                    </a:cubicBezTo>
                    <a:cubicBezTo>
                      <a:pt x="1186" y="2359"/>
                      <a:pt x="1143" y="2359"/>
                      <a:pt x="1099" y="2359"/>
                    </a:cubicBezTo>
                    <a:cubicBezTo>
                      <a:pt x="1104" y="2342"/>
                      <a:pt x="1110" y="2326"/>
                      <a:pt x="1121" y="2304"/>
                    </a:cubicBezTo>
                    <a:cubicBezTo>
                      <a:pt x="1159" y="2223"/>
                      <a:pt x="1213" y="2152"/>
                      <a:pt x="1278" y="2092"/>
                    </a:cubicBezTo>
                    <a:cubicBezTo>
                      <a:pt x="1402" y="2004"/>
                      <a:pt x="1546" y="1956"/>
                      <a:pt x="1695" y="1956"/>
                    </a:cubicBezTo>
                    <a:cubicBezTo>
                      <a:pt x="1703" y="1956"/>
                      <a:pt x="1711" y="1956"/>
                      <a:pt x="1719" y="1956"/>
                    </a:cubicBezTo>
                    <a:cubicBezTo>
                      <a:pt x="1740" y="1956"/>
                      <a:pt x="1762" y="1954"/>
                      <a:pt x="1786" y="1954"/>
                    </a:cubicBezTo>
                    <a:close/>
                    <a:moveTo>
                      <a:pt x="267" y="2793"/>
                    </a:moveTo>
                    <a:cubicBezTo>
                      <a:pt x="621" y="2870"/>
                      <a:pt x="947" y="3033"/>
                      <a:pt x="1219" y="3272"/>
                    </a:cubicBezTo>
                    <a:cubicBezTo>
                      <a:pt x="1289" y="3337"/>
                      <a:pt x="1355" y="3408"/>
                      <a:pt x="1414" y="3478"/>
                    </a:cubicBezTo>
                    <a:cubicBezTo>
                      <a:pt x="1474" y="3549"/>
                      <a:pt x="1545" y="3598"/>
                      <a:pt x="1599" y="3663"/>
                    </a:cubicBezTo>
                    <a:cubicBezTo>
                      <a:pt x="1637" y="3718"/>
                      <a:pt x="1670" y="3772"/>
                      <a:pt x="1692" y="3832"/>
                    </a:cubicBezTo>
                    <a:cubicBezTo>
                      <a:pt x="1686" y="3843"/>
                      <a:pt x="1692" y="3859"/>
                      <a:pt x="1702" y="3859"/>
                    </a:cubicBezTo>
                    <a:cubicBezTo>
                      <a:pt x="1746" y="3973"/>
                      <a:pt x="1768" y="4098"/>
                      <a:pt x="1800" y="4223"/>
                    </a:cubicBezTo>
                    <a:cubicBezTo>
                      <a:pt x="1800" y="4234"/>
                      <a:pt x="1811" y="4245"/>
                      <a:pt x="1822" y="4256"/>
                    </a:cubicBezTo>
                    <a:cubicBezTo>
                      <a:pt x="1789" y="4272"/>
                      <a:pt x="1751" y="4288"/>
                      <a:pt x="1719" y="4299"/>
                    </a:cubicBezTo>
                    <a:lnTo>
                      <a:pt x="1724" y="4299"/>
                    </a:lnTo>
                    <a:cubicBezTo>
                      <a:pt x="1686" y="4308"/>
                      <a:pt x="1647" y="4311"/>
                      <a:pt x="1607" y="4311"/>
                    </a:cubicBezTo>
                    <a:cubicBezTo>
                      <a:pt x="1445" y="4311"/>
                      <a:pt x="1270" y="4251"/>
                      <a:pt x="1126" y="4212"/>
                    </a:cubicBezTo>
                    <a:cubicBezTo>
                      <a:pt x="1039" y="4185"/>
                      <a:pt x="963" y="4152"/>
                      <a:pt x="887" y="4114"/>
                    </a:cubicBezTo>
                    <a:cubicBezTo>
                      <a:pt x="811" y="4065"/>
                      <a:pt x="740" y="4011"/>
                      <a:pt x="680" y="3946"/>
                    </a:cubicBezTo>
                    <a:cubicBezTo>
                      <a:pt x="610" y="3886"/>
                      <a:pt x="539" y="3875"/>
                      <a:pt x="479" y="3794"/>
                    </a:cubicBezTo>
                    <a:cubicBezTo>
                      <a:pt x="425" y="3723"/>
                      <a:pt x="371" y="3658"/>
                      <a:pt x="327" y="3582"/>
                    </a:cubicBezTo>
                    <a:cubicBezTo>
                      <a:pt x="213" y="3391"/>
                      <a:pt x="175" y="3163"/>
                      <a:pt x="224" y="2946"/>
                    </a:cubicBezTo>
                    <a:cubicBezTo>
                      <a:pt x="229" y="2891"/>
                      <a:pt x="246" y="2842"/>
                      <a:pt x="267" y="2793"/>
                    </a:cubicBezTo>
                    <a:close/>
                    <a:moveTo>
                      <a:pt x="6560" y="0"/>
                    </a:moveTo>
                    <a:cubicBezTo>
                      <a:pt x="6522" y="0"/>
                      <a:pt x="6485" y="6"/>
                      <a:pt x="6448" y="21"/>
                    </a:cubicBezTo>
                    <a:cubicBezTo>
                      <a:pt x="6393" y="43"/>
                      <a:pt x="6345" y="81"/>
                      <a:pt x="6317" y="135"/>
                    </a:cubicBezTo>
                    <a:cubicBezTo>
                      <a:pt x="6312" y="173"/>
                      <a:pt x="6317" y="217"/>
                      <a:pt x="6339" y="249"/>
                    </a:cubicBezTo>
                    <a:lnTo>
                      <a:pt x="6323" y="255"/>
                    </a:lnTo>
                    <a:cubicBezTo>
                      <a:pt x="6187" y="293"/>
                      <a:pt x="6046" y="326"/>
                      <a:pt x="5910" y="364"/>
                    </a:cubicBezTo>
                    <a:cubicBezTo>
                      <a:pt x="5399" y="510"/>
                      <a:pt x="4877" y="625"/>
                      <a:pt x="4366" y="766"/>
                    </a:cubicBezTo>
                    <a:cubicBezTo>
                      <a:pt x="4225" y="809"/>
                      <a:pt x="4078" y="837"/>
                      <a:pt x="3942" y="891"/>
                    </a:cubicBezTo>
                    <a:cubicBezTo>
                      <a:pt x="3806" y="940"/>
                      <a:pt x="3681" y="1000"/>
                      <a:pt x="3545" y="1043"/>
                    </a:cubicBezTo>
                    <a:cubicBezTo>
                      <a:pt x="3409" y="1087"/>
                      <a:pt x="3252" y="1125"/>
                      <a:pt x="3105" y="1163"/>
                    </a:cubicBezTo>
                    <a:cubicBezTo>
                      <a:pt x="2980" y="1195"/>
                      <a:pt x="2860" y="1244"/>
                      <a:pt x="2735" y="1271"/>
                    </a:cubicBezTo>
                    <a:cubicBezTo>
                      <a:pt x="2458" y="1337"/>
                      <a:pt x="2181" y="1418"/>
                      <a:pt x="1914" y="1516"/>
                    </a:cubicBezTo>
                    <a:cubicBezTo>
                      <a:pt x="1778" y="1565"/>
                      <a:pt x="1637" y="1614"/>
                      <a:pt x="1507" y="1674"/>
                    </a:cubicBezTo>
                    <a:cubicBezTo>
                      <a:pt x="1382" y="1733"/>
                      <a:pt x="1262" y="1799"/>
                      <a:pt x="1148" y="1875"/>
                    </a:cubicBezTo>
                    <a:cubicBezTo>
                      <a:pt x="1115" y="1897"/>
                      <a:pt x="1121" y="1951"/>
                      <a:pt x="1159" y="1967"/>
                    </a:cubicBezTo>
                    <a:cubicBezTo>
                      <a:pt x="1132" y="1989"/>
                      <a:pt x="1104" y="2011"/>
                      <a:pt x="1083" y="2038"/>
                    </a:cubicBezTo>
                    <a:cubicBezTo>
                      <a:pt x="1023" y="2119"/>
                      <a:pt x="931" y="2277"/>
                      <a:pt x="990" y="2375"/>
                    </a:cubicBezTo>
                    <a:cubicBezTo>
                      <a:pt x="892" y="2391"/>
                      <a:pt x="795" y="2424"/>
                      <a:pt x="702" y="2440"/>
                    </a:cubicBezTo>
                    <a:cubicBezTo>
                      <a:pt x="528" y="2473"/>
                      <a:pt x="343" y="2494"/>
                      <a:pt x="197" y="2603"/>
                    </a:cubicBezTo>
                    <a:cubicBezTo>
                      <a:pt x="66" y="2690"/>
                      <a:pt x="50" y="2875"/>
                      <a:pt x="28" y="3022"/>
                    </a:cubicBezTo>
                    <a:cubicBezTo>
                      <a:pt x="1" y="3212"/>
                      <a:pt x="28" y="3402"/>
                      <a:pt x="99" y="3582"/>
                    </a:cubicBezTo>
                    <a:cubicBezTo>
                      <a:pt x="164" y="3739"/>
                      <a:pt x="262" y="3886"/>
                      <a:pt x="376" y="4011"/>
                    </a:cubicBezTo>
                    <a:cubicBezTo>
                      <a:pt x="436" y="4065"/>
                      <a:pt x="507" y="4093"/>
                      <a:pt x="566" y="4147"/>
                    </a:cubicBezTo>
                    <a:cubicBezTo>
                      <a:pt x="621" y="4207"/>
                      <a:pt x="686" y="4256"/>
                      <a:pt x="757" y="4299"/>
                    </a:cubicBezTo>
                    <a:cubicBezTo>
                      <a:pt x="909" y="4381"/>
                      <a:pt x="1077" y="4440"/>
                      <a:pt x="1251" y="4473"/>
                    </a:cubicBezTo>
                    <a:cubicBezTo>
                      <a:pt x="1371" y="4502"/>
                      <a:pt x="1495" y="4533"/>
                      <a:pt x="1616" y="4533"/>
                    </a:cubicBezTo>
                    <a:cubicBezTo>
                      <a:pt x="1677" y="4533"/>
                      <a:pt x="1737" y="4526"/>
                      <a:pt x="1795" y="4506"/>
                    </a:cubicBezTo>
                    <a:cubicBezTo>
                      <a:pt x="1974" y="4440"/>
                      <a:pt x="2099" y="4305"/>
                      <a:pt x="2262" y="4218"/>
                    </a:cubicBezTo>
                    <a:cubicBezTo>
                      <a:pt x="2328" y="4185"/>
                      <a:pt x="2393" y="4147"/>
                      <a:pt x="2453" y="4103"/>
                    </a:cubicBezTo>
                    <a:cubicBezTo>
                      <a:pt x="2588" y="4185"/>
                      <a:pt x="2730" y="4256"/>
                      <a:pt x="2877" y="4315"/>
                    </a:cubicBezTo>
                    <a:cubicBezTo>
                      <a:pt x="2964" y="4359"/>
                      <a:pt x="3050" y="4381"/>
                      <a:pt x="3148" y="4381"/>
                    </a:cubicBezTo>
                    <a:cubicBezTo>
                      <a:pt x="3206" y="4381"/>
                      <a:pt x="3252" y="4390"/>
                      <a:pt x="3300" y="4390"/>
                    </a:cubicBezTo>
                    <a:cubicBezTo>
                      <a:pt x="3334" y="4390"/>
                      <a:pt x="3369" y="4385"/>
                      <a:pt x="3409" y="4370"/>
                    </a:cubicBezTo>
                    <a:cubicBezTo>
                      <a:pt x="3529" y="4326"/>
                      <a:pt x="3638" y="4277"/>
                      <a:pt x="3741" y="4212"/>
                    </a:cubicBezTo>
                    <a:cubicBezTo>
                      <a:pt x="3745" y="4212"/>
                      <a:pt x="3750" y="4212"/>
                      <a:pt x="3754" y="4212"/>
                    </a:cubicBezTo>
                    <a:cubicBezTo>
                      <a:pt x="3987" y="4212"/>
                      <a:pt x="4163" y="4075"/>
                      <a:pt x="4366" y="3989"/>
                    </a:cubicBezTo>
                    <a:cubicBezTo>
                      <a:pt x="4572" y="3902"/>
                      <a:pt x="4730" y="3772"/>
                      <a:pt x="4920" y="3669"/>
                    </a:cubicBezTo>
                    <a:cubicBezTo>
                      <a:pt x="5132" y="3560"/>
                      <a:pt x="5323" y="3429"/>
                      <a:pt x="5535" y="3321"/>
                    </a:cubicBezTo>
                    <a:cubicBezTo>
                      <a:pt x="5774" y="3185"/>
                      <a:pt x="6024" y="3076"/>
                      <a:pt x="6279" y="2978"/>
                    </a:cubicBezTo>
                    <a:cubicBezTo>
                      <a:pt x="6513" y="2897"/>
                      <a:pt x="6736" y="2783"/>
                      <a:pt x="6970" y="2690"/>
                    </a:cubicBezTo>
                    <a:cubicBezTo>
                      <a:pt x="7198" y="2603"/>
                      <a:pt x="7453" y="2527"/>
                      <a:pt x="7687" y="2429"/>
                    </a:cubicBezTo>
                    <a:cubicBezTo>
                      <a:pt x="7899" y="2337"/>
                      <a:pt x="8111" y="2239"/>
                      <a:pt x="8329" y="2163"/>
                    </a:cubicBezTo>
                    <a:cubicBezTo>
                      <a:pt x="8546" y="2087"/>
                      <a:pt x="8753" y="1978"/>
                      <a:pt x="8932" y="1842"/>
                    </a:cubicBezTo>
                    <a:cubicBezTo>
                      <a:pt x="8975" y="1810"/>
                      <a:pt x="9008" y="1772"/>
                      <a:pt x="9035" y="1728"/>
                    </a:cubicBezTo>
                    <a:cubicBezTo>
                      <a:pt x="9040" y="1728"/>
                      <a:pt x="9045" y="1728"/>
                      <a:pt x="9050" y="1728"/>
                    </a:cubicBezTo>
                    <a:cubicBezTo>
                      <a:pt x="9186" y="1728"/>
                      <a:pt x="9309" y="1658"/>
                      <a:pt x="9372" y="1538"/>
                    </a:cubicBezTo>
                    <a:cubicBezTo>
                      <a:pt x="9421" y="1429"/>
                      <a:pt x="9280" y="1288"/>
                      <a:pt x="9215" y="1212"/>
                    </a:cubicBezTo>
                    <a:cubicBezTo>
                      <a:pt x="9155" y="1152"/>
                      <a:pt x="9084" y="1103"/>
                      <a:pt x="9008" y="1070"/>
                    </a:cubicBezTo>
                    <a:cubicBezTo>
                      <a:pt x="8916" y="1010"/>
                      <a:pt x="8823" y="945"/>
                      <a:pt x="8736" y="875"/>
                    </a:cubicBezTo>
                    <a:cubicBezTo>
                      <a:pt x="8568" y="750"/>
                      <a:pt x="8378" y="657"/>
                      <a:pt x="8198" y="548"/>
                    </a:cubicBezTo>
                    <a:cubicBezTo>
                      <a:pt x="8030" y="445"/>
                      <a:pt x="7850" y="364"/>
                      <a:pt x="7660" y="304"/>
                    </a:cubicBezTo>
                    <a:cubicBezTo>
                      <a:pt x="7562" y="266"/>
                      <a:pt x="7459" y="233"/>
                      <a:pt x="7356" y="206"/>
                    </a:cubicBezTo>
                    <a:cubicBezTo>
                      <a:pt x="7241" y="195"/>
                      <a:pt x="7133" y="179"/>
                      <a:pt x="7019" y="152"/>
                    </a:cubicBezTo>
                    <a:cubicBezTo>
                      <a:pt x="6878" y="108"/>
                      <a:pt x="6717" y="0"/>
                      <a:pt x="6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0"/>
              <p:cNvSpPr/>
              <p:nvPr/>
            </p:nvSpPr>
            <p:spPr>
              <a:xfrm>
                <a:off x="3109475" y="4341850"/>
                <a:ext cx="236025" cy="118650"/>
              </a:xfrm>
              <a:custGeom>
                <a:rect b="b" l="l" r="r" t="t"/>
                <a:pathLst>
                  <a:path extrusionOk="0" h="4746" w="9441">
                    <a:moveTo>
                      <a:pt x="7788" y="156"/>
                    </a:moveTo>
                    <a:cubicBezTo>
                      <a:pt x="7830" y="156"/>
                      <a:pt x="7873" y="159"/>
                      <a:pt x="7913" y="162"/>
                    </a:cubicBezTo>
                    <a:cubicBezTo>
                      <a:pt x="7979" y="184"/>
                      <a:pt x="8038" y="217"/>
                      <a:pt x="8093" y="266"/>
                    </a:cubicBezTo>
                    <a:cubicBezTo>
                      <a:pt x="8174" y="331"/>
                      <a:pt x="8267" y="385"/>
                      <a:pt x="8354" y="440"/>
                    </a:cubicBezTo>
                    <a:cubicBezTo>
                      <a:pt x="8453" y="504"/>
                      <a:pt x="8585" y="532"/>
                      <a:pt x="8713" y="532"/>
                    </a:cubicBezTo>
                    <a:cubicBezTo>
                      <a:pt x="8802" y="532"/>
                      <a:pt x="8889" y="518"/>
                      <a:pt x="8962" y="494"/>
                    </a:cubicBezTo>
                    <a:cubicBezTo>
                      <a:pt x="9044" y="467"/>
                      <a:pt x="9115" y="440"/>
                      <a:pt x="9185" y="402"/>
                    </a:cubicBezTo>
                    <a:lnTo>
                      <a:pt x="9185" y="402"/>
                    </a:lnTo>
                    <a:cubicBezTo>
                      <a:pt x="9136" y="489"/>
                      <a:pt x="9077" y="576"/>
                      <a:pt x="9017" y="657"/>
                    </a:cubicBezTo>
                    <a:lnTo>
                      <a:pt x="9022" y="657"/>
                    </a:lnTo>
                    <a:cubicBezTo>
                      <a:pt x="8908" y="793"/>
                      <a:pt x="8734" y="804"/>
                      <a:pt x="8571" y="815"/>
                    </a:cubicBezTo>
                    <a:cubicBezTo>
                      <a:pt x="8479" y="815"/>
                      <a:pt x="8392" y="820"/>
                      <a:pt x="8305" y="836"/>
                    </a:cubicBezTo>
                    <a:cubicBezTo>
                      <a:pt x="8229" y="858"/>
                      <a:pt x="8185" y="918"/>
                      <a:pt x="8120" y="956"/>
                    </a:cubicBezTo>
                    <a:cubicBezTo>
                      <a:pt x="8038" y="1005"/>
                      <a:pt x="7951" y="1038"/>
                      <a:pt x="7864" y="1059"/>
                    </a:cubicBezTo>
                    <a:cubicBezTo>
                      <a:pt x="7836" y="1070"/>
                      <a:pt x="7806" y="1075"/>
                      <a:pt x="7777" y="1075"/>
                    </a:cubicBezTo>
                    <a:cubicBezTo>
                      <a:pt x="7701" y="1075"/>
                      <a:pt x="7627" y="1041"/>
                      <a:pt x="7576" y="978"/>
                    </a:cubicBezTo>
                    <a:cubicBezTo>
                      <a:pt x="7576" y="907"/>
                      <a:pt x="7560" y="842"/>
                      <a:pt x="7533" y="782"/>
                    </a:cubicBezTo>
                    <a:cubicBezTo>
                      <a:pt x="7489" y="673"/>
                      <a:pt x="7430" y="576"/>
                      <a:pt x="7359" y="483"/>
                    </a:cubicBezTo>
                    <a:cubicBezTo>
                      <a:pt x="7321" y="434"/>
                      <a:pt x="7272" y="385"/>
                      <a:pt x="7218" y="347"/>
                    </a:cubicBezTo>
                    <a:cubicBezTo>
                      <a:pt x="7332" y="179"/>
                      <a:pt x="7511" y="168"/>
                      <a:pt x="7696" y="162"/>
                    </a:cubicBezTo>
                    <a:cubicBezTo>
                      <a:pt x="7726" y="158"/>
                      <a:pt x="7757" y="156"/>
                      <a:pt x="7788" y="156"/>
                    </a:cubicBezTo>
                    <a:close/>
                    <a:moveTo>
                      <a:pt x="6706" y="342"/>
                    </a:moveTo>
                    <a:cubicBezTo>
                      <a:pt x="6838" y="342"/>
                      <a:pt x="6983" y="399"/>
                      <a:pt x="7093" y="456"/>
                    </a:cubicBezTo>
                    <a:cubicBezTo>
                      <a:pt x="7218" y="516"/>
                      <a:pt x="7288" y="668"/>
                      <a:pt x="7353" y="782"/>
                    </a:cubicBezTo>
                    <a:cubicBezTo>
                      <a:pt x="7391" y="853"/>
                      <a:pt x="7413" y="934"/>
                      <a:pt x="7413" y="1021"/>
                    </a:cubicBezTo>
                    <a:cubicBezTo>
                      <a:pt x="7413" y="1081"/>
                      <a:pt x="7424" y="1141"/>
                      <a:pt x="7430" y="1206"/>
                    </a:cubicBezTo>
                    <a:cubicBezTo>
                      <a:pt x="7375" y="1217"/>
                      <a:pt x="7321" y="1233"/>
                      <a:pt x="7266" y="1250"/>
                    </a:cubicBezTo>
                    <a:lnTo>
                      <a:pt x="7266" y="1244"/>
                    </a:lnTo>
                    <a:cubicBezTo>
                      <a:pt x="7196" y="1152"/>
                      <a:pt x="7125" y="1059"/>
                      <a:pt x="7044" y="972"/>
                    </a:cubicBezTo>
                    <a:cubicBezTo>
                      <a:pt x="6886" y="788"/>
                      <a:pt x="6707" y="624"/>
                      <a:pt x="6505" y="489"/>
                    </a:cubicBezTo>
                    <a:cubicBezTo>
                      <a:pt x="6473" y="467"/>
                      <a:pt x="6435" y="450"/>
                      <a:pt x="6402" y="434"/>
                    </a:cubicBezTo>
                    <a:cubicBezTo>
                      <a:pt x="6473" y="407"/>
                      <a:pt x="6549" y="374"/>
                      <a:pt x="6614" y="353"/>
                    </a:cubicBezTo>
                    <a:cubicBezTo>
                      <a:pt x="6644" y="345"/>
                      <a:pt x="6675" y="342"/>
                      <a:pt x="6706" y="342"/>
                    </a:cubicBezTo>
                    <a:close/>
                    <a:moveTo>
                      <a:pt x="4228" y="1222"/>
                    </a:moveTo>
                    <a:lnTo>
                      <a:pt x="4255" y="1233"/>
                    </a:lnTo>
                    <a:cubicBezTo>
                      <a:pt x="4369" y="1271"/>
                      <a:pt x="4472" y="1326"/>
                      <a:pt x="4570" y="1396"/>
                    </a:cubicBezTo>
                    <a:cubicBezTo>
                      <a:pt x="4543" y="1407"/>
                      <a:pt x="4516" y="1418"/>
                      <a:pt x="4494" y="1423"/>
                    </a:cubicBezTo>
                    <a:cubicBezTo>
                      <a:pt x="4375" y="1467"/>
                      <a:pt x="4250" y="1532"/>
                      <a:pt x="4119" y="1538"/>
                    </a:cubicBezTo>
                    <a:cubicBezTo>
                      <a:pt x="4043" y="1538"/>
                      <a:pt x="3951" y="1521"/>
                      <a:pt x="3983" y="1418"/>
                    </a:cubicBezTo>
                    <a:cubicBezTo>
                      <a:pt x="4005" y="1358"/>
                      <a:pt x="4087" y="1320"/>
                      <a:pt x="4135" y="1288"/>
                    </a:cubicBezTo>
                    <a:lnTo>
                      <a:pt x="4228" y="1222"/>
                    </a:lnTo>
                    <a:close/>
                    <a:moveTo>
                      <a:pt x="5352" y="349"/>
                    </a:moveTo>
                    <a:cubicBezTo>
                      <a:pt x="5450" y="349"/>
                      <a:pt x="5539" y="383"/>
                      <a:pt x="5636" y="402"/>
                    </a:cubicBezTo>
                    <a:cubicBezTo>
                      <a:pt x="5761" y="434"/>
                      <a:pt x="5880" y="467"/>
                      <a:pt x="5994" y="510"/>
                    </a:cubicBezTo>
                    <a:cubicBezTo>
                      <a:pt x="6109" y="548"/>
                      <a:pt x="6217" y="592"/>
                      <a:pt x="6326" y="646"/>
                    </a:cubicBezTo>
                    <a:cubicBezTo>
                      <a:pt x="6418" y="701"/>
                      <a:pt x="6511" y="766"/>
                      <a:pt x="6592" y="842"/>
                    </a:cubicBezTo>
                    <a:cubicBezTo>
                      <a:pt x="6783" y="994"/>
                      <a:pt x="6957" y="1168"/>
                      <a:pt x="7103" y="1369"/>
                    </a:cubicBezTo>
                    <a:cubicBezTo>
                      <a:pt x="7098" y="1407"/>
                      <a:pt x="7120" y="1445"/>
                      <a:pt x="7163" y="1462"/>
                    </a:cubicBezTo>
                    <a:cubicBezTo>
                      <a:pt x="7207" y="1570"/>
                      <a:pt x="7234" y="1684"/>
                      <a:pt x="7256" y="1804"/>
                    </a:cubicBezTo>
                    <a:cubicBezTo>
                      <a:pt x="7287" y="1915"/>
                      <a:pt x="7309" y="2031"/>
                      <a:pt x="7315" y="2147"/>
                    </a:cubicBezTo>
                    <a:lnTo>
                      <a:pt x="7315" y="2147"/>
                    </a:lnTo>
                    <a:cubicBezTo>
                      <a:pt x="6994" y="2244"/>
                      <a:pt x="6701" y="2418"/>
                      <a:pt x="6386" y="2532"/>
                    </a:cubicBezTo>
                    <a:cubicBezTo>
                      <a:pt x="6212" y="2598"/>
                      <a:pt x="6043" y="2685"/>
                      <a:pt x="5875" y="2750"/>
                    </a:cubicBezTo>
                    <a:cubicBezTo>
                      <a:pt x="5804" y="2782"/>
                      <a:pt x="5734" y="2815"/>
                      <a:pt x="5668" y="2859"/>
                    </a:cubicBezTo>
                    <a:cubicBezTo>
                      <a:pt x="5587" y="2897"/>
                      <a:pt x="5505" y="2935"/>
                      <a:pt x="5418" y="2962"/>
                    </a:cubicBezTo>
                    <a:lnTo>
                      <a:pt x="5326" y="2994"/>
                    </a:lnTo>
                    <a:lnTo>
                      <a:pt x="5326" y="2989"/>
                    </a:lnTo>
                    <a:cubicBezTo>
                      <a:pt x="5326" y="2951"/>
                      <a:pt x="5342" y="2913"/>
                      <a:pt x="5337" y="2875"/>
                    </a:cubicBezTo>
                    <a:cubicBezTo>
                      <a:pt x="5337" y="2837"/>
                      <a:pt x="5331" y="2793"/>
                      <a:pt x="5320" y="2761"/>
                    </a:cubicBezTo>
                    <a:cubicBezTo>
                      <a:pt x="5310" y="2685"/>
                      <a:pt x="5310" y="2609"/>
                      <a:pt x="5310" y="2532"/>
                    </a:cubicBezTo>
                    <a:cubicBezTo>
                      <a:pt x="5299" y="2413"/>
                      <a:pt x="5272" y="2293"/>
                      <a:pt x="5223" y="2185"/>
                    </a:cubicBezTo>
                    <a:cubicBezTo>
                      <a:pt x="5206" y="2136"/>
                      <a:pt x="5179" y="2087"/>
                      <a:pt x="5157" y="2038"/>
                    </a:cubicBezTo>
                    <a:cubicBezTo>
                      <a:pt x="5130" y="1978"/>
                      <a:pt x="5108" y="1913"/>
                      <a:pt x="5087" y="1847"/>
                    </a:cubicBezTo>
                    <a:cubicBezTo>
                      <a:pt x="5043" y="1739"/>
                      <a:pt x="4978" y="1641"/>
                      <a:pt x="4896" y="1554"/>
                    </a:cubicBezTo>
                    <a:cubicBezTo>
                      <a:pt x="4848" y="1505"/>
                      <a:pt x="4804" y="1451"/>
                      <a:pt x="4761" y="1402"/>
                    </a:cubicBezTo>
                    <a:lnTo>
                      <a:pt x="4799" y="1380"/>
                    </a:lnTo>
                    <a:cubicBezTo>
                      <a:pt x="4880" y="1337"/>
                      <a:pt x="4967" y="1315"/>
                      <a:pt x="5049" y="1271"/>
                    </a:cubicBezTo>
                    <a:cubicBezTo>
                      <a:pt x="5185" y="1201"/>
                      <a:pt x="5603" y="923"/>
                      <a:pt x="5331" y="788"/>
                    </a:cubicBezTo>
                    <a:cubicBezTo>
                      <a:pt x="5328" y="786"/>
                      <a:pt x="5325" y="785"/>
                      <a:pt x="5322" y="785"/>
                    </a:cubicBezTo>
                    <a:cubicBezTo>
                      <a:pt x="5303" y="785"/>
                      <a:pt x="5285" y="812"/>
                      <a:pt x="5304" y="826"/>
                    </a:cubicBezTo>
                    <a:cubicBezTo>
                      <a:pt x="5467" y="989"/>
                      <a:pt x="4956" y="1217"/>
                      <a:pt x="4858" y="1260"/>
                    </a:cubicBezTo>
                    <a:cubicBezTo>
                      <a:pt x="4804" y="1282"/>
                      <a:pt x="4750" y="1309"/>
                      <a:pt x="4695" y="1337"/>
                    </a:cubicBezTo>
                    <a:cubicBezTo>
                      <a:pt x="4679" y="1320"/>
                      <a:pt x="4663" y="1309"/>
                      <a:pt x="4641" y="1293"/>
                    </a:cubicBezTo>
                    <a:cubicBezTo>
                      <a:pt x="4554" y="1228"/>
                      <a:pt x="4456" y="1173"/>
                      <a:pt x="4347" y="1141"/>
                    </a:cubicBezTo>
                    <a:cubicBezTo>
                      <a:pt x="4380" y="1119"/>
                      <a:pt x="4407" y="1097"/>
                      <a:pt x="4440" y="1081"/>
                    </a:cubicBezTo>
                    <a:cubicBezTo>
                      <a:pt x="4543" y="1016"/>
                      <a:pt x="4657" y="961"/>
                      <a:pt x="4761" y="896"/>
                    </a:cubicBezTo>
                    <a:cubicBezTo>
                      <a:pt x="4820" y="869"/>
                      <a:pt x="4880" y="842"/>
                      <a:pt x="4945" y="820"/>
                    </a:cubicBezTo>
                    <a:cubicBezTo>
                      <a:pt x="4973" y="809"/>
                      <a:pt x="5005" y="782"/>
                      <a:pt x="5032" y="777"/>
                    </a:cubicBezTo>
                    <a:cubicBezTo>
                      <a:pt x="5054" y="777"/>
                      <a:pt x="5054" y="744"/>
                      <a:pt x="5032" y="739"/>
                    </a:cubicBezTo>
                    <a:cubicBezTo>
                      <a:pt x="4989" y="739"/>
                      <a:pt x="5011" y="739"/>
                      <a:pt x="4983" y="749"/>
                    </a:cubicBezTo>
                    <a:cubicBezTo>
                      <a:pt x="4934" y="760"/>
                      <a:pt x="4880" y="782"/>
                      <a:pt x="4837" y="798"/>
                    </a:cubicBezTo>
                    <a:cubicBezTo>
                      <a:pt x="4766" y="831"/>
                      <a:pt x="4701" y="864"/>
                      <a:pt x="4641" y="907"/>
                    </a:cubicBezTo>
                    <a:cubicBezTo>
                      <a:pt x="4516" y="972"/>
                      <a:pt x="4402" y="1043"/>
                      <a:pt x="4288" y="1108"/>
                    </a:cubicBezTo>
                    <a:cubicBezTo>
                      <a:pt x="4179" y="1070"/>
                      <a:pt x="4070" y="1032"/>
                      <a:pt x="3961" y="994"/>
                    </a:cubicBezTo>
                    <a:cubicBezTo>
                      <a:pt x="3929" y="983"/>
                      <a:pt x="3891" y="967"/>
                      <a:pt x="3864" y="961"/>
                    </a:cubicBezTo>
                    <a:lnTo>
                      <a:pt x="4032" y="874"/>
                    </a:lnTo>
                    <a:cubicBezTo>
                      <a:pt x="4239" y="771"/>
                      <a:pt x="4462" y="690"/>
                      <a:pt x="4668" y="581"/>
                    </a:cubicBezTo>
                    <a:cubicBezTo>
                      <a:pt x="4864" y="472"/>
                      <a:pt x="5076" y="396"/>
                      <a:pt x="5299" y="353"/>
                    </a:cubicBezTo>
                    <a:cubicBezTo>
                      <a:pt x="5317" y="350"/>
                      <a:pt x="5335" y="349"/>
                      <a:pt x="5352" y="349"/>
                    </a:cubicBezTo>
                    <a:close/>
                    <a:moveTo>
                      <a:pt x="3717" y="1032"/>
                    </a:moveTo>
                    <a:cubicBezTo>
                      <a:pt x="3864" y="1092"/>
                      <a:pt x="4010" y="1141"/>
                      <a:pt x="4157" y="1201"/>
                    </a:cubicBezTo>
                    <a:lnTo>
                      <a:pt x="4141" y="1212"/>
                    </a:lnTo>
                    <a:cubicBezTo>
                      <a:pt x="4048" y="1271"/>
                      <a:pt x="3902" y="1337"/>
                      <a:pt x="3885" y="1462"/>
                    </a:cubicBezTo>
                    <a:cubicBezTo>
                      <a:pt x="3875" y="1565"/>
                      <a:pt x="3978" y="1614"/>
                      <a:pt x="4059" y="1619"/>
                    </a:cubicBezTo>
                    <a:cubicBezTo>
                      <a:pt x="4077" y="1622"/>
                      <a:pt x="4096" y="1623"/>
                      <a:pt x="4114" y="1623"/>
                    </a:cubicBezTo>
                    <a:cubicBezTo>
                      <a:pt x="4265" y="1623"/>
                      <a:pt x="4418" y="1548"/>
                      <a:pt x="4554" y="1494"/>
                    </a:cubicBezTo>
                    <a:lnTo>
                      <a:pt x="4636" y="1462"/>
                    </a:lnTo>
                    <a:cubicBezTo>
                      <a:pt x="4695" y="1516"/>
                      <a:pt x="4750" y="1581"/>
                      <a:pt x="4804" y="1641"/>
                    </a:cubicBezTo>
                    <a:cubicBezTo>
                      <a:pt x="4902" y="1733"/>
                      <a:pt x="4973" y="1847"/>
                      <a:pt x="5005" y="1978"/>
                    </a:cubicBezTo>
                    <a:cubicBezTo>
                      <a:pt x="5027" y="2070"/>
                      <a:pt x="5098" y="2146"/>
                      <a:pt x="5136" y="2233"/>
                    </a:cubicBezTo>
                    <a:cubicBezTo>
                      <a:pt x="5185" y="2353"/>
                      <a:pt x="5212" y="2478"/>
                      <a:pt x="5212" y="2603"/>
                    </a:cubicBezTo>
                    <a:cubicBezTo>
                      <a:pt x="5206" y="2701"/>
                      <a:pt x="5212" y="2793"/>
                      <a:pt x="5233" y="2886"/>
                    </a:cubicBezTo>
                    <a:cubicBezTo>
                      <a:pt x="5228" y="2897"/>
                      <a:pt x="5212" y="2913"/>
                      <a:pt x="5206" y="2924"/>
                    </a:cubicBezTo>
                    <a:lnTo>
                      <a:pt x="5212" y="2924"/>
                    </a:lnTo>
                    <a:cubicBezTo>
                      <a:pt x="5201" y="2946"/>
                      <a:pt x="5195" y="2973"/>
                      <a:pt x="5195" y="3000"/>
                    </a:cubicBezTo>
                    <a:cubicBezTo>
                      <a:pt x="5195" y="3016"/>
                      <a:pt x="5195" y="3027"/>
                      <a:pt x="5195" y="3043"/>
                    </a:cubicBezTo>
                    <a:cubicBezTo>
                      <a:pt x="5092" y="3076"/>
                      <a:pt x="5000" y="3114"/>
                      <a:pt x="4902" y="3158"/>
                    </a:cubicBezTo>
                    <a:cubicBezTo>
                      <a:pt x="4766" y="3223"/>
                      <a:pt x="4630" y="3288"/>
                      <a:pt x="4494" y="3348"/>
                    </a:cubicBezTo>
                    <a:cubicBezTo>
                      <a:pt x="4494" y="3299"/>
                      <a:pt x="4489" y="3250"/>
                      <a:pt x="4467" y="3206"/>
                    </a:cubicBezTo>
                    <a:cubicBezTo>
                      <a:pt x="4451" y="3054"/>
                      <a:pt x="4413" y="2913"/>
                      <a:pt x="4364" y="2772"/>
                    </a:cubicBezTo>
                    <a:cubicBezTo>
                      <a:pt x="4260" y="2527"/>
                      <a:pt x="4070" y="2320"/>
                      <a:pt x="3896" y="2125"/>
                    </a:cubicBezTo>
                    <a:cubicBezTo>
                      <a:pt x="3711" y="1924"/>
                      <a:pt x="3440" y="1864"/>
                      <a:pt x="3190" y="1777"/>
                    </a:cubicBezTo>
                    <a:cubicBezTo>
                      <a:pt x="3043" y="1728"/>
                      <a:pt x="2896" y="1690"/>
                      <a:pt x="2749" y="1663"/>
                    </a:cubicBezTo>
                    <a:cubicBezTo>
                      <a:pt x="2690" y="1652"/>
                      <a:pt x="2635" y="1641"/>
                      <a:pt x="2581" y="1630"/>
                    </a:cubicBezTo>
                    <a:lnTo>
                      <a:pt x="2630" y="1603"/>
                    </a:lnTo>
                    <a:cubicBezTo>
                      <a:pt x="2983" y="1402"/>
                      <a:pt x="3353" y="1217"/>
                      <a:pt x="3717" y="1032"/>
                    </a:cubicBezTo>
                    <a:close/>
                    <a:moveTo>
                      <a:pt x="2423" y="1722"/>
                    </a:moveTo>
                    <a:cubicBezTo>
                      <a:pt x="2630" y="1777"/>
                      <a:pt x="2847" y="1804"/>
                      <a:pt x="3054" y="1864"/>
                    </a:cubicBezTo>
                    <a:cubicBezTo>
                      <a:pt x="3277" y="1934"/>
                      <a:pt x="3543" y="1983"/>
                      <a:pt x="3739" y="2114"/>
                    </a:cubicBezTo>
                    <a:cubicBezTo>
                      <a:pt x="3934" y="2239"/>
                      <a:pt x="4076" y="2456"/>
                      <a:pt x="4201" y="2647"/>
                    </a:cubicBezTo>
                    <a:cubicBezTo>
                      <a:pt x="4277" y="2755"/>
                      <a:pt x="4331" y="2875"/>
                      <a:pt x="4358" y="3005"/>
                    </a:cubicBezTo>
                    <a:cubicBezTo>
                      <a:pt x="4369" y="3076"/>
                      <a:pt x="4375" y="3147"/>
                      <a:pt x="4385" y="3217"/>
                    </a:cubicBezTo>
                    <a:cubicBezTo>
                      <a:pt x="4402" y="3272"/>
                      <a:pt x="4413" y="3326"/>
                      <a:pt x="4407" y="3380"/>
                    </a:cubicBezTo>
                    <a:cubicBezTo>
                      <a:pt x="4402" y="3386"/>
                      <a:pt x="4402" y="3386"/>
                      <a:pt x="4407" y="3391"/>
                    </a:cubicBezTo>
                    <a:cubicBezTo>
                      <a:pt x="4315" y="3429"/>
                      <a:pt x="4239" y="3473"/>
                      <a:pt x="4152" y="3505"/>
                    </a:cubicBezTo>
                    <a:cubicBezTo>
                      <a:pt x="4070" y="3533"/>
                      <a:pt x="3994" y="3565"/>
                      <a:pt x="3918" y="3598"/>
                    </a:cubicBezTo>
                    <a:cubicBezTo>
                      <a:pt x="3831" y="3641"/>
                      <a:pt x="3749" y="3690"/>
                      <a:pt x="3663" y="3723"/>
                    </a:cubicBezTo>
                    <a:cubicBezTo>
                      <a:pt x="3619" y="3739"/>
                      <a:pt x="3576" y="3745"/>
                      <a:pt x="3532" y="3761"/>
                    </a:cubicBezTo>
                    <a:cubicBezTo>
                      <a:pt x="3521" y="3761"/>
                      <a:pt x="3510" y="3766"/>
                      <a:pt x="3499" y="3772"/>
                    </a:cubicBezTo>
                    <a:cubicBezTo>
                      <a:pt x="3456" y="3745"/>
                      <a:pt x="3412" y="3717"/>
                      <a:pt x="3369" y="3701"/>
                    </a:cubicBezTo>
                    <a:cubicBezTo>
                      <a:pt x="3162" y="3620"/>
                      <a:pt x="2972" y="3511"/>
                      <a:pt x="2804" y="3370"/>
                    </a:cubicBezTo>
                    <a:cubicBezTo>
                      <a:pt x="2445" y="3087"/>
                      <a:pt x="2135" y="2744"/>
                      <a:pt x="1782" y="2462"/>
                    </a:cubicBezTo>
                    <a:cubicBezTo>
                      <a:pt x="1695" y="2391"/>
                      <a:pt x="1640" y="2304"/>
                      <a:pt x="1559" y="2233"/>
                    </a:cubicBezTo>
                    <a:cubicBezTo>
                      <a:pt x="1505" y="2195"/>
                      <a:pt x="1456" y="2157"/>
                      <a:pt x="1407" y="2119"/>
                    </a:cubicBezTo>
                    <a:lnTo>
                      <a:pt x="1428" y="2103"/>
                    </a:lnTo>
                    <a:cubicBezTo>
                      <a:pt x="1438" y="2104"/>
                      <a:pt x="1448" y="2104"/>
                      <a:pt x="1457" y="2104"/>
                    </a:cubicBezTo>
                    <a:cubicBezTo>
                      <a:pt x="1522" y="2104"/>
                      <a:pt x="1583" y="2088"/>
                      <a:pt x="1640" y="2059"/>
                    </a:cubicBezTo>
                    <a:cubicBezTo>
                      <a:pt x="1749" y="2016"/>
                      <a:pt x="1852" y="1967"/>
                      <a:pt x="1961" y="1924"/>
                    </a:cubicBezTo>
                    <a:cubicBezTo>
                      <a:pt x="2064" y="1875"/>
                      <a:pt x="2179" y="1842"/>
                      <a:pt x="2287" y="1788"/>
                    </a:cubicBezTo>
                    <a:cubicBezTo>
                      <a:pt x="2336" y="1771"/>
                      <a:pt x="2380" y="1744"/>
                      <a:pt x="2423" y="1722"/>
                    </a:cubicBezTo>
                    <a:close/>
                    <a:moveTo>
                      <a:pt x="1015" y="1936"/>
                    </a:moveTo>
                    <a:cubicBezTo>
                      <a:pt x="1057" y="1936"/>
                      <a:pt x="1076" y="1968"/>
                      <a:pt x="1113" y="2021"/>
                    </a:cubicBezTo>
                    <a:cubicBezTo>
                      <a:pt x="1157" y="2098"/>
                      <a:pt x="1211" y="2168"/>
                      <a:pt x="1276" y="2233"/>
                    </a:cubicBezTo>
                    <a:cubicBezTo>
                      <a:pt x="1336" y="2293"/>
                      <a:pt x="1412" y="2337"/>
                      <a:pt x="1472" y="2402"/>
                    </a:cubicBezTo>
                    <a:cubicBezTo>
                      <a:pt x="1532" y="2473"/>
                      <a:pt x="1591" y="2543"/>
                      <a:pt x="1662" y="2603"/>
                    </a:cubicBezTo>
                    <a:cubicBezTo>
                      <a:pt x="1967" y="2864"/>
                      <a:pt x="2238" y="3163"/>
                      <a:pt x="2537" y="3424"/>
                    </a:cubicBezTo>
                    <a:cubicBezTo>
                      <a:pt x="2700" y="3571"/>
                      <a:pt x="2874" y="3701"/>
                      <a:pt x="3059" y="3815"/>
                    </a:cubicBezTo>
                    <a:cubicBezTo>
                      <a:pt x="3130" y="3848"/>
                      <a:pt x="3206" y="3880"/>
                      <a:pt x="3277" y="3908"/>
                    </a:cubicBezTo>
                    <a:cubicBezTo>
                      <a:pt x="3304" y="3913"/>
                      <a:pt x="3325" y="3929"/>
                      <a:pt x="3353" y="3940"/>
                    </a:cubicBezTo>
                    <a:cubicBezTo>
                      <a:pt x="3361" y="3949"/>
                      <a:pt x="3391" y="3985"/>
                      <a:pt x="3396" y="3985"/>
                    </a:cubicBezTo>
                    <a:cubicBezTo>
                      <a:pt x="3397" y="3985"/>
                      <a:pt x="3396" y="3983"/>
                      <a:pt x="3393" y="3977"/>
                    </a:cubicBezTo>
                    <a:lnTo>
                      <a:pt x="3393" y="3977"/>
                    </a:lnTo>
                    <a:cubicBezTo>
                      <a:pt x="3405" y="3997"/>
                      <a:pt x="3430" y="4011"/>
                      <a:pt x="3451" y="4016"/>
                    </a:cubicBezTo>
                    <a:cubicBezTo>
                      <a:pt x="3461" y="4038"/>
                      <a:pt x="3467" y="4065"/>
                      <a:pt x="3467" y="4092"/>
                    </a:cubicBezTo>
                    <a:lnTo>
                      <a:pt x="3472" y="4092"/>
                    </a:lnTo>
                    <a:cubicBezTo>
                      <a:pt x="3456" y="4185"/>
                      <a:pt x="3325" y="4245"/>
                      <a:pt x="3255" y="4277"/>
                    </a:cubicBezTo>
                    <a:cubicBezTo>
                      <a:pt x="3162" y="4315"/>
                      <a:pt x="3075" y="4359"/>
                      <a:pt x="2983" y="4397"/>
                    </a:cubicBezTo>
                    <a:cubicBezTo>
                      <a:pt x="2907" y="4424"/>
                      <a:pt x="2836" y="4489"/>
                      <a:pt x="2755" y="4506"/>
                    </a:cubicBezTo>
                    <a:cubicBezTo>
                      <a:pt x="2717" y="4517"/>
                      <a:pt x="2679" y="4523"/>
                      <a:pt x="2640" y="4523"/>
                    </a:cubicBezTo>
                    <a:cubicBezTo>
                      <a:pt x="2589" y="4523"/>
                      <a:pt x="2538" y="4513"/>
                      <a:pt x="2488" y="4495"/>
                    </a:cubicBezTo>
                    <a:cubicBezTo>
                      <a:pt x="2412" y="4446"/>
                      <a:pt x="2336" y="4397"/>
                      <a:pt x="2271" y="4337"/>
                    </a:cubicBezTo>
                    <a:cubicBezTo>
                      <a:pt x="2113" y="4223"/>
                      <a:pt x="1972" y="4092"/>
                      <a:pt x="1852" y="3940"/>
                    </a:cubicBezTo>
                    <a:cubicBezTo>
                      <a:pt x="1738" y="3799"/>
                      <a:pt x="1597" y="3679"/>
                      <a:pt x="1439" y="3582"/>
                    </a:cubicBezTo>
                    <a:cubicBezTo>
                      <a:pt x="1271" y="3484"/>
                      <a:pt x="1113" y="3370"/>
                      <a:pt x="955" y="3255"/>
                    </a:cubicBezTo>
                    <a:cubicBezTo>
                      <a:pt x="863" y="3190"/>
                      <a:pt x="776" y="3119"/>
                      <a:pt x="700" y="3043"/>
                    </a:cubicBezTo>
                    <a:cubicBezTo>
                      <a:pt x="629" y="2973"/>
                      <a:pt x="575" y="2891"/>
                      <a:pt x="499" y="2826"/>
                    </a:cubicBezTo>
                    <a:cubicBezTo>
                      <a:pt x="368" y="2712"/>
                      <a:pt x="260" y="2576"/>
                      <a:pt x="184" y="2418"/>
                    </a:cubicBezTo>
                    <a:cubicBezTo>
                      <a:pt x="200" y="2397"/>
                      <a:pt x="216" y="2380"/>
                      <a:pt x="233" y="2358"/>
                    </a:cubicBezTo>
                    <a:lnTo>
                      <a:pt x="233" y="2353"/>
                    </a:lnTo>
                    <a:cubicBezTo>
                      <a:pt x="303" y="2310"/>
                      <a:pt x="374" y="2250"/>
                      <a:pt x="445" y="2212"/>
                    </a:cubicBezTo>
                    <a:cubicBezTo>
                      <a:pt x="515" y="2174"/>
                      <a:pt x="602" y="2146"/>
                      <a:pt x="678" y="2098"/>
                    </a:cubicBezTo>
                    <a:cubicBezTo>
                      <a:pt x="771" y="2038"/>
                      <a:pt x="863" y="1989"/>
                      <a:pt x="966" y="1945"/>
                    </a:cubicBezTo>
                    <a:cubicBezTo>
                      <a:pt x="986" y="1939"/>
                      <a:pt x="1001" y="1936"/>
                      <a:pt x="1015" y="1936"/>
                    </a:cubicBezTo>
                    <a:close/>
                    <a:moveTo>
                      <a:pt x="7739" y="0"/>
                    </a:moveTo>
                    <a:cubicBezTo>
                      <a:pt x="7454" y="0"/>
                      <a:pt x="7097" y="76"/>
                      <a:pt x="7141" y="298"/>
                    </a:cubicBezTo>
                    <a:cubicBezTo>
                      <a:pt x="7038" y="244"/>
                      <a:pt x="6929" y="200"/>
                      <a:pt x="6821" y="168"/>
                    </a:cubicBezTo>
                    <a:cubicBezTo>
                      <a:pt x="6782" y="159"/>
                      <a:pt x="6747" y="155"/>
                      <a:pt x="6713" y="155"/>
                    </a:cubicBezTo>
                    <a:cubicBezTo>
                      <a:pt x="6627" y="155"/>
                      <a:pt x="6550" y="180"/>
                      <a:pt x="6457" y="211"/>
                    </a:cubicBezTo>
                    <a:cubicBezTo>
                      <a:pt x="6364" y="233"/>
                      <a:pt x="6283" y="287"/>
                      <a:pt x="6223" y="364"/>
                    </a:cubicBezTo>
                    <a:lnTo>
                      <a:pt x="6212" y="358"/>
                    </a:lnTo>
                    <a:cubicBezTo>
                      <a:pt x="6081" y="320"/>
                      <a:pt x="5956" y="266"/>
                      <a:pt x="5826" y="233"/>
                    </a:cubicBezTo>
                    <a:cubicBezTo>
                      <a:pt x="5662" y="190"/>
                      <a:pt x="5499" y="142"/>
                      <a:pt x="5333" y="142"/>
                    </a:cubicBezTo>
                    <a:cubicBezTo>
                      <a:pt x="5268" y="142"/>
                      <a:pt x="5202" y="149"/>
                      <a:pt x="5136" y="168"/>
                    </a:cubicBezTo>
                    <a:cubicBezTo>
                      <a:pt x="4902" y="233"/>
                      <a:pt x="4690" y="353"/>
                      <a:pt x="4478" y="445"/>
                    </a:cubicBezTo>
                    <a:cubicBezTo>
                      <a:pt x="3978" y="662"/>
                      <a:pt x="3494" y="913"/>
                      <a:pt x="3010" y="1163"/>
                    </a:cubicBezTo>
                    <a:cubicBezTo>
                      <a:pt x="2738" y="1309"/>
                      <a:pt x="2483" y="1472"/>
                      <a:pt x="2206" y="1608"/>
                    </a:cubicBezTo>
                    <a:cubicBezTo>
                      <a:pt x="2064" y="1674"/>
                      <a:pt x="1918" y="1733"/>
                      <a:pt x="1782" y="1809"/>
                    </a:cubicBezTo>
                    <a:cubicBezTo>
                      <a:pt x="1717" y="1847"/>
                      <a:pt x="1646" y="1891"/>
                      <a:pt x="1586" y="1929"/>
                    </a:cubicBezTo>
                    <a:lnTo>
                      <a:pt x="1570" y="1934"/>
                    </a:lnTo>
                    <a:cubicBezTo>
                      <a:pt x="1563" y="1927"/>
                      <a:pt x="1552" y="1923"/>
                      <a:pt x="1542" y="1923"/>
                    </a:cubicBezTo>
                    <a:cubicBezTo>
                      <a:pt x="1529" y="1923"/>
                      <a:pt x="1516" y="1930"/>
                      <a:pt x="1510" y="1945"/>
                    </a:cubicBezTo>
                    <a:lnTo>
                      <a:pt x="1461" y="1945"/>
                    </a:lnTo>
                    <a:cubicBezTo>
                      <a:pt x="1428" y="1956"/>
                      <a:pt x="1396" y="1967"/>
                      <a:pt x="1363" y="1983"/>
                    </a:cubicBezTo>
                    <a:cubicBezTo>
                      <a:pt x="1347" y="1994"/>
                      <a:pt x="1325" y="2011"/>
                      <a:pt x="1309" y="2021"/>
                    </a:cubicBezTo>
                    <a:lnTo>
                      <a:pt x="1298" y="2005"/>
                    </a:lnTo>
                    <a:cubicBezTo>
                      <a:pt x="1216" y="1887"/>
                      <a:pt x="1163" y="1765"/>
                      <a:pt x="1011" y="1765"/>
                    </a:cubicBezTo>
                    <a:cubicBezTo>
                      <a:pt x="1002" y="1765"/>
                      <a:pt x="993" y="1765"/>
                      <a:pt x="983" y="1766"/>
                    </a:cubicBezTo>
                    <a:cubicBezTo>
                      <a:pt x="787" y="1782"/>
                      <a:pt x="624" y="1929"/>
                      <a:pt x="445" y="2000"/>
                    </a:cubicBezTo>
                    <a:cubicBezTo>
                      <a:pt x="352" y="2043"/>
                      <a:pt x="271" y="2103"/>
                      <a:pt x="194" y="2174"/>
                    </a:cubicBezTo>
                    <a:cubicBezTo>
                      <a:pt x="151" y="2195"/>
                      <a:pt x="118" y="2228"/>
                      <a:pt x="86" y="2266"/>
                    </a:cubicBezTo>
                    <a:cubicBezTo>
                      <a:pt x="59" y="2299"/>
                      <a:pt x="53" y="2348"/>
                      <a:pt x="21" y="2380"/>
                    </a:cubicBezTo>
                    <a:cubicBezTo>
                      <a:pt x="0" y="2395"/>
                      <a:pt x="13" y="2430"/>
                      <a:pt x="33" y="2430"/>
                    </a:cubicBezTo>
                    <a:cubicBezTo>
                      <a:pt x="34" y="2430"/>
                      <a:pt x="35" y="2429"/>
                      <a:pt x="37" y="2429"/>
                    </a:cubicBezTo>
                    <a:lnTo>
                      <a:pt x="59" y="2429"/>
                    </a:lnTo>
                    <a:cubicBezTo>
                      <a:pt x="48" y="2543"/>
                      <a:pt x="167" y="2701"/>
                      <a:pt x="227" y="2777"/>
                    </a:cubicBezTo>
                    <a:cubicBezTo>
                      <a:pt x="281" y="2842"/>
                      <a:pt x="341" y="2902"/>
                      <a:pt x="401" y="2962"/>
                    </a:cubicBezTo>
                    <a:cubicBezTo>
                      <a:pt x="466" y="3032"/>
                      <a:pt x="521" y="3119"/>
                      <a:pt x="591" y="3185"/>
                    </a:cubicBezTo>
                    <a:cubicBezTo>
                      <a:pt x="738" y="3331"/>
                      <a:pt x="907" y="3456"/>
                      <a:pt x="1064" y="3582"/>
                    </a:cubicBezTo>
                    <a:cubicBezTo>
                      <a:pt x="1227" y="3712"/>
                      <a:pt x="1401" y="3788"/>
                      <a:pt x="1548" y="3929"/>
                    </a:cubicBezTo>
                    <a:cubicBezTo>
                      <a:pt x="1684" y="4060"/>
                      <a:pt x="1787" y="4212"/>
                      <a:pt x="1918" y="4348"/>
                    </a:cubicBezTo>
                    <a:cubicBezTo>
                      <a:pt x="1983" y="4408"/>
                      <a:pt x="2054" y="4468"/>
                      <a:pt x="2130" y="4511"/>
                    </a:cubicBezTo>
                    <a:cubicBezTo>
                      <a:pt x="2211" y="4565"/>
                      <a:pt x="2276" y="4631"/>
                      <a:pt x="2358" y="4680"/>
                    </a:cubicBezTo>
                    <a:cubicBezTo>
                      <a:pt x="2418" y="4719"/>
                      <a:pt x="2491" y="4745"/>
                      <a:pt x="2561" y="4745"/>
                    </a:cubicBezTo>
                    <a:cubicBezTo>
                      <a:pt x="2568" y="4745"/>
                      <a:pt x="2574" y="4745"/>
                      <a:pt x="2581" y="4745"/>
                    </a:cubicBezTo>
                    <a:cubicBezTo>
                      <a:pt x="2668" y="4739"/>
                      <a:pt x="2755" y="4723"/>
                      <a:pt x="2842" y="4696"/>
                    </a:cubicBezTo>
                    <a:cubicBezTo>
                      <a:pt x="2918" y="4674"/>
                      <a:pt x="2978" y="4614"/>
                      <a:pt x="3054" y="4582"/>
                    </a:cubicBezTo>
                    <a:cubicBezTo>
                      <a:pt x="3141" y="4544"/>
                      <a:pt x="3233" y="4500"/>
                      <a:pt x="3320" y="4462"/>
                    </a:cubicBezTo>
                    <a:cubicBezTo>
                      <a:pt x="3467" y="4402"/>
                      <a:pt x="3641" y="4294"/>
                      <a:pt x="3668" y="4120"/>
                    </a:cubicBezTo>
                    <a:cubicBezTo>
                      <a:pt x="3673" y="4071"/>
                      <a:pt x="3668" y="4022"/>
                      <a:pt x="3657" y="3973"/>
                    </a:cubicBezTo>
                    <a:cubicBezTo>
                      <a:pt x="3701" y="3962"/>
                      <a:pt x="3755" y="3951"/>
                      <a:pt x="3793" y="3935"/>
                    </a:cubicBezTo>
                    <a:cubicBezTo>
                      <a:pt x="3869" y="3902"/>
                      <a:pt x="3945" y="3859"/>
                      <a:pt x="4021" y="3821"/>
                    </a:cubicBezTo>
                    <a:cubicBezTo>
                      <a:pt x="4114" y="3783"/>
                      <a:pt x="4206" y="3745"/>
                      <a:pt x="4299" y="3717"/>
                    </a:cubicBezTo>
                    <a:cubicBezTo>
                      <a:pt x="4380" y="3685"/>
                      <a:pt x="4451" y="3641"/>
                      <a:pt x="4527" y="3609"/>
                    </a:cubicBezTo>
                    <a:cubicBezTo>
                      <a:pt x="4684" y="3538"/>
                      <a:pt x="4831" y="3467"/>
                      <a:pt x="4983" y="3391"/>
                    </a:cubicBezTo>
                    <a:cubicBezTo>
                      <a:pt x="5157" y="3304"/>
                      <a:pt x="5342" y="3255"/>
                      <a:pt x="5522" y="3185"/>
                    </a:cubicBezTo>
                    <a:cubicBezTo>
                      <a:pt x="5598" y="3158"/>
                      <a:pt x="5674" y="3130"/>
                      <a:pt x="5750" y="3098"/>
                    </a:cubicBezTo>
                    <a:cubicBezTo>
                      <a:pt x="5821" y="3054"/>
                      <a:pt x="5902" y="3011"/>
                      <a:pt x="5984" y="2978"/>
                    </a:cubicBezTo>
                    <a:cubicBezTo>
                      <a:pt x="6141" y="2918"/>
                      <a:pt x="6293" y="2831"/>
                      <a:pt x="6451" y="2772"/>
                    </a:cubicBezTo>
                    <a:cubicBezTo>
                      <a:pt x="6609" y="2712"/>
                      <a:pt x="6772" y="2630"/>
                      <a:pt x="6935" y="2565"/>
                    </a:cubicBezTo>
                    <a:cubicBezTo>
                      <a:pt x="7098" y="2500"/>
                      <a:pt x="7277" y="2407"/>
                      <a:pt x="7451" y="2353"/>
                    </a:cubicBezTo>
                    <a:cubicBezTo>
                      <a:pt x="7489" y="2342"/>
                      <a:pt x="7522" y="2315"/>
                      <a:pt x="7533" y="2277"/>
                    </a:cubicBezTo>
                    <a:cubicBezTo>
                      <a:pt x="7576" y="2038"/>
                      <a:pt x="7468" y="1777"/>
                      <a:pt x="7408" y="1554"/>
                    </a:cubicBezTo>
                    <a:cubicBezTo>
                      <a:pt x="7397" y="1516"/>
                      <a:pt x="7386" y="1478"/>
                      <a:pt x="7370" y="1440"/>
                    </a:cubicBezTo>
                    <a:cubicBezTo>
                      <a:pt x="7430" y="1429"/>
                      <a:pt x="7484" y="1407"/>
                      <a:pt x="7533" y="1380"/>
                    </a:cubicBezTo>
                    <a:cubicBezTo>
                      <a:pt x="7658" y="1315"/>
                      <a:pt x="7593" y="1222"/>
                      <a:pt x="7587" y="1108"/>
                    </a:cubicBezTo>
                    <a:lnTo>
                      <a:pt x="7587" y="1086"/>
                    </a:lnTo>
                    <a:cubicBezTo>
                      <a:pt x="7640" y="1168"/>
                      <a:pt x="7734" y="1216"/>
                      <a:pt x="7830" y="1216"/>
                    </a:cubicBezTo>
                    <a:cubicBezTo>
                      <a:pt x="7862" y="1216"/>
                      <a:pt x="7893" y="1211"/>
                      <a:pt x="7924" y="1201"/>
                    </a:cubicBezTo>
                    <a:cubicBezTo>
                      <a:pt x="8027" y="1173"/>
                      <a:pt x="8125" y="1130"/>
                      <a:pt x="8212" y="1081"/>
                    </a:cubicBezTo>
                    <a:cubicBezTo>
                      <a:pt x="8261" y="1032"/>
                      <a:pt x="8316" y="1000"/>
                      <a:pt x="8375" y="978"/>
                    </a:cubicBezTo>
                    <a:cubicBezTo>
                      <a:pt x="8446" y="967"/>
                      <a:pt x="8511" y="967"/>
                      <a:pt x="8582" y="967"/>
                    </a:cubicBezTo>
                    <a:cubicBezTo>
                      <a:pt x="8625" y="967"/>
                      <a:pt x="8663" y="951"/>
                      <a:pt x="8707" y="945"/>
                    </a:cubicBezTo>
                    <a:cubicBezTo>
                      <a:pt x="8726" y="940"/>
                      <a:pt x="8749" y="940"/>
                      <a:pt x="8774" y="940"/>
                    </a:cubicBezTo>
                    <a:cubicBezTo>
                      <a:pt x="8798" y="940"/>
                      <a:pt x="8824" y="940"/>
                      <a:pt x="8848" y="934"/>
                    </a:cubicBezTo>
                    <a:cubicBezTo>
                      <a:pt x="8924" y="913"/>
                      <a:pt x="9000" y="880"/>
                      <a:pt x="9066" y="826"/>
                    </a:cubicBezTo>
                    <a:cubicBezTo>
                      <a:pt x="9136" y="755"/>
                      <a:pt x="9196" y="679"/>
                      <a:pt x="9251" y="597"/>
                    </a:cubicBezTo>
                    <a:cubicBezTo>
                      <a:pt x="9316" y="510"/>
                      <a:pt x="9365" y="412"/>
                      <a:pt x="9403" y="315"/>
                    </a:cubicBezTo>
                    <a:cubicBezTo>
                      <a:pt x="9403" y="309"/>
                      <a:pt x="9403" y="304"/>
                      <a:pt x="9403" y="304"/>
                    </a:cubicBezTo>
                    <a:cubicBezTo>
                      <a:pt x="9424" y="282"/>
                      <a:pt x="9441" y="249"/>
                      <a:pt x="9441" y="222"/>
                    </a:cubicBezTo>
                    <a:cubicBezTo>
                      <a:pt x="9441" y="200"/>
                      <a:pt x="9424" y="184"/>
                      <a:pt x="9408" y="179"/>
                    </a:cubicBezTo>
                    <a:lnTo>
                      <a:pt x="9408" y="173"/>
                    </a:lnTo>
                    <a:cubicBezTo>
                      <a:pt x="9393" y="169"/>
                      <a:pt x="9378" y="167"/>
                      <a:pt x="9363" y="167"/>
                    </a:cubicBezTo>
                    <a:cubicBezTo>
                      <a:pt x="9279" y="167"/>
                      <a:pt x="9195" y="223"/>
                      <a:pt x="9131" y="260"/>
                    </a:cubicBezTo>
                    <a:cubicBezTo>
                      <a:pt x="9000" y="336"/>
                      <a:pt x="8859" y="374"/>
                      <a:pt x="8712" y="374"/>
                    </a:cubicBezTo>
                    <a:cubicBezTo>
                      <a:pt x="8636" y="374"/>
                      <a:pt x="8560" y="358"/>
                      <a:pt x="8490" y="336"/>
                    </a:cubicBezTo>
                    <a:cubicBezTo>
                      <a:pt x="8441" y="309"/>
                      <a:pt x="8392" y="277"/>
                      <a:pt x="8354" y="244"/>
                    </a:cubicBezTo>
                    <a:cubicBezTo>
                      <a:pt x="8245" y="184"/>
                      <a:pt x="8152" y="97"/>
                      <a:pt x="8044" y="43"/>
                    </a:cubicBezTo>
                    <a:cubicBezTo>
                      <a:pt x="7990" y="17"/>
                      <a:pt x="7872" y="0"/>
                      <a:pt x="7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0"/>
              <p:cNvSpPr/>
              <p:nvPr/>
            </p:nvSpPr>
            <p:spPr>
              <a:xfrm>
                <a:off x="3254150" y="4391650"/>
                <a:ext cx="4800" cy="12850"/>
              </a:xfrm>
              <a:custGeom>
                <a:rect b="b" l="l" r="r" t="t"/>
                <a:pathLst>
                  <a:path extrusionOk="0" h="514" w="192">
                    <a:moveTo>
                      <a:pt x="123" y="1"/>
                    </a:moveTo>
                    <a:cubicBezTo>
                      <a:pt x="100" y="1"/>
                      <a:pt x="77" y="16"/>
                      <a:pt x="77" y="46"/>
                    </a:cubicBezTo>
                    <a:cubicBezTo>
                      <a:pt x="72" y="133"/>
                      <a:pt x="44" y="214"/>
                      <a:pt x="34" y="301"/>
                    </a:cubicBezTo>
                    <a:cubicBezTo>
                      <a:pt x="23" y="372"/>
                      <a:pt x="1" y="443"/>
                      <a:pt x="61" y="497"/>
                    </a:cubicBezTo>
                    <a:cubicBezTo>
                      <a:pt x="72" y="508"/>
                      <a:pt x="85" y="513"/>
                      <a:pt x="99" y="513"/>
                    </a:cubicBezTo>
                    <a:cubicBezTo>
                      <a:pt x="112" y="513"/>
                      <a:pt x="126" y="508"/>
                      <a:pt x="137" y="497"/>
                    </a:cubicBezTo>
                    <a:cubicBezTo>
                      <a:pt x="191" y="448"/>
                      <a:pt x="175" y="361"/>
                      <a:pt x="180" y="296"/>
                    </a:cubicBezTo>
                    <a:cubicBezTo>
                      <a:pt x="180" y="209"/>
                      <a:pt x="175" y="127"/>
                      <a:pt x="169" y="46"/>
                    </a:cubicBezTo>
                    <a:cubicBezTo>
                      <a:pt x="169" y="16"/>
                      <a:pt x="146" y="1"/>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0"/>
              <p:cNvSpPr/>
              <p:nvPr/>
            </p:nvSpPr>
            <p:spPr>
              <a:xfrm>
                <a:off x="3261000" y="4391950"/>
                <a:ext cx="5950" cy="9100"/>
              </a:xfrm>
              <a:custGeom>
                <a:rect b="b" l="l" r="r" t="t"/>
                <a:pathLst>
                  <a:path extrusionOk="0" h="364" w="238">
                    <a:moveTo>
                      <a:pt x="98" y="1"/>
                    </a:moveTo>
                    <a:cubicBezTo>
                      <a:pt x="94" y="1"/>
                      <a:pt x="90" y="1"/>
                      <a:pt x="86" y="1"/>
                    </a:cubicBezTo>
                    <a:cubicBezTo>
                      <a:pt x="84" y="1"/>
                      <a:pt x="82" y="1"/>
                      <a:pt x="80" y="1"/>
                    </a:cubicBezTo>
                    <a:cubicBezTo>
                      <a:pt x="9" y="1"/>
                      <a:pt x="1" y="100"/>
                      <a:pt x="69" y="121"/>
                    </a:cubicBezTo>
                    <a:cubicBezTo>
                      <a:pt x="69" y="137"/>
                      <a:pt x="64" y="153"/>
                      <a:pt x="58" y="170"/>
                    </a:cubicBezTo>
                    <a:cubicBezTo>
                      <a:pt x="48" y="208"/>
                      <a:pt x="42" y="246"/>
                      <a:pt x="37" y="284"/>
                    </a:cubicBezTo>
                    <a:cubicBezTo>
                      <a:pt x="37" y="330"/>
                      <a:pt x="71" y="364"/>
                      <a:pt x="111" y="364"/>
                    </a:cubicBezTo>
                    <a:cubicBezTo>
                      <a:pt x="119" y="364"/>
                      <a:pt x="127" y="362"/>
                      <a:pt x="135" y="360"/>
                    </a:cubicBezTo>
                    <a:lnTo>
                      <a:pt x="140" y="360"/>
                    </a:lnTo>
                    <a:cubicBezTo>
                      <a:pt x="173" y="354"/>
                      <a:pt x="189" y="327"/>
                      <a:pt x="189" y="300"/>
                    </a:cubicBezTo>
                    <a:cubicBezTo>
                      <a:pt x="226" y="189"/>
                      <a:pt x="237" y="1"/>
                      <a:pt x="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0"/>
              <p:cNvSpPr/>
              <p:nvPr/>
            </p:nvSpPr>
            <p:spPr>
              <a:xfrm>
                <a:off x="3268025" y="4389350"/>
                <a:ext cx="4500" cy="7500"/>
              </a:xfrm>
              <a:custGeom>
                <a:rect b="b" l="l" r="r" t="t"/>
                <a:pathLst>
                  <a:path extrusionOk="0" h="300" w="180">
                    <a:moveTo>
                      <a:pt x="115" y="0"/>
                    </a:moveTo>
                    <a:cubicBezTo>
                      <a:pt x="91" y="0"/>
                      <a:pt x="68" y="15"/>
                      <a:pt x="60" y="45"/>
                    </a:cubicBezTo>
                    <a:cubicBezTo>
                      <a:pt x="44" y="78"/>
                      <a:pt x="44" y="116"/>
                      <a:pt x="28" y="154"/>
                    </a:cubicBezTo>
                    <a:cubicBezTo>
                      <a:pt x="0" y="198"/>
                      <a:pt x="11" y="257"/>
                      <a:pt x="55" y="290"/>
                    </a:cubicBezTo>
                    <a:cubicBezTo>
                      <a:pt x="65" y="296"/>
                      <a:pt x="77" y="299"/>
                      <a:pt x="88" y="299"/>
                    </a:cubicBezTo>
                    <a:cubicBezTo>
                      <a:pt x="106" y="299"/>
                      <a:pt x="123" y="292"/>
                      <a:pt x="136" y="279"/>
                    </a:cubicBezTo>
                    <a:cubicBezTo>
                      <a:pt x="147" y="268"/>
                      <a:pt x="153" y="263"/>
                      <a:pt x="153" y="252"/>
                    </a:cubicBezTo>
                    <a:cubicBezTo>
                      <a:pt x="153" y="241"/>
                      <a:pt x="158" y="236"/>
                      <a:pt x="158" y="225"/>
                    </a:cubicBezTo>
                    <a:cubicBezTo>
                      <a:pt x="158" y="219"/>
                      <a:pt x="158" y="214"/>
                      <a:pt x="163" y="214"/>
                    </a:cubicBezTo>
                    <a:cubicBezTo>
                      <a:pt x="163" y="214"/>
                      <a:pt x="163" y="198"/>
                      <a:pt x="169" y="192"/>
                    </a:cubicBezTo>
                    <a:cubicBezTo>
                      <a:pt x="180" y="143"/>
                      <a:pt x="180" y="94"/>
                      <a:pt x="169" y="45"/>
                    </a:cubicBezTo>
                    <a:cubicBezTo>
                      <a:pt x="161" y="15"/>
                      <a:pt x="138"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0"/>
              <p:cNvSpPr/>
              <p:nvPr/>
            </p:nvSpPr>
            <p:spPr>
              <a:xfrm>
                <a:off x="3275625" y="4392650"/>
                <a:ext cx="25" cy="150"/>
              </a:xfrm>
              <a:custGeom>
                <a:rect b="b" l="l" r="r" t="t"/>
                <a:pathLst>
                  <a:path extrusionOk="0" h="6" w="1">
                    <a:moveTo>
                      <a:pt x="1" y="6"/>
                    </a:moveTo>
                    <a:lnTo>
                      <a:pt x="1" y="6"/>
                    </a:lnTo>
                    <a:cubicBezTo>
                      <a:pt x="1" y="0"/>
                      <a:pt x="1" y="0"/>
                      <a:pt x="1" y="0"/>
                    </a:cubicBezTo>
                    <a:cubicBezTo>
                      <a:pt x="1" y="0"/>
                      <a:pt x="1" y="0"/>
                      <a:pt x="1" y="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0"/>
              <p:cNvSpPr/>
              <p:nvPr/>
            </p:nvSpPr>
            <p:spPr>
              <a:xfrm>
                <a:off x="3275625" y="4392775"/>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0"/>
              <p:cNvSpPr/>
              <p:nvPr/>
            </p:nvSpPr>
            <p:spPr>
              <a:xfrm>
                <a:off x="3275225" y="4387700"/>
                <a:ext cx="5600" cy="7125"/>
              </a:xfrm>
              <a:custGeom>
                <a:rect b="b" l="l" r="r" t="t"/>
                <a:pathLst>
                  <a:path extrusionOk="0" h="285" w="224">
                    <a:moveTo>
                      <a:pt x="115" y="1"/>
                    </a:moveTo>
                    <a:cubicBezTo>
                      <a:pt x="90" y="1"/>
                      <a:pt x="64" y="13"/>
                      <a:pt x="49" y="35"/>
                    </a:cubicBezTo>
                    <a:cubicBezTo>
                      <a:pt x="33" y="57"/>
                      <a:pt x="39" y="90"/>
                      <a:pt x="55" y="111"/>
                    </a:cubicBezTo>
                    <a:cubicBezTo>
                      <a:pt x="55" y="122"/>
                      <a:pt x="49" y="133"/>
                      <a:pt x="44" y="144"/>
                    </a:cubicBezTo>
                    <a:cubicBezTo>
                      <a:pt x="44" y="143"/>
                      <a:pt x="44" y="142"/>
                      <a:pt x="43" y="142"/>
                    </a:cubicBezTo>
                    <a:cubicBezTo>
                      <a:pt x="42" y="142"/>
                      <a:pt x="39" y="149"/>
                      <a:pt x="39" y="149"/>
                    </a:cubicBezTo>
                    <a:cubicBezTo>
                      <a:pt x="33" y="160"/>
                      <a:pt x="33" y="166"/>
                      <a:pt x="33" y="177"/>
                    </a:cubicBezTo>
                    <a:cubicBezTo>
                      <a:pt x="28" y="181"/>
                      <a:pt x="24" y="186"/>
                      <a:pt x="19" y="194"/>
                    </a:cubicBezTo>
                    <a:lnTo>
                      <a:pt x="19" y="194"/>
                    </a:lnTo>
                    <a:cubicBezTo>
                      <a:pt x="19" y="194"/>
                      <a:pt x="19" y="194"/>
                      <a:pt x="19" y="194"/>
                    </a:cubicBezTo>
                    <a:lnTo>
                      <a:pt x="19" y="194"/>
                    </a:lnTo>
                    <a:cubicBezTo>
                      <a:pt x="19" y="194"/>
                      <a:pt x="19" y="194"/>
                      <a:pt x="19" y="194"/>
                    </a:cubicBezTo>
                    <a:lnTo>
                      <a:pt x="19" y="194"/>
                    </a:lnTo>
                    <a:cubicBezTo>
                      <a:pt x="19" y="195"/>
                      <a:pt x="18" y="196"/>
                      <a:pt x="17" y="198"/>
                    </a:cubicBezTo>
                    <a:lnTo>
                      <a:pt x="17" y="198"/>
                    </a:lnTo>
                    <a:cubicBezTo>
                      <a:pt x="17" y="196"/>
                      <a:pt x="18" y="195"/>
                      <a:pt x="19" y="194"/>
                    </a:cubicBezTo>
                    <a:lnTo>
                      <a:pt x="19" y="194"/>
                    </a:lnTo>
                    <a:cubicBezTo>
                      <a:pt x="18" y="194"/>
                      <a:pt x="17" y="196"/>
                      <a:pt x="17" y="198"/>
                    </a:cubicBezTo>
                    <a:cubicBezTo>
                      <a:pt x="17" y="198"/>
                      <a:pt x="17" y="198"/>
                      <a:pt x="17" y="198"/>
                    </a:cubicBezTo>
                    <a:lnTo>
                      <a:pt x="17" y="198"/>
                    </a:lnTo>
                    <a:cubicBezTo>
                      <a:pt x="17" y="199"/>
                      <a:pt x="17" y="202"/>
                      <a:pt x="17" y="204"/>
                    </a:cubicBezTo>
                    <a:cubicBezTo>
                      <a:pt x="0" y="231"/>
                      <a:pt x="17" y="269"/>
                      <a:pt x="49" y="280"/>
                    </a:cubicBezTo>
                    <a:cubicBezTo>
                      <a:pt x="57" y="283"/>
                      <a:pt x="65" y="284"/>
                      <a:pt x="73" y="284"/>
                    </a:cubicBezTo>
                    <a:cubicBezTo>
                      <a:pt x="96" y="284"/>
                      <a:pt x="120" y="274"/>
                      <a:pt x="136" y="258"/>
                    </a:cubicBezTo>
                    <a:cubicBezTo>
                      <a:pt x="139" y="256"/>
                      <a:pt x="140" y="254"/>
                      <a:pt x="141" y="253"/>
                    </a:cubicBezTo>
                    <a:lnTo>
                      <a:pt x="141" y="253"/>
                    </a:lnTo>
                    <a:cubicBezTo>
                      <a:pt x="141" y="253"/>
                      <a:pt x="141" y="253"/>
                      <a:pt x="142" y="253"/>
                    </a:cubicBezTo>
                    <a:cubicBezTo>
                      <a:pt x="153" y="242"/>
                      <a:pt x="164" y="236"/>
                      <a:pt x="169" y="225"/>
                    </a:cubicBezTo>
                    <a:cubicBezTo>
                      <a:pt x="174" y="215"/>
                      <a:pt x="180" y="204"/>
                      <a:pt x="185" y="193"/>
                    </a:cubicBezTo>
                    <a:cubicBezTo>
                      <a:pt x="223" y="128"/>
                      <a:pt x="207" y="52"/>
                      <a:pt x="153" y="8"/>
                    </a:cubicBezTo>
                    <a:lnTo>
                      <a:pt x="147" y="8"/>
                    </a:lnTo>
                    <a:cubicBezTo>
                      <a:pt x="137" y="3"/>
                      <a:pt x="126"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0"/>
              <p:cNvSpPr/>
              <p:nvPr/>
            </p:nvSpPr>
            <p:spPr>
              <a:xfrm>
                <a:off x="3245050" y="4508575"/>
                <a:ext cx="4925" cy="10375"/>
              </a:xfrm>
              <a:custGeom>
                <a:rect b="b" l="l" r="r" t="t"/>
                <a:pathLst>
                  <a:path extrusionOk="0" h="415" w="197">
                    <a:moveTo>
                      <a:pt x="71" y="0"/>
                    </a:moveTo>
                    <a:cubicBezTo>
                      <a:pt x="44" y="0"/>
                      <a:pt x="17" y="16"/>
                      <a:pt x="6" y="49"/>
                    </a:cubicBezTo>
                    <a:cubicBezTo>
                      <a:pt x="1" y="82"/>
                      <a:pt x="1" y="114"/>
                      <a:pt x="1" y="147"/>
                    </a:cubicBezTo>
                    <a:cubicBezTo>
                      <a:pt x="1" y="179"/>
                      <a:pt x="22" y="201"/>
                      <a:pt x="28" y="234"/>
                    </a:cubicBezTo>
                    <a:cubicBezTo>
                      <a:pt x="22" y="266"/>
                      <a:pt x="28" y="294"/>
                      <a:pt x="33" y="326"/>
                    </a:cubicBezTo>
                    <a:cubicBezTo>
                      <a:pt x="44" y="353"/>
                      <a:pt x="61" y="381"/>
                      <a:pt x="88" y="397"/>
                    </a:cubicBezTo>
                    <a:cubicBezTo>
                      <a:pt x="99" y="409"/>
                      <a:pt x="114" y="414"/>
                      <a:pt x="129" y="414"/>
                    </a:cubicBezTo>
                    <a:cubicBezTo>
                      <a:pt x="148" y="414"/>
                      <a:pt x="168" y="405"/>
                      <a:pt x="180" y="386"/>
                    </a:cubicBezTo>
                    <a:cubicBezTo>
                      <a:pt x="180" y="381"/>
                      <a:pt x="186" y="370"/>
                      <a:pt x="186" y="364"/>
                    </a:cubicBezTo>
                    <a:cubicBezTo>
                      <a:pt x="191" y="359"/>
                      <a:pt x="191" y="348"/>
                      <a:pt x="196" y="337"/>
                    </a:cubicBezTo>
                    <a:cubicBezTo>
                      <a:pt x="196" y="310"/>
                      <a:pt x="175" y="283"/>
                      <a:pt x="175" y="256"/>
                    </a:cubicBezTo>
                    <a:cubicBezTo>
                      <a:pt x="169" y="217"/>
                      <a:pt x="164" y="179"/>
                      <a:pt x="147" y="147"/>
                    </a:cubicBezTo>
                    <a:cubicBezTo>
                      <a:pt x="131" y="114"/>
                      <a:pt x="131" y="82"/>
                      <a:pt x="137" y="49"/>
                    </a:cubicBezTo>
                    <a:cubicBezTo>
                      <a:pt x="126" y="16"/>
                      <a:pt x="99"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0"/>
              <p:cNvSpPr/>
              <p:nvPr/>
            </p:nvSpPr>
            <p:spPr>
              <a:xfrm>
                <a:off x="3249975" y="4507475"/>
                <a:ext cx="5450" cy="11050"/>
              </a:xfrm>
              <a:custGeom>
                <a:rect b="b" l="l" r="r" t="t"/>
                <a:pathLst>
                  <a:path extrusionOk="0" h="442" w="218">
                    <a:moveTo>
                      <a:pt x="75" y="0"/>
                    </a:moveTo>
                    <a:cubicBezTo>
                      <a:pt x="15" y="0"/>
                      <a:pt x="1" y="78"/>
                      <a:pt x="37" y="115"/>
                    </a:cubicBezTo>
                    <a:cubicBezTo>
                      <a:pt x="37" y="153"/>
                      <a:pt x="21" y="213"/>
                      <a:pt x="21" y="251"/>
                    </a:cubicBezTo>
                    <a:cubicBezTo>
                      <a:pt x="16" y="316"/>
                      <a:pt x="37" y="386"/>
                      <a:pt x="92" y="430"/>
                    </a:cubicBezTo>
                    <a:cubicBezTo>
                      <a:pt x="104" y="438"/>
                      <a:pt x="116" y="442"/>
                      <a:pt x="128" y="442"/>
                    </a:cubicBezTo>
                    <a:cubicBezTo>
                      <a:pt x="178" y="442"/>
                      <a:pt x="217" y="375"/>
                      <a:pt x="195" y="327"/>
                    </a:cubicBezTo>
                    <a:cubicBezTo>
                      <a:pt x="162" y="251"/>
                      <a:pt x="201" y="136"/>
                      <a:pt x="173" y="49"/>
                    </a:cubicBezTo>
                    <a:cubicBezTo>
                      <a:pt x="162" y="22"/>
                      <a:pt x="135" y="1"/>
                      <a:pt x="103" y="1"/>
                    </a:cubicBezTo>
                    <a:lnTo>
                      <a:pt x="81" y="1"/>
                    </a:lnTo>
                    <a:cubicBezTo>
                      <a:pt x="79" y="0"/>
                      <a:pt x="77"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0"/>
              <p:cNvSpPr/>
              <p:nvPr/>
            </p:nvSpPr>
            <p:spPr>
              <a:xfrm>
                <a:off x="3302275" y="4482650"/>
                <a:ext cx="5150" cy="11850"/>
              </a:xfrm>
              <a:custGeom>
                <a:rect b="b" l="l" r="r" t="t"/>
                <a:pathLst>
                  <a:path extrusionOk="0" h="474" w="206">
                    <a:moveTo>
                      <a:pt x="125" y="0"/>
                    </a:moveTo>
                    <a:cubicBezTo>
                      <a:pt x="90" y="0"/>
                      <a:pt x="55" y="23"/>
                      <a:pt x="55" y="69"/>
                    </a:cubicBezTo>
                    <a:cubicBezTo>
                      <a:pt x="49" y="140"/>
                      <a:pt x="38" y="205"/>
                      <a:pt x="22" y="276"/>
                    </a:cubicBezTo>
                    <a:cubicBezTo>
                      <a:pt x="0" y="336"/>
                      <a:pt x="16" y="406"/>
                      <a:pt x="60" y="455"/>
                    </a:cubicBezTo>
                    <a:cubicBezTo>
                      <a:pt x="76" y="468"/>
                      <a:pt x="95" y="474"/>
                      <a:pt x="114" y="474"/>
                    </a:cubicBezTo>
                    <a:cubicBezTo>
                      <a:pt x="161" y="474"/>
                      <a:pt x="206" y="439"/>
                      <a:pt x="190" y="385"/>
                    </a:cubicBezTo>
                    <a:cubicBezTo>
                      <a:pt x="174" y="336"/>
                      <a:pt x="174" y="287"/>
                      <a:pt x="190" y="243"/>
                    </a:cubicBezTo>
                    <a:lnTo>
                      <a:pt x="190" y="238"/>
                    </a:lnTo>
                    <a:cubicBezTo>
                      <a:pt x="196" y="184"/>
                      <a:pt x="196" y="129"/>
                      <a:pt x="196" y="69"/>
                    </a:cubicBezTo>
                    <a:cubicBezTo>
                      <a:pt x="196" y="23"/>
                      <a:pt x="161"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0"/>
              <p:cNvSpPr/>
              <p:nvPr/>
            </p:nvSpPr>
            <p:spPr>
              <a:xfrm>
                <a:off x="3309475" y="4480950"/>
                <a:ext cx="4500" cy="8225"/>
              </a:xfrm>
              <a:custGeom>
                <a:rect b="b" l="l" r="r" t="t"/>
                <a:pathLst>
                  <a:path extrusionOk="0" h="329" w="180">
                    <a:moveTo>
                      <a:pt x="93" y="0"/>
                    </a:moveTo>
                    <a:cubicBezTo>
                      <a:pt x="64" y="0"/>
                      <a:pt x="36" y="21"/>
                      <a:pt x="38" y="61"/>
                    </a:cubicBezTo>
                    <a:cubicBezTo>
                      <a:pt x="38" y="94"/>
                      <a:pt x="27" y="127"/>
                      <a:pt x="22" y="165"/>
                    </a:cubicBezTo>
                    <a:cubicBezTo>
                      <a:pt x="11" y="197"/>
                      <a:pt x="6" y="230"/>
                      <a:pt x="0" y="262"/>
                    </a:cubicBezTo>
                    <a:cubicBezTo>
                      <a:pt x="0" y="308"/>
                      <a:pt x="32" y="329"/>
                      <a:pt x="67" y="329"/>
                    </a:cubicBezTo>
                    <a:cubicBezTo>
                      <a:pt x="85" y="329"/>
                      <a:pt x="105" y="323"/>
                      <a:pt x="120" y="311"/>
                    </a:cubicBezTo>
                    <a:lnTo>
                      <a:pt x="125" y="306"/>
                    </a:lnTo>
                    <a:cubicBezTo>
                      <a:pt x="131" y="301"/>
                      <a:pt x="136" y="295"/>
                      <a:pt x="142" y="290"/>
                    </a:cubicBezTo>
                    <a:cubicBezTo>
                      <a:pt x="180" y="219"/>
                      <a:pt x="163" y="137"/>
                      <a:pt x="152" y="61"/>
                    </a:cubicBezTo>
                    <a:cubicBezTo>
                      <a:pt x="152" y="21"/>
                      <a:pt x="123"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0"/>
              <p:cNvSpPr/>
              <p:nvPr/>
            </p:nvSpPr>
            <p:spPr>
              <a:xfrm>
                <a:off x="3317475" y="4478950"/>
                <a:ext cx="4925" cy="7775"/>
              </a:xfrm>
              <a:custGeom>
                <a:rect b="b" l="l" r="r" t="t"/>
                <a:pathLst>
                  <a:path extrusionOk="0" h="311" w="197">
                    <a:moveTo>
                      <a:pt x="88" y="0"/>
                    </a:moveTo>
                    <a:cubicBezTo>
                      <a:pt x="28" y="0"/>
                      <a:pt x="1" y="71"/>
                      <a:pt x="39" y="114"/>
                    </a:cubicBezTo>
                    <a:cubicBezTo>
                      <a:pt x="39" y="125"/>
                      <a:pt x="34" y="136"/>
                      <a:pt x="28" y="152"/>
                    </a:cubicBezTo>
                    <a:cubicBezTo>
                      <a:pt x="17" y="174"/>
                      <a:pt x="17" y="196"/>
                      <a:pt x="17" y="223"/>
                    </a:cubicBezTo>
                    <a:cubicBezTo>
                      <a:pt x="6" y="234"/>
                      <a:pt x="6" y="250"/>
                      <a:pt x="12" y="266"/>
                    </a:cubicBezTo>
                    <a:cubicBezTo>
                      <a:pt x="22" y="291"/>
                      <a:pt x="44" y="311"/>
                      <a:pt x="73" y="311"/>
                    </a:cubicBezTo>
                    <a:cubicBezTo>
                      <a:pt x="76" y="311"/>
                      <a:pt x="79" y="310"/>
                      <a:pt x="83" y="310"/>
                    </a:cubicBezTo>
                    <a:cubicBezTo>
                      <a:pt x="104" y="310"/>
                      <a:pt x="131" y="299"/>
                      <a:pt x="142" y="277"/>
                    </a:cubicBezTo>
                    <a:cubicBezTo>
                      <a:pt x="186" y="212"/>
                      <a:pt x="197" y="130"/>
                      <a:pt x="180" y="54"/>
                    </a:cubicBezTo>
                    <a:cubicBezTo>
                      <a:pt x="170" y="22"/>
                      <a:pt x="142" y="0"/>
                      <a:pt x="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0"/>
              <p:cNvSpPr/>
              <p:nvPr/>
            </p:nvSpPr>
            <p:spPr>
              <a:xfrm>
                <a:off x="3215850" y="4520800"/>
                <a:ext cx="4500" cy="9825"/>
              </a:xfrm>
              <a:custGeom>
                <a:rect b="b" l="l" r="r" t="t"/>
                <a:pathLst>
                  <a:path extrusionOk="0" h="393" w="180">
                    <a:moveTo>
                      <a:pt x="95" y="1"/>
                    </a:moveTo>
                    <a:cubicBezTo>
                      <a:pt x="55" y="1"/>
                      <a:pt x="22" y="54"/>
                      <a:pt x="60" y="87"/>
                    </a:cubicBezTo>
                    <a:cubicBezTo>
                      <a:pt x="82" y="114"/>
                      <a:pt x="33" y="191"/>
                      <a:pt x="27" y="212"/>
                    </a:cubicBezTo>
                    <a:cubicBezTo>
                      <a:pt x="0" y="261"/>
                      <a:pt x="0" y="316"/>
                      <a:pt x="27" y="364"/>
                    </a:cubicBezTo>
                    <a:cubicBezTo>
                      <a:pt x="36" y="383"/>
                      <a:pt x="54" y="393"/>
                      <a:pt x="73" y="393"/>
                    </a:cubicBezTo>
                    <a:cubicBezTo>
                      <a:pt x="88" y="393"/>
                      <a:pt x="102" y="387"/>
                      <a:pt x="114" y="375"/>
                    </a:cubicBezTo>
                    <a:lnTo>
                      <a:pt x="120" y="364"/>
                    </a:lnTo>
                    <a:cubicBezTo>
                      <a:pt x="136" y="354"/>
                      <a:pt x="136" y="337"/>
                      <a:pt x="130" y="321"/>
                    </a:cubicBezTo>
                    <a:lnTo>
                      <a:pt x="130" y="321"/>
                    </a:lnTo>
                    <a:cubicBezTo>
                      <a:pt x="130" y="315"/>
                      <a:pt x="130" y="298"/>
                      <a:pt x="130" y="294"/>
                    </a:cubicBezTo>
                    <a:cubicBezTo>
                      <a:pt x="130" y="277"/>
                      <a:pt x="130" y="267"/>
                      <a:pt x="136" y="256"/>
                    </a:cubicBezTo>
                    <a:cubicBezTo>
                      <a:pt x="147" y="229"/>
                      <a:pt x="158" y="196"/>
                      <a:pt x="163" y="169"/>
                    </a:cubicBezTo>
                    <a:cubicBezTo>
                      <a:pt x="179" y="114"/>
                      <a:pt x="169" y="55"/>
                      <a:pt x="130" y="17"/>
                    </a:cubicBezTo>
                    <a:cubicBezTo>
                      <a:pt x="119" y="5"/>
                      <a:pt x="107"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0"/>
              <p:cNvSpPr/>
              <p:nvPr/>
            </p:nvSpPr>
            <p:spPr>
              <a:xfrm>
                <a:off x="3221675" y="4520925"/>
                <a:ext cx="4925" cy="9375"/>
              </a:xfrm>
              <a:custGeom>
                <a:rect b="b" l="l" r="r" t="t"/>
                <a:pathLst>
                  <a:path extrusionOk="0" h="375" w="197">
                    <a:moveTo>
                      <a:pt x="150" y="1"/>
                    </a:moveTo>
                    <a:cubicBezTo>
                      <a:pt x="127" y="1"/>
                      <a:pt x="104" y="17"/>
                      <a:pt x="104" y="50"/>
                    </a:cubicBezTo>
                    <a:cubicBezTo>
                      <a:pt x="88" y="147"/>
                      <a:pt x="1" y="262"/>
                      <a:pt x="61" y="354"/>
                    </a:cubicBezTo>
                    <a:cubicBezTo>
                      <a:pt x="69" y="368"/>
                      <a:pt x="82" y="374"/>
                      <a:pt x="96" y="374"/>
                    </a:cubicBezTo>
                    <a:cubicBezTo>
                      <a:pt x="109" y="374"/>
                      <a:pt x="123" y="368"/>
                      <a:pt x="131" y="354"/>
                    </a:cubicBezTo>
                    <a:cubicBezTo>
                      <a:pt x="158" y="311"/>
                      <a:pt x="175" y="256"/>
                      <a:pt x="180" y="207"/>
                    </a:cubicBezTo>
                    <a:cubicBezTo>
                      <a:pt x="191" y="153"/>
                      <a:pt x="196" y="104"/>
                      <a:pt x="196" y="50"/>
                    </a:cubicBezTo>
                    <a:cubicBezTo>
                      <a:pt x="196" y="17"/>
                      <a:pt x="173"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0"/>
              <p:cNvSpPr/>
              <p:nvPr/>
            </p:nvSpPr>
            <p:spPr>
              <a:xfrm>
                <a:off x="3170175" y="4396675"/>
                <a:ext cx="11450" cy="10700"/>
              </a:xfrm>
              <a:custGeom>
                <a:rect b="b" l="l" r="r" t="t"/>
                <a:pathLst>
                  <a:path extrusionOk="0" h="428" w="458">
                    <a:moveTo>
                      <a:pt x="256" y="1"/>
                    </a:moveTo>
                    <a:cubicBezTo>
                      <a:pt x="250" y="1"/>
                      <a:pt x="245" y="3"/>
                      <a:pt x="240" y="8"/>
                    </a:cubicBezTo>
                    <a:cubicBezTo>
                      <a:pt x="164" y="78"/>
                      <a:pt x="1" y="280"/>
                      <a:pt x="93" y="383"/>
                    </a:cubicBezTo>
                    <a:cubicBezTo>
                      <a:pt x="123" y="413"/>
                      <a:pt x="161" y="428"/>
                      <a:pt x="198" y="428"/>
                    </a:cubicBezTo>
                    <a:cubicBezTo>
                      <a:pt x="236" y="428"/>
                      <a:pt x="272" y="413"/>
                      <a:pt x="300" y="383"/>
                    </a:cubicBezTo>
                    <a:cubicBezTo>
                      <a:pt x="365" y="334"/>
                      <a:pt x="457" y="263"/>
                      <a:pt x="408" y="171"/>
                    </a:cubicBezTo>
                    <a:cubicBezTo>
                      <a:pt x="403" y="163"/>
                      <a:pt x="395" y="159"/>
                      <a:pt x="387" y="159"/>
                    </a:cubicBezTo>
                    <a:cubicBezTo>
                      <a:pt x="380" y="159"/>
                      <a:pt x="373" y="163"/>
                      <a:pt x="370" y="171"/>
                    </a:cubicBezTo>
                    <a:cubicBezTo>
                      <a:pt x="354" y="193"/>
                      <a:pt x="348" y="220"/>
                      <a:pt x="338" y="247"/>
                    </a:cubicBezTo>
                    <a:cubicBezTo>
                      <a:pt x="321" y="269"/>
                      <a:pt x="300" y="285"/>
                      <a:pt x="278" y="301"/>
                    </a:cubicBezTo>
                    <a:cubicBezTo>
                      <a:pt x="251" y="329"/>
                      <a:pt x="229" y="361"/>
                      <a:pt x="185" y="361"/>
                    </a:cubicBezTo>
                    <a:cubicBezTo>
                      <a:pt x="183" y="362"/>
                      <a:pt x="181" y="362"/>
                      <a:pt x="178" y="362"/>
                    </a:cubicBezTo>
                    <a:cubicBezTo>
                      <a:pt x="149" y="362"/>
                      <a:pt x="126" y="332"/>
                      <a:pt x="126" y="301"/>
                    </a:cubicBezTo>
                    <a:cubicBezTo>
                      <a:pt x="131" y="209"/>
                      <a:pt x="218" y="106"/>
                      <a:pt x="278" y="46"/>
                    </a:cubicBezTo>
                    <a:cubicBezTo>
                      <a:pt x="290" y="25"/>
                      <a:pt x="274" y="1"/>
                      <a:pt x="2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0"/>
              <p:cNvSpPr/>
              <p:nvPr/>
            </p:nvSpPr>
            <p:spPr>
              <a:xfrm>
                <a:off x="3221150" y="4476225"/>
                <a:ext cx="9650" cy="9350"/>
              </a:xfrm>
              <a:custGeom>
                <a:rect b="b" l="l" r="r" t="t"/>
                <a:pathLst>
                  <a:path extrusionOk="0" h="374" w="386">
                    <a:moveTo>
                      <a:pt x="299" y="0"/>
                    </a:moveTo>
                    <a:cubicBezTo>
                      <a:pt x="234" y="0"/>
                      <a:pt x="169" y="60"/>
                      <a:pt x="125" y="104"/>
                    </a:cubicBezTo>
                    <a:cubicBezTo>
                      <a:pt x="71" y="153"/>
                      <a:pt x="27" y="218"/>
                      <a:pt x="5" y="288"/>
                    </a:cubicBezTo>
                    <a:cubicBezTo>
                      <a:pt x="0" y="305"/>
                      <a:pt x="5" y="326"/>
                      <a:pt x="22" y="332"/>
                    </a:cubicBezTo>
                    <a:cubicBezTo>
                      <a:pt x="67" y="361"/>
                      <a:pt x="119" y="374"/>
                      <a:pt x="172" y="374"/>
                    </a:cubicBezTo>
                    <a:cubicBezTo>
                      <a:pt x="189" y="374"/>
                      <a:pt x="206" y="373"/>
                      <a:pt x="223" y="370"/>
                    </a:cubicBezTo>
                    <a:cubicBezTo>
                      <a:pt x="283" y="354"/>
                      <a:pt x="315" y="310"/>
                      <a:pt x="364" y="272"/>
                    </a:cubicBezTo>
                    <a:cubicBezTo>
                      <a:pt x="386" y="261"/>
                      <a:pt x="375" y="229"/>
                      <a:pt x="353" y="229"/>
                    </a:cubicBezTo>
                    <a:cubicBezTo>
                      <a:pt x="315" y="234"/>
                      <a:pt x="277" y="245"/>
                      <a:pt x="250" y="267"/>
                    </a:cubicBezTo>
                    <a:cubicBezTo>
                      <a:pt x="223" y="285"/>
                      <a:pt x="191" y="293"/>
                      <a:pt x="159" y="293"/>
                    </a:cubicBezTo>
                    <a:cubicBezTo>
                      <a:pt x="133" y="293"/>
                      <a:pt x="106" y="287"/>
                      <a:pt x="82" y="278"/>
                    </a:cubicBezTo>
                    <a:cubicBezTo>
                      <a:pt x="103" y="229"/>
                      <a:pt x="130" y="185"/>
                      <a:pt x="163" y="153"/>
                    </a:cubicBezTo>
                    <a:cubicBezTo>
                      <a:pt x="196" y="114"/>
                      <a:pt x="245" y="44"/>
                      <a:pt x="299" y="38"/>
                    </a:cubicBezTo>
                    <a:cubicBezTo>
                      <a:pt x="321" y="33"/>
                      <a:pt x="321" y="6"/>
                      <a:pt x="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120"/>
            <p:cNvGrpSpPr/>
            <p:nvPr/>
          </p:nvGrpSpPr>
          <p:grpSpPr>
            <a:xfrm>
              <a:off x="1158627" y="3569306"/>
              <a:ext cx="274322" cy="274314"/>
              <a:chOff x="3408275" y="4316025"/>
              <a:chExt cx="175600" cy="174400"/>
            </a:xfrm>
          </p:grpSpPr>
          <p:sp>
            <p:nvSpPr>
              <p:cNvPr id="5554" name="Google Shape;5554;p120"/>
              <p:cNvSpPr/>
              <p:nvPr/>
            </p:nvSpPr>
            <p:spPr>
              <a:xfrm>
                <a:off x="3408275" y="4316025"/>
                <a:ext cx="172875" cy="151075"/>
              </a:xfrm>
              <a:custGeom>
                <a:rect b="b" l="l" r="r" t="t"/>
                <a:pathLst>
                  <a:path extrusionOk="0" h="6043" w="6915">
                    <a:moveTo>
                      <a:pt x="5795" y="712"/>
                    </a:moveTo>
                    <a:lnTo>
                      <a:pt x="5795" y="712"/>
                    </a:lnTo>
                    <a:cubicBezTo>
                      <a:pt x="5784" y="722"/>
                      <a:pt x="5773" y="733"/>
                      <a:pt x="5762" y="750"/>
                    </a:cubicBezTo>
                    <a:cubicBezTo>
                      <a:pt x="5762" y="750"/>
                      <a:pt x="5757" y="750"/>
                      <a:pt x="5757" y="755"/>
                    </a:cubicBezTo>
                    <a:cubicBezTo>
                      <a:pt x="5697" y="799"/>
                      <a:pt x="5632" y="842"/>
                      <a:pt x="5572" y="886"/>
                    </a:cubicBezTo>
                    <a:cubicBezTo>
                      <a:pt x="5621" y="848"/>
                      <a:pt x="5664" y="809"/>
                      <a:pt x="5713" y="771"/>
                    </a:cubicBezTo>
                    <a:cubicBezTo>
                      <a:pt x="5740" y="750"/>
                      <a:pt x="5767" y="728"/>
                      <a:pt x="5795" y="712"/>
                    </a:cubicBezTo>
                    <a:close/>
                    <a:moveTo>
                      <a:pt x="5941" y="462"/>
                    </a:moveTo>
                    <a:lnTo>
                      <a:pt x="5936" y="467"/>
                    </a:lnTo>
                    <a:cubicBezTo>
                      <a:pt x="5871" y="521"/>
                      <a:pt x="5784" y="554"/>
                      <a:pt x="5708" y="603"/>
                    </a:cubicBezTo>
                    <a:cubicBezTo>
                      <a:pt x="5637" y="652"/>
                      <a:pt x="5561" y="717"/>
                      <a:pt x="5479" y="777"/>
                    </a:cubicBezTo>
                    <a:cubicBezTo>
                      <a:pt x="5414" y="826"/>
                      <a:pt x="5343" y="864"/>
                      <a:pt x="5284" y="918"/>
                    </a:cubicBezTo>
                    <a:cubicBezTo>
                      <a:pt x="5218" y="967"/>
                      <a:pt x="5137" y="1032"/>
                      <a:pt x="5061" y="1087"/>
                    </a:cubicBezTo>
                    <a:cubicBezTo>
                      <a:pt x="4985" y="1141"/>
                      <a:pt x="4930" y="1201"/>
                      <a:pt x="4854" y="1250"/>
                    </a:cubicBezTo>
                    <a:cubicBezTo>
                      <a:pt x="4784" y="1293"/>
                      <a:pt x="4686" y="1353"/>
                      <a:pt x="4599" y="1407"/>
                    </a:cubicBezTo>
                    <a:cubicBezTo>
                      <a:pt x="4528" y="1445"/>
                      <a:pt x="4463" y="1489"/>
                      <a:pt x="4392" y="1538"/>
                    </a:cubicBezTo>
                    <a:cubicBezTo>
                      <a:pt x="4327" y="1587"/>
                      <a:pt x="4256" y="1630"/>
                      <a:pt x="4186" y="1674"/>
                    </a:cubicBezTo>
                    <a:cubicBezTo>
                      <a:pt x="4120" y="1712"/>
                      <a:pt x="4055" y="1734"/>
                      <a:pt x="3995" y="1772"/>
                    </a:cubicBezTo>
                    <a:cubicBezTo>
                      <a:pt x="3908" y="1826"/>
                      <a:pt x="3827" y="1886"/>
                      <a:pt x="3740" y="1940"/>
                    </a:cubicBezTo>
                    <a:cubicBezTo>
                      <a:pt x="3582" y="2033"/>
                      <a:pt x="3441" y="2147"/>
                      <a:pt x="3278" y="2239"/>
                    </a:cubicBezTo>
                    <a:cubicBezTo>
                      <a:pt x="3202" y="2283"/>
                      <a:pt x="3120" y="2315"/>
                      <a:pt x="3050" y="2364"/>
                    </a:cubicBezTo>
                    <a:cubicBezTo>
                      <a:pt x="2973" y="2413"/>
                      <a:pt x="2897" y="2429"/>
                      <a:pt x="2827" y="2478"/>
                    </a:cubicBezTo>
                    <a:cubicBezTo>
                      <a:pt x="2675" y="2587"/>
                      <a:pt x="2533" y="2712"/>
                      <a:pt x="2381" y="2826"/>
                    </a:cubicBezTo>
                    <a:cubicBezTo>
                      <a:pt x="2299" y="2886"/>
                      <a:pt x="2218" y="2935"/>
                      <a:pt x="2142" y="3000"/>
                    </a:cubicBezTo>
                    <a:cubicBezTo>
                      <a:pt x="2098" y="3033"/>
                      <a:pt x="2060" y="3065"/>
                      <a:pt x="2028" y="3103"/>
                    </a:cubicBezTo>
                    <a:cubicBezTo>
                      <a:pt x="1979" y="3044"/>
                      <a:pt x="1908" y="3000"/>
                      <a:pt x="1832" y="2978"/>
                    </a:cubicBezTo>
                    <a:cubicBezTo>
                      <a:pt x="1783" y="2962"/>
                      <a:pt x="1740" y="2940"/>
                      <a:pt x="1696" y="2913"/>
                    </a:cubicBezTo>
                    <a:cubicBezTo>
                      <a:pt x="1642" y="2886"/>
                      <a:pt x="1587" y="2870"/>
                      <a:pt x="1528" y="2853"/>
                    </a:cubicBezTo>
                    <a:cubicBezTo>
                      <a:pt x="1299" y="2761"/>
                      <a:pt x="1066" y="2690"/>
                      <a:pt x="826" y="2641"/>
                    </a:cubicBezTo>
                    <a:cubicBezTo>
                      <a:pt x="701" y="2614"/>
                      <a:pt x="571" y="2620"/>
                      <a:pt x="446" y="2598"/>
                    </a:cubicBezTo>
                    <a:lnTo>
                      <a:pt x="381" y="2582"/>
                    </a:lnTo>
                    <a:cubicBezTo>
                      <a:pt x="402" y="2576"/>
                      <a:pt x="424" y="2571"/>
                      <a:pt x="446" y="2560"/>
                    </a:cubicBezTo>
                    <a:cubicBezTo>
                      <a:pt x="555" y="2511"/>
                      <a:pt x="663" y="2473"/>
                      <a:pt x="777" y="2440"/>
                    </a:cubicBezTo>
                    <a:cubicBezTo>
                      <a:pt x="979" y="2380"/>
                      <a:pt x="1174" y="2304"/>
                      <a:pt x="1359" y="2206"/>
                    </a:cubicBezTo>
                    <a:cubicBezTo>
                      <a:pt x="1468" y="2163"/>
                      <a:pt x="1582" y="2130"/>
                      <a:pt x="1696" y="2103"/>
                    </a:cubicBezTo>
                    <a:cubicBezTo>
                      <a:pt x="1750" y="2087"/>
                      <a:pt x="1799" y="2060"/>
                      <a:pt x="1848" y="2043"/>
                    </a:cubicBezTo>
                    <a:cubicBezTo>
                      <a:pt x="1897" y="2022"/>
                      <a:pt x="1962" y="2016"/>
                      <a:pt x="2017" y="1994"/>
                    </a:cubicBezTo>
                    <a:cubicBezTo>
                      <a:pt x="2120" y="1962"/>
                      <a:pt x="2218" y="1918"/>
                      <a:pt x="2316" y="1869"/>
                    </a:cubicBezTo>
                    <a:cubicBezTo>
                      <a:pt x="2435" y="1815"/>
                      <a:pt x="2566" y="1777"/>
                      <a:pt x="2696" y="1728"/>
                    </a:cubicBezTo>
                    <a:cubicBezTo>
                      <a:pt x="2908" y="1636"/>
                      <a:pt x="3126" y="1538"/>
                      <a:pt x="3343" y="1456"/>
                    </a:cubicBezTo>
                    <a:cubicBezTo>
                      <a:pt x="3561" y="1369"/>
                      <a:pt x="3773" y="1320"/>
                      <a:pt x="3979" y="1217"/>
                    </a:cubicBezTo>
                    <a:cubicBezTo>
                      <a:pt x="4082" y="1168"/>
                      <a:pt x="4197" y="1125"/>
                      <a:pt x="4311" y="1092"/>
                    </a:cubicBezTo>
                    <a:cubicBezTo>
                      <a:pt x="4430" y="1049"/>
                      <a:pt x="4544" y="989"/>
                      <a:pt x="4669" y="945"/>
                    </a:cubicBezTo>
                    <a:cubicBezTo>
                      <a:pt x="4876" y="864"/>
                      <a:pt x="5077" y="766"/>
                      <a:pt x="5289" y="690"/>
                    </a:cubicBezTo>
                    <a:cubicBezTo>
                      <a:pt x="5398" y="652"/>
                      <a:pt x="5512" y="619"/>
                      <a:pt x="5621" y="581"/>
                    </a:cubicBezTo>
                    <a:cubicBezTo>
                      <a:pt x="5724" y="538"/>
                      <a:pt x="5833" y="500"/>
                      <a:pt x="5941" y="462"/>
                    </a:cubicBezTo>
                    <a:close/>
                    <a:moveTo>
                      <a:pt x="4876" y="1413"/>
                    </a:moveTo>
                    <a:lnTo>
                      <a:pt x="4876" y="1413"/>
                    </a:lnTo>
                    <a:cubicBezTo>
                      <a:pt x="4534" y="1712"/>
                      <a:pt x="4224" y="2033"/>
                      <a:pt x="3903" y="2353"/>
                    </a:cubicBezTo>
                    <a:cubicBezTo>
                      <a:pt x="3740" y="2516"/>
                      <a:pt x="3571" y="2668"/>
                      <a:pt x="3414" y="2832"/>
                    </a:cubicBezTo>
                    <a:cubicBezTo>
                      <a:pt x="3251" y="2989"/>
                      <a:pt x="3055" y="3136"/>
                      <a:pt x="2892" y="3304"/>
                    </a:cubicBezTo>
                    <a:cubicBezTo>
                      <a:pt x="2767" y="3435"/>
                      <a:pt x="2615" y="3576"/>
                      <a:pt x="2577" y="3761"/>
                    </a:cubicBezTo>
                    <a:cubicBezTo>
                      <a:pt x="2560" y="3870"/>
                      <a:pt x="2528" y="3979"/>
                      <a:pt x="2511" y="4093"/>
                    </a:cubicBezTo>
                    <a:cubicBezTo>
                      <a:pt x="2495" y="4218"/>
                      <a:pt x="2484" y="4343"/>
                      <a:pt x="2473" y="4468"/>
                    </a:cubicBezTo>
                    <a:cubicBezTo>
                      <a:pt x="2430" y="4745"/>
                      <a:pt x="2376" y="5017"/>
                      <a:pt x="2310" y="5283"/>
                    </a:cubicBezTo>
                    <a:lnTo>
                      <a:pt x="2316" y="5283"/>
                    </a:lnTo>
                    <a:cubicBezTo>
                      <a:pt x="2294" y="5370"/>
                      <a:pt x="2272" y="5457"/>
                      <a:pt x="2256" y="5544"/>
                    </a:cubicBezTo>
                    <a:cubicBezTo>
                      <a:pt x="2251" y="5506"/>
                      <a:pt x="2245" y="5473"/>
                      <a:pt x="2240" y="5441"/>
                    </a:cubicBezTo>
                    <a:cubicBezTo>
                      <a:pt x="2229" y="5294"/>
                      <a:pt x="2202" y="5147"/>
                      <a:pt x="2169" y="5006"/>
                    </a:cubicBezTo>
                    <a:cubicBezTo>
                      <a:pt x="2142" y="4854"/>
                      <a:pt x="2136" y="4707"/>
                      <a:pt x="2115" y="4555"/>
                    </a:cubicBezTo>
                    <a:cubicBezTo>
                      <a:pt x="2098" y="4462"/>
                      <a:pt x="2093" y="4370"/>
                      <a:pt x="2087" y="4272"/>
                    </a:cubicBezTo>
                    <a:cubicBezTo>
                      <a:pt x="2082" y="4180"/>
                      <a:pt x="2055" y="4104"/>
                      <a:pt x="2055" y="4011"/>
                    </a:cubicBezTo>
                    <a:cubicBezTo>
                      <a:pt x="2049" y="3924"/>
                      <a:pt x="2039" y="3837"/>
                      <a:pt x="2022" y="3750"/>
                    </a:cubicBezTo>
                    <a:cubicBezTo>
                      <a:pt x="2022" y="3728"/>
                      <a:pt x="2017" y="3707"/>
                      <a:pt x="2017" y="3690"/>
                    </a:cubicBezTo>
                    <a:cubicBezTo>
                      <a:pt x="2033" y="3609"/>
                      <a:pt x="2044" y="3527"/>
                      <a:pt x="2049" y="3446"/>
                    </a:cubicBezTo>
                    <a:cubicBezTo>
                      <a:pt x="2055" y="3381"/>
                      <a:pt x="2055" y="3315"/>
                      <a:pt x="2055" y="3250"/>
                    </a:cubicBezTo>
                    <a:lnTo>
                      <a:pt x="2055" y="3228"/>
                    </a:lnTo>
                    <a:cubicBezTo>
                      <a:pt x="2087" y="3207"/>
                      <a:pt x="2120" y="3185"/>
                      <a:pt x="2147" y="3158"/>
                    </a:cubicBezTo>
                    <a:cubicBezTo>
                      <a:pt x="2223" y="3098"/>
                      <a:pt x="2305" y="3044"/>
                      <a:pt x="2392" y="2989"/>
                    </a:cubicBezTo>
                    <a:cubicBezTo>
                      <a:pt x="2544" y="2897"/>
                      <a:pt x="2675" y="2766"/>
                      <a:pt x="2816" y="2658"/>
                    </a:cubicBezTo>
                    <a:cubicBezTo>
                      <a:pt x="2848" y="2636"/>
                      <a:pt x="2876" y="2609"/>
                      <a:pt x="2908" y="2592"/>
                    </a:cubicBezTo>
                    <a:cubicBezTo>
                      <a:pt x="2952" y="2571"/>
                      <a:pt x="2990" y="2554"/>
                      <a:pt x="3033" y="2543"/>
                    </a:cubicBezTo>
                    <a:cubicBezTo>
                      <a:pt x="3099" y="2516"/>
                      <a:pt x="3164" y="2467"/>
                      <a:pt x="3229" y="2429"/>
                    </a:cubicBezTo>
                    <a:cubicBezTo>
                      <a:pt x="3397" y="2342"/>
                      <a:pt x="3555" y="2234"/>
                      <a:pt x="3713" y="2125"/>
                    </a:cubicBezTo>
                    <a:cubicBezTo>
                      <a:pt x="3860" y="2022"/>
                      <a:pt x="4017" y="1929"/>
                      <a:pt x="4180" y="1848"/>
                    </a:cubicBezTo>
                    <a:cubicBezTo>
                      <a:pt x="4316" y="1766"/>
                      <a:pt x="4452" y="1685"/>
                      <a:pt x="4577" y="1587"/>
                    </a:cubicBezTo>
                    <a:cubicBezTo>
                      <a:pt x="4675" y="1532"/>
                      <a:pt x="4778" y="1478"/>
                      <a:pt x="4876" y="1413"/>
                    </a:cubicBezTo>
                    <a:close/>
                    <a:moveTo>
                      <a:pt x="6670" y="228"/>
                    </a:moveTo>
                    <a:lnTo>
                      <a:pt x="6670" y="228"/>
                    </a:lnTo>
                    <a:cubicBezTo>
                      <a:pt x="6648" y="298"/>
                      <a:pt x="6621" y="369"/>
                      <a:pt x="6594" y="440"/>
                    </a:cubicBezTo>
                    <a:lnTo>
                      <a:pt x="6588" y="440"/>
                    </a:lnTo>
                    <a:cubicBezTo>
                      <a:pt x="6528" y="592"/>
                      <a:pt x="6474" y="744"/>
                      <a:pt x="6398" y="891"/>
                    </a:cubicBezTo>
                    <a:cubicBezTo>
                      <a:pt x="6322" y="1038"/>
                      <a:pt x="6273" y="1190"/>
                      <a:pt x="6213" y="1331"/>
                    </a:cubicBezTo>
                    <a:cubicBezTo>
                      <a:pt x="6148" y="1478"/>
                      <a:pt x="6072" y="1619"/>
                      <a:pt x="6007" y="1766"/>
                    </a:cubicBezTo>
                    <a:cubicBezTo>
                      <a:pt x="5947" y="1913"/>
                      <a:pt x="5920" y="2060"/>
                      <a:pt x="5860" y="2206"/>
                    </a:cubicBezTo>
                    <a:cubicBezTo>
                      <a:pt x="5800" y="2348"/>
                      <a:pt x="5751" y="2516"/>
                      <a:pt x="5697" y="2674"/>
                    </a:cubicBezTo>
                    <a:cubicBezTo>
                      <a:pt x="5642" y="2842"/>
                      <a:pt x="5594" y="3011"/>
                      <a:pt x="5534" y="3185"/>
                    </a:cubicBezTo>
                    <a:cubicBezTo>
                      <a:pt x="5512" y="3261"/>
                      <a:pt x="5490" y="3337"/>
                      <a:pt x="5458" y="3413"/>
                    </a:cubicBezTo>
                    <a:cubicBezTo>
                      <a:pt x="5430" y="3484"/>
                      <a:pt x="5392" y="3555"/>
                      <a:pt x="5371" y="3636"/>
                    </a:cubicBezTo>
                    <a:cubicBezTo>
                      <a:pt x="5316" y="3810"/>
                      <a:pt x="5257" y="3979"/>
                      <a:pt x="5202" y="4152"/>
                    </a:cubicBezTo>
                    <a:cubicBezTo>
                      <a:pt x="5175" y="4234"/>
                      <a:pt x="5142" y="4316"/>
                      <a:pt x="5121" y="4397"/>
                    </a:cubicBezTo>
                    <a:cubicBezTo>
                      <a:pt x="5110" y="4441"/>
                      <a:pt x="5099" y="4479"/>
                      <a:pt x="5083" y="4517"/>
                    </a:cubicBezTo>
                    <a:cubicBezTo>
                      <a:pt x="5083" y="4522"/>
                      <a:pt x="5077" y="4533"/>
                      <a:pt x="5077" y="4538"/>
                    </a:cubicBezTo>
                    <a:cubicBezTo>
                      <a:pt x="4898" y="4430"/>
                      <a:pt x="4697" y="4354"/>
                      <a:pt x="4490" y="4310"/>
                    </a:cubicBezTo>
                    <a:cubicBezTo>
                      <a:pt x="4419" y="4294"/>
                      <a:pt x="4349" y="4277"/>
                      <a:pt x="4278" y="4256"/>
                    </a:cubicBezTo>
                    <a:cubicBezTo>
                      <a:pt x="4218" y="4234"/>
                      <a:pt x="4164" y="4201"/>
                      <a:pt x="4110" y="4174"/>
                    </a:cubicBezTo>
                    <a:cubicBezTo>
                      <a:pt x="3985" y="4125"/>
                      <a:pt x="3865" y="4065"/>
                      <a:pt x="3740" y="4006"/>
                    </a:cubicBezTo>
                    <a:cubicBezTo>
                      <a:pt x="3702" y="3979"/>
                      <a:pt x="3658" y="3957"/>
                      <a:pt x="3615" y="3935"/>
                    </a:cubicBezTo>
                    <a:cubicBezTo>
                      <a:pt x="3555" y="3913"/>
                      <a:pt x="3495" y="3892"/>
                      <a:pt x="3436" y="3864"/>
                    </a:cubicBezTo>
                    <a:cubicBezTo>
                      <a:pt x="3316" y="3799"/>
                      <a:pt x="3191" y="3745"/>
                      <a:pt x="3066" y="3707"/>
                    </a:cubicBezTo>
                    <a:cubicBezTo>
                      <a:pt x="3022" y="3694"/>
                      <a:pt x="2970" y="3672"/>
                      <a:pt x="2924" y="3672"/>
                    </a:cubicBezTo>
                    <a:cubicBezTo>
                      <a:pt x="2891" y="3672"/>
                      <a:pt x="2860" y="3684"/>
                      <a:pt x="2838" y="3718"/>
                    </a:cubicBezTo>
                    <a:cubicBezTo>
                      <a:pt x="2816" y="3756"/>
                      <a:pt x="2800" y="3799"/>
                      <a:pt x="2789" y="3848"/>
                    </a:cubicBezTo>
                    <a:cubicBezTo>
                      <a:pt x="2767" y="3908"/>
                      <a:pt x="2756" y="3973"/>
                      <a:pt x="2761" y="4038"/>
                    </a:cubicBezTo>
                    <a:cubicBezTo>
                      <a:pt x="2767" y="4049"/>
                      <a:pt x="2772" y="4065"/>
                      <a:pt x="2783" y="4071"/>
                    </a:cubicBezTo>
                    <a:cubicBezTo>
                      <a:pt x="2767" y="4142"/>
                      <a:pt x="2756" y="4207"/>
                      <a:pt x="2745" y="4277"/>
                    </a:cubicBezTo>
                    <a:cubicBezTo>
                      <a:pt x="2734" y="4370"/>
                      <a:pt x="2691" y="4479"/>
                      <a:pt x="2713" y="4571"/>
                    </a:cubicBezTo>
                    <a:cubicBezTo>
                      <a:pt x="2715" y="4585"/>
                      <a:pt x="2728" y="4591"/>
                      <a:pt x="2740" y="4591"/>
                    </a:cubicBezTo>
                    <a:cubicBezTo>
                      <a:pt x="2752" y="4591"/>
                      <a:pt x="2764" y="4585"/>
                      <a:pt x="2767" y="4571"/>
                    </a:cubicBezTo>
                    <a:cubicBezTo>
                      <a:pt x="2783" y="4462"/>
                      <a:pt x="2821" y="4370"/>
                      <a:pt x="2832" y="4256"/>
                    </a:cubicBezTo>
                    <a:cubicBezTo>
                      <a:pt x="2838" y="4196"/>
                      <a:pt x="2848" y="4142"/>
                      <a:pt x="2854" y="4082"/>
                    </a:cubicBezTo>
                    <a:cubicBezTo>
                      <a:pt x="2865" y="4076"/>
                      <a:pt x="2870" y="4065"/>
                      <a:pt x="2870" y="4049"/>
                    </a:cubicBezTo>
                    <a:cubicBezTo>
                      <a:pt x="2881" y="3995"/>
                      <a:pt x="2903" y="3940"/>
                      <a:pt x="2930" y="3892"/>
                    </a:cubicBezTo>
                    <a:lnTo>
                      <a:pt x="2946" y="3870"/>
                    </a:lnTo>
                    <a:cubicBezTo>
                      <a:pt x="2984" y="3892"/>
                      <a:pt x="3022" y="3908"/>
                      <a:pt x="3060" y="3919"/>
                    </a:cubicBezTo>
                    <a:cubicBezTo>
                      <a:pt x="3120" y="3940"/>
                      <a:pt x="3180" y="3973"/>
                      <a:pt x="3234" y="4000"/>
                    </a:cubicBezTo>
                    <a:cubicBezTo>
                      <a:pt x="3332" y="4049"/>
                      <a:pt x="3430" y="4098"/>
                      <a:pt x="3528" y="4136"/>
                    </a:cubicBezTo>
                    <a:cubicBezTo>
                      <a:pt x="3539" y="4142"/>
                      <a:pt x="3555" y="4147"/>
                      <a:pt x="3566" y="4152"/>
                    </a:cubicBezTo>
                    <a:cubicBezTo>
                      <a:pt x="3550" y="4158"/>
                      <a:pt x="3533" y="4163"/>
                      <a:pt x="3523" y="4174"/>
                    </a:cubicBezTo>
                    <a:cubicBezTo>
                      <a:pt x="3441" y="4267"/>
                      <a:pt x="3365" y="4370"/>
                      <a:pt x="3305" y="4479"/>
                    </a:cubicBezTo>
                    <a:cubicBezTo>
                      <a:pt x="3224" y="4620"/>
                      <a:pt x="3131" y="4750"/>
                      <a:pt x="3028" y="4870"/>
                    </a:cubicBezTo>
                    <a:cubicBezTo>
                      <a:pt x="2919" y="4990"/>
                      <a:pt x="2810" y="5104"/>
                      <a:pt x="2702" y="5223"/>
                    </a:cubicBezTo>
                    <a:cubicBezTo>
                      <a:pt x="2598" y="5343"/>
                      <a:pt x="2533" y="5468"/>
                      <a:pt x="2441" y="5582"/>
                    </a:cubicBezTo>
                    <a:cubicBezTo>
                      <a:pt x="2419" y="5609"/>
                      <a:pt x="2397" y="5636"/>
                      <a:pt x="2376" y="5658"/>
                    </a:cubicBezTo>
                    <a:cubicBezTo>
                      <a:pt x="2392" y="5577"/>
                      <a:pt x="2414" y="5495"/>
                      <a:pt x="2430" y="5414"/>
                    </a:cubicBezTo>
                    <a:cubicBezTo>
                      <a:pt x="2484" y="5174"/>
                      <a:pt x="2555" y="4935"/>
                      <a:pt x="2598" y="4691"/>
                    </a:cubicBezTo>
                    <a:cubicBezTo>
                      <a:pt x="2642" y="4462"/>
                      <a:pt x="2642" y="4223"/>
                      <a:pt x="2696" y="4000"/>
                    </a:cubicBezTo>
                    <a:cubicBezTo>
                      <a:pt x="2713" y="3897"/>
                      <a:pt x="2740" y="3799"/>
                      <a:pt x="2778" y="3707"/>
                    </a:cubicBezTo>
                    <a:cubicBezTo>
                      <a:pt x="2838" y="3620"/>
                      <a:pt x="2908" y="3544"/>
                      <a:pt x="2984" y="3478"/>
                    </a:cubicBezTo>
                    <a:cubicBezTo>
                      <a:pt x="3131" y="3310"/>
                      <a:pt x="3321" y="3179"/>
                      <a:pt x="3479" y="3022"/>
                    </a:cubicBezTo>
                    <a:cubicBezTo>
                      <a:pt x="3637" y="2864"/>
                      <a:pt x="3805" y="2712"/>
                      <a:pt x="3968" y="2549"/>
                    </a:cubicBezTo>
                    <a:cubicBezTo>
                      <a:pt x="4305" y="2212"/>
                      <a:pt x="4631" y="1859"/>
                      <a:pt x="4996" y="1554"/>
                    </a:cubicBezTo>
                    <a:cubicBezTo>
                      <a:pt x="5088" y="1473"/>
                      <a:pt x="5191" y="1397"/>
                      <a:pt x="5278" y="1310"/>
                    </a:cubicBezTo>
                    <a:cubicBezTo>
                      <a:pt x="5360" y="1239"/>
                      <a:pt x="5441" y="1174"/>
                      <a:pt x="5528" y="1114"/>
                    </a:cubicBezTo>
                    <a:cubicBezTo>
                      <a:pt x="5632" y="1038"/>
                      <a:pt x="5729" y="951"/>
                      <a:pt x="5822" y="864"/>
                    </a:cubicBezTo>
                    <a:lnTo>
                      <a:pt x="5838" y="848"/>
                    </a:lnTo>
                    <a:cubicBezTo>
                      <a:pt x="5844" y="848"/>
                      <a:pt x="5849" y="842"/>
                      <a:pt x="5854" y="837"/>
                    </a:cubicBezTo>
                    <a:cubicBezTo>
                      <a:pt x="5985" y="706"/>
                      <a:pt x="6170" y="646"/>
                      <a:pt x="6311" y="532"/>
                    </a:cubicBezTo>
                    <a:cubicBezTo>
                      <a:pt x="6436" y="429"/>
                      <a:pt x="6539" y="315"/>
                      <a:pt x="6670" y="228"/>
                    </a:cubicBezTo>
                    <a:close/>
                    <a:moveTo>
                      <a:pt x="6694" y="1"/>
                    </a:moveTo>
                    <a:cubicBezTo>
                      <a:pt x="6621" y="1"/>
                      <a:pt x="6540" y="27"/>
                      <a:pt x="6474" y="43"/>
                    </a:cubicBezTo>
                    <a:cubicBezTo>
                      <a:pt x="6371" y="86"/>
                      <a:pt x="6268" y="130"/>
                      <a:pt x="6164" y="179"/>
                    </a:cubicBezTo>
                    <a:cubicBezTo>
                      <a:pt x="6050" y="228"/>
                      <a:pt x="5925" y="260"/>
                      <a:pt x="5806" y="298"/>
                    </a:cubicBezTo>
                    <a:cubicBezTo>
                      <a:pt x="5691" y="337"/>
                      <a:pt x="5583" y="391"/>
                      <a:pt x="5469" y="424"/>
                    </a:cubicBezTo>
                    <a:cubicBezTo>
                      <a:pt x="5017" y="554"/>
                      <a:pt x="4604" y="777"/>
                      <a:pt x="4158" y="934"/>
                    </a:cubicBezTo>
                    <a:cubicBezTo>
                      <a:pt x="4044" y="973"/>
                      <a:pt x="3936" y="1021"/>
                      <a:pt x="3827" y="1076"/>
                    </a:cubicBezTo>
                    <a:cubicBezTo>
                      <a:pt x="3718" y="1119"/>
                      <a:pt x="3604" y="1163"/>
                      <a:pt x="3490" y="1201"/>
                    </a:cubicBezTo>
                    <a:cubicBezTo>
                      <a:pt x="3262" y="1277"/>
                      <a:pt x="3039" y="1375"/>
                      <a:pt x="2821" y="1473"/>
                    </a:cubicBezTo>
                    <a:cubicBezTo>
                      <a:pt x="2588" y="1570"/>
                      <a:pt x="2343" y="1657"/>
                      <a:pt x="2115" y="1766"/>
                    </a:cubicBezTo>
                    <a:cubicBezTo>
                      <a:pt x="2011" y="1815"/>
                      <a:pt x="1897" y="1831"/>
                      <a:pt x="1783" y="1880"/>
                    </a:cubicBezTo>
                    <a:cubicBezTo>
                      <a:pt x="1674" y="1924"/>
                      <a:pt x="1555" y="1962"/>
                      <a:pt x="1435" y="1994"/>
                    </a:cubicBezTo>
                    <a:cubicBezTo>
                      <a:pt x="1316" y="2033"/>
                      <a:pt x="1207" y="2087"/>
                      <a:pt x="1093" y="2130"/>
                    </a:cubicBezTo>
                    <a:cubicBezTo>
                      <a:pt x="979" y="2185"/>
                      <a:pt x="859" y="2234"/>
                      <a:pt x="734" y="2266"/>
                    </a:cubicBezTo>
                    <a:cubicBezTo>
                      <a:pt x="609" y="2304"/>
                      <a:pt x="489" y="2348"/>
                      <a:pt x="370" y="2402"/>
                    </a:cubicBezTo>
                    <a:cubicBezTo>
                      <a:pt x="277" y="2435"/>
                      <a:pt x="147" y="2456"/>
                      <a:pt x="65" y="2522"/>
                    </a:cubicBezTo>
                    <a:cubicBezTo>
                      <a:pt x="11" y="2554"/>
                      <a:pt x="0" y="2625"/>
                      <a:pt x="44" y="2674"/>
                    </a:cubicBezTo>
                    <a:cubicBezTo>
                      <a:pt x="98" y="2717"/>
                      <a:pt x="163" y="2745"/>
                      <a:pt x="228" y="2755"/>
                    </a:cubicBezTo>
                    <a:cubicBezTo>
                      <a:pt x="332" y="2777"/>
                      <a:pt x="430" y="2804"/>
                      <a:pt x="533" y="2815"/>
                    </a:cubicBezTo>
                    <a:cubicBezTo>
                      <a:pt x="767" y="2848"/>
                      <a:pt x="1000" y="2902"/>
                      <a:pt x="1223" y="2978"/>
                    </a:cubicBezTo>
                    <a:cubicBezTo>
                      <a:pt x="1424" y="3044"/>
                      <a:pt x="1609" y="3131"/>
                      <a:pt x="1805" y="3201"/>
                    </a:cubicBezTo>
                    <a:cubicBezTo>
                      <a:pt x="1837" y="3212"/>
                      <a:pt x="1870" y="3223"/>
                      <a:pt x="1903" y="3245"/>
                    </a:cubicBezTo>
                    <a:cubicBezTo>
                      <a:pt x="1935" y="3283"/>
                      <a:pt x="1919" y="3386"/>
                      <a:pt x="1919" y="3430"/>
                    </a:cubicBezTo>
                    <a:cubicBezTo>
                      <a:pt x="1914" y="3544"/>
                      <a:pt x="1914" y="3663"/>
                      <a:pt x="1924" y="3783"/>
                    </a:cubicBezTo>
                    <a:cubicBezTo>
                      <a:pt x="1924" y="3794"/>
                      <a:pt x="1935" y="3805"/>
                      <a:pt x="1941" y="3810"/>
                    </a:cubicBezTo>
                    <a:cubicBezTo>
                      <a:pt x="1946" y="3870"/>
                      <a:pt x="1946" y="3930"/>
                      <a:pt x="1941" y="3995"/>
                    </a:cubicBezTo>
                    <a:cubicBezTo>
                      <a:pt x="1935" y="4082"/>
                      <a:pt x="1952" y="4163"/>
                      <a:pt x="1952" y="4256"/>
                    </a:cubicBezTo>
                    <a:cubicBezTo>
                      <a:pt x="1952" y="4343"/>
                      <a:pt x="1941" y="4446"/>
                      <a:pt x="1952" y="4544"/>
                    </a:cubicBezTo>
                    <a:cubicBezTo>
                      <a:pt x="1962" y="4718"/>
                      <a:pt x="1962" y="4886"/>
                      <a:pt x="1984" y="5060"/>
                    </a:cubicBezTo>
                    <a:cubicBezTo>
                      <a:pt x="2011" y="5234"/>
                      <a:pt x="2022" y="5403"/>
                      <a:pt x="2044" y="5566"/>
                    </a:cubicBezTo>
                    <a:cubicBezTo>
                      <a:pt x="2049" y="5642"/>
                      <a:pt x="2066" y="5713"/>
                      <a:pt x="2071" y="5783"/>
                    </a:cubicBezTo>
                    <a:cubicBezTo>
                      <a:pt x="2071" y="5865"/>
                      <a:pt x="2098" y="5935"/>
                      <a:pt x="2147" y="5995"/>
                    </a:cubicBezTo>
                    <a:cubicBezTo>
                      <a:pt x="2178" y="6026"/>
                      <a:pt x="2219" y="6043"/>
                      <a:pt x="2261" y="6043"/>
                    </a:cubicBezTo>
                    <a:cubicBezTo>
                      <a:pt x="2280" y="6043"/>
                      <a:pt x="2298" y="6040"/>
                      <a:pt x="2316" y="6033"/>
                    </a:cubicBezTo>
                    <a:cubicBezTo>
                      <a:pt x="2386" y="6012"/>
                      <a:pt x="2397" y="5952"/>
                      <a:pt x="2435" y="5897"/>
                    </a:cubicBezTo>
                    <a:cubicBezTo>
                      <a:pt x="2479" y="5843"/>
                      <a:pt x="2539" y="5783"/>
                      <a:pt x="2582" y="5729"/>
                    </a:cubicBezTo>
                    <a:cubicBezTo>
                      <a:pt x="2626" y="5669"/>
                      <a:pt x="2675" y="5593"/>
                      <a:pt x="2723" y="5522"/>
                    </a:cubicBezTo>
                    <a:cubicBezTo>
                      <a:pt x="2832" y="5376"/>
                      <a:pt x="2957" y="5234"/>
                      <a:pt x="3088" y="5104"/>
                    </a:cubicBezTo>
                    <a:cubicBezTo>
                      <a:pt x="3224" y="4968"/>
                      <a:pt x="3343" y="4821"/>
                      <a:pt x="3446" y="4658"/>
                    </a:cubicBezTo>
                    <a:cubicBezTo>
                      <a:pt x="3490" y="4576"/>
                      <a:pt x="3539" y="4500"/>
                      <a:pt x="3599" y="4424"/>
                    </a:cubicBezTo>
                    <a:cubicBezTo>
                      <a:pt x="3648" y="4359"/>
                      <a:pt x="3686" y="4299"/>
                      <a:pt x="3664" y="4212"/>
                    </a:cubicBezTo>
                    <a:cubicBezTo>
                      <a:pt x="3664" y="4212"/>
                      <a:pt x="3664" y="4212"/>
                      <a:pt x="3664" y="4207"/>
                    </a:cubicBezTo>
                    <a:cubicBezTo>
                      <a:pt x="3707" y="4229"/>
                      <a:pt x="3751" y="4250"/>
                      <a:pt x="3794" y="4272"/>
                    </a:cubicBezTo>
                    <a:cubicBezTo>
                      <a:pt x="3898" y="4321"/>
                      <a:pt x="4006" y="4359"/>
                      <a:pt x="4110" y="4408"/>
                    </a:cubicBezTo>
                    <a:cubicBezTo>
                      <a:pt x="4213" y="4462"/>
                      <a:pt x="4327" y="4500"/>
                      <a:pt x="4441" y="4522"/>
                    </a:cubicBezTo>
                    <a:cubicBezTo>
                      <a:pt x="4669" y="4582"/>
                      <a:pt x="4898" y="4636"/>
                      <a:pt x="5088" y="4778"/>
                    </a:cubicBezTo>
                    <a:cubicBezTo>
                      <a:pt x="5104" y="4787"/>
                      <a:pt x="5121" y="4791"/>
                      <a:pt x="5138" y="4791"/>
                    </a:cubicBezTo>
                    <a:cubicBezTo>
                      <a:pt x="5170" y="4791"/>
                      <a:pt x="5200" y="4774"/>
                      <a:pt x="5218" y="4745"/>
                    </a:cubicBezTo>
                    <a:cubicBezTo>
                      <a:pt x="5251" y="4680"/>
                      <a:pt x="5273" y="4609"/>
                      <a:pt x="5289" y="4538"/>
                    </a:cubicBezTo>
                    <a:cubicBezTo>
                      <a:pt x="5311" y="4468"/>
                      <a:pt x="5333" y="4392"/>
                      <a:pt x="5354" y="4321"/>
                    </a:cubicBezTo>
                    <a:cubicBezTo>
                      <a:pt x="5414" y="4152"/>
                      <a:pt x="5469" y="3979"/>
                      <a:pt x="5523" y="3805"/>
                    </a:cubicBezTo>
                    <a:cubicBezTo>
                      <a:pt x="5577" y="3631"/>
                      <a:pt x="5637" y="3484"/>
                      <a:pt x="5691" y="3321"/>
                    </a:cubicBezTo>
                    <a:cubicBezTo>
                      <a:pt x="5751" y="3141"/>
                      <a:pt x="5800" y="2957"/>
                      <a:pt x="5860" y="2777"/>
                    </a:cubicBezTo>
                    <a:cubicBezTo>
                      <a:pt x="5914" y="2603"/>
                      <a:pt x="5963" y="2435"/>
                      <a:pt x="6028" y="2272"/>
                    </a:cubicBezTo>
                    <a:cubicBezTo>
                      <a:pt x="6094" y="2103"/>
                      <a:pt x="6126" y="1940"/>
                      <a:pt x="6191" y="1782"/>
                    </a:cubicBezTo>
                    <a:cubicBezTo>
                      <a:pt x="6327" y="1478"/>
                      <a:pt x="6474" y="1174"/>
                      <a:pt x="6599" y="864"/>
                    </a:cubicBezTo>
                    <a:cubicBezTo>
                      <a:pt x="6681" y="679"/>
                      <a:pt x="6751" y="494"/>
                      <a:pt x="6817" y="304"/>
                    </a:cubicBezTo>
                    <a:cubicBezTo>
                      <a:pt x="6838" y="217"/>
                      <a:pt x="6914" y="32"/>
                      <a:pt x="6768" y="10"/>
                    </a:cubicBezTo>
                    <a:lnTo>
                      <a:pt x="6762" y="10"/>
                    </a:lnTo>
                    <a:cubicBezTo>
                      <a:pt x="6741" y="4"/>
                      <a:pt x="6718" y="1"/>
                      <a:pt x="6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0"/>
              <p:cNvSpPr/>
              <p:nvPr/>
            </p:nvSpPr>
            <p:spPr>
              <a:xfrm>
                <a:off x="3433550" y="4410950"/>
                <a:ext cx="8950" cy="11450"/>
              </a:xfrm>
              <a:custGeom>
                <a:rect b="b" l="l" r="r" t="t"/>
                <a:pathLst>
                  <a:path extrusionOk="0" h="458" w="358">
                    <a:moveTo>
                      <a:pt x="305" y="0"/>
                    </a:moveTo>
                    <a:cubicBezTo>
                      <a:pt x="301" y="0"/>
                      <a:pt x="297" y="1"/>
                      <a:pt x="294" y="2"/>
                    </a:cubicBezTo>
                    <a:cubicBezTo>
                      <a:pt x="207" y="24"/>
                      <a:pt x="169" y="105"/>
                      <a:pt x="125" y="176"/>
                    </a:cubicBezTo>
                    <a:cubicBezTo>
                      <a:pt x="76" y="241"/>
                      <a:pt x="0" y="312"/>
                      <a:pt x="22" y="410"/>
                    </a:cubicBezTo>
                    <a:cubicBezTo>
                      <a:pt x="31" y="441"/>
                      <a:pt x="59" y="457"/>
                      <a:pt x="87" y="457"/>
                    </a:cubicBezTo>
                    <a:cubicBezTo>
                      <a:pt x="109" y="457"/>
                      <a:pt x="130" y="447"/>
                      <a:pt x="141" y="426"/>
                    </a:cubicBezTo>
                    <a:cubicBezTo>
                      <a:pt x="158" y="399"/>
                      <a:pt x="169" y="366"/>
                      <a:pt x="190" y="334"/>
                    </a:cubicBezTo>
                    <a:cubicBezTo>
                      <a:pt x="207" y="307"/>
                      <a:pt x="234" y="274"/>
                      <a:pt x="250" y="236"/>
                    </a:cubicBezTo>
                    <a:cubicBezTo>
                      <a:pt x="283" y="182"/>
                      <a:pt x="315" y="116"/>
                      <a:pt x="348" y="56"/>
                    </a:cubicBezTo>
                    <a:cubicBezTo>
                      <a:pt x="357" y="28"/>
                      <a:pt x="330" y="0"/>
                      <a:pt x="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0"/>
              <p:cNvSpPr/>
              <p:nvPr/>
            </p:nvSpPr>
            <p:spPr>
              <a:xfrm>
                <a:off x="3427025" y="4429500"/>
                <a:ext cx="6825" cy="14850"/>
              </a:xfrm>
              <a:custGeom>
                <a:rect b="b" l="l" r="r" t="t"/>
                <a:pathLst>
                  <a:path extrusionOk="0" h="594" w="273">
                    <a:moveTo>
                      <a:pt x="196" y="1"/>
                    </a:moveTo>
                    <a:cubicBezTo>
                      <a:pt x="190" y="1"/>
                      <a:pt x="185" y="2"/>
                      <a:pt x="180" y="5"/>
                    </a:cubicBezTo>
                    <a:cubicBezTo>
                      <a:pt x="120" y="92"/>
                      <a:pt x="82" y="184"/>
                      <a:pt x="55" y="282"/>
                    </a:cubicBezTo>
                    <a:cubicBezTo>
                      <a:pt x="27" y="369"/>
                      <a:pt x="0" y="483"/>
                      <a:pt x="44" y="565"/>
                    </a:cubicBezTo>
                    <a:cubicBezTo>
                      <a:pt x="53" y="583"/>
                      <a:pt x="73" y="593"/>
                      <a:pt x="92" y="593"/>
                    </a:cubicBezTo>
                    <a:cubicBezTo>
                      <a:pt x="96" y="593"/>
                      <a:pt x="100" y="593"/>
                      <a:pt x="104" y="592"/>
                    </a:cubicBezTo>
                    <a:cubicBezTo>
                      <a:pt x="147" y="576"/>
                      <a:pt x="174" y="543"/>
                      <a:pt x="180" y="500"/>
                    </a:cubicBezTo>
                    <a:cubicBezTo>
                      <a:pt x="180" y="472"/>
                      <a:pt x="174" y="445"/>
                      <a:pt x="174" y="413"/>
                    </a:cubicBezTo>
                    <a:cubicBezTo>
                      <a:pt x="174" y="380"/>
                      <a:pt x="185" y="342"/>
                      <a:pt x="196" y="309"/>
                    </a:cubicBezTo>
                    <a:cubicBezTo>
                      <a:pt x="212" y="239"/>
                      <a:pt x="272" y="70"/>
                      <a:pt x="212" y="5"/>
                    </a:cubicBezTo>
                    <a:cubicBezTo>
                      <a:pt x="207" y="2"/>
                      <a:pt x="201"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0"/>
              <p:cNvSpPr/>
              <p:nvPr/>
            </p:nvSpPr>
            <p:spPr>
              <a:xfrm>
                <a:off x="3428525" y="4456000"/>
                <a:ext cx="8450" cy="16500"/>
              </a:xfrm>
              <a:custGeom>
                <a:rect b="b" l="l" r="r" t="t"/>
                <a:pathLst>
                  <a:path extrusionOk="0" h="660" w="338">
                    <a:moveTo>
                      <a:pt x="92" y="1"/>
                    </a:moveTo>
                    <a:cubicBezTo>
                      <a:pt x="87" y="1"/>
                      <a:pt x="82" y="2"/>
                      <a:pt x="76" y="5"/>
                    </a:cubicBezTo>
                    <a:cubicBezTo>
                      <a:pt x="0" y="81"/>
                      <a:pt x="38" y="228"/>
                      <a:pt x="60" y="320"/>
                    </a:cubicBezTo>
                    <a:cubicBezTo>
                      <a:pt x="71" y="385"/>
                      <a:pt x="98" y="451"/>
                      <a:pt x="125" y="510"/>
                    </a:cubicBezTo>
                    <a:cubicBezTo>
                      <a:pt x="163" y="565"/>
                      <a:pt x="212" y="614"/>
                      <a:pt x="266" y="652"/>
                    </a:cubicBezTo>
                    <a:cubicBezTo>
                      <a:pt x="273" y="657"/>
                      <a:pt x="281" y="659"/>
                      <a:pt x="289" y="659"/>
                    </a:cubicBezTo>
                    <a:cubicBezTo>
                      <a:pt x="306" y="659"/>
                      <a:pt x="321" y="648"/>
                      <a:pt x="321" y="630"/>
                    </a:cubicBezTo>
                    <a:cubicBezTo>
                      <a:pt x="337" y="510"/>
                      <a:pt x="266" y="402"/>
                      <a:pt x="228" y="287"/>
                    </a:cubicBezTo>
                    <a:lnTo>
                      <a:pt x="228" y="293"/>
                    </a:lnTo>
                    <a:cubicBezTo>
                      <a:pt x="201" y="206"/>
                      <a:pt x="174" y="70"/>
                      <a:pt x="109" y="5"/>
                    </a:cubicBezTo>
                    <a:cubicBezTo>
                      <a:pt x="103" y="2"/>
                      <a:pt x="98"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0"/>
              <p:cNvSpPr/>
              <p:nvPr/>
            </p:nvSpPr>
            <p:spPr>
              <a:xfrm>
                <a:off x="3441975" y="4476950"/>
                <a:ext cx="14975" cy="11325"/>
              </a:xfrm>
              <a:custGeom>
                <a:rect b="b" l="l" r="r" t="t"/>
                <a:pathLst>
                  <a:path extrusionOk="0" h="453" w="599">
                    <a:moveTo>
                      <a:pt x="42" y="1"/>
                    </a:moveTo>
                    <a:cubicBezTo>
                      <a:pt x="33" y="1"/>
                      <a:pt x="24" y="2"/>
                      <a:pt x="16" y="4"/>
                    </a:cubicBezTo>
                    <a:cubicBezTo>
                      <a:pt x="6" y="4"/>
                      <a:pt x="0" y="15"/>
                      <a:pt x="6" y="26"/>
                    </a:cubicBezTo>
                    <a:cubicBezTo>
                      <a:pt x="16" y="80"/>
                      <a:pt x="44" y="134"/>
                      <a:pt x="87" y="172"/>
                    </a:cubicBezTo>
                    <a:cubicBezTo>
                      <a:pt x="136" y="221"/>
                      <a:pt x="174" y="281"/>
                      <a:pt x="228" y="330"/>
                    </a:cubicBezTo>
                    <a:cubicBezTo>
                      <a:pt x="301" y="394"/>
                      <a:pt x="382" y="452"/>
                      <a:pt x="469" y="452"/>
                    </a:cubicBezTo>
                    <a:cubicBezTo>
                      <a:pt x="501" y="452"/>
                      <a:pt x="533" y="445"/>
                      <a:pt x="566" y="428"/>
                    </a:cubicBezTo>
                    <a:cubicBezTo>
                      <a:pt x="598" y="412"/>
                      <a:pt x="598" y="368"/>
                      <a:pt x="566" y="357"/>
                    </a:cubicBezTo>
                    <a:lnTo>
                      <a:pt x="566" y="357"/>
                    </a:lnTo>
                    <a:lnTo>
                      <a:pt x="571" y="363"/>
                    </a:lnTo>
                    <a:cubicBezTo>
                      <a:pt x="522" y="330"/>
                      <a:pt x="473" y="292"/>
                      <a:pt x="430" y="243"/>
                    </a:cubicBezTo>
                    <a:cubicBezTo>
                      <a:pt x="381" y="205"/>
                      <a:pt x="332" y="167"/>
                      <a:pt x="288" y="124"/>
                    </a:cubicBezTo>
                    <a:cubicBezTo>
                      <a:pt x="249" y="84"/>
                      <a:pt x="126" y="1"/>
                      <a:pt x="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0"/>
              <p:cNvSpPr/>
              <p:nvPr/>
            </p:nvSpPr>
            <p:spPr>
              <a:xfrm>
                <a:off x="3467525" y="4485225"/>
                <a:ext cx="17000" cy="5200"/>
              </a:xfrm>
              <a:custGeom>
                <a:rect b="b" l="l" r="r" t="t"/>
                <a:pathLst>
                  <a:path extrusionOk="0" h="208" w="680">
                    <a:moveTo>
                      <a:pt x="468" y="1"/>
                    </a:moveTo>
                    <a:cubicBezTo>
                      <a:pt x="442" y="1"/>
                      <a:pt x="416" y="4"/>
                      <a:pt x="391" y="10"/>
                    </a:cubicBezTo>
                    <a:cubicBezTo>
                      <a:pt x="283" y="32"/>
                      <a:pt x="169" y="48"/>
                      <a:pt x="60" y="59"/>
                    </a:cubicBezTo>
                    <a:cubicBezTo>
                      <a:pt x="0" y="59"/>
                      <a:pt x="0" y="146"/>
                      <a:pt x="60" y="146"/>
                    </a:cubicBezTo>
                    <a:cubicBezTo>
                      <a:pt x="103" y="151"/>
                      <a:pt x="147" y="184"/>
                      <a:pt x="196" y="195"/>
                    </a:cubicBezTo>
                    <a:cubicBezTo>
                      <a:pt x="236" y="203"/>
                      <a:pt x="275" y="208"/>
                      <a:pt x="317" y="208"/>
                    </a:cubicBezTo>
                    <a:cubicBezTo>
                      <a:pt x="333" y="208"/>
                      <a:pt x="348" y="207"/>
                      <a:pt x="364" y="206"/>
                    </a:cubicBezTo>
                    <a:cubicBezTo>
                      <a:pt x="446" y="200"/>
                      <a:pt x="571" y="206"/>
                      <a:pt x="642" y="151"/>
                    </a:cubicBezTo>
                    <a:cubicBezTo>
                      <a:pt x="674" y="135"/>
                      <a:pt x="680" y="86"/>
                      <a:pt x="652" y="59"/>
                    </a:cubicBezTo>
                    <a:lnTo>
                      <a:pt x="647" y="59"/>
                    </a:lnTo>
                    <a:cubicBezTo>
                      <a:pt x="596" y="20"/>
                      <a:pt x="532" y="1"/>
                      <a:pt x="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0"/>
              <p:cNvSpPr/>
              <p:nvPr/>
            </p:nvSpPr>
            <p:spPr>
              <a:xfrm>
                <a:off x="3494925" y="4473000"/>
                <a:ext cx="15900" cy="10200"/>
              </a:xfrm>
              <a:custGeom>
                <a:rect b="b" l="l" r="r" t="t"/>
                <a:pathLst>
                  <a:path extrusionOk="0" h="408" w="636">
                    <a:moveTo>
                      <a:pt x="587" y="1"/>
                    </a:moveTo>
                    <a:cubicBezTo>
                      <a:pt x="583" y="1"/>
                      <a:pt x="578" y="2"/>
                      <a:pt x="573" y="4"/>
                    </a:cubicBezTo>
                    <a:cubicBezTo>
                      <a:pt x="513" y="26"/>
                      <a:pt x="448" y="26"/>
                      <a:pt x="388" y="48"/>
                    </a:cubicBezTo>
                    <a:cubicBezTo>
                      <a:pt x="334" y="75"/>
                      <a:pt x="279" y="102"/>
                      <a:pt x="236" y="140"/>
                    </a:cubicBezTo>
                    <a:cubicBezTo>
                      <a:pt x="192" y="167"/>
                      <a:pt x="165" y="211"/>
                      <a:pt x="122" y="238"/>
                    </a:cubicBezTo>
                    <a:cubicBezTo>
                      <a:pt x="105" y="249"/>
                      <a:pt x="84" y="260"/>
                      <a:pt x="67" y="271"/>
                    </a:cubicBezTo>
                    <a:cubicBezTo>
                      <a:pt x="57" y="282"/>
                      <a:pt x="51" y="303"/>
                      <a:pt x="40" y="314"/>
                    </a:cubicBezTo>
                    <a:cubicBezTo>
                      <a:pt x="0" y="354"/>
                      <a:pt x="34" y="408"/>
                      <a:pt x="77" y="408"/>
                    </a:cubicBezTo>
                    <a:cubicBezTo>
                      <a:pt x="81" y="408"/>
                      <a:pt x="85" y="407"/>
                      <a:pt x="89" y="407"/>
                    </a:cubicBezTo>
                    <a:cubicBezTo>
                      <a:pt x="111" y="407"/>
                      <a:pt x="127" y="396"/>
                      <a:pt x="143" y="390"/>
                    </a:cubicBezTo>
                    <a:cubicBezTo>
                      <a:pt x="165" y="390"/>
                      <a:pt x="192" y="390"/>
                      <a:pt x="214" y="385"/>
                    </a:cubicBezTo>
                    <a:cubicBezTo>
                      <a:pt x="263" y="363"/>
                      <a:pt x="312" y="336"/>
                      <a:pt x="355" y="303"/>
                    </a:cubicBezTo>
                    <a:cubicBezTo>
                      <a:pt x="410" y="276"/>
                      <a:pt x="464" y="243"/>
                      <a:pt x="513" y="205"/>
                    </a:cubicBezTo>
                    <a:cubicBezTo>
                      <a:pt x="562" y="167"/>
                      <a:pt x="595" y="118"/>
                      <a:pt x="622" y="64"/>
                    </a:cubicBezTo>
                    <a:cubicBezTo>
                      <a:pt x="636" y="36"/>
                      <a:pt x="614" y="1"/>
                      <a:pt x="5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20"/>
              <p:cNvSpPr/>
              <p:nvPr/>
            </p:nvSpPr>
            <p:spPr>
              <a:xfrm>
                <a:off x="3518950" y="4456675"/>
                <a:ext cx="17625" cy="9300"/>
              </a:xfrm>
              <a:custGeom>
                <a:rect b="b" l="l" r="r" t="t"/>
                <a:pathLst>
                  <a:path extrusionOk="0" h="372" w="705">
                    <a:moveTo>
                      <a:pt x="535" y="0"/>
                    </a:moveTo>
                    <a:cubicBezTo>
                      <a:pt x="461" y="0"/>
                      <a:pt x="382" y="27"/>
                      <a:pt x="319" y="54"/>
                    </a:cubicBezTo>
                    <a:cubicBezTo>
                      <a:pt x="199" y="108"/>
                      <a:pt x="96" y="190"/>
                      <a:pt x="20" y="293"/>
                    </a:cubicBezTo>
                    <a:cubicBezTo>
                      <a:pt x="0" y="322"/>
                      <a:pt x="11" y="372"/>
                      <a:pt x="47" y="372"/>
                    </a:cubicBezTo>
                    <a:cubicBezTo>
                      <a:pt x="52" y="372"/>
                      <a:pt x="57" y="371"/>
                      <a:pt x="63" y="369"/>
                    </a:cubicBezTo>
                    <a:cubicBezTo>
                      <a:pt x="172" y="326"/>
                      <a:pt x="275" y="288"/>
                      <a:pt x="384" y="244"/>
                    </a:cubicBezTo>
                    <a:cubicBezTo>
                      <a:pt x="493" y="206"/>
                      <a:pt x="596" y="201"/>
                      <a:pt x="677" y="130"/>
                    </a:cubicBezTo>
                    <a:cubicBezTo>
                      <a:pt x="704" y="103"/>
                      <a:pt x="699" y="59"/>
                      <a:pt x="666" y="38"/>
                    </a:cubicBezTo>
                    <a:cubicBezTo>
                      <a:pt x="627" y="11"/>
                      <a:pt x="582"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0"/>
              <p:cNvSpPr/>
              <p:nvPr/>
            </p:nvSpPr>
            <p:spPr>
              <a:xfrm>
                <a:off x="3546875" y="4456225"/>
                <a:ext cx="19725" cy="8475"/>
              </a:xfrm>
              <a:custGeom>
                <a:rect b="b" l="l" r="r" t="t"/>
                <a:pathLst>
                  <a:path extrusionOk="0" h="339" w="789">
                    <a:moveTo>
                      <a:pt x="296" y="0"/>
                    </a:moveTo>
                    <a:cubicBezTo>
                      <a:pt x="287" y="0"/>
                      <a:pt x="277" y="1"/>
                      <a:pt x="267" y="1"/>
                    </a:cubicBezTo>
                    <a:cubicBezTo>
                      <a:pt x="196" y="12"/>
                      <a:pt x="126" y="34"/>
                      <a:pt x="55" y="61"/>
                    </a:cubicBezTo>
                    <a:cubicBezTo>
                      <a:pt x="1" y="77"/>
                      <a:pt x="17" y="153"/>
                      <a:pt x="71" y="159"/>
                    </a:cubicBezTo>
                    <a:cubicBezTo>
                      <a:pt x="196" y="164"/>
                      <a:pt x="321" y="197"/>
                      <a:pt x="435" y="251"/>
                    </a:cubicBezTo>
                    <a:cubicBezTo>
                      <a:pt x="501" y="286"/>
                      <a:pt x="597" y="338"/>
                      <a:pt x="683" y="338"/>
                    </a:cubicBezTo>
                    <a:cubicBezTo>
                      <a:pt x="705" y="338"/>
                      <a:pt x="726" y="335"/>
                      <a:pt x="745" y="327"/>
                    </a:cubicBezTo>
                    <a:cubicBezTo>
                      <a:pt x="767" y="322"/>
                      <a:pt x="778" y="306"/>
                      <a:pt x="778" y="284"/>
                    </a:cubicBezTo>
                    <a:cubicBezTo>
                      <a:pt x="789" y="159"/>
                      <a:pt x="577" y="77"/>
                      <a:pt x="484" y="39"/>
                    </a:cubicBezTo>
                    <a:cubicBezTo>
                      <a:pt x="423" y="16"/>
                      <a:pt x="361" y="0"/>
                      <a:pt x="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0"/>
              <p:cNvSpPr/>
              <p:nvPr/>
            </p:nvSpPr>
            <p:spPr>
              <a:xfrm>
                <a:off x="3572875" y="4466675"/>
                <a:ext cx="11000" cy="9700"/>
              </a:xfrm>
              <a:custGeom>
                <a:rect b="b" l="l" r="r" t="t"/>
                <a:pathLst>
                  <a:path extrusionOk="0" h="388" w="440">
                    <a:moveTo>
                      <a:pt x="86" y="0"/>
                    </a:moveTo>
                    <a:cubicBezTo>
                      <a:pt x="43" y="0"/>
                      <a:pt x="0" y="48"/>
                      <a:pt x="31" y="89"/>
                    </a:cubicBezTo>
                    <a:cubicBezTo>
                      <a:pt x="53" y="121"/>
                      <a:pt x="59" y="159"/>
                      <a:pt x="80" y="192"/>
                    </a:cubicBezTo>
                    <a:cubicBezTo>
                      <a:pt x="108" y="219"/>
                      <a:pt x="135" y="246"/>
                      <a:pt x="162" y="274"/>
                    </a:cubicBezTo>
                    <a:cubicBezTo>
                      <a:pt x="204" y="325"/>
                      <a:pt x="270" y="388"/>
                      <a:pt x="339" y="388"/>
                    </a:cubicBezTo>
                    <a:cubicBezTo>
                      <a:pt x="351" y="388"/>
                      <a:pt x="362" y="386"/>
                      <a:pt x="374" y="382"/>
                    </a:cubicBezTo>
                    <a:cubicBezTo>
                      <a:pt x="396" y="371"/>
                      <a:pt x="423" y="355"/>
                      <a:pt x="423" y="333"/>
                    </a:cubicBezTo>
                    <a:cubicBezTo>
                      <a:pt x="439" y="246"/>
                      <a:pt x="374" y="181"/>
                      <a:pt x="309" y="132"/>
                    </a:cubicBezTo>
                    <a:lnTo>
                      <a:pt x="309" y="138"/>
                    </a:lnTo>
                    <a:cubicBezTo>
                      <a:pt x="276" y="111"/>
                      <a:pt x="238" y="94"/>
                      <a:pt x="200" y="72"/>
                    </a:cubicBezTo>
                    <a:cubicBezTo>
                      <a:pt x="173" y="56"/>
                      <a:pt x="146" y="29"/>
                      <a:pt x="113" y="7"/>
                    </a:cubicBezTo>
                    <a:cubicBezTo>
                      <a:pt x="105" y="3"/>
                      <a:pt x="95"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0"/>
              <p:cNvSpPr/>
              <p:nvPr/>
            </p:nvSpPr>
            <p:spPr>
              <a:xfrm>
                <a:off x="3481500" y="4425200"/>
                <a:ext cx="3425" cy="6525"/>
              </a:xfrm>
              <a:custGeom>
                <a:rect b="b" l="l" r="r" t="t"/>
                <a:pathLst>
                  <a:path extrusionOk="0" h="261" w="137">
                    <a:moveTo>
                      <a:pt x="85" y="0"/>
                    </a:moveTo>
                    <a:cubicBezTo>
                      <a:pt x="64" y="0"/>
                      <a:pt x="42" y="14"/>
                      <a:pt x="39" y="41"/>
                    </a:cubicBezTo>
                    <a:cubicBezTo>
                      <a:pt x="34" y="106"/>
                      <a:pt x="1" y="209"/>
                      <a:pt x="66" y="253"/>
                    </a:cubicBezTo>
                    <a:cubicBezTo>
                      <a:pt x="74" y="258"/>
                      <a:pt x="83" y="261"/>
                      <a:pt x="92" y="261"/>
                    </a:cubicBezTo>
                    <a:cubicBezTo>
                      <a:pt x="104" y="261"/>
                      <a:pt x="115" y="256"/>
                      <a:pt x="121" y="248"/>
                    </a:cubicBezTo>
                    <a:lnTo>
                      <a:pt x="126" y="242"/>
                    </a:lnTo>
                    <a:cubicBezTo>
                      <a:pt x="131" y="237"/>
                      <a:pt x="137" y="226"/>
                      <a:pt x="137" y="215"/>
                    </a:cubicBezTo>
                    <a:cubicBezTo>
                      <a:pt x="137" y="188"/>
                      <a:pt x="137" y="161"/>
                      <a:pt x="131" y="133"/>
                    </a:cubicBezTo>
                    <a:lnTo>
                      <a:pt x="131" y="41"/>
                    </a:lnTo>
                    <a:cubicBezTo>
                      <a:pt x="129" y="14"/>
                      <a:pt x="107"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0"/>
              <p:cNvSpPr/>
              <p:nvPr/>
            </p:nvSpPr>
            <p:spPr>
              <a:xfrm>
                <a:off x="3485450" y="4422275"/>
                <a:ext cx="4525" cy="6550"/>
              </a:xfrm>
              <a:custGeom>
                <a:rect b="b" l="l" r="r" t="t"/>
                <a:pathLst>
                  <a:path extrusionOk="0" h="262" w="181">
                    <a:moveTo>
                      <a:pt x="59" y="0"/>
                    </a:moveTo>
                    <a:cubicBezTo>
                      <a:pt x="44" y="0"/>
                      <a:pt x="30" y="8"/>
                      <a:pt x="22" y="22"/>
                    </a:cubicBezTo>
                    <a:lnTo>
                      <a:pt x="17" y="33"/>
                    </a:lnTo>
                    <a:cubicBezTo>
                      <a:pt x="1" y="44"/>
                      <a:pt x="1" y="71"/>
                      <a:pt x="17" y="82"/>
                    </a:cubicBezTo>
                    <a:cubicBezTo>
                      <a:pt x="17" y="87"/>
                      <a:pt x="17" y="93"/>
                      <a:pt x="17" y="98"/>
                    </a:cubicBezTo>
                    <a:cubicBezTo>
                      <a:pt x="17" y="120"/>
                      <a:pt x="17" y="142"/>
                      <a:pt x="17" y="158"/>
                    </a:cubicBezTo>
                    <a:cubicBezTo>
                      <a:pt x="22" y="204"/>
                      <a:pt x="50" y="262"/>
                      <a:pt x="98" y="262"/>
                    </a:cubicBezTo>
                    <a:cubicBezTo>
                      <a:pt x="106" y="262"/>
                      <a:pt x="116" y="260"/>
                      <a:pt x="126" y="256"/>
                    </a:cubicBezTo>
                    <a:cubicBezTo>
                      <a:pt x="180" y="229"/>
                      <a:pt x="142" y="174"/>
                      <a:pt x="137" y="136"/>
                    </a:cubicBezTo>
                    <a:lnTo>
                      <a:pt x="131" y="136"/>
                    </a:lnTo>
                    <a:cubicBezTo>
                      <a:pt x="126" y="87"/>
                      <a:pt x="126" y="38"/>
                      <a:pt x="82" y="6"/>
                    </a:cubicBezTo>
                    <a:cubicBezTo>
                      <a:pt x="75" y="2"/>
                      <a:pt x="67" y="0"/>
                      <a:pt x="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20"/>
              <p:cNvSpPr/>
              <p:nvPr/>
            </p:nvSpPr>
            <p:spPr>
              <a:xfrm>
                <a:off x="3466425" y="4395975"/>
                <a:ext cx="2875" cy="7475"/>
              </a:xfrm>
              <a:custGeom>
                <a:rect b="b" l="l" r="r" t="t"/>
                <a:pathLst>
                  <a:path extrusionOk="0" h="299" w="115">
                    <a:moveTo>
                      <a:pt x="41" y="0"/>
                    </a:moveTo>
                    <a:cubicBezTo>
                      <a:pt x="25" y="0"/>
                      <a:pt x="11" y="9"/>
                      <a:pt x="6" y="30"/>
                    </a:cubicBezTo>
                    <a:cubicBezTo>
                      <a:pt x="1" y="41"/>
                      <a:pt x="1" y="58"/>
                      <a:pt x="6" y="74"/>
                    </a:cubicBezTo>
                    <a:cubicBezTo>
                      <a:pt x="11" y="85"/>
                      <a:pt x="17" y="90"/>
                      <a:pt x="17" y="101"/>
                    </a:cubicBezTo>
                    <a:cubicBezTo>
                      <a:pt x="28" y="150"/>
                      <a:pt x="11" y="199"/>
                      <a:pt x="11" y="248"/>
                    </a:cubicBezTo>
                    <a:cubicBezTo>
                      <a:pt x="15" y="278"/>
                      <a:pt x="42" y="298"/>
                      <a:pt x="68" y="298"/>
                    </a:cubicBezTo>
                    <a:cubicBezTo>
                      <a:pt x="84" y="298"/>
                      <a:pt x="99" y="291"/>
                      <a:pt x="109" y="275"/>
                    </a:cubicBezTo>
                    <a:cubicBezTo>
                      <a:pt x="109" y="270"/>
                      <a:pt x="109" y="264"/>
                      <a:pt x="109" y="259"/>
                    </a:cubicBezTo>
                    <a:cubicBezTo>
                      <a:pt x="115" y="248"/>
                      <a:pt x="115" y="237"/>
                      <a:pt x="115" y="226"/>
                    </a:cubicBezTo>
                    <a:lnTo>
                      <a:pt x="115" y="221"/>
                    </a:lnTo>
                    <a:cubicBezTo>
                      <a:pt x="115" y="188"/>
                      <a:pt x="115" y="150"/>
                      <a:pt x="109" y="112"/>
                    </a:cubicBezTo>
                    <a:cubicBezTo>
                      <a:pt x="104" y="96"/>
                      <a:pt x="104" y="79"/>
                      <a:pt x="93" y="63"/>
                    </a:cubicBezTo>
                    <a:cubicBezTo>
                      <a:pt x="93" y="58"/>
                      <a:pt x="88" y="47"/>
                      <a:pt x="82" y="41"/>
                    </a:cubicBezTo>
                    <a:cubicBezTo>
                      <a:pt x="82" y="16"/>
                      <a:pt x="61" y="0"/>
                      <a:pt x="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20"/>
              <p:cNvSpPr/>
              <p:nvPr/>
            </p:nvSpPr>
            <p:spPr>
              <a:xfrm>
                <a:off x="3469925" y="4392475"/>
                <a:ext cx="4150" cy="6750"/>
              </a:xfrm>
              <a:custGeom>
                <a:rect b="b" l="l" r="r" t="t"/>
                <a:pathLst>
                  <a:path extrusionOk="0" h="270" w="166">
                    <a:moveTo>
                      <a:pt x="62" y="1"/>
                    </a:moveTo>
                    <a:cubicBezTo>
                      <a:pt x="20" y="1"/>
                      <a:pt x="0" y="58"/>
                      <a:pt x="45" y="78"/>
                    </a:cubicBezTo>
                    <a:cubicBezTo>
                      <a:pt x="43" y="75"/>
                      <a:pt x="43" y="74"/>
                      <a:pt x="43" y="74"/>
                    </a:cubicBezTo>
                    <a:cubicBezTo>
                      <a:pt x="44" y="74"/>
                      <a:pt x="45" y="75"/>
                      <a:pt x="45" y="78"/>
                    </a:cubicBezTo>
                    <a:cubicBezTo>
                      <a:pt x="45" y="89"/>
                      <a:pt x="45" y="94"/>
                      <a:pt x="45" y="105"/>
                    </a:cubicBezTo>
                    <a:cubicBezTo>
                      <a:pt x="45" y="121"/>
                      <a:pt x="45" y="138"/>
                      <a:pt x="40" y="160"/>
                    </a:cubicBezTo>
                    <a:cubicBezTo>
                      <a:pt x="35" y="187"/>
                      <a:pt x="35" y="214"/>
                      <a:pt x="45" y="241"/>
                    </a:cubicBezTo>
                    <a:cubicBezTo>
                      <a:pt x="59" y="260"/>
                      <a:pt x="78" y="270"/>
                      <a:pt x="96" y="270"/>
                    </a:cubicBezTo>
                    <a:cubicBezTo>
                      <a:pt x="115" y="270"/>
                      <a:pt x="132" y="260"/>
                      <a:pt x="143" y="241"/>
                    </a:cubicBezTo>
                    <a:cubicBezTo>
                      <a:pt x="165" y="208"/>
                      <a:pt x="149" y="149"/>
                      <a:pt x="149" y="111"/>
                    </a:cubicBezTo>
                    <a:lnTo>
                      <a:pt x="149" y="111"/>
                    </a:lnTo>
                    <a:lnTo>
                      <a:pt x="149" y="116"/>
                    </a:lnTo>
                    <a:cubicBezTo>
                      <a:pt x="149" y="62"/>
                      <a:pt x="122" y="18"/>
                      <a:pt x="73" y="2"/>
                    </a:cubicBezTo>
                    <a:cubicBezTo>
                      <a:pt x="69" y="1"/>
                      <a:pt x="65"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20"/>
              <p:cNvSpPr/>
              <p:nvPr/>
            </p:nvSpPr>
            <p:spPr>
              <a:xfrm>
                <a:off x="3471050" y="4394400"/>
                <a:ext cx="25" cy="25"/>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20"/>
              <p:cNvSpPr/>
              <p:nvPr/>
            </p:nvSpPr>
            <p:spPr>
              <a:xfrm>
                <a:off x="3473900" y="4392075"/>
                <a:ext cx="3425" cy="5425"/>
              </a:xfrm>
              <a:custGeom>
                <a:rect b="b" l="l" r="r" t="t"/>
                <a:pathLst>
                  <a:path extrusionOk="0" h="217" w="137">
                    <a:moveTo>
                      <a:pt x="74" y="0"/>
                    </a:moveTo>
                    <a:cubicBezTo>
                      <a:pt x="63" y="0"/>
                      <a:pt x="52" y="4"/>
                      <a:pt x="44" y="12"/>
                    </a:cubicBezTo>
                    <a:lnTo>
                      <a:pt x="28" y="29"/>
                    </a:lnTo>
                    <a:cubicBezTo>
                      <a:pt x="11" y="40"/>
                      <a:pt x="11" y="67"/>
                      <a:pt x="28" y="83"/>
                    </a:cubicBezTo>
                    <a:cubicBezTo>
                      <a:pt x="22" y="89"/>
                      <a:pt x="22" y="94"/>
                      <a:pt x="17" y="105"/>
                    </a:cubicBezTo>
                    <a:cubicBezTo>
                      <a:pt x="1" y="132"/>
                      <a:pt x="1" y="165"/>
                      <a:pt x="17" y="192"/>
                    </a:cubicBezTo>
                    <a:cubicBezTo>
                      <a:pt x="26" y="208"/>
                      <a:pt x="43" y="216"/>
                      <a:pt x="60" y="216"/>
                    </a:cubicBezTo>
                    <a:cubicBezTo>
                      <a:pt x="72" y="216"/>
                      <a:pt x="84" y="212"/>
                      <a:pt x="93" y="203"/>
                    </a:cubicBezTo>
                    <a:cubicBezTo>
                      <a:pt x="115" y="176"/>
                      <a:pt x="126" y="143"/>
                      <a:pt x="126" y="105"/>
                    </a:cubicBezTo>
                    <a:cubicBezTo>
                      <a:pt x="136" y="72"/>
                      <a:pt x="126" y="40"/>
                      <a:pt x="104" y="12"/>
                    </a:cubicBezTo>
                    <a:cubicBezTo>
                      <a:pt x="96" y="4"/>
                      <a:pt x="85" y="0"/>
                      <a:pt x="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20"/>
              <p:cNvSpPr/>
              <p:nvPr/>
            </p:nvSpPr>
            <p:spPr>
              <a:xfrm>
                <a:off x="3477700" y="4389525"/>
                <a:ext cx="3975" cy="3275"/>
              </a:xfrm>
              <a:custGeom>
                <a:rect b="b" l="l" r="r" t="t"/>
                <a:pathLst>
                  <a:path extrusionOk="0" h="131" w="159">
                    <a:moveTo>
                      <a:pt x="102" y="0"/>
                    </a:moveTo>
                    <a:cubicBezTo>
                      <a:pt x="95" y="0"/>
                      <a:pt x="89" y="2"/>
                      <a:pt x="82" y="6"/>
                    </a:cubicBezTo>
                    <a:cubicBezTo>
                      <a:pt x="61" y="22"/>
                      <a:pt x="44" y="38"/>
                      <a:pt x="28" y="49"/>
                    </a:cubicBezTo>
                    <a:cubicBezTo>
                      <a:pt x="6" y="60"/>
                      <a:pt x="1" y="82"/>
                      <a:pt x="12" y="104"/>
                    </a:cubicBezTo>
                    <a:cubicBezTo>
                      <a:pt x="20" y="115"/>
                      <a:pt x="36" y="124"/>
                      <a:pt x="50" y="124"/>
                    </a:cubicBezTo>
                    <a:cubicBezTo>
                      <a:pt x="56" y="124"/>
                      <a:pt x="61" y="123"/>
                      <a:pt x="66" y="120"/>
                    </a:cubicBezTo>
                    <a:lnTo>
                      <a:pt x="82" y="109"/>
                    </a:lnTo>
                    <a:cubicBezTo>
                      <a:pt x="93" y="120"/>
                      <a:pt x="110" y="131"/>
                      <a:pt x="126" y="131"/>
                    </a:cubicBezTo>
                    <a:cubicBezTo>
                      <a:pt x="148" y="131"/>
                      <a:pt x="158" y="109"/>
                      <a:pt x="153" y="93"/>
                    </a:cubicBezTo>
                    <a:lnTo>
                      <a:pt x="153" y="87"/>
                    </a:lnTo>
                    <a:lnTo>
                      <a:pt x="148" y="82"/>
                    </a:lnTo>
                    <a:cubicBezTo>
                      <a:pt x="148" y="82"/>
                      <a:pt x="148" y="76"/>
                      <a:pt x="148" y="76"/>
                    </a:cubicBezTo>
                    <a:lnTo>
                      <a:pt x="148" y="71"/>
                    </a:lnTo>
                    <a:cubicBezTo>
                      <a:pt x="148" y="66"/>
                      <a:pt x="148" y="60"/>
                      <a:pt x="148" y="55"/>
                    </a:cubicBezTo>
                    <a:lnTo>
                      <a:pt x="148" y="44"/>
                    </a:lnTo>
                    <a:cubicBezTo>
                      <a:pt x="143" y="19"/>
                      <a:pt x="123" y="0"/>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120"/>
            <p:cNvGrpSpPr/>
            <p:nvPr/>
          </p:nvGrpSpPr>
          <p:grpSpPr>
            <a:xfrm>
              <a:off x="1543472" y="3569306"/>
              <a:ext cx="274328" cy="274313"/>
              <a:chOff x="3631000" y="4253175"/>
              <a:chExt cx="198400" cy="204650"/>
            </a:xfrm>
          </p:grpSpPr>
          <p:sp>
            <p:nvSpPr>
              <p:cNvPr id="5572" name="Google Shape;5572;p120"/>
              <p:cNvSpPr/>
              <p:nvPr/>
            </p:nvSpPr>
            <p:spPr>
              <a:xfrm>
                <a:off x="3631000" y="4253175"/>
                <a:ext cx="198400" cy="204650"/>
              </a:xfrm>
              <a:custGeom>
                <a:rect b="b" l="l" r="r" t="t"/>
                <a:pathLst>
                  <a:path extrusionOk="0" h="8186" w="7936">
                    <a:moveTo>
                      <a:pt x="606" y="1400"/>
                    </a:moveTo>
                    <a:cubicBezTo>
                      <a:pt x="645" y="1400"/>
                      <a:pt x="684" y="1451"/>
                      <a:pt x="718" y="1481"/>
                    </a:cubicBezTo>
                    <a:lnTo>
                      <a:pt x="712" y="1481"/>
                    </a:lnTo>
                    <a:cubicBezTo>
                      <a:pt x="761" y="1519"/>
                      <a:pt x="805" y="1541"/>
                      <a:pt x="810" y="1606"/>
                    </a:cubicBezTo>
                    <a:cubicBezTo>
                      <a:pt x="810" y="1627"/>
                      <a:pt x="810" y="1644"/>
                      <a:pt x="810" y="1666"/>
                    </a:cubicBezTo>
                    <a:cubicBezTo>
                      <a:pt x="800" y="1655"/>
                      <a:pt x="787" y="1651"/>
                      <a:pt x="776" y="1651"/>
                    </a:cubicBezTo>
                    <a:cubicBezTo>
                      <a:pt x="769" y="1651"/>
                      <a:pt x="762" y="1653"/>
                      <a:pt x="756" y="1655"/>
                    </a:cubicBezTo>
                    <a:cubicBezTo>
                      <a:pt x="710" y="1671"/>
                      <a:pt x="665" y="1678"/>
                      <a:pt x="619" y="1678"/>
                    </a:cubicBezTo>
                    <a:cubicBezTo>
                      <a:pt x="605" y="1678"/>
                      <a:pt x="591" y="1678"/>
                      <a:pt x="577" y="1676"/>
                    </a:cubicBezTo>
                    <a:lnTo>
                      <a:pt x="511" y="1671"/>
                    </a:lnTo>
                    <a:cubicBezTo>
                      <a:pt x="522" y="1595"/>
                      <a:pt x="522" y="1470"/>
                      <a:pt x="571" y="1415"/>
                    </a:cubicBezTo>
                    <a:cubicBezTo>
                      <a:pt x="582" y="1404"/>
                      <a:pt x="594" y="1400"/>
                      <a:pt x="606" y="1400"/>
                    </a:cubicBezTo>
                    <a:close/>
                    <a:moveTo>
                      <a:pt x="593" y="589"/>
                    </a:moveTo>
                    <a:cubicBezTo>
                      <a:pt x="691" y="622"/>
                      <a:pt x="778" y="682"/>
                      <a:pt x="843" y="763"/>
                    </a:cubicBezTo>
                    <a:cubicBezTo>
                      <a:pt x="919" y="872"/>
                      <a:pt x="990" y="986"/>
                      <a:pt x="1049" y="1106"/>
                    </a:cubicBezTo>
                    <a:cubicBezTo>
                      <a:pt x="1060" y="1127"/>
                      <a:pt x="1071" y="1149"/>
                      <a:pt x="1082" y="1171"/>
                    </a:cubicBezTo>
                    <a:cubicBezTo>
                      <a:pt x="1039" y="1176"/>
                      <a:pt x="995" y="1182"/>
                      <a:pt x="957" y="1198"/>
                    </a:cubicBezTo>
                    <a:cubicBezTo>
                      <a:pt x="905" y="1206"/>
                      <a:pt x="857" y="1211"/>
                      <a:pt x="806" y="1211"/>
                    </a:cubicBezTo>
                    <a:cubicBezTo>
                      <a:pt x="788" y="1211"/>
                      <a:pt x="769" y="1210"/>
                      <a:pt x="751" y="1209"/>
                    </a:cubicBezTo>
                    <a:cubicBezTo>
                      <a:pt x="744" y="1209"/>
                      <a:pt x="738" y="1208"/>
                      <a:pt x="731" y="1208"/>
                    </a:cubicBezTo>
                    <a:cubicBezTo>
                      <a:pt x="635" y="1208"/>
                      <a:pt x="545" y="1246"/>
                      <a:pt x="473" y="1312"/>
                    </a:cubicBezTo>
                    <a:cubicBezTo>
                      <a:pt x="468" y="1318"/>
                      <a:pt x="468" y="1329"/>
                      <a:pt x="468" y="1334"/>
                    </a:cubicBezTo>
                    <a:cubicBezTo>
                      <a:pt x="408" y="1437"/>
                      <a:pt x="381" y="1557"/>
                      <a:pt x="408" y="1676"/>
                    </a:cubicBezTo>
                    <a:lnTo>
                      <a:pt x="397" y="1676"/>
                    </a:lnTo>
                    <a:cubicBezTo>
                      <a:pt x="365" y="1676"/>
                      <a:pt x="337" y="1731"/>
                      <a:pt x="381" y="1747"/>
                    </a:cubicBezTo>
                    <a:cubicBezTo>
                      <a:pt x="455" y="1778"/>
                      <a:pt x="576" y="1832"/>
                      <a:pt x="679" y="1832"/>
                    </a:cubicBezTo>
                    <a:cubicBezTo>
                      <a:pt x="720" y="1832"/>
                      <a:pt x="758" y="1823"/>
                      <a:pt x="789" y="1801"/>
                    </a:cubicBezTo>
                    <a:lnTo>
                      <a:pt x="789" y="1801"/>
                    </a:lnTo>
                    <a:cubicBezTo>
                      <a:pt x="761" y="1905"/>
                      <a:pt x="723" y="2008"/>
                      <a:pt x="664" y="2100"/>
                    </a:cubicBezTo>
                    <a:cubicBezTo>
                      <a:pt x="630" y="2154"/>
                      <a:pt x="578" y="2212"/>
                      <a:pt x="513" y="2212"/>
                    </a:cubicBezTo>
                    <a:cubicBezTo>
                      <a:pt x="506" y="2212"/>
                      <a:pt x="498" y="2211"/>
                      <a:pt x="490" y="2209"/>
                    </a:cubicBezTo>
                    <a:lnTo>
                      <a:pt x="495" y="2209"/>
                    </a:lnTo>
                    <a:cubicBezTo>
                      <a:pt x="370" y="2182"/>
                      <a:pt x="316" y="2030"/>
                      <a:pt x="272" y="1932"/>
                    </a:cubicBezTo>
                    <a:cubicBezTo>
                      <a:pt x="207" y="1801"/>
                      <a:pt x="163" y="1666"/>
                      <a:pt x="142" y="1519"/>
                    </a:cubicBezTo>
                    <a:cubicBezTo>
                      <a:pt x="136" y="1377"/>
                      <a:pt x="153" y="1236"/>
                      <a:pt x="196" y="1095"/>
                    </a:cubicBezTo>
                    <a:cubicBezTo>
                      <a:pt x="245" y="959"/>
                      <a:pt x="321" y="834"/>
                      <a:pt x="419" y="725"/>
                    </a:cubicBezTo>
                    <a:cubicBezTo>
                      <a:pt x="452" y="682"/>
                      <a:pt x="495" y="638"/>
                      <a:pt x="544" y="606"/>
                    </a:cubicBezTo>
                    <a:cubicBezTo>
                      <a:pt x="560" y="600"/>
                      <a:pt x="577" y="595"/>
                      <a:pt x="593" y="589"/>
                    </a:cubicBezTo>
                    <a:close/>
                    <a:moveTo>
                      <a:pt x="1142" y="1285"/>
                    </a:moveTo>
                    <a:cubicBezTo>
                      <a:pt x="1223" y="1448"/>
                      <a:pt x="1283" y="1622"/>
                      <a:pt x="1321" y="1801"/>
                    </a:cubicBezTo>
                    <a:cubicBezTo>
                      <a:pt x="1348" y="1937"/>
                      <a:pt x="1376" y="2073"/>
                      <a:pt x="1397" y="2204"/>
                    </a:cubicBezTo>
                    <a:cubicBezTo>
                      <a:pt x="1388" y="2201"/>
                      <a:pt x="1379" y="2200"/>
                      <a:pt x="1371" y="2200"/>
                    </a:cubicBezTo>
                    <a:cubicBezTo>
                      <a:pt x="1359" y="2200"/>
                      <a:pt x="1347" y="2203"/>
                      <a:pt x="1338" y="2209"/>
                    </a:cubicBezTo>
                    <a:lnTo>
                      <a:pt x="1338" y="2215"/>
                    </a:lnTo>
                    <a:cubicBezTo>
                      <a:pt x="1329" y="2222"/>
                      <a:pt x="1312" y="2224"/>
                      <a:pt x="1291" y="2224"/>
                    </a:cubicBezTo>
                    <a:cubicBezTo>
                      <a:pt x="1251" y="2224"/>
                      <a:pt x="1196" y="2215"/>
                      <a:pt x="1164" y="2215"/>
                    </a:cubicBezTo>
                    <a:lnTo>
                      <a:pt x="740" y="2215"/>
                    </a:lnTo>
                    <a:cubicBezTo>
                      <a:pt x="778" y="2171"/>
                      <a:pt x="805" y="2122"/>
                      <a:pt x="832" y="2073"/>
                    </a:cubicBezTo>
                    <a:cubicBezTo>
                      <a:pt x="881" y="1954"/>
                      <a:pt x="914" y="1829"/>
                      <a:pt x="930" y="1698"/>
                    </a:cubicBezTo>
                    <a:cubicBezTo>
                      <a:pt x="941" y="1649"/>
                      <a:pt x="941" y="1595"/>
                      <a:pt x="930" y="1546"/>
                    </a:cubicBezTo>
                    <a:cubicBezTo>
                      <a:pt x="914" y="1481"/>
                      <a:pt x="870" y="1426"/>
                      <a:pt x="816" y="1388"/>
                    </a:cubicBezTo>
                    <a:cubicBezTo>
                      <a:pt x="794" y="1367"/>
                      <a:pt x="772" y="1345"/>
                      <a:pt x="751" y="1323"/>
                    </a:cubicBezTo>
                    <a:lnTo>
                      <a:pt x="805" y="1323"/>
                    </a:lnTo>
                    <a:cubicBezTo>
                      <a:pt x="829" y="1326"/>
                      <a:pt x="852" y="1327"/>
                      <a:pt x="876" y="1327"/>
                    </a:cubicBezTo>
                    <a:cubicBezTo>
                      <a:pt x="899" y="1327"/>
                      <a:pt x="922" y="1326"/>
                      <a:pt x="946" y="1323"/>
                    </a:cubicBezTo>
                    <a:cubicBezTo>
                      <a:pt x="995" y="1312"/>
                      <a:pt x="1044" y="1307"/>
                      <a:pt x="1093" y="1307"/>
                    </a:cubicBezTo>
                    <a:cubicBezTo>
                      <a:pt x="1115" y="1307"/>
                      <a:pt x="1131" y="1301"/>
                      <a:pt x="1142" y="1285"/>
                    </a:cubicBezTo>
                    <a:close/>
                    <a:moveTo>
                      <a:pt x="7817" y="122"/>
                    </a:moveTo>
                    <a:cubicBezTo>
                      <a:pt x="7817" y="122"/>
                      <a:pt x="7817" y="127"/>
                      <a:pt x="7817" y="127"/>
                    </a:cubicBezTo>
                    <a:cubicBezTo>
                      <a:pt x="7817" y="154"/>
                      <a:pt x="7806" y="182"/>
                      <a:pt x="7795" y="203"/>
                    </a:cubicBezTo>
                    <a:lnTo>
                      <a:pt x="7784" y="203"/>
                    </a:lnTo>
                    <a:cubicBezTo>
                      <a:pt x="7757" y="274"/>
                      <a:pt x="7752" y="356"/>
                      <a:pt x="7725" y="432"/>
                    </a:cubicBezTo>
                    <a:cubicBezTo>
                      <a:pt x="7687" y="540"/>
                      <a:pt x="7649" y="649"/>
                      <a:pt x="7610" y="763"/>
                    </a:cubicBezTo>
                    <a:cubicBezTo>
                      <a:pt x="7496" y="1127"/>
                      <a:pt x="7409" y="1530"/>
                      <a:pt x="7127" y="1812"/>
                    </a:cubicBezTo>
                    <a:cubicBezTo>
                      <a:pt x="7061" y="1878"/>
                      <a:pt x="6991" y="1932"/>
                      <a:pt x="6926" y="1992"/>
                    </a:cubicBezTo>
                    <a:cubicBezTo>
                      <a:pt x="6860" y="2062"/>
                      <a:pt x="6795" y="2128"/>
                      <a:pt x="6724" y="2187"/>
                    </a:cubicBezTo>
                    <a:cubicBezTo>
                      <a:pt x="6648" y="2236"/>
                      <a:pt x="6572" y="2280"/>
                      <a:pt x="6496" y="2323"/>
                    </a:cubicBezTo>
                    <a:cubicBezTo>
                      <a:pt x="6431" y="2356"/>
                      <a:pt x="6355" y="2378"/>
                      <a:pt x="6317" y="2443"/>
                    </a:cubicBezTo>
                    <a:cubicBezTo>
                      <a:pt x="6246" y="2557"/>
                      <a:pt x="6333" y="2644"/>
                      <a:pt x="6442" y="2655"/>
                    </a:cubicBezTo>
                    <a:cubicBezTo>
                      <a:pt x="6529" y="2655"/>
                      <a:pt x="6610" y="2671"/>
                      <a:pt x="6697" y="2687"/>
                    </a:cubicBezTo>
                    <a:cubicBezTo>
                      <a:pt x="6724" y="2698"/>
                      <a:pt x="6752" y="2709"/>
                      <a:pt x="6779" y="2720"/>
                    </a:cubicBezTo>
                    <a:cubicBezTo>
                      <a:pt x="6768" y="2726"/>
                      <a:pt x="6752" y="2736"/>
                      <a:pt x="6746" y="2742"/>
                    </a:cubicBezTo>
                    <a:cubicBezTo>
                      <a:pt x="6708" y="2758"/>
                      <a:pt x="6676" y="2780"/>
                      <a:pt x="6643" y="2807"/>
                    </a:cubicBezTo>
                    <a:cubicBezTo>
                      <a:pt x="6567" y="2851"/>
                      <a:pt x="6485" y="2883"/>
                      <a:pt x="6398" y="2905"/>
                    </a:cubicBezTo>
                    <a:cubicBezTo>
                      <a:pt x="6300" y="2938"/>
                      <a:pt x="6203" y="2970"/>
                      <a:pt x="6099" y="2997"/>
                    </a:cubicBezTo>
                    <a:cubicBezTo>
                      <a:pt x="6001" y="3014"/>
                      <a:pt x="5904" y="3041"/>
                      <a:pt x="5811" y="3079"/>
                    </a:cubicBezTo>
                    <a:cubicBezTo>
                      <a:pt x="5730" y="3122"/>
                      <a:pt x="5654" y="3171"/>
                      <a:pt x="5583" y="3231"/>
                    </a:cubicBezTo>
                    <a:cubicBezTo>
                      <a:pt x="5501" y="3280"/>
                      <a:pt x="5420" y="3318"/>
                      <a:pt x="5338" y="3367"/>
                    </a:cubicBezTo>
                    <a:cubicBezTo>
                      <a:pt x="5246" y="3421"/>
                      <a:pt x="5154" y="3476"/>
                      <a:pt x="5056" y="3525"/>
                    </a:cubicBezTo>
                    <a:cubicBezTo>
                      <a:pt x="4974" y="3563"/>
                      <a:pt x="4893" y="3606"/>
                      <a:pt x="4816" y="3655"/>
                    </a:cubicBezTo>
                    <a:cubicBezTo>
                      <a:pt x="4778" y="3677"/>
                      <a:pt x="4746" y="3699"/>
                      <a:pt x="4708" y="3715"/>
                    </a:cubicBezTo>
                    <a:cubicBezTo>
                      <a:pt x="4659" y="3720"/>
                      <a:pt x="4610" y="3726"/>
                      <a:pt x="4561" y="3726"/>
                    </a:cubicBezTo>
                    <a:cubicBezTo>
                      <a:pt x="4452" y="3742"/>
                      <a:pt x="4349" y="3753"/>
                      <a:pt x="4240" y="3753"/>
                    </a:cubicBezTo>
                    <a:lnTo>
                      <a:pt x="4077" y="3753"/>
                    </a:lnTo>
                    <a:cubicBezTo>
                      <a:pt x="4153" y="3688"/>
                      <a:pt x="4229" y="3628"/>
                      <a:pt x="4306" y="3568"/>
                    </a:cubicBezTo>
                    <a:cubicBezTo>
                      <a:pt x="4387" y="3508"/>
                      <a:pt x="4474" y="3448"/>
                      <a:pt x="4550" y="3389"/>
                    </a:cubicBezTo>
                    <a:cubicBezTo>
                      <a:pt x="4577" y="3362"/>
                      <a:pt x="4599" y="3334"/>
                      <a:pt x="4621" y="3307"/>
                    </a:cubicBezTo>
                    <a:cubicBezTo>
                      <a:pt x="4648" y="3280"/>
                      <a:pt x="4675" y="3258"/>
                      <a:pt x="4708" y="3236"/>
                    </a:cubicBezTo>
                    <a:cubicBezTo>
                      <a:pt x="4746" y="3231"/>
                      <a:pt x="4778" y="3220"/>
                      <a:pt x="4816" y="3204"/>
                    </a:cubicBezTo>
                    <a:cubicBezTo>
                      <a:pt x="4952" y="3155"/>
                      <a:pt x="5088" y="3101"/>
                      <a:pt x="5224" y="3052"/>
                    </a:cubicBezTo>
                    <a:cubicBezTo>
                      <a:pt x="5360" y="3003"/>
                      <a:pt x="5501" y="2970"/>
                      <a:pt x="5637" y="2921"/>
                    </a:cubicBezTo>
                    <a:cubicBezTo>
                      <a:pt x="5654" y="2916"/>
                      <a:pt x="5654" y="2889"/>
                      <a:pt x="5632" y="2889"/>
                    </a:cubicBezTo>
                    <a:cubicBezTo>
                      <a:pt x="5382" y="2889"/>
                      <a:pt x="5126" y="2986"/>
                      <a:pt x="4893" y="3079"/>
                    </a:cubicBezTo>
                    <a:lnTo>
                      <a:pt x="4882" y="3084"/>
                    </a:lnTo>
                    <a:lnTo>
                      <a:pt x="4969" y="3003"/>
                    </a:lnTo>
                    <a:lnTo>
                      <a:pt x="5007" y="2965"/>
                    </a:lnTo>
                    <a:cubicBezTo>
                      <a:pt x="5012" y="2965"/>
                      <a:pt x="5018" y="2965"/>
                      <a:pt x="5023" y="2959"/>
                    </a:cubicBezTo>
                    <a:cubicBezTo>
                      <a:pt x="5105" y="2905"/>
                      <a:pt x="5197" y="2861"/>
                      <a:pt x="5295" y="2834"/>
                    </a:cubicBezTo>
                    <a:cubicBezTo>
                      <a:pt x="5393" y="2802"/>
                      <a:pt x="5491" y="2769"/>
                      <a:pt x="5594" y="2736"/>
                    </a:cubicBezTo>
                    <a:cubicBezTo>
                      <a:pt x="5692" y="2704"/>
                      <a:pt x="5779" y="2671"/>
                      <a:pt x="5871" y="2633"/>
                    </a:cubicBezTo>
                    <a:cubicBezTo>
                      <a:pt x="5963" y="2584"/>
                      <a:pt x="6056" y="2546"/>
                      <a:pt x="6148" y="2514"/>
                    </a:cubicBezTo>
                    <a:cubicBezTo>
                      <a:pt x="6175" y="2508"/>
                      <a:pt x="6165" y="2470"/>
                      <a:pt x="6143" y="2470"/>
                    </a:cubicBezTo>
                    <a:cubicBezTo>
                      <a:pt x="6136" y="2469"/>
                      <a:pt x="6129" y="2469"/>
                      <a:pt x="6121" y="2469"/>
                    </a:cubicBezTo>
                    <a:cubicBezTo>
                      <a:pt x="6041" y="2469"/>
                      <a:pt x="5957" y="2522"/>
                      <a:pt x="5882" y="2552"/>
                    </a:cubicBezTo>
                    <a:cubicBezTo>
                      <a:pt x="5762" y="2595"/>
                      <a:pt x="5643" y="2639"/>
                      <a:pt x="5523" y="2682"/>
                    </a:cubicBezTo>
                    <a:cubicBezTo>
                      <a:pt x="5420" y="2715"/>
                      <a:pt x="5317" y="2753"/>
                      <a:pt x="5224" y="2796"/>
                    </a:cubicBezTo>
                    <a:lnTo>
                      <a:pt x="5181" y="2818"/>
                    </a:lnTo>
                    <a:cubicBezTo>
                      <a:pt x="5284" y="2731"/>
                      <a:pt x="5387" y="2655"/>
                      <a:pt x="5485" y="2573"/>
                    </a:cubicBezTo>
                    <a:cubicBezTo>
                      <a:pt x="5561" y="2514"/>
                      <a:pt x="5637" y="2448"/>
                      <a:pt x="5708" y="2383"/>
                    </a:cubicBezTo>
                    <a:cubicBezTo>
                      <a:pt x="5757" y="2329"/>
                      <a:pt x="5806" y="2274"/>
                      <a:pt x="5844" y="2215"/>
                    </a:cubicBezTo>
                    <a:cubicBezTo>
                      <a:pt x="5920" y="2193"/>
                      <a:pt x="5996" y="2166"/>
                      <a:pt x="6067" y="2128"/>
                    </a:cubicBezTo>
                    <a:cubicBezTo>
                      <a:pt x="6170" y="2079"/>
                      <a:pt x="6268" y="2024"/>
                      <a:pt x="6377" y="1986"/>
                    </a:cubicBezTo>
                    <a:cubicBezTo>
                      <a:pt x="6458" y="1954"/>
                      <a:pt x="6545" y="1943"/>
                      <a:pt x="6627" y="1905"/>
                    </a:cubicBezTo>
                    <a:cubicBezTo>
                      <a:pt x="6719" y="1867"/>
                      <a:pt x="6801" y="1791"/>
                      <a:pt x="6898" y="1763"/>
                    </a:cubicBezTo>
                    <a:cubicBezTo>
                      <a:pt x="6915" y="1753"/>
                      <a:pt x="6909" y="1725"/>
                      <a:pt x="6893" y="1725"/>
                    </a:cubicBezTo>
                    <a:cubicBezTo>
                      <a:pt x="6817" y="1725"/>
                      <a:pt x="6741" y="1780"/>
                      <a:pt x="6676" y="1807"/>
                    </a:cubicBezTo>
                    <a:cubicBezTo>
                      <a:pt x="6572" y="1850"/>
                      <a:pt x="6474" y="1878"/>
                      <a:pt x="6371" y="1910"/>
                    </a:cubicBezTo>
                    <a:cubicBezTo>
                      <a:pt x="6290" y="1948"/>
                      <a:pt x="6208" y="1986"/>
                      <a:pt x="6127" y="2030"/>
                    </a:cubicBezTo>
                    <a:cubicBezTo>
                      <a:pt x="6072" y="2062"/>
                      <a:pt x="6012" y="2090"/>
                      <a:pt x="5953" y="2117"/>
                    </a:cubicBezTo>
                    <a:cubicBezTo>
                      <a:pt x="5936" y="2122"/>
                      <a:pt x="5920" y="2133"/>
                      <a:pt x="5904" y="2144"/>
                    </a:cubicBezTo>
                    <a:cubicBezTo>
                      <a:pt x="6012" y="2008"/>
                      <a:pt x="6154" y="1916"/>
                      <a:pt x="6279" y="1796"/>
                    </a:cubicBezTo>
                    <a:lnTo>
                      <a:pt x="6279" y="1796"/>
                    </a:lnTo>
                    <a:cubicBezTo>
                      <a:pt x="6274" y="1810"/>
                      <a:pt x="6286" y="1824"/>
                      <a:pt x="6299" y="1824"/>
                    </a:cubicBezTo>
                    <a:cubicBezTo>
                      <a:pt x="6302" y="1824"/>
                      <a:pt x="6304" y="1824"/>
                      <a:pt x="6306" y="1823"/>
                    </a:cubicBezTo>
                    <a:cubicBezTo>
                      <a:pt x="6377" y="1796"/>
                      <a:pt x="6436" y="1758"/>
                      <a:pt x="6496" y="1709"/>
                    </a:cubicBezTo>
                    <a:cubicBezTo>
                      <a:pt x="6578" y="1660"/>
                      <a:pt x="6659" y="1611"/>
                      <a:pt x="6741" y="1562"/>
                    </a:cubicBezTo>
                    <a:cubicBezTo>
                      <a:pt x="6888" y="1481"/>
                      <a:pt x="7061" y="1437"/>
                      <a:pt x="7181" y="1307"/>
                    </a:cubicBezTo>
                    <a:cubicBezTo>
                      <a:pt x="7194" y="1294"/>
                      <a:pt x="7183" y="1270"/>
                      <a:pt x="7166" y="1270"/>
                    </a:cubicBezTo>
                    <a:cubicBezTo>
                      <a:pt x="7162" y="1270"/>
                      <a:pt x="7158" y="1271"/>
                      <a:pt x="7154" y="1274"/>
                    </a:cubicBezTo>
                    <a:cubicBezTo>
                      <a:pt x="7018" y="1361"/>
                      <a:pt x="6866" y="1421"/>
                      <a:pt x="6724" y="1502"/>
                    </a:cubicBezTo>
                    <a:cubicBezTo>
                      <a:pt x="6654" y="1546"/>
                      <a:pt x="6583" y="1595"/>
                      <a:pt x="6512" y="1638"/>
                    </a:cubicBezTo>
                    <a:cubicBezTo>
                      <a:pt x="6442" y="1682"/>
                      <a:pt x="6371" y="1758"/>
                      <a:pt x="6295" y="1780"/>
                    </a:cubicBezTo>
                    <a:lnTo>
                      <a:pt x="6311" y="1763"/>
                    </a:lnTo>
                    <a:cubicBezTo>
                      <a:pt x="6398" y="1676"/>
                      <a:pt x="6491" y="1606"/>
                      <a:pt x="6578" y="1519"/>
                    </a:cubicBezTo>
                    <a:cubicBezTo>
                      <a:pt x="6659" y="1437"/>
                      <a:pt x="6719" y="1350"/>
                      <a:pt x="6801" y="1269"/>
                    </a:cubicBezTo>
                    <a:cubicBezTo>
                      <a:pt x="6866" y="1209"/>
                      <a:pt x="7002" y="1117"/>
                      <a:pt x="6975" y="1008"/>
                    </a:cubicBezTo>
                    <a:cubicBezTo>
                      <a:pt x="6970" y="994"/>
                      <a:pt x="6958" y="985"/>
                      <a:pt x="6945" y="985"/>
                    </a:cubicBezTo>
                    <a:cubicBezTo>
                      <a:pt x="6942" y="985"/>
                      <a:pt x="6939" y="985"/>
                      <a:pt x="6936" y="986"/>
                    </a:cubicBezTo>
                    <a:cubicBezTo>
                      <a:pt x="6871" y="1008"/>
                      <a:pt x="6817" y="1040"/>
                      <a:pt x="6763" y="1084"/>
                    </a:cubicBezTo>
                    <a:cubicBezTo>
                      <a:pt x="6697" y="1127"/>
                      <a:pt x="6616" y="1144"/>
                      <a:pt x="6551" y="1193"/>
                    </a:cubicBezTo>
                    <a:cubicBezTo>
                      <a:pt x="6404" y="1307"/>
                      <a:pt x="6273" y="1443"/>
                      <a:pt x="6121" y="1546"/>
                    </a:cubicBezTo>
                    <a:lnTo>
                      <a:pt x="6094" y="1568"/>
                    </a:lnTo>
                    <a:cubicBezTo>
                      <a:pt x="6137" y="1508"/>
                      <a:pt x="6175" y="1448"/>
                      <a:pt x="6208" y="1383"/>
                    </a:cubicBezTo>
                    <a:cubicBezTo>
                      <a:pt x="6241" y="1334"/>
                      <a:pt x="6268" y="1280"/>
                      <a:pt x="6290" y="1225"/>
                    </a:cubicBezTo>
                    <a:cubicBezTo>
                      <a:pt x="6290" y="1214"/>
                      <a:pt x="6322" y="1068"/>
                      <a:pt x="6322" y="1068"/>
                    </a:cubicBezTo>
                    <a:cubicBezTo>
                      <a:pt x="6342" y="1068"/>
                      <a:pt x="6339" y="1040"/>
                      <a:pt x="6326" y="1040"/>
                    </a:cubicBezTo>
                    <a:cubicBezTo>
                      <a:pt x="6325" y="1040"/>
                      <a:pt x="6323" y="1040"/>
                      <a:pt x="6322" y="1040"/>
                    </a:cubicBezTo>
                    <a:lnTo>
                      <a:pt x="6306" y="1040"/>
                    </a:lnTo>
                    <a:cubicBezTo>
                      <a:pt x="6295" y="1040"/>
                      <a:pt x="6290" y="1040"/>
                      <a:pt x="6290" y="1046"/>
                    </a:cubicBezTo>
                    <a:cubicBezTo>
                      <a:pt x="6246" y="1144"/>
                      <a:pt x="6213" y="1247"/>
                      <a:pt x="6165" y="1339"/>
                    </a:cubicBezTo>
                    <a:cubicBezTo>
                      <a:pt x="6137" y="1383"/>
                      <a:pt x="6110" y="1426"/>
                      <a:pt x="6083" y="1475"/>
                    </a:cubicBezTo>
                    <a:cubicBezTo>
                      <a:pt x="6072" y="1519"/>
                      <a:pt x="6050" y="1557"/>
                      <a:pt x="6018" y="1589"/>
                    </a:cubicBezTo>
                    <a:cubicBezTo>
                      <a:pt x="6007" y="1600"/>
                      <a:pt x="6007" y="1617"/>
                      <a:pt x="6018" y="1622"/>
                    </a:cubicBezTo>
                    <a:cubicBezTo>
                      <a:pt x="5991" y="1644"/>
                      <a:pt x="5963" y="1666"/>
                      <a:pt x="5936" y="1693"/>
                    </a:cubicBezTo>
                    <a:cubicBezTo>
                      <a:pt x="5871" y="1758"/>
                      <a:pt x="5811" y="1829"/>
                      <a:pt x="5741" y="1888"/>
                    </a:cubicBezTo>
                    <a:lnTo>
                      <a:pt x="5692" y="1932"/>
                    </a:lnTo>
                    <a:cubicBezTo>
                      <a:pt x="5751" y="1829"/>
                      <a:pt x="5806" y="1725"/>
                      <a:pt x="5855" y="1617"/>
                    </a:cubicBezTo>
                    <a:cubicBezTo>
                      <a:pt x="5936" y="1475"/>
                      <a:pt x="6007" y="1329"/>
                      <a:pt x="6067" y="1182"/>
                    </a:cubicBezTo>
                    <a:cubicBezTo>
                      <a:pt x="6070" y="1167"/>
                      <a:pt x="6059" y="1158"/>
                      <a:pt x="6049" y="1158"/>
                    </a:cubicBezTo>
                    <a:cubicBezTo>
                      <a:pt x="6043" y="1158"/>
                      <a:pt x="6038" y="1160"/>
                      <a:pt x="6034" y="1165"/>
                    </a:cubicBezTo>
                    <a:cubicBezTo>
                      <a:pt x="5958" y="1296"/>
                      <a:pt x="5882" y="1432"/>
                      <a:pt x="5811" y="1568"/>
                    </a:cubicBezTo>
                    <a:cubicBezTo>
                      <a:pt x="5741" y="1687"/>
                      <a:pt x="5708" y="1839"/>
                      <a:pt x="5621" y="1948"/>
                    </a:cubicBezTo>
                    <a:cubicBezTo>
                      <a:pt x="5610" y="1959"/>
                      <a:pt x="5616" y="1975"/>
                      <a:pt x="5626" y="1986"/>
                    </a:cubicBezTo>
                    <a:cubicBezTo>
                      <a:pt x="5512" y="2079"/>
                      <a:pt x="5398" y="2171"/>
                      <a:pt x="5279" y="2258"/>
                    </a:cubicBezTo>
                    <a:lnTo>
                      <a:pt x="5219" y="2307"/>
                    </a:lnTo>
                    <a:cubicBezTo>
                      <a:pt x="5295" y="2176"/>
                      <a:pt x="5366" y="2046"/>
                      <a:pt x="5436" y="1916"/>
                    </a:cubicBezTo>
                    <a:cubicBezTo>
                      <a:pt x="5480" y="1834"/>
                      <a:pt x="5518" y="1747"/>
                      <a:pt x="5550" y="1660"/>
                    </a:cubicBezTo>
                    <a:cubicBezTo>
                      <a:pt x="5572" y="1584"/>
                      <a:pt x="5599" y="1513"/>
                      <a:pt x="5632" y="1437"/>
                    </a:cubicBezTo>
                    <a:cubicBezTo>
                      <a:pt x="5636" y="1425"/>
                      <a:pt x="5626" y="1417"/>
                      <a:pt x="5616" y="1417"/>
                    </a:cubicBezTo>
                    <a:cubicBezTo>
                      <a:pt x="5612" y="1417"/>
                      <a:pt x="5608" y="1418"/>
                      <a:pt x="5605" y="1421"/>
                    </a:cubicBezTo>
                    <a:cubicBezTo>
                      <a:pt x="5561" y="1475"/>
                      <a:pt x="5534" y="1535"/>
                      <a:pt x="5512" y="1595"/>
                    </a:cubicBezTo>
                    <a:cubicBezTo>
                      <a:pt x="5469" y="1687"/>
                      <a:pt x="5425" y="1774"/>
                      <a:pt x="5382" y="1867"/>
                    </a:cubicBezTo>
                    <a:cubicBezTo>
                      <a:pt x="5289" y="2046"/>
                      <a:pt x="5197" y="2225"/>
                      <a:pt x="5099" y="2405"/>
                    </a:cubicBezTo>
                    <a:cubicBezTo>
                      <a:pt x="4860" y="2606"/>
                      <a:pt x="4632" y="2834"/>
                      <a:pt x="4376" y="3014"/>
                    </a:cubicBezTo>
                    <a:cubicBezTo>
                      <a:pt x="4322" y="3052"/>
                      <a:pt x="4273" y="3084"/>
                      <a:pt x="4219" y="3117"/>
                    </a:cubicBezTo>
                    <a:cubicBezTo>
                      <a:pt x="4235" y="3079"/>
                      <a:pt x="4246" y="3046"/>
                      <a:pt x="4262" y="3008"/>
                    </a:cubicBezTo>
                    <a:cubicBezTo>
                      <a:pt x="4306" y="2905"/>
                      <a:pt x="4349" y="2802"/>
                      <a:pt x="4387" y="2698"/>
                    </a:cubicBezTo>
                    <a:cubicBezTo>
                      <a:pt x="4431" y="2590"/>
                      <a:pt x="4479" y="2492"/>
                      <a:pt x="4534" y="2394"/>
                    </a:cubicBezTo>
                    <a:cubicBezTo>
                      <a:pt x="4583" y="2323"/>
                      <a:pt x="4610" y="2242"/>
                      <a:pt x="4610" y="2155"/>
                    </a:cubicBezTo>
                    <a:cubicBezTo>
                      <a:pt x="4610" y="2145"/>
                      <a:pt x="4601" y="2139"/>
                      <a:pt x="4592" y="2139"/>
                    </a:cubicBezTo>
                    <a:cubicBezTo>
                      <a:pt x="4586" y="2139"/>
                      <a:pt x="4580" y="2142"/>
                      <a:pt x="4577" y="2149"/>
                    </a:cubicBezTo>
                    <a:cubicBezTo>
                      <a:pt x="4545" y="2253"/>
                      <a:pt x="4496" y="2350"/>
                      <a:pt x="4431" y="2432"/>
                    </a:cubicBezTo>
                    <a:cubicBezTo>
                      <a:pt x="4376" y="2524"/>
                      <a:pt x="4333" y="2628"/>
                      <a:pt x="4300" y="2726"/>
                    </a:cubicBezTo>
                    <a:cubicBezTo>
                      <a:pt x="4262" y="2834"/>
                      <a:pt x="4213" y="2938"/>
                      <a:pt x="4170" y="3046"/>
                    </a:cubicBezTo>
                    <a:cubicBezTo>
                      <a:pt x="4153" y="3095"/>
                      <a:pt x="4142" y="3144"/>
                      <a:pt x="4126" y="3188"/>
                    </a:cubicBezTo>
                    <a:cubicBezTo>
                      <a:pt x="4066" y="3236"/>
                      <a:pt x="4017" y="3291"/>
                      <a:pt x="3969" y="3345"/>
                    </a:cubicBezTo>
                    <a:cubicBezTo>
                      <a:pt x="3914" y="3394"/>
                      <a:pt x="3854" y="3448"/>
                      <a:pt x="3800" y="3497"/>
                    </a:cubicBezTo>
                    <a:cubicBezTo>
                      <a:pt x="3795" y="3389"/>
                      <a:pt x="3805" y="3285"/>
                      <a:pt x="3838" y="3177"/>
                    </a:cubicBezTo>
                    <a:cubicBezTo>
                      <a:pt x="3887" y="2932"/>
                      <a:pt x="3990" y="2704"/>
                      <a:pt x="4142" y="2508"/>
                    </a:cubicBezTo>
                    <a:cubicBezTo>
                      <a:pt x="4224" y="2405"/>
                      <a:pt x="4311" y="2307"/>
                      <a:pt x="4392" y="2204"/>
                    </a:cubicBezTo>
                    <a:cubicBezTo>
                      <a:pt x="4469" y="2100"/>
                      <a:pt x="4507" y="1997"/>
                      <a:pt x="4572" y="1899"/>
                    </a:cubicBezTo>
                    <a:cubicBezTo>
                      <a:pt x="4643" y="1801"/>
                      <a:pt x="4708" y="1704"/>
                      <a:pt x="4768" y="1600"/>
                    </a:cubicBezTo>
                    <a:cubicBezTo>
                      <a:pt x="4789" y="1557"/>
                      <a:pt x="4800" y="1513"/>
                      <a:pt x="4816" y="1470"/>
                    </a:cubicBezTo>
                    <a:lnTo>
                      <a:pt x="4816" y="1481"/>
                    </a:lnTo>
                    <a:cubicBezTo>
                      <a:pt x="4816" y="1541"/>
                      <a:pt x="4800" y="1589"/>
                      <a:pt x="4795" y="1649"/>
                    </a:cubicBezTo>
                    <a:cubicBezTo>
                      <a:pt x="4795" y="1693"/>
                      <a:pt x="4795" y="1731"/>
                      <a:pt x="4806" y="1774"/>
                    </a:cubicBezTo>
                    <a:cubicBezTo>
                      <a:pt x="4800" y="1829"/>
                      <a:pt x="4806" y="1883"/>
                      <a:pt x="4816" y="1937"/>
                    </a:cubicBezTo>
                    <a:cubicBezTo>
                      <a:pt x="4832" y="1989"/>
                      <a:pt x="4876" y="2017"/>
                      <a:pt x="4921" y="2017"/>
                    </a:cubicBezTo>
                    <a:cubicBezTo>
                      <a:pt x="4956" y="2017"/>
                      <a:pt x="4991" y="2000"/>
                      <a:pt x="5012" y="1965"/>
                    </a:cubicBezTo>
                    <a:cubicBezTo>
                      <a:pt x="5056" y="1905"/>
                      <a:pt x="5045" y="1829"/>
                      <a:pt x="5077" y="1769"/>
                    </a:cubicBezTo>
                    <a:cubicBezTo>
                      <a:pt x="5094" y="1742"/>
                      <a:pt x="5126" y="1714"/>
                      <a:pt x="5148" y="1682"/>
                    </a:cubicBezTo>
                    <a:cubicBezTo>
                      <a:pt x="5175" y="1638"/>
                      <a:pt x="5186" y="1584"/>
                      <a:pt x="5213" y="1541"/>
                    </a:cubicBezTo>
                    <a:cubicBezTo>
                      <a:pt x="5306" y="1399"/>
                      <a:pt x="5469" y="1285"/>
                      <a:pt x="5610" y="1193"/>
                    </a:cubicBezTo>
                    <a:cubicBezTo>
                      <a:pt x="5621" y="1187"/>
                      <a:pt x="5632" y="1182"/>
                      <a:pt x="5643" y="1171"/>
                    </a:cubicBezTo>
                    <a:cubicBezTo>
                      <a:pt x="5708" y="1138"/>
                      <a:pt x="5773" y="1106"/>
                      <a:pt x="5844" y="1078"/>
                    </a:cubicBezTo>
                    <a:cubicBezTo>
                      <a:pt x="5936" y="1035"/>
                      <a:pt x="6023" y="986"/>
                      <a:pt x="6105" y="926"/>
                    </a:cubicBezTo>
                    <a:cubicBezTo>
                      <a:pt x="6186" y="877"/>
                      <a:pt x="6268" y="839"/>
                      <a:pt x="6360" y="807"/>
                    </a:cubicBezTo>
                    <a:cubicBezTo>
                      <a:pt x="6436" y="779"/>
                      <a:pt x="6502" y="720"/>
                      <a:pt x="6583" y="693"/>
                    </a:cubicBezTo>
                    <a:cubicBezTo>
                      <a:pt x="6659" y="676"/>
                      <a:pt x="6735" y="649"/>
                      <a:pt x="6801" y="616"/>
                    </a:cubicBezTo>
                    <a:cubicBezTo>
                      <a:pt x="6888" y="573"/>
                      <a:pt x="6975" y="551"/>
                      <a:pt x="7061" y="508"/>
                    </a:cubicBezTo>
                    <a:cubicBezTo>
                      <a:pt x="7148" y="464"/>
                      <a:pt x="7230" y="426"/>
                      <a:pt x="7312" y="383"/>
                    </a:cubicBezTo>
                    <a:cubicBezTo>
                      <a:pt x="7398" y="339"/>
                      <a:pt x="7485" y="312"/>
                      <a:pt x="7562" y="269"/>
                    </a:cubicBezTo>
                    <a:cubicBezTo>
                      <a:pt x="7621" y="236"/>
                      <a:pt x="7681" y="209"/>
                      <a:pt x="7736" y="171"/>
                    </a:cubicBezTo>
                    <a:cubicBezTo>
                      <a:pt x="7752" y="154"/>
                      <a:pt x="7790" y="122"/>
                      <a:pt x="7817" y="122"/>
                    </a:cubicBezTo>
                    <a:close/>
                    <a:moveTo>
                      <a:pt x="6893" y="1078"/>
                    </a:moveTo>
                    <a:lnTo>
                      <a:pt x="6893" y="1078"/>
                    </a:lnTo>
                    <a:cubicBezTo>
                      <a:pt x="6866" y="1106"/>
                      <a:pt x="6833" y="1133"/>
                      <a:pt x="6801" y="1160"/>
                    </a:cubicBezTo>
                    <a:cubicBezTo>
                      <a:pt x="6746" y="1209"/>
                      <a:pt x="6697" y="1258"/>
                      <a:pt x="6648" y="1312"/>
                    </a:cubicBezTo>
                    <a:cubicBezTo>
                      <a:pt x="6518" y="1464"/>
                      <a:pt x="6360" y="1595"/>
                      <a:pt x="6219" y="1736"/>
                    </a:cubicBezTo>
                    <a:cubicBezTo>
                      <a:pt x="6088" y="1861"/>
                      <a:pt x="5931" y="1954"/>
                      <a:pt x="5811" y="2090"/>
                    </a:cubicBezTo>
                    <a:cubicBezTo>
                      <a:pt x="5757" y="2160"/>
                      <a:pt x="5708" y="2225"/>
                      <a:pt x="5648" y="2291"/>
                    </a:cubicBezTo>
                    <a:cubicBezTo>
                      <a:pt x="5578" y="2356"/>
                      <a:pt x="5501" y="2421"/>
                      <a:pt x="5420" y="2475"/>
                    </a:cubicBezTo>
                    <a:cubicBezTo>
                      <a:pt x="5262" y="2600"/>
                      <a:pt x="5094" y="2726"/>
                      <a:pt x="4942" y="2861"/>
                    </a:cubicBezTo>
                    <a:cubicBezTo>
                      <a:pt x="4865" y="2932"/>
                      <a:pt x="4795" y="2997"/>
                      <a:pt x="4719" y="3068"/>
                    </a:cubicBezTo>
                    <a:cubicBezTo>
                      <a:pt x="4675" y="3111"/>
                      <a:pt x="4621" y="3144"/>
                      <a:pt x="4572" y="3188"/>
                    </a:cubicBezTo>
                    <a:lnTo>
                      <a:pt x="4550" y="3193"/>
                    </a:lnTo>
                    <a:cubicBezTo>
                      <a:pt x="4501" y="3215"/>
                      <a:pt x="4463" y="3242"/>
                      <a:pt x="4420" y="3264"/>
                    </a:cubicBezTo>
                    <a:cubicBezTo>
                      <a:pt x="4376" y="3285"/>
                      <a:pt x="4327" y="3307"/>
                      <a:pt x="4278" y="3318"/>
                    </a:cubicBezTo>
                    <a:cubicBezTo>
                      <a:pt x="4274" y="3315"/>
                      <a:pt x="4269" y="3313"/>
                      <a:pt x="4264" y="3313"/>
                    </a:cubicBezTo>
                    <a:cubicBezTo>
                      <a:pt x="4247" y="3313"/>
                      <a:pt x="4233" y="3334"/>
                      <a:pt x="4246" y="3351"/>
                    </a:cubicBezTo>
                    <a:lnTo>
                      <a:pt x="4240" y="3351"/>
                    </a:lnTo>
                    <a:cubicBezTo>
                      <a:pt x="4257" y="3367"/>
                      <a:pt x="4278" y="3378"/>
                      <a:pt x="4300" y="3378"/>
                    </a:cubicBezTo>
                    <a:cubicBezTo>
                      <a:pt x="4322" y="3372"/>
                      <a:pt x="4344" y="3362"/>
                      <a:pt x="4365" y="3351"/>
                    </a:cubicBezTo>
                    <a:lnTo>
                      <a:pt x="4398" y="3340"/>
                    </a:lnTo>
                    <a:lnTo>
                      <a:pt x="4398" y="3340"/>
                    </a:lnTo>
                    <a:cubicBezTo>
                      <a:pt x="4376" y="3351"/>
                      <a:pt x="4360" y="3367"/>
                      <a:pt x="4338" y="3378"/>
                    </a:cubicBezTo>
                    <a:cubicBezTo>
                      <a:pt x="4257" y="3443"/>
                      <a:pt x="4175" y="3503"/>
                      <a:pt x="4094" y="3568"/>
                    </a:cubicBezTo>
                    <a:cubicBezTo>
                      <a:pt x="4028" y="3622"/>
                      <a:pt x="3969" y="3688"/>
                      <a:pt x="3898" y="3742"/>
                    </a:cubicBezTo>
                    <a:lnTo>
                      <a:pt x="3892" y="3747"/>
                    </a:lnTo>
                    <a:cubicBezTo>
                      <a:pt x="3876" y="3747"/>
                      <a:pt x="3865" y="3758"/>
                      <a:pt x="3860" y="3769"/>
                    </a:cubicBezTo>
                    <a:cubicBezTo>
                      <a:pt x="3795" y="3813"/>
                      <a:pt x="3724" y="3845"/>
                      <a:pt x="3659" y="3889"/>
                    </a:cubicBezTo>
                    <a:cubicBezTo>
                      <a:pt x="3588" y="3932"/>
                      <a:pt x="3512" y="3997"/>
                      <a:pt x="3436" y="4041"/>
                    </a:cubicBezTo>
                    <a:cubicBezTo>
                      <a:pt x="3354" y="4090"/>
                      <a:pt x="3278" y="4161"/>
                      <a:pt x="3191" y="4204"/>
                    </a:cubicBezTo>
                    <a:cubicBezTo>
                      <a:pt x="3121" y="4231"/>
                      <a:pt x="3050" y="4264"/>
                      <a:pt x="2979" y="4296"/>
                    </a:cubicBezTo>
                    <a:cubicBezTo>
                      <a:pt x="3001" y="4280"/>
                      <a:pt x="3023" y="4264"/>
                      <a:pt x="3044" y="4248"/>
                    </a:cubicBezTo>
                    <a:cubicBezTo>
                      <a:pt x="3104" y="4204"/>
                      <a:pt x="3175" y="4171"/>
                      <a:pt x="3240" y="4128"/>
                    </a:cubicBezTo>
                    <a:cubicBezTo>
                      <a:pt x="3300" y="4074"/>
                      <a:pt x="3365" y="4019"/>
                      <a:pt x="3425" y="3965"/>
                    </a:cubicBezTo>
                    <a:cubicBezTo>
                      <a:pt x="3572" y="3840"/>
                      <a:pt x="3724" y="3726"/>
                      <a:pt x="3871" y="3601"/>
                    </a:cubicBezTo>
                    <a:cubicBezTo>
                      <a:pt x="3958" y="3525"/>
                      <a:pt x="4034" y="3443"/>
                      <a:pt x="4110" y="3362"/>
                    </a:cubicBezTo>
                    <a:cubicBezTo>
                      <a:pt x="4115" y="3364"/>
                      <a:pt x="4119" y="3365"/>
                      <a:pt x="4124" y="3365"/>
                    </a:cubicBezTo>
                    <a:cubicBezTo>
                      <a:pt x="4140" y="3365"/>
                      <a:pt x="4153" y="3351"/>
                      <a:pt x="4153" y="3334"/>
                    </a:cubicBezTo>
                    <a:cubicBezTo>
                      <a:pt x="4153" y="3329"/>
                      <a:pt x="4153" y="3323"/>
                      <a:pt x="4153" y="3318"/>
                    </a:cubicBezTo>
                    <a:cubicBezTo>
                      <a:pt x="4191" y="3285"/>
                      <a:pt x="4229" y="3253"/>
                      <a:pt x="4267" y="3226"/>
                    </a:cubicBezTo>
                    <a:cubicBezTo>
                      <a:pt x="4583" y="2997"/>
                      <a:pt x="4887" y="2753"/>
                      <a:pt x="5175" y="2492"/>
                    </a:cubicBezTo>
                    <a:cubicBezTo>
                      <a:pt x="5317" y="2367"/>
                      <a:pt x="5480" y="2263"/>
                      <a:pt x="5626" y="2138"/>
                    </a:cubicBezTo>
                    <a:cubicBezTo>
                      <a:pt x="5762" y="2024"/>
                      <a:pt x="5898" y="1899"/>
                      <a:pt x="6023" y="1769"/>
                    </a:cubicBezTo>
                    <a:cubicBezTo>
                      <a:pt x="6099" y="1704"/>
                      <a:pt x="6175" y="1644"/>
                      <a:pt x="6262" y="1589"/>
                    </a:cubicBezTo>
                    <a:cubicBezTo>
                      <a:pt x="6339" y="1524"/>
                      <a:pt x="6415" y="1464"/>
                      <a:pt x="6491" y="1399"/>
                    </a:cubicBezTo>
                    <a:cubicBezTo>
                      <a:pt x="6567" y="1334"/>
                      <a:pt x="6621" y="1252"/>
                      <a:pt x="6714" y="1203"/>
                    </a:cubicBezTo>
                    <a:cubicBezTo>
                      <a:pt x="6779" y="1171"/>
                      <a:pt x="6833" y="1117"/>
                      <a:pt x="6893" y="1078"/>
                    </a:cubicBezTo>
                    <a:close/>
                    <a:moveTo>
                      <a:pt x="2843" y="6183"/>
                    </a:moveTo>
                    <a:cubicBezTo>
                      <a:pt x="2876" y="6183"/>
                      <a:pt x="2909" y="6199"/>
                      <a:pt x="2925" y="6226"/>
                    </a:cubicBezTo>
                    <a:cubicBezTo>
                      <a:pt x="2990" y="6286"/>
                      <a:pt x="3044" y="6357"/>
                      <a:pt x="3093" y="6433"/>
                    </a:cubicBezTo>
                    <a:cubicBezTo>
                      <a:pt x="3121" y="6493"/>
                      <a:pt x="3131" y="6563"/>
                      <a:pt x="3131" y="6634"/>
                    </a:cubicBezTo>
                    <a:cubicBezTo>
                      <a:pt x="3061" y="6628"/>
                      <a:pt x="2995" y="6607"/>
                      <a:pt x="2925" y="6596"/>
                    </a:cubicBezTo>
                    <a:lnTo>
                      <a:pt x="2919" y="6596"/>
                    </a:lnTo>
                    <a:cubicBezTo>
                      <a:pt x="2880" y="6591"/>
                      <a:pt x="2841" y="6588"/>
                      <a:pt x="2802" y="6588"/>
                    </a:cubicBezTo>
                    <a:cubicBezTo>
                      <a:pt x="2754" y="6588"/>
                      <a:pt x="2706" y="6592"/>
                      <a:pt x="2658" y="6601"/>
                    </a:cubicBezTo>
                    <a:cubicBezTo>
                      <a:pt x="2620" y="6612"/>
                      <a:pt x="2620" y="6666"/>
                      <a:pt x="2658" y="6677"/>
                    </a:cubicBezTo>
                    <a:cubicBezTo>
                      <a:pt x="2658" y="6688"/>
                      <a:pt x="2664" y="6694"/>
                      <a:pt x="2669" y="6699"/>
                    </a:cubicBezTo>
                    <a:cubicBezTo>
                      <a:pt x="2718" y="6748"/>
                      <a:pt x="2784" y="6753"/>
                      <a:pt x="2800" y="6824"/>
                    </a:cubicBezTo>
                    <a:cubicBezTo>
                      <a:pt x="2832" y="6938"/>
                      <a:pt x="2800" y="7020"/>
                      <a:pt x="2751" y="7123"/>
                    </a:cubicBezTo>
                    <a:cubicBezTo>
                      <a:pt x="2735" y="7167"/>
                      <a:pt x="2691" y="7292"/>
                      <a:pt x="2631" y="7292"/>
                    </a:cubicBezTo>
                    <a:cubicBezTo>
                      <a:pt x="2572" y="7286"/>
                      <a:pt x="2550" y="7134"/>
                      <a:pt x="2533" y="7085"/>
                    </a:cubicBezTo>
                    <a:cubicBezTo>
                      <a:pt x="2457" y="6851"/>
                      <a:pt x="2441" y="6628"/>
                      <a:pt x="2561" y="6400"/>
                    </a:cubicBezTo>
                    <a:cubicBezTo>
                      <a:pt x="2593" y="6319"/>
                      <a:pt x="2664" y="6248"/>
                      <a:pt x="2745" y="6210"/>
                    </a:cubicBezTo>
                    <a:cubicBezTo>
                      <a:pt x="2778" y="6199"/>
                      <a:pt x="2811" y="6188"/>
                      <a:pt x="2843" y="6183"/>
                    </a:cubicBezTo>
                    <a:close/>
                    <a:moveTo>
                      <a:pt x="2936" y="6683"/>
                    </a:moveTo>
                    <a:cubicBezTo>
                      <a:pt x="2968" y="6683"/>
                      <a:pt x="3006" y="6694"/>
                      <a:pt x="3039" y="6705"/>
                    </a:cubicBezTo>
                    <a:cubicBezTo>
                      <a:pt x="3053" y="6707"/>
                      <a:pt x="3068" y="6709"/>
                      <a:pt x="3083" y="6709"/>
                    </a:cubicBezTo>
                    <a:cubicBezTo>
                      <a:pt x="3099" y="6709"/>
                      <a:pt x="3115" y="6707"/>
                      <a:pt x="3131" y="6705"/>
                    </a:cubicBezTo>
                    <a:lnTo>
                      <a:pt x="3131" y="6770"/>
                    </a:lnTo>
                    <a:cubicBezTo>
                      <a:pt x="3131" y="6868"/>
                      <a:pt x="3169" y="6971"/>
                      <a:pt x="3159" y="7069"/>
                    </a:cubicBezTo>
                    <a:cubicBezTo>
                      <a:pt x="3153" y="7167"/>
                      <a:pt x="3131" y="7286"/>
                      <a:pt x="3110" y="7395"/>
                    </a:cubicBezTo>
                    <a:cubicBezTo>
                      <a:pt x="3063" y="7389"/>
                      <a:pt x="3017" y="7387"/>
                      <a:pt x="2972" y="7387"/>
                    </a:cubicBezTo>
                    <a:cubicBezTo>
                      <a:pt x="2926" y="7387"/>
                      <a:pt x="2881" y="7389"/>
                      <a:pt x="2838" y="7395"/>
                    </a:cubicBezTo>
                    <a:cubicBezTo>
                      <a:pt x="2784" y="7395"/>
                      <a:pt x="2729" y="7400"/>
                      <a:pt x="2669" y="7406"/>
                    </a:cubicBezTo>
                    <a:cubicBezTo>
                      <a:pt x="2811" y="7373"/>
                      <a:pt x="2887" y="7145"/>
                      <a:pt x="2925" y="7031"/>
                    </a:cubicBezTo>
                    <a:cubicBezTo>
                      <a:pt x="2952" y="6938"/>
                      <a:pt x="2952" y="6840"/>
                      <a:pt x="2925" y="6748"/>
                    </a:cubicBezTo>
                    <a:lnTo>
                      <a:pt x="2919" y="6753"/>
                    </a:lnTo>
                    <a:cubicBezTo>
                      <a:pt x="2914" y="6721"/>
                      <a:pt x="2898" y="6699"/>
                      <a:pt x="2876" y="6683"/>
                    </a:cubicBezTo>
                    <a:close/>
                    <a:moveTo>
                      <a:pt x="1918" y="484"/>
                    </a:moveTo>
                    <a:cubicBezTo>
                      <a:pt x="2193" y="484"/>
                      <a:pt x="2474" y="492"/>
                      <a:pt x="2751" y="497"/>
                    </a:cubicBezTo>
                    <a:lnTo>
                      <a:pt x="3805" y="497"/>
                    </a:lnTo>
                    <a:cubicBezTo>
                      <a:pt x="3926" y="497"/>
                      <a:pt x="4046" y="495"/>
                      <a:pt x="4167" y="495"/>
                    </a:cubicBezTo>
                    <a:cubicBezTo>
                      <a:pt x="4428" y="495"/>
                      <a:pt x="4689" y="503"/>
                      <a:pt x="4942" y="551"/>
                    </a:cubicBezTo>
                    <a:cubicBezTo>
                      <a:pt x="5077" y="573"/>
                      <a:pt x="5246" y="600"/>
                      <a:pt x="5355" y="698"/>
                    </a:cubicBezTo>
                    <a:cubicBezTo>
                      <a:pt x="5447" y="785"/>
                      <a:pt x="5442" y="959"/>
                      <a:pt x="5452" y="1084"/>
                    </a:cubicBezTo>
                    <a:cubicBezTo>
                      <a:pt x="5251" y="1214"/>
                      <a:pt x="5083" y="1388"/>
                      <a:pt x="4963" y="1595"/>
                    </a:cubicBezTo>
                    <a:cubicBezTo>
                      <a:pt x="4952" y="1481"/>
                      <a:pt x="4931" y="1367"/>
                      <a:pt x="4909" y="1252"/>
                    </a:cubicBezTo>
                    <a:cubicBezTo>
                      <a:pt x="4900" y="1224"/>
                      <a:pt x="4872" y="1209"/>
                      <a:pt x="4846" y="1209"/>
                    </a:cubicBezTo>
                    <a:cubicBezTo>
                      <a:pt x="4826" y="1209"/>
                      <a:pt x="4806" y="1218"/>
                      <a:pt x="4795" y="1236"/>
                    </a:cubicBezTo>
                    <a:cubicBezTo>
                      <a:pt x="4740" y="1323"/>
                      <a:pt x="4697" y="1410"/>
                      <a:pt x="4659" y="1502"/>
                    </a:cubicBezTo>
                    <a:cubicBezTo>
                      <a:pt x="4599" y="1606"/>
                      <a:pt x="4534" y="1698"/>
                      <a:pt x="4458" y="1791"/>
                    </a:cubicBezTo>
                    <a:cubicBezTo>
                      <a:pt x="4392" y="1888"/>
                      <a:pt x="4338" y="2003"/>
                      <a:pt x="4267" y="2100"/>
                    </a:cubicBezTo>
                    <a:cubicBezTo>
                      <a:pt x="4191" y="2198"/>
                      <a:pt x="4094" y="2307"/>
                      <a:pt x="4007" y="2410"/>
                    </a:cubicBezTo>
                    <a:cubicBezTo>
                      <a:pt x="3871" y="2584"/>
                      <a:pt x="3773" y="2780"/>
                      <a:pt x="3724" y="2997"/>
                    </a:cubicBezTo>
                    <a:cubicBezTo>
                      <a:pt x="3686" y="3111"/>
                      <a:pt x="3670" y="3231"/>
                      <a:pt x="3664" y="3351"/>
                    </a:cubicBezTo>
                    <a:cubicBezTo>
                      <a:pt x="3664" y="3400"/>
                      <a:pt x="3670" y="3443"/>
                      <a:pt x="3680" y="3487"/>
                    </a:cubicBezTo>
                    <a:cubicBezTo>
                      <a:pt x="3680" y="3503"/>
                      <a:pt x="3691" y="3519"/>
                      <a:pt x="3702" y="3535"/>
                    </a:cubicBezTo>
                    <a:lnTo>
                      <a:pt x="3702" y="3541"/>
                    </a:lnTo>
                    <a:cubicBezTo>
                      <a:pt x="3691" y="3552"/>
                      <a:pt x="3691" y="3563"/>
                      <a:pt x="3697" y="3579"/>
                    </a:cubicBezTo>
                    <a:lnTo>
                      <a:pt x="3534" y="3715"/>
                    </a:lnTo>
                    <a:cubicBezTo>
                      <a:pt x="3387" y="3856"/>
                      <a:pt x="3224" y="3987"/>
                      <a:pt x="3055" y="4106"/>
                    </a:cubicBezTo>
                    <a:cubicBezTo>
                      <a:pt x="2979" y="4150"/>
                      <a:pt x="2914" y="4209"/>
                      <a:pt x="2854" y="4269"/>
                    </a:cubicBezTo>
                    <a:cubicBezTo>
                      <a:pt x="2816" y="4307"/>
                      <a:pt x="2778" y="4345"/>
                      <a:pt x="2745" y="4389"/>
                    </a:cubicBezTo>
                    <a:cubicBezTo>
                      <a:pt x="2735" y="4405"/>
                      <a:pt x="2724" y="4427"/>
                      <a:pt x="2713" y="4443"/>
                    </a:cubicBezTo>
                    <a:cubicBezTo>
                      <a:pt x="2691" y="4454"/>
                      <a:pt x="2669" y="4465"/>
                      <a:pt x="2648" y="4481"/>
                    </a:cubicBezTo>
                    <a:cubicBezTo>
                      <a:pt x="2613" y="4501"/>
                      <a:pt x="2628" y="4553"/>
                      <a:pt x="2665" y="4553"/>
                    </a:cubicBezTo>
                    <a:cubicBezTo>
                      <a:pt x="2668" y="4553"/>
                      <a:pt x="2671" y="4553"/>
                      <a:pt x="2675" y="4552"/>
                    </a:cubicBezTo>
                    <a:cubicBezTo>
                      <a:pt x="2773" y="4536"/>
                      <a:pt x="2865" y="4508"/>
                      <a:pt x="2947" y="4470"/>
                    </a:cubicBezTo>
                    <a:cubicBezTo>
                      <a:pt x="2974" y="4454"/>
                      <a:pt x="3001" y="4432"/>
                      <a:pt x="3023" y="4411"/>
                    </a:cubicBezTo>
                    <a:cubicBezTo>
                      <a:pt x="3072" y="4378"/>
                      <a:pt x="3126" y="4351"/>
                      <a:pt x="3180" y="4340"/>
                    </a:cubicBezTo>
                    <a:cubicBezTo>
                      <a:pt x="3262" y="4302"/>
                      <a:pt x="3333" y="4258"/>
                      <a:pt x="3398" y="4204"/>
                    </a:cubicBezTo>
                    <a:cubicBezTo>
                      <a:pt x="3474" y="4144"/>
                      <a:pt x="3561" y="4101"/>
                      <a:pt x="3642" y="4041"/>
                    </a:cubicBezTo>
                    <a:cubicBezTo>
                      <a:pt x="3708" y="3997"/>
                      <a:pt x="3778" y="3954"/>
                      <a:pt x="3854" y="3921"/>
                    </a:cubicBezTo>
                    <a:cubicBezTo>
                      <a:pt x="3876" y="3905"/>
                      <a:pt x="3898" y="3894"/>
                      <a:pt x="3920" y="3878"/>
                    </a:cubicBezTo>
                    <a:cubicBezTo>
                      <a:pt x="3947" y="3894"/>
                      <a:pt x="3979" y="3905"/>
                      <a:pt x="4017" y="3916"/>
                    </a:cubicBezTo>
                    <a:cubicBezTo>
                      <a:pt x="4066" y="3921"/>
                      <a:pt x="4115" y="3921"/>
                      <a:pt x="4164" y="3921"/>
                    </a:cubicBezTo>
                    <a:cubicBezTo>
                      <a:pt x="4219" y="3927"/>
                      <a:pt x="4273" y="3930"/>
                      <a:pt x="4327" y="3930"/>
                    </a:cubicBezTo>
                    <a:cubicBezTo>
                      <a:pt x="4380" y="3930"/>
                      <a:pt x="4433" y="3927"/>
                      <a:pt x="4485" y="3921"/>
                    </a:cubicBezTo>
                    <a:cubicBezTo>
                      <a:pt x="4539" y="3905"/>
                      <a:pt x="4588" y="3900"/>
                      <a:pt x="4643" y="3900"/>
                    </a:cubicBezTo>
                    <a:cubicBezTo>
                      <a:pt x="4675" y="3900"/>
                      <a:pt x="4713" y="3894"/>
                      <a:pt x="4746" y="3889"/>
                    </a:cubicBezTo>
                    <a:cubicBezTo>
                      <a:pt x="4827" y="3856"/>
                      <a:pt x="4903" y="3807"/>
                      <a:pt x="4974" y="3758"/>
                    </a:cubicBezTo>
                    <a:cubicBezTo>
                      <a:pt x="5050" y="3704"/>
                      <a:pt x="5137" y="3677"/>
                      <a:pt x="5219" y="3633"/>
                    </a:cubicBezTo>
                    <a:cubicBezTo>
                      <a:pt x="5317" y="3584"/>
                      <a:pt x="5409" y="3514"/>
                      <a:pt x="5507" y="3459"/>
                    </a:cubicBezTo>
                    <a:cubicBezTo>
                      <a:pt x="5664" y="3383"/>
                      <a:pt x="5795" y="3236"/>
                      <a:pt x="5963" y="3188"/>
                    </a:cubicBezTo>
                    <a:lnTo>
                      <a:pt x="5963" y="3188"/>
                    </a:lnTo>
                    <a:cubicBezTo>
                      <a:pt x="5969" y="3285"/>
                      <a:pt x="5963" y="3383"/>
                      <a:pt x="5953" y="3481"/>
                    </a:cubicBezTo>
                    <a:cubicBezTo>
                      <a:pt x="5947" y="3590"/>
                      <a:pt x="5980" y="3693"/>
                      <a:pt x="5969" y="3802"/>
                    </a:cubicBezTo>
                    <a:cubicBezTo>
                      <a:pt x="5963" y="3911"/>
                      <a:pt x="5991" y="4025"/>
                      <a:pt x="5996" y="4139"/>
                    </a:cubicBezTo>
                    <a:cubicBezTo>
                      <a:pt x="5996" y="4275"/>
                      <a:pt x="5985" y="4400"/>
                      <a:pt x="5985" y="4536"/>
                    </a:cubicBezTo>
                    <a:cubicBezTo>
                      <a:pt x="5980" y="4655"/>
                      <a:pt x="5969" y="4769"/>
                      <a:pt x="5953" y="4889"/>
                    </a:cubicBezTo>
                    <a:cubicBezTo>
                      <a:pt x="5942" y="5019"/>
                      <a:pt x="5942" y="5155"/>
                      <a:pt x="5947" y="5286"/>
                    </a:cubicBezTo>
                    <a:cubicBezTo>
                      <a:pt x="5958" y="5411"/>
                      <a:pt x="5953" y="5541"/>
                      <a:pt x="5936" y="5666"/>
                    </a:cubicBezTo>
                    <a:cubicBezTo>
                      <a:pt x="5925" y="5715"/>
                      <a:pt x="5920" y="5759"/>
                      <a:pt x="5915" y="5808"/>
                    </a:cubicBezTo>
                    <a:lnTo>
                      <a:pt x="5915" y="5884"/>
                    </a:lnTo>
                    <a:lnTo>
                      <a:pt x="5915" y="5905"/>
                    </a:lnTo>
                    <a:lnTo>
                      <a:pt x="5915" y="5922"/>
                    </a:lnTo>
                    <a:cubicBezTo>
                      <a:pt x="5898" y="5933"/>
                      <a:pt x="5887" y="5949"/>
                      <a:pt x="5882" y="5965"/>
                    </a:cubicBezTo>
                    <a:lnTo>
                      <a:pt x="5817" y="5965"/>
                    </a:lnTo>
                    <a:cubicBezTo>
                      <a:pt x="5788" y="5964"/>
                      <a:pt x="5758" y="5963"/>
                      <a:pt x="5729" y="5963"/>
                    </a:cubicBezTo>
                    <a:cubicBezTo>
                      <a:pt x="5650" y="5963"/>
                      <a:pt x="5572" y="5968"/>
                      <a:pt x="5496" y="5976"/>
                    </a:cubicBezTo>
                    <a:cubicBezTo>
                      <a:pt x="5419" y="5988"/>
                      <a:pt x="5341" y="5994"/>
                      <a:pt x="5264" y="5994"/>
                    </a:cubicBezTo>
                    <a:cubicBezTo>
                      <a:pt x="5238" y="5994"/>
                      <a:pt x="5212" y="5994"/>
                      <a:pt x="5186" y="5992"/>
                    </a:cubicBezTo>
                    <a:cubicBezTo>
                      <a:pt x="5072" y="5987"/>
                      <a:pt x="4958" y="5971"/>
                      <a:pt x="4838" y="5971"/>
                    </a:cubicBezTo>
                    <a:cubicBezTo>
                      <a:pt x="4730" y="5976"/>
                      <a:pt x="4626" y="5992"/>
                      <a:pt x="4518" y="6009"/>
                    </a:cubicBezTo>
                    <a:cubicBezTo>
                      <a:pt x="4479" y="6013"/>
                      <a:pt x="4440" y="6014"/>
                      <a:pt x="4401" y="6014"/>
                    </a:cubicBezTo>
                    <a:cubicBezTo>
                      <a:pt x="4358" y="6014"/>
                      <a:pt x="4314" y="6013"/>
                      <a:pt x="4271" y="6013"/>
                    </a:cubicBezTo>
                    <a:cubicBezTo>
                      <a:pt x="4246" y="6013"/>
                      <a:pt x="4221" y="6013"/>
                      <a:pt x="4197" y="6014"/>
                    </a:cubicBezTo>
                    <a:cubicBezTo>
                      <a:pt x="3930" y="6014"/>
                      <a:pt x="3664" y="6020"/>
                      <a:pt x="3398" y="6020"/>
                    </a:cubicBezTo>
                    <a:cubicBezTo>
                      <a:pt x="3278" y="6020"/>
                      <a:pt x="3169" y="6025"/>
                      <a:pt x="3055" y="6036"/>
                    </a:cubicBezTo>
                    <a:cubicBezTo>
                      <a:pt x="3046" y="6036"/>
                      <a:pt x="3036" y="6037"/>
                      <a:pt x="3027" y="6037"/>
                    </a:cubicBezTo>
                    <a:cubicBezTo>
                      <a:pt x="2977" y="6037"/>
                      <a:pt x="2929" y="6030"/>
                      <a:pt x="2881" y="6030"/>
                    </a:cubicBezTo>
                    <a:cubicBezTo>
                      <a:pt x="2845" y="6030"/>
                      <a:pt x="2809" y="6034"/>
                      <a:pt x="2773" y="6047"/>
                    </a:cubicBezTo>
                    <a:cubicBezTo>
                      <a:pt x="2756" y="6047"/>
                      <a:pt x="2751" y="6063"/>
                      <a:pt x="2751" y="6079"/>
                    </a:cubicBezTo>
                    <a:cubicBezTo>
                      <a:pt x="2680" y="6101"/>
                      <a:pt x="2620" y="6139"/>
                      <a:pt x="2572" y="6194"/>
                    </a:cubicBezTo>
                    <a:cubicBezTo>
                      <a:pt x="2398" y="6384"/>
                      <a:pt x="2316" y="6639"/>
                      <a:pt x="2354" y="6895"/>
                    </a:cubicBezTo>
                    <a:cubicBezTo>
                      <a:pt x="2370" y="7003"/>
                      <a:pt x="2398" y="7112"/>
                      <a:pt x="2436" y="7215"/>
                    </a:cubicBezTo>
                    <a:cubicBezTo>
                      <a:pt x="2457" y="7292"/>
                      <a:pt x="2501" y="7384"/>
                      <a:pt x="2588" y="7406"/>
                    </a:cubicBezTo>
                    <a:cubicBezTo>
                      <a:pt x="2599" y="7406"/>
                      <a:pt x="2610" y="7411"/>
                      <a:pt x="2626" y="7411"/>
                    </a:cubicBezTo>
                    <a:lnTo>
                      <a:pt x="2517" y="7422"/>
                    </a:lnTo>
                    <a:cubicBezTo>
                      <a:pt x="2506" y="7422"/>
                      <a:pt x="2506" y="7433"/>
                      <a:pt x="2512" y="7438"/>
                    </a:cubicBezTo>
                    <a:cubicBezTo>
                      <a:pt x="2593" y="7493"/>
                      <a:pt x="2686" y="7525"/>
                      <a:pt x="2789" y="7525"/>
                    </a:cubicBezTo>
                    <a:cubicBezTo>
                      <a:pt x="2822" y="7528"/>
                      <a:pt x="2853" y="7528"/>
                      <a:pt x="2884" y="7528"/>
                    </a:cubicBezTo>
                    <a:cubicBezTo>
                      <a:pt x="2915" y="7528"/>
                      <a:pt x="2947" y="7528"/>
                      <a:pt x="2979" y="7531"/>
                    </a:cubicBezTo>
                    <a:lnTo>
                      <a:pt x="3066" y="7531"/>
                    </a:lnTo>
                    <a:cubicBezTo>
                      <a:pt x="3044" y="7585"/>
                      <a:pt x="3017" y="7639"/>
                      <a:pt x="2985" y="7683"/>
                    </a:cubicBezTo>
                    <a:cubicBezTo>
                      <a:pt x="2941" y="7737"/>
                      <a:pt x="2870" y="7846"/>
                      <a:pt x="2800" y="7857"/>
                    </a:cubicBezTo>
                    <a:lnTo>
                      <a:pt x="2805" y="7868"/>
                    </a:lnTo>
                    <a:cubicBezTo>
                      <a:pt x="2735" y="7884"/>
                      <a:pt x="2664" y="7891"/>
                      <a:pt x="2591" y="7891"/>
                    </a:cubicBezTo>
                    <a:cubicBezTo>
                      <a:pt x="2568" y="7891"/>
                      <a:pt x="2546" y="7891"/>
                      <a:pt x="2523" y="7890"/>
                    </a:cubicBezTo>
                    <a:cubicBezTo>
                      <a:pt x="2425" y="7873"/>
                      <a:pt x="2360" y="7808"/>
                      <a:pt x="2278" y="7754"/>
                    </a:cubicBezTo>
                    <a:cubicBezTo>
                      <a:pt x="2191" y="7705"/>
                      <a:pt x="2115" y="7645"/>
                      <a:pt x="2055" y="7569"/>
                    </a:cubicBezTo>
                    <a:cubicBezTo>
                      <a:pt x="1995" y="7482"/>
                      <a:pt x="1946" y="7389"/>
                      <a:pt x="1887" y="7308"/>
                    </a:cubicBezTo>
                    <a:cubicBezTo>
                      <a:pt x="1827" y="7232"/>
                      <a:pt x="1778" y="7150"/>
                      <a:pt x="1729" y="7069"/>
                    </a:cubicBezTo>
                    <a:cubicBezTo>
                      <a:pt x="1685" y="6976"/>
                      <a:pt x="1685" y="6873"/>
                      <a:pt x="1653" y="6775"/>
                    </a:cubicBezTo>
                    <a:cubicBezTo>
                      <a:pt x="1615" y="6672"/>
                      <a:pt x="1593" y="6558"/>
                      <a:pt x="1582" y="6444"/>
                    </a:cubicBezTo>
                    <a:cubicBezTo>
                      <a:pt x="1571" y="6335"/>
                      <a:pt x="1555" y="6226"/>
                      <a:pt x="1539" y="6117"/>
                    </a:cubicBezTo>
                    <a:cubicBezTo>
                      <a:pt x="1522" y="6003"/>
                      <a:pt x="1566" y="5916"/>
                      <a:pt x="1566" y="5813"/>
                    </a:cubicBezTo>
                    <a:cubicBezTo>
                      <a:pt x="1571" y="5688"/>
                      <a:pt x="1560" y="5563"/>
                      <a:pt x="1560" y="5438"/>
                    </a:cubicBezTo>
                    <a:cubicBezTo>
                      <a:pt x="1555" y="5324"/>
                      <a:pt x="1560" y="5215"/>
                      <a:pt x="1577" y="5106"/>
                    </a:cubicBezTo>
                    <a:cubicBezTo>
                      <a:pt x="1593" y="4992"/>
                      <a:pt x="1604" y="4873"/>
                      <a:pt x="1604" y="4753"/>
                    </a:cubicBezTo>
                    <a:cubicBezTo>
                      <a:pt x="1609" y="4650"/>
                      <a:pt x="1631" y="4552"/>
                      <a:pt x="1642" y="4449"/>
                    </a:cubicBezTo>
                    <a:cubicBezTo>
                      <a:pt x="1653" y="4345"/>
                      <a:pt x="1631" y="4231"/>
                      <a:pt x="1653" y="4123"/>
                    </a:cubicBezTo>
                    <a:cubicBezTo>
                      <a:pt x="1669" y="4025"/>
                      <a:pt x="1658" y="3932"/>
                      <a:pt x="1675" y="3840"/>
                    </a:cubicBezTo>
                    <a:cubicBezTo>
                      <a:pt x="1696" y="3726"/>
                      <a:pt x="1702" y="3612"/>
                      <a:pt x="1696" y="3497"/>
                    </a:cubicBezTo>
                    <a:cubicBezTo>
                      <a:pt x="1696" y="3400"/>
                      <a:pt x="1707" y="3302"/>
                      <a:pt x="1696" y="3204"/>
                    </a:cubicBezTo>
                    <a:cubicBezTo>
                      <a:pt x="1685" y="3106"/>
                      <a:pt x="1664" y="2986"/>
                      <a:pt x="1647" y="2883"/>
                    </a:cubicBezTo>
                    <a:cubicBezTo>
                      <a:pt x="1626" y="2764"/>
                      <a:pt x="1631" y="2644"/>
                      <a:pt x="1615" y="2519"/>
                    </a:cubicBezTo>
                    <a:cubicBezTo>
                      <a:pt x="1593" y="2383"/>
                      <a:pt x="1571" y="2258"/>
                      <a:pt x="1544" y="2122"/>
                    </a:cubicBezTo>
                    <a:cubicBezTo>
                      <a:pt x="1501" y="1883"/>
                      <a:pt x="1441" y="1649"/>
                      <a:pt x="1359" y="1421"/>
                    </a:cubicBezTo>
                    <a:cubicBezTo>
                      <a:pt x="1272" y="1193"/>
                      <a:pt x="1158" y="981"/>
                      <a:pt x="1022" y="785"/>
                    </a:cubicBezTo>
                    <a:cubicBezTo>
                      <a:pt x="968" y="709"/>
                      <a:pt x="919" y="616"/>
                      <a:pt x="832" y="573"/>
                    </a:cubicBezTo>
                    <a:cubicBezTo>
                      <a:pt x="810" y="562"/>
                      <a:pt x="789" y="551"/>
                      <a:pt x="767" y="540"/>
                    </a:cubicBezTo>
                    <a:lnTo>
                      <a:pt x="772" y="540"/>
                    </a:lnTo>
                    <a:cubicBezTo>
                      <a:pt x="824" y="527"/>
                      <a:pt x="878" y="523"/>
                      <a:pt x="933" y="523"/>
                    </a:cubicBezTo>
                    <a:cubicBezTo>
                      <a:pt x="1027" y="523"/>
                      <a:pt x="1123" y="535"/>
                      <a:pt x="1213" y="535"/>
                    </a:cubicBezTo>
                    <a:cubicBezTo>
                      <a:pt x="1224" y="535"/>
                      <a:pt x="1235" y="535"/>
                      <a:pt x="1245" y="535"/>
                    </a:cubicBezTo>
                    <a:cubicBezTo>
                      <a:pt x="1403" y="524"/>
                      <a:pt x="1560" y="491"/>
                      <a:pt x="1724" y="486"/>
                    </a:cubicBezTo>
                    <a:cubicBezTo>
                      <a:pt x="1788" y="485"/>
                      <a:pt x="1853" y="484"/>
                      <a:pt x="1918" y="484"/>
                    </a:cubicBezTo>
                    <a:close/>
                    <a:moveTo>
                      <a:pt x="6936" y="6157"/>
                    </a:moveTo>
                    <a:cubicBezTo>
                      <a:pt x="6986" y="6157"/>
                      <a:pt x="7037" y="6162"/>
                      <a:pt x="7078" y="6183"/>
                    </a:cubicBezTo>
                    <a:cubicBezTo>
                      <a:pt x="7154" y="6221"/>
                      <a:pt x="7214" y="6286"/>
                      <a:pt x="7241" y="6367"/>
                    </a:cubicBezTo>
                    <a:cubicBezTo>
                      <a:pt x="7263" y="6460"/>
                      <a:pt x="7273" y="6552"/>
                      <a:pt x="7257" y="6650"/>
                    </a:cubicBezTo>
                    <a:cubicBezTo>
                      <a:pt x="7257" y="6748"/>
                      <a:pt x="7241" y="6851"/>
                      <a:pt x="7214" y="6944"/>
                    </a:cubicBezTo>
                    <a:cubicBezTo>
                      <a:pt x="7186" y="7036"/>
                      <a:pt x="7138" y="7112"/>
                      <a:pt x="7105" y="7205"/>
                    </a:cubicBezTo>
                    <a:cubicBezTo>
                      <a:pt x="7072" y="7292"/>
                      <a:pt x="7083" y="7373"/>
                      <a:pt x="6996" y="7433"/>
                    </a:cubicBezTo>
                    <a:cubicBezTo>
                      <a:pt x="6958" y="7455"/>
                      <a:pt x="6953" y="7514"/>
                      <a:pt x="6985" y="7547"/>
                    </a:cubicBezTo>
                    <a:cubicBezTo>
                      <a:pt x="6964" y="7591"/>
                      <a:pt x="6931" y="7629"/>
                      <a:pt x="6893" y="7667"/>
                    </a:cubicBezTo>
                    <a:cubicBezTo>
                      <a:pt x="6855" y="7705"/>
                      <a:pt x="6811" y="7732"/>
                      <a:pt x="6768" y="7775"/>
                    </a:cubicBezTo>
                    <a:cubicBezTo>
                      <a:pt x="6752" y="7792"/>
                      <a:pt x="6735" y="7808"/>
                      <a:pt x="6714" y="7813"/>
                    </a:cubicBezTo>
                    <a:cubicBezTo>
                      <a:pt x="6676" y="7830"/>
                      <a:pt x="6643" y="7857"/>
                      <a:pt x="6610" y="7873"/>
                    </a:cubicBezTo>
                    <a:cubicBezTo>
                      <a:pt x="6556" y="7884"/>
                      <a:pt x="6502" y="7895"/>
                      <a:pt x="6447" y="7906"/>
                    </a:cubicBezTo>
                    <a:cubicBezTo>
                      <a:pt x="6392" y="7914"/>
                      <a:pt x="6333" y="7919"/>
                      <a:pt x="6273" y="7919"/>
                    </a:cubicBezTo>
                    <a:cubicBezTo>
                      <a:pt x="6252" y="7919"/>
                      <a:pt x="6230" y="7918"/>
                      <a:pt x="6208" y="7917"/>
                    </a:cubicBezTo>
                    <a:cubicBezTo>
                      <a:pt x="6056" y="7917"/>
                      <a:pt x="5904" y="7938"/>
                      <a:pt x="5751" y="7949"/>
                    </a:cubicBezTo>
                    <a:cubicBezTo>
                      <a:pt x="5709" y="7953"/>
                      <a:pt x="5667" y="7955"/>
                      <a:pt x="5625" y="7955"/>
                    </a:cubicBezTo>
                    <a:cubicBezTo>
                      <a:pt x="5541" y="7955"/>
                      <a:pt x="5457" y="7949"/>
                      <a:pt x="5372" y="7949"/>
                    </a:cubicBezTo>
                    <a:cubicBezTo>
                      <a:pt x="5330" y="7949"/>
                      <a:pt x="5288" y="7951"/>
                      <a:pt x="5246" y="7955"/>
                    </a:cubicBezTo>
                    <a:cubicBezTo>
                      <a:pt x="5175" y="7960"/>
                      <a:pt x="5110" y="7987"/>
                      <a:pt x="5039" y="7993"/>
                    </a:cubicBezTo>
                    <a:cubicBezTo>
                      <a:pt x="5010" y="7995"/>
                      <a:pt x="4981" y="7995"/>
                      <a:pt x="4951" y="7995"/>
                    </a:cubicBezTo>
                    <a:cubicBezTo>
                      <a:pt x="4891" y="7995"/>
                      <a:pt x="4829" y="7993"/>
                      <a:pt x="4768" y="7993"/>
                    </a:cubicBezTo>
                    <a:lnTo>
                      <a:pt x="3686" y="8009"/>
                    </a:lnTo>
                    <a:lnTo>
                      <a:pt x="3093" y="8015"/>
                    </a:lnTo>
                    <a:lnTo>
                      <a:pt x="2990" y="8015"/>
                    </a:lnTo>
                    <a:cubicBezTo>
                      <a:pt x="3017" y="7987"/>
                      <a:pt x="3044" y="7960"/>
                      <a:pt x="3066" y="7928"/>
                    </a:cubicBezTo>
                    <a:cubicBezTo>
                      <a:pt x="3235" y="7770"/>
                      <a:pt x="3327" y="7547"/>
                      <a:pt x="3327" y="7319"/>
                    </a:cubicBezTo>
                    <a:cubicBezTo>
                      <a:pt x="3338" y="7188"/>
                      <a:pt x="3371" y="7074"/>
                      <a:pt x="3349" y="6944"/>
                    </a:cubicBezTo>
                    <a:cubicBezTo>
                      <a:pt x="3322" y="6813"/>
                      <a:pt x="3316" y="6694"/>
                      <a:pt x="3300" y="6569"/>
                    </a:cubicBezTo>
                    <a:cubicBezTo>
                      <a:pt x="3284" y="6465"/>
                      <a:pt x="3240" y="6362"/>
                      <a:pt x="3175" y="6281"/>
                    </a:cubicBezTo>
                    <a:cubicBezTo>
                      <a:pt x="3148" y="6248"/>
                      <a:pt x="3121" y="6215"/>
                      <a:pt x="3088" y="6188"/>
                    </a:cubicBezTo>
                    <a:lnTo>
                      <a:pt x="3197" y="6188"/>
                    </a:lnTo>
                    <a:cubicBezTo>
                      <a:pt x="3403" y="6194"/>
                      <a:pt x="3610" y="6194"/>
                      <a:pt x="3816" y="6194"/>
                    </a:cubicBezTo>
                    <a:cubicBezTo>
                      <a:pt x="4028" y="6199"/>
                      <a:pt x="4229" y="6204"/>
                      <a:pt x="4436" y="6204"/>
                    </a:cubicBezTo>
                    <a:cubicBezTo>
                      <a:pt x="4528" y="6199"/>
                      <a:pt x="4626" y="6194"/>
                      <a:pt x="4713" y="6177"/>
                    </a:cubicBezTo>
                    <a:cubicBezTo>
                      <a:pt x="4752" y="6173"/>
                      <a:pt x="4790" y="6172"/>
                      <a:pt x="4827" y="6172"/>
                    </a:cubicBezTo>
                    <a:cubicBezTo>
                      <a:pt x="4895" y="6172"/>
                      <a:pt x="4962" y="6178"/>
                      <a:pt x="5028" y="6188"/>
                    </a:cubicBezTo>
                    <a:cubicBezTo>
                      <a:pt x="5126" y="6199"/>
                      <a:pt x="5224" y="6210"/>
                      <a:pt x="5322" y="6210"/>
                    </a:cubicBezTo>
                    <a:cubicBezTo>
                      <a:pt x="5414" y="6210"/>
                      <a:pt x="5507" y="6183"/>
                      <a:pt x="5599" y="6183"/>
                    </a:cubicBezTo>
                    <a:cubicBezTo>
                      <a:pt x="5800" y="6183"/>
                      <a:pt x="5996" y="6183"/>
                      <a:pt x="6197" y="6172"/>
                    </a:cubicBezTo>
                    <a:cubicBezTo>
                      <a:pt x="6321" y="6162"/>
                      <a:pt x="6443" y="6160"/>
                      <a:pt x="6565" y="6160"/>
                    </a:cubicBezTo>
                    <a:cubicBezTo>
                      <a:pt x="6647" y="6160"/>
                      <a:pt x="6729" y="6161"/>
                      <a:pt x="6811" y="6161"/>
                    </a:cubicBezTo>
                    <a:cubicBezTo>
                      <a:pt x="6849" y="6161"/>
                      <a:pt x="6892" y="6157"/>
                      <a:pt x="6936" y="6157"/>
                    </a:cubicBezTo>
                    <a:close/>
                    <a:moveTo>
                      <a:pt x="7827" y="1"/>
                    </a:moveTo>
                    <a:cubicBezTo>
                      <a:pt x="7815" y="1"/>
                      <a:pt x="7800" y="3"/>
                      <a:pt x="7784" y="8"/>
                    </a:cubicBezTo>
                    <a:lnTo>
                      <a:pt x="7790" y="2"/>
                    </a:lnTo>
                    <a:lnTo>
                      <a:pt x="7790" y="2"/>
                    </a:lnTo>
                    <a:cubicBezTo>
                      <a:pt x="7736" y="24"/>
                      <a:pt x="7687" y="51"/>
                      <a:pt x="7638" y="84"/>
                    </a:cubicBezTo>
                    <a:cubicBezTo>
                      <a:pt x="7551" y="127"/>
                      <a:pt x="7464" y="165"/>
                      <a:pt x="7377" y="192"/>
                    </a:cubicBezTo>
                    <a:cubicBezTo>
                      <a:pt x="7290" y="225"/>
                      <a:pt x="7214" y="274"/>
                      <a:pt x="7127" y="312"/>
                    </a:cubicBezTo>
                    <a:cubicBezTo>
                      <a:pt x="7023" y="366"/>
                      <a:pt x="6920" y="404"/>
                      <a:pt x="6811" y="448"/>
                    </a:cubicBezTo>
                    <a:cubicBezTo>
                      <a:pt x="6768" y="464"/>
                      <a:pt x="6730" y="491"/>
                      <a:pt x="6686" y="513"/>
                    </a:cubicBezTo>
                    <a:cubicBezTo>
                      <a:pt x="6632" y="529"/>
                      <a:pt x="6578" y="540"/>
                      <a:pt x="6523" y="551"/>
                    </a:cubicBezTo>
                    <a:cubicBezTo>
                      <a:pt x="6480" y="568"/>
                      <a:pt x="6442" y="589"/>
                      <a:pt x="6404" y="611"/>
                    </a:cubicBezTo>
                    <a:cubicBezTo>
                      <a:pt x="6349" y="644"/>
                      <a:pt x="6295" y="665"/>
                      <a:pt x="6241" y="682"/>
                    </a:cubicBezTo>
                    <a:cubicBezTo>
                      <a:pt x="6137" y="720"/>
                      <a:pt x="6040" y="774"/>
                      <a:pt x="5947" y="839"/>
                    </a:cubicBezTo>
                    <a:cubicBezTo>
                      <a:pt x="5866" y="888"/>
                      <a:pt x="5773" y="932"/>
                      <a:pt x="5686" y="970"/>
                    </a:cubicBezTo>
                    <a:cubicBezTo>
                      <a:pt x="5686" y="850"/>
                      <a:pt x="5659" y="731"/>
                      <a:pt x="5605" y="627"/>
                    </a:cubicBezTo>
                    <a:cubicBezTo>
                      <a:pt x="5523" y="491"/>
                      <a:pt x="5371" y="415"/>
                      <a:pt x="5224" y="366"/>
                    </a:cubicBezTo>
                    <a:cubicBezTo>
                      <a:pt x="4917" y="272"/>
                      <a:pt x="4589" y="262"/>
                      <a:pt x="4265" y="262"/>
                    </a:cubicBezTo>
                    <a:cubicBezTo>
                      <a:pt x="4177" y="262"/>
                      <a:pt x="4088" y="263"/>
                      <a:pt x="4001" y="263"/>
                    </a:cubicBezTo>
                    <a:cubicBezTo>
                      <a:pt x="3561" y="263"/>
                      <a:pt x="3121" y="263"/>
                      <a:pt x="2675" y="269"/>
                    </a:cubicBezTo>
                    <a:cubicBezTo>
                      <a:pt x="2639" y="269"/>
                      <a:pt x="2604" y="269"/>
                      <a:pt x="2568" y="269"/>
                    </a:cubicBezTo>
                    <a:cubicBezTo>
                      <a:pt x="2424" y="269"/>
                      <a:pt x="2277" y="266"/>
                      <a:pt x="2129" y="266"/>
                    </a:cubicBezTo>
                    <a:cubicBezTo>
                      <a:pt x="1889" y="266"/>
                      <a:pt x="1648" y="274"/>
                      <a:pt x="1414" y="317"/>
                    </a:cubicBezTo>
                    <a:cubicBezTo>
                      <a:pt x="1218" y="356"/>
                      <a:pt x="1017" y="334"/>
                      <a:pt x="821" y="361"/>
                    </a:cubicBezTo>
                    <a:cubicBezTo>
                      <a:pt x="729" y="377"/>
                      <a:pt x="636" y="404"/>
                      <a:pt x="544" y="437"/>
                    </a:cubicBezTo>
                    <a:cubicBezTo>
                      <a:pt x="479" y="464"/>
                      <a:pt x="419" y="502"/>
                      <a:pt x="370" y="551"/>
                    </a:cubicBezTo>
                    <a:cubicBezTo>
                      <a:pt x="136" y="790"/>
                      <a:pt x="6" y="1111"/>
                      <a:pt x="0" y="1443"/>
                    </a:cubicBezTo>
                    <a:cubicBezTo>
                      <a:pt x="0" y="1611"/>
                      <a:pt x="44" y="1774"/>
                      <a:pt x="115" y="1926"/>
                    </a:cubicBezTo>
                    <a:cubicBezTo>
                      <a:pt x="174" y="2051"/>
                      <a:pt x="223" y="2204"/>
                      <a:pt x="343" y="2291"/>
                    </a:cubicBezTo>
                    <a:cubicBezTo>
                      <a:pt x="359" y="2302"/>
                      <a:pt x="370" y="2312"/>
                      <a:pt x="386" y="2318"/>
                    </a:cubicBezTo>
                    <a:cubicBezTo>
                      <a:pt x="392" y="2334"/>
                      <a:pt x="403" y="2340"/>
                      <a:pt x="413" y="2345"/>
                    </a:cubicBezTo>
                    <a:cubicBezTo>
                      <a:pt x="555" y="2377"/>
                      <a:pt x="701" y="2390"/>
                      <a:pt x="844" y="2390"/>
                    </a:cubicBezTo>
                    <a:cubicBezTo>
                      <a:pt x="871" y="2390"/>
                      <a:pt x="898" y="2389"/>
                      <a:pt x="924" y="2388"/>
                    </a:cubicBezTo>
                    <a:lnTo>
                      <a:pt x="1175" y="2388"/>
                    </a:lnTo>
                    <a:cubicBezTo>
                      <a:pt x="1200" y="2392"/>
                      <a:pt x="1225" y="2394"/>
                      <a:pt x="1250" y="2394"/>
                    </a:cubicBezTo>
                    <a:cubicBezTo>
                      <a:pt x="1295" y="2394"/>
                      <a:pt x="1341" y="2388"/>
                      <a:pt x="1387" y="2378"/>
                    </a:cubicBezTo>
                    <a:cubicBezTo>
                      <a:pt x="1397" y="2378"/>
                      <a:pt x="1408" y="2367"/>
                      <a:pt x="1419" y="2361"/>
                    </a:cubicBezTo>
                    <a:cubicBezTo>
                      <a:pt x="1435" y="2448"/>
                      <a:pt x="1446" y="2541"/>
                      <a:pt x="1457" y="2633"/>
                    </a:cubicBezTo>
                    <a:cubicBezTo>
                      <a:pt x="1468" y="2698"/>
                      <a:pt x="1457" y="2764"/>
                      <a:pt x="1463" y="2834"/>
                    </a:cubicBezTo>
                    <a:cubicBezTo>
                      <a:pt x="1463" y="2899"/>
                      <a:pt x="1484" y="2959"/>
                      <a:pt x="1490" y="3024"/>
                    </a:cubicBezTo>
                    <a:cubicBezTo>
                      <a:pt x="1512" y="3144"/>
                      <a:pt x="1517" y="3269"/>
                      <a:pt x="1517" y="3394"/>
                    </a:cubicBezTo>
                    <a:cubicBezTo>
                      <a:pt x="1522" y="3514"/>
                      <a:pt x="1517" y="3639"/>
                      <a:pt x="1506" y="3764"/>
                    </a:cubicBezTo>
                    <a:cubicBezTo>
                      <a:pt x="1495" y="3818"/>
                      <a:pt x="1484" y="3878"/>
                      <a:pt x="1484" y="3938"/>
                    </a:cubicBezTo>
                    <a:cubicBezTo>
                      <a:pt x="1484" y="4008"/>
                      <a:pt x="1479" y="4074"/>
                      <a:pt x="1463" y="4139"/>
                    </a:cubicBezTo>
                    <a:cubicBezTo>
                      <a:pt x="1446" y="4242"/>
                      <a:pt x="1468" y="4356"/>
                      <a:pt x="1452" y="4465"/>
                    </a:cubicBezTo>
                    <a:cubicBezTo>
                      <a:pt x="1425" y="4601"/>
                      <a:pt x="1419" y="4737"/>
                      <a:pt x="1408" y="4878"/>
                    </a:cubicBezTo>
                    <a:cubicBezTo>
                      <a:pt x="1397" y="5003"/>
                      <a:pt x="1365" y="5128"/>
                      <a:pt x="1359" y="5253"/>
                    </a:cubicBezTo>
                    <a:lnTo>
                      <a:pt x="1359" y="5672"/>
                    </a:lnTo>
                    <a:cubicBezTo>
                      <a:pt x="1365" y="5748"/>
                      <a:pt x="1359" y="5818"/>
                      <a:pt x="1348" y="5889"/>
                    </a:cubicBezTo>
                    <a:cubicBezTo>
                      <a:pt x="1332" y="5944"/>
                      <a:pt x="1321" y="5992"/>
                      <a:pt x="1321" y="6047"/>
                    </a:cubicBezTo>
                    <a:cubicBezTo>
                      <a:pt x="1321" y="6188"/>
                      <a:pt x="1354" y="6329"/>
                      <a:pt x="1365" y="6471"/>
                    </a:cubicBezTo>
                    <a:cubicBezTo>
                      <a:pt x="1370" y="6585"/>
                      <a:pt x="1392" y="6699"/>
                      <a:pt x="1430" y="6813"/>
                    </a:cubicBezTo>
                    <a:cubicBezTo>
                      <a:pt x="1473" y="6933"/>
                      <a:pt x="1479" y="7058"/>
                      <a:pt x="1533" y="7172"/>
                    </a:cubicBezTo>
                    <a:cubicBezTo>
                      <a:pt x="1582" y="7270"/>
                      <a:pt x="1642" y="7362"/>
                      <a:pt x="1713" y="7449"/>
                    </a:cubicBezTo>
                    <a:cubicBezTo>
                      <a:pt x="1778" y="7547"/>
                      <a:pt x="1832" y="7656"/>
                      <a:pt x="1908" y="7748"/>
                    </a:cubicBezTo>
                    <a:cubicBezTo>
                      <a:pt x="1984" y="7835"/>
                      <a:pt x="2077" y="7906"/>
                      <a:pt x="2175" y="7960"/>
                    </a:cubicBezTo>
                    <a:cubicBezTo>
                      <a:pt x="2267" y="8025"/>
                      <a:pt x="2349" y="8091"/>
                      <a:pt x="2463" y="8107"/>
                    </a:cubicBezTo>
                    <a:cubicBezTo>
                      <a:pt x="2506" y="8118"/>
                      <a:pt x="2555" y="8118"/>
                      <a:pt x="2599" y="8118"/>
                    </a:cubicBezTo>
                    <a:cubicBezTo>
                      <a:pt x="2648" y="8129"/>
                      <a:pt x="2702" y="8140"/>
                      <a:pt x="2751" y="8145"/>
                    </a:cubicBezTo>
                    <a:cubicBezTo>
                      <a:pt x="2854" y="8150"/>
                      <a:pt x="2957" y="8156"/>
                      <a:pt x="3061" y="8156"/>
                    </a:cubicBezTo>
                    <a:lnTo>
                      <a:pt x="3631" y="8167"/>
                    </a:lnTo>
                    <a:lnTo>
                      <a:pt x="4773" y="8183"/>
                    </a:lnTo>
                    <a:cubicBezTo>
                      <a:pt x="4835" y="8183"/>
                      <a:pt x="4899" y="8185"/>
                      <a:pt x="4963" y="8185"/>
                    </a:cubicBezTo>
                    <a:cubicBezTo>
                      <a:pt x="4996" y="8185"/>
                      <a:pt x="5028" y="8185"/>
                      <a:pt x="5061" y="8183"/>
                    </a:cubicBezTo>
                    <a:cubicBezTo>
                      <a:pt x="5137" y="8183"/>
                      <a:pt x="5208" y="8156"/>
                      <a:pt x="5284" y="8150"/>
                    </a:cubicBezTo>
                    <a:cubicBezTo>
                      <a:pt x="5298" y="8150"/>
                      <a:pt x="5312" y="8150"/>
                      <a:pt x="5326" y="8150"/>
                    </a:cubicBezTo>
                    <a:cubicBezTo>
                      <a:pt x="5455" y="8150"/>
                      <a:pt x="5584" y="8166"/>
                      <a:pt x="5713" y="8166"/>
                    </a:cubicBezTo>
                    <a:cubicBezTo>
                      <a:pt x="5749" y="8166"/>
                      <a:pt x="5786" y="8165"/>
                      <a:pt x="5822" y="8161"/>
                    </a:cubicBezTo>
                    <a:cubicBezTo>
                      <a:pt x="5944" y="8149"/>
                      <a:pt x="6070" y="8143"/>
                      <a:pt x="6194" y="8143"/>
                    </a:cubicBezTo>
                    <a:cubicBezTo>
                      <a:pt x="6235" y="8143"/>
                      <a:pt x="6276" y="8144"/>
                      <a:pt x="6317" y="8145"/>
                    </a:cubicBezTo>
                    <a:cubicBezTo>
                      <a:pt x="6393" y="8145"/>
                      <a:pt x="6464" y="8134"/>
                      <a:pt x="6540" y="8118"/>
                    </a:cubicBezTo>
                    <a:cubicBezTo>
                      <a:pt x="6553" y="8115"/>
                      <a:pt x="6567" y="8114"/>
                      <a:pt x="6581" y="8114"/>
                    </a:cubicBezTo>
                    <a:cubicBezTo>
                      <a:pt x="6595" y="8114"/>
                      <a:pt x="6610" y="8115"/>
                      <a:pt x="6627" y="8118"/>
                    </a:cubicBezTo>
                    <a:cubicBezTo>
                      <a:pt x="6665" y="8112"/>
                      <a:pt x="6703" y="8096"/>
                      <a:pt x="6730" y="8074"/>
                    </a:cubicBezTo>
                    <a:cubicBezTo>
                      <a:pt x="6806" y="8036"/>
                      <a:pt x="6871" y="7993"/>
                      <a:pt x="6936" y="7938"/>
                    </a:cubicBezTo>
                    <a:cubicBezTo>
                      <a:pt x="6985" y="7890"/>
                      <a:pt x="7045" y="7851"/>
                      <a:pt x="7094" y="7803"/>
                    </a:cubicBezTo>
                    <a:cubicBezTo>
                      <a:pt x="7176" y="7710"/>
                      <a:pt x="7225" y="7591"/>
                      <a:pt x="7235" y="7466"/>
                    </a:cubicBezTo>
                    <a:cubicBezTo>
                      <a:pt x="7284" y="7395"/>
                      <a:pt x="7284" y="7297"/>
                      <a:pt x="7328" y="7215"/>
                    </a:cubicBezTo>
                    <a:cubicBezTo>
                      <a:pt x="7415" y="7042"/>
                      <a:pt x="7458" y="6851"/>
                      <a:pt x="7464" y="6656"/>
                    </a:cubicBezTo>
                    <a:cubicBezTo>
                      <a:pt x="7475" y="6460"/>
                      <a:pt x="7464" y="6291"/>
                      <a:pt x="7344" y="6128"/>
                    </a:cubicBezTo>
                    <a:cubicBezTo>
                      <a:pt x="7214" y="5954"/>
                      <a:pt x="7056" y="5938"/>
                      <a:pt x="6849" y="5938"/>
                    </a:cubicBezTo>
                    <a:cubicBezTo>
                      <a:pt x="6773" y="5938"/>
                      <a:pt x="6697" y="5937"/>
                      <a:pt x="6620" y="5937"/>
                    </a:cubicBezTo>
                    <a:cubicBezTo>
                      <a:pt x="6466" y="5937"/>
                      <a:pt x="6311" y="5940"/>
                      <a:pt x="6159" y="5954"/>
                    </a:cubicBezTo>
                    <a:lnTo>
                      <a:pt x="6148" y="5954"/>
                    </a:lnTo>
                    <a:cubicBezTo>
                      <a:pt x="6148" y="5916"/>
                      <a:pt x="6148" y="5873"/>
                      <a:pt x="6148" y="5829"/>
                    </a:cubicBezTo>
                    <a:cubicBezTo>
                      <a:pt x="6148" y="5775"/>
                      <a:pt x="6170" y="5721"/>
                      <a:pt x="6175" y="5661"/>
                    </a:cubicBezTo>
                    <a:cubicBezTo>
                      <a:pt x="6181" y="5590"/>
                      <a:pt x="6186" y="5520"/>
                      <a:pt x="6181" y="5454"/>
                    </a:cubicBezTo>
                    <a:cubicBezTo>
                      <a:pt x="6175" y="5302"/>
                      <a:pt x="6165" y="5155"/>
                      <a:pt x="6170" y="5003"/>
                    </a:cubicBezTo>
                    <a:cubicBezTo>
                      <a:pt x="6170" y="4867"/>
                      <a:pt x="6197" y="4731"/>
                      <a:pt x="6197" y="4590"/>
                    </a:cubicBezTo>
                    <a:cubicBezTo>
                      <a:pt x="6192" y="4449"/>
                      <a:pt x="6197" y="4302"/>
                      <a:pt x="6197" y="4161"/>
                    </a:cubicBezTo>
                    <a:cubicBezTo>
                      <a:pt x="6192" y="4030"/>
                      <a:pt x="6159" y="3911"/>
                      <a:pt x="6154" y="3780"/>
                    </a:cubicBezTo>
                    <a:cubicBezTo>
                      <a:pt x="6154" y="3726"/>
                      <a:pt x="6143" y="3671"/>
                      <a:pt x="6127" y="3622"/>
                    </a:cubicBezTo>
                    <a:cubicBezTo>
                      <a:pt x="6116" y="3552"/>
                      <a:pt x="6105" y="3481"/>
                      <a:pt x="6110" y="3410"/>
                    </a:cubicBezTo>
                    <a:cubicBezTo>
                      <a:pt x="6110" y="3351"/>
                      <a:pt x="6105" y="3285"/>
                      <a:pt x="6083" y="3231"/>
                    </a:cubicBezTo>
                    <a:cubicBezTo>
                      <a:pt x="6072" y="3209"/>
                      <a:pt x="6061" y="3188"/>
                      <a:pt x="6040" y="3177"/>
                    </a:cubicBezTo>
                    <a:cubicBezTo>
                      <a:pt x="6224" y="3128"/>
                      <a:pt x="6404" y="3079"/>
                      <a:pt x="6583" y="3014"/>
                    </a:cubicBezTo>
                    <a:cubicBezTo>
                      <a:pt x="6659" y="2981"/>
                      <a:pt x="6735" y="2938"/>
                      <a:pt x="6806" y="2894"/>
                    </a:cubicBezTo>
                    <a:cubicBezTo>
                      <a:pt x="6855" y="2867"/>
                      <a:pt x="6920" y="2840"/>
                      <a:pt x="6947" y="2791"/>
                    </a:cubicBezTo>
                    <a:cubicBezTo>
                      <a:pt x="7040" y="2622"/>
                      <a:pt x="6801" y="2535"/>
                      <a:pt x="6627" y="2497"/>
                    </a:cubicBezTo>
                    <a:cubicBezTo>
                      <a:pt x="6692" y="2465"/>
                      <a:pt x="6757" y="2432"/>
                      <a:pt x="6817" y="2394"/>
                    </a:cubicBezTo>
                    <a:cubicBezTo>
                      <a:pt x="6893" y="2345"/>
                      <a:pt x="6964" y="2285"/>
                      <a:pt x="7023" y="2215"/>
                    </a:cubicBezTo>
                    <a:cubicBezTo>
                      <a:pt x="7100" y="2138"/>
                      <a:pt x="7186" y="2073"/>
                      <a:pt x="7263" y="2003"/>
                    </a:cubicBezTo>
                    <a:cubicBezTo>
                      <a:pt x="7409" y="1856"/>
                      <a:pt x="7529" y="1682"/>
                      <a:pt x="7610" y="1492"/>
                    </a:cubicBezTo>
                    <a:cubicBezTo>
                      <a:pt x="7649" y="1394"/>
                      <a:pt x="7681" y="1296"/>
                      <a:pt x="7703" y="1193"/>
                    </a:cubicBezTo>
                    <a:cubicBezTo>
                      <a:pt x="7725" y="1089"/>
                      <a:pt x="7763" y="997"/>
                      <a:pt x="7784" y="894"/>
                    </a:cubicBezTo>
                    <a:cubicBezTo>
                      <a:pt x="7812" y="779"/>
                      <a:pt x="7833" y="665"/>
                      <a:pt x="7855" y="551"/>
                    </a:cubicBezTo>
                    <a:cubicBezTo>
                      <a:pt x="7877" y="453"/>
                      <a:pt x="7877" y="339"/>
                      <a:pt x="7904" y="241"/>
                    </a:cubicBezTo>
                    <a:cubicBezTo>
                      <a:pt x="7928" y="154"/>
                      <a:pt x="7935" y="1"/>
                      <a:pt x="78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20"/>
              <p:cNvSpPr/>
              <p:nvPr/>
            </p:nvSpPr>
            <p:spPr>
              <a:xfrm>
                <a:off x="3677075" y="4276325"/>
                <a:ext cx="64975" cy="29525"/>
              </a:xfrm>
              <a:custGeom>
                <a:rect b="b" l="l" r="r" t="t"/>
                <a:pathLst>
                  <a:path extrusionOk="0" h="1181" w="2599">
                    <a:moveTo>
                      <a:pt x="1647" y="495"/>
                    </a:moveTo>
                    <a:cubicBezTo>
                      <a:pt x="1707" y="495"/>
                      <a:pt x="1740" y="506"/>
                      <a:pt x="1734" y="571"/>
                    </a:cubicBezTo>
                    <a:cubicBezTo>
                      <a:pt x="1723" y="609"/>
                      <a:pt x="1712" y="647"/>
                      <a:pt x="1702" y="685"/>
                    </a:cubicBezTo>
                    <a:cubicBezTo>
                      <a:pt x="1685" y="761"/>
                      <a:pt x="1636" y="827"/>
                      <a:pt x="1566" y="854"/>
                    </a:cubicBezTo>
                    <a:cubicBezTo>
                      <a:pt x="1517" y="881"/>
                      <a:pt x="1462" y="903"/>
                      <a:pt x="1413" y="924"/>
                    </a:cubicBezTo>
                    <a:lnTo>
                      <a:pt x="1408" y="919"/>
                    </a:lnTo>
                    <a:cubicBezTo>
                      <a:pt x="1392" y="892"/>
                      <a:pt x="1370" y="875"/>
                      <a:pt x="1343" y="865"/>
                    </a:cubicBezTo>
                    <a:cubicBezTo>
                      <a:pt x="1305" y="843"/>
                      <a:pt x="1261" y="832"/>
                      <a:pt x="1218" y="832"/>
                    </a:cubicBezTo>
                    <a:lnTo>
                      <a:pt x="1163" y="832"/>
                    </a:lnTo>
                    <a:cubicBezTo>
                      <a:pt x="1223" y="745"/>
                      <a:pt x="1294" y="669"/>
                      <a:pt x="1364" y="593"/>
                    </a:cubicBezTo>
                    <a:cubicBezTo>
                      <a:pt x="1446" y="500"/>
                      <a:pt x="1533" y="500"/>
                      <a:pt x="1647" y="495"/>
                    </a:cubicBezTo>
                    <a:close/>
                    <a:moveTo>
                      <a:pt x="1120" y="897"/>
                    </a:moveTo>
                    <a:cubicBezTo>
                      <a:pt x="1169" y="897"/>
                      <a:pt x="1218" y="903"/>
                      <a:pt x="1267" y="913"/>
                    </a:cubicBezTo>
                    <a:cubicBezTo>
                      <a:pt x="1288" y="919"/>
                      <a:pt x="1310" y="930"/>
                      <a:pt x="1326" y="952"/>
                    </a:cubicBezTo>
                    <a:cubicBezTo>
                      <a:pt x="1256" y="979"/>
                      <a:pt x="1185" y="1011"/>
                      <a:pt x="1114" y="1055"/>
                    </a:cubicBezTo>
                    <a:cubicBezTo>
                      <a:pt x="1107" y="1059"/>
                      <a:pt x="1099" y="1061"/>
                      <a:pt x="1092" y="1061"/>
                    </a:cubicBezTo>
                    <a:cubicBezTo>
                      <a:pt x="1072" y="1061"/>
                      <a:pt x="1053" y="1046"/>
                      <a:pt x="1049" y="1022"/>
                    </a:cubicBezTo>
                    <a:cubicBezTo>
                      <a:pt x="1076" y="984"/>
                      <a:pt x="1098" y="941"/>
                      <a:pt x="1120" y="897"/>
                    </a:cubicBezTo>
                    <a:close/>
                    <a:moveTo>
                      <a:pt x="1522" y="0"/>
                    </a:moveTo>
                    <a:cubicBezTo>
                      <a:pt x="1508" y="0"/>
                      <a:pt x="1493" y="7"/>
                      <a:pt x="1484" y="22"/>
                    </a:cubicBezTo>
                    <a:cubicBezTo>
                      <a:pt x="1451" y="87"/>
                      <a:pt x="1419" y="163"/>
                      <a:pt x="1397" y="234"/>
                    </a:cubicBezTo>
                    <a:cubicBezTo>
                      <a:pt x="1397" y="234"/>
                      <a:pt x="1397" y="239"/>
                      <a:pt x="1397" y="239"/>
                    </a:cubicBezTo>
                    <a:cubicBezTo>
                      <a:pt x="1348" y="343"/>
                      <a:pt x="1288" y="441"/>
                      <a:pt x="1229" y="533"/>
                    </a:cubicBezTo>
                    <a:cubicBezTo>
                      <a:pt x="1207" y="566"/>
                      <a:pt x="1185" y="598"/>
                      <a:pt x="1163" y="631"/>
                    </a:cubicBezTo>
                    <a:cubicBezTo>
                      <a:pt x="1087" y="723"/>
                      <a:pt x="995" y="805"/>
                      <a:pt x="908" y="892"/>
                    </a:cubicBezTo>
                    <a:cubicBezTo>
                      <a:pt x="864" y="941"/>
                      <a:pt x="815" y="984"/>
                      <a:pt x="761" y="1033"/>
                    </a:cubicBezTo>
                    <a:cubicBezTo>
                      <a:pt x="732" y="1057"/>
                      <a:pt x="695" y="1089"/>
                      <a:pt x="657" y="1089"/>
                    </a:cubicBezTo>
                    <a:cubicBezTo>
                      <a:pt x="652" y="1089"/>
                      <a:pt x="647" y="1089"/>
                      <a:pt x="642" y="1087"/>
                    </a:cubicBezTo>
                    <a:cubicBezTo>
                      <a:pt x="565" y="1066"/>
                      <a:pt x="576" y="990"/>
                      <a:pt x="593" y="935"/>
                    </a:cubicBezTo>
                    <a:cubicBezTo>
                      <a:pt x="614" y="865"/>
                      <a:pt x="642" y="794"/>
                      <a:pt x="680" y="734"/>
                    </a:cubicBezTo>
                    <a:cubicBezTo>
                      <a:pt x="701" y="696"/>
                      <a:pt x="718" y="658"/>
                      <a:pt x="734" y="620"/>
                    </a:cubicBezTo>
                    <a:cubicBezTo>
                      <a:pt x="750" y="582"/>
                      <a:pt x="767" y="544"/>
                      <a:pt x="788" y="500"/>
                    </a:cubicBezTo>
                    <a:cubicBezTo>
                      <a:pt x="799" y="484"/>
                      <a:pt x="810" y="462"/>
                      <a:pt x="815" y="446"/>
                    </a:cubicBezTo>
                    <a:cubicBezTo>
                      <a:pt x="826" y="414"/>
                      <a:pt x="800" y="392"/>
                      <a:pt x="774" y="392"/>
                    </a:cubicBezTo>
                    <a:cubicBezTo>
                      <a:pt x="761" y="392"/>
                      <a:pt x="747" y="398"/>
                      <a:pt x="739" y="413"/>
                    </a:cubicBezTo>
                    <a:cubicBezTo>
                      <a:pt x="680" y="511"/>
                      <a:pt x="631" y="620"/>
                      <a:pt x="582" y="729"/>
                    </a:cubicBezTo>
                    <a:lnTo>
                      <a:pt x="565" y="756"/>
                    </a:lnTo>
                    <a:cubicBezTo>
                      <a:pt x="555" y="778"/>
                      <a:pt x="544" y="799"/>
                      <a:pt x="527" y="821"/>
                    </a:cubicBezTo>
                    <a:cubicBezTo>
                      <a:pt x="500" y="870"/>
                      <a:pt x="468" y="968"/>
                      <a:pt x="419" y="1006"/>
                    </a:cubicBezTo>
                    <a:cubicBezTo>
                      <a:pt x="397" y="1019"/>
                      <a:pt x="362" y="1026"/>
                      <a:pt x="325" y="1026"/>
                    </a:cubicBezTo>
                    <a:cubicBezTo>
                      <a:pt x="269" y="1026"/>
                      <a:pt x="208" y="1009"/>
                      <a:pt x="185" y="973"/>
                    </a:cubicBezTo>
                    <a:cubicBezTo>
                      <a:pt x="125" y="886"/>
                      <a:pt x="207" y="740"/>
                      <a:pt x="250" y="658"/>
                    </a:cubicBezTo>
                    <a:cubicBezTo>
                      <a:pt x="326" y="538"/>
                      <a:pt x="457" y="457"/>
                      <a:pt x="598" y="451"/>
                    </a:cubicBezTo>
                    <a:cubicBezTo>
                      <a:pt x="631" y="446"/>
                      <a:pt x="631" y="403"/>
                      <a:pt x="598" y="403"/>
                    </a:cubicBezTo>
                    <a:cubicBezTo>
                      <a:pt x="413" y="403"/>
                      <a:pt x="250" y="451"/>
                      <a:pt x="147" y="609"/>
                    </a:cubicBezTo>
                    <a:cubicBezTo>
                      <a:pt x="71" y="729"/>
                      <a:pt x="0" y="924"/>
                      <a:pt x="93" y="1049"/>
                    </a:cubicBezTo>
                    <a:cubicBezTo>
                      <a:pt x="139" y="1112"/>
                      <a:pt x="211" y="1139"/>
                      <a:pt x="283" y="1139"/>
                    </a:cubicBezTo>
                    <a:cubicBezTo>
                      <a:pt x="363" y="1139"/>
                      <a:pt x="444" y="1106"/>
                      <a:pt x="495" y="1049"/>
                    </a:cubicBezTo>
                    <a:cubicBezTo>
                      <a:pt x="516" y="1136"/>
                      <a:pt x="585" y="1181"/>
                      <a:pt x="662" y="1181"/>
                    </a:cubicBezTo>
                    <a:cubicBezTo>
                      <a:pt x="706" y="1181"/>
                      <a:pt x="752" y="1166"/>
                      <a:pt x="794" y="1136"/>
                    </a:cubicBezTo>
                    <a:cubicBezTo>
                      <a:pt x="848" y="1098"/>
                      <a:pt x="897" y="1055"/>
                      <a:pt x="941" y="1011"/>
                    </a:cubicBezTo>
                    <a:cubicBezTo>
                      <a:pt x="941" y="1039"/>
                      <a:pt x="962" y="1060"/>
                      <a:pt x="984" y="1066"/>
                    </a:cubicBezTo>
                    <a:cubicBezTo>
                      <a:pt x="1000" y="1104"/>
                      <a:pt x="1033" y="1131"/>
                      <a:pt x="1071" y="1136"/>
                    </a:cubicBezTo>
                    <a:cubicBezTo>
                      <a:pt x="1120" y="1131"/>
                      <a:pt x="1169" y="1120"/>
                      <a:pt x="1207" y="1104"/>
                    </a:cubicBezTo>
                    <a:cubicBezTo>
                      <a:pt x="1272" y="1082"/>
                      <a:pt x="1337" y="1066"/>
                      <a:pt x="1403" y="1049"/>
                    </a:cubicBezTo>
                    <a:lnTo>
                      <a:pt x="1419" y="1066"/>
                    </a:lnTo>
                    <a:cubicBezTo>
                      <a:pt x="1470" y="1123"/>
                      <a:pt x="1559" y="1146"/>
                      <a:pt x="1647" y="1146"/>
                    </a:cubicBezTo>
                    <a:cubicBezTo>
                      <a:pt x="1719" y="1146"/>
                      <a:pt x="1792" y="1131"/>
                      <a:pt x="1843" y="1104"/>
                    </a:cubicBezTo>
                    <a:cubicBezTo>
                      <a:pt x="1914" y="1060"/>
                      <a:pt x="1968" y="990"/>
                      <a:pt x="1995" y="908"/>
                    </a:cubicBezTo>
                    <a:cubicBezTo>
                      <a:pt x="2000" y="990"/>
                      <a:pt x="2033" y="1066"/>
                      <a:pt x="2098" y="1120"/>
                    </a:cubicBezTo>
                    <a:cubicBezTo>
                      <a:pt x="2130" y="1150"/>
                      <a:pt x="2162" y="1160"/>
                      <a:pt x="2194" y="1160"/>
                    </a:cubicBezTo>
                    <a:cubicBezTo>
                      <a:pt x="2244" y="1160"/>
                      <a:pt x="2295" y="1134"/>
                      <a:pt x="2348" y="1115"/>
                    </a:cubicBezTo>
                    <a:cubicBezTo>
                      <a:pt x="2385" y="1099"/>
                      <a:pt x="2386" y="1038"/>
                      <a:pt x="2343" y="1038"/>
                    </a:cubicBezTo>
                    <a:cubicBezTo>
                      <a:pt x="2341" y="1038"/>
                      <a:pt x="2339" y="1038"/>
                      <a:pt x="2338" y="1039"/>
                    </a:cubicBezTo>
                    <a:cubicBezTo>
                      <a:pt x="2313" y="1042"/>
                      <a:pt x="2277" y="1050"/>
                      <a:pt x="2242" y="1050"/>
                    </a:cubicBezTo>
                    <a:cubicBezTo>
                      <a:pt x="2213" y="1050"/>
                      <a:pt x="2185" y="1044"/>
                      <a:pt x="2164" y="1028"/>
                    </a:cubicBezTo>
                    <a:cubicBezTo>
                      <a:pt x="2071" y="957"/>
                      <a:pt x="2109" y="854"/>
                      <a:pt x="2174" y="778"/>
                    </a:cubicBezTo>
                    <a:cubicBezTo>
                      <a:pt x="2261" y="658"/>
                      <a:pt x="2397" y="587"/>
                      <a:pt x="2539" y="566"/>
                    </a:cubicBezTo>
                    <a:cubicBezTo>
                      <a:pt x="2598" y="560"/>
                      <a:pt x="2598" y="473"/>
                      <a:pt x="2539" y="462"/>
                    </a:cubicBezTo>
                    <a:lnTo>
                      <a:pt x="2533" y="468"/>
                    </a:lnTo>
                    <a:lnTo>
                      <a:pt x="2457" y="468"/>
                    </a:lnTo>
                    <a:cubicBezTo>
                      <a:pt x="2316" y="473"/>
                      <a:pt x="2169" y="489"/>
                      <a:pt x="2060" y="593"/>
                    </a:cubicBezTo>
                    <a:cubicBezTo>
                      <a:pt x="1946" y="696"/>
                      <a:pt x="1935" y="913"/>
                      <a:pt x="1799" y="995"/>
                    </a:cubicBezTo>
                    <a:cubicBezTo>
                      <a:pt x="1747" y="1020"/>
                      <a:pt x="1688" y="1032"/>
                      <a:pt x="1630" y="1032"/>
                    </a:cubicBezTo>
                    <a:cubicBezTo>
                      <a:pt x="1586" y="1032"/>
                      <a:pt x="1542" y="1025"/>
                      <a:pt x="1500" y="1011"/>
                    </a:cubicBezTo>
                    <a:cubicBezTo>
                      <a:pt x="1604" y="979"/>
                      <a:pt x="1691" y="919"/>
                      <a:pt x="1761" y="843"/>
                    </a:cubicBezTo>
                    <a:cubicBezTo>
                      <a:pt x="1794" y="794"/>
                      <a:pt x="1810" y="740"/>
                      <a:pt x="1810" y="680"/>
                    </a:cubicBezTo>
                    <a:cubicBezTo>
                      <a:pt x="1827" y="620"/>
                      <a:pt x="1832" y="555"/>
                      <a:pt x="1832" y="495"/>
                    </a:cubicBezTo>
                    <a:cubicBezTo>
                      <a:pt x="1819" y="420"/>
                      <a:pt x="1752" y="404"/>
                      <a:pt x="1681" y="404"/>
                    </a:cubicBezTo>
                    <a:cubicBezTo>
                      <a:pt x="1633" y="404"/>
                      <a:pt x="1584" y="411"/>
                      <a:pt x="1549" y="413"/>
                    </a:cubicBezTo>
                    <a:cubicBezTo>
                      <a:pt x="1490" y="413"/>
                      <a:pt x="1435" y="435"/>
                      <a:pt x="1381" y="468"/>
                    </a:cubicBezTo>
                    <a:cubicBezTo>
                      <a:pt x="1462" y="337"/>
                      <a:pt x="1522" y="201"/>
                      <a:pt x="1571" y="60"/>
                    </a:cubicBezTo>
                    <a:cubicBezTo>
                      <a:pt x="1578" y="24"/>
                      <a:pt x="1550" y="0"/>
                      <a:pt x="1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20"/>
              <p:cNvSpPr/>
              <p:nvPr/>
            </p:nvSpPr>
            <p:spPr>
              <a:xfrm>
                <a:off x="3678700" y="4310725"/>
                <a:ext cx="49075" cy="38900"/>
              </a:xfrm>
              <a:custGeom>
                <a:rect b="b" l="l" r="r" t="t"/>
                <a:pathLst>
                  <a:path extrusionOk="0" h="1556" w="1963">
                    <a:moveTo>
                      <a:pt x="1838" y="70"/>
                    </a:moveTo>
                    <a:lnTo>
                      <a:pt x="1821" y="97"/>
                    </a:lnTo>
                    <a:lnTo>
                      <a:pt x="1816" y="108"/>
                    </a:lnTo>
                    <a:cubicBezTo>
                      <a:pt x="1762" y="184"/>
                      <a:pt x="1718" y="271"/>
                      <a:pt x="1680" y="358"/>
                    </a:cubicBezTo>
                    <a:cubicBezTo>
                      <a:pt x="1669" y="407"/>
                      <a:pt x="1647" y="451"/>
                      <a:pt x="1626" y="494"/>
                    </a:cubicBezTo>
                    <a:cubicBezTo>
                      <a:pt x="1642" y="434"/>
                      <a:pt x="1658" y="375"/>
                      <a:pt x="1680" y="315"/>
                    </a:cubicBezTo>
                    <a:cubicBezTo>
                      <a:pt x="1702" y="255"/>
                      <a:pt x="1729" y="195"/>
                      <a:pt x="1756" y="141"/>
                    </a:cubicBezTo>
                    <a:cubicBezTo>
                      <a:pt x="1778" y="108"/>
                      <a:pt x="1805" y="86"/>
                      <a:pt x="1838" y="70"/>
                    </a:cubicBezTo>
                    <a:close/>
                    <a:moveTo>
                      <a:pt x="1018" y="494"/>
                    </a:moveTo>
                    <a:cubicBezTo>
                      <a:pt x="1109" y="494"/>
                      <a:pt x="1038" y="616"/>
                      <a:pt x="1017" y="663"/>
                    </a:cubicBezTo>
                    <a:cubicBezTo>
                      <a:pt x="973" y="755"/>
                      <a:pt x="914" y="837"/>
                      <a:pt x="837" y="902"/>
                    </a:cubicBezTo>
                    <a:cubicBezTo>
                      <a:pt x="848" y="809"/>
                      <a:pt x="870" y="722"/>
                      <a:pt x="908" y="636"/>
                    </a:cubicBezTo>
                    <a:cubicBezTo>
                      <a:pt x="924" y="592"/>
                      <a:pt x="941" y="500"/>
                      <a:pt x="1006" y="494"/>
                    </a:cubicBezTo>
                    <a:cubicBezTo>
                      <a:pt x="1010" y="494"/>
                      <a:pt x="1014" y="494"/>
                      <a:pt x="1018" y="494"/>
                    </a:cubicBezTo>
                    <a:close/>
                    <a:moveTo>
                      <a:pt x="1900" y="1"/>
                    </a:moveTo>
                    <a:cubicBezTo>
                      <a:pt x="1891" y="1"/>
                      <a:pt x="1883" y="4"/>
                      <a:pt x="1876" y="10"/>
                    </a:cubicBezTo>
                    <a:cubicBezTo>
                      <a:pt x="1675" y="16"/>
                      <a:pt x="1593" y="353"/>
                      <a:pt x="1550" y="510"/>
                    </a:cubicBezTo>
                    <a:lnTo>
                      <a:pt x="1517" y="619"/>
                    </a:lnTo>
                    <a:cubicBezTo>
                      <a:pt x="1501" y="636"/>
                      <a:pt x="1484" y="663"/>
                      <a:pt x="1468" y="684"/>
                    </a:cubicBezTo>
                    <a:cubicBezTo>
                      <a:pt x="1441" y="739"/>
                      <a:pt x="1397" y="782"/>
                      <a:pt x="1348" y="815"/>
                    </a:cubicBezTo>
                    <a:cubicBezTo>
                      <a:pt x="1305" y="853"/>
                      <a:pt x="1278" y="902"/>
                      <a:pt x="1229" y="934"/>
                    </a:cubicBezTo>
                    <a:cubicBezTo>
                      <a:pt x="1169" y="973"/>
                      <a:pt x="1109" y="1005"/>
                      <a:pt x="1049" y="1032"/>
                    </a:cubicBezTo>
                    <a:cubicBezTo>
                      <a:pt x="1006" y="1054"/>
                      <a:pt x="959" y="1081"/>
                      <a:pt x="921" y="1081"/>
                    </a:cubicBezTo>
                    <a:cubicBezTo>
                      <a:pt x="892" y="1081"/>
                      <a:pt x="868" y="1066"/>
                      <a:pt x="854" y="1021"/>
                    </a:cubicBezTo>
                    <a:lnTo>
                      <a:pt x="859" y="1016"/>
                    </a:lnTo>
                    <a:cubicBezTo>
                      <a:pt x="908" y="978"/>
                      <a:pt x="957" y="929"/>
                      <a:pt x="995" y="875"/>
                    </a:cubicBezTo>
                    <a:cubicBezTo>
                      <a:pt x="1006" y="858"/>
                      <a:pt x="1011" y="842"/>
                      <a:pt x="1028" y="831"/>
                    </a:cubicBezTo>
                    <a:cubicBezTo>
                      <a:pt x="1039" y="815"/>
                      <a:pt x="1071" y="793"/>
                      <a:pt x="1087" y="766"/>
                    </a:cubicBezTo>
                    <a:cubicBezTo>
                      <a:pt x="1098" y="739"/>
                      <a:pt x="1109" y="712"/>
                      <a:pt x="1115" y="684"/>
                    </a:cubicBezTo>
                    <a:cubicBezTo>
                      <a:pt x="1136" y="619"/>
                      <a:pt x="1180" y="565"/>
                      <a:pt x="1153" y="494"/>
                    </a:cubicBezTo>
                    <a:cubicBezTo>
                      <a:pt x="1136" y="440"/>
                      <a:pt x="1093" y="407"/>
                      <a:pt x="1039" y="402"/>
                    </a:cubicBezTo>
                    <a:cubicBezTo>
                      <a:pt x="1031" y="401"/>
                      <a:pt x="1024" y="401"/>
                      <a:pt x="1018" y="401"/>
                    </a:cubicBezTo>
                    <a:cubicBezTo>
                      <a:pt x="873" y="401"/>
                      <a:pt x="841" y="564"/>
                      <a:pt x="794" y="668"/>
                    </a:cubicBezTo>
                    <a:cubicBezTo>
                      <a:pt x="745" y="766"/>
                      <a:pt x="729" y="880"/>
                      <a:pt x="734" y="983"/>
                    </a:cubicBezTo>
                    <a:cubicBezTo>
                      <a:pt x="696" y="1016"/>
                      <a:pt x="653" y="1038"/>
                      <a:pt x="609" y="1060"/>
                    </a:cubicBezTo>
                    <a:cubicBezTo>
                      <a:pt x="594" y="1067"/>
                      <a:pt x="581" y="1070"/>
                      <a:pt x="571" y="1070"/>
                    </a:cubicBezTo>
                    <a:cubicBezTo>
                      <a:pt x="514" y="1070"/>
                      <a:pt x="535" y="964"/>
                      <a:pt x="549" y="918"/>
                    </a:cubicBezTo>
                    <a:cubicBezTo>
                      <a:pt x="566" y="858"/>
                      <a:pt x="587" y="788"/>
                      <a:pt x="609" y="722"/>
                    </a:cubicBezTo>
                    <a:cubicBezTo>
                      <a:pt x="636" y="641"/>
                      <a:pt x="669" y="565"/>
                      <a:pt x="696" y="489"/>
                    </a:cubicBezTo>
                    <a:cubicBezTo>
                      <a:pt x="729" y="413"/>
                      <a:pt x="750" y="315"/>
                      <a:pt x="789" y="233"/>
                    </a:cubicBezTo>
                    <a:cubicBezTo>
                      <a:pt x="800" y="207"/>
                      <a:pt x="778" y="184"/>
                      <a:pt x="756" y="184"/>
                    </a:cubicBezTo>
                    <a:cubicBezTo>
                      <a:pt x="746" y="184"/>
                      <a:pt x="736" y="189"/>
                      <a:pt x="729" y="201"/>
                    </a:cubicBezTo>
                    <a:cubicBezTo>
                      <a:pt x="712" y="228"/>
                      <a:pt x="696" y="260"/>
                      <a:pt x="680" y="293"/>
                    </a:cubicBezTo>
                    <a:cubicBezTo>
                      <a:pt x="636" y="375"/>
                      <a:pt x="582" y="456"/>
                      <a:pt x="538" y="538"/>
                    </a:cubicBezTo>
                    <a:cubicBezTo>
                      <a:pt x="468" y="663"/>
                      <a:pt x="430" y="799"/>
                      <a:pt x="354" y="924"/>
                    </a:cubicBezTo>
                    <a:cubicBezTo>
                      <a:pt x="326" y="973"/>
                      <a:pt x="288" y="1016"/>
                      <a:pt x="245" y="1060"/>
                    </a:cubicBezTo>
                    <a:cubicBezTo>
                      <a:pt x="227" y="1074"/>
                      <a:pt x="199" y="1098"/>
                      <a:pt x="171" y="1098"/>
                    </a:cubicBezTo>
                    <a:cubicBezTo>
                      <a:pt x="157" y="1098"/>
                      <a:pt x="143" y="1092"/>
                      <a:pt x="131" y="1076"/>
                    </a:cubicBezTo>
                    <a:cubicBezTo>
                      <a:pt x="120" y="1054"/>
                      <a:pt x="131" y="1005"/>
                      <a:pt x="142" y="983"/>
                    </a:cubicBezTo>
                    <a:cubicBezTo>
                      <a:pt x="174" y="880"/>
                      <a:pt x="288" y="722"/>
                      <a:pt x="413" y="712"/>
                    </a:cubicBezTo>
                    <a:cubicBezTo>
                      <a:pt x="452" y="712"/>
                      <a:pt x="462" y="652"/>
                      <a:pt x="419" y="641"/>
                    </a:cubicBezTo>
                    <a:cubicBezTo>
                      <a:pt x="405" y="637"/>
                      <a:pt x="391" y="636"/>
                      <a:pt x="377" y="636"/>
                    </a:cubicBezTo>
                    <a:cubicBezTo>
                      <a:pt x="246" y="636"/>
                      <a:pt x="125" y="788"/>
                      <a:pt x="71" y="896"/>
                    </a:cubicBezTo>
                    <a:cubicBezTo>
                      <a:pt x="17" y="1000"/>
                      <a:pt x="0" y="1201"/>
                      <a:pt x="169" y="1201"/>
                    </a:cubicBezTo>
                    <a:cubicBezTo>
                      <a:pt x="283" y="1201"/>
                      <a:pt x="381" y="1076"/>
                      <a:pt x="446" y="967"/>
                    </a:cubicBezTo>
                    <a:lnTo>
                      <a:pt x="446" y="967"/>
                    </a:lnTo>
                    <a:cubicBezTo>
                      <a:pt x="435" y="1043"/>
                      <a:pt x="441" y="1119"/>
                      <a:pt x="506" y="1152"/>
                    </a:cubicBezTo>
                    <a:cubicBezTo>
                      <a:pt x="522" y="1159"/>
                      <a:pt x="539" y="1162"/>
                      <a:pt x="558" y="1162"/>
                    </a:cubicBezTo>
                    <a:cubicBezTo>
                      <a:pt x="622" y="1162"/>
                      <a:pt x="698" y="1125"/>
                      <a:pt x="761" y="1087"/>
                    </a:cubicBezTo>
                    <a:cubicBezTo>
                      <a:pt x="772" y="1103"/>
                      <a:pt x="783" y="1119"/>
                      <a:pt x="794" y="1136"/>
                    </a:cubicBezTo>
                    <a:cubicBezTo>
                      <a:pt x="828" y="1183"/>
                      <a:pt x="872" y="1201"/>
                      <a:pt x="921" y="1201"/>
                    </a:cubicBezTo>
                    <a:cubicBezTo>
                      <a:pt x="1022" y="1201"/>
                      <a:pt x="1141" y="1125"/>
                      <a:pt x="1218" y="1081"/>
                    </a:cubicBezTo>
                    <a:cubicBezTo>
                      <a:pt x="1261" y="1060"/>
                      <a:pt x="1305" y="1032"/>
                      <a:pt x="1338" y="1000"/>
                    </a:cubicBezTo>
                    <a:cubicBezTo>
                      <a:pt x="1381" y="962"/>
                      <a:pt x="1408" y="918"/>
                      <a:pt x="1452" y="886"/>
                    </a:cubicBezTo>
                    <a:lnTo>
                      <a:pt x="1452" y="886"/>
                    </a:lnTo>
                    <a:cubicBezTo>
                      <a:pt x="1435" y="940"/>
                      <a:pt x="1419" y="989"/>
                      <a:pt x="1403" y="1043"/>
                    </a:cubicBezTo>
                    <a:cubicBezTo>
                      <a:pt x="1376" y="1130"/>
                      <a:pt x="1338" y="1217"/>
                      <a:pt x="1294" y="1299"/>
                    </a:cubicBezTo>
                    <a:cubicBezTo>
                      <a:pt x="1272" y="1337"/>
                      <a:pt x="1251" y="1440"/>
                      <a:pt x="1213" y="1462"/>
                    </a:cubicBezTo>
                    <a:cubicBezTo>
                      <a:pt x="1172" y="1492"/>
                      <a:pt x="1193" y="1555"/>
                      <a:pt x="1240" y="1555"/>
                    </a:cubicBezTo>
                    <a:cubicBezTo>
                      <a:pt x="1243" y="1555"/>
                      <a:pt x="1247" y="1555"/>
                      <a:pt x="1251" y="1554"/>
                    </a:cubicBezTo>
                    <a:cubicBezTo>
                      <a:pt x="1359" y="1538"/>
                      <a:pt x="1392" y="1386"/>
                      <a:pt x="1430" y="1304"/>
                    </a:cubicBezTo>
                    <a:cubicBezTo>
                      <a:pt x="1495" y="1146"/>
                      <a:pt x="1539" y="983"/>
                      <a:pt x="1566" y="820"/>
                    </a:cubicBezTo>
                    <a:cubicBezTo>
                      <a:pt x="1571" y="782"/>
                      <a:pt x="1577" y="750"/>
                      <a:pt x="1582" y="712"/>
                    </a:cubicBezTo>
                    <a:cubicBezTo>
                      <a:pt x="1598" y="695"/>
                      <a:pt x="1609" y="679"/>
                      <a:pt x="1626" y="663"/>
                    </a:cubicBezTo>
                    <a:cubicBezTo>
                      <a:pt x="1696" y="592"/>
                      <a:pt x="1745" y="510"/>
                      <a:pt x="1767" y="418"/>
                    </a:cubicBezTo>
                    <a:cubicBezTo>
                      <a:pt x="1805" y="282"/>
                      <a:pt x="1881" y="190"/>
                      <a:pt x="1946" y="70"/>
                    </a:cubicBezTo>
                    <a:cubicBezTo>
                      <a:pt x="1946" y="59"/>
                      <a:pt x="1952" y="54"/>
                      <a:pt x="1952" y="43"/>
                    </a:cubicBezTo>
                    <a:cubicBezTo>
                      <a:pt x="1963" y="43"/>
                      <a:pt x="1963" y="21"/>
                      <a:pt x="1952" y="21"/>
                    </a:cubicBezTo>
                    <a:lnTo>
                      <a:pt x="1946" y="16"/>
                    </a:lnTo>
                    <a:lnTo>
                      <a:pt x="1930" y="16"/>
                    </a:lnTo>
                    <a:cubicBezTo>
                      <a:pt x="1924" y="6"/>
                      <a:pt x="1912" y="1"/>
                      <a:pt x="1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20"/>
              <p:cNvSpPr/>
              <p:nvPr/>
            </p:nvSpPr>
            <p:spPr>
              <a:xfrm>
                <a:off x="3676375" y="4357575"/>
                <a:ext cx="24425" cy="42750"/>
              </a:xfrm>
              <a:custGeom>
                <a:rect b="b" l="l" r="r" t="t"/>
                <a:pathLst>
                  <a:path extrusionOk="0" h="1710" w="977">
                    <a:moveTo>
                      <a:pt x="463" y="887"/>
                    </a:moveTo>
                    <a:lnTo>
                      <a:pt x="463" y="887"/>
                    </a:lnTo>
                    <a:cubicBezTo>
                      <a:pt x="458" y="903"/>
                      <a:pt x="458" y="914"/>
                      <a:pt x="452" y="930"/>
                    </a:cubicBezTo>
                    <a:lnTo>
                      <a:pt x="447" y="930"/>
                    </a:lnTo>
                    <a:cubicBezTo>
                      <a:pt x="415" y="1004"/>
                      <a:pt x="252" y="1574"/>
                      <a:pt x="143" y="1574"/>
                    </a:cubicBezTo>
                    <a:cubicBezTo>
                      <a:pt x="139" y="1574"/>
                      <a:pt x="135" y="1573"/>
                      <a:pt x="131" y="1572"/>
                    </a:cubicBezTo>
                    <a:cubicBezTo>
                      <a:pt x="110" y="1561"/>
                      <a:pt x="93" y="1490"/>
                      <a:pt x="88" y="1469"/>
                    </a:cubicBezTo>
                    <a:cubicBezTo>
                      <a:pt x="77" y="1420"/>
                      <a:pt x="82" y="1365"/>
                      <a:pt x="99" y="1316"/>
                    </a:cubicBezTo>
                    <a:cubicBezTo>
                      <a:pt x="126" y="1246"/>
                      <a:pt x="169" y="1180"/>
                      <a:pt x="235" y="1132"/>
                    </a:cubicBezTo>
                    <a:cubicBezTo>
                      <a:pt x="278" y="1083"/>
                      <a:pt x="311" y="1028"/>
                      <a:pt x="354" y="979"/>
                    </a:cubicBezTo>
                    <a:cubicBezTo>
                      <a:pt x="387" y="947"/>
                      <a:pt x="425" y="914"/>
                      <a:pt x="463" y="887"/>
                    </a:cubicBezTo>
                    <a:close/>
                    <a:moveTo>
                      <a:pt x="539" y="0"/>
                    </a:moveTo>
                    <a:cubicBezTo>
                      <a:pt x="537" y="0"/>
                      <a:pt x="535" y="0"/>
                      <a:pt x="534" y="1"/>
                    </a:cubicBezTo>
                    <a:cubicBezTo>
                      <a:pt x="474" y="12"/>
                      <a:pt x="419" y="33"/>
                      <a:pt x="376" y="72"/>
                    </a:cubicBezTo>
                    <a:cubicBezTo>
                      <a:pt x="322" y="120"/>
                      <a:pt x="262" y="159"/>
                      <a:pt x="207" y="207"/>
                    </a:cubicBezTo>
                    <a:cubicBezTo>
                      <a:pt x="142" y="267"/>
                      <a:pt x="104" y="392"/>
                      <a:pt x="175" y="463"/>
                    </a:cubicBezTo>
                    <a:cubicBezTo>
                      <a:pt x="204" y="490"/>
                      <a:pt x="237" y="501"/>
                      <a:pt x="271" y="501"/>
                    </a:cubicBezTo>
                    <a:cubicBezTo>
                      <a:pt x="337" y="501"/>
                      <a:pt x="405" y="459"/>
                      <a:pt x="452" y="419"/>
                    </a:cubicBezTo>
                    <a:cubicBezTo>
                      <a:pt x="506" y="381"/>
                      <a:pt x="561" y="338"/>
                      <a:pt x="604" y="284"/>
                    </a:cubicBezTo>
                    <a:cubicBezTo>
                      <a:pt x="604" y="284"/>
                      <a:pt x="610" y="278"/>
                      <a:pt x="610" y="278"/>
                    </a:cubicBezTo>
                    <a:lnTo>
                      <a:pt x="610" y="278"/>
                    </a:lnTo>
                    <a:cubicBezTo>
                      <a:pt x="599" y="343"/>
                      <a:pt x="583" y="414"/>
                      <a:pt x="572" y="474"/>
                    </a:cubicBezTo>
                    <a:cubicBezTo>
                      <a:pt x="561" y="555"/>
                      <a:pt x="534" y="637"/>
                      <a:pt x="501" y="713"/>
                    </a:cubicBezTo>
                    <a:cubicBezTo>
                      <a:pt x="496" y="724"/>
                      <a:pt x="490" y="740"/>
                      <a:pt x="490" y="751"/>
                    </a:cubicBezTo>
                    <a:cubicBezTo>
                      <a:pt x="447" y="805"/>
                      <a:pt x="392" y="849"/>
                      <a:pt x="349" y="898"/>
                    </a:cubicBezTo>
                    <a:cubicBezTo>
                      <a:pt x="311" y="941"/>
                      <a:pt x="284" y="985"/>
                      <a:pt x="256" y="1034"/>
                    </a:cubicBezTo>
                    <a:cubicBezTo>
                      <a:pt x="213" y="1093"/>
                      <a:pt x="164" y="1153"/>
                      <a:pt x="115" y="1208"/>
                    </a:cubicBezTo>
                    <a:cubicBezTo>
                      <a:pt x="66" y="1284"/>
                      <a:pt x="39" y="1376"/>
                      <a:pt x="34" y="1469"/>
                    </a:cubicBezTo>
                    <a:cubicBezTo>
                      <a:pt x="17" y="1534"/>
                      <a:pt x="1" y="1615"/>
                      <a:pt x="50" y="1670"/>
                    </a:cubicBezTo>
                    <a:cubicBezTo>
                      <a:pt x="79" y="1696"/>
                      <a:pt x="115" y="1710"/>
                      <a:pt x="150" y="1710"/>
                    </a:cubicBezTo>
                    <a:cubicBezTo>
                      <a:pt x="187" y="1710"/>
                      <a:pt x="223" y="1695"/>
                      <a:pt x="251" y="1664"/>
                    </a:cubicBezTo>
                    <a:cubicBezTo>
                      <a:pt x="327" y="1583"/>
                      <a:pt x="381" y="1485"/>
                      <a:pt x="414" y="1382"/>
                    </a:cubicBezTo>
                    <a:cubicBezTo>
                      <a:pt x="474" y="1240"/>
                      <a:pt x="506" y="1093"/>
                      <a:pt x="561" y="952"/>
                    </a:cubicBezTo>
                    <a:cubicBezTo>
                      <a:pt x="577" y="892"/>
                      <a:pt x="593" y="827"/>
                      <a:pt x="599" y="762"/>
                    </a:cubicBezTo>
                    <a:cubicBezTo>
                      <a:pt x="610" y="751"/>
                      <a:pt x="621" y="740"/>
                      <a:pt x="631" y="729"/>
                    </a:cubicBezTo>
                    <a:cubicBezTo>
                      <a:pt x="735" y="637"/>
                      <a:pt x="843" y="550"/>
                      <a:pt x="958" y="474"/>
                    </a:cubicBezTo>
                    <a:cubicBezTo>
                      <a:pt x="977" y="469"/>
                      <a:pt x="971" y="439"/>
                      <a:pt x="951" y="439"/>
                    </a:cubicBezTo>
                    <a:cubicBezTo>
                      <a:pt x="948" y="439"/>
                      <a:pt x="945" y="440"/>
                      <a:pt x="941" y="441"/>
                    </a:cubicBezTo>
                    <a:lnTo>
                      <a:pt x="941" y="436"/>
                    </a:lnTo>
                    <a:cubicBezTo>
                      <a:pt x="876" y="447"/>
                      <a:pt x="816" y="463"/>
                      <a:pt x="762" y="490"/>
                    </a:cubicBezTo>
                    <a:cubicBezTo>
                      <a:pt x="724" y="517"/>
                      <a:pt x="686" y="544"/>
                      <a:pt x="648" y="583"/>
                    </a:cubicBezTo>
                    <a:cubicBezTo>
                      <a:pt x="653" y="550"/>
                      <a:pt x="659" y="523"/>
                      <a:pt x="664" y="490"/>
                    </a:cubicBezTo>
                    <a:cubicBezTo>
                      <a:pt x="675" y="343"/>
                      <a:pt x="729" y="197"/>
                      <a:pt x="686" y="50"/>
                    </a:cubicBezTo>
                    <a:cubicBezTo>
                      <a:pt x="679" y="29"/>
                      <a:pt x="661" y="19"/>
                      <a:pt x="643" y="19"/>
                    </a:cubicBezTo>
                    <a:cubicBezTo>
                      <a:pt x="633" y="19"/>
                      <a:pt x="623" y="22"/>
                      <a:pt x="615" y="28"/>
                    </a:cubicBezTo>
                    <a:cubicBezTo>
                      <a:pt x="577" y="88"/>
                      <a:pt x="550" y="148"/>
                      <a:pt x="523" y="213"/>
                    </a:cubicBezTo>
                    <a:cubicBezTo>
                      <a:pt x="474" y="294"/>
                      <a:pt x="403" y="360"/>
                      <a:pt x="322" y="409"/>
                    </a:cubicBezTo>
                    <a:cubicBezTo>
                      <a:pt x="308" y="414"/>
                      <a:pt x="296" y="416"/>
                      <a:pt x="285" y="416"/>
                    </a:cubicBezTo>
                    <a:cubicBezTo>
                      <a:pt x="228" y="416"/>
                      <a:pt x="202" y="354"/>
                      <a:pt x="229" y="300"/>
                    </a:cubicBezTo>
                    <a:cubicBezTo>
                      <a:pt x="251" y="256"/>
                      <a:pt x="294" y="229"/>
                      <a:pt x="333" y="207"/>
                    </a:cubicBezTo>
                    <a:cubicBezTo>
                      <a:pt x="360" y="175"/>
                      <a:pt x="392" y="148"/>
                      <a:pt x="419" y="115"/>
                    </a:cubicBezTo>
                    <a:cubicBezTo>
                      <a:pt x="458" y="77"/>
                      <a:pt x="496" y="50"/>
                      <a:pt x="545" y="28"/>
                    </a:cubicBezTo>
                    <a:cubicBezTo>
                      <a:pt x="559" y="18"/>
                      <a:pt x="552"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20"/>
              <p:cNvSpPr/>
              <p:nvPr/>
            </p:nvSpPr>
            <p:spPr>
              <a:xfrm>
                <a:off x="3726525" y="4436675"/>
                <a:ext cx="6550" cy="10375"/>
              </a:xfrm>
              <a:custGeom>
                <a:rect b="b" l="l" r="r" t="t"/>
                <a:pathLst>
                  <a:path extrusionOk="0" h="415" w="262">
                    <a:moveTo>
                      <a:pt x="198" y="1"/>
                    </a:moveTo>
                    <a:cubicBezTo>
                      <a:pt x="183" y="1"/>
                      <a:pt x="169" y="9"/>
                      <a:pt x="169" y="28"/>
                    </a:cubicBezTo>
                    <a:cubicBezTo>
                      <a:pt x="142" y="82"/>
                      <a:pt x="115" y="136"/>
                      <a:pt x="82" y="185"/>
                    </a:cubicBezTo>
                    <a:cubicBezTo>
                      <a:pt x="50" y="245"/>
                      <a:pt x="1" y="305"/>
                      <a:pt x="17" y="381"/>
                    </a:cubicBezTo>
                    <a:cubicBezTo>
                      <a:pt x="22" y="392"/>
                      <a:pt x="33" y="408"/>
                      <a:pt x="50" y="414"/>
                    </a:cubicBezTo>
                    <a:cubicBezTo>
                      <a:pt x="53" y="414"/>
                      <a:pt x="55" y="414"/>
                      <a:pt x="58" y="414"/>
                    </a:cubicBezTo>
                    <a:cubicBezTo>
                      <a:pt x="81" y="414"/>
                      <a:pt x="100" y="395"/>
                      <a:pt x="109" y="376"/>
                    </a:cubicBezTo>
                    <a:cubicBezTo>
                      <a:pt x="131" y="332"/>
                      <a:pt x="153" y="283"/>
                      <a:pt x="175" y="240"/>
                    </a:cubicBezTo>
                    <a:cubicBezTo>
                      <a:pt x="207" y="180"/>
                      <a:pt x="262" y="93"/>
                      <a:pt x="234" y="22"/>
                    </a:cubicBezTo>
                    <a:cubicBezTo>
                      <a:pt x="229" y="9"/>
                      <a:pt x="213"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20"/>
              <p:cNvSpPr/>
              <p:nvPr/>
            </p:nvSpPr>
            <p:spPr>
              <a:xfrm>
                <a:off x="3733200" y="4437625"/>
                <a:ext cx="5725" cy="9050"/>
              </a:xfrm>
              <a:custGeom>
                <a:rect b="b" l="l" r="r" t="t"/>
                <a:pathLst>
                  <a:path extrusionOk="0" h="362" w="229">
                    <a:moveTo>
                      <a:pt x="179" y="1"/>
                    </a:moveTo>
                    <a:cubicBezTo>
                      <a:pt x="163" y="1"/>
                      <a:pt x="152" y="6"/>
                      <a:pt x="141" y="11"/>
                    </a:cubicBezTo>
                    <a:cubicBezTo>
                      <a:pt x="131" y="17"/>
                      <a:pt x="125" y="33"/>
                      <a:pt x="136" y="44"/>
                    </a:cubicBezTo>
                    <a:cubicBezTo>
                      <a:pt x="120" y="66"/>
                      <a:pt x="103" y="88"/>
                      <a:pt x="93" y="104"/>
                    </a:cubicBezTo>
                    <a:cubicBezTo>
                      <a:pt x="38" y="158"/>
                      <a:pt x="6" y="229"/>
                      <a:pt x="0" y="310"/>
                    </a:cubicBezTo>
                    <a:cubicBezTo>
                      <a:pt x="0" y="343"/>
                      <a:pt x="26" y="361"/>
                      <a:pt x="52" y="361"/>
                    </a:cubicBezTo>
                    <a:cubicBezTo>
                      <a:pt x="74" y="361"/>
                      <a:pt x="96" y="348"/>
                      <a:pt x="103" y="321"/>
                    </a:cubicBezTo>
                    <a:cubicBezTo>
                      <a:pt x="125" y="229"/>
                      <a:pt x="228" y="147"/>
                      <a:pt x="228" y="49"/>
                    </a:cubicBezTo>
                    <a:cubicBezTo>
                      <a:pt x="228" y="33"/>
                      <a:pt x="212" y="11"/>
                      <a:pt x="196" y="6"/>
                    </a:cubicBezTo>
                    <a:lnTo>
                      <a:pt x="196" y="6"/>
                    </a:lnTo>
                    <a:cubicBezTo>
                      <a:pt x="201" y="7"/>
                      <a:pt x="204" y="8"/>
                      <a:pt x="205" y="8"/>
                    </a:cubicBezTo>
                    <a:cubicBezTo>
                      <a:pt x="209" y="8"/>
                      <a:pt x="18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20"/>
              <p:cNvSpPr/>
              <p:nvPr/>
            </p:nvSpPr>
            <p:spPr>
              <a:xfrm>
                <a:off x="3738850" y="4437800"/>
                <a:ext cx="6600" cy="7300"/>
              </a:xfrm>
              <a:custGeom>
                <a:rect b="b" l="l" r="r" t="t"/>
                <a:pathLst>
                  <a:path extrusionOk="0" h="292" w="264">
                    <a:moveTo>
                      <a:pt x="224" y="0"/>
                    </a:moveTo>
                    <a:cubicBezTo>
                      <a:pt x="199" y="0"/>
                      <a:pt x="173" y="21"/>
                      <a:pt x="176" y="53"/>
                    </a:cubicBezTo>
                    <a:cubicBezTo>
                      <a:pt x="176" y="64"/>
                      <a:pt x="117" y="108"/>
                      <a:pt x="106" y="113"/>
                    </a:cubicBezTo>
                    <a:cubicBezTo>
                      <a:pt x="68" y="146"/>
                      <a:pt x="40" y="184"/>
                      <a:pt x="13" y="222"/>
                    </a:cubicBezTo>
                    <a:cubicBezTo>
                      <a:pt x="0" y="252"/>
                      <a:pt x="25" y="292"/>
                      <a:pt x="51" y="292"/>
                    </a:cubicBezTo>
                    <a:cubicBezTo>
                      <a:pt x="59" y="292"/>
                      <a:pt x="66" y="289"/>
                      <a:pt x="73" y="282"/>
                    </a:cubicBezTo>
                    <a:cubicBezTo>
                      <a:pt x="122" y="244"/>
                      <a:pt x="165" y="200"/>
                      <a:pt x="204" y="157"/>
                    </a:cubicBezTo>
                    <a:cubicBezTo>
                      <a:pt x="242" y="129"/>
                      <a:pt x="263" y="81"/>
                      <a:pt x="263" y="32"/>
                    </a:cubicBezTo>
                    <a:cubicBezTo>
                      <a:pt x="257" y="10"/>
                      <a:pt x="240" y="0"/>
                      <a:pt x="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0"/>
              <p:cNvSpPr/>
              <p:nvPr/>
            </p:nvSpPr>
            <p:spPr>
              <a:xfrm>
                <a:off x="3745825" y="4438575"/>
                <a:ext cx="4500" cy="6425"/>
              </a:xfrm>
              <a:custGeom>
                <a:rect b="b" l="l" r="r" t="t"/>
                <a:pathLst>
                  <a:path extrusionOk="0" h="257" w="180">
                    <a:moveTo>
                      <a:pt x="115" y="1"/>
                    </a:moveTo>
                    <a:cubicBezTo>
                      <a:pt x="82" y="1"/>
                      <a:pt x="55" y="17"/>
                      <a:pt x="39" y="44"/>
                    </a:cubicBezTo>
                    <a:cubicBezTo>
                      <a:pt x="28" y="66"/>
                      <a:pt x="33" y="93"/>
                      <a:pt x="55" y="109"/>
                    </a:cubicBezTo>
                    <a:cubicBezTo>
                      <a:pt x="50" y="120"/>
                      <a:pt x="39" y="131"/>
                      <a:pt x="33" y="142"/>
                    </a:cubicBezTo>
                    <a:cubicBezTo>
                      <a:pt x="6" y="164"/>
                      <a:pt x="1" y="207"/>
                      <a:pt x="11" y="240"/>
                    </a:cubicBezTo>
                    <a:cubicBezTo>
                      <a:pt x="17" y="251"/>
                      <a:pt x="33" y="256"/>
                      <a:pt x="50" y="256"/>
                    </a:cubicBezTo>
                    <a:cubicBezTo>
                      <a:pt x="88" y="234"/>
                      <a:pt x="120" y="207"/>
                      <a:pt x="142" y="169"/>
                    </a:cubicBezTo>
                    <a:cubicBezTo>
                      <a:pt x="175" y="131"/>
                      <a:pt x="180" y="77"/>
                      <a:pt x="164" y="33"/>
                    </a:cubicBezTo>
                    <a:lnTo>
                      <a:pt x="164" y="33"/>
                    </a:lnTo>
                    <a:lnTo>
                      <a:pt x="164" y="39"/>
                    </a:lnTo>
                    <a:cubicBezTo>
                      <a:pt x="158" y="17"/>
                      <a:pt x="137"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0"/>
              <p:cNvSpPr/>
              <p:nvPr/>
            </p:nvSpPr>
            <p:spPr>
              <a:xfrm>
                <a:off x="3768175" y="4437500"/>
                <a:ext cx="5850" cy="8125"/>
              </a:xfrm>
              <a:custGeom>
                <a:rect b="b" l="l" r="r" t="t"/>
                <a:pathLst>
                  <a:path extrusionOk="0" h="325" w="234">
                    <a:moveTo>
                      <a:pt x="164" y="1"/>
                    </a:moveTo>
                    <a:cubicBezTo>
                      <a:pt x="147" y="1"/>
                      <a:pt x="131" y="9"/>
                      <a:pt x="123" y="27"/>
                    </a:cubicBezTo>
                    <a:cubicBezTo>
                      <a:pt x="101" y="71"/>
                      <a:pt x="80" y="114"/>
                      <a:pt x="52" y="158"/>
                    </a:cubicBezTo>
                    <a:cubicBezTo>
                      <a:pt x="25" y="190"/>
                      <a:pt x="9" y="234"/>
                      <a:pt x="4" y="277"/>
                    </a:cubicBezTo>
                    <a:cubicBezTo>
                      <a:pt x="0" y="307"/>
                      <a:pt x="24" y="324"/>
                      <a:pt x="50" y="324"/>
                    </a:cubicBezTo>
                    <a:cubicBezTo>
                      <a:pt x="67" y="324"/>
                      <a:pt x="85" y="316"/>
                      <a:pt x="96" y="299"/>
                    </a:cubicBezTo>
                    <a:cubicBezTo>
                      <a:pt x="139" y="228"/>
                      <a:pt x="183" y="147"/>
                      <a:pt x="216" y="65"/>
                    </a:cubicBezTo>
                    <a:cubicBezTo>
                      <a:pt x="233" y="30"/>
                      <a:pt x="197"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0"/>
              <p:cNvSpPr/>
              <p:nvPr/>
            </p:nvSpPr>
            <p:spPr>
              <a:xfrm>
                <a:off x="3773300" y="4440300"/>
                <a:ext cx="6400" cy="7825"/>
              </a:xfrm>
              <a:custGeom>
                <a:rect b="b" l="l" r="r" t="t"/>
                <a:pathLst>
                  <a:path extrusionOk="0" h="313" w="256">
                    <a:moveTo>
                      <a:pt x="177" y="0"/>
                    </a:moveTo>
                    <a:cubicBezTo>
                      <a:pt x="146" y="0"/>
                      <a:pt x="127" y="33"/>
                      <a:pt x="141" y="62"/>
                    </a:cubicBezTo>
                    <a:cubicBezTo>
                      <a:pt x="141" y="62"/>
                      <a:pt x="141" y="68"/>
                      <a:pt x="141" y="68"/>
                    </a:cubicBezTo>
                    <a:lnTo>
                      <a:pt x="130" y="78"/>
                    </a:lnTo>
                    <a:cubicBezTo>
                      <a:pt x="114" y="89"/>
                      <a:pt x="103" y="106"/>
                      <a:pt x="87" y="116"/>
                    </a:cubicBezTo>
                    <a:cubicBezTo>
                      <a:pt x="49" y="160"/>
                      <a:pt x="21" y="214"/>
                      <a:pt x="5" y="269"/>
                    </a:cubicBezTo>
                    <a:cubicBezTo>
                      <a:pt x="0" y="293"/>
                      <a:pt x="17" y="313"/>
                      <a:pt x="40" y="313"/>
                    </a:cubicBezTo>
                    <a:cubicBezTo>
                      <a:pt x="43" y="313"/>
                      <a:pt x="46" y="313"/>
                      <a:pt x="49" y="312"/>
                    </a:cubicBezTo>
                    <a:cubicBezTo>
                      <a:pt x="125" y="290"/>
                      <a:pt x="163" y="214"/>
                      <a:pt x="212" y="160"/>
                    </a:cubicBezTo>
                    <a:cubicBezTo>
                      <a:pt x="233" y="138"/>
                      <a:pt x="250" y="106"/>
                      <a:pt x="250" y="73"/>
                    </a:cubicBezTo>
                    <a:lnTo>
                      <a:pt x="255" y="73"/>
                    </a:lnTo>
                    <a:cubicBezTo>
                      <a:pt x="244" y="40"/>
                      <a:pt x="223" y="13"/>
                      <a:pt x="190" y="2"/>
                    </a:cubicBezTo>
                    <a:cubicBezTo>
                      <a:pt x="185" y="1"/>
                      <a:pt x="181"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20"/>
              <p:cNvSpPr/>
              <p:nvPr/>
            </p:nvSpPr>
            <p:spPr>
              <a:xfrm>
                <a:off x="3654500" y="4300300"/>
                <a:ext cx="3525" cy="4875"/>
              </a:xfrm>
              <a:custGeom>
                <a:rect b="b" l="l" r="r" t="t"/>
                <a:pathLst>
                  <a:path extrusionOk="0" h="195" w="141">
                    <a:moveTo>
                      <a:pt x="89" y="0"/>
                    </a:moveTo>
                    <a:cubicBezTo>
                      <a:pt x="81" y="0"/>
                      <a:pt x="73" y="3"/>
                      <a:pt x="66" y="9"/>
                    </a:cubicBezTo>
                    <a:cubicBezTo>
                      <a:pt x="33" y="41"/>
                      <a:pt x="1" y="150"/>
                      <a:pt x="44" y="188"/>
                    </a:cubicBezTo>
                    <a:cubicBezTo>
                      <a:pt x="50" y="193"/>
                      <a:pt x="57" y="195"/>
                      <a:pt x="65" y="195"/>
                    </a:cubicBezTo>
                    <a:cubicBezTo>
                      <a:pt x="85" y="195"/>
                      <a:pt x="107" y="179"/>
                      <a:pt x="99" y="156"/>
                    </a:cubicBezTo>
                    <a:cubicBezTo>
                      <a:pt x="88" y="123"/>
                      <a:pt x="93" y="85"/>
                      <a:pt x="115" y="58"/>
                    </a:cubicBezTo>
                    <a:cubicBezTo>
                      <a:pt x="140" y="32"/>
                      <a:pt x="116" y="0"/>
                      <a:pt x="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20"/>
              <p:cNvSpPr/>
              <p:nvPr/>
            </p:nvSpPr>
            <p:spPr>
              <a:xfrm>
                <a:off x="3658300" y="4300925"/>
                <a:ext cx="3150" cy="4650"/>
              </a:xfrm>
              <a:custGeom>
                <a:rect b="b" l="l" r="r" t="t"/>
                <a:pathLst>
                  <a:path extrusionOk="0" h="186" w="126">
                    <a:moveTo>
                      <a:pt x="77" y="0"/>
                    </a:moveTo>
                    <a:cubicBezTo>
                      <a:pt x="50" y="0"/>
                      <a:pt x="39" y="33"/>
                      <a:pt x="55" y="49"/>
                    </a:cubicBezTo>
                    <a:lnTo>
                      <a:pt x="44" y="65"/>
                    </a:lnTo>
                    <a:cubicBezTo>
                      <a:pt x="44" y="71"/>
                      <a:pt x="39" y="76"/>
                      <a:pt x="34" y="82"/>
                    </a:cubicBezTo>
                    <a:cubicBezTo>
                      <a:pt x="34" y="87"/>
                      <a:pt x="28" y="93"/>
                      <a:pt x="28" y="98"/>
                    </a:cubicBezTo>
                    <a:cubicBezTo>
                      <a:pt x="23" y="120"/>
                      <a:pt x="1" y="141"/>
                      <a:pt x="1" y="169"/>
                    </a:cubicBezTo>
                    <a:cubicBezTo>
                      <a:pt x="1" y="179"/>
                      <a:pt x="8" y="185"/>
                      <a:pt x="16" y="185"/>
                    </a:cubicBezTo>
                    <a:cubicBezTo>
                      <a:pt x="20" y="185"/>
                      <a:pt x="24" y="183"/>
                      <a:pt x="28" y="180"/>
                    </a:cubicBezTo>
                    <a:cubicBezTo>
                      <a:pt x="39" y="169"/>
                      <a:pt x="50" y="158"/>
                      <a:pt x="61" y="147"/>
                    </a:cubicBezTo>
                    <a:cubicBezTo>
                      <a:pt x="72" y="141"/>
                      <a:pt x="83" y="136"/>
                      <a:pt x="93" y="120"/>
                    </a:cubicBezTo>
                    <a:cubicBezTo>
                      <a:pt x="115" y="98"/>
                      <a:pt x="126" y="65"/>
                      <a:pt x="126" y="33"/>
                    </a:cubicBezTo>
                    <a:cubicBezTo>
                      <a:pt x="126" y="11"/>
                      <a:pt x="115"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20"/>
              <p:cNvSpPr/>
              <p:nvPr/>
            </p:nvSpPr>
            <p:spPr>
              <a:xfrm>
                <a:off x="3742200" y="4302100"/>
                <a:ext cx="9350" cy="24725"/>
              </a:xfrm>
              <a:custGeom>
                <a:rect b="b" l="l" r="r" t="t"/>
                <a:pathLst>
                  <a:path extrusionOk="0" h="989" w="374">
                    <a:moveTo>
                      <a:pt x="341" y="1"/>
                    </a:moveTo>
                    <a:cubicBezTo>
                      <a:pt x="335" y="1"/>
                      <a:pt x="328" y="5"/>
                      <a:pt x="325" y="13"/>
                    </a:cubicBezTo>
                    <a:cubicBezTo>
                      <a:pt x="314" y="116"/>
                      <a:pt x="287" y="209"/>
                      <a:pt x="249" y="301"/>
                    </a:cubicBezTo>
                    <a:cubicBezTo>
                      <a:pt x="222" y="377"/>
                      <a:pt x="200" y="448"/>
                      <a:pt x="184" y="524"/>
                    </a:cubicBezTo>
                    <a:cubicBezTo>
                      <a:pt x="156" y="600"/>
                      <a:pt x="113" y="676"/>
                      <a:pt x="80" y="752"/>
                    </a:cubicBezTo>
                    <a:cubicBezTo>
                      <a:pt x="53" y="828"/>
                      <a:pt x="59" y="921"/>
                      <a:pt x="4" y="981"/>
                    </a:cubicBezTo>
                    <a:cubicBezTo>
                      <a:pt x="0" y="984"/>
                      <a:pt x="2" y="988"/>
                      <a:pt x="5" y="988"/>
                    </a:cubicBezTo>
                    <a:cubicBezTo>
                      <a:pt x="7" y="988"/>
                      <a:pt x="8" y="988"/>
                      <a:pt x="10" y="986"/>
                    </a:cubicBezTo>
                    <a:cubicBezTo>
                      <a:pt x="53" y="937"/>
                      <a:pt x="80" y="877"/>
                      <a:pt x="97" y="817"/>
                    </a:cubicBezTo>
                    <a:cubicBezTo>
                      <a:pt x="135" y="730"/>
                      <a:pt x="195" y="654"/>
                      <a:pt x="233" y="567"/>
                    </a:cubicBezTo>
                    <a:cubicBezTo>
                      <a:pt x="271" y="480"/>
                      <a:pt x="287" y="388"/>
                      <a:pt x="325" y="296"/>
                    </a:cubicBezTo>
                    <a:cubicBezTo>
                      <a:pt x="363" y="209"/>
                      <a:pt x="374" y="111"/>
                      <a:pt x="358" y="13"/>
                    </a:cubicBezTo>
                    <a:cubicBezTo>
                      <a:pt x="355" y="5"/>
                      <a:pt x="348" y="1"/>
                      <a:pt x="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120"/>
            <p:cNvGrpSpPr/>
            <p:nvPr/>
          </p:nvGrpSpPr>
          <p:grpSpPr>
            <a:xfrm>
              <a:off x="1928319" y="3586453"/>
              <a:ext cx="274328" cy="240019"/>
              <a:chOff x="3909725" y="4220775"/>
              <a:chExt cx="294375" cy="252625"/>
            </a:xfrm>
          </p:grpSpPr>
          <p:sp>
            <p:nvSpPr>
              <p:cNvPr id="5586" name="Google Shape;5586;p120"/>
              <p:cNvSpPr/>
              <p:nvPr/>
            </p:nvSpPr>
            <p:spPr>
              <a:xfrm>
                <a:off x="3909725" y="4220775"/>
                <a:ext cx="294375" cy="252625"/>
              </a:xfrm>
              <a:custGeom>
                <a:rect b="b" l="l" r="r" t="t"/>
                <a:pathLst>
                  <a:path extrusionOk="0" h="10105" w="11775">
                    <a:moveTo>
                      <a:pt x="10049" y="331"/>
                    </a:moveTo>
                    <a:cubicBezTo>
                      <a:pt x="10083" y="331"/>
                      <a:pt x="10117" y="334"/>
                      <a:pt x="10149" y="341"/>
                    </a:cubicBezTo>
                    <a:cubicBezTo>
                      <a:pt x="10350" y="390"/>
                      <a:pt x="10557" y="418"/>
                      <a:pt x="10752" y="494"/>
                    </a:cubicBezTo>
                    <a:cubicBezTo>
                      <a:pt x="10981" y="586"/>
                      <a:pt x="11106" y="755"/>
                      <a:pt x="11203" y="977"/>
                    </a:cubicBezTo>
                    <a:cubicBezTo>
                      <a:pt x="11241" y="1075"/>
                      <a:pt x="11307" y="1168"/>
                      <a:pt x="11345" y="1271"/>
                    </a:cubicBezTo>
                    <a:cubicBezTo>
                      <a:pt x="11383" y="1391"/>
                      <a:pt x="11399" y="1516"/>
                      <a:pt x="11388" y="1641"/>
                    </a:cubicBezTo>
                    <a:lnTo>
                      <a:pt x="11388" y="1646"/>
                    </a:lnTo>
                    <a:cubicBezTo>
                      <a:pt x="11366" y="1880"/>
                      <a:pt x="11318" y="2114"/>
                      <a:pt x="11236" y="2336"/>
                    </a:cubicBezTo>
                    <a:cubicBezTo>
                      <a:pt x="11154" y="2559"/>
                      <a:pt x="10975" y="2717"/>
                      <a:pt x="10850" y="2913"/>
                    </a:cubicBezTo>
                    <a:cubicBezTo>
                      <a:pt x="10600" y="3309"/>
                      <a:pt x="10143" y="3483"/>
                      <a:pt x="9823" y="3810"/>
                    </a:cubicBezTo>
                    <a:cubicBezTo>
                      <a:pt x="9774" y="3864"/>
                      <a:pt x="9719" y="3913"/>
                      <a:pt x="9660" y="3962"/>
                    </a:cubicBezTo>
                    <a:lnTo>
                      <a:pt x="9622" y="3962"/>
                    </a:lnTo>
                    <a:cubicBezTo>
                      <a:pt x="9393" y="4038"/>
                      <a:pt x="9192" y="4234"/>
                      <a:pt x="8980" y="4348"/>
                    </a:cubicBezTo>
                    <a:cubicBezTo>
                      <a:pt x="8795" y="4451"/>
                      <a:pt x="8572" y="4565"/>
                      <a:pt x="8420" y="4717"/>
                    </a:cubicBezTo>
                    <a:cubicBezTo>
                      <a:pt x="8344" y="4793"/>
                      <a:pt x="8252" y="4826"/>
                      <a:pt x="8170" y="4891"/>
                    </a:cubicBezTo>
                    <a:cubicBezTo>
                      <a:pt x="8089" y="4962"/>
                      <a:pt x="8002" y="5043"/>
                      <a:pt x="7915" y="5109"/>
                    </a:cubicBezTo>
                    <a:cubicBezTo>
                      <a:pt x="7828" y="5163"/>
                      <a:pt x="7746" y="5228"/>
                      <a:pt x="7676" y="5304"/>
                    </a:cubicBezTo>
                    <a:cubicBezTo>
                      <a:pt x="7654" y="5321"/>
                      <a:pt x="7637" y="5342"/>
                      <a:pt x="7627" y="5364"/>
                    </a:cubicBezTo>
                    <a:cubicBezTo>
                      <a:pt x="7512" y="5446"/>
                      <a:pt x="7425" y="5560"/>
                      <a:pt x="7317" y="5647"/>
                    </a:cubicBezTo>
                    <a:cubicBezTo>
                      <a:pt x="7262" y="5690"/>
                      <a:pt x="7192" y="5750"/>
                      <a:pt x="7116" y="5750"/>
                    </a:cubicBezTo>
                    <a:cubicBezTo>
                      <a:pt x="7034" y="5750"/>
                      <a:pt x="6958" y="5669"/>
                      <a:pt x="6904" y="5614"/>
                    </a:cubicBezTo>
                    <a:cubicBezTo>
                      <a:pt x="6567" y="5299"/>
                      <a:pt x="6246" y="4962"/>
                      <a:pt x="5952" y="4603"/>
                    </a:cubicBezTo>
                    <a:cubicBezTo>
                      <a:pt x="5806" y="4429"/>
                      <a:pt x="5664" y="4255"/>
                      <a:pt x="5507" y="4087"/>
                    </a:cubicBezTo>
                    <a:cubicBezTo>
                      <a:pt x="5371" y="3940"/>
                      <a:pt x="5181" y="3771"/>
                      <a:pt x="5121" y="3576"/>
                    </a:cubicBezTo>
                    <a:cubicBezTo>
                      <a:pt x="5099" y="3521"/>
                      <a:pt x="5104" y="3462"/>
                      <a:pt x="5132" y="3407"/>
                    </a:cubicBezTo>
                    <a:cubicBezTo>
                      <a:pt x="5186" y="3358"/>
                      <a:pt x="5229" y="3282"/>
                      <a:pt x="5278" y="3228"/>
                    </a:cubicBezTo>
                    <a:cubicBezTo>
                      <a:pt x="5376" y="3146"/>
                      <a:pt x="5479" y="3070"/>
                      <a:pt x="5588" y="2994"/>
                    </a:cubicBezTo>
                    <a:cubicBezTo>
                      <a:pt x="5691" y="2913"/>
                      <a:pt x="5784" y="2826"/>
                      <a:pt x="5882" y="2733"/>
                    </a:cubicBezTo>
                    <a:cubicBezTo>
                      <a:pt x="6061" y="2570"/>
                      <a:pt x="6251" y="2418"/>
                      <a:pt x="6436" y="2255"/>
                    </a:cubicBezTo>
                    <a:cubicBezTo>
                      <a:pt x="6518" y="2179"/>
                      <a:pt x="6605" y="2108"/>
                      <a:pt x="6692" y="2037"/>
                    </a:cubicBezTo>
                    <a:cubicBezTo>
                      <a:pt x="6784" y="1967"/>
                      <a:pt x="6838" y="1880"/>
                      <a:pt x="6931" y="1825"/>
                    </a:cubicBezTo>
                    <a:cubicBezTo>
                      <a:pt x="7110" y="1717"/>
                      <a:pt x="7284" y="1586"/>
                      <a:pt x="7442" y="1450"/>
                    </a:cubicBezTo>
                    <a:cubicBezTo>
                      <a:pt x="7648" y="1293"/>
                      <a:pt x="7844" y="1130"/>
                      <a:pt x="8056" y="983"/>
                    </a:cubicBezTo>
                    <a:cubicBezTo>
                      <a:pt x="8257" y="836"/>
                      <a:pt x="8469" y="711"/>
                      <a:pt x="8692" y="602"/>
                    </a:cubicBezTo>
                    <a:cubicBezTo>
                      <a:pt x="8920" y="510"/>
                      <a:pt x="9160" y="445"/>
                      <a:pt x="9404" y="412"/>
                    </a:cubicBezTo>
                    <a:cubicBezTo>
                      <a:pt x="9535" y="390"/>
                      <a:pt x="9660" y="369"/>
                      <a:pt x="9790" y="358"/>
                    </a:cubicBezTo>
                    <a:cubicBezTo>
                      <a:pt x="9872" y="350"/>
                      <a:pt x="9963" y="331"/>
                      <a:pt x="10049" y="331"/>
                    </a:cubicBezTo>
                    <a:close/>
                    <a:moveTo>
                      <a:pt x="10600" y="3636"/>
                    </a:moveTo>
                    <a:cubicBezTo>
                      <a:pt x="10633" y="3755"/>
                      <a:pt x="10725" y="3853"/>
                      <a:pt x="10747" y="3978"/>
                    </a:cubicBezTo>
                    <a:lnTo>
                      <a:pt x="10747" y="3978"/>
                    </a:lnTo>
                    <a:cubicBezTo>
                      <a:pt x="10746" y="4052"/>
                      <a:pt x="10735" y="4126"/>
                      <a:pt x="10703" y="4190"/>
                    </a:cubicBezTo>
                    <a:cubicBezTo>
                      <a:pt x="10665" y="4272"/>
                      <a:pt x="10611" y="4337"/>
                      <a:pt x="10546" y="4391"/>
                    </a:cubicBezTo>
                    <a:cubicBezTo>
                      <a:pt x="10442" y="4500"/>
                      <a:pt x="10350" y="4609"/>
                      <a:pt x="10268" y="4728"/>
                    </a:cubicBezTo>
                    <a:cubicBezTo>
                      <a:pt x="10171" y="4848"/>
                      <a:pt x="10051" y="4918"/>
                      <a:pt x="9953" y="5027"/>
                    </a:cubicBezTo>
                    <a:cubicBezTo>
                      <a:pt x="9850" y="5141"/>
                      <a:pt x="9741" y="5245"/>
                      <a:pt x="9627" y="5342"/>
                    </a:cubicBezTo>
                    <a:cubicBezTo>
                      <a:pt x="9486" y="5457"/>
                      <a:pt x="9361" y="5603"/>
                      <a:pt x="9208" y="5707"/>
                    </a:cubicBezTo>
                    <a:cubicBezTo>
                      <a:pt x="9100" y="5783"/>
                      <a:pt x="8991" y="5848"/>
                      <a:pt x="8882" y="5929"/>
                    </a:cubicBezTo>
                    <a:cubicBezTo>
                      <a:pt x="8833" y="5968"/>
                      <a:pt x="8784" y="6011"/>
                      <a:pt x="8746" y="6060"/>
                    </a:cubicBezTo>
                    <a:cubicBezTo>
                      <a:pt x="8708" y="6131"/>
                      <a:pt x="8703" y="6201"/>
                      <a:pt x="8670" y="6272"/>
                    </a:cubicBezTo>
                    <a:cubicBezTo>
                      <a:pt x="8600" y="6402"/>
                      <a:pt x="8453" y="6484"/>
                      <a:pt x="8333" y="6560"/>
                    </a:cubicBezTo>
                    <a:cubicBezTo>
                      <a:pt x="8256" y="6604"/>
                      <a:pt x="8176" y="6633"/>
                      <a:pt x="8099" y="6633"/>
                    </a:cubicBezTo>
                    <a:cubicBezTo>
                      <a:pt x="8024" y="6633"/>
                      <a:pt x="7952" y="6605"/>
                      <a:pt x="7888" y="6538"/>
                    </a:cubicBezTo>
                    <a:cubicBezTo>
                      <a:pt x="7773" y="6419"/>
                      <a:pt x="7735" y="6245"/>
                      <a:pt x="7844" y="6109"/>
                    </a:cubicBezTo>
                    <a:cubicBezTo>
                      <a:pt x="7958" y="5973"/>
                      <a:pt x="8116" y="5995"/>
                      <a:pt x="8273" y="5957"/>
                    </a:cubicBezTo>
                    <a:cubicBezTo>
                      <a:pt x="8409" y="5929"/>
                      <a:pt x="8518" y="5837"/>
                      <a:pt x="8649" y="5788"/>
                    </a:cubicBezTo>
                    <a:cubicBezTo>
                      <a:pt x="8784" y="5739"/>
                      <a:pt x="8909" y="5674"/>
                      <a:pt x="9024" y="5582"/>
                    </a:cubicBezTo>
                    <a:cubicBezTo>
                      <a:pt x="9143" y="5478"/>
                      <a:pt x="9263" y="5375"/>
                      <a:pt x="9393" y="5277"/>
                    </a:cubicBezTo>
                    <a:cubicBezTo>
                      <a:pt x="9513" y="5196"/>
                      <a:pt x="9622" y="5098"/>
                      <a:pt x="9714" y="4978"/>
                    </a:cubicBezTo>
                    <a:cubicBezTo>
                      <a:pt x="9817" y="4842"/>
                      <a:pt x="9959" y="4766"/>
                      <a:pt x="10073" y="4636"/>
                    </a:cubicBezTo>
                    <a:cubicBezTo>
                      <a:pt x="10176" y="4522"/>
                      <a:pt x="10263" y="4391"/>
                      <a:pt x="10328" y="4250"/>
                    </a:cubicBezTo>
                    <a:cubicBezTo>
                      <a:pt x="10383" y="4130"/>
                      <a:pt x="10421" y="3994"/>
                      <a:pt x="10355" y="3875"/>
                    </a:cubicBezTo>
                    <a:cubicBezTo>
                      <a:pt x="10350" y="3853"/>
                      <a:pt x="10339" y="3837"/>
                      <a:pt x="10323" y="3820"/>
                    </a:cubicBezTo>
                    <a:lnTo>
                      <a:pt x="10426" y="3755"/>
                    </a:lnTo>
                    <a:cubicBezTo>
                      <a:pt x="10486" y="3717"/>
                      <a:pt x="10540" y="3679"/>
                      <a:pt x="10600" y="3636"/>
                    </a:cubicBezTo>
                    <a:close/>
                    <a:moveTo>
                      <a:pt x="5007" y="4000"/>
                    </a:moveTo>
                    <a:cubicBezTo>
                      <a:pt x="5083" y="4103"/>
                      <a:pt x="5170" y="4195"/>
                      <a:pt x="5240" y="4282"/>
                    </a:cubicBezTo>
                    <a:cubicBezTo>
                      <a:pt x="5539" y="4614"/>
                      <a:pt x="5800" y="4978"/>
                      <a:pt x="6105" y="5299"/>
                    </a:cubicBezTo>
                    <a:cubicBezTo>
                      <a:pt x="6262" y="5467"/>
                      <a:pt x="6425" y="5631"/>
                      <a:pt x="6583" y="5794"/>
                    </a:cubicBezTo>
                    <a:lnTo>
                      <a:pt x="6626" y="5837"/>
                    </a:lnTo>
                    <a:cubicBezTo>
                      <a:pt x="6376" y="6082"/>
                      <a:pt x="6099" y="6299"/>
                      <a:pt x="5838" y="6538"/>
                    </a:cubicBezTo>
                    <a:lnTo>
                      <a:pt x="5844" y="6544"/>
                    </a:lnTo>
                    <a:cubicBezTo>
                      <a:pt x="5577" y="6788"/>
                      <a:pt x="5327" y="7055"/>
                      <a:pt x="5039" y="7278"/>
                    </a:cubicBezTo>
                    <a:cubicBezTo>
                      <a:pt x="4963" y="7234"/>
                      <a:pt x="4892" y="7174"/>
                      <a:pt x="4838" y="7109"/>
                    </a:cubicBezTo>
                    <a:cubicBezTo>
                      <a:pt x="4762" y="7033"/>
                      <a:pt x="4680" y="6962"/>
                      <a:pt x="4593" y="6897"/>
                    </a:cubicBezTo>
                    <a:cubicBezTo>
                      <a:pt x="4539" y="6859"/>
                      <a:pt x="4490" y="6816"/>
                      <a:pt x="4447" y="6761"/>
                    </a:cubicBezTo>
                    <a:cubicBezTo>
                      <a:pt x="4425" y="6729"/>
                      <a:pt x="4414" y="6690"/>
                      <a:pt x="4387" y="6658"/>
                    </a:cubicBezTo>
                    <a:cubicBezTo>
                      <a:pt x="4333" y="6582"/>
                      <a:pt x="4251" y="6517"/>
                      <a:pt x="4197" y="6435"/>
                    </a:cubicBezTo>
                    <a:cubicBezTo>
                      <a:pt x="4072" y="6250"/>
                      <a:pt x="3925" y="6082"/>
                      <a:pt x="3800" y="5891"/>
                    </a:cubicBezTo>
                    <a:cubicBezTo>
                      <a:pt x="3751" y="5815"/>
                      <a:pt x="3697" y="5756"/>
                      <a:pt x="3642" y="5685"/>
                    </a:cubicBezTo>
                    <a:cubicBezTo>
                      <a:pt x="3610" y="5636"/>
                      <a:pt x="3588" y="5587"/>
                      <a:pt x="3566" y="5533"/>
                    </a:cubicBezTo>
                    <a:cubicBezTo>
                      <a:pt x="3555" y="5505"/>
                      <a:pt x="3539" y="5484"/>
                      <a:pt x="3523" y="5462"/>
                    </a:cubicBezTo>
                    <a:lnTo>
                      <a:pt x="3533" y="5457"/>
                    </a:lnTo>
                    <a:cubicBezTo>
                      <a:pt x="3691" y="5342"/>
                      <a:pt x="3838" y="5212"/>
                      <a:pt x="3979" y="5071"/>
                    </a:cubicBezTo>
                    <a:cubicBezTo>
                      <a:pt x="4115" y="4929"/>
                      <a:pt x="4218" y="4766"/>
                      <a:pt x="4371" y="4636"/>
                    </a:cubicBezTo>
                    <a:cubicBezTo>
                      <a:pt x="4539" y="4500"/>
                      <a:pt x="4697" y="4353"/>
                      <a:pt x="4838" y="4190"/>
                    </a:cubicBezTo>
                    <a:cubicBezTo>
                      <a:pt x="4892" y="4130"/>
                      <a:pt x="4952" y="4070"/>
                      <a:pt x="5007" y="4000"/>
                    </a:cubicBezTo>
                    <a:close/>
                    <a:moveTo>
                      <a:pt x="3463" y="5516"/>
                    </a:moveTo>
                    <a:cubicBezTo>
                      <a:pt x="3485" y="5565"/>
                      <a:pt x="3501" y="5620"/>
                      <a:pt x="3523" y="5669"/>
                    </a:cubicBezTo>
                    <a:cubicBezTo>
                      <a:pt x="3544" y="5712"/>
                      <a:pt x="3572" y="5750"/>
                      <a:pt x="3604" y="5783"/>
                    </a:cubicBezTo>
                    <a:cubicBezTo>
                      <a:pt x="3642" y="5832"/>
                      <a:pt x="3680" y="5891"/>
                      <a:pt x="3713" y="5946"/>
                    </a:cubicBezTo>
                    <a:cubicBezTo>
                      <a:pt x="3849" y="6158"/>
                      <a:pt x="3990" y="6375"/>
                      <a:pt x="4148" y="6576"/>
                    </a:cubicBezTo>
                    <a:cubicBezTo>
                      <a:pt x="4218" y="6658"/>
                      <a:pt x="4284" y="6750"/>
                      <a:pt x="4343" y="6848"/>
                    </a:cubicBezTo>
                    <a:cubicBezTo>
                      <a:pt x="4398" y="6941"/>
                      <a:pt x="4490" y="6989"/>
                      <a:pt x="4572" y="7060"/>
                    </a:cubicBezTo>
                    <a:cubicBezTo>
                      <a:pt x="4648" y="7131"/>
                      <a:pt x="4740" y="7212"/>
                      <a:pt x="4822" y="7294"/>
                    </a:cubicBezTo>
                    <a:cubicBezTo>
                      <a:pt x="4854" y="7326"/>
                      <a:pt x="4887" y="7354"/>
                      <a:pt x="4925" y="7381"/>
                    </a:cubicBezTo>
                    <a:cubicBezTo>
                      <a:pt x="4876" y="7424"/>
                      <a:pt x="4838" y="7468"/>
                      <a:pt x="4795" y="7517"/>
                    </a:cubicBezTo>
                    <a:cubicBezTo>
                      <a:pt x="4664" y="7403"/>
                      <a:pt x="4517" y="7310"/>
                      <a:pt x="4392" y="7191"/>
                    </a:cubicBezTo>
                    <a:cubicBezTo>
                      <a:pt x="4235" y="7033"/>
                      <a:pt x="4121" y="6848"/>
                      <a:pt x="3974" y="6680"/>
                    </a:cubicBezTo>
                    <a:cubicBezTo>
                      <a:pt x="3822" y="6517"/>
                      <a:pt x="3686" y="6343"/>
                      <a:pt x="3561" y="6158"/>
                    </a:cubicBezTo>
                    <a:cubicBezTo>
                      <a:pt x="3501" y="6065"/>
                      <a:pt x="3436" y="5978"/>
                      <a:pt x="3381" y="5886"/>
                    </a:cubicBezTo>
                    <a:cubicBezTo>
                      <a:pt x="3349" y="5826"/>
                      <a:pt x="3300" y="5756"/>
                      <a:pt x="3267" y="5690"/>
                    </a:cubicBezTo>
                    <a:cubicBezTo>
                      <a:pt x="3332" y="5631"/>
                      <a:pt x="3398" y="5576"/>
                      <a:pt x="3463" y="5516"/>
                    </a:cubicBezTo>
                    <a:close/>
                    <a:moveTo>
                      <a:pt x="3196" y="5750"/>
                    </a:moveTo>
                    <a:cubicBezTo>
                      <a:pt x="3202" y="5766"/>
                      <a:pt x="3213" y="5788"/>
                      <a:pt x="3224" y="5804"/>
                    </a:cubicBezTo>
                    <a:cubicBezTo>
                      <a:pt x="3283" y="5919"/>
                      <a:pt x="3354" y="6022"/>
                      <a:pt x="3425" y="6131"/>
                    </a:cubicBezTo>
                    <a:cubicBezTo>
                      <a:pt x="3539" y="6321"/>
                      <a:pt x="3669" y="6506"/>
                      <a:pt x="3822" y="6669"/>
                    </a:cubicBezTo>
                    <a:cubicBezTo>
                      <a:pt x="3985" y="6848"/>
                      <a:pt x="4110" y="7060"/>
                      <a:pt x="4273" y="7240"/>
                    </a:cubicBezTo>
                    <a:cubicBezTo>
                      <a:pt x="4403" y="7381"/>
                      <a:pt x="4550" y="7506"/>
                      <a:pt x="4702" y="7620"/>
                    </a:cubicBezTo>
                    <a:cubicBezTo>
                      <a:pt x="4697" y="7631"/>
                      <a:pt x="4691" y="7636"/>
                      <a:pt x="4686" y="7642"/>
                    </a:cubicBezTo>
                    <a:lnTo>
                      <a:pt x="4577" y="7772"/>
                    </a:lnTo>
                    <a:cubicBezTo>
                      <a:pt x="4555" y="7750"/>
                      <a:pt x="4528" y="7734"/>
                      <a:pt x="4506" y="7718"/>
                    </a:cubicBezTo>
                    <a:cubicBezTo>
                      <a:pt x="4414" y="7663"/>
                      <a:pt x="4333" y="7598"/>
                      <a:pt x="4251" y="7522"/>
                    </a:cubicBezTo>
                    <a:cubicBezTo>
                      <a:pt x="4153" y="7424"/>
                      <a:pt x="4072" y="7316"/>
                      <a:pt x="3974" y="7223"/>
                    </a:cubicBezTo>
                    <a:cubicBezTo>
                      <a:pt x="3898" y="7147"/>
                      <a:pt x="3816" y="7087"/>
                      <a:pt x="3751" y="7006"/>
                    </a:cubicBezTo>
                    <a:cubicBezTo>
                      <a:pt x="3593" y="6826"/>
                      <a:pt x="3446" y="6631"/>
                      <a:pt x="3311" y="6435"/>
                    </a:cubicBezTo>
                    <a:cubicBezTo>
                      <a:pt x="3245" y="6337"/>
                      <a:pt x="3191" y="6234"/>
                      <a:pt x="3137" y="6131"/>
                    </a:cubicBezTo>
                    <a:cubicBezTo>
                      <a:pt x="3104" y="6082"/>
                      <a:pt x="3088" y="6022"/>
                      <a:pt x="3061" y="5973"/>
                    </a:cubicBezTo>
                    <a:cubicBezTo>
                      <a:pt x="3050" y="5946"/>
                      <a:pt x="3039" y="5924"/>
                      <a:pt x="3022" y="5902"/>
                    </a:cubicBezTo>
                    <a:lnTo>
                      <a:pt x="3196" y="5750"/>
                    </a:lnTo>
                    <a:close/>
                    <a:moveTo>
                      <a:pt x="2946" y="5973"/>
                    </a:moveTo>
                    <a:cubicBezTo>
                      <a:pt x="2957" y="5995"/>
                      <a:pt x="2974" y="6022"/>
                      <a:pt x="2984" y="6055"/>
                    </a:cubicBezTo>
                    <a:cubicBezTo>
                      <a:pt x="3022" y="6152"/>
                      <a:pt x="3071" y="6250"/>
                      <a:pt x="3126" y="6348"/>
                    </a:cubicBezTo>
                    <a:cubicBezTo>
                      <a:pt x="3240" y="6565"/>
                      <a:pt x="3381" y="6767"/>
                      <a:pt x="3539" y="6957"/>
                    </a:cubicBezTo>
                    <a:cubicBezTo>
                      <a:pt x="3697" y="7147"/>
                      <a:pt x="3870" y="7305"/>
                      <a:pt x="4034" y="7484"/>
                    </a:cubicBezTo>
                    <a:cubicBezTo>
                      <a:pt x="4169" y="7631"/>
                      <a:pt x="4322" y="7756"/>
                      <a:pt x="4485" y="7870"/>
                    </a:cubicBezTo>
                    <a:lnTo>
                      <a:pt x="4370" y="7990"/>
                    </a:lnTo>
                    <a:lnTo>
                      <a:pt x="4370" y="7990"/>
                    </a:lnTo>
                    <a:cubicBezTo>
                      <a:pt x="4240" y="7897"/>
                      <a:pt x="4088" y="7827"/>
                      <a:pt x="3963" y="7723"/>
                    </a:cubicBezTo>
                    <a:cubicBezTo>
                      <a:pt x="3767" y="7560"/>
                      <a:pt x="3561" y="7397"/>
                      <a:pt x="3441" y="7163"/>
                    </a:cubicBezTo>
                    <a:cubicBezTo>
                      <a:pt x="3387" y="7066"/>
                      <a:pt x="3305" y="7000"/>
                      <a:pt x="3234" y="6913"/>
                    </a:cubicBezTo>
                    <a:cubicBezTo>
                      <a:pt x="3169" y="6826"/>
                      <a:pt x="3093" y="6712"/>
                      <a:pt x="3022" y="6609"/>
                    </a:cubicBezTo>
                    <a:cubicBezTo>
                      <a:pt x="2963" y="6522"/>
                      <a:pt x="2930" y="6413"/>
                      <a:pt x="2870" y="6326"/>
                    </a:cubicBezTo>
                    <a:cubicBezTo>
                      <a:pt x="2832" y="6261"/>
                      <a:pt x="2794" y="6196"/>
                      <a:pt x="2762" y="6131"/>
                    </a:cubicBezTo>
                    <a:lnTo>
                      <a:pt x="2772" y="6120"/>
                    </a:lnTo>
                    <a:cubicBezTo>
                      <a:pt x="2832" y="6071"/>
                      <a:pt x="2892" y="6022"/>
                      <a:pt x="2946" y="5973"/>
                    </a:cubicBezTo>
                    <a:close/>
                    <a:moveTo>
                      <a:pt x="2669" y="6207"/>
                    </a:moveTo>
                    <a:cubicBezTo>
                      <a:pt x="2680" y="6245"/>
                      <a:pt x="2702" y="6283"/>
                      <a:pt x="2724" y="6321"/>
                    </a:cubicBezTo>
                    <a:cubicBezTo>
                      <a:pt x="2756" y="6375"/>
                      <a:pt x="2789" y="6430"/>
                      <a:pt x="2816" y="6484"/>
                    </a:cubicBezTo>
                    <a:cubicBezTo>
                      <a:pt x="2838" y="6533"/>
                      <a:pt x="2859" y="6587"/>
                      <a:pt x="2887" y="6636"/>
                    </a:cubicBezTo>
                    <a:cubicBezTo>
                      <a:pt x="2952" y="6745"/>
                      <a:pt x="3033" y="6854"/>
                      <a:pt x="3109" y="6957"/>
                    </a:cubicBezTo>
                    <a:cubicBezTo>
                      <a:pt x="3180" y="7066"/>
                      <a:pt x="3278" y="7136"/>
                      <a:pt x="3332" y="7250"/>
                    </a:cubicBezTo>
                    <a:cubicBezTo>
                      <a:pt x="3446" y="7468"/>
                      <a:pt x="3648" y="7631"/>
                      <a:pt x="3832" y="7789"/>
                    </a:cubicBezTo>
                    <a:cubicBezTo>
                      <a:pt x="3968" y="7903"/>
                      <a:pt x="4115" y="8006"/>
                      <a:pt x="4267" y="8093"/>
                    </a:cubicBezTo>
                    <a:cubicBezTo>
                      <a:pt x="4191" y="8174"/>
                      <a:pt x="4121" y="8251"/>
                      <a:pt x="4044" y="8332"/>
                    </a:cubicBezTo>
                    <a:lnTo>
                      <a:pt x="4050" y="8332"/>
                    </a:lnTo>
                    <a:cubicBezTo>
                      <a:pt x="4028" y="8354"/>
                      <a:pt x="3985" y="8397"/>
                      <a:pt x="3957" y="8397"/>
                    </a:cubicBezTo>
                    <a:cubicBezTo>
                      <a:pt x="3898" y="8381"/>
                      <a:pt x="3849" y="8348"/>
                      <a:pt x="3811" y="8299"/>
                    </a:cubicBezTo>
                    <a:cubicBezTo>
                      <a:pt x="3800" y="8283"/>
                      <a:pt x="3778" y="8267"/>
                      <a:pt x="3756" y="8256"/>
                    </a:cubicBezTo>
                    <a:cubicBezTo>
                      <a:pt x="3713" y="8223"/>
                      <a:pt x="3669" y="8191"/>
                      <a:pt x="3631" y="8153"/>
                    </a:cubicBezTo>
                    <a:cubicBezTo>
                      <a:pt x="3572" y="8104"/>
                      <a:pt x="3533" y="8039"/>
                      <a:pt x="3479" y="7990"/>
                    </a:cubicBezTo>
                    <a:cubicBezTo>
                      <a:pt x="3419" y="7941"/>
                      <a:pt x="3349" y="7908"/>
                      <a:pt x="3289" y="7859"/>
                    </a:cubicBezTo>
                    <a:cubicBezTo>
                      <a:pt x="3213" y="7789"/>
                      <a:pt x="3137" y="7718"/>
                      <a:pt x="3066" y="7642"/>
                    </a:cubicBezTo>
                    <a:cubicBezTo>
                      <a:pt x="2838" y="7403"/>
                      <a:pt x="2582" y="7136"/>
                      <a:pt x="2441" y="6843"/>
                    </a:cubicBezTo>
                    <a:cubicBezTo>
                      <a:pt x="2408" y="6767"/>
                      <a:pt x="2354" y="6707"/>
                      <a:pt x="2316" y="6636"/>
                    </a:cubicBezTo>
                    <a:cubicBezTo>
                      <a:pt x="2267" y="6549"/>
                      <a:pt x="2332" y="6511"/>
                      <a:pt x="2397" y="6446"/>
                    </a:cubicBezTo>
                    <a:cubicBezTo>
                      <a:pt x="2479" y="6359"/>
                      <a:pt x="2571" y="6277"/>
                      <a:pt x="2669" y="6207"/>
                    </a:cubicBezTo>
                    <a:close/>
                    <a:moveTo>
                      <a:pt x="2234" y="6979"/>
                    </a:moveTo>
                    <a:cubicBezTo>
                      <a:pt x="2272" y="7066"/>
                      <a:pt x="2321" y="7147"/>
                      <a:pt x="2381" y="7218"/>
                    </a:cubicBezTo>
                    <a:cubicBezTo>
                      <a:pt x="2506" y="7365"/>
                      <a:pt x="2620" y="7522"/>
                      <a:pt x="2745" y="7674"/>
                    </a:cubicBezTo>
                    <a:cubicBezTo>
                      <a:pt x="2859" y="7821"/>
                      <a:pt x="2984" y="7962"/>
                      <a:pt x="3126" y="8087"/>
                    </a:cubicBezTo>
                    <a:cubicBezTo>
                      <a:pt x="3202" y="8136"/>
                      <a:pt x="3267" y="8196"/>
                      <a:pt x="3332" y="8256"/>
                    </a:cubicBezTo>
                    <a:cubicBezTo>
                      <a:pt x="3387" y="8321"/>
                      <a:pt x="3441" y="8381"/>
                      <a:pt x="3506" y="8435"/>
                    </a:cubicBezTo>
                    <a:cubicBezTo>
                      <a:pt x="3490" y="8452"/>
                      <a:pt x="3474" y="8463"/>
                      <a:pt x="3457" y="8473"/>
                    </a:cubicBezTo>
                    <a:lnTo>
                      <a:pt x="3463" y="8479"/>
                    </a:lnTo>
                    <a:cubicBezTo>
                      <a:pt x="3398" y="8533"/>
                      <a:pt x="3321" y="8588"/>
                      <a:pt x="3251" y="8642"/>
                    </a:cubicBezTo>
                    <a:cubicBezTo>
                      <a:pt x="3180" y="8702"/>
                      <a:pt x="3137" y="8762"/>
                      <a:pt x="3071" y="8821"/>
                    </a:cubicBezTo>
                    <a:cubicBezTo>
                      <a:pt x="3028" y="8868"/>
                      <a:pt x="2984" y="8881"/>
                      <a:pt x="2938" y="8881"/>
                    </a:cubicBezTo>
                    <a:cubicBezTo>
                      <a:pt x="2891" y="8881"/>
                      <a:pt x="2840" y="8868"/>
                      <a:pt x="2783" y="8859"/>
                    </a:cubicBezTo>
                    <a:cubicBezTo>
                      <a:pt x="2729" y="8852"/>
                      <a:pt x="2675" y="8849"/>
                      <a:pt x="2621" y="8849"/>
                    </a:cubicBezTo>
                    <a:cubicBezTo>
                      <a:pt x="2313" y="8849"/>
                      <a:pt x="2013" y="8961"/>
                      <a:pt x="1740" y="9109"/>
                    </a:cubicBezTo>
                    <a:cubicBezTo>
                      <a:pt x="1386" y="9311"/>
                      <a:pt x="1044" y="9533"/>
                      <a:pt x="723" y="9783"/>
                    </a:cubicBezTo>
                    <a:cubicBezTo>
                      <a:pt x="693" y="9803"/>
                      <a:pt x="586" y="9906"/>
                      <a:pt x="539" y="9906"/>
                    </a:cubicBezTo>
                    <a:cubicBezTo>
                      <a:pt x="534" y="9906"/>
                      <a:pt x="531" y="9905"/>
                      <a:pt x="527" y="9903"/>
                    </a:cubicBezTo>
                    <a:cubicBezTo>
                      <a:pt x="495" y="9881"/>
                      <a:pt x="462" y="9778"/>
                      <a:pt x="440" y="9751"/>
                    </a:cubicBezTo>
                    <a:cubicBezTo>
                      <a:pt x="419" y="9724"/>
                      <a:pt x="408" y="9707"/>
                      <a:pt x="392" y="9686"/>
                    </a:cubicBezTo>
                    <a:cubicBezTo>
                      <a:pt x="451" y="9642"/>
                      <a:pt x="517" y="9599"/>
                      <a:pt x="571" y="9555"/>
                    </a:cubicBezTo>
                    <a:cubicBezTo>
                      <a:pt x="745" y="9441"/>
                      <a:pt x="908" y="9316"/>
                      <a:pt x="1060" y="9175"/>
                    </a:cubicBezTo>
                    <a:cubicBezTo>
                      <a:pt x="1136" y="9104"/>
                      <a:pt x="1223" y="9039"/>
                      <a:pt x="1316" y="8990"/>
                    </a:cubicBezTo>
                    <a:cubicBezTo>
                      <a:pt x="1392" y="8930"/>
                      <a:pt x="1457" y="8865"/>
                      <a:pt x="1517" y="8794"/>
                    </a:cubicBezTo>
                    <a:cubicBezTo>
                      <a:pt x="1598" y="8718"/>
                      <a:pt x="1685" y="8647"/>
                      <a:pt x="1772" y="8582"/>
                    </a:cubicBezTo>
                    <a:cubicBezTo>
                      <a:pt x="1841" y="8514"/>
                      <a:pt x="1931" y="8472"/>
                      <a:pt x="2027" y="8472"/>
                    </a:cubicBezTo>
                    <a:cubicBezTo>
                      <a:pt x="2038" y="8472"/>
                      <a:pt x="2049" y="8472"/>
                      <a:pt x="2060" y="8473"/>
                    </a:cubicBezTo>
                    <a:cubicBezTo>
                      <a:pt x="2175" y="8473"/>
                      <a:pt x="2261" y="8359"/>
                      <a:pt x="2229" y="8251"/>
                    </a:cubicBezTo>
                    <a:lnTo>
                      <a:pt x="2218" y="8218"/>
                    </a:lnTo>
                    <a:cubicBezTo>
                      <a:pt x="2185" y="8138"/>
                      <a:pt x="2115" y="8098"/>
                      <a:pt x="2047" y="8098"/>
                    </a:cubicBezTo>
                    <a:cubicBezTo>
                      <a:pt x="1967" y="8098"/>
                      <a:pt x="1890" y="8153"/>
                      <a:pt x="1881" y="8261"/>
                    </a:cubicBezTo>
                    <a:cubicBezTo>
                      <a:pt x="1881" y="8278"/>
                      <a:pt x="1881" y="8294"/>
                      <a:pt x="1881" y="8316"/>
                    </a:cubicBezTo>
                    <a:cubicBezTo>
                      <a:pt x="1745" y="8414"/>
                      <a:pt x="1609" y="8501"/>
                      <a:pt x="1473" y="8598"/>
                    </a:cubicBezTo>
                    <a:cubicBezTo>
                      <a:pt x="1414" y="8647"/>
                      <a:pt x="1354" y="8702"/>
                      <a:pt x="1299" y="8756"/>
                    </a:cubicBezTo>
                    <a:cubicBezTo>
                      <a:pt x="1223" y="8816"/>
                      <a:pt x="1142" y="8876"/>
                      <a:pt x="1055" y="8925"/>
                    </a:cubicBezTo>
                    <a:cubicBezTo>
                      <a:pt x="984" y="8979"/>
                      <a:pt x="930" y="9050"/>
                      <a:pt x="859" y="9109"/>
                    </a:cubicBezTo>
                    <a:cubicBezTo>
                      <a:pt x="794" y="9169"/>
                      <a:pt x="712" y="9234"/>
                      <a:pt x="636" y="9294"/>
                    </a:cubicBezTo>
                    <a:cubicBezTo>
                      <a:pt x="555" y="9354"/>
                      <a:pt x="484" y="9408"/>
                      <a:pt x="413" y="9474"/>
                    </a:cubicBezTo>
                    <a:cubicBezTo>
                      <a:pt x="381" y="9506"/>
                      <a:pt x="348" y="9544"/>
                      <a:pt x="310" y="9577"/>
                    </a:cubicBezTo>
                    <a:cubicBezTo>
                      <a:pt x="256" y="9506"/>
                      <a:pt x="201" y="9436"/>
                      <a:pt x="152" y="9365"/>
                    </a:cubicBezTo>
                    <a:cubicBezTo>
                      <a:pt x="228" y="9294"/>
                      <a:pt x="370" y="9272"/>
                      <a:pt x="446" y="9202"/>
                    </a:cubicBezTo>
                    <a:cubicBezTo>
                      <a:pt x="506" y="9158"/>
                      <a:pt x="571" y="9120"/>
                      <a:pt x="642" y="9082"/>
                    </a:cubicBezTo>
                    <a:cubicBezTo>
                      <a:pt x="701" y="9039"/>
                      <a:pt x="756" y="8990"/>
                      <a:pt x="805" y="8935"/>
                    </a:cubicBezTo>
                    <a:cubicBezTo>
                      <a:pt x="908" y="8832"/>
                      <a:pt x="1033" y="8745"/>
                      <a:pt x="1131" y="8631"/>
                    </a:cubicBezTo>
                    <a:cubicBezTo>
                      <a:pt x="1229" y="8517"/>
                      <a:pt x="1337" y="8386"/>
                      <a:pt x="1441" y="8261"/>
                    </a:cubicBezTo>
                    <a:cubicBezTo>
                      <a:pt x="1528" y="8147"/>
                      <a:pt x="1598" y="8022"/>
                      <a:pt x="1642" y="7886"/>
                    </a:cubicBezTo>
                    <a:cubicBezTo>
                      <a:pt x="1696" y="7756"/>
                      <a:pt x="1734" y="7620"/>
                      <a:pt x="1761" y="7479"/>
                    </a:cubicBezTo>
                    <a:cubicBezTo>
                      <a:pt x="1767" y="7419"/>
                      <a:pt x="1756" y="7359"/>
                      <a:pt x="1794" y="7316"/>
                    </a:cubicBezTo>
                    <a:cubicBezTo>
                      <a:pt x="1854" y="7261"/>
                      <a:pt x="1914" y="7212"/>
                      <a:pt x="1984" y="7169"/>
                    </a:cubicBezTo>
                    <a:cubicBezTo>
                      <a:pt x="2071" y="7109"/>
                      <a:pt x="2153" y="7044"/>
                      <a:pt x="2234" y="6979"/>
                    </a:cubicBezTo>
                    <a:close/>
                    <a:moveTo>
                      <a:pt x="10097" y="0"/>
                    </a:moveTo>
                    <a:cubicBezTo>
                      <a:pt x="10014" y="0"/>
                      <a:pt x="9932" y="15"/>
                      <a:pt x="9850" y="26"/>
                    </a:cubicBezTo>
                    <a:cubicBezTo>
                      <a:pt x="9709" y="37"/>
                      <a:pt x="9567" y="53"/>
                      <a:pt x="9420" y="81"/>
                    </a:cubicBezTo>
                    <a:cubicBezTo>
                      <a:pt x="9165" y="119"/>
                      <a:pt x="8909" y="178"/>
                      <a:pt x="8665" y="265"/>
                    </a:cubicBezTo>
                    <a:cubicBezTo>
                      <a:pt x="8187" y="445"/>
                      <a:pt x="7741" y="787"/>
                      <a:pt x="7371" y="1124"/>
                    </a:cubicBezTo>
                    <a:cubicBezTo>
                      <a:pt x="7268" y="1222"/>
                      <a:pt x="7154" y="1309"/>
                      <a:pt x="7045" y="1401"/>
                    </a:cubicBezTo>
                    <a:cubicBezTo>
                      <a:pt x="6947" y="1478"/>
                      <a:pt x="6844" y="1548"/>
                      <a:pt x="6735" y="1613"/>
                    </a:cubicBezTo>
                    <a:cubicBezTo>
                      <a:pt x="6632" y="1690"/>
                      <a:pt x="6550" y="1793"/>
                      <a:pt x="6447" y="1874"/>
                    </a:cubicBezTo>
                    <a:cubicBezTo>
                      <a:pt x="6349" y="1950"/>
                      <a:pt x="6257" y="2054"/>
                      <a:pt x="6154" y="2135"/>
                    </a:cubicBezTo>
                    <a:cubicBezTo>
                      <a:pt x="5925" y="2331"/>
                      <a:pt x="5730" y="2554"/>
                      <a:pt x="5518" y="2766"/>
                    </a:cubicBezTo>
                    <a:cubicBezTo>
                      <a:pt x="5414" y="2831"/>
                      <a:pt x="5295" y="2885"/>
                      <a:pt x="5191" y="2962"/>
                    </a:cubicBezTo>
                    <a:cubicBezTo>
                      <a:pt x="5055" y="3059"/>
                      <a:pt x="4920" y="3152"/>
                      <a:pt x="4849" y="3315"/>
                    </a:cubicBezTo>
                    <a:cubicBezTo>
                      <a:pt x="4762" y="3511"/>
                      <a:pt x="4822" y="3706"/>
                      <a:pt x="4930" y="3880"/>
                    </a:cubicBezTo>
                    <a:cubicBezTo>
                      <a:pt x="4898" y="3907"/>
                      <a:pt x="4865" y="3935"/>
                      <a:pt x="4838" y="3956"/>
                    </a:cubicBezTo>
                    <a:cubicBezTo>
                      <a:pt x="4762" y="4022"/>
                      <a:pt x="4691" y="4087"/>
                      <a:pt x="4621" y="4147"/>
                    </a:cubicBezTo>
                    <a:cubicBezTo>
                      <a:pt x="4458" y="4277"/>
                      <a:pt x="4278" y="4391"/>
                      <a:pt x="4126" y="4532"/>
                    </a:cubicBezTo>
                    <a:cubicBezTo>
                      <a:pt x="3996" y="4652"/>
                      <a:pt x="3892" y="4804"/>
                      <a:pt x="3767" y="4924"/>
                    </a:cubicBezTo>
                    <a:cubicBezTo>
                      <a:pt x="3610" y="5071"/>
                      <a:pt x="3446" y="5201"/>
                      <a:pt x="3278" y="5326"/>
                    </a:cubicBezTo>
                    <a:cubicBezTo>
                      <a:pt x="3131" y="5435"/>
                      <a:pt x="3001" y="5560"/>
                      <a:pt x="2865" y="5685"/>
                    </a:cubicBezTo>
                    <a:cubicBezTo>
                      <a:pt x="2729" y="5804"/>
                      <a:pt x="2577" y="5913"/>
                      <a:pt x="2435" y="6027"/>
                    </a:cubicBezTo>
                    <a:cubicBezTo>
                      <a:pt x="2305" y="6131"/>
                      <a:pt x="2191" y="6250"/>
                      <a:pt x="2093" y="6386"/>
                    </a:cubicBezTo>
                    <a:cubicBezTo>
                      <a:pt x="1995" y="6544"/>
                      <a:pt x="2039" y="6669"/>
                      <a:pt x="2136" y="6805"/>
                    </a:cubicBezTo>
                    <a:cubicBezTo>
                      <a:pt x="2147" y="6816"/>
                      <a:pt x="2153" y="6832"/>
                      <a:pt x="2164" y="6843"/>
                    </a:cubicBezTo>
                    <a:cubicBezTo>
                      <a:pt x="2049" y="6919"/>
                      <a:pt x="1930" y="6984"/>
                      <a:pt x="1810" y="7055"/>
                    </a:cubicBezTo>
                    <a:cubicBezTo>
                      <a:pt x="1712" y="7104"/>
                      <a:pt x="1593" y="7169"/>
                      <a:pt x="1560" y="7283"/>
                    </a:cubicBezTo>
                    <a:cubicBezTo>
                      <a:pt x="1544" y="7343"/>
                      <a:pt x="1555" y="7408"/>
                      <a:pt x="1544" y="7468"/>
                    </a:cubicBezTo>
                    <a:cubicBezTo>
                      <a:pt x="1528" y="7538"/>
                      <a:pt x="1511" y="7604"/>
                      <a:pt x="1484" y="7669"/>
                    </a:cubicBezTo>
                    <a:cubicBezTo>
                      <a:pt x="1446" y="7843"/>
                      <a:pt x="1370" y="8001"/>
                      <a:pt x="1261" y="8142"/>
                    </a:cubicBezTo>
                    <a:cubicBezTo>
                      <a:pt x="1169" y="8256"/>
                      <a:pt x="1071" y="8370"/>
                      <a:pt x="979" y="8490"/>
                    </a:cubicBezTo>
                    <a:cubicBezTo>
                      <a:pt x="881" y="8604"/>
                      <a:pt x="739" y="8707"/>
                      <a:pt x="625" y="8821"/>
                    </a:cubicBezTo>
                    <a:cubicBezTo>
                      <a:pt x="566" y="8876"/>
                      <a:pt x="500" y="8925"/>
                      <a:pt x="424" y="8957"/>
                    </a:cubicBezTo>
                    <a:cubicBezTo>
                      <a:pt x="370" y="8995"/>
                      <a:pt x="321" y="9039"/>
                      <a:pt x="283" y="9088"/>
                    </a:cubicBezTo>
                    <a:cubicBezTo>
                      <a:pt x="190" y="9175"/>
                      <a:pt x="87" y="9224"/>
                      <a:pt x="11" y="9321"/>
                    </a:cubicBezTo>
                    <a:cubicBezTo>
                      <a:pt x="0" y="9343"/>
                      <a:pt x="0" y="9370"/>
                      <a:pt x="11" y="9392"/>
                    </a:cubicBezTo>
                    <a:cubicBezTo>
                      <a:pt x="82" y="9484"/>
                      <a:pt x="142" y="9582"/>
                      <a:pt x="196" y="9686"/>
                    </a:cubicBezTo>
                    <a:cubicBezTo>
                      <a:pt x="234" y="9767"/>
                      <a:pt x="288" y="9832"/>
                      <a:pt x="332" y="9908"/>
                    </a:cubicBezTo>
                    <a:cubicBezTo>
                      <a:pt x="391" y="10015"/>
                      <a:pt x="428" y="10105"/>
                      <a:pt x="529" y="10105"/>
                    </a:cubicBezTo>
                    <a:cubicBezTo>
                      <a:pt x="557" y="10105"/>
                      <a:pt x="591" y="10098"/>
                      <a:pt x="631" y="10082"/>
                    </a:cubicBezTo>
                    <a:cubicBezTo>
                      <a:pt x="810" y="10012"/>
                      <a:pt x="968" y="9843"/>
                      <a:pt x="1120" y="9735"/>
                    </a:cubicBezTo>
                    <a:cubicBezTo>
                      <a:pt x="1337" y="9582"/>
                      <a:pt x="1560" y="9441"/>
                      <a:pt x="1789" y="9316"/>
                    </a:cubicBezTo>
                    <a:cubicBezTo>
                      <a:pt x="1990" y="9196"/>
                      <a:pt x="2213" y="9115"/>
                      <a:pt x="2446" y="9077"/>
                    </a:cubicBezTo>
                    <a:cubicBezTo>
                      <a:pt x="2492" y="9068"/>
                      <a:pt x="2538" y="9064"/>
                      <a:pt x="2585" y="9064"/>
                    </a:cubicBezTo>
                    <a:cubicBezTo>
                      <a:pt x="2655" y="9064"/>
                      <a:pt x="2726" y="9074"/>
                      <a:pt x="2794" y="9093"/>
                    </a:cubicBezTo>
                    <a:cubicBezTo>
                      <a:pt x="2861" y="9111"/>
                      <a:pt x="2921" y="9131"/>
                      <a:pt x="2983" y="9131"/>
                    </a:cubicBezTo>
                    <a:cubicBezTo>
                      <a:pt x="3017" y="9131"/>
                      <a:pt x="3051" y="9125"/>
                      <a:pt x="3088" y="9109"/>
                    </a:cubicBezTo>
                    <a:cubicBezTo>
                      <a:pt x="3256" y="9050"/>
                      <a:pt x="3387" y="8859"/>
                      <a:pt x="3528" y="8745"/>
                    </a:cubicBezTo>
                    <a:cubicBezTo>
                      <a:pt x="3588" y="8696"/>
                      <a:pt x="3648" y="8647"/>
                      <a:pt x="3707" y="8588"/>
                    </a:cubicBezTo>
                    <a:cubicBezTo>
                      <a:pt x="3794" y="8651"/>
                      <a:pt x="3885" y="8695"/>
                      <a:pt x="3980" y="8695"/>
                    </a:cubicBezTo>
                    <a:cubicBezTo>
                      <a:pt x="4058" y="8695"/>
                      <a:pt x="4139" y="8666"/>
                      <a:pt x="4224" y="8593"/>
                    </a:cubicBezTo>
                    <a:cubicBezTo>
                      <a:pt x="4327" y="8495"/>
                      <a:pt x="4425" y="8386"/>
                      <a:pt x="4517" y="8272"/>
                    </a:cubicBezTo>
                    <a:cubicBezTo>
                      <a:pt x="4653" y="8120"/>
                      <a:pt x="4795" y="7968"/>
                      <a:pt x="4925" y="7805"/>
                    </a:cubicBezTo>
                    <a:cubicBezTo>
                      <a:pt x="5197" y="7473"/>
                      <a:pt x="5550" y="7218"/>
                      <a:pt x="5860" y="6919"/>
                    </a:cubicBezTo>
                    <a:cubicBezTo>
                      <a:pt x="6175" y="6609"/>
                      <a:pt x="6529" y="6332"/>
                      <a:pt x="6844" y="6011"/>
                    </a:cubicBezTo>
                    <a:cubicBezTo>
                      <a:pt x="6898" y="6049"/>
                      <a:pt x="6953" y="6071"/>
                      <a:pt x="7018" y="6087"/>
                    </a:cubicBezTo>
                    <a:cubicBezTo>
                      <a:pt x="7056" y="6096"/>
                      <a:pt x="7095" y="6100"/>
                      <a:pt x="7134" y="6100"/>
                    </a:cubicBezTo>
                    <a:cubicBezTo>
                      <a:pt x="7238" y="6100"/>
                      <a:pt x="7340" y="6069"/>
                      <a:pt x="7431" y="6006"/>
                    </a:cubicBezTo>
                    <a:cubicBezTo>
                      <a:pt x="7438" y="6007"/>
                      <a:pt x="7445" y="6008"/>
                      <a:pt x="7452" y="6008"/>
                    </a:cubicBezTo>
                    <a:cubicBezTo>
                      <a:pt x="7474" y="6008"/>
                      <a:pt x="7498" y="6002"/>
                      <a:pt x="7518" y="5989"/>
                    </a:cubicBezTo>
                    <a:cubicBezTo>
                      <a:pt x="7610" y="5924"/>
                      <a:pt x="7703" y="5848"/>
                      <a:pt x="7784" y="5766"/>
                    </a:cubicBezTo>
                    <a:cubicBezTo>
                      <a:pt x="7888" y="5674"/>
                      <a:pt x="8007" y="5592"/>
                      <a:pt x="8127" y="5505"/>
                    </a:cubicBezTo>
                    <a:cubicBezTo>
                      <a:pt x="8208" y="5440"/>
                      <a:pt x="8295" y="5375"/>
                      <a:pt x="8388" y="5321"/>
                    </a:cubicBezTo>
                    <a:cubicBezTo>
                      <a:pt x="8491" y="5245"/>
                      <a:pt x="8600" y="5179"/>
                      <a:pt x="8714" y="5125"/>
                    </a:cubicBezTo>
                    <a:cubicBezTo>
                      <a:pt x="8817" y="5081"/>
                      <a:pt x="8866" y="5000"/>
                      <a:pt x="8953" y="4935"/>
                    </a:cubicBezTo>
                    <a:cubicBezTo>
                      <a:pt x="9045" y="4864"/>
                      <a:pt x="9149" y="4799"/>
                      <a:pt x="9241" y="4728"/>
                    </a:cubicBezTo>
                    <a:cubicBezTo>
                      <a:pt x="9448" y="4560"/>
                      <a:pt x="9654" y="4391"/>
                      <a:pt x="9861" y="4223"/>
                    </a:cubicBezTo>
                    <a:cubicBezTo>
                      <a:pt x="9959" y="4141"/>
                      <a:pt x="10040" y="4049"/>
                      <a:pt x="10133" y="3962"/>
                    </a:cubicBezTo>
                    <a:cubicBezTo>
                      <a:pt x="10149" y="3940"/>
                      <a:pt x="10176" y="3924"/>
                      <a:pt x="10198" y="3907"/>
                    </a:cubicBezTo>
                    <a:lnTo>
                      <a:pt x="10198" y="3907"/>
                    </a:lnTo>
                    <a:cubicBezTo>
                      <a:pt x="10192" y="4000"/>
                      <a:pt x="10171" y="4098"/>
                      <a:pt x="10133" y="4185"/>
                    </a:cubicBezTo>
                    <a:cubicBezTo>
                      <a:pt x="10094" y="4250"/>
                      <a:pt x="10046" y="4320"/>
                      <a:pt x="10007" y="4380"/>
                    </a:cubicBezTo>
                    <a:cubicBezTo>
                      <a:pt x="9953" y="4473"/>
                      <a:pt x="9915" y="4571"/>
                      <a:pt x="9823" y="4636"/>
                    </a:cubicBezTo>
                    <a:cubicBezTo>
                      <a:pt x="9774" y="4668"/>
                      <a:pt x="9719" y="4712"/>
                      <a:pt x="9676" y="4755"/>
                    </a:cubicBezTo>
                    <a:cubicBezTo>
                      <a:pt x="9627" y="4810"/>
                      <a:pt x="9589" y="4880"/>
                      <a:pt x="9535" y="4935"/>
                    </a:cubicBezTo>
                    <a:cubicBezTo>
                      <a:pt x="9420" y="5060"/>
                      <a:pt x="9263" y="5152"/>
                      <a:pt x="9127" y="5255"/>
                    </a:cubicBezTo>
                    <a:cubicBezTo>
                      <a:pt x="8996" y="5375"/>
                      <a:pt x="8850" y="5467"/>
                      <a:pt x="8692" y="5538"/>
                    </a:cubicBezTo>
                    <a:cubicBezTo>
                      <a:pt x="8545" y="5598"/>
                      <a:pt x="8409" y="5669"/>
                      <a:pt x="8263" y="5745"/>
                    </a:cubicBezTo>
                    <a:cubicBezTo>
                      <a:pt x="8132" y="5810"/>
                      <a:pt x="7980" y="5783"/>
                      <a:pt x="7849" y="5859"/>
                    </a:cubicBezTo>
                    <a:cubicBezTo>
                      <a:pt x="7730" y="5929"/>
                      <a:pt x="7643" y="6049"/>
                      <a:pt x="7610" y="6185"/>
                    </a:cubicBezTo>
                    <a:cubicBezTo>
                      <a:pt x="7556" y="6430"/>
                      <a:pt x="7730" y="6707"/>
                      <a:pt x="7958" y="6788"/>
                    </a:cubicBezTo>
                    <a:cubicBezTo>
                      <a:pt x="8008" y="6805"/>
                      <a:pt x="8059" y="6813"/>
                      <a:pt x="8108" y="6813"/>
                    </a:cubicBezTo>
                    <a:cubicBezTo>
                      <a:pt x="8329" y="6813"/>
                      <a:pt x="8542" y="6664"/>
                      <a:pt x="8697" y="6522"/>
                    </a:cubicBezTo>
                    <a:cubicBezTo>
                      <a:pt x="8746" y="6478"/>
                      <a:pt x="8784" y="6430"/>
                      <a:pt x="8817" y="6381"/>
                    </a:cubicBezTo>
                    <a:cubicBezTo>
                      <a:pt x="8844" y="6321"/>
                      <a:pt x="8861" y="6256"/>
                      <a:pt x="8877" y="6190"/>
                    </a:cubicBezTo>
                    <a:cubicBezTo>
                      <a:pt x="8937" y="6022"/>
                      <a:pt x="9192" y="5924"/>
                      <a:pt x="9328" y="5832"/>
                    </a:cubicBezTo>
                    <a:cubicBezTo>
                      <a:pt x="9464" y="5734"/>
                      <a:pt x="9589" y="5603"/>
                      <a:pt x="9719" y="5489"/>
                    </a:cubicBezTo>
                    <a:cubicBezTo>
                      <a:pt x="9850" y="5391"/>
                      <a:pt x="9969" y="5283"/>
                      <a:pt x="10073" y="5163"/>
                    </a:cubicBezTo>
                    <a:cubicBezTo>
                      <a:pt x="10133" y="5098"/>
                      <a:pt x="10203" y="5038"/>
                      <a:pt x="10274" y="4984"/>
                    </a:cubicBezTo>
                    <a:cubicBezTo>
                      <a:pt x="10339" y="4918"/>
                      <a:pt x="10404" y="4842"/>
                      <a:pt x="10459" y="4766"/>
                    </a:cubicBezTo>
                    <a:cubicBezTo>
                      <a:pt x="10524" y="4690"/>
                      <a:pt x="10584" y="4614"/>
                      <a:pt x="10649" y="4543"/>
                    </a:cubicBezTo>
                    <a:cubicBezTo>
                      <a:pt x="10703" y="4489"/>
                      <a:pt x="10769" y="4446"/>
                      <a:pt x="10817" y="4386"/>
                    </a:cubicBezTo>
                    <a:cubicBezTo>
                      <a:pt x="10904" y="4266"/>
                      <a:pt x="10953" y="4114"/>
                      <a:pt x="10948" y="3962"/>
                    </a:cubicBezTo>
                    <a:cubicBezTo>
                      <a:pt x="10932" y="3804"/>
                      <a:pt x="10834" y="3657"/>
                      <a:pt x="10747" y="3527"/>
                    </a:cubicBezTo>
                    <a:lnTo>
                      <a:pt x="10741" y="3521"/>
                    </a:lnTo>
                    <a:cubicBezTo>
                      <a:pt x="10839" y="3434"/>
                      <a:pt x="10937" y="3347"/>
                      <a:pt x="11024" y="3250"/>
                    </a:cubicBezTo>
                    <a:cubicBezTo>
                      <a:pt x="11084" y="3168"/>
                      <a:pt x="11144" y="3087"/>
                      <a:pt x="11198" y="3000"/>
                    </a:cubicBezTo>
                    <a:cubicBezTo>
                      <a:pt x="11269" y="2902"/>
                      <a:pt x="11356" y="2815"/>
                      <a:pt x="11432" y="2717"/>
                    </a:cubicBezTo>
                    <a:cubicBezTo>
                      <a:pt x="11584" y="2510"/>
                      <a:pt x="11633" y="2249"/>
                      <a:pt x="11687" y="1999"/>
                    </a:cubicBezTo>
                    <a:cubicBezTo>
                      <a:pt x="11747" y="1755"/>
                      <a:pt x="11774" y="1499"/>
                      <a:pt x="11709" y="1249"/>
                    </a:cubicBezTo>
                    <a:lnTo>
                      <a:pt x="11703" y="1249"/>
                    </a:lnTo>
                    <a:cubicBezTo>
                      <a:pt x="11665" y="1141"/>
                      <a:pt x="11616" y="1032"/>
                      <a:pt x="11562" y="934"/>
                    </a:cubicBezTo>
                    <a:cubicBezTo>
                      <a:pt x="11508" y="814"/>
                      <a:pt x="11448" y="700"/>
                      <a:pt x="11388" y="592"/>
                    </a:cubicBezTo>
                    <a:cubicBezTo>
                      <a:pt x="11258" y="407"/>
                      <a:pt x="11078" y="260"/>
                      <a:pt x="10866" y="184"/>
                    </a:cubicBezTo>
                    <a:cubicBezTo>
                      <a:pt x="10660" y="102"/>
                      <a:pt x="10442" y="75"/>
                      <a:pt x="10225" y="15"/>
                    </a:cubicBezTo>
                    <a:cubicBezTo>
                      <a:pt x="10182" y="4"/>
                      <a:pt x="10139" y="0"/>
                      <a:pt x="10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20"/>
              <p:cNvSpPr/>
              <p:nvPr/>
            </p:nvSpPr>
            <p:spPr>
              <a:xfrm>
                <a:off x="4109175" y="4319250"/>
                <a:ext cx="11075" cy="12125"/>
              </a:xfrm>
              <a:custGeom>
                <a:rect b="b" l="l" r="r" t="t"/>
                <a:pathLst>
                  <a:path extrusionOk="0" h="485" w="443">
                    <a:moveTo>
                      <a:pt x="99" y="1"/>
                    </a:moveTo>
                    <a:cubicBezTo>
                      <a:pt x="48" y="1"/>
                      <a:pt x="0" y="51"/>
                      <a:pt x="35" y="104"/>
                    </a:cubicBezTo>
                    <a:cubicBezTo>
                      <a:pt x="116" y="235"/>
                      <a:pt x="138" y="485"/>
                      <a:pt x="339" y="485"/>
                    </a:cubicBezTo>
                    <a:cubicBezTo>
                      <a:pt x="415" y="485"/>
                      <a:pt x="442" y="381"/>
                      <a:pt x="377" y="343"/>
                    </a:cubicBezTo>
                    <a:cubicBezTo>
                      <a:pt x="252" y="273"/>
                      <a:pt x="230" y="142"/>
                      <a:pt x="160" y="34"/>
                    </a:cubicBezTo>
                    <a:cubicBezTo>
                      <a:pt x="143" y="10"/>
                      <a:pt x="121" y="1"/>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20"/>
              <p:cNvSpPr/>
              <p:nvPr/>
            </p:nvSpPr>
            <p:spPr>
              <a:xfrm>
                <a:off x="4116150" y="4314600"/>
                <a:ext cx="11000" cy="12450"/>
              </a:xfrm>
              <a:custGeom>
                <a:rect b="b" l="l" r="r" t="t"/>
                <a:pathLst>
                  <a:path extrusionOk="0" h="498" w="440">
                    <a:moveTo>
                      <a:pt x="79" y="0"/>
                    </a:moveTo>
                    <a:cubicBezTo>
                      <a:pt x="73" y="0"/>
                      <a:pt x="66" y="1"/>
                      <a:pt x="60" y="2"/>
                    </a:cubicBezTo>
                    <a:cubicBezTo>
                      <a:pt x="0" y="18"/>
                      <a:pt x="0" y="100"/>
                      <a:pt x="60" y="116"/>
                    </a:cubicBezTo>
                    <a:cubicBezTo>
                      <a:pt x="98" y="122"/>
                      <a:pt x="152" y="247"/>
                      <a:pt x="180" y="290"/>
                    </a:cubicBezTo>
                    <a:cubicBezTo>
                      <a:pt x="207" y="361"/>
                      <a:pt x="256" y="432"/>
                      <a:pt x="315" y="486"/>
                    </a:cubicBezTo>
                    <a:cubicBezTo>
                      <a:pt x="328" y="494"/>
                      <a:pt x="342" y="497"/>
                      <a:pt x="355" y="497"/>
                    </a:cubicBezTo>
                    <a:cubicBezTo>
                      <a:pt x="399" y="497"/>
                      <a:pt x="439" y="460"/>
                      <a:pt x="435" y="410"/>
                    </a:cubicBezTo>
                    <a:lnTo>
                      <a:pt x="430" y="410"/>
                    </a:lnTo>
                    <a:cubicBezTo>
                      <a:pt x="435" y="394"/>
                      <a:pt x="430" y="377"/>
                      <a:pt x="419" y="366"/>
                    </a:cubicBezTo>
                    <a:lnTo>
                      <a:pt x="408" y="345"/>
                    </a:lnTo>
                    <a:cubicBezTo>
                      <a:pt x="397" y="323"/>
                      <a:pt x="386" y="307"/>
                      <a:pt x="370" y="290"/>
                    </a:cubicBezTo>
                    <a:cubicBezTo>
                      <a:pt x="343" y="241"/>
                      <a:pt x="305" y="192"/>
                      <a:pt x="272" y="149"/>
                    </a:cubicBezTo>
                    <a:cubicBezTo>
                      <a:pt x="227" y="89"/>
                      <a:pt x="158" y="0"/>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0"/>
              <p:cNvSpPr/>
              <p:nvPr/>
            </p:nvSpPr>
            <p:spPr>
              <a:xfrm>
                <a:off x="4123600" y="4310250"/>
                <a:ext cx="6025" cy="10950"/>
              </a:xfrm>
              <a:custGeom>
                <a:rect b="b" l="l" r="r" t="t"/>
                <a:pathLst>
                  <a:path extrusionOk="0" h="438" w="241">
                    <a:moveTo>
                      <a:pt x="90" y="0"/>
                    </a:moveTo>
                    <a:cubicBezTo>
                      <a:pt x="29" y="0"/>
                      <a:pt x="0" y="91"/>
                      <a:pt x="55" y="116"/>
                    </a:cubicBezTo>
                    <a:cubicBezTo>
                      <a:pt x="66" y="171"/>
                      <a:pt x="83" y="220"/>
                      <a:pt x="94" y="269"/>
                    </a:cubicBezTo>
                    <a:cubicBezTo>
                      <a:pt x="99" y="328"/>
                      <a:pt x="115" y="383"/>
                      <a:pt x="153" y="426"/>
                    </a:cubicBezTo>
                    <a:cubicBezTo>
                      <a:pt x="159" y="437"/>
                      <a:pt x="175" y="437"/>
                      <a:pt x="186" y="437"/>
                    </a:cubicBezTo>
                    <a:lnTo>
                      <a:pt x="208" y="426"/>
                    </a:lnTo>
                    <a:cubicBezTo>
                      <a:pt x="224" y="421"/>
                      <a:pt x="235" y="399"/>
                      <a:pt x="219" y="388"/>
                    </a:cubicBezTo>
                    <a:cubicBezTo>
                      <a:pt x="235" y="339"/>
                      <a:pt x="240" y="290"/>
                      <a:pt x="235" y="241"/>
                    </a:cubicBezTo>
                    <a:cubicBezTo>
                      <a:pt x="219" y="176"/>
                      <a:pt x="197" y="111"/>
                      <a:pt x="175" y="51"/>
                    </a:cubicBezTo>
                    <a:cubicBezTo>
                      <a:pt x="164" y="29"/>
                      <a:pt x="148" y="13"/>
                      <a:pt x="126" y="2"/>
                    </a:cubicBezTo>
                    <a:lnTo>
                      <a:pt x="104" y="2"/>
                    </a:lnTo>
                    <a:cubicBezTo>
                      <a:pt x="99" y="1"/>
                      <a:pt x="94"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0"/>
              <p:cNvSpPr/>
              <p:nvPr/>
            </p:nvSpPr>
            <p:spPr>
              <a:xfrm>
                <a:off x="4130100" y="4308100"/>
                <a:ext cx="6850" cy="9050"/>
              </a:xfrm>
              <a:custGeom>
                <a:rect b="b" l="l" r="r" t="t"/>
                <a:pathLst>
                  <a:path extrusionOk="0" h="362" w="274">
                    <a:moveTo>
                      <a:pt x="90" y="0"/>
                    </a:moveTo>
                    <a:cubicBezTo>
                      <a:pt x="27" y="0"/>
                      <a:pt x="1" y="97"/>
                      <a:pt x="64" y="120"/>
                    </a:cubicBezTo>
                    <a:lnTo>
                      <a:pt x="64" y="120"/>
                    </a:lnTo>
                    <a:cubicBezTo>
                      <a:pt x="61" y="120"/>
                      <a:pt x="74" y="133"/>
                      <a:pt x="78" y="137"/>
                    </a:cubicBezTo>
                    <a:cubicBezTo>
                      <a:pt x="84" y="148"/>
                      <a:pt x="89" y="159"/>
                      <a:pt x="94" y="175"/>
                    </a:cubicBezTo>
                    <a:cubicBezTo>
                      <a:pt x="105" y="208"/>
                      <a:pt x="111" y="240"/>
                      <a:pt x="116" y="273"/>
                    </a:cubicBezTo>
                    <a:cubicBezTo>
                      <a:pt x="122" y="289"/>
                      <a:pt x="127" y="306"/>
                      <a:pt x="133" y="322"/>
                    </a:cubicBezTo>
                    <a:cubicBezTo>
                      <a:pt x="143" y="333"/>
                      <a:pt x="149" y="338"/>
                      <a:pt x="160" y="349"/>
                    </a:cubicBezTo>
                    <a:cubicBezTo>
                      <a:pt x="174" y="358"/>
                      <a:pt x="179" y="361"/>
                      <a:pt x="179" y="361"/>
                    </a:cubicBezTo>
                    <a:cubicBezTo>
                      <a:pt x="181" y="361"/>
                      <a:pt x="163" y="347"/>
                      <a:pt x="166" y="347"/>
                    </a:cubicBezTo>
                    <a:cubicBezTo>
                      <a:pt x="167" y="347"/>
                      <a:pt x="168" y="348"/>
                      <a:pt x="171" y="349"/>
                    </a:cubicBezTo>
                    <a:cubicBezTo>
                      <a:pt x="182" y="357"/>
                      <a:pt x="190" y="360"/>
                      <a:pt x="198" y="360"/>
                    </a:cubicBezTo>
                    <a:cubicBezTo>
                      <a:pt x="213" y="360"/>
                      <a:pt x="223" y="349"/>
                      <a:pt x="241" y="338"/>
                    </a:cubicBezTo>
                    <a:lnTo>
                      <a:pt x="241" y="338"/>
                    </a:lnTo>
                    <a:cubicBezTo>
                      <a:pt x="233" y="344"/>
                      <a:pt x="233" y="346"/>
                      <a:pt x="236" y="346"/>
                    </a:cubicBezTo>
                    <a:cubicBezTo>
                      <a:pt x="239" y="346"/>
                      <a:pt x="244" y="344"/>
                      <a:pt x="247" y="338"/>
                    </a:cubicBezTo>
                    <a:cubicBezTo>
                      <a:pt x="258" y="327"/>
                      <a:pt x="263" y="317"/>
                      <a:pt x="268" y="306"/>
                    </a:cubicBezTo>
                    <a:cubicBezTo>
                      <a:pt x="274" y="289"/>
                      <a:pt x="274" y="273"/>
                      <a:pt x="274" y="257"/>
                    </a:cubicBezTo>
                    <a:lnTo>
                      <a:pt x="268" y="251"/>
                    </a:lnTo>
                    <a:cubicBezTo>
                      <a:pt x="268" y="213"/>
                      <a:pt x="258" y="175"/>
                      <a:pt x="236" y="137"/>
                    </a:cubicBezTo>
                    <a:cubicBezTo>
                      <a:pt x="219" y="77"/>
                      <a:pt x="165" y="23"/>
                      <a:pt x="100" y="1"/>
                    </a:cubicBezTo>
                    <a:cubicBezTo>
                      <a:pt x="97" y="1"/>
                      <a:pt x="93"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0"/>
              <p:cNvSpPr/>
              <p:nvPr/>
            </p:nvSpPr>
            <p:spPr>
              <a:xfrm>
                <a:off x="4154850" y="4286700"/>
                <a:ext cx="5625" cy="9000"/>
              </a:xfrm>
              <a:custGeom>
                <a:rect b="b" l="l" r="r" t="t"/>
                <a:pathLst>
                  <a:path extrusionOk="0" h="360" w="225">
                    <a:moveTo>
                      <a:pt x="96" y="0"/>
                    </a:moveTo>
                    <a:cubicBezTo>
                      <a:pt x="44" y="0"/>
                      <a:pt x="1" y="65"/>
                      <a:pt x="39" y="113"/>
                    </a:cubicBezTo>
                    <a:cubicBezTo>
                      <a:pt x="56" y="129"/>
                      <a:pt x="39" y="178"/>
                      <a:pt x="50" y="200"/>
                    </a:cubicBezTo>
                    <a:cubicBezTo>
                      <a:pt x="56" y="243"/>
                      <a:pt x="67" y="286"/>
                      <a:pt x="88" y="325"/>
                    </a:cubicBezTo>
                    <a:cubicBezTo>
                      <a:pt x="101" y="349"/>
                      <a:pt x="123" y="360"/>
                      <a:pt x="146" y="360"/>
                    </a:cubicBezTo>
                    <a:cubicBezTo>
                      <a:pt x="184" y="360"/>
                      <a:pt x="224" y="331"/>
                      <a:pt x="224" y="286"/>
                    </a:cubicBezTo>
                    <a:cubicBezTo>
                      <a:pt x="224" y="238"/>
                      <a:pt x="192" y="194"/>
                      <a:pt x="192" y="145"/>
                    </a:cubicBezTo>
                    <a:lnTo>
                      <a:pt x="186" y="145"/>
                    </a:lnTo>
                    <a:cubicBezTo>
                      <a:pt x="192" y="102"/>
                      <a:pt x="170" y="53"/>
                      <a:pt x="137" y="15"/>
                    </a:cubicBezTo>
                    <a:cubicBezTo>
                      <a:pt x="124" y="5"/>
                      <a:pt x="110" y="0"/>
                      <a:pt x="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0"/>
              <p:cNvSpPr/>
              <p:nvPr/>
            </p:nvSpPr>
            <p:spPr>
              <a:xfrm>
                <a:off x="4159350" y="4283675"/>
                <a:ext cx="5750" cy="9250"/>
              </a:xfrm>
              <a:custGeom>
                <a:rect b="b" l="l" r="r" t="t"/>
                <a:pathLst>
                  <a:path extrusionOk="0" h="370" w="230">
                    <a:moveTo>
                      <a:pt x="79" y="1"/>
                    </a:moveTo>
                    <a:cubicBezTo>
                      <a:pt x="41" y="1"/>
                      <a:pt x="4" y="26"/>
                      <a:pt x="1" y="70"/>
                    </a:cubicBezTo>
                    <a:cubicBezTo>
                      <a:pt x="6" y="130"/>
                      <a:pt x="17" y="190"/>
                      <a:pt x="33" y="250"/>
                    </a:cubicBezTo>
                    <a:cubicBezTo>
                      <a:pt x="52" y="301"/>
                      <a:pt x="91" y="369"/>
                      <a:pt x="147" y="369"/>
                    </a:cubicBezTo>
                    <a:cubicBezTo>
                      <a:pt x="156" y="369"/>
                      <a:pt x="165" y="368"/>
                      <a:pt x="175" y="364"/>
                    </a:cubicBezTo>
                    <a:cubicBezTo>
                      <a:pt x="229" y="348"/>
                      <a:pt x="213" y="261"/>
                      <a:pt x="202" y="223"/>
                    </a:cubicBezTo>
                    <a:cubicBezTo>
                      <a:pt x="186" y="168"/>
                      <a:pt x="164" y="109"/>
                      <a:pt x="153" y="54"/>
                    </a:cubicBezTo>
                    <a:cubicBezTo>
                      <a:pt x="141" y="17"/>
                      <a:pt x="110"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20"/>
              <p:cNvSpPr/>
              <p:nvPr/>
            </p:nvSpPr>
            <p:spPr>
              <a:xfrm>
                <a:off x="4089700" y="4246150"/>
                <a:ext cx="52025" cy="36650"/>
              </a:xfrm>
              <a:custGeom>
                <a:rect b="b" l="l" r="r" t="t"/>
                <a:pathLst>
                  <a:path extrusionOk="0" h="1466" w="2081">
                    <a:moveTo>
                      <a:pt x="1787" y="1"/>
                    </a:moveTo>
                    <a:cubicBezTo>
                      <a:pt x="1732" y="6"/>
                      <a:pt x="1678" y="28"/>
                      <a:pt x="1634" y="60"/>
                    </a:cubicBezTo>
                    <a:cubicBezTo>
                      <a:pt x="1531" y="109"/>
                      <a:pt x="1422" y="147"/>
                      <a:pt x="1325" y="202"/>
                    </a:cubicBezTo>
                    <a:cubicBezTo>
                      <a:pt x="1113" y="316"/>
                      <a:pt x="911" y="446"/>
                      <a:pt x="721" y="588"/>
                    </a:cubicBezTo>
                    <a:cubicBezTo>
                      <a:pt x="547" y="723"/>
                      <a:pt x="390" y="876"/>
                      <a:pt x="237" y="1033"/>
                    </a:cubicBezTo>
                    <a:cubicBezTo>
                      <a:pt x="161" y="1115"/>
                      <a:pt x="69" y="1202"/>
                      <a:pt x="36" y="1305"/>
                    </a:cubicBezTo>
                    <a:cubicBezTo>
                      <a:pt x="1" y="1427"/>
                      <a:pt x="71" y="1465"/>
                      <a:pt x="169" y="1465"/>
                    </a:cubicBezTo>
                    <a:cubicBezTo>
                      <a:pt x="299" y="1465"/>
                      <a:pt x="478" y="1400"/>
                      <a:pt x="536" y="1376"/>
                    </a:cubicBezTo>
                    <a:cubicBezTo>
                      <a:pt x="928" y="1213"/>
                      <a:pt x="1297" y="941"/>
                      <a:pt x="1634" y="685"/>
                    </a:cubicBezTo>
                    <a:cubicBezTo>
                      <a:pt x="1689" y="631"/>
                      <a:pt x="1743" y="577"/>
                      <a:pt x="1792" y="517"/>
                    </a:cubicBezTo>
                    <a:cubicBezTo>
                      <a:pt x="1846" y="468"/>
                      <a:pt x="1901" y="419"/>
                      <a:pt x="1944" y="365"/>
                    </a:cubicBezTo>
                    <a:cubicBezTo>
                      <a:pt x="2009" y="289"/>
                      <a:pt x="2080" y="185"/>
                      <a:pt x="2015" y="93"/>
                    </a:cubicBezTo>
                    <a:lnTo>
                      <a:pt x="2015" y="93"/>
                    </a:lnTo>
                    <a:lnTo>
                      <a:pt x="2009" y="98"/>
                    </a:lnTo>
                    <a:cubicBezTo>
                      <a:pt x="2004" y="90"/>
                      <a:pt x="1996" y="87"/>
                      <a:pt x="1988" y="87"/>
                    </a:cubicBezTo>
                    <a:cubicBezTo>
                      <a:pt x="1963" y="87"/>
                      <a:pt x="1935" y="117"/>
                      <a:pt x="1955" y="142"/>
                    </a:cubicBezTo>
                    <a:cubicBezTo>
                      <a:pt x="2047" y="278"/>
                      <a:pt x="1455" y="718"/>
                      <a:pt x="1384" y="772"/>
                    </a:cubicBezTo>
                    <a:cubicBezTo>
                      <a:pt x="1205" y="919"/>
                      <a:pt x="1015" y="1050"/>
                      <a:pt x="814" y="1169"/>
                    </a:cubicBezTo>
                    <a:cubicBezTo>
                      <a:pt x="650" y="1256"/>
                      <a:pt x="498" y="1359"/>
                      <a:pt x="319" y="1403"/>
                    </a:cubicBezTo>
                    <a:cubicBezTo>
                      <a:pt x="289" y="1412"/>
                      <a:pt x="251" y="1418"/>
                      <a:pt x="215" y="1418"/>
                    </a:cubicBezTo>
                    <a:cubicBezTo>
                      <a:pt x="138" y="1418"/>
                      <a:pt x="71" y="1389"/>
                      <a:pt x="123" y="1289"/>
                    </a:cubicBezTo>
                    <a:cubicBezTo>
                      <a:pt x="156" y="1234"/>
                      <a:pt x="194" y="1186"/>
                      <a:pt x="243" y="1137"/>
                    </a:cubicBezTo>
                    <a:cubicBezTo>
                      <a:pt x="368" y="995"/>
                      <a:pt x="504" y="865"/>
                      <a:pt x="645" y="740"/>
                    </a:cubicBezTo>
                    <a:cubicBezTo>
                      <a:pt x="824" y="593"/>
                      <a:pt x="1020" y="473"/>
                      <a:pt x="1210" y="343"/>
                    </a:cubicBezTo>
                    <a:cubicBezTo>
                      <a:pt x="1297" y="289"/>
                      <a:pt x="1390" y="234"/>
                      <a:pt x="1482" y="191"/>
                    </a:cubicBezTo>
                    <a:cubicBezTo>
                      <a:pt x="1547" y="164"/>
                      <a:pt x="1710" y="77"/>
                      <a:pt x="1787" y="77"/>
                    </a:cubicBezTo>
                    <a:cubicBezTo>
                      <a:pt x="1841" y="77"/>
                      <a:pt x="1841" y="1"/>
                      <a:pt x="1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20"/>
              <p:cNvSpPr/>
              <p:nvPr/>
            </p:nvSpPr>
            <p:spPr>
              <a:xfrm>
                <a:off x="4065325" y="4290450"/>
                <a:ext cx="13750" cy="12425"/>
              </a:xfrm>
              <a:custGeom>
                <a:rect b="b" l="l" r="r" t="t"/>
                <a:pathLst>
                  <a:path extrusionOk="0" h="497" w="550">
                    <a:moveTo>
                      <a:pt x="288" y="1"/>
                    </a:moveTo>
                    <a:cubicBezTo>
                      <a:pt x="125" y="6"/>
                      <a:pt x="0" y="289"/>
                      <a:pt x="65" y="425"/>
                    </a:cubicBezTo>
                    <a:cubicBezTo>
                      <a:pt x="92" y="477"/>
                      <a:pt x="132" y="496"/>
                      <a:pt x="176" y="496"/>
                    </a:cubicBezTo>
                    <a:cubicBezTo>
                      <a:pt x="232" y="496"/>
                      <a:pt x="294" y="466"/>
                      <a:pt x="343" y="435"/>
                    </a:cubicBezTo>
                    <a:cubicBezTo>
                      <a:pt x="440" y="359"/>
                      <a:pt x="549" y="262"/>
                      <a:pt x="489" y="126"/>
                    </a:cubicBezTo>
                    <a:cubicBezTo>
                      <a:pt x="480" y="112"/>
                      <a:pt x="468" y="102"/>
                      <a:pt x="452" y="102"/>
                    </a:cubicBezTo>
                    <a:cubicBezTo>
                      <a:pt x="448" y="102"/>
                      <a:pt x="444" y="103"/>
                      <a:pt x="440" y="104"/>
                    </a:cubicBezTo>
                    <a:lnTo>
                      <a:pt x="419" y="109"/>
                    </a:lnTo>
                    <a:cubicBezTo>
                      <a:pt x="392" y="115"/>
                      <a:pt x="392" y="153"/>
                      <a:pt x="408" y="169"/>
                    </a:cubicBezTo>
                    <a:cubicBezTo>
                      <a:pt x="402" y="240"/>
                      <a:pt x="364" y="305"/>
                      <a:pt x="305" y="348"/>
                    </a:cubicBezTo>
                    <a:cubicBezTo>
                      <a:pt x="272" y="370"/>
                      <a:pt x="228" y="414"/>
                      <a:pt x="185" y="414"/>
                    </a:cubicBezTo>
                    <a:cubicBezTo>
                      <a:pt x="142" y="414"/>
                      <a:pt x="131" y="370"/>
                      <a:pt x="131" y="338"/>
                    </a:cubicBezTo>
                    <a:cubicBezTo>
                      <a:pt x="125" y="251"/>
                      <a:pt x="185" y="66"/>
                      <a:pt x="288" y="60"/>
                    </a:cubicBezTo>
                    <a:cubicBezTo>
                      <a:pt x="326" y="60"/>
                      <a:pt x="326"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0"/>
              <p:cNvSpPr/>
              <p:nvPr/>
            </p:nvSpPr>
            <p:spPr>
              <a:xfrm>
                <a:off x="4010825" y="4340325"/>
                <a:ext cx="22050" cy="21950"/>
              </a:xfrm>
              <a:custGeom>
                <a:rect b="b" l="l" r="r" t="t"/>
                <a:pathLst>
                  <a:path extrusionOk="0" h="878" w="882">
                    <a:moveTo>
                      <a:pt x="584" y="0"/>
                    </a:moveTo>
                    <a:cubicBezTo>
                      <a:pt x="413" y="0"/>
                      <a:pt x="312" y="201"/>
                      <a:pt x="234" y="343"/>
                    </a:cubicBezTo>
                    <a:cubicBezTo>
                      <a:pt x="174" y="463"/>
                      <a:pt x="0" y="827"/>
                      <a:pt x="245" y="876"/>
                    </a:cubicBezTo>
                    <a:cubicBezTo>
                      <a:pt x="254" y="877"/>
                      <a:pt x="262" y="878"/>
                      <a:pt x="271" y="878"/>
                    </a:cubicBezTo>
                    <a:cubicBezTo>
                      <a:pt x="367" y="878"/>
                      <a:pt x="469" y="800"/>
                      <a:pt x="539" y="745"/>
                    </a:cubicBezTo>
                    <a:cubicBezTo>
                      <a:pt x="658" y="658"/>
                      <a:pt x="761" y="544"/>
                      <a:pt x="832" y="414"/>
                    </a:cubicBezTo>
                    <a:cubicBezTo>
                      <a:pt x="870" y="332"/>
                      <a:pt x="881" y="234"/>
                      <a:pt x="799" y="180"/>
                    </a:cubicBezTo>
                    <a:cubicBezTo>
                      <a:pt x="773" y="159"/>
                      <a:pt x="740" y="151"/>
                      <a:pt x="706" y="151"/>
                    </a:cubicBezTo>
                    <a:cubicBezTo>
                      <a:pt x="651" y="151"/>
                      <a:pt x="591" y="173"/>
                      <a:pt x="544" y="196"/>
                    </a:cubicBezTo>
                    <a:cubicBezTo>
                      <a:pt x="517" y="207"/>
                      <a:pt x="533" y="256"/>
                      <a:pt x="566" y="256"/>
                    </a:cubicBezTo>
                    <a:cubicBezTo>
                      <a:pt x="602" y="256"/>
                      <a:pt x="630" y="246"/>
                      <a:pt x="655" y="246"/>
                    </a:cubicBezTo>
                    <a:cubicBezTo>
                      <a:pt x="679" y="246"/>
                      <a:pt x="700" y="255"/>
                      <a:pt x="723" y="289"/>
                    </a:cubicBezTo>
                    <a:cubicBezTo>
                      <a:pt x="761" y="348"/>
                      <a:pt x="745" y="370"/>
                      <a:pt x="713" y="430"/>
                    </a:cubicBezTo>
                    <a:cubicBezTo>
                      <a:pt x="691" y="463"/>
                      <a:pt x="669" y="490"/>
                      <a:pt x="642" y="517"/>
                    </a:cubicBezTo>
                    <a:cubicBezTo>
                      <a:pt x="591" y="572"/>
                      <a:pt x="401" y="773"/>
                      <a:pt x="287" y="773"/>
                    </a:cubicBezTo>
                    <a:cubicBezTo>
                      <a:pt x="254" y="773"/>
                      <a:pt x="227" y="756"/>
                      <a:pt x="212" y="713"/>
                    </a:cubicBezTo>
                    <a:cubicBezTo>
                      <a:pt x="169" y="582"/>
                      <a:pt x="294" y="414"/>
                      <a:pt x="348" y="305"/>
                    </a:cubicBezTo>
                    <a:cubicBezTo>
                      <a:pt x="409" y="198"/>
                      <a:pt x="481" y="71"/>
                      <a:pt x="603" y="71"/>
                    </a:cubicBezTo>
                    <a:cubicBezTo>
                      <a:pt x="624" y="71"/>
                      <a:pt x="646" y="74"/>
                      <a:pt x="669" y="82"/>
                    </a:cubicBezTo>
                    <a:cubicBezTo>
                      <a:pt x="672" y="83"/>
                      <a:pt x="676" y="83"/>
                      <a:pt x="679" y="83"/>
                    </a:cubicBezTo>
                    <a:cubicBezTo>
                      <a:pt x="710" y="83"/>
                      <a:pt x="720" y="37"/>
                      <a:pt x="685" y="22"/>
                    </a:cubicBezTo>
                    <a:cubicBezTo>
                      <a:pt x="649" y="7"/>
                      <a:pt x="615" y="0"/>
                      <a:pt x="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120"/>
            <p:cNvGrpSpPr/>
            <p:nvPr/>
          </p:nvGrpSpPr>
          <p:grpSpPr>
            <a:xfrm>
              <a:off x="2698013" y="3569302"/>
              <a:ext cx="274324" cy="274321"/>
              <a:chOff x="4249850" y="4253150"/>
              <a:chExt cx="218150" cy="220250"/>
            </a:xfrm>
          </p:grpSpPr>
          <p:sp>
            <p:nvSpPr>
              <p:cNvPr id="5597" name="Google Shape;5597;p120"/>
              <p:cNvSpPr/>
              <p:nvPr/>
            </p:nvSpPr>
            <p:spPr>
              <a:xfrm>
                <a:off x="4249850" y="4253150"/>
                <a:ext cx="197075" cy="183175"/>
              </a:xfrm>
              <a:custGeom>
                <a:rect b="b" l="l" r="r" t="t"/>
                <a:pathLst>
                  <a:path extrusionOk="0" h="7327" w="7883">
                    <a:moveTo>
                      <a:pt x="6760" y="177"/>
                    </a:moveTo>
                    <a:cubicBezTo>
                      <a:pt x="6805" y="177"/>
                      <a:pt x="6850" y="183"/>
                      <a:pt x="6894" y="193"/>
                    </a:cubicBezTo>
                    <a:cubicBezTo>
                      <a:pt x="6970" y="204"/>
                      <a:pt x="7046" y="231"/>
                      <a:pt x="7111" y="270"/>
                    </a:cubicBezTo>
                    <a:cubicBezTo>
                      <a:pt x="7182" y="313"/>
                      <a:pt x="7247" y="362"/>
                      <a:pt x="7318" y="405"/>
                    </a:cubicBezTo>
                    <a:cubicBezTo>
                      <a:pt x="7388" y="443"/>
                      <a:pt x="7448" y="492"/>
                      <a:pt x="7508" y="547"/>
                    </a:cubicBezTo>
                    <a:cubicBezTo>
                      <a:pt x="7568" y="623"/>
                      <a:pt x="7606" y="704"/>
                      <a:pt x="7633" y="791"/>
                    </a:cubicBezTo>
                    <a:cubicBezTo>
                      <a:pt x="7693" y="971"/>
                      <a:pt x="7752" y="1199"/>
                      <a:pt x="7627" y="1362"/>
                    </a:cubicBezTo>
                    <a:lnTo>
                      <a:pt x="7627" y="1373"/>
                    </a:lnTo>
                    <a:cubicBezTo>
                      <a:pt x="7573" y="1438"/>
                      <a:pt x="7508" y="1493"/>
                      <a:pt x="7453" y="1563"/>
                    </a:cubicBezTo>
                    <a:cubicBezTo>
                      <a:pt x="7383" y="1645"/>
                      <a:pt x="7312" y="1721"/>
                      <a:pt x="7231" y="1792"/>
                    </a:cubicBezTo>
                    <a:cubicBezTo>
                      <a:pt x="7171" y="1857"/>
                      <a:pt x="7111" y="1922"/>
                      <a:pt x="7057" y="1993"/>
                    </a:cubicBezTo>
                    <a:lnTo>
                      <a:pt x="7029" y="1955"/>
                    </a:lnTo>
                    <a:cubicBezTo>
                      <a:pt x="6986" y="1889"/>
                      <a:pt x="6937" y="1819"/>
                      <a:pt x="6888" y="1759"/>
                    </a:cubicBezTo>
                    <a:cubicBezTo>
                      <a:pt x="6785" y="1623"/>
                      <a:pt x="6665" y="1503"/>
                      <a:pt x="6535" y="1389"/>
                    </a:cubicBezTo>
                    <a:cubicBezTo>
                      <a:pt x="6415" y="1286"/>
                      <a:pt x="6307" y="1177"/>
                      <a:pt x="6187" y="1074"/>
                    </a:cubicBezTo>
                    <a:cubicBezTo>
                      <a:pt x="6067" y="976"/>
                      <a:pt x="5931" y="895"/>
                      <a:pt x="5790" y="829"/>
                    </a:cubicBezTo>
                    <a:cubicBezTo>
                      <a:pt x="5741" y="808"/>
                      <a:pt x="5687" y="786"/>
                      <a:pt x="5632" y="770"/>
                    </a:cubicBezTo>
                    <a:cubicBezTo>
                      <a:pt x="5654" y="748"/>
                      <a:pt x="5681" y="726"/>
                      <a:pt x="5709" y="704"/>
                    </a:cubicBezTo>
                    <a:cubicBezTo>
                      <a:pt x="5768" y="655"/>
                      <a:pt x="5806" y="601"/>
                      <a:pt x="5861" y="552"/>
                    </a:cubicBezTo>
                    <a:cubicBezTo>
                      <a:pt x="5904" y="525"/>
                      <a:pt x="5942" y="503"/>
                      <a:pt x="5991" y="487"/>
                    </a:cubicBezTo>
                    <a:cubicBezTo>
                      <a:pt x="6029" y="465"/>
                      <a:pt x="6062" y="427"/>
                      <a:pt x="6100" y="400"/>
                    </a:cubicBezTo>
                    <a:cubicBezTo>
                      <a:pt x="6181" y="346"/>
                      <a:pt x="6263" y="302"/>
                      <a:pt x="6350" y="264"/>
                    </a:cubicBezTo>
                    <a:cubicBezTo>
                      <a:pt x="6442" y="231"/>
                      <a:pt x="6529" y="210"/>
                      <a:pt x="6622" y="193"/>
                    </a:cubicBezTo>
                    <a:cubicBezTo>
                      <a:pt x="6668" y="183"/>
                      <a:pt x="6714" y="177"/>
                      <a:pt x="6760" y="177"/>
                    </a:cubicBezTo>
                    <a:close/>
                    <a:moveTo>
                      <a:pt x="5450" y="894"/>
                    </a:moveTo>
                    <a:cubicBezTo>
                      <a:pt x="5484" y="894"/>
                      <a:pt x="5517" y="899"/>
                      <a:pt x="5551" y="906"/>
                    </a:cubicBezTo>
                    <a:cubicBezTo>
                      <a:pt x="5671" y="938"/>
                      <a:pt x="5779" y="987"/>
                      <a:pt x="5883" y="1052"/>
                    </a:cubicBezTo>
                    <a:cubicBezTo>
                      <a:pt x="6105" y="1172"/>
                      <a:pt x="6263" y="1384"/>
                      <a:pt x="6442" y="1563"/>
                    </a:cubicBezTo>
                    <a:cubicBezTo>
                      <a:pt x="6535" y="1661"/>
                      <a:pt x="6622" y="1759"/>
                      <a:pt x="6703" y="1862"/>
                    </a:cubicBezTo>
                    <a:cubicBezTo>
                      <a:pt x="6758" y="1933"/>
                      <a:pt x="6801" y="2020"/>
                      <a:pt x="6861" y="2085"/>
                    </a:cubicBezTo>
                    <a:cubicBezTo>
                      <a:pt x="6850" y="2107"/>
                      <a:pt x="6850" y="2129"/>
                      <a:pt x="6861" y="2145"/>
                    </a:cubicBezTo>
                    <a:cubicBezTo>
                      <a:pt x="6904" y="2210"/>
                      <a:pt x="6926" y="2281"/>
                      <a:pt x="6921" y="2357"/>
                    </a:cubicBezTo>
                    <a:cubicBezTo>
                      <a:pt x="6921" y="2409"/>
                      <a:pt x="6917" y="2550"/>
                      <a:pt x="6845" y="2550"/>
                    </a:cubicBezTo>
                    <a:cubicBezTo>
                      <a:pt x="6836" y="2550"/>
                      <a:pt x="6825" y="2548"/>
                      <a:pt x="6812" y="2542"/>
                    </a:cubicBezTo>
                    <a:lnTo>
                      <a:pt x="6812" y="2542"/>
                    </a:lnTo>
                    <a:lnTo>
                      <a:pt x="6817" y="2547"/>
                    </a:lnTo>
                    <a:lnTo>
                      <a:pt x="6807" y="2542"/>
                    </a:lnTo>
                    <a:cubicBezTo>
                      <a:pt x="6801" y="2536"/>
                      <a:pt x="6801" y="2531"/>
                      <a:pt x="6796" y="2525"/>
                    </a:cubicBezTo>
                    <a:cubicBezTo>
                      <a:pt x="6736" y="2438"/>
                      <a:pt x="6660" y="2362"/>
                      <a:pt x="6595" y="2275"/>
                    </a:cubicBezTo>
                    <a:cubicBezTo>
                      <a:pt x="6562" y="2232"/>
                      <a:pt x="6524" y="2188"/>
                      <a:pt x="6486" y="2145"/>
                    </a:cubicBezTo>
                    <a:cubicBezTo>
                      <a:pt x="6421" y="2085"/>
                      <a:pt x="6345" y="2042"/>
                      <a:pt x="6279" y="1976"/>
                    </a:cubicBezTo>
                    <a:cubicBezTo>
                      <a:pt x="6277" y="1974"/>
                      <a:pt x="6274" y="1973"/>
                      <a:pt x="6271" y="1973"/>
                    </a:cubicBezTo>
                    <a:cubicBezTo>
                      <a:pt x="6262" y="1973"/>
                      <a:pt x="6255" y="1984"/>
                      <a:pt x="6263" y="1993"/>
                    </a:cubicBezTo>
                    <a:cubicBezTo>
                      <a:pt x="6334" y="2069"/>
                      <a:pt x="6361" y="2167"/>
                      <a:pt x="6421" y="2248"/>
                    </a:cubicBezTo>
                    <a:cubicBezTo>
                      <a:pt x="6453" y="2297"/>
                      <a:pt x="6486" y="2346"/>
                      <a:pt x="6513" y="2395"/>
                    </a:cubicBezTo>
                    <a:cubicBezTo>
                      <a:pt x="6551" y="2471"/>
                      <a:pt x="6600" y="2542"/>
                      <a:pt x="6665" y="2596"/>
                    </a:cubicBezTo>
                    <a:cubicBezTo>
                      <a:pt x="6633" y="2645"/>
                      <a:pt x="6595" y="2694"/>
                      <a:pt x="6535" y="2694"/>
                    </a:cubicBezTo>
                    <a:cubicBezTo>
                      <a:pt x="6502" y="2694"/>
                      <a:pt x="6470" y="2688"/>
                      <a:pt x="6442" y="2678"/>
                    </a:cubicBezTo>
                    <a:cubicBezTo>
                      <a:pt x="6421" y="2542"/>
                      <a:pt x="6268" y="2428"/>
                      <a:pt x="6165" y="2346"/>
                    </a:cubicBezTo>
                    <a:cubicBezTo>
                      <a:pt x="6095" y="2286"/>
                      <a:pt x="6029" y="2216"/>
                      <a:pt x="5969" y="2145"/>
                    </a:cubicBezTo>
                    <a:cubicBezTo>
                      <a:pt x="5883" y="2074"/>
                      <a:pt x="5812" y="1993"/>
                      <a:pt x="5752" y="1900"/>
                    </a:cubicBezTo>
                    <a:cubicBezTo>
                      <a:pt x="5709" y="1830"/>
                      <a:pt x="5660" y="1770"/>
                      <a:pt x="5594" y="1726"/>
                    </a:cubicBezTo>
                    <a:cubicBezTo>
                      <a:pt x="5507" y="1661"/>
                      <a:pt x="5426" y="1585"/>
                      <a:pt x="5339" y="1514"/>
                    </a:cubicBezTo>
                    <a:cubicBezTo>
                      <a:pt x="5257" y="1438"/>
                      <a:pt x="5176" y="1373"/>
                      <a:pt x="5083" y="1313"/>
                    </a:cubicBezTo>
                    <a:cubicBezTo>
                      <a:pt x="5083" y="1264"/>
                      <a:pt x="5105" y="1215"/>
                      <a:pt x="5138" y="1177"/>
                    </a:cubicBezTo>
                    <a:cubicBezTo>
                      <a:pt x="5160" y="1161"/>
                      <a:pt x="5187" y="1145"/>
                      <a:pt x="5214" y="1134"/>
                    </a:cubicBezTo>
                    <a:cubicBezTo>
                      <a:pt x="5263" y="1204"/>
                      <a:pt x="5328" y="1270"/>
                      <a:pt x="5404" y="1319"/>
                    </a:cubicBezTo>
                    <a:cubicBezTo>
                      <a:pt x="5459" y="1340"/>
                      <a:pt x="5507" y="1373"/>
                      <a:pt x="5551" y="1411"/>
                    </a:cubicBezTo>
                    <a:cubicBezTo>
                      <a:pt x="5578" y="1444"/>
                      <a:pt x="5616" y="1476"/>
                      <a:pt x="5654" y="1503"/>
                    </a:cubicBezTo>
                    <a:cubicBezTo>
                      <a:pt x="5741" y="1558"/>
                      <a:pt x="5839" y="1596"/>
                      <a:pt x="5910" y="1677"/>
                    </a:cubicBezTo>
                    <a:cubicBezTo>
                      <a:pt x="5964" y="1732"/>
                      <a:pt x="6002" y="1786"/>
                      <a:pt x="6084" y="1802"/>
                    </a:cubicBezTo>
                    <a:cubicBezTo>
                      <a:pt x="6089" y="1802"/>
                      <a:pt x="6100" y="1792"/>
                      <a:pt x="6089" y="1786"/>
                    </a:cubicBezTo>
                    <a:cubicBezTo>
                      <a:pt x="6013" y="1743"/>
                      <a:pt x="5980" y="1650"/>
                      <a:pt x="5926" y="1590"/>
                    </a:cubicBezTo>
                    <a:cubicBezTo>
                      <a:pt x="5855" y="1514"/>
                      <a:pt x="5768" y="1455"/>
                      <a:pt x="5698" y="1384"/>
                    </a:cubicBezTo>
                    <a:cubicBezTo>
                      <a:pt x="5649" y="1324"/>
                      <a:pt x="5589" y="1270"/>
                      <a:pt x="5518" y="1226"/>
                    </a:cubicBezTo>
                    <a:cubicBezTo>
                      <a:pt x="5431" y="1188"/>
                      <a:pt x="5355" y="1139"/>
                      <a:pt x="5279" y="1085"/>
                    </a:cubicBezTo>
                    <a:cubicBezTo>
                      <a:pt x="5290" y="1063"/>
                      <a:pt x="5301" y="1041"/>
                      <a:pt x="5306" y="1014"/>
                    </a:cubicBezTo>
                    <a:cubicBezTo>
                      <a:pt x="5323" y="960"/>
                      <a:pt x="5323" y="916"/>
                      <a:pt x="5388" y="900"/>
                    </a:cubicBezTo>
                    <a:cubicBezTo>
                      <a:pt x="5409" y="896"/>
                      <a:pt x="5429" y="894"/>
                      <a:pt x="5450" y="894"/>
                    </a:cubicBezTo>
                    <a:close/>
                    <a:moveTo>
                      <a:pt x="5013" y="1524"/>
                    </a:moveTo>
                    <a:cubicBezTo>
                      <a:pt x="5144" y="1524"/>
                      <a:pt x="5323" y="1763"/>
                      <a:pt x="5399" y="1830"/>
                    </a:cubicBezTo>
                    <a:cubicBezTo>
                      <a:pt x="5464" y="1879"/>
                      <a:pt x="5524" y="1938"/>
                      <a:pt x="5567" y="2004"/>
                    </a:cubicBezTo>
                    <a:cubicBezTo>
                      <a:pt x="5529" y="2031"/>
                      <a:pt x="5491" y="2069"/>
                      <a:pt x="5453" y="2101"/>
                    </a:cubicBezTo>
                    <a:cubicBezTo>
                      <a:pt x="5399" y="2150"/>
                      <a:pt x="5350" y="2216"/>
                      <a:pt x="5285" y="2259"/>
                    </a:cubicBezTo>
                    <a:cubicBezTo>
                      <a:pt x="5252" y="2281"/>
                      <a:pt x="5208" y="2292"/>
                      <a:pt x="5176" y="2319"/>
                    </a:cubicBezTo>
                    <a:cubicBezTo>
                      <a:pt x="5143" y="2335"/>
                      <a:pt x="5116" y="2362"/>
                      <a:pt x="5089" y="2389"/>
                    </a:cubicBezTo>
                    <a:cubicBezTo>
                      <a:pt x="5024" y="2449"/>
                      <a:pt x="4969" y="2515"/>
                      <a:pt x="4904" y="2569"/>
                    </a:cubicBezTo>
                    <a:cubicBezTo>
                      <a:pt x="4774" y="2672"/>
                      <a:pt x="4659" y="2786"/>
                      <a:pt x="4545" y="2906"/>
                    </a:cubicBezTo>
                    <a:cubicBezTo>
                      <a:pt x="4426" y="3036"/>
                      <a:pt x="4290" y="3161"/>
                      <a:pt x="4149" y="3276"/>
                    </a:cubicBezTo>
                    <a:cubicBezTo>
                      <a:pt x="3877" y="3515"/>
                      <a:pt x="3621" y="3776"/>
                      <a:pt x="3360" y="4026"/>
                    </a:cubicBezTo>
                    <a:cubicBezTo>
                      <a:pt x="3306" y="4080"/>
                      <a:pt x="3241" y="4134"/>
                      <a:pt x="3181" y="4189"/>
                    </a:cubicBezTo>
                    <a:cubicBezTo>
                      <a:pt x="3116" y="4243"/>
                      <a:pt x="3040" y="4292"/>
                      <a:pt x="2964" y="4346"/>
                    </a:cubicBezTo>
                    <a:cubicBezTo>
                      <a:pt x="2909" y="4401"/>
                      <a:pt x="2849" y="4450"/>
                      <a:pt x="2790" y="4499"/>
                    </a:cubicBezTo>
                    <a:cubicBezTo>
                      <a:pt x="2724" y="4542"/>
                      <a:pt x="2659" y="4591"/>
                      <a:pt x="2599" y="4645"/>
                    </a:cubicBezTo>
                    <a:cubicBezTo>
                      <a:pt x="2431" y="4776"/>
                      <a:pt x="2257" y="4901"/>
                      <a:pt x="2099" y="5037"/>
                    </a:cubicBezTo>
                    <a:cubicBezTo>
                      <a:pt x="2024" y="5101"/>
                      <a:pt x="1944" y="5171"/>
                      <a:pt x="1868" y="5246"/>
                    </a:cubicBezTo>
                    <a:lnTo>
                      <a:pt x="1868" y="5246"/>
                    </a:lnTo>
                    <a:cubicBezTo>
                      <a:pt x="1878" y="5216"/>
                      <a:pt x="1887" y="5186"/>
                      <a:pt x="1887" y="5151"/>
                    </a:cubicBezTo>
                    <a:cubicBezTo>
                      <a:pt x="1914" y="4999"/>
                      <a:pt x="1855" y="4846"/>
                      <a:pt x="1730" y="4754"/>
                    </a:cubicBezTo>
                    <a:cubicBezTo>
                      <a:pt x="1643" y="4678"/>
                      <a:pt x="1539" y="4629"/>
                      <a:pt x="1431" y="4618"/>
                    </a:cubicBezTo>
                    <a:cubicBezTo>
                      <a:pt x="1458" y="4602"/>
                      <a:pt x="1485" y="4580"/>
                      <a:pt x="1512" y="4564"/>
                    </a:cubicBezTo>
                    <a:lnTo>
                      <a:pt x="1512" y="4558"/>
                    </a:lnTo>
                    <a:cubicBezTo>
                      <a:pt x="1588" y="4499"/>
                      <a:pt x="1659" y="4433"/>
                      <a:pt x="1724" y="4363"/>
                    </a:cubicBezTo>
                    <a:cubicBezTo>
                      <a:pt x="2034" y="4053"/>
                      <a:pt x="2376" y="3786"/>
                      <a:pt x="2703" y="3498"/>
                    </a:cubicBezTo>
                    <a:cubicBezTo>
                      <a:pt x="2866" y="3363"/>
                      <a:pt x="3012" y="3205"/>
                      <a:pt x="3175" y="3069"/>
                    </a:cubicBezTo>
                    <a:cubicBezTo>
                      <a:pt x="3252" y="3004"/>
                      <a:pt x="3328" y="2944"/>
                      <a:pt x="3404" y="2879"/>
                    </a:cubicBezTo>
                    <a:cubicBezTo>
                      <a:pt x="3485" y="2813"/>
                      <a:pt x="3540" y="2743"/>
                      <a:pt x="3621" y="2688"/>
                    </a:cubicBezTo>
                    <a:cubicBezTo>
                      <a:pt x="3697" y="2634"/>
                      <a:pt x="3768" y="2601"/>
                      <a:pt x="3839" y="2547"/>
                    </a:cubicBezTo>
                    <a:cubicBezTo>
                      <a:pt x="3909" y="2487"/>
                      <a:pt x="3985" y="2411"/>
                      <a:pt x="4062" y="2341"/>
                    </a:cubicBezTo>
                    <a:cubicBezTo>
                      <a:pt x="4230" y="2194"/>
                      <a:pt x="4409" y="2069"/>
                      <a:pt x="4567" y="1917"/>
                    </a:cubicBezTo>
                    <a:cubicBezTo>
                      <a:pt x="4692" y="1797"/>
                      <a:pt x="4812" y="1645"/>
                      <a:pt x="4958" y="1542"/>
                    </a:cubicBezTo>
                    <a:cubicBezTo>
                      <a:pt x="4975" y="1530"/>
                      <a:pt x="4994" y="1524"/>
                      <a:pt x="5013" y="1524"/>
                    </a:cubicBezTo>
                    <a:close/>
                    <a:moveTo>
                      <a:pt x="5676" y="2167"/>
                    </a:moveTo>
                    <a:cubicBezTo>
                      <a:pt x="5698" y="2188"/>
                      <a:pt x="5719" y="2210"/>
                      <a:pt x="5741" y="2232"/>
                    </a:cubicBezTo>
                    <a:cubicBezTo>
                      <a:pt x="5806" y="2297"/>
                      <a:pt x="5861" y="2357"/>
                      <a:pt x="5915" y="2428"/>
                    </a:cubicBezTo>
                    <a:cubicBezTo>
                      <a:pt x="5986" y="2493"/>
                      <a:pt x="6056" y="2553"/>
                      <a:pt x="6133" y="2612"/>
                    </a:cubicBezTo>
                    <a:cubicBezTo>
                      <a:pt x="6149" y="2629"/>
                      <a:pt x="6220" y="2683"/>
                      <a:pt x="6214" y="2716"/>
                    </a:cubicBezTo>
                    <a:cubicBezTo>
                      <a:pt x="6214" y="2741"/>
                      <a:pt x="6156" y="2782"/>
                      <a:pt x="6136" y="2800"/>
                    </a:cubicBezTo>
                    <a:lnTo>
                      <a:pt x="6136" y="2800"/>
                    </a:lnTo>
                    <a:cubicBezTo>
                      <a:pt x="6136" y="2799"/>
                      <a:pt x="6137" y="2798"/>
                      <a:pt x="6138" y="2797"/>
                    </a:cubicBezTo>
                    <a:lnTo>
                      <a:pt x="6138" y="2797"/>
                    </a:lnTo>
                    <a:lnTo>
                      <a:pt x="6133" y="2803"/>
                    </a:lnTo>
                    <a:cubicBezTo>
                      <a:pt x="6133" y="2802"/>
                      <a:pt x="6135" y="2801"/>
                      <a:pt x="6136" y="2800"/>
                    </a:cubicBezTo>
                    <a:lnTo>
                      <a:pt x="6136" y="2800"/>
                    </a:lnTo>
                    <a:cubicBezTo>
                      <a:pt x="6066" y="2875"/>
                      <a:pt x="6018" y="2961"/>
                      <a:pt x="5959" y="3036"/>
                    </a:cubicBezTo>
                    <a:cubicBezTo>
                      <a:pt x="5823" y="3194"/>
                      <a:pt x="5676" y="3346"/>
                      <a:pt x="5518" y="3482"/>
                    </a:cubicBezTo>
                    <a:cubicBezTo>
                      <a:pt x="5366" y="3634"/>
                      <a:pt x="5192" y="3765"/>
                      <a:pt x="5024" y="3901"/>
                    </a:cubicBezTo>
                    <a:cubicBezTo>
                      <a:pt x="4871" y="4026"/>
                      <a:pt x="4708" y="4118"/>
                      <a:pt x="4562" y="4249"/>
                    </a:cubicBezTo>
                    <a:cubicBezTo>
                      <a:pt x="4377" y="4417"/>
                      <a:pt x="4176" y="4569"/>
                      <a:pt x="3996" y="4738"/>
                    </a:cubicBezTo>
                    <a:cubicBezTo>
                      <a:pt x="3811" y="4912"/>
                      <a:pt x="3638" y="5053"/>
                      <a:pt x="3464" y="5216"/>
                    </a:cubicBezTo>
                    <a:cubicBezTo>
                      <a:pt x="3295" y="5379"/>
                      <a:pt x="3132" y="5531"/>
                      <a:pt x="2958" y="5689"/>
                    </a:cubicBezTo>
                    <a:cubicBezTo>
                      <a:pt x="2806" y="5830"/>
                      <a:pt x="2637" y="5972"/>
                      <a:pt x="2529" y="6146"/>
                    </a:cubicBezTo>
                    <a:cubicBezTo>
                      <a:pt x="2509" y="6142"/>
                      <a:pt x="2490" y="6138"/>
                      <a:pt x="2471" y="6138"/>
                    </a:cubicBezTo>
                    <a:cubicBezTo>
                      <a:pt x="2463" y="6138"/>
                      <a:pt x="2455" y="6139"/>
                      <a:pt x="2447" y="6140"/>
                    </a:cubicBezTo>
                    <a:cubicBezTo>
                      <a:pt x="2469" y="6053"/>
                      <a:pt x="2512" y="5966"/>
                      <a:pt x="2540" y="5890"/>
                    </a:cubicBezTo>
                    <a:cubicBezTo>
                      <a:pt x="2583" y="5754"/>
                      <a:pt x="2594" y="5618"/>
                      <a:pt x="2507" y="5504"/>
                    </a:cubicBezTo>
                    <a:cubicBezTo>
                      <a:pt x="2413" y="5378"/>
                      <a:pt x="2263" y="5308"/>
                      <a:pt x="2106" y="5308"/>
                    </a:cubicBezTo>
                    <a:cubicBezTo>
                      <a:pt x="2100" y="5308"/>
                      <a:pt x="2094" y="5308"/>
                      <a:pt x="2088" y="5309"/>
                    </a:cubicBezTo>
                    <a:cubicBezTo>
                      <a:pt x="2023" y="5314"/>
                      <a:pt x="1958" y="5325"/>
                      <a:pt x="1893" y="5336"/>
                    </a:cubicBezTo>
                    <a:cubicBezTo>
                      <a:pt x="1920" y="5314"/>
                      <a:pt x="1947" y="5287"/>
                      <a:pt x="1969" y="5265"/>
                    </a:cubicBezTo>
                    <a:cubicBezTo>
                      <a:pt x="2121" y="5135"/>
                      <a:pt x="2273" y="5010"/>
                      <a:pt x="2436" y="4890"/>
                    </a:cubicBezTo>
                    <a:cubicBezTo>
                      <a:pt x="2583" y="4776"/>
                      <a:pt x="2730" y="4656"/>
                      <a:pt x="2882" y="4558"/>
                    </a:cubicBezTo>
                    <a:cubicBezTo>
                      <a:pt x="2947" y="4515"/>
                      <a:pt x="2985" y="4455"/>
                      <a:pt x="3050" y="4412"/>
                    </a:cubicBezTo>
                    <a:cubicBezTo>
                      <a:pt x="3121" y="4368"/>
                      <a:pt x="3186" y="4319"/>
                      <a:pt x="3252" y="4265"/>
                    </a:cubicBezTo>
                    <a:cubicBezTo>
                      <a:pt x="3387" y="4145"/>
                      <a:pt x="3513" y="4020"/>
                      <a:pt x="3638" y="3895"/>
                    </a:cubicBezTo>
                    <a:cubicBezTo>
                      <a:pt x="3768" y="3765"/>
                      <a:pt x="3915" y="3651"/>
                      <a:pt x="4051" y="3520"/>
                    </a:cubicBezTo>
                    <a:cubicBezTo>
                      <a:pt x="4187" y="3395"/>
                      <a:pt x="4361" y="3270"/>
                      <a:pt x="4502" y="3134"/>
                    </a:cubicBezTo>
                    <a:cubicBezTo>
                      <a:pt x="4562" y="3080"/>
                      <a:pt x="4611" y="3009"/>
                      <a:pt x="4665" y="2955"/>
                    </a:cubicBezTo>
                    <a:cubicBezTo>
                      <a:pt x="4746" y="2890"/>
                      <a:pt x="4828" y="2830"/>
                      <a:pt x="4910" y="2781"/>
                    </a:cubicBezTo>
                    <a:cubicBezTo>
                      <a:pt x="4986" y="2732"/>
                      <a:pt x="5051" y="2678"/>
                      <a:pt x="5116" y="2618"/>
                    </a:cubicBezTo>
                    <a:cubicBezTo>
                      <a:pt x="5181" y="2547"/>
                      <a:pt x="5263" y="2487"/>
                      <a:pt x="5344" y="2444"/>
                    </a:cubicBezTo>
                    <a:cubicBezTo>
                      <a:pt x="5415" y="2400"/>
                      <a:pt x="5475" y="2346"/>
                      <a:pt x="5529" y="2286"/>
                    </a:cubicBezTo>
                    <a:cubicBezTo>
                      <a:pt x="5578" y="2248"/>
                      <a:pt x="5632" y="2210"/>
                      <a:pt x="5676" y="2167"/>
                    </a:cubicBezTo>
                    <a:close/>
                    <a:moveTo>
                      <a:pt x="517" y="6472"/>
                    </a:moveTo>
                    <a:cubicBezTo>
                      <a:pt x="496" y="6499"/>
                      <a:pt x="474" y="6526"/>
                      <a:pt x="458" y="6559"/>
                    </a:cubicBezTo>
                    <a:lnTo>
                      <a:pt x="458" y="6564"/>
                    </a:lnTo>
                    <a:lnTo>
                      <a:pt x="452" y="6570"/>
                    </a:lnTo>
                    <a:cubicBezTo>
                      <a:pt x="463" y="6537"/>
                      <a:pt x="479" y="6504"/>
                      <a:pt x="501" y="6477"/>
                    </a:cubicBezTo>
                    <a:cubicBezTo>
                      <a:pt x="501" y="6477"/>
                      <a:pt x="507" y="6472"/>
                      <a:pt x="507" y="6472"/>
                    </a:cubicBezTo>
                    <a:close/>
                    <a:moveTo>
                      <a:pt x="664" y="6635"/>
                    </a:moveTo>
                    <a:cubicBezTo>
                      <a:pt x="670" y="6651"/>
                      <a:pt x="675" y="6673"/>
                      <a:pt x="680" y="6695"/>
                    </a:cubicBezTo>
                    <a:cubicBezTo>
                      <a:pt x="664" y="6684"/>
                      <a:pt x="653" y="6673"/>
                      <a:pt x="642" y="6667"/>
                    </a:cubicBezTo>
                    <a:cubicBezTo>
                      <a:pt x="648" y="6657"/>
                      <a:pt x="659" y="6646"/>
                      <a:pt x="664" y="6635"/>
                    </a:cubicBezTo>
                    <a:close/>
                    <a:moveTo>
                      <a:pt x="1404" y="4771"/>
                    </a:moveTo>
                    <a:cubicBezTo>
                      <a:pt x="1438" y="4771"/>
                      <a:pt x="1471" y="4778"/>
                      <a:pt x="1501" y="4792"/>
                    </a:cubicBezTo>
                    <a:cubicBezTo>
                      <a:pt x="1567" y="4825"/>
                      <a:pt x="1621" y="4868"/>
                      <a:pt x="1670" y="4923"/>
                    </a:cubicBezTo>
                    <a:cubicBezTo>
                      <a:pt x="1860" y="5173"/>
                      <a:pt x="1458" y="5363"/>
                      <a:pt x="1523" y="5602"/>
                    </a:cubicBezTo>
                    <a:cubicBezTo>
                      <a:pt x="1535" y="5642"/>
                      <a:pt x="1570" y="5667"/>
                      <a:pt x="1610" y="5667"/>
                    </a:cubicBezTo>
                    <a:cubicBezTo>
                      <a:pt x="1624" y="5667"/>
                      <a:pt x="1639" y="5664"/>
                      <a:pt x="1653" y="5656"/>
                    </a:cubicBezTo>
                    <a:cubicBezTo>
                      <a:pt x="1708" y="5602"/>
                      <a:pt x="1778" y="5553"/>
                      <a:pt x="1849" y="5521"/>
                    </a:cubicBezTo>
                    <a:cubicBezTo>
                      <a:pt x="1925" y="5499"/>
                      <a:pt x="2007" y="5482"/>
                      <a:pt x="2088" y="5477"/>
                    </a:cubicBezTo>
                    <a:cubicBezTo>
                      <a:pt x="2096" y="5476"/>
                      <a:pt x="2104" y="5476"/>
                      <a:pt x="2112" y="5476"/>
                    </a:cubicBezTo>
                    <a:cubicBezTo>
                      <a:pt x="2235" y="5476"/>
                      <a:pt x="2387" y="5551"/>
                      <a:pt x="2387" y="5689"/>
                    </a:cubicBezTo>
                    <a:cubicBezTo>
                      <a:pt x="2387" y="5830"/>
                      <a:pt x="2311" y="5945"/>
                      <a:pt x="2268" y="6075"/>
                    </a:cubicBezTo>
                    <a:lnTo>
                      <a:pt x="2273" y="6075"/>
                    </a:lnTo>
                    <a:cubicBezTo>
                      <a:pt x="2263" y="6080"/>
                      <a:pt x="2253" y="6085"/>
                      <a:pt x="2247" y="6094"/>
                    </a:cubicBezTo>
                    <a:lnTo>
                      <a:pt x="2247" y="6094"/>
                    </a:lnTo>
                    <a:cubicBezTo>
                      <a:pt x="2247" y="6094"/>
                      <a:pt x="2246" y="6094"/>
                      <a:pt x="2245" y="6094"/>
                    </a:cubicBezTo>
                    <a:cubicBezTo>
                      <a:pt x="2234" y="6094"/>
                      <a:pt x="2193" y="6108"/>
                      <a:pt x="2175" y="6108"/>
                    </a:cubicBezTo>
                    <a:cubicBezTo>
                      <a:pt x="2148" y="6118"/>
                      <a:pt x="2116" y="6124"/>
                      <a:pt x="2088" y="6135"/>
                    </a:cubicBezTo>
                    <a:cubicBezTo>
                      <a:pt x="1996" y="6173"/>
                      <a:pt x="1909" y="6222"/>
                      <a:pt x="1833" y="6282"/>
                    </a:cubicBezTo>
                    <a:cubicBezTo>
                      <a:pt x="1632" y="6401"/>
                      <a:pt x="1425" y="6477"/>
                      <a:pt x="1219" y="6580"/>
                    </a:cubicBezTo>
                    <a:cubicBezTo>
                      <a:pt x="1110" y="6635"/>
                      <a:pt x="1007" y="6678"/>
                      <a:pt x="903" y="6727"/>
                    </a:cubicBezTo>
                    <a:cubicBezTo>
                      <a:pt x="914" y="6602"/>
                      <a:pt x="865" y="6483"/>
                      <a:pt x="778" y="6396"/>
                    </a:cubicBezTo>
                    <a:cubicBezTo>
                      <a:pt x="718" y="6349"/>
                      <a:pt x="642" y="6323"/>
                      <a:pt x="563" y="6323"/>
                    </a:cubicBezTo>
                    <a:cubicBezTo>
                      <a:pt x="550" y="6323"/>
                      <a:pt x="536" y="6323"/>
                      <a:pt x="523" y="6325"/>
                    </a:cubicBezTo>
                    <a:cubicBezTo>
                      <a:pt x="555" y="6227"/>
                      <a:pt x="593" y="6135"/>
                      <a:pt x="632" y="6037"/>
                    </a:cubicBezTo>
                    <a:cubicBezTo>
                      <a:pt x="729" y="5819"/>
                      <a:pt x="784" y="5591"/>
                      <a:pt x="860" y="5368"/>
                    </a:cubicBezTo>
                    <a:cubicBezTo>
                      <a:pt x="882" y="5319"/>
                      <a:pt x="903" y="5270"/>
                      <a:pt x="925" y="5222"/>
                    </a:cubicBezTo>
                    <a:cubicBezTo>
                      <a:pt x="947" y="5173"/>
                      <a:pt x="952" y="5113"/>
                      <a:pt x="974" y="5058"/>
                    </a:cubicBezTo>
                    <a:cubicBezTo>
                      <a:pt x="1001" y="5004"/>
                      <a:pt x="1023" y="4966"/>
                      <a:pt x="1045" y="4923"/>
                    </a:cubicBezTo>
                    <a:cubicBezTo>
                      <a:pt x="1061" y="4917"/>
                      <a:pt x="1077" y="4912"/>
                      <a:pt x="1094" y="4901"/>
                    </a:cubicBezTo>
                    <a:cubicBezTo>
                      <a:pt x="1153" y="4868"/>
                      <a:pt x="1213" y="4836"/>
                      <a:pt x="1278" y="4808"/>
                    </a:cubicBezTo>
                    <a:cubicBezTo>
                      <a:pt x="1316" y="4784"/>
                      <a:pt x="1360" y="4771"/>
                      <a:pt x="1404" y="4771"/>
                    </a:cubicBezTo>
                    <a:close/>
                    <a:moveTo>
                      <a:pt x="6761" y="0"/>
                    </a:moveTo>
                    <a:cubicBezTo>
                      <a:pt x="6553" y="0"/>
                      <a:pt x="6343" y="64"/>
                      <a:pt x="6160" y="161"/>
                    </a:cubicBezTo>
                    <a:cubicBezTo>
                      <a:pt x="6078" y="210"/>
                      <a:pt x="5997" y="264"/>
                      <a:pt x="5921" y="324"/>
                    </a:cubicBezTo>
                    <a:cubicBezTo>
                      <a:pt x="5844" y="378"/>
                      <a:pt x="5768" y="400"/>
                      <a:pt x="5703" y="476"/>
                    </a:cubicBezTo>
                    <a:cubicBezTo>
                      <a:pt x="5654" y="541"/>
                      <a:pt x="5594" y="596"/>
                      <a:pt x="5546" y="661"/>
                    </a:cubicBezTo>
                    <a:cubicBezTo>
                      <a:pt x="5524" y="683"/>
                      <a:pt x="5507" y="715"/>
                      <a:pt x="5497" y="742"/>
                    </a:cubicBezTo>
                    <a:cubicBezTo>
                      <a:pt x="5473" y="740"/>
                      <a:pt x="5450" y="738"/>
                      <a:pt x="5428" y="738"/>
                    </a:cubicBezTo>
                    <a:cubicBezTo>
                      <a:pt x="5320" y="738"/>
                      <a:pt x="5225" y="774"/>
                      <a:pt x="5170" y="873"/>
                    </a:cubicBezTo>
                    <a:cubicBezTo>
                      <a:pt x="5154" y="900"/>
                      <a:pt x="5154" y="933"/>
                      <a:pt x="5143" y="960"/>
                    </a:cubicBezTo>
                    <a:cubicBezTo>
                      <a:pt x="5127" y="998"/>
                      <a:pt x="5132" y="992"/>
                      <a:pt x="5094" y="1014"/>
                    </a:cubicBezTo>
                    <a:cubicBezTo>
                      <a:pt x="5051" y="1041"/>
                      <a:pt x="5018" y="1074"/>
                      <a:pt x="4986" y="1112"/>
                    </a:cubicBezTo>
                    <a:cubicBezTo>
                      <a:pt x="4953" y="1166"/>
                      <a:pt x="4942" y="1232"/>
                      <a:pt x="4953" y="1297"/>
                    </a:cubicBezTo>
                    <a:cubicBezTo>
                      <a:pt x="4937" y="1297"/>
                      <a:pt x="4920" y="1302"/>
                      <a:pt x="4904" y="1308"/>
                    </a:cubicBezTo>
                    <a:cubicBezTo>
                      <a:pt x="4730" y="1362"/>
                      <a:pt x="4605" y="1547"/>
                      <a:pt x="4486" y="1672"/>
                    </a:cubicBezTo>
                    <a:cubicBezTo>
                      <a:pt x="4322" y="1830"/>
                      <a:pt x="4149" y="1971"/>
                      <a:pt x="3975" y="2112"/>
                    </a:cubicBezTo>
                    <a:cubicBezTo>
                      <a:pt x="3893" y="2183"/>
                      <a:pt x="3822" y="2259"/>
                      <a:pt x="3741" y="2330"/>
                    </a:cubicBezTo>
                    <a:cubicBezTo>
                      <a:pt x="3665" y="2395"/>
                      <a:pt x="3578" y="2449"/>
                      <a:pt x="3491" y="2504"/>
                    </a:cubicBezTo>
                    <a:cubicBezTo>
                      <a:pt x="3426" y="2553"/>
                      <a:pt x="3371" y="2618"/>
                      <a:pt x="3306" y="2672"/>
                    </a:cubicBezTo>
                    <a:cubicBezTo>
                      <a:pt x="3224" y="2748"/>
                      <a:pt x="3132" y="2813"/>
                      <a:pt x="3045" y="2890"/>
                    </a:cubicBezTo>
                    <a:cubicBezTo>
                      <a:pt x="2849" y="3053"/>
                      <a:pt x="2670" y="3243"/>
                      <a:pt x="2474" y="3411"/>
                    </a:cubicBezTo>
                    <a:cubicBezTo>
                      <a:pt x="2284" y="3580"/>
                      <a:pt x="2094" y="3738"/>
                      <a:pt x="1904" y="3912"/>
                    </a:cubicBezTo>
                    <a:cubicBezTo>
                      <a:pt x="1811" y="3993"/>
                      <a:pt x="1724" y="4080"/>
                      <a:pt x="1637" y="4167"/>
                    </a:cubicBezTo>
                    <a:cubicBezTo>
                      <a:pt x="1556" y="4265"/>
                      <a:pt x="1463" y="4357"/>
                      <a:pt x="1365" y="4439"/>
                    </a:cubicBezTo>
                    <a:cubicBezTo>
                      <a:pt x="1284" y="4499"/>
                      <a:pt x="1202" y="4569"/>
                      <a:pt x="1132" y="4640"/>
                    </a:cubicBezTo>
                    <a:cubicBezTo>
                      <a:pt x="1104" y="4667"/>
                      <a:pt x="1077" y="4694"/>
                      <a:pt x="1056" y="4721"/>
                    </a:cubicBezTo>
                    <a:cubicBezTo>
                      <a:pt x="1050" y="4738"/>
                      <a:pt x="1039" y="4754"/>
                      <a:pt x="1028" y="4770"/>
                    </a:cubicBezTo>
                    <a:cubicBezTo>
                      <a:pt x="1007" y="4776"/>
                      <a:pt x="990" y="4787"/>
                      <a:pt x="985" y="4803"/>
                    </a:cubicBezTo>
                    <a:cubicBezTo>
                      <a:pt x="979" y="4814"/>
                      <a:pt x="979" y="4819"/>
                      <a:pt x="974" y="4825"/>
                    </a:cubicBezTo>
                    <a:cubicBezTo>
                      <a:pt x="936" y="4852"/>
                      <a:pt x="903" y="4885"/>
                      <a:pt x="871" y="4917"/>
                    </a:cubicBezTo>
                    <a:cubicBezTo>
                      <a:pt x="854" y="4933"/>
                      <a:pt x="854" y="4961"/>
                      <a:pt x="871" y="4977"/>
                    </a:cubicBezTo>
                    <a:cubicBezTo>
                      <a:pt x="854" y="5004"/>
                      <a:pt x="838" y="5031"/>
                      <a:pt x="822" y="5064"/>
                    </a:cubicBezTo>
                    <a:cubicBezTo>
                      <a:pt x="784" y="5173"/>
                      <a:pt x="729" y="5270"/>
                      <a:pt x="686" y="5374"/>
                    </a:cubicBezTo>
                    <a:cubicBezTo>
                      <a:pt x="604" y="5618"/>
                      <a:pt x="512" y="5847"/>
                      <a:pt x="414" y="6091"/>
                    </a:cubicBezTo>
                    <a:cubicBezTo>
                      <a:pt x="365" y="6205"/>
                      <a:pt x="333" y="6330"/>
                      <a:pt x="278" y="6450"/>
                    </a:cubicBezTo>
                    <a:cubicBezTo>
                      <a:pt x="229" y="6548"/>
                      <a:pt x="191" y="6657"/>
                      <a:pt x="164" y="6765"/>
                    </a:cubicBezTo>
                    <a:cubicBezTo>
                      <a:pt x="142" y="6923"/>
                      <a:pt x="1" y="7102"/>
                      <a:pt x="61" y="7276"/>
                    </a:cubicBezTo>
                    <a:cubicBezTo>
                      <a:pt x="68" y="7307"/>
                      <a:pt x="97" y="7326"/>
                      <a:pt x="127" y="7326"/>
                    </a:cubicBezTo>
                    <a:cubicBezTo>
                      <a:pt x="139" y="7326"/>
                      <a:pt x="153" y="7323"/>
                      <a:pt x="164" y="7314"/>
                    </a:cubicBezTo>
                    <a:cubicBezTo>
                      <a:pt x="256" y="7260"/>
                      <a:pt x="343" y="7189"/>
                      <a:pt x="436" y="7130"/>
                    </a:cubicBezTo>
                    <a:lnTo>
                      <a:pt x="468" y="7108"/>
                    </a:lnTo>
                    <a:cubicBezTo>
                      <a:pt x="632" y="7048"/>
                      <a:pt x="789" y="6972"/>
                      <a:pt x="822" y="6961"/>
                    </a:cubicBezTo>
                    <a:cubicBezTo>
                      <a:pt x="876" y="6939"/>
                      <a:pt x="936" y="6918"/>
                      <a:pt x="990" y="6890"/>
                    </a:cubicBezTo>
                    <a:cubicBezTo>
                      <a:pt x="1039" y="6869"/>
                      <a:pt x="1094" y="6863"/>
                      <a:pt x="1143" y="6841"/>
                    </a:cubicBezTo>
                    <a:cubicBezTo>
                      <a:pt x="1262" y="6787"/>
                      <a:pt x="1382" y="6744"/>
                      <a:pt x="1507" y="6706"/>
                    </a:cubicBezTo>
                    <a:cubicBezTo>
                      <a:pt x="1637" y="6667"/>
                      <a:pt x="1762" y="6619"/>
                      <a:pt x="1882" y="6553"/>
                    </a:cubicBezTo>
                    <a:cubicBezTo>
                      <a:pt x="1952" y="6515"/>
                      <a:pt x="2012" y="6477"/>
                      <a:pt x="2088" y="6445"/>
                    </a:cubicBezTo>
                    <a:cubicBezTo>
                      <a:pt x="2159" y="6412"/>
                      <a:pt x="2208" y="6396"/>
                      <a:pt x="2268" y="6363"/>
                    </a:cubicBezTo>
                    <a:cubicBezTo>
                      <a:pt x="2287" y="6397"/>
                      <a:pt x="2322" y="6418"/>
                      <a:pt x="2358" y="6418"/>
                    </a:cubicBezTo>
                    <a:cubicBezTo>
                      <a:pt x="2374" y="6418"/>
                      <a:pt x="2389" y="6415"/>
                      <a:pt x="2404" y="6407"/>
                    </a:cubicBezTo>
                    <a:cubicBezTo>
                      <a:pt x="2447" y="6374"/>
                      <a:pt x="2480" y="6330"/>
                      <a:pt x="2534" y="6320"/>
                    </a:cubicBezTo>
                    <a:cubicBezTo>
                      <a:pt x="2540" y="6314"/>
                      <a:pt x="2545" y="6314"/>
                      <a:pt x="2556" y="6309"/>
                    </a:cubicBezTo>
                    <a:cubicBezTo>
                      <a:pt x="2565" y="6312"/>
                      <a:pt x="2574" y="6314"/>
                      <a:pt x="2583" y="6314"/>
                    </a:cubicBezTo>
                    <a:cubicBezTo>
                      <a:pt x="2601" y="6314"/>
                      <a:pt x="2617" y="6307"/>
                      <a:pt x="2632" y="6292"/>
                    </a:cubicBezTo>
                    <a:cubicBezTo>
                      <a:pt x="2790" y="6146"/>
                      <a:pt x="2936" y="5988"/>
                      <a:pt x="3094" y="5847"/>
                    </a:cubicBezTo>
                    <a:cubicBezTo>
                      <a:pt x="3257" y="5705"/>
                      <a:pt x="3420" y="5559"/>
                      <a:pt x="3578" y="5401"/>
                    </a:cubicBezTo>
                    <a:cubicBezTo>
                      <a:pt x="3730" y="5249"/>
                      <a:pt x="3909" y="5107"/>
                      <a:pt x="4072" y="4955"/>
                    </a:cubicBezTo>
                    <a:cubicBezTo>
                      <a:pt x="4235" y="4803"/>
                      <a:pt x="4420" y="4645"/>
                      <a:pt x="4600" y="4493"/>
                    </a:cubicBezTo>
                    <a:cubicBezTo>
                      <a:pt x="4676" y="4417"/>
                      <a:pt x="4757" y="4346"/>
                      <a:pt x="4844" y="4281"/>
                    </a:cubicBezTo>
                    <a:cubicBezTo>
                      <a:pt x="4937" y="4232"/>
                      <a:pt x="5024" y="4172"/>
                      <a:pt x="5105" y="4113"/>
                    </a:cubicBezTo>
                    <a:cubicBezTo>
                      <a:pt x="5274" y="3971"/>
                      <a:pt x="5459" y="3841"/>
                      <a:pt x="5627" y="3689"/>
                    </a:cubicBezTo>
                    <a:cubicBezTo>
                      <a:pt x="5785" y="3553"/>
                      <a:pt x="5942" y="3401"/>
                      <a:pt x="6084" y="3243"/>
                    </a:cubicBezTo>
                    <a:cubicBezTo>
                      <a:pt x="6149" y="3161"/>
                      <a:pt x="6209" y="3064"/>
                      <a:pt x="6274" y="2982"/>
                    </a:cubicBezTo>
                    <a:cubicBezTo>
                      <a:pt x="6328" y="2933"/>
                      <a:pt x="6377" y="2873"/>
                      <a:pt x="6421" y="2813"/>
                    </a:cubicBezTo>
                    <a:cubicBezTo>
                      <a:pt x="6460" y="2857"/>
                      <a:pt x="6517" y="2883"/>
                      <a:pt x="6578" y="2883"/>
                    </a:cubicBezTo>
                    <a:cubicBezTo>
                      <a:pt x="6592" y="2883"/>
                      <a:pt x="6607" y="2882"/>
                      <a:pt x="6622" y="2879"/>
                    </a:cubicBezTo>
                    <a:cubicBezTo>
                      <a:pt x="6703" y="2857"/>
                      <a:pt x="6769" y="2808"/>
                      <a:pt x="6817" y="2737"/>
                    </a:cubicBezTo>
                    <a:cubicBezTo>
                      <a:pt x="6824" y="2738"/>
                      <a:pt x="6830" y="2738"/>
                      <a:pt x="6836" y="2738"/>
                    </a:cubicBezTo>
                    <a:cubicBezTo>
                      <a:pt x="7004" y="2738"/>
                      <a:pt x="7101" y="2595"/>
                      <a:pt x="7116" y="2411"/>
                    </a:cubicBezTo>
                    <a:cubicBezTo>
                      <a:pt x="7116" y="2341"/>
                      <a:pt x="7111" y="2270"/>
                      <a:pt x="7100" y="2199"/>
                    </a:cubicBezTo>
                    <a:cubicBezTo>
                      <a:pt x="7176" y="2161"/>
                      <a:pt x="7236" y="2069"/>
                      <a:pt x="7290" y="2004"/>
                    </a:cubicBezTo>
                    <a:cubicBezTo>
                      <a:pt x="7350" y="1938"/>
                      <a:pt x="7415" y="1879"/>
                      <a:pt x="7481" y="1819"/>
                    </a:cubicBezTo>
                    <a:cubicBezTo>
                      <a:pt x="7540" y="1754"/>
                      <a:pt x="7600" y="1667"/>
                      <a:pt x="7665" y="1596"/>
                    </a:cubicBezTo>
                    <a:cubicBezTo>
                      <a:pt x="7790" y="1460"/>
                      <a:pt x="7877" y="1346"/>
                      <a:pt x="7883" y="1161"/>
                    </a:cubicBezTo>
                    <a:cubicBezTo>
                      <a:pt x="7883" y="982"/>
                      <a:pt x="7845" y="808"/>
                      <a:pt x="7774" y="645"/>
                    </a:cubicBezTo>
                    <a:lnTo>
                      <a:pt x="7774" y="650"/>
                    </a:lnTo>
                    <a:cubicBezTo>
                      <a:pt x="7720" y="509"/>
                      <a:pt x="7622" y="389"/>
                      <a:pt x="7497" y="308"/>
                    </a:cubicBezTo>
                    <a:cubicBezTo>
                      <a:pt x="7377" y="215"/>
                      <a:pt x="7247" y="134"/>
                      <a:pt x="7111" y="68"/>
                    </a:cubicBezTo>
                    <a:cubicBezTo>
                      <a:pt x="6998" y="21"/>
                      <a:pt x="6880" y="0"/>
                      <a:pt x="6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0"/>
              <p:cNvSpPr/>
              <p:nvPr/>
            </p:nvSpPr>
            <p:spPr>
              <a:xfrm>
                <a:off x="4317675" y="4381500"/>
                <a:ext cx="150325" cy="91900"/>
              </a:xfrm>
              <a:custGeom>
                <a:rect b="b" l="l" r="r" t="t"/>
                <a:pathLst>
                  <a:path extrusionOk="0" h="3676" w="6013">
                    <a:moveTo>
                      <a:pt x="3371" y="254"/>
                    </a:moveTo>
                    <a:cubicBezTo>
                      <a:pt x="3398" y="254"/>
                      <a:pt x="3425" y="258"/>
                      <a:pt x="3452" y="261"/>
                    </a:cubicBezTo>
                    <a:lnTo>
                      <a:pt x="3594" y="261"/>
                    </a:lnTo>
                    <a:cubicBezTo>
                      <a:pt x="3697" y="267"/>
                      <a:pt x="3800" y="278"/>
                      <a:pt x="3903" y="294"/>
                    </a:cubicBezTo>
                    <a:cubicBezTo>
                      <a:pt x="4083" y="305"/>
                      <a:pt x="4262" y="332"/>
                      <a:pt x="4442" y="370"/>
                    </a:cubicBezTo>
                    <a:cubicBezTo>
                      <a:pt x="4659" y="419"/>
                      <a:pt x="4887" y="452"/>
                      <a:pt x="5110" y="506"/>
                    </a:cubicBezTo>
                    <a:cubicBezTo>
                      <a:pt x="5197" y="522"/>
                      <a:pt x="5289" y="539"/>
                      <a:pt x="5382" y="544"/>
                    </a:cubicBezTo>
                    <a:cubicBezTo>
                      <a:pt x="5268" y="588"/>
                      <a:pt x="5170" y="658"/>
                      <a:pt x="5061" y="707"/>
                    </a:cubicBezTo>
                    <a:cubicBezTo>
                      <a:pt x="4914" y="772"/>
                      <a:pt x="4762" y="843"/>
                      <a:pt x="4621" y="919"/>
                    </a:cubicBezTo>
                    <a:cubicBezTo>
                      <a:pt x="4480" y="1001"/>
                      <a:pt x="4333" y="1104"/>
                      <a:pt x="4181" y="1186"/>
                    </a:cubicBezTo>
                    <a:cubicBezTo>
                      <a:pt x="4121" y="1213"/>
                      <a:pt x="4066" y="1245"/>
                      <a:pt x="4012" y="1278"/>
                    </a:cubicBezTo>
                    <a:cubicBezTo>
                      <a:pt x="3920" y="1256"/>
                      <a:pt x="3833" y="1229"/>
                      <a:pt x="3751" y="1202"/>
                    </a:cubicBezTo>
                    <a:cubicBezTo>
                      <a:pt x="3680" y="1164"/>
                      <a:pt x="3604" y="1137"/>
                      <a:pt x="3528" y="1115"/>
                    </a:cubicBezTo>
                    <a:cubicBezTo>
                      <a:pt x="3360" y="1088"/>
                      <a:pt x="3208" y="1023"/>
                      <a:pt x="3039" y="995"/>
                    </a:cubicBezTo>
                    <a:cubicBezTo>
                      <a:pt x="2876" y="963"/>
                      <a:pt x="2702" y="936"/>
                      <a:pt x="2534" y="919"/>
                    </a:cubicBezTo>
                    <a:cubicBezTo>
                      <a:pt x="2436" y="908"/>
                      <a:pt x="2338" y="887"/>
                      <a:pt x="2240" y="876"/>
                    </a:cubicBezTo>
                    <a:lnTo>
                      <a:pt x="2414" y="783"/>
                    </a:lnTo>
                    <a:cubicBezTo>
                      <a:pt x="2582" y="696"/>
                      <a:pt x="2762" y="615"/>
                      <a:pt x="2925" y="517"/>
                    </a:cubicBezTo>
                    <a:cubicBezTo>
                      <a:pt x="2990" y="473"/>
                      <a:pt x="3061" y="441"/>
                      <a:pt x="3137" y="403"/>
                    </a:cubicBezTo>
                    <a:cubicBezTo>
                      <a:pt x="3175" y="381"/>
                      <a:pt x="3213" y="354"/>
                      <a:pt x="3251" y="327"/>
                    </a:cubicBezTo>
                    <a:cubicBezTo>
                      <a:pt x="3278" y="305"/>
                      <a:pt x="3305" y="267"/>
                      <a:pt x="3338" y="256"/>
                    </a:cubicBezTo>
                    <a:cubicBezTo>
                      <a:pt x="3349" y="254"/>
                      <a:pt x="3360" y="254"/>
                      <a:pt x="3371" y="254"/>
                    </a:cubicBezTo>
                    <a:close/>
                    <a:moveTo>
                      <a:pt x="2093" y="946"/>
                    </a:moveTo>
                    <a:cubicBezTo>
                      <a:pt x="2131" y="974"/>
                      <a:pt x="2180" y="1001"/>
                      <a:pt x="2224" y="1012"/>
                    </a:cubicBezTo>
                    <a:cubicBezTo>
                      <a:pt x="2305" y="1033"/>
                      <a:pt x="2387" y="1050"/>
                      <a:pt x="2468" y="1066"/>
                    </a:cubicBezTo>
                    <a:cubicBezTo>
                      <a:pt x="2561" y="1077"/>
                      <a:pt x="2648" y="1077"/>
                      <a:pt x="2735" y="1093"/>
                    </a:cubicBezTo>
                    <a:cubicBezTo>
                      <a:pt x="2827" y="1109"/>
                      <a:pt x="2919" y="1131"/>
                      <a:pt x="3012" y="1148"/>
                    </a:cubicBezTo>
                    <a:cubicBezTo>
                      <a:pt x="3175" y="1175"/>
                      <a:pt x="3327" y="1234"/>
                      <a:pt x="3490" y="1256"/>
                    </a:cubicBezTo>
                    <a:cubicBezTo>
                      <a:pt x="3577" y="1267"/>
                      <a:pt x="3648" y="1316"/>
                      <a:pt x="3735" y="1343"/>
                    </a:cubicBezTo>
                    <a:cubicBezTo>
                      <a:pt x="3773" y="1354"/>
                      <a:pt x="3811" y="1360"/>
                      <a:pt x="3849" y="1365"/>
                    </a:cubicBezTo>
                    <a:cubicBezTo>
                      <a:pt x="3659" y="1485"/>
                      <a:pt x="3468" y="1604"/>
                      <a:pt x="3267" y="1707"/>
                    </a:cubicBezTo>
                    <a:cubicBezTo>
                      <a:pt x="3208" y="1740"/>
                      <a:pt x="3153" y="1778"/>
                      <a:pt x="3099" y="1822"/>
                    </a:cubicBezTo>
                    <a:cubicBezTo>
                      <a:pt x="3028" y="1870"/>
                      <a:pt x="2952" y="1919"/>
                      <a:pt x="2876" y="1957"/>
                    </a:cubicBezTo>
                    <a:cubicBezTo>
                      <a:pt x="2805" y="2001"/>
                      <a:pt x="2740" y="2044"/>
                      <a:pt x="2669" y="2082"/>
                    </a:cubicBezTo>
                    <a:cubicBezTo>
                      <a:pt x="2653" y="2088"/>
                      <a:pt x="2631" y="2099"/>
                      <a:pt x="2615" y="2110"/>
                    </a:cubicBezTo>
                    <a:cubicBezTo>
                      <a:pt x="2550" y="2050"/>
                      <a:pt x="2430" y="2061"/>
                      <a:pt x="2354" y="2044"/>
                    </a:cubicBezTo>
                    <a:cubicBezTo>
                      <a:pt x="2202" y="2012"/>
                      <a:pt x="2061" y="1963"/>
                      <a:pt x="1919" y="1898"/>
                    </a:cubicBezTo>
                    <a:cubicBezTo>
                      <a:pt x="1843" y="1876"/>
                      <a:pt x="1767" y="1860"/>
                      <a:pt x="1686" y="1854"/>
                    </a:cubicBezTo>
                    <a:cubicBezTo>
                      <a:pt x="1593" y="1838"/>
                      <a:pt x="1495" y="1822"/>
                      <a:pt x="1403" y="1800"/>
                    </a:cubicBezTo>
                    <a:cubicBezTo>
                      <a:pt x="1218" y="1751"/>
                      <a:pt x="1033" y="1729"/>
                      <a:pt x="848" y="1691"/>
                    </a:cubicBezTo>
                    <a:lnTo>
                      <a:pt x="832" y="1686"/>
                    </a:lnTo>
                    <a:cubicBezTo>
                      <a:pt x="876" y="1648"/>
                      <a:pt x="919" y="1620"/>
                      <a:pt x="968" y="1593"/>
                    </a:cubicBezTo>
                    <a:lnTo>
                      <a:pt x="968" y="1599"/>
                    </a:lnTo>
                    <a:cubicBezTo>
                      <a:pt x="1126" y="1517"/>
                      <a:pt x="1278" y="1419"/>
                      <a:pt x="1419" y="1311"/>
                    </a:cubicBezTo>
                    <a:cubicBezTo>
                      <a:pt x="1495" y="1256"/>
                      <a:pt x="1577" y="1218"/>
                      <a:pt x="1658" y="1186"/>
                    </a:cubicBezTo>
                    <a:cubicBezTo>
                      <a:pt x="1745" y="1148"/>
                      <a:pt x="1811" y="1088"/>
                      <a:pt x="1898" y="1044"/>
                    </a:cubicBezTo>
                    <a:lnTo>
                      <a:pt x="2093" y="946"/>
                    </a:lnTo>
                    <a:close/>
                    <a:moveTo>
                      <a:pt x="5675" y="675"/>
                    </a:moveTo>
                    <a:cubicBezTo>
                      <a:pt x="5659" y="713"/>
                      <a:pt x="5643" y="756"/>
                      <a:pt x="5632" y="789"/>
                    </a:cubicBezTo>
                    <a:lnTo>
                      <a:pt x="5627" y="789"/>
                    </a:lnTo>
                    <a:cubicBezTo>
                      <a:pt x="5583" y="914"/>
                      <a:pt x="5518" y="1023"/>
                      <a:pt x="5463" y="1142"/>
                    </a:cubicBezTo>
                    <a:cubicBezTo>
                      <a:pt x="5376" y="1343"/>
                      <a:pt x="5262" y="1523"/>
                      <a:pt x="5197" y="1735"/>
                    </a:cubicBezTo>
                    <a:cubicBezTo>
                      <a:pt x="5175" y="1735"/>
                      <a:pt x="5159" y="1740"/>
                      <a:pt x="5143" y="1756"/>
                    </a:cubicBezTo>
                    <a:cubicBezTo>
                      <a:pt x="5077" y="1805"/>
                      <a:pt x="5001" y="1832"/>
                      <a:pt x="4936" y="1881"/>
                    </a:cubicBezTo>
                    <a:cubicBezTo>
                      <a:pt x="4876" y="1930"/>
                      <a:pt x="4779" y="1979"/>
                      <a:pt x="4702" y="2034"/>
                    </a:cubicBezTo>
                    <a:cubicBezTo>
                      <a:pt x="4539" y="2142"/>
                      <a:pt x="4376" y="2256"/>
                      <a:pt x="4208" y="2360"/>
                    </a:cubicBezTo>
                    <a:cubicBezTo>
                      <a:pt x="3996" y="2490"/>
                      <a:pt x="3789" y="2631"/>
                      <a:pt x="3577" y="2757"/>
                    </a:cubicBezTo>
                    <a:cubicBezTo>
                      <a:pt x="3599" y="2702"/>
                      <a:pt x="3610" y="2642"/>
                      <a:pt x="3626" y="2583"/>
                    </a:cubicBezTo>
                    <a:cubicBezTo>
                      <a:pt x="3664" y="2425"/>
                      <a:pt x="3719" y="2267"/>
                      <a:pt x="3784" y="2115"/>
                    </a:cubicBezTo>
                    <a:cubicBezTo>
                      <a:pt x="3822" y="2055"/>
                      <a:pt x="3854" y="1990"/>
                      <a:pt x="3882" y="1925"/>
                    </a:cubicBezTo>
                    <a:cubicBezTo>
                      <a:pt x="3892" y="1870"/>
                      <a:pt x="3903" y="1811"/>
                      <a:pt x="3909" y="1751"/>
                    </a:cubicBezTo>
                    <a:cubicBezTo>
                      <a:pt x="3931" y="1675"/>
                      <a:pt x="3958" y="1604"/>
                      <a:pt x="3996" y="1539"/>
                    </a:cubicBezTo>
                    <a:cubicBezTo>
                      <a:pt x="4001" y="1528"/>
                      <a:pt x="4007" y="1517"/>
                      <a:pt x="4012" y="1506"/>
                    </a:cubicBezTo>
                    <a:cubicBezTo>
                      <a:pt x="4072" y="1474"/>
                      <a:pt x="4137" y="1441"/>
                      <a:pt x="4202" y="1403"/>
                    </a:cubicBezTo>
                    <a:cubicBezTo>
                      <a:pt x="4344" y="1332"/>
                      <a:pt x="4485" y="1256"/>
                      <a:pt x="4621" y="1169"/>
                    </a:cubicBezTo>
                    <a:cubicBezTo>
                      <a:pt x="4762" y="1088"/>
                      <a:pt x="4904" y="1017"/>
                      <a:pt x="5050" y="952"/>
                    </a:cubicBezTo>
                    <a:cubicBezTo>
                      <a:pt x="5116" y="919"/>
                      <a:pt x="5181" y="897"/>
                      <a:pt x="5246" y="865"/>
                    </a:cubicBezTo>
                    <a:cubicBezTo>
                      <a:pt x="5306" y="838"/>
                      <a:pt x="5376" y="789"/>
                      <a:pt x="5447" y="762"/>
                    </a:cubicBezTo>
                    <a:cubicBezTo>
                      <a:pt x="5507" y="734"/>
                      <a:pt x="5572" y="734"/>
                      <a:pt x="5627" y="702"/>
                    </a:cubicBezTo>
                    <a:cubicBezTo>
                      <a:pt x="5643" y="696"/>
                      <a:pt x="5659" y="685"/>
                      <a:pt x="5675" y="675"/>
                    </a:cubicBezTo>
                    <a:close/>
                    <a:moveTo>
                      <a:pt x="3854" y="1593"/>
                    </a:moveTo>
                    <a:cubicBezTo>
                      <a:pt x="3827" y="1637"/>
                      <a:pt x="3806" y="1680"/>
                      <a:pt x="3795" y="1729"/>
                    </a:cubicBezTo>
                    <a:cubicBezTo>
                      <a:pt x="3784" y="1794"/>
                      <a:pt x="3762" y="1860"/>
                      <a:pt x="3735" y="1925"/>
                    </a:cubicBezTo>
                    <a:cubicBezTo>
                      <a:pt x="3697" y="1990"/>
                      <a:pt x="3653" y="2055"/>
                      <a:pt x="3621" y="2126"/>
                    </a:cubicBezTo>
                    <a:cubicBezTo>
                      <a:pt x="3550" y="2262"/>
                      <a:pt x="3496" y="2398"/>
                      <a:pt x="3447" y="2534"/>
                    </a:cubicBezTo>
                    <a:cubicBezTo>
                      <a:pt x="3430" y="2599"/>
                      <a:pt x="3409" y="2664"/>
                      <a:pt x="3387" y="2729"/>
                    </a:cubicBezTo>
                    <a:cubicBezTo>
                      <a:pt x="3354" y="2784"/>
                      <a:pt x="3327" y="2843"/>
                      <a:pt x="3316" y="2909"/>
                    </a:cubicBezTo>
                    <a:cubicBezTo>
                      <a:pt x="3273" y="2936"/>
                      <a:pt x="3224" y="2958"/>
                      <a:pt x="3180" y="2979"/>
                    </a:cubicBezTo>
                    <a:cubicBezTo>
                      <a:pt x="2996" y="3066"/>
                      <a:pt x="2805" y="3137"/>
                      <a:pt x="2615" y="3202"/>
                    </a:cubicBezTo>
                    <a:cubicBezTo>
                      <a:pt x="2534" y="3235"/>
                      <a:pt x="2447" y="3257"/>
                      <a:pt x="2370" y="3289"/>
                    </a:cubicBezTo>
                    <a:cubicBezTo>
                      <a:pt x="2354" y="3295"/>
                      <a:pt x="2338" y="3300"/>
                      <a:pt x="2322" y="3311"/>
                    </a:cubicBezTo>
                    <a:cubicBezTo>
                      <a:pt x="2343" y="3257"/>
                      <a:pt x="2354" y="3202"/>
                      <a:pt x="2370" y="3148"/>
                    </a:cubicBezTo>
                    <a:cubicBezTo>
                      <a:pt x="2398" y="3066"/>
                      <a:pt x="2430" y="2990"/>
                      <a:pt x="2457" y="2909"/>
                    </a:cubicBezTo>
                    <a:cubicBezTo>
                      <a:pt x="2479" y="2827"/>
                      <a:pt x="2495" y="2735"/>
                      <a:pt x="2523" y="2648"/>
                    </a:cubicBezTo>
                    <a:cubicBezTo>
                      <a:pt x="2555" y="2550"/>
                      <a:pt x="2599" y="2447"/>
                      <a:pt x="2631" y="2349"/>
                    </a:cubicBezTo>
                    <a:cubicBezTo>
                      <a:pt x="2648" y="2311"/>
                      <a:pt x="2653" y="2278"/>
                      <a:pt x="2664" y="2240"/>
                    </a:cubicBezTo>
                    <a:cubicBezTo>
                      <a:pt x="2691" y="2224"/>
                      <a:pt x="2724" y="2213"/>
                      <a:pt x="2762" y="2197"/>
                    </a:cubicBezTo>
                    <a:cubicBezTo>
                      <a:pt x="2816" y="2175"/>
                      <a:pt x="2876" y="2148"/>
                      <a:pt x="2930" y="2121"/>
                    </a:cubicBezTo>
                    <a:cubicBezTo>
                      <a:pt x="3001" y="2082"/>
                      <a:pt x="3077" y="2055"/>
                      <a:pt x="3148" y="2017"/>
                    </a:cubicBezTo>
                    <a:cubicBezTo>
                      <a:pt x="3213" y="1979"/>
                      <a:pt x="3273" y="1925"/>
                      <a:pt x="3338" y="1892"/>
                    </a:cubicBezTo>
                    <a:cubicBezTo>
                      <a:pt x="3512" y="1794"/>
                      <a:pt x="3680" y="1697"/>
                      <a:pt x="3854" y="1593"/>
                    </a:cubicBezTo>
                    <a:close/>
                    <a:moveTo>
                      <a:pt x="604" y="1822"/>
                    </a:moveTo>
                    <a:cubicBezTo>
                      <a:pt x="669" y="1832"/>
                      <a:pt x="740" y="1860"/>
                      <a:pt x="805" y="1876"/>
                    </a:cubicBezTo>
                    <a:cubicBezTo>
                      <a:pt x="968" y="1914"/>
                      <a:pt x="1137" y="1936"/>
                      <a:pt x="1300" y="1979"/>
                    </a:cubicBezTo>
                    <a:cubicBezTo>
                      <a:pt x="1457" y="2023"/>
                      <a:pt x="1615" y="2055"/>
                      <a:pt x="1778" y="2077"/>
                    </a:cubicBezTo>
                    <a:cubicBezTo>
                      <a:pt x="1903" y="2104"/>
                      <a:pt x="2033" y="2148"/>
                      <a:pt x="2153" y="2208"/>
                    </a:cubicBezTo>
                    <a:cubicBezTo>
                      <a:pt x="2218" y="2229"/>
                      <a:pt x="2283" y="2246"/>
                      <a:pt x="2354" y="2256"/>
                    </a:cubicBezTo>
                    <a:cubicBezTo>
                      <a:pt x="2365" y="2256"/>
                      <a:pt x="2409" y="2267"/>
                      <a:pt x="2447" y="2273"/>
                    </a:cubicBezTo>
                    <a:cubicBezTo>
                      <a:pt x="2447" y="2278"/>
                      <a:pt x="2441" y="2289"/>
                      <a:pt x="2436" y="2294"/>
                    </a:cubicBezTo>
                    <a:cubicBezTo>
                      <a:pt x="2425" y="2343"/>
                      <a:pt x="2403" y="2387"/>
                      <a:pt x="2387" y="2430"/>
                    </a:cubicBezTo>
                    <a:cubicBezTo>
                      <a:pt x="2360" y="2512"/>
                      <a:pt x="2327" y="2593"/>
                      <a:pt x="2305" y="2675"/>
                    </a:cubicBezTo>
                    <a:cubicBezTo>
                      <a:pt x="2262" y="2827"/>
                      <a:pt x="2207" y="2979"/>
                      <a:pt x="2164" y="3132"/>
                    </a:cubicBezTo>
                    <a:cubicBezTo>
                      <a:pt x="2142" y="3197"/>
                      <a:pt x="2115" y="3262"/>
                      <a:pt x="2088" y="3322"/>
                    </a:cubicBezTo>
                    <a:cubicBezTo>
                      <a:pt x="2071" y="3349"/>
                      <a:pt x="2061" y="3382"/>
                      <a:pt x="2055" y="3414"/>
                    </a:cubicBezTo>
                    <a:cubicBezTo>
                      <a:pt x="2028" y="3403"/>
                      <a:pt x="2006" y="3398"/>
                      <a:pt x="1985" y="3393"/>
                    </a:cubicBezTo>
                    <a:cubicBezTo>
                      <a:pt x="1941" y="3382"/>
                      <a:pt x="1898" y="3376"/>
                      <a:pt x="1854" y="3365"/>
                    </a:cubicBezTo>
                    <a:cubicBezTo>
                      <a:pt x="1751" y="3338"/>
                      <a:pt x="1648" y="3306"/>
                      <a:pt x="1544" y="3267"/>
                    </a:cubicBezTo>
                    <a:cubicBezTo>
                      <a:pt x="1468" y="3240"/>
                      <a:pt x="1392" y="3224"/>
                      <a:pt x="1310" y="3213"/>
                    </a:cubicBezTo>
                    <a:cubicBezTo>
                      <a:pt x="1267" y="3208"/>
                      <a:pt x="1224" y="3197"/>
                      <a:pt x="1180" y="3181"/>
                    </a:cubicBezTo>
                    <a:cubicBezTo>
                      <a:pt x="1153" y="3159"/>
                      <a:pt x="1126" y="3142"/>
                      <a:pt x="1093" y="3126"/>
                    </a:cubicBezTo>
                    <a:cubicBezTo>
                      <a:pt x="1055" y="3110"/>
                      <a:pt x="1028" y="3115"/>
                      <a:pt x="995" y="3099"/>
                    </a:cubicBezTo>
                    <a:cubicBezTo>
                      <a:pt x="963" y="3077"/>
                      <a:pt x="925" y="3061"/>
                      <a:pt x="886" y="3055"/>
                    </a:cubicBezTo>
                    <a:cubicBezTo>
                      <a:pt x="789" y="3034"/>
                      <a:pt x="702" y="2996"/>
                      <a:pt x="604" y="2969"/>
                    </a:cubicBezTo>
                    <a:cubicBezTo>
                      <a:pt x="555" y="2958"/>
                      <a:pt x="501" y="2963"/>
                      <a:pt x="452" y="2947"/>
                    </a:cubicBezTo>
                    <a:cubicBezTo>
                      <a:pt x="414" y="2930"/>
                      <a:pt x="376" y="2909"/>
                      <a:pt x="337" y="2887"/>
                    </a:cubicBezTo>
                    <a:cubicBezTo>
                      <a:pt x="289" y="2871"/>
                      <a:pt x="234" y="2860"/>
                      <a:pt x="180" y="2854"/>
                    </a:cubicBezTo>
                    <a:cubicBezTo>
                      <a:pt x="207" y="2811"/>
                      <a:pt x="223" y="2762"/>
                      <a:pt x="251" y="2718"/>
                    </a:cubicBezTo>
                    <a:cubicBezTo>
                      <a:pt x="299" y="2626"/>
                      <a:pt x="348" y="2539"/>
                      <a:pt x="386" y="2441"/>
                    </a:cubicBezTo>
                    <a:cubicBezTo>
                      <a:pt x="468" y="2235"/>
                      <a:pt x="539" y="2034"/>
                      <a:pt x="604" y="1822"/>
                    </a:cubicBezTo>
                    <a:close/>
                    <a:moveTo>
                      <a:pt x="3413" y="0"/>
                    </a:moveTo>
                    <a:cubicBezTo>
                      <a:pt x="3359" y="0"/>
                      <a:pt x="3307" y="5"/>
                      <a:pt x="3256" y="11"/>
                    </a:cubicBezTo>
                    <a:cubicBezTo>
                      <a:pt x="3175" y="39"/>
                      <a:pt x="3126" y="115"/>
                      <a:pt x="3050" y="153"/>
                    </a:cubicBezTo>
                    <a:cubicBezTo>
                      <a:pt x="2892" y="245"/>
                      <a:pt x="2724" y="321"/>
                      <a:pt x="2566" y="403"/>
                    </a:cubicBezTo>
                    <a:cubicBezTo>
                      <a:pt x="2387" y="495"/>
                      <a:pt x="2207" y="593"/>
                      <a:pt x="2028" y="675"/>
                    </a:cubicBezTo>
                    <a:cubicBezTo>
                      <a:pt x="1946" y="718"/>
                      <a:pt x="1859" y="762"/>
                      <a:pt x="1778" y="800"/>
                    </a:cubicBezTo>
                    <a:cubicBezTo>
                      <a:pt x="1691" y="843"/>
                      <a:pt x="1631" y="897"/>
                      <a:pt x="1550" y="936"/>
                    </a:cubicBezTo>
                    <a:cubicBezTo>
                      <a:pt x="1446" y="979"/>
                      <a:pt x="1349" y="1033"/>
                      <a:pt x="1256" y="1099"/>
                    </a:cubicBezTo>
                    <a:cubicBezTo>
                      <a:pt x="1169" y="1158"/>
                      <a:pt x="1088" y="1218"/>
                      <a:pt x="1001" y="1278"/>
                    </a:cubicBezTo>
                    <a:cubicBezTo>
                      <a:pt x="914" y="1332"/>
                      <a:pt x="816" y="1365"/>
                      <a:pt x="734" y="1425"/>
                    </a:cubicBezTo>
                    <a:cubicBezTo>
                      <a:pt x="707" y="1452"/>
                      <a:pt x="669" y="1479"/>
                      <a:pt x="636" y="1506"/>
                    </a:cubicBezTo>
                    <a:cubicBezTo>
                      <a:pt x="588" y="1533"/>
                      <a:pt x="533" y="1555"/>
                      <a:pt x="473" y="1566"/>
                    </a:cubicBezTo>
                    <a:cubicBezTo>
                      <a:pt x="424" y="1582"/>
                      <a:pt x="386" y="1626"/>
                      <a:pt x="386" y="1686"/>
                    </a:cubicBezTo>
                    <a:cubicBezTo>
                      <a:pt x="386" y="1789"/>
                      <a:pt x="337" y="1898"/>
                      <a:pt x="310" y="2001"/>
                    </a:cubicBezTo>
                    <a:cubicBezTo>
                      <a:pt x="278" y="2110"/>
                      <a:pt x="240" y="2224"/>
                      <a:pt x="212" y="2333"/>
                    </a:cubicBezTo>
                    <a:cubicBezTo>
                      <a:pt x="180" y="2425"/>
                      <a:pt x="153" y="2517"/>
                      <a:pt x="120" y="2604"/>
                    </a:cubicBezTo>
                    <a:cubicBezTo>
                      <a:pt x="93" y="2675"/>
                      <a:pt x="93" y="2767"/>
                      <a:pt x="44" y="2827"/>
                    </a:cubicBezTo>
                    <a:cubicBezTo>
                      <a:pt x="33" y="2833"/>
                      <a:pt x="28" y="2843"/>
                      <a:pt x="28" y="2854"/>
                    </a:cubicBezTo>
                    <a:cubicBezTo>
                      <a:pt x="6" y="2871"/>
                      <a:pt x="0" y="2903"/>
                      <a:pt x="17" y="2925"/>
                    </a:cubicBezTo>
                    <a:cubicBezTo>
                      <a:pt x="60" y="2979"/>
                      <a:pt x="120" y="3023"/>
                      <a:pt x="191" y="3045"/>
                    </a:cubicBezTo>
                    <a:cubicBezTo>
                      <a:pt x="272" y="3072"/>
                      <a:pt x="337" y="3137"/>
                      <a:pt x="424" y="3153"/>
                    </a:cubicBezTo>
                    <a:cubicBezTo>
                      <a:pt x="511" y="3170"/>
                      <a:pt x="598" y="3191"/>
                      <a:pt x="685" y="3224"/>
                    </a:cubicBezTo>
                    <a:cubicBezTo>
                      <a:pt x="723" y="3240"/>
                      <a:pt x="767" y="3251"/>
                      <a:pt x="810" y="3262"/>
                    </a:cubicBezTo>
                    <a:cubicBezTo>
                      <a:pt x="854" y="3267"/>
                      <a:pt x="876" y="3306"/>
                      <a:pt x="925" y="3322"/>
                    </a:cubicBezTo>
                    <a:cubicBezTo>
                      <a:pt x="946" y="3327"/>
                      <a:pt x="995" y="3333"/>
                      <a:pt x="1012" y="3338"/>
                    </a:cubicBezTo>
                    <a:cubicBezTo>
                      <a:pt x="1044" y="3360"/>
                      <a:pt x="1077" y="3382"/>
                      <a:pt x="1115" y="3398"/>
                    </a:cubicBezTo>
                    <a:cubicBezTo>
                      <a:pt x="1202" y="3431"/>
                      <a:pt x="1300" y="3441"/>
                      <a:pt x="1387" y="3469"/>
                    </a:cubicBezTo>
                    <a:cubicBezTo>
                      <a:pt x="1474" y="3496"/>
                      <a:pt x="1577" y="3534"/>
                      <a:pt x="1669" y="3572"/>
                    </a:cubicBezTo>
                    <a:cubicBezTo>
                      <a:pt x="1767" y="3610"/>
                      <a:pt x="1876" y="3626"/>
                      <a:pt x="1979" y="3659"/>
                    </a:cubicBezTo>
                    <a:cubicBezTo>
                      <a:pt x="2016" y="3670"/>
                      <a:pt x="2051" y="3675"/>
                      <a:pt x="2084" y="3675"/>
                    </a:cubicBezTo>
                    <a:cubicBezTo>
                      <a:pt x="2240" y="3675"/>
                      <a:pt x="2359" y="3566"/>
                      <a:pt x="2512" y="3512"/>
                    </a:cubicBezTo>
                    <a:cubicBezTo>
                      <a:pt x="2713" y="3447"/>
                      <a:pt x="2909" y="3376"/>
                      <a:pt x="3104" y="3295"/>
                    </a:cubicBezTo>
                    <a:cubicBezTo>
                      <a:pt x="3490" y="3132"/>
                      <a:pt x="3827" y="2898"/>
                      <a:pt x="4186" y="2686"/>
                    </a:cubicBezTo>
                    <a:cubicBezTo>
                      <a:pt x="4387" y="2566"/>
                      <a:pt x="4577" y="2441"/>
                      <a:pt x="4768" y="2305"/>
                    </a:cubicBezTo>
                    <a:cubicBezTo>
                      <a:pt x="4855" y="2246"/>
                      <a:pt x="4947" y="2197"/>
                      <a:pt x="5034" y="2137"/>
                    </a:cubicBezTo>
                    <a:cubicBezTo>
                      <a:pt x="5077" y="2110"/>
                      <a:pt x="5121" y="2077"/>
                      <a:pt x="5164" y="2050"/>
                    </a:cubicBezTo>
                    <a:cubicBezTo>
                      <a:pt x="5203" y="2028"/>
                      <a:pt x="5246" y="2006"/>
                      <a:pt x="5279" y="1979"/>
                    </a:cubicBezTo>
                    <a:cubicBezTo>
                      <a:pt x="5306" y="1974"/>
                      <a:pt x="5328" y="1963"/>
                      <a:pt x="5338" y="1941"/>
                    </a:cubicBezTo>
                    <a:cubicBezTo>
                      <a:pt x="5431" y="1832"/>
                      <a:pt x="5463" y="1697"/>
                      <a:pt x="5529" y="1572"/>
                    </a:cubicBezTo>
                    <a:cubicBezTo>
                      <a:pt x="5594" y="1446"/>
                      <a:pt x="5665" y="1305"/>
                      <a:pt x="5730" y="1169"/>
                    </a:cubicBezTo>
                    <a:cubicBezTo>
                      <a:pt x="5839" y="957"/>
                      <a:pt x="6012" y="669"/>
                      <a:pt x="5942" y="419"/>
                    </a:cubicBezTo>
                    <a:lnTo>
                      <a:pt x="5942" y="419"/>
                    </a:lnTo>
                    <a:lnTo>
                      <a:pt x="5947" y="425"/>
                    </a:lnTo>
                    <a:cubicBezTo>
                      <a:pt x="5931" y="376"/>
                      <a:pt x="5898" y="343"/>
                      <a:pt x="5849" y="327"/>
                    </a:cubicBezTo>
                    <a:cubicBezTo>
                      <a:pt x="5648" y="283"/>
                      <a:pt x="5442" y="305"/>
                      <a:pt x="5241" y="256"/>
                    </a:cubicBezTo>
                    <a:cubicBezTo>
                      <a:pt x="5034" y="207"/>
                      <a:pt x="4844" y="169"/>
                      <a:pt x="4643" y="136"/>
                    </a:cubicBezTo>
                    <a:cubicBezTo>
                      <a:pt x="4282" y="69"/>
                      <a:pt x="3922" y="6"/>
                      <a:pt x="3557" y="6"/>
                    </a:cubicBezTo>
                    <a:cubicBezTo>
                      <a:pt x="3542" y="6"/>
                      <a:pt x="3527" y="6"/>
                      <a:pt x="3512" y="6"/>
                    </a:cubicBezTo>
                    <a:cubicBezTo>
                      <a:pt x="3479" y="2"/>
                      <a:pt x="3446" y="0"/>
                      <a:pt x="3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20"/>
              <p:cNvSpPr/>
              <p:nvPr/>
            </p:nvSpPr>
            <p:spPr>
              <a:xfrm>
                <a:off x="4420150" y="4424525"/>
                <a:ext cx="6400" cy="9250"/>
              </a:xfrm>
              <a:custGeom>
                <a:rect b="b" l="l" r="r" t="t"/>
                <a:pathLst>
                  <a:path extrusionOk="0" h="370" w="256">
                    <a:moveTo>
                      <a:pt x="185" y="0"/>
                    </a:moveTo>
                    <a:cubicBezTo>
                      <a:pt x="172" y="0"/>
                      <a:pt x="159" y="6"/>
                      <a:pt x="147" y="19"/>
                    </a:cubicBezTo>
                    <a:cubicBezTo>
                      <a:pt x="109" y="73"/>
                      <a:pt x="82" y="133"/>
                      <a:pt x="60" y="193"/>
                    </a:cubicBezTo>
                    <a:cubicBezTo>
                      <a:pt x="38" y="247"/>
                      <a:pt x="0" y="313"/>
                      <a:pt x="54" y="361"/>
                    </a:cubicBezTo>
                    <a:cubicBezTo>
                      <a:pt x="60" y="367"/>
                      <a:pt x="69" y="370"/>
                      <a:pt x="79" y="370"/>
                    </a:cubicBezTo>
                    <a:cubicBezTo>
                      <a:pt x="88" y="370"/>
                      <a:pt x="98" y="367"/>
                      <a:pt x="103" y="361"/>
                    </a:cubicBezTo>
                    <a:cubicBezTo>
                      <a:pt x="169" y="285"/>
                      <a:pt x="163" y="166"/>
                      <a:pt x="223" y="90"/>
                    </a:cubicBezTo>
                    <a:cubicBezTo>
                      <a:pt x="256" y="53"/>
                      <a:pt x="223"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20"/>
              <p:cNvSpPr/>
              <p:nvPr/>
            </p:nvSpPr>
            <p:spPr>
              <a:xfrm>
                <a:off x="4427875" y="4421025"/>
                <a:ext cx="3850" cy="9175"/>
              </a:xfrm>
              <a:custGeom>
                <a:rect b="b" l="l" r="r" t="t"/>
                <a:pathLst>
                  <a:path extrusionOk="0" h="367" w="154">
                    <a:moveTo>
                      <a:pt x="72" y="0"/>
                    </a:moveTo>
                    <a:cubicBezTo>
                      <a:pt x="30" y="0"/>
                      <a:pt x="9" y="58"/>
                      <a:pt x="39" y="83"/>
                    </a:cubicBezTo>
                    <a:cubicBezTo>
                      <a:pt x="34" y="154"/>
                      <a:pt x="1" y="224"/>
                      <a:pt x="6" y="300"/>
                    </a:cubicBezTo>
                    <a:cubicBezTo>
                      <a:pt x="10" y="339"/>
                      <a:pt x="49" y="366"/>
                      <a:pt x="83" y="366"/>
                    </a:cubicBezTo>
                    <a:cubicBezTo>
                      <a:pt x="106" y="366"/>
                      <a:pt x="127" y="353"/>
                      <a:pt x="131" y="322"/>
                    </a:cubicBezTo>
                    <a:cubicBezTo>
                      <a:pt x="142" y="257"/>
                      <a:pt x="148" y="192"/>
                      <a:pt x="153" y="126"/>
                    </a:cubicBezTo>
                    <a:cubicBezTo>
                      <a:pt x="153" y="72"/>
                      <a:pt x="142" y="7"/>
                      <a:pt x="82" y="1"/>
                    </a:cubicBezTo>
                    <a:cubicBezTo>
                      <a:pt x="79" y="1"/>
                      <a:pt x="75" y="0"/>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20"/>
              <p:cNvSpPr/>
              <p:nvPr/>
            </p:nvSpPr>
            <p:spPr>
              <a:xfrm>
                <a:off x="4431550" y="4420975"/>
                <a:ext cx="4375" cy="7175"/>
              </a:xfrm>
              <a:custGeom>
                <a:rect b="b" l="l" r="r" t="t"/>
                <a:pathLst>
                  <a:path extrusionOk="0" h="287" w="175">
                    <a:moveTo>
                      <a:pt x="117" y="0"/>
                    </a:moveTo>
                    <a:cubicBezTo>
                      <a:pt x="93" y="0"/>
                      <a:pt x="69" y="17"/>
                      <a:pt x="66" y="47"/>
                    </a:cubicBezTo>
                    <a:cubicBezTo>
                      <a:pt x="55" y="96"/>
                      <a:pt x="39" y="139"/>
                      <a:pt x="17" y="188"/>
                    </a:cubicBezTo>
                    <a:cubicBezTo>
                      <a:pt x="1" y="210"/>
                      <a:pt x="6" y="237"/>
                      <a:pt x="22" y="264"/>
                    </a:cubicBezTo>
                    <a:cubicBezTo>
                      <a:pt x="28" y="275"/>
                      <a:pt x="39" y="286"/>
                      <a:pt x="60" y="286"/>
                    </a:cubicBezTo>
                    <a:cubicBezTo>
                      <a:pt x="77" y="281"/>
                      <a:pt x="88" y="264"/>
                      <a:pt x="93" y="253"/>
                    </a:cubicBezTo>
                    <a:cubicBezTo>
                      <a:pt x="98" y="243"/>
                      <a:pt x="109" y="205"/>
                      <a:pt x="126" y="183"/>
                    </a:cubicBezTo>
                    <a:cubicBezTo>
                      <a:pt x="158" y="145"/>
                      <a:pt x="175" y="85"/>
                      <a:pt x="164" y="36"/>
                    </a:cubicBezTo>
                    <a:cubicBezTo>
                      <a:pt x="156" y="12"/>
                      <a:pt x="137"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0"/>
              <p:cNvSpPr/>
              <p:nvPr/>
            </p:nvSpPr>
            <p:spPr>
              <a:xfrm>
                <a:off x="4349475" y="4352200"/>
                <a:ext cx="7775" cy="11325"/>
              </a:xfrm>
              <a:custGeom>
                <a:rect b="b" l="l" r="r" t="t"/>
                <a:pathLst>
                  <a:path extrusionOk="0" h="453" w="311">
                    <a:moveTo>
                      <a:pt x="74" y="0"/>
                    </a:moveTo>
                    <a:cubicBezTo>
                      <a:pt x="34" y="0"/>
                      <a:pt x="1" y="48"/>
                      <a:pt x="38" y="85"/>
                    </a:cubicBezTo>
                    <a:cubicBezTo>
                      <a:pt x="98" y="151"/>
                      <a:pt x="87" y="265"/>
                      <a:pt x="120" y="346"/>
                    </a:cubicBezTo>
                    <a:cubicBezTo>
                      <a:pt x="138" y="381"/>
                      <a:pt x="169" y="452"/>
                      <a:pt x="215" y="452"/>
                    </a:cubicBezTo>
                    <a:cubicBezTo>
                      <a:pt x="226" y="452"/>
                      <a:pt x="238" y="448"/>
                      <a:pt x="250" y="439"/>
                    </a:cubicBezTo>
                    <a:cubicBezTo>
                      <a:pt x="310" y="390"/>
                      <a:pt x="229" y="276"/>
                      <a:pt x="212" y="221"/>
                    </a:cubicBezTo>
                    <a:cubicBezTo>
                      <a:pt x="202" y="145"/>
                      <a:pt x="164" y="69"/>
                      <a:pt x="109" y="15"/>
                    </a:cubicBezTo>
                    <a:cubicBezTo>
                      <a:pt x="98" y="5"/>
                      <a:pt x="85" y="0"/>
                      <a:pt x="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20"/>
              <p:cNvSpPr/>
              <p:nvPr/>
            </p:nvSpPr>
            <p:spPr>
              <a:xfrm>
                <a:off x="4355100" y="4349475"/>
                <a:ext cx="6400" cy="8850"/>
              </a:xfrm>
              <a:custGeom>
                <a:rect b="b" l="l" r="r" t="t"/>
                <a:pathLst>
                  <a:path extrusionOk="0" h="354" w="256">
                    <a:moveTo>
                      <a:pt x="65" y="1"/>
                    </a:moveTo>
                    <a:cubicBezTo>
                      <a:pt x="30" y="1"/>
                      <a:pt x="0" y="48"/>
                      <a:pt x="25" y="86"/>
                    </a:cubicBezTo>
                    <a:cubicBezTo>
                      <a:pt x="58" y="129"/>
                      <a:pt x="80" y="173"/>
                      <a:pt x="85" y="227"/>
                    </a:cubicBezTo>
                    <a:cubicBezTo>
                      <a:pt x="91" y="265"/>
                      <a:pt x="112" y="309"/>
                      <a:pt x="140" y="341"/>
                    </a:cubicBezTo>
                    <a:cubicBezTo>
                      <a:pt x="150" y="350"/>
                      <a:pt x="162" y="354"/>
                      <a:pt x="174" y="354"/>
                    </a:cubicBezTo>
                    <a:cubicBezTo>
                      <a:pt x="215" y="354"/>
                      <a:pt x="256" y="312"/>
                      <a:pt x="227" y="271"/>
                    </a:cubicBezTo>
                    <a:cubicBezTo>
                      <a:pt x="205" y="232"/>
                      <a:pt x="189" y="189"/>
                      <a:pt x="178" y="145"/>
                    </a:cubicBezTo>
                    <a:cubicBezTo>
                      <a:pt x="156" y="102"/>
                      <a:pt x="129" y="59"/>
                      <a:pt x="96" y="15"/>
                    </a:cubicBezTo>
                    <a:cubicBezTo>
                      <a:pt x="86" y="5"/>
                      <a:pt x="75"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20"/>
              <p:cNvSpPr/>
              <p:nvPr/>
            </p:nvSpPr>
            <p:spPr>
              <a:xfrm>
                <a:off x="4358625" y="4345150"/>
                <a:ext cx="5000" cy="7950"/>
              </a:xfrm>
              <a:custGeom>
                <a:rect b="b" l="l" r="r" t="t"/>
                <a:pathLst>
                  <a:path extrusionOk="0" h="318" w="200">
                    <a:moveTo>
                      <a:pt x="74" y="1"/>
                    </a:moveTo>
                    <a:cubicBezTo>
                      <a:pt x="36" y="1"/>
                      <a:pt x="1" y="59"/>
                      <a:pt x="37" y="90"/>
                    </a:cubicBezTo>
                    <a:cubicBezTo>
                      <a:pt x="58" y="112"/>
                      <a:pt x="75" y="145"/>
                      <a:pt x="80" y="177"/>
                    </a:cubicBezTo>
                    <a:cubicBezTo>
                      <a:pt x="91" y="215"/>
                      <a:pt x="107" y="248"/>
                      <a:pt x="118" y="286"/>
                    </a:cubicBezTo>
                    <a:cubicBezTo>
                      <a:pt x="123" y="308"/>
                      <a:pt x="140" y="318"/>
                      <a:pt x="157" y="318"/>
                    </a:cubicBezTo>
                    <a:cubicBezTo>
                      <a:pt x="178" y="318"/>
                      <a:pt x="200" y="302"/>
                      <a:pt x="200" y="275"/>
                    </a:cubicBezTo>
                    <a:cubicBezTo>
                      <a:pt x="200" y="226"/>
                      <a:pt x="194" y="172"/>
                      <a:pt x="178" y="123"/>
                    </a:cubicBezTo>
                    <a:cubicBezTo>
                      <a:pt x="162" y="79"/>
                      <a:pt x="135" y="36"/>
                      <a:pt x="96" y="9"/>
                    </a:cubicBezTo>
                    <a:cubicBezTo>
                      <a:pt x="89" y="3"/>
                      <a:pt x="81" y="1"/>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20"/>
              <p:cNvSpPr/>
              <p:nvPr/>
            </p:nvSpPr>
            <p:spPr>
              <a:xfrm>
                <a:off x="4364575" y="4342075"/>
                <a:ext cx="3000" cy="4650"/>
              </a:xfrm>
              <a:custGeom>
                <a:rect b="b" l="l" r="r" t="t"/>
                <a:pathLst>
                  <a:path extrusionOk="0" h="186" w="120">
                    <a:moveTo>
                      <a:pt x="26" y="0"/>
                    </a:moveTo>
                    <a:cubicBezTo>
                      <a:pt x="12" y="0"/>
                      <a:pt x="1" y="15"/>
                      <a:pt x="5" y="34"/>
                    </a:cubicBezTo>
                    <a:cubicBezTo>
                      <a:pt x="11" y="56"/>
                      <a:pt x="16" y="83"/>
                      <a:pt x="22" y="110"/>
                    </a:cubicBezTo>
                    <a:cubicBezTo>
                      <a:pt x="27" y="137"/>
                      <a:pt x="27" y="175"/>
                      <a:pt x="60" y="186"/>
                    </a:cubicBezTo>
                    <a:cubicBezTo>
                      <a:pt x="70" y="186"/>
                      <a:pt x="81" y="186"/>
                      <a:pt x="92" y="175"/>
                    </a:cubicBezTo>
                    <a:cubicBezTo>
                      <a:pt x="119" y="153"/>
                      <a:pt x="103" y="104"/>
                      <a:pt x="92" y="77"/>
                    </a:cubicBezTo>
                    <a:cubicBezTo>
                      <a:pt x="87" y="45"/>
                      <a:pt x="65" y="7"/>
                      <a:pt x="32" y="1"/>
                    </a:cubicBezTo>
                    <a:cubicBezTo>
                      <a:pt x="30" y="0"/>
                      <a:pt x="28"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20"/>
              <p:cNvSpPr/>
              <p:nvPr/>
            </p:nvSpPr>
            <p:spPr>
              <a:xfrm>
                <a:off x="4376550" y="4330575"/>
                <a:ext cx="4750" cy="6850"/>
              </a:xfrm>
              <a:custGeom>
                <a:rect b="b" l="l" r="r" t="t"/>
                <a:pathLst>
                  <a:path extrusionOk="0" h="274" w="190">
                    <a:moveTo>
                      <a:pt x="87" y="0"/>
                    </a:moveTo>
                    <a:cubicBezTo>
                      <a:pt x="41" y="0"/>
                      <a:pt x="0" y="59"/>
                      <a:pt x="43" y="97"/>
                    </a:cubicBezTo>
                    <a:cubicBezTo>
                      <a:pt x="43" y="97"/>
                      <a:pt x="48" y="108"/>
                      <a:pt x="48" y="108"/>
                    </a:cubicBezTo>
                    <a:cubicBezTo>
                      <a:pt x="54" y="130"/>
                      <a:pt x="59" y="146"/>
                      <a:pt x="59" y="162"/>
                    </a:cubicBezTo>
                    <a:cubicBezTo>
                      <a:pt x="64" y="195"/>
                      <a:pt x="64" y="238"/>
                      <a:pt x="86" y="260"/>
                    </a:cubicBezTo>
                    <a:cubicBezTo>
                      <a:pt x="97" y="269"/>
                      <a:pt x="112" y="273"/>
                      <a:pt x="126" y="273"/>
                    </a:cubicBezTo>
                    <a:cubicBezTo>
                      <a:pt x="145" y="273"/>
                      <a:pt x="164" y="265"/>
                      <a:pt x="173" y="249"/>
                    </a:cubicBezTo>
                    <a:cubicBezTo>
                      <a:pt x="189" y="206"/>
                      <a:pt x="184" y="162"/>
                      <a:pt x="168" y="119"/>
                    </a:cubicBezTo>
                    <a:lnTo>
                      <a:pt x="168" y="119"/>
                    </a:lnTo>
                    <a:lnTo>
                      <a:pt x="173" y="124"/>
                    </a:lnTo>
                    <a:cubicBezTo>
                      <a:pt x="168" y="81"/>
                      <a:pt x="151" y="48"/>
                      <a:pt x="124" y="15"/>
                    </a:cubicBezTo>
                    <a:cubicBezTo>
                      <a:pt x="112" y="5"/>
                      <a:pt x="99" y="0"/>
                      <a:pt x="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20"/>
              <p:cNvSpPr/>
              <p:nvPr/>
            </p:nvSpPr>
            <p:spPr>
              <a:xfrm>
                <a:off x="4382225" y="4326275"/>
                <a:ext cx="4225" cy="6000"/>
              </a:xfrm>
              <a:custGeom>
                <a:rect b="b" l="l" r="r" t="t"/>
                <a:pathLst>
                  <a:path extrusionOk="0" h="240" w="169">
                    <a:moveTo>
                      <a:pt x="74" y="0"/>
                    </a:moveTo>
                    <a:cubicBezTo>
                      <a:pt x="36" y="0"/>
                      <a:pt x="0" y="54"/>
                      <a:pt x="33" y="95"/>
                    </a:cubicBezTo>
                    <a:cubicBezTo>
                      <a:pt x="66" y="133"/>
                      <a:pt x="55" y="198"/>
                      <a:pt x="93" y="231"/>
                    </a:cubicBezTo>
                    <a:cubicBezTo>
                      <a:pt x="98" y="236"/>
                      <a:pt x="106" y="239"/>
                      <a:pt x="115" y="239"/>
                    </a:cubicBezTo>
                    <a:cubicBezTo>
                      <a:pt x="123" y="239"/>
                      <a:pt x="131" y="236"/>
                      <a:pt x="136" y="231"/>
                    </a:cubicBezTo>
                    <a:cubicBezTo>
                      <a:pt x="164" y="204"/>
                      <a:pt x="169" y="160"/>
                      <a:pt x="164" y="128"/>
                    </a:cubicBezTo>
                    <a:lnTo>
                      <a:pt x="164" y="122"/>
                    </a:lnTo>
                    <a:cubicBezTo>
                      <a:pt x="158" y="84"/>
                      <a:pt x="136" y="46"/>
                      <a:pt x="109" y="19"/>
                    </a:cubicBezTo>
                    <a:cubicBezTo>
                      <a:pt x="99" y="6"/>
                      <a:pt x="86" y="0"/>
                      <a:pt x="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20"/>
              <p:cNvSpPr/>
              <p:nvPr/>
            </p:nvSpPr>
            <p:spPr>
              <a:xfrm>
                <a:off x="4326100" y="4375700"/>
                <a:ext cx="4975" cy="6125"/>
              </a:xfrm>
              <a:custGeom>
                <a:rect b="b" l="l" r="r" t="t"/>
                <a:pathLst>
                  <a:path extrusionOk="0" h="245" w="199">
                    <a:moveTo>
                      <a:pt x="70" y="1"/>
                    </a:moveTo>
                    <a:cubicBezTo>
                      <a:pt x="60" y="1"/>
                      <a:pt x="49" y="4"/>
                      <a:pt x="39" y="10"/>
                    </a:cubicBezTo>
                    <a:cubicBezTo>
                      <a:pt x="11" y="21"/>
                      <a:pt x="0" y="59"/>
                      <a:pt x="17" y="86"/>
                    </a:cubicBezTo>
                    <a:cubicBezTo>
                      <a:pt x="55" y="135"/>
                      <a:pt x="49" y="227"/>
                      <a:pt x="131" y="243"/>
                    </a:cubicBezTo>
                    <a:cubicBezTo>
                      <a:pt x="135" y="245"/>
                      <a:pt x="138" y="245"/>
                      <a:pt x="142" y="245"/>
                    </a:cubicBezTo>
                    <a:cubicBezTo>
                      <a:pt x="175" y="245"/>
                      <a:pt x="199" y="203"/>
                      <a:pt x="174" y="178"/>
                    </a:cubicBezTo>
                    <a:lnTo>
                      <a:pt x="169" y="173"/>
                    </a:lnTo>
                    <a:cubicBezTo>
                      <a:pt x="169" y="173"/>
                      <a:pt x="169" y="167"/>
                      <a:pt x="169" y="167"/>
                    </a:cubicBezTo>
                    <a:cubicBezTo>
                      <a:pt x="164" y="146"/>
                      <a:pt x="158" y="129"/>
                      <a:pt x="147" y="102"/>
                    </a:cubicBezTo>
                    <a:cubicBezTo>
                      <a:pt x="142" y="75"/>
                      <a:pt x="131" y="53"/>
                      <a:pt x="115" y="26"/>
                    </a:cubicBezTo>
                    <a:cubicBezTo>
                      <a:pt x="104" y="9"/>
                      <a:pt x="8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20"/>
              <p:cNvSpPr/>
              <p:nvPr/>
            </p:nvSpPr>
            <p:spPr>
              <a:xfrm>
                <a:off x="4331525" y="4370825"/>
                <a:ext cx="4375" cy="4325"/>
              </a:xfrm>
              <a:custGeom>
                <a:rect b="b" l="l" r="r" t="t"/>
                <a:pathLst>
                  <a:path extrusionOk="0" h="173" w="175">
                    <a:moveTo>
                      <a:pt x="69" y="0"/>
                    </a:moveTo>
                    <a:cubicBezTo>
                      <a:pt x="61" y="0"/>
                      <a:pt x="52" y="1"/>
                      <a:pt x="44" y="4"/>
                    </a:cubicBezTo>
                    <a:cubicBezTo>
                      <a:pt x="17" y="14"/>
                      <a:pt x="1" y="47"/>
                      <a:pt x="6" y="74"/>
                    </a:cubicBezTo>
                    <a:cubicBezTo>
                      <a:pt x="17" y="96"/>
                      <a:pt x="34" y="112"/>
                      <a:pt x="61" y="112"/>
                    </a:cubicBezTo>
                    <a:cubicBezTo>
                      <a:pt x="61" y="118"/>
                      <a:pt x="61" y="123"/>
                      <a:pt x="66" y="134"/>
                    </a:cubicBezTo>
                    <a:cubicBezTo>
                      <a:pt x="72" y="150"/>
                      <a:pt x="93" y="167"/>
                      <a:pt x="115" y="172"/>
                    </a:cubicBezTo>
                    <a:cubicBezTo>
                      <a:pt x="126" y="172"/>
                      <a:pt x="142" y="172"/>
                      <a:pt x="153" y="161"/>
                    </a:cubicBezTo>
                    <a:cubicBezTo>
                      <a:pt x="164" y="150"/>
                      <a:pt x="175" y="139"/>
                      <a:pt x="175" y="123"/>
                    </a:cubicBezTo>
                    <a:cubicBezTo>
                      <a:pt x="175" y="114"/>
                      <a:pt x="175" y="105"/>
                      <a:pt x="175" y="96"/>
                    </a:cubicBezTo>
                    <a:cubicBezTo>
                      <a:pt x="175" y="85"/>
                      <a:pt x="164" y="80"/>
                      <a:pt x="164" y="69"/>
                    </a:cubicBezTo>
                    <a:cubicBezTo>
                      <a:pt x="159" y="63"/>
                      <a:pt x="153" y="53"/>
                      <a:pt x="148" y="42"/>
                    </a:cubicBezTo>
                    <a:cubicBezTo>
                      <a:pt x="130" y="16"/>
                      <a:pt x="100"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0"/>
              <p:cNvSpPr/>
              <p:nvPr/>
            </p:nvSpPr>
            <p:spPr>
              <a:xfrm>
                <a:off x="4405725" y="4264975"/>
                <a:ext cx="16075" cy="9775"/>
              </a:xfrm>
              <a:custGeom>
                <a:rect b="b" l="l" r="r" t="t"/>
                <a:pathLst>
                  <a:path extrusionOk="0" h="391" w="643">
                    <a:moveTo>
                      <a:pt x="547" y="0"/>
                    </a:moveTo>
                    <a:cubicBezTo>
                      <a:pt x="534" y="0"/>
                      <a:pt x="520" y="9"/>
                      <a:pt x="512" y="25"/>
                    </a:cubicBezTo>
                    <a:cubicBezTo>
                      <a:pt x="490" y="90"/>
                      <a:pt x="452" y="150"/>
                      <a:pt x="403" y="199"/>
                    </a:cubicBezTo>
                    <a:cubicBezTo>
                      <a:pt x="363" y="234"/>
                      <a:pt x="287" y="303"/>
                      <a:pt x="222" y="303"/>
                    </a:cubicBezTo>
                    <a:cubicBezTo>
                      <a:pt x="207" y="303"/>
                      <a:pt x="193" y="299"/>
                      <a:pt x="180" y="291"/>
                    </a:cubicBezTo>
                    <a:cubicBezTo>
                      <a:pt x="99" y="237"/>
                      <a:pt x="213" y="79"/>
                      <a:pt x="289" y="74"/>
                    </a:cubicBezTo>
                    <a:cubicBezTo>
                      <a:pt x="326" y="74"/>
                      <a:pt x="327" y="8"/>
                      <a:pt x="293" y="8"/>
                    </a:cubicBezTo>
                    <a:cubicBezTo>
                      <a:pt x="292" y="8"/>
                      <a:pt x="290" y="8"/>
                      <a:pt x="289" y="9"/>
                    </a:cubicBezTo>
                    <a:cubicBezTo>
                      <a:pt x="153" y="19"/>
                      <a:pt x="1" y="237"/>
                      <a:pt x="120" y="351"/>
                    </a:cubicBezTo>
                    <a:cubicBezTo>
                      <a:pt x="153" y="379"/>
                      <a:pt x="190" y="391"/>
                      <a:pt x="228" y="391"/>
                    </a:cubicBezTo>
                    <a:cubicBezTo>
                      <a:pt x="298" y="391"/>
                      <a:pt x="372" y="352"/>
                      <a:pt x="425" y="313"/>
                    </a:cubicBezTo>
                    <a:cubicBezTo>
                      <a:pt x="512" y="248"/>
                      <a:pt x="642" y="134"/>
                      <a:pt x="577" y="19"/>
                    </a:cubicBezTo>
                    <a:lnTo>
                      <a:pt x="577" y="19"/>
                    </a:lnTo>
                    <a:lnTo>
                      <a:pt x="582" y="25"/>
                    </a:lnTo>
                    <a:cubicBezTo>
                      <a:pt x="574" y="9"/>
                      <a:pt x="561" y="0"/>
                      <a:pt x="5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20"/>
              <p:cNvSpPr/>
              <p:nvPr/>
            </p:nvSpPr>
            <p:spPr>
              <a:xfrm>
                <a:off x="4338325" y="4311600"/>
                <a:ext cx="24125" cy="25650"/>
              </a:xfrm>
              <a:custGeom>
                <a:rect b="b" l="l" r="r" t="t"/>
                <a:pathLst>
                  <a:path extrusionOk="0" h="1026" w="965">
                    <a:moveTo>
                      <a:pt x="924" y="1"/>
                    </a:moveTo>
                    <a:cubicBezTo>
                      <a:pt x="921" y="1"/>
                      <a:pt x="917" y="1"/>
                      <a:pt x="914" y="3"/>
                    </a:cubicBezTo>
                    <a:cubicBezTo>
                      <a:pt x="696" y="95"/>
                      <a:pt x="533" y="302"/>
                      <a:pt x="376" y="470"/>
                    </a:cubicBezTo>
                    <a:cubicBezTo>
                      <a:pt x="294" y="562"/>
                      <a:pt x="213" y="655"/>
                      <a:pt x="142" y="758"/>
                    </a:cubicBezTo>
                    <a:cubicBezTo>
                      <a:pt x="104" y="813"/>
                      <a:pt x="1" y="899"/>
                      <a:pt x="22" y="976"/>
                    </a:cubicBezTo>
                    <a:cubicBezTo>
                      <a:pt x="33" y="1012"/>
                      <a:pt x="59" y="1026"/>
                      <a:pt x="92" y="1026"/>
                    </a:cubicBezTo>
                    <a:cubicBezTo>
                      <a:pt x="192" y="1026"/>
                      <a:pt x="361" y="897"/>
                      <a:pt x="398" y="872"/>
                    </a:cubicBezTo>
                    <a:cubicBezTo>
                      <a:pt x="501" y="791"/>
                      <a:pt x="604" y="704"/>
                      <a:pt x="696" y="611"/>
                    </a:cubicBezTo>
                    <a:cubicBezTo>
                      <a:pt x="794" y="524"/>
                      <a:pt x="870" y="427"/>
                      <a:pt x="930" y="318"/>
                    </a:cubicBezTo>
                    <a:cubicBezTo>
                      <a:pt x="942" y="294"/>
                      <a:pt x="925" y="267"/>
                      <a:pt x="904" y="267"/>
                    </a:cubicBezTo>
                    <a:cubicBezTo>
                      <a:pt x="897" y="267"/>
                      <a:pt x="889" y="271"/>
                      <a:pt x="881" y="280"/>
                    </a:cubicBezTo>
                    <a:cubicBezTo>
                      <a:pt x="756" y="437"/>
                      <a:pt x="615" y="579"/>
                      <a:pt x="457" y="704"/>
                    </a:cubicBezTo>
                    <a:cubicBezTo>
                      <a:pt x="387" y="769"/>
                      <a:pt x="311" y="829"/>
                      <a:pt x="229" y="878"/>
                    </a:cubicBezTo>
                    <a:cubicBezTo>
                      <a:pt x="196" y="905"/>
                      <a:pt x="164" y="921"/>
                      <a:pt x="126" y="932"/>
                    </a:cubicBezTo>
                    <a:cubicBezTo>
                      <a:pt x="123" y="932"/>
                      <a:pt x="120" y="933"/>
                      <a:pt x="118" y="933"/>
                    </a:cubicBezTo>
                    <a:cubicBezTo>
                      <a:pt x="77" y="933"/>
                      <a:pt x="127" y="887"/>
                      <a:pt x="142" y="867"/>
                    </a:cubicBezTo>
                    <a:cubicBezTo>
                      <a:pt x="251" y="698"/>
                      <a:pt x="376" y="546"/>
                      <a:pt x="517" y="405"/>
                    </a:cubicBezTo>
                    <a:cubicBezTo>
                      <a:pt x="642" y="269"/>
                      <a:pt x="767" y="122"/>
                      <a:pt x="936" y="41"/>
                    </a:cubicBezTo>
                    <a:cubicBezTo>
                      <a:pt x="964" y="31"/>
                      <a:pt x="947" y="1"/>
                      <a:pt x="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20"/>
              <p:cNvSpPr/>
              <p:nvPr/>
            </p:nvSpPr>
            <p:spPr>
              <a:xfrm>
                <a:off x="4309925" y="4350350"/>
                <a:ext cx="9400" cy="8000"/>
              </a:xfrm>
              <a:custGeom>
                <a:rect b="b" l="l" r="r" t="t"/>
                <a:pathLst>
                  <a:path extrusionOk="0" h="320" w="376">
                    <a:moveTo>
                      <a:pt x="111" y="0"/>
                    </a:moveTo>
                    <a:cubicBezTo>
                      <a:pt x="105" y="0"/>
                      <a:pt x="99" y="2"/>
                      <a:pt x="93" y="7"/>
                    </a:cubicBezTo>
                    <a:cubicBezTo>
                      <a:pt x="1" y="89"/>
                      <a:pt x="11" y="230"/>
                      <a:pt x="109" y="301"/>
                    </a:cubicBezTo>
                    <a:cubicBezTo>
                      <a:pt x="134" y="313"/>
                      <a:pt x="161" y="319"/>
                      <a:pt x="187" y="319"/>
                    </a:cubicBezTo>
                    <a:cubicBezTo>
                      <a:pt x="232" y="319"/>
                      <a:pt x="276" y="302"/>
                      <a:pt x="310" y="268"/>
                    </a:cubicBezTo>
                    <a:cubicBezTo>
                      <a:pt x="376" y="219"/>
                      <a:pt x="370" y="121"/>
                      <a:pt x="300" y="78"/>
                    </a:cubicBezTo>
                    <a:cubicBezTo>
                      <a:pt x="294" y="75"/>
                      <a:pt x="287" y="73"/>
                      <a:pt x="282" y="73"/>
                    </a:cubicBezTo>
                    <a:cubicBezTo>
                      <a:pt x="267" y="73"/>
                      <a:pt x="255" y="82"/>
                      <a:pt x="251" y="94"/>
                    </a:cubicBezTo>
                    <a:cubicBezTo>
                      <a:pt x="245" y="127"/>
                      <a:pt x="262" y="165"/>
                      <a:pt x="240" y="192"/>
                    </a:cubicBezTo>
                    <a:cubicBezTo>
                      <a:pt x="228" y="211"/>
                      <a:pt x="200" y="228"/>
                      <a:pt x="173" y="228"/>
                    </a:cubicBezTo>
                    <a:cubicBezTo>
                      <a:pt x="162" y="228"/>
                      <a:pt x="151" y="225"/>
                      <a:pt x="142" y="219"/>
                    </a:cubicBezTo>
                    <a:cubicBezTo>
                      <a:pt x="98" y="192"/>
                      <a:pt x="82" y="105"/>
                      <a:pt x="126" y="67"/>
                    </a:cubicBezTo>
                    <a:cubicBezTo>
                      <a:pt x="157" y="45"/>
                      <a:pt x="137"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120"/>
            <p:cNvGrpSpPr/>
            <p:nvPr/>
          </p:nvGrpSpPr>
          <p:grpSpPr>
            <a:xfrm>
              <a:off x="3082855" y="3584545"/>
              <a:ext cx="274316" cy="243836"/>
              <a:chOff x="4577100" y="4253350"/>
              <a:chExt cx="248025" cy="219850"/>
            </a:xfrm>
          </p:grpSpPr>
          <p:sp>
            <p:nvSpPr>
              <p:cNvPr id="5614" name="Google Shape;5614;p120"/>
              <p:cNvSpPr/>
              <p:nvPr/>
            </p:nvSpPr>
            <p:spPr>
              <a:xfrm>
                <a:off x="4577100" y="4253350"/>
                <a:ext cx="248025" cy="219850"/>
              </a:xfrm>
              <a:custGeom>
                <a:rect b="b" l="l" r="r" t="t"/>
                <a:pathLst>
                  <a:path extrusionOk="0" h="8794" w="9921">
                    <a:moveTo>
                      <a:pt x="7703" y="403"/>
                    </a:moveTo>
                    <a:cubicBezTo>
                      <a:pt x="7752" y="446"/>
                      <a:pt x="7752" y="490"/>
                      <a:pt x="7719" y="566"/>
                    </a:cubicBezTo>
                    <a:cubicBezTo>
                      <a:pt x="7692" y="626"/>
                      <a:pt x="7670" y="686"/>
                      <a:pt x="7654" y="751"/>
                    </a:cubicBezTo>
                    <a:cubicBezTo>
                      <a:pt x="7616" y="734"/>
                      <a:pt x="7583" y="713"/>
                      <a:pt x="7551" y="696"/>
                    </a:cubicBezTo>
                    <a:lnTo>
                      <a:pt x="7502" y="680"/>
                    </a:lnTo>
                    <a:cubicBezTo>
                      <a:pt x="7583" y="593"/>
                      <a:pt x="7632" y="490"/>
                      <a:pt x="7708" y="408"/>
                    </a:cubicBezTo>
                    <a:lnTo>
                      <a:pt x="7703" y="403"/>
                    </a:lnTo>
                    <a:close/>
                    <a:moveTo>
                      <a:pt x="6262" y="702"/>
                    </a:moveTo>
                    <a:cubicBezTo>
                      <a:pt x="6290" y="713"/>
                      <a:pt x="6317" y="724"/>
                      <a:pt x="6349" y="734"/>
                    </a:cubicBezTo>
                    <a:cubicBezTo>
                      <a:pt x="6349" y="756"/>
                      <a:pt x="6363" y="768"/>
                      <a:pt x="6378" y="768"/>
                    </a:cubicBezTo>
                    <a:cubicBezTo>
                      <a:pt x="6387" y="768"/>
                      <a:pt x="6396" y="764"/>
                      <a:pt x="6404" y="756"/>
                    </a:cubicBezTo>
                    <a:lnTo>
                      <a:pt x="6426" y="767"/>
                    </a:lnTo>
                    <a:cubicBezTo>
                      <a:pt x="6507" y="794"/>
                      <a:pt x="6578" y="827"/>
                      <a:pt x="6523" y="914"/>
                    </a:cubicBezTo>
                    <a:cubicBezTo>
                      <a:pt x="6491" y="963"/>
                      <a:pt x="6458" y="1017"/>
                      <a:pt x="6426" y="1066"/>
                    </a:cubicBezTo>
                    <a:cubicBezTo>
                      <a:pt x="6398" y="1061"/>
                      <a:pt x="6371" y="1061"/>
                      <a:pt x="6349" y="1055"/>
                    </a:cubicBezTo>
                    <a:cubicBezTo>
                      <a:pt x="6290" y="1039"/>
                      <a:pt x="6230" y="1017"/>
                      <a:pt x="6170" y="990"/>
                    </a:cubicBezTo>
                    <a:cubicBezTo>
                      <a:pt x="6192" y="952"/>
                      <a:pt x="6214" y="914"/>
                      <a:pt x="6224" y="876"/>
                    </a:cubicBezTo>
                    <a:lnTo>
                      <a:pt x="6224" y="870"/>
                    </a:lnTo>
                    <a:cubicBezTo>
                      <a:pt x="6230" y="816"/>
                      <a:pt x="6246" y="756"/>
                      <a:pt x="6262" y="702"/>
                    </a:cubicBezTo>
                    <a:close/>
                    <a:moveTo>
                      <a:pt x="7355" y="756"/>
                    </a:moveTo>
                    <a:cubicBezTo>
                      <a:pt x="7431" y="756"/>
                      <a:pt x="7518" y="821"/>
                      <a:pt x="7578" y="849"/>
                    </a:cubicBezTo>
                    <a:cubicBezTo>
                      <a:pt x="7632" y="870"/>
                      <a:pt x="7692" y="887"/>
                      <a:pt x="7752" y="898"/>
                    </a:cubicBezTo>
                    <a:cubicBezTo>
                      <a:pt x="7752" y="903"/>
                      <a:pt x="7708" y="941"/>
                      <a:pt x="7703" y="952"/>
                    </a:cubicBezTo>
                    <a:cubicBezTo>
                      <a:pt x="7681" y="984"/>
                      <a:pt x="7670" y="1023"/>
                      <a:pt x="7665" y="1061"/>
                    </a:cubicBezTo>
                    <a:cubicBezTo>
                      <a:pt x="7638" y="1115"/>
                      <a:pt x="7616" y="1175"/>
                      <a:pt x="7605" y="1240"/>
                    </a:cubicBezTo>
                    <a:lnTo>
                      <a:pt x="7589" y="1229"/>
                    </a:lnTo>
                    <a:cubicBezTo>
                      <a:pt x="7551" y="1207"/>
                      <a:pt x="7513" y="1191"/>
                      <a:pt x="7469" y="1180"/>
                    </a:cubicBezTo>
                    <a:cubicBezTo>
                      <a:pt x="7388" y="1158"/>
                      <a:pt x="7306" y="1131"/>
                      <a:pt x="7225" y="1093"/>
                    </a:cubicBezTo>
                    <a:lnTo>
                      <a:pt x="7197" y="1082"/>
                    </a:lnTo>
                    <a:cubicBezTo>
                      <a:pt x="7273" y="984"/>
                      <a:pt x="7328" y="876"/>
                      <a:pt x="7355" y="756"/>
                    </a:cubicBezTo>
                    <a:close/>
                    <a:moveTo>
                      <a:pt x="2387" y="1262"/>
                    </a:moveTo>
                    <a:cubicBezTo>
                      <a:pt x="2403" y="1289"/>
                      <a:pt x="2419" y="1311"/>
                      <a:pt x="2436" y="1338"/>
                    </a:cubicBezTo>
                    <a:cubicBezTo>
                      <a:pt x="2468" y="1387"/>
                      <a:pt x="2490" y="1436"/>
                      <a:pt x="2512" y="1490"/>
                    </a:cubicBezTo>
                    <a:lnTo>
                      <a:pt x="2495" y="1501"/>
                    </a:lnTo>
                    <a:cubicBezTo>
                      <a:pt x="2490" y="1501"/>
                      <a:pt x="2490" y="1501"/>
                      <a:pt x="2485" y="1495"/>
                    </a:cubicBezTo>
                    <a:cubicBezTo>
                      <a:pt x="2479" y="1490"/>
                      <a:pt x="2479" y="1485"/>
                      <a:pt x="2474" y="1479"/>
                    </a:cubicBezTo>
                    <a:cubicBezTo>
                      <a:pt x="2463" y="1447"/>
                      <a:pt x="2452" y="1419"/>
                      <a:pt x="2446" y="1392"/>
                    </a:cubicBezTo>
                    <a:cubicBezTo>
                      <a:pt x="2440" y="1373"/>
                      <a:pt x="2426" y="1363"/>
                      <a:pt x="2410" y="1363"/>
                    </a:cubicBezTo>
                    <a:cubicBezTo>
                      <a:pt x="2400" y="1363"/>
                      <a:pt x="2390" y="1367"/>
                      <a:pt x="2381" y="1376"/>
                    </a:cubicBezTo>
                    <a:cubicBezTo>
                      <a:pt x="2387" y="1338"/>
                      <a:pt x="2387" y="1300"/>
                      <a:pt x="2381" y="1262"/>
                    </a:cubicBezTo>
                    <a:close/>
                    <a:moveTo>
                      <a:pt x="4697" y="838"/>
                    </a:moveTo>
                    <a:lnTo>
                      <a:pt x="4724" y="849"/>
                    </a:lnTo>
                    <a:cubicBezTo>
                      <a:pt x="4757" y="865"/>
                      <a:pt x="4789" y="881"/>
                      <a:pt x="4822" y="892"/>
                    </a:cubicBezTo>
                    <a:cubicBezTo>
                      <a:pt x="4834" y="895"/>
                      <a:pt x="4846" y="897"/>
                      <a:pt x="4858" y="897"/>
                    </a:cubicBezTo>
                    <a:cubicBezTo>
                      <a:pt x="4907" y="897"/>
                      <a:pt x="4959" y="875"/>
                      <a:pt x="5007" y="870"/>
                    </a:cubicBezTo>
                    <a:cubicBezTo>
                      <a:pt x="5007" y="908"/>
                      <a:pt x="5012" y="952"/>
                      <a:pt x="5018" y="990"/>
                    </a:cubicBezTo>
                    <a:cubicBezTo>
                      <a:pt x="5034" y="1050"/>
                      <a:pt x="5045" y="1110"/>
                      <a:pt x="5045" y="1169"/>
                    </a:cubicBezTo>
                    <a:cubicBezTo>
                      <a:pt x="5045" y="1224"/>
                      <a:pt x="5039" y="1278"/>
                      <a:pt x="5039" y="1332"/>
                    </a:cubicBezTo>
                    <a:cubicBezTo>
                      <a:pt x="5029" y="1408"/>
                      <a:pt x="5045" y="1479"/>
                      <a:pt x="5077" y="1544"/>
                    </a:cubicBezTo>
                    <a:cubicBezTo>
                      <a:pt x="5068" y="1548"/>
                      <a:pt x="5059" y="1549"/>
                      <a:pt x="5049" y="1549"/>
                    </a:cubicBezTo>
                    <a:cubicBezTo>
                      <a:pt x="5012" y="1549"/>
                      <a:pt x="4978" y="1523"/>
                      <a:pt x="4947" y="1479"/>
                    </a:cubicBezTo>
                    <a:cubicBezTo>
                      <a:pt x="4914" y="1436"/>
                      <a:pt x="4882" y="1398"/>
                      <a:pt x="4844" y="1360"/>
                    </a:cubicBezTo>
                    <a:cubicBezTo>
                      <a:pt x="4830" y="1349"/>
                      <a:pt x="4812" y="1343"/>
                      <a:pt x="4795" y="1343"/>
                    </a:cubicBezTo>
                    <a:cubicBezTo>
                      <a:pt x="4777" y="1343"/>
                      <a:pt x="4759" y="1349"/>
                      <a:pt x="4746" y="1360"/>
                    </a:cubicBezTo>
                    <a:cubicBezTo>
                      <a:pt x="4719" y="1387"/>
                      <a:pt x="4691" y="1414"/>
                      <a:pt x="4664" y="1447"/>
                    </a:cubicBezTo>
                    <a:cubicBezTo>
                      <a:pt x="4648" y="1447"/>
                      <a:pt x="4637" y="1463"/>
                      <a:pt x="4643" y="1479"/>
                    </a:cubicBezTo>
                    <a:cubicBezTo>
                      <a:pt x="4610" y="1523"/>
                      <a:pt x="4572" y="1561"/>
                      <a:pt x="4528" y="1588"/>
                    </a:cubicBezTo>
                    <a:cubicBezTo>
                      <a:pt x="4512" y="1598"/>
                      <a:pt x="4497" y="1602"/>
                      <a:pt x="4481" y="1602"/>
                    </a:cubicBezTo>
                    <a:cubicBezTo>
                      <a:pt x="4396" y="1602"/>
                      <a:pt x="4320" y="1468"/>
                      <a:pt x="4278" y="1376"/>
                    </a:cubicBezTo>
                    <a:cubicBezTo>
                      <a:pt x="4284" y="1370"/>
                      <a:pt x="4289" y="1365"/>
                      <a:pt x="4295" y="1360"/>
                    </a:cubicBezTo>
                    <a:cubicBezTo>
                      <a:pt x="4382" y="1289"/>
                      <a:pt x="4452" y="1207"/>
                      <a:pt x="4512" y="1115"/>
                    </a:cubicBezTo>
                    <a:cubicBezTo>
                      <a:pt x="4572" y="1023"/>
                      <a:pt x="4637" y="930"/>
                      <a:pt x="4697" y="838"/>
                    </a:cubicBezTo>
                    <a:close/>
                    <a:moveTo>
                      <a:pt x="5943" y="1053"/>
                    </a:moveTo>
                    <a:cubicBezTo>
                      <a:pt x="5949" y="1053"/>
                      <a:pt x="5956" y="1054"/>
                      <a:pt x="5963" y="1055"/>
                    </a:cubicBezTo>
                    <a:cubicBezTo>
                      <a:pt x="6061" y="1082"/>
                      <a:pt x="6159" y="1120"/>
                      <a:pt x="6246" y="1169"/>
                    </a:cubicBezTo>
                    <a:cubicBezTo>
                      <a:pt x="6306" y="1180"/>
                      <a:pt x="6360" y="1196"/>
                      <a:pt x="6420" y="1202"/>
                    </a:cubicBezTo>
                    <a:cubicBezTo>
                      <a:pt x="6420" y="1213"/>
                      <a:pt x="6426" y="1218"/>
                      <a:pt x="6431" y="1224"/>
                    </a:cubicBezTo>
                    <a:cubicBezTo>
                      <a:pt x="6441" y="1247"/>
                      <a:pt x="6464" y="1261"/>
                      <a:pt x="6488" y="1261"/>
                    </a:cubicBezTo>
                    <a:cubicBezTo>
                      <a:pt x="6502" y="1261"/>
                      <a:pt x="6516" y="1256"/>
                      <a:pt x="6529" y="1245"/>
                    </a:cubicBezTo>
                    <a:cubicBezTo>
                      <a:pt x="6545" y="1256"/>
                      <a:pt x="6556" y="1278"/>
                      <a:pt x="6556" y="1294"/>
                    </a:cubicBezTo>
                    <a:cubicBezTo>
                      <a:pt x="6545" y="1338"/>
                      <a:pt x="6534" y="1381"/>
                      <a:pt x="6512" y="1419"/>
                    </a:cubicBezTo>
                    <a:cubicBezTo>
                      <a:pt x="6496" y="1463"/>
                      <a:pt x="6491" y="1501"/>
                      <a:pt x="6474" y="1544"/>
                    </a:cubicBezTo>
                    <a:cubicBezTo>
                      <a:pt x="6447" y="1588"/>
                      <a:pt x="6431" y="1637"/>
                      <a:pt x="6415" y="1686"/>
                    </a:cubicBezTo>
                    <a:cubicBezTo>
                      <a:pt x="6404" y="1680"/>
                      <a:pt x="6393" y="1675"/>
                      <a:pt x="6382" y="1669"/>
                    </a:cubicBezTo>
                    <a:cubicBezTo>
                      <a:pt x="6311" y="1626"/>
                      <a:pt x="6235" y="1588"/>
                      <a:pt x="6159" y="1555"/>
                    </a:cubicBezTo>
                    <a:cubicBezTo>
                      <a:pt x="6023" y="1523"/>
                      <a:pt x="5887" y="1495"/>
                      <a:pt x="5751" y="1485"/>
                    </a:cubicBezTo>
                    <a:cubicBezTo>
                      <a:pt x="5779" y="1419"/>
                      <a:pt x="5800" y="1349"/>
                      <a:pt x="5817" y="1283"/>
                    </a:cubicBezTo>
                    <a:lnTo>
                      <a:pt x="5817" y="1278"/>
                    </a:lnTo>
                    <a:cubicBezTo>
                      <a:pt x="5833" y="1235"/>
                      <a:pt x="5849" y="1186"/>
                      <a:pt x="5866" y="1137"/>
                    </a:cubicBezTo>
                    <a:cubicBezTo>
                      <a:pt x="5885" y="1089"/>
                      <a:pt x="5896" y="1053"/>
                      <a:pt x="5943" y="1053"/>
                    </a:cubicBezTo>
                    <a:close/>
                    <a:moveTo>
                      <a:pt x="8503" y="1514"/>
                    </a:moveTo>
                    <a:cubicBezTo>
                      <a:pt x="8611" y="1514"/>
                      <a:pt x="8741" y="1577"/>
                      <a:pt x="8823" y="1610"/>
                    </a:cubicBezTo>
                    <a:cubicBezTo>
                      <a:pt x="8942" y="1648"/>
                      <a:pt x="9062" y="1697"/>
                      <a:pt x="9176" y="1756"/>
                    </a:cubicBezTo>
                    <a:cubicBezTo>
                      <a:pt x="9247" y="1811"/>
                      <a:pt x="9323" y="1849"/>
                      <a:pt x="9410" y="1871"/>
                    </a:cubicBezTo>
                    <a:cubicBezTo>
                      <a:pt x="9442" y="1876"/>
                      <a:pt x="9508" y="1876"/>
                      <a:pt x="9529" y="1903"/>
                    </a:cubicBezTo>
                    <a:cubicBezTo>
                      <a:pt x="9557" y="1930"/>
                      <a:pt x="9535" y="1952"/>
                      <a:pt x="9518" y="1985"/>
                    </a:cubicBezTo>
                    <a:cubicBezTo>
                      <a:pt x="9475" y="2061"/>
                      <a:pt x="9415" y="2131"/>
                      <a:pt x="9345" y="2186"/>
                    </a:cubicBezTo>
                    <a:cubicBezTo>
                      <a:pt x="9298" y="2212"/>
                      <a:pt x="9236" y="2216"/>
                      <a:pt x="9174" y="2216"/>
                    </a:cubicBezTo>
                    <a:cubicBezTo>
                      <a:pt x="9145" y="2216"/>
                      <a:pt x="9117" y="2216"/>
                      <a:pt x="9089" y="2216"/>
                    </a:cubicBezTo>
                    <a:cubicBezTo>
                      <a:pt x="9066" y="2216"/>
                      <a:pt x="9044" y="2216"/>
                      <a:pt x="9024" y="2218"/>
                    </a:cubicBezTo>
                    <a:cubicBezTo>
                      <a:pt x="8991" y="2218"/>
                      <a:pt x="8959" y="2218"/>
                      <a:pt x="8921" y="2213"/>
                    </a:cubicBezTo>
                    <a:lnTo>
                      <a:pt x="8964" y="2191"/>
                    </a:lnTo>
                    <a:cubicBezTo>
                      <a:pt x="9008" y="2169"/>
                      <a:pt x="9062" y="2110"/>
                      <a:pt x="9116" y="2110"/>
                    </a:cubicBezTo>
                    <a:cubicBezTo>
                      <a:pt x="9214" y="2110"/>
                      <a:pt x="9214" y="1963"/>
                      <a:pt x="9116" y="1963"/>
                    </a:cubicBezTo>
                    <a:cubicBezTo>
                      <a:pt x="9105" y="1964"/>
                      <a:pt x="9094" y="1964"/>
                      <a:pt x="9083" y="1964"/>
                    </a:cubicBezTo>
                    <a:cubicBezTo>
                      <a:pt x="9007" y="1964"/>
                      <a:pt x="8932" y="1948"/>
                      <a:pt x="8861" y="1919"/>
                    </a:cubicBezTo>
                    <a:cubicBezTo>
                      <a:pt x="8801" y="1887"/>
                      <a:pt x="8730" y="1860"/>
                      <a:pt x="8665" y="1832"/>
                    </a:cubicBezTo>
                    <a:cubicBezTo>
                      <a:pt x="8640" y="1828"/>
                      <a:pt x="8614" y="1825"/>
                      <a:pt x="8588" y="1825"/>
                    </a:cubicBezTo>
                    <a:cubicBezTo>
                      <a:pt x="8497" y="1825"/>
                      <a:pt x="8405" y="1855"/>
                      <a:pt x="8333" y="1914"/>
                    </a:cubicBezTo>
                    <a:lnTo>
                      <a:pt x="8312" y="1936"/>
                    </a:lnTo>
                    <a:cubicBezTo>
                      <a:pt x="8306" y="1925"/>
                      <a:pt x="8301" y="1919"/>
                      <a:pt x="8295" y="1914"/>
                    </a:cubicBezTo>
                    <a:cubicBezTo>
                      <a:pt x="8290" y="1909"/>
                      <a:pt x="8279" y="1898"/>
                      <a:pt x="8268" y="1892"/>
                    </a:cubicBezTo>
                    <a:cubicBezTo>
                      <a:pt x="8230" y="1854"/>
                      <a:pt x="8198" y="1811"/>
                      <a:pt x="8160" y="1773"/>
                    </a:cubicBezTo>
                    <a:cubicBezTo>
                      <a:pt x="8187" y="1740"/>
                      <a:pt x="8219" y="1713"/>
                      <a:pt x="8252" y="1686"/>
                    </a:cubicBezTo>
                    <a:lnTo>
                      <a:pt x="8252" y="1680"/>
                    </a:lnTo>
                    <a:cubicBezTo>
                      <a:pt x="8295" y="1631"/>
                      <a:pt x="8344" y="1582"/>
                      <a:pt x="8404" y="1539"/>
                    </a:cubicBezTo>
                    <a:cubicBezTo>
                      <a:pt x="8433" y="1521"/>
                      <a:pt x="8467" y="1514"/>
                      <a:pt x="8503" y="1514"/>
                    </a:cubicBezTo>
                    <a:close/>
                    <a:moveTo>
                      <a:pt x="2599" y="1702"/>
                    </a:moveTo>
                    <a:cubicBezTo>
                      <a:pt x="2631" y="1762"/>
                      <a:pt x="2675" y="1816"/>
                      <a:pt x="2718" y="1871"/>
                    </a:cubicBezTo>
                    <a:cubicBezTo>
                      <a:pt x="2762" y="1930"/>
                      <a:pt x="2800" y="1990"/>
                      <a:pt x="2832" y="2055"/>
                    </a:cubicBezTo>
                    <a:cubicBezTo>
                      <a:pt x="2713" y="2083"/>
                      <a:pt x="2615" y="2083"/>
                      <a:pt x="2523" y="2191"/>
                    </a:cubicBezTo>
                    <a:cubicBezTo>
                      <a:pt x="2492" y="2227"/>
                      <a:pt x="2438" y="2329"/>
                      <a:pt x="2391" y="2329"/>
                    </a:cubicBezTo>
                    <a:cubicBezTo>
                      <a:pt x="2388" y="2329"/>
                      <a:pt x="2384" y="2328"/>
                      <a:pt x="2381" y="2327"/>
                    </a:cubicBezTo>
                    <a:cubicBezTo>
                      <a:pt x="2338" y="2311"/>
                      <a:pt x="2305" y="2284"/>
                      <a:pt x="2278" y="2251"/>
                    </a:cubicBezTo>
                    <a:cubicBezTo>
                      <a:pt x="2294" y="2186"/>
                      <a:pt x="2305" y="2121"/>
                      <a:pt x="2305" y="2050"/>
                    </a:cubicBezTo>
                    <a:lnTo>
                      <a:pt x="2305" y="2055"/>
                    </a:lnTo>
                    <a:cubicBezTo>
                      <a:pt x="2321" y="1968"/>
                      <a:pt x="2338" y="1887"/>
                      <a:pt x="2343" y="1800"/>
                    </a:cubicBezTo>
                    <a:lnTo>
                      <a:pt x="2349" y="1800"/>
                    </a:lnTo>
                    <a:cubicBezTo>
                      <a:pt x="2398" y="1800"/>
                      <a:pt x="2452" y="1789"/>
                      <a:pt x="2495" y="1762"/>
                    </a:cubicBezTo>
                    <a:cubicBezTo>
                      <a:pt x="2533" y="1751"/>
                      <a:pt x="2566" y="1729"/>
                      <a:pt x="2599" y="1702"/>
                    </a:cubicBezTo>
                    <a:close/>
                    <a:moveTo>
                      <a:pt x="3348" y="1355"/>
                    </a:moveTo>
                    <a:cubicBezTo>
                      <a:pt x="3360" y="1355"/>
                      <a:pt x="3374" y="1359"/>
                      <a:pt x="3392" y="1365"/>
                    </a:cubicBezTo>
                    <a:cubicBezTo>
                      <a:pt x="3278" y="1398"/>
                      <a:pt x="3294" y="1582"/>
                      <a:pt x="3425" y="1582"/>
                    </a:cubicBezTo>
                    <a:cubicBezTo>
                      <a:pt x="3474" y="1577"/>
                      <a:pt x="3523" y="1561"/>
                      <a:pt x="3566" y="1534"/>
                    </a:cubicBezTo>
                    <a:cubicBezTo>
                      <a:pt x="3583" y="1593"/>
                      <a:pt x="3593" y="1659"/>
                      <a:pt x="3610" y="1718"/>
                    </a:cubicBezTo>
                    <a:cubicBezTo>
                      <a:pt x="3637" y="1805"/>
                      <a:pt x="3659" y="1898"/>
                      <a:pt x="3686" y="1990"/>
                    </a:cubicBezTo>
                    <a:cubicBezTo>
                      <a:pt x="3648" y="2028"/>
                      <a:pt x="3615" y="2072"/>
                      <a:pt x="3588" y="2121"/>
                    </a:cubicBezTo>
                    <a:cubicBezTo>
                      <a:pt x="3577" y="2142"/>
                      <a:pt x="3561" y="2164"/>
                      <a:pt x="3545" y="2186"/>
                    </a:cubicBezTo>
                    <a:cubicBezTo>
                      <a:pt x="3531" y="2200"/>
                      <a:pt x="3521" y="2205"/>
                      <a:pt x="3511" y="2205"/>
                    </a:cubicBezTo>
                    <a:cubicBezTo>
                      <a:pt x="3498" y="2205"/>
                      <a:pt x="3485" y="2195"/>
                      <a:pt x="3463" y="2186"/>
                    </a:cubicBezTo>
                    <a:cubicBezTo>
                      <a:pt x="3436" y="2169"/>
                      <a:pt x="3409" y="2164"/>
                      <a:pt x="3376" y="2153"/>
                    </a:cubicBezTo>
                    <a:lnTo>
                      <a:pt x="3376" y="2137"/>
                    </a:lnTo>
                    <a:cubicBezTo>
                      <a:pt x="3376" y="2129"/>
                      <a:pt x="3369" y="2125"/>
                      <a:pt x="3362" y="2125"/>
                    </a:cubicBezTo>
                    <a:cubicBezTo>
                      <a:pt x="3354" y="2125"/>
                      <a:pt x="3346" y="2129"/>
                      <a:pt x="3343" y="2137"/>
                    </a:cubicBezTo>
                    <a:lnTo>
                      <a:pt x="3343" y="2153"/>
                    </a:lnTo>
                    <a:cubicBezTo>
                      <a:pt x="3246" y="2169"/>
                      <a:pt x="3175" y="2262"/>
                      <a:pt x="3099" y="2316"/>
                    </a:cubicBezTo>
                    <a:cubicBezTo>
                      <a:pt x="3072" y="2337"/>
                      <a:pt x="3051" y="2350"/>
                      <a:pt x="3031" y="2350"/>
                    </a:cubicBezTo>
                    <a:cubicBezTo>
                      <a:pt x="3010" y="2350"/>
                      <a:pt x="2991" y="2336"/>
                      <a:pt x="2968" y="2305"/>
                    </a:cubicBezTo>
                    <a:cubicBezTo>
                      <a:pt x="2947" y="2273"/>
                      <a:pt x="2930" y="2240"/>
                      <a:pt x="2914" y="2213"/>
                    </a:cubicBezTo>
                    <a:lnTo>
                      <a:pt x="2914" y="2213"/>
                    </a:lnTo>
                    <a:cubicBezTo>
                      <a:pt x="2920" y="2217"/>
                      <a:pt x="2927" y="2219"/>
                      <a:pt x="2934" y="2219"/>
                    </a:cubicBezTo>
                    <a:cubicBezTo>
                      <a:pt x="2946" y="2219"/>
                      <a:pt x="2958" y="2214"/>
                      <a:pt x="2968" y="2208"/>
                    </a:cubicBezTo>
                    <a:cubicBezTo>
                      <a:pt x="3023" y="2148"/>
                      <a:pt x="3061" y="2077"/>
                      <a:pt x="3082" y="2001"/>
                    </a:cubicBezTo>
                    <a:cubicBezTo>
                      <a:pt x="3115" y="1909"/>
                      <a:pt x="3153" y="1811"/>
                      <a:pt x="3186" y="1718"/>
                    </a:cubicBezTo>
                    <a:cubicBezTo>
                      <a:pt x="3213" y="1653"/>
                      <a:pt x="3246" y="1593"/>
                      <a:pt x="3267" y="1528"/>
                    </a:cubicBezTo>
                    <a:cubicBezTo>
                      <a:pt x="3294" y="1512"/>
                      <a:pt x="3311" y="1485"/>
                      <a:pt x="3311" y="1452"/>
                    </a:cubicBezTo>
                    <a:cubicBezTo>
                      <a:pt x="3311" y="1425"/>
                      <a:pt x="3316" y="1392"/>
                      <a:pt x="3322" y="1365"/>
                    </a:cubicBezTo>
                    <a:cubicBezTo>
                      <a:pt x="3329" y="1358"/>
                      <a:pt x="3337" y="1355"/>
                      <a:pt x="3348" y="1355"/>
                    </a:cubicBezTo>
                    <a:close/>
                    <a:moveTo>
                      <a:pt x="8577" y="1958"/>
                    </a:moveTo>
                    <a:cubicBezTo>
                      <a:pt x="8617" y="1958"/>
                      <a:pt x="8662" y="1969"/>
                      <a:pt x="8714" y="1996"/>
                    </a:cubicBezTo>
                    <a:cubicBezTo>
                      <a:pt x="8763" y="2023"/>
                      <a:pt x="8812" y="2044"/>
                      <a:pt x="8866" y="2061"/>
                    </a:cubicBezTo>
                    <a:lnTo>
                      <a:pt x="8850" y="2072"/>
                    </a:lnTo>
                    <a:cubicBezTo>
                      <a:pt x="8736" y="2126"/>
                      <a:pt x="8611" y="2169"/>
                      <a:pt x="8491" y="2229"/>
                    </a:cubicBezTo>
                    <a:cubicBezTo>
                      <a:pt x="8377" y="2289"/>
                      <a:pt x="8246" y="2365"/>
                      <a:pt x="8132" y="2436"/>
                    </a:cubicBezTo>
                    <a:cubicBezTo>
                      <a:pt x="8111" y="2452"/>
                      <a:pt x="7996" y="2545"/>
                      <a:pt x="7915" y="2593"/>
                    </a:cubicBezTo>
                    <a:cubicBezTo>
                      <a:pt x="7912" y="2591"/>
                      <a:pt x="7908" y="2589"/>
                      <a:pt x="7904" y="2589"/>
                    </a:cubicBezTo>
                    <a:cubicBezTo>
                      <a:pt x="7900" y="2589"/>
                      <a:pt x="7896" y="2591"/>
                      <a:pt x="7893" y="2593"/>
                    </a:cubicBezTo>
                    <a:cubicBezTo>
                      <a:pt x="7877" y="2599"/>
                      <a:pt x="7855" y="2604"/>
                      <a:pt x="7839" y="2604"/>
                    </a:cubicBezTo>
                    <a:cubicBezTo>
                      <a:pt x="7833" y="2602"/>
                      <a:pt x="7828" y="2600"/>
                      <a:pt x="7823" y="2600"/>
                    </a:cubicBezTo>
                    <a:cubicBezTo>
                      <a:pt x="7818" y="2600"/>
                      <a:pt x="7814" y="2602"/>
                      <a:pt x="7812" y="2604"/>
                    </a:cubicBezTo>
                    <a:lnTo>
                      <a:pt x="7774" y="2604"/>
                    </a:lnTo>
                    <a:cubicBezTo>
                      <a:pt x="7757" y="2610"/>
                      <a:pt x="7741" y="2610"/>
                      <a:pt x="7730" y="2615"/>
                    </a:cubicBezTo>
                    <a:cubicBezTo>
                      <a:pt x="7741" y="2539"/>
                      <a:pt x="7681" y="2468"/>
                      <a:pt x="7605" y="2468"/>
                    </a:cubicBezTo>
                    <a:cubicBezTo>
                      <a:pt x="7551" y="2468"/>
                      <a:pt x="7502" y="2474"/>
                      <a:pt x="7447" y="2485"/>
                    </a:cubicBezTo>
                    <a:cubicBezTo>
                      <a:pt x="7426" y="2490"/>
                      <a:pt x="7409" y="2490"/>
                      <a:pt x="7388" y="2496"/>
                    </a:cubicBezTo>
                    <a:cubicBezTo>
                      <a:pt x="7393" y="2474"/>
                      <a:pt x="7399" y="2458"/>
                      <a:pt x="7404" y="2436"/>
                    </a:cubicBezTo>
                    <a:cubicBezTo>
                      <a:pt x="7426" y="2371"/>
                      <a:pt x="7469" y="2316"/>
                      <a:pt x="7491" y="2251"/>
                    </a:cubicBezTo>
                    <a:cubicBezTo>
                      <a:pt x="7513" y="2208"/>
                      <a:pt x="7529" y="2164"/>
                      <a:pt x="7545" y="2121"/>
                    </a:cubicBezTo>
                    <a:cubicBezTo>
                      <a:pt x="7578" y="2121"/>
                      <a:pt x="7605" y="2104"/>
                      <a:pt x="7643" y="2093"/>
                    </a:cubicBezTo>
                    <a:lnTo>
                      <a:pt x="7643" y="2093"/>
                    </a:lnTo>
                    <a:lnTo>
                      <a:pt x="7638" y="2110"/>
                    </a:lnTo>
                    <a:cubicBezTo>
                      <a:pt x="7661" y="2105"/>
                      <a:pt x="7685" y="2103"/>
                      <a:pt x="7709" y="2103"/>
                    </a:cubicBezTo>
                    <a:cubicBezTo>
                      <a:pt x="7738" y="2103"/>
                      <a:pt x="7767" y="2105"/>
                      <a:pt x="7797" y="2105"/>
                    </a:cubicBezTo>
                    <a:cubicBezTo>
                      <a:pt x="7821" y="2105"/>
                      <a:pt x="7846" y="2104"/>
                      <a:pt x="7871" y="2099"/>
                    </a:cubicBezTo>
                    <a:cubicBezTo>
                      <a:pt x="7937" y="2088"/>
                      <a:pt x="8002" y="2083"/>
                      <a:pt x="8067" y="2083"/>
                    </a:cubicBezTo>
                    <a:cubicBezTo>
                      <a:pt x="8013" y="2104"/>
                      <a:pt x="7964" y="2115"/>
                      <a:pt x="7909" y="2131"/>
                    </a:cubicBezTo>
                    <a:cubicBezTo>
                      <a:pt x="7844" y="2153"/>
                      <a:pt x="7768" y="2175"/>
                      <a:pt x="7703" y="2202"/>
                    </a:cubicBezTo>
                    <a:cubicBezTo>
                      <a:pt x="7638" y="2235"/>
                      <a:pt x="7583" y="2267"/>
                      <a:pt x="7524" y="2311"/>
                    </a:cubicBezTo>
                    <a:cubicBezTo>
                      <a:pt x="7521" y="2303"/>
                      <a:pt x="7513" y="2299"/>
                      <a:pt x="7505" y="2299"/>
                    </a:cubicBezTo>
                    <a:cubicBezTo>
                      <a:pt x="7498" y="2299"/>
                      <a:pt x="7491" y="2303"/>
                      <a:pt x="7491" y="2311"/>
                    </a:cubicBezTo>
                    <a:lnTo>
                      <a:pt x="7485" y="2343"/>
                    </a:lnTo>
                    <a:cubicBezTo>
                      <a:pt x="7480" y="2360"/>
                      <a:pt x="7496" y="2376"/>
                      <a:pt x="7513" y="2376"/>
                    </a:cubicBezTo>
                    <a:cubicBezTo>
                      <a:pt x="7567" y="2371"/>
                      <a:pt x="7621" y="2354"/>
                      <a:pt x="7670" y="2327"/>
                    </a:cubicBezTo>
                    <a:cubicBezTo>
                      <a:pt x="7736" y="2300"/>
                      <a:pt x="7817" y="2284"/>
                      <a:pt x="7888" y="2256"/>
                    </a:cubicBezTo>
                    <a:cubicBezTo>
                      <a:pt x="8024" y="2213"/>
                      <a:pt x="8176" y="2186"/>
                      <a:pt x="8295" y="2099"/>
                    </a:cubicBezTo>
                    <a:cubicBezTo>
                      <a:pt x="8401" y="2029"/>
                      <a:pt x="8475" y="1958"/>
                      <a:pt x="8577" y="1958"/>
                    </a:cubicBezTo>
                    <a:close/>
                    <a:moveTo>
                      <a:pt x="7355" y="2648"/>
                    </a:moveTo>
                    <a:lnTo>
                      <a:pt x="7377" y="2659"/>
                    </a:lnTo>
                    <a:lnTo>
                      <a:pt x="7333" y="2686"/>
                    </a:lnTo>
                    <a:lnTo>
                      <a:pt x="7333" y="2686"/>
                    </a:lnTo>
                    <a:lnTo>
                      <a:pt x="7350" y="2648"/>
                    </a:lnTo>
                    <a:close/>
                    <a:moveTo>
                      <a:pt x="6974" y="1133"/>
                    </a:moveTo>
                    <a:cubicBezTo>
                      <a:pt x="7008" y="1133"/>
                      <a:pt x="7051" y="1161"/>
                      <a:pt x="7083" y="1175"/>
                    </a:cubicBezTo>
                    <a:cubicBezTo>
                      <a:pt x="7138" y="1202"/>
                      <a:pt x="7181" y="1229"/>
                      <a:pt x="7230" y="1251"/>
                    </a:cubicBezTo>
                    <a:cubicBezTo>
                      <a:pt x="7312" y="1283"/>
                      <a:pt x="7399" y="1300"/>
                      <a:pt x="7475" y="1338"/>
                    </a:cubicBezTo>
                    <a:cubicBezTo>
                      <a:pt x="7529" y="1360"/>
                      <a:pt x="7572" y="1398"/>
                      <a:pt x="7621" y="1425"/>
                    </a:cubicBezTo>
                    <a:cubicBezTo>
                      <a:pt x="7594" y="1544"/>
                      <a:pt x="7556" y="1659"/>
                      <a:pt x="7502" y="1762"/>
                    </a:cubicBezTo>
                    <a:cubicBezTo>
                      <a:pt x="7437" y="1892"/>
                      <a:pt x="7382" y="2028"/>
                      <a:pt x="7339" y="2164"/>
                    </a:cubicBezTo>
                    <a:cubicBezTo>
                      <a:pt x="7295" y="2284"/>
                      <a:pt x="7230" y="2387"/>
                      <a:pt x="7197" y="2512"/>
                    </a:cubicBezTo>
                    <a:cubicBezTo>
                      <a:pt x="7176" y="2577"/>
                      <a:pt x="7159" y="2642"/>
                      <a:pt x="7132" y="2702"/>
                    </a:cubicBezTo>
                    <a:cubicBezTo>
                      <a:pt x="7094" y="2762"/>
                      <a:pt x="7067" y="2827"/>
                      <a:pt x="7045" y="2898"/>
                    </a:cubicBezTo>
                    <a:cubicBezTo>
                      <a:pt x="7045" y="2903"/>
                      <a:pt x="7045" y="2914"/>
                      <a:pt x="7045" y="2920"/>
                    </a:cubicBezTo>
                    <a:cubicBezTo>
                      <a:pt x="6947" y="2963"/>
                      <a:pt x="6855" y="3017"/>
                      <a:pt x="6757" y="3050"/>
                    </a:cubicBezTo>
                    <a:cubicBezTo>
                      <a:pt x="6659" y="3088"/>
                      <a:pt x="6567" y="3110"/>
                      <a:pt x="6469" y="3143"/>
                    </a:cubicBezTo>
                    <a:cubicBezTo>
                      <a:pt x="6387" y="3186"/>
                      <a:pt x="6295" y="3229"/>
                      <a:pt x="6208" y="3262"/>
                    </a:cubicBezTo>
                    <a:lnTo>
                      <a:pt x="6137" y="3278"/>
                    </a:lnTo>
                    <a:cubicBezTo>
                      <a:pt x="6208" y="3126"/>
                      <a:pt x="6262" y="2969"/>
                      <a:pt x="6317" y="2805"/>
                    </a:cubicBezTo>
                    <a:cubicBezTo>
                      <a:pt x="6371" y="2664"/>
                      <a:pt x="6415" y="2517"/>
                      <a:pt x="6453" y="2371"/>
                    </a:cubicBezTo>
                    <a:cubicBezTo>
                      <a:pt x="6502" y="2213"/>
                      <a:pt x="6572" y="2055"/>
                      <a:pt x="6605" y="1892"/>
                    </a:cubicBezTo>
                    <a:cubicBezTo>
                      <a:pt x="6610" y="1865"/>
                      <a:pt x="6605" y="1838"/>
                      <a:pt x="6594" y="1816"/>
                    </a:cubicBezTo>
                    <a:lnTo>
                      <a:pt x="6589" y="1816"/>
                    </a:lnTo>
                    <a:cubicBezTo>
                      <a:pt x="6594" y="1811"/>
                      <a:pt x="6594" y="1800"/>
                      <a:pt x="6594" y="1794"/>
                    </a:cubicBezTo>
                    <a:lnTo>
                      <a:pt x="6605" y="1778"/>
                    </a:lnTo>
                    <a:cubicBezTo>
                      <a:pt x="6654" y="1702"/>
                      <a:pt x="6703" y="1626"/>
                      <a:pt x="6752" y="1550"/>
                    </a:cubicBezTo>
                    <a:cubicBezTo>
                      <a:pt x="6806" y="1485"/>
                      <a:pt x="6849" y="1414"/>
                      <a:pt x="6888" y="1343"/>
                    </a:cubicBezTo>
                    <a:cubicBezTo>
                      <a:pt x="6915" y="1283"/>
                      <a:pt x="6909" y="1218"/>
                      <a:pt x="6931" y="1164"/>
                    </a:cubicBezTo>
                    <a:cubicBezTo>
                      <a:pt x="6941" y="1141"/>
                      <a:pt x="6956" y="1133"/>
                      <a:pt x="6974" y="1133"/>
                    </a:cubicBezTo>
                    <a:close/>
                    <a:moveTo>
                      <a:pt x="5594" y="1588"/>
                    </a:moveTo>
                    <a:cubicBezTo>
                      <a:pt x="5751" y="1631"/>
                      <a:pt x="5920" y="1648"/>
                      <a:pt x="6083" y="1697"/>
                    </a:cubicBezTo>
                    <a:cubicBezTo>
                      <a:pt x="6203" y="1740"/>
                      <a:pt x="6322" y="1811"/>
                      <a:pt x="6420" y="1898"/>
                    </a:cubicBezTo>
                    <a:cubicBezTo>
                      <a:pt x="6377" y="2028"/>
                      <a:pt x="6322" y="2148"/>
                      <a:pt x="6279" y="2278"/>
                    </a:cubicBezTo>
                    <a:cubicBezTo>
                      <a:pt x="6235" y="2420"/>
                      <a:pt x="6203" y="2561"/>
                      <a:pt x="6143" y="2697"/>
                    </a:cubicBezTo>
                    <a:cubicBezTo>
                      <a:pt x="6099" y="2822"/>
                      <a:pt x="6050" y="2947"/>
                      <a:pt x="6002" y="3066"/>
                    </a:cubicBezTo>
                    <a:cubicBezTo>
                      <a:pt x="5958" y="3170"/>
                      <a:pt x="5904" y="3262"/>
                      <a:pt x="5866" y="3365"/>
                    </a:cubicBezTo>
                    <a:cubicBezTo>
                      <a:pt x="5795" y="3387"/>
                      <a:pt x="5719" y="3403"/>
                      <a:pt x="5643" y="3420"/>
                    </a:cubicBezTo>
                    <a:cubicBezTo>
                      <a:pt x="5529" y="3452"/>
                      <a:pt x="5414" y="3490"/>
                      <a:pt x="5306" y="3534"/>
                    </a:cubicBezTo>
                    <a:cubicBezTo>
                      <a:pt x="5208" y="3566"/>
                      <a:pt x="5105" y="3594"/>
                      <a:pt x="5007" y="3605"/>
                    </a:cubicBezTo>
                    <a:cubicBezTo>
                      <a:pt x="4974" y="3610"/>
                      <a:pt x="4947" y="3615"/>
                      <a:pt x="4920" y="3626"/>
                    </a:cubicBezTo>
                    <a:cubicBezTo>
                      <a:pt x="4931" y="3594"/>
                      <a:pt x="4931" y="3561"/>
                      <a:pt x="4914" y="3534"/>
                    </a:cubicBezTo>
                    <a:cubicBezTo>
                      <a:pt x="4925" y="3371"/>
                      <a:pt x="4963" y="3197"/>
                      <a:pt x="4990" y="3034"/>
                    </a:cubicBezTo>
                    <a:cubicBezTo>
                      <a:pt x="5001" y="2979"/>
                      <a:pt x="5018" y="2920"/>
                      <a:pt x="5023" y="2860"/>
                    </a:cubicBezTo>
                    <a:cubicBezTo>
                      <a:pt x="5029" y="2816"/>
                      <a:pt x="5023" y="2773"/>
                      <a:pt x="5023" y="2729"/>
                    </a:cubicBezTo>
                    <a:cubicBezTo>
                      <a:pt x="5029" y="2729"/>
                      <a:pt x="5034" y="2735"/>
                      <a:pt x="5039" y="2735"/>
                    </a:cubicBezTo>
                    <a:lnTo>
                      <a:pt x="5067" y="2735"/>
                    </a:lnTo>
                    <a:cubicBezTo>
                      <a:pt x="5083" y="2735"/>
                      <a:pt x="5099" y="2724"/>
                      <a:pt x="5105" y="2708"/>
                    </a:cubicBezTo>
                    <a:lnTo>
                      <a:pt x="5110" y="2708"/>
                    </a:lnTo>
                    <a:cubicBezTo>
                      <a:pt x="5148" y="2615"/>
                      <a:pt x="5192" y="2528"/>
                      <a:pt x="5246" y="2441"/>
                    </a:cubicBezTo>
                    <a:cubicBezTo>
                      <a:pt x="5295" y="2360"/>
                      <a:pt x="5333" y="2267"/>
                      <a:pt x="5366" y="2180"/>
                    </a:cubicBezTo>
                    <a:cubicBezTo>
                      <a:pt x="5447" y="1974"/>
                      <a:pt x="5539" y="1800"/>
                      <a:pt x="5594" y="1588"/>
                    </a:cubicBezTo>
                    <a:close/>
                    <a:moveTo>
                      <a:pt x="4795" y="1512"/>
                    </a:moveTo>
                    <a:cubicBezTo>
                      <a:pt x="4855" y="1582"/>
                      <a:pt x="4898" y="1675"/>
                      <a:pt x="4990" y="1702"/>
                    </a:cubicBezTo>
                    <a:cubicBezTo>
                      <a:pt x="5011" y="1708"/>
                      <a:pt x="5031" y="1711"/>
                      <a:pt x="5051" y="1711"/>
                    </a:cubicBezTo>
                    <a:cubicBezTo>
                      <a:pt x="5085" y="1711"/>
                      <a:pt x="5118" y="1703"/>
                      <a:pt x="5148" y="1686"/>
                    </a:cubicBezTo>
                    <a:lnTo>
                      <a:pt x="5148" y="1686"/>
                    </a:lnTo>
                    <a:cubicBezTo>
                      <a:pt x="5121" y="1784"/>
                      <a:pt x="5056" y="1925"/>
                      <a:pt x="5045" y="1963"/>
                    </a:cubicBezTo>
                    <a:cubicBezTo>
                      <a:pt x="5018" y="2034"/>
                      <a:pt x="4990" y="2110"/>
                      <a:pt x="4969" y="2186"/>
                    </a:cubicBezTo>
                    <a:cubicBezTo>
                      <a:pt x="4942" y="2289"/>
                      <a:pt x="4947" y="2398"/>
                      <a:pt x="4914" y="2496"/>
                    </a:cubicBezTo>
                    <a:cubicBezTo>
                      <a:pt x="4882" y="2588"/>
                      <a:pt x="4860" y="2680"/>
                      <a:pt x="4849" y="2778"/>
                    </a:cubicBezTo>
                    <a:cubicBezTo>
                      <a:pt x="4833" y="2903"/>
                      <a:pt x="4811" y="3028"/>
                      <a:pt x="4778" y="3153"/>
                    </a:cubicBezTo>
                    <a:cubicBezTo>
                      <a:pt x="4762" y="3251"/>
                      <a:pt x="4746" y="3355"/>
                      <a:pt x="4724" y="3447"/>
                    </a:cubicBezTo>
                    <a:cubicBezTo>
                      <a:pt x="4708" y="3518"/>
                      <a:pt x="4681" y="3599"/>
                      <a:pt x="4719" y="3664"/>
                    </a:cubicBezTo>
                    <a:cubicBezTo>
                      <a:pt x="4719" y="3670"/>
                      <a:pt x="4724" y="3675"/>
                      <a:pt x="4730" y="3681"/>
                    </a:cubicBezTo>
                    <a:lnTo>
                      <a:pt x="4708" y="3686"/>
                    </a:lnTo>
                    <a:cubicBezTo>
                      <a:pt x="4615" y="3708"/>
                      <a:pt x="4523" y="3719"/>
                      <a:pt x="4436" y="3740"/>
                    </a:cubicBezTo>
                    <a:cubicBezTo>
                      <a:pt x="4382" y="3746"/>
                      <a:pt x="4327" y="3746"/>
                      <a:pt x="4273" y="3746"/>
                    </a:cubicBezTo>
                    <a:cubicBezTo>
                      <a:pt x="4219" y="3746"/>
                      <a:pt x="4159" y="3757"/>
                      <a:pt x="4099" y="3778"/>
                    </a:cubicBezTo>
                    <a:cubicBezTo>
                      <a:pt x="4007" y="3800"/>
                      <a:pt x="3920" y="3833"/>
                      <a:pt x="3827" y="3860"/>
                    </a:cubicBezTo>
                    <a:cubicBezTo>
                      <a:pt x="3822" y="3784"/>
                      <a:pt x="3822" y="3708"/>
                      <a:pt x="3827" y="3637"/>
                    </a:cubicBezTo>
                    <a:lnTo>
                      <a:pt x="3822" y="3632"/>
                    </a:lnTo>
                    <a:cubicBezTo>
                      <a:pt x="3833" y="3572"/>
                      <a:pt x="3843" y="3507"/>
                      <a:pt x="3843" y="3441"/>
                    </a:cubicBezTo>
                    <a:cubicBezTo>
                      <a:pt x="3838" y="3278"/>
                      <a:pt x="3876" y="3115"/>
                      <a:pt x="3876" y="2947"/>
                    </a:cubicBezTo>
                    <a:lnTo>
                      <a:pt x="3876" y="2767"/>
                    </a:lnTo>
                    <a:cubicBezTo>
                      <a:pt x="3985" y="2566"/>
                      <a:pt x="4028" y="2343"/>
                      <a:pt x="4088" y="2126"/>
                    </a:cubicBezTo>
                    <a:cubicBezTo>
                      <a:pt x="4126" y="1990"/>
                      <a:pt x="4159" y="1854"/>
                      <a:pt x="4186" y="1718"/>
                    </a:cubicBezTo>
                    <a:cubicBezTo>
                      <a:pt x="4191" y="1659"/>
                      <a:pt x="4191" y="1593"/>
                      <a:pt x="4202" y="1534"/>
                    </a:cubicBezTo>
                    <a:cubicBezTo>
                      <a:pt x="4262" y="1653"/>
                      <a:pt x="4354" y="1756"/>
                      <a:pt x="4479" y="1762"/>
                    </a:cubicBezTo>
                    <a:cubicBezTo>
                      <a:pt x="4561" y="1756"/>
                      <a:pt x="4643" y="1713"/>
                      <a:pt x="4686" y="1642"/>
                    </a:cubicBezTo>
                    <a:lnTo>
                      <a:pt x="4686" y="1642"/>
                    </a:lnTo>
                    <a:cubicBezTo>
                      <a:pt x="4686" y="1686"/>
                      <a:pt x="4681" y="1724"/>
                      <a:pt x="4670" y="1767"/>
                    </a:cubicBezTo>
                    <a:cubicBezTo>
                      <a:pt x="4648" y="1854"/>
                      <a:pt x="4637" y="1952"/>
                      <a:pt x="4610" y="2039"/>
                    </a:cubicBezTo>
                    <a:cubicBezTo>
                      <a:pt x="4566" y="2218"/>
                      <a:pt x="4539" y="2403"/>
                      <a:pt x="4501" y="2583"/>
                    </a:cubicBezTo>
                    <a:cubicBezTo>
                      <a:pt x="4463" y="2767"/>
                      <a:pt x="4393" y="2958"/>
                      <a:pt x="4371" y="3148"/>
                    </a:cubicBezTo>
                    <a:cubicBezTo>
                      <a:pt x="4360" y="3246"/>
                      <a:pt x="4376" y="3338"/>
                      <a:pt x="4360" y="3436"/>
                    </a:cubicBezTo>
                    <a:cubicBezTo>
                      <a:pt x="4338" y="3496"/>
                      <a:pt x="4338" y="3566"/>
                      <a:pt x="4349" y="3632"/>
                    </a:cubicBezTo>
                    <a:cubicBezTo>
                      <a:pt x="4352" y="3651"/>
                      <a:pt x="4367" y="3660"/>
                      <a:pt x="4382" y="3660"/>
                    </a:cubicBezTo>
                    <a:cubicBezTo>
                      <a:pt x="4397" y="3660"/>
                      <a:pt x="4412" y="3651"/>
                      <a:pt x="4414" y="3632"/>
                    </a:cubicBezTo>
                    <a:cubicBezTo>
                      <a:pt x="4441" y="3550"/>
                      <a:pt x="4458" y="3463"/>
                      <a:pt x="4469" y="3376"/>
                    </a:cubicBezTo>
                    <a:cubicBezTo>
                      <a:pt x="4463" y="3268"/>
                      <a:pt x="4474" y="3153"/>
                      <a:pt x="4490" y="3045"/>
                    </a:cubicBezTo>
                    <a:cubicBezTo>
                      <a:pt x="4539" y="2844"/>
                      <a:pt x="4605" y="2637"/>
                      <a:pt x="4643" y="2430"/>
                    </a:cubicBezTo>
                    <a:cubicBezTo>
                      <a:pt x="4681" y="2218"/>
                      <a:pt x="4724" y="2034"/>
                      <a:pt x="4757" y="1827"/>
                    </a:cubicBezTo>
                    <a:cubicBezTo>
                      <a:pt x="4773" y="1746"/>
                      <a:pt x="4773" y="1653"/>
                      <a:pt x="4746" y="1572"/>
                    </a:cubicBezTo>
                    <a:cubicBezTo>
                      <a:pt x="4762" y="1550"/>
                      <a:pt x="4778" y="1528"/>
                      <a:pt x="4795" y="1512"/>
                    </a:cubicBezTo>
                    <a:close/>
                    <a:moveTo>
                      <a:pt x="3702" y="2218"/>
                    </a:moveTo>
                    <a:cubicBezTo>
                      <a:pt x="3702" y="2224"/>
                      <a:pt x="3697" y="2235"/>
                      <a:pt x="3697" y="2246"/>
                    </a:cubicBezTo>
                    <a:cubicBezTo>
                      <a:pt x="3691" y="2327"/>
                      <a:pt x="3697" y="2409"/>
                      <a:pt x="3697" y="2490"/>
                    </a:cubicBezTo>
                    <a:cubicBezTo>
                      <a:pt x="3697" y="2659"/>
                      <a:pt x="3708" y="2822"/>
                      <a:pt x="3702" y="2990"/>
                    </a:cubicBezTo>
                    <a:cubicBezTo>
                      <a:pt x="3697" y="3072"/>
                      <a:pt x="3686" y="3148"/>
                      <a:pt x="3670" y="3229"/>
                    </a:cubicBezTo>
                    <a:cubicBezTo>
                      <a:pt x="3659" y="3300"/>
                      <a:pt x="3653" y="3371"/>
                      <a:pt x="3659" y="3441"/>
                    </a:cubicBezTo>
                    <a:cubicBezTo>
                      <a:pt x="3648" y="3507"/>
                      <a:pt x="3632" y="3572"/>
                      <a:pt x="3610" y="3643"/>
                    </a:cubicBezTo>
                    <a:cubicBezTo>
                      <a:pt x="3604" y="3713"/>
                      <a:pt x="3599" y="3789"/>
                      <a:pt x="3604" y="3860"/>
                    </a:cubicBezTo>
                    <a:cubicBezTo>
                      <a:pt x="3604" y="3876"/>
                      <a:pt x="3604" y="3893"/>
                      <a:pt x="3615" y="3909"/>
                    </a:cubicBezTo>
                    <a:cubicBezTo>
                      <a:pt x="3572" y="3920"/>
                      <a:pt x="3534" y="3936"/>
                      <a:pt x="3496" y="3958"/>
                    </a:cubicBezTo>
                    <a:cubicBezTo>
                      <a:pt x="3316" y="4050"/>
                      <a:pt x="3115" y="4105"/>
                      <a:pt x="2925" y="4186"/>
                    </a:cubicBezTo>
                    <a:cubicBezTo>
                      <a:pt x="2881" y="4202"/>
                      <a:pt x="2843" y="4224"/>
                      <a:pt x="2800" y="4246"/>
                    </a:cubicBezTo>
                    <a:cubicBezTo>
                      <a:pt x="2816" y="4192"/>
                      <a:pt x="2816" y="4137"/>
                      <a:pt x="2816" y="4083"/>
                    </a:cubicBezTo>
                    <a:cubicBezTo>
                      <a:pt x="2811" y="3909"/>
                      <a:pt x="2811" y="3735"/>
                      <a:pt x="2832" y="3561"/>
                    </a:cubicBezTo>
                    <a:cubicBezTo>
                      <a:pt x="2865" y="3360"/>
                      <a:pt x="2887" y="3153"/>
                      <a:pt x="2887" y="2947"/>
                    </a:cubicBezTo>
                    <a:cubicBezTo>
                      <a:pt x="2881" y="2822"/>
                      <a:pt x="2870" y="2702"/>
                      <a:pt x="2870" y="2577"/>
                    </a:cubicBezTo>
                    <a:cubicBezTo>
                      <a:pt x="2870" y="2512"/>
                      <a:pt x="2870" y="2452"/>
                      <a:pt x="2876" y="2387"/>
                    </a:cubicBezTo>
                    <a:cubicBezTo>
                      <a:pt x="2892" y="2436"/>
                      <a:pt x="2936" y="2474"/>
                      <a:pt x="2985" y="2485"/>
                    </a:cubicBezTo>
                    <a:cubicBezTo>
                      <a:pt x="2999" y="2488"/>
                      <a:pt x="3013" y="2490"/>
                      <a:pt x="3026" y="2490"/>
                    </a:cubicBezTo>
                    <a:cubicBezTo>
                      <a:pt x="3119" y="2490"/>
                      <a:pt x="3206" y="2417"/>
                      <a:pt x="3267" y="2360"/>
                    </a:cubicBezTo>
                    <a:cubicBezTo>
                      <a:pt x="3284" y="2338"/>
                      <a:pt x="3305" y="2322"/>
                      <a:pt x="3322" y="2311"/>
                    </a:cubicBezTo>
                    <a:lnTo>
                      <a:pt x="3343" y="2300"/>
                    </a:lnTo>
                    <a:lnTo>
                      <a:pt x="3343" y="2300"/>
                    </a:lnTo>
                    <a:cubicBezTo>
                      <a:pt x="3354" y="2545"/>
                      <a:pt x="3343" y="2795"/>
                      <a:pt x="3311" y="3039"/>
                    </a:cubicBezTo>
                    <a:cubicBezTo>
                      <a:pt x="3300" y="3094"/>
                      <a:pt x="3300" y="3148"/>
                      <a:pt x="3300" y="3202"/>
                    </a:cubicBezTo>
                    <a:cubicBezTo>
                      <a:pt x="3289" y="3284"/>
                      <a:pt x="3273" y="3365"/>
                      <a:pt x="3256" y="3441"/>
                    </a:cubicBezTo>
                    <a:cubicBezTo>
                      <a:pt x="3235" y="3572"/>
                      <a:pt x="3235" y="3702"/>
                      <a:pt x="3267" y="3833"/>
                    </a:cubicBezTo>
                    <a:cubicBezTo>
                      <a:pt x="3270" y="3844"/>
                      <a:pt x="3280" y="3849"/>
                      <a:pt x="3289" y="3849"/>
                    </a:cubicBezTo>
                    <a:cubicBezTo>
                      <a:pt x="3299" y="3849"/>
                      <a:pt x="3308" y="3844"/>
                      <a:pt x="3311" y="3833"/>
                    </a:cubicBezTo>
                    <a:cubicBezTo>
                      <a:pt x="3349" y="3686"/>
                      <a:pt x="3311" y="3534"/>
                      <a:pt x="3338" y="3382"/>
                    </a:cubicBezTo>
                    <a:cubicBezTo>
                      <a:pt x="3360" y="3246"/>
                      <a:pt x="3360" y="3110"/>
                      <a:pt x="3381" y="2974"/>
                    </a:cubicBezTo>
                    <a:cubicBezTo>
                      <a:pt x="3409" y="2751"/>
                      <a:pt x="3409" y="2523"/>
                      <a:pt x="3381" y="2295"/>
                    </a:cubicBezTo>
                    <a:lnTo>
                      <a:pt x="3381" y="2295"/>
                    </a:lnTo>
                    <a:cubicBezTo>
                      <a:pt x="3403" y="2305"/>
                      <a:pt x="3425" y="2316"/>
                      <a:pt x="3447" y="2327"/>
                    </a:cubicBezTo>
                    <a:cubicBezTo>
                      <a:pt x="3469" y="2344"/>
                      <a:pt x="3497" y="2352"/>
                      <a:pt x="3524" y="2352"/>
                    </a:cubicBezTo>
                    <a:cubicBezTo>
                      <a:pt x="3550" y="2352"/>
                      <a:pt x="3576" y="2346"/>
                      <a:pt x="3599" y="2333"/>
                    </a:cubicBezTo>
                    <a:cubicBezTo>
                      <a:pt x="3642" y="2305"/>
                      <a:pt x="3680" y="2267"/>
                      <a:pt x="3702" y="2218"/>
                    </a:cubicBezTo>
                    <a:close/>
                    <a:moveTo>
                      <a:pt x="2784" y="2191"/>
                    </a:moveTo>
                    <a:cubicBezTo>
                      <a:pt x="2800" y="2414"/>
                      <a:pt x="2800" y="2642"/>
                      <a:pt x="2784" y="2865"/>
                    </a:cubicBezTo>
                    <a:cubicBezTo>
                      <a:pt x="2762" y="3072"/>
                      <a:pt x="2729" y="3278"/>
                      <a:pt x="2680" y="3480"/>
                    </a:cubicBezTo>
                    <a:cubicBezTo>
                      <a:pt x="2648" y="3637"/>
                      <a:pt x="2642" y="3800"/>
                      <a:pt x="2653" y="3963"/>
                    </a:cubicBezTo>
                    <a:cubicBezTo>
                      <a:pt x="2658" y="4023"/>
                      <a:pt x="2664" y="4088"/>
                      <a:pt x="2669" y="4154"/>
                    </a:cubicBezTo>
                    <a:cubicBezTo>
                      <a:pt x="2680" y="4208"/>
                      <a:pt x="2680" y="4268"/>
                      <a:pt x="2669" y="4322"/>
                    </a:cubicBezTo>
                    <a:cubicBezTo>
                      <a:pt x="2550" y="4393"/>
                      <a:pt x="2436" y="4463"/>
                      <a:pt x="2316" y="4534"/>
                    </a:cubicBezTo>
                    <a:cubicBezTo>
                      <a:pt x="2224" y="4583"/>
                      <a:pt x="2137" y="4637"/>
                      <a:pt x="2055" y="4703"/>
                    </a:cubicBezTo>
                    <a:cubicBezTo>
                      <a:pt x="2006" y="4746"/>
                      <a:pt x="1952" y="4795"/>
                      <a:pt x="1903" y="4838"/>
                    </a:cubicBezTo>
                    <a:cubicBezTo>
                      <a:pt x="1865" y="4828"/>
                      <a:pt x="1827" y="4822"/>
                      <a:pt x="1783" y="4817"/>
                    </a:cubicBezTo>
                    <a:cubicBezTo>
                      <a:pt x="1881" y="4675"/>
                      <a:pt x="1990" y="4545"/>
                      <a:pt x="2104" y="4425"/>
                    </a:cubicBezTo>
                    <a:cubicBezTo>
                      <a:pt x="2164" y="4355"/>
                      <a:pt x="2224" y="4295"/>
                      <a:pt x="2289" y="4235"/>
                    </a:cubicBezTo>
                    <a:cubicBezTo>
                      <a:pt x="2316" y="4213"/>
                      <a:pt x="2338" y="4192"/>
                      <a:pt x="2360" y="4164"/>
                    </a:cubicBezTo>
                    <a:cubicBezTo>
                      <a:pt x="2381" y="4251"/>
                      <a:pt x="2425" y="4317"/>
                      <a:pt x="2457" y="4398"/>
                    </a:cubicBezTo>
                    <a:cubicBezTo>
                      <a:pt x="2460" y="4409"/>
                      <a:pt x="2468" y="4414"/>
                      <a:pt x="2477" y="4414"/>
                    </a:cubicBezTo>
                    <a:cubicBezTo>
                      <a:pt x="2486" y="4414"/>
                      <a:pt x="2495" y="4409"/>
                      <a:pt x="2501" y="4398"/>
                    </a:cubicBezTo>
                    <a:cubicBezTo>
                      <a:pt x="2512" y="4328"/>
                      <a:pt x="2512" y="4251"/>
                      <a:pt x="2495" y="4181"/>
                    </a:cubicBezTo>
                    <a:cubicBezTo>
                      <a:pt x="2485" y="4088"/>
                      <a:pt x="2479" y="3996"/>
                      <a:pt x="2479" y="3904"/>
                    </a:cubicBezTo>
                    <a:cubicBezTo>
                      <a:pt x="2474" y="3860"/>
                      <a:pt x="2463" y="3817"/>
                      <a:pt x="2446" y="3773"/>
                    </a:cubicBezTo>
                    <a:cubicBezTo>
                      <a:pt x="2441" y="3719"/>
                      <a:pt x="2441" y="3664"/>
                      <a:pt x="2441" y="3615"/>
                    </a:cubicBezTo>
                    <a:cubicBezTo>
                      <a:pt x="2430" y="3512"/>
                      <a:pt x="2365" y="3431"/>
                      <a:pt x="2354" y="3327"/>
                    </a:cubicBezTo>
                    <a:cubicBezTo>
                      <a:pt x="2343" y="3284"/>
                      <a:pt x="2354" y="3240"/>
                      <a:pt x="2349" y="3197"/>
                    </a:cubicBezTo>
                    <a:cubicBezTo>
                      <a:pt x="2338" y="3159"/>
                      <a:pt x="2327" y="3121"/>
                      <a:pt x="2311" y="3077"/>
                    </a:cubicBezTo>
                    <a:cubicBezTo>
                      <a:pt x="2289" y="2979"/>
                      <a:pt x="2311" y="2871"/>
                      <a:pt x="2300" y="2767"/>
                    </a:cubicBezTo>
                    <a:cubicBezTo>
                      <a:pt x="2283" y="2664"/>
                      <a:pt x="2273" y="2561"/>
                      <a:pt x="2267" y="2458"/>
                    </a:cubicBezTo>
                    <a:lnTo>
                      <a:pt x="2267" y="2392"/>
                    </a:lnTo>
                    <a:cubicBezTo>
                      <a:pt x="2314" y="2439"/>
                      <a:pt x="2360" y="2481"/>
                      <a:pt x="2413" y="2481"/>
                    </a:cubicBezTo>
                    <a:cubicBezTo>
                      <a:pt x="2440" y="2481"/>
                      <a:pt x="2469" y="2469"/>
                      <a:pt x="2501" y="2441"/>
                    </a:cubicBezTo>
                    <a:cubicBezTo>
                      <a:pt x="2555" y="2381"/>
                      <a:pt x="2604" y="2322"/>
                      <a:pt x="2653" y="2251"/>
                    </a:cubicBezTo>
                    <a:cubicBezTo>
                      <a:pt x="2691" y="2218"/>
                      <a:pt x="2735" y="2197"/>
                      <a:pt x="2784" y="2191"/>
                    </a:cubicBezTo>
                    <a:close/>
                    <a:moveTo>
                      <a:pt x="9013" y="4605"/>
                    </a:moveTo>
                    <a:lnTo>
                      <a:pt x="9013" y="4605"/>
                    </a:lnTo>
                    <a:cubicBezTo>
                      <a:pt x="9002" y="4681"/>
                      <a:pt x="8986" y="4757"/>
                      <a:pt x="8969" y="4833"/>
                    </a:cubicBezTo>
                    <a:cubicBezTo>
                      <a:pt x="8948" y="4920"/>
                      <a:pt x="8915" y="4996"/>
                      <a:pt x="8877" y="5072"/>
                    </a:cubicBezTo>
                    <a:cubicBezTo>
                      <a:pt x="8855" y="5067"/>
                      <a:pt x="8834" y="5056"/>
                      <a:pt x="8817" y="5045"/>
                    </a:cubicBezTo>
                    <a:lnTo>
                      <a:pt x="8817" y="5040"/>
                    </a:lnTo>
                    <a:cubicBezTo>
                      <a:pt x="8763" y="4996"/>
                      <a:pt x="8725" y="4931"/>
                      <a:pt x="8654" y="4904"/>
                    </a:cubicBezTo>
                    <a:lnTo>
                      <a:pt x="8605" y="4887"/>
                    </a:lnTo>
                    <a:lnTo>
                      <a:pt x="8790" y="4768"/>
                    </a:lnTo>
                    <a:cubicBezTo>
                      <a:pt x="8866" y="4719"/>
                      <a:pt x="8942" y="4665"/>
                      <a:pt x="9013" y="4605"/>
                    </a:cubicBezTo>
                    <a:close/>
                    <a:moveTo>
                      <a:pt x="9355" y="4317"/>
                    </a:moveTo>
                    <a:lnTo>
                      <a:pt x="9355" y="4371"/>
                    </a:lnTo>
                    <a:cubicBezTo>
                      <a:pt x="9350" y="4458"/>
                      <a:pt x="9361" y="4545"/>
                      <a:pt x="9377" y="4626"/>
                    </a:cubicBezTo>
                    <a:cubicBezTo>
                      <a:pt x="9393" y="4713"/>
                      <a:pt x="9383" y="4800"/>
                      <a:pt x="9399" y="4887"/>
                    </a:cubicBezTo>
                    <a:cubicBezTo>
                      <a:pt x="9421" y="5002"/>
                      <a:pt x="9415" y="5121"/>
                      <a:pt x="9377" y="5230"/>
                    </a:cubicBezTo>
                    <a:lnTo>
                      <a:pt x="9372" y="5230"/>
                    </a:lnTo>
                    <a:cubicBezTo>
                      <a:pt x="9290" y="5224"/>
                      <a:pt x="9203" y="5214"/>
                      <a:pt x="9116" y="5192"/>
                    </a:cubicBezTo>
                    <a:cubicBezTo>
                      <a:pt x="9067" y="5170"/>
                      <a:pt x="9018" y="5148"/>
                      <a:pt x="8969" y="5121"/>
                    </a:cubicBezTo>
                    <a:cubicBezTo>
                      <a:pt x="9008" y="5029"/>
                      <a:pt x="9040" y="4936"/>
                      <a:pt x="9056" y="4844"/>
                    </a:cubicBezTo>
                    <a:cubicBezTo>
                      <a:pt x="9073" y="4746"/>
                      <a:pt x="9084" y="4648"/>
                      <a:pt x="9089" y="4550"/>
                    </a:cubicBezTo>
                    <a:cubicBezTo>
                      <a:pt x="9181" y="4485"/>
                      <a:pt x="9268" y="4414"/>
                      <a:pt x="9345" y="4333"/>
                    </a:cubicBezTo>
                    <a:cubicBezTo>
                      <a:pt x="9350" y="4328"/>
                      <a:pt x="9350" y="4322"/>
                      <a:pt x="9355" y="4317"/>
                    </a:cubicBezTo>
                    <a:close/>
                    <a:moveTo>
                      <a:pt x="8410" y="5007"/>
                    </a:moveTo>
                    <a:lnTo>
                      <a:pt x="8410" y="5007"/>
                    </a:lnTo>
                    <a:cubicBezTo>
                      <a:pt x="8399" y="5040"/>
                      <a:pt x="8393" y="5078"/>
                      <a:pt x="8382" y="5110"/>
                    </a:cubicBezTo>
                    <a:cubicBezTo>
                      <a:pt x="8339" y="5224"/>
                      <a:pt x="8295" y="5339"/>
                      <a:pt x="8246" y="5453"/>
                    </a:cubicBezTo>
                    <a:lnTo>
                      <a:pt x="8241" y="5447"/>
                    </a:lnTo>
                    <a:cubicBezTo>
                      <a:pt x="8187" y="5409"/>
                      <a:pt x="8121" y="5382"/>
                      <a:pt x="8062" y="5339"/>
                    </a:cubicBezTo>
                    <a:cubicBezTo>
                      <a:pt x="8029" y="5311"/>
                      <a:pt x="7996" y="5284"/>
                      <a:pt x="7964" y="5252"/>
                    </a:cubicBezTo>
                    <a:lnTo>
                      <a:pt x="8198" y="5127"/>
                    </a:lnTo>
                    <a:cubicBezTo>
                      <a:pt x="8268" y="5089"/>
                      <a:pt x="8339" y="5045"/>
                      <a:pt x="8410" y="5007"/>
                    </a:cubicBezTo>
                    <a:close/>
                    <a:moveTo>
                      <a:pt x="8518" y="4936"/>
                    </a:moveTo>
                    <a:cubicBezTo>
                      <a:pt x="8524" y="4942"/>
                      <a:pt x="8524" y="4947"/>
                      <a:pt x="8529" y="4953"/>
                    </a:cubicBezTo>
                    <a:cubicBezTo>
                      <a:pt x="8562" y="4985"/>
                      <a:pt x="8611" y="4996"/>
                      <a:pt x="8643" y="5023"/>
                    </a:cubicBezTo>
                    <a:cubicBezTo>
                      <a:pt x="8714" y="5083"/>
                      <a:pt x="8741" y="5143"/>
                      <a:pt x="8823" y="5186"/>
                    </a:cubicBezTo>
                    <a:cubicBezTo>
                      <a:pt x="8812" y="5203"/>
                      <a:pt x="8806" y="5219"/>
                      <a:pt x="8801" y="5241"/>
                    </a:cubicBezTo>
                    <a:cubicBezTo>
                      <a:pt x="8752" y="5366"/>
                      <a:pt x="8714" y="5496"/>
                      <a:pt x="8660" y="5627"/>
                    </a:cubicBezTo>
                    <a:cubicBezTo>
                      <a:pt x="8632" y="5616"/>
                      <a:pt x="8605" y="5605"/>
                      <a:pt x="8578" y="5594"/>
                    </a:cubicBezTo>
                    <a:cubicBezTo>
                      <a:pt x="8497" y="5561"/>
                      <a:pt x="8420" y="5545"/>
                      <a:pt x="8344" y="5513"/>
                    </a:cubicBezTo>
                    <a:cubicBezTo>
                      <a:pt x="8382" y="5420"/>
                      <a:pt x="8410" y="5328"/>
                      <a:pt x="8442" y="5230"/>
                    </a:cubicBezTo>
                    <a:lnTo>
                      <a:pt x="8442" y="5235"/>
                    </a:lnTo>
                    <a:cubicBezTo>
                      <a:pt x="8469" y="5137"/>
                      <a:pt x="8475" y="5040"/>
                      <a:pt x="8502" y="4947"/>
                    </a:cubicBezTo>
                    <a:lnTo>
                      <a:pt x="8518" y="4936"/>
                    </a:lnTo>
                    <a:close/>
                    <a:moveTo>
                      <a:pt x="1756" y="4953"/>
                    </a:moveTo>
                    <a:lnTo>
                      <a:pt x="1756" y="4953"/>
                    </a:lnTo>
                    <a:cubicBezTo>
                      <a:pt x="1752" y="4966"/>
                      <a:pt x="1762" y="4976"/>
                      <a:pt x="1775" y="4976"/>
                    </a:cubicBezTo>
                    <a:cubicBezTo>
                      <a:pt x="1778" y="4976"/>
                      <a:pt x="1780" y="4975"/>
                      <a:pt x="1783" y="4974"/>
                    </a:cubicBezTo>
                    <a:lnTo>
                      <a:pt x="1832" y="4958"/>
                    </a:lnTo>
                    <a:lnTo>
                      <a:pt x="1854" y="4969"/>
                    </a:lnTo>
                    <a:cubicBezTo>
                      <a:pt x="1903" y="4985"/>
                      <a:pt x="1968" y="5007"/>
                      <a:pt x="1990" y="5056"/>
                    </a:cubicBezTo>
                    <a:cubicBezTo>
                      <a:pt x="2017" y="5105"/>
                      <a:pt x="1990" y="5132"/>
                      <a:pt x="1968" y="5186"/>
                    </a:cubicBezTo>
                    <a:cubicBezTo>
                      <a:pt x="1952" y="5246"/>
                      <a:pt x="1930" y="5306"/>
                      <a:pt x="1903" y="5360"/>
                    </a:cubicBezTo>
                    <a:cubicBezTo>
                      <a:pt x="1876" y="5409"/>
                      <a:pt x="1843" y="5458"/>
                      <a:pt x="1816" y="5507"/>
                    </a:cubicBezTo>
                    <a:cubicBezTo>
                      <a:pt x="1811" y="5518"/>
                      <a:pt x="1800" y="5534"/>
                      <a:pt x="1789" y="5551"/>
                    </a:cubicBezTo>
                    <a:lnTo>
                      <a:pt x="1772" y="5556"/>
                    </a:lnTo>
                    <a:cubicBezTo>
                      <a:pt x="1740" y="5572"/>
                      <a:pt x="1729" y="5610"/>
                      <a:pt x="1740" y="5643"/>
                    </a:cubicBezTo>
                    <a:lnTo>
                      <a:pt x="1707" y="5703"/>
                    </a:lnTo>
                    <a:cubicBezTo>
                      <a:pt x="1653" y="5697"/>
                      <a:pt x="1604" y="5692"/>
                      <a:pt x="1555" y="5692"/>
                    </a:cubicBezTo>
                    <a:cubicBezTo>
                      <a:pt x="1540" y="5692"/>
                      <a:pt x="1519" y="5694"/>
                      <a:pt x="1497" y="5694"/>
                    </a:cubicBezTo>
                    <a:cubicBezTo>
                      <a:pt x="1464" y="5694"/>
                      <a:pt x="1430" y="5690"/>
                      <a:pt x="1414" y="5670"/>
                    </a:cubicBezTo>
                    <a:cubicBezTo>
                      <a:pt x="1387" y="5643"/>
                      <a:pt x="1397" y="5556"/>
                      <a:pt x="1397" y="5518"/>
                    </a:cubicBezTo>
                    <a:cubicBezTo>
                      <a:pt x="1397" y="5387"/>
                      <a:pt x="1387" y="5268"/>
                      <a:pt x="1452" y="5148"/>
                    </a:cubicBezTo>
                    <a:cubicBezTo>
                      <a:pt x="1517" y="5029"/>
                      <a:pt x="1631" y="4985"/>
                      <a:pt x="1756" y="4953"/>
                    </a:cubicBezTo>
                    <a:close/>
                    <a:moveTo>
                      <a:pt x="1881" y="5730"/>
                    </a:moveTo>
                    <a:cubicBezTo>
                      <a:pt x="1892" y="5741"/>
                      <a:pt x="1903" y="5752"/>
                      <a:pt x="1903" y="5768"/>
                    </a:cubicBezTo>
                    <a:cubicBezTo>
                      <a:pt x="1897" y="5768"/>
                      <a:pt x="1887" y="5763"/>
                      <a:pt x="1881" y="5763"/>
                    </a:cubicBezTo>
                    <a:lnTo>
                      <a:pt x="1865" y="5768"/>
                    </a:lnTo>
                    <a:cubicBezTo>
                      <a:pt x="1870" y="5752"/>
                      <a:pt x="1876" y="5741"/>
                      <a:pt x="1881" y="5730"/>
                    </a:cubicBezTo>
                    <a:close/>
                    <a:moveTo>
                      <a:pt x="6426" y="5871"/>
                    </a:moveTo>
                    <a:lnTo>
                      <a:pt x="6415" y="5904"/>
                    </a:lnTo>
                    <a:lnTo>
                      <a:pt x="6393" y="5882"/>
                    </a:lnTo>
                    <a:lnTo>
                      <a:pt x="6426" y="5871"/>
                    </a:lnTo>
                    <a:close/>
                    <a:moveTo>
                      <a:pt x="7817" y="5328"/>
                    </a:moveTo>
                    <a:lnTo>
                      <a:pt x="7817" y="5328"/>
                    </a:lnTo>
                    <a:cubicBezTo>
                      <a:pt x="7806" y="5349"/>
                      <a:pt x="7801" y="5377"/>
                      <a:pt x="7790" y="5398"/>
                    </a:cubicBezTo>
                    <a:cubicBezTo>
                      <a:pt x="7730" y="5567"/>
                      <a:pt x="7665" y="5730"/>
                      <a:pt x="7589" y="5893"/>
                    </a:cubicBezTo>
                    <a:cubicBezTo>
                      <a:pt x="7589" y="5898"/>
                      <a:pt x="7583" y="5898"/>
                      <a:pt x="7583" y="5904"/>
                    </a:cubicBezTo>
                    <a:cubicBezTo>
                      <a:pt x="7453" y="5806"/>
                      <a:pt x="7333" y="5697"/>
                      <a:pt x="7214" y="5589"/>
                    </a:cubicBezTo>
                    <a:cubicBezTo>
                      <a:pt x="7339" y="5540"/>
                      <a:pt x="7469" y="5491"/>
                      <a:pt x="7594" y="5431"/>
                    </a:cubicBezTo>
                    <a:cubicBezTo>
                      <a:pt x="7670" y="5398"/>
                      <a:pt x="7741" y="5366"/>
                      <a:pt x="7817" y="5328"/>
                    </a:cubicBezTo>
                    <a:close/>
                    <a:moveTo>
                      <a:pt x="8921" y="5246"/>
                    </a:moveTo>
                    <a:cubicBezTo>
                      <a:pt x="8975" y="5284"/>
                      <a:pt x="9040" y="5311"/>
                      <a:pt x="9105" y="5328"/>
                    </a:cubicBezTo>
                    <a:cubicBezTo>
                      <a:pt x="9137" y="5332"/>
                      <a:pt x="9169" y="5335"/>
                      <a:pt x="9202" y="5335"/>
                    </a:cubicBezTo>
                    <a:cubicBezTo>
                      <a:pt x="9248" y="5335"/>
                      <a:pt x="9295" y="5330"/>
                      <a:pt x="9339" y="5317"/>
                    </a:cubicBezTo>
                    <a:lnTo>
                      <a:pt x="9339" y="5317"/>
                    </a:lnTo>
                    <a:cubicBezTo>
                      <a:pt x="9328" y="5339"/>
                      <a:pt x="9317" y="5360"/>
                      <a:pt x="9306" y="5382"/>
                    </a:cubicBezTo>
                    <a:lnTo>
                      <a:pt x="9306" y="5387"/>
                    </a:lnTo>
                    <a:cubicBezTo>
                      <a:pt x="9263" y="5464"/>
                      <a:pt x="9214" y="5534"/>
                      <a:pt x="9154" y="5605"/>
                    </a:cubicBezTo>
                    <a:cubicBezTo>
                      <a:pt x="9100" y="5676"/>
                      <a:pt x="9040" y="5746"/>
                      <a:pt x="8975" y="5817"/>
                    </a:cubicBezTo>
                    <a:cubicBezTo>
                      <a:pt x="8899" y="5860"/>
                      <a:pt x="8823" y="5904"/>
                      <a:pt x="8741" y="5942"/>
                    </a:cubicBezTo>
                    <a:cubicBezTo>
                      <a:pt x="8698" y="5975"/>
                      <a:pt x="8660" y="6002"/>
                      <a:pt x="8622" y="6023"/>
                    </a:cubicBezTo>
                    <a:cubicBezTo>
                      <a:pt x="8670" y="5953"/>
                      <a:pt x="8709" y="5871"/>
                      <a:pt x="8730" y="5790"/>
                    </a:cubicBezTo>
                    <a:cubicBezTo>
                      <a:pt x="8744" y="5792"/>
                      <a:pt x="8758" y="5793"/>
                      <a:pt x="8772" y="5793"/>
                    </a:cubicBezTo>
                    <a:cubicBezTo>
                      <a:pt x="8828" y="5793"/>
                      <a:pt x="8882" y="5775"/>
                      <a:pt x="8926" y="5735"/>
                    </a:cubicBezTo>
                    <a:cubicBezTo>
                      <a:pt x="8948" y="5714"/>
                      <a:pt x="8931" y="5676"/>
                      <a:pt x="8899" y="5676"/>
                    </a:cubicBezTo>
                    <a:cubicBezTo>
                      <a:pt x="8861" y="5676"/>
                      <a:pt x="8823" y="5670"/>
                      <a:pt x="8785" y="5665"/>
                    </a:cubicBezTo>
                    <a:cubicBezTo>
                      <a:pt x="8828" y="5540"/>
                      <a:pt x="8861" y="5415"/>
                      <a:pt x="8904" y="5290"/>
                    </a:cubicBezTo>
                    <a:cubicBezTo>
                      <a:pt x="8904" y="5279"/>
                      <a:pt x="8915" y="5262"/>
                      <a:pt x="8921" y="5246"/>
                    </a:cubicBezTo>
                    <a:close/>
                    <a:moveTo>
                      <a:pt x="7915" y="5360"/>
                    </a:moveTo>
                    <a:cubicBezTo>
                      <a:pt x="7937" y="5387"/>
                      <a:pt x="7958" y="5409"/>
                      <a:pt x="7980" y="5431"/>
                    </a:cubicBezTo>
                    <a:cubicBezTo>
                      <a:pt x="8029" y="5464"/>
                      <a:pt x="8073" y="5496"/>
                      <a:pt x="8127" y="5529"/>
                    </a:cubicBezTo>
                    <a:cubicBezTo>
                      <a:pt x="8143" y="5540"/>
                      <a:pt x="8165" y="5556"/>
                      <a:pt x="8187" y="5572"/>
                    </a:cubicBezTo>
                    <a:cubicBezTo>
                      <a:pt x="8116" y="5708"/>
                      <a:pt x="8078" y="5850"/>
                      <a:pt x="8013" y="5980"/>
                    </a:cubicBezTo>
                    <a:cubicBezTo>
                      <a:pt x="7991" y="6023"/>
                      <a:pt x="7975" y="6062"/>
                      <a:pt x="7953" y="6105"/>
                    </a:cubicBezTo>
                    <a:cubicBezTo>
                      <a:pt x="7866" y="6078"/>
                      <a:pt x="7784" y="6045"/>
                      <a:pt x="7708" y="5996"/>
                    </a:cubicBezTo>
                    <a:lnTo>
                      <a:pt x="7692" y="5991"/>
                    </a:lnTo>
                    <a:cubicBezTo>
                      <a:pt x="7784" y="5784"/>
                      <a:pt x="7861" y="5578"/>
                      <a:pt x="7915" y="5360"/>
                    </a:cubicBezTo>
                    <a:close/>
                    <a:moveTo>
                      <a:pt x="5746" y="6100"/>
                    </a:moveTo>
                    <a:lnTo>
                      <a:pt x="5746" y="6100"/>
                    </a:lnTo>
                    <a:cubicBezTo>
                      <a:pt x="5741" y="6121"/>
                      <a:pt x="5735" y="6143"/>
                      <a:pt x="5730" y="6165"/>
                    </a:cubicBezTo>
                    <a:cubicBezTo>
                      <a:pt x="5713" y="6149"/>
                      <a:pt x="5697" y="6132"/>
                      <a:pt x="5681" y="6116"/>
                    </a:cubicBezTo>
                    <a:lnTo>
                      <a:pt x="5724" y="6105"/>
                    </a:lnTo>
                    <a:lnTo>
                      <a:pt x="5746" y="6100"/>
                    </a:lnTo>
                    <a:close/>
                    <a:moveTo>
                      <a:pt x="8285" y="5648"/>
                    </a:moveTo>
                    <a:cubicBezTo>
                      <a:pt x="8328" y="5670"/>
                      <a:pt x="8372" y="5686"/>
                      <a:pt x="8415" y="5697"/>
                    </a:cubicBezTo>
                    <a:cubicBezTo>
                      <a:pt x="8486" y="5714"/>
                      <a:pt x="8540" y="5746"/>
                      <a:pt x="8605" y="5763"/>
                    </a:cubicBezTo>
                    <a:cubicBezTo>
                      <a:pt x="8573" y="5855"/>
                      <a:pt x="8545" y="5942"/>
                      <a:pt x="8513" y="6034"/>
                    </a:cubicBezTo>
                    <a:cubicBezTo>
                      <a:pt x="8507" y="6045"/>
                      <a:pt x="8513" y="6062"/>
                      <a:pt x="8524" y="6072"/>
                    </a:cubicBezTo>
                    <a:cubicBezTo>
                      <a:pt x="8453" y="6100"/>
                      <a:pt x="8388" y="6132"/>
                      <a:pt x="8323" y="6176"/>
                    </a:cubicBezTo>
                    <a:cubicBezTo>
                      <a:pt x="8318" y="6162"/>
                      <a:pt x="8306" y="6153"/>
                      <a:pt x="8293" y="6153"/>
                    </a:cubicBezTo>
                    <a:cubicBezTo>
                      <a:pt x="8290" y="6153"/>
                      <a:pt x="8287" y="6153"/>
                      <a:pt x="8285" y="6154"/>
                    </a:cubicBezTo>
                    <a:cubicBezTo>
                      <a:pt x="8261" y="6158"/>
                      <a:pt x="8238" y="6160"/>
                      <a:pt x="8215" y="6160"/>
                    </a:cubicBezTo>
                    <a:cubicBezTo>
                      <a:pt x="8174" y="6160"/>
                      <a:pt x="8133" y="6154"/>
                      <a:pt x="8094" y="6143"/>
                    </a:cubicBezTo>
                    <a:cubicBezTo>
                      <a:pt x="8105" y="6110"/>
                      <a:pt x="8116" y="6083"/>
                      <a:pt x="8127" y="6051"/>
                    </a:cubicBezTo>
                    <a:cubicBezTo>
                      <a:pt x="8187" y="5920"/>
                      <a:pt x="8225" y="5779"/>
                      <a:pt x="8285" y="5648"/>
                    </a:cubicBezTo>
                    <a:close/>
                    <a:moveTo>
                      <a:pt x="7089" y="5638"/>
                    </a:moveTo>
                    <a:cubicBezTo>
                      <a:pt x="7067" y="5708"/>
                      <a:pt x="7045" y="5773"/>
                      <a:pt x="7023" y="5844"/>
                    </a:cubicBezTo>
                    <a:cubicBezTo>
                      <a:pt x="6980" y="5980"/>
                      <a:pt x="6926" y="6116"/>
                      <a:pt x="6866" y="6252"/>
                    </a:cubicBezTo>
                    <a:lnTo>
                      <a:pt x="6855" y="6241"/>
                    </a:lnTo>
                    <a:cubicBezTo>
                      <a:pt x="6735" y="6159"/>
                      <a:pt x="6616" y="6067"/>
                      <a:pt x="6507" y="5975"/>
                    </a:cubicBezTo>
                    <a:cubicBezTo>
                      <a:pt x="6507" y="5964"/>
                      <a:pt x="6512" y="5953"/>
                      <a:pt x="6512" y="5942"/>
                    </a:cubicBezTo>
                    <a:cubicBezTo>
                      <a:pt x="6523" y="5904"/>
                      <a:pt x="6534" y="5866"/>
                      <a:pt x="6545" y="5828"/>
                    </a:cubicBezTo>
                    <a:cubicBezTo>
                      <a:pt x="6686" y="5790"/>
                      <a:pt x="6833" y="5741"/>
                      <a:pt x="6969" y="5686"/>
                    </a:cubicBezTo>
                    <a:lnTo>
                      <a:pt x="7089" y="5638"/>
                    </a:lnTo>
                    <a:close/>
                    <a:moveTo>
                      <a:pt x="8035" y="6279"/>
                    </a:moveTo>
                    <a:cubicBezTo>
                      <a:pt x="8062" y="6284"/>
                      <a:pt x="8094" y="6290"/>
                      <a:pt x="8121" y="6290"/>
                    </a:cubicBezTo>
                    <a:cubicBezTo>
                      <a:pt x="8100" y="6301"/>
                      <a:pt x="8083" y="6312"/>
                      <a:pt x="8062" y="6317"/>
                    </a:cubicBezTo>
                    <a:lnTo>
                      <a:pt x="8062" y="6322"/>
                    </a:lnTo>
                    <a:cubicBezTo>
                      <a:pt x="8045" y="6328"/>
                      <a:pt x="8024" y="6339"/>
                      <a:pt x="8007" y="6350"/>
                    </a:cubicBezTo>
                    <a:cubicBezTo>
                      <a:pt x="8018" y="6328"/>
                      <a:pt x="8029" y="6301"/>
                      <a:pt x="8035" y="6279"/>
                    </a:cubicBezTo>
                    <a:close/>
                    <a:moveTo>
                      <a:pt x="7181" y="5703"/>
                    </a:moveTo>
                    <a:cubicBezTo>
                      <a:pt x="7284" y="5822"/>
                      <a:pt x="7399" y="5937"/>
                      <a:pt x="7524" y="6034"/>
                    </a:cubicBezTo>
                    <a:cubicBezTo>
                      <a:pt x="7469" y="6138"/>
                      <a:pt x="7420" y="6241"/>
                      <a:pt x="7371" y="6339"/>
                    </a:cubicBezTo>
                    <a:cubicBezTo>
                      <a:pt x="7355" y="6382"/>
                      <a:pt x="7333" y="6426"/>
                      <a:pt x="7312" y="6469"/>
                    </a:cubicBezTo>
                    <a:lnTo>
                      <a:pt x="7306" y="6469"/>
                    </a:lnTo>
                    <a:cubicBezTo>
                      <a:pt x="7268" y="6458"/>
                      <a:pt x="7230" y="6447"/>
                      <a:pt x="7197" y="6431"/>
                    </a:cubicBezTo>
                    <a:cubicBezTo>
                      <a:pt x="7121" y="6404"/>
                      <a:pt x="7051" y="6366"/>
                      <a:pt x="6980" y="6328"/>
                    </a:cubicBezTo>
                    <a:cubicBezTo>
                      <a:pt x="7061" y="6127"/>
                      <a:pt x="7132" y="5915"/>
                      <a:pt x="7181" y="5703"/>
                    </a:cubicBezTo>
                    <a:close/>
                    <a:moveTo>
                      <a:pt x="1223" y="5589"/>
                    </a:moveTo>
                    <a:cubicBezTo>
                      <a:pt x="1223" y="5638"/>
                      <a:pt x="1229" y="5681"/>
                      <a:pt x="1245" y="5730"/>
                    </a:cubicBezTo>
                    <a:cubicBezTo>
                      <a:pt x="1207" y="5904"/>
                      <a:pt x="1332" y="6072"/>
                      <a:pt x="1512" y="6089"/>
                    </a:cubicBezTo>
                    <a:cubicBezTo>
                      <a:pt x="1518" y="6089"/>
                      <a:pt x="1524" y="6089"/>
                      <a:pt x="1531" y="6089"/>
                    </a:cubicBezTo>
                    <a:cubicBezTo>
                      <a:pt x="1658" y="6089"/>
                      <a:pt x="1863" y="6039"/>
                      <a:pt x="1930" y="5920"/>
                    </a:cubicBezTo>
                    <a:cubicBezTo>
                      <a:pt x="1941" y="5996"/>
                      <a:pt x="1946" y="6072"/>
                      <a:pt x="1936" y="6149"/>
                    </a:cubicBezTo>
                    <a:cubicBezTo>
                      <a:pt x="1919" y="6279"/>
                      <a:pt x="1859" y="6415"/>
                      <a:pt x="1718" y="6458"/>
                    </a:cubicBezTo>
                    <a:cubicBezTo>
                      <a:pt x="1672" y="6469"/>
                      <a:pt x="1620" y="6469"/>
                      <a:pt x="1569" y="6469"/>
                    </a:cubicBezTo>
                    <a:cubicBezTo>
                      <a:pt x="1517" y="6469"/>
                      <a:pt x="1465" y="6469"/>
                      <a:pt x="1419" y="6480"/>
                    </a:cubicBezTo>
                    <a:cubicBezTo>
                      <a:pt x="1405" y="6483"/>
                      <a:pt x="1390" y="6484"/>
                      <a:pt x="1376" y="6484"/>
                    </a:cubicBezTo>
                    <a:cubicBezTo>
                      <a:pt x="1331" y="6484"/>
                      <a:pt x="1289" y="6471"/>
                      <a:pt x="1256" y="6442"/>
                    </a:cubicBezTo>
                    <a:cubicBezTo>
                      <a:pt x="1207" y="6415"/>
                      <a:pt x="1153" y="6393"/>
                      <a:pt x="1104" y="6366"/>
                    </a:cubicBezTo>
                    <a:cubicBezTo>
                      <a:pt x="1006" y="6306"/>
                      <a:pt x="1033" y="6154"/>
                      <a:pt x="1039" y="6051"/>
                    </a:cubicBezTo>
                    <a:cubicBezTo>
                      <a:pt x="1055" y="5931"/>
                      <a:pt x="1088" y="5811"/>
                      <a:pt x="1136" y="5697"/>
                    </a:cubicBezTo>
                    <a:cubicBezTo>
                      <a:pt x="1158" y="5638"/>
                      <a:pt x="1169" y="5599"/>
                      <a:pt x="1223" y="5589"/>
                    </a:cubicBezTo>
                    <a:close/>
                    <a:moveTo>
                      <a:pt x="7638" y="6116"/>
                    </a:moveTo>
                    <a:cubicBezTo>
                      <a:pt x="7670" y="6138"/>
                      <a:pt x="7708" y="6159"/>
                      <a:pt x="7746" y="6181"/>
                    </a:cubicBezTo>
                    <a:cubicBezTo>
                      <a:pt x="7795" y="6203"/>
                      <a:pt x="7844" y="6225"/>
                      <a:pt x="7893" y="6241"/>
                    </a:cubicBezTo>
                    <a:cubicBezTo>
                      <a:pt x="7871" y="6301"/>
                      <a:pt x="7855" y="6355"/>
                      <a:pt x="7850" y="6420"/>
                    </a:cubicBezTo>
                    <a:lnTo>
                      <a:pt x="7844" y="6420"/>
                    </a:lnTo>
                    <a:cubicBezTo>
                      <a:pt x="7844" y="6420"/>
                      <a:pt x="7844" y="6420"/>
                      <a:pt x="7844" y="6426"/>
                    </a:cubicBezTo>
                    <a:cubicBezTo>
                      <a:pt x="7752" y="6469"/>
                      <a:pt x="7654" y="6507"/>
                      <a:pt x="7556" y="6534"/>
                    </a:cubicBezTo>
                    <a:cubicBezTo>
                      <a:pt x="7534" y="6540"/>
                      <a:pt x="7507" y="6545"/>
                      <a:pt x="7485" y="6556"/>
                    </a:cubicBezTo>
                    <a:cubicBezTo>
                      <a:pt x="7485" y="6545"/>
                      <a:pt x="7480" y="6534"/>
                      <a:pt x="7469" y="6529"/>
                    </a:cubicBezTo>
                    <a:lnTo>
                      <a:pt x="7453" y="6518"/>
                    </a:lnTo>
                    <a:cubicBezTo>
                      <a:pt x="7453" y="6518"/>
                      <a:pt x="7453" y="6513"/>
                      <a:pt x="7453" y="6513"/>
                    </a:cubicBezTo>
                    <a:cubicBezTo>
                      <a:pt x="7524" y="6382"/>
                      <a:pt x="7578" y="6252"/>
                      <a:pt x="7638" y="6116"/>
                    </a:cubicBezTo>
                    <a:close/>
                    <a:moveTo>
                      <a:pt x="6295" y="5915"/>
                    </a:moveTo>
                    <a:lnTo>
                      <a:pt x="6382" y="6007"/>
                    </a:lnTo>
                    <a:lnTo>
                      <a:pt x="6387" y="6007"/>
                    </a:lnTo>
                    <a:cubicBezTo>
                      <a:pt x="6366" y="6083"/>
                      <a:pt x="6344" y="6165"/>
                      <a:pt x="6317" y="6241"/>
                    </a:cubicBezTo>
                    <a:cubicBezTo>
                      <a:pt x="6279" y="6366"/>
                      <a:pt x="6235" y="6496"/>
                      <a:pt x="6181" y="6621"/>
                    </a:cubicBezTo>
                    <a:cubicBezTo>
                      <a:pt x="6159" y="6605"/>
                      <a:pt x="6143" y="6589"/>
                      <a:pt x="6121" y="6567"/>
                    </a:cubicBezTo>
                    <a:cubicBezTo>
                      <a:pt x="6018" y="6469"/>
                      <a:pt x="5925" y="6371"/>
                      <a:pt x="5828" y="6268"/>
                    </a:cubicBezTo>
                    <a:lnTo>
                      <a:pt x="5833" y="6241"/>
                    </a:lnTo>
                    <a:cubicBezTo>
                      <a:pt x="5838" y="6181"/>
                      <a:pt x="5849" y="6121"/>
                      <a:pt x="5860" y="6062"/>
                    </a:cubicBezTo>
                    <a:cubicBezTo>
                      <a:pt x="6007" y="6018"/>
                      <a:pt x="6154" y="5964"/>
                      <a:pt x="6295" y="5915"/>
                    </a:cubicBezTo>
                    <a:close/>
                    <a:moveTo>
                      <a:pt x="5186" y="6241"/>
                    </a:moveTo>
                    <a:cubicBezTo>
                      <a:pt x="5154" y="6371"/>
                      <a:pt x="5110" y="6502"/>
                      <a:pt x="5050" y="6627"/>
                    </a:cubicBezTo>
                    <a:lnTo>
                      <a:pt x="5045" y="6649"/>
                    </a:lnTo>
                    <a:cubicBezTo>
                      <a:pt x="4990" y="6611"/>
                      <a:pt x="4942" y="6567"/>
                      <a:pt x="4898" y="6524"/>
                    </a:cubicBezTo>
                    <a:cubicBezTo>
                      <a:pt x="4844" y="6464"/>
                      <a:pt x="4806" y="6399"/>
                      <a:pt x="4762" y="6339"/>
                    </a:cubicBezTo>
                    <a:cubicBezTo>
                      <a:pt x="4903" y="6306"/>
                      <a:pt x="5045" y="6274"/>
                      <a:pt x="5186" y="6241"/>
                    </a:cubicBezTo>
                    <a:close/>
                    <a:moveTo>
                      <a:pt x="6480" y="6105"/>
                    </a:moveTo>
                    <a:cubicBezTo>
                      <a:pt x="6583" y="6203"/>
                      <a:pt x="6692" y="6301"/>
                      <a:pt x="6806" y="6382"/>
                    </a:cubicBezTo>
                    <a:cubicBezTo>
                      <a:pt x="6752" y="6507"/>
                      <a:pt x="6692" y="6627"/>
                      <a:pt x="6632" y="6746"/>
                    </a:cubicBezTo>
                    <a:cubicBezTo>
                      <a:pt x="6616" y="6779"/>
                      <a:pt x="6594" y="6806"/>
                      <a:pt x="6578" y="6839"/>
                    </a:cubicBezTo>
                    <a:cubicBezTo>
                      <a:pt x="6480" y="6801"/>
                      <a:pt x="6387" y="6757"/>
                      <a:pt x="6295" y="6703"/>
                    </a:cubicBezTo>
                    <a:cubicBezTo>
                      <a:pt x="6355" y="6551"/>
                      <a:pt x="6409" y="6393"/>
                      <a:pt x="6447" y="6235"/>
                    </a:cubicBezTo>
                    <a:cubicBezTo>
                      <a:pt x="6458" y="6192"/>
                      <a:pt x="6469" y="6149"/>
                      <a:pt x="6480" y="6105"/>
                    </a:cubicBezTo>
                    <a:close/>
                    <a:moveTo>
                      <a:pt x="4458" y="6399"/>
                    </a:moveTo>
                    <a:lnTo>
                      <a:pt x="4458" y="6399"/>
                    </a:lnTo>
                    <a:cubicBezTo>
                      <a:pt x="4420" y="6572"/>
                      <a:pt x="4365" y="6746"/>
                      <a:pt x="4295" y="6910"/>
                    </a:cubicBezTo>
                    <a:cubicBezTo>
                      <a:pt x="4251" y="6866"/>
                      <a:pt x="4202" y="6823"/>
                      <a:pt x="4159" y="6774"/>
                    </a:cubicBezTo>
                    <a:cubicBezTo>
                      <a:pt x="4099" y="6719"/>
                      <a:pt x="4050" y="6654"/>
                      <a:pt x="4007" y="6589"/>
                    </a:cubicBezTo>
                    <a:cubicBezTo>
                      <a:pt x="3996" y="6567"/>
                      <a:pt x="3985" y="6551"/>
                      <a:pt x="3969" y="6534"/>
                    </a:cubicBezTo>
                    <a:lnTo>
                      <a:pt x="3974" y="6534"/>
                    </a:lnTo>
                    <a:cubicBezTo>
                      <a:pt x="3974" y="6518"/>
                      <a:pt x="3979" y="6496"/>
                      <a:pt x="3979" y="6480"/>
                    </a:cubicBezTo>
                    <a:cubicBezTo>
                      <a:pt x="4094" y="6464"/>
                      <a:pt x="4213" y="6447"/>
                      <a:pt x="4322" y="6426"/>
                    </a:cubicBezTo>
                    <a:lnTo>
                      <a:pt x="4458" y="6399"/>
                    </a:lnTo>
                    <a:close/>
                    <a:moveTo>
                      <a:pt x="6920" y="6458"/>
                    </a:moveTo>
                    <a:cubicBezTo>
                      <a:pt x="7002" y="6507"/>
                      <a:pt x="7083" y="6545"/>
                      <a:pt x="7170" y="6572"/>
                    </a:cubicBezTo>
                    <a:cubicBezTo>
                      <a:pt x="7192" y="6583"/>
                      <a:pt x="7219" y="6589"/>
                      <a:pt x="7246" y="6600"/>
                    </a:cubicBezTo>
                    <a:cubicBezTo>
                      <a:pt x="7235" y="6627"/>
                      <a:pt x="7225" y="6654"/>
                      <a:pt x="7214" y="6681"/>
                    </a:cubicBezTo>
                    <a:cubicBezTo>
                      <a:pt x="7165" y="6708"/>
                      <a:pt x="7116" y="6736"/>
                      <a:pt x="7067" y="6757"/>
                    </a:cubicBezTo>
                    <a:cubicBezTo>
                      <a:pt x="6964" y="6806"/>
                      <a:pt x="6866" y="6855"/>
                      <a:pt x="6768" y="6910"/>
                    </a:cubicBezTo>
                    <a:lnTo>
                      <a:pt x="6714" y="6888"/>
                    </a:lnTo>
                    <a:cubicBezTo>
                      <a:pt x="6790" y="6752"/>
                      <a:pt x="6855" y="6605"/>
                      <a:pt x="6920" y="6458"/>
                    </a:cubicBezTo>
                    <a:close/>
                    <a:moveTo>
                      <a:pt x="5578" y="6143"/>
                    </a:moveTo>
                    <a:cubicBezTo>
                      <a:pt x="5621" y="6192"/>
                      <a:pt x="5664" y="6246"/>
                      <a:pt x="5703" y="6295"/>
                    </a:cubicBezTo>
                    <a:cubicBezTo>
                      <a:pt x="5692" y="6355"/>
                      <a:pt x="5675" y="6409"/>
                      <a:pt x="5654" y="6464"/>
                    </a:cubicBezTo>
                    <a:cubicBezTo>
                      <a:pt x="5588" y="6649"/>
                      <a:pt x="5496" y="6823"/>
                      <a:pt x="5425" y="7007"/>
                    </a:cubicBezTo>
                    <a:cubicBezTo>
                      <a:pt x="5355" y="6958"/>
                      <a:pt x="5295" y="6910"/>
                      <a:pt x="5230" y="6855"/>
                    </a:cubicBezTo>
                    <a:cubicBezTo>
                      <a:pt x="5192" y="6823"/>
                      <a:pt x="5154" y="6779"/>
                      <a:pt x="5115" y="6736"/>
                    </a:cubicBezTo>
                    <a:cubicBezTo>
                      <a:pt x="5137" y="6687"/>
                      <a:pt x="5154" y="6638"/>
                      <a:pt x="5170" y="6589"/>
                    </a:cubicBezTo>
                    <a:cubicBezTo>
                      <a:pt x="5213" y="6469"/>
                      <a:pt x="5240" y="6350"/>
                      <a:pt x="5262" y="6225"/>
                    </a:cubicBezTo>
                    <a:cubicBezTo>
                      <a:pt x="5366" y="6197"/>
                      <a:pt x="5474" y="6170"/>
                      <a:pt x="5578" y="6143"/>
                    </a:cubicBezTo>
                    <a:close/>
                    <a:moveTo>
                      <a:pt x="5800" y="6415"/>
                    </a:moveTo>
                    <a:cubicBezTo>
                      <a:pt x="5893" y="6534"/>
                      <a:pt x="5996" y="6643"/>
                      <a:pt x="6110" y="6741"/>
                    </a:cubicBezTo>
                    <a:lnTo>
                      <a:pt x="6127" y="6752"/>
                    </a:lnTo>
                    <a:cubicBezTo>
                      <a:pt x="6045" y="6910"/>
                      <a:pt x="5969" y="7073"/>
                      <a:pt x="5876" y="7230"/>
                    </a:cubicBezTo>
                    <a:cubicBezTo>
                      <a:pt x="5800" y="7203"/>
                      <a:pt x="5724" y="7176"/>
                      <a:pt x="5648" y="7143"/>
                    </a:cubicBezTo>
                    <a:lnTo>
                      <a:pt x="5648" y="7138"/>
                    </a:lnTo>
                    <a:cubicBezTo>
                      <a:pt x="5616" y="7122"/>
                      <a:pt x="5583" y="7105"/>
                      <a:pt x="5545" y="7083"/>
                    </a:cubicBezTo>
                    <a:lnTo>
                      <a:pt x="5550" y="7067"/>
                    </a:lnTo>
                    <a:cubicBezTo>
                      <a:pt x="5621" y="6877"/>
                      <a:pt x="5719" y="6698"/>
                      <a:pt x="5779" y="6502"/>
                    </a:cubicBezTo>
                    <a:cubicBezTo>
                      <a:pt x="5790" y="6475"/>
                      <a:pt x="5795" y="6442"/>
                      <a:pt x="5800" y="6415"/>
                    </a:cubicBezTo>
                    <a:close/>
                    <a:moveTo>
                      <a:pt x="4681" y="6355"/>
                    </a:moveTo>
                    <a:cubicBezTo>
                      <a:pt x="4719" y="6409"/>
                      <a:pt x="4746" y="6491"/>
                      <a:pt x="4778" y="6529"/>
                    </a:cubicBezTo>
                    <a:cubicBezTo>
                      <a:pt x="4811" y="6583"/>
                      <a:pt x="4849" y="6638"/>
                      <a:pt x="4898" y="6681"/>
                    </a:cubicBezTo>
                    <a:cubicBezTo>
                      <a:pt x="4931" y="6708"/>
                      <a:pt x="4958" y="6741"/>
                      <a:pt x="4985" y="6779"/>
                    </a:cubicBezTo>
                    <a:cubicBezTo>
                      <a:pt x="4936" y="6893"/>
                      <a:pt x="4882" y="7013"/>
                      <a:pt x="4827" y="7127"/>
                    </a:cubicBezTo>
                    <a:cubicBezTo>
                      <a:pt x="4800" y="7176"/>
                      <a:pt x="4768" y="7225"/>
                      <a:pt x="4740" y="7274"/>
                    </a:cubicBezTo>
                    <a:cubicBezTo>
                      <a:pt x="4670" y="7219"/>
                      <a:pt x="4599" y="7160"/>
                      <a:pt x="4528" y="7100"/>
                    </a:cubicBezTo>
                    <a:lnTo>
                      <a:pt x="4403" y="7002"/>
                    </a:lnTo>
                    <a:cubicBezTo>
                      <a:pt x="4474" y="6801"/>
                      <a:pt x="4523" y="6594"/>
                      <a:pt x="4550" y="6382"/>
                    </a:cubicBezTo>
                    <a:lnTo>
                      <a:pt x="4681" y="6355"/>
                    </a:lnTo>
                    <a:close/>
                    <a:moveTo>
                      <a:pt x="6235" y="6833"/>
                    </a:moveTo>
                    <a:cubicBezTo>
                      <a:pt x="6300" y="6871"/>
                      <a:pt x="6366" y="6910"/>
                      <a:pt x="6436" y="6937"/>
                    </a:cubicBezTo>
                    <a:lnTo>
                      <a:pt x="6512" y="6964"/>
                    </a:lnTo>
                    <a:cubicBezTo>
                      <a:pt x="6496" y="7002"/>
                      <a:pt x="6485" y="7045"/>
                      <a:pt x="6469" y="7089"/>
                    </a:cubicBezTo>
                    <a:cubicBezTo>
                      <a:pt x="6360" y="7160"/>
                      <a:pt x="6262" y="7236"/>
                      <a:pt x="6159" y="7306"/>
                    </a:cubicBezTo>
                    <a:cubicBezTo>
                      <a:pt x="6154" y="7306"/>
                      <a:pt x="6148" y="7301"/>
                      <a:pt x="6143" y="7301"/>
                    </a:cubicBezTo>
                    <a:cubicBezTo>
                      <a:pt x="6099" y="7290"/>
                      <a:pt x="6056" y="7279"/>
                      <a:pt x="6012" y="7268"/>
                    </a:cubicBezTo>
                    <a:lnTo>
                      <a:pt x="6034" y="7225"/>
                    </a:lnTo>
                    <a:cubicBezTo>
                      <a:pt x="6105" y="7100"/>
                      <a:pt x="6170" y="6969"/>
                      <a:pt x="6235" y="6833"/>
                    </a:cubicBezTo>
                    <a:close/>
                    <a:moveTo>
                      <a:pt x="5953" y="7377"/>
                    </a:moveTo>
                    <a:cubicBezTo>
                      <a:pt x="5985" y="7382"/>
                      <a:pt x="6018" y="7382"/>
                      <a:pt x="6050" y="7382"/>
                    </a:cubicBezTo>
                    <a:cubicBezTo>
                      <a:pt x="5996" y="7415"/>
                      <a:pt x="5942" y="7448"/>
                      <a:pt x="5887" y="7480"/>
                    </a:cubicBezTo>
                    <a:lnTo>
                      <a:pt x="5882" y="7480"/>
                    </a:lnTo>
                    <a:cubicBezTo>
                      <a:pt x="5909" y="7442"/>
                      <a:pt x="5931" y="7410"/>
                      <a:pt x="5953" y="7377"/>
                    </a:cubicBezTo>
                    <a:close/>
                    <a:moveTo>
                      <a:pt x="5061" y="6882"/>
                    </a:moveTo>
                    <a:lnTo>
                      <a:pt x="5061" y="6888"/>
                    </a:lnTo>
                    <a:cubicBezTo>
                      <a:pt x="5121" y="6948"/>
                      <a:pt x="5186" y="7007"/>
                      <a:pt x="5251" y="7062"/>
                    </a:cubicBezTo>
                    <a:cubicBezTo>
                      <a:pt x="5289" y="7089"/>
                      <a:pt x="5327" y="7111"/>
                      <a:pt x="5366" y="7138"/>
                    </a:cubicBezTo>
                    <a:cubicBezTo>
                      <a:pt x="5306" y="7274"/>
                      <a:pt x="5224" y="7393"/>
                      <a:pt x="5159" y="7529"/>
                    </a:cubicBezTo>
                    <a:cubicBezTo>
                      <a:pt x="5159" y="7535"/>
                      <a:pt x="5154" y="7540"/>
                      <a:pt x="5148" y="7546"/>
                    </a:cubicBezTo>
                    <a:lnTo>
                      <a:pt x="5137" y="7540"/>
                    </a:lnTo>
                    <a:cubicBezTo>
                      <a:pt x="5067" y="7502"/>
                      <a:pt x="5001" y="7464"/>
                      <a:pt x="4931" y="7420"/>
                    </a:cubicBezTo>
                    <a:cubicBezTo>
                      <a:pt x="4898" y="7399"/>
                      <a:pt x="4865" y="7377"/>
                      <a:pt x="4833" y="7355"/>
                    </a:cubicBezTo>
                    <a:cubicBezTo>
                      <a:pt x="4871" y="7285"/>
                      <a:pt x="4914" y="7225"/>
                      <a:pt x="4942" y="7154"/>
                    </a:cubicBezTo>
                    <a:lnTo>
                      <a:pt x="4952" y="7154"/>
                    </a:lnTo>
                    <a:cubicBezTo>
                      <a:pt x="4990" y="7062"/>
                      <a:pt x="5029" y="6969"/>
                      <a:pt x="5061" y="6882"/>
                    </a:cubicBezTo>
                    <a:close/>
                    <a:moveTo>
                      <a:pt x="3947" y="6659"/>
                    </a:moveTo>
                    <a:cubicBezTo>
                      <a:pt x="3979" y="6708"/>
                      <a:pt x="4017" y="6757"/>
                      <a:pt x="4061" y="6801"/>
                    </a:cubicBezTo>
                    <a:cubicBezTo>
                      <a:pt x="4126" y="6877"/>
                      <a:pt x="4191" y="6948"/>
                      <a:pt x="4257" y="7013"/>
                    </a:cubicBezTo>
                    <a:cubicBezTo>
                      <a:pt x="4208" y="7138"/>
                      <a:pt x="4153" y="7263"/>
                      <a:pt x="4110" y="7382"/>
                    </a:cubicBezTo>
                    <a:cubicBezTo>
                      <a:pt x="4088" y="7453"/>
                      <a:pt x="4061" y="7518"/>
                      <a:pt x="4028" y="7589"/>
                    </a:cubicBezTo>
                    <a:cubicBezTo>
                      <a:pt x="3990" y="7551"/>
                      <a:pt x="3958" y="7513"/>
                      <a:pt x="3925" y="7475"/>
                    </a:cubicBezTo>
                    <a:cubicBezTo>
                      <a:pt x="3849" y="7388"/>
                      <a:pt x="3789" y="7290"/>
                      <a:pt x="3724" y="7198"/>
                    </a:cubicBezTo>
                    <a:cubicBezTo>
                      <a:pt x="3757" y="7132"/>
                      <a:pt x="3789" y="7056"/>
                      <a:pt x="3827" y="6986"/>
                    </a:cubicBezTo>
                    <a:cubicBezTo>
                      <a:pt x="3876" y="6882"/>
                      <a:pt x="3920" y="6774"/>
                      <a:pt x="3947" y="6659"/>
                    </a:cubicBezTo>
                    <a:close/>
                    <a:moveTo>
                      <a:pt x="4365" y="7116"/>
                    </a:moveTo>
                    <a:cubicBezTo>
                      <a:pt x="4398" y="7149"/>
                      <a:pt x="4431" y="7181"/>
                      <a:pt x="4469" y="7214"/>
                    </a:cubicBezTo>
                    <a:cubicBezTo>
                      <a:pt x="4539" y="7274"/>
                      <a:pt x="4605" y="7334"/>
                      <a:pt x="4681" y="7388"/>
                    </a:cubicBezTo>
                    <a:cubicBezTo>
                      <a:pt x="4659" y="7442"/>
                      <a:pt x="4632" y="7497"/>
                      <a:pt x="4599" y="7551"/>
                    </a:cubicBezTo>
                    <a:cubicBezTo>
                      <a:pt x="4556" y="7622"/>
                      <a:pt x="4507" y="7687"/>
                      <a:pt x="4463" y="7763"/>
                    </a:cubicBezTo>
                    <a:cubicBezTo>
                      <a:pt x="4447" y="7790"/>
                      <a:pt x="4436" y="7823"/>
                      <a:pt x="4425" y="7855"/>
                    </a:cubicBezTo>
                    <a:cubicBezTo>
                      <a:pt x="4387" y="7839"/>
                      <a:pt x="4349" y="7817"/>
                      <a:pt x="4311" y="7801"/>
                    </a:cubicBezTo>
                    <a:cubicBezTo>
                      <a:pt x="4251" y="7768"/>
                      <a:pt x="4197" y="7730"/>
                      <a:pt x="4142" y="7692"/>
                    </a:cubicBezTo>
                    <a:cubicBezTo>
                      <a:pt x="4164" y="7643"/>
                      <a:pt x="4175" y="7611"/>
                      <a:pt x="4181" y="7594"/>
                    </a:cubicBezTo>
                    <a:cubicBezTo>
                      <a:pt x="4240" y="7437"/>
                      <a:pt x="4306" y="7279"/>
                      <a:pt x="4365" y="7116"/>
                    </a:cubicBezTo>
                    <a:close/>
                    <a:moveTo>
                      <a:pt x="5491" y="7208"/>
                    </a:moveTo>
                    <a:cubicBezTo>
                      <a:pt x="5556" y="7247"/>
                      <a:pt x="5621" y="7279"/>
                      <a:pt x="5697" y="7301"/>
                    </a:cubicBezTo>
                    <a:cubicBezTo>
                      <a:pt x="5730" y="7312"/>
                      <a:pt x="5768" y="7328"/>
                      <a:pt x="5806" y="7339"/>
                    </a:cubicBezTo>
                    <a:cubicBezTo>
                      <a:pt x="5751" y="7410"/>
                      <a:pt x="5713" y="7491"/>
                      <a:pt x="5692" y="7578"/>
                    </a:cubicBezTo>
                    <a:cubicBezTo>
                      <a:pt x="5670" y="7589"/>
                      <a:pt x="5643" y="7600"/>
                      <a:pt x="5621" y="7616"/>
                    </a:cubicBezTo>
                    <a:cubicBezTo>
                      <a:pt x="5556" y="7654"/>
                      <a:pt x="5501" y="7719"/>
                      <a:pt x="5442" y="7757"/>
                    </a:cubicBezTo>
                    <a:cubicBezTo>
                      <a:pt x="5360" y="7796"/>
                      <a:pt x="5273" y="7801"/>
                      <a:pt x="5192" y="7850"/>
                    </a:cubicBezTo>
                    <a:cubicBezTo>
                      <a:pt x="5170" y="7866"/>
                      <a:pt x="5148" y="7877"/>
                      <a:pt x="5126" y="7883"/>
                    </a:cubicBezTo>
                    <a:cubicBezTo>
                      <a:pt x="5143" y="7855"/>
                      <a:pt x="5159" y="7828"/>
                      <a:pt x="5175" y="7796"/>
                    </a:cubicBezTo>
                    <a:cubicBezTo>
                      <a:pt x="5197" y="7752"/>
                      <a:pt x="5224" y="7709"/>
                      <a:pt x="5251" y="7660"/>
                    </a:cubicBezTo>
                    <a:cubicBezTo>
                      <a:pt x="5300" y="7660"/>
                      <a:pt x="5344" y="7649"/>
                      <a:pt x="5387" y="7638"/>
                    </a:cubicBezTo>
                    <a:cubicBezTo>
                      <a:pt x="5414" y="7632"/>
                      <a:pt x="5414" y="7594"/>
                      <a:pt x="5387" y="7589"/>
                    </a:cubicBezTo>
                    <a:cubicBezTo>
                      <a:pt x="5360" y="7578"/>
                      <a:pt x="5333" y="7578"/>
                      <a:pt x="5300" y="7573"/>
                    </a:cubicBezTo>
                    <a:lnTo>
                      <a:pt x="5317" y="7546"/>
                    </a:lnTo>
                    <a:cubicBezTo>
                      <a:pt x="5371" y="7431"/>
                      <a:pt x="5436" y="7323"/>
                      <a:pt x="5491" y="7208"/>
                    </a:cubicBezTo>
                    <a:close/>
                    <a:moveTo>
                      <a:pt x="4800" y="7475"/>
                    </a:moveTo>
                    <a:cubicBezTo>
                      <a:pt x="4838" y="7502"/>
                      <a:pt x="4882" y="7529"/>
                      <a:pt x="4920" y="7551"/>
                    </a:cubicBezTo>
                    <a:cubicBezTo>
                      <a:pt x="4980" y="7589"/>
                      <a:pt x="5045" y="7622"/>
                      <a:pt x="5110" y="7649"/>
                    </a:cubicBezTo>
                    <a:cubicBezTo>
                      <a:pt x="5045" y="7747"/>
                      <a:pt x="5001" y="7850"/>
                      <a:pt x="4963" y="7964"/>
                    </a:cubicBezTo>
                    <a:lnTo>
                      <a:pt x="4952" y="7953"/>
                    </a:lnTo>
                    <a:cubicBezTo>
                      <a:pt x="4920" y="7969"/>
                      <a:pt x="4893" y="7997"/>
                      <a:pt x="4855" y="8013"/>
                    </a:cubicBezTo>
                    <a:cubicBezTo>
                      <a:pt x="4850" y="8015"/>
                      <a:pt x="4846" y="8017"/>
                      <a:pt x="4841" y="8019"/>
                    </a:cubicBezTo>
                    <a:lnTo>
                      <a:pt x="4841" y="8019"/>
                    </a:lnTo>
                    <a:cubicBezTo>
                      <a:pt x="4857" y="7997"/>
                      <a:pt x="4849" y="7961"/>
                      <a:pt x="4817" y="7953"/>
                    </a:cubicBezTo>
                    <a:cubicBezTo>
                      <a:pt x="4730" y="7926"/>
                      <a:pt x="4632" y="7926"/>
                      <a:pt x="4545" y="7899"/>
                    </a:cubicBezTo>
                    <a:cubicBezTo>
                      <a:pt x="4605" y="7823"/>
                      <a:pt x="4653" y="7730"/>
                      <a:pt x="4708" y="7654"/>
                    </a:cubicBezTo>
                    <a:cubicBezTo>
                      <a:pt x="4746" y="7594"/>
                      <a:pt x="4778" y="7535"/>
                      <a:pt x="4800" y="7475"/>
                    </a:cubicBezTo>
                    <a:close/>
                    <a:moveTo>
                      <a:pt x="8725" y="2322"/>
                    </a:moveTo>
                    <a:cubicBezTo>
                      <a:pt x="8730" y="2327"/>
                      <a:pt x="8736" y="2333"/>
                      <a:pt x="8741" y="2338"/>
                    </a:cubicBezTo>
                    <a:lnTo>
                      <a:pt x="8752" y="2343"/>
                    </a:lnTo>
                    <a:cubicBezTo>
                      <a:pt x="8757" y="2354"/>
                      <a:pt x="8763" y="2365"/>
                      <a:pt x="8774" y="2365"/>
                    </a:cubicBezTo>
                    <a:lnTo>
                      <a:pt x="8790" y="2376"/>
                    </a:lnTo>
                    <a:cubicBezTo>
                      <a:pt x="8801" y="2381"/>
                      <a:pt x="8817" y="2387"/>
                      <a:pt x="8828" y="2392"/>
                    </a:cubicBezTo>
                    <a:cubicBezTo>
                      <a:pt x="8948" y="2468"/>
                      <a:pt x="9018" y="2632"/>
                      <a:pt x="9100" y="2735"/>
                    </a:cubicBezTo>
                    <a:cubicBezTo>
                      <a:pt x="9214" y="2882"/>
                      <a:pt x="9312" y="3045"/>
                      <a:pt x="9312" y="3240"/>
                    </a:cubicBezTo>
                    <a:cubicBezTo>
                      <a:pt x="9306" y="3414"/>
                      <a:pt x="9323" y="3583"/>
                      <a:pt x="9350" y="3751"/>
                    </a:cubicBezTo>
                    <a:cubicBezTo>
                      <a:pt x="9377" y="3931"/>
                      <a:pt x="9377" y="4110"/>
                      <a:pt x="9361" y="4284"/>
                    </a:cubicBezTo>
                    <a:cubicBezTo>
                      <a:pt x="9354" y="4263"/>
                      <a:pt x="9333" y="4249"/>
                      <a:pt x="9312" y="4249"/>
                    </a:cubicBezTo>
                    <a:cubicBezTo>
                      <a:pt x="9300" y="4249"/>
                      <a:pt x="9289" y="4253"/>
                      <a:pt x="9279" y="4262"/>
                    </a:cubicBezTo>
                    <a:cubicBezTo>
                      <a:pt x="9220" y="4317"/>
                      <a:pt x="9154" y="4366"/>
                      <a:pt x="9094" y="4414"/>
                    </a:cubicBezTo>
                    <a:cubicBezTo>
                      <a:pt x="9094" y="4414"/>
                      <a:pt x="9094" y="4409"/>
                      <a:pt x="9094" y="4404"/>
                    </a:cubicBezTo>
                    <a:cubicBezTo>
                      <a:pt x="9094" y="4390"/>
                      <a:pt x="9084" y="4383"/>
                      <a:pt x="9073" y="4383"/>
                    </a:cubicBezTo>
                    <a:cubicBezTo>
                      <a:pt x="9062" y="4383"/>
                      <a:pt x="9051" y="4390"/>
                      <a:pt x="9051" y="4404"/>
                    </a:cubicBezTo>
                    <a:cubicBezTo>
                      <a:pt x="9051" y="4420"/>
                      <a:pt x="9051" y="4442"/>
                      <a:pt x="9046" y="4458"/>
                    </a:cubicBezTo>
                    <a:cubicBezTo>
                      <a:pt x="8877" y="4594"/>
                      <a:pt x="8698" y="4719"/>
                      <a:pt x="8518" y="4833"/>
                    </a:cubicBezTo>
                    <a:cubicBezTo>
                      <a:pt x="8502" y="4828"/>
                      <a:pt x="8491" y="4822"/>
                      <a:pt x="8475" y="4817"/>
                    </a:cubicBezTo>
                    <a:cubicBezTo>
                      <a:pt x="8473" y="4816"/>
                      <a:pt x="8470" y="4816"/>
                      <a:pt x="8468" y="4816"/>
                    </a:cubicBezTo>
                    <a:cubicBezTo>
                      <a:pt x="8434" y="4816"/>
                      <a:pt x="8417" y="4856"/>
                      <a:pt x="8442" y="4882"/>
                    </a:cubicBezTo>
                    <a:cubicBezTo>
                      <a:pt x="8393" y="4909"/>
                      <a:pt x="8344" y="4936"/>
                      <a:pt x="8295" y="4963"/>
                    </a:cubicBezTo>
                    <a:cubicBezTo>
                      <a:pt x="8181" y="5029"/>
                      <a:pt x="8067" y="5089"/>
                      <a:pt x="7953" y="5143"/>
                    </a:cubicBezTo>
                    <a:cubicBezTo>
                      <a:pt x="7950" y="5140"/>
                      <a:pt x="7948" y="5139"/>
                      <a:pt x="7945" y="5139"/>
                    </a:cubicBezTo>
                    <a:cubicBezTo>
                      <a:pt x="7943" y="5139"/>
                      <a:pt x="7942" y="5140"/>
                      <a:pt x="7942" y="5143"/>
                    </a:cubicBezTo>
                    <a:lnTo>
                      <a:pt x="7926" y="5154"/>
                    </a:lnTo>
                    <a:lnTo>
                      <a:pt x="7899" y="5165"/>
                    </a:lnTo>
                    <a:cubicBezTo>
                      <a:pt x="7877" y="5137"/>
                      <a:pt x="7861" y="5110"/>
                      <a:pt x="7844" y="5089"/>
                    </a:cubicBezTo>
                    <a:cubicBezTo>
                      <a:pt x="7834" y="5073"/>
                      <a:pt x="7820" y="5067"/>
                      <a:pt x="7807" y="5067"/>
                    </a:cubicBezTo>
                    <a:cubicBezTo>
                      <a:pt x="7778" y="5067"/>
                      <a:pt x="7751" y="5098"/>
                      <a:pt x="7774" y="5132"/>
                    </a:cubicBezTo>
                    <a:cubicBezTo>
                      <a:pt x="7784" y="5154"/>
                      <a:pt x="7801" y="5181"/>
                      <a:pt x="7817" y="5203"/>
                    </a:cubicBezTo>
                    <a:cubicBezTo>
                      <a:pt x="7627" y="5284"/>
                      <a:pt x="7437" y="5366"/>
                      <a:pt x="7246" y="5436"/>
                    </a:cubicBezTo>
                    <a:cubicBezTo>
                      <a:pt x="7246" y="5409"/>
                      <a:pt x="7220" y="5392"/>
                      <a:pt x="7196" y="5392"/>
                    </a:cubicBezTo>
                    <a:cubicBezTo>
                      <a:pt x="7177" y="5392"/>
                      <a:pt x="7159" y="5402"/>
                      <a:pt x="7154" y="5426"/>
                    </a:cubicBezTo>
                    <a:cubicBezTo>
                      <a:pt x="7154" y="5442"/>
                      <a:pt x="7143" y="5464"/>
                      <a:pt x="7138" y="5480"/>
                    </a:cubicBezTo>
                    <a:lnTo>
                      <a:pt x="7105" y="5496"/>
                    </a:lnTo>
                    <a:lnTo>
                      <a:pt x="7100" y="5491"/>
                    </a:lnTo>
                    <a:cubicBezTo>
                      <a:pt x="7093" y="5486"/>
                      <a:pt x="7087" y="5484"/>
                      <a:pt x="7081" y="5484"/>
                    </a:cubicBezTo>
                    <a:cubicBezTo>
                      <a:pt x="7065" y="5484"/>
                      <a:pt x="7052" y="5497"/>
                      <a:pt x="7056" y="5513"/>
                    </a:cubicBezTo>
                    <a:cubicBezTo>
                      <a:pt x="6898" y="5583"/>
                      <a:pt x="6730" y="5643"/>
                      <a:pt x="6561" y="5692"/>
                    </a:cubicBezTo>
                    <a:cubicBezTo>
                      <a:pt x="6553" y="5675"/>
                      <a:pt x="6537" y="5667"/>
                      <a:pt x="6521" y="5667"/>
                    </a:cubicBezTo>
                    <a:cubicBezTo>
                      <a:pt x="6495" y="5667"/>
                      <a:pt x="6469" y="5686"/>
                      <a:pt x="6469" y="5719"/>
                    </a:cubicBezTo>
                    <a:cubicBezTo>
                      <a:pt x="6404" y="5735"/>
                      <a:pt x="6344" y="5757"/>
                      <a:pt x="6279" y="5779"/>
                    </a:cubicBezTo>
                    <a:lnTo>
                      <a:pt x="6235" y="5741"/>
                    </a:lnTo>
                    <a:cubicBezTo>
                      <a:pt x="6228" y="5733"/>
                      <a:pt x="6219" y="5730"/>
                      <a:pt x="6212" y="5730"/>
                    </a:cubicBezTo>
                    <a:cubicBezTo>
                      <a:pt x="6186" y="5730"/>
                      <a:pt x="6167" y="5764"/>
                      <a:pt x="6192" y="5784"/>
                    </a:cubicBezTo>
                    <a:lnTo>
                      <a:pt x="6208" y="5806"/>
                    </a:lnTo>
                    <a:cubicBezTo>
                      <a:pt x="6121" y="5844"/>
                      <a:pt x="6029" y="5877"/>
                      <a:pt x="5936" y="5904"/>
                    </a:cubicBezTo>
                    <a:lnTo>
                      <a:pt x="5866" y="5926"/>
                    </a:lnTo>
                    <a:cubicBezTo>
                      <a:pt x="5857" y="5917"/>
                      <a:pt x="5846" y="5912"/>
                      <a:pt x="5835" y="5912"/>
                    </a:cubicBezTo>
                    <a:cubicBezTo>
                      <a:pt x="5820" y="5912"/>
                      <a:pt x="5807" y="5921"/>
                      <a:pt x="5800" y="5937"/>
                    </a:cubicBezTo>
                    <a:cubicBezTo>
                      <a:pt x="5795" y="5937"/>
                      <a:pt x="5795" y="5942"/>
                      <a:pt x="5795" y="5947"/>
                    </a:cubicBezTo>
                    <a:lnTo>
                      <a:pt x="5578" y="6007"/>
                    </a:lnTo>
                    <a:lnTo>
                      <a:pt x="5561" y="5991"/>
                    </a:lnTo>
                    <a:cubicBezTo>
                      <a:pt x="5553" y="5986"/>
                      <a:pt x="5545" y="5983"/>
                      <a:pt x="5536" y="5983"/>
                    </a:cubicBezTo>
                    <a:cubicBezTo>
                      <a:pt x="5510" y="5983"/>
                      <a:pt x="5486" y="6006"/>
                      <a:pt x="5491" y="6034"/>
                    </a:cubicBezTo>
                    <a:cubicBezTo>
                      <a:pt x="5425" y="6051"/>
                      <a:pt x="5349" y="6072"/>
                      <a:pt x="5279" y="6089"/>
                    </a:cubicBezTo>
                    <a:cubicBezTo>
                      <a:pt x="5276" y="6072"/>
                      <a:pt x="5262" y="6064"/>
                      <a:pt x="5249" y="6064"/>
                    </a:cubicBezTo>
                    <a:cubicBezTo>
                      <a:pt x="5236" y="6064"/>
                      <a:pt x="5224" y="6072"/>
                      <a:pt x="5224" y="6089"/>
                    </a:cubicBezTo>
                    <a:cubicBezTo>
                      <a:pt x="5224" y="6094"/>
                      <a:pt x="5224" y="6100"/>
                      <a:pt x="5224" y="6105"/>
                    </a:cubicBezTo>
                    <a:cubicBezTo>
                      <a:pt x="5034" y="6154"/>
                      <a:pt x="4844" y="6197"/>
                      <a:pt x="4653" y="6241"/>
                    </a:cubicBezTo>
                    <a:cubicBezTo>
                      <a:pt x="4650" y="6239"/>
                      <a:pt x="4647" y="6239"/>
                      <a:pt x="4644" y="6239"/>
                    </a:cubicBezTo>
                    <a:cubicBezTo>
                      <a:pt x="4636" y="6239"/>
                      <a:pt x="4629" y="6243"/>
                      <a:pt x="4621" y="6246"/>
                    </a:cubicBezTo>
                    <a:cubicBezTo>
                      <a:pt x="4387" y="6301"/>
                      <a:pt x="4148" y="6333"/>
                      <a:pt x="3914" y="6371"/>
                    </a:cubicBezTo>
                    <a:cubicBezTo>
                      <a:pt x="3808" y="6393"/>
                      <a:pt x="3702" y="6404"/>
                      <a:pt x="3596" y="6404"/>
                    </a:cubicBezTo>
                    <a:cubicBezTo>
                      <a:pt x="3512" y="6404"/>
                      <a:pt x="3428" y="6397"/>
                      <a:pt x="3343" y="6382"/>
                    </a:cubicBezTo>
                    <a:cubicBezTo>
                      <a:pt x="3342" y="6382"/>
                      <a:pt x="3340" y="6382"/>
                      <a:pt x="3339" y="6382"/>
                    </a:cubicBezTo>
                    <a:cubicBezTo>
                      <a:pt x="3319" y="6382"/>
                      <a:pt x="3307" y="6410"/>
                      <a:pt x="3327" y="6420"/>
                    </a:cubicBezTo>
                    <a:cubicBezTo>
                      <a:pt x="3424" y="6492"/>
                      <a:pt x="3547" y="6511"/>
                      <a:pt x="3666" y="6511"/>
                    </a:cubicBezTo>
                    <a:cubicBezTo>
                      <a:pt x="3700" y="6511"/>
                      <a:pt x="3734" y="6510"/>
                      <a:pt x="3767" y="6507"/>
                    </a:cubicBezTo>
                    <a:cubicBezTo>
                      <a:pt x="3800" y="6507"/>
                      <a:pt x="3833" y="6502"/>
                      <a:pt x="3871" y="6496"/>
                    </a:cubicBezTo>
                    <a:cubicBezTo>
                      <a:pt x="3876" y="6513"/>
                      <a:pt x="3882" y="6518"/>
                      <a:pt x="3887" y="6534"/>
                    </a:cubicBezTo>
                    <a:cubicBezTo>
                      <a:pt x="3898" y="6551"/>
                      <a:pt x="3903" y="6562"/>
                      <a:pt x="3909" y="6572"/>
                    </a:cubicBezTo>
                    <a:cubicBezTo>
                      <a:pt x="3849" y="6763"/>
                      <a:pt x="3767" y="6948"/>
                      <a:pt x="3659" y="7116"/>
                    </a:cubicBezTo>
                    <a:cubicBezTo>
                      <a:pt x="3626" y="7094"/>
                      <a:pt x="3599" y="7062"/>
                      <a:pt x="3572" y="7035"/>
                    </a:cubicBezTo>
                    <a:cubicBezTo>
                      <a:pt x="3555" y="7013"/>
                      <a:pt x="3545" y="6986"/>
                      <a:pt x="3528" y="6964"/>
                    </a:cubicBezTo>
                    <a:cubicBezTo>
                      <a:pt x="3485" y="6910"/>
                      <a:pt x="3398" y="6801"/>
                      <a:pt x="3398" y="6725"/>
                    </a:cubicBezTo>
                    <a:cubicBezTo>
                      <a:pt x="3398" y="6698"/>
                      <a:pt x="3376" y="6684"/>
                      <a:pt x="3354" y="6684"/>
                    </a:cubicBezTo>
                    <a:cubicBezTo>
                      <a:pt x="3333" y="6684"/>
                      <a:pt x="3311" y="6698"/>
                      <a:pt x="3311" y="6725"/>
                    </a:cubicBezTo>
                    <a:cubicBezTo>
                      <a:pt x="3322" y="6790"/>
                      <a:pt x="3343" y="6850"/>
                      <a:pt x="3376" y="6904"/>
                    </a:cubicBezTo>
                    <a:cubicBezTo>
                      <a:pt x="3409" y="6986"/>
                      <a:pt x="3452" y="7062"/>
                      <a:pt x="3501" y="7138"/>
                    </a:cubicBezTo>
                    <a:cubicBezTo>
                      <a:pt x="3528" y="7176"/>
                      <a:pt x="3566" y="7198"/>
                      <a:pt x="3599" y="7236"/>
                    </a:cubicBezTo>
                    <a:cubicBezTo>
                      <a:pt x="3545" y="7339"/>
                      <a:pt x="3506" y="7453"/>
                      <a:pt x="3479" y="7567"/>
                    </a:cubicBezTo>
                    <a:cubicBezTo>
                      <a:pt x="3479" y="7578"/>
                      <a:pt x="3489" y="7586"/>
                      <a:pt x="3496" y="7586"/>
                    </a:cubicBezTo>
                    <a:cubicBezTo>
                      <a:pt x="3501" y="7586"/>
                      <a:pt x="3505" y="7584"/>
                      <a:pt x="3506" y="7578"/>
                    </a:cubicBezTo>
                    <a:cubicBezTo>
                      <a:pt x="3566" y="7497"/>
                      <a:pt x="3621" y="7426"/>
                      <a:pt x="3670" y="7339"/>
                    </a:cubicBezTo>
                    <a:lnTo>
                      <a:pt x="3675" y="7350"/>
                    </a:lnTo>
                    <a:cubicBezTo>
                      <a:pt x="3735" y="7420"/>
                      <a:pt x="3778" y="7507"/>
                      <a:pt x="3838" y="7578"/>
                    </a:cubicBezTo>
                    <a:cubicBezTo>
                      <a:pt x="3882" y="7632"/>
                      <a:pt x="3930" y="7687"/>
                      <a:pt x="3979" y="7736"/>
                    </a:cubicBezTo>
                    <a:cubicBezTo>
                      <a:pt x="3952" y="7790"/>
                      <a:pt x="3925" y="7850"/>
                      <a:pt x="3898" y="7910"/>
                    </a:cubicBezTo>
                    <a:cubicBezTo>
                      <a:pt x="3843" y="8024"/>
                      <a:pt x="3789" y="8171"/>
                      <a:pt x="3686" y="8258"/>
                    </a:cubicBezTo>
                    <a:cubicBezTo>
                      <a:pt x="3675" y="8268"/>
                      <a:pt x="3675" y="8285"/>
                      <a:pt x="3686" y="8296"/>
                    </a:cubicBezTo>
                    <a:cubicBezTo>
                      <a:pt x="3703" y="8312"/>
                      <a:pt x="3720" y="8319"/>
                      <a:pt x="3739" y="8319"/>
                    </a:cubicBezTo>
                    <a:cubicBezTo>
                      <a:pt x="3854" y="8319"/>
                      <a:pt x="4000" y="8044"/>
                      <a:pt x="4094" y="7834"/>
                    </a:cubicBezTo>
                    <a:cubicBezTo>
                      <a:pt x="4181" y="7899"/>
                      <a:pt x="4278" y="7953"/>
                      <a:pt x="4382" y="7991"/>
                    </a:cubicBezTo>
                    <a:cubicBezTo>
                      <a:pt x="4382" y="8008"/>
                      <a:pt x="4395" y="8022"/>
                      <a:pt x="4408" y="8022"/>
                    </a:cubicBezTo>
                    <a:cubicBezTo>
                      <a:pt x="4412" y="8022"/>
                      <a:pt x="4416" y="8021"/>
                      <a:pt x="4420" y="8018"/>
                    </a:cubicBezTo>
                    <a:lnTo>
                      <a:pt x="4431" y="8008"/>
                    </a:lnTo>
                    <a:cubicBezTo>
                      <a:pt x="4510" y="8035"/>
                      <a:pt x="4593" y="8050"/>
                      <a:pt x="4676" y="8050"/>
                    </a:cubicBezTo>
                    <a:cubicBezTo>
                      <a:pt x="4711" y="8050"/>
                      <a:pt x="4746" y="8047"/>
                      <a:pt x="4781" y="8041"/>
                    </a:cubicBezTo>
                    <a:lnTo>
                      <a:pt x="4781" y="8041"/>
                    </a:lnTo>
                    <a:cubicBezTo>
                      <a:pt x="4756" y="8050"/>
                      <a:pt x="4730" y="8056"/>
                      <a:pt x="4702" y="8062"/>
                    </a:cubicBezTo>
                    <a:cubicBezTo>
                      <a:pt x="4479" y="8133"/>
                      <a:pt x="4262" y="8214"/>
                      <a:pt x="4039" y="8279"/>
                    </a:cubicBezTo>
                    <a:cubicBezTo>
                      <a:pt x="3930" y="8312"/>
                      <a:pt x="3822" y="8334"/>
                      <a:pt x="3713" y="8355"/>
                    </a:cubicBezTo>
                    <a:cubicBezTo>
                      <a:pt x="3621" y="8388"/>
                      <a:pt x="3528" y="8410"/>
                      <a:pt x="3436" y="8426"/>
                    </a:cubicBezTo>
                    <a:cubicBezTo>
                      <a:pt x="3256" y="8442"/>
                      <a:pt x="3077" y="8475"/>
                      <a:pt x="2903" y="8497"/>
                    </a:cubicBezTo>
                    <a:cubicBezTo>
                      <a:pt x="2888" y="8457"/>
                      <a:pt x="2851" y="8431"/>
                      <a:pt x="2807" y="8431"/>
                    </a:cubicBezTo>
                    <a:cubicBezTo>
                      <a:pt x="2803" y="8431"/>
                      <a:pt x="2799" y="8431"/>
                      <a:pt x="2794" y="8432"/>
                    </a:cubicBezTo>
                    <a:cubicBezTo>
                      <a:pt x="2700" y="8436"/>
                      <a:pt x="2619" y="8474"/>
                      <a:pt x="2528" y="8474"/>
                    </a:cubicBezTo>
                    <a:cubicBezTo>
                      <a:pt x="2504" y="8474"/>
                      <a:pt x="2478" y="8471"/>
                      <a:pt x="2452" y="8464"/>
                    </a:cubicBezTo>
                    <a:cubicBezTo>
                      <a:pt x="2327" y="8426"/>
                      <a:pt x="2191" y="8410"/>
                      <a:pt x="2066" y="8377"/>
                    </a:cubicBezTo>
                    <a:cubicBezTo>
                      <a:pt x="1821" y="8312"/>
                      <a:pt x="1582" y="8241"/>
                      <a:pt x="1343" y="8171"/>
                    </a:cubicBezTo>
                    <a:cubicBezTo>
                      <a:pt x="1234" y="8143"/>
                      <a:pt x="1131" y="8105"/>
                      <a:pt x="1033" y="8051"/>
                    </a:cubicBezTo>
                    <a:cubicBezTo>
                      <a:pt x="995" y="8029"/>
                      <a:pt x="963" y="7991"/>
                      <a:pt x="919" y="7969"/>
                    </a:cubicBezTo>
                    <a:cubicBezTo>
                      <a:pt x="848" y="7931"/>
                      <a:pt x="778" y="7899"/>
                      <a:pt x="702" y="7877"/>
                    </a:cubicBezTo>
                    <a:cubicBezTo>
                      <a:pt x="577" y="7834"/>
                      <a:pt x="468" y="7774"/>
                      <a:pt x="370" y="7692"/>
                    </a:cubicBezTo>
                    <a:cubicBezTo>
                      <a:pt x="327" y="7654"/>
                      <a:pt x="294" y="7611"/>
                      <a:pt x="256" y="7573"/>
                    </a:cubicBezTo>
                    <a:cubicBezTo>
                      <a:pt x="218" y="7535"/>
                      <a:pt x="218" y="7546"/>
                      <a:pt x="218" y="7475"/>
                    </a:cubicBezTo>
                    <a:cubicBezTo>
                      <a:pt x="218" y="7355"/>
                      <a:pt x="223" y="7241"/>
                      <a:pt x="240" y="7122"/>
                    </a:cubicBezTo>
                    <a:cubicBezTo>
                      <a:pt x="272" y="6991"/>
                      <a:pt x="316" y="6866"/>
                      <a:pt x="359" y="6741"/>
                    </a:cubicBezTo>
                    <a:cubicBezTo>
                      <a:pt x="446" y="6475"/>
                      <a:pt x="549" y="6214"/>
                      <a:pt x="674" y="5964"/>
                    </a:cubicBezTo>
                    <a:cubicBezTo>
                      <a:pt x="729" y="5850"/>
                      <a:pt x="772" y="5735"/>
                      <a:pt x="799" y="5616"/>
                    </a:cubicBezTo>
                    <a:cubicBezTo>
                      <a:pt x="816" y="5551"/>
                      <a:pt x="827" y="5474"/>
                      <a:pt x="848" y="5415"/>
                    </a:cubicBezTo>
                    <a:cubicBezTo>
                      <a:pt x="865" y="5360"/>
                      <a:pt x="897" y="5311"/>
                      <a:pt x="908" y="5252"/>
                    </a:cubicBezTo>
                    <a:cubicBezTo>
                      <a:pt x="914" y="5203"/>
                      <a:pt x="924" y="5159"/>
                      <a:pt x="941" y="5116"/>
                    </a:cubicBezTo>
                    <a:cubicBezTo>
                      <a:pt x="968" y="5078"/>
                      <a:pt x="990" y="5034"/>
                      <a:pt x="1006" y="4991"/>
                    </a:cubicBezTo>
                    <a:cubicBezTo>
                      <a:pt x="1060" y="4866"/>
                      <a:pt x="1104" y="4741"/>
                      <a:pt x="1131" y="4610"/>
                    </a:cubicBezTo>
                    <a:cubicBezTo>
                      <a:pt x="1142" y="4550"/>
                      <a:pt x="1153" y="4485"/>
                      <a:pt x="1164" y="4425"/>
                    </a:cubicBezTo>
                    <a:cubicBezTo>
                      <a:pt x="1164" y="4349"/>
                      <a:pt x="1185" y="4279"/>
                      <a:pt x="1223" y="4213"/>
                    </a:cubicBezTo>
                    <a:cubicBezTo>
                      <a:pt x="1310" y="4116"/>
                      <a:pt x="1425" y="4039"/>
                      <a:pt x="1550" y="3985"/>
                    </a:cubicBezTo>
                    <a:cubicBezTo>
                      <a:pt x="1675" y="3920"/>
                      <a:pt x="1805" y="3865"/>
                      <a:pt x="1941" y="3822"/>
                    </a:cubicBezTo>
                    <a:cubicBezTo>
                      <a:pt x="2012" y="3800"/>
                      <a:pt x="2071" y="3778"/>
                      <a:pt x="2137" y="3751"/>
                    </a:cubicBezTo>
                    <a:cubicBezTo>
                      <a:pt x="2186" y="3730"/>
                      <a:pt x="2240" y="3719"/>
                      <a:pt x="2294" y="3697"/>
                    </a:cubicBezTo>
                    <a:cubicBezTo>
                      <a:pt x="2294" y="3719"/>
                      <a:pt x="2294" y="3740"/>
                      <a:pt x="2294" y="3762"/>
                    </a:cubicBezTo>
                    <a:cubicBezTo>
                      <a:pt x="2305" y="3800"/>
                      <a:pt x="2316" y="3838"/>
                      <a:pt x="2327" y="3871"/>
                    </a:cubicBezTo>
                    <a:cubicBezTo>
                      <a:pt x="2338" y="3925"/>
                      <a:pt x="2343" y="3980"/>
                      <a:pt x="2343" y="4039"/>
                    </a:cubicBezTo>
                    <a:cubicBezTo>
                      <a:pt x="2333" y="4037"/>
                      <a:pt x="2323" y="4035"/>
                      <a:pt x="2313" y="4035"/>
                    </a:cubicBezTo>
                    <a:cubicBezTo>
                      <a:pt x="2245" y="4035"/>
                      <a:pt x="2189" y="4094"/>
                      <a:pt x="2137" y="4132"/>
                    </a:cubicBezTo>
                    <a:cubicBezTo>
                      <a:pt x="2061" y="4202"/>
                      <a:pt x="1984" y="4279"/>
                      <a:pt x="1919" y="4366"/>
                    </a:cubicBezTo>
                    <a:cubicBezTo>
                      <a:pt x="1816" y="4491"/>
                      <a:pt x="1664" y="4632"/>
                      <a:pt x="1647" y="4800"/>
                    </a:cubicBezTo>
                    <a:cubicBezTo>
                      <a:pt x="1642" y="4806"/>
                      <a:pt x="1637" y="4806"/>
                      <a:pt x="1631" y="4811"/>
                    </a:cubicBezTo>
                    <a:cubicBezTo>
                      <a:pt x="1626" y="4822"/>
                      <a:pt x="1620" y="4828"/>
                      <a:pt x="1609" y="4838"/>
                    </a:cubicBezTo>
                    <a:cubicBezTo>
                      <a:pt x="1604" y="4844"/>
                      <a:pt x="1604" y="4855"/>
                      <a:pt x="1604" y="4866"/>
                    </a:cubicBezTo>
                    <a:cubicBezTo>
                      <a:pt x="1506" y="4887"/>
                      <a:pt x="1425" y="4947"/>
                      <a:pt x="1365" y="5023"/>
                    </a:cubicBezTo>
                    <a:cubicBezTo>
                      <a:pt x="1261" y="5154"/>
                      <a:pt x="1251" y="5295"/>
                      <a:pt x="1234" y="5447"/>
                    </a:cubicBezTo>
                    <a:cubicBezTo>
                      <a:pt x="1228" y="5447"/>
                      <a:pt x="1221" y="5446"/>
                      <a:pt x="1214" y="5446"/>
                    </a:cubicBezTo>
                    <a:cubicBezTo>
                      <a:pt x="990" y="5446"/>
                      <a:pt x="902" y="5887"/>
                      <a:pt x="892" y="6062"/>
                    </a:cubicBezTo>
                    <a:cubicBezTo>
                      <a:pt x="886" y="6197"/>
                      <a:pt x="865" y="6366"/>
                      <a:pt x="979" y="6469"/>
                    </a:cubicBezTo>
                    <a:cubicBezTo>
                      <a:pt x="1049" y="6518"/>
                      <a:pt x="1126" y="6567"/>
                      <a:pt x="1207" y="6605"/>
                    </a:cubicBezTo>
                    <a:cubicBezTo>
                      <a:pt x="1255" y="6640"/>
                      <a:pt x="1310" y="6657"/>
                      <a:pt x="1366" y="6657"/>
                    </a:cubicBezTo>
                    <a:cubicBezTo>
                      <a:pt x="1380" y="6657"/>
                      <a:pt x="1394" y="6656"/>
                      <a:pt x="1408" y="6654"/>
                    </a:cubicBezTo>
                    <a:cubicBezTo>
                      <a:pt x="1490" y="6643"/>
                      <a:pt x="1577" y="6632"/>
                      <a:pt x="1658" y="6632"/>
                    </a:cubicBezTo>
                    <a:cubicBezTo>
                      <a:pt x="1740" y="6632"/>
                      <a:pt x="1816" y="6605"/>
                      <a:pt x="1881" y="6556"/>
                    </a:cubicBezTo>
                    <a:cubicBezTo>
                      <a:pt x="2017" y="6453"/>
                      <a:pt x="2066" y="6295"/>
                      <a:pt x="2082" y="6132"/>
                    </a:cubicBezTo>
                    <a:cubicBezTo>
                      <a:pt x="2088" y="6040"/>
                      <a:pt x="2082" y="5953"/>
                      <a:pt x="2066" y="5866"/>
                    </a:cubicBezTo>
                    <a:cubicBezTo>
                      <a:pt x="2055" y="5806"/>
                      <a:pt x="2061" y="5741"/>
                      <a:pt x="2044" y="5681"/>
                    </a:cubicBezTo>
                    <a:cubicBezTo>
                      <a:pt x="2039" y="5638"/>
                      <a:pt x="2012" y="5599"/>
                      <a:pt x="1979" y="5578"/>
                    </a:cubicBezTo>
                    <a:cubicBezTo>
                      <a:pt x="2001" y="5540"/>
                      <a:pt x="2028" y="5496"/>
                      <a:pt x="2044" y="5458"/>
                    </a:cubicBezTo>
                    <a:cubicBezTo>
                      <a:pt x="2071" y="5398"/>
                      <a:pt x="2093" y="5339"/>
                      <a:pt x="2109" y="5279"/>
                    </a:cubicBezTo>
                    <a:cubicBezTo>
                      <a:pt x="2131" y="5224"/>
                      <a:pt x="2153" y="5170"/>
                      <a:pt x="2169" y="5116"/>
                    </a:cubicBezTo>
                    <a:cubicBezTo>
                      <a:pt x="2180" y="5034"/>
                      <a:pt x="2099" y="4953"/>
                      <a:pt x="2033" y="4909"/>
                    </a:cubicBezTo>
                    <a:lnTo>
                      <a:pt x="2017" y="4898"/>
                    </a:lnTo>
                    <a:lnTo>
                      <a:pt x="2023" y="4893"/>
                    </a:lnTo>
                    <a:cubicBezTo>
                      <a:pt x="2115" y="4844"/>
                      <a:pt x="2202" y="4784"/>
                      <a:pt x="2289" y="4735"/>
                    </a:cubicBezTo>
                    <a:cubicBezTo>
                      <a:pt x="2474" y="4637"/>
                      <a:pt x="2648" y="4529"/>
                      <a:pt x="2832" y="4431"/>
                    </a:cubicBezTo>
                    <a:cubicBezTo>
                      <a:pt x="3028" y="4338"/>
                      <a:pt x="3229" y="4257"/>
                      <a:pt x="3436" y="4186"/>
                    </a:cubicBezTo>
                    <a:cubicBezTo>
                      <a:pt x="3528" y="4137"/>
                      <a:pt x="3621" y="4099"/>
                      <a:pt x="3718" y="4067"/>
                    </a:cubicBezTo>
                    <a:cubicBezTo>
                      <a:pt x="3833" y="4039"/>
                      <a:pt x="3941" y="4007"/>
                      <a:pt x="4061" y="3974"/>
                    </a:cubicBezTo>
                    <a:cubicBezTo>
                      <a:pt x="4156" y="3946"/>
                      <a:pt x="4255" y="3930"/>
                      <a:pt x="4354" y="3930"/>
                    </a:cubicBezTo>
                    <a:cubicBezTo>
                      <a:pt x="4369" y="3930"/>
                      <a:pt x="4383" y="3930"/>
                      <a:pt x="4398" y="3931"/>
                    </a:cubicBezTo>
                    <a:cubicBezTo>
                      <a:pt x="4441" y="3925"/>
                      <a:pt x="4479" y="3920"/>
                      <a:pt x="4523" y="3914"/>
                    </a:cubicBezTo>
                    <a:cubicBezTo>
                      <a:pt x="4583" y="3898"/>
                      <a:pt x="4637" y="3904"/>
                      <a:pt x="4697" y="3898"/>
                    </a:cubicBezTo>
                    <a:cubicBezTo>
                      <a:pt x="4800" y="3887"/>
                      <a:pt x="4893" y="3860"/>
                      <a:pt x="4990" y="3849"/>
                    </a:cubicBezTo>
                    <a:cubicBezTo>
                      <a:pt x="5099" y="3844"/>
                      <a:pt x="5202" y="3833"/>
                      <a:pt x="5300" y="3811"/>
                    </a:cubicBezTo>
                    <a:cubicBezTo>
                      <a:pt x="5409" y="3778"/>
                      <a:pt x="5512" y="3740"/>
                      <a:pt x="5616" y="3708"/>
                    </a:cubicBezTo>
                    <a:cubicBezTo>
                      <a:pt x="5724" y="3681"/>
                      <a:pt x="5844" y="3664"/>
                      <a:pt x="5958" y="3621"/>
                    </a:cubicBezTo>
                    <a:cubicBezTo>
                      <a:pt x="6040" y="3588"/>
                      <a:pt x="6127" y="3556"/>
                      <a:pt x="6219" y="3534"/>
                    </a:cubicBezTo>
                    <a:cubicBezTo>
                      <a:pt x="6317" y="3518"/>
                      <a:pt x="6409" y="3485"/>
                      <a:pt x="6502" y="3436"/>
                    </a:cubicBezTo>
                    <a:cubicBezTo>
                      <a:pt x="6605" y="3382"/>
                      <a:pt x="6708" y="3338"/>
                      <a:pt x="6822" y="3306"/>
                    </a:cubicBezTo>
                    <a:cubicBezTo>
                      <a:pt x="6926" y="3257"/>
                      <a:pt x="7023" y="3202"/>
                      <a:pt x="7121" y="3148"/>
                    </a:cubicBezTo>
                    <a:cubicBezTo>
                      <a:pt x="7312" y="3050"/>
                      <a:pt x="7518" y="3017"/>
                      <a:pt x="7665" y="2860"/>
                    </a:cubicBezTo>
                    <a:cubicBezTo>
                      <a:pt x="7697" y="2833"/>
                      <a:pt x="7687" y="2778"/>
                      <a:pt x="7643" y="2767"/>
                    </a:cubicBezTo>
                    <a:cubicBezTo>
                      <a:pt x="7708" y="2762"/>
                      <a:pt x="7774" y="2751"/>
                      <a:pt x="7833" y="2735"/>
                    </a:cubicBezTo>
                    <a:cubicBezTo>
                      <a:pt x="7866" y="2729"/>
                      <a:pt x="7893" y="2724"/>
                      <a:pt x="7920" y="2708"/>
                    </a:cubicBezTo>
                    <a:cubicBezTo>
                      <a:pt x="7986" y="2686"/>
                      <a:pt x="8051" y="2659"/>
                      <a:pt x="8105" y="2621"/>
                    </a:cubicBezTo>
                    <a:cubicBezTo>
                      <a:pt x="8219" y="2555"/>
                      <a:pt x="8333" y="2507"/>
                      <a:pt x="8448" y="2447"/>
                    </a:cubicBezTo>
                    <a:cubicBezTo>
                      <a:pt x="8540" y="2398"/>
                      <a:pt x="8632" y="2360"/>
                      <a:pt x="8725" y="2322"/>
                    </a:cubicBezTo>
                    <a:close/>
                    <a:moveTo>
                      <a:pt x="7921" y="1"/>
                    </a:moveTo>
                    <a:cubicBezTo>
                      <a:pt x="7908" y="1"/>
                      <a:pt x="7895" y="4"/>
                      <a:pt x="7882" y="11"/>
                    </a:cubicBezTo>
                    <a:cubicBezTo>
                      <a:pt x="7823" y="50"/>
                      <a:pt x="7774" y="115"/>
                      <a:pt x="7752" y="185"/>
                    </a:cubicBezTo>
                    <a:cubicBezTo>
                      <a:pt x="7741" y="207"/>
                      <a:pt x="7736" y="234"/>
                      <a:pt x="7730" y="262"/>
                    </a:cubicBezTo>
                    <a:lnTo>
                      <a:pt x="7730" y="267"/>
                    </a:lnTo>
                    <a:lnTo>
                      <a:pt x="7725" y="267"/>
                    </a:lnTo>
                    <a:cubicBezTo>
                      <a:pt x="7716" y="262"/>
                      <a:pt x="7705" y="260"/>
                      <a:pt x="7694" y="260"/>
                    </a:cubicBezTo>
                    <a:cubicBezTo>
                      <a:pt x="7678" y="260"/>
                      <a:pt x="7661" y="265"/>
                      <a:pt x="7649" y="278"/>
                    </a:cubicBezTo>
                    <a:cubicBezTo>
                      <a:pt x="7545" y="381"/>
                      <a:pt x="7475" y="512"/>
                      <a:pt x="7447" y="653"/>
                    </a:cubicBezTo>
                    <a:cubicBezTo>
                      <a:pt x="7407" y="641"/>
                      <a:pt x="7369" y="635"/>
                      <a:pt x="7330" y="635"/>
                    </a:cubicBezTo>
                    <a:cubicBezTo>
                      <a:pt x="7317" y="635"/>
                      <a:pt x="7303" y="635"/>
                      <a:pt x="7290" y="637"/>
                    </a:cubicBezTo>
                    <a:cubicBezTo>
                      <a:pt x="7268" y="642"/>
                      <a:pt x="7246" y="664"/>
                      <a:pt x="7246" y="686"/>
                    </a:cubicBezTo>
                    <a:cubicBezTo>
                      <a:pt x="7219" y="811"/>
                      <a:pt x="7127" y="914"/>
                      <a:pt x="7110" y="1033"/>
                    </a:cubicBezTo>
                    <a:cubicBezTo>
                      <a:pt x="7068" y="1012"/>
                      <a:pt x="7022" y="1000"/>
                      <a:pt x="6975" y="1000"/>
                    </a:cubicBezTo>
                    <a:cubicBezTo>
                      <a:pt x="6949" y="1000"/>
                      <a:pt x="6923" y="1004"/>
                      <a:pt x="6898" y="1012"/>
                    </a:cubicBezTo>
                    <a:cubicBezTo>
                      <a:pt x="6779" y="1066"/>
                      <a:pt x="6801" y="1262"/>
                      <a:pt x="6741" y="1360"/>
                    </a:cubicBezTo>
                    <a:cubicBezTo>
                      <a:pt x="6724" y="1376"/>
                      <a:pt x="6714" y="1398"/>
                      <a:pt x="6697" y="1419"/>
                    </a:cubicBezTo>
                    <a:cubicBezTo>
                      <a:pt x="6724" y="1354"/>
                      <a:pt x="6730" y="1289"/>
                      <a:pt x="6714" y="1224"/>
                    </a:cubicBezTo>
                    <a:cubicBezTo>
                      <a:pt x="6697" y="1169"/>
                      <a:pt x="6654" y="1126"/>
                      <a:pt x="6605" y="1104"/>
                    </a:cubicBezTo>
                    <a:cubicBezTo>
                      <a:pt x="6616" y="1077"/>
                      <a:pt x="6632" y="1050"/>
                      <a:pt x="6648" y="1023"/>
                    </a:cubicBezTo>
                    <a:cubicBezTo>
                      <a:pt x="6692" y="968"/>
                      <a:pt x="6708" y="903"/>
                      <a:pt x="6703" y="843"/>
                    </a:cubicBezTo>
                    <a:cubicBezTo>
                      <a:pt x="6692" y="778"/>
                      <a:pt x="6648" y="724"/>
                      <a:pt x="6589" y="691"/>
                    </a:cubicBezTo>
                    <a:cubicBezTo>
                      <a:pt x="6561" y="680"/>
                      <a:pt x="6534" y="669"/>
                      <a:pt x="6507" y="664"/>
                    </a:cubicBezTo>
                    <a:cubicBezTo>
                      <a:pt x="6583" y="561"/>
                      <a:pt x="6637" y="441"/>
                      <a:pt x="6654" y="310"/>
                    </a:cubicBezTo>
                    <a:cubicBezTo>
                      <a:pt x="6660" y="256"/>
                      <a:pt x="6612" y="225"/>
                      <a:pt x="6565" y="225"/>
                    </a:cubicBezTo>
                    <a:cubicBezTo>
                      <a:pt x="6527" y="225"/>
                      <a:pt x="6490" y="245"/>
                      <a:pt x="6480" y="289"/>
                    </a:cubicBezTo>
                    <a:cubicBezTo>
                      <a:pt x="6453" y="408"/>
                      <a:pt x="6393" y="522"/>
                      <a:pt x="6366" y="642"/>
                    </a:cubicBezTo>
                    <a:cubicBezTo>
                      <a:pt x="6339" y="637"/>
                      <a:pt x="6311" y="626"/>
                      <a:pt x="6290" y="609"/>
                    </a:cubicBezTo>
                    <a:cubicBezTo>
                      <a:pt x="6279" y="599"/>
                      <a:pt x="6267" y="595"/>
                      <a:pt x="6253" y="595"/>
                    </a:cubicBezTo>
                    <a:cubicBezTo>
                      <a:pt x="6246" y="595"/>
                      <a:pt x="6238" y="597"/>
                      <a:pt x="6230" y="599"/>
                    </a:cubicBezTo>
                    <a:cubicBezTo>
                      <a:pt x="6175" y="637"/>
                      <a:pt x="6143" y="696"/>
                      <a:pt x="6137" y="762"/>
                    </a:cubicBezTo>
                    <a:cubicBezTo>
                      <a:pt x="6127" y="827"/>
                      <a:pt x="6105" y="887"/>
                      <a:pt x="6088" y="952"/>
                    </a:cubicBezTo>
                    <a:lnTo>
                      <a:pt x="6029" y="930"/>
                    </a:lnTo>
                    <a:cubicBezTo>
                      <a:pt x="5991" y="916"/>
                      <a:pt x="5955" y="904"/>
                      <a:pt x="5920" y="904"/>
                    </a:cubicBezTo>
                    <a:cubicBezTo>
                      <a:pt x="5890" y="904"/>
                      <a:pt x="5861" y="913"/>
                      <a:pt x="5833" y="936"/>
                    </a:cubicBezTo>
                    <a:cubicBezTo>
                      <a:pt x="5762" y="1001"/>
                      <a:pt x="5730" y="1120"/>
                      <a:pt x="5703" y="1207"/>
                    </a:cubicBezTo>
                    <a:cubicBezTo>
                      <a:pt x="5675" y="1294"/>
                      <a:pt x="5659" y="1381"/>
                      <a:pt x="5637" y="1468"/>
                    </a:cubicBezTo>
                    <a:cubicBezTo>
                      <a:pt x="5610" y="1463"/>
                      <a:pt x="5588" y="1457"/>
                      <a:pt x="5567" y="1447"/>
                    </a:cubicBezTo>
                    <a:cubicBezTo>
                      <a:pt x="5562" y="1446"/>
                      <a:pt x="5557" y="1446"/>
                      <a:pt x="5552" y="1446"/>
                    </a:cubicBezTo>
                    <a:cubicBezTo>
                      <a:pt x="5521" y="1446"/>
                      <a:pt x="5495" y="1462"/>
                      <a:pt x="5485" y="1490"/>
                    </a:cubicBezTo>
                    <a:cubicBezTo>
                      <a:pt x="5425" y="1729"/>
                      <a:pt x="5295" y="1925"/>
                      <a:pt x="5213" y="2153"/>
                    </a:cubicBezTo>
                    <a:cubicBezTo>
                      <a:pt x="5181" y="2251"/>
                      <a:pt x="5137" y="2343"/>
                      <a:pt x="5099" y="2441"/>
                    </a:cubicBezTo>
                    <a:lnTo>
                      <a:pt x="5099" y="2349"/>
                    </a:lnTo>
                    <a:cubicBezTo>
                      <a:pt x="5110" y="2186"/>
                      <a:pt x="5181" y="2023"/>
                      <a:pt x="5230" y="1860"/>
                    </a:cubicBezTo>
                    <a:cubicBezTo>
                      <a:pt x="5251" y="1784"/>
                      <a:pt x="5311" y="1631"/>
                      <a:pt x="5279" y="1539"/>
                    </a:cubicBezTo>
                    <a:cubicBezTo>
                      <a:pt x="5289" y="1506"/>
                      <a:pt x="5289" y="1474"/>
                      <a:pt x="5284" y="1441"/>
                    </a:cubicBezTo>
                    <a:cubicBezTo>
                      <a:pt x="5273" y="1370"/>
                      <a:pt x="5273" y="1305"/>
                      <a:pt x="5273" y="1240"/>
                    </a:cubicBezTo>
                    <a:cubicBezTo>
                      <a:pt x="5279" y="1175"/>
                      <a:pt x="5279" y="1110"/>
                      <a:pt x="5268" y="1044"/>
                    </a:cubicBezTo>
                    <a:cubicBezTo>
                      <a:pt x="5257" y="990"/>
                      <a:pt x="5230" y="941"/>
                      <a:pt x="5219" y="887"/>
                    </a:cubicBezTo>
                    <a:cubicBezTo>
                      <a:pt x="5197" y="767"/>
                      <a:pt x="5170" y="599"/>
                      <a:pt x="5088" y="495"/>
                    </a:cubicBezTo>
                    <a:cubicBezTo>
                      <a:pt x="5083" y="435"/>
                      <a:pt x="5083" y="376"/>
                      <a:pt x="5088" y="316"/>
                    </a:cubicBezTo>
                    <a:cubicBezTo>
                      <a:pt x="5084" y="258"/>
                      <a:pt x="5033" y="216"/>
                      <a:pt x="4980" y="216"/>
                    </a:cubicBezTo>
                    <a:cubicBezTo>
                      <a:pt x="4963" y="216"/>
                      <a:pt x="4946" y="220"/>
                      <a:pt x="4931" y="229"/>
                    </a:cubicBezTo>
                    <a:cubicBezTo>
                      <a:pt x="4925" y="225"/>
                      <a:pt x="4919" y="223"/>
                      <a:pt x="4913" y="223"/>
                    </a:cubicBezTo>
                    <a:cubicBezTo>
                      <a:pt x="4902" y="223"/>
                      <a:pt x="4891" y="231"/>
                      <a:pt x="4887" y="245"/>
                    </a:cubicBezTo>
                    <a:cubicBezTo>
                      <a:pt x="4860" y="349"/>
                      <a:pt x="4768" y="441"/>
                      <a:pt x="4702" y="539"/>
                    </a:cubicBezTo>
                    <a:cubicBezTo>
                      <a:pt x="4659" y="599"/>
                      <a:pt x="4621" y="664"/>
                      <a:pt x="4583" y="718"/>
                    </a:cubicBezTo>
                    <a:cubicBezTo>
                      <a:pt x="4496" y="843"/>
                      <a:pt x="4425" y="968"/>
                      <a:pt x="4344" y="1099"/>
                    </a:cubicBezTo>
                    <a:cubicBezTo>
                      <a:pt x="4300" y="1158"/>
                      <a:pt x="4257" y="1218"/>
                      <a:pt x="4213" y="1278"/>
                    </a:cubicBezTo>
                    <a:cubicBezTo>
                      <a:pt x="4208" y="1277"/>
                      <a:pt x="4204" y="1277"/>
                      <a:pt x="4199" y="1277"/>
                    </a:cubicBezTo>
                    <a:cubicBezTo>
                      <a:pt x="4177" y="1277"/>
                      <a:pt x="4156" y="1287"/>
                      <a:pt x="4142" y="1305"/>
                    </a:cubicBezTo>
                    <a:cubicBezTo>
                      <a:pt x="4094" y="1398"/>
                      <a:pt x="4066" y="1495"/>
                      <a:pt x="4066" y="1604"/>
                    </a:cubicBezTo>
                    <a:cubicBezTo>
                      <a:pt x="4045" y="1740"/>
                      <a:pt x="3996" y="1865"/>
                      <a:pt x="3969" y="2001"/>
                    </a:cubicBezTo>
                    <a:cubicBezTo>
                      <a:pt x="3936" y="2131"/>
                      <a:pt x="3892" y="2273"/>
                      <a:pt x="3871" y="2409"/>
                    </a:cubicBezTo>
                    <a:lnTo>
                      <a:pt x="3871" y="2409"/>
                    </a:lnTo>
                    <a:cubicBezTo>
                      <a:pt x="3871" y="2342"/>
                      <a:pt x="3871" y="2280"/>
                      <a:pt x="3876" y="2213"/>
                    </a:cubicBezTo>
                    <a:cubicBezTo>
                      <a:pt x="3887" y="2208"/>
                      <a:pt x="3898" y="2197"/>
                      <a:pt x="3903" y="2186"/>
                    </a:cubicBezTo>
                    <a:cubicBezTo>
                      <a:pt x="3990" y="1990"/>
                      <a:pt x="3833" y="1746"/>
                      <a:pt x="3767" y="1572"/>
                    </a:cubicBezTo>
                    <a:cubicBezTo>
                      <a:pt x="3740" y="1463"/>
                      <a:pt x="3680" y="1360"/>
                      <a:pt x="3604" y="1278"/>
                    </a:cubicBezTo>
                    <a:cubicBezTo>
                      <a:pt x="3593" y="1256"/>
                      <a:pt x="3583" y="1235"/>
                      <a:pt x="3572" y="1207"/>
                    </a:cubicBezTo>
                    <a:cubicBezTo>
                      <a:pt x="3555" y="1169"/>
                      <a:pt x="3550" y="1126"/>
                      <a:pt x="3539" y="1088"/>
                    </a:cubicBezTo>
                    <a:cubicBezTo>
                      <a:pt x="3514" y="1008"/>
                      <a:pt x="3462" y="928"/>
                      <a:pt x="3373" y="928"/>
                    </a:cubicBezTo>
                    <a:cubicBezTo>
                      <a:pt x="3366" y="928"/>
                      <a:pt x="3357" y="929"/>
                      <a:pt x="3349" y="930"/>
                    </a:cubicBezTo>
                    <a:cubicBezTo>
                      <a:pt x="3333" y="936"/>
                      <a:pt x="3311" y="941"/>
                      <a:pt x="3300" y="952"/>
                    </a:cubicBezTo>
                    <a:cubicBezTo>
                      <a:pt x="3289" y="952"/>
                      <a:pt x="3278" y="957"/>
                      <a:pt x="3273" y="968"/>
                    </a:cubicBezTo>
                    <a:cubicBezTo>
                      <a:pt x="3240" y="1006"/>
                      <a:pt x="3208" y="1050"/>
                      <a:pt x="3191" y="1104"/>
                    </a:cubicBezTo>
                    <a:cubicBezTo>
                      <a:pt x="3159" y="1207"/>
                      <a:pt x="3137" y="1322"/>
                      <a:pt x="3137" y="1436"/>
                    </a:cubicBezTo>
                    <a:cubicBezTo>
                      <a:pt x="3121" y="1490"/>
                      <a:pt x="3088" y="1539"/>
                      <a:pt x="3066" y="1593"/>
                    </a:cubicBezTo>
                    <a:cubicBezTo>
                      <a:pt x="3039" y="1659"/>
                      <a:pt x="3023" y="1729"/>
                      <a:pt x="2996" y="1794"/>
                    </a:cubicBezTo>
                    <a:lnTo>
                      <a:pt x="2968" y="1865"/>
                    </a:lnTo>
                    <a:cubicBezTo>
                      <a:pt x="2903" y="1762"/>
                      <a:pt x="2789" y="1664"/>
                      <a:pt x="2729" y="1566"/>
                    </a:cubicBezTo>
                    <a:cubicBezTo>
                      <a:pt x="2675" y="1447"/>
                      <a:pt x="2610" y="1332"/>
                      <a:pt x="2539" y="1224"/>
                    </a:cubicBezTo>
                    <a:cubicBezTo>
                      <a:pt x="2490" y="1158"/>
                      <a:pt x="2463" y="1061"/>
                      <a:pt x="2370" y="1055"/>
                    </a:cubicBezTo>
                    <a:cubicBezTo>
                      <a:pt x="2367" y="1055"/>
                      <a:pt x="2364" y="1055"/>
                      <a:pt x="2361" y="1055"/>
                    </a:cubicBezTo>
                    <a:cubicBezTo>
                      <a:pt x="2187" y="1055"/>
                      <a:pt x="2240" y="1361"/>
                      <a:pt x="2224" y="1468"/>
                    </a:cubicBezTo>
                    <a:cubicBezTo>
                      <a:pt x="2207" y="1610"/>
                      <a:pt x="2207" y="1751"/>
                      <a:pt x="2191" y="1892"/>
                    </a:cubicBezTo>
                    <a:cubicBezTo>
                      <a:pt x="2169" y="1979"/>
                      <a:pt x="2169" y="2077"/>
                      <a:pt x="2180" y="2164"/>
                    </a:cubicBezTo>
                    <a:cubicBezTo>
                      <a:pt x="2158" y="2164"/>
                      <a:pt x="2137" y="2180"/>
                      <a:pt x="2131" y="2202"/>
                    </a:cubicBezTo>
                    <a:cubicBezTo>
                      <a:pt x="2115" y="2289"/>
                      <a:pt x="2142" y="2365"/>
                      <a:pt x="2142" y="2452"/>
                    </a:cubicBezTo>
                    <a:cubicBezTo>
                      <a:pt x="2137" y="2534"/>
                      <a:pt x="2142" y="2615"/>
                      <a:pt x="2153" y="2702"/>
                    </a:cubicBezTo>
                    <a:cubicBezTo>
                      <a:pt x="2169" y="2822"/>
                      <a:pt x="2153" y="2941"/>
                      <a:pt x="2164" y="3061"/>
                    </a:cubicBezTo>
                    <a:cubicBezTo>
                      <a:pt x="2169" y="3099"/>
                      <a:pt x="2186" y="3137"/>
                      <a:pt x="2196" y="3181"/>
                    </a:cubicBezTo>
                    <a:cubicBezTo>
                      <a:pt x="2207" y="3224"/>
                      <a:pt x="2207" y="3268"/>
                      <a:pt x="2207" y="3316"/>
                    </a:cubicBezTo>
                    <a:cubicBezTo>
                      <a:pt x="2224" y="3393"/>
                      <a:pt x="2245" y="3463"/>
                      <a:pt x="2283" y="3534"/>
                    </a:cubicBezTo>
                    <a:cubicBezTo>
                      <a:pt x="2023" y="3583"/>
                      <a:pt x="1767" y="3670"/>
                      <a:pt x="1533" y="3789"/>
                    </a:cubicBezTo>
                    <a:cubicBezTo>
                      <a:pt x="1343" y="3887"/>
                      <a:pt x="1082" y="4023"/>
                      <a:pt x="1033" y="4251"/>
                    </a:cubicBezTo>
                    <a:cubicBezTo>
                      <a:pt x="1001" y="4376"/>
                      <a:pt x="990" y="4507"/>
                      <a:pt x="957" y="4632"/>
                    </a:cubicBezTo>
                    <a:cubicBezTo>
                      <a:pt x="914" y="4762"/>
                      <a:pt x="848" y="4877"/>
                      <a:pt x="761" y="4985"/>
                    </a:cubicBezTo>
                    <a:cubicBezTo>
                      <a:pt x="734" y="5029"/>
                      <a:pt x="712" y="5078"/>
                      <a:pt x="707" y="5132"/>
                    </a:cubicBezTo>
                    <a:cubicBezTo>
                      <a:pt x="691" y="5186"/>
                      <a:pt x="664" y="5246"/>
                      <a:pt x="636" y="5295"/>
                    </a:cubicBezTo>
                    <a:cubicBezTo>
                      <a:pt x="571" y="5442"/>
                      <a:pt x="555" y="5599"/>
                      <a:pt x="490" y="5746"/>
                    </a:cubicBezTo>
                    <a:cubicBezTo>
                      <a:pt x="370" y="6018"/>
                      <a:pt x="229" y="6268"/>
                      <a:pt x="142" y="6556"/>
                    </a:cubicBezTo>
                    <a:cubicBezTo>
                      <a:pt x="98" y="6708"/>
                      <a:pt x="76" y="6866"/>
                      <a:pt x="33" y="7018"/>
                    </a:cubicBezTo>
                    <a:cubicBezTo>
                      <a:pt x="0" y="7138"/>
                      <a:pt x="28" y="7268"/>
                      <a:pt x="22" y="7393"/>
                    </a:cubicBezTo>
                    <a:cubicBezTo>
                      <a:pt x="22" y="7497"/>
                      <a:pt x="22" y="7584"/>
                      <a:pt x="93" y="7660"/>
                    </a:cubicBezTo>
                    <a:cubicBezTo>
                      <a:pt x="180" y="7752"/>
                      <a:pt x="272" y="7839"/>
                      <a:pt x="370" y="7915"/>
                    </a:cubicBezTo>
                    <a:cubicBezTo>
                      <a:pt x="484" y="8002"/>
                      <a:pt x="620" y="8046"/>
                      <a:pt x="745" y="8111"/>
                    </a:cubicBezTo>
                    <a:cubicBezTo>
                      <a:pt x="848" y="8165"/>
                      <a:pt x="919" y="8252"/>
                      <a:pt x="1033" y="8296"/>
                    </a:cubicBezTo>
                    <a:cubicBezTo>
                      <a:pt x="1180" y="8350"/>
                      <a:pt x="1332" y="8399"/>
                      <a:pt x="1479" y="8459"/>
                    </a:cubicBezTo>
                    <a:cubicBezTo>
                      <a:pt x="1626" y="8519"/>
                      <a:pt x="1778" y="8540"/>
                      <a:pt x="1925" y="8595"/>
                    </a:cubicBezTo>
                    <a:cubicBezTo>
                      <a:pt x="2050" y="8638"/>
                      <a:pt x="2180" y="8665"/>
                      <a:pt x="2305" y="8698"/>
                    </a:cubicBezTo>
                    <a:cubicBezTo>
                      <a:pt x="2392" y="8741"/>
                      <a:pt x="2479" y="8769"/>
                      <a:pt x="2577" y="8779"/>
                    </a:cubicBezTo>
                    <a:cubicBezTo>
                      <a:pt x="2631" y="8790"/>
                      <a:pt x="2685" y="8794"/>
                      <a:pt x="2740" y="8794"/>
                    </a:cubicBezTo>
                    <a:cubicBezTo>
                      <a:pt x="2889" y="8794"/>
                      <a:pt x="3040" y="8764"/>
                      <a:pt x="3191" y="8752"/>
                    </a:cubicBezTo>
                    <a:cubicBezTo>
                      <a:pt x="3387" y="8736"/>
                      <a:pt x="3577" y="8703"/>
                      <a:pt x="3762" y="8649"/>
                    </a:cubicBezTo>
                    <a:cubicBezTo>
                      <a:pt x="3979" y="8589"/>
                      <a:pt x="4191" y="8551"/>
                      <a:pt x="4403" y="8486"/>
                    </a:cubicBezTo>
                    <a:cubicBezTo>
                      <a:pt x="4512" y="8453"/>
                      <a:pt x="4615" y="8415"/>
                      <a:pt x="4719" y="8383"/>
                    </a:cubicBezTo>
                    <a:cubicBezTo>
                      <a:pt x="4822" y="8361"/>
                      <a:pt x="4925" y="8323"/>
                      <a:pt x="5023" y="8279"/>
                    </a:cubicBezTo>
                    <a:cubicBezTo>
                      <a:pt x="5061" y="8252"/>
                      <a:pt x="5110" y="8225"/>
                      <a:pt x="5154" y="8209"/>
                    </a:cubicBezTo>
                    <a:cubicBezTo>
                      <a:pt x="5197" y="8192"/>
                      <a:pt x="5240" y="8181"/>
                      <a:pt x="5284" y="8160"/>
                    </a:cubicBezTo>
                    <a:cubicBezTo>
                      <a:pt x="5327" y="8138"/>
                      <a:pt x="5366" y="8105"/>
                      <a:pt x="5409" y="8089"/>
                    </a:cubicBezTo>
                    <a:cubicBezTo>
                      <a:pt x="5452" y="8073"/>
                      <a:pt x="5507" y="8062"/>
                      <a:pt x="5556" y="8046"/>
                    </a:cubicBezTo>
                    <a:cubicBezTo>
                      <a:pt x="5621" y="8013"/>
                      <a:pt x="5686" y="7964"/>
                      <a:pt x="5746" y="7910"/>
                    </a:cubicBezTo>
                    <a:cubicBezTo>
                      <a:pt x="5828" y="7855"/>
                      <a:pt x="5915" y="7806"/>
                      <a:pt x="6007" y="7763"/>
                    </a:cubicBezTo>
                    <a:cubicBezTo>
                      <a:pt x="6186" y="7660"/>
                      <a:pt x="6360" y="7540"/>
                      <a:pt x="6529" y="7415"/>
                    </a:cubicBezTo>
                    <a:cubicBezTo>
                      <a:pt x="6692" y="7285"/>
                      <a:pt x="6866" y="7165"/>
                      <a:pt x="7051" y="7062"/>
                    </a:cubicBezTo>
                    <a:cubicBezTo>
                      <a:pt x="7219" y="6964"/>
                      <a:pt x="7399" y="6833"/>
                      <a:pt x="7594" y="6774"/>
                    </a:cubicBezTo>
                    <a:cubicBezTo>
                      <a:pt x="7774" y="6719"/>
                      <a:pt x="7953" y="6643"/>
                      <a:pt x="8121" y="6556"/>
                    </a:cubicBezTo>
                    <a:cubicBezTo>
                      <a:pt x="8208" y="6518"/>
                      <a:pt x="8295" y="6469"/>
                      <a:pt x="8382" y="6420"/>
                    </a:cubicBezTo>
                    <a:cubicBezTo>
                      <a:pt x="8469" y="6360"/>
                      <a:pt x="8556" y="6317"/>
                      <a:pt x="8654" y="6279"/>
                    </a:cubicBezTo>
                    <a:cubicBezTo>
                      <a:pt x="8736" y="6246"/>
                      <a:pt x="8812" y="6203"/>
                      <a:pt x="8877" y="6149"/>
                    </a:cubicBezTo>
                    <a:cubicBezTo>
                      <a:pt x="8964" y="6089"/>
                      <a:pt x="9067" y="6062"/>
                      <a:pt x="9149" y="5991"/>
                    </a:cubicBezTo>
                    <a:cubicBezTo>
                      <a:pt x="9220" y="5937"/>
                      <a:pt x="9268" y="5855"/>
                      <a:pt x="9339" y="5790"/>
                    </a:cubicBezTo>
                    <a:cubicBezTo>
                      <a:pt x="9415" y="5725"/>
                      <a:pt x="9480" y="5654"/>
                      <a:pt x="9540" y="5572"/>
                    </a:cubicBezTo>
                    <a:cubicBezTo>
                      <a:pt x="9654" y="5415"/>
                      <a:pt x="9720" y="5224"/>
                      <a:pt x="9720" y="5029"/>
                    </a:cubicBezTo>
                    <a:cubicBezTo>
                      <a:pt x="9714" y="4936"/>
                      <a:pt x="9698" y="4844"/>
                      <a:pt x="9676" y="4757"/>
                    </a:cubicBezTo>
                    <a:cubicBezTo>
                      <a:pt x="9671" y="4719"/>
                      <a:pt x="9676" y="4675"/>
                      <a:pt x="9671" y="4637"/>
                    </a:cubicBezTo>
                    <a:lnTo>
                      <a:pt x="9654" y="4637"/>
                    </a:lnTo>
                    <a:cubicBezTo>
                      <a:pt x="9649" y="4583"/>
                      <a:pt x="9627" y="4534"/>
                      <a:pt x="9616" y="4474"/>
                    </a:cubicBezTo>
                    <a:cubicBezTo>
                      <a:pt x="9578" y="4230"/>
                      <a:pt x="9616" y="3980"/>
                      <a:pt x="9567" y="3735"/>
                    </a:cubicBezTo>
                    <a:cubicBezTo>
                      <a:pt x="9546" y="3632"/>
                      <a:pt x="9529" y="3523"/>
                      <a:pt x="9518" y="3414"/>
                    </a:cubicBezTo>
                    <a:cubicBezTo>
                      <a:pt x="9513" y="3300"/>
                      <a:pt x="9529" y="3197"/>
                      <a:pt x="9502" y="3083"/>
                    </a:cubicBezTo>
                    <a:cubicBezTo>
                      <a:pt x="9453" y="2882"/>
                      <a:pt x="9350" y="2702"/>
                      <a:pt x="9192" y="2561"/>
                    </a:cubicBezTo>
                    <a:cubicBezTo>
                      <a:pt x="9149" y="2517"/>
                      <a:pt x="9105" y="2468"/>
                      <a:pt x="9056" y="2420"/>
                    </a:cubicBezTo>
                    <a:lnTo>
                      <a:pt x="9111" y="2420"/>
                    </a:lnTo>
                    <a:cubicBezTo>
                      <a:pt x="9155" y="2423"/>
                      <a:pt x="9199" y="2426"/>
                      <a:pt x="9243" y="2426"/>
                    </a:cubicBezTo>
                    <a:cubicBezTo>
                      <a:pt x="9343" y="2426"/>
                      <a:pt x="9439" y="2409"/>
                      <a:pt x="9518" y="2333"/>
                    </a:cubicBezTo>
                    <a:cubicBezTo>
                      <a:pt x="9676" y="2186"/>
                      <a:pt x="9921" y="1854"/>
                      <a:pt x="9633" y="1707"/>
                    </a:cubicBezTo>
                    <a:cubicBezTo>
                      <a:pt x="9573" y="1686"/>
                      <a:pt x="9513" y="1669"/>
                      <a:pt x="9453" y="1659"/>
                    </a:cubicBezTo>
                    <a:cubicBezTo>
                      <a:pt x="9393" y="1642"/>
                      <a:pt x="9339" y="1620"/>
                      <a:pt x="9290" y="1582"/>
                    </a:cubicBezTo>
                    <a:cubicBezTo>
                      <a:pt x="9220" y="1550"/>
                      <a:pt x="9149" y="1523"/>
                      <a:pt x="9073" y="1506"/>
                    </a:cubicBezTo>
                    <a:cubicBezTo>
                      <a:pt x="8975" y="1474"/>
                      <a:pt x="8888" y="1436"/>
                      <a:pt x="8796" y="1414"/>
                    </a:cubicBezTo>
                    <a:cubicBezTo>
                      <a:pt x="8739" y="1397"/>
                      <a:pt x="8681" y="1388"/>
                      <a:pt x="8622" y="1388"/>
                    </a:cubicBezTo>
                    <a:cubicBezTo>
                      <a:pt x="8535" y="1388"/>
                      <a:pt x="8448" y="1407"/>
                      <a:pt x="8366" y="1447"/>
                    </a:cubicBezTo>
                    <a:cubicBezTo>
                      <a:pt x="8306" y="1490"/>
                      <a:pt x="8246" y="1539"/>
                      <a:pt x="8198" y="1599"/>
                    </a:cubicBezTo>
                    <a:cubicBezTo>
                      <a:pt x="8138" y="1648"/>
                      <a:pt x="8062" y="1675"/>
                      <a:pt x="8018" y="1740"/>
                    </a:cubicBezTo>
                    <a:cubicBezTo>
                      <a:pt x="8002" y="1767"/>
                      <a:pt x="8007" y="1800"/>
                      <a:pt x="8029" y="1822"/>
                    </a:cubicBezTo>
                    <a:cubicBezTo>
                      <a:pt x="8035" y="1827"/>
                      <a:pt x="8045" y="1838"/>
                      <a:pt x="8051" y="1843"/>
                    </a:cubicBezTo>
                    <a:cubicBezTo>
                      <a:pt x="7975" y="1849"/>
                      <a:pt x="7904" y="1860"/>
                      <a:pt x="7833" y="1881"/>
                    </a:cubicBezTo>
                    <a:cubicBezTo>
                      <a:pt x="7757" y="1898"/>
                      <a:pt x="7687" y="1903"/>
                      <a:pt x="7627" y="1919"/>
                    </a:cubicBezTo>
                    <a:cubicBezTo>
                      <a:pt x="7643" y="1887"/>
                      <a:pt x="7659" y="1849"/>
                      <a:pt x="7676" y="1816"/>
                    </a:cubicBezTo>
                    <a:cubicBezTo>
                      <a:pt x="7736" y="1680"/>
                      <a:pt x="7774" y="1539"/>
                      <a:pt x="7795" y="1392"/>
                    </a:cubicBezTo>
                    <a:cubicBezTo>
                      <a:pt x="7806" y="1354"/>
                      <a:pt x="7784" y="1316"/>
                      <a:pt x="7746" y="1300"/>
                    </a:cubicBezTo>
                    <a:cubicBezTo>
                      <a:pt x="7757" y="1289"/>
                      <a:pt x="7763" y="1273"/>
                      <a:pt x="7763" y="1262"/>
                    </a:cubicBezTo>
                    <a:cubicBezTo>
                      <a:pt x="7779" y="1213"/>
                      <a:pt x="7795" y="1164"/>
                      <a:pt x="7817" y="1115"/>
                    </a:cubicBezTo>
                    <a:cubicBezTo>
                      <a:pt x="7823" y="1077"/>
                      <a:pt x="7833" y="1039"/>
                      <a:pt x="7844" y="1001"/>
                    </a:cubicBezTo>
                    <a:cubicBezTo>
                      <a:pt x="7855" y="990"/>
                      <a:pt x="7866" y="974"/>
                      <a:pt x="7871" y="963"/>
                    </a:cubicBezTo>
                    <a:cubicBezTo>
                      <a:pt x="7904" y="898"/>
                      <a:pt x="7882" y="821"/>
                      <a:pt x="7823" y="789"/>
                    </a:cubicBezTo>
                    <a:cubicBezTo>
                      <a:pt x="7817" y="783"/>
                      <a:pt x="7812" y="783"/>
                      <a:pt x="7806" y="783"/>
                    </a:cubicBezTo>
                    <a:cubicBezTo>
                      <a:pt x="7861" y="631"/>
                      <a:pt x="7920" y="479"/>
                      <a:pt x="7844" y="359"/>
                    </a:cubicBezTo>
                    <a:cubicBezTo>
                      <a:pt x="7855" y="338"/>
                      <a:pt x="7871" y="310"/>
                      <a:pt x="7882" y="278"/>
                    </a:cubicBezTo>
                    <a:cubicBezTo>
                      <a:pt x="7915" y="223"/>
                      <a:pt x="7948" y="164"/>
                      <a:pt x="7986" y="115"/>
                    </a:cubicBezTo>
                    <a:cubicBezTo>
                      <a:pt x="8016" y="58"/>
                      <a:pt x="7973" y="1"/>
                      <a:pt x="7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20"/>
              <p:cNvSpPr/>
              <p:nvPr/>
            </p:nvSpPr>
            <p:spPr>
              <a:xfrm>
                <a:off x="4773600" y="4317350"/>
                <a:ext cx="25" cy="25"/>
              </a:xfrm>
              <a:custGeom>
                <a:rect b="b" l="l" r="r" t="t"/>
                <a:pathLst>
                  <a:path extrusionOk="0" h="1" w="1">
                    <a:moveTo>
                      <a:pt x="1" y="1"/>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20"/>
              <p:cNvSpPr/>
              <p:nvPr/>
            </p:nvSpPr>
            <p:spPr>
              <a:xfrm>
                <a:off x="4645725" y="4371575"/>
                <a:ext cx="10500" cy="85725"/>
              </a:xfrm>
              <a:custGeom>
                <a:rect b="b" l="l" r="r" t="t"/>
                <a:pathLst>
                  <a:path extrusionOk="0" h="3429" w="420">
                    <a:moveTo>
                      <a:pt x="403" y="1"/>
                    </a:moveTo>
                    <a:cubicBezTo>
                      <a:pt x="395" y="1"/>
                      <a:pt x="386" y="6"/>
                      <a:pt x="386" y="17"/>
                    </a:cubicBezTo>
                    <a:cubicBezTo>
                      <a:pt x="376" y="82"/>
                      <a:pt x="359" y="142"/>
                      <a:pt x="337" y="202"/>
                    </a:cubicBezTo>
                    <a:cubicBezTo>
                      <a:pt x="316" y="273"/>
                      <a:pt x="294" y="343"/>
                      <a:pt x="267" y="408"/>
                    </a:cubicBezTo>
                    <a:cubicBezTo>
                      <a:pt x="245" y="463"/>
                      <a:pt x="234" y="523"/>
                      <a:pt x="223" y="582"/>
                    </a:cubicBezTo>
                    <a:cubicBezTo>
                      <a:pt x="212" y="653"/>
                      <a:pt x="185" y="724"/>
                      <a:pt x="158" y="794"/>
                    </a:cubicBezTo>
                    <a:cubicBezTo>
                      <a:pt x="142" y="865"/>
                      <a:pt x="131" y="941"/>
                      <a:pt x="131" y="1012"/>
                    </a:cubicBezTo>
                    <a:cubicBezTo>
                      <a:pt x="120" y="1077"/>
                      <a:pt x="93" y="1137"/>
                      <a:pt x="82" y="1197"/>
                    </a:cubicBezTo>
                    <a:cubicBezTo>
                      <a:pt x="66" y="1262"/>
                      <a:pt x="55" y="1327"/>
                      <a:pt x="55" y="1392"/>
                    </a:cubicBezTo>
                    <a:cubicBezTo>
                      <a:pt x="49" y="1474"/>
                      <a:pt x="39" y="1550"/>
                      <a:pt x="22" y="1626"/>
                    </a:cubicBezTo>
                    <a:cubicBezTo>
                      <a:pt x="6" y="1767"/>
                      <a:pt x="0" y="1909"/>
                      <a:pt x="6" y="2050"/>
                    </a:cubicBezTo>
                    <a:cubicBezTo>
                      <a:pt x="6" y="2208"/>
                      <a:pt x="0" y="2365"/>
                      <a:pt x="0" y="2518"/>
                    </a:cubicBezTo>
                    <a:cubicBezTo>
                      <a:pt x="0" y="2670"/>
                      <a:pt x="11" y="2822"/>
                      <a:pt x="39" y="2969"/>
                    </a:cubicBezTo>
                    <a:cubicBezTo>
                      <a:pt x="66" y="3115"/>
                      <a:pt x="109" y="3262"/>
                      <a:pt x="158" y="3404"/>
                    </a:cubicBezTo>
                    <a:cubicBezTo>
                      <a:pt x="164" y="3420"/>
                      <a:pt x="177" y="3428"/>
                      <a:pt x="191" y="3428"/>
                    </a:cubicBezTo>
                    <a:cubicBezTo>
                      <a:pt x="204" y="3428"/>
                      <a:pt x="218" y="3420"/>
                      <a:pt x="223" y="3404"/>
                    </a:cubicBezTo>
                    <a:cubicBezTo>
                      <a:pt x="267" y="3284"/>
                      <a:pt x="212" y="3115"/>
                      <a:pt x="202" y="2990"/>
                    </a:cubicBezTo>
                    <a:cubicBezTo>
                      <a:pt x="180" y="2844"/>
                      <a:pt x="174" y="2691"/>
                      <a:pt x="169" y="2539"/>
                    </a:cubicBezTo>
                    <a:lnTo>
                      <a:pt x="164" y="2072"/>
                    </a:lnTo>
                    <a:cubicBezTo>
                      <a:pt x="153" y="1914"/>
                      <a:pt x="158" y="1751"/>
                      <a:pt x="174" y="1588"/>
                    </a:cubicBezTo>
                    <a:cubicBezTo>
                      <a:pt x="191" y="1452"/>
                      <a:pt x="174" y="1311"/>
                      <a:pt x="207" y="1175"/>
                    </a:cubicBezTo>
                    <a:cubicBezTo>
                      <a:pt x="245" y="1034"/>
                      <a:pt x="223" y="898"/>
                      <a:pt x="267" y="773"/>
                    </a:cubicBezTo>
                    <a:cubicBezTo>
                      <a:pt x="316" y="637"/>
                      <a:pt x="316" y="490"/>
                      <a:pt x="359" y="349"/>
                    </a:cubicBezTo>
                    <a:cubicBezTo>
                      <a:pt x="376" y="300"/>
                      <a:pt x="381" y="245"/>
                      <a:pt x="386" y="196"/>
                    </a:cubicBezTo>
                    <a:cubicBezTo>
                      <a:pt x="386" y="131"/>
                      <a:pt x="419" y="82"/>
                      <a:pt x="419" y="17"/>
                    </a:cubicBezTo>
                    <a:cubicBezTo>
                      <a:pt x="419" y="6"/>
                      <a:pt x="411" y="1"/>
                      <a:pt x="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20"/>
              <p:cNvSpPr/>
              <p:nvPr/>
            </p:nvSpPr>
            <p:spPr>
              <a:xfrm>
                <a:off x="4655925" y="4348975"/>
                <a:ext cx="154875" cy="97200"/>
              </a:xfrm>
              <a:custGeom>
                <a:rect b="b" l="l" r="r" t="t"/>
                <a:pathLst>
                  <a:path extrusionOk="0" h="3888" w="6195">
                    <a:moveTo>
                      <a:pt x="4350" y="145"/>
                    </a:moveTo>
                    <a:cubicBezTo>
                      <a:pt x="4371" y="145"/>
                      <a:pt x="4391" y="150"/>
                      <a:pt x="4409" y="160"/>
                    </a:cubicBezTo>
                    <a:cubicBezTo>
                      <a:pt x="4371" y="176"/>
                      <a:pt x="4332" y="193"/>
                      <a:pt x="4300" y="204"/>
                    </a:cubicBezTo>
                    <a:cubicBezTo>
                      <a:pt x="4164" y="258"/>
                      <a:pt x="4050" y="350"/>
                      <a:pt x="3925" y="421"/>
                    </a:cubicBezTo>
                    <a:cubicBezTo>
                      <a:pt x="3794" y="486"/>
                      <a:pt x="3653" y="546"/>
                      <a:pt x="3517" y="622"/>
                    </a:cubicBezTo>
                    <a:cubicBezTo>
                      <a:pt x="3381" y="698"/>
                      <a:pt x="3234" y="758"/>
                      <a:pt x="3093" y="829"/>
                    </a:cubicBezTo>
                    <a:cubicBezTo>
                      <a:pt x="3039" y="872"/>
                      <a:pt x="2979" y="905"/>
                      <a:pt x="2914" y="937"/>
                    </a:cubicBezTo>
                    <a:cubicBezTo>
                      <a:pt x="2859" y="948"/>
                      <a:pt x="2800" y="965"/>
                      <a:pt x="2745" y="986"/>
                    </a:cubicBezTo>
                    <a:cubicBezTo>
                      <a:pt x="2609" y="1041"/>
                      <a:pt x="2484" y="1117"/>
                      <a:pt x="2354" y="1177"/>
                    </a:cubicBezTo>
                    <a:cubicBezTo>
                      <a:pt x="2304" y="1202"/>
                      <a:pt x="2249" y="1215"/>
                      <a:pt x="2194" y="1215"/>
                    </a:cubicBezTo>
                    <a:cubicBezTo>
                      <a:pt x="2166" y="1215"/>
                      <a:pt x="2137" y="1211"/>
                      <a:pt x="2109" y="1204"/>
                    </a:cubicBezTo>
                    <a:cubicBezTo>
                      <a:pt x="2099" y="1202"/>
                      <a:pt x="2088" y="1201"/>
                      <a:pt x="2078" y="1201"/>
                    </a:cubicBezTo>
                    <a:cubicBezTo>
                      <a:pt x="2044" y="1201"/>
                      <a:pt x="2012" y="1209"/>
                      <a:pt x="1980" y="1209"/>
                    </a:cubicBezTo>
                    <a:cubicBezTo>
                      <a:pt x="1967" y="1209"/>
                      <a:pt x="1954" y="1208"/>
                      <a:pt x="1941" y="1204"/>
                    </a:cubicBezTo>
                    <a:cubicBezTo>
                      <a:pt x="1897" y="1177"/>
                      <a:pt x="1854" y="1160"/>
                      <a:pt x="1805" y="1144"/>
                    </a:cubicBezTo>
                    <a:lnTo>
                      <a:pt x="1745" y="1144"/>
                    </a:lnTo>
                    <a:cubicBezTo>
                      <a:pt x="1799" y="1117"/>
                      <a:pt x="1881" y="1090"/>
                      <a:pt x="1935" y="1062"/>
                    </a:cubicBezTo>
                    <a:lnTo>
                      <a:pt x="1935" y="1062"/>
                    </a:lnTo>
                    <a:lnTo>
                      <a:pt x="1930" y="1068"/>
                    </a:lnTo>
                    <a:cubicBezTo>
                      <a:pt x="2299" y="883"/>
                      <a:pt x="2685" y="736"/>
                      <a:pt x="3082" y="633"/>
                    </a:cubicBezTo>
                    <a:cubicBezTo>
                      <a:pt x="3164" y="611"/>
                      <a:pt x="3240" y="573"/>
                      <a:pt x="3327" y="557"/>
                    </a:cubicBezTo>
                    <a:cubicBezTo>
                      <a:pt x="3425" y="524"/>
                      <a:pt x="3523" y="492"/>
                      <a:pt x="3615" y="448"/>
                    </a:cubicBezTo>
                    <a:cubicBezTo>
                      <a:pt x="3783" y="383"/>
                      <a:pt x="3952" y="312"/>
                      <a:pt x="4110" y="231"/>
                    </a:cubicBezTo>
                    <a:cubicBezTo>
                      <a:pt x="4170" y="205"/>
                      <a:pt x="4270" y="145"/>
                      <a:pt x="4350" y="145"/>
                    </a:cubicBezTo>
                    <a:close/>
                    <a:moveTo>
                      <a:pt x="1691" y="1236"/>
                    </a:moveTo>
                    <a:cubicBezTo>
                      <a:pt x="1740" y="1247"/>
                      <a:pt x="1789" y="1264"/>
                      <a:pt x="1827" y="1285"/>
                    </a:cubicBezTo>
                    <a:cubicBezTo>
                      <a:pt x="1865" y="1312"/>
                      <a:pt x="1908" y="1329"/>
                      <a:pt x="1952" y="1334"/>
                    </a:cubicBezTo>
                    <a:lnTo>
                      <a:pt x="1984" y="1334"/>
                    </a:lnTo>
                    <a:cubicBezTo>
                      <a:pt x="1990" y="1405"/>
                      <a:pt x="2006" y="1465"/>
                      <a:pt x="2011" y="1530"/>
                    </a:cubicBezTo>
                    <a:cubicBezTo>
                      <a:pt x="2017" y="1590"/>
                      <a:pt x="2028" y="1655"/>
                      <a:pt x="2039" y="1720"/>
                    </a:cubicBezTo>
                    <a:cubicBezTo>
                      <a:pt x="2044" y="1769"/>
                      <a:pt x="2060" y="1818"/>
                      <a:pt x="2071" y="1867"/>
                    </a:cubicBezTo>
                    <a:cubicBezTo>
                      <a:pt x="1986" y="1904"/>
                      <a:pt x="1901" y="1936"/>
                      <a:pt x="1805" y="1963"/>
                    </a:cubicBezTo>
                    <a:lnTo>
                      <a:pt x="1805" y="1963"/>
                    </a:lnTo>
                    <a:cubicBezTo>
                      <a:pt x="1821" y="1752"/>
                      <a:pt x="1745" y="1557"/>
                      <a:pt x="1723" y="1350"/>
                    </a:cubicBezTo>
                    <a:cubicBezTo>
                      <a:pt x="1718" y="1312"/>
                      <a:pt x="1707" y="1274"/>
                      <a:pt x="1691" y="1236"/>
                    </a:cubicBezTo>
                    <a:close/>
                    <a:moveTo>
                      <a:pt x="4342" y="1"/>
                    </a:moveTo>
                    <a:cubicBezTo>
                      <a:pt x="4249" y="1"/>
                      <a:pt x="4153" y="58"/>
                      <a:pt x="4072" y="95"/>
                    </a:cubicBezTo>
                    <a:cubicBezTo>
                      <a:pt x="3898" y="171"/>
                      <a:pt x="3740" y="269"/>
                      <a:pt x="3555" y="329"/>
                    </a:cubicBezTo>
                    <a:cubicBezTo>
                      <a:pt x="3479" y="356"/>
                      <a:pt x="3398" y="405"/>
                      <a:pt x="3321" y="426"/>
                    </a:cubicBezTo>
                    <a:cubicBezTo>
                      <a:pt x="3240" y="448"/>
                      <a:pt x="3175" y="464"/>
                      <a:pt x="3099" y="497"/>
                    </a:cubicBezTo>
                    <a:cubicBezTo>
                      <a:pt x="3022" y="524"/>
                      <a:pt x="2941" y="530"/>
                      <a:pt x="2865" y="557"/>
                    </a:cubicBezTo>
                    <a:cubicBezTo>
                      <a:pt x="2772" y="589"/>
                      <a:pt x="2675" y="617"/>
                      <a:pt x="2582" y="649"/>
                    </a:cubicBezTo>
                    <a:cubicBezTo>
                      <a:pt x="2261" y="763"/>
                      <a:pt x="1962" y="932"/>
                      <a:pt x="1653" y="1073"/>
                    </a:cubicBezTo>
                    <a:cubicBezTo>
                      <a:pt x="1604" y="1090"/>
                      <a:pt x="1566" y="1122"/>
                      <a:pt x="1544" y="1171"/>
                    </a:cubicBezTo>
                    <a:cubicBezTo>
                      <a:pt x="1522" y="1236"/>
                      <a:pt x="1571" y="1312"/>
                      <a:pt x="1577" y="1378"/>
                    </a:cubicBezTo>
                    <a:cubicBezTo>
                      <a:pt x="1593" y="1590"/>
                      <a:pt x="1669" y="1785"/>
                      <a:pt x="1702" y="1997"/>
                    </a:cubicBezTo>
                    <a:cubicBezTo>
                      <a:pt x="1653" y="2008"/>
                      <a:pt x="1598" y="2019"/>
                      <a:pt x="1544" y="2030"/>
                    </a:cubicBezTo>
                    <a:cubicBezTo>
                      <a:pt x="1299" y="2073"/>
                      <a:pt x="1049" y="2095"/>
                      <a:pt x="805" y="2139"/>
                    </a:cubicBezTo>
                    <a:cubicBezTo>
                      <a:pt x="674" y="2160"/>
                      <a:pt x="544" y="2171"/>
                      <a:pt x="413" y="2177"/>
                    </a:cubicBezTo>
                    <a:cubicBezTo>
                      <a:pt x="361" y="2177"/>
                      <a:pt x="306" y="2183"/>
                      <a:pt x="252" y="2183"/>
                    </a:cubicBezTo>
                    <a:cubicBezTo>
                      <a:pt x="204" y="2183"/>
                      <a:pt x="157" y="2178"/>
                      <a:pt x="114" y="2160"/>
                    </a:cubicBezTo>
                    <a:cubicBezTo>
                      <a:pt x="114" y="2073"/>
                      <a:pt x="120" y="1986"/>
                      <a:pt x="125" y="1894"/>
                    </a:cubicBezTo>
                    <a:cubicBezTo>
                      <a:pt x="141" y="1666"/>
                      <a:pt x="201" y="1443"/>
                      <a:pt x="185" y="1209"/>
                    </a:cubicBezTo>
                    <a:cubicBezTo>
                      <a:pt x="185" y="1196"/>
                      <a:pt x="175" y="1189"/>
                      <a:pt x="165" y="1189"/>
                    </a:cubicBezTo>
                    <a:cubicBezTo>
                      <a:pt x="155" y="1189"/>
                      <a:pt x="144" y="1196"/>
                      <a:pt x="141" y="1209"/>
                    </a:cubicBezTo>
                    <a:cubicBezTo>
                      <a:pt x="120" y="1454"/>
                      <a:pt x="44" y="1693"/>
                      <a:pt x="22" y="1943"/>
                    </a:cubicBezTo>
                    <a:cubicBezTo>
                      <a:pt x="0" y="2188"/>
                      <a:pt x="6" y="2449"/>
                      <a:pt x="6" y="2699"/>
                    </a:cubicBezTo>
                    <a:cubicBezTo>
                      <a:pt x="6" y="2932"/>
                      <a:pt x="22" y="3166"/>
                      <a:pt x="60" y="3400"/>
                    </a:cubicBezTo>
                    <a:cubicBezTo>
                      <a:pt x="76" y="3503"/>
                      <a:pt x="98" y="3606"/>
                      <a:pt x="120" y="3704"/>
                    </a:cubicBezTo>
                    <a:cubicBezTo>
                      <a:pt x="125" y="3775"/>
                      <a:pt x="158" y="3840"/>
                      <a:pt x="218" y="3884"/>
                    </a:cubicBezTo>
                    <a:cubicBezTo>
                      <a:pt x="223" y="3886"/>
                      <a:pt x="228" y="3887"/>
                      <a:pt x="234" y="3887"/>
                    </a:cubicBezTo>
                    <a:cubicBezTo>
                      <a:pt x="261" y="3887"/>
                      <a:pt x="285" y="3856"/>
                      <a:pt x="267" y="3829"/>
                    </a:cubicBezTo>
                    <a:cubicBezTo>
                      <a:pt x="234" y="3753"/>
                      <a:pt x="218" y="3672"/>
                      <a:pt x="212" y="3590"/>
                    </a:cubicBezTo>
                    <a:cubicBezTo>
                      <a:pt x="196" y="3487"/>
                      <a:pt x="174" y="3383"/>
                      <a:pt x="158" y="3280"/>
                    </a:cubicBezTo>
                    <a:cubicBezTo>
                      <a:pt x="125" y="3041"/>
                      <a:pt x="114" y="2807"/>
                      <a:pt x="114" y="2568"/>
                    </a:cubicBezTo>
                    <a:lnTo>
                      <a:pt x="114" y="2237"/>
                    </a:lnTo>
                    <a:cubicBezTo>
                      <a:pt x="136" y="2253"/>
                      <a:pt x="163" y="2269"/>
                      <a:pt x="190" y="2275"/>
                    </a:cubicBezTo>
                    <a:cubicBezTo>
                      <a:pt x="268" y="2285"/>
                      <a:pt x="343" y="2291"/>
                      <a:pt x="418" y="2291"/>
                    </a:cubicBezTo>
                    <a:cubicBezTo>
                      <a:pt x="460" y="2291"/>
                      <a:pt x="501" y="2289"/>
                      <a:pt x="544" y="2285"/>
                    </a:cubicBezTo>
                    <a:cubicBezTo>
                      <a:pt x="652" y="2280"/>
                      <a:pt x="756" y="2253"/>
                      <a:pt x="859" y="2242"/>
                    </a:cubicBezTo>
                    <a:cubicBezTo>
                      <a:pt x="968" y="2231"/>
                      <a:pt x="1076" y="2226"/>
                      <a:pt x="1185" y="2209"/>
                    </a:cubicBezTo>
                    <a:cubicBezTo>
                      <a:pt x="1424" y="2166"/>
                      <a:pt x="1674" y="2144"/>
                      <a:pt x="1903" y="2068"/>
                    </a:cubicBezTo>
                    <a:cubicBezTo>
                      <a:pt x="1995" y="2035"/>
                      <a:pt x="2082" y="1997"/>
                      <a:pt x="2169" y="1959"/>
                    </a:cubicBezTo>
                    <a:cubicBezTo>
                      <a:pt x="2278" y="1905"/>
                      <a:pt x="2397" y="1905"/>
                      <a:pt x="2511" y="1867"/>
                    </a:cubicBezTo>
                    <a:cubicBezTo>
                      <a:pt x="2609" y="1840"/>
                      <a:pt x="2713" y="1813"/>
                      <a:pt x="2805" y="1774"/>
                    </a:cubicBezTo>
                    <a:cubicBezTo>
                      <a:pt x="2919" y="1742"/>
                      <a:pt x="3028" y="1704"/>
                      <a:pt x="3142" y="1655"/>
                    </a:cubicBezTo>
                    <a:cubicBezTo>
                      <a:pt x="3240" y="1606"/>
                      <a:pt x="3349" y="1557"/>
                      <a:pt x="3457" y="1524"/>
                    </a:cubicBezTo>
                    <a:cubicBezTo>
                      <a:pt x="3561" y="1486"/>
                      <a:pt x="3664" y="1448"/>
                      <a:pt x="3773" y="1421"/>
                    </a:cubicBezTo>
                    <a:cubicBezTo>
                      <a:pt x="3865" y="1399"/>
                      <a:pt x="3952" y="1367"/>
                      <a:pt x="4039" y="1323"/>
                    </a:cubicBezTo>
                    <a:cubicBezTo>
                      <a:pt x="4148" y="1274"/>
                      <a:pt x="4267" y="1253"/>
                      <a:pt x="4376" y="1209"/>
                    </a:cubicBezTo>
                    <a:cubicBezTo>
                      <a:pt x="4593" y="1128"/>
                      <a:pt x="4811" y="1030"/>
                      <a:pt x="5017" y="927"/>
                    </a:cubicBezTo>
                    <a:cubicBezTo>
                      <a:pt x="5257" y="801"/>
                      <a:pt x="5496" y="671"/>
                      <a:pt x="5729" y="535"/>
                    </a:cubicBezTo>
                    <a:cubicBezTo>
                      <a:pt x="5822" y="481"/>
                      <a:pt x="5914" y="416"/>
                      <a:pt x="6007" y="356"/>
                    </a:cubicBezTo>
                    <a:cubicBezTo>
                      <a:pt x="6083" y="312"/>
                      <a:pt x="6148" y="242"/>
                      <a:pt x="6186" y="160"/>
                    </a:cubicBezTo>
                    <a:cubicBezTo>
                      <a:pt x="6195" y="139"/>
                      <a:pt x="6169" y="117"/>
                      <a:pt x="6148" y="117"/>
                    </a:cubicBezTo>
                    <a:cubicBezTo>
                      <a:pt x="6142" y="117"/>
                      <a:pt x="6136" y="119"/>
                      <a:pt x="6132" y="122"/>
                    </a:cubicBezTo>
                    <a:lnTo>
                      <a:pt x="6132" y="117"/>
                    </a:lnTo>
                    <a:cubicBezTo>
                      <a:pt x="5985" y="214"/>
                      <a:pt x="5827" y="301"/>
                      <a:pt x="5675" y="394"/>
                    </a:cubicBezTo>
                    <a:cubicBezTo>
                      <a:pt x="5485" y="503"/>
                      <a:pt x="5284" y="595"/>
                      <a:pt x="5088" y="698"/>
                    </a:cubicBezTo>
                    <a:cubicBezTo>
                      <a:pt x="4702" y="894"/>
                      <a:pt x="4273" y="1003"/>
                      <a:pt x="3876" y="1177"/>
                    </a:cubicBezTo>
                    <a:cubicBezTo>
                      <a:pt x="3789" y="1220"/>
                      <a:pt x="3691" y="1220"/>
                      <a:pt x="3604" y="1258"/>
                    </a:cubicBezTo>
                    <a:lnTo>
                      <a:pt x="3300" y="1383"/>
                    </a:lnTo>
                    <a:cubicBezTo>
                      <a:pt x="3213" y="1421"/>
                      <a:pt x="3120" y="1465"/>
                      <a:pt x="3039" y="1514"/>
                    </a:cubicBezTo>
                    <a:cubicBezTo>
                      <a:pt x="2935" y="1562"/>
                      <a:pt x="2832" y="1601"/>
                      <a:pt x="2723" y="1639"/>
                    </a:cubicBezTo>
                    <a:cubicBezTo>
                      <a:pt x="2631" y="1677"/>
                      <a:pt x="2533" y="1709"/>
                      <a:pt x="2441" y="1736"/>
                    </a:cubicBezTo>
                    <a:cubicBezTo>
                      <a:pt x="2354" y="1764"/>
                      <a:pt x="2272" y="1764"/>
                      <a:pt x="2196" y="1796"/>
                    </a:cubicBezTo>
                    <a:lnTo>
                      <a:pt x="2185" y="1780"/>
                    </a:lnTo>
                    <a:cubicBezTo>
                      <a:pt x="2169" y="1742"/>
                      <a:pt x="2164" y="1704"/>
                      <a:pt x="2147" y="1666"/>
                    </a:cubicBezTo>
                    <a:cubicBezTo>
                      <a:pt x="2126" y="1622"/>
                      <a:pt x="2109" y="1573"/>
                      <a:pt x="2093" y="1524"/>
                    </a:cubicBezTo>
                    <a:cubicBezTo>
                      <a:pt x="2066" y="1454"/>
                      <a:pt x="2039" y="1389"/>
                      <a:pt x="2017" y="1318"/>
                    </a:cubicBezTo>
                    <a:cubicBezTo>
                      <a:pt x="2039" y="1307"/>
                      <a:pt x="2055" y="1302"/>
                      <a:pt x="2077" y="1291"/>
                    </a:cubicBezTo>
                    <a:cubicBezTo>
                      <a:pt x="2107" y="1280"/>
                      <a:pt x="2138" y="1278"/>
                      <a:pt x="2170" y="1278"/>
                    </a:cubicBezTo>
                    <a:cubicBezTo>
                      <a:pt x="2180" y="1278"/>
                      <a:pt x="2191" y="1279"/>
                      <a:pt x="2202" y="1279"/>
                    </a:cubicBezTo>
                    <a:cubicBezTo>
                      <a:pt x="2223" y="1279"/>
                      <a:pt x="2245" y="1278"/>
                      <a:pt x="2267" y="1274"/>
                    </a:cubicBezTo>
                    <a:cubicBezTo>
                      <a:pt x="2392" y="1242"/>
                      <a:pt x="2517" y="1198"/>
                      <a:pt x="2631" y="1133"/>
                    </a:cubicBezTo>
                    <a:cubicBezTo>
                      <a:pt x="2707" y="1095"/>
                      <a:pt x="2783" y="1062"/>
                      <a:pt x="2865" y="1041"/>
                    </a:cubicBezTo>
                    <a:cubicBezTo>
                      <a:pt x="2925" y="1030"/>
                      <a:pt x="2979" y="1013"/>
                      <a:pt x="3033" y="986"/>
                    </a:cubicBezTo>
                    <a:cubicBezTo>
                      <a:pt x="3153" y="921"/>
                      <a:pt x="3278" y="878"/>
                      <a:pt x="3398" y="812"/>
                    </a:cubicBezTo>
                    <a:cubicBezTo>
                      <a:pt x="3544" y="736"/>
                      <a:pt x="3680" y="644"/>
                      <a:pt x="3832" y="579"/>
                    </a:cubicBezTo>
                    <a:cubicBezTo>
                      <a:pt x="3979" y="508"/>
                      <a:pt x="4093" y="426"/>
                      <a:pt x="4229" y="350"/>
                    </a:cubicBezTo>
                    <a:cubicBezTo>
                      <a:pt x="4305" y="312"/>
                      <a:pt x="4392" y="274"/>
                      <a:pt x="4479" y="252"/>
                    </a:cubicBezTo>
                    <a:cubicBezTo>
                      <a:pt x="4501" y="291"/>
                      <a:pt x="4517" y="334"/>
                      <a:pt x="4534" y="377"/>
                    </a:cubicBezTo>
                    <a:cubicBezTo>
                      <a:pt x="4577" y="530"/>
                      <a:pt x="4577" y="693"/>
                      <a:pt x="4708" y="796"/>
                    </a:cubicBezTo>
                    <a:cubicBezTo>
                      <a:pt x="4718" y="802"/>
                      <a:pt x="4729" y="804"/>
                      <a:pt x="4739" y="804"/>
                    </a:cubicBezTo>
                    <a:cubicBezTo>
                      <a:pt x="4778" y="804"/>
                      <a:pt x="4813" y="768"/>
                      <a:pt x="4800" y="725"/>
                    </a:cubicBezTo>
                    <a:cubicBezTo>
                      <a:pt x="4773" y="660"/>
                      <a:pt x="4740" y="589"/>
                      <a:pt x="4718" y="519"/>
                    </a:cubicBezTo>
                    <a:cubicBezTo>
                      <a:pt x="4702" y="448"/>
                      <a:pt x="4675" y="377"/>
                      <a:pt x="4648" y="307"/>
                    </a:cubicBezTo>
                    <a:cubicBezTo>
                      <a:pt x="4637" y="280"/>
                      <a:pt x="4621" y="247"/>
                      <a:pt x="4604" y="220"/>
                    </a:cubicBezTo>
                    <a:lnTo>
                      <a:pt x="4610" y="220"/>
                    </a:lnTo>
                    <a:cubicBezTo>
                      <a:pt x="4642" y="204"/>
                      <a:pt x="4642" y="160"/>
                      <a:pt x="4610" y="149"/>
                    </a:cubicBezTo>
                    <a:cubicBezTo>
                      <a:pt x="4593" y="144"/>
                      <a:pt x="4572" y="138"/>
                      <a:pt x="4550" y="138"/>
                    </a:cubicBezTo>
                    <a:cubicBezTo>
                      <a:pt x="4523" y="89"/>
                      <a:pt x="4479" y="51"/>
                      <a:pt x="4436" y="24"/>
                    </a:cubicBezTo>
                    <a:cubicBezTo>
                      <a:pt x="4405" y="8"/>
                      <a:pt x="4374" y="1"/>
                      <a:pt x="43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20"/>
              <p:cNvSpPr/>
              <p:nvPr/>
            </p:nvSpPr>
            <p:spPr>
              <a:xfrm>
                <a:off x="4591375" y="4425775"/>
                <a:ext cx="6800" cy="13700"/>
              </a:xfrm>
              <a:custGeom>
                <a:rect b="b" l="l" r="r" t="t"/>
                <a:pathLst>
                  <a:path extrusionOk="0" h="548" w="272">
                    <a:moveTo>
                      <a:pt x="215" y="1"/>
                    </a:moveTo>
                    <a:cubicBezTo>
                      <a:pt x="187" y="1"/>
                      <a:pt x="158" y="20"/>
                      <a:pt x="152" y="56"/>
                    </a:cubicBezTo>
                    <a:cubicBezTo>
                      <a:pt x="141" y="197"/>
                      <a:pt x="0" y="426"/>
                      <a:pt x="152" y="540"/>
                    </a:cubicBezTo>
                    <a:cubicBezTo>
                      <a:pt x="163" y="545"/>
                      <a:pt x="174" y="548"/>
                      <a:pt x="185" y="548"/>
                    </a:cubicBezTo>
                    <a:cubicBezTo>
                      <a:pt x="196" y="548"/>
                      <a:pt x="207" y="545"/>
                      <a:pt x="218" y="540"/>
                    </a:cubicBezTo>
                    <a:cubicBezTo>
                      <a:pt x="272" y="502"/>
                      <a:pt x="223" y="426"/>
                      <a:pt x="223" y="366"/>
                    </a:cubicBezTo>
                    <a:cubicBezTo>
                      <a:pt x="223" y="263"/>
                      <a:pt x="267" y="159"/>
                      <a:pt x="267" y="56"/>
                    </a:cubicBezTo>
                    <a:cubicBezTo>
                      <a:pt x="267" y="19"/>
                      <a:pt x="24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20"/>
              <p:cNvSpPr/>
              <p:nvPr/>
            </p:nvSpPr>
            <p:spPr>
              <a:xfrm>
                <a:off x="4600600" y="4428900"/>
                <a:ext cx="4100" cy="15350"/>
              </a:xfrm>
              <a:custGeom>
                <a:rect b="b" l="l" r="r" t="t"/>
                <a:pathLst>
                  <a:path extrusionOk="0" h="614" w="164">
                    <a:moveTo>
                      <a:pt x="101" y="0"/>
                    </a:moveTo>
                    <a:cubicBezTo>
                      <a:pt x="77" y="0"/>
                      <a:pt x="52" y="15"/>
                      <a:pt x="50" y="45"/>
                    </a:cubicBezTo>
                    <a:cubicBezTo>
                      <a:pt x="39" y="143"/>
                      <a:pt x="33" y="230"/>
                      <a:pt x="17" y="328"/>
                    </a:cubicBezTo>
                    <a:cubicBezTo>
                      <a:pt x="6" y="371"/>
                      <a:pt x="1" y="420"/>
                      <a:pt x="1" y="469"/>
                    </a:cubicBezTo>
                    <a:cubicBezTo>
                      <a:pt x="6" y="533"/>
                      <a:pt x="37" y="614"/>
                      <a:pt x="106" y="614"/>
                    </a:cubicBezTo>
                    <a:cubicBezTo>
                      <a:pt x="114" y="614"/>
                      <a:pt x="122" y="613"/>
                      <a:pt x="131" y="610"/>
                    </a:cubicBezTo>
                    <a:cubicBezTo>
                      <a:pt x="148" y="605"/>
                      <a:pt x="153" y="589"/>
                      <a:pt x="148" y="572"/>
                    </a:cubicBezTo>
                    <a:cubicBezTo>
                      <a:pt x="115" y="524"/>
                      <a:pt x="137" y="420"/>
                      <a:pt x="148" y="371"/>
                    </a:cubicBezTo>
                    <a:lnTo>
                      <a:pt x="142" y="366"/>
                    </a:lnTo>
                    <a:cubicBezTo>
                      <a:pt x="158" y="263"/>
                      <a:pt x="164" y="154"/>
                      <a:pt x="153" y="45"/>
                    </a:cubicBezTo>
                    <a:cubicBezTo>
                      <a:pt x="150" y="15"/>
                      <a:pt x="126"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20"/>
              <p:cNvSpPr/>
              <p:nvPr/>
            </p:nvSpPr>
            <p:spPr>
              <a:xfrm>
                <a:off x="4606050" y="4432475"/>
                <a:ext cx="4650" cy="12975"/>
              </a:xfrm>
              <a:custGeom>
                <a:rect b="b" l="l" r="r" t="t"/>
                <a:pathLst>
                  <a:path extrusionOk="0" h="519" w="186">
                    <a:moveTo>
                      <a:pt x="93" y="0"/>
                    </a:moveTo>
                    <a:cubicBezTo>
                      <a:pt x="63" y="0"/>
                      <a:pt x="35" y="24"/>
                      <a:pt x="49" y="60"/>
                    </a:cubicBezTo>
                    <a:cubicBezTo>
                      <a:pt x="65" y="114"/>
                      <a:pt x="22" y="217"/>
                      <a:pt x="17" y="272"/>
                    </a:cubicBezTo>
                    <a:cubicBezTo>
                      <a:pt x="6" y="321"/>
                      <a:pt x="0" y="370"/>
                      <a:pt x="6" y="419"/>
                    </a:cubicBezTo>
                    <a:cubicBezTo>
                      <a:pt x="10" y="460"/>
                      <a:pt x="40" y="518"/>
                      <a:pt x="83" y="518"/>
                    </a:cubicBezTo>
                    <a:cubicBezTo>
                      <a:pt x="96" y="518"/>
                      <a:pt x="110" y="513"/>
                      <a:pt x="125" y="500"/>
                    </a:cubicBezTo>
                    <a:cubicBezTo>
                      <a:pt x="131" y="495"/>
                      <a:pt x="125" y="484"/>
                      <a:pt x="120" y="478"/>
                    </a:cubicBezTo>
                    <a:cubicBezTo>
                      <a:pt x="87" y="467"/>
                      <a:pt x="120" y="342"/>
                      <a:pt x="131" y="310"/>
                    </a:cubicBezTo>
                    <a:cubicBezTo>
                      <a:pt x="142" y="228"/>
                      <a:pt x="185" y="92"/>
                      <a:pt x="136" y="22"/>
                    </a:cubicBezTo>
                    <a:cubicBezTo>
                      <a:pt x="125" y="7"/>
                      <a:pt x="109"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0"/>
              <p:cNvSpPr/>
              <p:nvPr/>
            </p:nvSpPr>
            <p:spPr>
              <a:xfrm>
                <a:off x="4612750" y="4441125"/>
                <a:ext cx="4200" cy="8175"/>
              </a:xfrm>
              <a:custGeom>
                <a:rect b="b" l="l" r="r" t="t"/>
                <a:pathLst>
                  <a:path extrusionOk="0" h="327" w="168">
                    <a:moveTo>
                      <a:pt x="65" y="1"/>
                    </a:moveTo>
                    <a:cubicBezTo>
                      <a:pt x="35" y="1"/>
                      <a:pt x="0" y="29"/>
                      <a:pt x="15" y="62"/>
                    </a:cubicBezTo>
                    <a:cubicBezTo>
                      <a:pt x="20" y="100"/>
                      <a:pt x="31" y="138"/>
                      <a:pt x="31" y="176"/>
                    </a:cubicBezTo>
                    <a:cubicBezTo>
                      <a:pt x="37" y="214"/>
                      <a:pt x="53" y="257"/>
                      <a:pt x="64" y="295"/>
                    </a:cubicBezTo>
                    <a:cubicBezTo>
                      <a:pt x="69" y="316"/>
                      <a:pt x="86" y="326"/>
                      <a:pt x="103" y="326"/>
                    </a:cubicBezTo>
                    <a:cubicBezTo>
                      <a:pt x="122" y="326"/>
                      <a:pt x="142" y="315"/>
                      <a:pt x="151" y="295"/>
                    </a:cubicBezTo>
                    <a:cubicBezTo>
                      <a:pt x="167" y="246"/>
                      <a:pt x="140" y="203"/>
                      <a:pt x="134" y="154"/>
                    </a:cubicBezTo>
                    <a:cubicBezTo>
                      <a:pt x="129" y="111"/>
                      <a:pt x="118" y="67"/>
                      <a:pt x="102" y="24"/>
                    </a:cubicBezTo>
                    <a:cubicBezTo>
                      <a:pt x="95" y="8"/>
                      <a:pt x="81"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0"/>
              <p:cNvSpPr/>
              <p:nvPr/>
            </p:nvSpPr>
            <p:spPr>
              <a:xfrm>
                <a:off x="4627525" y="4445125"/>
                <a:ext cx="4625" cy="8150"/>
              </a:xfrm>
              <a:custGeom>
                <a:rect b="b" l="l" r="r" t="t"/>
                <a:pathLst>
                  <a:path extrusionOk="0" h="326" w="185">
                    <a:moveTo>
                      <a:pt x="128" y="1"/>
                    </a:moveTo>
                    <a:cubicBezTo>
                      <a:pt x="99" y="1"/>
                      <a:pt x="71" y="19"/>
                      <a:pt x="71" y="54"/>
                    </a:cubicBezTo>
                    <a:cubicBezTo>
                      <a:pt x="71" y="108"/>
                      <a:pt x="0" y="326"/>
                      <a:pt x="103" y="326"/>
                    </a:cubicBezTo>
                    <a:cubicBezTo>
                      <a:pt x="152" y="326"/>
                      <a:pt x="163" y="266"/>
                      <a:pt x="169" y="233"/>
                    </a:cubicBezTo>
                    <a:cubicBezTo>
                      <a:pt x="179" y="173"/>
                      <a:pt x="185" y="114"/>
                      <a:pt x="185" y="54"/>
                    </a:cubicBezTo>
                    <a:cubicBezTo>
                      <a:pt x="185" y="19"/>
                      <a:pt x="156" y="1"/>
                      <a:pt x="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20"/>
              <p:cNvSpPr/>
              <p:nvPr/>
            </p:nvSpPr>
            <p:spPr>
              <a:xfrm>
                <a:off x="4635100" y="4449750"/>
                <a:ext cx="5075" cy="4475"/>
              </a:xfrm>
              <a:custGeom>
                <a:rect b="b" l="l" r="r" t="t"/>
                <a:pathLst>
                  <a:path extrusionOk="0" h="179" w="203">
                    <a:moveTo>
                      <a:pt x="84" y="0"/>
                    </a:moveTo>
                    <a:cubicBezTo>
                      <a:pt x="43" y="0"/>
                      <a:pt x="1" y="43"/>
                      <a:pt x="34" y="92"/>
                    </a:cubicBezTo>
                    <a:cubicBezTo>
                      <a:pt x="50" y="108"/>
                      <a:pt x="61" y="130"/>
                      <a:pt x="78" y="146"/>
                    </a:cubicBezTo>
                    <a:cubicBezTo>
                      <a:pt x="99" y="168"/>
                      <a:pt x="126" y="179"/>
                      <a:pt x="154" y="179"/>
                    </a:cubicBezTo>
                    <a:cubicBezTo>
                      <a:pt x="175" y="179"/>
                      <a:pt x="192" y="168"/>
                      <a:pt x="197" y="152"/>
                    </a:cubicBezTo>
                    <a:cubicBezTo>
                      <a:pt x="203" y="130"/>
                      <a:pt x="203" y="113"/>
                      <a:pt x="186" y="97"/>
                    </a:cubicBezTo>
                    <a:cubicBezTo>
                      <a:pt x="181" y="92"/>
                      <a:pt x="181" y="92"/>
                      <a:pt x="175" y="86"/>
                    </a:cubicBezTo>
                    <a:cubicBezTo>
                      <a:pt x="170" y="81"/>
                      <a:pt x="159" y="70"/>
                      <a:pt x="154" y="65"/>
                    </a:cubicBezTo>
                    <a:cubicBezTo>
                      <a:pt x="148" y="59"/>
                      <a:pt x="148" y="59"/>
                      <a:pt x="148" y="54"/>
                    </a:cubicBezTo>
                    <a:lnTo>
                      <a:pt x="132" y="32"/>
                    </a:lnTo>
                    <a:cubicBezTo>
                      <a:pt x="122" y="10"/>
                      <a:pt x="103"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20"/>
              <p:cNvSpPr/>
              <p:nvPr/>
            </p:nvSpPr>
            <p:spPr>
              <a:xfrm>
                <a:off x="4750100" y="4324325"/>
                <a:ext cx="32800" cy="20625"/>
              </a:xfrm>
              <a:custGeom>
                <a:rect b="b" l="l" r="r" t="t"/>
                <a:pathLst>
                  <a:path extrusionOk="0" h="825" w="1312">
                    <a:moveTo>
                      <a:pt x="1275" y="1"/>
                    </a:moveTo>
                    <a:cubicBezTo>
                      <a:pt x="1271" y="1"/>
                      <a:pt x="1266" y="2"/>
                      <a:pt x="1261" y="5"/>
                    </a:cubicBezTo>
                    <a:cubicBezTo>
                      <a:pt x="1136" y="81"/>
                      <a:pt x="1000" y="113"/>
                      <a:pt x="870" y="178"/>
                    </a:cubicBezTo>
                    <a:cubicBezTo>
                      <a:pt x="729" y="244"/>
                      <a:pt x="587" y="314"/>
                      <a:pt x="446" y="390"/>
                    </a:cubicBezTo>
                    <a:cubicBezTo>
                      <a:pt x="326" y="450"/>
                      <a:pt x="218" y="521"/>
                      <a:pt x="114" y="602"/>
                    </a:cubicBezTo>
                    <a:cubicBezTo>
                      <a:pt x="49" y="651"/>
                      <a:pt x="0" y="706"/>
                      <a:pt x="22" y="787"/>
                    </a:cubicBezTo>
                    <a:cubicBezTo>
                      <a:pt x="27" y="804"/>
                      <a:pt x="33" y="814"/>
                      <a:pt x="49" y="814"/>
                    </a:cubicBezTo>
                    <a:cubicBezTo>
                      <a:pt x="78" y="822"/>
                      <a:pt x="106" y="825"/>
                      <a:pt x="134" y="825"/>
                    </a:cubicBezTo>
                    <a:cubicBezTo>
                      <a:pt x="256" y="825"/>
                      <a:pt x="375" y="766"/>
                      <a:pt x="489" y="722"/>
                    </a:cubicBezTo>
                    <a:cubicBezTo>
                      <a:pt x="652" y="651"/>
                      <a:pt x="837" y="602"/>
                      <a:pt x="962" y="472"/>
                    </a:cubicBezTo>
                    <a:cubicBezTo>
                      <a:pt x="981" y="453"/>
                      <a:pt x="963" y="426"/>
                      <a:pt x="944" y="426"/>
                    </a:cubicBezTo>
                    <a:cubicBezTo>
                      <a:pt x="941" y="426"/>
                      <a:pt x="938" y="427"/>
                      <a:pt x="935" y="429"/>
                    </a:cubicBezTo>
                    <a:cubicBezTo>
                      <a:pt x="767" y="521"/>
                      <a:pt x="598" y="597"/>
                      <a:pt x="430" y="668"/>
                    </a:cubicBezTo>
                    <a:cubicBezTo>
                      <a:pt x="343" y="717"/>
                      <a:pt x="250" y="744"/>
                      <a:pt x="152" y="755"/>
                    </a:cubicBezTo>
                    <a:cubicBezTo>
                      <a:pt x="16" y="755"/>
                      <a:pt x="207" y="624"/>
                      <a:pt x="245" y="597"/>
                    </a:cubicBezTo>
                    <a:cubicBezTo>
                      <a:pt x="408" y="488"/>
                      <a:pt x="582" y="390"/>
                      <a:pt x="756" y="309"/>
                    </a:cubicBezTo>
                    <a:cubicBezTo>
                      <a:pt x="930" y="217"/>
                      <a:pt x="1125" y="157"/>
                      <a:pt x="1288" y="59"/>
                    </a:cubicBezTo>
                    <a:cubicBezTo>
                      <a:pt x="1312" y="36"/>
                      <a:pt x="1299" y="1"/>
                      <a:pt x="1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0"/>
              <p:cNvSpPr/>
              <p:nvPr/>
            </p:nvSpPr>
            <p:spPr>
              <a:xfrm>
                <a:off x="4789500" y="4326600"/>
                <a:ext cx="5450" cy="5525"/>
              </a:xfrm>
              <a:custGeom>
                <a:rect b="b" l="l" r="r" t="t"/>
                <a:pathLst>
                  <a:path extrusionOk="0" h="221" w="218">
                    <a:moveTo>
                      <a:pt x="147" y="1"/>
                    </a:moveTo>
                    <a:cubicBezTo>
                      <a:pt x="136" y="1"/>
                      <a:pt x="131" y="6"/>
                      <a:pt x="120" y="11"/>
                    </a:cubicBezTo>
                    <a:cubicBezTo>
                      <a:pt x="109" y="22"/>
                      <a:pt x="104" y="39"/>
                      <a:pt x="109" y="49"/>
                    </a:cubicBezTo>
                    <a:cubicBezTo>
                      <a:pt x="115" y="60"/>
                      <a:pt x="115" y="71"/>
                      <a:pt x="120" y="82"/>
                    </a:cubicBezTo>
                    <a:lnTo>
                      <a:pt x="120" y="93"/>
                    </a:lnTo>
                    <a:cubicBezTo>
                      <a:pt x="120" y="93"/>
                      <a:pt x="120" y="98"/>
                      <a:pt x="120" y="98"/>
                    </a:cubicBezTo>
                    <a:cubicBezTo>
                      <a:pt x="115" y="109"/>
                      <a:pt x="109" y="115"/>
                      <a:pt x="98" y="120"/>
                    </a:cubicBezTo>
                    <a:lnTo>
                      <a:pt x="98" y="82"/>
                    </a:lnTo>
                    <a:cubicBezTo>
                      <a:pt x="98" y="49"/>
                      <a:pt x="74" y="33"/>
                      <a:pt x="49" y="33"/>
                    </a:cubicBezTo>
                    <a:cubicBezTo>
                      <a:pt x="25" y="33"/>
                      <a:pt x="1" y="49"/>
                      <a:pt x="1" y="82"/>
                    </a:cubicBezTo>
                    <a:cubicBezTo>
                      <a:pt x="1" y="109"/>
                      <a:pt x="6" y="142"/>
                      <a:pt x="11" y="169"/>
                    </a:cubicBezTo>
                    <a:cubicBezTo>
                      <a:pt x="20" y="200"/>
                      <a:pt x="48" y="221"/>
                      <a:pt x="79" y="221"/>
                    </a:cubicBezTo>
                    <a:cubicBezTo>
                      <a:pt x="85" y="221"/>
                      <a:pt x="92" y="220"/>
                      <a:pt x="98" y="218"/>
                    </a:cubicBezTo>
                    <a:cubicBezTo>
                      <a:pt x="142" y="207"/>
                      <a:pt x="180" y="180"/>
                      <a:pt x="202" y="142"/>
                    </a:cubicBezTo>
                    <a:cubicBezTo>
                      <a:pt x="218" y="98"/>
                      <a:pt x="207" y="55"/>
                      <a:pt x="180" y="17"/>
                    </a:cubicBezTo>
                    <a:lnTo>
                      <a:pt x="185" y="17"/>
                    </a:lnTo>
                    <a:cubicBezTo>
                      <a:pt x="174" y="6"/>
                      <a:pt x="164" y="1"/>
                      <a:pt x="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0"/>
              <p:cNvSpPr/>
              <p:nvPr/>
            </p:nvSpPr>
            <p:spPr>
              <a:xfrm>
                <a:off x="4711625" y="4306800"/>
                <a:ext cx="8750" cy="7025"/>
              </a:xfrm>
              <a:custGeom>
                <a:rect b="b" l="l" r="r" t="t"/>
                <a:pathLst>
                  <a:path extrusionOk="0" h="281" w="350">
                    <a:moveTo>
                      <a:pt x="276" y="0"/>
                    </a:moveTo>
                    <a:cubicBezTo>
                      <a:pt x="260" y="0"/>
                      <a:pt x="245" y="8"/>
                      <a:pt x="235" y="26"/>
                    </a:cubicBezTo>
                    <a:cubicBezTo>
                      <a:pt x="229" y="31"/>
                      <a:pt x="213" y="37"/>
                      <a:pt x="207" y="42"/>
                    </a:cubicBezTo>
                    <a:cubicBezTo>
                      <a:pt x="197" y="48"/>
                      <a:pt x="186" y="53"/>
                      <a:pt x="175" y="64"/>
                    </a:cubicBezTo>
                    <a:cubicBezTo>
                      <a:pt x="158" y="86"/>
                      <a:pt x="142" y="108"/>
                      <a:pt x="126" y="124"/>
                    </a:cubicBezTo>
                    <a:cubicBezTo>
                      <a:pt x="88" y="151"/>
                      <a:pt x="50" y="184"/>
                      <a:pt x="17" y="216"/>
                    </a:cubicBezTo>
                    <a:cubicBezTo>
                      <a:pt x="1" y="238"/>
                      <a:pt x="17" y="271"/>
                      <a:pt x="44" y="276"/>
                    </a:cubicBezTo>
                    <a:cubicBezTo>
                      <a:pt x="52" y="279"/>
                      <a:pt x="61" y="281"/>
                      <a:pt x="69" y="281"/>
                    </a:cubicBezTo>
                    <a:cubicBezTo>
                      <a:pt x="117" y="281"/>
                      <a:pt x="169" y="233"/>
                      <a:pt x="197" y="205"/>
                    </a:cubicBezTo>
                    <a:cubicBezTo>
                      <a:pt x="218" y="184"/>
                      <a:pt x="235" y="157"/>
                      <a:pt x="256" y="140"/>
                    </a:cubicBezTo>
                    <a:cubicBezTo>
                      <a:pt x="278" y="118"/>
                      <a:pt x="311" y="113"/>
                      <a:pt x="327" y="80"/>
                    </a:cubicBezTo>
                    <a:cubicBezTo>
                      <a:pt x="350" y="39"/>
                      <a:pt x="312"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0"/>
              <p:cNvSpPr/>
              <p:nvPr/>
            </p:nvSpPr>
            <p:spPr>
              <a:xfrm>
                <a:off x="4710000" y="4314775"/>
                <a:ext cx="7325" cy="5600"/>
              </a:xfrm>
              <a:custGeom>
                <a:rect b="b" l="l" r="r" t="t"/>
                <a:pathLst>
                  <a:path extrusionOk="0" h="224" w="293">
                    <a:moveTo>
                      <a:pt x="267" y="1"/>
                    </a:moveTo>
                    <a:cubicBezTo>
                      <a:pt x="229" y="22"/>
                      <a:pt x="191" y="50"/>
                      <a:pt x="153" y="71"/>
                    </a:cubicBezTo>
                    <a:cubicBezTo>
                      <a:pt x="115" y="93"/>
                      <a:pt x="66" y="98"/>
                      <a:pt x="28" y="120"/>
                    </a:cubicBezTo>
                    <a:cubicBezTo>
                      <a:pt x="1" y="136"/>
                      <a:pt x="1" y="169"/>
                      <a:pt x="22" y="191"/>
                    </a:cubicBezTo>
                    <a:cubicBezTo>
                      <a:pt x="39" y="207"/>
                      <a:pt x="71" y="223"/>
                      <a:pt x="98" y="223"/>
                    </a:cubicBezTo>
                    <a:cubicBezTo>
                      <a:pt x="126" y="223"/>
                      <a:pt x="164" y="223"/>
                      <a:pt x="175" y="196"/>
                    </a:cubicBezTo>
                    <a:cubicBezTo>
                      <a:pt x="185" y="185"/>
                      <a:pt x="180" y="164"/>
                      <a:pt x="164" y="153"/>
                    </a:cubicBezTo>
                    <a:lnTo>
                      <a:pt x="153" y="147"/>
                    </a:lnTo>
                    <a:lnTo>
                      <a:pt x="191" y="120"/>
                    </a:lnTo>
                    <a:cubicBezTo>
                      <a:pt x="223" y="93"/>
                      <a:pt x="256" y="60"/>
                      <a:pt x="283" y="28"/>
                    </a:cubicBezTo>
                    <a:cubicBezTo>
                      <a:pt x="293" y="18"/>
                      <a:pt x="286" y="5"/>
                      <a:pt x="273" y="5"/>
                    </a:cubicBezTo>
                    <a:cubicBezTo>
                      <a:pt x="271" y="5"/>
                      <a:pt x="269" y="5"/>
                      <a:pt x="267" y="6"/>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120"/>
            <p:cNvGrpSpPr/>
            <p:nvPr/>
          </p:nvGrpSpPr>
          <p:grpSpPr>
            <a:xfrm>
              <a:off x="3530037" y="3569305"/>
              <a:ext cx="149630" cy="274317"/>
              <a:chOff x="4932200" y="4315850"/>
              <a:chExt cx="113900" cy="199300"/>
            </a:xfrm>
          </p:grpSpPr>
          <p:sp>
            <p:nvSpPr>
              <p:cNvPr id="5629" name="Google Shape;5629;p120"/>
              <p:cNvSpPr/>
              <p:nvPr/>
            </p:nvSpPr>
            <p:spPr>
              <a:xfrm>
                <a:off x="4932200" y="4315850"/>
                <a:ext cx="113900" cy="199300"/>
              </a:xfrm>
              <a:custGeom>
                <a:rect b="b" l="l" r="r" t="t"/>
                <a:pathLst>
                  <a:path extrusionOk="0" h="7972" w="4556">
                    <a:moveTo>
                      <a:pt x="1772" y="566"/>
                    </a:moveTo>
                    <a:cubicBezTo>
                      <a:pt x="1772" y="566"/>
                      <a:pt x="1772" y="572"/>
                      <a:pt x="1778" y="577"/>
                    </a:cubicBezTo>
                    <a:cubicBezTo>
                      <a:pt x="1794" y="610"/>
                      <a:pt x="1810" y="643"/>
                      <a:pt x="1827" y="675"/>
                    </a:cubicBezTo>
                    <a:cubicBezTo>
                      <a:pt x="1818" y="672"/>
                      <a:pt x="1812" y="671"/>
                      <a:pt x="1805" y="671"/>
                    </a:cubicBezTo>
                    <a:cubicBezTo>
                      <a:pt x="1798" y="671"/>
                      <a:pt x="1791" y="672"/>
                      <a:pt x="1783" y="675"/>
                    </a:cubicBezTo>
                    <a:cubicBezTo>
                      <a:pt x="1772" y="675"/>
                      <a:pt x="1761" y="681"/>
                      <a:pt x="1750" y="681"/>
                    </a:cubicBezTo>
                    <a:lnTo>
                      <a:pt x="1734" y="681"/>
                    </a:lnTo>
                    <a:lnTo>
                      <a:pt x="1745" y="648"/>
                    </a:lnTo>
                    <a:lnTo>
                      <a:pt x="1745" y="643"/>
                    </a:lnTo>
                    <a:cubicBezTo>
                      <a:pt x="1750" y="626"/>
                      <a:pt x="1761" y="604"/>
                      <a:pt x="1767" y="583"/>
                    </a:cubicBezTo>
                    <a:cubicBezTo>
                      <a:pt x="1772" y="577"/>
                      <a:pt x="1772" y="572"/>
                      <a:pt x="1772" y="566"/>
                    </a:cubicBezTo>
                    <a:close/>
                    <a:moveTo>
                      <a:pt x="2560" y="947"/>
                    </a:moveTo>
                    <a:cubicBezTo>
                      <a:pt x="2560" y="958"/>
                      <a:pt x="2566" y="969"/>
                      <a:pt x="2571" y="974"/>
                    </a:cubicBezTo>
                    <a:lnTo>
                      <a:pt x="2577" y="1001"/>
                    </a:lnTo>
                    <a:lnTo>
                      <a:pt x="2560" y="1001"/>
                    </a:lnTo>
                    <a:cubicBezTo>
                      <a:pt x="2560" y="985"/>
                      <a:pt x="2560" y="963"/>
                      <a:pt x="2560" y="947"/>
                    </a:cubicBezTo>
                    <a:close/>
                    <a:moveTo>
                      <a:pt x="357" y="825"/>
                    </a:moveTo>
                    <a:cubicBezTo>
                      <a:pt x="366" y="825"/>
                      <a:pt x="376" y="830"/>
                      <a:pt x="392" y="838"/>
                    </a:cubicBezTo>
                    <a:cubicBezTo>
                      <a:pt x="413" y="855"/>
                      <a:pt x="435" y="876"/>
                      <a:pt x="446" y="903"/>
                    </a:cubicBezTo>
                    <a:cubicBezTo>
                      <a:pt x="489" y="1007"/>
                      <a:pt x="451" y="1126"/>
                      <a:pt x="451" y="1235"/>
                    </a:cubicBezTo>
                    <a:cubicBezTo>
                      <a:pt x="413" y="1240"/>
                      <a:pt x="375" y="1246"/>
                      <a:pt x="332" y="1257"/>
                    </a:cubicBezTo>
                    <a:cubicBezTo>
                      <a:pt x="343" y="1230"/>
                      <a:pt x="348" y="1208"/>
                      <a:pt x="348" y="1181"/>
                    </a:cubicBezTo>
                    <a:cubicBezTo>
                      <a:pt x="337" y="1121"/>
                      <a:pt x="332" y="1066"/>
                      <a:pt x="321" y="1007"/>
                    </a:cubicBezTo>
                    <a:cubicBezTo>
                      <a:pt x="315" y="990"/>
                      <a:pt x="310" y="974"/>
                      <a:pt x="305" y="958"/>
                    </a:cubicBezTo>
                    <a:cubicBezTo>
                      <a:pt x="283" y="903"/>
                      <a:pt x="261" y="909"/>
                      <a:pt x="310" y="855"/>
                    </a:cubicBezTo>
                    <a:lnTo>
                      <a:pt x="310" y="860"/>
                    </a:lnTo>
                    <a:lnTo>
                      <a:pt x="326" y="838"/>
                    </a:lnTo>
                    <a:cubicBezTo>
                      <a:pt x="328" y="842"/>
                      <a:pt x="332" y="844"/>
                      <a:pt x="336" y="844"/>
                    </a:cubicBezTo>
                    <a:cubicBezTo>
                      <a:pt x="342" y="844"/>
                      <a:pt x="348" y="839"/>
                      <a:pt x="348" y="833"/>
                    </a:cubicBezTo>
                    <a:cubicBezTo>
                      <a:pt x="348" y="833"/>
                      <a:pt x="348" y="827"/>
                      <a:pt x="348" y="827"/>
                    </a:cubicBezTo>
                    <a:cubicBezTo>
                      <a:pt x="351" y="826"/>
                      <a:pt x="354" y="825"/>
                      <a:pt x="357" y="825"/>
                    </a:cubicBezTo>
                    <a:close/>
                    <a:moveTo>
                      <a:pt x="2636" y="1224"/>
                    </a:moveTo>
                    <a:cubicBezTo>
                      <a:pt x="2642" y="1230"/>
                      <a:pt x="2642" y="1235"/>
                      <a:pt x="2642" y="1240"/>
                    </a:cubicBezTo>
                    <a:cubicBezTo>
                      <a:pt x="2642" y="1268"/>
                      <a:pt x="2647" y="1289"/>
                      <a:pt x="2647" y="1311"/>
                    </a:cubicBezTo>
                    <a:lnTo>
                      <a:pt x="2642" y="1311"/>
                    </a:lnTo>
                    <a:cubicBezTo>
                      <a:pt x="2626" y="1317"/>
                      <a:pt x="2604" y="1322"/>
                      <a:pt x="2582" y="1327"/>
                    </a:cubicBezTo>
                    <a:cubicBezTo>
                      <a:pt x="2588" y="1317"/>
                      <a:pt x="2598" y="1306"/>
                      <a:pt x="2604" y="1289"/>
                    </a:cubicBezTo>
                    <a:cubicBezTo>
                      <a:pt x="2615" y="1268"/>
                      <a:pt x="2626" y="1251"/>
                      <a:pt x="2636" y="1224"/>
                    </a:cubicBezTo>
                    <a:close/>
                    <a:moveTo>
                      <a:pt x="619" y="1299"/>
                    </a:moveTo>
                    <a:cubicBezTo>
                      <a:pt x="622" y="1299"/>
                      <a:pt x="624" y="1299"/>
                      <a:pt x="625" y="1300"/>
                    </a:cubicBezTo>
                    <a:cubicBezTo>
                      <a:pt x="636" y="1306"/>
                      <a:pt x="625" y="1365"/>
                      <a:pt x="625" y="1387"/>
                    </a:cubicBezTo>
                    <a:cubicBezTo>
                      <a:pt x="642" y="1431"/>
                      <a:pt x="652" y="1474"/>
                      <a:pt x="658" y="1518"/>
                    </a:cubicBezTo>
                    <a:lnTo>
                      <a:pt x="658" y="1621"/>
                    </a:lnTo>
                    <a:cubicBezTo>
                      <a:pt x="625" y="1632"/>
                      <a:pt x="598" y="1643"/>
                      <a:pt x="571" y="1648"/>
                    </a:cubicBezTo>
                    <a:cubicBezTo>
                      <a:pt x="462" y="1659"/>
                      <a:pt x="359" y="1654"/>
                      <a:pt x="256" y="1664"/>
                    </a:cubicBezTo>
                    <a:cubicBezTo>
                      <a:pt x="256" y="1599"/>
                      <a:pt x="250" y="1529"/>
                      <a:pt x="239" y="1463"/>
                    </a:cubicBezTo>
                    <a:cubicBezTo>
                      <a:pt x="239" y="1431"/>
                      <a:pt x="234" y="1398"/>
                      <a:pt x="223" y="1365"/>
                    </a:cubicBezTo>
                    <a:cubicBezTo>
                      <a:pt x="277" y="1355"/>
                      <a:pt x="332" y="1349"/>
                      <a:pt x="386" y="1338"/>
                    </a:cubicBezTo>
                    <a:cubicBezTo>
                      <a:pt x="413" y="1333"/>
                      <a:pt x="440" y="1333"/>
                      <a:pt x="468" y="1327"/>
                    </a:cubicBezTo>
                    <a:cubicBezTo>
                      <a:pt x="479" y="1341"/>
                      <a:pt x="494" y="1347"/>
                      <a:pt x="509" y="1347"/>
                    </a:cubicBezTo>
                    <a:cubicBezTo>
                      <a:pt x="529" y="1347"/>
                      <a:pt x="548" y="1335"/>
                      <a:pt x="555" y="1317"/>
                    </a:cubicBezTo>
                    <a:cubicBezTo>
                      <a:pt x="577" y="1308"/>
                      <a:pt x="606" y="1299"/>
                      <a:pt x="619" y="1299"/>
                    </a:cubicBezTo>
                    <a:close/>
                    <a:moveTo>
                      <a:pt x="1881" y="893"/>
                    </a:moveTo>
                    <a:cubicBezTo>
                      <a:pt x="1892" y="914"/>
                      <a:pt x="1897" y="941"/>
                      <a:pt x="1914" y="963"/>
                    </a:cubicBezTo>
                    <a:cubicBezTo>
                      <a:pt x="1930" y="1012"/>
                      <a:pt x="1946" y="1056"/>
                      <a:pt x="1957" y="1105"/>
                    </a:cubicBezTo>
                    <a:cubicBezTo>
                      <a:pt x="1995" y="1219"/>
                      <a:pt x="2066" y="1311"/>
                      <a:pt x="2071" y="1436"/>
                    </a:cubicBezTo>
                    <a:cubicBezTo>
                      <a:pt x="2082" y="1534"/>
                      <a:pt x="2098" y="1626"/>
                      <a:pt x="2120" y="1719"/>
                    </a:cubicBezTo>
                    <a:cubicBezTo>
                      <a:pt x="2110" y="1740"/>
                      <a:pt x="2090" y="1749"/>
                      <a:pt x="2069" y="1749"/>
                    </a:cubicBezTo>
                    <a:cubicBezTo>
                      <a:pt x="2057" y="1749"/>
                      <a:pt x="2045" y="1746"/>
                      <a:pt x="2033" y="1741"/>
                    </a:cubicBezTo>
                    <a:cubicBezTo>
                      <a:pt x="2001" y="1719"/>
                      <a:pt x="1984" y="1675"/>
                      <a:pt x="1946" y="1648"/>
                    </a:cubicBezTo>
                    <a:cubicBezTo>
                      <a:pt x="1932" y="1640"/>
                      <a:pt x="1918" y="1637"/>
                      <a:pt x="1905" y="1637"/>
                    </a:cubicBezTo>
                    <a:cubicBezTo>
                      <a:pt x="1863" y="1637"/>
                      <a:pt x="1831" y="1673"/>
                      <a:pt x="1827" y="1719"/>
                    </a:cubicBezTo>
                    <a:cubicBezTo>
                      <a:pt x="1821" y="1762"/>
                      <a:pt x="1810" y="1768"/>
                      <a:pt x="1772" y="1795"/>
                    </a:cubicBezTo>
                    <a:cubicBezTo>
                      <a:pt x="1741" y="1815"/>
                      <a:pt x="1709" y="1840"/>
                      <a:pt x="1678" y="1840"/>
                    </a:cubicBezTo>
                    <a:cubicBezTo>
                      <a:pt x="1666" y="1840"/>
                      <a:pt x="1654" y="1836"/>
                      <a:pt x="1642" y="1828"/>
                    </a:cubicBezTo>
                    <a:cubicBezTo>
                      <a:pt x="1571" y="1789"/>
                      <a:pt x="1544" y="1675"/>
                      <a:pt x="1522" y="1605"/>
                    </a:cubicBezTo>
                    <a:cubicBezTo>
                      <a:pt x="1522" y="1599"/>
                      <a:pt x="1517" y="1594"/>
                      <a:pt x="1511" y="1588"/>
                    </a:cubicBezTo>
                    <a:cubicBezTo>
                      <a:pt x="1528" y="1539"/>
                      <a:pt x="1538" y="1490"/>
                      <a:pt x="1555" y="1442"/>
                    </a:cubicBezTo>
                    <a:lnTo>
                      <a:pt x="1555" y="1447"/>
                    </a:lnTo>
                    <a:cubicBezTo>
                      <a:pt x="1593" y="1327"/>
                      <a:pt x="1625" y="1213"/>
                      <a:pt x="1653" y="1094"/>
                    </a:cubicBezTo>
                    <a:cubicBezTo>
                      <a:pt x="1653" y="1083"/>
                      <a:pt x="1653" y="1072"/>
                      <a:pt x="1658" y="1061"/>
                    </a:cubicBezTo>
                    <a:cubicBezTo>
                      <a:pt x="1675" y="1067"/>
                      <a:pt x="1694" y="1071"/>
                      <a:pt x="1712" y="1071"/>
                    </a:cubicBezTo>
                    <a:cubicBezTo>
                      <a:pt x="1757" y="1071"/>
                      <a:pt x="1801" y="1052"/>
                      <a:pt x="1832" y="1018"/>
                    </a:cubicBezTo>
                    <a:cubicBezTo>
                      <a:pt x="1859" y="980"/>
                      <a:pt x="1875" y="936"/>
                      <a:pt x="1881" y="893"/>
                    </a:cubicBezTo>
                    <a:close/>
                    <a:moveTo>
                      <a:pt x="3082" y="1311"/>
                    </a:moveTo>
                    <a:lnTo>
                      <a:pt x="3088" y="1317"/>
                    </a:lnTo>
                    <a:lnTo>
                      <a:pt x="3088" y="1322"/>
                    </a:lnTo>
                    <a:cubicBezTo>
                      <a:pt x="3100" y="1343"/>
                      <a:pt x="3123" y="1351"/>
                      <a:pt x="3147" y="1351"/>
                    </a:cubicBezTo>
                    <a:cubicBezTo>
                      <a:pt x="3155" y="1351"/>
                      <a:pt x="3162" y="1350"/>
                      <a:pt x="3169" y="1349"/>
                    </a:cubicBezTo>
                    <a:cubicBezTo>
                      <a:pt x="3190" y="1355"/>
                      <a:pt x="3211" y="1358"/>
                      <a:pt x="3234" y="1358"/>
                    </a:cubicBezTo>
                    <a:cubicBezTo>
                      <a:pt x="3272" y="1358"/>
                      <a:pt x="3311" y="1350"/>
                      <a:pt x="3349" y="1333"/>
                    </a:cubicBezTo>
                    <a:lnTo>
                      <a:pt x="3349" y="1371"/>
                    </a:lnTo>
                    <a:cubicBezTo>
                      <a:pt x="3354" y="1458"/>
                      <a:pt x="3359" y="1550"/>
                      <a:pt x="3370" y="1643"/>
                    </a:cubicBezTo>
                    <a:cubicBezTo>
                      <a:pt x="3370" y="1708"/>
                      <a:pt x="3370" y="1779"/>
                      <a:pt x="3370" y="1844"/>
                    </a:cubicBezTo>
                    <a:cubicBezTo>
                      <a:pt x="3283" y="1822"/>
                      <a:pt x="3186" y="1822"/>
                      <a:pt x="3109" y="1795"/>
                    </a:cubicBezTo>
                    <a:cubicBezTo>
                      <a:pt x="3017" y="1757"/>
                      <a:pt x="2925" y="1735"/>
                      <a:pt x="2827" y="1724"/>
                    </a:cubicBezTo>
                    <a:lnTo>
                      <a:pt x="2832" y="1719"/>
                    </a:lnTo>
                    <a:cubicBezTo>
                      <a:pt x="2859" y="1686"/>
                      <a:pt x="2887" y="1654"/>
                      <a:pt x="2908" y="1616"/>
                    </a:cubicBezTo>
                    <a:cubicBezTo>
                      <a:pt x="2957" y="1534"/>
                      <a:pt x="3006" y="1452"/>
                      <a:pt x="3050" y="1365"/>
                    </a:cubicBezTo>
                    <a:lnTo>
                      <a:pt x="3082" y="1311"/>
                    </a:lnTo>
                    <a:close/>
                    <a:moveTo>
                      <a:pt x="2984" y="137"/>
                    </a:moveTo>
                    <a:cubicBezTo>
                      <a:pt x="3088" y="164"/>
                      <a:pt x="3191" y="180"/>
                      <a:pt x="3300" y="197"/>
                    </a:cubicBezTo>
                    <a:cubicBezTo>
                      <a:pt x="3332" y="199"/>
                      <a:pt x="3365" y="199"/>
                      <a:pt x="3397" y="199"/>
                    </a:cubicBezTo>
                    <a:cubicBezTo>
                      <a:pt x="3429" y="199"/>
                      <a:pt x="3460" y="199"/>
                      <a:pt x="3490" y="202"/>
                    </a:cubicBezTo>
                    <a:cubicBezTo>
                      <a:pt x="3555" y="213"/>
                      <a:pt x="3615" y="229"/>
                      <a:pt x="3675" y="235"/>
                    </a:cubicBezTo>
                    <a:cubicBezTo>
                      <a:pt x="3783" y="251"/>
                      <a:pt x="3892" y="267"/>
                      <a:pt x="4001" y="284"/>
                    </a:cubicBezTo>
                    <a:cubicBezTo>
                      <a:pt x="3990" y="311"/>
                      <a:pt x="3979" y="338"/>
                      <a:pt x="3963" y="360"/>
                    </a:cubicBezTo>
                    <a:cubicBezTo>
                      <a:pt x="3952" y="392"/>
                      <a:pt x="3947" y="431"/>
                      <a:pt x="3936" y="463"/>
                    </a:cubicBezTo>
                    <a:cubicBezTo>
                      <a:pt x="3903" y="550"/>
                      <a:pt x="3881" y="637"/>
                      <a:pt x="3860" y="729"/>
                    </a:cubicBezTo>
                    <a:cubicBezTo>
                      <a:pt x="3805" y="941"/>
                      <a:pt x="3745" y="1148"/>
                      <a:pt x="3702" y="1360"/>
                    </a:cubicBezTo>
                    <a:cubicBezTo>
                      <a:pt x="3664" y="1572"/>
                      <a:pt x="3620" y="1800"/>
                      <a:pt x="3582" y="2018"/>
                    </a:cubicBezTo>
                    <a:cubicBezTo>
                      <a:pt x="3582" y="2029"/>
                      <a:pt x="3577" y="2040"/>
                      <a:pt x="3577" y="2045"/>
                    </a:cubicBezTo>
                    <a:cubicBezTo>
                      <a:pt x="3577" y="2012"/>
                      <a:pt x="3566" y="1974"/>
                      <a:pt x="3550" y="1942"/>
                    </a:cubicBezTo>
                    <a:cubicBezTo>
                      <a:pt x="3539" y="1931"/>
                      <a:pt x="3528" y="1920"/>
                      <a:pt x="3517" y="1909"/>
                    </a:cubicBezTo>
                    <a:cubicBezTo>
                      <a:pt x="3512" y="1675"/>
                      <a:pt x="3490" y="1442"/>
                      <a:pt x="3446" y="1208"/>
                    </a:cubicBezTo>
                    <a:cubicBezTo>
                      <a:pt x="3430" y="1072"/>
                      <a:pt x="3457" y="849"/>
                      <a:pt x="3256" y="838"/>
                    </a:cubicBezTo>
                    <a:cubicBezTo>
                      <a:pt x="3191" y="838"/>
                      <a:pt x="3137" y="882"/>
                      <a:pt x="3115" y="941"/>
                    </a:cubicBezTo>
                    <a:cubicBezTo>
                      <a:pt x="3071" y="1023"/>
                      <a:pt x="3044" y="1110"/>
                      <a:pt x="3006" y="1192"/>
                    </a:cubicBezTo>
                    <a:cubicBezTo>
                      <a:pt x="2963" y="1284"/>
                      <a:pt x="2914" y="1376"/>
                      <a:pt x="2865" y="1469"/>
                    </a:cubicBezTo>
                    <a:cubicBezTo>
                      <a:pt x="2859" y="1436"/>
                      <a:pt x="2854" y="1398"/>
                      <a:pt x="2838" y="1365"/>
                    </a:cubicBezTo>
                    <a:cubicBezTo>
                      <a:pt x="2821" y="1306"/>
                      <a:pt x="2789" y="1246"/>
                      <a:pt x="2767" y="1186"/>
                    </a:cubicBezTo>
                    <a:cubicBezTo>
                      <a:pt x="2772" y="1148"/>
                      <a:pt x="2783" y="1110"/>
                      <a:pt x="2794" y="1072"/>
                    </a:cubicBezTo>
                    <a:lnTo>
                      <a:pt x="2789" y="1072"/>
                    </a:lnTo>
                    <a:cubicBezTo>
                      <a:pt x="2816" y="963"/>
                      <a:pt x="2827" y="855"/>
                      <a:pt x="2859" y="746"/>
                    </a:cubicBezTo>
                    <a:cubicBezTo>
                      <a:pt x="2887" y="632"/>
                      <a:pt x="2914" y="512"/>
                      <a:pt x="2941" y="392"/>
                    </a:cubicBezTo>
                    <a:cubicBezTo>
                      <a:pt x="2952" y="338"/>
                      <a:pt x="2968" y="284"/>
                      <a:pt x="2979" y="229"/>
                    </a:cubicBezTo>
                    <a:cubicBezTo>
                      <a:pt x="2979" y="197"/>
                      <a:pt x="2984" y="170"/>
                      <a:pt x="2984" y="137"/>
                    </a:cubicBezTo>
                    <a:close/>
                    <a:moveTo>
                      <a:pt x="1055" y="398"/>
                    </a:moveTo>
                    <a:cubicBezTo>
                      <a:pt x="1060" y="403"/>
                      <a:pt x="1060" y="409"/>
                      <a:pt x="1066" y="414"/>
                    </a:cubicBezTo>
                    <a:cubicBezTo>
                      <a:pt x="1104" y="452"/>
                      <a:pt x="1153" y="485"/>
                      <a:pt x="1191" y="528"/>
                    </a:cubicBezTo>
                    <a:cubicBezTo>
                      <a:pt x="1234" y="577"/>
                      <a:pt x="1261" y="637"/>
                      <a:pt x="1283" y="697"/>
                    </a:cubicBezTo>
                    <a:cubicBezTo>
                      <a:pt x="1299" y="746"/>
                      <a:pt x="1326" y="784"/>
                      <a:pt x="1348" y="833"/>
                    </a:cubicBezTo>
                    <a:cubicBezTo>
                      <a:pt x="1392" y="941"/>
                      <a:pt x="1424" y="1056"/>
                      <a:pt x="1435" y="1175"/>
                    </a:cubicBezTo>
                    <a:cubicBezTo>
                      <a:pt x="1441" y="1224"/>
                      <a:pt x="1446" y="1268"/>
                      <a:pt x="1451" y="1317"/>
                    </a:cubicBezTo>
                    <a:cubicBezTo>
                      <a:pt x="1413" y="1442"/>
                      <a:pt x="1397" y="1572"/>
                      <a:pt x="1397" y="1702"/>
                    </a:cubicBezTo>
                    <a:cubicBezTo>
                      <a:pt x="1397" y="1708"/>
                      <a:pt x="1403" y="1719"/>
                      <a:pt x="1408" y="1724"/>
                    </a:cubicBezTo>
                    <a:cubicBezTo>
                      <a:pt x="1397" y="1730"/>
                      <a:pt x="1392" y="1741"/>
                      <a:pt x="1392" y="1751"/>
                    </a:cubicBezTo>
                    <a:cubicBezTo>
                      <a:pt x="1375" y="1828"/>
                      <a:pt x="1370" y="1904"/>
                      <a:pt x="1381" y="1980"/>
                    </a:cubicBezTo>
                    <a:lnTo>
                      <a:pt x="1381" y="2040"/>
                    </a:lnTo>
                    <a:cubicBezTo>
                      <a:pt x="1354" y="2083"/>
                      <a:pt x="1234" y="2067"/>
                      <a:pt x="1191" y="2078"/>
                    </a:cubicBezTo>
                    <a:cubicBezTo>
                      <a:pt x="1158" y="2078"/>
                      <a:pt x="1131" y="2105"/>
                      <a:pt x="1098" y="2105"/>
                    </a:cubicBezTo>
                    <a:cubicBezTo>
                      <a:pt x="1082" y="2099"/>
                      <a:pt x="1060" y="2094"/>
                      <a:pt x="1044" y="2083"/>
                    </a:cubicBezTo>
                    <a:lnTo>
                      <a:pt x="1017" y="2078"/>
                    </a:lnTo>
                    <a:cubicBezTo>
                      <a:pt x="1017" y="2067"/>
                      <a:pt x="1017" y="2050"/>
                      <a:pt x="1011" y="2040"/>
                    </a:cubicBezTo>
                    <a:cubicBezTo>
                      <a:pt x="995" y="1969"/>
                      <a:pt x="973" y="1904"/>
                      <a:pt x="951" y="1833"/>
                    </a:cubicBezTo>
                    <a:cubicBezTo>
                      <a:pt x="930" y="1762"/>
                      <a:pt x="951" y="1648"/>
                      <a:pt x="870" y="1599"/>
                    </a:cubicBezTo>
                    <a:cubicBezTo>
                      <a:pt x="864" y="1599"/>
                      <a:pt x="854" y="1594"/>
                      <a:pt x="848" y="1588"/>
                    </a:cubicBezTo>
                    <a:cubicBezTo>
                      <a:pt x="832" y="1469"/>
                      <a:pt x="821" y="1344"/>
                      <a:pt x="826" y="1219"/>
                    </a:cubicBezTo>
                    <a:cubicBezTo>
                      <a:pt x="832" y="1066"/>
                      <a:pt x="875" y="920"/>
                      <a:pt x="951" y="789"/>
                    </a:cubicBezTo>
                    <a:cubicBezTo>
                      <a:pt x="1027" y="670"/>
                      <a:pt x="1060" y="534"/>
                      <a:pt x="1055" y="398"/>
                    </a:cubicBezTo>
                    <a:close/>
                    <a:moveTo>
                      <a:pt x="2414" y="1387"/>
                    </a:moveTo>
                    <a:cubicBezTo>
                      <a:pt x="2457" y="1431"/>
                      <a:pt x="2511" y="1458"/>
                      <a:pt x="2571" y="1458"/>
                    </a:cubicBezTo>
                    <a:cubicBezTo>
                      <a:pt x="2582" y="1461"/>
                      <a:pt x="2594" y="1462"/>
                      <a:pt x="2605" y="1462"/>
                    </a:cubicBezTo>
                    <a:cubicBezTo>
                      <a:pt x="2637" y="1462"/>
                      <a:pt x="2668" y="1451"/>
                      <a:pt x="2696" y="1431"/>
                    </a:cubicBezTo>
                    <a:lnTo>
                      <a:pt x="2702" y="1425"/>
                    </a:lnTo>
                    <a:cubicBezTo>
                      <a:pt x="2718" y="1507"/>
                      <a:pt x="2745" y="1583"/>
                      <a:pt x="2772" y="1654"/>
                    </a:cubicBezTo>
                    <a:cubicBezTo>
                      <a:pt x="2762" y="1675"/>
                      <a:pt x="2745" y="1697"/>
                      <a:pt x="2740" y="1724"/>
                    </a:cubicBezTo>
                    <a:cubicBezTo>
                      <a:pt x="2734" y="1730"/>
                      <a:pt x="2734" y="1741"/>
                      <a:pt x="2729" y="1751"/>
                    </a:cubicBezTo>
                    <a:cubicBezTo>
                      <a:pt x="2723" y="1751"/>
                      <a:pt x="2718" y="1757"/>
                      <a:pt x="2707" y="1762"/>
                    </a:cubicBezTo>
                    <a:cubicBezTo>
                      <a:pt x="2631" y="1833"/>
                      <a:pt x="2626" y="1980"/>
                      <a:pt x="2615" y="2099"/>
                    </a:cubicBezTo>
                    <a:cubicBezTo>
                      <a:pt x="2609" y="2088"/>
                      <a:pt x="2598" y="2083"/>
                      <a:pt x="2588" y="2083"/>
                    </a:cubicBezTo>
                    <a:cubicBezTo>
                      <a:pt x="2533" y="2083"/>
                      <a:pt x="2484" y="2094"/>
                      <a:pt x="2435" y="2116"/>
                    </a:cubicBezTo>
                    <a:cubicBezTo>
                      <a:pt x="2404" y="2129"/>
                      <a:pt x="2369" y="2139"/>
                      <a:pt x="2336" y="2139"/>
                    </a:cubicBezTo>
                    <a:cubicBezTo>
                      <a:pt x="2329" y="2139"/>
                      <a:pt x="2323" y="2138"/>
                      <a:pt x="2316" y="2137"/>
                    </a:cubicBezTo>
                    <a:cubicBezTo>
                      <a:pt x="2316" y="2099"/>
                      <a:pt x="2316" y="2067"/>
                      <a:pt x="2310" y="2029"/>
                    </a:cubicBezTo>
                    <a:cubicBezTo>
                      <a:pt x="2305" y="1963"/>
                      <a:pt x="2283" y="1904"/>
                      <a:pt x="2278" y="1838"/>
                    </a:cubicBezTo>
                    <a:cubicBezTo>
                      <a:pt x="2278" y="1811"/>
                      <a:pt x="2272" y="1784"/>
                      <a:pt x="2261" y="1757"/>
                    </a:cubicBezTo>
                    <a:cubicBezTo>
                      <a:pt x="2321" y="1643"/>
                      <a:pt x="2376" y="1523"/>
                      <a:pt x="2414" y="1398"/>
                    </a:cubicBezTo>
                    <a:lnTo>
                      <a:pt x="2414" y="1387"/>
                    </a:lnTo>
                    <a:close/>
                    <a:moveTo>
                      <a:pt x="1381" y="2165"/>
                    </a:moveTo>
                    <a:lnTo>
                      <a:pt x="1381" y="2268"/>
                    </a:lnTo>
                    <a:cubicBezTo>
                      <a:pt x="1381" y="2371"/>
                      <a:pt x="1375" y="2480"/>
                      <a:pt x="1381" y="2583"/>
                    </a:cubicBezTo>
                    <a:lnTo>
                      <a:pt x="1375" y="2583"/>
                    </a:lnTo>
                    <a:cubicBezTo>
                      <a:pt x="1375" y="2675"/>
                      <a:pt x="1397" y="2762"/>
                      <a:pt x="1403" y="2855"/>
                    </a:cubicBezTo>
                    <a:cubicBezTo>
                      <a:pt x="1403" y="2909"/>
                      <a:pt x="1413" y="2964"/>
                      <a:pt x="1419" y="3018"/>
                    </a:cubicBezTo>
                    <a:cubicBezTo>
                      <a:pt x="1381" y="3040"/>
                      <a:pt x="1337" y="3056"/>
                      <a:pt x="1294" y="3067"/>
                    </a:cubicBezTo>
                    <a:cubicBezTo>
                      <a:pt x="1245" y="3078"/>
                      <a:pt x="1196" y="3083"/>
                      <a:pt x="1153" y="3089"/>
                    </a:cubicBezTo>
                    <a:cubicBezTo>
                      <a:pt x="1104" y="2811"/>
                      <a:pt x="1071" y="2529"/>
                      <a:pt x="1033" y="2252"/>
                    </a:cubicBezTo>
                    <a:cubicBezTo>
                      <a:pt x="1033" y="2235"/>
                      <a:pt x="1027" y="2219"/>
                      <a:pt x="1027" y="2203"/>
                    </a:cubicBezTo>
                    <a:lnTo>
                      <a:pt x="1027" y="2203"/>
                    </a:lnTo>
                    <a:lnTo>
                      <a:pt x="1060" y="2219"/>
                    </a:lnTo>
                    <a:cubicBezTo>
                      <a:pt x="1073" y="2224"/>
                      <a:pt x="1087" y="2226"/>
                      <a:pt x="1100" y="2226"/>
                    </a:cubicBezTo>
                    <a:cubicBezTo>
                      <a:pt x="1148" y="2226"/>
                      <a:pt x="1199" y="2201"/>
                      <a:pt x="1250" y="2197"/>
                    </a:cubicBezTo>
                    <a:cubicBezTo>
                      <a:pt x="1294" y="2197"/>
                      <a:pt x="1337" y="2186"/>
                      <a:pt x="1381" y="2165"/>
                    </a:cubicBezTo>
                    <a:close/>
                    <a:moveTo>
                      <a:pt x="4050" y="295"/>
                    </a:moveTo>
                    <a:lnTo>
                      <a:pt x="4093" y="300"/>
                    </a:lnTo>
                    <a:cubicBezTo>
                      <a:pt x="4148" y="316"/>
                      <a:pt x="4207" y="311"/>
                      <a:pt x="4267" y="327"/>
                    </a:cubicBezTo>
                    <a:cubicBezTo>
                      <a:pt x="4322" y="338"/>
                      <a:pt x="4376" y="354"/>
                      <a:pt x="4430" y="365"/>
                    </a:cubicBezTo>
                    <a:cubicBezTo>
                      <a:pt x="4425" y="409"/>
                      <a:pt x="4403" y="447"/>
                      <a:pt x="4398" y="485"/>
                    </a:cubicBezTo>
                    <a:lnTo>
                      <a:pt x="4392" y="485"/>
                    </a:lnTo>
                    <a:cubicBezTo>
                      <a:pt x="4387" y="512"/>
                      <a:pt x="4387" y="545"/>
                      <a:pt x="4381" y="572"/>
                    </a:cubicBezTo>
                    <a:cubicBezTo>
                      <a:pt x="4376" y="643"/>
                      <a:pt x="4360" y="708"/>
                      <a:pt x="4343" y="778"/>
                    </a:cubicBezTo>
                    <a:cubicBezTo>
                      <a:pt x="4316" y="773"/>
                      <a:pt x="4294" y="773"/>
                      <a:pt x="4273" y="762"/>
                    </a:cubicBezTo>
                    <a:cubicBezTo>
                      <a:pt x="4218" y="746"/>
                      <a:pt x="4159" y="735"/>
                      <a:pt x="4093" y="735"/>
                    </a:cubicBezTo>
                    <a:cubicBezTo>
                      <a:pt x="4050" y="740"/>
                      <a:pt x="4050" y="811"/>
                      <a:pt x="4093" y="816"/>
                    </a:cubicBezTo>
                    <a:cubicBezTo>
                      <a:pt x="4169" y="822"/>
                      <a:pt x="4245" y="876"/>
                      <a:pt x="4322" y="887"/>
                    </a:cubicBezTo>
                    <a:cubicBezTo>
                      <a:pt x="4300" y="974"/>
                      <a:pt x="4284" y="1072"/>
                      <a:pt x="4267" y="1164"/>
                    </a:cubicBezTo>
                    <a:cubicBezTo>
                      <a:pt x="4245" y="1159"/>
                      <a:pt x="4224" y="1153"/>
                      <a:pt x="4202" y="1153"/>
                    </a:cubicBezTo>
                    <a:cubicBezTo>
                      <a:pt x="4142" y="1143"/>
                      <a:pt x="4082" y="1137"/>
                      <a:pt x="4023" y="1137"/>
                    </a:cubicBezTo>
                    <a:cubicBezTo>
                      <a:pt x="3970" y="1142"/>
                      <a:pt x="3963" y="1224"/>
                      <a:pt x="4017" y="1224"/>
                    </a:cubicBezTo>
                    <a:cubicBezTo>
                      <a:pt x="4019" y="1224"/>
                      <a:pt x="4021" y="1224"/>
                      <a:pt x="4023" y="1224"/>
                    </a:cubicBezTo>
                    <a:cubicBezTo>
                      <a:pt x="4026" y="1224"/>
                      <a:pt x="4029" y="1224"/>
                      <a:pt x="4032" y="1224"/>
                    </a:cubicBezTo>
                    <a:cubicBezTo>
                      <a:pt x="4084" y="1224"/>
                      <a:pt x="4140" y="1263"/>
                      <a:pt x="4197" y="1268"/>
                    </a:cubicBezTo>
                    <a:cubicBezTo>
                      <a:pt x="4213" y="1268"/>
                      <a:pt x="4235" y="1273"/>
                      <a:pt x="4256" y="1278"/>
                    </a:cubicBezTo>
                    <a:lnTo>
                      <a:pt x="4256" y="1295"/>
                    </a:lnTo>
                    <a:cubicBezTo>
                      <a:pt x="4240" y="1376"/>
                      <a:pt x="4235" y="1463"/>
                      <a:pt x="4218" y="1545"/>
                    </a:cubicBezTo>
                    <a:cubicBezTo>
                      <a:pt x="4213" y="1572"/>
                      <a:pt x="4207" y="1599"/>
                      <a:pt x="4197" y="1626"/>
                    </a:cubicBezTo>
                    <a:lnTo>
                      <a:pt x="4131" y="1626"/>
                    </a:lnTo>
                    <a:cubicBezTo>
                      <a:pt x="4072" y="1626"/>
                      <a:pt x="4012" y="1632"/>
                      <a:pt x="3952" y="1643"/>
                    </a:cubicBezTo>
                    <a:cubicBezTo>
                      <a:pt x="3914" y="1654"/>
                      <a:pt x="3914" y="1708"/>
                      <a:pt x="3952" y="1724"/>
                    </a:cubicBezTo>
                    <a:cubicBezTo>
                      <a:pt x="4012" y="1735"/>
                      <a:pt x="4072" y="1741"/>
                      <a:pt x="4131" y="1746"/>
                    </a:cubicBezTo>
                    <a:lnTo>
                      <a:pt x="4164" y="1746"/>
                    </a:lnTo>
                    <a:cubicBezTo>
                      <a:pt x="4164" y="1751"/>
                      <a:pt x="4164" y="1762"/>
                      <a:pt x="4159" y="1768"/>
                    </a:cubicBezTo>
                    <a:cubicBezTo>
                      <a:pt x="4153" y="1849"/>
                      <a:pt x="4137" y="1936"/>
                      <a:pt x="4120" y="2012"/>
                    </a:cubicBezTo>
                    <a:cubicBezTo>
                      <a:pt x="4120" y="2023"/>
                      <a:pt x="4115" y="2034"/>
                      <a:pt x="4115" y="2045"/>
                    </a:cubicBezTo>
                    <a:cubicBezTo>
                      <a:pt x="4088" y="2045"/>
                      <a:pt x="4066" y="2040"/>
                      <a:pt x="4044" y="2029"/>
                    </a:cubicBezTo>
                    <a:cubicBezTo>
                      <a:pt x="4012" y="2012"/>
                      <a:pt x="3974" y="2001"/>
                      <a:pt x="3941" y="1991"/>
                    </a:cubicBezTo>
                    <a:lnTo>
                      <a:pt x="3930" y="1991"/>
                    </a:lnTo>
                    <a:cubicBezTo>
                      <a:pt x="3898" y="1991"/>
                      <a:pt x="3876" y="2040"/>
                      <a:pt x="3903" y="2061"/>
                    </a:cubicBezTo>
                    <a:cubicBezTo>
                      <a:pt x="3952" y="2110"/>
                      <a:pt x="4012" y="2143"/>
                      <a:pt x="4077" y="2165"/>
                    </a:cubicBezTo>
                    <a:cubicBezTo>
                      <a:pt x="4072" y="2186"/>
                      <a:pt x="4066" y="2208"/>
                      <a:pt x="4061" y="2230"/>
                    </a:cubicBezTo>
                    <a:cubicBezTo>
                      <a:pt x="4044" y="2306"/>
                      <a:pt x="4028" y="2387"/>
                      <a:pt x="4012" y="2469"/>
                    </a:cubicBezTo>
                    <a:cubicBezTo>
                      <a:pt x="4001" y="2463"/>
                      <a:pt x="3990" y="2463"/>
                      <a:pt x="3979" y="2458"/>
                    </a:cubicBezTo>
                    <a:cubicBezTo>
                      <a:pt x="3963" y="2453"/>
                      <a:pt x="3941" y="2453"/>
                      <a:pt x="3925" y="2447"/>
                    </a:cubicBezTo>
                    <a:lnTo>
                      <a:pt x="3898" y="2436"/>
                    </a:lnTo>
                    <a:lnTo>
                      <a:pt x="3881" y="2436"/>
                    </a:lnTo>
                    <a:cubicBezTo>
                      <a:pt x="3881" y="2431"/>
                      <a:pt x="3876" y="2431"/>
                      <a:pt x="3876" y="2431"/>
                    </a:cubicBezTo>
                    <a:cubicBezTo>
                      <a:pt x="3867" y="2420"/>
                      <a:pt x="3856" y="2416"/>
                      <a:pt x="3845" y="2416"/>
                    </a:cubicBezTo>
                    <a:cubicBezTo>
                      <a:pt x="3812" y="2416"/>
                      <a:pt x="3783" y="2458"/>
                      <a:pt x="3816" y="2491"/>
                    </a:cubicBezTo>
                    <a:cubicBezTo>
                      <a:pt x="3843" y="2523"/>
                      <a:pt x="3876" y="2545"/>
                      <a:pt x="3914" y="2561"/>
                    </a:cubicBezTo>
                    <a:cubicBezTo>
                      <a:pt x="3930" y="2567"/>
                      <a:pt x="3952" y="2572"/>
                      <a:pt x="3968" y="2578"/>
                    </a:cubicBezTo>
                    <a:lnTo>
                      <a:pt x="3979" y="2589"/>
                    </a:lnTo>
                    <a:cubicBezTo>
                      <a:pt x="3974" y="2621"/>
                      <a:pt x="3963" y="2654"/>
                      <a:pt x="3952" y="2692"/>
                    </a:cubicBezTo>
                    <a:cubicBezTo>
                      <a:pt x="3930" y="2746"/>
                      <a:pt x="3908" y="2801"/>
                      <a:pt x="3892" y="2855"/>
                    </a:cubicBezTo>
                    <a:cubicBezTo>
                      <a:pt x="3870" y="2844"/>
                      <a:pt x="3843" y="2833"/>
                      <a:pt x="3821" y="2828"/>
                    </a:cubicBezTo>
                    <a:cubicBezTo>
                      <a:pt x="3794" y="2822"/>
                      <a:pt x="3740" y="2828"/>
                      <a:pt x="3729" y="2795"/>
                    </a:cubicBezTo>
                    <a:cubicBezTo>
                      <a:pt x="3723" y="2778"/>
                      <a:pt x="3706" y="2769"/>
                      <a:pt x="3689" y="2769"/>
                    </a:cubicBezTo>
                    <a:cubicBezTo>
                      <a:pt x="3673" y="2769"/>
                      <a:pt x="3658" y="2777"/>
                      <a:pt x="3653" y="2795"/>
                    </a:cubicBezTo>
                    <a:cubicBezTo>
                      <a:pt x="3642" y="2866"/>
                      <a:pt x="3686" y="2898"/>
                      <a:pt x="3740" y="2920"/>
                    </a:cubicBezTo>
                    <a:cubicBezTo>
                      <a:pt x="3778" y="2936"/>
                      <a:pt x="3821" y="2964"/>
                      <a:pt x="3865" y="2980"/>
                    </a:cubicBezTo>
                    <a:cubicBezTo>
                      <a:pt x="3865" y="3023"/>
                      <a:pt x="3854" y="3067"/>
                      <a:pt x="3849" y="3116"/>
                    </a:cubicBezTo>
                    <a:cubicBezTo>
                      <a:pt x="3832" y="3170"/>
                      <a:pt x="3816" y="3225"/>
                      <a:pt x="3800" y="3279"/>
                    </a:cubicBezTo>
                    <a:cubicBezTo>
                      <a:pt x="3783" y="3263"/>
                      <a:pt x="3762" y="3252"/>
                      <a:pt x="3740" y="3246"/>
                    </a:cubicBezTo>
                    <a:cubicBezTo>
                      <a:pt x="3713" y="3235"/>
                      <a:pt x="3691" y="3246"/>
                      <a:pt x="3669" y="3219"/>
                    </a:cubicBezTo>
                    <a:cubicBezTo>
                      <a:pt x="3659" y="3209"/>
                      <a:pt x="3648" y="3205"/>
                      <a:pt x="3637" y="3205"/>
                    </a:cubicBezTo>
                    <a:cubicBezTo>
                      <a:pt x="3601" y="3205"/>
                      <a:pt x="3569" y="3252"/>
                      <a:pt x="3599" y="3290"/>
                    </a:cubicBezTo>
                    <a:cubicBezTo>
                      <a:pt x="3637" y="3333"/>
                      <a:pt x="3675" y="3333"/>
                      <a:pt x="3713" y="3360"/>
                    </a:cubicBezTo>
                    <a:cubicBezTo>
                      <a:pt x="3729" y="3371"/>
                      <a:pt x="3745" y="3388"/>
                      <a:pt x="3762" y="3404"/>
                    </a:cubicBezTo>
                    <a:cubicBezTo>
                      <a:pt x="3740" y="3458"/>
                      <a:pt x="3724" y="3507"/>
                      <a:pt x="3713" y="3562"/>
                    </a:cubicBezTo>
                    <a:cubicBezTo>
                      <a:pt x="3702" y="3594"/>
                      <a:pt x="3696" y="3621"/>
                      <a:pt x="3686" y="3654"/>
                    </a:cubicBezTo>
                    <a:cubicBezTo>
                      <a:pt x="3669" y="3643"/>
                      <a:pt x="3648" y="3632"/>
                      <a:pt x="3626" y="3627"/>
                    </a:cubicBezTo>
                    <a:cubicBezTo>
                      <a:pt x="3610" y="3616"/>
                      <a:pt x="3566" y="3605"/>
                      <a:pt x="3561" y="3589"/>
                    </a:cubicBezTo>
                    <a:cubicBezTo>
                      <a:pt x="3561" y="3570"/>
                      <a:pt x="3544" y="3555"/>
                      <a:pt x="3526" y="3555"/>
                    </a:cubicBezTo>
                    <a:cubicBezTo>
                      <a:pt x="3523" y="3555"/>
                      <a:pt x="3520" y="3555"/>
                      <a:pt x="3517" y="3556"/>
                    </a:cubicBezTo>
                    <a:lnTo>
                      <a:pt x="3517" y="3393"/>
                    </a:lnTo>
                    <a:cubicBezTo>
                      <a:pt x="3517" y="3290"/>
                      <a:pt x="3528" y="3186"/>
                      <a:pt x="3539" y="3083"/>
                    </a:cubicBezTo>
                    <a:cubicBezTo>
                      <a:pt x="3561" y="2887"/>
                      <a:pt x="3566" y="2681"/>
                      <a:pt x="3571" y="2485"/>
                    </a:cubicBezTo>
                    <a:lnTo>
                      <a:pt x="3571" y="2480"/>
                    </a:lnTo>
                    <a:cubicBezTo>
                      <a:pt x="3615" y="2360"/>
                      <a:pt x="3642" y="2235"/>
                      <a:pt x="3653" y="2110"/>
                    </a:cubicBezTo>
                    <a:cubicBezTo>
                      <a:pt x="3696" y="1871"/>
                      <a:pt x="3778" y="1648"/>
                      <a:pt x="3827" y="1414"/>
                    </a:cubicBezTo>
                    <a:cubicBezTo>
                      <a:pt x="3870" y="1197"/>
                      <a:pt x="3936" y="985"/>
                      <a:pt x="3985" y="768"/>
                    </a:cubicBezTo>
                    <a:cubicBezTo>
                      <a:pt x="3995" y="713"/>
                      <a:pt x="4006" y="659"/>
                      <a:pt x="4017" y="604"/>
                    </a:cubicBezTo>
                    <a:cubicBezTo>
                      <a:pt x="4033" y="561"/>
                      <a:pt x="4044" y="512"/>
                      <a:pt x="4050" y="463"/>
                    </a:cubicBezTo>
                    <a:cubicBezTo>
                      <a:pt x="4050" y="420"/>
                      <a:pt x="4044" y="387"/>
                      <a:pt x="4050" y="344"/>
                    </a:cubicBezTo>
                    <a:cubicBezTo>
                      <a:pt x="4050" y="327"/>
                      <a:pt x="4050" y="311"/>
                      <a:pt x="4050" y="295"/>
                    </a:cubicBezTo>
                    <a:close/>
                    <a:moveTo>
                      <a:pt x="3512" y="3676"/>
                    </a:moveTo>
                    <a:cubicBezTo>
                      <a:pt x="3523" y="3687"/>
                      <a:pt x="3533" y="3697"/>
                      <a:pt x="3544" y="3703"/>
                    </a:cubicBezTo>
                    <a:lnTo>
                      <a:pt x="3544" y="3708"/>
                    </a:lnTo>
                    <a:lnTo>
                      <a:pt x="3653" y="3779"/>
                    </a:lnTo>
                    <a:cubicBezTo>
                      <a:pt x="3642" y="3828"/>
                      <a:pt x="3642" y="3877"/>
                      <a:pt x="3631" y="3926"/>
                    </a:cubicBezTo>
                    <a:cubicBezTo>
                      <a:pt x="3593" y="3937"/>
                      <a:pt x="3550" y="3947"/>
                      <a:pt x="3517" y="3958"/>
                    </a:cubicBezTo>
                    <a:lnTo>
                      <a:pt x="3495" y="3964"/>
                    </a:lnTo>
                    <a:lnTo>
                      <a:pt x="3495" y="3931"/>
                    </a:lnTo>
                    <a:cubicBezTo>
                      <a:pt x="3490" y="3844"/>
                      <a:pt x="3495" y="3757"/>
                      <a:pt x="3512" y="3676"/>
                    </a:cubicBezTo>
                    <a:close/>
                    <a:moveTo>
                      <a:pt x="805" y="1697"/>
                    </a:moveTo>
                    <a:cubicBezTo>
                      <a:pt x="816" y="1702"/>
                      <a:pt x="821" y="1757"/>
                      <a:pt x="821" y="1762"/>
                    </a:cubicBezTo>
                    <a:cubicBezTo>
                      <a:pt x="832" y="1876"/>
                      <a:pt x="875" y="1974"/>
                      <a:pt x="886" y="2088"/>
                    </a:cubicBezTo>
                    <a:cubicBezTo>
                      <a:pt x="897" y="2224"/>
                      <a:pt x="908" y="2360"/>
                      <a:pt x="930" y="2485"/>
                    </a:cubicBezTo>
                    <a:cubicBezTo>
                      <a:pt x="979" y="2779"/>
                      <a:pt x="1022" y="3078"/>
                      <a:pt x="1066" y="3371"/>
                    </a:cubicBezTo>
                    <a:cubicBezTo>
                      <a:pt x="1076" y="3437"/>
                      <a:pt x="1066" y="3507"/>
                      <a:pt x="1082" y="3572"/>
                    </a:cubicBezTo>
                    <a:cubicBezTo>
                      <a:pt x="1093" y="3632"/>
                      <a:pt x="1098" y="3692"/>
                      <a:pt x="1104" y="3752"/>
                    </a:cubicBezTo>
                    <a:cubicBezTo>
                      <a:pt x="1114" y="3812"/>
                      <a:pt x="1131" y="3871"/>
                      <a:pt x="1136" y="3937"/>
                    </a:cubicBezTo>
                    <a:lnTo>
                      <a:pt x="1136" y="3980"/>
                    </a:lnTo>
                    <a:cubicBezTo>
                      <a:pt x="1109" y="3975"/>
                      <a:pt x="1076" y="3975"/>
                      <a:pt x="1049" y="3975"/>
                    </a:cubicBezTo>
                    <a:cubicBezTo>
                      <a:pt x="984" y="3975"/>
                      <a:pt x="913" y="3980"/>
                      <a:pt x="848" y="3980"/>
                    </a:cubicBezTo>
                    <a:cubicBezTo>
                      <a:pt x="767" y="3969"/>
                      <a:pt x="685" y="3947"/>
                      <a:pt x="609" y="3920"/>
                    </a:cubicBezTo>
                    <a:cubicBezTo>
                      <a:pt x="555" y="3915"/>
                      <a:pt x="500" y="3904"/>
                      <a:pt x="451" y="3888"/>
                    </a:cubicBezTo>
                    <a:cubicBezTo>
                      <a:pt x="500" y="3714"/>
                      <a:pt x="402" y="3523"/>
                      <a:pt x="392" y="3350"/>
                    </a:cubicBezTo>
                    <a:cubicBezTo>
                      <a:pt x="386" y="3159"/>
                      <a:pt x="364" y="2969"/>
                      <a:pt x="326" y="2784"/>
                    </a:cubicBezTo>
                    <a:lnTo>
                      <a:pt x="326" y="2784"/>
                    </a:lnTo>
                    <a:lnTo>
                      <a:pt x="332" y="2790"/>
                    </a:lnTo>
                    <a:cubicBezTo>
                      <a:pt x="315" y="2686"/>
                      <a:pt x="299" y="2589"/>
                      <a:pt x="294" y="2485"/>
                    </a:cubicBezTo>
                    <a:cubicBezTo>
                      <a:pt x="288" y="2398"/>
                      <a:pt x="261" y="2322"/>
                      <a:pt x="261" y="2241"/>
                    </a:cubicBezTo>
                    <a:cubicBezTo>
                      <a:pt x="256" y="2088"/>
                      <a:pt x="174" y="1942"/>
                      <a:pt x="185" y="1784"/>
                    </a:cubicBezTo>
                    <a:cubicBezTo>
                      <a:pt x="321" y="1762"/>
                      <a:pt x="451" y="1773"/>
                      <a:pt x="582" y="1757"/>
                    </a:cubicBezTo>
                    <a:cubicBezTo>
                      <a:pt x="625" y="1751"/>
                      <a:pt x="663" y="1741"/>
                      <a:pt x="701" y="1730"/>
                    </a:cubicBezTo>
                    <a:lnTo>
                      <a:pt x="701" y="1735"/>
                    </a:lnTo>
                    <a:cubicBezTo>
                      <a:pt x="712" y="1746"/>
                      <a:pt x="725" y="1751"/>
                      <a:pt x="736" y="1751"/>
                    </a:cubicBezTo>
                    <a:cubicBezTo>
                      <a:pt x="764" y="1751"/>
                      <a:pt x="790" y="1724"/>
                      <a:pt x="794" y="1697"/>
                    </a:cubicBezTo>
                    <a:close/>
                    <a:moveTo>
                      <a:pt x="2846" y="1851"/>
                    </a:moveTo>
                    <a:cubicBezTo>
                      <a:pt x="2891" y="1851"/>
                      <a:pt x="2948" y="1871"/>
                      <a:pt x="2984" y="1882"/>
                    </a:cubicBezTo>
                    <a:cubicBezTo>
                      <a:pt x="3033" y="1904"/>
                      <a:pt x="3077" y="1920"/>
                      <a:pt x="3126" y="1931"/>
                    </a:cubicBezTo>
                    <a:cubicBezTo>
                      <a:pt x="3120" y="2088"/>
                      <a:pt x="3104" y="2246"/>
                      <a:pt x="3099" y="2404"/>
                    </a:cubicBezTo>
                    <a:cubicBezTo>
                      <a:pt x="3088" y="2583"/>
                      <a:pt x="3050" y="2762"/>
                      <a:pt x="3033" y="2942"/>
                    </a:cubicBezTo>
                    <a:cubicBezTo>
                      <a:pt x="3017" y="3121"/>
                      <a:pt x="3017" y="3317"/>
                      <a:pt x="3017" y="3507"/>
                    </a:cubicBezTo>
                    <a:cubicBezTo>
                      <a:pt x="3017" y="3594"/>
                      <a:pt x="3006" y="3670"/>
                      <a:pt x="2995" y="3757"/>
                    </a:cubicBezTo>
                    <a:cubicBezTo>
                      <a:pt x="2995" y="3828"/>
                      <a:pt x="3001" y="3899"/>
                      <a:pt x="3012" y="3969"/>
                    </a:cubicBezTo>
                    <a:cubicBezTo>
                      <a:pt x="3012" y="3980"/>
                      <a:pt x="3017" y="3986"/>
                      <a:pt x="3022" y="3991"/>
                    </a:cubicBezTo>
                    <a:lnTo>
                      <a:pt x="2636" y="3991"/>
                    </a:lnTo>
                    <a:cubicBezTo>
                      <a:pt x="2669" y="3866"/>
                      <a:pt x="2685" y="3730"/>
                      <a:pt x="2691" y="3594"/>
                    </a:cubicBezTo>
                    <a:cubicBezTo>
                      <a:pt x="2691" y="3513"/>
                      <a:pt x="2691" y="3426"/>
                      <a:pt x="2696" y="3344"/>
                    </a:cubicBezTo>
                    <a:cubicBezTo>
                      <a:pt x="2713" y="3263"/>
                      <a:pt x="2718" y="3176"/>
                      <a:pt x="2723" y="3094"/>
                    </a:cubicBezTo>
                    <a:cubicBezTo>
                      <a:pt x="2723" y="2920"/>
                      <a:pt x="2723" y="2752"/>
                      <a:pt x="2723" y="2578"/>
                    </a:cubicBezTo>
                    <a:cubicBezTo>
                      <a:pt x="2723" y="2496"/>
                      <a:pt x="2718" y="2415"/>
                      <a:pt x="2723" y="2338"/>
                    </a:cubicBezTo>
                    <a:cubicBezTo>
                      <a:pt x="2729" y="2257"/>
                      <a:pt x="2745" y="2170"/>
                      <a:pt x="2756" y="2083"/>
                    </a:cubicBezTo>
                    <a:cubicBezTo>
                      <a:pt x="2762" y="2029"/>
                      <a:pt x="2751" y="1914"/>
                      <a:pt x="2789" y="1871"/>
                    </a:cubicBezTo>
                    <a:cubicBezTo>
                      <a:pt x="2802" y="1856"/>
                      <a:pt x="2822" y="1851"/>
                      <a:pt x="2846" y="1851"/>
                    </a:cubicBezTo>
                    <a:close/>
                    <a:moveTo>
                      <a:pt x="2598" y="2192"/>
                    </a:moveTo>
                    <a:cubicBezTo>
                      <a:pt x="2582" y="2377"/>
                      <a:pt x="2577" y="2561"/>
                      <a:pt x="2588" y="2741"/>
                    </a:cubicBezTo>
                    <a:lnTo>
                      <a:pt x="2593" y="2741"/>
                    </a:lnTo>
                    <a:lnTo>
                      <a:pt x="2593" y="3094"/>
                    </a:lnTo>
                    <a:cubicBezTo>
                      <a:pt x="2593" y="3208"/>
                      <a:pt x="2571" y="3311"/>
                      <a:pt x="2566" y="3426"/>
                    </a:cubicBezTo>
                    <a:cubicBezTo>
                      <a:pt x="2566" y="3534"/>
                      <a:pt x="2571" y="3638"/>
                      <a:pt x="2566" y="3746"/>
                    </a:cubicBezTo>
                    <a:cubicBezTo>
                      <a:pt x="2560" y="3828"/>
                      <a:pt x="2560" y="3909"/>
                      <a:pt x="2566" y="3996"/>
                    </a:cubicBezTo>
                    <a:cubicBezTo>
                      <a:pt x="2511" y="3996"/>
                      <a:pt x="2457" y="3996"/>
                      <a:pt x="2403" y="3991"/>
                    </a:cubicBezTo>
                    <a:cubicBezTo>
                      <a:pt x="2403" y="3980"/>
                      <a:pt x="2403" y="3964"/>
                      <a:pt x="2397" y="3953"/>
                    </a:cubicBezTo>
                    <a:cubicBezTo>
                      <a:pt x="2392" y="3947"/>
                      <a:pt x="2392" y="3942"/>
                      <a:pt x="2386" y="3937"/>
                    </a:cubicBezTo>
                    <a:cubicBezTo>
                      <a:pt x="2386" y="3812"/>
                      <a:pt x="2392" y="3692"/>
                      <a:pt x="2386" y="3567"/>
                    </a:cubicBezTo>
                    <a:cubicBezTo>
                      <a:pt x="2381" y="3426"/>
                      <a:pt x="2354" y="3284"/>
                      <a:pt x="2348" y="3143"/>
                    </a:cubicBezTo>
                    <a:cubicBezTo>
                      <a:pt x="2338" y="2991"/>
                      <a:pt x="2348" y="2839"/>
                      <a:pt x="2348" y="2686"/>
                    </a:cubicBezTo>
                    <a:cubicBezTo>
                      <a:pt x="2348" y="2534"/>
                      <a:pt x="2310" y="2393"/>
                      <a:pt x="2310" y="2246"/>
                    </a:cubicBezTo>
                    <a:lnTo>
                      <a:pt x="2310" y="2241"/>
                    </a:lnTo>
                    <a:cubicBezTo>
                      <a:pt x="2329" y="2247"/>
                      <a:pt x="2349" y="2250"/>
                      <a:pt x="2369" y="2250"/>
                    </a:cubicBezTo>
                    <a:cubicBezTo>
                      <a:pt x="2383" y="2250"/>
                      <a:pt x="2398" y="2248"/>
                      <a:pt x="2414" y="2246"/>
                    </a:cubicBezTo>
                    <a:cubicBezTo>
                      <a:pt x="2479" y="2241"/>
                      <a:pt x="2533" y="2208"/>
                      <a:pt x="2598" y="2192"/>
                    </a:cubicBezTo>
                    <a:close/>
                    <a:moveTo>
                      <a:pt x="3169" y="1942"/>
                    </a:moveTo>
                    <a:cubicBezTo>
                      <a:pt x="3186" y="1947"/>
                      <a:pt x="3202" y="1947"/>
                      <a:pt x="3213" y="1953"/>
                    </a:cubicBezTo>
                    <a:cubicBezTo>
                      <a:pt x="3267" y="1953"/>
                      <a:pt x="3321" y="1963"/>
                      <a:pt x="3370" y="1980"/>
                    </a:cubicBezTo>
                    <a:cubicBezTo>
                      <a:pt x="3370" y="2018"/>
                      <a:pt x="3398" y="2045"/>
                      <a:pt x="3436" y="2050"/>
                    </a:cubicBezTo>
                    <a:cubicBezTo>
                      <a:pt x="3441" y="2126"/>
                      <a:pt x="3441" y="2203"/>
                      <a:pt x="3430" y="2273"/>
                    </a:cubicBezTo>
                    <a:cubicBezTo>
                      <a:pt x="3430" y="2366"/>
                      <a:pt x="3430" y="2458"/>
                      <a:pt x="3425" y="2550"/>
                    </a:cubicBezTo>
                    <a:cubicBezTo>
                      <a:pt x="3414" y="2719"/>
                      <a:pt x="3408" y="2882"/>
                      <a:pt x="3398" y="3045"/>
                    </a:cubicBezTo>
                    <a:cubicBezTo>
                      <a:pt x="3392" y="3143"/>
                      <a:pt x="3370" y="3241"/>
                      <a:pt x="3370" y="3339"/>
                    </a:cubicBezTo>
                    <a:cubicBezTo>
                      <a:pt x="3370" y="3437"/>
                      <a:pt x="3376" y="3518"/>
                      <a:pt x="3370" y="3610"/>
                    </a:cubicBezTo>
                    <a:lnTo>
                      <a:pt x="3365" y="3616"/>
                    </a:lnTo>
                    <a:cubicBezTo>
                      <a:pt x="3354" y="3697"/>
                      <a:pt x="3343" y="3779"/>
                      <a:pt x="3338" y="3860"/>
                    </a:cubicBezTo>
                    <a:lnTo>
                      <a:pt x="3338" y="3991"/>
                    </a:lnTo>
                    <a:cubicBezTo>
                      <a:pt x="3251" y="3996"/>
                      <a:pt x="3169" y="3996"/>
                      <a:pt x="3082" y="3996"/>
                    </a:cubicBezTo>
                    <a:cubicBezTo>
                      <a:pt x="3088" y="3986"/>
                      <a:pt x="3093" y="3980"/>
                      <a:pt x="3093" y="3969"/>
                    </a:cubicBezTo>
                    <a:cubicBezTo>
                      <a:pt x="3082" y="3899"/>
                      <a:pt x="3071" y="3828"/>
                      <a:pt x="3071" y="3757"/>
                    </a:cubicBezTo>
                    <a:cubicBezTo>
                      <a:pt x="3082" y="3670"/>
                      <a:pt x="3088" y="3589"/>
                      <a:pt x="3088" y="3507"/>
                    </a:cubicBezTo>
                    <a:cubicBezTo>
                      <a:pt x="3077" y="3317"/>
                      <a:pt x="3082" y="3132"/>
                      <a:pt x="3099" y="2942"/>
                    </a:cubicBezTo>
                    <a:cubicBezTo>
                      <a:pt x="3115" y="2762"/>
                      <a:pt x="3153" y="2583"/>
                      <a:pt x="3158" y="2404"/>
                    </a:cubicBezTo>
                    <a:cubicBezTo>
                      <a:pt x="3164" y="2252"/>
                      <a:pt x="3169" y="2094"/>
                      <a:pt x="3169" y="1942"/>
                    </a:cubicBezTo>
                    <a:close/>
                    <a:moveTo>
                      <a:pt x="1886" y="1844"/>
                    </a:moveTo>
                    <a:cubicBezTo>
                      <a:pt x="1886" y="1860"/>
                      <a:pt x="1886" y="1871"/>
                      <a:pt x="1881" y="1887"/>
                    </a:cubicBezTo>
                    <a:cubicBezTo>
                      <a:pt x="1875" y="1991"/>
                      <a:pt x="1865" y="2094"/>
                      <a:pt x="1859" y="2197"/>
                    </a:cubicBezTo>
                    <a:cubicBezTo>
                      <a:pt x="1848" y="2420"/>
                      <a:pt x="1859" y="2648"/>
                      <a:pt x="1854" y="2877"/>
                    </a:cubicBezTo>
                    <a:cubicBezTo>
                      <a:pt x="1854" y="3099"/>
                      <a:pt x="1854" y="3317"/>
                      <a:pt x="1848" y="3534"/>
                    </a:cubicBezTo>
                    <a:cubicBezTo>
                      <a:pt x="1843" y="3621"/>
                      <a:pt x="1848" y="3708"/>
                      <a:pt x="1854" y="3795"/>
                    </a:cubicBezTo>
                    <a:cubicBezTo>
                      <a:pt x="1865" y="3866"/>
                      <a:pt x="1843" y="3937"/>
                      <a:pt x="1875" y="4002"/>
                    </a:cubicBezTo>
                    <a:cubicBezTo>
                      <a:pt x="1827" y="3996"/>
                      <a:pt x="1772" y="3996"/>
                      <a:pt x="1718" y="3996"/>
                    </a:cubicBezTo>
                    <a:cubicBezTo>
                      <a:pt x="1669" y="3996"/>
                      <a:pt x="1615" y="4002"/>
                      <a:pt x="1566" y="4002"/>
                    </a:cubicBezTo>
                    <a:lnTo>
                      <a:pt x="1566" y="3996"/>
                    </a:lnTo>
                    <a:cubicBezTo>
                      <a:pt x="1571" y="3817"/>
                      <a:pt x="1604" y="3621"/>
                      <a:pt x="1582" y="3442"/>
                    </a:cubicBezTo>
                    <a:cubicBezTo>
                      <a:pt x="1571" y="3350"/>
                      <a:pt x="1560" y="3257"/>
                      <a:pt x="1560" y="3170"/>
                    </a:cubicBezTo>
                    <a:cubicBezTo>
                      <a:pt x="1560" y="3072"/>
                      <a:pt x="1538" y="2980"/>
                      <a:pt x="1533" y="2887"/>
                    </a:cubicBezTo>
                    <a:cubicBezTo>
                      <a:pt x="1528" y="2790"/>
                      <a:pt x="1517" y="2724"/>
                      <a:pt x="1506" y="2637"/>
                    </a:cubicBezTo>
                    <a:cubicBezTo>
                      <a:pt x="1495" y="2540"/>
                      <a:pt x="1495" y="2442"/>
                      <a:pt x="1495" y="2338"/>
                    </a:cubicBezTo>
                    <a:lnTo>
                      <a:pt x="1495" y="2083"/>
                    </a:lnTo>
                    <a:cubicBezTo>
                      <a:pt x="1517" y="2050"/>
                      <a:pt x="1528" y="2012"/>
                      <a:pt x="1528" y="1980"/>
                    </a:cubicBezTo>
                    <a:lnTo>
                      <a:pt x="1528" y="1898"/>
                    </a:lnTo>
                    <a:cubicBezTo>
                      <a:pt x="1560" y="1931"/>
                      <a:pt x="1604" y="1958"/>
                      <a:pt x="1647" y="1963"/>
                    </a:cubicBezTo>
                    <a:cubicBezTo>
                      <a:pt x="1653" y="1964"/>
                      <a:pt x="1658" y="1964"/>
                      <a:pt x="1664" y="1964"/>
                    </a:cubicBezTo>
                    <a:cubicBezTo>
                      <a:pt x="1734" y="1964"/>
                      <a:pt x="1803" y="1932"/>
                      <a:pt x="1848" y="1882"/>
                    </a:cubicBezTo>
                    <a:cubicBezTo>
                      <a:pt x="1865" y="1871"/>
                      <a:pt x="1875" y="1855"/>
                      <a:pt x="1886" y="1844"/>
                    </a:cubicBezTo>
                    <a:close/>
                    <a:moveTo>
                      <a:pt x="1430" y="3148"/>
                    </a:moveTo>
                    <a:cubicBezTo>
                      <a:pt x="1430" y="3230"/>
                      <a:pt x="1435" y="3306"/>
                      <a:pt x="1441" y="3388"/>
                    </a:cubicBezTo>
                    <a:cubicBezTo>
                      <a:pt x="1457" y="3480"/>
                      <a:pt x="1462" y="3572"/>
                      <a:pt x="1462" y="3670"/>
                    </a:cubicBezTo>
                    <a:cubicBezTo>
                      <a:pt x="1462" y="3779"/>
                      <a:pt x="1479" y="3888"/>
                      <a:pt x="1484" y="4002"/>
                    </a:cubicBezTo>
                    <a:lnTo>
                      <a:pt x="1484" y="4007"/>
                    </a:lnTo>
                    <a:cubicBezTo>
                      <a:pt x="1465" y="4009"/>
                      <a:pt x="1446" y="4010"/>
                      <a:pt x="1427" y="4010"/>
                    </a:cubicBezTo>
                    <a:cubicBezTo>
                      <a:pt x="1381" y="4010"/>
                      <a:pt x="1335" y="4006"/>
                      <a:pt x="1288" y="4002"/>
                    </a:cubicBezTo>
                    <a:cubicBezTo>
                      <a:pt x="1261" y="3888"/>
                      <a:pt x="1256" y="3763"/>
                      <a:pt x="1239" y="3649"/>
                    </a:cubicBezTo>
                    <a:cubicBezTo>
                      <a:pt x="1218" y="3513"/>
                      <a:pt x="1201" y="3371"/>
                      <a:pt x="1174" y="3235"/>
                    </a:cubicBezTo>
                    <a:cubicBezTo>
                      <a:pt x="1169" y="3214"/>
                      <a:pt x="1169" y="3192"/>
                      <a:pt x="1163" y="3176"/>
                    </a:cubicBezTo>
                    <a:lnTo>
                      <a:pt x="1163" y="3176"/>
                    </a:lnTo>
                    <a:cubicBezTo>
                      <a:pt x="1198" y="3184"/>
                      <a:pt x="1232" y="3188"/>
                      <a:pt x="1266" y="3188"/>
                    </a:cubicBezTo>
                    <a:cubicBezTo>
                      <a:pt x="1323" y="3188"/>
                      <a:pt x="1379" y="3176"/>
                      <a:pt x="1430" y="3148"/>
                    </a:cubicBezTo>
                    <a:close/>
                    <a:moveTo>
                      <a:pt x="1935" y="1800"/>
                    </a:moveTo>
                    <a:cubicBezTo>
                      <a:pt x="1946" y="1822"/>
                      <a:pt x="1962" y="1838"/>
                      <a:pt x="1984" y="1855"/>
                    </a:cubicBezTo>
                    <a:cubicBezTo>
                      <a:pt x="2008" y="1872"/>
                      <a:pt x="2038" y="1880"/>
                      <a:pt x="2069" y="1880"/>
                    </a:cubicBezTo>
                    <a:cubicBezTo>
                      <a:pt x="2088" y="1880"/>
                      <a:pt x="2107" y="1877"/>
                      <a:pt x="2126" y="1871"/>
                    </a:cubicBezTo>
                    <a:cubicBezTo>
                      <a:pt x="2136" y="1866"/>
                      <a:pt x="2153" y="1860"/>
                      <a:pt x="2164" y="1849"/>
                    </a:cubicBezTo>
                    <a:lnTo>
                      <a:pt x="2164" y="1904"/>
                    </a:lnTo>
                    <a:lnTo>
                      <a:pt x="2169" y="1898"/>
                    </a:lnTo>
                    <a:cubicBezTo>
                      <a:pt x="2180" y="1963"/>
                      <a:pt x="2191" y="2034"/>
                      <a:pt x="2191" y="2099"/>
                    </a:cubicBezTo>
                    <a:cubicBezTo>
                      <a:pt x="2191" y="2219"/>
                      <a:pt x="2196" y="2338"/>
                      <a:pt x="2207" y="2458"/>
                    </a:cubicBezTo>
                    <a:cubicBezTo>
                      <a:pt x="2251" y="2719"/>
                      <a:pt x="2185" y="2985"/>
                      <a:pt x="2223" y="3246"/>
                    </a:cubicBezTo>
                    <a:cubicBezTo>
                      <a:pt x="2251" y="3491"/>
                      <a:pt x="2256" y="3741"/>
                      <a:pt x="2240" y="3991"/>
                    </a:cubicBezTo>
                    <a:cubicBezTo>
                      <a:pt x="2202" y="3991"/>
                      <a:pt x="2164" y="3991"/>
                      <a:pt x="2126" y="3996"/>
                    </a:cubicBezTo>
                    <a:cubicBezTo>
                      <a:pt x="2071" y="4002"/>
                      <a:pt x="2017" y="4013"/>
                      <a:pt x="1962" y="4013"/>
                    </a:cubicBezTo>
                    <a:cubicBezTo>
                      <a:pt x="1968" y="4007"/>
                      <a:pt x="1973" y="3996"/>
                      <a:pt x="1973" y="3986"/>
                    </a:cubicBezTo>
                    <a:cubicBezTo>
                      <a:pt x="1973" y="3947"/>
                      <a:pt x="1962" y="3942"/>
                      <a:pt x="1957" y="3904"/>
                    </a:cubicBezTo>
                    <a:lnTo>
                      <a:pt x="1957" y="3833"/>
                    </a:lnTo>
                    <a:cubicBezTo>
                      <a:pt x="1957" y="3790"/>
                      <a:pt x="1935" y="3752"/>
                      <a:pt x="1935" y="3708"/>
                    </a:cubicBezTo>
                    <a:cubicBezTo>
                      <a:pt x="1924" y="3605"/>
                      <a:pt x="1930" y="3496"/>
                      <a:pt x="1924" y="3393"/>
                    </a:cubicBezTo>
                    <a:cubicBezTo>
                      <a:pt x="1924" y="3165"/>
                      <a:pt x="1919" y="2936"/>
                      <a:pt x="1919" y="2714"/>
                    </a:cubicBezTo>
                    <a:cubicBezTo>
                      <a:pt x="1919" y="2485"/>
                      <a:pt x="1914" y="2273"/>
                      <a:pt x="1930" y="2056"/>
                    </a:cubicBezTo>
                    <a:cubicBezTo>
                      <a:pt x="1930" y="1969"/>
                      <a:pt x="1935" y="1887"/>
                      <a:pt x="1935" y="1800"/>
                    </a:cubicBezTo>
                    <a:close/>
                    <a:moveTo>
                      <a:pt x="332" y="4464"/>
                    </a:moveTo>
                    <a:lnTo>
                      <a:pt x="332" y="4464"/>
                    </a:lnTo>
                    <a:cubicBezTo>
                      <a:pt x="370" y="4486"/>
                      <a:pt x="408" y="4502"/>
                      <a:pt x="446" y="4518"/>
                    </a:cubicBezTo>
                    <a:cubicBezTo>
                      <a:pt x="430" y="4529"/>
                      <a:pt x="419" y="4540"/>
                      <a:pt x="402" y="4545"/>
                    </a:cubicBezTo>
                    <a:lnTo>
                      <a:pt x="386" y="4556"/>
                    </a:lnTo>
                    <a:cubicBezTo>
                      <a:pt x="370" y="4524"/>
                      <a:pt x="348" y="4496"/>
                      <a:pt x="332" y="4464"/>
                    </a:cubicBezTo>
                    <a:close/>
                    <a:moveTo>
                      <a:pt x="120" y="3871"/>
                    </a:moveTo>
                    <a:cubicBezTo>
                      <a:pt x="136" y="3877"/>
                      <a:pt x="147" y="3877"/>
                      <a:pt x="158" y="3882"/>
                    </a:cubicBezTo>
                    <a:lnTo>
                      <a:pt x="190" y="3882"/>
                    </a:lnTo>
                    <a:cubicBezTo>
                      <a:pt x="212" y="3888"/>
                      <a:pt x="228" y="3899"/>
                      <a:pt x="250" y="3904"/>
                    </a:cubicBezTo>
                    <a:cubicBezTo>
                      <a:pt x="266" y="3909"/>
                      <a:pt x="283" y="3915"/>
                      <a:pt x="305" y="3915"/>
                    </a:cubicBezTo>
                    <a:cubicBezTo>
                      <a:pt x="315" y="3915"/>
                      <a:pt x="321" y="3915"/>
                      <a:pt x="332" y="3909"/>
                    </a:cubicBezTo>
                    <a:lnTo>
                      <a:pt x="353" y="3909"/>
                    </a:lnTo>
                    <a:cubicBezTo>
                      <a:pt x="381" y="4013"/>
                      <a:pt x="517" y="4029"/>
                      <a:pt x="604" y="4062"/>
                    </a:cubicBezTo>
                    <a:cubicBezTo>
                      <a:pt x="669" y="4094"/>
                      <a:pt x="739" y="4116"/>
                      <a:pt x="810" y="4127"/>
                    </a:cubicBezTo>
                    <a:cubicBezTo>
                      <a:pt x="892" y="4138"/>
                      <a:pt x="968" y="4132"/>
                      <a:pt x="1049" y="4138"/>
                    </a:cubicBezTo>
                    <a:cubicBezTo>
                      <a:pt x="1125" y="4138"/>
                      <a:pt x="1196" y="4159"/>
                      <a:pt x="1272" y="4165"/>
                    </a:cubicBezTo>
                    <a:cubicBezTo>
                      <a:pt x="1318" y="4170"/>
                      <a:pt x="1365" y="4172"/>
                      <a:pt x="1410" y="4172"/>
                    </a:cubicBezTo>
                    <a:cubicBezTo>
                      <a:pt x="1456" y="4172"/>
                      <a:pt x="1500" y="4170"/>
                      <a:pt x="1544" y="4170"/>
                    </a:cubicBezTo>
                    <a:lnTo>
                      <a:pt x="1783" y="4170"/>
                    </a:lnTo>
                    <a:cubicBezTo>
                      <a:pt x="1842" y="4170"/>
                      <a:pt x="1906" y="4193"/>
                      <a:pt x="1966" y="4193"/>
                    </a:cubicBezTo>
                    <a:cubicBezTo>
                      <a:pt x="1972" y="4193"/>
                      <a:pt x="1978" y="4193"/>
                      <a:pt x="1984" y="4192"/>
                    </a:cubicBezTo>
                    <a:cubicBezTo>
                      <a:pt x="2055" y="4187"/>
                      <a:pt x="2131" y="4170"/>
                      <a:pt x="2202" y="4170"/>
                    </a:cubicBezTo>
                    <a:cubicBezTo>
                      <a:pt x="2224" y="4169"/>
                      <a:pt x="2247" y="4168"/>
                      <a:pt x="2271" y="4168"/>
                    </a:cubicBezTo>
                    <a:cubicBezTo>
                      <a:pt x="2328" y="4168"/>
                      <a:pt x="2387" y="4172"/>
                      <a:pt x="2441" y="4176"/>
                    </a:cubicBezTo>
                    <a:cubicBezTo>
                      <a:pt x="2533" y="4178"/>
                      <a:pt x="2626" y="4178"/>
                      <a:pt x="2718" y="4178"/>
                    </a:cubicBezTo>
                    <a:cubicBezTo>
                      <a:pt x="2810" y="4178"/>
                      <a:pt x="2903" y="4178"/>
                      <a:pt x="2995" y="4181"/>
                    </a:cubicBezTo>
                    <a:cubicBezTo>
                      <a:pt x="3048" y="4185"/>
                      <a:pt x="3100" y="4187"/>
                      <a:pt x="3153" y="4187"/>
                    </a:cubicBezTo>
                    <a:cubicBezTo>
                      <a:pt x="3258" y="4187"/>
                      <a:pt x="3363" y="4179"/>
                      <a:pt x="3468" y="4165"/>
                    </a:cubicBezTo>
                    <a:cubicBezTo>
                      <a:pt x="3517" y="4159"/>
                      <a:pt x="3566" y="4149"/>
                      <a:pt x="3615" y="4138"/>
                    </a:cubicBezTo>
                    <a:cubicBezTo>
                      <a:pt x="3642" y="4132"/>
                      <a:pt x="3669" y="4127"/>
                      <a:pt x="3696" y="4116"/>
                    </a:cubicBezTo>
                    <a:cubicBezTo>
                      <a:pt x="3751" y="4100"/>
                      <a:pt x="3800" y="4083"/>
                      <a:pt x="3854" y="4062"/>
                    </a:cubicBezTo>
                    <a:lnTo>
                      <a:pt x="3854" y="4062"/>
                    </a:lnTo>
                    <a:lnTo>
                      <a:pt x="3849" y="4067"/>
                    </a:lnTo>
                    <a:cubicBezTo>
                      <a:pt x="3925" y="4051"/>
                      <a:pt x="4006" y="4051"/>
                      <a:pt x="4061" y="3996"/>
                    </a:cubicBezTo>
                    <a:cubicBezTo>
                      <a:pt x="4072" y="3986"/>
                      <a:pt x="4082" y="3975"/>
                      <a:pt x="4088" y="3958"/>
                    </a:cubicBezTo>
                    <a:lnTo>
                      <a:pt x="4088" y="3958"/>
                    </a:lnTo>
                    <a:cubicBezTo>
                      <a:pt x="4115" y="4105"/>
                      <a:pt x="4088" y="4257"/>
                      <a:pt x="4077" y="4404"/>
                    </a:cubicBezTo>
                    <a:cubicBezTo>
                      <a:pt x="4044" y="4437"/>
                      <a:pt x="3947" y="4442"/>
                      <a:pt x="3914" y="4458"/>
                    </a:cubicBezTo>
                    <a:cubicBezTo>
                      <a:pt x="3838" y="4491"/>
                      <a:pt x="3767" y="4524"/>
                      <a:pt x="3691" y="4551"/>
                    </a:cubicBezTo>
                    <a:cubicBezTo>
                      <a:pt x="3533" y="4616"/>
                      <a:pt x="3359" y="4654"/>
                      <a:pt x="3186" y="4670"/>
                    </a:cubicBezTo>
                    <a:cubicBezTo>
                      <a:pt x="3170" y="4671"/>
                      <a:pt x="3154" y="4671"/>
                      <a:pt x="3138" y="4671"/>
                    </a:cubicBezTo>
                    <a:cubicBezTo>
                      <a:pt x="3035" y="4671"/>
                      <a:pt x="2932" y="4662"/>
                      <a:pt x="2831" y="4662"/>
                    </a:cubicBezTo>
                    <a:cubicBezTo>
                      <a:pt x="2782" y="4662"/>
                      <a:pt x="2733" y="4664"/>
                      <a:pt x="2685" y="4670"/>
                    </a:cubicBezTo>
                    <a:cubicBezTo>
                      <a:pt x="2501" y="4692"/>
                      <a:pt x="2310" y="4698"/>
                      <a:pt x="2126" y="4698"/>
                    </a:cubicBezTo>
                    <a:cubicBezTo>
                      <a:pt x="2120" y="4692"/>
                      <a:pt x="2115" y="4681"/>
                      <a:pt x="2109" y="4676"/>
                    </a:cubicBezTo>
                    <a:cubicBezTo>
                      <a:pt x="2105" y="4670"/>
                      <a:pt x="2100" y="4668"/>
                      <a:pt x="2095" y="4668"/>
                    </a:cubicBezTo>
                    <a:cubicBezTo>
                      <a:pt x="2086" y="4668"/>
                      <a:pt x="2079" y="4676"/>
                      <a:pt x="2082" y="4687"/>
                    </a:cubicBezTo>
                    <a:cubicBezTo>
                      <a:pt x="2082" y="4692"/>
                      <a:pt x="2082" y="4692"/>
                      <a:pt x="2082" y="4698"/>
                    </a:cubicBezTo>
                    <a:cubicBezTo>
                      <a:pt x="2017" y="4698"/>
                      <a:pt x="1948" y="4705"/>
                      <a:pt x="1881" y="4705"/>
                    </a:cubicBezTo>
                    <a:cubicBezTo>
                      <a:pt x="1865" y="4705"/>
                      <a:pt x="1848" y="4704"/>
                      <a:pt x="1832" y="4703"/>
                    </a:cubicBezTo>
                    <a:cubicBezTo>
                      <a:pt x="1734" y="4692"/>
                      <a:pt x="1636" y="4676"/>
                      <a:pt x="1544" y="4654"/>
                    </a:cubicBezTo>
                    <a:cubicBezTo>
                      <a:pt x="1430" y="4632"/>
                      <a:pt x="1316" y="4622"/>
                      <a:pt x="1201" y="4605"/>
                    </a:cubicBezTo>
                    <a:cubicBezTo>
                      <a:pt x="1201" y="4594"/>
                      <a:pt x="1196" y="4578"/>
                      <a:pt x="1196" y="4567"/>
                    </a:cubicBezTo>
                    <a:cubicBezTo>
                      <a:pt x="1193" y="4559"/>
                      <a:pt x="1188" y="4555"/>
                      <a:pt x="1182" y="4555"/>
                    </a:cubicBezTo>
                    <a:cubicBezTo>
                      <a:pt x="1177" y="4555"/>
                      <a:pt x="1172" y="4559"/>
                      <a:pt x="1169" y="4567"/>
                    </a:cubicBezTo>
                    <a:cubicBezTo>
                      <a:pt x="1169" y="4578"/>
                      <a:pt x="1169" y="4589"/>
                      <a:pt x="1169" y="4600"/>
                    </a:cubicBezTo>
                    <a:cubicBezTo>
                      <a:pt x="1114" y="4594"/>
                      <a:pt x="1060" y="4583"/>
                      <a:pt x="1006" y="4573"/>
                    </a:cubicBezTo>
                    <a:cubicBezTo>
                      <a:pt x="919" y="4551"/>
                      <a:pt x="832" y="4507"/>
                      <a:pt x="745" y="4486"/>
                    </a:cubicBezTo>
                    <a:cubicBezTo>
                      <a:pt x="707" y="4475"/>
                      <a:pt x="669" y="4469"/>
                      <a:pt x="631" y="4469"/>
                    </a:cubicBezTo>
                    <a:cubicBezTo>
                      <a:pt x="582" y="4464"/>
                      <a:pt x="533" y="4448"/>
                      <a:pt x="489" y="4426"/>
                    </a:cubicBezTo>
                    <a:cubicBezTo>
                      <a:pt x="413" y="4393"/>
                      <a:pt x="337" y="4355"/>
                      <a:pt x="266" y="4312"/>
                    </a:cubicBezTo>
                    <a:lnTo>
                      <a:pt x="261" y="4312"/>
                    </a:lnTo>
                    <a:cubicBezTo>
                      <a:pt x="256" y="4284"/>
                      <a:pt x="239" y="4257"/>
                      <a:pt x="223" y="4236"/>
                    </a:cubicBezTo>
                    <a:cubicBezTo>
                      <a:pt x="220" y="4234"/>
                      <a:pt x="217" y="4233"/>
                      <a:pt x="215" y="4233"/>
                    </a:cubicBezTo>
                    <a:cubicBezTo>
                      <a:pt x="207" y="4233"/>
                      <a:pt x="203" y="4238"/>
                      <a:pt x="207" y="4246"/>
                    </a:cubicBezTo>
                    <a:cubicBezTo>
                      <a:pt x="218" y="4263"/>
                      <a:pt x="223" y="4279"/>
                      <a:pt x="228" y="4295"/>
                    </a:cubicBezTo>
                    <a:cubicBezTo>
                      <a:pt x="196" y="4279"/>
                      <a:pt x="163" y="4257"/>
                      <a:pt x="136" y="4236"/>
                    </a:cubicBezTo>
                    <a:cubicBezTo>
                      <a:pt x="136" y="4225"/>
                      <a:pt x="136" y="4208"/>
                      <a:pt x="131" y="4198"/>
                    </a:cubicBezTo>
                    <a:cubicBezTo>
                      <a:pt x="131" y="4132"/>
                      <a:pt x="136" y="4072"/>
                      <a:pt x="147" y="4007"/>
                    </a:cubicBezTo>
                    <a:cubicBezTo>
                      <a:pt x="152" y="3969"/>
                      <a:pt x="147" y="3931"/>
                      <a:pt x="131" y="3899"/>
                    </a:cubicBezTo>
                    <a:cubicBezTo>
                      <a:pt x="125" y="3888"/>
                      <a:pt x="125" y="3877"/>
                      <a:pt x="120" y="3871"/>
                    </a:cubicBezTo>
                    <a:close/>
                    <a:moveTo>
                      <a:pt x="158" y="4344"/>
                    </a:moveTo>
                    <a:lnTo>
                      <a:pt x="174" y="4361"/>
                    </a:lnTo>
                    <a:cubicBezTo>
                      <a:pt x="201" y="4382"/>
                      <a:pt x="228" y="4399"/>
                      <a:pt x="261" y="4420"/>
                    </a:cubicBezTo>
                    <a:cubicBezTo>
                      <a:pt x="261" y="4431"/>
                      <a:pt x="266" y="4437"/>
                      <a:pt x="266" y="4448"/>
                    </a:cubicBezTo>
                    <a:cubicBezTo>
                      <a:pt x="288" y="4496"/>
                      <a:pt x="310" y="4545"/>
                      <a:pt x="337" y="4594"/>
                    </a:cubicBezTo>
                    <a:cubicBezTo>
                      <a:pt x="326" y="4600"/>
                      <a:pt x="321" y="4605"/>
                      <a:pt x="315" y="4611"/>
                    </a:cubicBezTo>
                    <a:cubicBezTo>
                      <a:pt x="272" y="4643"/>
                      <a:pt x="245" y="4681"/>
                      <a:pt x="223" y="4730"/>
                    </a:cubicBezTo>
                    <a:cubicBezTo>
                      <a:pt x="207" y="4627"/>
                      <a:pt x="190" y="4524"/>
                      <a:pt x="169" y="4420"/>
                    </a:cubicBezTo>
                    <a:cubicBezTo>
                      <a:pt x="163" y="4393"/>
                      <a:pt x="163" y="4371"/>
                      <a:pt x="158" y="4344"/>
                    </a:cubicBezTo>
                    <a:close/>
                    <a:moveTo>
                      <a:pt x="4072" y="4529"/>
                    </a:moveTo>
                    <a:lnTo>
                      <a:pt x="4072" y="4529"/>
                    </a:lnTo>
                    <a:cubicBezTo>
                      <a:pt x="4066" y="4600"/>
                      <a:pt x="4061" y="4670"/>
                      <a:pt x="4055" y="4747"/>
                    </a:cubicBezTo>
                    <a:cubicBezTo>
                      <a:pt x="4028" y="4719"/>
                      <a:pt x="4001" y="4687"/>
                      <a:pt x="3985" y="4654"/>
                    </a:cubicBezTo>
                    <a:cubicBezTo>
                      <a:pt x="3974" y="4627"/>
                      <a:pt x="3957" y="4600"/>
                      <a:pt x="3936" y="4583"/>
                    </a:cubicBezTo>
                    <a:cubicBezTo>
                      <a:pt x="3979" y="4562"/>
                      <a:pt x="4028" y="4551"/>
                      <a:pt x="4072" y="4529"/>
                    </a:cubicBezTo>
                    <a:close/>
                    <a:moveTo>
                      <a:pt x="3414" y="4752"/>
                    </a:moveTo>
                    <a:lnTo>
                      <a:pt x="3376" y="4785"/>
                    </a:lnTo>
                    <a:lnTo>
                      <a:pt x="3278" y="4872"/>
                    </a:lnTo>
                    <a:cubicBezTo>
                      <a:pt x="3256" y="4844"/>
                      <a:pt x="3234" y="4806"/>
                      <a:pt x="3213" y="4774"/>
                    </a:cubicBezTo>
                    <a:cubicBezTo>
                      <a:pt x="3278" y="4768"/>
                      <a:pt x="3349" y="4763"/>
                      <a:pt x="3414" y="4752"/>
                    </a:cubicBezTo>
                    <a:close/>
                    <a:moveTo>
                      <a:pt x="2501" y="4806"/>
                    </a:moveTo>
                    <a:lnTo>
                      <a:pt x="2501" y="4806"/>
                    </a:lnTo>
                    <a:cubicBezTo>
                      <a:pt x="2479" y="4834"/>
                      <a:pt x="2452" y="4861"/>
                      <a:pt x="2424" y="4882"/>
                    </a:cubicBezTo>
                    <a:cubicBezTo>
                      <a:pt x="2392" y="4915"/>
                      <a:pt x="2359" y="4948"/>
                      <a:pt x="2327" y="4975"/>
                    </a:cubicBezTo>
                    <a:lnTo>
                      <a:pt x="2289" y="4920"/>
                    </a:lnTo>
                    <a:cubicBezTo>
                      <a:pt x="2267" y="4888"/>
                      <a:pt x="2240" y="4850"/>
                      <a:pt x="2218" y="4812"/>
                    </a:cubicBezTo>
                    <a:cubicBezTo>
                      <a:pt x="2310" y="4812"/>
                      <a:pt x="2408" y="4812"/>
                      <a:pt x="2501" y="4806"/>
                    </a:cubicBezTo>
                    <a:close/>
                    <a:moveTo>
                      <a:pt x="370" y="4670"/>
                    </a:moveTo>
                    <a:cubicBezTo>
                      <a:pt x="430" y="4806"/>
                      <a:pt x="468" y="4948"/>
                      <a:pt x="522" y="5084"/>
                    </a:cubicBezTo>
                    <a:cubicBezTo>
                      <a:pt x="522" y="5084"/>
                      <a:pt x="522" y="5089"/>
                      <a:pt x="522" y="5089"/>
                    </a:cubicBezTo>
                    <a:cubicBezTo>
                      <a:pt x="457" y="5165"/>
                      <a:pt x="392" y="5241"/>
                      <a:pt x="332" y="5328"/>
                    </a:cubicBezTo>
                    <a:cubicBezTo>
                      <a:pt x="321" y="5339"/>
                      <a:pt x="310" y="5355"/>
                      <a:pt x="299" y="5377"/>
                    </a:cubicBezTo>
                    <a:cubicBezTo>
                      <a:pt x="305" y="5355"/>
                      <a:pt x="305" y="5334"/>
                      <a:pt x="299" y="5312"/>
                    </a:cubicBezTo>
                    <a:cubicBezTo>
                      <a:pt x="294" y="5263"/>
                      <a:pt x="277" y="5214"/>
                      <a:pt x="272" y="5165"/>
                    </a:cubicBezTo>
                    <a:cubicBezTo>
                      <a:pt x="261" y="5046"/>
                      <a:pt x="250" y="4926"/>
                      <a:pt x="234" y="4812"/>
                    </a:cubicBezTo>
                    <a:lnTo>
                      <a:pt x="234" y="4812"/>
                    </a:lnTo>
                    <a:cubicBezTo>
                      <a:pt x="237" y="4813"/>
                      <a:pt x="240" y="4813"/>
                      <a:pt x="242" y="4813"/>
                    </a:cubicBezTo>
                    <a:cubicBezTo>
                      <a:pt x="256" y="4813"/>
                      <a:pt x="267" y="4803"/>
                      <a:pt x="272" y="4790"/>
                    </a:cubicBezTo>
                    <a:cubicBezTo>
                      <a:pt x="288" y="4741"/>
                      <a:pt x="321" y="4698"/>
                      <a:pt x="370" y="4670"/>
                    </a:cubicBezTo>
                    <a:close/>
                    <a:moveTo>
                      <a:pt x="3860" y="4616"/>
                    </a:moveTo>
                    <a:cubicBezTo>
                      <a:pt x="3892" y="4616"/>
                      <a:pt x="3892" y="4654"/>
                      <a:pt x="3898" y="4676"/>
                    </a:cubicBezTo>
                    <a:cubicBezTo>
                      <a:pt x="3908" y="4708"/>
                      <a:pt x="3919" y="4736"/>
                      <a:pt x="3941" y="4763"/>
                    </a:cubicBezTo>
                    <a:cubicBezTo>
                      <a:pt x="3963" y="4801"/>
                      <a:pt x="4001" y="4834"/>
                      <a:pt x="4044" y="4855"/>
                    </a:cubicBezTo>
                    <a:cubicBezTo>
                      <a:pt x="4044" y="4893"/>
                      <a:pt x="4039" y="4931"/>
                      <a:pt x="4033" y="4964"/>
                    </a:cubicBezTo>
                    <a:lnTo>
                      <a:pt x="4033" y="4969"/>
                    </a:lnTo>
                    <a:cubicBezTo>
                      <a:pt x="4033" y="5040"/>
                      <a:pt x="4023" y="5111"/>
                      <a:pt x="4006" y="5181"/>
                    </a:cubicBezTo>
                    <a:cubicBezTo>
                      <a:pt x="3941" y="5236"/>
                      <a:pt x="3870" y="5290"/>
                      <a:pt x="3811" y="5350"/>
                    </a:cubicBezTo>
                    <a:cubicBezTo>
                      <a:pt x="3773" y="5377"/>
                      <a:pt x="3740" y="5410"/>
                      <a:pt x="3707" y="5442"/>
                    </a:cubicBezTo>
                    <a:cubicBezTo>
                      <a:pt x="3637" y="5377"/>
                      <a:pt x="3561" y="5301"/>
                      <a:pt x="3495" y="5230"/>
                    </a:cubicBezTo>
                    <a:cubicBezTo>
                      <a:pt x="3441" y="5171"/>
                      <a:pt x="3398" y="5111"/>
                      <a:pt x="3354" y="5046"/>
                    </a:cubicBezTo>
                    <a:cubicBezTo>
                      <a:pt x="3338" y="5024"/>
                      <a:pt x="3327" y="5002"/>
                      <a:pt x="3316" y="4975"/>
                    </a:cubicBezTo>
                    <a:lnTo>
                      <a:pt x="3365" y="4931"/>
                    </a:lnTo>
                    <a:cubicBezTo>
                      <a:pt x="3446" y="4866"/>
                      <a:pt x="3528" y="4774"/>
                      <a:pt x="3615" y="4708"/>
                    </a:cubicBezTo>
                    <a:cubicBezTo>
                      <a:pt x="3637" y="4698"/>
                      <a:pt x="3658" y="4692"/>
                      <a:pt x="3680" y="4681"/>
                    </a:cubicBezTo>
                    <a:cubicBezTo>
                      <a:pt x="3735" y="4660"/>
                      <a:pt x="3800" y="4643"/>
                      <a:pt x="3854" y="4616"/>
                    </a:cubicBezTo>
                    <a:close/>
                    <a:moveTo>
                      <a:pt x="3142" y="4774"/>
                    </a:moveTo>
                    <a:cubicBezTo>
                      <a:pt x="3158" y="4823"/>
                      <a:pt x="3180" y="4872"/>
                      <a:pt x="3196" y="4915"/>
                    </a:cubicBezTo>
                    <a:cubicBezTo>
                      <a:pt x="3196" y="4920"/>
                      <a:pt x="3207" y="4926"/>
                      <a:pt x="3207" y="4931"/>
                    </a:cubicBezTo>
                    <a:cubicBezTo>
                      <a:pt x="3147" y="4986"/>
                      <a:pt x="3088" y="5035"/>
                      <a:pt x="3033" y="5094"/>
                    </a:cubicBezTo>
                    <a:lnTo>
                      <a:pt x="3028" y="5094"/>
                    </a:lnTo>
                    <a:cubicBezTo>
                      <a:pt x="2925" y="5198"/>
                      <a:pt x="2821" y="5312"/>
                      <a:pt x="2707" y="5415"/>
                    </a:cubicBezTo>
                    <a:cubicBezTo>
                      <a:pt x="2685" y="5431"/>
                      <a:pt x="2669" y="5453"/>
                      <a:pt x="2647" y="5469"/>
                    </a:cubicBezTo>
                    <a:cubicBezTo>
                      <a:pt x="2636" y="5459"/>
                      <a:pt x="2626" y="5442"/>
                      <a:pt x="2615" y="5426"/>
                    </a:cubicBezTo>
                    <a:cubicBezTo>
                      <a:pt x="2560" y="5339"/>
                      <a:pt x="2517" y="5252"/>
                      <a:pt x="2452" y="5171"/>
                    </a:cubicBezTo>
                    <a:cubicBezTo>
                      <a:pt x="2430" y="5138"/>
                      <a:pt x="2408" y="5100"/>
                      <a:pt x="2386" y="5062"/>
                    </a:cubicBezTo>
                    <a:lnTo>
                      <a:pt x="2397" y="5051"/>
                    </a:lnTo>
                    <a:cubicBezTo>
                      <a:pt x="2479" y="4964"/>
                      <a:pt x="2566" y="4882"/>
                      <a:pt x="2658" y="4812"/>
                    </a:cubicBezTo>
                    <a:cubicBezTo>
                      <a:pt x="2669" y="4806"/>
                      <a:pt x="2675" y="4795"/>
                      <a:pt x="2675" y="4785"/>
                    </a:cubicBezTo>
                    <a:cubicBezTo>
                      <a:pt x="2702" y="4779"/>
                      <a:pt x="2729" y="4779"/>
                      <a:pt x="2756" y="4774"/>
                    </a:cubicBezTo>
                    <a:close/>
                    <a:moveTo>
                      <a:pt x="522" y="4556"/>
                    </a:moveTo>
                    <a:lnTo>
                      <a:pt x="533" y="4562"/>
                    </a:lnTo>
                    <a:cubicBezTo>
                      <a:pt x="604" y="4589"/>
                      <a:pt x="685" y="4578"/>
                      <a:pt x="756" y="4600"/>
                    </a:cubicBezTo>
                    <a:cubicBezTo>
                      <a:pt x="837" y="4632"/>
                      <a:pt x="924" y="4660"/>
                      <a:pt x="1006" y="4687"/>
                    </a:cubicBezTo>
                    <a:cubicBezTo>
                      <a:pt x="1066" y="4698"/>
                      <a:pt x="1125" y="4708"/>
                      <a:pt x="1185" y="4719"/>
                    </a:cubicBezTo>
                    <a:cubicBezTo>
                      <a:pt x="1207" y="4795"/>
                      <a:pt x="1234" y="4872"/>
                      <a:pt x="1267" y="4942"/>
                    </a:cubicBezTo>
                    <a:cubicBezTo>
                      <a:pt x="1283" y="4986"/>
                      <a:pt x="1294" y="5029"/>
                      <a:pt x="1310" y="5078"/>
                    </a:cubicBezTo>
                    <a:lnTo>
                      <a:pt x="1261" y="5116"/>
                    </a:lnTo>
                    <a:cubicBezTo>
                      <a:pt x="1136" y="5225"/>
                      <a:pt x="1022" y="5344"/>
                      <a:pt x="919" y="5475"/>
                    </a:cubicBezTo>
                    <a:lnTo>
                      <a:pt x="837" y="5589"/>
                    </a:lnTo>
                    <a:cubicBezTo>
                      <a:pt x="821" y="5551"/>
                      <a:pt x="799" y="5518"/>
                      <a:pt x="783" y="5480"/>
                    </a:cubicBezTo>
                    <a:lnTo>
                      <a:pt x="805" y="5464"/>
                    </a:lnTo>
                    <a:cubicBezTo>
                      <a:pt x="864" y="5388"/>
                      <a:pt x="935" y="5317"/>
                      <a:pt x="1017" y="5257"/>
                    </a:cubicBezTo>
                    <a:cubicBezTo>
                      <a:pt x="1046" y="5243"/>
                      <a:pt x="1031" y="5196"/>
                      <a:pt x="999" y="5196"/>
                    </a:cubicBezTo>
                    <a:cubicBezTo>
                      <a:pt x="996" y="5196"/>
                      <a:pt x="993" y="5197"/>
                      <a:pt x="989" y="5198"/>
                    </a:cubicBezTo>
                    <a:cubicBezTo>
                      <a:pt x="892" y="5230"/>
                      <a:pt x="816" y="5334"/>
                      <a:pt x="745" y="5404"/>
                    </a:cubicBezTo>
                    <a:cubicBezTo>
                      <a:pt x="707" y="5317"/>
                      <a:pt x="663" y="5230"/>
                      <a:pt x="625" y="5138"/>
                    </a:cubicBezTo>
                    <a:cubicBezTo>
                      <a:pt x="745" y="5007"/>
                      <a:pt x="848" y="4861"/>
                      <a:pt x="995" y="4757"/>
                    </a:cubicBezTo>
                    <a:cubicBezTo>
                      <a:pt x="1017" y="4741"/>
                      <a:pt x="1022" y="4698"/>
                      <a:pt x="989" y="4692"/>
                    </a:cubicBezTo>
                    <a:cubicBezTo>
                      <a:pt x="983" y="4691"/>
                      <a:pt x="976" y="4691"/>
                      <a:pt x="970" y="4691"/>
                    </a:cubicBezTo>
                    <a:cubicBezTo>
                      <a:pt x="897" y="4691"/>
                      <a:pt x="838" y="4745"/>
                      <a:pt x="788" y="4795"/>
                    </a:cubicBezTo>
                    <a:cubicBezTo>
                      <a:pt x="718" y="4872"/>
                      <a:pt x="652" y="4953"/>
                      <a:pt x="582" y="5035"/>
                    </a:cubicBezTo>
                    <a:cubicBezTo>
                      <a:pt x="571" y="5002"/>
                      <a:pt x="560" y="4975"/>
                      <a:pt x="555" y="4948"/>
                    </a:cubicBezTo>
                    <a:cubicBezTo>
                      <a:pt x="517" y="4839"/>
                      <a:pt x="478" y="4736"/>
                      <a:pt x="424" y="4638"/>
                    </a:cubicBezTo>
                    <a:cubicBezTo>
                      <a:pt x="462" y="4616"/>
                      <a:pt x="495" y="4589"/>
                      <a:pt x="522" y="4556"/>
                    </a:cubicBezTo>
                    <a:close/>
                    <a:moveTo>
                      <a:pt x="1245" y="4719"/>
                    </a:moveTo>
                    <a:lnTo>
                      <a:pt x="1245" y="4719"/>
                    </a:lnTo>
                    <a:cubicBezTo>
                      <a:pt x="1337" y="4730"/>
                      <a:pt x="1430" y="4741"/>
                      <a:pt x="1517" y="4757"/>
                    </a:cubicBezTo>
                    <a:cubicBezTo>
                      <a:pt x="1674" y="4795"/>
                      <a:pt x="1832" y="4812"/>
                      <a:pt x="1990" y="4812"/>
                    </a:cubicBezTo>
                    <a:lnTo>
                      <a:pt x="2142" y="4812"/>
                    </a:lnTo>
                    <a:cubicBezTo>
                      <a:pt x="2142" y="4817"/>
                      <a:pt x="2147" y="4817"/>
                      <a:pt x="2147" y="4823"/>
                    </a:cubicBezTo>
                    <a:cubicBezTo>
                      <a:pt x="2164" y="4861"/>
                      <a:pt x="2185" y="4899"/>
                      <a:pt x="2207" y="4937"/>
                    </a:cubicBezTo>
                    <a:cubicBezTo>
                      <a:pt x="2229" y="4969"/>
                      <a:pt x="2251" y="5002"/>
                      <a:pt x="2267" y="5040"/>
                    </a:cubicBezTo>
                    <a:cubicBezTo>
                      <a:pt x="2223" y="5084"/>
                      <a:pt x="2180" y="5127"/>
                      <a:pt x="2131" y="5171"/>
                    </a:cubicBezTo>
                    <a:cubicBezTo>
                      <a:pt x="2087" y="5209"/>
                      <a:pt x="2022" y="5252"/>
                      <a:pt x="1968" y="5296"/>
                    </a:cubicBezTo>
                    <a:cubicBezTo>
                      <a:pt x="1914" y="5339"/>
                      <a:pt x="1875" y="5393"/>
                      <a:pt x="1821" y="5437"/>
                    </a:cubicBezTo>
                    <a:cubicBezTo>
                      <a:pt x="1767" y="5491"/>
                      <a:pt x="1712" y="5546"/>
                      <a:pt x="1663" y="5611"/>
                    </a:cubicBezTo>
                    <a:cubicBezTo>
                      <a:pt x="1625" y="5540"/>
                      <a:pt x="1587" y="5475"/>
                      <a:pt x="1549" y="5404"/>
                    </a:cubicBezTo>
                    <a:cubicBezTo>
                      <a:pt x="1500" y="5334"/>
                      <a:pt x="1462" y="5257"/>
                      <a:pt x="1430" y="5181"/>
                    </a:cubicBezTo>
                    <a:cubicBezTo>
                      <a:pt x="1424" y="5160"/>
                      <a:pt x="1419" y="5143"/>
                      <a:pt x="1408" y="5122"/>
                    </a:cubicBezTo>
                    <a:cubicBezTo>
                      <a:pt x="1517" y="5051"/>
                      <a:pt x="1609" y="4959"/>
                      <a:pt x="1680" y="4850"/>
                    </a:cubicBezTo>
                    <a:cubicBezTo>
                      <a:pt x="1695" y="4830"/>
                      <a:pt x="1678" y="4806"/>
                      <a:pt x="1654" y="4806"/>
                    </a:cubicBezTo>
                    <a:cubicBezTo>
                      <a:pt x="1652" y="4806"/>
                      <a:pt x="1650" y="4806"/>
                      <a:pt x="1647" y="4806"/>
                    </a:cubicBezTo>
                    <a:cubicBezTo>
                      <a:pt x="1577" y="4839"/>
                      <a:pt x="1517" y="4882"/>
                      <a:pt x="1468" y="4937"/>
                    </a:cubicBezTo>
                    <a:lnTo>
                      <a:pt x="1370" y="5018"/>
                    </a:lnTo>
                    <a:cubicBezTo>
                      <a:pt x="1365" y="5007"/>
                      <a:pt x="1365" y="4997"/>
                      <a:pt x="1359" y="4986"/>
                    </a:cubicBezTo>
                    <a:cubicBezTo>
                      <a:pt x="1321" y="4893"/>
                      <a:pt x="1278" y="4812"/>
                      <a:pt x="1245" y="4719"/>
                    </a:cubicBezTo>
                    <a:close/>
                    <a:moveTo>
                      <a:pt x="3979" y="5339"/>
                    </a:moveTo>
                    <a:lnTo>
                      <a:pt x="3979" y="5339"/>
                    </a:lnTo>
                    <a:cubicBezTo>
                      <a:pt x="3968" y="5377"/>
                      <a:pt x="3963" y="5421"/>
                      <a:pt x="3957" y="5459"/>
                    </a:cubicBezTo>
                    <a:cubicBezTo>
                      <a:pt x="3952" y="5518"/>
                      <a:pt x="3941" y="5578"/>
                      <a:pt x="3925" y="5638"/>
                    </a:cubicBezTo>
                    <a:cubicBezTo>
                      <a:pt x="3881" y="5600"/>
                      <a:pt x="3838" y="5562"/>
                      <a:pt x="3794" y="5524"/>
                    </a:cubicBezTo>
                    <a:cubicBezTo>
                      <a:pt x="3794" y="5518"/>
                      <a:pt x="3789" y="5513"/>
                      <a:pt x="3783" y="5508"/>
                    </a:cubicBezTo>
                    <a:cubicBezTo>
                      <a:pt x="3816" y="5480"/>
                      <a:pt x="3849" y="5448"/>
                      <a:pt x="3881" y="5415"/>
                    </a:cubicBezTo>
                    <a:cubicBezTo>
                      <a:pt x="3914" y="5388"/>
                      <a:pt x="3941" y="5366"/>
                      <a:pt x="3979" y="5339"/>
                    </a:cubicBezTo>
                    <a:close/>
                    <a:moveTo>
                      <a:pt x="3245" y="5035"/>
                    </a:moveTo>
                    <a:lnTo>
                      <a:pt x="3245" y="5040"/>
                    </a:lnTo>
                    <a:cubicBezTo>
                      <a:pt x="3251" y="5056"/>
                      <a:pt x="3262" y="5078"/>
                      <a:pt x="3272" y="5094"/>
                    </a:cubicBezTo>
                    <a:cubicBezTo>
                      <a:pt x="3305" y="5149"/>
                      <a:pt x="3343" y="5203"/>
                      <a:pt x="3381" y="5252"/>
                    </a:cubicBezTo>
                    <a:cubicBezTo>
                      <a:pt x="3457" y="5350"/>
                      <a:pt x="3544" y="5437"/>
                      <a:pt x="3637" y="5518"/>
                    </a:cubicBezTo>
                    <a:lnTo>
                      <a:pt x="3523" y="5638"/>
                    </a:lnTo>
                    <a:cubicBezTo>
                      <a:pt x="3398" y="5768"/>
                      <a:pt x="3278" y="5899"/>
                      <a:pt x="3158" y="6035"/>
                    </a:cubicBezTo>
                    <a:cubicBezTo>
                      <a:pt x="3137" y="6008"/>
                      <a:pt x="3115" y="5986"/>
                      <a:pt x="3093" y="5959"/>
                    </a:cubicBezTo>
                    <a:cubicBezTo>
                      <a:pt x="2995" y="5877"/>
                      <a:pt x="2914" y="5779"/>
                      <a:pt x="2832" y="5681"/>
                    </a:cubicBezTo>
                    <a:cubicBezTo>
                      <a:pt x="2800" y="5633"/>
                      <a:pt x="2762" y="5589"/>
                      <a:pt x="2718" y="5546"/>
                    </a:cubicBezTo>
                    <a:cubicBezTo>
                      <a:pt x="2827" y="5442"/>
                      <a:pt x="2930" y="5339"/>
                      <a:pt x="3033" y="5236"/>
                    </a:cubicBezTo>
                    <a:cubicBezTo>
                      <a:pt x="3099" y="5171"/>
                      <a:pt x="3175" y="5100"/>
                      <a:pt x="3245" y="5035"/>
                    </a:cubicBezTo>
                    <a:close/>
                    <a:moveTo>
                      <a:pt x="571" y="5198"/>
                    </a:moveTo>
                    <a:cubicBezTo>
                      <a:pt x="604" y="5285"/>
                      <a:pt x="636" y="5377"/>
                      <a:pt x="680" y="5464"/>
                    </a:cubicBezTo>
                    <a:cubicBezTo>
                      <a:pt x="625" y="5513"/>
                      <a:pt x="571" y="5578"/>
                      <a:pt x="587" y="5638"/>
                    </a:cubicBezTo>
                    <a:cubicBezTo>
                      <a:pt x="591" y="5650"/>
                      <a:pt x="601" y="5659"/>
                      <a:pt x="612" y="5659"/>
                    </a:cubicBezTo>
                    <a:cubicBezTo>
                      <a:pt x="616" y="5659"/>
                      <a:pt x="621" y="5657"/>
                      <a:pt x="625" y="5654"/>
                    </a:cubicBezTo>
                    <a:cubicBezTo>
                      <a:pt x="652" y="5633"/>
                      <a:pt x="680" y="5600"/>
                      <a:pt x="701" y="5567"/>
                    </a:cubicBezTo>
                    <a:lnTo>
                      <a:pt x="718" y="5546"/>
                    </a:lnTo>
                    <a:cubicBezTo>
                      <a:pt x="739" y="5584"/>
                      <a:pt x="761" y="5627"/>
                      <a:pt x="777" y="5665"/>
                    </a:cubicBezTo>
                    <a:lnTo>
                      <a:pt x="701" y="5768"/>
                    </a:lnTo>
                    <a:cubicBezTo>
                      <a:pt x="680" y="5790"/>
                      <a:pt x="652" y="5817"/>
                      <a:pt x="631" y="5839"/>
                    </a:cubicBezTo>
                    <a:cubicBezTo>
                      <a:pt x="625" y="5850"/>
                      <a:pt x="620" y="5866"/>
                      <a:pt x="625" y="5877"/>
                    </a:cubicBezTo>
                    <a:lnTo>
                      <a:pt x="587" y="5926"/>
                    </a:lnTo>
                    <a:cubicBezTo>
                      <a:pt x="544" y="5986"/>
                      <a:pt x="500" y="6051"/>
                      <a:pt x="468" y="6122"/>
                    </a:cubicBezTo>
                    <a:cubicBezTo>
                      <a:pt x="457" y="6138"/>
                      <a:pt x="446" y="6154"/>
                      <a:pt x="435" y="6165"/>
                    </a:cubicBezTo>
                    <a:lnTo>
                      <a:pt x="402" y="6127"/>
                    </a:lnTo>
                    <a:cubicBezTo>
                      <a:pt x="402" y="6089"/>
                      <a:pt x="392" y="6051"/>
                      <a:pt x="381" y="6019"/>
                    </a:cubicBezTo>
                    <a:lnTo>
                      <a:pt x="381" y="6013"/>
                    </a:lnTo>
                    <a:cubicBezTo>
                      <a:pt x="370" y="5953"/>
                      <a:pt x="364" y="5893"/>
                      <a:pt x="359" y="5834"/>
                    </a:cubicBezTo>
                    <a:cubicBezTo>
                      <a:pt x="348" y="5725"/>
                      <a:pt x="332" y="5622"/>
                      <a:pt x="315" y="5518"/>
                    </a:cubicBezTo>
                    <a:cubicBezTo>
                      <a:pt x="326" y="5508"/>
                      <a:pt x="337" y="5497"/>
                      <a:pt x="343" y="5480"/>
                    </a:cubicBezTo>
                    <a:cubicBezTo>
                      <a:pt x="370" y="5442"/>
                      <a:pt x="397" y="5404"/>
                      <a:pt x="424" y="5372"/>
                    </a:cubicBezTo>
                    <a:cubicBezTo>
                      <a:pt x="473" y="5312"/>
                      <a:pt x="517" y="5252"/>
                      <a:pt x="571" y="5198"/>
                    </a:cubicBezTo>
                    <a:close/>
                    <a:moveTo>
                      <a:pt x="2321" y="5132"/>
                    </a:moveTo>
                    <a:cubicBezTo>
                      <a:pt x="2332" y="5154"/>
                      <a:pt x="2343" y="5176"/>
                      <a:pt x="2359" y="5198"/>
                    </a:cubicBezTo>
                    <a:cubicBezTo>
                      <a:pt x="2392" y="5241"/>
                      <a:pt x="2424" y="5290"/>
                      <a:pt x="2457" y="5339"/>
                    </a:cubicBezTo>
                    <a:cubicBezTo>
                      <a:pt x="2479" y="5383"/>
                      <a:pt x="2506" y="5431"/>
                      <a:pt x="2533" y="5475"/>
                    </a:cubicBezTo>
                    <a:cubicBezTo>
                      <a:pt x="2544" y="5502"/>
                      <a:pt x="2560" y="5524"/>
                      <a:pt x="2582" y="5546"/>
                    </a:cubicBezTo>
                    <a:cubicBezTo>
                      <a:pt x="2528" y="5605"/>
                      <a:pt x="2479" y="5665"/>
                      <a:pt x="2424" y="5730"/>
                    </a:cubicBezTo>
                    <a:cubicBezTo>
                      <a:pt x="2299" y="5888"/>
                      <a:pt x="2185" y="6046"/>
                      <a:pt x="2066" y="6209"/>
                    </a:cubicBezTo>
                    <a:lnTo>
                      <a:pt x="2006" y="6138"/>
                    </a:lnTo>
                    <a:cubicBezTo>
                      <a:pt x="1919" y="6019"/>
                      <a:pt x="1837" y="5899"/>
                      <a:pt x="1767" y="5774"/>
                    </a:cubicBezTo>
                    <a:cubicBezTo>
                      <a:pt x="1750" y="5752"/>
                      <a:pt x="1734" y="5730"/>
                      <a:pt x="1723" y="5709"/>
                    </a:cubicBezTo>
                    <a:cubicBezTo>
                      <a:pt x="1756" y="5660"/>
                      <a:pt x="1799" y="5611"/>
                      <a:pt x="1837" y="5567"/>
                    </a:cubicBezTo>
                    <a:cubicBezTo>
                      <a:pt x="1930" y="5475"/>
                      <a:pt x="2028" y="5388"/>
                      <a:pt x="2131" y="5306"/>
                    </a:cubicBezTo>
                    <a:cubicBezTo>
                      <a:pt x="2202" y="5257"/>
                      <a:pt x="2261" y="5198"/>
                      <a:pt x="2321" y="5132"/>
                    </a:cubicBezTo>
                    <a:close/>
                    <a:moveTo>
                      <a:pt x="1343" y="5181"/>
                    </a:moveTo>
                    <a:cubicBezTo>
                      <a:pt x="1359" y="5230"/>
                      <a:pt x="1381" y="5279"/>
                      <a:pt x="1403" y="5328"/>
                    </a:cubicBezTo>
                    <a:cubicBezTo>
                      <a:pt x="1468" y="5453"/>
                      <a:pt x="1538" y="5567"/>
                      <a:pt x="1609" y="5681"/>
                    </a:cubicBezTo>
                    <a:lnTo>
                      <a:pt x="1577" y="5720"/>
                    </a:lnTo>
                    <a:cubicBezTo>
                      <a:pt x="1511" y="5817"/>
                      <a:pt x="1413" y="5888"/>
                      <a:pt x="1354" y="5991"/>
                    </a:cubicBezTo>
                    <a:cubicBezTo>
                      <a:pt x="1316" y="6051"/>
                      <a:pt x="1267" y="6111"/>
                      <a:pt x="1218" y="6160"/>
                    </a:cubicBezTo>
                    <a:cubicBezTo>
                      <a:pt x="1185" y="6198"/>
                      <a:pt x="1163" y="6236"/>
                      <a:pt x="1136" y="6274"/>
                    </a:cubicBezTo>
                    <a:cubicBezTo>
                      <a:pt x="1076" y="6154"/>
                      <a:pt x="1017" y="6035"/>
                      <a:pt x="968" y="5915"/>
                    </a:cubicBezTo>
                    <a:cubicBezTo>
                      <a:pt x="1017" y="5877"/>
                      <a:pt x="1093" y="5823"/>
                      <a:pt x="1087" y="5752"/>
                    </a:cubicBezTo>
                    <a:cubicBezTo>
                      <a:pt x="1087" y="5745"/>
                      <a:pt x="1079" y="5741"/>
                      <a:pt x="1071" y="5741"/>
                    </a:cubicBezTo>
                    <a:cubicBezTo>
                      <a:pt x="1067" y="5741"/>
                      <a:pt x="1062" y="5743"/>
                      <a:pt x="1060" y="5747"/>
                    </a:cubicBezTo>
                    <a:cubicBezTo>
                      <a:pt x="1033" y="5785"/>
                      <a:pt x="1000" y="5817"/>
                      <a:pt x="962" y="5839"/>
                    </a:cubicBezTo>
                    <a:lnTo>
                      <a:pt x="941" y="5855"/>
                    </a:lnTo>
                    <a:cubicBezTo>
                      <a:pt x="930" y="5828"/>
                      <a:pt x="919" y="5801"/>
                      <a:pt x="908" y="5774"/>
                    </a:cubicBezTo>
                    <a:lnTo>
                      <a:pt x="881" y="5703"/>
                    </a:lnTo>
                    <a:cubicBezTo>
                      <a:pt x="946" y="5638"/>
                      <a:pt x="1011" y="5567"/>
                      <a:pt x="1076" y="5508"/>
                    </a:cubicBezTo>
                    <a:cubicBezTo>
                      <a:pt x="1093" y="5491"/>
                      <a:pt x="1082" y="5459"/>
                      <a:pt x="1060" y="5453"/>
                    </a:cubicBezTo>
                    <a:lnTo>
                      <a:pt x="1066" y="5448"/>
                    </a:lnTo>
                    <a:cubicBezTo>
                      <a:pt x="1142" y="5361"/>
                      <a:pt x="1229" y="5274"/>
                      <a:pt x="1321" y="5198"/>
                    </a:cubicBezTo>
                    <a:lnTo>
                      <a:pt x="1343" y="5181"/>
                    </a:lnTo>
                    <a:close/>
                    <a:moveTo>
                      <a:pt x="821" y="5763"/>
                    </a:moveTo>
                    <a:cubicBezTo>
                      <a:pt x="843" y="5812"/>
                      <a:pt x="859" y="5855"/>
                      <a:pt x="881" y="5899"/>
                    </a:cubicBezTo>
                    <a:cubicBezTo>
                      <a:pt x="799" y="5970"/>
                      <a:pt x="739" y="6057"/>
                      <a:pt x="696" y="6149"/>
                    </a:cubicBezTo>
                    <a:cubicBezTo>
                      <a:pt x="687" y="6162"/>
                      <a:pt x="699" y="6174"/>
                      <a:pt x="709" y="6174"/>
                    </a:cubicBezTo>
                    <a:cubicBezTo>
                      <a:pt x="712" y="6174"/>
                      <a:pt x="715" y="6173"/>
                      <a:pt x="718" y="6171"/>
                    </a:cubicBezTo>
                    <a:lnTo>
                      <a:pt x="718" y="6176"/>
                    </a:lnTo>
                    <a:cubicBezTo>
                      <a:pt x="805" y="6133"/>
                      <a:pt x="848" y="6046"/>
                      <a:pt x="908" y="5975"/>
                    </a:cubicBezTo>
                    <a:cubicBezTo>
                      <a:pt x="924" y="6013"/>
                      <a:pt x="941" y="6051"/>
                      <a:pt x="957" y="6089"/>
                    </a:cubicBezTo>
                    <a:cubicBezTo>
                      <a:pt x="951" y="6111"/>
                      <a:pt x="908" y="6154"/>
                      <a:pt x="897" y="6171"/>
                    </a:cubicBezTo>
                    <a:cubicBezTo>
                      <a:pt x="864" y="6214"/>
                      <a:pt x="832" y="6252"/>
                      <a:pt x="794" y="6296"/>
                    </a:cubicBezTo>
                    <a:cubicBezTo>
                      <a:pt x="745" y="6350"/>
                      <a:pt x="712" y="6421"/>
                      <a:pt x="663" y="6486"/>
                    </a:cubicBezTo>
                    <a:cubicBezTo>
                      <a:pt x="620" y="6426"/>
                      <a:pt x="576" y="6361"/>
                      <a:pt x="538" y="6296"/>
                    </a:cubicBezTo>
                    <a:cubicBezTo>
                      <a:pt x="522" y="6269"/>
                      <a:pt x="500" y="6241"/>
                      <a:pt x="478" y="6214"/>
                    </a:cubicBezTo>
                    <a:cubicBezTo>
                      <a:pt x="489" y="6209"/>
                      <a:pt x="495" y="6198"/>
                      <a:pt x="500" y="6187"/>
                    </a:cubicBezTo>
                    <a:cubicBezTo>
                      <a:pt x="549" y="6133"/>
                      <a:pt x="576" y="6067"/>
                      <a:pt x="625" y="6013"/>
                    </a:cubicBezTo>
                    <a:cubicBezTo>
                      <a:pt x="690" y="5932"/>
                      <a:pt x="761" y="5850"/>
                      <a:pt x="821" y="5763"/>
                    </a:cubicBezTo>
                    <a:close/>
                    <a:moveTo>
                      <a:pt x="3707" y="5589"/>
                    </a:moveTo>
                    <a:cubicBezTo>
                      <a:pt x="3740" y="5622"/>
                      <a:pt x="3778" y="5654"/>
                      <a:pt x="3816" y="5687"/>
                    </a:cubicBezTo>
                    <a:cubicBezTo>
                      <a:pt x="3838" y="5709"/>
                      <a:pt x="3876" y="5741"/>
                      <a:pt x="3908" y="5768"/>
                    </a:cubicBezTo>
                    <a:cubicBezTo>
                      <a:pt x="3903" y="5817"/>
                      <a:pt x="3898" y="5866"/>
                      <a:pt x="3887" y="5915"/>
                    </a:cubicBezTo>
                    <a:cubicBezTo>
                      <a:pt x="3854" y="6078"/>
                      <a:pt x="3843" y="6247"/>
                      <a:pt x="3816" y="6410"/>
                    </a:cubicBezTo>
                    <a:cubicBezTo>
                      <a:pt x="3816" y="6432"/>
                      <a:pt x="3811" y="6453"/>
                      <a:pt x="3805" y="6475"/>
                    </a:cubicBezTo>
                    <a:cubicBezTo>
                      <a:pt x="3778" y="6481"/>
                      <a:pt x="3751" y="6491"/>
                      <a:pt x="3729" y="6513"/>
                    </a:cubicBezTo>
                    <a:cubicBezTo>
                      <a:pt x="3686" y="6486"/>
                      <a:pt x="3642" y="6453"/>
                      <a:pt x="3604" y="6426"/>
                    </a:cubicBezTo>
                    <a:cubicBezTo>
                      <a:pt x="3512" y="6356"/>
                      <a:pt x="3414" y="6290"/>
                      <a:pt x="3327" y="6214"/>
                    </a:cubicBezTo>
                    <a:cubicBezTo>
                      <a:pt x="3289" y="6182"/>
                      <a:pt x="3256" y="6144"/>
                      <a:pt x="3218" y="6105"/>
                    </a:cubicBezTo>
                    <a:cubicBezTo>
                      <a:pt x="3256" y="6062"/>
                      <a:pt x="3289" y="6019"/>
                      <a:pt x="3332" y="5980"/>
                    </a:cubicBezTo>
                    <a:cubicBezTo>
                      <a:pt x="3419" y="5883"/>
                      <a:pt x="3512" y="5790"/>
                      <a:pt x="3604" y="5698"/>
                    </a:cubicBezTo>
                    <a:lnTo>
                      <a:pt x="3707" y="5589"/>
                    </a:lnTo>
                    <a:close/>
                    <a:moveTo>
                      <a:pt x="989" y="6138"/>
                    </a:moveTo>
                    <a:cubicBezTo>
                      <a:pt x="1017" y="6192"/>
                      <a:pt x="1049" y="6252"/>
                      <a:pt x="1082" y="6307"/>
                    </a:cubicBezTo>
                    <a:cubicBezTo>
                      <a:pt x="1087" y="6312"/>
                      <a:pt x="1093" y="6323"/>
                      <a:pt x="1098" y="6334"/>
                    </a:cubicBezTo>
                    <a:cubicBezTo>
                      <a:pt x="1022" y="6432"/>
                      <a:pt x="957" y="6540"/>
                      <a:pt x="897" y="6654"/>
                    </a:cubicBezTo>
                    <a:cubicBezTo>
                      <a:pt x="881" y="6676"/>
                      <a:pt x="864" y="6703"/>
                      <a:pt x="848" y="6725"/>
                    </a:cubicBezTo>
                    <a:cubicBezTo>
                      <a:pt x="810" y="6682"/>
                      <a:pt x="777" y="6638"/>
                      <a:pt x="745" y="6595"/>
                    </a:cubicBezTo>
                    <a:cubicBezTo>
                      <a:pt x="734" y="6573"/>
                      <a:pt x="718" y="6557"/>
                      <a:pt x="701" y="6535"/>
                    </a:cubicBezTo>
                    <a:cubicBezTo>
                      <a:pt x="739" y="6524"/>
                      <a:pt x="767" y="6497"/>
                      <a:pt x="777" y="6464"/>
                    </a:cubicBezTo>
                    <a:cubicBezTo>
                      <a:pt x="810" y="6410"/>
                      <a:pt x="848" y="6356"/>
                      <a:pt x="886" y="6307"/>
                    </a:cubicBezTo>
                    <a:cubicBezTo>
                      <a:pt x="919" y="6258"/>
                      <a:pt x="946" y="6209"/>
                      <a:pt x="973" y="6160"/>
                    </a:cubicBezTo>
                    <a:lnTo>
                      <a:pt x="989" y="6138"/>
                    </a:lnTo>
                    <a:close/>
                    <a:moveTo>
                      <a:pt x="2647" y="5622"/>
                    </a:moveTo>
                    <a:cubicBezTo>
                      <a:pt x="2685" y="5665"/>
                      <a:pt x="2723" y="5714"/>
                      <a:pt x="2762" y="5763"/>
                    </a:cubicBezTo>
                    <a:cubicBezTo>
                      <a:pt x="2832" y="5861"/>
                      <a:pt x="2914" y="5948"/>
                      <a:pt x="3001" y="6029"/>
                    </a:cubicBezTo>
                    <a:cubicBezTo>
                      <a:pt x="3033" y="6057"/>
                      <a:pt x="3060" y="6089"/>
                      <a:pt x="3088" y="6122"/>
                    </a:cubicBezTo>
                    <a:lnTo>
                      <a:pt x="3012" y="6214"/>
                    </a:lnTo>
                    <a:cubicBezTo>
                      <a:pt x="2870" y="6394"/>
                      <a:pt x="2734" y="6578"/>
                      <a:pt x="2593" y="6763"/>
                    </a:cubicBezTo>
                    <a:lnTo>
                      <a:pt x="2588" y="6752"/>
                    </a:lnTo>
                    <a:cubicBezTo>
                      <a:pt x="2550" y="6709"/>
                      <a:pt x="2506" y="6665"/>
                      <a:pt x="2457" y="6627"/>
                    </a:cubicBezTo>
                    <a:cubicBezTo>
                      <a:pt x="2397" y="6573"/>
                      <a:pt x="2354" y="6513"/>
                      <a:pt x="2299" y="6459"/>
                    </a:cubicBezTo>
                    <a:cubicBezTo>
                      <a:pt x="2245" y="6404"/>
                      <a:pt x="2185" y="6345"/>
                      <a:pt x="2131" y="6285"/>
                    </a:cubicBezTo>
                    <a:lnTo>
                      <a:pt x="2174" y="6231"/>
                    </a:lnTo>
                    <a:cubicBezTo>
                      <a:pt x="2261" y="6111"/>
                      <a:pt x="2348" y="5986"/>
                      <a:pt x="2446" y="5872"/>
                    </a:cubicBezTo>
                    <a:cubicBezTo>
                      <a:pt x="2511" y="5790"/>
                      <a:pt x="2571" y="5703"/>
                      <a:pt x="2647" y="5622"/>
                    </a:cubicBezTo>
                    <a:close/>
                    <a:moveTo>
                      <a:pt x="1669" y="5779"/>
                    </a:moveTo>
                    <a:cubicBezTo>
                      <a:pt x="1723" y="5893"/>
                      <a:pt x="1783" y="5997"/>
                      <a:pt x="1854" y="6100"/>
                    </a:cubicBezTo>
                    <a:cubicBezTo>
                      <a:pt x="1903" y="6165"/>
                      <a:pt x="1952" y="6225"/>
                      <a:pt x="2006" y="6290"/>
                    </a:cubicBezTo>
                    <a:cubicBezTo>
                      <a:pt x="1962" y="6345"/>
                      <a:pt x="1924" y="6399"/>
                      <a:pt x="1881" y="6453"/>
                    </a:cubicBezTo>
                    <a:cubicBezTo>
                      <a:pt x="1799" y="6562"/>
                      <a:pt x="1712" y="6671"/>
                      <a:pt x="1642" y="6785"/>
                    </a:cubicBezTo>
                    <a:cubicBezTo>
                      <a:pt x="1620" y="6812"/>
                      <a:pt x="1604" y="6839"/>
                      <a:pt x="1587" y="6866"/>
                    </a:cubicBezTo>
                    <a:cubicBezTo>
                      <a:pt x="1500" y="6790"/>
                      <a:pt x="1424" y="6703"/>
                      <a:pt x="1354" y="6616"/>
                    </a:cubicBezTo>
                    <a:cubicBezTo>
                      <a:pt x="1294" y="6535"/>
                      <a:pt x="1245" y="6448"/>
                      <a:pt x="1196" y="6361"/>
                    </a:cubicBezTo>
                    <a:cubicBezTo>
                      <a:pt x="1261" y="6285"/>
                      <a:pt x="1332" y="6203"/>
                      <a:pt x="1397" y="6122"/>
                    </a:cubicBezTo>
                    <a:cubicBezTo>
                      <a:pt x="1430" y="6078"/>
                      <a:pt x="1446" y="6029"/>
                      <a:pt x="1479" y="5991"/>
                    </a:cubicBezTo>
                    <a:cubicBezTo>
                      <a:pt x="1517" y="5948"/>
                      <a:pt x="1571" y="5904"/>
                      <a:pt x="1609" y="5861"/>
                    </a:cubicBezTo>
                    <a:cubicBezTo>
                      <a:pt x="1631" y="5834"/>
                      <a:pt x="1647" y="5807"/>
                      <a:pt x="1669" y="5779"/>
                    </a:cubicBezTo>
                    <a:close/>
                    <a:moveTo>
                      <a:pt x="440" y="6274"/>
                    </a:moveTo>
                    <a:lnTo>
                      <a:pt x="457" y="6301"/>
                    </a:lnTo>
                    <a:cubicBezTo>
                      <a:pt x="522" y="6432"/>
                      <a:pt x="598" y="6557"/>
                      <a:pt x="680" y="6671"/>
                    </a:cubicBezTo>
                    <a:cubicBezTo>
                      <a:pt x="718" y="6720"/>
                      <a:pt x="756" y="6769"/>
                      <a:pt x="794" y="6807"/>
                    </a:cubicBezTo>
                    <a:cubicBezTo>
                      <a:pt x="794" y="6812"/>
                      <a:pt x="794" y="6812"/>
                      <a:pt x="794" y="6818"/>
                    </a:cubicBezTo>
                    <a:cubicBezTo>
                      <a:pt x="777" y="6850"/>
                      <a:pt x="761" y="6883"/>
                      <a:pt x="750" y="6921"/>
                    </a:cubicBezTo>
                    <a:cubicBezTo>
                      <a:pt x="707" y="6905"/>
                      <a:pt x="669" y="6877"/>
                      <a:pt x="631" y="6856"/>
                    </a:cubicBezTo>
                    <a:cubicBezTo>
                      <a:pt x="593" y="6828"/>
                      <a:pt x="549" y="6807"/>
                      <a:pt x="506" y="6790"/>
                    </a:cubicBezTo>
                    <a:cubicBezTo>
                      <a:pt x="495" y="6660"/>
                      <a:pt x="478" y="6535"/>
                      <a:pt x="446" y="6410"/>
                    </a:cubicBezTo>
                    <a:lnTo>
                      <a:pt x="440" y="6404"/>
                    </a:lnTo>
                    <a:cubicBezTo>
                      <a:pt x="435" y="6372"/>
                      <a:pt x="430" y="6339"/>
                      <a:pt x="424" y="6301"/>
                    </a:cubicBezTo>
                    <a:cubicBezTo>
                      <a:pt x="430" y="6296"/>
                      <a:pt x="435" y="6285"/>
                      <a:pt x="440" y="6274"/>
                    </a:cubicBezTo>
                    <a:close/>
                    <a:moveTo>
                      <a:pt x="848" y="6861"/>
                    </a:moveTo>
                    <a:cubicBezTo>
                      <a:pt x="881" y="6894"/>
                      <a:pt x="913" y="6926"/>
                      <a:pt x="941" y="6964"/>
                    </a:cubicBezTo>
                    <a:cubicBezTo>
                      <a:pt x="951" y="6981"/>
                      <a:pt x="962" y="6997"/>
                      <a:pt x="979" y="7013"/>
                    </a:cubicBezTo>
                    <a:cubicBezTo>
                      <a:pt x="924" y="6997"/>
                      <a:pt x="864" y="6975"/>
                      <a:pt x="816" y="6953"/>
                    </a:cubicBezTo>
                    <a:lnTo>
                      <a:pt x="788" y="6943"/>
                    </a:lnTo>
                    <a:cubicBezTo>
                      <a:pt x="810" y="6915"/>
                      <a:pt x="826" y="6888"/>
                      <a:pt x="848" y="6861"/>
                    </a:cubicBezTo>
                    <a:close/>
                    <a:moveTo>
                      <a:pt x="1142" y="6421"/>
                    </a:moveTo>
                    <a:cubicBezTo>
                      <a:pt x="1196" y="6519"/>
                      <a:pt x="1256" y="6616"/>
                      <a:pt x="1321" y="6709"/>
                    </a:cubicBezTo>
                    <a:cubicBezTo>
                      <a:pt x="1392" y="6790"/>
                      <a:pt x="1462" y="6872"/>
                      <a:pt x="1544" y="6943"/>
                    </a:cubicBezTo>
                    <a:cubicBezTo>
                      <a:pt x="1538" y="6959"/>
                      <a:pt x="1528" y="6970"/>
                      <a:pt x="1522" y="6986"/>
                    </a:cubicBezTo>
                    <a:cubicBezTo>
                      <a:pt x="1495" y="7035"/>
                      <a:pt x="1473" y="7089"/>
                      <a:pt x="1441" y="7138"/>
                    </a:cubicBezTo>
                    <a:cubicBezTo>
                      <a:pt x="1381" y="7122"/>
                      <a:pt x="1326" y="7106"/>
                      <a:pt x="1272" y="7089"/>
                    </a:cubicBezTo>
                    <a:cubicBezTo>
                      <a:pt x="1256" y="7084"/>
                      <a:pt x="1239" y="7078"/>
                      <a:pt x="1223" y="7073"/>
                    </a:cubicBezTo>
                    <a:cubicBezTo>
                      <a:pt x="1223" y="7062"/>
                      <a:pt x="1212" y="7057"/>
                      <a:pt x="1201" y="7051"/>
                    </a:cubicBezTo>
                    <a:cubicBezTo>
                      <a:pt x="1174" y="7046"/>
                      <a:pt x="1142" y="6997"/>
                      <a:pt x="1120" y="6981"/>
                    </a:cubicBezTo>
                    <a:cubicBezTo>
                      <a:pt x="1071" y="6943"/>
                      <a:pt x="1022" y="6894"/>
                      <a:pt x="984" y="6845"/>
                    </a:cubicBezTo>
                    <a:cubicBezTo>
                      <a:pt x="962" y="6818"/>
                      <a:pt x="935" y="6796"/>
                      <a:pt x="908" y="6774"/>
                    </a:cubicBezTo>
                    <a:lnTo>
                      <a:pt x="902" y="6774"/>
                    </a:lnTo>
                    <a:cubicBezTo>
                      <a:pt x="913" y="6758"/>
                      <a:pt x="930" y="6741"/>
                      <a:pt x="941" y="6725"/>
                    </a:cubicBezTo>
                    <a:cubicBezTo>
                      <a:pt x="1017" y="6633"/>
                      <a:pt x="1060" y="6513"/>
                      <a:pt x="1142" y="6421"/>
                    </a:cubicBezTo>
                    <a:close/>
                    <a:moveTo>
                      <a:pt x="3713" y="6649"/>
                    </a:moveTo>
                    <a:cubicBezTo>
                      <a:pt x="3735" y="6660"/>
                      <a:pt x="3751" y="6671"/>
                      <a:pt x="3767" y="6682"/>
                    </a:cubicBezTo>
                    <a:cubicBezTo>
                      <a:pt x="3756" y="6752"/>
                      <a:pt x="3745" y="6818"/>
                      <a:pt x="3740" y="6888"/>
                    </a:cubicBezTo>
                    <a:cubicBezTo>
                      <a:pt x="3740" y="6921"/>
                      <a:pt x="3729" y="6953"/>
                      <a:pt x="3724" y="6986"/>
                    </a:cubicBezTo>
                    <a:cubicBezTo>
                      <a:pt x="3664" y="7019"/>
                      <a:pt x="3599" y="7046"/>
                      <a:pt x="3528" y="7051"/>
                    </a:cubicBezTo>
                    <a:cubicBezTo>
                      <a:pt x="3403" y="7084"/>
                      <a:pt x="3289" y="7155"/>
                      <a:pt x="3164" y="7193"/>
                    </a:cubicBezTo>
                    <a:lnTo>
                      <a:pt x="3147" y="7198"/>
                    </a:lnTo>
                    <a:cubicBezTo>
                      <a:pt x="3262" y="7084"/>
                      <a:pt x="3365" y="6948"/>
                      <a:pt x="3490" y="6839"/>
                    </a:cubicBezTo>
                    <a:cubicBezTo>
                      <a:pt x="3555" y="6785"/>
                      <a:pt x="3620" y="6736"/>
                      <a:pt x="3680" y="6676"/>
                    </a:cubicBezTo>
                    <a:lnTo>
                      <a:pt x="3713" y="6649"/>
                    </a:lnTo>
                    <a:close/>
                    <a:moveTo>
                      <a:pt x="3147" y="6192"/>
                    </a:moveTo>
                    <a:cubicBezTo>
                      <a:pt x="3175" y="6225"/>
                      <a:pt x="3202" y="6252"/>
                      <a:pt x="3234" y="6285"/>
                    </a:cubicBezTo>
                    <a:cubicBezTo>
                      <a:pt x="3327" y="6366"/>
                      <a:pt x="3436" y="6437"/>
                      <a:pt x="3533" y="6519"/>
                    </a:cubicBezTo>
                    <a:cubicBezTo>
                      <a:pt x="3566" y="6540"/>
                      <a:pt x="3604" y="6568"/>
                      <a:pt x="3637" y="6595"/>
                    </a:cubicBezTo>
                    <a:cubicBezTo>
                      <a:pt x="3582" y="6644"/>
                      <a:pt x="3528" y="6698"/>
                      <a:pt x="3468" y="6747"/>
                    </a:cubicBezTo>
                    <a:cubicBezTo>
                      <a:pt x="3327" y="6866"/>
                      <a:pt x="3234" y="7030"/>
                      <a:pt x="3109" y="7165"/>
                    </a:cubicBezTo>
                    <a:cubicBezTo>
                      <a:pt x="3099" y="7176"/>
                      <a:pt x="3104" y="7198"/>
                      <a:pt x="3120" y="7204"/>
                    </a:cubicBezTo>
                    <a:lnTo>
                      <a:pt x="3099" y="7209"/>
                    </a:lnTo>
                    <a:cubicBezTo>
                      <a:pt x="3055" y="7144"/>
                      <a:pt x="2963" y="7100"/>
                      <a:pt x="2897" y="7046"/>
                    </a:cubicBezTo>
                    <a:cubicBezTo>
                      <a:pt x="2816" y="6970"/>
                      <a:pt x="2729" y="6905"/>
                      <a:pt x="2653" y="6828"/>
                    </a:cubicBezTo>
                    <a:lnTo>
                      <a:pt x="2675" y="6801"/>
                    </a:lnTo>
                    <a:cubicBezTo>
                      <a:pt x="2821" y="6616"/>
                      <a:pt x="2952" y="6421"/>
                      <a:pt x="3109" y="6241"/>
                    </a:cubicBezTo>
                    <a:lnTo>
                      <a:pt x="3147" y="6192"/>
                    </a:lnTo>
                    <a:close/>
                    <a:moveTo>
                      <a:pt x="1609" y="7008"/>
                    </a:moveTo>
                    <a:lnTo>
                      <a:pt x="1609" y="7013"/>
                    </a:lnTo>
                    <a:cubicBezTo>
                      <a:pt x="1653" y="7062"/>
                      <a:pt x="1707" y="7100"/>
                      <a:pt x="1756" y="7149"/>
                    </a:cubicBezTo>
                    <a:cubicBezTo>
                      <a:pt x="1778" y="7176"/>
                      <a:pt x="1799" y="7198"/>
                      <a:pt x="1827" y="7220"/>
                    </a:cubicBezTo>
                    <a:cubicBezTo>
                      <a:pt x="1848" y="7231"/>
                      <a:pt x="1865" y="7236"/>
                      <a:pt x="1886" y="7242"/>
                    </a:cubicBezTo>
                    <a:cubicBezTo>
                      <a:pt x="1761" y="7220"/>
                      <a:pt x="1631" y="7193"/>
                      <a:pt x="1511" y="7160"/>
                    </a:cubicBezTo>
                    <a:cubicBezTo>
                      <a:pt x="1549" y="7111"/>
                      <a:pt x="1582" y="7062"/>
                      <a:pt x="1609" y="7008"/>
                    </a:cubicBezTo>
                    <a:close/>
                    <a:moveTo>
                      <a:pt x="2071" y="6366"/>
                    </a:moveTo>
                    <a:cubicBezTo>
                      <a:pt x="2093" y="6394"/>
                      <a:pt x="2115" y="6415"/>
                      <a:pt x="2136" y="6437"/>
                    </a:cubicBezTo>
                    <a:cubicBezTo>
                      <a:pt x="2196" y="6497"/>
                      <a:pt x="2256" y="6557"/>
                      <a:pt x="2310" y="6622"/>
                    </a:cubicBezTo>
                    <a:cubicBezTo>
                      <a:pt x="2354" y="6665"/>
                      <a:pt x="2403" y="6698"/>
                      <a:pt x="2446" y="6741"/>
                    </a:cubicBezTo>
                    <a:cubicBezTo>
                      <a:pt x="2479" y="6774"/>
                      <a:pt x="2506" y="6807"/>
                      <a:pt x="2533" y="6839"/>
                    </a:cubicBezTo>
                    <a:cubicBezTo>
                      <a:pt x="2473" y="6921"/>
                      <a:pt x="2414" y="7002"/>
                      <a:pt x="2365" y="7089"/>
                    </a:cubicBezTo>
                    <a:cubicBezTo>
                      <a:pt x="2343" y="7133"/>
                      <a:pt x="2332" y="7176"/>
                      <a:pt x="2305" y="7220"/>
                    </a:cubicBezTo>
                    <a:cubicBezTo>
                      <a:pt x="2289" y="7242"/>
                      <a:pt x="2272" y="7269"/>
                      <a:pt x="2256" y="7290"/>
                    </a:cubicBezTo>
                    <a:lnTo>
                      <a:pt x="2218" y="7290"/>
                    </a:lnTo>
                    <a:cubicBezTo>
                      <a:pt x="2131" y="7280"/>
                      <a:pt x="2044" y="7269"/>
                      <a:pt x="1952" y="7252"/>
                    </a:cubicBezTo>
                    <a:cubicBezTo>
                      <a:pt x="1973" y="7242"/>
                      <a:pt x="1979" y="7209"/>
                      <a:pt x="1962" y="7193"/>
                    </a:cubicBezTo>
                    <a:lnTo>
                      <a:pt x="1957" y="7193"/>
                    </a:lnTo>
                    <a:cubicBezTo>
                      <a:pt x="1941" y="7176"/>
                      <a:pt x="1924" y="7165"/>
                      <a:pt x="1903" y="7160"/>
                    </a:cubicBezTo>
                    <a:cubicBezTo>
                      <a:pt x="1870" y="7144"/>
                      <a:pt x="1843" y="7117"/>
                      <a:pt x="1816" y="7089"/>
                    </a:cubicBezTo>
                    <a:cubicBezTo>
                      <a:pt x="1767" y="7040"/>
                      <a:pt x="1712" y="7002"/>
                      <a:pt x="1669" y="6953"/>
                    </a:cubicBezTo>
                    <a:lnTo>
                      <a:pt x="1653" y="6937"/>
                    </a:lnTo>
                    <a:cubicBezTo>
                      <a:pt x="1729" y="6823"/>
                      <a:pt x="1816" y="6709"/>
                      <a:pt x="1897" y="6595"/>
                    </a:cubicBezTo>
                    <a:cubicBezTo>
                      <a:pt x="1957" y="6519"/>
                      <a:pt x="2011" y="6443"/>
                      <a:pt x="2071" y="6366"/>
                    </a:cubicBezTo>
                    <a:close/>
                    <a:moveTo>
                      <a:pt x="2588" y="6910"/>
                    </a:moveTo>
                    <a:cubicBezTo>
                      <a:pt x="2636" y="6959"/>
                      <a:pt x="2685" y="6997"/>
                      <a:pt x="2740" y="7040"/>
                    </a:cubicBezTo>
                    <a:cubicBezTo>
                      <a:pt x="2789" y="7084"/>
                      <a:pt x="2838" y="7133"/>
                      <a:pt x="2887" y="7171"/>
                    </a:cubicBezTo>
                    <a:cubicBezTo>
                      <a:pt x="2919" y="7198"/>
                      <a:pt x="2957" y="7214"/>
                      <a:pt x="2990" y="7242"/>
                    </a:cubicBezTo>
                    <a:cubicBezTo>
                      <a:pt x="2812" y="7280"/>
                      <a:pt x="2634" y="7301"/>
                      <a:pt x="2454" y="7301"/>
                    </a:cubicBezTo>
                    <a:cubicBezTo>
                      <a:pt x="2403" y="7301"/>
                      <a:pt x="2351" y="7300"/>
                      <a:pt x="2299" y="7296"/>
                    </a:cubicBezTo>
                    <a:cubicBezTo>
                      <a:pt x="2321" y="7269"/>
                      <a:pt x="2348" y="7247"/>
                      <a:pt x="2370" y="7220"/>
                    </a:cubicBezTo>
                    <a:cubicBezTo>
                      <a:pt x="2397" y="7187"/>
                      <a:pt x="2419" y="7138"/>
                      <a:pt x="2446" y="7100"/>
                    </a:cubicBezTo>
                    <a:cubicBezTo>
                      <a:pt x="2490" y="7035"/>
                      <a:pt x="2539" y="6975"/>
                      <a:pt x="2588" y="6910"/>
                    </a:cubicBezTo>
                    <a:close/>
                    <a:moveTo>
                      <a:pt x="511" y="6866"/>
                    </a:moveTo>
                    <a:lnTo>
                      <a:pt x="582" y="6948"/>
                    </a:lnTo>
                    <a:cubicBezTo>
                      <a:pt x="620" y="6986"/>
                      <a:pt x="658" y="7013"/>
                      <a:pt x="701" y="7035"/>
                    </a:cubicBezTo>
                    <a:cubicBezTo>
                      <a:pt x="701" y="7035"/>
                      <a:pt x="707" y="7040"/>
                      <a:pt x="707" y="7040"/>
                    </a:cubicBezTo>
                    <a:lnTo>
                      <a:pt x="783" y="7073"/>
                    </a:lnTo>
                    <a:cubicBezTo>
                      <a:pt x="935" y="7155"/>
                      <a:pt x="1104" y="7176"/>
                      <a:pt x="1267" y="7236"/>
                    </a:cubicBezTo>
                    <a:cubicBezTo>
                      <a:pt x="1441" y="7296"/>
                      <a:pt x="1620" y="7339"/>
                      <a:pt x="1799" y="7367"/>
                    </a:cubicBezTo>
                    <a:cubicBezTo>
                      <a:pt x="1979" y="7405"/>
                      <a:pt x="2158" y="7426"/>
                      <a:pt x="2338" y="7443"/>
                    </a:cubicBezTo>
                    <a:cubicBezTo>
                      <a:pt x="2383" y="7445"/>
                      <a:pt x="2429" y="7447"/>
                      <a:pt x="2475" y="7447"/>
                    </a:cubicBezTo>
                    <a:cubicBezTo>
                      <a:pt x="2793" y="7447"/>
                      <a:pt x="3108" y="7381"/>
                      <a:pt x="3398" y="7258"/>
                    </a:cubicBezTo>
                    <a:cubicBezTo>
                      <a:pt x="3501" y="7214"/>
                      <a:pt x="3615" y="7187"/>
                      <a:pt x="3713" y="7144"/>
                    </a:cubicBezTo>
                    <a:lnTo>
                      <a:pt x="3713" y="7144"/>
                    </a:lnTo>
                    <a:cubicBezTo>
                      <a:pt x="3713" y="7214"/>
                      <a:pt x="3696" y="7290"/>
                      <a:pt x="3669" y="7361"/>
                    </a:cubicBezTo>
                    <a:lnTo>
                      <a:pt x="3669" y="7356"/>
                    </a:lnTo>
                    <a:cubicBezTo>
                      <a:pt x="3604" y="7508"/>
                      <a:pt x="3446" y="7606"/>
                      <a:pt x="3305" y="7671"/>
                    </a:cubicBezTo>
                    <a:cubicBezTo>
                      <a:pt x="3272" y="7682"/>
                      <a:pt x="3234" y="7704"/>
                      <a:pt x="3207" y="7725"/>
                    </a:cubicBezTo>
                    <a:cubicBezTo>
                      <a:pt x="3196" y="7736"/>
                      <a:pt x="3180" y="7742"/>
                      <a:pt x="3169" y="7747"/>
                    </a:cubicBezTo>
                    <a:cubicBezTo>
                      <a:pt x="3142" y="7747"/>
                      <a:pt x="3109" y="7747"/>
                      <a:pt x="3082" y="7742"/>
                    </a:cubicBezTo>
                    <a:cubicBezTo>
                      <a:pt x="3037" y="7739"/>
                      <a:pt x="2993" y="7738"/>
                      <a:pt x="2950" y="7738"/>
                    </a:cubicBezTo>
                    <a:cubicBezTo>
                      <a:pt x="2888" y="7738"/>
                      <a:pt x="2827" y="7741"/>
                      <a:pt x="2767" y="7747"/>
                    </a:cubicBezTo>
                    <a:cubicBezTo>
                      <a:pt x="2653" y="7753"/>
                      <a:pt x="2544" y="7747"/>
                      <a:pt x="2435" y="7758"/>
                    </a:cubicBezTo>
                    <a:cubicBezTo>
                      <a:pt x="2397" y="7760"/>
                      <a:pt x="2358" y="7760"/>
                      <a:pt x="2318" y="7760"/>
                    </a:cubicBezTo>
                    <a:cubicBezTo>
                      <a:pt x="2239" y="7760"/>
                      <a:pt x="2158" y="7758"/>
                      <a:pt x="2082" y="7758"/>
                    </a:cubicBezTo>
                    <a:cubicBezTo>
                      <a:pt x="1990" y="7747"/>
                      <a:pt x="1903" y="7725"/>
                      <a:pt x="1816" y="7704"/>
                    </a:cubicBezTo>
                    <a:cubicBezTo>
                      <a:pt x="1707" y="7698"/>
                      <a:pt x="1598" y="7682"/>
                      <a:pt x="1490" y="7660"/>
                    </a:cubicBezTo>
                    <a:cubicBezTo>
                      <a:pt x="1294" y="7611"/>
                      <a:pt x="1093" y="7568"/>
                      <a:pt x="930" y="7437"/>
                    </a:cubicBezTo>
                    <a:cubicBezTo>
                      <a:pt x="848" y="7383"/>
                      <a:pt x="767" y="7318"/>
                      <a:pt x="696" y="7252"/>
                    </a:cubicBezTo>
                    <a:cubicBezTo>
                      <a:pt x="620" y="7187"/>
                      <a:pt x="565" y="7100"/>
                      <a:pt x="538" y="7008"/>
                    </a:cubicBezTo>
                    <a:cubicBezTo>
                      <a:pt x="527" y="6964"/>
                      <a:pt x="517" y="6915"/>
                      <a:pt x="511" y="6866"/>
                    </a:cubicBezTo>
                    <a:close/>
                    <a:moveTo>
                      <a:pt x="2930" y="0"/>
                    </a:moveTo>
                    <a:cubicBezTo>
                      <a:pt x="2904" y="0"/>
                      <a:pt x="2878" y="16"/>
                      <a:pt x="2870" y="45"/>
                    </a:cubicBezTo>
                    <a:cubicBezTo>
                      <a:pt x="2843" y="159"/>
                      <a:pt x="2827" y="273"/>
                      <a:pt x="2800" y="387"/>
                    </a:cubicBezTo>
                    <a:cubicBezTo>
                      <a:pt x="2772" y="507"/>
                      <a:pt x="2734" y="637"/>
                      <a:pt x="2713" y="757"/>
                    </a:cubicBezTo>
                    <a:cubicBezTo>
                      <a:pt x="2696" y="816"/>
                      <a:pt x="2685" y="876"/>
                      <a:pt x="2680" y="941"/>
                    </a:cubicBezTo>
                    <a:cubicBezTo>
                      <a:pt x="2653" y="882"/>
                      <a:pt x="2620" y="833"/>
                      <a:pt x="2571" y="822"/>
                    </a:cubicBezTo>
                    <a:cubicBezTo>
                      <a:pt x="2568" y="821"/>
                      <a:pt x="2564" y="821"/>
                      <a:pt x="2561" y="821"/>
                    </a:cubicBezTo>
                    <a:cubicBezTo>
                      <a:pt x="2516" y="821"/>
                      <a:pt x="2478" y="852"/>
                      <a:pt x="2468" y="893"/>
                    </a:cubicBezTo>
                    <a:cubicBezTo>
                      <a:pt x="2452" y="931"/>
                      <a:pt x="2457" y="980"/>
                      <a:pt x="2446" y="1018"/>
                    </a:cubicBezTo>
                    <a:cubicBezTo>
                      <a:pt x="2430" y="1077"/>
                      <a:pt x="2408" y="1137"/>
                      <a:pt x="2386" y="1192"/>
                    </a:cubicBezTo>
                    <a:cubicBezTo>
                      <a:pt x="2338" y="1300"/>
                      <a:pt x="2299" y="1414"/>
                      <a:pt x="2256" y="1523"/>
                    </a:cubicBezTo>
                    <a:cubicBezTo>
                      <a:pt x="2245" y="1556"/>
                      <a:pt x="2234" y="1588"/>
                      <a:pt x="2229" y="1621"/>
                    </a:cubicBezTo>
                    <a:cubicBezTo>
                      <a:pt x="2223" y="1599"/>
                      <a:pt x="2218" y="1572"/>
                      <a:pt x="2213" y="1545"/>
                    </a:cubicBezTo>
                    <a:cubicBezTo>
                      <a:pt x="2202" y="1485"/>
                      <a:pt x="2207" y="1414"/>
                      <a:pt x="2196" y="1355"/>
                    </a:cubicBezTo>
                    <a:cubicBezTo>
                      <a:pt x="2169" y="1224"/>
                      <a:pt x="2093" y="1110"/>
                      <a:pt x="2055" y="990"/>
                    </a:cubicBezTo>
                    <a:cubicBezTo>
                      <a:pt x="2028" y="931"/>
                      <a:pt x="2006" y="876"/>
                      <a:pt x="1990" y="816"/>
                    </a:cubicBezTo>
                    <a:cubicBezTo>
                      <a:pt x="1990" y="762"/>
                      <a:pt x="1973" y="708"/>
                      <a:pt x="1946" y="664"/>
                    </a:cubicBezTo>
                    <a:cubicBezTo>
                      <a:pt x="1919" y="615"/>
                      <a:pt x="1897" y="572"/>
                      <a:pt x="1875" y="523"/>
                    </a:cubicBezTo>
                    <a:cubicBezTo>
                      <a:pt x="1865" y="490"/>
                      <a:pt x="1843" y="463"/>
                      <a:pt x="1810" y="452"/>
                    </a:cubicBezTo>
                    <a:cubicBezTo>
                      <a:pt x="1798" y="448"/>
                      <a:pt x="1787" y="447"/>
                      <a:pt x="1776" y="447"/>
                    </a:cubicBezTo>
                    <a:cubicBezTo>
                      <a:pt x="1628" y="447"/>
                      <a:pt x="1575" y="764"/>
                      <a:pt x="1560" y="860"/>
                    </a:cubicBezTo>
                    <a:lnTo>
                      <a:pt x="1555" y="887"/>
                    </a:lnTo>
                    <a:cubicBezTo>
                      <a:pt x="1544" y="898"/>
                      <a:pt x="1538" y="914"/>
                      <a:pt x="1544" y="925"/>
                    </a:cubicBezTo>
                    <a:cubicBezTo>
                      <a:pt x="1538" y="952"/>
                      <a:pt x="1533" y="985"/>
                      <a:pt x="1528" y="1018"/>
                    </a:cubicBezTo>
                    <a:cubicBezTo>
                      <a:pt x="1511" y="936"/>
                      <a:pt x="1484" y="860"/>
                      <a:pt x="1451" y="784"/>
                    </a:cubicBezTo>
                    <a:cubicBezTo>
                      <a:pt x="1424" y="729"/>
                      <a:pt x="1386" y="675"/>
                      <a:pt x="1365" y="610"/>
                    </a:cubicBezTo>
                    <a:cubicBezTo>
                      <a:pt x="1348" y="566"/>
                      <a:pt x="1321" y="528"/>
                      <a:pt x="1294" y="490"/>
                    </a:cubicBezTo>
                    <a:cubicBezTo>
                      <a:pt x="1250" y="452"/>
                      <a:pt x="1201" y="414"/>
                      <a:pt x="1153" y="382"/>
                    </a:cubicBezTo>
                    <a:cubicBezTo>
                      <a:pt x="1098" y="338"/>
                      <a:pt x="1049" y="289"/>
                      <a:pt x="1000" y="240"/>
                    </a:cubicBezTo>
                    <a:cubicBezTo>
                      <a:pt x="995" y="235"/>
                      <a:pt x="990" y="233"/>
                      <a:pt x="984" y="233"/>
                    </a:cubicBezTo>
                    <a:cubicBezTo>
                      <a:pt x="966" y="233"/>
                      <a:pt x="950" y="257"/>
                      <a:pt x="962" y="278"/>
                    </a:cubicBezTo>
                    <a:cubicBezTo>
                      <a:pt x="1022" y="344"/>
                      <a:pt x="946" y="523"/>
                      <a:pt x="913" y="599"/>
                    </a:cubicBezTo>
                    <a:cubicBezTo>
                      <a:pt x="886" y="659"/>
                      <a:pt x="843" y="713"/>
                      <a:pt x="810" y="773"/>
                    </a:cubicBezTo>
                    <a:cubicBezTo>
                      <a:pt x="783" y="827"/>
                      <a:pt x="756" y="882"/>
                      <a:pt x="739" y="941"/>
                    </a:cubicBezTo>
                    <a:cubicBezTo>
                      <a:pt x="718" y="1028"/>
                      <a:pt x="701" y="1115"/>
                      <a:pt x="696" y="1202"/>
                    </a:cubicBezTo>
                    <a:lnTo>
                      <a:pt x="685" y="1202"/>
                    </a:lnTo>
                    <a:cubicBezTo>
                      <a:pt x="666" y="1194"/>
                      <a:pt x="647" y="1190"/>
                      <a:pt x="628" y="1190"/>
                    </a:cubicBezTo>
                    <a:cubicBezTo>
                      <a:pt x="609" y="1190"/>
                      <a:pt x="590" y="1194"/>
                      <a:pt x="571" y="1202"/>
                    </a:cubicBezTo>
                    <a:cubicBezTo>
                      <a:pt x="571" y="1137"/>
                      <a:pt x="565" y="1072"/>
                      <a:pt x="555" y="1012"/>
                    </a:cubicBezTo>
                    <a:cubicBezTo>
                      <a:pt x="549" y="920"/>
                      <a:pt x="495" y="838"/>
                      <a:pt x="419" y="795"/>
                    </a:cubicBezTo>
                    <a:cubicBezTo>
                      <a:pt x="402" y="789"/>
                      <a:pt x="386" y="784"/>
                      <a:pt x="364" y="778"/>
                    </a:cubicBezTo>
                    <a:cubicBezTo>
                      <a:pt x="370" y="768"/>
                      <a:pt x="375" y="757"/>
                      <a:pt x="381" y="740"/>
                    </a:cubicBezTo>
                    <a:cubicBezTo>
                      <a:pt x="392" y="708"/>
                      <a:pt x="397" y="675"/>
                      <a:pt x="397" y="643"/>
                    </a:cubicBezTo>
                    <a:cubicBezTo>
                      <a:pt x="397" y="583"/>
                      <a:pt x="392" y="523"/>
                      <a:pt x="381" y="463"/>
                    </a:cubicBezTo>
                    <a:cubicBezTo>
                      <a:pt x="374" y="426"/>
                      <a:pt x="347" y="410"/>
                      <a:pt x="319" y="410"/>
                    </a:cubicBezTo>
                    <a:cubicBezTo>
                      <a:pt x="276" y="410"/>
                      <a:pt x="230" y="446"/>
                      <a:pt x="239" y="501"/>
                    </a:cubicBezTo>
                    <a:cubicBezTo>
                      <a:pt x="250" y="556"/>
                      <a:pt x="272" y="610"/>
                      <a:pt x="277" y="664"/>
                    </a:cubicBezTo>
                    <a:cubicBezTo>
                      <a:pt x="283" y="691"/>
                      <a:pt x="288" y="719"/>
                      <a:pt x="294" y="740"/>
                    </a:cubicBezTo>
                    <a:cubicBezTo>
                      <a:pt x="299" y="757"/>
                      <a:pt x="305" y="768"/>
                      <a:pt x="310" y="778"/>
                    </a:cubicBezTo>
                    <a:cubicBezTo>
                      <a:pt x="272" y="778"/>
                      <a:pt x="245" y="800"/>
                      <a:pt x="228" y="833"/>
                    </a:cubicBezTo>
                    <a:cubicBezTo>
                      <a:pt x="201" y="893"/>
                      <a:pt x="234" y="952"/>
                      <a:pt x="239" y="1012"/>
                    </a:cubicBezTo>
                    <a:cubicBezTo>
                      <a:pt x="234" y="1050"/>
                      <a:pt x="234" y="1094"/>
                      <a:pt x="245" y="1132"/>
                    </a:cubicBezTo>
                    <a:cubicBezTo>
                      <a:pt x="245" y="1153"/>
                      <a:pt x="294" y="1235"/>
                      <a:pt x="272" y="1257"/>
                    </a:cubicBezTo>
                    <a:cubicBezTo>
                      <a:pt x="266" y="1262"/>
                      <a:pt x="266" y="1268"/>
                      <a:pt x="272" y="1273"/>
                    </a:cubicBezTo>
                    <a:cubicBezTo>
                      <a:pt x="253" y="1279"/>
                      <a:pt x="234" y="1282"/>
                      <a:pt x="215" y="1282"/>
                    </a:cubicBezTo>
                    <a:cubicBezTo>
                      <a:pt x="201" y="1282"/>
                      <a:pt x="188" y="1281"/>
                      <a:pt x="174" y="1278"/>
                    </a:cubicBezTo>
                    <a:cubicBezTo>
                      <a:pt x="166" y="1275"/>
                      <a:pt x="158" y="1273"/>
                      <a:pt x="149" y="1273"/>
                    </a:cubicBezTo>
                    <a:cubicBezTo>
                      <a:pt x="112" y="1273"/>
                      <a:pt x="77" y="1309"/>
                      <a:pt x="103" y="1349"/>
                    </a:cubicBezTo>
                    <a:cubicBezTo>
                      <a:pt x="163" y="1442"/>
                      <a:pt x="136" y="1567"/>
                      <a:pt x="169" y="1670"/>
                    </a:cubicBezTo>
                    <a:lnTo>
                      <a:pt x="120" y="1681"/>
                    </a:lnTo>
                    <a:cubicBezTo>
                      <a:pt x="103" y="1686"/>
                      <a:pt x="87" y="1702"/>
                      <a:pt x="82" y="1719"/>
                    </a:cubicBezTo>
                    <a:cubicBezTo>
                      <a:pt x="65" y="1789"/>
                      <a:pt x="54" y="1860"/>
                      <a:pt x="54" y="1931"/>
                    </a:cubicBezTo>
                    <a:cubicBezTo>
                      <a:pt x="71" y="2007"/>
                      <a:pt x="87" y="2083"/>
                      <a:pt x="114" y="2159"/>
                    </a:cubicBezTo>
                    <a:cubicBezTo>
                      <a:pt x="120" y="2213"/>
                      <a:pt x="125" y="2262"/>
                      <a:pt x="125" y="2317"/>
                    </a:cubicBezTo>
                    <a:cubicBezTo>
                      <a:pt x="125" y="2349"/>
                      <a:pt x="136" y="2377"/>
                      <a:pt x="147" y="2409"/>
                    </a:cubicBezTo>
                    <a:cubicBezTo>
                      <a:pt x="169" y="2507"/>
                      <a:pt x="163" y="2616"/>
                      <a:pt x="180" y="2719"/>
                    </a:cubicBezTo>
                    <a:cubicBezTo>
                      <a:pt x="196" y="2817"/>
                      <a:pt x="228" y="2920"/>
                      <a:pt x="239" y="3023"/>
                    </a:cubicBezTo>
                    <a:cubicBezTo>
                      <a:pt x="245" y="3127"/>
                      <a:pt x="261" y="3219"/>
                      <a:pt x="266" y="3317"/>
                    </a:cubicBezTo>
                    <a:cubicBezTo>
                      <a:pt x="277" y="3453"/>
                      <a:pt x="305" y="3583"/>
                      <a:pt x="337" y="3714"/>
                    </a:cubicBezTo>
                    <a:lnTo>
                      <a:pt x="305" y="3703"/>
                    </a:lnTo>
                    <a:cubicBezTo>
                      <a:pt x="283" y="3700"/>
                      <a:pt x="261" y="3699"/>
                      <a:pt x="239" y="3699"/>
                    </a:cubicBezTo>
                    <a:cubicBezTo>
                      <a:pt x="216" y="3699"/>
                      <a:pt x="193" y="3700"/>
                      <a:pt x="169" y="3703"/>
                    </a:cubicBezTo>
                    <a:cubicBezTo>
                      <a:pt x="158" y="3703"/>
                      <a:pt x="147" y="3708"/>
                      <a:pt x="136" y="3714"/>
                    </a:cubicBezTo>
                    <a:cubicBezTo>
                      <a:pt x="128" y="3701"/>
                      <a:pt x="115" y="3696"/>
                      <a:pt x="103" y="3696"/>
                    </a:cubicBezTo>
                    <a:cubicBezTo>
                      <a:pt x="84" y="3696"/>
                      <a:pt x="65" y="3710"/>
                      <a:pt x="65" y="3730"/>
                    </a:cubicBezTo>
                    <a:cubicBezTo>
                      <a:pt x="65" y="3779"/>
                      <a:pt x="27" y="3812"/>
                      <a:pt x="22" y="3860"/>
                    </a:cubicBezTo>
                    <a:cubicBezTo>
                      <a:pt x="11" y="3904"/>
                      <a:pt x="33" y="3942"/>
                      <a:pt x="33" y="3980"/>
                    </a:cubicBezTo>
                    <a:cubicBezTo>
                      <a:pt x="27" y="4034"/>
                      <a:pt x="6" y="4078"/>
                      <a:pt x="6" y="4132"/>
                    </a:cubicBezTo>
                    <a:cubicBezTo>
                      <a:pt x="0" y="4198"/>
                      <a:pt x="0" y="4263"/>
                      <a:pt x="6" y="4328"/>
                    </a:cubicBezTo>
                    <a:cubicBezTo>
                      <a:pt x="33" y="4578"/>
                      <a:pt x="98" y="4817"/>
                      <a:pt x="109" y="5062"/>
                    </a:cubicBezTo>
                    <a:cubicBezTo>
                      <a:pt x="109" y="5116"/>
                      <a:pt x="109" y="5165"/>
                      <a:pt x="114" y="5219"/>
                    </a:cubicBezTo>
                    <a:cubicBezTo>
                      <a:pt x="125" y="5274"/>
                      <a:pt x="131" y="5328"/>
                      <a:pt x="136" y="5383"/>
                    </a:cubicBezTo>
                    <a:cubicBezTo>
                      <a:pt x="136" y="5508"/>
                      <a:pt x="152" y="5633"/>
                      <a:pt x="174" y="5752"/>
                    </a:cubicBezTo>
                    <a:cubicBezTo>
                      <a:pt x="180" y="5817"/>
                      <a:pt x="185" y="5883"/>
                      <a:pt x="185" y="5948"/>
                    </a:cubicBezTo>
                    <a:cubicBezTo>
                      <a:pt x="190" y="5997"/>
                      <a:pt x="201" y="6051"/>
                      <a:pt x="218" y="6105"/>
                    </a:cubicBezTo>
                    <a:cubicBezTo>
                      <a:pt x="234" y="6203"/>
                      <a:pt x="223" y="6307"/>
                      <a:pt x="239" y="6399"/>
                    </a:cubicBezTo>
                    <a:cubicBezTo>
                      <a:pt x="256" y="6497"/>
                      <a:pt x="272" y="6606"/>
                      <a:pt x="283" y="6709"/>
                    </a:cubicBezTo>
                    <a:cubicBezTo>
                      <a:pt x="294" y="6812"/>
                      <a:pt x="299" y="6921"/>
                      <a:pt x="321" y="7030"/>
                    </a:cubicBezTo>
                    <a:cubicBezTo>
                      <a:pt x="375" y="7231"/>
                      <a:pt x="500" y="7405"/>
                      <a:pt x="669" y="7524"/>
                    </a:cubicBezTo>
                    <a:cubicBezTo>
                      <a:pt x="756" y="7589"/>
                      <a:pt x="843" y="7649"/>
                      <a:pt x="935" y="7704"/>
                    </a:cubicBezTo>
                    <a:cubicBezTo>
                      <a:pt x="1033" y="7758"/>
                      <a:pt x="1142" y="7796"/>
                      <a:pt x="1256" y="7823"/>
                    </a:cubicBezTo>
                    <a:cubicBezTo>
                      <a:pt x="1359" y="7845"/>
                      <a:pt x="1457" y="7883"/>
                      <a:pt x="1560" y="7899"/>
                    </a:cubicBezTo>
                    <a:cubicBezTo>
                      <a:pt x="1669" y="7905"/>
                      <a:pt x="1778" y="7916"/>
                      <a:pt x="1886" y="7943"/>
                    </a:cubicBezTo>
                    <a:cubicBezTo>
                      <a:pt x="1957" y="7964"/>
                      <a:pt x="2029" y="7972"/>
                      <a:pt x="2101" y="7972"/>
                    </a:cubicBezTo>
                    <a:cubicBezTo>
                      <a:pt x="2291" y="7972"/>
                      <a:pt x="2484" y="7918"/>
                      <a:pt x="2669" y="7910"/>
                    </a:cubicBezTo>
                    <a:cubicBezTo>
                      <a:pt x="2756" y="7905"/>
                      <a:pt x="2848" y="7894"/>
                      <a:pt x="2941" y="7878"/>
                    </a:cubicBezTo>
                    <a:lnTo>
                      <a:pt x="2941" y="7878"/>
                    </a:lnTo>
                    <a:cubicBezTo>
                      <a:pt x="2928" y="7907"/>
                      <a:pt x="2955" y="7933"/>
                      <a:pt x="2983" y="7933"/>
                    </a:cubicBezTo>
                    <a:cubicBezTo>
                      <a:pt x="2991" y="7933"/>
                      <a:pt x="2999" y="7931"/>
                      <a:pt x="3006" y="7926"/>
                    </a:cubicBezTo>
                    <a:cubicBezTo>
                      <a:pt x="3013" y="7921"/>
                      <a:pt x="3024" y="7919"/>
                      <a:pt x="3037" y="7919"/>
                    </a:cubicBezTo>
                    <a:cubicBezTo>
                      <a:pt x="3061" y="7919"/>
                      <a:pt x="3091" y="7926"/>
                      <a:pt x="3109" y="7926"/>
                    </a:cubicBezTo>
                    <a:lnTo>
                      <a:pt x="3207" y="7926"/>
                    </a:lnTo>
                    <a:cubicBezTo>
                      <a:pt x="3240" y="7916"/>
                      <a:pt x="3272" y="7905"/>
                      <a:pt x="3300" y="7888"/>
                    </a:cubicBezTo>
                    <a:cubicBezTo>
                      <a:pt x="3343" y="7861"/>
                      <a:pt x="3392" y="7840"/>
                      <a:pt x="3436" y="7829"/>
                    </a:cubicBezTo>
                    <a:cubicBezTo>
                      <a:pt x="3588" y="7769"/>
                      <a:pt x="3718" y="7666"/>
                      <a:pt x="3811" y="7535"/>
                    </a:cubicBezTo>
                    <a:cubicBezTo>
                      <a:pt x="3908" y="7394"/>
                      <a:pt x="3914" y="7231"/>
                      <a:pt x="3930" y="7062"/>
                    </a:cubicBezTo>
                    <a:cubicBezTo>
                      <a:pt x="3947" y="6883"/>
                      <a:pt x="3979" y="6703"/>
                      <a:pt x="4012" y="6524"/>
                    </a:cubicBezTo>
                    <a:cubicBezTo>
                      <a:pt x="4044" y="6345"/>
                      <a:pt x="4061" y="6149"/>
                      <a:pt x="4093" y="5964"/>
                    </a:cubicBezTo>
                    <a:cubicBezTo>
                      <a:pt x="4104" y="5883"/>
                      <a:pt x="4115" y="5801"/>
                      <a:pt x="4126" y="5714"/>
                    </a:cubicBezTo>
                    <a:cubicBezTo>
                      <a:pt x="4137" y="5633"/>
                      <a:pt x="4159" y="5556"/>
                      <a:pt x="4169" y="5469"/>
                    </a:cubicBezTo>
                    <a:cubicBezTo>
                      <a:pt x="4186" y="5285"/>
                      <a:pt x="4235" y="5100"/>
                      <a:pt x="4235" y="4910"/>
                    </a:cubicBezTo>
                    <a:cubicBezTo>
                      <a:pt x="4235" y="4823"/>
                      <a:pt x="4256" y="4730"/>
                      <a:pt x="4262" y="4638"/>
                    </a:cubicBezTo>
                    <a:cubicBezTo>
                      <a:pt x="4267" y="4545"/>
                      <a:pt x="4262" y="4448"/>
                      <a:pt x="4256" y="4350"/>
                    </a:cubicBezTo>
                    <a:cubicBezTo>
                      <a:pt x="4251" y="4187"/>
                      <a:pt x="4262" y="3991"/>
                      <a:pt x="4191" y="3844"/>
                    </a:cubicBezTo>
                    <a:cubicBezTo>
                      <a:pt x="4169" y="3801"/>
                      <a:pt x="4131" y="3768"/>
                      <a:pt x="4082" y="3768"/>
                    </a:cubicBezTo>
                    <a:cubicBezTo>
                      <a:pt x="4050" y="3763"/>
                      <a:pt x="4017" y="3763"/>
                      <a:pt x="3985" y="3763"/>
                    </a:cubicBezTo>
                    <a:cubicBezTo>
                      <a:pt x="3967" y="3759"/>
                      <a:pt x="3949" y="3757"/>
                      <a:pt x="3931" y="3757"/>
                    </a:cubicBezTo>
                    <a:cubicBezTo>
                      <a:pt x="3897" y="3757"/>
                      <a:pt x="3862" y="3763"/>
                      <a:pt x="3827" y="3774"/>
                    </a:cubicBezTo>
                    <a:cubicBezTo>
                      <a:pt x="3843" y="3719"/>
                      <a:pt x="3860" y="3659"/>
                      <a:pt x="3876" y="3605"/>
                    </a:cubicBezTo>
                    <a:cubicBezTo>
                      <a:pt x="3914" y="3447"/>
                      <a:pt x="3985" y="3295"/>
                      <a:pt x="4012" y="3138"/>
                    </a:cubicBezTo>
                    <a:cubicBezTo>
                      <a:pt x="4028" y="3061"/>
                      <a:pt x="4028" y="2980"/>
                      <a:pt x="4050" y="2898"/>
                    </a:cubicBezTo>
                    <a:cubicBezTo>
                      <a:pt x="4066" y="2833"/>
                      <a:pt x="4104" y="2773"/>
                      <a:pt x="4120" y="2703"/>
                    </a:cubicBezTo>
                    <a:cubicBezTo>
                      <a:pt x="4164" y="2540"/>
                      <a:pt x="4197" y="2366"/>
                      <a:pt x="4240" y="2203"/>
                    </a:cubicBezTo>
                    <a:cubicBezTo>
                      <a:pt x="4256" y="2126"/>
                      <a:pt x="4284" y="2050"/>
                      <a:pt x="4300" y="1974"/>
                    </a:cubicBezTo>
                    <a:cubicBezTo>
                      <a:pt x="4311" y="1898"/>
                      <a:pt x="4311" y="1817"/>
                      <a:pt x="4332" y="1741"/>
                    </a:cubicBezTo>
                    <a:cubicBezTo>
                      <a:pt x="4376" y="1572"/>
                      <a:pt x="4381" y="1409"/>
                      <a:pt x="4414" y="1246"/>
                    </a:cubicBezTo>
                    <a:cubicBezTo>
                      <a:pt x="4441" y="1077"/>
                      <a:pt x="4457" y="909"/>
                      <a:pt x="4496" y="746"/>
                    </a:cubicBezTo>
                    <a:cubicBezTo>
                      <a:pt x="4512" y="664"/>
                      <a:pt x="4512" y="588"/>
                      <a:pt x="4523" y="507"/>
                    </a:cubicBezTo>
                    <a:cubicBezTo>
                      <a:pt x="4544" y="436"/>
                      <a:pt x="4555" y="365"/>
                      <a:pt x="4550" y="295"/>
                    </a:cubicBezTo>
                    <a:lnTo>
                      <a:pt x="4550" y="295"/>
                    </a:lnTo>
                    <a:lnTo>
                      <a:pt x="4550" y="300"/>
                    </a:lnTo>
                    <a:cubicBezTo>
                      <a:pt x="4544" y="278"/>
                      <a:pt x="4528" y="262"/>
                      <a:pt x="4506" y="257"/>
                    </a:cubicBezTo>
                    <a:cubicBezTo>
                      <a:pt x="4441" y="240"/>
                      <a:pt x="4381" y="224"/>
                      <a:pt x="4316" y="208"/>
                    </a:cubicBezTo>
                    <a:cubicBezTo>
                      <a:pt x="4256" y="191"/>
                      <a:pt x="4191" y="191"/>
                      <a:pt x="4126" y="180"/>
                    </a:cubicBezTo>
                    <a:cubicBezTo>
                      <a:pt x="4006" y="153"/>
                      <a:pt x="3887" y="132"/>
                      <a:pt x="3762" y="115"/>
                    </a:cubicBezTo>
                    <a:cubicBezTo>
                      <a:pt x="3637" y="93"/>
                      <a:pt x="3517" y="83"/>
                      <a:pt x="3398" y="77"/>
                    </a:cubicBezTo>
                    <a:cubicBezTo>
                      <a:pt x="3382" y="78"/>
                      <a:pt x="3367" y="78"/>
                      <a:pt x="3352" y="78"/>
                    </a:cubicBezTo>
                    <a:cubicBezTo>
                      <a:pt x="3216" y="78"/>
                      <a:pt x="3085" y="55"/>
                      <a:pt x="2957" y="7"/>
                    </a:cubicBezTo>
                    <a:cubicBezTo>
                      <a:pt x="2949" y="2"/>
                      <a:pt x="2939" y="0"/>
                      <a:pt x="2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0"/>
              <p:cNvSpPr/>
              <p:nvPr/>
            </p:nvSpPr>
            <p:spPr>
              <a:xfrm>
                <a:off x="4942250" y="4373650"/>
                <a:ext cx="3975" cy="5500"/>
              </a:xfrm>
              <a:custGeom>
                <a:rect b="b" l="l" r="r" t="t"/>
                <a:pathLst>
                  <a:path extrusionOk="0" h="220" w="159">
                    <a:moveTo>
                      <a:pt x="136" y="1"/>
                    </a:moveTo>
                    <a:cubicBezTo>
                      <a:pt x="132" y="1"/>
                      <a:pt x="128" y="2"/>
                      <a:pt x="125" y="5"/>
                    </a:cubicBezTo>
                    <a:cubicBezTo>
                      <a:pt x="87" y="37"/>
                      <a:pt x="55" y="70"/>
                      <a:pt x="28" y="108"/>
                    </a:cubicBezTo>
                    <a:cubicBezTo>
                      <a:pt x="11" y="124"/>
                      <a:pt x="0" y="146"/>
                      <a:pt x="0" y="173"/>
                    </a:cubicBezTo>
                    <a:cubicBezTo>
                      <a:pt x="0" y="200"/>
                      <a:pt x="22" y="220"/>
                      <a:pt x="45" y="220"/>
                    </a:cubicBezTo>
                    <a:cubicBezTo>
                      <a:pt x="50" y="220"/>
                      <a:pt x="55" y="219"/>
                      <a:pt x="60" y="217"/>
                    </a:cubicBezTo>
                    <a:cubicBezTo>
                      <a:pt x="82" y="211"/>
                      <a:pt x="87" y="190"/>
                      <a:pt x="82" y="173"/>
                    </a:cubicBezTo>
                    <a:lnTo>
                      <a:pt x="87" y="162"/>
                    </a:lnTo>
                    <a:cubicBezTo>
                      <a:pt x="98" y="141"/>
                      <a:pt x="109" y="119"/>
                      <a:pt x="120" y="97"/>
                    </a:cubicBezTo>
                    <a:cubicBezTo>
                      <a:pt x="131" y="75"/>
                      <a:pt x="158" y="32"/>
                      <a:pt x="147" y="10"/>
                    </a:cubicBezTo>
                    <a:lnTo>
                      <a:pt x="147" y="5"/>
                    </a:lnTo>
                    <a:cubicBezTo>
                      <a:pt x="144" y="2"/>
                      <a:pt x="140"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0"/>
              <p:cNvSpPr/>
              <p:nvPr/>
            </p:nvSpPr>
            <p:spPr>
              <a:xfrm>
                <a:off x="4942825" y="4378075"/>
                <a:ext cx="4650" cy="7075"/>
              </a:xfrm>
              <a:custGeom>
                <a:rect b="b" l="l" r="r" t="t"/>
                <a:pathLst>
                  <a:path extrusionOk="0" h="283" w="186">
                    <a:moveTo>
                      <a:pt x="151" y="0"/>
                    </a:moveTo>
                    <a:cubicBezTo>
                      <a:pt x="143" y="0"/>
                      <a:pt x="135" y="4"/>
                      <a:pt x="130" y="13"/>
                    </a:cubicBezTo>
                    <a:cubicBezTo>
                      <a:pt x="92" y="89"/>
                      <a:pt x="15" y="148"/>
                      <a:pt x="10" y="241"/>
                    </a:cubicBezTo>
                    <a:cubicBezTo>
                      <a:pt x="0" y="267"/>
                      <a:pt x="21" y="283"/>
                      <a:pt x="42" y="283"/>
                    </a:cubicBezTo>
                    <a:cubicBezTo>
                      <a:pt x="56" y="283"/>
                      <a:pt x="71" y="275"/>
                      <a:pt x="75" y="257"/>
                    </a:cubicBezTo>
                    <a:cubicBezTo>
                      <a:pt x="92" y="219"/>
                      <a:pt x="108" y="181"/>
                      <a:pt x="130" y="143"/>
                    </a:cubicBezTo>
                    <a:cubicBezTo>
                      <a:pt x="151" y="110"/>
                      <a:pt x="168" y="72"/>
                      <a:pt x="179" y="34"/>
                    </a:cubicBezTo>
                    <a:cubicBezTo>
                      <a:pt x="186" y="16"/>
                      <a:pt x="168"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0"/>
              <p:cNvSpPr/>
              <p:nvPr/>
            </p:nvSpPr>
            <p:spPr>
              <a:xfrm>
                <a:off x="4943475" y="4383550"/>
                <a:ext cx="4175" cy="5450"/>
              </a:xfrm>
              <a:custGeom>
                <a:rect b="b" l="l" r="r" t="t"/>
                <a:pathLst>
                  <a:path extrusionOk="0" h="218" w="167">
                    <a:moveTo>
                      <a:pt x="143" y="1"/>
                    </a:moveTo>
                    <a:cubicBezTo>
                      <a:pt x="135" y="1"/>
                      <a:pt x="128" y="5"/>
                      <a:pt x="125" y="16"/>
                    </a:cubicBezTo>
                    <a:cubicBezTo>
                      <a:pt x="109" y="76"/>
                      <a:pt x="0" y="136"/>
                      <a:pt x="38" y="207"/>
                    </a:cubicBezTo>
                    <a:cubicBezTo>
                      <a:pt x="44" y="212"/>
                      <a:pt x="55" y="218"/>
                      <a:pt x="66" y="218"/>
                    </a:cubicBezTo>
                    <a:cubicBezTo>
                      <a:pt x="104" y="218"/>
                      <a:pt x="98" y="169"/>
                      <a:pt x="114" y="141"/>
                    </a:cubicBezTo>
                    <a:cubicBezTo>
                      <a:pt x="136" y="109"/>
                      <a:pt x="153" y="71"/>
                      <a:pt x="163" y="27"/>
                    </a:cubicBezTo>
                    <a:cubicBezTo>
                      <a:pt x="167" y="11"/>
                      <a:pt x="154" y="1"/>
                      <a:pt x="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3" name="Google Shape;5633;p120"/>
            <p:cNvSpPr/>
            <p:nvPr/>
          </p:nvSpPr>
          <p:spPr>
            <a:xfrm>
              <a:off x="4237388" y="3580732"/>
              <a:ext cx="274317" cy="251461"/>
            </a:xfrm>
            <a:custGeom>
              <a:rect b="b" l="l" r="r" t="t"/>
              <a:pathLst>
                <a:path extrusionOk="0" h="8161" w="8644">
                  <a:moveTo>
                    <a:pt x="1267" y="180"/>
                  </a:moveTo>
                  <a:lnTo>
                    <a:pt x="1267" y="180"/>
                  </a:lnTo>
                  <a:cubicBezTo>
                    <a:pt x="1251" y="333"/>
                    <a:pt x="1229" y="485"/>
                    <a:pt x="1224" y="642"/>
                  </a:cubicBezTo>
                  <a:cubicBezTo>
                    <a:pt x="1213" y="784"/>
                    <a:pt x="1202" y="920"/>
                    <a:pt x="1208" y="1061"/>
                  </a:cubicBezTo>
                  <a:cubicBezTo>
                    <a:pt x="1137" y="1066"/>
                    <a:pt x="1072" y="1072"/>
                    <a:pt x="1001" y="1083"/>
                  </a:cubicBezTo>
                  <a:cubicBezTo>
                    <a:pt x="784" y="1115"/>
                    <a:pt x="555" y="1094"/>
                    <a:pt x="332" y="1115"/>
                  </a:cubicBezTo>
                  <a:cubicBezTo>
                    <a:pt x="338" y="1061"/>
                    <a:pt x="343" y="1012"/>
                    <a:pt x="349" y="958"/>
                  </a:cubicBezTo>
                  <a:cubicBezTo>
                    <a:pt x="365" y="806"/>
                    <a:pt x="370" y="648"/>
                    <a:pt x="360" y="490"/>
                  </a:cubicBezTo>
                  <a:cubicBezTo>
                    <a:pt x="354" y="447"/>
                    <a:pt x="349" y="403"/>
                    <a:pt x="349" y="360"/>
                  </a:cubicBezTo>
                  <a:lnTo>
                    <a:pt x="354" y="360"/>
                  </a:lnTo>
                  <a:cubicBezTo>
                    <a:pt x="387" y="354"/>
                    <a:pt x="419" y="349"/>
                    <a:pt x="452" y="344"/>
                  </a:cubicBezTo>
                  <a:cubicBezTo>
                    <a:pt x="599" y="333"/>
                    <a:pt x="735" y="316"/>
                    <a:pt x="876" y="300"/>
                  </a:cubicBezTo>
                  <a:cubicBezTo>
                    <a:pt x="1017" y="278"/>
                    <a:pt x="1131" y="202"/>
                    <a:pt x="1267" y="180"/>
                  </a:cubicBezTo>
                  <a:close/>
                  <a:moveTo>
                    <a:pt x="7675" y="479"/>
                  </a:moveTo>
                  <a:cubicBezTo>
                    <a:pt x="7729" y="479"/>
                    <a:pt x="7788" y="482"/>
                    <a:pt x="7812" y="485"/>
                  </a:cubicBezTo>
                  <a:lnTo>
                    <a:pt x="8160" y="485"/>
                  </a:lnTo>
                  <a:cubicBezTo>
                    <a:pt x="8177" y="484"/>
                    <a:pt x="8194" y="483"/>
                    <a:pt x="8210" y="483"/>
                  </a:cubicBezTo>
                  <a:cubicBezTo>
                    <a:pt x="8284" y="483"/>
                    <a:pt x="8356" y="492"/>
                    <a:pt x="8432" y="501"/>
                  </a:cubicBezTo>
                  <a:cubicBezTo>
                    <a:pt x="8426" y="550"/>
                    <a:pt x="8421" y="599"/>
                    <a:pt x="8410" y="648"/>
                  </a:cubicBezTo>
                  <a:lnTo>
                    <a:pt x="8410" y="642"/>
                  </a:lnTo>
                  <a:cubicBezTo>
                    <a:pt x="8383" y="740"/>
                    <a:pt x="8361" y="833"/>
                    <a:pt x="8350" y="931"/>
                  </a:cubicBezTo>
                  <a:cubicBezTo>
                    <a:pt x="8350" y="1001"/>
                    <a:pt x="8350" y="1066"/>
                    <a:pt x="8345" y="1137"/>
                  </a:cubicBezTo>
                  <a:cubicBezTo>
                    <a:pt x="8321" y="1132"/>
                    <a:pt x="8296" y="1131"/>
                    <a:pt x="8270" y="1131"/>
                  </a:cubicBezTo>
                  <a:cubicBezTo>
                    <a:pt x="8229" y="1131"/>
                    <a:pt x="8186" y="1135"/>
                    <a:pt x="8147" y="1135"/>
                  </a:cubicBezTo>
                  <a:cubicBezTo>
                    <a:pt x="8129" y="1135"/>
                    <a:pt x="8111" y="1134"/>
                    <a:pt x="8095" y="1132"/>
                  </a:cubicBezTo>
                  <a:cubicBezTo>
                    <a:pt x="8008" y="1110"/>
                    <a:pt x="7915" y="1105"/>
                    <a:pt x="7828" y="1105"/>
                  </a:cubicBezTo>
                  <a:cubicBezTo>
                    <a:pt x="7769" y="1105"/>
                    <a:pt x="7703" y="1115"/>
                    <a:pt x="7644" y="1121"/>
                  </a:cubicBezTo>
                  <a:lnTo>
                    <a:pt x="7584" y="1126"/>
                  </a:lnTo>
                  <a:cubicBezTo>
                    <a:pt x="7584" y="1012"/>
                    <a:pt x="7573" y="898"/>
                    <a:pt x="7573" y="789"/>
                  </a:cubicBezTo>
                  <a:cubicBezTo>
                    <a:pt x="7573" y="729"/>
                    <a:pt x="7573" y="675"/>
                    <a:pt x="7567" y="621"/>
                  </a:cubicBezTo>
                  <a:cubicBezTo>
                    <a:pt x="7567" y="599"/>
                    <a:pt x="7551" y="512"/>
                    <a:pt x="7567" y="490"/>
                  </a:cubicBezTo>
                  <a:cubicBezTo>
                    <a:pt x="7573" y="482"/>
                    <a:pt x="7622" y="479"/>
                    <a:pt x="7675" y="479"/>
                  </a:cubicBezTo>
                  <a:close/>
                  <a:moveTo>
                    <a:pt x="7797" y="1218"/>
                  </a:moveTo>
                  <a:cubicBezTo>
                    <a:pt x="7934" y="1218"/>
                    <a:pt x="8085" y="1264"/>
                    <a:pt x="8228" y="1264"/>
                  </a:cubicBezTo>
                  <a:cubicBezTo>
                    <a:pt x="8267" y="1264"/>
                    <a:pt x="8307" y="1261"/>
                    <a:pt x="8345" y="1251"/>
                  </a:cubicBezTo>
                  <a:cubicBezTo>
                    <a:pt x="8345" y="1344"/>
                    <a:pt x="8356" y="1431"/>
                    <a:pt x="8367" y="1523"/>
                  </a:cubicBezTo>
                  <a:cubicBezTo>
                    <a:pt x="8377" y="1659"/>
                    <a:pt x="8383" y="1795"/>
                    <a:pt x="8383" y="1931"/>
                  </a:cubicBezTo>
                  <a:lnTo>
                    <a:pt x="8377" y="1931"/>
                  </a:lnTo>
                  <a:lnTo>
                    <a:pt x="8377" y="1925"/>
                  </a:lnTo>
                  <a:cubicBezTo>
                    <a:pt x="8275" y="1913"/>
                    <a:pt x="8177" y="1907"/>
                    <a:pt x="8078" y="1907"/>
                  </a:cubicBezTo>
                  <a:cubicBezTo>
                    <a:pt x="8046" y="1907"/>
                    <a:pt x="8013" y="1908"/>
                    <a:pt x="7981" y="1909"/>
                  </a:cubicBezTo>
                  <a:cubicBezTo>
                    <a:pt x="7949" y="1908"/>
                    <a:pt x="7917" y="1907"/>
                    <a:pt x="7886" y="1907"/>
                  </a:cubicBezTo>
                  <a:cubicBezTo>
                    <a:pt x="7778" y="1907"/>
                    <a:pt x="7673" y="1915"/>
                    <a:pt x="7567" y="1936"/>
                  </a:cubicBezTo>
                  <a:lnTo>
                    <a:pt x="7529" y="1942"/>
                  </a:lnTo>
                  <a:cubicBezTo>
                    <a:pt x="7540" y="1914"/>
                    <a:pt x="7540" y="1882"/>
                    <a:pt x="7546" y="1855"/>
                  </a:cubicBezTo>
                  <a:cubicBezTo>
                    <a:pt x="7562" y="1741"/>
                    <a:pt x="7573" y="1626"/>
                    <a:pt x="7578" y="1512"/>
                  </a:cubicBezTo>
                  <a:cubicBezTo>
                    <a:pt x="7584" y="1414"/>
                    <a:pt x="7584" y="1322"/>
                    <a:pt x="7584" y="1224"/>
                  </a:cubicBezTo>
                  <a:cubicBezTo>
                    <a:pt x="7649" y="1224"/>
                    <a:pt x="7714" y="1224"/>
                    <a:pt x="7779" y="1219"/>
                  </a:cubicBezTo>
                  <a:cubicBezTo>
                    <a:pt x="7785" y="1218"/>
                    <a:pt x="7791" y="1218"/>
                    <a:pt x="7797" y="1218"/>
                  </a:cubicBezTo>
                  <a:close/>
                  <a:moveTo>
                    <a:pt x="1322" y="1235"/>
                  </a:moveTo>
                  <a:lnTo>
                    <a:pt x="1338" y="1240"/>
                  </a:lnTo>
                  <a:cubicBezTo>
                    <a:pt x="1376" y="1240"/>
                    <a:pt x="1414" y="1246"/>
                    <a:pt x="1452" y="1251"/>
                  </a:cubicBezTo>
                  <a:cubicBezTo>
                    <a:pt x="1485" y="1262"/>
                    <a:pt x="1517" y="1273"/>
                    <a:pt x="1550" y="1273"/>
                  </a:cubicBezTo>
                  <a:cubicBezTo>
                    <a:pt x="1653" y="1273"/>
                    <a:pt x="1757" y="1246"/>
                    <a:pt x="1860" y="1240"/>
                  </a:cubicBezTo>
                  <a:cubicBezTo>
                    <a:pt x="1878" y="1240"/>
                    <a:pt x="1896" y="1243"/>
                    <a:pt x="1913" y="1243"/>
                  </a:cubicBezTo>
                  <a:cubicBezTo>
                    <a:pt x="1921" y="1243"/>
                    <a:pt x="1929" y="1242"/>
                    <a:pt x="1936" y="1240"/>
                  </a:cubicBezTo>
                  <a:lnTo>
                    <a:pt x="1947" y="1240"/>
                  </a:lnTo>
                  <a:cubicBezTo>
                    <a:pt x="1941" y="1268"/>
                    <a:pt x="1941" y="1289"/>
                    <a:pt x="1941" y="1317"/>
                  </a:cubicBezTo>
                  <a:cubicBezTo>
                    <a:pt x="1936" y="1425"/>
                    <a:pt x="1936" y="1534"/>
                    <a:pt x="1936" y="1643"/>
                  </a:cubicBezTo>
                  <a:cubicBezTo>
                    <a:pt x="1936" y="1817"/>
                    <a:pt x="1931" y="1996"/>
                    <a:pt x="1925" y="2170"/>
                  </a:cubicBezTo>
                  <a:cubicBezTo>
                    <a:pt x="1920" y="2159"/>
                    <a:pt x="1903" y="2148"/>
                    <a:pt x="1887" y="2148"/>
                  </a:cubicBezTo>
                  <a:cubicBezTo>
                    <a:pt x="1744" y="2140"/>
                    <a:pt x="1601" y="2135"/>
                    <a:pt x="1457" y="2135"/>
                  </a:cubicBezTo>
                  <a:cubicBezTo>
                    <a:pt x="1405" y="2135"/>
                    <a:pt x="1352" y="2136"/>
                    <a:pt x="1300" y="2137"/>
                  </a:cubicBezTo>
                  <a:cubicBezTo>
                    <a:pt x="1311" y="1931"/>
                    <a:pt x="1327" y="1724"/>
                    <a:pt x="1327" y="1518"/>
                  </a:cubicBezTo>
                  <a:cubicBezTo>
                    <a:pt x="1327" y="1420"/>
                    <a:pt x="1327" y="1327"/>
                    <a:pt x="1322" y="1235"/>
                  </a:cubicBezTo>
                  <a:close/>
                  <a:moveTo>
                    <a:pt x="1208" y="1181"/>
                  </a:moveTo>
                  <a:cubicBezTo>
                    <a:pt x="1208" y="1257"/>
                    <a:pt x="1202" y="1333"/>
                    <a:pt x="1202" y="1414"/>
                  </a:cubicBezTo>
                  <a:cubicBezTo>
                    <a:pt x="1202" y="1654"/>
                    <a:pt x="1170" y="1887"/>
                    <a:pt x="1170" y="2121"/>
                  </a:cubicBezTo>
                  <a:cubicBezTo>
                    <a:pt x="1170" y="2126"/>
                    <a:pt x="1170" y="2132"/>
                    <a:pt x="1170" y="2137"/>
                  </a:cubicBezTo>
                  <a:lnTo>
                    <a:pt x="876" y="2148"/>
                  </a:lnTo>
                  <a:cubicBezTo>
                    <a:pt x="794" y="2148"/>
                    <a:pt x="707" y="2148"/>
                    <a:pt x="626" y="2154"/>
                  </a:cubicBezTo>
                  <a:cubicBezTo>
                    <a:pt x="610" y="2151"/>
                    <a:pt x="593" y="2150"/>
                    <a:pt x="578" y="2150"/>
                  </a:cubicBezTo>
                  <a:cubicBezTo>
                    <a:pt x="562" y="2150"/>
                    <a:pt x="547" y="2151"/>
                    <a:pt x="534" y="2154"/>
                  </a:cubicBezTo>
                  <a:cubicBezTo>
                    <a:pt x="534" y="2154"/>
                    <a:pt x="495" y="2175"/>
                    <a:pt x="501" y="2181"/>
                  </a:cubicBezTo>
                  <a:cubicBezTo>
                    <a:pt x="479" y="2181"/>
                    <a:pt x="447" y="2154"/>
                    <a:pt x="425" y="2148"/>
                  </a:cubicBezTo>
                  <a:cubicBezTo>
                    <a:pt x="387" y="2154"/>
                    <a:pt x="354" y="2159"/>
                    <a:pt x="322" y="2164"/>
                  </a:cubicBezTo>
                  <a:cubicBezTo>
                    <a:pt x="327" y="2056"/>
                    <a:pt x="327" y="1947"/>
                    <a:pt x="327" y="1838"/>
                  </a:cubicBezTo>
                  <a:cubicBezTo>
                    <a:pt x="327" y="1626"/>
                    <a:pt x="316" y="1403"/>
                    <a:pt x="327" y="1191"/>
                  </a:cubicBezTo>
                  <a:cubicBezTo>
                    <a:pt x="465" y="1206"/>
                    <a:pt x="602" y="1213"/>
                    <a:pt x="740" y="1213"/>
                  </a:cubicBezTo>
                  <a:cubicBezTo>
                    <a:pt x="809" y="1213"/>
                    <a:pt x="878" y="1211"/>
                    <a:pt x="947" y="1208"/>
                  </a:cubicBezTo>
                  <a:cubicBezTo>
                    <a:pt x="1034" y="1197"/>
                    <a:pt x="1121" y="1186"/>
                    <a:pt x="1208" y="1181"/>
                  </a:cubicBezTo>
                  <a:close/>
                  <a:moveTo>
                    <a:pt x="1925" y="2230"/>
                  </a:moveTo>
                  <a:lnTo>
                    <a:pt x="1925" y="2300"/>
                  </a:lnTo>
                  <a:cubicBezTo>
                    <a:pt x="1925" y="2485"/>
                    <a:pt x="1892" y="2708"/>
                    <a:pt x="1979" y="2882"/>
                  </a:cubicBezTo>
                  <a:lnTo>
                    <a:pt x="1985" y="2893"/>
                  </a:lnTo>
                  <a:lnTo>
                    <a:pt x="1969" y="2893"/>
                  </a:lnTo>
                  <a:cubicBezTo>
                    <a:pt x="1767" y="2904"/>
                    <a:pt x="1566" y="2893"/>
                    <a:pt x="1360" y="2915"/>
                  </a:cubicBezTo>
                  <a:lnTo>
                    <a:pt x="1300" y="2926"/>
                  </a:lnTo>
                  <a:lnTo>
                    <a:pt x="1300" y="2317"/>
                  </a:lnTo>
                  <a:lnTo>
                    <a:pt x="1300" y="2262"/>
                  </a:lnTo>
                  <a:cubicBezTo>
                    <a:pt x="1378" y="2262"/>
                    <a:pt x="1457" y="2263"/>
                    <a:pt x="1535" y="2263"/>
                  </a:cubicBezTo>
                  <a:cubicBezTo>
                    <a:pt x="1652" y="2263"/>
                    <a:pt x="1770" y="2261"/>
                    <a:pt x="1887" y="2251"/>
                  </a:cubicBezTo>
                  <a:cubicBezTo>
                    <a:pt x="1903" y="2251"/>
                    <a:pt x="1914" y="2246"/>
                    <a:pt x="1925" y="2230"/>
                  </a:cubicBezTo>
                  <a:close/>
                  <a:moveTo>
                    <a:pt x="321" y="2247"/>
                  </a:moveTo>
                  <a:cubicBezTo>
                    <a:pt x="364" y="2251"/>
                    <a:pt x="410" y="2252"/>
                    <a:pt x="441" y="2262"/>
                  </a:cubicBezTo>
                  <a:cubicBezTo>
                    <a:pt x="461" y="2270"/>
                    <a:pt x="484" y="2275"/>
                    <a:pt x="505" y="2275"/>
                  </a:cubicBezTo>
                  <a:cubicBezTo>
                    <a:pt x="513" y="2275"/>
                    <a:pt x="521" y="2275"/>
                    <a:pt x="528" y="2273"/>
                  </a:cubicBezTo>
                  <a:cubicBezTo>
                    <a:pt x="615" y="2262"/>
                    <a:pt x="702" y="2257"/>
                    <a:pt x="789" y="2257"/>
                  </a:cubicBezTo>
                  <a:cubicBezTo>
                    <a:pt x="914" y="2257"/>
                    <a:pt x="1039" y="2257"/>
                    <a:pt x="1170" y="2262"/>
                  </a:cubicBezTo>
                  <a:lnTo>
                    <a:pt x="1170" y="2931"/>
                  </a:lnTo>
                  <a:cubicBezTo>
                    <a:pt x="1034" y="2931"/>
                    <a:pt x="903" y="2926"/>
                    <a:pt x="767" y="2926"/>
                  </a:cubicBezTo>
                  <a:lnTo>
                    <a:pt x="447" y="2926"/>
                  </a:lnTo>
                  <a:cubicBezTo>
                    <a:pt x="418" y="2926"/>
                    <a:pt x="386" y="2923"/>
                    <a:pt x="354" y="2923"/>
                  </a:cubicBezTo>
                  <a:cubicBezTo>
                    <a:pt x="338" y="2923"/>
                    <a:pt x="322" y="2924"/>
                    <a:pt x="305" y="2926"/>
                  </a:cubicBezTo>
                  <a:lnTo>
                    <a:pt x="305" y="2752"/>
                  </a:lnTo>
                  <a:cubicBezTo>
                    <a:pt x="305" y="2583"/>
                    <a:pt x="311" y="2415"/>
                    <a:pt x="321" y="2247"/>
                  </a:cubicBezTo>
                  <a:close/>
                  <a:moveTo>
                    <a:pt x="6763" y="2116"/>
                  </a:moveTo>
                  <a:lnTo>
                    <a:pt x="6763" y="2116"/>
                  </a:lnTo>
                  <a:cubicBezTo>
                    <a:pt x="6844" y="2132"/>
                    <a:pt x="6926" y="2137"/>
                    <a:pt x="7013" y="2137"/>
                  </a:cubicBezTo>
                  <a:cubicBezTo>
                    <a:pt x="7078" y="2137"/>
                    <a:pt x="7157" y="2148"/>
                    <a:pt x="7235" y="2148"/>
                  </a:cubicBezTo>
                  <a:cubicBezTo>
                    <a:pt x="7282" y="2148"/>
                    <a:pt x="7329" y="2144"/>
                    <a:pt x="7372" y="2132"/>
                  </a:cubicBezTo>
                  <a:lnTo>
                    <a:pt x="7372" y="2132"/>
                  </a:lnTo>
                  <a:cubicBezTo>
                    <a:pt x="7366" y="2164"/>
                    <a:pt x="7361" y="2203"/>
                    <a:pt x="7350" y="2235"/>
                  </a:cubicBezTo>
                  <a:cubicBezTo>
                    <a:pt x="7339" y="2322"/>
                    <a:pt x="7334" y="2409"/>
                    <a:pt x="7334" y="2496"/>
                  </a:cubicBezTo>
                  <a:cubicBezTo>
                    <a:pt x="7328" y="2594"/>
                    <a:pt x="7296" y="2681"/>
                    <a:pt x="7296" y="2779"/>
                  </a:cubicBezTo>
                  <a:cubicBezTo>
                    <a:pt x="7296" y="2855"/>
                    <a:pt x="7296" y="2926"/>
                    <a:pt x="7290" y="3002"/>
                  </a:cubicBezTo>
                  <a:cubicBezTo>
                    <a:pt x="7192" y="3002"/>
                    <a:pt x="7097" y="2997"/>
                    <a:pt x="7001" y="2997"/>
                  </a:cubicBezTo>
                  <a:cubicBezTo>
                    <a:pt x="6953" y="2997"/>
                    <a:pt x="6904" y="2998"/>
                    <a:pt x="6855" y="3002"/>
                  </a:cubicBezTo>
                  <a:cubicBezTo>
                    <a:pt x="6823" y="3002"/>
                    <a:pt x="6785" y="3002"/>
                    <a:pt x="6747" y="3007"/>
                  </a:cubicBezTo>
                  <a:cubicBezTo>
                    <a:pt x="6747" y="2860"/>
                    <a:pt x="6747" y="2719"/>
                    <a:pt x="6741" y="2572"/>
                  </a:cubicBezTo>
                  <a:cubicBezTo>
                    <a:pt x="6736" y="2518"/>
                    <a:pt x="6730" y="2469"/>
                    <a:pt x="6736" y="2415"/>
                  </a:cubicBezTo>
                  <a:lnTo>
                    <a:pt x="6730" y="2415"/>
                  </a:lnTo>
                  <a:cubicBezTo>
                    <a:pt x="6736" y="2366"/>
                    <a:pt x="6752" y="2317"/>
                    <a:pt x="6763" y="2273"/>
                  </a:cubicBezTo>
                  <a:cubicBezTo>
                    <a:pt x="6768" y="2219"/>
                    <a:pt x="6768" y="2170"/>
                    <a:pt x="6763" y="2116"/>
                  </a:cubicBezTo>
                  <a:close/>
                  <a:moveTo>
                    <a:pt x="7932" y="2018"/>
                  </a:moveTo>
                  <a:cubicBezTo>
                    <a:pt x="8033" y="2018"/>
                    <a:pt x="8139" y="2032"/>
                    <a:pt x="8243" y="2032"/>
                  </a:cubicBezTo>
                  <a:cubicBezTo>
                    <a:pt x="8285" y="2032"/>
                    <a:pt x="8326" y="2029"/>
                    <a:pt x="8367" y="2023"/>
                  </a:cubicBezTo>
                  <a:lnTo>
                    <a:pt x="8372" y="2023"/>
                  </a:lnTo>
                  <a:cubicBezTo>
                    <a:pt x="8372" y="2295"/>
                    <a:pt x="8356" y="2561"/>
                    <a:pt x="8356" y="2828"/>
                  </a:cubicBezTo>
                  <a:lnTo>
                    <a:pt x="8367" y="2828"/>
                  </a:lnTo>
                  <a:lnTo>
                    <a:pt x="8367" y="2931"/>
                  </a:lnTo>
                  <a:cubicBezTo>
                    <a:pt x="8307" y="2936"/>
                    <a:pt x="8252" y="2936"/>
                    <a:pt x="8198" y="2947"/>
                  </a:cubicBezTo>
                  <a:cubicBezTo>
                    <a:pt x="8106" y="2958"/>
                    <a:pt x="8019" y="2958"/>
                    <a:pt x="7926" y="2964"/>
                  </a:cubicBezTo>
                  <a:cubicBezTo>
                    <a:pt x="7845" y="2969"/>
                    <a:pt x="7769" y="2991"/>
                    <a:pt x="7687" y="2996"/>
                  </a:cubicBezTo>
                  <a:cubicBezTo>
                    <a:pt x="7589" y="3007"/>
                    <a:pt x="7497" y="3007"/>
                    <a:pt x="7399" y="3007"/>
                  </a:cubicBezTo>
                  <a:lnTo>
                    <a:pt x="7393" y="3007"/>
                  </a:lnTo>
                  <a:cubicBezTo>
                    <a:pt x="7393" y="2953"/>
                    <a:pt x="7399" y="2904"/>
                    <a:pt x="7393" y="2855"/>
                  </a:cubicBezTo>
                  <a:cubicBezTo>
                    <a:pt x="7399" y="2746"/>
                    <a:pt x="7410" y="2643"/>
                    <a:pt x="7426" y="2534"/>
                  </a:cubicBezTo>
                  <a:cubicBezTo>
                    <a:pt x="7432" y="2485"/>
                    <a:pt x="7426" y="2431"/>
                    <a:pt x="7426" y="2382"/>
                  </a:cubicBezTo>
                  <a:cubicBezTo>
                    <a:pt x="7426" y="2328"/>
                    <a:pt x="7442" y="2268"/>
                    <a:pt x="7453" y="2208"/>
                  </a:cubicBezTo>
                  <a:cubicBezTo>
                    <a:pt x="7459" y="2164"/>
                    <a:pt x="7464" y="2116"/>
                    <a:pt x="7470" y="2067"/>
                  </a:cubicBezTo>
                  <a:lnTo>
                    <a:pt x="7470" y="2061"/>
                  </a:lnTo>
                  <a:lnTo>
                    <a:pt x="7508" y="2061"/>
                  </a:lnTo>
                  <a:cubicBezTo>
                    <a:pt x="7644" y="2034"/>
                    <a:pt x="7790" y="2018"/>
                    <a:pt x="7932" y="2018"/>
                  </a:cubicBezTo>
                  <a:close/>
                  <a:moveTo>
                    <a:pt x="6605" y="2104"/>
                  </a:moveTo>
                  <a:cubicBezTo>
                    <a:pt x="6638" y="2104"/>
                    <a:pt x="6670" y="2106"/>
                    <a:pt x="6703" y="2110"/>
                  </a:cubicBezTo>
                  <a:lnTo>
                    <a:pt x="6709" y="2110"/>
                  </a:lnTo>
                  <a:cubicBezTo>
                    <a:pt x="6709" y="2148"/>
                    <a:pt x="6709" y="2192"/>
                    <a:pt x="6698" y="2230"/>
                  </a:cubicBezTo>
                  <a:cubicBezTo>
                    <a:pt x="6676" y="2311"/>
                    <a:pt x="6660" y="2393"/>
                    <a:pt x="6649" y="2480"/>
                  </a:cubicBezTo>
                  <a:cubicBezTo>
                    <a:pt x="6649" y="2654"/>
                    <a:pt x="6643" y="2833"/>
                    <a:pt x="6643" y="3007"/>
                  </a:cubicBezTo>
                  <a:cubicBezTo>
                    <a:pt x="6529" y="3018"/>
                    <a:pt x="6420" y="3029"/>
                    <a:pt x="6306" y="3029"/>
                  </a:cubicBezTo>
                  <a:lnTo>
                    <a:pt x="6035" y="3029"/>
                  </a:lnTo>
                  <a:cubicBezTo>
                    <a:pt x="6040" y="2915"/>
                    <a:pt x="6051" y="2806"/>
                    <a:pt x="6051" y="2692"/>
                  </a:cubicBezTo>
                  <a:cubicBezTo>
                    <a:pt x="6051" y="2507"/>
                    <a:pt x="6035" y="2322"/>
                    <a:pt x="6051" y="2137"/>
                  </a:cubicBezTo>
                  <a:cubicBezTo>
                    <a:pt x="6089" y="2132"/>
                    <a:pt x="6122" y="2132"/>
                    <a:pt x="6160" y="2132"/>
                  </a:cubicBezTo>
                  <a:cubicBezTo>
                    <a:pt x="6183" y="2133"/>
                    <a:pt x="6207" y="2134"/>
                    <a:pt x="6231" y="2134"/>
                  </a:cubicBezTo>
                  <a:cubicBezTo>
                    <a:pt x="6296" y="2134"/>
                    <a:pt x="6364" y="2129"/>
                    <a:pt x="6431" y="2121"/>
                  </a:cubicBezTo>
                  <a:cubicBezTo>
                    <a:pt x="6488" y="2110"/>
                    <a:pt x="6546" y="2104"/>
                    <a:pt x="6605" y="2104"/>
                  </a:cubicBezTo>
                  <a:close/>
                  <a:moveTo>
                    <a:pt x="5991" y="2143"/>
                  </a:moveTo>
                  <a:lnTo>
                    <a:pt x="5991" y="2143"/>
                  </a:lnTo>
                  <a:cubicBezTo>
                    <a:pt x="5975" y="2284"/>
                    <a:pt x="5964" y="2425"/>
                    <a:pt x="5964" y="2567"/>
                  </a:cubicBezTo>
                  <a:cubicBezTo>
                    <a:pt x="5964" y="2719"/>
                    <a:pt x="5953" y="2871"/>
                    <a:pt x="5942" y="3023"/>
                  </a:cubicBezTo>
                  <a:lnTo>
                    <a:pt x="5795" y="3023"/>
                  </a:lnTo>
                  <a:cubicBezTo>
                    <a:pt x="5649" y="3023"/>
                    <a:pt x="5513" y="3061"/>
                    <a:pt x="5371" y="3067"/>
                  </a:cubicBezTo>
                  <a:cubicBezTo>
                    <a:pt x="5420" y="2953"/>
                    <a:pt x="5382" y="2795"/>
                    <a:pt x="5382" y="2681"/>
                  </a:cubicBezTo>
                  <a:lnTo>
                    <a:pt x="5382" y="2371"/>
                  </a:lnTo>
                  <a:cubicBezTo>
                    <a:pt x="5382" y="2295"/>
                    <a:pt x="5366" y="2203"/>
                    <a:pt x="5453" y="2170"/>
                  </a:cubicBezTo>
                  <a:cubicBezTo>
                    <a:pt x="5494" y="2152"/>
                    <a:pt x="5540" y="2147"/>
                    <a:pt x="5588" y="2147"/>
                  </a:cubicBezTo>
                  <a:cubicBezTo>
                    <a:pt x="5669" y="2147"/>
                    <a:pt x="5756" y="2162"/>
                    <a:pt x="5834" y="2162"/>
                  </a:cubicBezTo>
                  <a:cubicBezTo>
                    <a:pt x="5853" y="2162"/>
                    <a:pt x="5870" y="2161"/>
                    <a:pt x="5888" y="2159"/>
                  </a:cubicBezTo>
                  <a:cubicBezTo>
                    <a:pt x="5926" y="2154"/>
                    <a:pt x="5958" y="2148"/>
                    <a:pt x="5991" y="2143"/>
                  </a:cubicBezTo>
                  <a:close/>
                  <a:moveTo>
                    <a:pt x="2094" y="2996"/>
                  </a:moveTo>
                  <a:cubicBezTo>
                    <a:pt x="2186" y="3034"/>
                    <a:pt x="2284" y="3061"/>
                    <a:pt x="2382" y="3078"/>
                  </a:cubicBezTo>
                  <a:cubicBezTo>
                    <a:pt x="2545" y="3110"/>
                    <a:pt x="2713" y="3143"/>
                    <a:pt x="2876" y="3170"/>
                  </a:cubicBezTo>
                  <a:cubicBezTo>
                    <a:pt x="2871" y="3219"/>
                    <a:pt x="2860" y="3273"/>
                    <a:pt x="2860" y="3290"/>
                  </a:cubicBezTo>
                  <a:cubicBezTo>
                    <a:pt x="2855" y="3382"/>
                    <a:pt x="2849" y="3475"/>
                    <a:pt x="2833" y="3567"/>
                  </a:cubicBezTo>
                  <a:cubicBezTo>
                    <a:pt x="2822" y="3616"/>
                    <a:pt x="2817" y="3665"/>
                    <a:pt x="2817" y="3714"/>
                  </a:cubicBezTo>
                  <a:lnTo>
                    <a:pt x="2523" y="3714"/>
                  </a:lnTo>
                  <a:cubicBezTo>
                    <a:pt x="2387" y="3714"/>
                    <a:pt x="2251" y="3692"/>
                    <a:pt x="2115" y="3687"/>
                  </a:cubicBezTo>
                  <a:lnTo>
                    <a:pt x="2094" y="3687"/>
                  </a:lnTo>
                  <a:lnTo>
                    <a:pt x="2094" y="3491"/>
                  </a:lnTo>
                  <a:cubicBezTo>
                    <a:pt x="2094" y="3328"/>
                    <a:pt x="2094" y="3165"/>
                    <a:pt x="2094" y="2996"/>
                  </a:cubicBezTo>
                  <a:close/>
                  <a:moveTo>
                    <a:pt x="6907" y="3117"/>
                  </a:moveTo>
                  <a:cubicBezTo>
                    <a:pt x="7026" y="3117"/>
                    <a:pt x="7143" y="3123"/>
                    <a:pt x="7263" y="3127"/>
                  </a:cubicBezTo>
                  <a:lnTo>
                    <a:pt x="7279" y="3127"/>
                  </a:lnTo>
                  <a:cubicBezTo>
                    <a:pt x="7268" y="3203"/>
                    <a:pt x="7263" y="3284"/>
                    <a:pt x="7268" y="3360"/>
                  </a:cubicBezTo>
                  <a:cubicBezTo>
                    <a:pt x="7268" y="3475"/>
                    <a:pt x="7258" y="3583"/>
                    <a:pt x="7247" y="3697"/>
                  </a:cubicBezTo>
                  <a:cubicBezTo>
                    <a:pt x="7149" y="3703"/>
                    <a:pt x="7051" y="3714"/>
                    <a:pt x="6953" y="3714"/>
                  </a:cubicBezTo>
                  <a:lnTo>
                    <a:pt x="6719" y="3714"/>
                  </a:lnTo>
                  <a:cubicBezTo>
                    <a:pt x="6725" y="3551"/>
                    <a:pt x="6752" y="3382"/>
                    <a:pt x="6747" y="3214"/>
                  </a:cubicBezTo>
                  <a:lnTo>
                    <a:pt x="6747" y="3121"/>
                  </a:lnTo>
                  <a:cubicBezTo>
                    <a:pt x="6801" y="3118"/>
                    <a:pt x="6854" y="3117"/>
                    <a:pt x="6907" y="3117"/>
                  </a:cubicBezTo>
                  <a:close/>
                  <a:moveTo>
                    <a:pt x="8367" y="3051"/>
                  </a:moveTo>
                  <a:lnTo>
                    <a:pt x="8367" y="3708"/>
                  </a:lnTo>
                  <a:cubicBezTo>
                    <a:pt x="8323" y="3703"/>
                    <a:pt x="8285" y="3697"/>
                    <a:pt x="8247" y="3697"/>
                  </a:cubicBezTo>
                  <a:cubicBezTo>
                    <a:pt x="8217" y="3703"/>
                    <a:pt x="8187" y="3706"/>
                    <a:pt x="8157" y="3706"/>
                  </a:cubicBezTo>
                  <a:cubicBezTo>
                    <a:pt x="8127" y="3706"/>
                    <a:pt x="8097" y="3703"/>
                    <a:pt x="8068" y="3697"/>
                  </a:cubicBezTo>
                  <a:cubicBezTo>
                    <a:pt x="8040" y="3691"/>
                    <a:pt x="8014" y="3689"/>
                    <a:pt x="7989" y="3689"/>
                  </a:cubicBezTo>
                  <a:cubicBezTo>
                    <a:pt x="7897" y="3689"/>
                    <a:pt x="7812" y="3719"/>
                    <a:pt x="7714" y="3719"/>
                  </a:cubicBezTo>
                  <a:cubicBezTo>
                    <a:pt x="7599" y="3714"/>
                    <a:pt x="7493" y="3686"/>
                    <a:pt x="7383" y="3686"/>
                  </a:cubicBezTo>
                  <a:cubicBezTo>
                    <a:pt x="7374" y="3686"/>
                    <a:pt x="7365" y="3686"/>
                    <a:pt x="7355" y="3687"/>
                  </a:cubicBezTo>
                  <a:cubicBezTo>
                    <a:pt x="7366" y="3616"/>
                    <a:pt x="7372" y="3551"/>
                    <a:pt x="7372" y="3480"/>
                  </a:cubicBezTo>
                  <a:cubicBezTo>
                    <a:pt x="7366" y="3382"/>
                    <a:pt x="7366" y="3284"/>
                    <a:pt x="7377" y="3181"/>
                  </a:cubicBezTo>
                  <a:lnTo>
                    <a:pt x="7383" y="3127"/>
                  </a:lnTo>
                  <a:cubicBezTo>
                    <a:pt x="7535" y="3127"/>
                    <a:pt x="7687" y="3121"/>
                    <a:pt x="7834" y="3099"/>
                  </a:cubicBezTo>
                  <a:cubicBezTo>
                    <a:pt x="7880" y="3091"/>
                    <a:pt x="7926" y="3091"/>
                    <a:pt x="7972" y="3091"/>
                  </a:cubicBezTo>
                  <a:cubicBezTo>
                    <a:pt x="8019" y="3091"/>
                    <a:pt x="8065" y="3091"/>
                    <a:pt x="8111" y="3083"/>
                  </a:cubicBezTo>
                  <a:cubicBezTo>
                    <a:pt x="8203" y="3072"/>
                    <a:pt x="8280" y="3061"/>
                    <a:pt x="8367" y="3051"/>
                  </a:cubicBezTo>
                  <a:close/>
                  <a:moveTo>
                    <a:pt x="2007" y="3002"/>
                  </a:moveTo>
                  <a:lnTo>
                    <a:pt x="2007" y="3469"/>
                  </a:lnTo>
                  <a:lnTo>
                    <a:pt x="2007" y="3681"/>
                  </a:lnTo>
                  <a:cubicBezTo>
                    <a:pt x="1944" y="3678"/>
                    <a:pt x="1882" y="3677"/>
                    <a:pt x="1819" y="3677"/>
                  </a:cubicBezTo>
                  <a:cubicBezTo>
                    <a:pt x="1757" y="3677"/>
                    <a:pt x="1694" y="3678"/>
                    <a:pt x="1632" y="3681"/>
                  </a:cubicBezTo>
                  <a:cubicBezTo>
                    <a:pt x="1523" y="3687"/>
                    <a:pt x="1409" y="3703"/>
                    <a:pt x="1300" y="3725"/>
                  </a:cubicBezTo>
                  <a:lnTo>
                    <a:pt x="1300" y="3045"/>
                  </a:lnTo>
                  <a:cubicBezTo>
                    <a:pt x="1333" y="3045"/>
                    <a:pt x="1371" y="3040"/>
                    <a:pt x="1403" y="3034"/>
                  </a:cubicBezTo>
                  <a:cubicBezTo>
                    <a:pt x="1610" y="3007"/>
                    <a:pt x="1805" y="3023"/>
                    <a:pt x="2007" y="3002"/>
                  </a:cubicBezTo>
                  <a:close/>
                  <a:moveTo>
                    <a:pt x="2936" y="3176"/>
                  </a:moveTo>
                  <a:lnTo>
                    <a:pt x="2985" y="3181"/>
                  </a:lnTo>
                  <a:cubicBezTo>
                    <a:pt x="3124" y="3190"/>
                    <a:pt x="3265" y="3196"/>
                    <a:pt x="3406" y="3196"/>
                  </a:cubicBezTo>
                  <a:cubicBezTo>
                    <a:pt x="3509" y="3196"/>
                    <a:pt x="3611" y="3193"/>
                    <a:pt x="3713" y="3186"/>
                  </a:cubicBezTo>
                  <a:lnTo>
                    <a:pt x="3713" y="3186"/>
                  </a:lnTo>
                  <a:cubicBezTo>
                    <a:pt x="3703" y="3377"/>
                    <a:pt x="3708" y="3567"/>
                    <a:pt x="3713" y="3752"/>
                  </a:cubicBezTo>
                  <a:lnTo>
                    <a:pt x="3708" y="3752"/>
                  </a:lnTo>
                  <a:cubicBezTo>
                    <a:pt x="3599" y="3752"/>
                    <a:pt x="3491" y="3730"/>
                    <a:pt x="3382" y="3719"/>
                  </a:cubicBezTo>
                  <a:cubicBezTo>
                    <a:pt x="3332" y="3713"/>
                    <a:pt x="3281" y="3712"/>
                    <a:pt x="3230" y="3712"/>
                  </a:cubicBezTo>
                  <a:cubicBezTo>
                    <a:pt x="3159" y="3712"/>
                    <a:pt x="3088" y="3715"/>
                    <a:pt x="3019" y="3715"/>
                  </a:cubicBezTo>
                  <a:cubicBezTo>
                    <a:pt x="2996" y="3715"/>
                    <a:pt x="2974" y="3715"/>
                    <a:pt x="2952" y="3714"/>
                  </a:cubicBezTo>
                  <a:lnTo>
                    <a:pt x="2925" y="3714"/>
                  </a:lnTo>
                  <a:cubicBezTo>
                    <a:pt x="2925" y="3648"/>
                    <a:pt x="2931" y="3578"/>
                    <a:pt x="2942" y="3513"/>
                  </a:cubicBezTo>
                  <a:cubicBezTo>
                    <a:pt x="2952" y="3426"/>
                    <a:pt x="2952" y="3339"/>
                    <a:pt x="2942" y="3252"/>
                  </a:cubicBezTo>
                  <a:cubicBezTo>
                    <a:pt x="2942" y="3230"/>
                    <a:pt x="2942" y="3203"/>
                    <a:pt x="2936" y="3176"/>
                  </a:cubicBezTo>
                  <a:close/>
                  <a:moveTo>
                    <a:pt x="6638" y="3121"/>
                  </a:moveTo>
                  <a:lnTo>
                    <a:pt x="6638" y="3121"/>
                  </a:lnTo>
                  <a:cubicBezTo>
                    <a:pt x="6632" y="3295"/>
                    <a:pt x="6627" y="3464"/>
                    <a:pt x="6611" y="3638"/>
                  </a:cubicBezTo>
                  <a:cubicBezTo>
                    <a:pt x="6611" y="3659"/>
                    <a:pt x="6611" y="3687"/>
                    <a:pt x="6605" y="3708"/>
                  </a:cubicBezTo>
                  <a:lnTo>
                    <a:pt x="6546" y="3708"/>
                  </a:lnTo>
                  <a:cubicBezTo>
                    <a:pt x="6497" y="3714"/>
                    <a:pt x="6442" y="3719"/>
                    <a:pt x="6388" y="3735"/>
                  </a:cubicBezTo>
                  <a:cubicBezTo>
                    <a:pt x="6327" y="3748"/>
                    <a:pt x="6266" y="3754"/>
                    <a:pt x="6204" y="3754"/>
                  </a:cubicBezTo>
                  <a:cubicBezTo>
                    <a:pt x="6184" y="3754"/>
                    <a:pt x="6164" y="3753"/>
                    <a:pt x="6143" y="3752"/>
                  </a:cubicBezTo>
                  <a:lnTo>
                    <a:pt x="6007" y="3752"/>
                  </a:lnTo>
                  <a:cubicBezTo>
                    <a:pt x="6013" y="3616"/>
                    <a:pt x="6024" y="3485"/>
                    <a:pt x="6024" y="3355"/>
                  </a:cubicBezTo>
                  <a:lnTo>
                    <a:pt x="6029" y="3355"/>
                  </a:lnTo>
                  <a:cubicBezTo>
                    <a:pt x="6029" y="3279"/>
                    <a:pt x="6029" y="3208"/>
                    <a:pt x="6035" y="3132"/>
                  </a:cubicBezTo>
                  <a:cubicBezTo>
                    <a:pt x="6089" y="3132"/>
                    <a:pt x="6138" y="3138"/>
                    <a:pt x="6192" y="3138"/>
                  </a:cubicBezTo>
                  <a:cubicBezTo>
                    <a:pt x="6219" y="3139"/>
                    <a:pt x="6246" y="3139"/>
                    <a:pt x="6273" y="3139"/>
                  </a:cubicBezTo>
                  <a:cubicBezTo>
                    <a:pt x="6395" y="3139"/>
                    <a:pt x="6518" y="3130"/>
                    <a:pt x="6638" y="3121"/>
                  </a:cubicBezTo>
                  <a:close/>
                  <a:moveTo>
                    <a:pt x="784" y="3045"/>
                  </a:moveTo>
                  <a:cubicBezTo>
                    <a:pt x="914" y="3045"/>
                    <a:pt x="1039" y="3051"/>
                    <a:pt x="1164" y="3051"/>
                  </a:cubicBezTo>
                  <a:lnTo>
                    <a:pt x="1164" y="3746"/>
                  </a:lnTo>
                  <a:cubicBezTo>
                    <a:pt x="1110" y="3752"/>
                    <a:pt x="1056" y="3754"/>
                    <a:pt x="1002" y="3754"/>
                  </a:cubicBezTo>
                  <a:cubicBezTo>
                    <a:pt x="928" y="3754"/>
                    <a:pt x="854" y="3751"/>
                    <a:pt x="782" y="3751"/>
                  </a:cubicBezTo>
                  <a:cubicBezTo>
                    <a:pt x="759" y="3751"/>
                    <a:pt x="736" y="3751"/>
                    <a:pt x="713" y="3752"/>
                  </a:cubicBezTo>
                  <a:cubicBezTo>
                    <a:pt x="637" y="3752"/>
                    <a:pt x="561" y="3752"/>
                    <a:pt x="485" y="3763"/>
                  </a:cubicBezTo>
                  <a:cubicBezTo>
                    <a:pt x="455" y="3772"/>
                    <a:pt x="423" y="3776"/>
                    <a:pt x="392" y="3776"/>
                  </a:cubicBezTo>
                  <a:cubicBezTo>
                    <a:pt x="366" y="3776"/>
                    <a:pt x="341" y="3773"/>
                    <a:pt x="316" y="3768"/>
                  </a:cubicBezTo>
                  <a:cubicBezTo>
                    <a:pt x="316" y="3529"/>
                    <a:pt x="311" y="3290"/>
                    <a:pt x="305" y="3051"/>
                  </a:cubicBezTo>
                  <a:cubicBezTo>
                    <a:pt x="354" y="3051"/>
                    <a:pt x="403" y="3045"/>
                    <a:pt x="447" y="3045"/>
                  </a:cubicBezTo>
                  <a:close/>
                  <a:moveTo>
                    <a:pt x="3790" y="3192"/>
                  </a:moveTo>
                  <a:cubicBezTo>
                    <a:pt x="3931" y="3192"/>
                    <a:pt x="4067" y="3197"/>
                    <a:pt x="4203" y="3214"/>
                  </a:cubicBezTo>
                  <a:cubicBezTo>
                    <a:pt x="4249" y="3219"/>
                    <a:pt x="4296" y="3222"/>
                    <a:pt x="4344" y="3222"/>
                  </a:cubicBezTo>
                  <a:cubicBezTo>
                    <a:pt x="4392" y="3222"/>
                    <a:pt x="4439" y="3219"/>
                    <a:pt x="4485" y="3214"/>
                  </a:cubicBezTo>
                  <a:cubicBezTo>
                    <a:pt x="4491" y="3388"/>
                    <a:pt x="4491" y="3561"/>
                    <a:pt x="4485" y="3735"/>
                  </a:cubicBezTo>
                  <a:lnTo>
                    <a:pt x="4485" y="3752"/>
                  </a:lnTo>
                  <a:cubicBezTo>
                    <a:pt x="4431" y="3768"/>
                    <a:pt x="4371" y="3773"/>
                    <a:pt x="4317" y="3779"/>
                  </a:cubicBezTo>
                  <a:cubicBezTo>
                    <a:pt x="4252" y="3779"/>
                    <a:pt x="4192" y="3768"/>
                    <a:pt x="4127" y="3757"/>
                  </a:cubicBezTo>
                  <a:cubicBezTo>
                    <a:pt x="4063" y="3751"/>
                    <a:pt x="4001" y="3748"/>
                    <a:pt x="3939" y="3748"/>
                  </a:cubicBezTo>
                  <a:cubicBezTo>
                    <a:pt x="3895" y="3748"/>
                    <a:pt x="3851" y="3749"/>
                    <a:pt x="3806" y="3752"/>
                  </a:cubicBezTo>
                  <a:lnTo>
                    <a:pt x="3806" y="3714"/>
                  </a:lnTo>
                  <a:cubicBezTo>
                    <a:pt x="3806" y="3540"/>
                    <a:pt x="3800" y="3366"/>
                    <a:pt x="3790" y="3192"/>
                  </a:cubicBezTo>
                  <a:close/>
                  <a:moveTo>
                    <a:pt x="4801" y="3181"/>
                  </a:moveTo>
                  <a:cubicBezTo>
                    <a:pt x="4893" y="3181"/>
                    <a:pt x="4991" y="3186"/>
                    <a:pt x="5083" y="3192"/>
                  </a:cubicBezTo>
                  <a:cubicBezTo>
                    <a:pt x="5105" y="3195"/>
                    <a:pt x="5127" y="3196"/>
                    <a:pt x="5148" y="3196"/>
                  </a:cubicBezTo>
                  <a:cubicBezTo>
                    <a:pt x="5169" y="3196"/>
                    <a:pt x="5189" y="3195"/>
                    <a:pt x="5208" y="3192"/>
                  </a:cubicBezTo>
                  <a:lnTo>
                    <a:pt x="5208" y="3273"/>
                  </a:lnTo>
                  <a:cubicBezTo>
                    <a:pt x="5208" y="3447"/>
                    <a:pt x="5187" y="3610"/>
                    <a:pt x="5181" y="3784"/>
                  </a:cubicBezTo>
                  <a:lnTo>
                    <a:pt x="5176" y="3784"/>
                  </a:lnTo>
                  <a:cubicBezTo>
                    <a:pt x="5094" y="3784"/>
                    <a:pt x="5018" y="3784"/>
                    <a:pt x="4937" y="3773"/>
                  </a:cubicBezTo>
                  <a:cubicBezTo>
                    <a:pt x="4835" y="3764"/>
                    <a:pt x="4729" y="3745"/>
                    <a:pt x="4622" y="3745"/>
                  </a:cubicBezTo>
                  <a:cubicBezTo>
                    <a:pt x="4609" y="3745"/>
                    <a:pt x="4596" y="3746"/>
                    <a:pt x="4583" y="3746"/>
                  </a:cubicBezTo>
                  <a:lnTo>
                    <a:pt x="4583" y="3648"/>
                  </a:lnTo>
                  <a:cubicBezTo>
                    <a:pt x="4583" y="3551"/>
                    <a:pt x="4583" y="3453"/>
                    <a:pt x="4583" y="3355"/>
                  </a:cubicBezTo>
                  <a:cubicBezTo>
                    <a:pt x="4578" y="3306"/>
                    <a:pt x="4572" y="3252"/>
                    <a:pt x="4556" y="3203"/>
                  </a:cubicBezTo>
                  <a:cubicBezTo>
                    <a:pt x="4638" y="3192"/>
                    <a:pt x="4719" y="3186"/>
                    <a:pt x="4801" y="3181"/>
                  </a:cubicBezTo>
                  <a:close/>
                  <a:moveTo>
                    <a:pt x="5793" y="3123"/>
                  </a:moveTo>
                  <a:cubicBezTo>
                    <a:pt x="5839" y="3123"/>
                    <a:pt x="5885" y="3124"/>
                    <a:pt x="5931" y="3127"/>
                  </a:cubicBezTo>
                  <a:lnTo>
                    <a:pt x="5931" y="3165"/>
                  </a:lnTo>
                  <a:lnTo>
                    <a:pt x="5931" y="3170"/>
                  </a:lnTo>
                  <a:cubicBezTo>
                    <a:pt x="5920" y="3360"/>
                    <a:pt x="5910" y="3556"/>
                    <a:pt x="5899" y="3746"/>
                  </a:cubicBezTo>
                  <a:cubicBezTo>
                    <a:pt x="5850" y="3746"/>
                    <a:pt x="5801" y="3746"/>
                    <a:pt x="5746" y="3752"/>
                  </a:cubicBezTo>
                  <a:cubicBezTo>
                    <a:pt x="5605" y="3763"/>
                    <a:pt x="5469" y="3779"/>
                    <a:pt x="5322" y="3784"/>
                  </a:cubicBezTo>
                  <a:lnTo>
                    <a:pt x="5274" y="3784"/>
                  </a:lnTo>
                  <a:cubicBezTo>
                    <a:pt x="5284" y="3643"/>
                    <a:pt x="5301" y="3502"/>
                    <a:pt x="5301" y="3366"/>
                  </a:cubicBezTo>
                  <a:cubicBezTo>
                    <a:pt x="5301" y="3301"/>
                    <a:pt x="5295" y="3235"/>
                    <a:pt x="5295" y="3170"/>
                  </a:cubicBezTo>
                  <a:cubicBezTo>
                    <a:pt x="5324" y="3170"/>
                    <a:pt x="5353" y="3173"/>
                    <a:pt x="5381" y="3173"/>
                  </a:cubicBezTo>
                  <a:cubicBezTo>
                    <a:pt x="5394" y="3173"/>
                    <a:pt x="5408" y="3172"/>
                    <a:pt x="5420" y="3170"/>
                  </a:cubicBezTo>
                  <a:cubicBezTo>
                    <a:pt x="5502" y="3170"/>
                    <a:pt x="5578" y="3138"/>
                    <a:pt x="5654" y="3127"/>
                  </a:cubicBezTo>
                  <a:cubicBezTo>
                    <a:pt x="5700" y="3124"/>
                    <a:pt x="5746" y="3123"/>
                    <a:pt x="5793" y="3123"/>
                  </a:cubicBezTo>
                  <a:close/>
                  <a:moveTo>
                    <a:pt x="322" y="3817"/>
                  </a:moveTo>
                  <a:cubicBezTo>
                    <a:pt x="370" y="3839"/>
                    <a:pt x="419" y="3844"/>
                    <a:pt x="474" y="3844"/>
                  </a:cubicBezTo>
                  <a:cubicBezTo>
                    <a:pt x="610" y="3850"/>
                    <a:pt x="740" y="3850"/>
                    <a:pt x="876" y="3855"/>
                  </a:cubicBezTo>
                  <a:cubicBezTo>
                    <a:pt x="941" y="3855"/>
                    <a:pt x="1006" y="3857"/>
                    <a:pt x="1070" y="3857"/>
                  </a:cubicBezTo>
                  <a:cubicBezTo>
                    <a:pt x="1102" y="3857"/>
                    <a:pt x="1133" y="3857"/>
                    <a:pt x="1164" y="3855"/>
                  </a:cubicBezTo>
                  <a:lnTo>
                    <a:pt x="1164" y="4562"/>
                  </a:lnTo>
                  <a:cubicBezTo>
                    <a:pt x="1066" y="4562"/>
                    <a:pt x="963" y="4567"/>
                    <a:pt x="865" y="4567"/>
                  </a:cubicBezTo>
                  <a:cubicBezTo>
                    <a:pt x="775" y="4567"/>
                    <a:pt x="677" y="4557"/>
                    <a:pt x="581" y="4557"/>
                  </a:cubicBezTo>
                  <a:cubicBezTo>
                    <a:pt x="534" y="4557"/>
                    <a:pt x="486" y="4560"/>
                    <a:pt x="441" y="4567"/>
                  </a:cubicBezTo>
                  <a:cubicBezTo>
                    <a:pt x="403" y="4578"/>
                    <a:pt x="365" y="4589"/>
                    <a:pt x="327" y="4611"/>
                  </a:cubicBezTo>
                  <a:lnTo>
                    <a:pt x="327" y="4589"/>
                  </a:lnTo>
                  <a:cubicBezTo>
                    <a:pt x="327" y="4328"/>
                    <a:pt x="327" y="4072"/>
                    <a:pt x="322" y="3817"/>
                  </a:cubicBezTo>
                  <a:close/>
                  <a:moveTo>
                    <a:pt x="2007" y="3795"/>
                  </a:moveTo>
                  <a:cubicBezTo>
                    <a:pt x="2007" y="4067"/>
                    <a:pt x="2001" y="4339"/>
                    <a:pt x="2001" y="4611"/>
                  </a:cubicBezTo>
                  <a:lnTo>
                    <a:pt x="2001" y="4605"/>
                  </a:lnTo>
                  <a:cubicBezTo>
                    <a:pt x="1914" y="4600"/>
                    <a:pt x="1827" y="4600"/>
                    <a:pt x="1746" y="4600"/>
                  </a:cubicBezTo>
                  <a:cubicBezTo>
                    <a:pt x="1688" y="4600"/>
                    <a:pt x="1635" y="4602"/>
                    <a:pt x="1583" y="4602"/>
                  </a:cubicBezTo>
                  <a:cubicBezTo>
                    <a:pt x="1557" y="4602"/>
                    <a:pt x="1532" y="4602"/>
                    <a:pt x="1507" y="4600"/>
                  </a:cubicBezTo>
                  <a:cubicBezTo>
                    <a:pt x="1425" y="4594"/>
                    <a:pt x="1371" y="4578"/>
                    <a:pt x="1300" y="4573"/>
                  </a:cubicBezTo>
                  <a:lnTo>
                    <a:pt x="1300" y="3839"/>
                  </a:lnTo>
                  <a:cubicBezTo>
                    <a:pt x="1441" y="3817"/>
                    <a:pt x="1577" y="3801"/>
                    <a:pt x="1719" y="3795"/>
                  </a:cubicBezTo>
                  <a:close/>
                  <a:moveTo>
                    <a:pt x="7241" y="3817"/>
                  </a:moveTo>
                  <a:lnTo>
                    <a:pt x="7241" y="3817"/>
                  </a:lnTo>
                  <a:cubicBezTo>
                    <a:pt x="7236" y="3866"/>
                    <a:pt x="7236" y="3915"/>
                    <a:pt x="7230" y="3969"/>
                  </a:cubicBezTo>
                  <a:cubicBezTo>
                    <a:pt x="7230" y="4067"/>
                    <a:pt x="7209" y="4159"/>
                    <a:pt x="7198" y="4257"/>
                  </a:cubicBezTo>
                  <a:cubicBezTo>
                    <a:pt x="7187" y="4371"/>
                    <a:pt x="7192" y="4480"/>
                    <a:pt x="7198" y="4594"/>
                  </a:cubicBezTo>
                  <a:lnTo>
                    <a:pt x="7198" y="4632"/>
                  </a:lnTo>
                  <a:lnTo>
                    <a:pt x="6687" y="4632"/>
                  </a:lnTo>
                  <a:cubicBezTo>
                    <a:pt x="6692" y="4524"/>
                    <a:pt x="6703" y="4420"/>
                    <a:pt x="6719" y="4312"/>
                  </a:cubicBezTo>
                  <a:cubicBezTo>
                    <a:pt x="6730" y="4154"/>
                    <a:pt x="6736" y="3991"/>
                    <a:pt x="6725" y="3833"/>
                  </a:cubicBezTo>
                  <a:lnTo>
                    <a:pt x="6725" y="3833"/>
                  </a:lnTo>
                  <a:cubicBezTo>
                    <a:pt x="6763" y="3835"/>
                    <a:pt x="6801" y="3835"/>
                    <a:pt x="6840" y="3835"/>
                  </a:cubicBezTo>
                  <a:cubicBezTo>
                    <a:pt x="6945" y="3835"/>
                    <a:pt x="7052" y="3830"/>
                    <a:pt x="7160" y="3822"/>
                  </a:cubicBezTo>
                  <a:lnTo>
                    <a:pt x="7241" y="3817"/>
                  </a:lnTo>
                  <a:close/>
                  <a:moveTo>
                    <a:pt x="7953" y="3808"/>
                  </a:moveTo>
                  <a:cubicBezTo>
                    <a:pt x="7981" y="3808"/>
                    <a:pt x="8008" y="3810"/>
                    <a:pt x="8035" y="3817"/>
                  </a:cubicBezTo>
                  <a:cubicBezTo>
                    <a:pt x="8079" y="3826"/>
                    <a:pt x="8124" y="3835"/>
                    <a:pt x="8168" y="3835"/>
                  </a:cubicBezTo>
                  <a:cubicBezTo>
                    <a:pt x="8178" y="3835"/>
                    <a:pt x="8188" y="3834"/>
                    <a:pt x="8198" y="3833"/>
                  </a:cubicBezTo>
                  <a:cubicBezTo>
                    <a:pt x="8225" y="3831"/>
                    <a:pt x="8252" y="3829"/>
                    <a:pt x="8280" y="3829"/>
                  </a:cubicBezTo>
                  <a:cubicBezTo>
                    <a:pt x="8307" y="3829"/>
                    <a:pt x="8334" y="3831"/>
                    <a:pt x="8361" y="3833"/>
                  </a:cubicBezTo>
                  <a:lnTo>
                    <a:pt x="8361" y="4176"/>
                  </a:lnTo>
                  <a:lnTo>
                    <a:pt x="8367" y="4176"/>
                  </a:lnTo>
                  <a:lnTo>
                    <a:pt x="8367" y="4600"/>
                  </a:lnTo>
                  <a:cubicBezTo>
                    <a:pt x="8200" y="4600"/>
                    <a:pt x="8033" y="4597"/>
                    <a:pt x="7866" y="4597"/>
                  </a:cubicBezTo>
                  <a:cubicBezTo>
                    <a:pt x="7783" y="4597"/>
                    <a:pt x="7700" y="4598"/>
                    <a:pt x="7616" y="4600"/>
                  </a:cubicBezTo>
                  <a:cubicBezTo>
                    <a:pt x="7513" y="4600"/>
                    <a:pt x="7415" y="4627"/>
                    <a:pt x="7312" y="4632"/>
                  </a:cubicBezTo>
                  <a:cubicBezTo>
                    <a:pt x="7307" y="4458"/>
                    <a:pt x="7312" y="4284"/>
                    <a:pt x="7334" y="4105"/>
                  </a:cubicBezTo>
                  <a:cubicBezTo>
                    <a:pt x="7345" y="4013"/>
                    <a:pt x="7339" y="3915"/>
                    <a:pt x="7345" y="3817"/>
                  </a:cubicBezTo>
                  <a:cubicBezTo>
                    <a:pt x="7368" y="3816"/>
                    <a:pt x="7391" y="3815"/>
                    <a:pt x="7415" y="3815"/>
                  </a:cubicBezTo>
                  <a:cubicBezTo>
                    <a:pt x="7486" y="3815"/>
                    <a:pt x="7558" y="3821"/>
                    <a:pt x="7627" y="3833"/>
                  </a:cubicBezTo>
                  <a:cubicBezTo>
                    <a:pt x="7643" y="3835"/>
                    <a:pt x="7658" y="3836"/>
                    <a:pt x="7674" y="3836"/>
                  </a:cubicBezTo>
                  <a:cubicBezTo>
                    <a:pt x="7767" y="3836"/>
                    <a:pt x="7862" y="3808"/>
                    <a:pt x="7953" y="3808"/>
                  </a:cubicBezTo>
                  <a:close/>
                  <a:moveTo>
                    <a:pt x="2159" y="3801"/>
                  </a:moveTo>
                  <a:cubicBezTo>
                    <a:pt x="2295" y="3806"/>
                    <a:pt x="2431" y="3828"/>
                    <a:pt x="2572" y="3828"/>
                  </a:cubicBezTo>
                  <a:lnTo>
                    <a:pt x="2817" y="3828"/>
                  </a:lnTo>
                  <a:lnTo>
                    <a:pt x="2817" y="4138"/>
                  </a:lnTo>
                  <a:lnTo>
                    <a:pt x="2811" y="4143"/>
                  </a:lnTo>
                  <a:lnTo>
                    <a:pt x="2811" y="4638"/>
                  </a:lnTo>
                  <a:cubicBezTo>
                    <a:pt x="2746" y="4634"/>
                    <a:pt x="2680" y="4630"/>
                    <a:pt x="2615" y="4630"/>
                  </a:cubicBezTo>
                  <a:cubicBezTo>
                    <a:pt x="2588" y="4630"/>
                    <a:pt x="2561" y="4631"/>
                    <a:pt x="2534" y="4632"/>
                  </a:cubicBezTo>
                  <a:cubicBezTo>
                    <a:pt x="2393" y="4632"/>
                    <a:pt x="2246" y="4621"/>
                    <a:pt x="2104" y="4616"/>
                  </a:cubicBezTo>
                  <a:cubicBezTo>
                    <a:pt x="2104" y="4344"/>
                    <a:pt x="2104" y="4072"/>
                    <a:pt x="2099" y="3801"/>
                  </a:cubicBezTo>
                  <a:close/>
                  <a:moveTo>
                    <a:pt x="6562" y="3826"/>
                  </a:moveTo>
                  <a:cubicBezTo>
                    <a:pt x="6576" y="3826"/>
                    <a:pt x="6591" y="3826"/>
                    <a:pt x="6605" y="3828"/>
                  </a:cubicBezTo>
                  <a:cubicBezTo>
                    <a:pt x="6605" y="3942"/>
                    <a:pt x="6616" y="4062"/>
                    <a:pt x="6611" y="4181"/>
                  </a:cubicBezTo>
                  <a:cubicBezTo>
                    <a:pt x="6605" y="4333"/>
                    <a:pt x="6578" y="4480"/>
                    <a:pt x="6567" y="4632"/>
                  </a:cubicBezTo>
                  <a:cubicBezTo>
                    <a:pt x="6388" y="4643"/>
                    <a:pt x="6214" y="4654"/>
                    <a:pt x="6035" y="4654"/>
                  </a:cubicBezTo>
                  <a:lnTo>
                    <a:pt x="5991" y="4654"/>
                  </a:lnTo>
                  <a:lnTo>
                    <a:pt x="5991" y="4507"/>
                  </a:lnTo>
                  <a:cubicBezTo>
                    <a:pt x="5991" y="4317"/>
                    <a:pt x="5986" y="4121"/>
                    <a:pt x="5991" y="3931"/>
                  </a:cubicBezTo>
                  <a:lnTo>
                    <a:pt x="5996" y="3937"/>
                  </a:lnTo>
                  <a:cubicBezTo>
                    <a:pt x="5996" y="3915"/>
                    <a:pt x="5996" y="3893"/>
                    <a:pt x="6002" y="3866"/>
                  </a:cubicBezTo>
                  <a:cubicBezTo>
                    <a:pt x="6048" y="3869"/>
                    <a:pt x="6094" y="3870"/>
                    <a:pt x="6141" y="3870"/>
                  </a:cubicBezTo>
                  <a:cubicBezTo>
                    <a:pt x="6187" y="3870"/>
                    <a:pt x="6233" y="3869"/>
                    <a:pt x="6279" y="3866"/>
                  </a:cubicBezTo>
                  <a:cubicBezTo>
                    <a:pt x="6334" y="3860"/>
                    <a:pt x="6388" y="3855"/>
                    <a:pt x="6437" y="3839"/>
                  </a:cubicBezTo>
                  <a:cubicBezTo>
                    <a:pt x="6481" y="3831"/>
                    <a:pt x="6521" y="3826"/>
                    <a:pt x="6562" y="3826"/>
                  </a:cubicBezTo>
                  <a:close/>
                  <a:moveTo>
                    <a:pt x="3811" y="3866"/>
                  </a:moveTo>
                  <a:cubicBezTo>
                    <a:pt x="3947" y="3866"/>
                    <a:pt x="4089" y="3871"/>
                    <a:pt x="4224" y="3888"/>
                  </a:cubicBezTo>
                  <a:cubicBezTo>
                    <a:pt x="4246" y="3889"/>
                    <a:pt x="4268" y="3890"/>
                    <a:pt x="4290" y="3890"/>
                  </a:cubicBezTo>
                  <a:cubicBezTo>
                    <a:pt x="4355" y="3890"/>
                    <a:pt x="4420" y="3884"/>
                    <a:pt x="4485" y="3871"/>
                  </a:cubicBezTo>
                  <a:lnTo>
                    <a:pt x="4485" y="4306"/>
                  </a:lnTo>
                  <a:cubicBezTo>
                    <a:pt x="4485" y="4426"/>
                    <a:pt x="4469" y="4540"/>
                    <a:pt x="4464" y="4660"/>
                  </a:cubicBezTo>
                  <a:lnTo>
                    <a:pt x="3773" y="4660"/>
                  </a:lnTo>
                  <a:cubicBezTo>
                    <a:pt x="3773" y="4551"/>
                    <a:pt x="3784" y="4437"/>
                    <a:pt x="3795" y="4328"/>
                  </a:cubicBezTo>
                  <a:cubicBezTo>
                    <a:pt x="3811" y="4176"/>
                    <a:pt x="3811" y="4018"/>
                    <a:pt x="3811" y="3866"/>
                  </a:cubicBezTo>
                  <a:close/>
                  <a:moveTo>
                    <a:pt x="4610" y="3866"/>
                  </a:moveTo>
                  <a:cubicBezTo>
                    <a:pt x="4746" y="3866"/>
                    <a:pt x="4882" y="3893"/>
                    <a:pt x="5018" y="3904"/>
                  </a:cubicBezTo>
                  <a:lnTo>
                    <a:pt x="5176" y="3904"/>
                  </a:lnTo>
                  <a:cubicBezTo>
                    <a:pt x="5170" y="4067"/>
                    <a:pt x="5176" y="4230"/>
                    <a:pt x="5176" y="4393"/>
                  </a:cubicBezTo>
                  <a:lnTo>
                    <a:pt x="5170" y="4393"/>
                  </a:lnTo>
                  <a:lnTo>
                    <a:pt x="5170" y="4665"/>
                  </a:lnTo>
                  <a:lnTo>
                    <a:pt x="4572" y="4665"/>
                  </a:lnTo>
                  <a:cubicBezTo>
                    <a:pt x="4583" y="4529"/>
                    <a:pt x="4589" y="4388"/>
                    <a:pt x="4589" y="4246"/>
                  </a:cubicBezTo>
                  <a:lnTo>
                    <a:pt x="4589" y="3866"/>
                  </a:lnTo>
                  <a:close/>
                  <a:moveTo>
                    <a:pt x="5854" y="3871"/>
                  </a:moveTo>
                  <a:cubicBezTo>
                    <a:pt x="5865" y="3871"/>
                    <a:pt x="5877" y="3871"/>
                    <a:pt x="5888" y="3871"/>
                  </a:cubicBezTo>
                  <a:lnTo>
                    <a:pt x="5899" y="3871"/>
                  </a:lnTo>
                  <a:cubicBezTo>
                    <a:pt x="5893" y="4029"/>
                    <a:pt x="5888" y="4192"/>
                    <a:pt x="5888" y="4355"/>
                  </a:cubicBezTo>
                  <a:lnTo>
                    <a:pt x="5888" y="4665"/>
                  </a:lnTo>
                  <a:lnTo>
                    <a:pt x="5274" y="4665"/>
                  </a:lnTo>
                  <a:lnTo>
                    <a:pt x="5274" y="4524"/>
                  </a:lnTo>
                  <a:lnTo>
                    <a:pt x="5274" y="3937"/>
                  </a:lnTo>
                  <a:lnTo>
                    <a:pt x="5274" y="3909"/>
                  </a:lnTo>
                  <a:lnTo>
                    <a:pt x="5274" y="3904"/>
                  </a:lnTo>
                  <a:lnTo>
                    <a:pt x="5453" y="3904"/>
                  </a:lnTo>
                  <a:cubicBezTo>
                    <a:pt x="5588" y="3899"/>
                    <a:pt x="5719" y="3871"/>
                    <a:pt x="5854" y="3871"/>
                  </a:cubicBezTo>
                  <a:close/>
                  <a:moveTo>
                    <a:pt x="3174" y="3830"/>
                  </a:moveTo>
                  <a:cubicBezTo>
                    <a:pt x="3262" y="3830"/>
                    <a:pt x="3350" y="3834"/>
                    <a:pt x="3436" y="3844"/>
                  </a:cubicBezTo>
                  <a:cubicBezTo>
                    <a:pt x="3529" y="3855"/>
                    <a:pt x="3621" y="3866"/>
                    <a:pt x="3713" y="3866"/>
                  </a:cubicBezTo>
                  <a:cubicBezTo>
                    <a:pt x="3719" y="4024"/>
                    <a:pt x="3708" y="4176"/>
                    <a:pt x="3692" y="4328"/>
                  </a:cubicBezTo>
                  <a:cubicBezTo>
                    <a:pt x="3675" y="4437"/>
                    <a:pt x="3670" y="4551"/>
                    <a:pt x="3670" y="4660"/>
                  </a:cubicBezTo>
                  <a:cubicBezTo>
                    <a:pt x="3567" y="4660"/>
                    <a:pt x="3469" y="4660"/>
                    <a:pt x="3366" y="4665"/>
                  </a:cubicBezTo>
                  <a:cubicBezTo>
                    <a:pt x="3307" y="4669"/>
                    <a:pt x="3248" y="4672"/>
                    <a:pt x="3188" y="4672"/>
                  </a:cubicBezTo>
                  <a:cubicBezTo>
                    <a:pt x="3104" y="4672"/>
                    <a:pt x="3019" y="4667"/>
                    <a:pt x="2936" y="4654"/>
                  </a:cubicBezTo>
                  <a:lnTo>
                    <a:pt x="2925" y="4654"/>
                  </a:lnTo>
                  <a:lnTo>
                    <a:pt x="2925" y="4127"/>
                  </a:lnTo>
                  <a:lnTo>
                    <a:pt x="2925" y="3833"/>
                  </a:lnTo>
                  <a:lnTo>
                    <a:pt x="3023" y="3833"/>
                  </a:lnTo>
                  <a:cubicBezTo>
                    <a:pt x="3073" y="3831"/>
                    <a:pt x="3123" y="3830"/>
                    <a:pt x="3174" y="3830"/>
                  </a:cubicBezTo>
                  <a:close/>
                  <a:moveTo>
                    <a:pt x="1300" y="4676"/>
                  </a:moveTo>
                  <a:cubicBezTo>
                    <a:pt x="1430" y="4687"/>
                    <a:pt x="1550" y="4708"/>
                    <a:pt x="1680" y="4708"/>
                  </a:cubicBezTo>
                  <a:cubicBezTo>
                    <a:pt x="1753" y="4708"/>
                    <a:pt x="1823" y="4706"/>
                    <a:pt x="1892" y="4706"/>
                  </a:cubicBezTo>
                  <a:cubicBezTo>
                    <a:pt x="1927" y="4706"/>
                    <a:pt x="1961" y="4707"/>
                    <a:pt x="1996" y="4708"/>
                  </a:cubicBezTo>
                  <a:cubicBezTo>
                    <a:pt x="1996" y="4926"/>
                    <a:pt x="1996" y="5138"/>
                    <a:pt x="1990" y="5355"/>
                  </a:cubicBezTo>
                  <a:lnTo>
                    <a:pt x="1958" y="5355"/>
                  </a:lnTo>
                  <a:cubicBezTo>
                    <a:pt x="1740" y="5355"/>
                    <a:pt x="1517" y="5355"/>
                    <a:pt x="1300" y="5366"/>
                  </a:cubicBezTo>
                  <a:lnTo>
                    <a:pt x="1300" y="4676"/>
                  </a:lnTo>
                  <a:close/>
                  <a:moveTo>
                    <a:pt x="2104" y="4719"/>
                  </a:moveTo>
                  <a:cubicBezTo>
                    <a:pt x="2235" y="4741"/>
                    <a:pt x="2365" y="4747"/>
                    <a:pt x="2496" y="4747"/>
                  </a:cubicBezTo>
                  <a:cubicBezTo>
                    <a:pt x="2550" y="4744"/>
                    <a:pt x="2603" y="4742"/>
                    <a:pt x="2656" y="4742"/>
                  </a:cubicBezTo>
                  <a:cubicBezTo>
                    <a:pt x="2709" y="4742"/>
                    <a:pt x="2762" y="4744"/>
                    <a:pt x="2817" y="4747"/>
                  </a:cubicBezTo>
                  <a:lnTo>
                    <a:pt x="2817" y="5393"/>
                  </a:lnTo>
                  <a:lnTo>
                    <a:pt x="2735" y="5393"/>
                  </a:lnTo>
                  <a:cubicBezTo>
                    <a:pt x="2615" y="5393"/>
                    <a:pt x="2501" y="5372"/>
                    <a:pt x="2382" y="5361"/>
                  </a:cubicBezTo>
                  <a:cubicBezTo>
                    <a:pt x="2320" y="5357"/>
                    <a:pt x="2256" y="5353"/>
                    <a:pt x="2191" y="5353"/>
                  </a:cubicBezTo>
                  <a:cubicBezTo>
                    <a:pt x="2164" y="5353"/>
                    <a:pt x="2137" y="5354"/>
                    <a:pt x="2110" y="5355"/>
                  </a:cubicBezTo>
                  <a:cubicBezTo>
                    <a:pt x="2110" y="5143"/>
                    <a:pt x="2110" y="4931"/>
                    <a:pt x="2104" y="4719"/>
                  </a:cubicBezTo>
                  <a:close/>
                  <a:moveTo>
                    <a:pt x="2925" y="4768"/>
                  </a:moveTo>
                  <a:cubicBezTo>
                    <a:pt x="3015" y="4780"/>
                    <a:pt x="3108" y="4787"/>
                    <a:pt x="3199" y="4787"/>
                  </a:cubicBezTo>
                  <a:cubicBezTo>
                    <a:pt x="3229" y="4787"/>
                    <a:pt x="3260" y="4786"/>
                    <a:pt x="3289" y="4785"/>
                  </a:cubicBezTo>
                  <a:cubicBezTo>
                    <a:pt x="3414" y="4785"/>
                    <a:pt x="3540" y="4779"/>
                    <a:pt x="3670" y="4779"/>
                  </a:cubicBezTo>
                  <a:lnTo>
                    <a:pt x="3670" y="4899"/>
                  </a:lnTo>
                  <a:cubicBezTo>
                    <a:pt x="3670" y="5056"/>
                    <a:pt x="3686" y="5214"/>
                    <a:pt x="3681" y="5372"/>
                  </a:cubicBezTo>
                  <a:cubicBezTo>
                    <a:pt x="3632" y="5366"/>
                    <a:pt x="3588" y="5361"/>
                    <a:pt x="3545" y="5361"/>
                  </a:cubicBezTo>
                  <a:cubicBezTo>
                    <a:pt x="3531" y="5360"/>
                    <a:pt x="3517" y="5359"/>
                    <a:pt x="3503" y="5359"/>
                  </a:cubicBezTo>
                  <a:cubicBezTo>
                    <a:pt x="3392" y="5359"/>
                    <a:pt x="3281" y="5393"/>
                    <a:pt x="3170" y="5393"/>
                  </a:cubicBezTo>
                  <a:lnTo>
                    <a:pt x="2925" y="5393"/>
                  </a:lnTo>
                  <a:lnTo>
                    <a:pt x="2925" y="4768"/>
                  </a:lnTo>
                  <a:close/>
                  <a:moveTo>
                    <a:pt x="4453" y="4779"/>
                  </a:moveTo>
                  <a:cubicBezTo>
                    <a:pt x="4453" y="4806"/>
                    <a:pt x="4453" y="4833"/>
                    <a:pt x="4447" y="4866"/>
                  </a:cubicBezTo>
                  <a:cubicBezTo>
                    <a:pt x="4442" y="5051"/>
                    <a:pt x="4447" y="5236"/>
                    <a:pt x="4447" y="5421"/>
                  </a:cubicBezTo>
                  <a:cubicBezTo>
                    <a:pt x="4409" y="5421"/>
                    <a:pt x="4371" y="5421"/>
                    <a:pt x="4333" y="5415"/>
                  </a:cubicBezTo>
                  <a:cubicBezTo>
                    <a:pt x="4214" y="5410"/>
                    <a:pt x="4094" y="5388"/>
                    <a:pt x="3974" y="5388"/>
                  </a:cubicBezTo>
                  <a:cubicBezTo>
                    <a:pt x="3909" y="5388"/>
                    <a:pt x="3849" y="5382"/>
                    <a:pt x="3790" y="5382"/>
                  </a:cubicBezTo>
                  <a:cubicBezTo>
                    <a:pt x="3790" y="5219"/>
                    <a:pt x="3773" y="5056"/>
                    <a:pt x="3773" y="4899"/>
                  </a:cubicBezTo>
                  <a:lnTo>
                    <a:pt x="3773" y="4779"/>
                  </a:lnTo>
                  <a:close/>
                  <a:moveTo>
                    <a:pt x="5893" y="4779"/>
                  </a:moveTo>
                  <a:cubicBezTo>
                    <a:pt x="5893" y="4833"/>
                    <a:pt x="5893" y="4882"/>
                    <a:pt x="5888" y="4937"/>
                  </a:cubicBezTo>
                  <a:cubicBezTo>
                    <a:pt x="5882" y="5100"/>
                    <a:pt x="5861" y="5257"/>
                    <a:pt x="5855" y="5421"/>
                  </a:cubicBezTo>
                  <a:lnTo>
                    <a:pt x="5562" y="5421"/>
                  </a:lnTo>
                  <a:cubicBezTo>
                    <a:pt x="5500" y="5421"/>
                    <a:pt x="5438" y="5418"/>
                    <a:pt x="5375" y="5418"/>
                  </a:cubicBezTo>
                  <a:cubicBezTo>
                    <a:pt x="5344" y="5418"/>
                    <a:pt x="5312" y="5419"/>
                    <a:pt x="5279" y="5421"/>
                  </a:cubicBezTo>
                  <a:lnTo>
                    <a:pt x="5279" y="5132"/>
                  </a:lnTo>
                  <a:lnTo>
                    <a:pt x="5279" y="4779"/>
                  </a:lnTo>
                  <a:close/>
                  <a:moveTo>
                    <a:pt x="6562" y="4752"/>
                  </a:moveTo>
                  <a:cubicBezTo>
                    <a:pt x="6562" y="4931"/>
                    <a:pt x="6573" y="5111"/>
                    <a:pt x="6567" y="5290"/>
                  </a:cubicBezTo>
                  <a:cubicBezTo>
                    <a:pt x="6567" y="5334"/>
                    <a:pt x="6567" y="5377"/>
                    <a:pt x="6562" y="5421"/>
                  </a:cubicBezTo>
                  <a:lnTo>
                    <a:pt x="5964" y="5421"/>
                  </a:lnTo>
                  <a:cubicBezTo>
                    <a:pt x="5969" y="5209"/>
                    <a:pt x="5986" y="4997"/>
                    <a:pt x="5991" y="4779"/>
                  </a:cubicBezTo>
                  <a:cubicBezTo>
                    <a:pt x="6056" y="4779"/>
                    <a:pt x="6122" y="4782"/>
                    <a:pt x="6187" y="4782"/>
                  </a:cubicBezTo>
                  <a:cubicBezTo>
                    <a:pt x="6219" y="4782"/>
                    <a:pt x="6252" y="4781"/>
                    <a:pt x="6285" y="4779"/>
                  </a:cubicBezTo>
                  <a:cubicBezTo>
                    <a:pt x="6377" y="4779"/>
                    <a:pt x="6469" y="4763"/>
                    <a:pt x="6562" y="4752"/>
                  </a:cubicBezTo>
                  <a:close/>
                  <a:moveTo>
                    <a:pt x="7198" y="4752"/>
                  </a:moveTo>
                  <a:lnTo>
                    <a:pt x="7198" y="5252"/>
                  </a:lnTo>
                  <a:lnTo>
                    <a:pt x="7198" y="5415"/>
                  </a:lnTo>
                  <a:cubicBezTo>
                    <a:pt x="7078" y="5415"/>
                    <a:pt x="6959" y="5421"/>
                    <a:pt x="6839" y="5421"/>
                  </a:cubicBezTo>
                  <a:lnTo>
                    <a:pt x="6687" y="5421"/>
                  </a:lnTo>
                  <a:cubicBezTo>
                    <a:pt x="6698" y="5198"/>
                    <a:pt x="6687" y="4975"/>
                    <a:pt x="6687" y="4752"/>
                  </a:cubicBezTo>
                  <a:cubicBezTo>
                    <a:pt x="6799" y="4752"/>
                    <a:pt x="6912" y="4754"/>
                    <a:pt x="7025" y="4754"/>
                  </a:cubicBezTo>
                  <a:cubicBezTo>
                    <a:pt x="7082" y="4754"/>
                    <a:pt x="7140" y="4754"/>
                    <a:pt x="7198" y="4752"/>
                  </a:cubicBezTo>
                  <a:close/>
                  <a:moveTo>
                    <a:pt x="5165" y="4779"/>
                  </a:moveTo>
                  <a:lnTo>
                    <a:pt x="5165" y="4975"/>
                  </a:lnTo>
                  <a:cubicBezTo>
                    <a:pt x="5165" y="5122"/>
                    <a:pt x="5176" y="5274"/>
                    <a:pt x="5170" y="5421"/>
                  </a:cubicBezTo>
                  <a:lnTo>
                    <a:pt x="5100" y="5431"/>
                  </a:lnTo>
                  <a:cubicBezTo>
                    <a:pt x="5022" y="5442"/>
                    <a:pt x="4941" y="5448"/>
                    <a:pt x="4859" y="5448"/>
                  </a:cubicBezTo>
                  <a:cubicBezTo>
                    <a:pt x="4814" y="5448"/>
                    <a:pt x="4769" y="5446"/>
                    <a:pt x="4725" y="5442"/>
                  </a:cubicBezTo>
                  <a:cubicBezTo>
                    <a:pt x="4670" y="5431"/>
                    <a:pt x="4616" y="5431"/>
                    <a:pt x="4561" y="5426"/>
                  </a:cubicBezTo>
                  <a:cubicBezTo>
                    <a:pt x="4561" y="5225"/>
                    <a:pt x="4556" y="5024"/>
                    <a:pt x="4561" y="4823"/>
                  </a:cubicBezTo>
                  <a:lnTo>
                    <a:pt x="4561" y="4779"/>
                  </a:lnTo>
                  <a:close/>
                  <a:moveTo>
                    <a:pt x="7784" y="4712"/>
                  </a:moveTo>
                  <a:cubicBezTo>
                    <a:pt x="7854" y="4712"/>
                    <a:pt x="7923" y="4714"/>
                    <a:pt x="7991" y="4719"/>
                  </a:cubicBezTo>
                  <a:lnTo>
                    <a:pt x="8367" y="4719"/>
                  </a:lnTo>
                  <a:lnTo>
                    <a:pt x="8367" y="4839"/>
                  </a:lnTo>
                  <a:cubicBezTo>
                    <a:pt x="8361" y="4937"/>
                    <a:pt x="8350" y="5040"/>
                    <a:pt x="8334" y="5138"/>
                  </a:cubicBezTo>
                  <a:cubicBezTo>
                    <a:pt x="8323" y="5236"/>
                    <a:pt x="8334" y="5328"/>
                    <a:pt x="8334" y="5426"/>
                  </a:cubicBezTo>
                  <a:cubicBezTo>
                    <a:pt x="8323" y="5421"/>
                    <a:pt x="8312" y="5421"/>
                    <a:pt x="8307" y="5421"/>
                  </a:cubicBezTo>
                  <a:cubicBezTo>
                    <a:pt x="8210" y="5425"/>
                    <a:pt x="8110" y="5456"/>
                    <a:pt x="8013" y="5456"/>
                  </a:cubicBezTo>
                  <a:cubicBezTo>
                    <a:pt x="7980" y="5456"/>
                    <a:pt x="7947" y="5452"/>
                    <a:pt x="7915" y="5442"/>
                  </a:cubicBezTo>
                  <a:cubicBezTo>
                    <a:pt x="7877" y="5426"/>
                    <a:pt x="7834" y="5421"/>
                    <a:pt x="7796" y="5421"/>
                  </a:cubicBezTo>
                  <a:cubicBezTo>
                    <a:pt x="7741" y="5421"/>
                    <a:pt x="7699" y="5448"/>
                    <a:pt x="7646" y="5448"/>
                  </a:cubicBezTo>
                  <a:cubicBezTo>
                    <a:pt x="7642" y="5448"/>
                    <a:pt x="7637" y="5448"/>
                    <a:pt x="7633" y="5448"/>
                  </a:cubicBezTo>
                  <a:cubicBezTo>
                    <a:pt x="7578" y="5448"/>
                    <a:pt x="7524" y="5426"/>
                    <a:pt x="7475" y="5421"/>
                  </a:cubicBezTo>
                  <a:cubicBezTo>
                    <a:pt x="7426" y="5415"/>
                    <a:pt x="7377" y="5415"/>
                    <a:pt x="7334" y="5415"/>
                  </a:cubicBezTo>
                  <a:cubicBezTo>
                    <a:pt x="7339" y="5192"/>
                    <a:pt x="7328" y="4969"/>
                    <a:pt x="7323" y="4752"/>
                  </a:cubicBezTo>
                  <a:cubicBezTo>
                    <a:pt x="7388" y="4747"/>
                    <a:pt x="7459" y="4736"/>
                    <a:pt x="7529" y="4725"/>
                  </a:cubicBezTo>
                  <a:cubicBezTo>
                    <a:pt x="7613" y="4716"/>
                    <a:pt x="7699" y="4712"/>
                    <a:pt x="7784" y="4712"/>
                  </a:cubicBezTo>
                  <a:close/>
                  <a:moveTo>
                    <a:pt x="539" y="4654"/>
                  </a:moveTo>
                  <a:cubicBezTo>
                    <a:pt x="664" y="4660"/>
                    <a:pt x="789" y="4670"/>
                    <a:pt x="919" y="4670"/>
                  </a:cubicBezTo>
                  <a:cubicBezTo>
                    <a:pt x="974" y="4670"/>
                    <a:pt x="1028" y="4668"/>
                    <a:pt x="1083" y="4668"/>
                  </a:cubicBezTo>
                  <a:cubicBezTo>
                    <a:pt x="1110" y="4668"/>
                    <a:pt x="1137" y="4669"/>
                    <a:pt x="1164" y="4670"/>
                  </a:cubicBezTo>
                  <a:lnTo>
                    <a:pt x="1164" y="5170"/>
                  </a:lnTo>
                  <a:lnTo>
                    <a:pt x="1164" y="5377"/>
                  </a:lnTo>
                  <a:cubicBezTo>
                    <a:pt x="1121" y="5382"/>
                    <a:pt x="1077" y="5388"/>
                    <a:pt x="1034" y="5393"/>
                  </a:cubicBezTo>
                  <a:cubicBezTo>
                    <a:pt x="876" y="5415"/>
                    <a:pt x="724" y="5453"/>
                    <a:pt x="572" y="5486"/>
                  </a:cubicBezTo>
                  <a:cubicBezTo>
                    <a:pt x="536" y="5491"/>
                    <a:pt x="502" y="5491"/>
                    <a:pt x="468" y="5491"/>
                  </a:cubicBezTo>
                  <a:cubicBezTo>
                    <a:pt x="434" y="5491"/>
                    <a:pt x="400" y="5491"/>
                    <a:pt x="365" y="5497"/>
                  </a:cubicBezTo>
                  <a:cubicBezTo>
                    <a:pt x="349" y="5502"/>
                    <a:pt x="332" y="5508"/>
                    <a:pt x="322" y="5513"/>
                  </a:cubicBezTo>
                  <a:lnTo>
                    <a:pt x="322" y="4692"/>
                  </a:lnTo>
                  <a:cubicBezTo>
                    <a:pt x="338" y="4692"/>
                    <a:pt x="354" y="4687"/>
                    <a:pt x="370" y="4681"/>
                  </a:cubicBezTo>
                  <a:cubicBezTo>
                    <a:pt x="425" y="4665"/>
                    <a:pt x="479" y="4654"/>
                    <a:pt x="539" y="4654"/>
                  </a:cubicBezTo>
                  <a:close/>
                  <a:moveTo>
                    <a:pt x="6357" y="5524"/>
                  </a:moveTo>
                  <a:cubicBezTo>
                    <a:pt x="6423" y="5524"/>
                    <a:pt x="6489" y="5526"/>
                    <a:pt x="6556" y="5529"/>
                  </a:cubicBezTo>
                  <a:cubicBezTo>
                    <a:pt x="6546" y="5654"/>
                    <a:pt x="6535" y="5774"/>
                    <a:pt x="6535" y="5893"/>
                  </a:cubicBezTo>
                  <a:lnTo>
                    <a:pt x="6535" y="6133"/>
                  </a:lnTo>
                  <a:lnTo>
                    <a:pt x="6361" y="6133"/>
                  </a:lnTo>
                  <a:cubicBezTo>
                    <a:pt x="6274" y="6133"/>
                    <a:pt x="6184" y="6128"/>
                    <a:pt x="6096" y="6128"/>
                  </a:cubicBezTo>
                  <a:cubicBezTo>
                    <a:pt x="6051" y="6128"/>
                    <a:pt x="6007" y="6129"/>
                    <a:pt x="5964" y="6133"/>
                  </a:cubicBezTo>
                  <a:cubicBezTo>
                    <a:pt x="5969" y="5970"/>
                    <a:pt x="5964" y="5801"/>
                    <a:pt x="5964" y="5638"/>
                  </a:cubicBezTo>
                  <a:lnTo>
                    <a:pt x="5964" y="5529"/>
                  </a:lnTo>
                  <a:cubicBezTo>
                    <a:pt x="6094" y="5529"/>
                    <a:pt x="6225" y="5524"/>
                    <a:pt x="6357" y="5524"/>
                  </a:cubicBezTo>
                  <a:close/>
                  <a:moveTo>
                    <a:pt x="7182" y="5518"/>
                  </a:moveTo>
                  <a:cubicBezTo>
                    <a:pt x="7182" y="5540"/>
                    <a:pt x="7182" y="5562"/>
                    <a:pt x="7176" y="5584"/>
                  </a:cubicBezTo>
                  <a:cubicBezTo>
                    <a:pt x="7160" y="5681"/>
                    <a:pt x="7149" y="5779"/>
                    <a:pt x="7149" y="5877"/>
                  </a:cubicBezTo>
                  <a:cubicBezTo>
                    <a:pt x="7154" y="5953"/>
                    <a:pt x="7165" y="6035"/>
                    <a:pt x="7176" y="6111"/>
                  </a:cubicBezTo>
                  <a:lnTo>
                    <a:pt x="7176" y="6133"/>
                  </a:lnTo>
                  <a:lnTo>
                    <a:pt x="6654" y="6133"/>
                  </a:lnTo>
                  <a:lnTo>
                    <a:pt x="6654" y="6040"/>
                  </a:lnTo>
                  <a:cubicBezTo>
                    <a:pt x="6654" y="5866"/>
                    <a:pt x="6665" y="5698"/>
                    <a:pt x="6676" y="5524"/>
                  </a:cubicBezTo>
                  <a:cubicBezTo>
                    <a:pt x="6839" y="5524"/>
                    <a:pt x="7013" y="5518"/>
                    <a:pt x="7182" y="5518"/>
                  </a:cubicBezTo>
                  <a:close/>
                  <a:moveTo>
                    <a:pt x="7323" y="5524"/>
                  </a:moveTo>
                  <a:cubicBezTo>
                    <a:pt x="7399" y="5529"/>
                    <a:pt x="7480" y="5535"/>
                    <a:pt x="7557" y="5551"/>
                  </a:cubicBezTo>
                  <a:cubicBezTo>
                    <a:pt x="7587" y="5558"/>
                    <a:pt x="7619" y="5562"/>
                    <a:pt x="7651" y="5562"/>
                  </a:cubicBezTo>
                  <a:cubicBezTo>
                    <a:pt x="7671" y="5562"/>
                    <a:pt x="7690" y="5561"/>
                    <a:pt x="7709" y="5556"/>
                  </a:cubicBezTo>
                  <a:cubicBezTo>
                    <a:pt x="7736" y="5546"/>
                    <a:pt x="7764" y="5540"/>
                    <a:pt x="7793" y="5540"/>
                  </a:cubicBezTo>
                  <a:cubicBezTo>
                    <a:pt x="7822" y="5540"/>
                    <a:pt x="7850" y="5546"/>
                    <a:pt x="7877" y="5556"/>
                  </a:cubicBezTo>
                  <a:cubicBezTo>
                    <a:pt x="7913" y="5566"/>
                    <a:pt x="7950" y="5570"/>
                    <a:pt x="7986" y="5570"/>
                  </a:cubicBezTo>
                  <a:cubicBezTo>
                    <a:pt x="8091" y="5570"/>
                    <a:pt x="8196" y="5539"/>
                    <a:pt x="8301" y="5535"/>
                  </a:cubicBezTo>
                  <a:lnTo>
                    <a:pt x="8312" y="5535"/>
                  </a:lnTo>
                  <a:cubicBezTo>
                    <a:pt x="8307" y="5551"/>
                    <a:pt x="8301" y="5567"/>
                    <a:pt x="8301" y="5584"/>
                  </a:cubicBezTo>
                  <a:lnTo>
                    <a:pt x="8296" y="5578"/>
                  </a:lnTo>
                  <a:cubicBezTo>
                    <a:pt x="8290" y="5638"/>
                    <a:pt x="8290" y="5692"/>
                    <a:pt x="8290" y="5752"/>
                  </a:cubicBezTo>
                  <a:cubicBezTo>
                    <a:pt x="8290" y="5855"/>
                    <a:pt x="8274" y="5959"/>
                    <a:pt x="8258" y="6062"/>
                  </a:cubicBezTo>
                  <a:lnTo>
                    <a:pt x="8258" y="6105"/>
                  </a:lnTo>
                  <a:cubicBezTo>
                    <a:pt x="8171" y="6105"/>
                    <a:pt x="8089" y="6116"/>
                    <a:pt x="8002" y="6133"/>
                  </a:cubicBezTo>
                  <a:cubicBezTo>
                    <a:pt x="7940" y="6138"/>
                    <a:pt x="7875" y="6141"/>
                    <a:pt x="7809" y="6141"/>
                  </a:cubicBezTo>
                  <a:cubicBezTo>
                    <a:pt x="7744" y="6141"/>
                    <a:pt x="7679" y="6138"/>
                    <a:pt x="7616" y="6133"/>
                  </a:cubicBezTo>
                  <a:lnTo>
                    <a:pt x="7323" y="6133"/>
                  </a:lnTo>
                  <a:cubicBezTo>
                    <a:pt x="7323" y="6116"/>
                    <a:pt x="7317" y="6095"/>
                    <a:pt x="7312" y="6078"/>
                  </a:cubicBezTo>
                  <a:cubicBezTo>
                    <a:pt x="7296" y="5980"/>
                    <a:pt x="7285" y="5883"/>
                    <a:pt x="7290" y="5785"/>
                  </a:cubicBezTo>
                  <a:cubicBezTo>
                    <a:pt x="7296" y="5698"/>
                    <a:pt x="7312" y="5611"/>
                    <a:pt x="7323" y="5524"/>
                  </a:cubicBezTo>
                  <a:close/>
                  <a:moveTo>
                    <a:pt x="3779" y="5491"/>
                  </a:moveTo>
                  <a:cubicBezTo>
                    <a:pt x="3904" y="5497"/>
                    <a:pt x="4023" y="5491"/>
                    <a:pt x="4143" y="5502"/>
                  </a:cubicBezTo>
                  <a:cubicBezTo>
                    <a:pt x="4246" y="5513"/>
                    <a:pt x="4349" y="5518"/>
                    <a:pt x="4447" y="5524"/>
                  </a:cubicBezTo>
                  <a:cubicBezTo>
                    <a:pt x="4447" y="5736"/>
                    <a:pt x="4453" y="5953"/>
                    <a:pt x="4458" y="6165"/>
                  </a:cubicBezTo>
                  <a:lnTo>
                    <a:pt x="4328" y="6165"/>
                  </a:lnTo>
                  <a:cubicBezTo>
                    <a:pt x="4132" y="6165"/>
                    <a:pt x="3936" y="6154"/>
                    <a:pt x="3741" y="6154"/>
                  </a:cubicBezTo>
                  <a:lnTo>
                    <a:pt x="3741" y="6051"/>
                  </a:lnTo>
                  <a:cubicBezTo>
                    <a:pt x="3735" y="5937"/>
                    <a:pt x="3735" y="5828"/>
                    <a:pt x="3746" y="5720"/>
                  </a:cubicBezTo>
                  <a:cubicBezTo>
                    <a:pt x="3752" y="5643"/>
                    <a:pt x="3773" y="5567"/>
                    <a:pt x="3779" y="5491"/>
                  </a:cubicBezTo>
                  <a:close/>
                  <a:moveTo>
                    <a:pt x="4561" y="5529"/>
                  </a:moveTo>
                  <a:lnTo>
                    <a:pt x="4561" y="5529"/>
                  </a:lnTo>
                  <a:cubicBezTo>
                    <a:pt x="4681" y="5546"/>
                    <a:pt x="4801" y="5556"/>
                    <a:pt x="4920" y="5556"/>
                  </a:cubicBezTo>
                  <a:cubicBezTo>
                    <a:pt x="5002" y="5556"/>
                    <a:pt x="5083" y="5540"/>
                    <a:pt x="5165" y="5535"/>
                  </a:cubicBezTo>
                  <a:lnTo>
                    <a:pt x="5165" y="5535"/>
                  </a:lnTo>
                  <a:cubicBezTo>
                    <a:pt x="5165" y="5556"/>
                    <a:pt x="5165" y="5578"/>
                    <a:pt x="5159" y="5600"/>
                  </a:cubicBezTo>
                  <a:lnTo>
                    <a:pt x="5154" y="5600"/>
                  </a:lnTo>
                  <a:cubicBezTo>
                    <a:pt x="5132" y="5790"/>
                    <a:pt x="5121" y="5975"/>
                    <a:pt x="5121" y="6165"/>
                  </a:cubicBezTo>
                  <a:lnTo>
                    <a:pt x="4578" y="6165"/>
                  </a:lnTo>
                  <a:cubicBezTo>
                    <a:pt x="4572" y="5953"/>
                    <a:pt x="4567" y="5741"/>
                    <a:pt x="4561" y="5529"/>
                  </a:cubicBezTo>
                  <a:close/>
                  <a:moveTo>
                    <a:pt x="5855" y="5529"/>
                  </a:moveTo>
                  <a:cubicBezTo>
                    <a:pt x="5855" y="5720"/>
                    <a:pt x="5855" y="5915"/>
                    <a:pt x="5850" y="6105"/>
                  </a:cubicBezTo>
                  <a:lnTo>
                    <a:pt x="5850" y="6144"/>
                  </a:lnTo>
                  <a:cubicBezTo>
                    <a:pt x="5768" y="6160"/>
                    <a:pt x="5681" y="6165"/>
                    <a:pt x="5600" y="6171"/>
                  </a:cubicBezTo>
                  <a:lnTo>
                    <a:pt x="5246" y="6171"/>
                  </a:lnTo>
                  <a:cubicBezTo>
                    <a:pt x="5241" y="6002"/>
                    <a:pt x="5241" y="5834"/>
                    <a:pt x="5263" y="5671"/>
                  </a:cubicBezTo>
                  <a:cubicBezTo>
                    <a:pt x="5268" y="5622"/>
                    <a:pt x="5274" y="5573"/>
                    <a:pt x="5274" y="5529"/>
                  </a:cubicBezTo>
                  <a:close/>
                  <a:moveTo>
                    <a:pt x="1990" y="5459"/>
                  </a:moveTo>
                  <a:lnTo>
                    <a:pt x="1990" y="5937"/>
                  </a:lnTo>
                  <a:lnTo>
                    <a:pt x="1990" y="6154"/>
                  </a:lnTo>
                  <a:lnTo>
                    <a:pt x="1963" y="6154"/>
                  </a:lnTo>
                  <a:cubicBezTo>
                    <a:pt x="1740" y="6154"/>
                    <a:pt x="1523" y="6182"/>
                    <a:pt x="1300" y="6198"/>
                  </a:cubicBezTo>
                  <a:lnTo>
                    <a:pt x="1300" y="6100"/>
                  </a:lnTo>
                  <a:lnTo>
                    <a:pt x="1300" y="5469"/>
                  </a:lnTo>
                  <a:cubicBezTo>
                    <a:pt x="1447" y="5464"/>
                    <a:pt x="1588" y="5459"/>
                    <a:pt x="1729" y="5459"/>
                  </a:cubicBezTo>
                  <a:close/>
                  <a:moveTo>
                    <a:pt x="2148" y="5459"/>
                  </a:moveTo>
                  <a:cubicBezTo>
                    <a:pt x="2284" y="5459"/>
                    <a:pt x="2414" y="5464"/>
                    <a:pt x="2550" y="5486"/>
                  </a:cubicBezTo>
                  <a:cubicBezTo>
                    <a:pt x="2612" y="5490"/>
                    <a:pt x="2673" y="5493"/>
                    <a:pt x="2735" y="5493"/>
                  </a:cubicBezTo>
                  <a:cubicBezTo>
                    <a:pt x="2760" y="5493"/>
                    <a:pt x="2786" y="5493"/>
                    <a:pt x="2811" y="5491"/>
                  </a:cubicBezTo>
                  <a:lnTo>
                    <a:pt x="2811" y="5491"/>
                  </a:lnTo>
                  <a:cubicBezTo>
                    <a:pt x="2811" y="5725"/>
                    <a:pt x="2800" y="5964"/>
                    <a:pt x="2806" y="6198"/>
                  </a:cubicBezTo>
                  <a:lnTo>
                    <a:pt x="2800" y="6198"/>
                  </a:lnTo>
                  <a:lnTo>
                    <a:pt x="2746" y="6192"/>
                  </a:lnTo>
                  <a:cubicBezTo>
                    <a:pt x="2539" y="6171"/>
                    <a:pt x="2327" y="6165"/>
                    <a:pt x="2115" y="6160"/>
                  </a:cubicBezTo>
                  <a:lnTo>
                    <a:pt x="2115" y="5910"/>
                  </a:lnTo>
                  <a:lnTo>
                    <a:pt x="2115" y="5459"/>
                  </a:lnTo>
                  <a:close/>
                  <a:moveTo>
                    <a:pt x="3510" y="5462"/>
                  </a:moveTo>
                  <a:cubicBezTo>
                    <a:pt x="3529" y="5462"/>
                    <a:pt x="3548" y="5463"/>
                    <a:pt x="3567" y="5464"/>
                  </a:cubicBezTo>
                  <a:lnTo>
                    <a:pt x="3675" y="5480"/>
                  </a:lnTo>
                  <a:cubicBezTo>
                    <a:pt x="3665" y="5556"/>
                    <a:pt x="3648" y="5638"/>
                    <a:pt x="3637" y="5720"/>
                  </a:cubicBezTo>
                  <a:cubicBezTo>
                    <a:pt x="3626" y="5828"/>
                    <a:pt x="3626" y="5937"/>
                    <a:pt x="3626" y="6051"/>
                  </a:cubicBezTo>
                  <a:lnTo>
                    <a:pt x="3626" y="6154"/>
                  </a:lnTo>
                  <a:lnTo>
                    <a:pt x="3545" y="6160"/>
                  </a:lnTo>
                  <a:cubicBezTo>
                    <a:pt x="3338" y="6176"/>
                    <a:pt x="3132" y="6203"/>
                    <a:pt x="2925" y="6203"/>
                  </a:cubicBezTo>
                  <a:lnTo>
                    <a:pt x="2925" y="6067"/>
                  </a:lnTo>
                  <a:lnTo>
                    <a:pt x="2925" y="5491"/>
                  </a:lnTo>
                  <a:lnTo>
                    <a:pt x="2936" y="5491"/>
                  </a:lnTo>
                  <a:cubicBezTo>
                    <a:pt x="2973" y="5493"/>
                    <a:pt x="3009" y="5493"/>
                    <a:pt x="3045" y="5493"/>
                  </a:cubicBezTo>
                  <a:cubicBezTo>
                    <a:pt x="3144" y="5493"/>
                    <a:pt x="3243" y="5488"/>
                    <a:pt x="3338" y="5480"/>
                  </a:cubicBezTo>
                  <a:cubicBezTo>
                    <a:pt x="3395" y="5468"/>
                    <a:pt x="3453" y="5462"/>
                    <a:pt x="3510" y="5462"/>
                  </a:cubicBezTo>
                  <a:close/>
                  <a:moveTo>
                    <a:pt x="1164" y="5469"/>
                  </a:moveTo>
                  <a:lnTo>
                    <a:pt x="1164" y="5904"/>
                  </a:lnTo>
                  <a:lnTo>
                    <a:pt x="1164" y="6198"/>
                  </a:lnTo>
                  <a:lnTo>
                    <a:pt x="1104" y="6198"/>
                  </a:lnTo>
                  <a:cubicBezTo>
                    <a:pt x="1071" y="6195"/>
                    <a:pt x="1037" y="6194"/>
                    <a:pt x="1004" y="6194"/>
                  </a:cubicBezTo>
                  <a:cubicBezTo>
                    <a:pt x="912" y="6194"/>
                    <a:pt x="821" y="6204"/>
                    <a:pt x="729" y="6220"/>
                  </a:cubicBezTo>
                  <a:cubicBezTo>
                    <a:pt x="673" y="6236"/>
                    <a:pt x="616" y="6243"/>
                    <a:pt x="561" y="6243"/>
                  </a:cubicBezTo>
                  <a:cubicBezTo>
                    <a:pt x="526" y="6243"/>
                    <a:pt x="491" y="6240"/>
                    <a:pt x="457" y="6236"/>
                  </a:cubicBezTo>
                  <a:cubicBezTo>
                    <a:pt x="427" y="6232"/>
                    <a:pt x="396" y="6228"/>
                    <a:pt x="363" y="6228"/>
                  </a:cubicBezTo>
                  <a:cubicBezTo>
                    <a:pt x="350" y="6228"/>
                    <a:pt x="336" y="6229"/>
                    <a:pt x="322" y="6230"/>
                  </a:cubicBezTo>
                  <a:lnTo>
                    <a:pt x="322" y="5589"/>
                  </a:lnTo>
                  <a:cubicBezTo>
                    <a:pt x="349" y="5578"/>
                    <a:pt x="381" y="5573"/>
                    <a:pt x="408" y="5573"/>
                  </a:cubicBezTo>
                  <a:cubicBezTo>
                    <a:pt x="430" y="5573"/>
                    <a:pt x="452" y="5578"/>
                    <a:pt x="474" y="5578"/>
                  </a:cubicBezTo>
                  <a:cubicBezTo>
                    <a:pt x="599" y="5578"/>
                    <a:pt x="729" y="5529"/>
                    <a:pt x="854" y="5508"/>
                  </a:cubicBezTo>
                  <a:cubicBezTo>
                    <a:pt x="958" y="5491"/>
                    <a:pt x="1061" y="5480"/>
                    <a:pt x="1164" y="5469"/>
                  </a:cubicBezTo>
                  <a:close/>
                  <a:moveTo>
                    <a:pt x="4926" y="6285"/>
                  </a:moveTo>
                  <a:cubicBezTo>
                    <a:pt x="4996" y="6285"/>
                    <a:pt x="5056" y="6285"/>
                    <a:pt x="5121" y="6290"/>
                  </a:cubicBezTo>
                  <a:cubicBezTo>
                    <a:pt x="5121" y="6426"/>
                    <a:pt x="5127" y="6562"/>
                    <a:pt x="5121" y="6698"/>
                  </a:cubicBezTo>
                  <a:lnTo>
                    <a:pt x="5121" y="6850"/>
                  </a:lnTo>
                  <a:lnTo>
                    <a:pt x="4931" y="6850"/>
                  </a:lnTo>
                  <a:cubicBezTo>
                    <a:pt x="4806" y="6850"/>
                    <a:pt x="4681" y="6850"/>
                    <a:pt x="4556" y="6845"/>
                  </a:cubicBezTo>
                  <a:cubicBezTo>
                    <a:pt x="4561" y="6796"/>
                    <a:pt x="4567" y="6741"/>
                    <a:pt x="4567" y="6693"/>
                  </a:cubicBezTo>
                  <a:cubicBezTo>
                    <a:pt x="4578" y="6557"/>
                    <a:pt x="4578" y="6421"/>
                    <a:pt x="4578" y="6285"/>
                  </a:cubicBezTo>
                  <a:close/>
                  <a:moveTo>
                    <a:pt x="5844" y="6274"/>
                  </a:moveTo>
                  <a:lnTo>
                    <a:pt x="5844" y="6274"/>
                  </a:lnTo>
                  <a:cubicBezTo>
                    <a:pt x="5833" y="6388"/>
                    <a:pt x="5839" y="6508"/>
                    <a:pt x="5855" y="6622"/>
                  </a:cubicBezTo>
                  <a:cubicBezTo>
                    <a:pt x="5866" y="6698"/>
                    <a:pt x="5877" y="6774"/>
                    <a:pt x="5877" y="6850"/>
                  </a:cubicBezTo>
                  <a:lnTo>
                    <a:pt x="5252" y="6850"/>
                  </a:lnTo>
                  <a:lnTo>
                    <a:pt x="5252" y="6845"/>
                  </a:lnTo>
                  <a:lnTo>
                    <a:pt x="5252" y="6290"/>
                  </a:lnTo>
                  <a:cubicBezTo>
                    <a:pt x="5318" y="6294"/>
                    <a:pt x="5385" y="6296"/>
                    <a:pt x="5451" y="6296"/>
                  </a:cubicBezTo>
                  <a:cubicBezTo>
                    <a:pt x="5558" y="6296"/>
                    <a:pt x="5664" y="6292"/>
                    <a:pt x="5768" y="6285"/>
                  </a:cubicBezTo>
                  <a:lnTo>
                    <a:pt x="5844" y="6274"/>
                  </a:lnTo>
                  <a:close/>
                  <a:moveTo>
                    <a:pt x="6529" y="6252"/>
                  </a:moveTo>
                  <a:cubicBezTo>
                    <a:pt x="6524" y="6323"/>
                    <a:pt x="6513" y="6388"/>
                    <a:pt x="6507" y="6459"/>
                  </a:cubicBezTo>
                  <a:cubicBezTo>
                    <a:pt x="6497" y="6589"/>
                    <a:pt x="6491" y="6720"/>
                    <a:pt x="6497" y="6856"/>
                  </a:cubicBezTo>
                  <a:lnTo>
                    <a:pt x="6002" y="6856"/>
                  </a:lnTo>
                  <a:cubicBezTo>
                    <a:pt x="6002" y="6818"/>
                    <a:pt x="5996" y="6785"/>
                    <a:pt x="5991" y="6747"/>
                  </a:cubicBezTo>
                  <a:cubicBezTo>
                    <a:pt x="5969" y="6589"/>
                    <a:pt x="5958" y="6426"/>
                    <a:pt x="5958" y="6263"/>
                  </a:cubicBezTo>
                  <a:cubicBezTo>
                    <a:pt x="6007" y="6258"/>
                    <a:pt x="6056" y="6252"/>
                    <a:pt x="6111" y="6252"/>
                  </a:cubicBezTo>
                  <a:close/>
                  <a:moveTo>
                    <a:pt x="7187" y="6258"/>
                  </a:moveTo>
                  <a:cubicBezTo>
                    <a:pt x="7187" y="6317"/>
                    <a:pt x="7187" y="6383"/>
                    <a:pt x="7182" y="6442"/>
                  </a:cubicBezTo>
                  <a:cubicBezTo>
                    <a:pt x="7171" y="6557"/>
                    <a:pt x="7143" y="6665"/>
                    <a:pt x="7143" y="6779"/>
                  </a:cubicBezTo>
                  <a:cubicBezTo>
                    <a:pt x="7143" y="6807"/>
                    <a:pt x="7143" y="6834"/>
                    <a:pt x="7149" y="6861"/>
                  </a:cubicBezTo>
                  <a:cubicBezTo>
                    <a:pt x="6975" y="6856"/>
                    <a:pt x="6801" y="6856"/>
                    <a:pt x="6627" y="6856"/>
                  </a:cubicBezTo>
                  <a:lnTo>
                    <a:pt x="6627" y="6622"/>
                  </a:lnTo>
                  <a:cubicBezTo>
                    <a:pt x="6627" y="6524"/>
                    <a:pt x="6638" y="6426"/>
                    <a:pt x="6649" y="6328"/>
                  </a:cubicBezTo>
                  <a:cubicBezTo>
                    <a:pt x="6649" y="6307"/>
                    <a:pt x="6654" y="6279"/>
                    <a:pt x="6654" y="6258"/>
                  </a:cubicBezTo>
                  <a:close/>
                  <a:moveTo>
                    <a:pt x="2115" y="6269"/>
                  </a:moveTo>
                  <a:cubicBezTo>
                    <a:pt x="2251" y="6269"/>
                    <a:pt x="2393" y="6279"/>
                    <a:pt x="2528" y="6285"/>
                  </a:cubicBezTo>
                  <a:cubicBezTo>
                    <a:pt x="2621" y="6285"/>
                    <a:pt x="2713" y="6301"/>
                    <a:pt x="2806" y="6312"/>
                  </a:cubicBezTo>
                  <a:cubicBezTo>
                    <a:pt x="2811" y="6410"/>
                    <a:pt x="2817" y="6513"/>
                    <a:pt x="2833" y="6616"/>
                  </a:cubicBezTo>
                  <a:cubicBezTo>
                    <a:pt x="2844" y="6703"/>
                    <a:pt x="2849" y="6796"/>
                    <a:pt x="2844" y="6888"/>
                  </a:cubicBezTo>
                  <a:lnTo>
                    <a:pt x="2104" y="6888"/>
                  </a:lnTo>
                  <a:cubicBezTo>
                    <a:pt x="2115" y="6682"/>
                    <a:pt x="2115" y="6475"/>
                    <a:pt x="2115" y="6269"/>
                  </a:cubicBezTo>
                  <a:close/>
                  <a:moveTo>
                    <a:pt x="3632" y="6279"/>
                  </a:moveTo>
                  <a:lnTo>
                    <a:pt x="3632" y="6654"/>
                  </a:lnTo>
                  <a:lnTo>
                    <a:pt x="3632" y="6888"/>
                  </a:lnTo>
                  <a:lnTo>
                    <a:pt x="2963" y="6888"/>
                  </a:lnTo>
                  <a:cubicBezTo>
                    <a:pt x="2963" y="6801"/>
                    <a:pt x="2963" y="6720"/>
                    <a:pt x="2958" y="6638"/>
                  </a:cubicBezTo>
                  <a:lnTo>
                    <a:pt x="2958" y="6633"/>
                  </a:lnTo>
                  <a:cubicBezTo>
                    <a:pt x="2942" y="6540"/>
                    <a:pt x="2931" y="6442"/>
                    <a:pt x="2925" y="6345"/>
                  </a:cubicBezTo>
                  <a:lnTo>
                    <a:pt x="2925" y="6317"/>
                  </a:lnTo>
                  <a:cubicBezTo>
                    <a:pt x="2960" y="6319"/>
                    <a:pt x="2995" y="6320"/>
                    <a:pt x="3030" y="6320"/>
                  </a:cubicBezTo>
                  <a:cubicBezTo>
                    <a:pt x="3125" y="6320"/>
                    <a:pt x="3220" y="6315"/>
                    <a:pt x="3311" y="6307"/>
                  </a:cubicBezTo>
                  <a:cubicBezTo>
                    <a:pt x="3420" y="6296"/>
                    <a:pt x="3523" y="6285"/>
                    <a:pt x="3632" y="6279"/>
                  </a:cubicBezTo>
                  <a:close/>
                  <a:moveTo>
                    <a:pt x="3741" y="6274"/>
                  </a:moveTo>
                  <a:cubicBezTo>
                    <a:pt x="3860" y="6274"/>
                    <a:pt x="3985" y="6274"/>
                    <a:pt x="4110" y="6279"/>
                  </a:cubicBezTo>
                  <a:cubicBezTo>
                    <a:pt x="4235" y="6285"/>
                    <a:pt x="4344" y="6285"/>
                    <a:pt x="4458" y="6285"/>
                  </a:cubicBezTo>
                  <a:cubicBezTo>
                    <a:pt x="4458" y="6421"/>
                    <a:pt x="4458" y="6557"/>
                    <a:pt x="4453" y="6693"/>
                  </a:cubicBezTo>
                  <a:cubicBezTo>
                    <a:pt x="4453" y="6741"/>
                    <a:pt x="4447" y="6796"/>
                    <a:pt x="4442" y="6845"/>
                  </a:cubicBezTo>
                  <a:cubicBezTo>
                    <a:pt x="4339" y="6845"/>
                    <a:pt x="4235" y="6845"/>
                    <a:pt x="4137" y="6850"/>
                  </a:cubicBezTo>
                  <a:cubicBezTo>
                    <a:pt x="4012" y="6856"/>
                    <a:pt x="3893" y="6888"/>
                    <a:pt x="3768" y="6888"/>
                  </a:cubicBezTo>
                  <a:lnTo>
                    <a:pt x="3741" y="6888"/>
                  </a:lnTo>
                  <a:lnTo>
                    <a:pt x="3741" y="6274"/>
                  </a:lnTo>
                  <a:close/>
                  <a:moveTo>
                    <a:pt x="8198" y="6225"/>
                  </a:moveTo>
                  <a:cubicBezTo>
                    <a:pt x="8198" y="6225"/>
                    <a:pt x="8198" y="6230"/>
                    <a:pt x="8198" y="6230"/>
                  </a:cubicBezTo>
                  <a:lnTo>
                    <a:pt x="8193" y="6230"/>
                  </a:lnTo>
                  <a:cubicBezTo>
                    <a:pt x="8182" y="6301"/>
                    <a:pt x="8149" y="6355"/>
                    <a:pt x="8138" y="6421"/>
                  </a:cubicBezTo>
                  <a:cubicBezTo>
                    <a:pt x="8127" y="6491"/>
                    <a:pt x="8122" y="6562"/>
                    <a:pt x="8127" y="6638"/>
                  </a:cubicBezTo>
                  <a:lnTo>
                    <a:pt x="8127" y="6888"/>
                  </a:lnTo>
                  <a:cubicBezTo>
                    <a:pt x="7845" y="6888"/>
                    <a:pt x="7567" y="6872"/>
                    <a:pt x="7290" y="6866"/>
                  </a:cubicBezTo>
                  <a:cubicBezTo>
                    <a:pt x="7285" y="6807"/>
                    <a:pt x="7285" y="6741"/>
                    <a:pt x="7290" y="6682"/>
                  </a:cubicBezTo>
                  <a:cubicBezTo>
                    <a:pt x="7301" y="6535"/>
                    <a:pt x="7323" y="6399"/>
                    <a:pt x="7323" y="6258"/>
                  </a:cubicBezTo>
                  <a:lnTo>
                    <a:pt x="7486" y="6258"/>
                  </a:lnTo>
                  <a:cubicBezTo>
                    <a:pt x="7599" y="6258"/>
                    <a:pt x="7712" y="6265"/>
                    <a:pt x="7825" y="6265"/>
                  </a:cubicBezTo>
                  <a:cubicBezTo>
                    <a:pt x="7853" y="6265"/>
                    <a:pt x="7882" y="6264"/>
                    <a:pt x="7910" y="6263"/>
                  </a:cubicBezTo>
                  <a:cubicBezTo>
                    <a:pt x="7975" y="6258"/>
                    <a:pt x="8035" y="6252"/>
                    <a:pt x="8100" y="6236"/>
                  </a:cubicBezTo>
                  <a:cubicBezTo>
                    <a:pt x="8127" y="6225"/>
                    <a:pt x="8165" y="6225"/>
                    <a:pt x="8198" y="6225"/>
                  </a:cubicBezTo>
                  <a:close/>
                  <a:moveTo>
                    <a:pt x="1990" y="6269"/>
                  </a:moveTo>
                  <a:cubicBezTo>
                    <a:pt x="1990" y="6470"/>
                    <a:pt x="1990" y="6676"/>
                    <a:pt x="1979" y="6883"/>
                  </a:cubicBezTo>
                  <a:cubicBezTo>
                    <a:pt x="1943" y="6881"/>
                    <a:pt x="1908" y="6879"/>
                    <a:pt x="1874" y="6879"/>
                  </a:cubicBezTo>
                  <a:cubicBezTo>
                    <a:pt x="1825" y="6879"/>
                    <a:pt x="1777" y="6882"/>
                    <a:pt x="1729" y="6888"/>
                  </a:cubicBezTo>
                  <a:cubicBezTo>
                    <a:pt x="1577" y="6905"/>
                    <a:pt x="1425" y="6915"/>
                    <a:pt x="1267" y="6926"/>
                  </a:cubicBezTo>
                  <a:lnTo>
                    <a:pt x="1267" y="6812"/>
                  </a:lnTo>
                  <a:cubicBezTo>
                    <a:pt x="1273" y="6703"/>
                    <a:pt x="1300" y="6589"/>
                    <a:pt x="1305" y="6481"/>
                  </a:cubicBezTo>
                  <a:lnTo>
                    <a:pt x="1305" y="6307"/>
                  </a:lnTo>
                  <a:lnTo>
                    <a:pt x="1333" y="6307"/>
                  </a:lnTo>
                  <a:cubicBezTo>
                    <a:pt x="1463" y="6296"/>
                    <a:pt x="1588" y="6279"/>
                    <a:pt x="1719" y="6269"/>
                  </a:cubicBezTo>
                  <a:close/>
                  <a:moveTo>
                    <a:pt x="327" y="6285"/>
                  </a:moveTo>
                  <a:cubicBezTo>
                    <a:pt x="414" y="6312"/>
                    <a:pt x="501" y="6334"/>
                    <a:pt x="593" y="6339"/>
                  </a:cubicBezTo>
                  <a:cubicBezTo>
                    <a:pt x="718" y="6339"/>
                    <a:pt x="838" y="6296"/>
                    <a:pt x="963" y="6296"/>
                  </a:cubicBezTo>
                  <a:cubicBezTo>
                    <a:pt x="1028" y="6296"/>
                    <a:pt x="1099" y="6301"/>
                    <a:pt x="1170" y="6307"/>
                  </a:cubicBezTo>
                  <a:cubicBezTo>
                    <a:pt x="1170" y="6421"/>
                    <a:pt x="1164" y="6540"/>
                    <a:pt x="1153" y="6654"/>
                  </a:cubicBezTo>
                  <a:lnTo>
                    <a:pt x="1148" y="6660"/>
                  </a:lnTo>
                  <a:cubicBezTo>
                    <a:pt x="1137" y="6752"/>
                    <a:pt x="1131" y="6845"/>
                    <a:pt x="1137" y="6937"/>
                  </a:cubicBezTo>
                  <a:cubicBezTo>
                    <a:pt x="1039" y="6943"/>
                    <a:pt x="941" y="6943"/>
                    <a:pt x="843" y="6948"/>
                  </a:cubicBezTo>
                  <a:cubicBezTo>
                    <a:pt x="697" y="6959"/>
                    <a:pt x="550" y="6959"/>
                    <a:pt x="403" y="6959"/>
                  </a:cubicBezTo>
                  <a:lnTo>
                    <a:pt x="305" y="6959"/>
                  </a:lnTo>
                  <a:cubicBezTo>
                    <a:pt x="311" y="6921"/>
                    <a:pt x="311" y="6883"/>
                    <a:pt x="322" y="6845"/>
                  </a:cubicBezTo>
                  <a:cubicBezTo>
                    <a:pt x="332" y="6698"/>
                    <a:pt x="332" y="6551"/>
                    <a:pt x="327" y="6404"/>
                  </a:cubicBezTo>
                  <a:lnTo>
                    <a:pt x="327" y="6285"/>
                  </a:lnTo>
                  <a:close/>
                  <a:moveTo>
                    <a:pt x="7296" y="6991"/>
                  </a:moveTo>
                  <a:lnTo>
                    <a:pt x="7296" y="6991"/>
                  </a:lnTo>
                  <a:cubicBezTo>
                    <a:pt x="7567" y="6997"/>
                    <a:pt x="7850" y="7008"/>
                    <a:pt x="8122" y="7008"/>
                  </a:cubicBezTo>
                  <a:lnTo>
                    <a:pt x="8122" y="7165"/>
                  </a:lnTo>
                  <a:lnTo>
                    <a:pt x="8122" y="7655"/>
                  </a:lnTo>
                  <a:cubicBezTo>
                    <a:pt x="8122" y="7671"/>
                    <a:pt x="8116" y="7763"/>
                    <a:pt x="8116" y="7818"/>
                  </a:cubicBezTo>
                  <a:lnTo>
                    <a:pt x="8116" y="7823"/>
                  </a:lnTo>
                  <a:cubicBezTo>
                    <a:pt x="8105" y="7820"/>
                    <a:pt x="8093" y="7819"/>
                    <a:pt x="8080" y="7819"/>
                  </a:cubicBezTo>
                  <a:cubicBezTo>
                    <a:pt x="8051" y="7819"/>
                    <a:pt x="8019" y="7824"/>
                    <a:pt x="7994" y="7824"/>
                  </a:cubicBezTo>
                  <a:cubicBezTo>
                    <a:pt x="7987" y="7824"/>
                    <a:pt x="7981" y="7824"/>
                    <a:pt x="7975" y="7823"/>
                  </a:cubicBezTo>
                  <a:cubicBezTo>
                    <a:pt x="7899" y="7812"/>
                    <a:pt x="7823" y="7791"/>
                    <a:pt x="7747" y="7785"/>
                  </a:cubicBezTo>
                  <a:lnTo>
                    <a:pt x="7513" y="7785"/>
                  </a:lnTo>
                  <a:cubicBezTo>
                    <a:pt x="7453" y="7785"/>
                    <a:pt x="7399" y="7785"/>
                    <a:pt x="7345" y="7796"/>
                  </a:cubicBezTo>
                  <a:cubicBezTo>
                    <a:pt x="7350" y="7742"/>
                    <a:pt x="7345" y="7687"/>
                    <a:pt x="7334" y="7638"/>
                  </a:cubicBezTo>
                  <a:cubicBezTo>
                    <a:pt x="7328" y="7535"/>
                    <a:pt x="7323" y="7426"/>
                    <a:pt x="7328" y="7323"/>
                  </a:cubicBezTo>
                  <a:cubicBezTo>
                    <a:pt x="7328" y="7214"/>
                    <a:pt x="7312" y="7100"/>
                    <a:pt x="7296" y="6991"/>
                  </a:cubicBezTo>
                  <a:close/>
                  <a:moveTo>
                    <a:pt x="6627" y="6975"/>
                  </a:moveTo>
                  <a:cubicBezTo>
                    <a:pt x="6806" y="6975"/>
                    <a:pt x="6980" y="6981"/>
                    <a:pt x="7160" y="6986"/>
                  </a:cubicBezTo>
                  <a:cubicBezTo>
                    <a:pt x="7165" y="7030"/>
                    <a:pt x="7171" y="7073"/>
                    <a:pt x="7171" y="7117"/>
                  </a:cubicBezTo>
                  <a:cubicBezTo>
                    <a:pt x="7182" y="7236"/>
                    <a:pt x="7171" y="7361"/>
                    <a:pt x="7171" y="7481"/>
                  </a:cubicBezTo>
                  <a:cubicBezTo>
                    <a:pt x="7171" y="7535"/>
                    <a:pt x="7165" y="7584"/>
                    <a:pt x="7171" y="7633"/>
                  </a:cubicBezTo>
                  <a:cubicBezTo>
                    <a:pt x="7171" y="7660"/>
                    <a:pt x="7192" y="7731"/>
                    <a:pt x="7182" y="7752"/>
                  </a:cubicBezTo>
                  <a:lnTo>
                    <a:pt x="7182" y="7758"/>
                  </a:lnTo>
                  <a:cubicBezTo>
                    <a:pt x="7171" y="7774"/>
                    <a:pt x="7171" y="7791"/>
                    <a:pt x="7171" y="7807"/>
                  </a:cubicBezTo>
                  <a:lnTo>
                    <a:pt x="7056" y="7818"/>
                  </a:lnTo>
                  <a:cubicBezTo>
                    <a:pt x="6999" y="7824"/>
                    <a:pt x="6940" y="7826"/>
                    <a:pt x="6882" y="7826"/>
                  </a:cubicBezTo>
                  <a:cubicBezTo>
                    <a:pt x="6790" y="7826"/>
                    <a:pt x="6698" y="7821"/>
                    <a:pt x="6605" y="7818"/>
                  </a:cubicBezTo>
                  <a:cubicBezTo>
                    <a:pt x="6611" y="7812"/>
                    <a:pt x="6616" y="7807"/>
                    <a:pt x="6616" y="7796"/>
                  </a:cubicBezTo>
                  <a:cubicBezTo>
                    <a:pt x="6654" y="7617"/>
                    <a:pt x="6627" y="7410"/>
                    <a:pt x="6627" y="7225"/>
                  </a:cubicBezTo>
                  <a:lnTo>
                    <a:pt x="6627" y="6975"/>
                  </a:lnTo>
                  <a:close/>
                  <a:moveTo>
                    <a:pt x="5882" y="6975"/>
                  </a:moveTo>
                  <a:lnTo>
                    <a:pt x="5882" y="7307"/>
                  </a:lnTo>
                  <a:cubicBezTo>
                    <a:pt x="5882" y="7475"/>
                    <a:pt x="5855" y="7660"/>
                    <a:pt x="5899" y="7829"/>
                  </a:cubicBezTo>
                  <a:cubicBezTo>
                    <a:pt x="5778" y="7819"/>
                    <a:pt x="5655" y="7817"/>
                    <a:pt x="5533" y="7817"/>
                  </a:cubicBezTo>
                  <a:cubicBezTo>
                    <a:pt x="5452" y="7817"/>
                    <a:pt x="5370" y="7818"/>
                    <a:pt x="5290" y="7818"/>
                  </a:cubicBezTo>
                  <a:cubicBezTo>
                    <a:pt x="5290" y="7682"/>
                    <a:pt x="5279" y="7546"/>
                    <a:pt x="5257" y="7410"/>
                  </a:cubicBezTo>
                  <a:cubicBezTo>
                    <a:pt x="5246" y="7263"/>
                    <a:pt x="5246" y="7117"/>
                    <a:pt x="5252" y="6975"/>
                  </a:cubicBezTo>
                  <a:close/>
                  <a:moveTo>
                    <a:pt x="4540" y="6964"/>
                  </a:moveTo>
                  <a:cubicBezTo>
                    <a:pt x="4627" y="6964"/>
                    <a:pt x="4719" y="6970"/>
                    <a:pt x="4811" y="6970"/>
                  </a:cubicBezTo>
                  <a:lnTo>
                    <a:pt x="5121" y="6970"/>
                  </a:lnTo>
                  <a:lnTo>
                    <a:pt x="5121" y="7329"/>
                  </a:lnTo>
                  <a:cubicBezTo>
                    <a:pt x="5121" y="7432"/>
                    <a:pt x="5149" y="7524"/>
                    <a:pt x="5154" y="7622"/>
                  </a:cubicBezTo>
                  <a:cubicBezTo>
                    <a:pt x="5159" y="7687"/>
                    <a:pt x="5159" y="7752"/>
                    <a:pt x="5154" y="7818"/>
                  </a:cubicBezTo>
                  <a:lnTo>
                    <a:pt x="5154" y="7823"/>
                  </a:lnTo>
                  <a:lnTo>
                    <a:pt x="5089" y="7823"/>
                  </a:lnTo>
                  <a:cubicBezTo>
                    <a:pt x="4991" y="7823"/>
                    <a:pt x="4893" y="7816"/>
                    <a:pt x="4795" y="7816"/>
                  </a:cubicBezTo>
                  <a:cubicBezTo>
                    <a:pt x="4746" y="7816"/>
                    <a:pt x="4697" y="7818"/>
                    <a:pt x="4648" y="7823"/>
                  </a:cubicBezTo>
                  <a:lnTo>
                    <a:pt x="4480" y="7839"/>
                  </a:lnTo>
                  <a:cubicBezTo>
                    <a:pt x="4491" y="7823"/>
                    <a:pt x="4496" y="7812"/>
                    <a:pt x="4496" y="7796"/>
                  </a:cubicBezTo>
                  <a:cubicBezTo>
                    <a:pt x="4485" y="7589"/>
                    <a:pt x="4491" y="7383"/>
                    <a:pt x="4513" y="7176"/>
                  </a:cubicBezTo>
                  <a:cubicBezTo>
                    <a:pt x="4529" y="7111"/>
                    <a:pt x="4529" y="7035"/>
                    <a:pt x="4540" y="6964"/>
                  </a:cubicBezTo>
                  <a:close/>
                  <a:moveTo>
                    <a:pt x="6497" y="6975"/>
                  </a:moveTo>
                  <a:lnTo>
                    <a:pt x="6497" y="7117"/>
                  </a:lnTo>
                  <a:lnTo>
                    <a:pt x="6497" y="7464"/>
                  </a:lnTo>
                  <a:cubicBezTo>
                    <a:pt x="6491" y="7573"/>
                    <a:pt x="6491" y="7682"/>
                    <a:pt x="6507" y="7791"/>
                  </a:cubicBezTo>
                  <a:lnTo>
                    <a:pt x="6507" y="7796"/>
                  </a:lnTo>
                  <a:cubicBezTo>
                    <a:pt x="6507" y="7807"/>
                    <a:pt x="6513" y="7812"/>
                    <a:pt x="6518" y="7818"/>
                  </a:cubicBezTo>
                  <a:cubicBezTo>
                    <a:pt x="6400" y="7826"/>
                    <a:pt x="6275" y="7849"/>
                    <a:pt x="6154" y="7849"/>
                  </a:cubicBezTo>
                  <a:cubicBezTo>
                    <a:pt x="6124" y="7849"/>
                    <a:pt x="6096" y="7848"/>
                    <a:pt x="6067" y="7845"/>
                  </a:cubicBezTo>
                  <a:lnTo>
                    <a:pt x="6073" y="7845"/>
                  </a:lnTo>
                  <a:lnTo>
                    <a:pt x="6018" y="7839"/>
                  </a:lnTo>
                  <a:cubicBezTo>
                    <a:pt x="6013" y="7780"/>
                    <a:pt x="6002" y="7714"/>
                    <a:pt x="6002" y="7649"/>
                  </a:cubicBezTo>
                  <a:lnTo>
                    <a:pt x="6002" y="7350"/>
                  </a:lnTo>
                  <a:cubicBezTo>
                    <a:pt x="6002" y="7225"/>
                    <a:pt x="6002" y="7100"/>
                    <a:pt x="6002" y="6975"/>
                  </a:cubicBezTo>
                  <a:close/>
                  <a:moveTo>
                    <a:pt x="3273" y="7002"/>
                  </a:moveTo>
                  <a:cubicBezTo>
                    <a:pt x="3393" y="7002"/>
                    <a:pt x="3512" y="7008"/>
                    <a:pt x="3632" y="7008"/>
                  </a:cubicBezTo>
                  <a:lnTo>
                    <a:pt x="3632" y="7285"/>
                  </a:lnTo>
                  <a:lnTo>
                    <a:pt x="3632" y="7589"/>
                  </a:lnTo>
                  <a:cubicBezTo>
                    <a:pt x="3632" y="7676"/>
                    <a:pt x="3648" y="7763"/>
                    <a:pt x="3659" y="7850"/>
                  </a:cubicBezTo>
                  <a:cubicBezTo>
                    <a:pt x="3474" y="7845"/>
                    <a:pt x="3289" y="7845"/>
                    <a:pt x="3105" y="7845"/>
                  </a:cubicBezTo>
                  <a:lnTo>
                    <a:pt x="2963" y="7845"/>
                  </a:lnTo>
                  <a:cubicBezTo>
                    <a:pt x="2947" y="7638"/>
                    <a:pt x="2947" y="7443"/>
                    <a:pt x="2952" y="7242"/>
                  </a:cubicBezTo>
                  <a:cubicBezTo>
                    <a:pt x="2952" y="7165"/>
                    <a:pt x="2958" y="7084"/>
                    <a:pt x="2958" y="7002"/>
                  </a:cubicBezTo>
                  <a:close/>
                  <a:moveTo>
                    <a:pt x="4359" y="6963"/>
                  </a:moveTo>
                  <a:cubicBezTo>
                    <a:pt x="4383" y="6963"/>
                    <a:pt x="4407" y="6963"/>
                    <a:pt x="4431" y="6964"/>
                  </a:cubicBezTo>
                  <a:cubicBezTo>
                    <a:pt x="4420" y="7051"/>
                    <a:pt x="4404" y="7138"/>
                    <a:pt x="4393" y="7225"/>
                  </a:cubicBezTo>
                  <a:cubicBezTo>
                    <a:pt x="4360" y="7410"/>
                    <a:pt x="4382" y="7611"/>
                    <a:pt x="4382" y="7796"/>
                  </a:cubicBezTo>
                  <a:lnTo>
                    <a:pt x="4377" y="7796"/>
                  </a:lnTo>
                  <a:cubicBezTo>
                    <a:pt x="4377" y="7818"/>
                    <a:pt x="4388" y="7834"/>
                    <a:pt x="4404" y="7845"/>
                  </a:cubicBezTo>
                  <a:cubicBezTo>
                    <a:pt x="4322" y="7850"/>
                    <a:pt x="4235" y="7856"/>
                    <a:pt x="4148" y="7856"/>
                  </a:cubicBezTo>
                  <a:lnTo>
                    <a:pt x="3773" y="7856"/>
                  </a:lnTo>
                  <a:cubicBezTo>
                    <a:pt x="3768" y="7769"/>
                    <a:pt x="3746" y="7682"/>
                    <a:pt x="3741" y="7595"/>
                  </a:cubicBezTo>
                  <a:lnTo>
                    <a:pt x="3741" y="7290"/>
                  </a:lnTo>
                  <a:lnTo>
                    <a:pt x="3741" y="7013"/>
                  </a:lnTo>
                  <a:cubicBezTo>
                    <a:pt x="3833" y="7008"/>
                    <a:pt x="3931" y="7002"/>
                    <a:pt x="4023" y="6986"/>
                  </a:cubicBezTo>
                  <a:cubicBezTo>
                    <a:pt x="4135" y="6973"/>
                    <a:pt x="4247" y="6963"/>
                    <a:pt x="4359" y="6963"/>
                  </a:cubicBezTo>
                  <a:close/>
                  <a:moveTo>
                    <a:pt x="1969" y="6986"/>
                  </a:moveTo>
                  <a:cubicBezTo>
                    <a:pt x="1969" y="7030"/>
                    <a:pt x="1963" y="7068"/>
                    <a:pt x="1958" y="7106"/>
                  </a:cubicBezTo>
                  <a:cubicBezTo>
                    <a:pt x="1936" y="7323"/>
                    <a:pt x="1958" y="7541"/>
                    <a:pt x="1952" y="7758"/>
                  </a:cubicBezTo>
                  <a:cubicBezTo>
                    <a:pt x="1952" y="7796"/>
                    <a:pt x="1947" y="7839"/>
                    <a:pt x="1941" y="7888"/>
                  </a:cubicBezTo>
                  <a:lnTo>
                    <a:pt x="1208" y="7888"/>
                  </a:lnTo>
                  <a:cubicBezTo>
                    <a:pt x="1208" y="7856"/>
                    <a:pt x="1208" y="7829"/>
                    <a:pt x="1213" y="7796"/>
                  </a:cubicBezTo>
                  <a:cubicBezTo>
                    <a:pt x="1235" y="7687"/>
                    <a:pt x="1240" y="7579"/>
                    <a:pt x="1235" y="7470"/>
                  </a:cubicBezTo>
                  <a:cubicBezTo>
                    <a:pt x="1235" y="7372"/>
                    <a:pt x="1267" y="7274"/>
                    <a:pt x="1273" y="7176"/>
                  </a:cubicBezTo>
                  <a:cubicBezTo>
                    <a:pt x="1273" y="7133"/>
                    <a:pt x="1273" y="7089"/>
                    <a:pt x="1273" y="7040"/>
                  </a:cubicBezTo>
                  <a:cubicBezTo>
                    <a:pt x="1403" y="7040"/>
                    <a:pt x="1539" y="7030"/>
                    <a:pt x="1670" y="7013"/>
                  </a:cubicBezTo>
                  <a:cubicBezTo>
                    <a:pt x="1767" y="6997"/>
                    <a:pt x="1865" y="6986"/>
                    <a:pt x="1969" y="6986"/>
                  </a:cubicBezTo>
                  <a:close/>
                  <a:moveTo>
                    <a:pt x="2099" y="6997"/>
                  </a:moveTo>
                  <a:cubicBezTo>
                    <a:pt x="2219" y="6997"/>
                    <a:pt x="2349" y="7002"/>
                    <a:pt x="2469" y="7002"/>
                  </a:cubicBezTo>
                  <a:lnTo>
                    <a:pt x="2838" y="7002"/>
                  </a:lnTo>
                  <a:cubicBezTo>
                    <a:pt x="2833" y="7084"/>
                    <a:pt x="2827" y="7160"/>
                    <a:pt x="2827" y="7236"/>
                  </a:cubicBezTo>
                  <a:cubicBezTo>
                    <a:pt x="2827" y="7410"/>
                    <a:pt x="2827" y="7589"/>
                    <a:pt x="2838" y="7763"/>
                  </a:cubicBezTo>
                  <a:cubicBezTo>
                    <a:pt x="2822" y="7774"/>
                    <a:pt x="2817" y="7791"/>
                    <a:pt x="2822" y="7807"/>
                  </a:cubicBezTo>
                  <a:cubicBezTo>
                    <a:pt x="2827" y="7818"/>
                    <a:pt x="2833" y="7829"/>
                    <a:pt x="2838" y="7845"/>
                  </a:cubicBezTo>
                  <a:cubicBezTo>
                    <a:pt x="2757" y="7845"/>
                    <a:pt x="2681" y="7845"/>
                    <a:pt x="2599" y="7850"/>
                  </a:cubicBezTo>
                  <a:cubicBezTo>
                    <a:pt x="2436" y="7867"/>
                    <a:pt x="2278" y="7888"/>
                    <a:pt x="2115" y="7888"/>
                  </a:cubicBezTo>
                  <a:lnTo>
                    <a:pt x="2066" y="7888"/>
                  </a:lnTo>
                  <a:cubicBezTo>
                    <a:pt x="2066" y="7807"/>
                    <a:pt x="2083" y="7725"/>
                    <a:pt x="2083" y="7660"/>
                  </a:cubicBezTo>
                  <a:cubicBezTo>
                    <a:pt x="2072" y="7470"/>
                    <a:pt x="2077" y="7280"/>
                    <a:pt x="2088" y="7089"/>
                  </a:cubicBezTo>
                  <a:cubicBezTo>
                    <a:pt x="2088" y="7057"/>
                    <a:pt x="2094" y="7024"/>
                    <a:pt x="2099" y="6997"/>
                  </a:cubicBezTo>
                  <a:close/>
                  <a:moveTo>
                    <a:pt x="300" y="7035"/>
                  </a:moveTo>
                  <a:cubicBezTo>
                    <a:pt x="370" y="7035"/>
                    <a:pt x="452" y="7057"/>
                    <a:pt x="506" y="7057"/>
                  </a:cubicBezTo>
                  <a:cubicBezTo>
                    <a:pt x="597" y="7057"/>
                    <a:pt x="690" y="7059"/>
                    <a:pt x="784" y="7059"/>
                  </a:cubicBezTo>
                  <a:cubicBezTo>
                    <a:pt x="831" y="7059"/>
                    <a:pt x="878" y="7059"/>
                    <a:pt x="925" y="7057"/>
                  </a:cubicBezTo>
                  <a:cubicBezTo>
                    <a:pt x="996" y="7057"/>
                    <a:pt x="1066" y="7051"/>
                    <a:pt x="1137" y="7051"/>
                  </a:cubicBezTo>
                  <a:cubicBezTo>
                    <a:pt x="1137" y="7160"/>
                    <a:pt x="1121" y="7269"/>
                    <a:pt x="1104" y="7377"/>
                  </a:cubicBezTo>
                  <a:cubicBezTo>
                    <a:pt x="1088" y="7513"/>
                    <a:pt x="1104" y="7638"/>
                    <a:pt x="1077" y="7774"/>
                  </a:cubicBezTo>
                  <a:cubicBezTo>
                    <a:pt x="1066" y="7812"/>
                    <a:pt x="1066" y="7850"/>
                    <a:pt x="1061" y="7888"/>
                  </a:cubicBezTo>
                  <a:lnTo>
                    <a:pt x="919" y="7888"/>
                  </a:lnTo>
                  <a:cubicBezTo>
                    <a:pt x="822" y="7888"/>
                    <a:pt x="729" y="7888"/>
                    <a:pt x="631" y="7899"/>
                  </a:cubicBezTo>
                  <a:cubicBezTo>
                    <a:pt x="572" y="7894"/>
                    <a:pt x="506" y="7888"/>
                    <a:pt x="447" y="7878"/>
                  </a:cubicBezTo>
                  <a:cubicBezTo>
                    <a:pt x="428" y="7878"/>
                    <a:pt x="403" y="7882"/>
                    <a:pt x="382" y="7882"/>
                  </a:cubicBezTo>
                  <a:cubicBezTo>
                    <a:pt x="371" y="7882"/>
                    <a:pt x="361" y="7881"/>
                    <a:pt x="354" y="7878"/>
                  </a:cubicBezTo>
                  <a:lnTo>
                    <a:pt x="343" y="7872"/>
                  </a:lnTo>
                  <a:cubicBezTo>
                    <a:pt x="343" y="7780"/>
                    <a:pt x="332" y="7682"/>
                    <a:pt x="327" y="7584"/>
                  </a:cubicBezTo>
                  <a:cubicBezTo>
                    <a:pt x="322" y="7530"/>
                    <a:pt x="311" y="7475"/>
                    <a:pt x="300" y="7426"/>
                  </a:cubicBezTo>
                  <a:cubicBezTo>
                    <a:pt x="289" y="7356"/>
                    <a:pt x="283" y="7285"/>
                    <a:pt x="294" y="7214"/>
                  </a:cubicBezTo>
                  <a:cubicBezTo>
                    <a:pt x="294" y="7155"/>
                    <a:pt x="294" y="7095"/>
                    <a:pt x="300" y="7035"/>
                  </a:cubicBezTo>
                  <a:close/>
                  <a:moveTo>
                    <a:pt x="1356" y="0"/>
                  </a:moveTo>
                  <a:cubicBezTo>
                    <a:pt x="1328" y="0"/>
                    <a:pt x="1299" y="14"/>
                    <a:pt x="1284" y="45"/>
                  </a:cubicBezTo>
                  <a:cubicBezTo>
                    <a:pt x="1264" y="43"/>
                    <a:pt x="1244" y="43"/>
                    <a:pt x="1223" y="43"/>
                  </a:cubicBezTo>
                  <a:cubicBezTo>
                    <a:pt x="1150" y="43"/>
                    <a:pt x="1075" y="52"/>
                    <a:pt x="1006" y="77"/>
                  </a:cubicBezTo>
                  <a:cubicBezTo>
                    <a:pt x="936" y="93"/>
                    <a:pt x="860" y="104"/>
                    <a:pt x="789" y="110"/>
                  </a:cubicBezTo>
                  <a:cubicBezTo>
                    <a:pt x="713" y="115"/>
                    <a:pt x="642" y="137"/>
                    <a:pt x="566" y="142"/>
                  </a:cubicBezTo>
                  <a:cubicBezTo>
                    <a:pt x="354" y="153"/>
                    <a:pt x="120" y="137"/>
                    <a:pt x="131" y="414"/>
                  </a:cubicBezTo>
                  <a:cubicBezTo>
                    <a:pt x="137" y="539"/>
                    <a:pt x="142" y="659"/>
                    <a:pt x="142" y="784"/>
                  </a:cubicBezTo>
                  <a:cubicBezTo>
                    <a:pt x="142" y="936"/>
                    <a:pt x="99" y="1088"/>
                    <a:pt x="104" y="1240"/>
                  </a:cubicBezTo>
                  <a:cubicBezTo>
                    <a:pt x="115" y="1561"/>
                    <a:pt x="110" y="1882"/>
                    <a:pt x="88" y="2203"/>
                  </a:cubicBezTo>
                  <a:cubicBezTo>
                    <a:pt x="61" y="2512"/>
                    <a:pt x="66" y="2828"/>
                    <a:pt x="61" y="3143"/>
                  </a:cubicBezTo>
                  <a:cubicBezTo>
                    <a:pt x="61" y="3475"/>
                    <a:pt x="55" y="3806"/>
                    <a:pt x="50" y="4138"/>
                  </a:cubicBezTo>
                  <a:cubicBezTo>
                    <a:pt x="44" y="4785"/>
                    <a:pt x="44" y="5431"/>
                    <a:pt x="44" y="6078"/>
                  </a:cubicBezTo>
                  <a:lnTo>
                    <a:pt x="44" y="6616"/>
                  </a:lnTo>
                  <a:cubicBezTo>
                    <a:pt x="44" y="6769"/>
                    <a:pt x="6" y="6915"/>
                    <a:pt x="6" y="7073"/>
                  </a:cubicBezTo>
                  <a:cubicBezTo>
                    <a:pt x="1" y="7225"/>
                    <a:pt x="6" y="7383"/>
                    <a:pt x="33" y="7535"/>
                  </a:cubicBezTo>
                  <a:cubicBezTo>
                    <a:pt x="66" y="7687"/>
                    <a:pt x="61" y="7839"/>
                    <a:pt x="99" y="7992"/>
                  </a:cubicBezTo>
                  <a:cubicBezTo>
                    <a:pt x="115" y="8046"/>
                    <a:pt x="163" y="8077"/>
                    <a:pt x="217" y="8077"/>
                  </a:cubicBezTo>
                  <a:cubicBezTo>
                    <a:pt x="233" y="8077"/>
                    <a:pt x="250" y="8074"/>
                    <a:pt x="267" y="8068"/>
                  </a:cubicBezTo>
                  <a:cubicBezTo>
                    <a:pt x="322" y="8090"/>
                    <a:pt x="381" y="8095"/>
                    <a:pt x="441" y="8122"/>
                  </a:cubicBezTo>
                  <a:cubicBezTo>
                    <a:pt x="529" y="8152"/>
                    <a:pt x="621" y="8159"/>
                    <a:pt x="714" y="8159"/>
                  </a:cubicBezTo>
                  <a:cubicBezTo>
                    <a:pt x="789" y="8159"/>
                    <a:pt x="863" y="8155"/>
                    <a:pt x="936" y="8155"/>
                  </a:cubicBezTo>
                  <a:lnTo>
                    <a:pt x="1517" y="8160"/>
                  </a:lnTo>
                  <a:lnTo>
                    <a:pt x="2088" y="8160"/>
                  </a:lnTo>
                  <a:cubicBezTo>
                    <a:pt x="2278" y="8160"/>
                    <a:pt x="2452" y="8133"/>
                    <a:pt x="2637" y="8122"/>
                  </a:cubicBezTo>
                  <a:cubicBezTo>
                    <a:pt x="2756" y="8117"/>
                    <a:pt x="2875" y="8115"/>
                    <a:pt x="2994" y="8115"/>
                  </a:cubicBezTo>
                  <a:cubicBezTo>
                    <a:pt x="3249" y="8115"/>
                    <a:pt x="3504" y="8124"/>
                    <a:pt x="3757" y="8128"/>
                  </a:cubicBezTo>
                  <a:cubicBezTo>
                    <a:pt x="3880" y="8128"/>
                    <a:pt x="4003" y="8130"/>
                    <a:pt x="4127" y="8130"/>
                  </a:cubicBezTo>
                  <a:cubicBezTo>
                    <a:pt x="4188" y="8130"/>
                    <a:pt x="4250" y="8129"/>
                    <a:pt x="4311" y="8128"/>
                  </a:cubicBezTo>
                  <a:cubicBezTo>
                    <a:pt x="4474" y="8128"/>
                    <a:pt x="4627" y="8094"/>
                    <a:pt x="4788" y="8094"/>
                  </a:cubicBezTo>
                  <a:cubicBezTo>
                    <a:pt x="4799" y="8094"/>
                    <a:pt x="4811" y="8095"/>
                    <a:pt x="4822" y="8095"/>
                  </a:cubicBezTo>
                  <a:lnTo>
                    <a:pt x="5377" y="8095"/>
                  </a:lnTo>
                  <a:cubicBezTo>
                    <a:pt x="5496" y="8095"/>
                    <a:pt x="5614" y="8090"/>
                    <a:pt x="5730" y="8090"/>
                  </a:cubicBezTo>
                  <a:cubicBezTo>
                    <a:pt x="5788" y="8090"/>
                    <a:pt x="5846" y="8091"/>
                    <a:pt x="5904" y="8095"/>
                  </a:cubicBezTo>
                  <a:cubicBezTo>
                    <a:pt x="5980" y="8106"/>
                    <a:pt x="6062" y="8128"/>
                    <a:pt x="6143" y="8128"/>
                  </a:cubicBezTo>
                  <a:cubicBezTo>
                    <a:pt x="6230" y="8122"/>
                    <a:pt x="6323" y="8111"/>
                    <a:pt x="6415" y="8100"/>
                  </a:cubicBezTo>
                  <a:cubicBezTo>
                    <a:pt x="6475" y="8095"/>
                    <a:pt x="6535" y="8093"/>
                    <a:pt x="6595" y="8093"/>
                  </a:cubicBezTo>
                  <a:cubicBezTo>
                    <a:pt x="6715" y="8093"/>
                    <a:pt x="6835" y="8100"/>
                    <a:pt x="6959" y="8100"/>
                  </a:cubicBezTo>
                  <a:cubicBezTo>
                    <a:pt x="7138" y="8100"/>
                    <a:pt x="7296" y="8062"/>
                    <a:pt x="7470" y="8062"/>
                  </a:cubicBezTo>
                  <a:lnTo>
                    <a:pt x="7703" y="8062"/>
                  </a:lnTo>
                  <a:cubicBezTo>
                    <a:pt x="7796" y="8062"/>
                    <a:pt x="7883" y="8095"/>
                    <a:pt x="7970" y="8100"/>
                  </a:cubicBezTo>
                  <a:cubicBezTo>
                    <a:pt x="8005" y="8103"/>
                    <a:pt x="8045" y="8106"/>
                    <a:pt x="8086" y="8106"/>
                  </a:cubicBezTo>
                  <a:cubicBezTo>
                    <a:pt x="8214" y="8106"/>
                    <a:pt x="8351" y="8080"/>
                    <a:pt x="8388" y="7948"/>
                  </a:cubicBezTo>
                  <a:cubicBezTo>
                    <a:pt x="8437" y="7791"/>
                    <a:pt x="8405" y="7589"/>
                    <a:pt x="8405" y="7426"/>
                  </a:cubicBezTo>
                  <a:lnTo>
                    <a:pt x="8405" y="6812"/>
                  </a:lnTo>
                  <a:cubicBezTo>
                    <a:pt x="8415" y="6801"/>
                    <a:pt x="8426" y="6790"/>
                    <a:pt x="8437" y="6774"/>
                  </a:cubicBezTo>
                  <a:cubicBezTo>
                    <a:pt x="8535" y="6633"/>
                    <a:pt x="8535" y="6442"/>
                    <a:pt x="8524" y="6274"/>
                  </a:cubicBezTo>
                  <a:cubicBezTo>
                    <a:pt x="8513" y="6078"/>
                    <a:pt x="8562" y="5888"/>
                    <a:pt x="8557" y="5687"/>
                  </a:cubicBezTo>
                  <a:cubicBezTo>
                    <a:pt x="8557" y="5589"/>
                    <a:pt x="8595" y="5502"/>
                    <a:pt x="8595" y="5404"/>
                  </a:cubicBezTo>
                  <a:cubicBezTo>
                    <a:pt x="8589" y="5301"/>
                    <a:pt x="8589" y="5203"/>
                    <a:pt x="8600" y="5105"/>
                  </a:cubicBezTo>
                  <a:cubicBezTo>
                    <a:pt x="8627" y="4888"/>
                    <a:pt x="8633" y="4665"/>
                    <a:pt x="8622" y="4448"/>
                  </a:cubicBezTo>
                  <a:lnTo>
                    <a:pt x="8622" y="3061"/>
                  </a:lnTo>
                  <a:cubicBezTo>
                    <a:pt x="8622" y="2616"/>
                    <a:pt x="8644" y="2170"/>
                    <a:pt x="8617" y="1724"/>
                  </a:cubicBezTo>
                  <a:cubicBezTo>
                    <a:pt x="8600" y="1496"/>
                    <a:pt x="8573" y="1273"/>
                    <a:pt x="8568" y="1045"/>
                  </a:cubicBezTo>
                  <a:cubicBezTo>
                    <a:pt x="8573" y="860"/>
                    <a:pt x="8568" y="670"/>
                    <a:pt x="8551" y="485"/>
                  </a:cubicBezTo>
                  <a:cubicBezTo>
                    <a:pt x="8627" y="441"/>
                    <a:pt x="8606" y="327"/>
                    <a:pt x="8519" y="305"/>
                  </a:cubicBezTo>
                  <a:cubicBezTo>
                    <a:pt x="8443" y="284"/>
                    <a:pt x="8361" y="273"/>
                    <a:pt x="8280" y="267"/>
                  </a:cubicBezTo>
                  <a:lnTo>
                    <a:pt x="7964" y="267"/>
                  </a:lnTo>
                  <a:cubicBezTo>
                    <a:pt x="7877" y="267"/>
                    <a:pt x="7769" y="251"/>
                    <a:pt x="7665" y="251"/>
                  </a:cubicBezTo>
                  <a:cubicBezTo>
                    <a:pt x="7582" y="251"/>
                    <a:pt x="7502" y="261"/>
                    <a:pt x="7437" y="300"/>
                  </a:cubicBezTo>
                  <a:cubicBezTo>
                    <a:pt x="7301" y="382"/>
                    <a:pt x="7323" y="572"/>
                    <a:pt x="7323" y="708"/>
                  </a:cubicBezTo>
                  <a:cubicBezTo>
                    <a:pt x="7323" y="931"/>
                    <a:pt x="7323" y="1148"/>
                    <a:pt x="7317" y="1371"/>
                  </a:cubicBezTo>
                  <a:cubicBezTo>
                    <a:pt x="7317" y="1474"/>
                    <a:pt x="7312" y="1572"/>
                    <a:pt x="7301" y="1681"/>
                  </a:cubicBezTo>
                  <a:cubicBezTo>
                    <a:pt x="7296" y="1730"/>
                    <a:pt x="7290" y="1779"/>
                    <a:pt x="7285" y="1827"/>
                  </a:cubicBezTo>
                  <a:cubicBezTo>
                    <a:pt x="7285" y="1838"/>
                    <a:pt x="7274" y="1860"/>
                    <a:pt x="7268" y="1876"/>
                  </a:cubicBezTo>
                  <a:cubicBezTo>
                    <a:pt x="7252" y="1876"/>
                    <a:pt x="7230" y="1882"/>
                    <a:pt x="7220" y="1882"/>
                  </a:cubicBezTo>
                  <a:lnTo>
                    <a:pt x="7073" y="1882"/>
                  </a:lnTo>
                  <a:cubicBezTo>
                    <a:pt x="6964" y="1882"/>
                    <a:pt x="6855" y="1876"/>
                    <a:pt x="6752" y="1860"/>
                  </a:cubicBezTo>
                  <a:cubicBezTo>
                    <a:pt x="6714" y="1855"/>
                    <a:pt x="6676" y="1852"/>
                    <a:pt x="6638" y="1852"/>
                  </a:cubicBezTo>
                  <a:cubicBezTo>
                    <a:pt x="6498" y="1852"/>
                    <a:pt x="6362" y="1882"/>
                    <a:pt x="6220" y="1882"/>
                  </a:cubicBezTo>
                  <a:cubicBezTo>
                    <a:pt x="6211" y="1882"/>
                    <a:pt x="6201" y="1882"/>
                    <a:pt x="6192" y="1882"/>
                  </a:cubicBezTo>
                  <a:cubicBezTo>
                    <a:pt x="6183" y="1882"/>
                    <a:pt x="6174" y="1881"/>
                    <a:pt x="6165" y="1881"/>
                  </a:cubicBezTo>
                  <a:cubicBezTo>
                    <a:pt x="6018" y="1881"/>
                    <a:pt x="5874" y="1916"/>
                    <a:pt x="5724" y="1916"/>
                  </a:cubicBezTo>
                  <a:cubicBezTo>
                    <a:pt x="5706" y="1916"/>
                    <a:pt x="5688" y="1916"/>
                    <a:pt x="5670" y="1914"/>
                  </a:cubicBezTo>
                  <a:cubicBezTo>
                    <a:pt x="5643" y="1913"/>
                    <a:pt x="5615" y="1913"/>
                    <a:pt x="5587" y="1913"/>
                  </a:cubicBezTo>
                  <a:cubicBezTo>
                    <a:pt x="5467" y="1913"/>
                    <a:pt x="5339" y="1928"/>
                    <a:pt x="5246" y="2007"/>
                  </a:cubicBezTo>
                  <a:cubicBezTo>
                    <a:pt x="5105" y="2137"/>
                    <a:pt x="5127" y="2328"/>
                    <a:pt x="5127" y="2496"/>
                  </a:cubicBezTo>
                  <a:cubicBezTo>
                    <a:pt x="5127" y="2599"/>
                    <a:pt x="5121" y="2708"/>
                    <a:pt x="5127" y="2811"/>
                  </a:cubicBezTo>
                  <a:cubicBezTo>
                    <a:pt x="5127" y="2833"/>
                    <a:pt x="5121" y="2893"/>
                    <a:pt x="5127" y="2926"/>
                  </a:cubicBezTo>
                  <a:cubicBezTo>
                    <a:pt x="5082" y="2919"/>
                    <a:pt x="5038" y="2917"/>
                    <a:pt x="4993" y="2917"/>
                  </a:cubicBezTo>
                  <a:cubicBezTo>
                    <a:pt x="4962" y="2917"/>
                    <a:pt x="4930" y="2918"/>
                    <a:pt x="4898" y="2920"/>
                  </a:cubicBezTo>
                  <a:cubicBezTo>
                    <a:pt x="4871" y="2919"/>
                    <a:pt x="4844" y="2918"/>
                    <a:pt x="4816" y="2918"/>
                  </a:cubicBezTo>
                  <a:cubicBezTo>
                    <a:pt x="4733" y="2918"/>
                    <a:pt x="4648" y="2924"/>
                    <a:pt x="4567" y="2936"/>
                  </a:cubicBezTo>
                  <a:cubicBezTo>
                    <a:pt x="4469" y="2953"/>
                    <a:pt x="4371" y="2958"/>
                    <a:pt x="4279" y="2958"/>
                  </a:cubicBezTo>
                  <a:cubicBezTo>
                    <a:pt x="4176" y="2947"/>
                    <a:pt x="4083" y="2926"/>
                    <a:pt x="3980" y="2926"/>
                  </a:cubicBezTo>
                  <a:lnTo>
                    <a:pt x="3338" y="2926"/>
                  </a:lnTo>
                  <a:cubicBezTo>
                    <a:pt x="3132" y="2926"/>
                    <a:pt x="2931" y="2909"/>
                    <a:pt x="2730" y="2877"/>
                  </a:cubicBezTo>
                  <a:cubicBezTo>
                    <a:pt x="2632" y="2855"/>
                    <a:pt x="2534" y="2839"/>
                    <a:pt x="2436" y="2817"/>
                  </a:cubicBezTo>
                  <a:cubicBezTo>
                    <a:pt x="2387" y="2806"/>
                    <a:pt x="2338" y="2795"/>
                    <a:pt x="2289" y="2790"/>
                  </a:cubicBezTo>
                  <a:cubicBezTo>
                    <a:pt x="2268" y="2790"/>
                    <a:pt x="2219" y="2790"/>
                    <a:pt x="2208" y="2773"/>
                  </a:cubicBezTo>
                  <a:cubicBezTo>
                    <a:pt x="2181" y="2752"/>
                    <a:pt x="2181" y="2654"/>
                    <a:pt x="2175" y="2621"/>
                  </a:cubicBezTo>
                  <a:cubicBezTo>
                    <a:pt x="2175" y="2561"/>
                    <a:pt x="2175" y="2507"/>
                    <a:pt x="2175" y="2447"/>
                  </a:cubicBezTo>
                  <a:cubicBezTo>
                    <a:pt x="2175" y="2328"/>
                    <a:pt x="2175" y="2203"/>
                    <a:pt x="2170" y="2078"/>
                  </a:cubicBezTo>
                  <a:cubicBezTo>
                    <a:pt x="2170" y="1827"/>
                    <a:pt x="2159" y="1583"/>
                    <a:pt x="2159" y="1338"/>
                  </a:cubicBezTo>
                  <a:cubicBezTo>
                    <a:pt x="2170" y="1268"/>
                    <a:pt x="2164" y="1202"/>
                    <a:pt x="2143" y="1137"/>
                  </a:cubicBezTo>
                  <a:cubicBezTo>
                    <a:pt x="2099" y="1072"/>
                    <a:pt x="2028" y="1028"/>
                    <a:pt x="1947" y="1018"/>
                  </a:cubicBezTo>
                  <a:cubicBezTo>
                    <a:pt x="1901" y="1011"/>
                    <a:pt x="1855" y="1008"/>
                    <a:pt x="1808" y="1008"/>
                  </a:cubicBezTo>
                  <a:cubicBezTo>
                    <a:pt x="1742" y="1008"/>
                    <a:pt x="1676" y="1014"/>
                    <a:pt x="1610" y="1023"/>
                  </a:cubicBezTo>
                  <a:cubicBezTo>
                    <a:pt x="1592" y="1025"/>
                    <a:pt x="1575" y="1027"/>
                    <a:pt x="1558" y="1027"/>
                  </a:cubicBezTo>
                  <a:cubicBezTo>
                    <a:pt x="1535" y="1027"/>
                    <a:pt x="1513" y="1024"/>
                    <a:pt x="1490" y="1018"/>
                  </a:cubicBezTo>
                  <a:cubicBezTo>
                    <a:pt x="1474" y="1012"/>
                    <a:pt x="1452" y="1012"/>
                    <a:pt x="1436" y="1012"/>
                  </a:cubicBezTo>
                  <a:lnTo>
                    <a:pt x="1436" y="865"/>
                  </a:lnTo>
                  <a:cubicBezTo>
                    <a:pt x="1436" y="778"/>
                    <a:pt x="1436" y="697"/>
                    <a:pt x="1430" y="610"/>
                  </a:cubicBezTo>
                  <a:cubicBezTo>
                    <a:pt x="1430" y="436"/>
                    <a:pt x="1458" y="262"/>
                    <a:pt x="1441" y="83"/>
                  </a:cubicBezTo>
                  <a:cubicBezTo>
                    <a:pt x="1441" y="31"/>
                    <a:pt x="1399" y="0"/>
                    <a:pt x="1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4" name="Google Shape;5634;p120"/>
            <p:cNvGrpSpPr/>
            <p:nvPr/>
          </p:nvGrpSpPr>
          <p:grpSpPr>
            <a:xfrm>
              <a:off x="4632093" y="3569307"/>
              <a:ext cx="217171" cy="274312"/>
              <a:chOff x="5443425" y="4253175"/>
              <a:chExt cx="176275" cy="220650"/>
            </a:xfrm>
          </p:grpSpPr>
          <p:sp>
            <p:nvSpPr>
              <p:cNvPr id="5635" name="Google Shape;5635;p120"/>
              <p:cNvSpPr/>
              <p:nvPr/>
            </p:nvSpPr>
            <p:spPr>
              <a:xfrm>
                <a:off x="5483375" y="4336225"/>
                <a:ext cx="99375" cy="137600"/>
              </a:xfrm>
              <a:custGeom>
                <a:rect b="b" l="l" r="r" t="t"/>
                <a:pathLst>
                  <a:path extrusionOk="0" h="5504" w="3975">
                    <a:moveTo>
                      <a:pt x="1072" y="370"/>
                    </a:moveTo>
                    <a:cubicBezTo>
                      <a:pt x="1310" y="370"/>
                      <a:pt x="1547" y="411"/>
                      <a:pt x="1773" y="491"/>
                    </a:cubicBezTo>
                    <a:cubicBezTo>
                      <a:pt x="1936" y="556"/>
                      <a:pt x="2072" y="670"/>
                      <a:pt x="2164" y="817"/>
                    </a:cubicBezTo>
                    <a:cubicBezTo>
                      <a:pt x="2175" y="839"/>
                      <a:pt x="2186" y="866"/>
                      <a:pt x="2197" y="887"/>
                    </a:cubicBezTo>
                    <a:lnTo>
                      <a:pt x="2197" y="898"/>
                    </a:lnTo>
                    <a:cubicBezTo>
                      <a:pt x="2180" y="942"/>
                      <a:pt x="2180" y="996"/>
                      <a:pt x="2170" y="1045"/>
                    </a:cubicBezTo>
                    <a:cubicBezTo>
                      <a:pt x="2164" y="1078"/>
                      <a:pt x="2159" y="1105"/>
                      <a:pt x="2148" y="1138"/>
                    </a:cubicBezTo>
                    <a:cubicBezTo>
                      <a:pt x="2083" y="1056"/>
                      <a:pt x="2007" y="991"/>
                      <a:pt x="1914" y="942"/>
                    </a:cubicBezTo>
                    <a:cubicBezTo>
                      <a:pt x="1796" y="883"/>
                      <a:pt x="1666" y="853"/>
                      <a:pt x="1535" y="853"/>
                    </a:cubicBezTo>
                    <a:cubicBezTo>
                      <a:pt x="1414" y="853"/>
                      <a:pt x="1293" y="879"/>
                      <a:pt x="1180" y="931"/>
                    </a:cubicBezTo>
                    <a:cubicBezTo>
                      <a:pt x="1148" y="942"/>
                      <a:pt x="1169" y="991"/>
                      <a:pt x="1197" y="991"/>
                    </a:cubicBezTo>
                    <a:cubicBezTo>
                      <a:pt x="1263" y="991"/>
                      <a:pt x="1331" y="989"/>
                      <a:pt x="1399" y="989"/>
                    </a:cubicBezTo>
                    <a:cubicBezTo>
                      <a:pt x="1552" y="989"/>
                      <a:pt x="1704" y="999"/>
                      <a:pt x="1843" y="1067"/>
                    </a:cubicBezTo>
                    <a:cubicBezTo>
                      <a:pt x="1925" y="1110"/>
                      <a:pt x="2001" y="1165"/>
                      <a:pt x="2061" y="1235"/>
                    </a:cubicBezTo>
                    <a:cubicBezTo>
                      <a:pt x="2088" y="1263"/>
                      <a:pt x="2110" y="1301"/>
                      <a:pt x="2132" y="1333"/>
                    </a:cubicBezTo>
                    <a:cubicBezTo>
                      <a:pt x="2110" y="1344"/>
                      <a:pt x="2094" y="1350"/>
                      <a:pt x="2077" y="1350"/>
                    </a:cubicBezTo>
                    <a:cubicBezTo>
                      <a:pt x="1990" y="1360"/>
                      <a:pt x="1909" y="1360"/>
                      <a:pt x="1827" y="1377"/>
                    </a:cubicBezTo>
                    <a:cubicBezTo>
                      <a:pt x="1751" y="1388"/>
                      <a:pt x="1675" y="1398"/>
                      <a:pt x="1604" y="1415"/>
                    </a:cubicBezTo>
                    <a:cubicBezTo>
                      <a:pt x="1577" y="1426"/>
                      <a:pt x="1544" y="1437"/>
                      <a:pt x="1517" y="1442"/>
                    </a:cubicBezTo>
                    <a:cubicBezTo>
                      <a:pt x="1474" y="1442"/>
                      <a:pt x="1436" y="1431"/>
                      <a:pt x="1398" y="1420"/>
                    </a:cubicBezTo>
                    <a:cubicBezTo>
                      <a:pt x="1099" y="1350"/>
                      <a:pt x="783" y="1225"/>
                      <a:pt x="648" y="931"/>
                    </a:cubicBezTo>
                    <a:cubicBezTo>
                      <a:pt x="610" y="860"/>
                      <a:pt x="588" y="784"/>
                      <a:pt x="555" y="714"/>
                    </a:cubicBezTo>
                    <a:cubicBezTo>
                      <a:pt x="523" y="654"/>
                      <a:pt x="501" y="594"/>
                      <a:pt x="479" y="529"/>
                    </a:cubicBezTo>
                    <a:cubicBezTo>
                      <a:pt x="474" y="447"/>
                      <a:pt x="740" y="398"/>
                      <a:pt x="805" y="387"/>
                    </a:cubicBezTo>
                    <a:cubicBezTo>
                      <a:pt x="894" y="376"/>
                      <a:pt x="983" y="370"/>
                      <a:pt x="1072" y="370"/>
                    </a:cubicBezTo>
                    <a:close/>
                    <a:moveTo>
                      <a:pt x="3708" y="126"/>
                    </a:moveTo>
                    <a:cubicBezTo>
                      <a:pt x="3751" y="126"/>
                      <a:pt x="3757" y="170"/>
                      <a:pt x="3768" y="208"/>
                    </a:cubicBezTo>
                    <a:cubicBezTo>
                      <a:pt x="3800" y="344"/>
                      <a:pt x="3806" y="491"/>
                      <a:pt x="3773" y="627"/>
                    </a:cubicBezTo>
                    <a:cubicBezTo>
                      <a:pt x="3730" y="768"/>
                      <a:pt x="3654" y="898"/>
                      <a:pt x="3556" y="1007"/>
                    </a:cubicBezTo>
                    <a:cubicBezTo>
                      <a:pt x="3463" y="1110"/>
                      <a:pt x="3344" y="1181"/>
                      <a:pt x="3208" y="1208"/>
                    </a:cubicBezTo>
                    <a:cubicBezTo>
                      <a:pt x="3007" y="1257"/>
                      <a:pt x="2816" y="1328"/>
                      <a:pt x="2621" y="1382"/>
                    </a:cubicBezTo>
                    <a:cubicBezTo>
                      <a:pt x="2528" y="1404"/>
                      <a:pt x="2431" y="1442"/>
                      <a:pt x="2338" y="1458"/>
                    </a:cubicBezTo>
                    <a:cubicBezTo>
                      <a:pt x="2420" y="1333"/>
                      <a:pt x="2517" y="1230"/>
                      <a:pt x="2637" y="1143"/>
                    </a:cubicBezTo>
                    <a:cubicBezTo>
                      <a:pt x="2746" y="1067"/>
                      <a:pt x="2860" y="1007"/>
                      <a:pt x="2985" y="958"/>
                    </a:cubicBezTo>
                    <a:cubicBezTo>
                      <a:pt x="3008" y="951"/>
                      <a:pt x="3032" y="947"/>
                      <a:pt x="3056" y="947"/>
                    </a:cubicBezTo>
                    <a:cubicBezTo>
                      <a:pt x="3084" y="947"/>
                      <a:pt x="3113" y="952"/>
                      <a:pt x="3143" y="964"/>
                    </a:cubicBezTo>
                    <a:cubicBezTo>
                      <a:pt x="3158" y="970"/>
                      <a:pt x="3173" y="973"/>
                      <a:pt x="3190" y="973"/>
                    </a:cubicBezTo>
                    <a:cubicBezTo>
                      <a:pt x="3214" y="973"/>
                      <a:pt x="3239" y="966"/>
                      <a:pt x="3262" y="953"/>
                    </a:cubicBezTo>
                    <a:cubicBezTo>
                      <a:pt x="3289" y="942"/>
                      <a:pt x="3279" y="909"/>
                      <a:pt x="3257" y="898"/>
                    </a:cubicBezTo>
                    <a:cubicBezTo>
                      <a:pt x="3192" y="877"/>
                      <a:pt x="3153" y="817"/>
                      <a:pt x="3088" y="795"/>
                    </a:cubicBezTo>
                    <a:cubicBezTo>
                      <a:pt x="3061" y="788"/>
                      <a:pt x="3033" y="783"/>
                      <a:pt x="3005" y="783"/>
                    </a:cubicBezTo>
                    <a:cubicBezTo>
                      <a:pt x="2973" y="783"/>
                      <a:pt x="2941" y="789"/>
                      <a:pt x="2909" y="801"/>
                    </a:cubicBezTo>
                    <a:cubicBezTo>
                      <a:pt x="2768" y="844"/>
                      <a:pt x="2632" y="920"/>
                      <a:pt x="2512" y="1013"/>
                    </a:cubicBezTo>
                    <a:cubicBezTo>
                      <a:pt x="2431" y="1083"/>
                      <a:pt x="2354" y="1165"/>
                      <a:pt x="2289" y="1257"/>
                    </a:cubicBezTo>
                    <a:cubicBezTo>
                      <a:pt x="2295" y="1241"/>
                      <a:pt x="2295" y="1225"/>
                      <a:pt x="2300" y="1214"/>
                    </a:cubicBezTo>
                    <a:lnTo>
                      <a:pt x="2300" y="1208"/>
                    </a:lnTo>
                    <a:cubicBezTo>
                      <a:pt x="2322" y="1143"/>
                      <a:pt x="2349" y="1072"/>
                      <a:pt x="2365" y="1002"/>
                    </a:cubicBezTo>
                    <a:cubicBezTo>
                      <a:pt x="2392" y="936"/>
                      <a:pt x="2425" y="882"/>
                      <a:pt x="2469" y="828"/>
                    </a:cubicBezTo>
                    <a:cubicBezTo>
                      <a:pt x="2501" y="757"/>
                      <a:pt x="2545" y="686"/>
                      <a:pt x="2604" y="632"/>
                    </a:cubicBezTo>
                    <a:cubicBezTo>
                      <a:pt x="2670" y="589"/>
                      <a:pt x="2746" y="561"/>
                      <a:pt x="2827" y="561"/>
                    </a:cubicBezTo>
                    <a:cubicBezTo>
                      <a:pt x="2903" y="556"/>
                      <a:pt x="2980" y="534"/>
                      <a:pt x="3050" y="507"/>
                    </a:cubicBezTo>
                    <a:cubicBezTo>
                      <a:pt x="3192" y="458"/>
                      <a:pt x="3322" y="387"/>
                      <a:pt x="3442" y="295"/>
                    </a:cubicBezTo>
                    <a:cubicBezTo>
                      <a:pt x="3496" y="251"/>
                      <a:pt x="3556" y="213"/>
                      <a:pt x="3616" y="175"/>
                    </a:cubicBezTo>
                    <a:cubicBezTo>
                      <a:pt x="3637" y="159"/>
                      <a:pt x="3681" y="126"/>
                      <a:pt x="3708" y="126"/>
                    </a:cubicBezTo>
                    <a:close/>
                    <a:moveTo>
                      <a:pt x="2626" y="2605"/>
                    </a:moveTo>
                    <a:cubicBezTo>
                      <a:pt x="2675" y="2605"/>
                      <a:pt x="2724" y="2611"/>
                      <a:pt x="2773" y="2622"/>
                    </a:cubicBezTo>
                    <a:cubicBezTo>
                      <a:pt x="2691" y="2622"/>
                      <a:pt x="2615" y="2611"/>
                      <a:pt x="2539" y="2611"/>
                    </a:cubicBezTo>
                    <a:cubicBezTo>
                      <a:pt x="2566" y="2611"/>
                      <a:pt x="2594" y="2605"/>
                      <a:pt x="2626" y="2605"/>
                    </a:cubicBezTo>
                    <a:close/>
                    <a:moveTo>
                      <a:pt x="2140" y="2241"/>
                    </a:moveTo>
                    <a:cubicBezTo>
                      <a:pt x="2203" y="2241"/>
                      <a:pt x="2268" y="2247"/>
                      <a:pt x="2327" y="2257"/>
                    </a:cubicBezTo>
                    <a:lnTo>
                      <a:pt x="2327" y="2263"/>
                    </a:lnTo>
                    <a:cubicBezTo>
                      <a:pt x="2357" y="2268"/>
                      <a:pt x="2387" y="2268"/>
                      <a:pt x="2417" y="2268"/>
                    </a:cubicBezTo>
                    <a:cubicBezTo>
                      <a:pt x="2447" y="2268"/>
                      <a:pt x="2477" y="2268"/>
                      <a:pt x="2507" y="2274"/>
                    </a:cubicBezTo>
                    <a:cubicBezTo>
                      <a:pt x="2556" y="2290"/>
                      <a:pt x="2610" y="2301"/>
                      <a:pt x="2664" y="2306"/>
                    </a:cubicBezTo>
                    <a:cubicBezTo>
                      <a:pt x="2752" y="2300"/>
                      <a:pt x="2839" y="2295"/>
                      <a:pt x="2925" y="2295"/>
                    </a:cubicBezTo>
                    <a:cubicBezTo>
                      <a:pt x="2978" y="2295"/>
                      <a:pt x="3031" y="2297"/>
                      <a:pt x="3083" y="2301"/>
                    </a:cubicBezTo>
                    <a:cubicBezTo>
                      <a:pt x="3153" y="2312"/>
                      <a:pt x="3224" y="2323"/>
                      <a:pt x="3295" y="2328"/>
                    </a:cubicBezTo>
                    <a:cubicBezTo>
                      <a:pt x="3333" y="2328"/>
                      <a:pt x="3373" y="2322"/>
                      <a:pt x="3412" y="2322"/>
                    </a:cubicBezTo>
                    <a:cubicBezTo>
                      <a:pt x="3446" y="2322"/>
                      <a:pt x="3479" y="2327"/>
                      <a:pt x="3507" y="2344"/>
                    </a:cubicBezTo>
                    <a:cubicBezTo>
                      <a:pt x="3567" y="2377"/>
                      <a:pt x="3556" y="2437"/>
                      <a:pt x="3556" y="2502"/>
                    </a:cubicBezTo>
                    <a:cubicBezTo>
                      <a:pt x="3556" y="2583"/>
                      <a:pt x="3567" y="2665"/>
                      <a:pt x="3577" y="2741"/>
                    </a:cubicBezTo>
                    <a:cubicBezTo>
                      <a:pt x="3594" y="2844"/>
                      <a:pt x="3577" y="2969"/>
                      <a:pt x="3463" y="2991"/>
                    </a:cubicBezTo>
                    <a:cubicBezTo>
                      <a:pt x="3409" y="2997"/>
                      <a:pt x="3360" y="2997"/>
                      <a:pt x="3306" y="3007"/>
                    </a:cubicBezTo>
                    <a:cubicBezTo>
                      <a:pt x="3240" y="3029"/>
                      <a:pt x="3170" y="3040"/>
                      <a:pt x="3099" y="3051"/>
                    </a:cubicBezTo>
                    <a:cubicBezTo>
                      <a:pt x="3069" y="3055"/>
                      <a:pt x="3039" y="3056"/>
                      <a:pt x="3009" y="3056"/>
                    </a:cubicBezTo>
                    <a:cubicBezTo>
                      <a:pt x="2949" y="3056"/>
                      <a:pt x="2889" y="3051"/>
                      <a:pt x="2828" y="3051"/>
                    </a:cubicBezTo>
                    <a:cubicBezTo>
                      <a:pt x="2797" y="3051"/>
                      <a:pt x="2766" y="3052"/>
                      <a:pt x="2735" y="3056"/>
                    </a:cubicBezTo>
                    <a:cubicBezTo>
                      <a:pt x="2659" y="3067"/>
                      <a:pt x="2583" y="3089"/>
                      <a:pt x="2512" y="3100"/>
                    </a:cubicBezTo>
                    <a:cubicBezTo>
                      <a:pt x="2436" y="3116"/>
                      <a:pt x="2344" y="3111"/>
                      <a:pt x="2257" y="3122"/>
                    </a:cubicBezTo>
                    <a:cubicBezTo>
                      <a:pt x="1990" y="3160"/>
                      <a:pt x="1718" y="3176"/>
                      <a:pt x="1447" y="3176"/>
                    </a:cubicBezTo>
                    <a:cubicBezTo>
                      <a:pt x="1387" y="3178"/>
                      <a:pt x="1327" y="3179"/>
                      <a:pt x="1267" y="3179"/>
                    </a:cubicBezTo>
                    <a:cubicBezTo>
                      <a:pt x="1016" y="3179"/>
                      <a:pt x="763" y="3160"/>
                      <a:pt x="517" y="3116"/>
                    </a:cubicBezTo>
                    <a:cubicBezTo>
                      <a:pt x="441" y="3105"/>
                      <a:pt x="305" y="3105"/>
                      <a:pt x="256" y="3045"/>
                    </a:cubicBezTo>
                    <a:cubicBezTo>
                      <a:pt x="180" y="2959"/>
                      <a:pt x="186" y="2795"/>
                      <a:pt x="186" y="2698"/>
                    </a:cubicBezTo>
                    <a:cubicBezTo>
                      <a:pt x="186" y="2638"/>
                      <a:pt x="164" y="2513"/>
                      <a:pt x="207" y="2469"/>
                    </a:cubicBezTo>
                    <a:cubicBezTo>
                      <a:pt x="262" y="2442"/>
                      <a:pt x="316" y="2420"/>
                      <a:pt x="376" y="2415"/>
                    </a:cubicBezTo>
                    <a:cubicBezTo>
                      <a:pt x="550" y="2382"/>
                      <a:pt x="729" y="2361"/>
                      <a:pt x="903" y="2355"/>
                    </a:cubicBezTo>
                    <a:cubicBezTo>
                      <a:pt x="1061" y="2339"/>
                      <a:pt x="1218" y="2306"/>
                      <a:pt x="1371" y="2284"/>
                    </a:cubicBezTo>
                    <a:cubicBezTo>
                      <a:pt x="1430" y="2279"/>
                      <a:pt x="1479" y="2257"/>
                      <a:pt x="1534" y="2246"/>
                    </a:cubicBezTo>
                    <a:cubicBezTo>
                      <a:pt x="1534" y="2281"/>
                      <a:pt x="1556" y="2302"/>
                      <a:pt x="1584" y="2302"/>
                    </a:cubicBezTo>
                    <a:cubicBezTo>
                      <a:pt x="1587" y="2302"/>
                      <a:pt x="1590" y="2301"/>
                      <a:pt x="1593" y="2301"/>
                    </a:cubicBezTo>
                    <a:cubicBezTo>
                      <a:pt x="1653" y="2295"/>
                      <a:pt x="1713" y="2279"/>
                      <a:pt x="1767" y="2268"/>
                    </a:cubicBezTo>
                    <a:cubicBezTo>
                      <a:pt x="1789" y="2268"/>
                      <a:pt x="1805" y="2263"/>
                      <a:pt x="1822" y="2263"/>
                    </a:cubicBezTo>
                    <a:cubicBezTo>
                      <a:pt x="1795" y="2328"/>
                      <a:pt x="1778" y="2399"/>
                      <a:pt x="1756" y="2464"/>
                    </a:cubicBezTo>
                    <a:cubicBezTo>
                      <a:pt x="1746" y="2448"/>
                      <a:pt x="1729" y="2431"/>
                      <a:pt x="1713" y="2426"/>
                    </a:cubicBezTo>
                    <a:cubicBezTo>
                      <a:pt x="1662" y="2401"/>
                      <a:pt x="1607" y="2391"/>
                      <a:pt x="1551" y="2391"/>
                    </a:cubicBezTo>
                    <a:cubicBezTo>
                      <a:pt x="1423" y="2391"/>
                      <a:pt x="1288" y="2442"/>
                      <a:pt x="1175" y="2480"/>
                    </a:cubicBezTo>
                    <a:cubicBezTo>
                      <a:pt x="1082" y="2507"/>
                      <a:pt x="985" y="2513"/>
                      <a:pt x="892" y="2535"/>
                    </a:cubicBezTo>
                    <a:cubicBezTo>
                      <a:pt x="800" y="2556"/>
                      <a:pt x="729" y="2562"/>
                      <a:pt x="648" y="2589"/>
                    </a:cubicBezTo>
                    <a:cubicBezTo>
                      <a:pt x="639" y="2586"/>
                      <a:pt x="630" y="2585"/>
                      <a:pt x="620" y="2585"/>
                    </a:cubicBezTo>
                    <a:cubicBezTo>
                      <a:pt x="611" y="2585"/>
                      <a:pt x="601" y="2586"/>
                      <a:pt x="593" y="2589"/>
                    </a:cubicBezTo>
                    <a:cubicBezTo>
                      <a:pt x="561" y="2583"/>
                      <a:pt x="528" y="2578"/>
                      <a:pt x="495" y="2578"/>
                    </a:cubicBezTo>
                    <a:cubicBezTo>
                      <a:pt x="419" y="2589"/>
                      <a:pt x="419" y="2698"/>
                      <a:pt x="495" y="2703"/>
                    </a:cubicBezTo>
                    <a:cubicBezTo>
                      <a:pt x="523" y="2703"/>
                      <a:pt x="550" y="2708"/>
                      <a:pt x="577" y="2719"/>
                    </a:cubicBezTo>
                    <a:cubicBezTo>
                      <a:pt x="593" y="2725"/>
                      <a:pt x="604" y="2736"/>
                      <a:pt x="620" y="2736"/>
                    </a:cubicBezTo>
                    <a:lnTo>
                      <a:pt x="658" y="2736"/>
                    </a:lnTo>
                    <a:cubicBezTo>
                      <a:pt x="713" y="2741"/>
                      <a:pt x="773" y="2741"/>
                      <a:pt x="827" y="2752"/>
                    </a:cubicBezTo>
                    <a:cubicBezTo>
                      <a:pt x="926" y="2770"/>
                      <a:pt x="1025" y="2781"/>
                      <a:pt x="1124" y="2781"/>
                    </a:cubicBezTo>
                    <a:cubicBezTo>
                      <a:pt x="1145" y="2781"/>
                      <a:pt x="1165" y="2780"/>
                      <a:pt x="1186" y="2779"/>
                    </a:cubicBezTo>
                    <a:cubicBezTo>
                      <a:pt x="1246" y="2779"/>
                      <a:pt x="1305" y="2779"/>
                      <a:pt x="1365" y="2785"/>
                    </a:cubicBezTo>
                    <a:cubicBezTo>
                      <a:pt x="1425" y="2795"/>
                      <a:pt x="1485" y="2812"/>
                      <a:pt x="1544" y="2823"/>
                    </a:cubicBezTo>
                    <a:cubicBezTo>
                      <a:pt x="1576" y="2828"/>
                      <a:pt x="1606" y="2830"/>
                      <a:pt x="1636" y="2830"/>
                    </a:cubicBezTo>
                    <a:cubicBezTo>
                      <a:pt x="1731" y="2830"/>
                      <a:pt x="1820" y="2809"/>
                      <a:pt x="1920" y="2801"/>
                    </a:cubicBezTo>
                    <a:cubicBezTo>
                      <a:pt x="1985" y="2795"/>
                      <a:pt x="2046" y="2795"/>
                      <a:pt x="2106" y="2795"/>
                    </a:cubicBezTo>
                    <a:cubicBezTo>
                      <a:pt x="2167" y="2795"/>
                      <a:pt x="2227" y="2795"/>
                      <a:pt x="2289" y="2790"/>
                    </a:cubicBezTo>
                    <a:cubicBezTo>
                      <a:pt x="2414" y="2774"/>
                      <a:pt x="2528" y="2736"/>
                      <a:pt x="2653" y="2725"/>
                    </a:cubicBezTo>
                    <a:cubicBezTo>
                      <a:pt x="2768" y="2719"/>
                      <a:pt x="2876" y="2698"/>
                      <a:pt x="2980" y="2665"/>
                    </a:cubicBezTo>
                    <a:cubicBezTo>
                      <a:pt x="3056" y="2649"/>
                      <a:pt x="3121" y="2622"/>
                      <a:pt x="3181" y="2573"/>
                    </a:cubicBezTo>
                    <a:cubicBezTo>
                      <a:pt x="3210" y="2547"/>
                      <a:pt x="3184" y="2508"/>
                      <a:pt x="3152" y="2508"/>
                    </a:cubicBezTo>
                    <a:cubicBezTo>
                      <a:pt x="3144" y="2508"/>
                      <a:pt x="3135" y="2511"/>
                      <a:pt x="3126" y="2518"/>
                    </a:cubicBezTo>
                    <a:cubicBezTo>
                      <a:pt x="3072" y="2551"/>
                      <a:pt x="3018" y="2578"/>
                      <a:pt x="2952" y="2583"/>
                    </a:cubicBezTo>
                    <a:cubicBezTo>
                      <a:pt x="2996" y="2556"/>
                      <a:pt x="3001" y="2496"/>
                      <a:pt x="2969" y="2458"/>
                    </a:cubicBezTo>
                    <a:cubicBezTo>
                      <a:pt x="2890" y="2389"/>
                      <a:pt x="2796" y="2370"/>
                      <a:pt x="2698" y="2370"/>
                    </a:cubicBezTo>
                    <a:cubicBezTo>
                      <a:pt x="2577" y="2370"/>
                      <a:pt x="2450" y="2399"/>
                      <a:pt x="2338" y="2399"/>
                    </a:cubicBezTo>
                    <a:cubicBezTo>
                      <a:pt x="2333" y="2399"/>
                      <a:pt x="2327" y="2399"/>
                      <a:pt x="2322" y="2399"/>
                    </a:cubicBezTo>
                    <a:cubicBezTo>
                      <a:pt x="2224" y="2410"/>
                      <a:pt x="2126" y="2426"/>
                      <a:pt x="2028" y="2448"/>
                    </a:cubicBezTo>
                    <a:lnTo>
                      <a:pt x="1947" y="2458"/>
                    </a:lnTo>
                    <a:cubicBezTo>
                      <a:pt x="1979" y="2377"/>
                      <a:pt x="2012" y="2301"/>
                      <a:pt x="2039" y="2246"/>
                    </a:cubicBezTo>
                    <a:cubicBezTo>
                      <a:pt x="2072" y="2243"/>
                      <a:pt x="2106" y="2241"/>
                      <a:pt x="2140" y="2241"/>
                    </a:cubicBezTo>
                    <a:close/>
                    <a:moveTo>
                      <a:pt x="3376" y="3209"/>
                    </a:moveTo>
                    <a:lnTo>
                      <a:pt x="3376" y="3209"/>
                    </a:lnTo>
                    <a:cubicBezTo>
                      <a:pt x="3371" y="3274"/>
                      <a:pt x="3360" y="3339"/>
                      <a:pt x="3344" y="3404"/>
                    </a:cubicBezTo>
                    <a:lnTo>
                      <a:pt x="3349" y="3404"/>
                    </a:lnTo>
                    <a:cubicBezTo>
                      <a:pt x="3333" y="3524"/>
                      <a:pt x="3333" y="3638"/>
                      <a:pt x="3327" y="3758"/>
                    </a:cubicBezTo>
                    <a:cubicBezTo>
                      <a:pt x="3338" y="3866"/>
                      <a:pt x="3327" y="3975"/>
                      <a:pt x="3306" y="4084"/>
                    </a:cubicBezTo>
                    <a:cubicBezTo>
                      <a:pt x="3273" y="4192"/>
                      <a:pt x="3295" y="4290"/>
                      <a:pt x="3279" y="4399"/>
                    </a:cubicBezTo>
                    <a:cubicBezTo>
                      <a:pt x="3251" y="4502"/>
                      <a:pt x="3230" y="4606"/>
                      <a:pt x="3219" y="4709"/>
                    </a:cubicBezTo>
                    <a:cubicBezTo>
                      <a:pt x="3219" y="4796"/>
                      <a:pt x="3219" y="4894"/>
                      <a:pt x="3143" y="4964"/>
                    </a:cubicBezTo>
                    <a:cubicBezTo>
                      <a:pt x="3072" y="5030"/>
                      <a:pt x="2952" y="5024"/>
                      <a:pt x="2871" y="5051"/>
                    </a:cubicBezTo>
                    <a:cubicBezTo>
                      <a:pt x="2768" y="5084"/>
                      <a:pt x="2664" y="5127"/>
                      <a:pt x="2566" y="5182"/>
                    </a:cubicBezTo>
                    <a:cubicBezTo>
                      <a:pt x="2550" y="5193"/>
                      <a:pt x="2539" y="5209"/>
                      <a:pt x="2534" y="5231"/>
                    </a:cubicBezTo>
                    <a:cubicBezTo>
                      <a:pt x="2428" y="5248"/>
                      <a:pt x="2321" y="5256"/>
                      <a:pt x="2213" y="5256"/>
                    </a:cubicBezTo>
                    <a:cubicBezTo>
                      <a:pt x="2148" y="5256"/>
                      <a:pt x="2083" y="5253"/>
                      <a:pt x="2017" y="5247"/>
                    </a:cubicBezTo>
                    <a:cubicBezTo>
                      <a:pt x="1833" y="5242"/>
                      <a:pt x="1648" y="5247"/>
                      <a:pt x="1463" y="5225"/>
                    </a:cubicBezTo>
                    <a:cubicBezTo>
                      <a:pt x="1273" y="5198"/>
                      <a:pt x="1088" y="5144"/>
                      <a:pt x="909" y="5073"/>
                    </a:cubicBezTo>
                    <a:cubicBezTo>
                      <a:pt x="865" y="5062"/>
                      <a:pt x="822" y="5051"/>
                      <a:pt x="778" y="5040"/>
                    </a:cubicBezTo>
                    <a:cubicBezTo>
                      <a:pt x="756" y="5035"/>
                      <a:pt x="713" y="5035"/>
                      <a:pt x="680" y="5024"/>
                    </a:cubicBezTo>
                    <a:cubicBezTo>
                      <a:pt x="702" y="5024"/>
                      <a:pt x="675" y="4964"/>
                      <a:pt x="669" y="4948"/>
                    </a:cubicBezTo>
                    <a:cubicBezTo>
                      <a:pt x="658" y="4905"/>
                      <a:pt x="653" y="4861"/>
                      <a:pt x="653" y="4818"/>
                    </a:cubicBezTo>
                    <a:cubicBezTo>
                      <a:pt x="648" y="4736"/>
                      <a:pt x="631" y="4660"/>
                      <a:pt x="615" y="4584"/>
                    </a:cubicBezTo>
                    <a:cubicBezTo>
                      <a:pt x="599" y="4486"/>
                      <a:pt x="593" y="4383"/>
                      <a:pt x="577" y="4285"/>
                    </a:cubicBezTo>
                    <a:cubicBezTo>
                      <a:pt x="539" y="4105"/>
                      <a:pt x="566" y="3926"/>
                      <a:pt x="544" y="3747"/>
                    </a:cubicBezTo>
                    <a:cubicBezTo>
                      <a:pt x="533" y="3660"/>
                      <a:pt x="501" y="3578"/>
                      <a:pt x="485" y="3497"/>
                    </a:cubicBezTo>
                    <a:cubicBezTo>
                      <a:pt x="474" y="3448"/>
                      <a:pt x="474" y="3393"/>
                      <a:pt x="468" y="3344"/>
                    </a:cubicBezTo>
                    <a:lnTo>
                      <a:pt x="474" y="3344"/>
                    </a:lnTo>
                    <a:cubicBezTo>
                      <a:pt x="648" y="3383"/>
                      <a:pt x="827" y="3399"/>
                      <a:pt x="1001" y="3404"/>
                    </a:cubicBezTo>
                    <a:cubicBezTo>
                      <a:pt x="1064" y="3406"/>
                      <a:pt x="1127" y="3407"/>
                      <a:pt x="1190" y="3407"/>
                    </a:cubicBezTo>
                    <a:cubicBezTo>
                      <a:pt x="1315" y="3407"/>
                      <a:pt x="1439" y="3404"/>
                      <a:pt x="1566" y="3404"/>
                    </a:cubicBezTo>
                    <a:cubicBezTo>
                      <a:pt x="1659" y="3404"/>
                      <a:pt x="1751" y="3404"/>
                      <a:pt x="1838" y="3399"/>
                    </a:cubicBezTo>
                    <a:cubicBezTo>
                      <a:pt x="1930" y="3393"/>
                      <a:pt x="2001" y="3372"/>
                      <a:pt x="2083" y="3366"/>
                    </a:cubicBezTo>
                    <a:cubicBezTo>
                      <a:pt x="2148" y="3361"/>
                      <a:pt x="2219" y="3355"/>
                      <a:pt x="2284" y="3344"/>
                    </a:cubicBezTo>
                    <a:cubicBezTo>
                      <a:pt x="2376" y="3328"/>
                      <a:pt x="2463" y="3339"/>
                      <a:pt x="2550" y="3317"/>
                    </a:cubicBezTo>
                    <a:cubicBezTo>
                      <a:pt x="2643" y="3296"/>
                      <a:pt x="2729" y="3279"/>
                      <a:pt x="2816" y="3268"/>
                    </a:cubicBezTo>
                    <a:cubicBezTo>
                      <a:pt x="2830" y="3268"/>
                      <a:pt x="2843" y="3267"/>
                      <a:pt x="2855" y="3267"/>
                    </a:cubicBezTo>
                    <a:cubicBezTo>
                      <a:pt x="2906" y="3267"/>
                      <a:pt x="2955" y="3272"/>
                      <a:pt x="3005" y="3272"/>
                    </a:cubicBezTo>
                    <a:cubicBezTo>
                      <a:pt x="3027" y="3272"/>
                      <a:pt x="3049" y="3271"/>
                      <a:pt x="3072" y="3268"/>
                    </a:cubicBezTo>
                    <a:cubicBezTo>
                      <a:pt x="3175" y="3257"/>
                      <a:pt x="3279" y="3236"/>
                      <a:pt x="3376" y="3209"/>
                    </a:cubicBezTo>
                    <a:close/>
                    <a:moveTo>
                      <a:pt x="3678" y="0"/>
                    </a:moveTo>
                    <a:cubicBezTo>
                      <a:pt x="3670" y="0"/>
                      <a:pt x="3662" y="1"/>
                      <a:pt x="3654" y="1"/>
                    </a:cubicBezTo>
                    <a:cubicBezTo>
                      <a:pt x="3572" y="18"/>
                      <a:pt x="3496" y="56"/>
                      <a:pt x="3431" y="105"/>
                    </a:cubicBezTo>
                    <a:cubicBezTo>
                      <a:pt x="3338" y="170"/>
                      <a:pt x="3246" y="224"/>
                      <a:pt x="3148" y="273"/>
                    </a:cubicBezTo>
                    <a:cubicBezTo>
                      <a:pt x="3056" y="311"/>
                      <a:pt x="2963" y="344"/>
                      <a:pt x="2871" y="366"/>
                    </a:cubicBezTo>
                    <a:cubicBezTo>
                      <a:pt x="2773" y="377"/>
                      <a:pt x="2681" y="393"/>
                      <a:pt x="2588" y="420"/>
                    </a:cubicBezTo>
                    <a:cubicBezTo>
                      <a:pt x="2490" y="469"/>
                      <a:pt x="2414" y="540"/>
                      <a:pt x="2360" y="632"/>
                    </a:cubicBezTo>
                    <a:cubicBezTo>
                      <a:pt x="2333" y="675"/>
                      <a:pt x="2311" y="724"/>
                      <a:pt x="2284" y="768"/>
                    </a:cubicBezTo>
                    <a:cubicBezTo>
                      <a:pt x="2208" y="605"/>
                      <a:pt x="2083" y="474"/>
                      <a:pt x="1936" y="377"/>
                    </a:cubicBezTo>
                    <a:cubicBezTo>
                      <a:pt x="1854" y="333"/>
                      <a:pt x="1767" y="300"/>
                      <a:pt x="1675" y="284"/>
                    </a:cubicBezTo>
                    <a:cubicBezTo>
                      <a:pt x="1572" y="257"/>
                      <a:pt x="1468" y="224"/>
                      <a:pt x="1371" y="203"/>
                    </a:cubicBezTo>
                    <a:cubicBezTo>
                      <a:pt x="1273" y="186"/>
                      <a:pt x="1173" y="178"/>
                      <a:pt x="1074" y="178"/>
                    </a:cubicBezTo>
                    <a:cubicBezTo>
                      <a:pt x="974" y="178"/>
                      <a:pt x="873" y="186"/>
                      <a:pt x="773" y="203"/>
                    </a:cubicBezTo>
                    <a:cubicBezTo>
                      <a:pt x="631" y="224"/>
                      <a:pt x="463" y="273"/>
                      <a:pt x="370" y="393"/>
                    </a:cubicBezTo>
                    <a:cubicBezTo>
                      <a:pt x="273" y="512"/>
                      <a:pt x="387" y="670"/>
                      <a:pt x="419" y="801"/>
                    </a:cubicBezTo>
                    <a:cubicBezTo>
                      <a:pt x="452" y="991"/>
                      <a:pt x="533" y="1165"/>
                      <a:pt x="658" y="1317"/>
                    </a:cubicBezTo>
                    <a:cubicBezTo>
                      <a:pt x="783" y="1464"/>
                      <a:pt x="947" y="1534"/>
                      <a:pt x="1120" y="1600"/>
                    </a:cubicBezTo>
                    <a:cubicBezTo>
                      <a:pt x="1224" y="1643"/>
                      <a:pt x="1332" y="1676"/>
                      <a:pt x="1441" y="1692"/>
                    </a:cubicBezTo>
                    <a:cubicBezTo>
                      <a:pt x="1463" y="1696"/>
                      <a:pt x="1485" y="1698"/>
                      <a:pt x="1506" y="1698"/>
                    </a:cubicBezTo>
                    <a:cubicBezTo>
                      <a:pt x="1594" y="1698"/>
                      <a:pt x="1674" y="1667"/>
                      <a:pt x="1762" y="1654"/>
                    </a:cubicBezTo>
                    <a:cubicBezTo>
                      <a:pt x="1876" y="1638"/>
                      <a:pt x="1985" y="1605"/>
                      <a:pt x="2094" y="1562"/>
                    </a:cubicBezTo>
                    <a:lnTo>
                      <a:pt x="2115" y="1556"/>
                    </a:lnTo>
                    <a:lnTo>
                      <a:pt x="2115" y="1556"/>
                    </a:lnTo>
                    <a:cubicBezTo>
                      <a:pt x="2083" y="1616"/>
                      <a:pt x="2055" y="1687"/>
                      <a:pt x="2050" y="1757"/>
                    </a:cubicBezTo>
                    <a:cubicBezTo>
                      <a:pt x="2045" y="1781"/>
                      <a:pt x="2065" y="1796"/>
                      <a:pt x="2085" y="1796"/>
                    </a:cubicBezTo>
                    <a:cubicBezTo>
                      <a:pt x="2088" y="1796"/>
                      <a:pt x="2091" y="1796"/>
                      <a:pt x="2094" y="1795"/>
                    </a:cubicBezTo>
                    <a:lnTo>
                      <a:pt x="2094" y="1795"/>
                    </a:lnTo>
                    <a:cubicBezTo>
                      <a:pt x="2083" y="1812"/>
                      <a:pt x="2077" y="1828"/>
                      <a:pt x="2066" y="1844"/>
                    </a:cubicBezTo>
                    <a:cubicBezTo>
                      <a:pt x="2017" y="1926"/>
                      <a:pt x="1963" y="2007"/>
                      <a:pt x="1914" y="2089"/>
                    </a:cubicBezTo>
                    <a:cubicBezTo>
                      <a:pt x="1887" y="2094"/>
                      <a:pt x="1865" y="2100"/>
                      <a:pt x="1838" y="2100"/>
                    </a:cubicBezTo>
                    <a:cubicBezTo>
                      <a:pt x="1784" y="2111"/>
                      <a:pt x="1735" y="2121"/>
                      <a:pt x="1686" y="2143"/>
                    </a:cubicBezTo>
                    <a:cubicBezTo>
                      <a:pt x="1653" y="2138"/>
                      <a:pt x="1621" y="2127"/>
                      <a:pt x="1588" y="2121"/>
                    </a:cubicBezTo>
                    <a:cubicBezTo>
                      <a:pt x="1512" y="2121"/>
                      <a:pt x="1436" y="2127"/>
                      <a:pt x="1360" y="2143"/>
                    </a:cubicBezTo>
                    <a:cubicBezTo>
                      <a:pt x="1186" y="2159"/>
                      <a:pt x="1012" y="2181"/>
                      <a:pt x="838" y="2187"/>
                    </a:cubicBezTo>
                    <a:cubicBezTo>
                      <a:pt x="669" y="2187"/>
                      <a:pt x="495" y="2203"/>
                      <a:pt x="332" y="2236"/>
                    </a:cubicBezTo>
                    <a:cubicBezTo>
                      <a:pt x="207" y="2268"/>
                      <a:pt x="61" y="2306"/>
                      <a:pt x="17" y="2442"/>
                    </a:cubicBezTo>
                    <a:cubicBezTo>
                      <a:pt x="1" y="2502"/>
                      <a:pt x="1" y="2562"/>
                      <a:pt x="6" y="2627"/>
                    </a:cubicBezTo>
                    <a:cubicBezTo>
                      <a:pt x="6" y="2714"/>
                      <a:pt x="6" y="2806"/>
                      <a:pt x="12" y="2893"/>
                    </a:cubicBezTo>
                    <a:cubicBezTo>
                      <a:pt x="22" y="3002"/>
                      <a:pt x="28" y="3138"/>
                      <a:pt x="109" y="3225"/>
                    </a:cubicBezTo>
                    <a:cubicBezTo>
                      <a:pt x="175" y="3274"/>
                      <a:pt x="251" y="3312"/>
                      <a:pt x="338" y="3323"/>
                    </a:cubicBezTo>
                    <a:cubicBezTo>
                      <a:pt x="332" y="3366"/>
                      <a:pt x="327" y="3404"/>
                      <a:pt x="327" y="3448"/>
                    </a:cubicBezTo>
                    <a:cubicBezTo>
                      <a:pt x="327" y="3524"/>
                      <a:pt x="338" y="3605"/>
                      <a:pt x="343" y="3681"/>
                    </a:cubicBezTo>
                    <a:cubicBezTo>
                      <a:pt x="354" y="3839"/>
                      <a:pt x="321" y="3991"/>
                      <a:pt x="316" y="4144"/>
                    </a:cubicBezTo>
                    <a:cubicBezTo>
                      <a:pt x="316" y="4225"/>
                      <a:pt x="327" y="4307"/>
                      <a:pt x="343" y="4388"/>
                    </a:cubicBezTo>
                    <a:cubicBezTo>
                      <a:pt x="359" y="4475"/>
                      <a:pt x="359" y="4568"/>
                      <a:pt x="370" y="4654"/>
                    </a:cubicBezTo>
                    <a:cubicBezTo>
                      <a:pt x="398" y="4807"/>
                      <a:pt x="387" y="4964"/>
                      <a:pt x="441" y="5106"/>
                    </a:cubicBezTo>
                    <a:cubicBezTo>
                      <a:pt x="495" y="5263"/>
                      <a:pt x="599" y="5280"/>
                      <a:pt x="745" y="5312"/>
                    </a:cubicBezTo>
                    <a:cubicBezTo>
                      <a:pt x="909" y="5345"/>
                      <a:pt x="1061" y="5405"/>
                      <a:pt x="1224" y="5448"/>
                    </a:cubicBezTo>
                    <a:cubicBezTo>
                      <a:pt x="1366" y="5477"/>
                      <a:pt x="1513" y="5493"/>
                      <a:pt x="1660" y="5493"/>
                    </a:cubicBezTo>
                    <a:cubicBezTo>
                      <a:pt x="1681" y="5493"/>
                      <a:pt x="1702" y="5492"/>
                      <a:pt x="1724" y="5492"/>
                    </a:cubicBezTo>
                    <a:cubicBezTo>
                      <a:pt x="1873" y="5492"/>
                      <a:pt x="2026" y="5504"/>
                      <a:pt x="2176" y="5504"/>
                    </a:cubicBezTo>
                    <a:cubicBezTo>
                      <a:pt x="2201" y="5504"/>
                      <a:pt x="2226" y="5503"/>
                      <a:pt x="2251" y="5502"/>
                    </a:cubicBezTo>
                    <a:cubicBezTo>
                      <a:pt x="2436" y="5502"/>
                      <a:pt x="2621" y="5459"/>
                      <a:pt x="2784" y="5367"/>
                    </a:cubicBezTo>
                    <a:cubicBezTo>
                      <a:pt x="2811" y="5350"/>
                      <a:pt x="2838" y="5334"/>
                      <a:pt x="2871" y="5318"/>
                    </a:cubicBezTo>
                    <a:lnTo>
                      <a:pt x="2947" y="5296"/>
                    </a:lnTo>
                    <a:cubicBezTo>
                      <a:pt x="3061" y="5263"/>
                      <a:pt x="3192" y="5242"/>
                      <a:pt x="3284" y="5171"/>
                    </a:cubicBezTo>
                    <a:cubicBezTo>
                      <a:pt x="3365" y="5100"/>
                      <a:pt x="3425" y="5013"/>
                      <a:pt x="3452" y="4910"/>
                    </a:cubicBezTo>
                    <a:cubicBezTo>
                      <a:pt x="3463" y="4845"/>
                      <a:pt x="3469" y="4774"/>
                      <a:pt x="3463" y="4709"/>
                    </a:cubicBezTo>
                    <a:cubicBezTo>
                      <a:pt x="3474" y="4644"/>
                      <a:pt x="3485" y="4578"/>
                      <a:pt x="3501" y="4513"/>
                    </a:cubicBezTo>
                    <a:cubicBezTo>
                      <a:pt x="3529" y="4388"/>
                      <a:pt x="3501" y="4263"/>
                      <a:pt x="3529" y="4149"/>
                    </a:cubicBezTo>
                    <a:cubicBezTo>
                      <a:pt x="3550" y="4013"/>
                      <a:pt x="3556" y="3877"/>
                      <a:pt x="3539" y="3741"/>
                    </a:cubicBezTo>
                    <a:cubicBezTo>
                      <a:pt x="3534" y="3605"/>
                      <a:pt x="3523" y="3475"/>
                      <a:pt x="3518" y="3344"/>
                    </a:cubicBezTo>
                    <a:cubicBezTo>
                      <a:pt x="3518" y="3290"/>
                      <a:pt x="3507" y="3241"/>
                      <a:pt x="3496" y="3192"/>
                    </a:cubicBezTo>
                    <a:cubicBezTo>
                      <a:pt x="3599" y="3181"/>
                      <a:pt x="3692" y="3116"/>
                      <a:pt x="3730" y="3018"/>
                    </a:cubicBezTo>
                    <a:cubicBezTo>
                      <a:pt x="3800" y="2855"/>
                      <a:pt x="3735" y="2703"/>
                      <a:pt x="3730" y="2540"/>
                    </a:cubicBezTo>
                    <a:cubicBezTo>
                      <a:pt x="3730" y="2388"/>
                      <a:pt x="3735" y="2263"/>
                      <a:pt x="3583" y="2187"/>
                    </a:cubicBezTo>
                    <a:cubicBezTo>
                      <a:pt x="3526" y="2166"/>
                      <a:pt x="3470" y="2155"/>
                      <a:pt x="3411" y="2155"/>
                    </a:cubicBezTo>
                    <a:cubicBezTo>
                      <a:pt x="3391" y="2155"/>
                      <a:pt x="3370" y="2157"/>
                      <a:pt x="3349" y="2159"/>
                    </a:cubicBezTo>
                    <a:cubicBezTo>
                      <a:pt x="3257" y="2159"/>
                      <a:pt x="3159" y="2149"/>
                      <a:pt x="3067" y="2138"/>
                    </a:cubicBezTo>
                    <a:cubicBezTo>
                      <a:pt x="2974" y="2127"/>
                      <a:pt x="2876" y="2132"/>
                      <a:pt x="2784" y="2127"/>
                    </a:cubicBezTo>
                    <a:cubicBezTo>
                      <a:pt x="2751" y="2127"/>
                      <a:pt x="2721" y="2132"/>
                      <a:pt x="2692" y="2132"/>
                    </a:cubicBezTo>
                    <a:cubicBezTo>
                      <a:pt x="2677" y="2132"/>
                      <a:pt x="2662" y="2130"/>
                      <a:pt x="2648" y="2127"/>
                    </a:cubicBezTo>
                    <a:cubicBezTo>
                      <a:pt x="2610" y="2121"/>
                      <a:pt x="2577" y="2111"/>
                      <a:pt x="2545" y="2094"/>
                    </a:cubicBezTo>
                    <a:cubicBezTo>
                      <a:pt x="2507" y="2089"/>
                      <a:pt x="2469" y="2083"/>
                      <a:pt x="2431" y="2083"/>
                    </a:cubicBezTo>
                    <a:cubicBezTo>
                      <a:pt x="2387" y="2083"/>
                      <a:pt x="2349" y="2067"/>
                      <a:pt x="2311" y="2062"/>
                    </a:cubicBezTo>
                    <a:cubicBezTo>
                      <a:pt x="2276" y="2058"/>
                      <a:pt x="2239" y="2054"/>
                      <a:pt x="2201" y="2054"/>
                    </a:cubicBezTo>
                    <a:cubicBezTo>
                      <a:pt x="2185" y="2054"/>
                      <a:pt x="2169" y="2055"/>
                      <a:pt x="2153" y="2056"/>
                    </a:cubicBezTo>
                    <a:cubicBezTo>
                      <a:pt x="2202" y="1980"/>
                      <a:pt x="2235" y="1899"/>
                      <a:pt x="2251" y="1812"/>
                    </a:cubicBezTo>
                    <a:cubicBezTo>
                      <a:pt x="2262" y="1768"/>
                      <a:pt x="2262" y="1725"/>
                      <a:pt x="2262" y="1676"/>
                    </a:cubicBezTo>
                    <a:cubicBezTo>
                      <a:pt x="2280" y="1677"/>
                      <a:pt x="2298" y="1678"/>
                      <a:pt x="2315" y="1678"/>
                    </a:cubicBezTo>
                    <a:cubicBezTo>
                      <a:pt x="2371" y="1678"/>
                      <a:pt x="2425" y="1671"/>
                      <a:pt x="2479" y="1654"/>
                    </a:cubicBezTo>
                    <a:lnTo>
                      <a:pt x="2485" y="1654"/>
                    </a:lnTo>
                    <a:cubicBezTo>
                      <a:pt x="2713" y="1600"/>
                      <a:pt x="2931" y="1529"/>
                      <a:pt x="3153" y="1458"/>
                    </a:cubicBezTo>
                    <a:cubicBezTo>
                      <a:pt x="3338" y="1404"/>
                      <a:pt x="3507" y="1366"/>
                      <a:pt x="3654" y="1225"/>
                    </a:cubicBezTo>
                    <a:cubicBezTo>
                      <a:pt x="3784" y="1094"/>
                      <a:pt x="3876" y="931"/>
                      <a:pt x="3925" y="757"/>
                    </a:cubicBezTo>
                    <a:cubicBezTo>
                      <a:pt x="3974" y="583"/>
                      <a:pt x="3963" y="398"/>
                      <a:pt x="3904" y="230"/>
                    </a:cubicBezTo>
                    <a:cubicBezTo>
                      <a:pt x="3863" y="122"/>
                      <a:pt x="3807" y="0"/>
                      <a:pt x="3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0"/>
              <p:cNvSpPr/>
              <p:nvPr/>
            </p:nvSpPr>
            <p:spPr>
              <a:xfrm>
                <a:off x="5459725" y="4266000"/>
                <a:ext cx="48275" cy="65025"/>
              </a:xfrm>
              <a:custGeom>
                <a:rect b="b" l="l" r="r" t="t"/>
                <a:pathLst>
                  <a:path extrusionOk="0" h="2601" w="1931">
                    <a:moveTo>
                      <a:pt x="940" y="192"/>
                    </a:moveTo>
                    <a:cubicBezTo>
                      <a:pt x="984" y="192"/>
                      <a:pt x="1028" y="199"/>
                      <a:pt x="1072" y="212"/>
                    </a:cubicBezTo>
                    <a:cubicBezTo>
                      <a:pt x="1398" y="294"/>
                      <a:pt x="1681" y="571"/>
                      <a:pt x="1686" y="924"/>
                    </a:cubicBezTo>
                    <a:cubicBezTo>
                      <a:pt x="1686" y="1104"/>
                      <a:pt x="1686" y="1261"/>
                      <a:pt x="1583" y="1408"/>
                    </a:cubicBezTo>
                    <a:cubicBezTo>
                      <a:pt x="1490" y="1538"/>
                      <a:pt x="1349" y="1625"/>
                      <a:pt x="1191" y="1647"/>
                    </a:cubicBezTo>
                    <a:cubicBezTo>
                      <a:pt x="1144" y="1651"/>
                      <a:pt x="1096" y="1654"/>
                      <a:pt x="1046" y="1654"/>
                    </a:cubicBezTo>
                    <a:cubicBezTo>
                      <a:pt x="775" y="1654"/>
                      <a:pt x="480" y="1582"/>
                      <a:pt x="332" y="1343"/>
                    </a:cubicBezTo>
                    <a:cubicBezTo>
                      <a:pt x="224" y="1185"/>
                      <a:pt x="175" y="1000"/>
                      <a:pt x="191" y="810"/>
                    </a:cubicBezTo>
                    <a:cubicBezTo>
                      <a:pt x="207" y="718"/>
                      <a:pt x="240" y="625"/>
                      <a:pt x="284" y="538"/>
                    </a:cubicBezTo>
                    <a:cubicBezTo>
                      <a:pt x="381" y="424"/>
                      <a:pt x="452" y="310"/>
                      <a:pt x="604" y="261"/>
                    </a:cubicBezTo>
                    <a:cubicBezTo>
                      <a:pt x="669" y="239"/>
                      <a:pt x="735" y="245"/>
                      <a:pt x="800" y="218"/>
                    </a:cubicBezTo>
                    <a:cubicBezTo>
                      <a:pt x="845" y="201"/>
                      <a:pt x="892" y="192"/>
                      <a:pt x="940" y="192"/>
                    </a:cubicBezTo>
                    <a:close/>
                    <a:moveTo>
                      <a:pt x="920" y="0"/>
                    </a:moveTo>
                    <a:cubicBezTo>
                      <a:pt x="860" y="0"/>
                      <a:pt x="805" y="11"/>
                      <a:pt x="751" y="33"/>
                    </a:cubicBezTo>
                    <a:cubicBezTo>
                      <a:pt x="702" y="55"/>
                      <a:pt x="653" y="65"/>
                      <a:pt x="604" y="76"/>
                    </a:cubicBezTo>
                    <a:cubicBezTo>
                      <a:pt x="506" y="103"/>
                      <a:pt x="419" y="152"/>
                      <a:pt x="343" y="218"/>
                    </a:cubicBezTo>
                    <a:cubicBezTo>
                      <a:pt x="251" y="299"/>
                      <a:pt x="229" y="392"/>
                      <a:pt x="202" y="511"/>
                    </a:cubicBezTo>
                    <a:cubicBezTo>
                      <a:pt x="202" y="517"/>
                      <a:pt x="202" y="522"/>
                      <a:pt x="202" y="533"/>
                    </a:cubicBezTo>
                    <a:cubicBezTo>
                      <a:pt x="153" y="598"/>
                      <a:pt x="110" y="669"/>
                      <a:pt x="77" y="750"/>
                    </a:cubicBezTo>
                    <a:cubicBezTo>
                      <a:pt x="1" y="935"/>
                      <a:pt x="44" y="1147"/>
                      <a:pt x="120" y="1332"/>
                    </a:cubicBezTo>
                    <a:cubicBezTo>
                      <a:pt x="191" y="1511"/>
                      <a:pt x="332" y="1663"/>
                      <a:pt x="512" y="1745"/>
                    </a:cubicBezTo>
                    <a:cubicBezTo>
                      <a:pt x="702" y="1837"/>
                      <a:pt x="914" y="1848"/>
                      <a:pt x="1126" y="1848"/>
                    </a:cubicBezTo>
                    <a:cubicBezTo>
                      <a:pt x="1137" y="1849"/>
                      <a:pt x="1148" y="1849"/>
                      <a:pt x="1159" y="1849"/>
                    </a:cubicBezTo>
                    <a:cubicBezTo>
                      <a:pt x="1235" y="1849"/>
                      <a:pt x="1310" y="1833"/>
                      <a:pt x="1382" y="1805"/>
                    </a:cubicBezTo>
                    <a:cubicBezTo>
                      <a:pt x="1387" y="1848"/>
                      <a:pt x="1398" y="1886"/>
                      <a:pt x="1409" y="1930"/>
                    </a:cubicBezTo>
                    <a:cubicBezTo>
                      <a:pt x="1431" y="1990"/>
                      <a:pt x="1458" y="2055"/>
                      <a:pt x="1485" y="2115"/>
                    </a:cubicBezTo>
                    <a:cubicBezTo>
                      <a:pt x="1512" y="2180"/>
                      <a:pt x="1550" y="2234"/>
                      <a:pt x="1588" y="2289"/>
                    </a:cubicBezTo>
                    <a:cubicBezTo>
                      <a:pt x="1643" y="2343"/>
                      <a:pt x="1686" y="2397"/>
                      <a:pt x="1724" y="2463"/>
                    </a:cubicBezTo>
                    <a:lnTo>
                      <a:pt x="1708" y="2463"/>
                    </a:lnTo>
                    <a:cubicBezTo>
                      <a:pt x="1614" y="2438"/>
                      <a:pt x="1551" y="2389"/>
                      <a:pt x="1470" y="2389"/>
                    </a:cubicBezTo>
                    <a:cubicBezTo>
                      <a:pt x="1443" y="2389"/>
                      <a:pt x="1414" y="2395"/>
                      <a:pt x="1382" y="2408"/>
                    </a:cubicBezTo>
                    <a:cubicBezTo>
                      <a:pt x="1371" y="2414"/>
                      <a:pt x="1360" y="2430"/>
                      <a:pt x="1382" y="2435"/>
                    </a:cubicBezTo>
                    <a:cubicBezTo>
                      <a:pt x="1463" y="2473"/>
                      <a:pt x="1534" y="2528"/>
                      <a:pt x="1615" y="2566"/>
                    </a:cubicBezTo>
                    <a:cubicBezTo>
                      <a:pt x="1657" y="2588"/>
                      <a:pt x="1703" y="2601"/>
                      <a:pt x="1749" y="2601"/>
                    </a:cubicBezTo>
                    <a:cubicBezTo>
                      <a:pt x="1770" y="2601"/>
                      <a:pt x="1791" y="2598"/>
                      <a:pt x="1811" y="2593"/>
                    </a:cubicBezTo>
                    <a:cubicBezTo>
                      <a:pt x="1865" y="2566"/>
                      <a:pt x="1898" y="2517"/>
                      <a:pt x="1909" y="2457"/>
                    </a:cubicBezTo>
                    <a:cubicBezTo>
                      <a:pt x="1914" y="2408"/>
                      <a:pt x="1903" y="2359"/>
                      <a:pt x="1914" y="2305"/>
                    </a:cubicBezTo>
                    <a:cubicBezTo>
                      <a:pt x="1925" y="2272"/>
                      <a:pt x="1931" y="2234"/>
                      <a:pt x="1925" y="2196"/>
                    </a:cubicBezTo>
                    <a:lnTo>
                      <a:pt x="1914" y="2191"/>
                    </a:lnTo>
                    <a:cubicBezTo>
                      <a:pt x="1911" y="2167"/>
                      <a:pt x="1893" y="2157"/>
                      <a:pt x="1873" y="2157"/>
                    </a:cubicBezTo>
                    <a:cubicBezTo>
                      <a:pt x="1856" y="2157"/>
                      <a:pt x="1837" y="2165"/>
                      <a:pt x="1827" y="2180"/>
                    </a:cubicBezTo>
                    <a:cubicBezTo>
                      <a:pt x="1789" y="2229"/>
                      <a:pt x="1773" y="2283"/>
                      <a:pt x="1773" y="2343"/>
                    </a:cubicBezTo>
                    <a:lnTo>
                      <a:pt x="1773" y="2348"/>
                    </a:lnTo>
                    <a:cubicBezTo>
                      <a:pt x="1762" y="2332"/>
                      <a:pt x="1746" y="2316"/>
                      <a:pt x="1735" y="2305"/>
                    </a:cubicBezTo>
                    <a:cubicBezTo>
                      <a:pt x="1664" y="2229"/>
                      <a:pt x="1604" y="2147"/>
                      <a:pt x="1561" y="2055"/>
                    </a:cubicBezTo>
                    <a:cubicBezTo>
                      <a:pt x="1523" y="1968"/>
                      <a:pt x="1479" y="1875"/>
                      <a:pt x="1441" y="1789"/>
                    </a:cubicBezTo>
                    <a:cubicBezTo>
                      <a:pt x="1441" y="1783"/>
                      <a:pt x="1436" y="1783"/>
                      <a:pt x="1436" y="1778"/>
                    </a:cubicBezTo>
                    <a:cubicBezTo>
                      <a:pt x="1686" y="1653"/>
                      <a:pt x="1849" y="1403"/>
                      <a:pt x="1865" y="1125"/>
                    </a:cubicBezTo>
                    <a:cubicBezTo>
                      <a:pt x="1882" y="1000"/>
                      <a:pt x="1876" y="875"/>
                      <a:pt x="1855" y="756"/>
                    </a:cubicBezTo>
                    <a:cubicBezTo>
                      <a:pt x="1827" y="647"/>
                      <a:pt x="1778" y="544"/>
                      <a:pt x="1719" y="457"/>
                    </a:cubicBezTo>
                    <a:cubicBezTo>
                      <a:pt x="1604" y="288"/>
                      <a:pt x="1452" y="163"/>
                      <a:pt x="1273" y="82"/>
                    </a:cubicBezTo>
                    <a:cubicBezTo>
                      <a:pt x="1159" y="33"/>
                      <a:pt x="1039" y="6"/>
                      <a:pt x="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0"/>
              <p:cNvSpPr/>
              <p:nvPr/>
            </p:nvSpPr>
            <p:spPr>
              <a:xfrm>
                <a:off x="5451850" y="4265025"/>
                <a:ext cx="9275" cy="9550"/>
              </a:xfrm>
              <a:custGeom>
                <a:rect b="b" l="l" r="r" t="t"/>
                <a:pathLst>
                  <a:path extrusionOk="0" h="382" w="371">
                    <a:moveTo>
                      <a:pt x="77" y="0"/>
                    </a:moveTo>
                    <a:cubicBezTo>
                      <a:pt x="68" y="0"/>
                      <a:pt x="59" y="2"/>
                      <a:pt x="50" y="7"/>
                    </a:cubicBezTo>
                    <a:cubicBezTo>
                      <a:pt x="17" y="17"/>
                      <a:pt x="1" y="55"/>
                      <a:pt x="6" y="94"/>
                    </a:cubicBezTo>
                    <a:cubicBezTo>
                      <a:pt x="28" y="148"/>
                      <a:pt x="55" y="197"/>
                      <a:pt x="88" y="246"/>
                    </a:cubicBezTo>
                    <a:cubicBezTo>
                      <a:pt x="109" y="322"/>
                      <a:pt x="175" y="371"/>
                      <a:pt x="251" y="382"/>
                    </a:cubicBezTo>
                    <a:cubicBezTo>
                      <a:pt x="327" y="382"/>
                      <a:pt x="370" y="300"/>
                      <a:pt x="332" y="235"/>
                    </a:cubicBezTo>
                    <a:lnTo>
                      <a:pt x="327" y="229"/>
                    </a:lnTo>
                    <a:cubicBezTo>
                      <a:pt x="316" y="219"/>
                      <a:pt x="305" y="208"/>
                      <a:pt x="294" y="191"/>
                    </a:cubicBezTo>
                    <a:cubicBezTo>
                      <a:pt x="289" y="186"/>
                      <a:pt x="283" y="180"/>
                      <a:pt x="278" y="175"/>
                    </a:cubicBezTo>
                    <a:lnTo>
                      <a:pt x="278" y="170"/>
                    </a:lnTo>
                    <a:cubicBezTo>
                      <a:pt x="278" y="170"/>
                      <a:pt x="267" y="153"/>
                      <a:pt x="262" y="142"/>
                    </a:cubicBezTo>
                    <a:lnTo>
                      <a:pt x="240" y="121"/>
                    </a:lnTo>
                    <a:cubicBezTo>
                      <a:pt x="223" y="99"/>
                      <a:pt x="207" y="83"/>
                      <a:pt x="185" y="66"/>
                    </a:cubicBezTo>
                    <a:cubicBezTo>
                      <a:pt x="169" y="55"/>
                      <a:pt x="147" y="55"/>
                      <a:pt x="137" y="34"/>
                    </a:cubicBezTo>
                    <a:cubicBezTo>
                      <a:pt x="125" y="14"/>
                      <a:pt x="101" y="0"/>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0"/>
              <p:cNvSpPr/>
              <p:nvPr/>
            </p:nvSpPr>
            <p:spPr>
              <a:xfrm>
                <a:off x="5444250" y="4286775"/>
                <a:ext cx="10200" cy="6450"/>
              </a:xfrm>
              <a:custGeom>
                <a:rect b="b" l="l" r="r" t="t"/>
                <a:pathLst>
                  <a:path extrusionOk="0" h="258" w="408">
                    <a:moveTo>
                      <a:pt x="265" y="1"/>
                    </a:moveTo>
                    <a:cubicBezTo>
                      <a:pt x="236" y="1"/>
                      <a:pt x="208" y="9"/>
                      <a:pt x="185" y="28"/>
                    </a:cubicBezTo>
                    <a:cubicBezTo>
                      <a:pt x="152" y="50"/>
                      <a:pt x="114" y="61"/>
                      <a:pt x="76" y="71"/>
                    </a:cubicBezTo>
                    <a:cubicBezTo>
                      <a:pt x="0" y="93"/>
                      <a:pt x="0" y="202"/>
                      <a:pt x="76" y="229"/>
                    </a:cubicBezTo>
                    <a:cubicBezTo>
                      <a:pt x="121" y="247"/>
                      <a:pt x="170" y="258"/>
                      <a:pt x="220" y="258"/>
                    </a:cubicBezTo>
                    <a:cubicBezTo>
                      <a:pt x="230" y="258"/>
                      <a:pt x="240" y="257"/>
                      <a:pt x="250" y="256"/>
                    </a:cubicBezTo>
                    <a:cubicBezTo>
                      <a:pt x="305" y="245"/>
                      <a:pt x="354" y="213"/>
                      <a:pt x="386" y="169"/>
                    </a:cubicBezTo>
                    <a:cubicBezTo>
                      <a:pt x="408" y="126"/>
                      <a:pt x="402" y="77"/>
                      <a:pt x="370" y="44"/>
                    </a:cubicBezTo>
                    <a:cubicBezTo>
                      <a:pt x="342" y="16"/>
                      <a:pt x="303" y="1"/>
                      <a:pt x="2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0"/>
              <p:cNvSpPr/>
              <p:nvPr/>
            </p:nvSpPr>
            <p:spPr>
              <a:xfrm>
                <a:off x="5453500" y="4305200"/>
                <a:ext cx="12650" cy="11475"/>
              </a:xfrm>
              <a:custGeom>
                <a:rect b="b" l="l" r="r" t="t"/>
                <a:pathLst>
                  <a:path extrusionOk="0" h="459" w="506">
                    <a:moveTo>
                      <a:pt x="360" y="1"/>
                    </a:moveTo>
                    <a:cubicBezTo>
                      <a:pt x="301" y="1"/>
                      <a:pt x="235" y="47"/>
                      <a:pt x="201" y="85"/>
                    </a:cubicBezTo>
                    <a:cubicBezTo>
                      <a:pt x="168" y="117"/>
                      <a:pt x="141" y="155"/>
                      <a:pt x="114" y="193"/>
                    </a:cubicBezTo>
                    <a:cubicBezTo>
                      <a:pt x="92" y="231"/>
                      <a:pt x="71" y="275"/>
                      <a:pt x="49" y="313"/>
                    </a:cubicBezTo>
                    <a:cubicBezTo>
                      <a:pt x="0" y="375"/>
                      <a:pt x="66" y="458"/>
                      <a:pt x="134" y="458"/>
                    </a:cubicBezTo>
                    <a:cubicBezTo>
                      <a:pt x="149" y="458"/>
                      <a:pt x="165" y="454"/>
                      <a:pt x="179" y="443"/>
                    </a:cubicBezTo>
                    <a:cubicBezTo>
                      <a:pt x="217" y="416"/>
                      <a:pt x="261" y="400"/>
                      <a:pt x="299" y="367"/>
                    </a:cubicBezTo>
                    <a:cubicBezTo>
                      <a:pt x="331" y="346"/>
                      <a:pt x="359" y="318"/>
                      <a:pt x="386" y="286"/>
                    </a:cubicBezTo>
                    <a:cubicBezTo>
                      <a:pt x="440" y="226"/>
                      <a:pt x="505" y="101"/>
                      <a:pt x="435" y="30"/>
                    </a:cubicBezTo>
                    <a:lnTo>
                      <a:pt x="429" y="30"/>
                    </a:lnTo>
                    <a:cubicBezTo>
                      <a:pt x="410" y="9"/>
                      <a:pt x="386" y="1"/>
                      <a:pt x="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20"/>
              <p:cNvSpPr/>
              <p:nvPr/>
            </p:nvSpPr>
            <p:spPr>
              <a:xfrm>
                <a:off x="5475225" y="4316575"/>
                <a:ext cx="7625" cy="9250"/>
              </a:xfrm>
              <a:custGeom>
                <a:rect b="b" l="l" r="r" t="t"/>
                <a:pathLst>
                  <a:path extrusionOk="0" h="370" w="305">
                    <a:moveTo>
                      <a:pt x="145" y="0"/>
                    </a:moveTo>
                    <a:cubicBezTo>
                      <a:pt x="124" y="0"/>
                      <a:pt x="103" y="5"/>
                      <a:pt x="82" y="16"/>
                    </a:cubicBezTo>
                    <a:cubicBezTo>
                      <a:pt x="22" y="54"/>
                      <a:pt x="1" y="135"/>
                      <a:pt x="33" y="195"/>
                    </a:cubicBezTo>
                    <a:cubicBezTo>
                      <a:pt x="49" y="222"/>
                      <a:pt x="66" y="249"/>
                      <a:pt x="88" y="271"/>
                    </a:cubicBezTo>
                    <a:lnTo>
                      <a:pt x="93" y="282"/>
                    </a:lnTo>
                    <a:lnTo>
                      <a:pt x="104" y="293"/>
                    </a:lnTo>
                    <a:lnTo>
                      <a:pt x="115" y="309"/>
                    </a:lnTo>
                    <a:cubicBezTo>
                      <a:pt x="131" y="350"/>
                      <a:pt x="166" y="369"/>
                      <a:pt x="202" y="369"/>
                    </a:cubicBezTo>
                    <a:cubicBezTo>
                      <a:pt x="251" y="369"/>
                      <a:pt x="300" y="334"/>
                      <a:pt x="300" y="271"/>
                    </a:cubicBezTo>
                    <a:lnTo>
                      <a:pt x="305" y="271"/>
                    </a:lnTo>
                    <a:cubicBezTo>
                      <a:pt x="305" y="255"/>
                      <a:pt x="305" y="244"/>
                      <a:pt x="305" y="233"/>
                    </a:cubicBezTo>
                    <a:cubicBezTo>
                      <a:pt x="305" y="224"/>
                      <a:pt x="298" y="180"/>
                      <a:pt x="298" y="180"/>
                    </a:cubicBezTo>
                    <a:lnTo>
                      <a:pt x="298" y="180"/>
                    </a:lnTo>
                    <a:cubicBezTo>
                      <a:pt x="298" y="180"/>
                      <a:pt x="298" y="183"/>
                      <a:pt x="300" y="190"/>
                    </a:cubicBezTo>
                    <a:cubicBezTo>
                      <a:pt x="294" y="146"/>
                      <a:pt x="283" y="103"/>
                      <a:pt x="261" y="64"/>
                    </a:cubicBezTo>
                    <a:cubicBezTo>
                      <a:pt x="235" y="24"/>
                      <a:pt x="191"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0"/>
              <p:cNvSpPr/>
              <p:nvPr/>
            </p:nvSpPr>
            <p:spPr>
              <a:xfrm>
                <a:off x="5507575" y="4303325"/>
                <a:ext cx="9250" cy="7225"/>
              </a:xfrm>
              <a:custGeom>
                <a:rect b="b" l="l" r="r" t="t"/>
                <a:pathLst>
                  <a:path extrusionOk="0" h="289" w="370">
                    <a:moveTo>
                      <a:pt x="144" y="1"/>
                    </a:moveTo>
                    <a:cubicBezTo>
                      <a:pt x="114" y="1"/>
                      <a:pt x="88" y="10"/>
                      <a:pt x="66" y="24"/>
                    </a:cubicBezTo>
                    <a:cubicBezTo>
                      <a:pt x="33" y="45"/>
                      <a:pt x="11" y="78"/>
                      <a:pt x="6" y="116"/>
                    </a:cubicBezTo>
                    <a:cubicBezTo>
                      <a:pt x="0" y="149"/>
                      <a:pt x="11" y="187"/>
                      <a:pt x="38" y="214"/>
                    </a:cubicBezTo>
                    <a:cubicBezTo>
                      <a:pt x="82" y="247"/>
                      <a:pt x="131" y="263"/>
                      <a:pt x="180" y="263"/>
                    </a:cubicBezTo>
                    <a:lnTo>
                      <a:pt x="185" y="263"/>
                    </a:lnTo>
                    <a:lnTo>
                      <a:pt x="201" y="268"/>
                    </a:lnTo>
                    <a:cubicBezTo>
                      <a:pt x="220" y="282"/>
                      <a:pt x="242" y="289"/>
                      <a:pt x="263" y="289"/>
                    </a:cubicBezTo>
                    <a:cubicBezTo>
                      <a:pt x="284" y="289"/>
                      <a:pt x="305" y="282"/>
                      <a:pt x="321" y="268"/>
                    </a:cubicBezTo>
                    <a:cubicBezTo>
                      <a:pt x="359" y="241"/>
                      <a:pt x="370" y="187"/>
                      <a:pt x="348" y="138"/>
                    </a:cubicBezTo>
                    <a:lnTo>
                      <a:pt x="343" y="132"/>
                    </a:lnTo>
                    <a:cubicBezTo>
                      <a:pt x="337" y="111"/>
                      <a:pt x="321" y="89"/>
                      <a:pt x="305" y="67"/>
                    </a:cubicBezTo>
                    <a:lnTo>
                      <a:pt x="299" y="62"/>
                    </a:lnTo>
                    <a:lnTo>
                      <a:pt x="299" y="62"/>
                    </a:lnTo>
                    <a:cubicBezTo>
                      <a:pt x="303" y="68"/>
                      <a:pt x="306" y="73"/>
                      <a:pt x="308" y="76"/>
                    </a:cubicBezTo>
                    <a:lnTo>
                      <a:pt x="308" y="76"/>
                    </a:lnTo>
                    <a:cubicBezTo>
                      <a:pt x="305" y="72"/>
                      <a:pt x="299" y="63"/>
                      <a:pt x="288" y="51"/>
                    </a:cubicBezTo>
                    <a:cubicBezTo>
                      <a:pt x="278" y="40"/>
                      <a:pt x="267" y="35"/>
                      <a:pt x="256" y="24"/>
                    </a:cubicBezTo>
                    <a:cubicBezTo>
                      <a:pt x="229" y="7"/>
                      <a:pt x="196" y="2"/>
                      <a:pt x="163" y="2"/>
                    </a:cubicBezTo>
                    <a:cubicBezTo>
                      <a:pt x="157" y="1"/>
                      <a:pt x="150"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0"/>
              <p:cNvSpPr/>
              <p:nvPr/>
            </p:nvSpPr>
            <p:spPr>
              <a:xfrm>
                <a:off x="5513150" y="4277825"/>
                <a:ext cx="11150" cy="9525"/>
              </a:xfrm>
              <a:custGeom>
                <a:rect b="b" l="l" r="r" t="t"/>
                <a:pathLst>
                  <a:path extrusionOk="0" h="381" w="446">
                    <a:moveTo>
                      <a:pt x="283" y="0"/>
                    </a:moveTo>
                    <a:cubicBezTo>
                      <a:pt x="239" y="5"/>
                      <a:pt x="201" y="16"/>
                      <a:pt x="163" y="38"/>
                    </a:cubicBezTo>
                    <a:cubicBezTo>
                      <a:pt x="93" y="76"/>
                      <a:pt x="0" y="169"/>
                      <a:pt x="11" y="256"/>
                    </a:cubicBezTo>
                    <a:cubicBezTo>
                      <a:pt x="11" y="299"/>
                      <a:pt x="33" y="343"/>
                      <a:pt x="71" y="364"/>
                    </a:cubicBezTo>
                    <a:cubicBezTo>
                      <a:pt x="90" y="375"/>
                      <a:pt x="112" y="381"/>
                      <a:pt x="134" y="381"/>
                    </a:cubicBezTo>
                    <a:cubicBezTo>
                      <a:pt x="156" y="381"/>
                      <a:pt x="180" y="375"/>
                      <a:pt x="201" y="364"/>
                    </a:cubicBezTo>
                    <a:cubicBezTo>
                      <a:pt x="223" y="348"/>
                      <a:pt x="239" y="332"/>
                      <a:pt x="256" y="310"/>
                    </a:cubicBezTo>
                    <a:lnTo>
                      <a:pt x="267" y="294"/>
                    </a:lnTo>
                    <a:lnTo>
                      <a:pt x="288" y="272"/>
                    </a:lnTo>
                    <a:lnTo>
                      <a:pt x="310" y="250"/>
                    </a:lnTo>
                    <a:lnTo>
                      <a:pt x="326" y="234"/>
                    </a:lnTo>
                    <a:lnTo>
                      <a:pt x="348" y="223"/>
                    </a:lnTo>
                    <a:lnTo>
                      <a:pt x="359" y="217"/>
                    </a:lnTo>
                    <a:cubicBezTo>
                      <a:pt x="364" y="217"/>
                      <a:pt x="375" y="212"/>
                      <a:pt x="386" y="201"/>
                    </a:cubicBezTo>
                    <a:cubicBezTo>
                      <a:pt x="419" y="185"/>
                      <a:pt x="440" y="147"/>
                      <a:pt x="446" y="109"/>
                    </a:cubicBezTo>
                    <a:cubicBezTo>
                      <a:pt x="446" y="76"/>
                      <a:pt x="424" y="44"/>
                      <a:pt x="397" y="27"/>
                    </a:cubicBezTo>
                    <a:lnTo>
                      <a:pt x="392" y="27"/>
                    </a:lnTo>
                    <a:cubicBezTo>
                      <a:pt x="381" y="16"/>
                      <a:pt x="370" y="11"/>
                      <a:pt x="353" y="5"/>
                    </a:cubicBezTo>
                    <a:lnTo>
                      <a:pt x="3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0"/>
              <p:cNvSpPr/>
              <p:nvPr/>
            </p:nvSpPr>
            <p:spPr>
              <a:xfrm>
                <a:off x="5504175" y="4262600"/>
                <a:ext cx="9525" cy="8975"/>
              </a:xfrm>
              <a:custGeom>
                <a:rect b="b" l="l" r="r" t="t"/>
                <a:pathLst>
                  <a:path extrusionOk="0" h="359" w="381">
                    <a:moveTo>
                      <a:pt x="280" y="260"/>
                    </a:moveTo>
                    <a:cubicBezTo>
                      <a:pt x="280" y="260"/>
                      <a:pt x="277" y="265"/>
                      <a:pt x="273" y="276"/>
                    </a:cubicBezTo>
                    <a:lnTo>
                      <a:pt x="273" y="276"/>
                    </a:lnTo>
                    <a:cubicBezTo>
                      <a:pt x="278" y="266"/>
                      <a:pt x="280" y="260"/>
                      <a:pt x="280" y="260"/>
                    </a:cubicBezTo>
                    <a:close/>
                    <a:moveTo>
                      <a:pt x="245" y="0"/>
                    </a:moveTo>
                    <a:lnTo>
                      <a:pt x="245" y="0"/>
                    </a:lnTo>
                    <a:cubicBezTo>
                      <a:pt x="120" y="6"/>
                      <a:pt x="0" y="152"/>
                      <a:pt x="38" y="272"/>
                    </a:cubicBezTo>
                    <a:lnTo>
                      <a:pt x="38" y="277"/>
                    </a:lnTo>
                    <a:cubicBezTo>
                      <a:pt x="52" y="329"/>
                      <a:pt x="98" y="359"/>
                      <a:pt x="147" y="359"/>
                    </a:cubicBezTo>
                    <a:cubicBezTo>
                      <a:pt x="175" y="359"/>
                      <a:pt x="205" y="348"/>
                      <a:pt x="229" y="326"/>
                    </a:cubicBezTo>
                    <a:cubicBezTo>
                      <a:pt x="245" y="321"/>
                      <a:pt x="256" y="305"/>
                      <a:pt x="267" y="288"/>
                    </a:cubicBezTo>
                    <a:cubicBezTo>
                      <a:pt x="269" y="284"/>
                      <a:pt x="271" y="280"/>
                      <a:pt x="272" y="277"/>
                    </a:cubicBezTo>
                    <a:lnTo>
                      <a:pt x="272" y="277"/>
                    </a:lnTo>
                    <a:lnTo>
                      <a:pt x="272" y="277"/>
                    </a:lnTo>
                    <a:cubicBezTo>
                      <a:pt x="272" y="277"/>
                      <a:pt x="273" y="276"/>
                      <a:pt x="273" y="276"/>
                    </a:cubicBezTo>
                    <a:lnTo>
                      <a:pt x="273" y="276"/>
                    </a:lnTo>
                    <a:cubicBezTo>
                      <a:pt x="273" y="276"/>
                      <a:pt x="273" y="276"/>
                      <a:pt x="272" y="277"/>
                    </a:cubicBezTo>
                    <a:lnTo>
                      <a:pt x="272" y="277"/>
                    </a:lnTo>
                    <a:lnTo>
                      <a:pt x="283" y="245"/>
                    </a:lnTo>
                    <a:cubicBezTo>
                      <a:pt x="283" y="239"/>
                      <a:pt x="288" y="229"/>
                      <a:pt x="294" y="218"/>
                    </a:cubicBezTo>
                    <a:cubicBezTo>
                      <a:pt x="294" y="218"/>
                      <a:pt x="299" y="207"/>
                      <a:pt x="299" y="201"/>
                    </a:cubicBezTo>
                    <a:lnTo>
                      <a:pt x="305" y="196"/>
                    </a:lnTo>
                    <a:cubicBezTo>
                      <a:pt x="381" y="131"/>
                      <a:pt x="337" y="6"/>
                      <a:pt x="240" y="6"/>
                    </a:cubicBezTo>
                    <a:lnTo>
                      <a:pt x="2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0"/>
              <p:cNvSpPr/>
              <p:nvPr/>
            </p:nvSpPr>
            <p:spPr>
              <a:xfrm>
                <a:off x="5481075" y="4253175"/>
                <a:ext cx="6500" cy="8775"/>
              </a:xfrm>
              <a:custGeom>
                <a:rect b="b" l="l" r="r" t="t"/>
                <a:pathLst>
                  <a:path extrusionOk="0" h="351" w="260">
                    <a:moveTo>
                      <a:pt x="154" y="1"/>
                    </a:moveTo>
                    <a:cubicBezTo>
                      <a:pt x="127" y="1"/>
                      <a:pt x="100" y="13"/>
                      <a:pt x="82" y="40"/>
                    </a:cubicBezTo>
                    <a:lnTo>
                      <a:pt x="71" y="57"/>
                    </a:lnTo>
                    <a:cubicBezTo>
                      <a:pt x="71" y="57"/>
                      <a:pt x="66" y="62"/>
                      <a:pt x="66" y="62"/>
                    </a:cubicBezTo>
                    <a:cubicBezTo>
                      <a:pt x="49" y="84"/>
                      <a:pt x="33" y="100"/>
                      <a:pt x="27" y="122"/>
                    </a:cubicBezTo>
                    <a:cubicBezTo>
                      <a:pt x="6" y="165"/>
                      <a:pt x="0" y="220"/>
                      <a:pt x="17" y="263"/>
                    </a:cubicBezTo>
                    <a:cubicBezTo>
                      <a:pt x="33" y="317"/>
                      <a:pt x="82" y="350"/>
                      <a:pt x="131" y="350"/>
                    </a:cubicBezTo>
                    <a:lnTo>
                      <a:pt x="142" y="350"/>
                    </a:lnTo>
                    <a:cubicBezTo>
                      <a:pt x="180" y="350"/>
                      <a:pt x="218" y="328"/>
                      <a:pt x="239" y="296"/>
                    </a:cubicBezTo>
                    <a:cubicBezTo>
                      <a:pt x="250" y="279"/>
                      <a:pt x="256" y="258"/>
                      <a:pt x="256" y="236"/>
                    </a:cubicBezTo>
                    <a:cubicBezTo>
                      <a:pt x="256" y="214"/>
                      <a:pt x="250" y="187"/>
                      <a:pt x="239" y="165"/>
                    </a:cubicBezTo>
                    <a:lnTo>
                      <a:pt x="234" y="171"/>
                    </a:lnTo>
                    <a:lnTo>
                      <a:pt x="234" y="160"/>
                    </a:lnTo>
                    <a:cubicBezTo>
                      <a:pt x="234" y="160"/>
                      <a:pt x="234" y="160"/>
                      <a:pt x="234" y="154"/>
                    </a:cubicBezTo>
                    <a:lnTo>
                      <a:pt x="234" y="133"/>
                    </a:lnTo>
                    <a:cubicBezTo>
                      <a:pt x="234" y="134"/>
                      <a:pt x="234" y="135"/>
                      <a:pt x="234" y="135"/>
                    </a:cubicBezTo>
                    <a:cubicBezTo>
                      <a:pt x="236" y="135"/>
                      <a:pt x="240" y="111"/>
                      <a:pt x="245" y="111"/>
                    </a:cubicBezTo>
                    <a:cubicBezTo>
                      <a:pt x="259" y="46"/>
                      <a:pt x="207"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0"/>
              <p:cNvSpPr/>
              <p:nvPr/>
            </p:nvSpPr>
            <p:spPr>
              <a:xfrm>
                <a:off x="5443425" y="4343975"/>
                <a:ext cx="20150" cy="22550"/>
              </a:xfrm>
              <a:custGeom>
                <a:rect b="b" l="l" r="r" t="t"/>
                <a:pathLst>
                  <a:path extrusionOk="0" h="902" w="806">
                    <a:moveTo>
                      <a:pt x="519" y="0"/>
                    </a:moveTo>
                    <a:cubicBezTo>
                      <a:pt x="507" y="0"/>
                      <a:pt x="496" y="1"/>
                      <a:pt x="484" y="1"/>
                    </a:cubicBezTo>
                    <a:cubicBezTo>
                      <a:pt x="403" y="12"/>
                      <a:pt x="321" y="45"/>
                      <a:pt x="256" y="99"/>
                    </a:cubicBezTo>
                    <a:cubicBezTo>
                      <a:pt x="120" y="192"/>
                      <a:pt x="1" y="333"/>
                      <a:pt x="6" y="507"/>
                    </a:cubicBezTo>
                    <a:cubicBezTo>
                      <a:pt x="11" y="643"/>
                      <a:pt x="77" y="806"/>
                      <a:pt x="202" y="876"/>
                    </a:cubicBezTo>
                    <a:cubicBezTo>
                      <a:pt x="234" y="895"/>
                      <a:pt x="264" y="902"/>
                      <a:pt x="294" y="902"/>
                    </a:cubicBezTo>
                    <a:cubicBezTo>
                      <a:pt x="336" y="902"/>
                      <a:pt x="378" y="889"/>
                      <a:pt x="425" y="876"/>
                    </a:cubicBezTo>
                    <a:cubicBezTo>
                      <a:pt x="506" y="855"/>
                      <a:pt x="593" y="844"/>
                      <a:pt x="631" y="762"/>
                    </a:cubicBezTo>
                    <a:cubicBezTo>
                      <a:pt x="646" y="733"/>
                      <a:pt x="621" y="695"/>
                      <a:pt x="589" y="695"/>
                    </a:cubicBezTo>
                    <a:cubicBezTo>
                      <a:pt x="585" y="695"/>
                      <a:pt x="581" y="696"/>
                      <a:pt x="577" y="697"/>
                    </a:cubicBezTo>
                    <a:cubicBezTo>
                      <a:pt x="522" y="708"/>
                      <a:pt x="468" y="719"/>
                      <a:pt x="414" y="730"/>
                    </a:cubicBezTo>
                    <a:cubicBezTo>
                      <a:pt x="378" y="740"/>
                      <a:pt x="340" y="761"/>
                      <a:pt x="301" y="761"/>
                    </a:cubicBezTo>
                    <a:cubicBezTo>
                      <a:pt x="280" y="761"/>
                      <a:pt x="260" y="755"/>
                      <a:pt x="240" y="741"/>
                    </a:cubicBezTo>
                    <a:cubicBezTo>
                      <a:pt x="158" y="670"/>
                      <a:pt x="120" y="561"/>
                      <a:pt x="136" y="452"/>
                    </a:cubicBezTo>
                    <a:cubicBezTo>
                      <a:pt x="164" y="338"/>
                      <a:pt x="272" y="246"/>
                      <a:pt x="370" y="186"/>
                    </a:cubicBezTo>
                    <a:cubicBezTo>
                      <a:pt x="443" y="148"/>
                      <a:pt x="511" y="138"/>
                      <a:pt x="583" y="138"/>
                    </a:cubicBezTo>
                    <a:cubicBezTo>
                      <a:pt x="635" y="138"/>
                      <a:pt x="688" y="143"/>
                      <a:pt x="745" y="148"/>
                    </a:cubicBezTo>
                    <a:cubicBezTo>
                      <a:pt x="800" y="148"/>
                      <a:pt x="805" y="67"/>
                      <a:pt x="756" y="50"/>
                    </a:cubicBezTo>
                    <a:cubicBezTo>
                      <a:pt x="680" y="17"/>
                      <a:pt x="600" y="0"/>
                      <a:pt x="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0"/>
              <p:cNvSpPr/>
              <p:nvPr/>
            </p:nvSpPr>
            <p:spPr>
              <a:xfrm>
                <a:off x="5461625" y="4348525"/>
                <a:ext cx="14175" cy="16200"/>
              </a:xfrm>
              <a:custGeom>
                <a:rect b="b" l="l" r="r" t="t"/>
                <a:pathLst>
                  <a:path extrusionOk="0" h="648" w="567">
                    <a:moveTo>
                      <a:pt x="297" y="83"/>
                    </a:moveTo>
                    <a:cubicBezTo>
                      <a:pt x="339" y="83"/>
                      <a:pt x="382" y="100"/>
                      <a:pt x="414" y="129"/>
                    </a:cubicBezTo>
                    <a:cubicBezTo>
                      <a:pt x="436" y="162"/>
                      <a:pt x="452" y="194"/>
                      <a:pt x="463" y="227"/>
                    </a:cubicBezTo>
                    <a:cubicBezTo>
                      <a:pt x="496" y="325"/>
                      <a:pt x="430" y="368"/>
                      <a:pt x="365" y="423"/>
                    </a:cubicBezTo>
                    <a:cubicBezTo>
                      <a:pt x="333" y="450"/>
                      <a:pt x="295" y="482"/>
                      <a:pt x="256" y="504"/>
                    </a:cubicBezTo>
                    <a:cubicBezTo>
                      <a:pt x="238" y="514"/>
                      <a:pt x="222" y="518"/>
                      <a:pt x="208" y="518"/>
                    </a:cubicBezTo>
                    <a:cubicBezTo>
                      <a:pt x="156" y="518"/>
                      <a:pt x="141" y="452"/>
                      <a:pt x="137" y="395"/>
                    </a:cubicBezTo>
                    <a:cubicBezTo>
                      <a:pt x="131" y="352"/>
                      <a:pt x="131" y="309"/>
                      <a:pt x="126" y="265"/>
                    </a:cubicBezTo>
                    <a:cubicBezTo>
                      <a:pt x="126" y="200"/>
                      <a:pt x="175" y="167"/>
                      <a:pt x="224" y="118"/>
                    </a:cubicBezTo>
                    <a:cubicBezTo>
                      <a:pt x="229" y="113"/>
                      <a:pt x="235" y="102"/>
                      <a:pt x="235" y="97"/>
                    </a:cubicBezTo>
                    <a:cubicBezTo>
                      <a:pt x="255" y="87"/>
                      <a:pt x="276" y="83"/>
                      <a:pt x="297" y="83"/>
                    </a:cubicBezTo>
                    <a:close/>
                    <a:moveTo>
                      <a:pt x="277" y="0"/>
                    </a:moveTo>
                    <a:cubicBezTo>
                      <a:pt x="224" y="0"/>
                      <a:pt x="171" y="16"/>
                      <a:pt x="126" y="48"/>
                    </a:cubicBezTo>
                    <a:cubicBezTo>
                      <a:pt x="110" y="53"/>
                      <a:pt x="110" y="80"/>
                      <a:pt x="126" y="91"/>
                    </a:cubicBezTo>
                    <a:lnTo>
                      <a:pt x="137" y="97"/>
                    </a:lnTo>
                    <a:cubicBezTo>
                      <a:pt x="83" y="118"/>
                      <a:pt x="34" y="167"/>
                      <a:pt x="17" y="227"/>
                    </a:cubicBezTo>
                    <a:cubicBezTo>
                      <a:pt x="1" y="309"/>
                      <a:pt x="6" y="395"/>
                      <a:pt x="23" y="477"/>
                    </a:cubicBezTo>
                    <a:cubicBezTo>
                      <a:pt x="28" y="553"/>
                      <a:pt x="83" y="618"/>
                      <a:pt x="159" y="640"/>
                    </a:cubicBezTo>
                    <a:cubicBezTo>
                      <a:pt x="175" y="645"/>
                      <a:pt x="191" y="647"/>
                      <a:pt x="207" y="647"/>
                    </a:cubicBezTo>
                    <a:cubicBezTo>
                      <a:pt x="275" y="647"/>
                      <a:pt x="328" y="602"/>
                      <a:pt x="382" y="553"/>
                    </a:cubicBezTo>
                    <a:cubicBezTo>
                      <a:pt x="441" y="499"/>
                      <a:pt x="528" y="450"/>
                      <a:pt x="550" y="368"/>
                    </a:cubicBezTo>
                    <a:cubicBezTo>
                      <a:pt x="566" y="287"/>
                      <a:pt x="507" y="211"/>
                      <a:pt x="490" y="140"/>
                    </a:cubicBezTo>
                    <a:cubicBezTo>
                      <a:pt x="479" y="75"/>
                      <a:pt x="425" y="26"/>
                      <a:pt x="365" y="15"/>
                    </a:cubicBezTo>
                    <a:cubicBezTo>
                      <a:pt x="336" y="5"/>
                      <a:pt x="306"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0"/>
              <p:cNvSpPr/>
              <p:nvPr/>
            </p:nvSpPr>
            <p:spPr>
              <a:xfrm>
                <a:off x="5475225" y="4360025"/>
                <a:ext cx="11975" cy="12900"/>
              </a:xfrm>
              <a:custGeom>
                <a:rect b="b" l="l" r="r" t="t"/>
                <a:pathLst>
                  <a:path extrusionOk="0" h="516" w="479">
                    <a:moveTo>
                      <a:pt x="191" y="1"/>
                    </a:moveTo>
                    <a:cubicBezTo>
                      <a:pt x="109" y="1"/>
                      <a:pt x="60" y="71"/>
                      <a:pt x="11" y="115"/>
                    </a:cubicBezTo>
                    <a:cubicBezTo>
                      <a:pt x="2" y="129"/>
                      <a:pt x="14" y="148"/>
                      <a:pt x="28" y="148"/>
                    </a:cubicBezTo>
                    <a:cubicBezTo>
                      <a:pt x="30" y="148"/>
                      <a:pt x="31" y="148"/>
                      <a:pt x="33" y="147"/>
                    </a:cubicBezTo>
                    <a:cubicBezTo>
                      <a:pt x="66" y="126"/>
                      <a:pt x="98" y="109"/>
                      <a:pt x="131" y="104"/>
                    </a:cubicBezTo>
                    <a:cubicBezTo>
                      <a:pt x="146" y="99"/>
                      <a:pt x="158" y="94"/>
                      <a:pt x="167" y="94"/>
                    </a:cubicBezTo>
                    <a:cubicBezTo>
                      <a:pt x="178" y="94"/>
                      <a:pt x="185" y="100"/>
                      <a:pt x="191" y="120"/>
                    </a:cubicBezTo>
                    <a:cubicBezTo>
                      <a:pt x="196" y="175"/>
                      <a:pt x="185" y="229"/>
                      <a:pt x="153" y="273"/>
                    </a:cubicBezTo>
                    <a:cubicBezTo>
                      <a:pt x="142" y="294"/>
                      <a:pt x="131" y="316"/>
                      <a:pt x="120" y="338"/>
                    </a:cubicBezTo>
                    <a:lnTo>
                      <a:pt x="115" y="349"/>
                    </a:lnTo>
                    <a:cubicBezTo>
                      <a:pt x="93" y="349"/>
                      <a:pt x="66" y="349"/>
                      <a:pt x="44" y="359"/>
                    </a:cubicBezTo>
                    <a:cubicBezTo>
                      <a:pt x="17" y="365"/>
                      <a:pt x="1" y="387"/>
                      <a:pt x="1" y="414"/>
                    </a:cubicBezTo>
                    <a:cubicBezTo>
                      <a:pt x="4" y="469"/>
                      <a:pt x="53" y="507"/>
                      <a:pt x="102" y="507"/>
                    </a:cubicBezTo>
                    <a:cubicBezTo>
                      <a:pt x="126" y="507"/>
                      <a:pt x="150" y="498"/>
                      <a:pt x="169" y="479"/>
                    </a:cubicBezTo>
                    <a:cubicBezTo>
                      <a:pt x="196" y="495"/>
                      <a:pt x="229" y="501"/>
                      <a:pt x="267" y="512"/>
                    </a:cubicBezTo>
                    <a:cubicBezTo>
                      <a:pt x="282" y="514"/>
                      <a:pt x="297" y="516"/>
                      <a:pt x="313" y="516"/>
                    </a:cubicBezTo>
                    <a:cubicBezTo>
                      <a:pt x="359" y="516"/>
                      <a:pt x="407" y="504"/>
                      <a:pt x="452" y="479"/>
                    </a:cubicBezTo>
                    <a:cubicBezTo>
                      <a:pt x="479" y="457"/>
                      <a:pt x="479" y="408"/>
                      <a:pt x="452" y="392"/>
                    </a:cubicBezTo>
                    <a:lnTo>
                      <a:pt x="446" y="392"/>
                    </a:lnTo>
                    <a:cubicBezTo>
                      <a:pt x="414" y="370"/>
                      <a:pt x="380" y="366"/>
                      <a:pt x="344" y="366"/>
                    </a:cubicBezTo>
                    <a:cubicBezTo>
                      <a:pt x="323" y="366"/>
                      <a:pt x="302" y="368"/>
                      <a:pt x="279" y="368"/>
                    </a:cubicBezTo>
                    <a:cubicBezTo>
                      <a:pt x="265" y="368"/>
                      <a:pt x="250" y="367"/>
                      <a:pt x="234" y="365"/>
                    </a:cubicBezTo>
                    <a:cubicBezTo>
                      <a:pt x="240" y="349"/>
                      <a:pt x="245" y="332"/>
                      <a:pt x="251" y="316"/>
                    </a:cubicBezTo>
                    <a:cubicBezTo>
                      <a:pt x="278" y="273"/>
                      <a:pt x="289" y="218"/>
                      <a:pt x="294" y="169"/>
                    </a:cubicBezTo>
                    <a:cubicBezTo>
                      <a:pt x="294" y="99"/>
                      <a:pt x="278" y="6"/>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0"/>
              <p:cNvSpPr/>
              <p:nvPr/>
            </p:nvSpPr>
            <p:spPr>
              <a:xfrm>
                <a:off x="5555125" y="4305425"/>
                <a:ext cx="34375" cy="35350"/>
              </a:xfrm>
              <a:custGeom>
                <a:rect b="b" l="l" r="r" t="t"/>
                <a:pathLst>
                  <a:path extrusionOk="0" h="1414" w="1375">
                    <a:moveTo>
                      <a:pt x="1183" y="1"/>
                    </a:moveTo>
                    <a:cubicBezTo>
                      <a:pt x="1136" y="1"/>
                      <a:pt x="1092" y="19"/>
                      <a:pt x="1061" y="54"/>
                    </a:cubicBezTo>
                    <a:cubicBezTo>
                      <a:pt x="974" y="135"/>
                      <a:pt x="876" y="201"/>
                      <a:pt x="762" y="244"/>
                    </a:cubicBezTo>
                    <a:cubicBezTo>
                      <a:pt x="718" y="260"/>
                      <a:pt x="718" y="320"/>
                      <a:pt x="762" y="337"/>
                    </a:cubicBezTo>
                    <a:cubicBezTo>
                      <a:pt x="783" y="341"/>
                      <a:pt x="804" y="343"/>
                      <a:pt x="825" y="343"/>
                    </a:cubicBezTo>
                    <a:cubicBezTo>
                      <a:pt x="886" y="343"/>
                      <a:pt x="947" y="325"/>
                      <a:pt x="996" y="293"/>
                    </a:cubicBezTo>
                    <a:cubicBezTo>
                      <a:pt x="1028" y="271"/>
                      <a:pt x="1061" y="244"/>
                      <a:pt x="1088" y="217"/>
                    </a:cubicBezTo>
                    <a:lnTo>
                      <a:pt x="1088" y="217"/>
                    </a:lnTo>
                    <a:cubicBezTo>
                      <a:pt x="1077" y="244"/>
                      <a:pt x="1072" y="277"/>
                      <a:pt x="1066" y="288"/>
                    </a:cubicBezTo>
                    <a:cubicBezTo>
                      <a:pt x="1061" y="331"/>
                      <a:pt x="1061" y="380"/>
                      <a:pt x="1055" y="424"/>
                    </a:cubicBezTo>
                    <a:cubicBezTo>
                      <a:pt x="1044" y="532"/>
                      <a:pt x="952" y="619"/>
                      <a:pt x="843" y="619"/>
                    </a:cubicBezTo>
                    <a:cubicBezTo>
                      <a:pt x="824" y="618"/>
                      <a:pt x="805" y="617"/>
                      <a:pt x="786" y="617"/>
                    </a:cubicBezTo>
                    <a:cubicBezTo>
                      <a:pt x="730" y="617"/>
                      <a:pt x="674" y="623"/>
                      <a:pt x="621" y="636"/>
                    </a:cubicBezTo>
                    <a:cubicBezTo>
                      <a:pt x="528" y="657"/>
                      <a:pt x="436" y="695"/>
                      <a:pt x="349" y="728"/>
                    </a:cubicBezTo>
                    <a:cubicBezTo>
                      <a:pt x="202" y="777"/>
                      <a:pt x="131" y="831"/>
                      <a:pt x="82" y="983"/>
                    </a:cubicBezTo>
                    <a:cubicBezTo>
                      <a:pt x="39" y="1119"/>
                      <a:pt x="1" y="1304"/>
                      <a:pt x="126" y="1407"/>
                    </a:cubicBezTo>
                    <a:cubicBezTo>
                      <a:pt x="130" y="1411"/>
                      <a:pt x="134" y="1413"/>
                      <a:pt x="138" y="1413"/>
                    </a:cubicBezTo>
                    <a:cubicBezTo>
                      <a:pt x="146" y="1413"/>
                      <a:pt x="153" y="1407"/>
                      <a:pt x="153" y="1397"/>
                    </a:cubicBezTo>
                    <a:cubicBezTo>
                      <a:pt x="158" y="1250"/>
                      <a:pt x="148" y="1060"/>
                      <a:pt x="235" y="924"/>
                    </a:cubicBezTo>
                    <a:cubicBezTo>
                      <a:pt x="283" y="848"/>
                      <a:pt x="403" y="831"/>
                      <a:pt x="485" y="804"/>
                    </a:cubicBezTo>
                    <a:cubicBezTo>
                      <a:pt x="561" y="771"/>
                      <a:pt x="642" y="744"/>
                      <a:pt x="729" y="728"/>
                    </a:cubicBezTo>
                    <a:cubicBezTo>
                      <a:pt x="741" y="726"/>
                      <a:pt x="752" y="725"/>
                      <a:pt x="764" y="725"/>
                    </a:cubicBezTo>
                    <a:cubicBezTo>
                      <a:pt x="802" y="725"/>
                      <a:pt x="839" y="733"/>
                      <a:pt x="877" y="733"/>
                    </a:cubicBezTo>
                    <a:cubicBezTo>
                      <a:pt x="893" y="733"/>
                      <a:pt x="909" y="732"/>
                      <a:pt x="925" y="728"/>
                    </a:cubicBezTo>
                    <a:cubicBezTo>
                      <a:pt x="990" y="706"/>
                      <a:pt x="1044" y="668"/>
                      <a:pt x="1088" y="619"/>
                    </a:cubicBezTo>
                    <a:cubicBezTo>
                      <a:pt x="1170" y="532"/>
                      <a:pt x="1175" y="413"/>
                      <a:pt x="1197" y="298"/>
                    </a:cubicBezTo>
                    <a:cubicBezTo>
                      <a:pt x="1202" y="337"/>
                      <a:pt x="1218" y="369"/>
                      <a:pt x="1246" y="396"/>
                    </a:cubicBezTo>
                    <a:cubicBezTo>
                      <a:pt x="1257" y="405"/>
                      <a:pt x="1272" y="409"/>
                      <a:pt x="1288" y="409"/>
                    </a:cubicBezTo>
                    <a:cubicBezTo>
                      <a:pt x="1330" y="409"/>
                      <a:pt x="1374" y="379"/>
                      <a:pt x="1354" y="331"/>
                    </a:cubicBezTo>
                    <a:lnTo>
                      <a:pt x="1354" y="326"/>
                    </a:lnTo>
                    <a:cubicBezTo>
                      <a:pt x="1311" y="233"/>
                      <a:pt x="1343" y="70"/>
                      <a:pt x="1240" y="10"/>
                    </a:cubicBezTo>
                    <a:cubicBezTo>
                      <a:pt x="1221" y="4"/>
                      <a:pt x="1202" y="1"/>
                      <a:pt x="1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0"/>
              <p:cNvSpPr/>
              <p:nvPr/>
            </p:nvSpPr>
            <p:spPr>
              <a:xfrm>
                <a:off x="5587075" y="4282775"/>
                <a:ext cx="21625" cy="21000"/>
              </a:xfrm>
              <a:custGeom>
                <a:rect b="b" l="l" r="r" t="t"/>
                <a:pathLst>
                  <a:path extrusionOk="0" h="840" w="865">
                    <a:moveTo>
                      <a:pt x="503" y="126"/>
                    </a:moveTo>
                    <a:cubicBezTo>
                      <a:pt x="586" y="126"/>
                      <a:pt x="661" y="173"/>
                      <a:pt x="696" y="248"/>
                    </a:cubicBezTo>
                    <a:cubicBezTo>
                      <a:pt x="750" y="389"/>
                      <a:pt x="707" y="601"/>
                      <a:pt x="560" y="655"/>
                    </a:cubicBezTo>
                    <a:cubicBezTo>
                      <a:pt x="495" y="679"/>
                      <a:pt x="414" y="700"/>
                      <a:pt x="340" y="700"/>
                    </a:cubicBezTo>
                    <a:cubicBezTo>
                      <a:pt x="240" y="700"/>
                      <a:pt x="154" y="661"/>
                      <a:pt x="142" y="536"/>
                    </a:cubicBezTo>
                    <a:cubicBezTo>
                      <a:pt x="131" y="454"/>
                      <a:pt x="131" y="373"/>
                      <a:pt x="142" y="291"/>
                    </a:cubicBezTo>
                    <a:cubicBezTo>
                      <a:pt x="158" y="248"/>
                      <a:pt x="185" y="215"/>
                      <a:pt x="223" y="188"/>
                    </a:cubicBezTo>
                    <a:lnTo>
                      <a:pt x="229" y="188"/>
                    </a:lnTo>
                    <a:cubicBezTo>
                      <a:pt x="305" y="183"/>
                      <a:pt x="381" y="161"/>
                      <a:pt x="446" y="134"/>
                    </a:cubicBezTo>
                    <a:cubicBezTo>
                      <a:pt x="465" y="129"/>
                      <a:pt x="484" y="126"/>
                      <a:pt x="503" y="126"/>
                    </a:cubicBezTo>
                    <a:close/>
                    <a:moveTo>
                      <a:pt x="510" y="0"/>
                    </a:moveTo>
                    <a:cubicBezTo>
                      <a:pt x="449" y="0"/>
                      <a:pt x="389" y="20"/>
                      <a:pt x="337" y="52"/>
                    </a:cubicBezTo>
                    <a:cubicBezTo>
                      <a:pt x="223" y="79"/>
                      <a:pt x="98" y="128"/>
                      <a:pt x="49" y="237"/>
                    </a:cubicBezTo>
                    <a:cubicBezTo>
                      <a:pt x="11" y="351"/>
                      <a:pt x="0" y="476"/>
                      <a:pt x="22" y="590"/>
                    </a:cubicBezTo>
                    <a:cubicBezTo>
                      <a:pt x="46" y="772"/>
                      <a:pt x="187" y="839"/>
                      <a:pt x="340" y="839"/>
                    </a:cubicBezTo>
                    <a:cubicBezTo>
                      <a:pt x="429" y="839"/>
                      <a:pt x="522" y="817"/>
                      <a:pt x="598" y="781"/>
                    </a:cubicBezTo>
                    <a:cubicBezTo>
                      <a:pt x="805" y="677"/>
                      <a:pt x="865" y="438"/>
                      <a:pt x="810" y="221"/>
                    </a:cubicBezTo>
                    <a:cubicBezTo>
                      <a:pt x="778" y="112"/>
                      <a:pt x="691" y="30"/>
                      <a:pt x="576" y="9"/>
                    </a:cubicBezTo>
                    <a:cubicBezTo>
                      <a:pt x="555" y="3"/>
                      <a:pt x="532" y="0"/>
                      <a:pt x="5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0"/>
              <p:cNvSpPr/>
              <p:nvPr/>
            </p:nvSpPr>
            <p:spPr>
              <a:xfrm>
                <a:off x="5606025" y="4298150"/>
                <a:ext cx="13675" cy="13375"/>
              </a:xfrm>
              <a:custGeom>
                <a:rect b="b" l="l" r="r" t="t"/>
                <a:pathLst>
                  <a:path extrusionOk="0" h="535" w="547">
                    <a:moveTo>
                      <a:pt x="224" y="1"/>
                    </a:moveTo>
                    <a:cubicBezTo>
                      <a:pt x="125" y="1"/>
                      <a:pt x="20" y="57"/>
                      <a:pt x="41" y="160"/>
                    </a:cubicBezTo>
                    <a:cubicBezTo>
                      <a:pt x="41" y="168"/>
                      <a:pt x="48" y="172"/>
                      <a:pt x="56" y="172"/>
                    </a:cubicBezTo>
                    <a:cubicBezTo>
                      <a:pt x="63" y="172"/>
                      <a:pt x="71" y="168"/>
                      <a:pt x="74" y="160"/>
                    </a:cubicBezTo>
                    <a:cubicBezTo>
                      <a:pt x="87" y="122"/>
                      <a:pt x="146" y="98"/>
                      <a:pt x="198" y="98"/>
                    </a:cubicBezTo>
                    <a:cubicBezTo>
                      <a:pt x="259" y="98"/>
                      <a:pt x="310" y="130"/>
                      <a:pt x="270" y="209"/>
                    </a:cubicBezTo>
                    <a:cubicBezTo>
                      <a:pt x="237" y="269"/>
                      <a:pt x="183" y="318"/>
                      <a:pt x="123" y="345"/>
                    </a:cubicBezTo>
                    <a:cubicBezTo>
                      <a:pt x="96" y="356"/>
                      <a:pt x="68" y="372"/>
                      <a:pt x="41" y="394"/>
                    </a:cubicBezTo>
                    <a:cubicBezTo>
                      <a:pt x="0" y="421"/>
                      <a:pt x="28" y="483"/>
                      <a:pt x="67" y="483"/>
                    </a:cubicBezTo>
                    <a:cubicBezTo>
                      <a:pt x="74" y="483"/>
                      <a:pt x="82" y="481"/>
                      <a:pt x="90" y="475"/>
                    </a:cubicBezTo>
                    <a:cubicBezTo>
                      <a:pt x="110" y="463"/>
                      <a:pt x="127" y="459"/>
                      <a:pt x="142" y="459"/>
                    </a:cubicBezTo>
                    <a:cubicBezTo>
                      <a:pt x="167" y="459"/>
                      <a:pt x="190" y="472"/>
                      <a:pt x="221" y="486"/>
                    </a:cubicBezTo>
                    <a:cubicBezTo>
                      <a:pt x="259" y="497"/>
                      <a:pt x="297" y="503"/>
                      <a:pt x="340" y="503"/>
                    </a:cubicBezTo>
                    <a:cubicBezTo>
                      <a:pt x="382" y="509"/>
                      <a:pt x="421" y="534"/>
                      <a:pt x="460" y="534"/>
                    </a:cubicBezTo>
                    <a:cubicBezTo>
                      <a:pt x="482" y="534"/>
                      <a:pt x="503" y="526"/>
                      <a:pt x="525" y="503"/>
                    </a:cubicBezTo>
                    <a:cubicBezTo>
                      <a:pt x="547" y="481"/>
                      <a:pt x="547" y="448"/>
                      <a:pt x="525" y="426"/>
                    </a:cubicBezTo>
                    <a:lnTo>
                      <a:pt x="525" y="421"/>
                    </a:lnTo>
                    <a:cubicBezTo>
                      <a:pt x="492" y="399"/>
                      <a:pt x="460" y="377"/>
                      <a:pt x="427" y="367"/>
                    </a:cubicBezTo>
                    <a:cubicBezTo>
                      <a:pt x="395" y="359"/>
                      <a:pt x="366" y="354"/>
                      <a:pt x="336" y="354"/>
                    </a:cubicBezTo>
                    <a:cubicBezTo>
                      <a:pt x="325" y="354"/>
                      <a:pt x="314" y="354"/>
                      <a:pt x="302" y="356"/>
                    </a:cubicBezTo>
                    <a:cubicBezTo>
                      <a:pt x="319" y="339"/>
                      <a:pt x="335" y="318"/>
                      <a:pt x="351" y="301"/>
                    </a:cubicBezTo>
                    <a:cubicBezTo>
                      <a:pt x="405" y="231"/>
                      <a:pt x="411" y="127"/>
                      <a:pt x="357" y="51"/>
                    </a:cubicBezTo>
                    <a:cubicBezTo>
                      <a:pt x="328" y="17"/>
                      <a:pt x="277"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0"/>
              <p:cNvSpPr/>
              <p:nvPr/>
            </p:nvSpPr>
            <p:spPr>
              <a:xfrm>
                <a:off x="5470875" y="4289000"/>
                <a:ext cx="3150" cy="7050"/>
              </a:xfrm>
              <a:custGeom>
                <a:rect b="b" l="l" r="r" t="t"/>
                <a:pathLst>
                  <a:path extrusionOk="0" h="282" w="126">
                    <a:moveTo>
                      <a:pt x="87" y="0"/>
                    </a:moveTo>
                    <a:cubicBezTo>
                      <a:pt x="77" y="0"/>
                      <a:pt x="67" y="5"/>
                      <a:pt x="60" y="15"/>
                    </a:cubicBezTo>
                    <a:cubicBezTo>
                      <a:pt x="17" y="86"/>
                      <a:pt x="1" y="173"/>
                      <a:pt x="22" y="260"/>
                    </a:cubicBezTo>
                    <a:cubicBezTo>
                      <a:pt x="22" y="276"/>
                      <a:pt x="39" y="281"/>
                      <a:pt x="55" y="281"/>
                    </a:cubicBezTo>
                    <a:lnTo>
                      <a:pt x="71" y="276"/>
                    </a:lnTo>
                    <a:cubicBezTo>
                      <a:pt x="88" y="271"/>
                      <a:pt x="93" y="249"/>
                      <a:pt x="82" y="238"/>
                    </a:cubicBezTo>
                    <a:cubicBezTo>
                      <a:pt x="66" y="222"/>
                      <a:pt x="77" y="156"/>
                      <a:pt x="82" y="140"/>
                    </a:cubicBezTo>
                    <a:cubicBezTo>
                      <a:pt x="88" y="102"/>
                      <a:pt x="98" y="75"/>
                      <a:pt x="115" y="42"/>
                    </a:cubicBezTo>
                    <a:cubicBezTo>
                      <a:pt x="126" y="20"/>
                      <a:pt x="107" y="0"/>
                      <a:pt x="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0"/>
              <p:cNvSpPr/>
              <p:nvPr/>
            </p:nvSpPr>
            <p:spPr>
              <a:xfrm>
                <a:off x="5473600" y="4293500"/>
                <a:ext cx="2600" cy="5500"/>
              </a:xfrm>
              <a:custGeom>
                <a:rect b="b" l="l" r="r" t="t"/>
                <a:pathLst>
                  <a:path extrusionOk="0" h="220" w="104">
                    <a:moveTo>
                      <a:pt x="83" y="1"/>
                    </a:moveTo>
                    <a:cubicBezTo>
                      <a:pt x="79" y="1"/>
                      <a:pt x="76" y="4"/>
                      <a:pt x="76" y="9"/>
                    </a:cubicBezTo>
                    <a:cubicBezTo>
                      <a:pt x="66" y="31"/>
                      <a:pt x="49" y="53"/>
                      <a:pt x="44" y="74"/>
                    </a:cubicBezTo>
                    <a:cubicBezTo>
                      <a:pt x="44" y="96"/>
                      <a:pt x="38" y="112"/>
                      <a:pt x="28" y="129"/>
                    </a:cubicBezTo>
                    <a:cubicBezTo>
                      <a:pt x="17" y="156"/>
                      <a:pt x="0" y="188"/>
                      <a:pt x="28" y="210"/>
                    </a:cubicBezTo>
                    <a:cubicBezTo>
                      <a:pt x="34" y="217"/>
                      <a:pt x="42" y="219"/>
                      <a:pt x="50" y="219"/>
                    </a:cubicBezTo>
                    <a:cubicBezTo>
                      <a:pt x="56" y="219"/>
                      <a:pt x="61" y="218"/>
                      <a:pt x="66" y="216"/>
                    </a:cubicBezTo>
                    <a:cubicBezTo>
                      <a:pt x="71" y="210"/>
                      <a:pt x="82" y="205"/>
                      <a:pt x="93" y="199"/>
                    </a:cubicBezTo>
                    <a:cubicBezTo>
                      <a:pt x="104" y="194"/>
                      <a:pt x="98" y="178"/>
                      <a:pt x="87" y="178"/>
                    </a:cubicBezTo>
                    <a:lnTo>
                      <a:pt x="82" y="183"/>
                    </a:lnTo>
                    <a:cubicBezTo>
                      <a:pt x="82" y="178"/>
                      <a:pt x="82" y="178"/>
                      <a:pt x="82" y="178"/>
                    </a:cubicBezTo>
                    <a:cubicBezTo>
                      <a:pt x="87" y="161"/>
                      <a:pt x="87" y="150"/>
                      <a:pt x="93" y="140"/>
                    </a:cubicBezTo>
                    <a:cubicBezTo>
                      <a:pt x="93" y="112"/>
                      <a:pt x="82" y="85"/>
                      <a:pt x="93" y="58"/>
                    </a:cubicBezTo>
                    <a:cubicBezTo>
                      <a:pt x="98" y="42"/>
                      <a:pt x="98" y="25"/>
                      <a:pt x="93" y="9"/>
                    </a:cubicBezTo>
                    <a:cubicBezTo>
                      <a:pt x="90" y="4"/>
                      <a:pt x="86"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0"/>
              <p:cNvSpPr/>
              <p:nvPr/>
            </p:nvSpPr>
            <p:spPr>
              <a:xfrm>
                <a:off x="5477350" y="4295400"/>
                <a:ext cx="2925" cy="4850"/>
              </a:xfrm>
              <a:custGeom>
                <a:rect b="b" l="l" r="r" t="t"/>
                <a:pathLst>
                  <a:path extrusionOk="0" h="194" w="117">
                    <a:moveTo>
                      <a:pt x="51" y="1"/>
                    </a:moveTo>
                    <a:cubicBezTo>
                      <a:pt x="25" y="1"/>
                      <a:pt x="0" y="28"/>
                      <a:pt x="19" y="58"/>
                    </a:cubicBezTo>
                    <a:cubicBezTo>
                      <a:pt x="24" y="69"/>
                      <a:pt x="24" y="85"/>
                      <a:pt x="19" y="96"/>
                    </a:cubicBezTo>
                    <a:cubicBezTo>
                      <a:pt x="13" y="112"/>
                      <a:pt x="13" y="134"/>
                      <a:pt x="8" y="156"/>
                    </a:cubicBezTo>
                    <a:cubicBezTo>
                      <a:pt x="8" y="178"/>
                      <a:pt x="30" y="194"/>
                      <a:pt x="51" y="194"/>
                    </a:cubicBezTo>
                    <a:lnTo>
                      <a:pt x="62" y="194"/>
                    </a:lnTo>
                    <a:cubicBezTo>
                      <a:pt x="79" y="189"/>
                      <a:pt x="95" y="172"/>
                      <a:pt x="95" y="156"/>
                    </a:cubicBezTo>
                    <a:cubicBezTo>
                      <a:pt x="95" y="107"/>
                      <a:pt x="117" y="64"/>
                      <a:pt x="84" y="20"/>
                    </a:cubicBezTo>
                    <a:cubicBezTo>
                      <a:pt x="76" y="6"/>
                      <a:pt x="63"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0"/>
              <p:cNvSpPr/>
              <p:nvPr/>
            </p:nvSpPr>
            <p:spPr>
              <a:xfrm>
                <a:off x="5503350" y="4427150"/>
                <a:ext cx="7725" cy="8400"/>
              </a:xfrm>
              <a:custGeom>
                <a:rect b="b" l="l" r="r" t="t"/>
                <a:pathLst>
                  <a:path extrusionOk="0" h="336" w="309">
                    <a:moveTo>
                      <a:pt x="245" y="0"/>
                    </a:moveTo>
                    <a:cubicBezTo>
                      <a:pt x="241" y="0"/>
                      <a:pt x="238" y="0"/>
                      <a:pt x="235" y="1"/>
                    </a:cubicBezTo>
                    <a:cubicBezTo>
                      <a:pt x="175" y="12"/>
                      <a:pt x="120" y="55"/>
                      <a:pt x="93" y="115"/>
                    </a:cubicBezTo>
                    <a:cubicBezTo>
                      <a:pt x="61" y="164"/>
                      <a:pt x="1" y="251"/>
                      <a:pt x="33" y="311"/>
                    </a:cubicBezTo>
                    <a:cubicBezTo>
                      <a:pt x="44" y="328"/>
                      <a:pt x="56" y="335"/>
                      <a:pt x="68" y="335"/>
                    </a:cubicBezTo>
                    <a:cubicBezTo>
                      <a:pt x="106" y="335"/>
                      <a:pt x="147" y="270"/>
                      <a:pt x="164" y="246"/>
                    </a:cubicBezTo>
                    <a:cubicBezTo>
                      <a:pt x="186" y="213"/>
                      <a:pt x="196" y="191"/>
                      <a:pt x="218" y="164"/>
                    </a:cubicBezTo>
                    <a:cubicBezTo>
                      <a:pt x="235" y="137"/>
                      <a:pt x="245" y="115"/>
                      <a:pt x="267" y="104"/>
                    </a:cubicBezTo>
                    <a:cubicBezTo>
                      <a:pt x="308" y="79"/>
                      <a:pt x="296" y="0"/>
                      <a:pt x="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0"/>
              <p:cNvSpPr/>
              <p:nvPr/>
            </p:nvSpPr>
            <p:spPr>
              <a:xfrm>
                <a:off x="5504725" y="4434500"/>
                <a:ext cx="8125" cy="9875"/>
              </a:xfrm>
              <a:custGeom>
                <a:rect b="b" l="l" r="r" t="t"/>
                <a:pathLst>
                  <a:path extrusionOk="0" h="395" w="325">
                    <a:moveTo>
                      <a:pt x="257" y="1"/>
                    </a:moveTo>
                    <a:cubicBezTo>
                      <a:pt x="247" y="1"/>
                      <a:pt x="237" y="4"/>
                      <a:pt x="228" y="11"/>
                    </a:cubicBezTo>
                    <a:cubicBezTo>
                      <a:pt x="174" y="66"/>
                      <a:pt x="120" y="131"/>
                      <a:pt x="71" y="191"/>
                    </a:cubicBezTo>
                    <a:cubicBezTo>
                      <a:pt x="22" y="229"/>
                      <a:pt x="0" y="294"/>
                      <a:pt x="6" y="354"/>
                    </a:cubicBezTo>
                    <a:cubicBezTo>
                      <a:pt x="11" y="382"/>
                      <a:pt x="29" y="395"/>
                      <a:pt x="50" y="395"/>
                    </a:cubicBezTo>
                    <a:cubicBezTo>
                      <a:pt x="73" y="395"/>
                      <a:pt x="97" y="380"/>
                      <a:pt x="109" y="354"/>
                    </a:cubicBezTo>
                    <a:cubicBezTo>
                      <a:pt x="125" y="310"/>
                      <a:pt x="152" y="272"/>
                      <a:pt x="185" y="234"/>
                    </a:cubicBezTo>
                    <a:cubicBezTo>
                      <a:pt x="228" y="180"/>
                      <a:pt x="261" y="126"/>
                      <a:pt x="299" y="71"/>
                    </a:cubicBezTo>
                    <a:cubicBezTo>
                      <a:pt x="324" y="38"/>
                      <a:pt x="291" y="1"/>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0"/>
              <p:cNvSpPr/>
              <p:nvPr/>
            </p:nvSpPr>
            <p:spPr>
              <a:xfrm>
                <a:off x="5506350" y="4442875"/>
                <a:ext cx="6550" cy="9175"/>
              </a:xfrm>
              <a:custGeom>
                <a:rect b="b" l="l" r="r" t="t"/>
                <a:pathLst>
                  <a:path extrusionOk="0" h="367" w="262">
                    <a:moveTo>
                      <a:pt x="198" y="0"/>
                    </a:moveTo>
                    <a:cubicBezTo>
                      <a:pt x="189" y="0"/>
                      <a:pt x="181" y="5"/>
                      <a:pt x="185" y="13"/>
                    </a:cubicBezTo>
                    <a:cubicBezTo>
                      <a:pt x="191" y="79"/>
                      <a:pt x="109" y="133"/>
                      <a:pt x="76" y="176"/>
                    </a:cubicBezTo>
                    <a:cubicBezTo>
                      <a:pt x="44" y="225"/>
                      <a:pt x="0" y="340"/>
                      <a:pt x="93" y="367"/>
                    </a:cubicBezTo>
                    <a:cubicBezTo>
                      <a:pt x="104" y="367"/>
                      <a:pt x="115" y="361"/>
                      <a:pt x="120" y="356"/>
                    </a:cubicBezTo>
                    <a:cubicBezTo>
                      <a:pt x="136" y="318"/>
                      <a:pt x="142" y="269"/>
                      <a:pt x="158" y="231"/>
                    </a:cubicBezTo>
                    <a:cubicBezTo>
                      <a:pt x="180" y="193"/>
                      <a:pt x="191" y="171"/>
                      <a:pt x="207" y="144"/>
                    </a:cubicBezTo>
                    <a:cubicBezTo>
                      <a:pt x="218" y="111"/>
                      <a:pt x="261" y="24"/>
                      <a:pt x="207" y="3"/>
                    </a:cubicBezTo>
                    <a:cubicBezTo>
                      <a:pt x="204" y="1"/>
                      <a:pt x="201"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120"/>
            <p:cNvGrpSpPr/>
            <p:nvPr/>
          </p:nvGrpSpPr>
          <p:grpSpPr>
            <a:xfrm>
              <a:off x="5083476" y="3569307"/>
              <a:ext cx="274312" cy="274312"/>
              <a:chOff x="5710050" y="4315875"/>
              <a:chExt cx="230650" cy="230050"/>
            </a:xfrm>
          </p:grpSpPr>
          <p:sp>
            <p:nvSpPr>
              <p:cNvPr id="5658" name="Google Shape;5658;p120"/>
              <p:cNvSpPr/>
              <p:nvPr/>
            </p:nvSpPr>
            <p:spPr>
              <a:xfrm>
                <a:off x="5710050" y="4315875"/>
                <a:ext cx="230650" cy="230050"/>
              </a:xfrm>
              <a:custGeom>
                <a:rect b="b" l="l" r="r" t="t"/>
                <a:pathLst>
                  <a:path extrusionOk="0" h="9202" w="9226">
                    <a:moveTo>
                      <a:pt x="4904" y="147"/>
                    </a:moveTo>
                    <a:lnTo>
                      <a:pt x="4904" y="147"/>
                    </a:lnTo>
                    <a:cubicBezTo>
                      <a:pt x="4991" y="163"/>
                      <a:pt x="5078" y="190"/>
                      <a:pt x="5165" y="218"/>
                    </a:cubicBezTo>
                    <a:cubicBezTo>
                      <a:pt x="5219" y="239"/>
                      <a:pt x="5273" y="266"/>
                      <a:pt x="5328" y="299"/>
                    </a:cubicBezTo>
                    <a:cubicBezTo>
                      <a:pt x="5235" y="261"/>
                      <a:pt x="5143" y="228"/>
                      <a:pt x="5045" y="190"/>
                    </a:cubicBezTo>
                    <a:cubicBezTo>
                      <a:pt x="5002" y="174"/>
                      <a:pt x="4953" y="158"/>
                      <a:pt x="4904" y="147"/>
                    </a:cubicBezTo>
                    <a:close/>
                    <a:moveTo>
                      <a:pt x="4795" y="544"/>
                    </a:moveTo>
                    <a:cubicBezTo>
                      <a:pt x="4974" y="571"/>
                      <a:pt x="5094" y="652"/>
                      <a:pt x="5235" y="756"/>
                    </a:cubicBezTo>
                    <a:cubicBezTo>
                      <a:pt x="5301" y="805"/>
                      <a:pt x="5371" y="843"/>
                      <a:pt x="5436" y="886"/>
                    </a:cubicBezTo>
                    <a:cubicBezTo>
                      <a:pt x="5491" y="935"/>
                      <a:pt x="5545" y="989"/>
                      <a:pt x="5594" y="1049"/>
                    </a:cubicBezTo>
                    <a:cubicBezTo>
                      <a:pt x="5828" y="1283"/>
                      <a:pt x="5985" y="1615"/>
                      <a:pt x="6094" y="1930"/>
                    </a:cubicBezTo>
                    <a:cubicBezTo>
                      <a:pt x="6094" y="1930"/>
                      <a:pt x="6094" y="1930"/>
                      <a:pt x="6094" y="1935"/>
                    </a:cubicBezTo>
                    <a:cubicBezTo>
                      <a:pt x="6067" y="1946"/>
                      <a:pt x="6034" y="1962"/>
                      <a:pt x="6007" y="1973"/>
                    </a:cubicBezTo>
                    <a:lnTo>
                      <a:pt x="6007" y="1979"/>
                    </a:lnTo>
                    <a:cubicBezTo>
                      <a:pt x="5937" y="1995"/>
                      <a:pt x="5871" y="2022"/>
                      <a:pt x="5811" y="2055"/>
                    </a:cubicBezTo>
                    <a:cubicBezTo>
                      <a:pt x="5648" y="2136"/>
                      <a:pt x="5502" y="2245"/>
                      <a:pt x="5371" y="2376"/>
                    </a:cubicBezTo>
                    <a:cubicBezTo>
                      <a:pt x="5360" y="2381"/>
                      <a:pt x="5355" y="2392"/>
                      <a:pt x="5355" y="2403"/>
                    </a:cubicBezTo>
                    <a:cubicBezTo>
                      <a:pt x="5284" y="2403"/>
                      <a:pt x="5214" y="2397"/>
                      <a:pt x="5143" y="2386"/>
                    </a:cubicBezTo>
                    <a:cubicBezTo>
                      <a:pt x="5078" y="2374"/>
                      <a:pt x="5012" y="2368"/>
                      <a:pt x="4945" y="2368"/>
                    </a:cubicBezTo>
                    <a:cubicBezTo>
                      <a:pt x="4922" y="2368"/>
                      <a:pt x="4900" y="2369"/>
                      <a:pt x="4877" y="2370"/>
                    </a:cubicBezTo>
                    <a:cubicBezTo>
                      <a:pt x="4692" y="2370"/>
                      <a:pt x="4501" y="2381"/>
                      <a:pt x="4322" y="2403"/>
                    </a:cubicBezTo>
                    <a:cubicBezTo>
                      <a:pt x="4284" y="2408"/>
                      <a:pt x="4251" y="2414"/>
                      <a:pt x="4224" y="2414"/>
                    </a:cubicBezTo>
                    <a:cubicBezTo>
                      <a:pt x="4159" y="2365"/>
                      <a:pt x="4094" y="2316"/>
                      <a:pt x="4034" y="2267"/>
                    </a:cubicBezTo>
                    <a:cubicBezTo>
                      <a:pt x="3969" y="2212"/>
                      <a:pt x="3904" y="2180"/>
                      <a:pt x="3838" y="2131"/>
                    </a:cubicBezTo>
                    <a:cubicBezTo>
                      <a:pt x="3702" y="2033"/>
                      <a:pt x="3556" y="1946"/>
                      <a:pt x="3409" y="1870"/>
                    </a:cubicBezTo>
                    <a:lnTo>
                      <a:pt x="3316" y="1821"/>
                    </a:lnTo>
                    <a:cubicBezTo>
                      <a:pt x="3414" y="1533"/>
                      <a:pt x="3572" y="1272"/>
                      <a:pt x="3779" y="1049"/>
                    </a:cubicBezTo>
                    <a:cubicBezTo>
                      <a:pt x="3827" y="995"/>
                      <a:pt x="3876" y="940"/>
                      <a:pt x="3936" y="892"/>
                    </a:cubicBezTo>
                    <a:cubicBezTo>
                      <a:pt x="4001" y="843"/>
                      <a:pt x="4072" y="805"/>
                      <a:pt x="4132" y="756"/>
                    </a:cubicBezTo>
                    <a:cubicBezTo>
                      <a:pt x="4219" y="696"/>
                      <a:pt x="4306" y="642"/>
                      <a:pt x="4398" y="598"/>
                    </a:cubicBezTo>
                    <a:cubicBezTo>
                      <a:pt x="4458" y="587"/>
                      <a:pt x="4518" y="565"/>
                      <a:pt x="4572" y="560"/>
                    </a:cubicBezTo>
                    <a:cubicBezTo>
                      <a:pt x="4626" y="555"/>
                      <a:pt x="4681" y="555"/>
                      <a:pt x="4735" y="544"/>
                    </a:cubicBezTo>
                    <a:close/>
                    <a:moveTo>
                      <a:pt x="6138" y="2071"/>
                    </a:moveTo>
                    <a:cubicBezTo>
                      <a:pt x="6154" y="2120"/>
                      <a:pt x="6165" y="2169"/>
                      <a:pt x="6176" y="2218"/>
                    </a:cubicBezTo>
                    <a:cubicBezTo>
                      <a:pt x="6051" y="2283"/>
                      <a:pt x="5931" y="2354"/>
                      <a:pt x="5811" y="2430"/>
                    </a:cubicBezTo>
                    <a:cubicBezTo>
                      <a:pt x="5708" y="2419"/>
                      <a:pt x="5610" y="2408"/>
                      <a:pt x="5513" y="2408"/>
                    </a:cubicBezTo>
                    <a:cubicBezTo>
                      <a:pt x="5583" y="2370"/>
                      <a:pt x="5648" y="2332"/>
                      <a:pt x="5708" y="2289"/>
                    </a:cubicBezTo>
                    <a:cubicBezTo>
                      <a:pt x="5784" y="2234"/>
                      <a:pt x="5860" y="2185"/>
                      <a:pt x="5942" y="2147"/>
                    </a:cubicBezTo>
                    <a:cubicBezTo>
                      <a:pt x="6013" y="2131"/>
                      <a:pt x="6078" y="2104"/>
                      <a:pt x="6138" y="2071"/>
                    </a:cubicBezTo>
                    <a:close/>
                    <a:moveTo>
                      <a:pt x="6197" y="2321"/>
                    </a:moveTo>
                    <a:cubicBezTo>
                      <a:pt x="6203" y="2359"/>
                      <a:pt x="6214" y="2403"/>
                      <a:pt x="6219" y="2441"/>
                    </a:cubicBezTo>
                    <a:lnTo>
                      <a:pt x="5980" y="2441"/>
                    </a:lnTo>
                    <a:cubicBezTo>
                      <a:pt x="6051" y="2397"/>
                      <a:pt x="6127" y="2359"/>
                      <a:pt x="6197" y="2321"/>
                    </a:cubicBezTo>
                    <a:close/>
                    <a:moveTo>
                      <a:pt x="3289" y="1903"/>
                    </a:moveTo>
                    <a:cubicBezTo>
                      <a:pt x="3431" y="1968"/>
                      <a:pt x="3567" y="2044"/>
                      <a:pt x="3697" y="2125"/>
                    </a:cubicBezTo>
                    <a:lnTo>
                      <a:pt x="3697" y="2131"/>
                    </a:lnTo>
                    <a:cubicBezTo>
                      <a:pt x="3833" y="2223"/>
                      <a:pt x="3958" y="2321"/>
                      <a:pt x="4088" y="2424"/>
                    </a:cubicBezTo>
                    <a:lnTo>
                      <a:pt x="4029" y="2424"/>
                    </a:lnTo>
                    <a:cubicBezTo>
                      <a:pt x="3969" y="2424"/>
                      <a:pt x="3909" y="2430"/>
                      <a:pt x="3849" y="2446"/>
                    </a:cubicBezTo>
                    <a:cubicBezTo>
                      <a:pt x="3686" y="2343"/>
                      <a:pt x="3518" y="2240"/>
                      <a:pt x="3355" y="2136"/>
                    </a:cubicBezTo>
                    <a:lnTo>
                      <a:pt x="3235" y="2066"/>
                    </a:lnTo>
                    <a:cubicBezTo>
                      <a:pt x="3251" y="2022"/>
                      <a:pt x="3262" y="1979"/>
                      <a:pt x="3278" y="1930"/>
                    </a:cubicBezTo>
                    <a:lnTo>
                      <a:pt x="3289" y="1903"/>
                    </a:lnTo>
                    <a:close/>
                    <a:moveTo>
                      <a:pt x="3202" y="2180"/>
                    </a:moveTo>
                    <a:lnTo>
                      <a:pt x="3251" y="2212"/>
                    </a:lnTo>
                    <a:lnTo>
                      <a:pt x="3262" y="2212"/>
                    </a:lnTo>
                    <a:cubicBezTo>
                      <a:pt x="3398" y="2294"/>
                      <a:pt x="3534" y="2376"/>
                      <a:pt x="3670" y="2462"/>
                    </a:cubicBezTo>
                    <a:cubicBezTo>
                      <a:pt x="3518" y="2473"/>
                      <a:pt x="3371" y="2501"/>
                      <a:pt x="3219" y="2522"/>
                    </a:cubicBezTo>
                    <a:lnTo>
                      <a:pt x="3132" y="2539"/>
                    </a:lnTo>
                    <a:cubicBezTo>
                      <a:pt x="3153" y="2419"/>
                      <a:pt x="3175" y="2299"/>
                      <a:pt x="3202" y="2180"/>
                    </a:cubicBezTo>
                    <a:close/>
                    <a:moveTo>
                      <a:pt x="7399" y="1948"/>
                    </a:moveTo>
                    <a:cubicBezTo>
                      <a:pt x="7508" y="1948"/>
                      <a:pt x="7615" y="1962"/>
                      <a:pt x="7714" y="1995"/>
                    </a:cubicBezTo>
                    <a:cubicBezTo>
                      <a:pt x="7975" y="2087"/>
                      <a:pt x="8008" y="2289"/>
                      <a:pt x="7964" y="2522"/>
                    </a:cubicBezTo>
                    <a:lnTo>
                      <a:pt x="7964" y="2517"/>
                    </a:lnTo>
                    <a:cubicBezTo>
                      <a:pt x="7953" y="2577"/>
                      <a:pt x="7948" y="2636"/>
                      <a:pt x="7937" y="2696"/>
                    </a:cubicBezTo>
                    <a:cubicBezTo>
                      <a:pt x="7926" y="2745"/>
                      <a:pt x="7910" y="2789"/>
                      <a:pt x="7888" y="2832"/>
                    </a:cubicBezTo>
                    <a:cubicBezTo>
                      <a:pt x="7812" y="2789"/>
                      <a:pt x="7730" y="2751"/>
                      <a:pt x="7649" y="2713"/>
                    </a:cubicBezTo>
                    <a:cubicBezTo>
                      <a:pt x="7399" y="2604"/>
                      <a:pt x="7132" y="2522"/>
                      <a:pt x="6861" y="2473"/>
                    </a:cubicBezTo>
                    <a:cubicBezTo>
                      <a:pt x="6844" y="2473"/>
                      <a:pt x="6823" y="2468"/>
                      <a:pt x="6812" y="2452"/>
                    </a:cubicBezTo>
                    <a:cubicBezTo>
                      <a:pt x="6801" y="2441"/>
                      <a:pt x="6795" y="2430"/>
                      <a:pt x="6795" y="2414"/>
                    </a:cubicBezTo>
                    <a:lnTo>
                      <a:pt x="6725" y="2093"/>
                    </a:lnTo>
                    <a:cubicBezTo>
                      <a:pt x="6924" y="2012"/>
                      <a:pt x="7167" y="1948"/>
                      <a:pt x="7399" y="1948"/>
                    </a:cubicBezTo>
                    <a:close/>
                    <a:moveTo>
                      <a:pt x="2094" y="1744"/>
                    </a:moveTo>
                    <a:cubicBezTo>
                      <a:pt x="2260" y="1744"/>
                      <a:pt x="2405" y="1799"/>
                      <a:pt x="2555" y="1854"/>
                    </a:cubicBezTo>
                    <a:cubicBezTo>
                      <a:pt x="2632" y="1881"/>
                      <a:pt x="2735" y="1892"/>
                      <a:pt x="2691" y="1995"/>
                    </a:cubicBezTo>
                    <a:cubicBezTo>
                      <a:pt x="2659" y="2087"/>
                      <a:pt x="2572" y="2636"/>
                      <a:pt x="2512" y="2642"/>
                    </a:cubicBezTo>
                    <a:cubicBezTo>
                      <a:pt x="2430" y="2658"/>
                      <a:pt x="2354" y="2680"/>
                      <a:pt x="2278" y="2707"/>
                    </a:cubicBezTo>
                    <a:cubicBezTo>
                      <a:pt x="2146" y="2740"/>
                      <a:pt x="1997" y="2837"/>
                      <a:pt x="1874" y="2837"/>
                    </a:cubicBezTo>
                    <a:cubicBezTo>
                      <a:pt x="1814" y="2837"/>
                      <a:pt x="1761" y="2814"/>
                      <a:pt x="1718" y="2751"/>
                    </a:cubicBezTo>
                    <a:cubicBezTo>
                      <a:pt x="1707" y="2723"/>
                      <a:pt x="1691" y="2702"/>
                      <a:pt x="1680" y="2674"/>
                    </a:cubicBezTo>
                    <a:cubicBezTo>
                      <a:pt x="1626" y="2539"/>
                      <a:pt x="1593" y="2392"/>
                      <a:pt x="1588" y="2245"/>
                    </a:cubicBezTo>
                    <a:cubicBezTo>
                      <a:pt x="1572" y="1979"/>
                      <a:pt x="1784" y="1750"/>
                      <a:pt x="2050" y="1745"/>
                    </a:cubicBezTo>
                    <a:cubicBezTo>
                      <a:pt x="2065" y="1744"/>
                      <a:pt x="2079" y="1744"/>
                      <a:pt x="2094" y="1744"/>
                    </a:cubicBezTo>
                    <a:close/>
                    <a:moveTo>
                      <a:pt x="5137" y="2473"/>
                    </a:moveTo>
                    <a:cubicBezTo>
                      <a:pt x="5513" y="2473"/>
                      <a:pt x="5871" y="2560"/>
                      <a:pt x="6241" y="2560"/>
                    </a:cubicBezTo>
                    <a:cubicBezTo>
                      <a:pt x="6257" y="2647"/>
                      <a:pt x="6268" y="2729"/>
                      <a:pt x="6284" y="2816"/>
                    </a:cubicBezTo>
                    <a:cubicBezTo>
                      <a:pt x="5761" y="2747"/>
                      <a:pt x="5201" y="2693"/>
                      <a:pt x="4644" y="2693"/>
                    </a:cubicBezTo>
                    <a:cubicBezTo>
                      <a:pt x="4109" y="2693"/>
                      <a:pt x="3575" y="2742"/>
                      <a:pt x="3077" y="2876"/>
                    </a:cubicBezTo>
                    <a:lnTo>
                      <a:pt x="3083" y="2854"/>
                    </a:lnTo>
                    <a:cubicBezTo>
                      <a:pt x="3094" y="2800"/>
                      <a:pt x="3104" y="2745"/>
                      <a:pt x="3110" y="2691"/>
                    </a:cubicBezTo>
                    <a:cubicBezTo>
                      <a:pt x="3355" y="2658"/>
                      <a:pt x="3599" y="2615"/>
                      <a:pt x="3849" y="2588"/>
                    </a:cubicBezTo>
                    <a:lnTo>
                      <a:pt x="4088" y="2560"/>
                    </a:lnTo>
                    <a:cubicBezTo>
                      <a:pt x="4436" y="2511"/>
                      <a:pt x="4790" y="2484"/>
                      <a:pt x="5137" y="2473"/>
                    </a:cubicBezTo>
                    <a:close/>
                    <a:moveTo>
                      <a:pt x="4496" y="2876"/>
                    </a:moveTo>
                    <a:cubicBezTo>
                      <a:pt x="4556" y="2876"/>
                      <a:pt x="4616" y="2881"/>
                      <a:pt x="4675" y="2881"/>
                    </a:cubicBezTo>
                    <a:lnTo>
                      <a:pt x="4692" y="2897"/>
                    </a:lnTo>
                    <a:lnTo>
                      <a:pt x="4605" y="2952"/>
                    </a:lnTo>
                    <a:lnTo>
                      <a:pt x="4496" y="2876"/>
                    </a:lnTo>
                    <a:close/>
                    <a:moveTo>
                      <a:pt x="7546" y="1663"/>
                    </a:moveTo>
                    <a:cubicBezTo>
                      <a:pt x="7649" y="1669"/>
                      <a:pt x="7752" y="1685"/>
                      <a:pt x="7850" y="1718"/>
                    </a:cubicBezTo>
                    <a:cubicBezTo>
                      <a:pt x="7899" y="1728"/>
                      <a:pt x="8027" y="1808"/>
                      <a:pt x="8092" y="1808"/>
                    </a:cubicBezTo>
                    <a:cubicBezTo>
                      <a:pt x="8099" y="1808"/>
                      <a:pt x="8105" y="1807"/>
                      <a:pt x="8111" y="1805"/>
                    </a:cubicBezTo>
                    <a:cubicBezTo>
                      <a:pt x="8111" y="1805"/>
                      <a:pt x="8116" y="1805"/>
                      <a:pt x="8116" y="1810"/>
                    </a:cubicBezTo>
                    <a:cubicBezTo>
                      <a:pt x="8133" y="1832"/>
                      <a:pt x="8149" y="1865"/>
                      <a:pt x="8165" y="1886"/>
                    </a:cubicBezTo>
                    <a:cubicBezTo>
                      <a:pt x="8198" y="1924"/>
                      <a:pt x="8230" y="1968"/>
                      <a:pt x="8258" y="2011"/>
                    </a:cubicBezTo>
                    <a:cubicBezTo>
                      <a:pt x="8258" y="2017"/>
                      <a:pt x="8258" y="2022"/>
                      <a:pt x="8258" y="2028"/>
                    </a:cubicBezTo>
                    <a:cubicBezTo>
                      <a:pt x="8263" y="2039"/>
                      <a:pt x="8268" y="2049"/>
                      <a:pt x="8274" y="2066"/>
                    </a:cubicBezTo>
                    <a:cubicBezTo>
                      <a:pt x="8285" y="2131"/>
                      <a:pt x="8285" y="2196"/>
                      <a:pt x="8274" y="2261"/>
                    </a:cubicBezTo>
                    <a:cubicBezTo>
                      <a:pt x="8258" y="2392"/>
                      <a:pt x="8214" y="2517"/>
                      <a:pt x="8203" y="2647"/>
                    </a:cubicBezTo>
                    <a:cubicBezTo>
                      <a:pt x="8187" y="2751"/>
                      <a:pt x="8111" y="2848"/>
                      <a:pt x="8116" y="2957"/>
                    </a:cubicBezTo>
                    <a:cubicBezTo>
                      <a:pt x="7877" y="2843"/>
                      <a:pt x="8279" y="2261"/>
                      <a:pt x="8002" y="2033"/>
                    </a:cubicBezTo>
                    <a:cubicBezTo>
                      <a:pt x="7980" y="2017"/>
                      <a:pt x="7964" y="2000"/>
                      <a:pt x="7948" y="1984"/>
                    </a:cubicBezTo>
                    <a:cubicBezTo>
                      <a:pt x="7813" y="1865"/>
                      <a:pt x="7651" y="1825"/>
                      <a:pt x="7480" y="1825"/>
                    </a:cubicBezTo>
                    <a:cubicBezTo>
                      <a:pt x="7231" y="1825"/>
                      <a:pt x="6966" y="1911"/>
                      <a:pt x="6746" y="1962"/>
                    </a:cubicBezTo>
                    <a:cubicBezTo>
                      <a:pt x="6731" y="1966"/>
                      <a:pt x="6716" y="1970"/>
                      <a:pt x="6700" y="1970"/>
                    </a:cubicBezTo>
                    <a:cubicBezTo>
                      <a:pt x="6694" y="1970"/>
                      <a:pt x="6688" y="1969"/>
                      <a:pt x="6681" y="1968"/>
                    </a:cubicBezTo>
                    <a:cubicBezTo>
                      <a:pt x="6632" y="1952"/>
                      <a:pt x="6627" y="1875"/>
                      <a:pt x="6659" y="1837"/>
                    </a:cubicBezTo>
                    <a:lnTo>
                      <a:pt x="6659" y="1832"/>
                    </a:lnTo>
                    <a:cubicBezTo>
                      <a:pt x="6665" y="1832"/>
                      <a:pt x="6670" y="1827"/>
                      <a:pt x="6670" y="1821"/>
                    </a:cubicBezTo>
                    <a:cubicBezTo>
                      <a:pt x="6752" y="1810"/>
                      <a:pt x="6828" y="1788"/>
                      <a:pt x="6899" y="1761"/>
                    </a:cubicBezTo>
                    <a:cubicBezTo>
                      <a:pt x="6964" y="1745"/>
                      <a:pt x="7035" y="1740"/>
                      <a:pt x="7100" y="1718"/>
                    </a:cubicBezTo>
                    <a:cubicBezTo>
                      <a:pt x="7176" y="1691"/>
                      <a:pt x="7252" y="1680"/>
                      <a:pt x="7328" y="1674"/>
                    </a:cubicBezTo>
                    <a:cubicBezTo>
                      <a:pt x="7399" y="1674"/>
                      <a:pt x="7475" y="1669"/>
                      <a:pt x="7546" y="1663"/>
                    </a:cubicBezTo>
                    <a:close/>
                    <a:moveTo>
                      <a:pt x="1960" y="1465"/>
                    </a:moveTo>
                    <a:cubicBezTo>
                      <a:pt x="1987" y="1465"/>
                      <a:pt x="2013" y="1466"/>
                      <a:pt x="2039" y="1468"/>
                    </a:cubicBezTo>
                    <a:cubicBezTo>
                      <a:pt x="2284" y="1484"/>
                      <a:pt x="2566" y="1598"/>
                      <a:pt x="2800" y="1680"/>
                    </a:cubicBezTo>
                    <a:cubicBezTo>
                      <a:pt x="2811" y="1729"/>
                      <a:pt x="2757" y="1772"/>
                      <a:pt x="2708" y="1778"/>
                    </a:cubicBezTo>
                    <a:cubicBezTo>
                      <a:pt x="2659" y="1772"/>
                      <a:pt x="2610" y="1756"/>
                      <a:pt x="2566" y="1729"/>
                    </a:cubicBezTo>
                    <a:cubicBezTo>
                      <a:pt x="2434" y="1665"/>
                      <a:pt x="2285" y="1633"/>
                      <a:pt x="2139" y="1633"/>
                    </a:cubicBezTo>
                    <a:cubicBezTo>
                      <a:pt x="1753" y="1633"/>
                      <a:pt x="1393" y="1860"/>
                      <a:pt x="1452" y="2327"/>
                    </a:cubicBezTo>
                    <a:cubicBezTo>
                      <a:pt x="1479" y="2468"/>
                      <a:pt x="1523" y="2604"/>
                      <a:pt x="1588" y="2734"/>
                    </a:cubicBezTo>
                    <a:cubicBezTo>
                      <a:pt x="1610" y="2767"/>
                      <a:pt x="1691" y="2881"/>
                      <a:pt x="1680" y="2914"/>
                    </a:cubicBezTo>
                    <a:cubicBezTo>
                      <a:pt x="1653" y="2946"/>
                      <a:pt x="1615" y="2973"/>
                      <a:pt x="1572" y="2995"/>
                    </a:cubicBezTo>
                    <a:cubicBezTo>
                      <a:pt x="1534" y="2908"/>
                      <a:pt x="1512" y="2827"/>
                      <a:pt x="1474" y="2740"/>
                    </a:cubicBezTo>
                    <a:cubicBezTo>
                      <a:pt x="1349" y="2457"/>
                      <a:pt x="1164" y="1990"/>
                      <a:pt x="1376" y="1707"/>
                    </a:cubicBezTo>
                    <a:cubicBezTo>
                      <a:pt x="1516" y="1528"/>
                      <a:pt x="1743" y="1465"/>
                      <a:pt x="1960" y="1465"/>
                    </a:cubicBezTo>
                    <a:close/>
                    <a:moveTo>
                      <a:pt x="2512" y="3234"/>
                    </a:moveTo>
                    <a:lnTo>
                      <a:pt x="2512" y="3294"/>
                    </a:lnTo>
                    <a:cubicBezTo>
                      <a:pt x="2501" y="3463"/>
                      <a:pt x="2463" y="3637"/>
                      <a:pt x="2458" y="3805"/>
                    </a:cubicBezTo>
                    <a:lnTo>
                      <a:pt x="2458" y="3859"/>
                    </a:lnTo>
                    <a:cubicBezTo>
                      <a:pt x="2349" y="3713"/>
                      <a:pt x="2240" y="3566"/>
                      <a:pt x="2137" y="3419"/>
                    </a:cubicBezTo>
                    <a:lnTo>
                      <a:pt x="2110" y="3370"/>
                    </a:lnTo>
                    <a:lnTo>
                      <a:pt x="2104" y="3370"/>
                    </a:lnTo>
                    <a:cubicBezTo>
                      <a:pt x="2240" y="3321"/>
                      <a:pt x="2376" y="3278"/>
                      <a:pt x="2512" y="3234"/>
                    </a:cubicBezTo>
                    <a:close/>
                    <a:moveTo>
                      <a:pt x="6850" y="3050"/>
                    </a:moveTo>
                    <a:lnTo>
                      <a:pt x="6850" y="3050"/>
                    </a:lnTo>
                    <a:cubicBezTo>
                      <a:pt x="7024" y="3071"/>
                      <a:pt x="7192" y="3109"/>
                      <a:pt x="7361" y="3158"/>
                    </a:cubicBezTo>
                    <a:cubicBezTo>
                      <a:pt x="7464" y="3191"/>
                      <a:pt x="7567" y="3229"/>
                      <a:pt x="7665" y="3272"/>
                    </a:cubicBezTo>
                    <a:cubicBezTo>
                      <a:pt x="7578" y="3408"/>
                      <a:pt x="7480" y="3539"/>
                      <a:pt x="7372" y="3669"/>
                    </a:cubicBezTo>
                    <a:lnTo>
                      <a:pt x="7377" y="3669"/>
                    </a:lnTo>
                    <a:cubicBezTo>
                      <a:pt x="7236" y="3827"/>
                      <a:pt x="7094" y="3979"/>
                      <a:pt x="6942" y="4126"/>
                    </a:cubicBezTo>
                    <a:cubicBezTo>
                      <a:pt x="6920" y="4017"/>
                      <a:pt x="6910" y="3914"/>
                      <a:pt x="6910" y="3811"/>
                    </a:cubicBezTo>
                    <a:cubicBezTo>
                      <a:pt x="6904" y="3637"/>
                      <a:pt x="6866" y="3468"/>
                      <a:pt x="6861" y="3294"/>
                    </a:cubicBezTo>
                    <a:cubicBezTo>
                      <a:pt x="6855" y="3213"/>
                      <a:pt x="6850" y="3131"/>
                      <a:pt x="6850" y="3050"/>
                    </a:cubicBezTo>
                    <a:close/>
                    <a:moveTo>
                      <a:pt x="1996" y="3414"/>
                    </a:moveTo>
                    <a:lnTo>
                      <a:pt x="2072" y="3517"/>
                    </a:lnTo>
                    <a:cubicBezTo>
                      <a:pt x="2191" y="3686"/>
                      <a:pt x="2316" y="3859"/>
                      <a:pt x="2441" y="4033"/>
                    </a:cubicBezTo>
                    <a:cubicBezTo>
                      <a:pt x="2436" y="4061"/>
                      <a:pt x="2436" y="4093"/>
                      <a:pt x="2425" y="4120"/>
                    </a:cubicBezTo>
                    <a:cubicBezTo>
                      <a:pt x="2420" y="4158"/>
                      <a:pt x="2414" y="4197"/>
                      <a:pt x="2409" y="4235"/>
                    </a:cubicBezTo>
                    <a:cubicBezTo>
                      <a:pt x="2300" y="4110"/>
                      <a:pt x="2191" y="3990"/>
                      <a:pt x="2088" y="3859"/>
                    </a:cubicBezTo>
                    <a:cubicBezTo>
                      <a:pt x="1996" y="3734"/>
                      <a:pt x="1909" y="3609"/>
                      <a:pt x="1832" y="3474"/>
                    </a:cubicBezTo>
                    <a:lnTo>
                      <a:pt x="1930" y="3436"/>
                    </a:lnTo>
                    <a:lnTo>
                      <a:pt x="1996" y="3414"/>
                    </a:lnTo>
                    <a:close/>
                    <a:moveTo>
                      <a:pt x="4300" y="2870"/>
                    </a:moveTo>
                    <a:cubicBezTo>
                      <a:pt x="4371" y="2919"/>
                      <a:pt x="4442" y="2968"/>
                      <a:pt x="4512" y="3022"/>
                    </a:cubicBezTo>
                    <a:lnTo>
                      <a:pt x="4491" y="3033"/>
                    </a:lnTo>
                    <a:cubicBezTo>
                      <a:pt x="4409" y="3098"/>
                      <a:pt x="4322" y="3158"/>
                      <a:pt x="4230" y="3213"/>
                    </a:cubicBezTo>
                    <a:cubicBezTo>
                      <a:pt x="4154" y="3262"/>
                      <a:pt x="4083" y="3310"/>
                      <a:pt x="4012" y="3370"/>
                    </a:cubicBezTo>
                    <a:cubicBezTo>
                      <a:pt x="3865" y="3484"/>
                      <a:pt x="3713" y="3599"/>
                      <a:pt x="3577" y="3724"/>
                    </a:cubicBezTo>
                    <a:cubicBezTo>
                      <a:pt x="3507" y="3789"/>
                      <a:pt x="3431" y="3849"/>
                      <a:pt x="3349" y="3908"/>
                    </a:cubicBezTo>
                    <a:cubicBezTo>
                      <a:pt x="3278" y="3963"/>
                      <a:pt x="3213" y="4033"/>
                      <a:pt x="3148" y="4093"/>
                    </a:cubicBezTo>
                    <a:cubicBezTo>
                      <a:pt x="3077" y="4148"/>
                      <a:pt x="2985" y="4229"/>
                      <a:pt x="2909" y="4294"/>
                    </a:cubicBezTo>
                    <a:cubicBezTo>
                      <a:pt x="2909" y="4245"/>
                      <a:pt x="2909" y="4197"/>
                      <a:pt x="2920" y="4148"/>
                    </a:cubicBezTo>
                    <a:cubicBezTo>
                      <a:pt x="2936" y="4006"/>
                      <a:pt x="2947" y="3859"/>
                      <a:pt x="2958" y="3718"/>
                    </a:cubicBezTo>
                    <a:cubicBezTo>
                      <a:pt x="2969" y="3501"/>
                      <a:pt x="3001" y="3283"/>
                      <a:pt x="3045" y="3071"/>
                    </a:cubicBezTo>
                    <a:cubicBezTo>
                      <a:pt x="3268" y="2995"/>
                      <a:pt x="3501" y="2946"/>
                      <a:pt x="3735" y="2919"/>
                    </a:cubicBezTo>
                    <a:lnTo>
                      <a:pt x="3730" y="2919"/>
                    </a:lnTo>
                    <a:cubicBezTo>
                      <a:pt x="3887" y="2903"/>
                      <a:pt x="4045" y="2897"/>
                      <a:pt x="4197" y="2881"/>
                    </a:cubicBezTo>
                    <a:cubicBezTo>
                      <a:pt x="4230" y="2876"/>
                      <a:pt x="4268" y="2876"/>
                      <a:pt x="4300" y="2870"/>
                    </a:cubicBezTo>
                    <a:close/>
                    <a:moveTo>
                      <a:pt x="5273" y="2881"/>
                    </a:moveTo>
                    <a:cubicBezTo>
                      <a:pt x="5371" y="2892"/>
                      <a:pt x="5474" y="2897"/>
                      <a:pt x="5572" y="2897"/>
                    </a:cubicBezTo>
                    <a:cubicBezTo>
                      <a:pt x="5822" y="2908"/>
                      <a:pt x="6072" y="2935"/>
                      <a:pt x="6317" y="2979"/>
                    </a:cubicBezTo>
                    <a:cubicBezTo>
                      <a:pt x="6371" y="3224"/>
                      <a:pt x="6409" y="3474"/>
                      <a:pt x="6426" y="3724"/>
                    </a:cubicBezTo>
                    <a:cubicBezTo>
                      <a:pt x="6431" y="3865"/>
                      <a:pt x="6447" y="4012"/>
                      <a:pt x="6464" y="4153"/>
                    </a:cubicBezTo>
                    <a:cubicBezTo>
                      <a:pt x="6475" y="4245"/>
                      <a:pt x="6475" y="4338"/>
                      <a:pt x="6469" y="4430"/>
                    </a:cubicBezTo>
                    <a:cubicBezTo>
                      <a:pt x="6404" y="4354"/>
                      <a:pt x="6333" y="4283"/>
                      <a:pt x="6268" y="4213"/>
                    </a:cubicBezTo>
                    <a:lnTo>
                      <a:pt x="6263" y="4213"/>
                    </a:lnTo>
                    <a:cubicBezTo>
                      <a:pt x="6187" y="4142"/>
                      <a:pt x="6110" y="4066"/>
                      <a:pt x="6045" y="3985"/>
                    </a:cubicBezTo>
                    <a:cubicBezTo>
                      <a:pt x="5985" y="3919"/>
                      <a:pt x="5926" y="3854"/>
                      <a:pt x="5860" y="3794"/>
                    </a:cubicBezTo>
                    <a:cubicBezTo>
                      <a:pt x="5725" y="3669"/>
                      <a:pt x="5589" y="3533"/>
                      <a:pt x="5442" y="3419"/>
                    </a:cubicBezTo>
                    <a:cubicBezTo>
                      <a:pt x="5360" y="3354"/>
                      <a:pt x="5295" y="3294"/>
                      <a:pt x="5224" y="3224"/>
                    </a:cubicBezTo>
                    <a:cubicBezTo>
                      <a:pt x="5148" y="3153"/>
                      <a:pt x="5078" y="3109"/>
                      <a:pt x="5012" y="3050"/>
                    </a:cubicBezTo>
                    <a:cubicBezTo>
                      <a:pt x="5099" y="2990"/>
                      <a:pt x="5186" y="2935"/>
                      <a:pt x="5273" y="2881"/>
                    </a:cubicBezTo>
                    <a:close/>
                    <a:moveTo>
                      <a:pt x="7763" y="3310"/>
                    </a:moveTo>
                    <a:cubicBezTo>
                      <a:pt x="7812" y="3332"/>
                      <a:pt x="7855" y="3354"/>
                      <a:pt x="7899" y="3381"/>
                    </a:cubicBezTo>
                    <a:cubicBezTo>
                      <a:pt x="7844" y="3457"/>
                      <a:pt x="7790" y="3539"/>
                      <a:pt x="7741" y="3626"/>
                    </a:cubicBezTo>
                    <a:cubicBezTo>
                      <a:pt x="7649" y="3762"/>
                      <a:pt x="7551" y="3887"/>
                      <a:pt x="7448" y="4012"/>
                    </a:cubicBezTo>
                    <a:cubicBezTo>
                      <a:pt x="7334" y="4137"/>
                      <a:pt x="7219" y="4256"/>
                      <a:pt x="7094" y="4370"/>
                    </a:cubicBezTo>
                    <a:cubicBezTo>
                      <a:pt x="7051" y="4409"/>
                      <a:pt x="7007" y="4447"/>
                      <a:pt x="6964" y="4485"/>
                    </a:cubicBezTo>
                    <a:lnTo>
                      <a:pt x="6964" y="4392"/>
                    </a:lnTo>
                    <a:cubicBezTo>
                      <a:pt x="6964" y="4343"/>
                      <a:pt x="6964" y="4294"/>
                      <a:pt x="6958" y="4245"/>
                    </a:cubicBezTo>
                    <a:cubicBezTo>
                      <a:pt x="7002" y="4207"/>
                      <a:pt x="7045" y="4164"/>
                      <a:pt x="7083" y="4126"/>
                    </a:cubicBezTo>
                    <a:cubicBezTo>
                      <a:pt x="7208" y="4001"/>
                      <a:pt x="7328" y="3881"/>
                      <a:pt x="7437" y="3751"/>
                    </a:cubicBezTo>
                    <a:cubicBezTo>
                      <a:pt x="7529" y="3637"/>
                      <a:pt x="7616" y="3522"/>
                      <a:pt x="7698" y="3403"/>
                    </a:cubicBezTo>
                    <a:cubicBezTo>
                      <a:pt x="7719" y="3376"/>
                      <a:pt x="7741" y="3343"/>
                      <a:pt x="7763" y="3310"/>
                    </a:cubicBezTo>
                    <a:close/>
                    <a:moveTo>
                      <a:pt x="5105" y="2870"/>
                    </a:moveTo>
                    <a:lnTo>
                      <a:pt x="4985" y="2952"/>
                    </a:lnTo>
                    <a:cubicBezTo>
                      <a:pt x="4980" y="2957"/>
                      <a:pt x="4974" y="2957"/>
                      <a:pt x="4974" y="2957"/>
                    </a:cubicBezTo>
                    <a:cubicBezTo>
                      <a:pt x="4773" y="3071"/>
                      <a:pt x="4599" y="3262"/>
                      <a:pt x="4382" y="3349"/>
                    </a:cubicBezTo>
                    <a:cubicBezTo>
                      <a:pt x="4317" y="3397"/>
                      <a:pt x="4246" y="3452"/>
                      <a:pt x="4181" y="3501"/>
                    </a:cubicBezTo>
                    <a:cubicBezTo>
                      <a:pt x="4056" y="3604"/>
                      <a:pt x="3936" y="3691"/>
                      <a:pt x="3800" y="3783"/>
                    </a:cubicBezTo>
                    <a:cubicBezTo>
                      <a:pt x="3648" y="3887"/>
                      <a:pt x="3512" y="4023"/>
                      <a:pt x="3371" y="4142"/>
                    </a:cubicBezTo>
                    <a:cubicBezTo>
                      <a:pt x="3224" y="4256"/>
                      <a:pt x="3088" y="4381"/>
                      <a:pt x="2958" y="4512"/>
                    </a:cubicBezTo>
                    <a:cubicBezTo>
                      <a:pt x="2941" y="4490"/>
                      <a:pt x="2925" y="4474"/>
                      <a:pt x="2909" y="4452"/>
                    </a:cubicBezTo>
                    <a:lnTo>
                      <a:pt x="2909" y="4414"/>
                    </a:lnTo>
                    <a:cubicBezTo>
                      <a:pt x="2963" y="4370"/>
                      <a:pt x="3012" y="4327"/>
                      <a:pt x="3061" y="4278"/>
                    </a:cubicBezTo>
                    <a:cubicBezTo>
                      <a:pt x="3110" y="4229"/>
                      <a:pt x="3175" y="4180"/>
                      <a:pt x="3229" y="4131"/>
                    </a:cubicBezTo>
                    <a:cubicBezTo>
                      <a:pt x="3289" y="4082"/>
                      <a:pt x="3355" y="4017"/>
                      <a:pt x="3420" y="3968"/>
                    </a:cubicBezTo>
                    <a:cubicBezTo>
                      <a:pt x="3556" y="3865"/>
                      <a:pt x="3675" y="3745"/>
                      <a:pt x="3811" y="3637"/>
                    </a:cubicBezTo>
                    <a:cubicBezTo>
                      <a:pt x="3942" y="3517"/>
                      <a:pt x="4083" y="3408"/>
                      <a:pt x="4235" y="3310"/>
                    </a:cubicBezTo>
                    <a:cubicBezTo>
                      <a:pt x="4268" y="3289"/>
                      <a:pt x="4300" y="3272"/>
                      <a:pt x="4333" y="3251"/>
                    </a:cubicBezTo>
                    <a:cubicBezTo>
                      <a:pt x="4404" y="3180"/>
                      <a:pt x="4480" y="3115"/>
                      <a:pt x="4561" y="3050"/>
                    </a:cubicBezTo>
                    <a:cubicBezTo>
                      <a:pt x="4572" y="3044"/>
                      <a:pt x="4583" y="3033"/>
                      <a:pt x="4594" y="3028"/>
                    </a:cubicBezTo>
                    <a:lnTo>
                      <a:pt x="4594" y="3022"/>
                    </a:lnTo>
                    <a:lnTo>
                      <a:pt x="4605" y="3012"/>
                    </a:lnTo>
                    <a:lnTo>
                      <a:pt x="4643" y="2990"/>
                    </a:lnTo>
                    <a:cubicBezTo>
                      <a:pt x="4681" y="2968"/>
                      <a:pt x="4719" y="2946"/>
                      <a:pt x="4757" y="2935"/>
                    </a:cubicBezTo>
                    <a:lnTo>
                      <a:pt x="4768" y="2935"/>
                    </a:lnTo>
                    <a:lnTo>
                      <a:pt x="4800" y="2925"/>
                    </a:lnTo>
                    <a:cubicBezTo>
                      <a:pt x="4817" y="2919"/>
                      <a:pt x="4833" y="2919"/>
                      <a:pt x="4855" y="2914"/>
                    </a:cubicBezTo>
                    <a:lnTo>
                      <a:pt x="4833" y="2897"/>
                    </a:lnTo>
                    <a:lnTo>
                      <a:pt x="4860" y="2876"/>
                    </a:lnTo>
                    <a:cubicBezTo>
                      <a:pt x="4942" y="2870"/>
                      <a:pt x="5023" y="2870"/>
                      <a:pt x="5105" y="2870"/>
                    </a:cubicBezTo>
                    <a:close/>
                    <a:moveTo>
                      <a:pt x="4936" y="3093"/>
                    </a:moveTo>
                    <a:lnTo>
                      <a:pt x="4985" y="3142"/>
                    </a:lnTo>
                    <a:cubicBezTo>
                      <a:pt x="5050" y="3196"/>
                      <a:pt x="5116" y="3240"/>
                      <a:pt x="5176" y="3300"/>
                    </a:cubicBezTo>
                    <a:cubicBezTo>
                      <a:pt x="5301" y="3419"/>
                      <a:pt x="5436" y="3517"/>
                      <a:pt x="5561" y="3631"/>
                    </a:cubicBezTo>
                    <a:cubicBezTo>
                      <a:pt x="5703" y="3745"/>
                      <a:pt x="5833" y="3870"/>
                      <a:pt x="5953" y="4001"/>
                    </a:cubicBezTo>
                    <a:cubicBezTo>
                      <a:pt x="6002" y="4066"/>
                      <a:pt x="6056" y="4126"/>
                      <a:pt x="6110" y="4180"/>
                    </a:cubicBezTo>
                    <a:cubicBezTo>
                      <a:pt x="6176" y="4251"/>
                      <a:pt x="6241" y="4305"/>
                      <a:pt x="6301" y="4376"/>
                    </a:cubicBezTo>
                    <a:cubicBezTo>
                      <a:pt x="6355" y="4430"/>
                      <a:pt x="6409" y="4490"/>
                      <a:pt x="6464" y="4544"/>
                    </a:cubicBezTo>
                    <a:lnTo>
                      <a:pt x="6464" y="4599"/>
                    </a:lnTo>
                    <a:lnTo>
                      <a:pt x="6399" y="4659"/>
                    </a:lnTo>
                    <a:lnTo>
                      <a:pt x="6366" y="4626"/>
                    </a:lnTo>
                    <a:cubicBezTo>
                      <a:pt x="6170" y="4409"/>
                      <a:pt x="5969" y="4180"/>
                      <a:pt x="5752" y="3979"/>
                    </a:cubicBezTo>
                    <a:lnTo>
                      <a:pt x="5757" y="3979"/>
                    </a:lnTo>
                    <a:cubicBezTo>
                      <a:pt x="5638" y="3870"/>
                      <a:pt x="5529" y="3767"/>
                      <a:pt x="5420" y="3648"/>
                    </a:cubicBezTo>
                    <a:cubicBezTo>
                      <a:pt x="5295" y="3512"/>
                      <a:pt x="5137" y="3403"/>
                      <a:pt x="5002" y="3278"/>
                    </a:cubicBezTo>
                    <a:cubicBezTo>
                      <a:pt x="4953" y="3234"/>
                      <a:pt x="4904" y="3191"/>
                      <a:pt x="4855" y="3153"/>
                    </a:cubicBezTo>
                    <a:lnTo>
                      <a:pt x="4936" y="3093"/>
                    </a:lnTo>
                    <a:close/>
                    <a:moveTo>
                      <a:pt x="1700" y="3522"/>
                    </a:moveTo>
                    <a:cubicBezTo>
                      <a:pt x="1827" y="3522"/>
                      <a:pt x="2023" y="3909"/>
                      <a:pt x="2099" y="4001"/>
                    </a:cubicBezTo>
                    <a:cubicBezTo>
                      <a:pt x="2148" y="4061"/>
                      <a:pt x="2191" y="4126"/>
                      <a:pt x="2246" y="4186"/>
                    </a:cubicBezTo>
                    <a:cubicBezTo>
                      <a:pt x="2305" y="4245"/>
                      <a:pt x="2354" y="4294"/>
                      <a:pt x="2403" y="4354"/>
                    </a:cubicBezTo>
                    <a:lnTo>
                      <a:pt x="2403" y="4387"/>
                    </a:lnTo>
                    <a:cubicBezTo>
                      <a:pt x="2403" y="4512"/>
                      <a:pt x="2398" y="4637"/>
                      <a:pt x="2403" y="4756"/>
                    </a:cubicBezTo>
                    <a:cubicBezTo>
                      <a:pt x="2343" y="4816"/>
                      <a:pt x="2284" y="4876"/>
                      <a:pt x="2218" y="4930"/>
                    </a:cubicBezTo>
                    <a:cubicBezTo>
                      <a:pt x="2153" y="4985"/>
                      <a:pt x="2110" y="5045"/>
                      <a:pt x="2055" y="5104"/>
                    </a:cubicBezTo>
                    <a:cubicBezTo>
                      <a:pt x="1936" y="5224"/>
                      <a:pt x="1827" y="5349"/>
                      <a:pt x="1729" y="5485"/>
                    </a:cubicBezTo>
                    <a:cubicBezTo>
                      <a:pt x="1670" y="5568"/>
                      <a:pt x="1554" y="5832"/>
                      <a:pt x="1433" y="5832"/>
                    </a:cubicBezTo>
                    <a:cubicBezTo>
                      <a:pt x="1419" y="5832"/>
                      <a:pt x="1406" y="5829"/>
                      <a:pt x="1392" y="5822"/>
                    </a:cubicBezTo>
                    <a:cubicBezTo>
                      <a:pt x="1343" y="5795"/>
                      <a:pt x="1294" y="5767"/>
                      <a:pt x="1245" y="5740"/>
                    </a:cubicBezTo>
                    <a:cubicBezTo>
                      <a:pt x="995" y="5604"/>
                      <a:pt x="800" y="5387"/>
                      <a:pt x="686" y="5126"/>
                    </a:cubicBezTo>
                    <a:cubicBezTo>
                      <a:pt x="680" y="5110"/>
                      <a:pt x="669" y="5099"/>
                      <a:pt x="658" y="5083"/>
                    </a:cubicBezTo>
                    <a:cubicBezTo>
                      <a:pt x="658" y="5061"/>
                      <a:pt x="658" y="5034"/>
                      <a:pt x="653" y="5012"/>
                    </a:cubicBezTo>
                    <a:cubicBezTo>
                      <a:pt x="637" y="4919"/>
                      <a:pt x="626" y="4827"/>
                      <a:pt x="626" y="4740"/>
                    </a:cubicBezTo>
                    <a:cubicBezTo>
                      <a:pt x="609" y="4409"/>
                      <a:pt x="794" y="4104"/>
                      <a:pt x="1050" y="3898"/>
                    </a:cubicBezTo>
                    <a:cubicBezTo>
                      <a:pt x="1180" y="3800"/>
                      <a:pt x="1322" y="3713"/>
                      <a:pt x="1474" y="3637"/>
                    </a:cubicBezTo>
                    <a:lnTo>
                      <a:pt x="1675" y="3528"/>
                    </a:lnTo>
                    <a:cubicBezTo>
                      <a:pt x="1683" y="3524"/>
                      <a:pt x="1691" y="3522"/>
                      <a:pt x="1700" y="3522"/>
                    </a:cubicBezTo>
                    <a:close/>
                    <a:moveTo>
                      <a:pt x="7964" y="3414"/>
                    </a:moveTo>
                    <a:cubicBezTo>
                      <a:pt x="8067" y="3474"/>
                      <a:pt x="8171" y="3550"/>
                      <a:pt x="8258" y="3631"/>
                    </a:cubicBezTo>
                    <a:cubicBezTo>
                      <a:pt x="8317" y="3675"/>
                      <a:pt x="8377" y="3729"/>
                      <a:pt x="8426" y="3783"/>
                    </a:cubicBezTo>
                    <a:cubicBezTo>
                      <a:pt x="8475" y="3849"/>
                      <a:pt x="8513" y="3914"/>
                      <a:pt x="8562" y="3979"/>
                    </a:cubicBezTo>
                    <a:cubicBezTo>
                      <a:pt x="8627" y="4055"/>
                      <a:pt x="8687" y="4142"/>
                      <a:pt x="8731" y="4235"/>
                    </a:cubicBezTo>
                    <a:cubicBezTo>
                      <a:pt x="8747" y="4294"/>
                      <a:pt x="8769" y="4354"/>
                      <a:pt x="8774" y="4409"/>
                    </a:cubicBezTo>
                    <a:cubicBezTo>
                      <a:pt x="8785" y="4463"/>
                      <a:pt x="8785" y="4517"/>
                      <a:pt x="8796" y="4572"/>
                    </a:cubicBezTo>
                    <a:cubicBezTo>
                      <a:pt x="8796" y="4588"/>
                      <a:pt x="8801" y="4604"/>
                      <a:pt x="8801" y="4621"/>
                    </a:cubicBezTo>
                    <a:cubicBezTo>
                      <a:pt x="8801" y="4626"/>
                      <a:pt x="8801" y="4631"/>
                      <a:pt x="8801" y="4631"/>
                    </a:cubicBezTo>
                    <a:cubicBezTo>
                      <a:pt x="8774" y="4811"/>
                      <a:pt x="8698" y="4930"/>
                      <a:pt x="8600" y="5077"/>
                    </a:cubicBezTo>
                    <a:cubicBezTo>
                      <a:pt x="8557" y="5148"/>
                      <a:pt x="8519" y="5213"/>
                      <a:pt x="8475" y="5284"/>
                    </a:cubicBezTo>
                    <a:cubicBezTo>
                      <a:pt x="8432" y="5338"/>
                      <a:pt x="8377" y="5392"/>
                      <a:pt x="8323" y="5441"/>
                    </a:cubicBezTo>
                    <a:cubicBezTo>
                      <a:pt x="8143" y="5621"/>
                      <a:pt x="7931" y="5767"/>
                      <a:pt x="7703" y="5871"/>
                    </a:cubicBezTo>
                    <a:cubicBezTo>
                      <a:pt x="7671" y="5800"/>
                      <a:pt x="7616" y="5746"/>
                      <a:pt x="7573" y="5680"/>
                    </a:cubicBezTo>
                    <a:lnTo>
                      <a:pt x="7573" y="5675"/>
                    </a:lnTo>
                    <a:cubicBezTo>
                      <a:pt x="7518" y="5599"/>
                      <a:pt x="7475" y="5523"/>
                      <a:pt x="7415" y="5447"/>
                    </a:cubicBezTo>
                    <a:cubicBezTo>
                      <a:pt x="7274" y="5256"/>
                      <a:pt x="7122" y="5083"/>
                      <a:pt x="6953" y="4919"/>
                    </a:cubicBezTo>
                    <a:cubicBezTo>
                      <a:pt x="6964" y="4805"/>
                      <a:pt x="6969" y="4697"/>
                      <a:pt x="6969" y="4582"/>
                    </a:cubicBezTo>
                    <a:cubicBezTo>
                      <a:pt x="7149" y="4430"/>
                      <a:pt x="7317" y="4273"/>
                      <a:pt x="7469" y="4099"/>
                    </a:cubicBezTo>
                    <a:cubicBezTo>
                      <a:pt x="7535" y="4028"/>
                      <a:pt x="7584" y="3952"/>
                      <a:pt x="7643" y="3876"/>
                    </a:cubicBezTo>
                    <a:cubicBezTo>
                      <a:pt x="7692" y="3816"/>
                      <a:pt x="7747" y="3762"/>
                      <a:pt x="7790" y="3696"/>
                    </a:cubicBezTo>
                    <a:cubicBezTo>
                      <a:pt x="7850" y="3604"/>
                      <a:pt x="7904" y="3506"/>
                      <a:pt x="7964" y="3414"/>
                    </a:cubicBezTo>
                    <a:close/>
                    <a:moveTo>
                      <a:pt x="2409" y="4876"/>
                    </a:moveTo>
                    <a:cubicBezTo>
                      <a:pt x="2409" y="4898"/>
                      <a:pt x="2414" y="4925"/>
                      <a:pt x="2414" y="4947"/>
                    </a:cubicBezTo>
                    <a:cubicBezTo>
                      <a:pt x="2420" y="4990"/>
                      <a:pt x="2425" y="5034"/>
                      <a:pt x="2425" y="5072"/>
                    </a:cubicBezTo>
                    <a:cubicBezTo>
                      <a:pt x="2278" y="5240"/>
                      <a:pt x="2131" y="5414"/>
                      <a:pt x="1985" y="5583"/>
                    </a:cubicBezTo>
                    <a:cubicBezTo>
                      <a:pt x="1876" y="5702"/>
                      <a:pt x="1778" y="5827"/>
                      <a:pt x="1686" y="5952"/>
                    </a:cubicBezTo>
                    <a:cubicBezTo>
                      <a:pt x="1642" y="5936"/>
                      <a:pt x="1604" y="5920"/>
                      <a:pt x="1566" y="5898"/>
                    </a:cubicBezTo>
                    <a:lnTo>
                      <a:pt x="1555" y="5892"/>
                    </a:lnTo>
                    <a:cubicBezTo>
                      <a:pt x="1615" y="5800"/>
                      <a:pt x="1680" y="5708"/>
                      <a:pt x="1746" y="5615"/>
                    </a:cubicBezTo>
                    <a:cubicBezTo>
                      <a:pt x="1832" y="5485"/>
                      <a:pt x="1930" y="5365"/>
                      <a:pt x="2034" y="5246"/>
                    </a:cubicBezTo>
                    <a:cubicBezTo>
                      <a:pt x="2153" y="5115"/>
                      <a:pt x="2278" y="4996"/>
                      <a:pt x="2409" y="4876"/>
                    </a:cubicBezTo>
                    <a:close/>
                    <a:moveTo>
                      <a:pt x="6942" y="5017"/>
                    </a:moveTo>
                    <a:cubicBezTo>
                      <a:pt x="6980" y="5061"/>
                      <a:pt x="7018" y="5099"/>
                      <a:pt x="7056" y="5142"/>
                    </a:cubicBezTo>
                    <a:cubicBezTo>
                      <a:pt x="7170" y="5262"/>
                      <a:pt x="7279" y="5392"/>
                      <a:pt x="7377" y="5528"/>
                    </a:cubicBezTo>
                    <a:cubicBezTo>
                      <a:pt x="7469" y="5648"/>
                      <a:pt x="7551" y="5773"/>
                      <a:pt x="7627" y="5903"/>
                    </a:cubicBezTo>
                    <a:cubicBezTo>
                      <a:pt x="7573" y="5931"/>
                      <a:pt x="7524" y="5952"/>
                      <a:pt x="7469" y="5974"/>
                    </a:cubicBezTo>
                    <a:cubicBezTo>
                      <a:pt x="7431" y="5914"/>
                      <a:pt x="7393" y="5849"/>
                      <a:pt x="7350" y="5789"/>
                    </a:cubicBezTo>
                    <a:lnTo>
                      <a:pt x="7355" y="5789"/>
                    </a:lnTo>
                    <a:cubicBezTo>
                      <a:pt x="7252" y="5648"/>
                      <a:pt x="7143" y="5523"/>
                      <a:pt x="7029" y="5387"/>
                    </a:cubicBezTo>
                    <a:lnTo>
                      <a:pt x="6942" y="5284"/>
                    </a:lnTo>
                    <a:cubicBezTo>
                      <a:pt x="6942" y="5273"/>
                      <a:pt x="6942" y="5256"/>
                      <a:pt x="6942" y="5246"/>
                    </a:cubicBezTo>
                    <a:lnTo>
                      <a:pt x="6942" y="5017"/>
                    </a:lnTo>
                    <a:close/>
                    <a:moveTo>
                      <a:pt x="4762" y="3213"/>
                    </a:moveTo>
                    <a:lnTo>
                      <a:pt x="4790" y="3234"/>
                    </a:lnTo>
                    <a:cubicBezTo>
                      <a:pt x="4909" y="3338"/>
                      <a:pt x="5023" y="3441"/>
                      <a:pt x="5143" y="3544"/>
                    </a:cubicBezTo>
                    <a:cubicBezTo>
                      <a:pt x="5262" y="3642"/>
                      <a:pt x="5371" y="3767"/>
                      <a:pt x="5491" y="3881"/>
                    </a:cubicBezTo>
                    <a:cubicBezTo>
                      <a:pt x="5605" y="3995"/>
                      <a:pt x="5714" y="4082"/>
                      <a:pt x="5817" y="4191"/>
                    </a:cubicBezTo>
                    <a:cubicBezTo>
                      <a:pt x="5920" y="4305"/>
                      <a:pt x="6018" y="4403"/>
                      <a:pt x="6116" y="4501"/>
                    </a:cubicBezTo>
                    <a:cubicBezTo>
                      <a:pt x="6192" y="4577"/>
                      <a:pt x="6263" y="4648"/>
                      <a:pt x="6333" y="4729"/>
                    </a:cubicBezTo>
                    <a:cubicBezTo>
                      <a:pt x="6257" y="4800"/>
                      <a:pt x="6181" y="4871"/>
                      <a:pt x="6100" y="4936"/>
                    </a:cubicBezTo>
                    <a:cubicBezTo>
                      <a:pt x="5991" y="5028"/>
                      <a:pt x="5882" y="5126"/>
                      <a:pt x="5779" y="5218"/>
                    </a:cubicBezTo>
                    <a:cubicBezTo>
                      <a:pt x="5670" y="5316"/>
                      <a:pt x="5540" y="5409"/>
                      <a:pt x="5426" y="5501"/>
                    </a:cubicBezTo>
                    <a:cubicBezTo>
                      <a:pt x="5295" y="5610"/>
                      <a:pt x="5186" y="5719"/>
                      <a:pt x="5050" y="5811"/>
                    </a:cubicBezTo>
                    <a:cubicBezTo>
                      <a:pt x="4915" y="5909"/>
                      <a:pt x="4800" y="6001"/>
                      <a:pt x="4670" y="6094"/>
                    </a:cubicBezTo>
                    <a:lnTo>
                      <a:pt x="4648" y="6110"/>
                    </a:lnTo>
                    <a:lnTo>
                      <a:pt x="4637" y="6099"/>
                    </a:lnTo>
                    <a:cubicBezTo>
                      <a:pt x="4529" y="6007"/>
                      <a:pt x="4414" y="5914"/>
                      <a:pt x="4306" y="5827"/>
                    </a:cubicBezTo>
                    <a:cubicBezTo>
                      <a:pt x="4192" y="5740"/>
                      <a:pt x="4083" y="5621"/>
                      <a:pt x="3969" y="5523"/>
                    </a:cubicBezTo>
                    <a:cubicBezTo>
                      <a:pt x="3855" y="5420"/>
                      <a:pt x="3724" y="5316"/>
                      <a:pt x="3605" y="5202"/>
                    </a:cubicBezTo>
                    <a:cubicBezTo>
                      <a:pt x="3490" y="5083"/>
                      <a:pt x="3382" y="4979"/>
                      <a:pt x="3273" y="4871"/>
                    </a:cubicBezTo>
                    <a:cubicBezTo>
                      <a:pt x="3186" y="4784"/>
                      <a:pt x="3104" y="4691"/>
                      <a:pt x="3028" y="4599"/>
                    </a:cubicBezTo>
                    <a:cubicBezTo>
                      <a:pt x="3110" y="4512"/>
                      <a:pt x="3202" y="4425"/>
                      <a:pt x="3295" y="4343"/>
                    </a:cubicBezTo>
                    <a:lnTo>
                      <a:pt x="3295" y="4338"/>
                    </a:lnTo>
                    <a:cubicBezTo>
                      <a:pt x="3409" y="4240"/>
                      <a:pt x="3534" y="4142"/>
                      <a:pt x="3653" y="4039"/>
                    </a:cubicBezTo>
                    <a:cubicBezTo>
                      <a:pt x="3773" y="3936"/>
                      <a:pt x="3909" y="3849"/>
                      <a:pt x="4039" y="3745"/>
                    </a:cubicBezTo>
                    <a:cubicBezTo>
                      <a:pt x="4164" y="3658"/>
                      <a:pt x="4273" y="3555"/>
                      <a:pt x="4398" y="3468"/>
                    </a:cubicBezTo>
                    <a:cubicBezTo>
                      <a:pt x="4523" y="3387"/>
                      <a:pt x="4637" y="3310"/>
                      <a:pt x="4752" y="3224"/>
                    </a:cubicBezTo>
                    <a:lnTo>
                      <a:pt x="4762" y="3213"/>
                    </a:lnTo>
                    <a:close/>
                    <a:moveTo>
                      <a:pt x="6926" y="5420"/>
                    </a:moveTo>
                    <a:cubicBezTo>
                      <a:pt x="7056" y="5561"/>
                      <a:pt x="7176" y="5713"/>
                      <a:pt x="7285" y="5865"/>
                    </a:cubicBezTo>
                    <a:cubicBezTo>
                      <a:pt x="7317" y="5914"/>
                      <a:pt x="7350" y="5958"/>
                      <a:pt x="7377" y="6007"/>
                    </a:cubicBezTo>
                    <a:cubicBezTo>
                      <a:pt x="7208" y="6061"/>
                      <a:pt x="7035" y="6104"/>
                      <a:pt x="6855" y="6143"/>
                    </a:cubicBezTo>
                    <a:lnTo>
                      <a:pt x="6866" y="6050"/>
                    </a:lnTo>
                    <a:cubicBezTo>
                      <a:pt x="6893" y="5876"/>
                      <a:pt x="6910" y="5697"/>
                      <a:pt x="6915" y="5523"/>
                    </a:cubicBezTo>
                    <a:cubicBezTo>
                      <a:pt x="6920" y="5485"/>
                      <a:pt x="6920" y="5452"/>
                      <a:pt x="6926" y="5420"/>
                    </a:cubicBezTo>
                    <a:close/>
                    <a:moveTo>
                      <a:pt x="2425" y="5240"/>
                    </a:moveTo>
                    <a:cubicBezTo>
                      <a:pt x="2425" y="5333"/>
                      <a:pt x="2447" y="5425"/>
                      <a:pt x="2452" y="5512"/>
                    </a:cubicBezTo>
                    <a:cubicBezTo>
                      <a:pt x="2458" y="5691"/>
                      <a:pt x="2474" y="5871"/>
                      <a:pt x="2501" y="6045"/>
                    </a:cubicBezTo>
                    <a:cubicBezTo>
                      <a:pt x="2507" y="6099"/>
                      <a:pt x="2512" y="6148"/>
                      <a:pt x="2523" y="6197"/>
                    </a:cubicBezTo>
                    <a:cubicBezTo>
                      <a:pt x="2349" y="6153"/>
                      <a:pt x="2180" y="6110"/>
                      <a:pt x="2017" y="6056"/>
                    </a:cubicBezTo>
                    <a:cubicBezTo>
                      <a:pt x="1941" y="6034"/>
                      <a:pt x="1871" y="6012"/>
                      <a:pt x="1800" y="5990"/>
                    </a:cubicBezTo>
                    <a:cubicBezTo>
                      <a:pt x="1871" y="5882"/>
                      <a:pt x="1958" y="5784"/>
                      <a:pt x="2044" y="5686"/>
                    </a:cubicBezTo>
                    <a:lnTo>
                      <a:pt x="2044" y="5691"/>
                    </a:lnTo>
                    <a:cubicBezTo>
                      <a:pt x="2164" y="5539"/>
                      <a:pt x="2295" y="5392"/>
                      <a:pt x="2425" y="5240"/>
                    </a:cubicBezTo>
                    <a:close/>
                    <a:moveTo>
                      <a:pt x="6393" y="4794"/>
                    </a:moveTo>
                    <a:lnTo>
                      <a:pt x="6480" y="4892"/>
                    </a:lnTo>
                    <a:cubicBezTo>
                      <a:pt x="6409" y="4952"/>
                      <a:pt x="6344" y="5012"/>
                      <a:pt x="6274" y="5072"/>
                    </a:cubicBezTo>
                    <a:cubicBezTo>
                      <a:pt x="6208" y="5131"/>
                      <a:pt x="6138" y="5191"/>
                      <a:pt x="6072" y="5251"/>
                    </a:cubicBezTo>
                    <a:cubicBezTo>
                      <a:pt x="6013" y="5300"/>
                      <a:pt x="5953" y="5360"/>
                      <a:pt x="5898" y="5420"/>
                    </a:cubicBezTo>
                    <a:cubicBezTo>
                      <a:pt x="5768" y="5539"/>
                      <a:pt x="5627" y="5648"/>
                      <a:pt x="5480" y="5751"/>
                    </a:cubicBezTo>
                    <a:cubicBezTo>
                      <a:pt x="5344" y="5860"/>
                      <a:pt x="5203" y="5947"/>
                      <a:pt x="5072" y="6056"/>
                    </a:cubicBezTo>
                    <a:cubicBezTo>
                      <a:pt x="5002" y="6104"/>
                      <a:pt x="4936" y="6148"/>
                      <a:pt x="4866" y="6197"/>
                    </a:cubicBezTo>
                    <a:lnTo>
                      <a:pt x="4860" y="6202"/>
                    </a:lnTo>
                    <a:lnTo>
                      <a:pt x="4806" y="6240"/>
                    </a:lnTo>
                    <a:lnTo>
                      <a:pt x="4730" y="6181"/>
                    </a:lnTo>
                    <a:cubicBezTo>
                      <a:pt x="4784" y="6143"/>
                      <a:pt x="4833" y="6104"/>
                      <a:pt x="4887" y="6066"/>
                    </a:cubicBezTo>
                    <a:cubicBezTo>
                      <a:pt x="5034" y="5952"/>
                      <a:pt x="5197" y="5849"/>
                      <a:pt x="5339" y="5724"/>
                    </a:cubicBezTo>
                    <a:cubicBezTo>
                      <a:pt x="5458" y="5621"/>
                      <a:pt x="5572" y="5523"/>
                      <a:pt x="5697" y="5425"/>
                    </a:cubicBezTo>
                    <a:cubicBezTo>
                      <a:pt x="5931" y="5240"/>
                      <a:pt x="6149" y="5028"/>
                      <a:pt x="6361" y="4827"/>
                    </a:cubicBezTo>
                    <a:lnTo>
                      <a:pt x="6393" y="4794"/>
                    </a:lnTo>
                    <a:close/>
                    <a:moveTo>
                      <a:pt x="4666" y="201"/>
                    </a:moveTo>
                    <a:cubicBezTo>
                      <a:pt x="4997" y="201"/>
                      <a:pt x="5322" y="321"/>
                      <a:pt x="5594" y="511"/>
                    </a:cubicBezTo>
                    <a:cubicBezTo>
                      <a:pt x="5594" y="516"/>
                      <a:pt x="5600" y="516"/>
                      <a:pt x="5600" y="516"/>
                    </a:cubicBezTo>
                    <a:cubicBezTo>
                      <a:pt x="5763" y="642"/>
                      <a:pt x="5828" y="821"/>
                      <a:pt x="5953" y="973"/>
                    </a:cubicBezTo>
                    <a:cubicBezTo>
                      <a:pt x="6051" y="1109"/>
                      <a:pt x="6176" y="1207"/>
                      <a:pt x="6263" y="1354"/>
                    </a:cubicBezTo>
                    <a:cubicBezTo>
                      <a:pt x="6268" y="1364"/>
                      <a:pt x="6279" y="1381"/>
                      <a:pt x="6284" y="1392"/>
                    </a:cubicBezTo>
                    <a:cubicBezTo>
                      <a:pt x="6388" y="1560"/>
                      <a:pt x="6480" y="1734"/>
                      <a:pt x="6551" y="1919"/>
                    </a:cubicBezTo>
                    <a:cubicBezTo>
                      <a:pt x="6616" y="2104"/>
                      <a:pt x="6659" y="2289"/>
                      <a:pt x="6681" y="2479"/>
                    </a:cubicBezTo>
                    <a:cubicBezTo>
                      <a:pt x="6708" y="2642"/>
                      <a:pt x="6681" y="2843"/>
                      <a:pt x="6708" y="2995"/>
                    </a:cubicBezTo>
                    <a:cubicBezTo>
                      <a:pt x="6708" y="3006"/>
                      <a:pt x="6714" y="3017"/>
                      <a:pt x="6719" y="3033"/>
                    </a:cubicBezTo>
                    <a:lnTo>
                      <a:pt x="6730" y="3033"/>
                    </a:lnTo>
                    <a:lnTo>
                      <a:pt x="6730" y="3115"/>
                    </a:lnTo>
                    <a:cubicBezTo>
                      <a:pt x="6790" y="3479"/>
                      <a:pt x="6801" y="3854"/>
                      <a:pt x="6833" y="4224"/>
                    </a:cubicBezTo>
                    <a:cubicBezTo>
                      <a:pt x="6877" y="4713"/>
                      <a:pt x="6855" y="5208"/>
                      <a:pt x="6768" y="5691"/>
                    </a:cubicBezTo>
                    <a:cubicBezTo>
                      <a:pt x="6752" y="5784"/>
                      <a:pt x="6746" y="5871"/>
                      <a:pt x="6736" y="5963"/>
                    </a:cubicBezTo>
                    <a:cubicBezTo>
                      <a:pt x="6730" y="6034"/>
                      <a:pt x="6708" y="6099"/>
                      <a:pt x="6703" y="6164"/>
                    </a:cubicBezTo>
                    <a:lnTo>
                      <a:pt x="6703" y="6170"/>
                    </a:lnTo>
                    <a:cubicBezTo>
                      <a:pt x="6649" y="6175"/>
                      <a:pt x="6594" y="6186"/>
                      <a:pt x="6540" y="6202"/>
                    </a:cubicBezTo>
                    <a:lnTo>
                      <a:pt x="6518" y="6202"/>
                    </a:lnTo>
                    <a:cubicBezTo>
                      <a:pt x="6654" y="6175"/>
                      <a:pt x="6632" y="5218"/>
                      <a:pt x="6632" y="5077"/>
                    </a:cubicBezTo>
                    <a:cubicBezTo>
                      <a:pt x="6638" y="4534"/>
                      <a:pt x="6611" y="3985"/>
                      <a:pt x="6545" y="3446"/>
                    </a:cubicBezTo>
                    <a:cubicBezTo>
                      <a:pt x="6524" y="3305"/>
                      <a:pt x="6475" y="3180"/>
                      <a:pt x="6469" y="3028"/>
                    </a:cubicBezTo>
                    <a:cubicBezTo>
                      <a:pt x="6458" y="2854"/>
                      <a:pt x="6431" y="2680"/>
                      <a:pt x="6393" y="2511"/>
                    </a:cubicBezTo>
                    <a:cubicBezTo>
                      <a:pt x="6333" y="2164"/>
                      <a:pt x="6230" y="1832"/>
                      <a:pt x="6078" y="1511"/>
                    </a:cubicBezTo>
                    <a:cubicBezTo>
                      <a:pt x="5882" y="1093"/>
                      <a:pt x="5398" y="457"/>
                      <a:pt x="4882" y="440"/>
                    </a:cubicBezTo>
                    <a:cubicBezTo>
                      <a:pt x="4853" y="420"/>
                      <a:pt x="4824" y="412"/>
                      <a:pt x="4790" y="412"/>
                    </a:cubicBezTo>
                    <a:cubicBezTo>
                      <a:pt x="4754" y="412"/>
                      <a:pt x="4713" y="421"/>
                      <a:pt x="4665" y="430"/>
                    </a:cubicBezTo>
                    <a:cubicBezTo>
                      <a:pt x="4626" y="435"/>
                      <a:pt x="4588" y="435"/>
                      <a:pt x="4550" y="440"/>
                    </a:cubicBezTo>
                    <a:cubicBezTo>
                      <a:pt x="3963" y="506"/>
                      <a:pt x="3523" y="1006"/>
                      <a:pt x="3284" y="1511"/>
                    </a:cubicBezTo>
                    <a:lnTo>
                      <a:pt x="3262" y="1560"/>
                    </a:lnTo>
                    <a:cubicBezTo>
                      <a:pt x="3110" y="2191"/>
                      <a:pt x="2909" y="2805"/>
                      <a:pt x="2822" y="3446"/>
                    </a:cubicBezTo>
                    <a:cubicBezTo>
                      <a:pt x="2751" y="3941"/>
                      <a:pt x="2719" y="4447"/>
                      <a:pt x="2719" y="4947"/>
                    </a:cubicBezTo>
                    <a:cubicBezTo>
                      <a:pt x="2719" y="5170"/>
                      <a:pt x="2724" y="5392"/>
                      <a:pt x="2746" y="5615"/>
                    </a:cubicBezTo>
                    <a:cubicBezTo>
                      <a:pt x="2751" y="5691"/>
                      <a:pt x="2800" y="6273"/>
                      <a:pt x="2865" y="6289"/>
                    </a:cubicBezTo>
                    <a:cubicBezTo>
                      <a:pt x="2811" y="6278"/>
                      <a:pt x="2702" y="6278"/>
                      <a:pt x="2670" y="6219"/>
                    </a:cubicBezTo>
                    <a:cubicBezTo>
                      <a:pt x="2653" y="6191"/>
                      <a:pt x="2642" y="6159"/>
                      <a:pt x="2642" y="6126"/>
                    </a:cubicBezTo>
                    <a:cubicBezTo>
                      <a:pt x="2572" y="5305"/>
                      <a:pt x="2561" y="4485"/>
                      <a:pt x="2610" y="3658"/>
                    </a:cubicBezTo>
                    <a:cubicBezTo>
                      <a:pt x="2648" y="2941"/>
                      <a:pt x="2670" y="2218"/>
                      <a:pt x="2996" y="1566"/>
                    </a:cubicBezTo>
                    <a:lnTo>
                      <a:pt x="3001" y="1571"/>
                    </a:lnTo>
                    <a:cubicBezTo>
                      <a:pt x="3278" y="1011"/>
                      <a:pt x="3708" y="402"/>
                      <a:pt x="4349" y="239"/>
                    </a:cubicBezTo>
                    <a:cubicBezTo>
                      <a:pt x="4454" y="213"/>
                      <a:pt x="4561" y="201"/>
                      <a:pt x="4666" y="201"/>
                    </a:cubicBezTo>
                    <a:close/>
                    <a:moveTo>
                      <a:pt x="6491" y="4996"/>
                    </a:moveTo>
                    <a:lnTo>
                      <a:pt x="6491" y="5088"/>
                    </a:lnTo>
                    <a:cubicBezTo>
                      <a:pt x="6480" y="5246"/>
                      <a:pt x="6480" y="5403"/>
                      <a:pt x="6464" y="5555"/>
                    </a:cubicBezTo>
                    <a:cubicBezTo>
                      <a:pt x="6442" y="5789"/>
                      <a:pt x="6399" y="6023"/>
                      <a:pt x="6339" y="6251"/>
                    </a:cubicBezTo>
                    <a:cubicBezTo>
                      <a:pt x="6121" y="6300"/>
                      <a:pt x="5909" y="6338"/>
                      <a:pt x="5692" y="6360"/>
                    </a:cubicBezTo>
                    <a:cubicBezTo>
                      <a:pt x="5551" y="6371"/>
                      <a:pt x="5404" y="6393"/>
                      <a:pt x="5262" y="6414"/>
                    </a:cubicBezTo>
                    <a:cubicBezTo>
                      <a:pt x="5197" y="6425"/>
                      <a:pt x="5127" y="6431"/>
                      <a:pt x="5061" y="6431"/>
                    </a:cubicBezTo>
                    <a:cubicBezTo>
                      <a:pt x="5002" y="6387"/>
                      <a:pt x="4942" y="6344"/>
                      <a:pt x="4882" y="6295"/>
                    </a:cubicBezTo>
                    <a:cubicBezTo>
                      <a:pt x="4953" y="6240"/>
                      <a:pt x="5034" y="6197"/>
                      <a:pt x="5105" y="6137"/>
                    </a:cubicBezTo>
                    <a:cubicBezTo>
                      <a:pt x="5176" y="6077"/>
                      <a:pt x="5257" y="6018"/>
                      <a:pt x="5339" y="5958"/>
                    </a:cubicBezTo>
                    <a:cubicBezTo>
                      <a:pt x="5496" y="5860"/>
                      <a:pt x="5638" y="5735"/>
                      <a:pt x="5784" y="5621"/>
                    </a:cubicBezTo>
                    <a:cubicBezTo>
                      <a:pt x="5855" y="5566"/>
                      <a:pt x="5926" y="5507"/>
                      <a:pt x="5985" y="5441"/>
                    </a:cubicBezTo>
                    <a:cubicBezTo>
                      <a:pt x="6062" y="5365"/>
                      <a:pt x="6143" y="5295"/>
                      <a:pt x="6225" y="5235"/>
                    </a:cubicBezTo>
                    <a:cubicBezTo>
                      <a:pt x="6317" y="5159"/>
                      <a:pt x="6404" y="5072"/>
                      <a:pt x="6491" y="4996"/>
                    </a:cubicBezTo>
                    <a:close/>
                    <a:moveTo>
                      <a:pt x="2914" y="4692"/>
                    </a:moveTo>
                    <a:cubicBezTo>
                      <a:pt x="2954" y="4692"/>
                      <a:pt x="3040" y="4781"/>
                      <a:pt x="3056" y="4789"/>
                    </a:cubicBezTo>
                    <a:cubicBezTo>
                      <a:pt x="3153" y="4871"/>
                      <a:pt x="3235" y="4985"/>
                      <a:pt x="3327" y="5072"/>
                    </a:cubicBezTo>
                    <a:cubicBezTo>
                      <a:pt x="3463" y="5202"/>
                      <a:pt x="3588" y="5343"/>
                      <a:pt x="3735" y="5468"/>
                    </a:cubicBezTo>
                    <a:cubicBezTo>
                      <a:pt x="3855" y="5566"/>
                      <a:pt x="3969" y="5664"/>
                      <a:pt x="4088" y="5773"/>
                    </a:cubicBezTo>
                    <a:cubicBezTo>
                      <a:pt x="4279" y="5958"/>
                      <a:pt x="4556" y="6072"/>
                      <a:pt x="4724" y="6273"/>
                    </a:cubicBezTo>
                    <a:cubicBezTo>
                      <a:pt x="4768" y="6327"/>
                      <a:pt x="4817" y="6376"/>
                      <a:pt x="4860" y="6425"/>
                    </a:cubicBezTo>
                    <a:cubicBezTo>
                      <a:pt x="4836" y="6436"/>
                      <a:pt x="4810" y="6442"/>
                      <a:pt x="4785" y="6442"/>
                    </a:cubicBezTo>
                    <a:cubicBezTo>
                      <a:pt x="4760" y="6442"/>
                      <a:pt x="4735" y="6436"/>
                      <a:pt x="4713" y="6425"/>
                    </a:cubicBezTo>
                    <a:cubicBezTo>
                      <a:pt x="4681" y="6414"/>
                      <a:pt x="4654" y="6393"/>
                      <a:pt x="4626" y="6371"/>
                    </a:cubicBezTo>
                    <a:cubicBezTo>
                      <a:pt x="4029" y="5882"/>
                      <a:pt x="3463" y="5360"/>
                      <a:pt x="2931" y="4800"/>
                    </a:cubicBezTo>
                    <a:lnTo>
                      <a:pt x="2925" y="4800"/>
                    </a:lnTo>
                    <a:cubicBezTo>
                      <a:pt x="2914" y="4789"/>
                      <a:pt x="2903" y="4773"/>
                      <a:pt x="2898" y="4756"/>
                    </a:cubicBezTo>
                    <a:cubicBezTo>
                      <a:pt x="2888" y="4709"/>
                      <a:pt x="2897" y="4692"/>
                      <a:pt x="2914" y="4692"/>
                    </a:cubicBezTo>
                    <a:close/>
                    <a:moveTo>
                      <a:pt x="2892" y="4881"/>
                    </a:moveTo>
                    <a:cubicBezTo>
                      <a:pt x="2958" y="4958"/>
                      <a:pt x="3028" y="5028"/>
                      <a:pt x="3104" y="5099"/>
                    </a:cubicBezTo>
                    <a:cubicBezTo>
                      <a:pt x="3170" y="5164"/>
                      <a:pt x="3224" y="5235"/>
                      <a:pt x="3295" y="5300"/>
                    </a:cubicBezTo>
                    <a:cubicBezTo>
                      <a:pt x="3365" y="5360"/>
                      <a:pt x="3436" y="5425"/>
                      <a:pt x="3507" y="5501"/>
                    </a:cubicBezTo>
                    <a:cubicBezTo>
                      <a:pt x="3632" y="5637"/>
                      <a:pt x="3773" y="5762"/>
                      <a:pt x="3909" y="5887"/>
                    </a:cubicBezTo>
                    <a:cubicBezTo>
                      <a:pt x="3974" y="5947"/>
                      <a:pt x="4039" y="6007"/>
                      <a:pt x="4116" y="6061"/>
                    </a:cubicBezTo>
                    <a:cubicBezTo>
                      <a:pt x="4197" y="6121"/>
                      <a:pt x="4279" y="6191"/>
                      <a:pt x="4360" y="6262"/>
                    </a:cubicBezTo>
                    <a:cubicBezTo>
                      <a:pt x="4366" y="6268"/>
                      <a:pt x="4371" y="6273"/>
                      <a:pt x="4376" y="6278"/>
                    </a:cubicBezTo>
                    <a:cubicBezTo>
                      <a:pt x="4273" y="6344"/>
                      <a:pt x="4164" y="6403"/>
                      <a:pt x="4056" y="6463"/>
                    </a:cubicBezTo>
                    <a:lnTo>
                      <a:pt x="3849" y="6463"/>
                    </a:lnTo>
                    <a:cubicBezTo>
                      <a:pt x="3588" y="6447"/>
                      <a:pt x="3322" y="6403"/>
                      <a:pt x="3066" y="6338"/>
                    </a:cubicBezTo>
                    <a:cubicBezTo>
                      <a:pt x="2990" y="6083"/>
                      <a:pt x="2941" y="5822"/>
                      <a:pt x="2914" y="5555"/>
                    </a:cubicBezTo>
                    <a:cubicBezTo>
                      <a:pt x="2903" y="5398"/>
                      <a:pt x="2903" y="5246"/>
                      <a:pt x="2892" y="5088"/>
                    </a:cubicBezTo>
                    <a:cubicBezTo>
                      <a:pt x="2887" y="5017"/>
                      <a:pt x="2887" y="4952"/>
                      <a:pt x="2892" y="4881"/>
                    </a:cubicBezTo>
                    <a:close/>
                    <a:moveTo>
                      <a:pt x="4463" y="6355"/>
                    </a:moveTo>
                    <a:lnTo>
                      <a:pt x="4545" y="6420"/>
                    </a:lnTo>
                    <a:lnTo>
                      <a:pt x="4480" y="6469"/>
                    </a:lnTo>
                    <a:lnTo>
                      <a:pt x="4273" y="6469"/>
                    </a:lnTo>
                    <a:cubicBezTo>
                      <a:pt x="4338" y="6431"/>
                      <a:pt x="4398" y="6393"/>
                      <a:pt x="4463" y="6355"/>
                    </a:cubicBezTo>
                    <a:close/>
                    <a:moveTo>
                      <a:pt x="6839" y="2588"/>
                    </a:moveTo>
                    <a:cubicBezTo>
                      <a:pt x="7257" y="2691"/>
                      <a:pt x="7676" y="2810"/>
                      <a:pt x="8051" y="3012"/>
                    </a:cubicBezTo>
                    <a:cubicBezTo>
                      <a:pt x="8562" y="3294"/>
                      <a:pt x="9138" y="3843"/>
                      <a:pt x="9138" y="4474"/>
                    </a:cubicBezTo>
                    <a:lnTo>
                      <a:pt x="9138" y="4528"/>
                    </a:lnTo>
                    <a:cubicBezTo>
                      <a:pt x="9095" y="5131"/>
                      <a:pt x="8769" y="5680"/>
                      <a:pt x="8258" y="6007"/>
                    </a:cubicBezTo>
                    <a:cubicBezTo>
                      <a:pt x="7725" y="6344"/>
                      <a:pt x="7127" y="6594"/>
                      <a:pt x="6496" y="6648"/>
                    </a:cubicBezTo>
                    <a:cubicBezTo>
                      <a:pt x="6013" y="6697"/>
                      <a:pt x="5534" y="6746"/>
                      <a:pt x="5050" y="6784"/>
                    </a:cubicBezTo>
                    <a:cubicBezTo>
                      <a:pt x="4887" y="6800"/>
                      <a:pt x="4730" y="6817"/>
                      <a:pt x="4572" y="6833"/>
                    </a:cubicBezTo>
                    <a:cubicBezTo>
                      <a:pt x="4442" y="6833"/>
                      <a:pt x="4306" y="6844"/>
                      <a:pt x="4175" y="6860"/>
                    </a:cubicBezTo>
                    <a:cubicBezTo>
                      <a:pt x="4156" y="6861"/>
                      <a:pt x="4137" y="6861"/>
                      <a:pt x="4118" y="6861"/>
                    </a:cubicBezTo>
                    <a:cubicBezTo>
                      <a:pt x="3830" y="6861"/>
                      <a:pt x="3559" y="6787"/>
                      <a:pt x="3273" y="6746"/>
                    </a:cubicBezTo>
                    <a:cubicBezTo>
                      <a:pt x="3143" y="6730"/>
                      <a:pt x="3012" y="6724"/>
                      <a:pt x="2882" y="6708"/>
                    </a:cubicBezTo>
                    <a:cubicBezTo>
                      <a:pt x="2066" y="6632"/>
                      <a:pt x="1050" y="6235"/>
                      <a:pt x="533" y="5566"/>
                    </a:cubicBezTo>
                    <a:cubicBezTo>
                      <a:pt x="1" y="4876"/>
                      <a:pt x="332" y="4028"/>
                      <a:pt x="974" y="3550"/>
                    </a:cubicBezTo>
                    <a:cubicBezTo>
                      <a:pt x="1436" y="3207"/>
                      <a:pt x="1958" y="2886"/>
                      <a:pt x="2528" y="2783"/>
                    </a:cubicBezTo>
                    <a:lnTo>
                      <a:pt x="2528" y="2783"/>
                    </a:lnTo>
                    <a:cubicBezTo>
                      <a:pt x="2523" y="2930"/>
                      <a:pt x="2555" y="3039"/>
                      <a:pt x="2392" y="3098"/>
                    </a:cubicBezTo>
                    <a:cubicBezTo>
                      <a:pt x="1881" y="3278"/>
                      <a:pt x="1370" y="3425"/>
                      <a:pt x="936" y="3773"/>
                    </a:cubicBezTo>
                    <a:cubicBezTo>
                      <a:pt x="392" y="4207"/>
                      <a:pt x="283" y="5050"/>
                      <a:pt x="756" y="5583"/>
                    </a:cubicBezTo>
                    <a:cubicBezTo>
                      <a:pt x="963" y="5800"/>
                      <a:pt x="1218" y="5969"/>
                      <a:pt x="1501" y="6072"/>
                    </a:cubicBezTo>
                    <a:cubicBezTo>
                      <a:pt x="1604" y="6115"/>
                      <a:pt x="1707" y="6148"/>
                      <a:pt x="1816" y="6186"/>
                    </a:cubicBezTo>
                    <a:cubicBezTo>
                      <a:pt x="2463" y="6398"/>
                      <a:pt x="3137" y="6539"/>
                      <a:pt x="3817" y="6605"/>
                    </a:cubicBezTo>
                    <a:cubicBezTo>
                      <a:pt x="4097" y="6628"/>
                      <a:pt x="4382" y="6641"/>
                      <a:pt x="4669" y="6641"/>
                    </a:cubicBezTo>
                    <a:cubicBezTo>
                      <a:pt x="5704" y="6641"/>
                      <a:pt x="6760" y="6473"/>
                      <a:pt x="7692" y="6039"/>
                    </a:cubicBezTo>
                    <a:cubicBezTo>
                      <a:pt x="8187" y="5811"/>
                      <a:pt x="8769" y="5354"/>
                      <a:pt x="8899" y="4794"/>
                    </a:cubicBezTo>
                    <a:cubicBezTo>
                      <a:pt x="9116" y="3832"/>
                      <a:pt x="8008" y="3115"/>
                      <a:pt x="7203" y="2973"/>
                    </a:cubicBezTo>
                    <a:cubicBezTo>
                      <a:pt x="7094" y="2963"/>
                      <a:pt x="6986" y="2930"/>
                      <a:pt x="6893" y="2876"/>
                    </a:cubicBezTo>
                    <a:cubicBezTo>
                      <a:pt x="6806" y="2805"/>
                      <a:pt x="6763" y="2669"/>
                      <a:pt x="6839" y="2588"/>
                    </a:cubicBezTo>
                    <a:close/>
                    <a:moveTo>
                      <a:pt x="3213" y="6871"/>
                    </a:moveTo>
                    <a:lnTo>
                      <a:pt x="3273" y="6876"/>
                    </a:lnTo>
                    <a:lnTo>
                      <a:pt x="3219" y="6904"/>
                    </a:lnTo>
                    <a:cubicBezTo>
                      <a:pt x="3219" y="6893"/>
                      <a:pt x="3213" y="6882"/>
                      <a:pt x="3213" y="6871"/>
                    </a:cubicBezTo>
                    <a:close/>
                    <a:moveTo>
                      <a:pt x="6181" y="6784"/>
                    </a:moveTo>
                    <a:cubicBezTo>
                      <a:pt x="6149" y="6909"/>
                      <a:pt x="6110" y="7029"/>
                      <a:pt x="6067" y="7154"/>
                    </a:cubicBezTo>
                    <a:cubicBezTo>
                      <a:pt x="5915" y="7061"/>
                      <a:pt x="5768" y="6963"/>
                      <a:pt x="5627" y="6855"/>
                    </a:cubicBezTo>
                    <a:cubicBezTo>
                      <a:pt x="5795" y="6844"/>
                      <a:pt x="5958" y="6800"/>
                      <a:pt x="6121" y="6789"/>
                    </a:cubicBezTo>
                    <a:lnTo>
                      <a:pt x="6181" y="6784"/>
                    </a:lnTo>
                    <a:close/>
                    <a:moveTo>
                      <a:pt x="3480" y="6898"/>
                    </a:moveTo>
                    <a:cubicBezTo>
                      <a:pt x="3583" y="6909"/>
                      <a:pt x="3681" y="6914"/>
                      <a:pt x="3789" y="6920"/>
                    </a:cubicBezTo>
                    <a:cubicBezTo>
                      <a:pt x="3692" y="6980"/>
                      <a:pt x="3594" y="7045"/>
                      <a:pt x="3490" y="7099"/>
                    </a:cubicBezTo>
                    <a:cubicBezTo>
                      <a:pt x="3431" y="7132"/>
                      <a:pt x="3371" y="7159"/>
                      <a:pt x="3311" y="7186"/>
                    </a:cubicBezTo>
                    <a:cubicBezTo>
                      <a:pt x="3295" y="7132"/>
                      <a:pt x="3273" y="7072"/>
                      <a:pt x="3257" y="7012"/>
                    </a:cubicBezTo>
                    <a:lnTo>
                      <a:pt x="3480" y="6898"/>
                    </a:lnTo>
                    <a:close/>
                    <a:moveTo>
                      <a:pt x="1506" y="6447"/>
                    </a:moveTo>
                    <a:lnTo>
                      <a:pt x="1506" y="6452"/>
                    </a:lnTo>
                    <a:cubicBezTo>
                      <a:pt x="1642" y="6507"/>
                      <a:pt x="1778" y="6577"/>
                      <a:pt x="1914" y="6632"/>
                    </a:cubicBezTo>
                    <a:cubicBezTo>
                      <a:pt x="2077" y="6692"/>
                      <a:pt x="2240" y="6740"/>
                      <a:pt x="2414" y="6768"/>
                    </a:cubicBezTo>
                    <a:cubicBezTo>
                      <a:pt x="2479" y="6779"/>
                      <a:pt x="2539" y="6800"/>
                      <a:pt x="2604" y="6806"/>
                    </a:cubicBezTo>
                    <a:cubicBezTo>
                      <a:pt x="2621" y="6806"/>
                      <a:pt x="2697" y="7105"/>
                      <a:pt x="2670" y="7143"/>
                    </a:cubicBezTo>
                    <a:cubicBezTo>
                      <a:pt x="2648" y="7170"/>
                      <a:pt x="2610" y="7192"/>
                      <a:pt x="2577" y="7203"/>
                    </a:cubicBezTo>
                    <a:cubicBezTo>
                      <a:pt x="2507" y="7224"/>
                      <a:pt x="2436" y="7246"/>
                      <a:pt x="2365" y="7268"/>
                    </a:cubicBezTo>
                    <a:cubicBezTo>
                      <a:pt x="2240" y="7311"/>
                      <a:pt x="2110" y="7338"/>
                      <a:pt x="1974" y="7355"/>
                    </a:cubicBezTo>
                    <a:cubicBezTo>
                      <a:pt x="1958" y="7356"/>
                      <a:pt x="1941" y="7357"/>
                      <a:pt x="1925" y="7357"/>
                    </a:cubicBezTo>
                    <a:cubicBezTo>
                      <a:pt x="1810" y="7357"/>
                      <a:pt x="1693" y="7323"/>
                      <a:pt x="1593" y="7257"/>
                    </a:cubicBezTo>
                    <a:cubicBezTo>
                      <a:pt x="1316" y="7067"/>
                      <a:pt x="1392" y="6708"/>
                      <a:pt x="1506" y="6447"/>
                    </a:cubicBezTo>
                    <a:close/>
                    <a:moveTo>
                      <a:pt x="5480" y="6865"/>
                    </a:moveTo>
                    <a:lnTo>
                      <a:pt x="5589" y="6942"/>
                    </a:lnTo>
                    <a:cubicBezTo>
                      <a:pt x="5730" y="7045"/>
                      <a:pt x="5866" y="7148"/>
                      <a:pt x="6013" y="7235"/>
                    </a:cubicBezTo>
                    <a:lnTo>
                      <a:pt x="6007" y="7235"/>
                    </a:lnTo>
                    <a:lnTo>
                      <a:pt x="6034" y="7251"/>
                    </a:lnTo>
                    <a:cubicBezTo>
                      <a:pt x="6023" y="7295"/>
                      <a:pt x="6013" y="7333"/>
                      <a:pt x="5996" y="7371"/>
                    </a:cubicBezTo>
                    <a:lnTo>
                      <a:pt x="5980" y="7420"/>
                    </a:lnTo>
                    <a:cubicBezTo>
                      <a:pt x="5904" y="7376"/>
                      <a:pt x="5828" y="7328"/>
                      <a:pt x="5752" y="7284"/>
                    </a:cubicBezTo>
                    <a:cubicBezTo>
                      <a:pt x="5610" y="7197"/>
                      <a:pt x="5474" y="7099"/>
                      <a:pt x="5344" y="6991"/>
                    </a:cubicBezTo>
                    <a:lnTo>
                      <a:pt x="5241" y="6909"/>
                    </a:lnTo>
                    <a:cubicBezTo>
                      <a:pt x="5257" y="6904"/>
                      <a:pt x="5279" y="6898"/>
                      <a:pt x="5295" y="6893"/>
                    </a:cubicBezTo>
                    <a:cubicBezTo>
                      <a:pt x="5355" y="6882"/>
                      <a:pt x="5420" y="6871"/>
                      <a:pt x="5480" y="6865"/>
                    </a:cubicBezTo>
                    <a:close/>
                    <a:moveTo>
                      <a:pt x="7638" y="6474"/>
                    </a:moveTo>
                    <a:cubicBezTo>
                      <a:pt x="7671" y="6545"/>
                      <a:pt x="7698" y="6621"/>
                      <a:pt x="7719" y="6697"/>
                    </a:cubicBezTo>
                    <a:cubicBezTo>
                      <a:pt x="7741" y="6757"/>
                      <a:pt x="7758" y="6817"/>
                      <a:pt x="7768" y="6876"/>
                    </a:cubicBezTo>
                    <a:cubicBezTo>
                      <a:pt x="7774" y="6936"/>
                      <a:pt x="7774" y="6996"/>
                      <a:pt x="7779" y="7056"/>
                    </a:cubicBezTo>
                    <a:cubicBezTo>
                      <a:pt x="7790" y="7137"/>
                      <a:pt x="7796" y="7213"/>
                      <a:pt x="7785" y="7289"/>
                    </a:cubicBezTo>
                    <a:cubicBezTo>
                      <a:pt x="7768" y="7322"/>
                      <a:pt x="7758" y="7366"/>
                      <a:pt x="7741" y="7398"/>
                    </a:cubicBezTo>
                    <a:cubicBezTo>
                      <a:pt x="7719" y="7425"/>
                      <a:pt x="7698" y="7453"/>
                      <a:pt x="7681" y="7480"/>
                    </a:cubicBezTo>
                    <a:cubicBezTo>
                      <a:pt x="7676" y="7491"/>
                      <a:pt x="7665" y="7496"/>
                      <a:pt x="7660" y="7507"/>
                    </a:cubicBezTo>
                    <a:lnTo>
                      <a:pt x="7654" y="7507"/>
                    </a:lnTo>
                    <a:cubicBezTo>
                      <a:pt x="7570" y="7563"/>
                      <a:pt x="7479" y="7567"/>
                      <a:pt x="7368" y="7567"/>
                    </a:cubicBezTo>
                    <a:cubicBezTo>
                      <a:pt x="7350" y="7567"/>
                      <a:pt x="7331" y="7567"/>
                      <a:pt x="7312" y="7567"/>
                    </a:cubicBezTo>
                    <a:lnTo>
                      <a:pt x="7127" y="7567"/>
                    </a:lnTo>
                    <a:cubicBezTo>
                      <a:pt x="7067" y="7561"/>
                      <a:pt x="7002" y="7545"/>
                      <a:pt x="6942" y="7529"/>
                    </a:cubicBezTo>
                    <a:cubicBezTo>
                      <a:pt x="6823" y="7507"/>
                      <a:pt x="6703" y="7469"/>
                      <a:pt x="6594" y="7420"/>
                    </a:cubicBezTo>
                    <a:cubicBezTo>
                      <a:pt x="6649" y="7284"/>
                      <a:pt x="6687" y="7143"/>
                      <a:pt x="6719" y="7001"/>
                    </a:cubicBezTo>
                    <a:lnTo>
                      <a:pt x="6714" y="7001"/>
                    </a:lnTo>
                    <a:cubicBezTo>
                      <a:pt x="6741" y="6925"/>
                      <a:pt x="6757" y="6844"/>
                      <a:pt x="6774" y="6768"/>
                    </a:cubicBezTo>
                    <a:cubicBezTo>
                      <a:pt x="6774" y="6751"/>
                      <a:pt x="6774" y="6740"/>
                      <a:pt x="6774" y="6730"/>
                    </a:cubicBezTo>
                    <a:cubicBezTo>
                      <a:pt x="6948" y="6708"/>
                      <a:pt x="7122" y="6670"/>
                      <a:pt x="7285" y="6615"/>
                    </a:cubicBezTo>
                    <a:cubicBezTo>
                      <a:pt x="7377" y="6583"/>
                      <a:pt x="7464" y="6539"/>
                      <a:pt x="7556" y="6501"/>
                    </a:cubicBezTo>
                    <a:cubicBezTo>
                      <a:pt x="7584" y="6490"/>
                      <a:pt x="7611" y="6485"/>
                      <a:pt x="7638" y="6474"/>
                    </a:cubicBezTo>
                    <a:close/>
                    <a:moveTo>
                      <a:pt x="1316" y="6355"/>
                    </a:moveTo>
                    <a:lnTo>
                      <a:pt x="1316" y="6355"/>
                    </a:lnTo>
                    <a:cubicBezTo>
                      <a:pt x="1436" y="6387"/>
                      <a:pt x="1245" y="6914"/>
                      <a:pt x="1267" y="7023"/>
                    </a:cubicBezTo>
                    <a:cubicBezTo>
                      <a:pt x="1321" y="7307"/>
                      <a:pt x="1601" y="7491"/>
                      <a:pt x="1880" y="7491"/>
                    </a:cubicBezTo>
                    <a:cubicBezTo>
                      <a:pt x="1884" y="7491"/>
                      <a:pt x="1888" y="7491"/>
                      <a:pt x="1892" y="7491"/>
                    </a:cubicBezTo>
                    <a:cubicBezTo>
                      <a:pt x="1909" y="7492"/>
                      <a:pt x="1925" y="7493"/>
                      <a:pt x="1940" y="7493"/>
                    </a:cubicBezTo>
                    <a:cubicBezTo>
                      <a:pt x="1988" y="7493"/>
                      <a:pt x="2034" y="7487"/>
                      <a:pt x="2083" y="7474"/>
                    </a:cubicBezTo>
                    <a:cubicBezTo>
                      <a:pt x="2153" y="7453"/>
                      <a:pt x="2218" y="7436"/>
                      <a:pt x="2289" y="7420"/>
                    </a:cubicBezTo>
                    <a:cubicBezTo>
                      <a:pt x="2430" y="7376"/>
                      <a:pt x="2572" y="7328"/>
                      <a:pt x="2708" y="7273"/>
                    </a:cubicBezTo>
                    <a:cubicBezTo>
                      <a:pt x="2713" y="7273"/>
                      <a:pt x="2719" y="7268"/>
                      <a:pt x="2724" y="7268"/>
                    </a:cubicBezTo>
                    <a:cubicBezTo>
                      <a:pt x="2740" y="7311"/>
                      <a:pt x="2757" y="7355"/>
                      <a:pt x="2773" y="7404"/>
                    </a:cubicBezTo>
                    <a:lnTo>
                      <a:pt x="2632" y="7453"/>
                    </a:lnTo>
                    <a:lnTo>
                      <a:pt x="2632" y="7458"/>
                    </a:lnTo>
                    <a:cubicBezTo>
                      <a:pt x="2375" y="7550"/>
                      <a:pt x="2074" y="7625"/>
                      <a:pt x="1787" y="7625"/>
                    </a:cubicBezTo>
                    <a:cubicBezTo>
                      <a:pt x="1686" y="7625"/>
                      <a:pt x="1586" y="7615"/>
                      <a:pt x="1490" y="7594"/>
                    </a:cubicBezTo>
                    <a:cubicBezTo>
                      <a:pt x="1283" y="7545"/>
                      <a:pt x="1229" y="7425"/>
                      <a:pt x="1126" y="7262"/>
                    </a:cubicBezTo>
                    <a:cubicBezTo>
                      <a:pt x="1104" y="7235"/>
                      <a:pt x="1099" y="7203"/>
                      <a:pt x="1099" y="7164"/>
                    </a:cubicBezTo>
                    <a:cubicBezTo>
                      <a:pt x="1093" y="7023"/>
                      <a:pt x="1104" y="6876"/>
                      <a:pt x="1131" y="6735"/>
                    </a:cubicBezTo>
                    <a:cubicBezTo>
                      <a:pt x="1164" y="6594"/>
                      <a:pt x="1229" y="6469"/>
                      <a:pt x="1316" y="6355"/>
                    </a:cubicBezTo>
                    <a:close/>
                    <a:moveTo>
                      <a:pt x="7872" y="6360"/>
                    </a:moveTo>
                    <a:cubicBezTo>
                      <a:pt x="7872" y="6365"/>
                      <a:pt x="7877" y="6376"/>
                      <a:pt x="7883" y="6382"/>
                    </a:cubicBezTo>
                    <a:cubicBezTo>
                      <a:pt x="7921" y="6458"/>
                      <a:pt x="7953" y="6534"/>
                      <a:pt x="7980" y="6610"/>
                    </a:cubicBezTo>
                    <a:lnTo>
                      <a:pt x="7986" y="6605"/>
                    </a:lnTo>
                    <a:cubicBezTo>
                      <a:pt x="8008" y="6659"/>
                      <a:pt x="8013" y="6713"/>
                      <a:pt x="8035" y="6768"/>
                    </a:cubicBezTo>
                    <a:cubicBezTo>
                      <a:pt x="8073" y="6827"/>
                      <a:pt x="8095" y="6898"/>
                      <a:pt x="8095" y="6969"/>
                    </a:cubicBezTo>
                    <a:cubicBezTo>
                      <a:pt x="8089" y="7029"/>
                      <a:pt x="8100" y="7088"/>
                      <a:pt x="8095" y="7143"/>
                    </a:cubicBezTo>
                    <a:cubicBezTo>
                      <a:pt x="8084" y="7284"/>
                      <a:pt x="8095" y="7469"/>
                      <a:pt x="8024" y="7572"/>
                    </a:cubicBezTo>
                    <a:cubicBezTo>
                      <a:pt x="8024" y="7583"/>
                      <a:pt x="8024" y="7594"/>
                      <a:pt x="8029" y="7599"/>
                    </a:cubicBezTo>
                    <a:cubicBezTo>
                      <a:pt x="8008" y="7627"/>
                      <a:pt x="7975" y="7643"/>
                      <a:pt x="7959" y="7670"/>
                    </a:cubicBezTo>
                    <a:cubicBezTo>
                      <a:pt x="7921" y="7708"/>
                      <a:pt x="7883" y="7746"/>
                      <a:pt x="7850" y="7784"/>
                    </a:cubicBezTo>
                    <a:cubicBezTo>
                      <a:pt x="7847" y="7781"/>
                      <a:pt x="7844" y="7780"/>
                      <a:pt x="7842" y="7780"/>
                    </a:cubicBezTo>
                    <a:cubicBezTo>
                      <a:pt x="7839" y="7780"/>
                      <a:pt x="7836" y="7781"/>
                      <a:pt x="7834" y="7784"/>
                    </a:cubicBezTo>
                    <a:cubicBezTo>
                      <a:pt x="7730" y="7855"/>
                      <a:pt x="7551" y="7860"/>
                      <a:pt x="7410" y="7877"/>
                    </a:cubicBezTo>
                    <a:cubicBezTo>
                      <a:pt x="7382" y="7882"/>
                      <a:pt x="7353" y="7882"/>
                      <a:pt x="7323" y="7882"/>
                    </a:cubicBezTo>
                    <a:cubicBezTo>
                      <a:pt x="7293" y="7882"/>
                      <a:pt x="7263" y="7882"/>
                      <a:pt x="7236" y="7887"/>
                    </a:cubicBezTo>
                    <a:cubicBezTo>
                      <a:pt x="7227" y="7888"/>
                      <a:pt x="7217" y="7888"/>
                      <a:pt x="7208" y="7888"/>
                    </a:cubicBezTo>
                    <a:cubicBezTo>
                      <a:pt x="7147" y="7888"/>
                      <a:pt x="7087" y="7873"/>
                      <a:pt x="7035" y="7849"/>
                    </a:cubicBezTo>
                    <a:cubicBezTo>
                      <a:pt x="6975" y="7828"/>
                      <a:pt x="6926" y="7828"/>
                      <a:pt x="6866" y="7806"/>
                    </a:cubicBezTo>
                    <a:cubicBezTo>
                      <a:pt x="6785" y="7784"/>
                      <a:pt x="6708" y="7757"/>
                      <a:pt x="6632" y="7724"/>
                    </a:cubicBezTo>
                    <a:lnTo>
                      <a:pt x="6480" y="7659"/>
                    </a:lnTo>
                    <a:cubicBezTo>
                      <a:pt x="6502" y="7610"/>
                      <a:pt x="6524" y="7567"/>
                      <a:pt x="6545" y="7523"/>
                    </a:cubicBezTo>
                    <a:cubicBezTo>
                      <a:pt x="6627" y="7561"/>
                      <a:pt x="6714" y="7594"/>
                      <a:pt x="6801" y="7616"/>
                    </a:cubicBezTo>
                    <a:cubicBezTo>
                      <a:pt x="6855" y="7637"/>
                      <a:pt x="6910" y="7648"/>
                      <a:pt x="6969" y="7659"/>
                    </a:cubicBezTo>
                    <a:cubicBezTo>
                      <a:pt x="7029" y="7670"/>
                      <a:pt x="7089" y="7697"/>
                      <a:pt x="7143" y="7697"/>
                    </a:cubicBezTo>
                    <a:cubicBezTo>
                      <a:pt x="7161" y="7699"/>
                      <a:pt x="7180" y="7700"/>
                      <a:pt x="7197" y="7700"/>
                    </a:cubicBezTo>
                    <a:cubicBezTo>
                      <a:pt x="7233" y="7700"/>
                      <a:pt x="7268" y="7697"/>
                      <a:pt x="7301" y="7697"/>
                    </a:cubicBezTo>
                    <a:cubicBezTo>
                      <a:pt x="7344" y="7697"/>
                      <a:pt x="7390" y="7700"/>
                      <a:pt x="7434" y="7700"/>
                    </a:cubicBezTo>
                    <a:cubicBezTo>
                      <a:pt x="7456" y="7700"/>
                      <a:pt x="7477" y="7699"/>
                      <a:pt x="7497" y="7697"/>
                    </a:cubicBezTo>
                    <a:cubicBezTo>
                      <a:pt x="7567" y="7697"/>
                      <a:pt x="7632" y="7670"/>
                      <a:pt x="7687" y="7627"/>
                    </a:cubicBezTo>
                    <a:cubicBezTo>
                      <a:pt x="7741" y="7627"/>
                      <a:pt x="7758" y="7583"/>
                      <a:pt x="7785" y="7534"/>
                    </a:cubicBezTo>
                    <a:cubicBezTo>
                      <a:pt x="7801" y="7512"/>
                      <a:pt x="7817" y="7491"/>
                      <a:pt x="7828" y="7474"/>
                    </a:cubicBezTo>
                    <a:cubicBezTo>
                      <a:pt x="7893" y="7415"/>
                      <a:pt x="7926" y="7333"/>
                      <a:pt x="7915" y="7246"/>
                    </a:cubicBezTo>
                    <a:cubicBezTo>
                      <a:pt x="7915" y="7186"/>
                      <a:pt x="7904" y="7116"/>
                      <a:pt x="7899" y="7050"/>
                    </a:cubicBezTo>
                    <a:cubicBezTo>
                      <a:pt x="7893" y="7001"/>
                      <a:pt x="7899" y="6947"/>
                      <a:pt x="7888" y="6898"/>
                    </a:cubicBezTo>
                    <a:cubicBezTo>
                      <a:pt x="7883" y="6844"/>
                      <a:pt x="7850" y="6779"/>
                      <a:pt x="7834" y="6724"/>
                    </a:cubicBezTo>
                    <a:cubicBezTo>
                      <a:pt x="7823" y="6670"/>
                      <a:pt x="7806" y="6610"/>
                      <a:pt x="7785" y="6556"/>
                    </a:cubicBezTo>
                    <a:cubicBezTo>
                      <a:pt x="7768" y="6518"/>
                      <a:pt x="7752" y="6480"/>
                      <a:pt x="7730" y="6442"/>
                    </a:cubicBezTo>
                    <a:lnTo>
                      <a:pt x="7774" y="6420"/>
                    </a:lnTo>
                    <a:cubicBezTo>
                      <a:pt x="7806" y="6398"/>
                      <a:pt x="7839" y="6382"/>
                      <a:pt x="7872" y="6360"/>
                    </a:cubicBezTo>
                    <a:close/>
                    <a:moveTo>
                      <a:pt x="4597" y="6914"/>
                    </a:moveTo>
                    <a:cubicBezTo>
                      <a:pt x="4614" y="6914"/>
                      <a:pt x="4631" y="6914"/>
                      <a:pt x="4648" y="6914"/>
                    </a:cubicBezTo>
                    <a:cubicBezTo>
                      <a:pt x="4779" y="6914"/>
                      <a:pt x="4915" y="6931"/>
                      <a:pt x="5045" y="6963"/>
                    </a:cubicBezTo>
                    <a:cubicBezTo>
                      <a:pt x="5148" y="7007"/>
                      <a:pt x="5246" y="7067"/>
                      <a:pt x="5333" y="7137"/>
                    </a:cubicBezTo>
                    <a:cubicBezTo>
                      <a:pt x="5431" y="7213"/>
                      <a:pt x="5534" y="7289"/>
                      <a:pt x="5643" y="7355"/>
                    </a:cubicBezTo>
                    <a:cubicBezTo>
                      <a:pt x="5697" y="7382"/>
                      <a:pt x="5746" y="7409"/>
                      <a:pt x="5795" y="7436"/>
                    </a:cubicBezTo>
                    <a:cubicBezTo>
                      <a:pt x="5839" y="7463"/>
                      <a:pt x="5877" y="7485"/>
                      <a:pt x="5920" y="7512"/>
                    </a:cubicBezTo>
                    <a:cubicBezTo>
                      <a:pt x="5926" y="7523"/>
                      <a:pt x="5937" y="7523"/>
                      <a:pt x="5947" y="7529"/>
                    </a:cubicBezTo>
                    <a:cubicBezTo>
                      <a:pt x="5937" y="7616"/>
                      <a:pt x="5850" y="7762"/>
                      <a:pt x="5822" y="7828"/>
                    </a:cubicBezTo>
                    <a:cubicBezTo>
                      <a:pt x="5553" y="8383"/>
                      <a:pt x="5197" y="8725"/>
                      <a:pt x="4555" y="8725"/>
                    </a:cubicBezTo>
                    <a:cubicBezTo>
                      <a:pt x="4550" y="8725"/>
                      <a:pt x="4545" y="8725"/>
                      <a:pt x="4540" y="8725"/>
                    </a:cubicBezTo>
                    <a:cubicBezTo>
                      <a:pt x="3887" y="8719"/>
                      <a:pt x="3550" y="7882"/>
                      <a:pt x="3371" y="7371"/>
                    </a:cubicBezTo>
                    <a:cubicBezTo>
                      <a:pt x="3365" y="7355"/>
                      <a:pt x="3360" y="7338"/>
                      <a:pt x="3355" y="7328"/>
                    </a:cubicBezTo>
                    <a:cubicBezTo>
                      <a:pt x="3360" y="7328"/>
                      <a:pt x="3365" y="7322"/>
                      <a:pt x="3365" y="7322"/>
                    </a:cubicBezTo>
                    <a:cubicBezTo>
                      <a:pt x="3398" y="7306"/>
                      <a:pt x="3431" y="7289"/>
                      <a:pt x="3463" y="7279"/>
                    </a:cubicBezTo>
                    <a:cubicBezTo>
                      <a:pt x="3512" y="7257"/>
                      <a:pt x="3556" y="7219"/>
                      <a:pt x="3605" y="7192"/>
                    </a:cubicBezTo>
                    <a:cubicBezTo>
                      <a:pt x="3713" y="7126"/>
                      <a:pt x="3833" y="7067"/>
                      <a:pt x="3952" y="7012"/>
                    </a:cubicBezTo>
                    <a:cubicBezTo>
                      <a:pt x="4159" y="6947"/>
                      <a:pt x="4376" y="6914"/>
                      <a:pt x="4597" y="6914"/>
                    </a:cubicBezTo>
                    <a:close/>
                    <a:moveTo>
                      <a:pt x="6530" y="6737"/>
                    </a:moveTo>
                    <a:cubicBezTo>
                      <a:pt x="6559" y="6737"/>
                      <a:pt x="6588" y="6744"/>
                      <a:pt x="6616" y="6757"/>
                    </a:cubicBezTo>
                    <a:cubicBezTo>
                      <a:pt x="6708" y="6811"/>
                      <a:pt x="6437" y="7501"/>
                      <a:pt x="6399" y="7583"/>
                    </a:cubicBezTo>
                    <a:lnTo>
                      <a:pt x="6404" y="7588"/>
                    </a:lnTo>
                    <a:cubicBezTo>
                      <a:pt x="6366" y="7670"/>
                      <a:pt x="6322" y="7746"/>
                      <a:pt x="6274" y="7822"/>
                    </a:cubicBezTo>
                    <a:cubicBezTo>
                      <a:pt x="6165" y="7996"/>
                      <a:pt x="6040" y="8154"/>
                      <a:pt x="5920" y="8322"/>
                    </a:cubicBezTo>
                    <a:cubicBezTo>
                      <a:pt x="5828" y="8474"/>
                      <a:pt x="5714" y="8610"/>
                      <a:pt x="5594" y="8735"/>
                    </a:cubicBezTo>
                    <a:cubicBezTo>
                      <a:pt x="5534" y="8795"/>
                      <a:pt x="5464" y="8839"/>
                      <a:pt x="5388" y="8871"/>
                    </a:cubicBezTo>
                    <a:cubicBezTo>
                      <a:pt x="5126" y="8992"/>
                      <a:pt x="4897" y="9092"/>
                      <a:pt x="4640" y="9092"/>
                    </a:cubicBezTo>
                    <a:cubicBezTo>
                      <a:pt x="4528" y="9092"/>
                      <a:pt x="4411" y="9073"/>
                      <a:pt x="4284" y="9029"/>
                    </a:cubicBezTo>
                    <a:cubicBezTo>
                      <a:pt x="3931" y="8904"/>
                      <a:pt x="3648" y="8621"/>
                      <a:pt x="3425" y="8317"/>
                    </a:cubicBezTo>
                    <a:cubicBezTo>
                      <a:pt x="3099" y="7877"/>
                      <a:pt x="2865" y="7371"/>
                      <a:pt x="2740" y="6833"/>
                    </a:cubicBezTo>
                    <a:cubicBezTo>
                      <a:pt x="2770" y="6817"/>
                      <a:pt x="2802" y="6809"/>
                      <a:pt x="2835" y="6809"/>
                    </a:cubicBezTo>
                    <a:cubicBezTo>
                      <a:pt x="2921" y="6809"/>
                      <a:pt x="3010" y="6861"/>
                      <a:pt x="3061" y="6936"/>
                    </a:cubicBezTo>
                    <a:cubicBezTo>
                      <a:pt x="3121" y="7039"/>
                      <a:pt x="3164" y="7159"/>
                      <a:pt x="3181" y="7279"/>
                    </a:cubicBezTo>
                    <a:cubicBezTo>
                      <a:pt x="3273" y="7724"/>
                      <a:pt x="3490" y="8067"/>
                      <a:pt x="3724" y="8447"/>
                    </a:cubicBezTo>
                    <a:cubicBezTo>
                      <a:pt x="3768" y="8507"/>
                      <a:pt x="3822" y="8567"/>
                      <a:pt x="3887" y="8610"/>
                    </a:cubicBezTo>
                    <a:cubicBezTo>
                      <a:pt x="4119" y="8790"/>
                      <a:pt x="4403" y="8884"/>
                      <a:pt x="4688" y="8884"/>
                    </a:cubicBezTo>
                    <a:cubicBezTo>
                      <a:pt x="4852" y="8884"/>
                      <a:pt x="5016" y="8853"/>
                      <a:pt x="5170" y="8790"/>
                    </a:cubicBezTo>
                    <a:cubicBezTo>
                      <a:pt x="5545" y="8638"/>
                      <a:pt x="5795" y="8295"/>
                      <a:pt x="5969" y="7942"/>
                    </a:cubicBezTo>
                    <a:cubicBezTo>
                      <a:pt x="6056" y="7757"/>
                      <a:pt x="6132" y="7561"/>
                      <a:pt x="6187" y="7360"/>
                    </a:cubicBezTo>
                    <a:cubicBezTo>
                      <a:pt x="6235" y="7192"/>
                      <a:pt x="6246" y="6969"/>
                      <a:pt x="6361" y="6827"/>
                    </a:cubicBezTo>
                    <a:cubicBezTo>
                      <a:pt x="6398" y="6771"/>
                      <a:pt x="6463" y="6737"/>
                      <a:pt x="6530" y="6737"/>
                    </a:cubicBezTo>
                    <a:close/>
                    <a:moveTo>
                      <a:pt x="4690" y="1"/>
                    </a:moveTo>
                    <a:cubicBezTo>
                      <a:pt x="4473" y="1"/>
                      <a:pt x="4258" y="55"/>
                      <a:pt x="4067" y="163"/>
                    </a:cubicBezTo>
                    <a:cubicBezTo>
                      <a:pt x="3991" y="201"/>
                      <a:pt x="3925" y="250"/>
                      <a:pt x="3860" y="299"/>
                    </a:cubicBezTo>
                    <a:cubicBezTo>
                      <a:pt x="3800" y="348"/>
                      <a:pt x="3719" y="381"/>
                      <a:pt x="3670" y="435"/>
                    </a:cubicBezTo>
                    <a:cubicBezTo>
                      <a:pt x="3615" y="495"/>
                      <a:pt x="3561" y="549"/>
                      <a:pt x="3512" y="609"/>
                    </a:cubicBezTo>
                    <a:cubicBezTo>
                      <a:pt x="3338" y="767"/>
                      <a:pt x="3191" y="962"/>
                      <a:pt x="3088" y="1180"/>
                    </a:cubicBezTo>
                    <a:cubicBezTo>
                      <a:pt x="3017" y="1321"/>
                      <a:pt x="2920" y="1457"/>
                      <a:pt x="2844" y="1598"/>
                    </a:cubicBezTo>
                    <a:cubicBezTo>
                      <a:pt x="2789" y="1571"/>
                      <a:pt x="2735" y="1549"/>
                      <a:pt x="2680" y="1533"/>
                    </a:cubicBezTo>
                    <a:cubicBezTo>
                      <a:pt x="2594" y="1511"/>
                      <a:pt x="2517" y="1489"/>
                      <a:pt x="2436" y="1462"/>
                    </a:cubicBezTo>
                    <a:cubicBezTo>
                      <a:pt x="2301" y="1411"/>
                      <a:pt x="2104" y="1372"/>
                      <a:pt x="1905" y="1372"/>
                    </a:cubicBezTo>
                    <a:cubicBezTo>
                      <a:pt x="1559" y="1372"/>
                      <a:pt x="1210" y="1492"/>
                      <a:pt x="1197" y="1875"/>
                    </a:cubicBezTo>
                    <a:cubicBezTo>
                      <a:pt x="1197" y="1875"/>
                      <a:pt x="1202" y="1881"/>
                      <a:pt x="1202" y="1886"/>
                    </a:cubicBezTo>
                    <a:cubicBezTo>
                      <a:pt x="1191" y="1919"/>
                      <a:pt x="1180" y="1957"/>
                      <a:pt x="1186" y="1995"/>
                    </a:cubicBezTo>
                    <a:cubicBezTo>
                      <a:pt x="1175" y="2060"/>
                      <a:pt x="1169" y="2120"/>
                      <a:pt x="1175" y="2180"/>
                    </a:cubicBezTo>
                    <a:cubicBezTo>
                      <a:pt x="1213" y="2376"/>
                      <a:pt x="1278" y="2566"/>
                      <a:pt x="1360" y="2745"/>
                    </a:cubicBezTo>
                    <a:cubicBezTo>
                      <a:pt x="1479" y="3012"/>
                      <a:pt x="1441" y="3033"/>
                      <a:pt x="1202" y="3196"/>
                    </a:cubicBezTo>
                    <a:cubicBezTo>
                      <a:pt x="865" y="3436"/>
                      <a:pt x="495" y="3675"/>
                      <a:pt x="310" y="4061"/>
                    </a:cubicBezTo>
                    <a:cubicBezTo>
                      <a:pt x="82" y="4512"/>
                      <a:pt x="93" y="5050"/>
                      <a:pt x="338" y="5490"/>
                    </a:cubicBezTo>
                    <a:cubicBezTo>
                      <a:pt x="370" y="5572"/>
                      <a:pt x="414" y="5642"/>
                      <a:pt x="463" y="5713"/>
                    </a:cubicBezTo>
                    <a:cubicBezTo>
                      <a:pt x="653" y="5936"/>
                      <a:pt x="914" y="6083"/>
                      <a:pt x="1153" y="6246"/>
                    </a:cubicBezTo>
                    <a:cubicBezTo>
                      <a:pt x="1262" y="6322"/>
                      <a:pt x="1120" y="6528"/>
                      <a:pt x="1088" y="6610"/>
                    </a:cubicBezTo>
                    <a:cubicBezTo>
                      <a:pt x="1006" y="6779"/>
                      <a:pt x="952" y="6936"/>
                      <a:pt x="979" y="7132"/>
                    </a:cubicBezTo>
                    <a:cubicBezTo>
                      <a:pt x="1044" y="7523"/>
                      <a:pt x="1349" y="7708"/>
                      <a:pt x="1724" y="7719"/>
                    </a:cubicBezTo>
                    <a:cubicBezTo>
                      <a:pt x="1814" y="7719"/>
                      <a:pt x="2790" y="7547"/>
                      <a:pt x="2811" y="7489"/>
                    </a:cubicBezTo>
                    <a:lnTo>
                      <a:pt x="2811" y="7489"/>
                    </a:lnTo>
                    <a:lnTo>
                      <a:pt x="2811" y="7491"/>
                    </a:lnTo>
                    <a:cubicBezTo>
                      <a:pt x="2892" y="7675"/>
                      <a:pt x="2979" y="7855"/>
                      <a:pt x="3083" y="8034"/>
                    </a:cubicBezTo>
                    <a:cubicBezTo>
                      <a:pt x="3306" y="8431"/>
                      <a:pt x="3626" y="8882"/>
                      <a:pt x="4050" y="9072"/>
                    </a:cubicBezTo>
                    <a:cubicBezTo>
                      <a:pt x="4251" y="9159"/>
                      <a:pt x="4465" y="9202"/>
                      <a:pt x="4678" y="9202"/>
                    </a:cubicBezTo>
                    <a:cubicBezTo>
                      <a:pt x="4930" y="9202"/>
                      <a:pt x="5182" y="9142"/>
                      <a:pt x="5409" y="9024"/>
                    </a:cubicBezTo>
                    <a:cubicBezTo>
                      <a:pt x="5801" y="8806"/>
                      <a:pt x="6083" y="8409"/>
                      <a:pt x="6295" y="8034"/>
                    </a:cubicBezTo>
                    <a:cubicBezTo>
                      <a:pt x="6355" y="7931"/>
                      <a:pt x="6409" y="7822"/>
                      <a:pt x="6458" y="7719"/>
                    </a:cubicBezTo>
                    <a:cubicBezTo>
                      <a:pt x="6759" y="7848"/>
                      <a:pt x="7045" y="7956"/>
                      <a:pt x="7361" y="7956"/>
                    </a:cubicBezTo>
                    <a:cubicBezTo>
                      <a:pt x="7445" y="7956"/>
                      <a:pt x="7532" y="7948"/>
                      <a:pt x="7622" y="7931"/>
                    </a:cubicBezTo>
                    <a:cubicBezTo>
                      <a:pt x="7975" y="7866"/>
                      <a:pt x="8160" y="7605"/>
                      <a:pt x="8182" y="7251"/>
                    </a:cubicBezTo>
                    <a:cubicBezTo>
                      <a:pt x="8198" y="7072"/>
                      <a:pt x="8171" y="6887"/>
                      <a:pt x="8116" y="6708"/>
                    </a:cubicBezTo>
                    <a:cubicBezTo>
                      <a:pt x="8084" y="6615"/>
                      <a:pt x="7893" y="6338"/>
                      <a:pt x="7997" y="6273"/>
                    </a:cubicBezTo>
                    <a:cubicBezTo>
                      <a:pt x="8182" y="6170"/>
                      <a:pt x="8361" y="6056"/>
                      <a:pt x="8535" y="5936"/>
                    </a:cubicBezTo>
                    <a:cubicBezTo>
                      <a:pt x="8970" y="5588"/>
                      <a:pt x="9225" y="5061"/>
                      <a:pt x="9214" y="4501"/>
                    </a:cubicBezTo>
                    <a:lnTo>
                      <a:pt x="9209" y="4501"/>
                    </a:lnTo>
                    <a:cubicBezTo>
                      <a:pt x="9198" y="4148"/>
                      <a:pt x="9029" y="3778"/>
                      <a:pt x="8817" y="3495"/>
                    </a:cubicBezTo>
                    <a:cubicBezTo>
                      <a:pt x="8720" y="3365"/>
                      <a:pt x="8600" y="3251"/>
                      <a:pt x="8470" y="3153"/>
                    </a:cubicBezTo>
                    <a:cubicBezTo>
                      <a:pt x="8296" y="3028"/>
                      <a:pt x="8230" y="3060"/>
                      <a:pt x="8279" y="2865"/>
                    </a:cubicBezTo>
                    <a:cubicBezTo>
                      <a:pt x="8323" y="2685"/>
                      <a:pt x="8361" y="2506"/>
                      <a:pt x="8383" y="2321"/>
                    </a:cubicBezTo>
                    <a:cubicBezTo>
                      <a:pt x="8388" y="2278"/>
                      <a:pt x="8394" y="2234"/>
                      <a:pt x="8399" y="2185"/>
                    </a:cubicBezTo>
                    <a:cubicBezTo>
                      <a:pt x="8421" y="1957"/>
                      <a:pt x="8296" y="1740"/>
                      <a:pt x="8089" y="1636"/>
                    </a:cubicBezTo>
                    <a:cubicBezTo>
                      <a:pt x="7970" y="1582"/>
                      <a:pt x="7839" y="1544"/>
                      <a:pt x="7703" y="1528"/>
                    </a:cubicBezTo>
                    <a:cubicBezTo>
                      <a:pt x="7671" y="1524"/>
                      <a:pt x="7638" y="1522"/>
                      <a:pt x="7606" y="1522"/>
                    </a:cubicBezTo>
                    <a:cubicBezTo>
                      <a:pt x="7499" y="1522"/>
                      <a:pt x="7393" y="1538"/>
                      <a:pt x="7285" y="1538"/>
                    </a:cubicBezTo>
                    <a:cubicBezTo>
                      <a:pt x="7225" y="1544"/>
                      <a:pt x="7165" y="1555"/>
                      <a:pt x="7105" y="1576"/>
                    </a:cubicBezTo>
                    <a:cubicBezTo>
                      <a:pt x="7024" y="1604"/>
                      <a:pt x="6948" y="1615"/>
                      <a:pt x="6866" y="1636"/>
                    </a:cubicBezTo>
                    <a:cubicBezTo>
                      <a:pt x="6795" y="1669"/>
                      <a:pt x="6730" y="1701"/>
                      <a:pt x="6659" y="1740"/>
                    </a:cubicBezTo>
                    <a:cubicBezTo>
                      <a:pt x="6656" y="1736"/>
                      <a:pt x="6650" y="1734"/>
                      <a:pt x="6645" y="1734"/>
                    </a:cubicBezTo>
                    <a:cubicBezTo>
                      <a:pt x="6633" y="1734"/>
                      <a:pt x="6620" y="1741"/>
                      <a:pt x="6616" y="1756"/>
                    </a:cubicBezTo>
                    <a:cubicBezTo>
                      <a:pt x="6594" y="1674"/>
                      <a:pt x="6556" y="1604"/>
                      <a:pt x="6513" y="1538"/>
                    </a:cubicBezTo>
                    <a:cubicBezTo>
                      <a:pt x="6458" y="1435"/>
                      <a:pt x="6388" y="1343"/>
                      <a:pt x="6333" y="1239"/>
                    </a:cubicBezTo>
                    <a:cubicBezTo>
                      <a:pt x="6290" y="1174"/>
                      <a:pt x="6246" y="1114"/>
                      <a:pt x="6197" y="1060"/>
                    </a:cubicBezTo>
                    <a:cubicBezTo>
                      <a:pt x="6062" y="870"/>
                      <a:pt x="5926" y="690"/>
                      <a:pt x="5855" y="614"/>
                    </a:cubicBezTo>
                    <a:cubicBezTo>
                      <a:pt x="5833" y="582"/>
                      <a:pt x="5811" y="549"/>
                      <a:pt x="5790" y="522"/>
                    </a:cubicBezTo>
                    <a:cubicBezTo>
                      <a:pt x="5730" y="457"/>
                      <a:pt x="5659" y="413"/>
                      <a:pt x="5600" y="353"/>
                    </a:cubicBezTo>
                    <a:cubicBezTo>
                      <a:pt x="5474" y="223"/>
                      <a:pt x="5311" y="131"/>
                      <a:pt x="5143" y="82"/>
                    </a:cubicBezTo>
                    <a:cubicBezTo>
                      <a:pt x="4997" y="28"/>
                      <a:pt x="4843" y="1"/>
                      <a:pt x="46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0"/>
              <p:cNvSpPr/>
              <p:nvPr/>
            </p:nvSpPr>
            <p:spPr>
              <a:xfrm>
                <a:off x="5805850" y="4409875"/>
                <a:ext cx="44475" cy="45450"/>
              </a:xfrm>
              <a:custGeom>
                <a:rect b="b" l="l" r="r" t="t"/>
                <a:pathLst>
                  <a:path extrusionOk="0" h="1818" w="1779">
                    <a:moveTo>
                      <a:pt x="920" y="174"/>
                    </a:moveTo>
                    <a:cubicBezTo>
                      <a:pt x="990" y="174"/>
                      <a:pt x="1059" y="180"/>
                      <a:pt x="1132" y="203"/>
                    </a:cubicBezTo>
                    <a:cubicBezTo>
                      <a:pt x="1338" y="273"/>
                      <a:pt x="1496" y="431"/>
                      <a:pt x="1577" y="632"/>
                    </a:cubicBezTo>
                    <a:cubicBezTo>
                      <a:pt x="1659" y="822"/>
                      <a:pt x="1642" y="1159"/>
                      <a:pt x="1517" y="1328"/>
                    </a:cubicBezTo>
                    <a:lnTo>
                      <a:pt x="1517" y="1333"/>
                    </a:lnTo>
                    <a:cubicBezTo>
                      <a:pt x="1376" y="1507"/>
                      <a:pt x="1175" y="1622"/>
                      <a:pt x="958" y="1649"/>
                    </a:cubicBezTo>
                    <a:cubicBezTo>
                      <a:pt x="935" y="1651"/>
                      <a:pt x="912" y="1652"/>
                      <a:pt x="890" y="1652"/>
                    </a:cubicBezTo>
                    <a:cubicBezTo>
                      <a:pt x="702" y="1652"/>
                      <a:pt x="523" y="1573"/>
                      <a:pt x="392" y="1437"/>
                    </a:cubicBezTo>
                    <a:cubicBezTo>
                      <a:pt x="256" y="1285"/>
                      <a:pt x="218" y="1045"/>
                      <a:pt x="191" y="850"/>
                    </a:cubicBezTo>
                    <a:cubicBezTo>
                      <a:pt x="169" y="649"/>
                      <a:pt x="207" y="442"/>
                      <a:pt x="387" y="306"/>
                    </a:cubicBezTo>
                    <a:cubicBezTo>
                      <a:pt x="463" y="257"/>
                      <a:pt x="544" y="219"/>
                      <a:pt x="631" y="197"/>
                    </a:cubicBezTo>
                    <a:lnTo>
                      <a:pt x="686" y="181"/>
                    </a:lnTo>
                    <a:cubicBezTo>
                      <a:pt x="766" y="181"/>
                      <a:pt x="843" y="174"/>
                      <a:pt x="920" y="174"/>
                    </a:cubicBezTo>
                    <a:close/>
                    <a:moveTo>
                      <a:pt x="927" y="1"/>
                    </a:moveTo>
                    <a:cubicBezTo>
                      <a:pt x="915" y="1"/>
                      <a:pt x="904" y="1"/>
                      <a:pt x="892" y="2"/>
                    </a:cubicBezTo>
                    <a:cubicBezTo>
                      <a:pt x="854" y="7"/>
                      <a:pt x="822" y="18"/>
                      <a:pt x="789" y="34"/>
                    </a:cubicBezTo>
                    <a:cubicBezTo>
                      <a:pt x="697" y="40"/>
                      <a:pt x="604" y="56"/>
                      <a:pt x="517" y="83"/>
                    </a:cubicBezTo>
                    <a:cubicBezTo>
                      <a:pt x="338" y="127"/>
                      <a:pt x="186" y="241"/>
                      <a:pt x="93" y="404"/>
                    </a:cubicBezTo>
                    <a:cubicBezTo>
                      <a:pt x="1" y="572"/>
                      <a:pt x="1" y="779"/>
                      <a:pt x="39" y="969"/>
                    </a:cubicBezTo>
                    <a:cubicBezTo>
                      <a:pt x="77" y="1170"/>
                      <a:pt x="126" y="1377"/>
                      <a:pt x="262" y="1540"/>
                    </a:cubicBezTo>
                    <a:cubicBezTo>
                      <a:pt x="420" y="1726"/>
                      <a:pt x="650" y="1818"/>
                      <a:pt x="881" y="1818"/>
                    </a:cubicBezTo>
                    <a:cubicBezTo>
                      <a:pt x="1062" y="1818"/>
                      <a:pt x="1244" y="1761"/>
                      <a:pt x="1392" y="1649"/>
                    </a:cubicBezTo>
                    <a:cubicBezTo>
                      <a:pt x="1572" y="1518"/>
                      <a:pt x="1697" y="1377"/>
                      <a:pt x="1735" y="1149"/>
                    </a:cubicBezTo>
                    <a:cubicBezTo>
                      <a:pt x="1778" y="931"/>
                      <a:pt x="1762" y="703"/>
                      <a:pt x="1681" y="496"/>
                    </a:cubicBezTo>
                    <a:cubicBezTo>
                      <a:pt x="1588" y="301"/>
                      <a:pt x="1430" y="148"/>
                      <a:pt x="1229" y="67"/>
                    </a:cubicBezTo>
                    <a:cubicBezTo>
                      <a:pt x="1132" y="23"/>
                      <a:pt x="1029" y="1"/>
                      <a:pt x="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20"/>
              <p:cNvSpPr/>
              <p:nvPr/>
            </p:nvSpPr>
            <p:spPr>
              <a:xfrm>
                <a:off x="5815100" y="4422275"/>
                <a:ext cx="7725" cy="10350"/>
              </a:xfrm>
              <a:custGeom>
                <a:rect b="b" l="l" r="r" t="t"/>
                <a:pathLst>
                  <a:path extrusionOk="0" h="414" w="309">
                    <a:moveTo>
                      <a:pt x="239" y="0"/>
                    </a:moveTo>
                    <a:cubicBezTo>
                      <a:pt x="238" y="0"/>
                      <a:pt x="236" y="0"/>
                      <a:pt x="234" y="0"/>
                    </a:cubicBezTo>
                    <a:lnTo>
                      <a:pt x="234" y="6"/>
                    </a:lnTo>
                    <a:cubicBezTo>
                      <a:pt x="136" y="11"/>
                      <a:pt x="98" y="109"/>
                      <a:pt x="60" y="185"/>
                    </a:cubicBezTo>
                    <a:cubicBezTo>
                      <a:pt x="22" y="261"/>
                      <a:pt x="1" y="413"/>
                      <a:pt x="131" y="413"/>
                    </a:cubicBezTo>
                    <a:cubicBezTo>
                      <a:pt x="158" y="413"/>
                      <a:pt x="180" y="392"/>
                      <a:pt x="180" y="365"/>
                    </a:cubicBezTo>
                    <a:cubicBezTo>
                      <a:pt x="174" y="321"/>
                      <a:pt x="185" y="278"/>
                      <a:pt x="212" y="239"/>
                    </a:cubicBezTo>
                    <a:cubicBezTo>
                      <a:pt x="223" y="218"/>
                      <a:pt x="229" y="196"/>
                      <a:pt x="240" y="174"/>
                    </a:cubicBezTo>
                    <a:cubicBezTo>
                      <a:pt x="245" y="158"/>
                      <a:pt x="251" y="125"/>
                      <a:pt x="261" y="114"/>
                    </a:cubicBezTo>
                    <a:cubicBezTo>
                      <a:pt x="309" y="88"/>
                      <a:pt x="295"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20"/>
              <p:cNvSpPr/>
              <p:nvPr/>
            </p:nvSpPr>
            <p:spPr>
              <a:xfrm>
                <a:off x="5818100" y="4429425"/>
                <a:ext cx="7275" cy="7575"/>
              </a:xfrm>
              <a:custGeom>
                <a:rect b="b" l="l" r="r" t="t"/>
                <a:pathLst>
                  <a:path extrusionOk="0" h="303" w="291">
                    <a:moveTo>
                      <a:pt x="236" y="1"/>
                    </a:moveTo>
                    <a:cubicBezTo>
                      <a:pt x="228" y="1"/>
                      <a:pt x="220" y="3"/>
                      <a:pt x="212" y="8"/>
                    </a:cubicBezTo>
                    <a:cubicBezTo>
                      <a:pt x="163" y="35"/>
                      <a:pt x="120" y="62"/>
                      <a:pt x="76" y="95"/>
                    </a:cubicBezTo>
                    <a:cubicBezTo>
                      <a:pt x="16" y="133"/>
                      <a:pt x="0" y="209"/>
                      <a:pt x="33" y="274"/>
                    </a:cubicBezTo>
                    <a:cubicBezTo>
                      <a:pt x="44" y="293"/>
                      <a:pt x="64" y="303"/>
                      <a:pt x="84" y="303"/>
                    </a:cubicBezTo>
                    <a:cubicBezTo>
                      <a:pt x="105" y="303"/>
                      <a:pt x="125" y="293"/>
                      <a:pt x="136" y="274"/>
                    </a:cubicBezTo>
                    <a:cubicBezTo>
                      <a:pt x="158" y="225"/>
                      <a:pt x="158" y="209"/>
                      <a:pt x="196" y="176"/>
                    </a:cubicBezTo>
                    <a:cubicBezTo>
                      <a:pt x="228" y="149"/>
                      <a:pt x="261" y="117"/>
                      <a:pt x="277" y="79"/>
                    </a:cubicBezTo>
                    <a:cubicBezTo>
                      <a:pt x="291" y="43"/>
                      <a:pt x="268"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20"/>
              <p:cNvSpPr/>
              <p:nvPr/>
            </p:nvSpPr>
            <p:spPr>
              <a:xfrm>
                <a:off x="5821900" y="4435025"/>
                <a:ext cx="4775" cy="5875"/>
              </a:xfrm>
              <a:custGeom>
                <a:rect b="b" l="l" r="r" t="t"/>
                <a:pathLst>
                  <a:path extrusionOk="0" h="235" w="191">
                    <a:moveTo>
                      <a:pt x="138" y="1"/>
                    </a:moveTo>
                    <a:cubicBezTo>
                      <a:pt x="136" y="1"/>
                      <a:pt x="133" y="1"/>
                      <a:pt x="131" y="1"/>
                    </a:cubicBezTo>
                    <a:lnTo>
                      <a:pt x="109" y="1"/>
                    </a:lnTo>
                    <a:cubicBezTo>
                      <a:pt x="82" y="1"/>
                      <a:pt x="60" y="18"/>
                      <a:pt x="60" y="45"/>
                    </a:cubicBezTo>
                    <a:lnTo>
                      <a:pt x="60" y="50"/>
                    </a:lnTo>
                    <a:cubicBezTo>
                      <a:pt x="55" y="50"/>
                      <a:pt x="49" y="56"/>
                      <a:pt x="44" y="61"/>
                    </a:cubicBezTo>
                    <a:cubicBezTo>
                      <a:pt x="22" y="83"/>
                      <a:pt x="11" y="115"/>
                      <a:pt x="17" y="148"/>
                    </a:cubicBezTo>
                    <a:cubicBezTo>
                      <a:pt x="0" y="170"/>
                      <a:pt x="6" y="197"/>
                      <a:pt x="22" y="213"/>
                    </a:cubicBezTo>
                    <a:cubicBezTo>
                      <a:pt x="38" y="230"/>
                      <a:pt x="60" y="235"/>
                      <a:pt x="82" y="235"/>
                    </a:cubicBezTo>
                    <a:cubicBezTo>
                      <a:pt x="109" y="235"/>
                      <a:pt x="136" y="219"/>
                      <a:pt x="147" y="186"/>
                    </a:cubicBezTo>
                    <a:cubicBezTo>
                      <a:pt x="147" y="170"/>
                      <a:pt x="152" y="153"/>
                      <a:pt x="147" y="137"/>
                    </a:cubicBezTo>
                    <a:cubicBezTo>
                      <a:pt x="174" y="121"/>
                      <a:pt x="191" y="88"/>
                      <a:pt x="191" y="56"/>
                    </a:cubicBezTo>
                    <a:cubicBezTo>
                      <a:pt x="191" y="30"/>
                      <a:pt x="167"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120"/>
            <p:cNvGrpSpPr/>
            <p:nvPr/>
          </p:nvGrpSpPr>
          <p:grpSpPr>
            <a:xfrm>
              <a:off x="5479744" y="3569307"/>
              <a:ext cx="251464" cy="274312"/>
              <a:chOff x="3081975" y="4660675"/>
              <a:chExt cx="198175" cy="219625"/>
            </a:xfrm>
          </p:grpSpPr>
          <p:sp>
            <p:nvSpPr>
              <p:cNvPr id="5664" name="Google Shape;5664;p120"/>
              <p:cNvSpPr/>
              <p:nvPr/>
            </p:nvSpPr>
            <p:spPr>
              <a:xfrm>
                <a:off x="3081975" y="4660675"/>
                <a:ext cx="198175" cy="219625"/>
              </a:xfrm>
              <a:custGeom>
                <a:rect b="b" l="l" r="r" t="t"/>
                <a:pathLst>
                  <a:path extrusionOk="0" h="8785" w="7927">
                    <a:moveTo>
                      <a:pt x="6670" y="216"/>
                    </a:moveTo>
                    <a:cubicBezTo>
                      <a:pt x="6679" y="217"/>
                      <a:pt x="6684" y="217"/>
                      <a:pt x="6689" y="217"/>
                    </a:cubicBezTo>
                    <a:cubicBezTo>
                      <a:pt x="6693" y="217"/>
                      <a:pt x="6696" y="217"/>
                      <a:pt x="6698" y="217"/>
                    </a:cubicBezTo>
                    <a:cubicBezTo>
                      <a:pt x="6704" y="217"/>
                      <a:pt x="6701" y="220"/>
                      <a:pt x="6714" y="243"/>
                    </a:cubicBezTo>
                    <a:cubicBezTo>
                      <a:pt x="6725" y="270"/>
                      <a:pt x="6730" y="303"/>
                      <a:pt x="6730" y="336"/>
                    </a:cubicBezTo>
                    <a:cubicBezTo>
                      <a:pt x="6730" y="412"/>
                      <a:pt x="6730" y="488"/>
                      <a:pt x="6730" y="564"/>
                    </a:cubicBezTo>
                    <a:cubicBezTo>
                      <a:pt x="6730" y="662"/>
                      <a:pt x="6719" y="765"/>
                      <a:pt x="6730" y="868"/>
                    </a:cubicBezTo>
                    <a:cubicBezTo>
                      <a:pt x="6736" y="977"/>
                      <a:pt x="6752" y="1086"/>
                      <a:pt x="6747" y="1195"/>
                    </a:cubicBezTo>
                    <a:cubicBezTo>
                      <a:pt x="6736" y="1401"/>
                      <a:pt x="6736" y="1608"/>
                      <a:pt x="6752" y="1820"/>
                    </a:cubicBezTo>
                    <a:cubicBezTo>
                      <a:pt x="6774" y="2043"/>
                      <a:pt x="6774" y="2265"/>
                      <a:pt x="6763" y="2488"/>
                    </a:cubicBezTo>
                    <a:lnTo>
                      <a:pt x="6763" y="3016"/>
                    </a:lnTo>
                    <a:lnTo>
                      <a:pt x="6709" y="3010"/>
                    </a:lnTo>
                    <a:cubicBezTo>
                      <a:pt x="6585" y="3002"/>
                      <a:pt x="6462" y="2997"/>
                      <a:pt x="6341" y="2997"/>
                    </a:cubicBezTo>
                    <a:cubicBezTo>
                      <a:pt x="6296" y="2997"/>
                      <a:pt x="6252" y="2998"/>
                      <a:pt x="6208" y="2999"/>
                    </a:cubicBezTo>
                    <a:cubicBezTo>
                      <a:pt x="5844" y="2999"/>
                      <a:pt x="5485" y="2999"/>
                      <a:pt x="5127" y="3010"/>
                    </a:cubicBezTo>
                    <a:lnTo>
                      <a:pt x="4844" y="3021"/>
                    </a:lnTo>
                    <a:cubicBezTo>
                      <a:pt x="4834" y="3020"/>
                      <a:pt x="4824" y="3020"/>
                      <a:pt x="4813" y="3020"/>
                    </a:cubicBezTo>
                    <a:cubicBezTo>
                      <a:pt x="4764" y="3020"/>
                      <a:pt x="4716" y="3030"/>
                      <a:pt x="4676" y="3048"/>
                    </a:cubicBezTo>
                    <a:cubicBezTo>
                      <a:pt x="4589" y="3092"/>
                      <a:pt x="4578" y="3173"/>
                      <a:pt x="4599" y="3260"/>
                    </a:cubicBezTo>
                    <a:cubicBezTo>
                      <a:pt x="4403" y="3209"/>
                      <a:pt x="4212" y="3172"/>
                      <a:pt x="4014" y="3172"/>
                    </a:cubicBezTo>
                    <a:cubicBezTo>
                      <a:pt x="3939" y="3172"/>
                      <a:pt x="3862" y="3178"/>
                      <a:pt x="3784" y="3190"/>
                    </a:cubicBezTo>
                    <a:cubicBezTo>
                      <a:pt x="3621" y="3211"/>
                      <a:pt x="3398" y="3238"/>
                      <a:pt x="3279" y="3363"/>
                    </a:cubicBezTo>
                    <a:cubicBezTo>
                      <a:pt x="3295" y="3304"/>
                      <a:pt x="3295" y="3244"/>
                      <a:pt x="3279" y="3184"/>
                    </a:cubicBezTo>
                    <a:cubicBezTo>
                      <a:pt x="3245" y="3079"/>
                      <a:pt x="3156" y="3062"/>
                      <a:pt x="3065" y="3062"/>
                    </a:cubicBezTo>
                    <a:cubicBezTo>
                      <a:pt x="3038" y="3062"/>
                      <a:pt x="3011" y="3063"/>
                      <a:pt x="2985" y="3064"/>
                    </a:cubicBezTo>
                    <a:cubicBezTo>
                      <a:pt x="2903" y="3059"/>
                      <a:pt x="2827" y="3048"/>
                      <a:pt x="2751" y="3032"/>
                    </a:cubicBezTo>
                    <a:cubicBezTo>
                      <a:pt x="2659" y="3026"/>
                      <a:pt x="2572" y="3016"/>
                      <a:pt x="2479" y="3005"/>
                    </a:cubicBezTo>
                    <a:cubicBezTo>
                      <a:pt x="2360" y="2994"/>
                      <a:pt x="2241" y="2988"/>
                      <a:pt x="2121" y="2988"/>
                    </a:cubicBezTo>
                    <a:cubicBezTo>
                      <a:pt x="2056" y="2988"/>
                      <a:pt x="1991" y="2990"/>
                      <a:pt x="1925" y="2994"/>
                    </a:cubicBezTo>
                    <a:lnTo>
                      <a:pt x="1621" y="2994"/>
                    </a:lnTo>
                    <a:cubicBezTo>
                      <a:pt x="1517" y="2994"/>
                      <a:pt x="1436" y="3026"/>
                      <a:pt x="1343" y="3026"/>
                    </a:cubicBezTo>
                    <a:lnTo>
                      <a:pt x="1240" y="3026"/>
                    </a:lnTo>
                    <a:lnTo>
                      <a:pt x="1240" y="3021"/>
                    </a:lnTo>
                    <a:cubicBezTo>
                      <a:pt x="1278" y="2956"/>
                      <a:pt x="1294" y="2880"/>
                      <a:pt x="1284" y="2804"/>
                    </a:cubicBezTo>
                    <a:cubicBezTo>
                      <a:pt x="1284" y="2717"/>
                      <a:pt x="1311" y="2624"/>
                      <a:pt x="1316" y="2532"/>
                    </a:cubicBezTo>
                    <a:cubicBezTo>
                      <a:pt x="1333" y="2331"/>
                      <a:pt x="1322" y="2119"/>
                      <a:pt x="1322" y="1912"/>
                    </a:cubicBezTo>
                    <a:cubicBezTo>
                      <a:pt x="1322" y="1825"/>
                      <a:pt x="1322" y="1744"/>
                      <a:pt x="1327" y="1662"/>
                    </a:cubicBezTo>
                    <a:cubicBezTo>
                      <a:pt x="1333" y="1635"/>
                      <a:pt x="1333" y="1608"/>
                      <a:pt x="1333" y="1575"/>
                    </a:cubicBezTo>
                    <a:cubicBezTo>
                      <a:pt x="1327" y="1548"/>
                      <a:pt x="1311" y="1521"/>
                      <a:pt x="1305" y="1494"/>
                    </a:cubicBezTo>
                    <a:cubicBezTo>
                      <a:pt x="1289" y="1428"/>
                      <a:pt x="1278" y="1363"/>
                      <a:pt x="1278" y="1292"/>
                    </a:cubicBezTo>
                    <a:cubicBezTo>
                      <a:pt x="1278" y="1195"/>
                      <a:pt x="1273" y="1102"/>
                      <a:pt x="1262" y="1010"/>
                    </a:cubicBezTo>
                    <a:cubicBezTo>
                      <a:pt x="1246" y="912"/>
                      <a:pt x="1224" y="814"/>
                      <a:pt x="1208" y="716"/>
                    </a:cubicBezTo>
                    <a:cubicBezTo>
                      <a:pt x="1186" y="618"/>
                      <a:pt x="1186" y="515"/>
                      <a:pt x="1208" y="417"/>
                    </a:cubicBezTo>
                    <a:lnTo>
                      <a:pt x="1208" y="423"/>
                    </a:lnTo>
                    <a:cubicBezTo>
                      <a:pt x="1208" y="390"/>
                      <a:pt x="1213" y="363"/>
                      <a:pt x="1218" y="336"/>
                    </a:cubicBezTo>
                    <a:cubicBezTo>
                      <a:pt x="1240" y="287"/>
                      <a:pt x="1278" y="276"/>
                      <a:pt x="1322" y="265"/>
                    </a:cubicBezTo>
                    <a:cubicBezTo>
                      <a:pt x="1365" y="260"/>
                      <a:pt x="1410" y="257"/>
                      <a:pt x="1455" y="257"/>
                    </a:cubicBezTo>
                    <a:cubicBezTo>
                      <a:pt x="1500" y="257"/>
                      <a:pt x="1545" y="260"/>
                      <a:pt x="1588" y="265"/>
                    </a:cubicBezTo>
                    <a:cubicBezTo>
                      <a:pt x="1675" y="276"/>
                      <a:pt x="1763" y="281"/>
                      <a:pt x="1852" y="281"/>
                    </a:cubicBezTo>
                    <a:cubicBezTo>
                      <a:pt x="1941" y="281"/>
                      <a:pt x="2031" y="276"/>
                      <a:pt x="2121" y="265"/>
                    </a:cubicBezTo>
                    <a:cubicBezTo>
                      <a:pt x="2190" y="253"/>
                      <a:pt x="2259" y="247"/>
                      <a:pt x="2329" y="247"/>
                    </a:cubicBezTo>
                    <a:cubicBezTo>
                      <a:pt x="2352" y="247"/>
                      <a:pt x="2375" y="247"/>
                      <a:pt x="2398" y="249"/>
                    </a:cubicBezTo>
                    <a:cubicBezTo>
                      <a:pt x="2501" y="249"/>
                      <a:pt x="2594" y="276"/>
                      <a:pt x="2691" y="292"/>
                    </a:cubicBezTo>
                    <a:cubicBezTo>
                      <a:pt x="2773" y="303"/>
                      <a:pt x="2855" y="298"/>
                      <a:pt x="2936" y="303"/>
                    </a:cubicBezTo>
                    <a:cubicBezTo>
                      <a:pt x="3034" y="309"/>
                      <a:pt x="3132" y="330"/>
                      <a:pt x="3235" y="336"/>
                    </a:cubicBezTo>
                    <a:cubicBezTo>
                      <a:pt x="3257" y="337"/>
                      <a:pt x="3279" y="338"/>
                      <a:pt x="3300" y="338"/>
                    </a:cubicBezTo>
                    <a:cubicBezTo>
                      <a:pt x="3366" y="338"/>
                      <a:pt x="3431" y="332"/>
                      <a:pt x="3496" y="319"/>
                    </a:cubicBezTo>
                    <a:cubicBezTo>
                      <a:pt x="3542" y="314"/>
                      <a:pt x="3588" y="311"/>
                      <a:pt x="3635" y="311"/>
                    </a:cubicBezTo>
                    <a:cubicBezTo>
                      <a:pt x="3681" y="311"/>
                      <a:pt x="3727" y="314"/>
                      <a:pt x="3773" y="319"/>
                    </a:cubicBezTo>
                    <a:cubicBezTo>
                      <a:pt x="3797" y="321"/>
                      <a:pt x="3821" y="321"/>
                      <a:pt x="3845" y="321"/>
                    </a:cubicBezTo>
                    <a:cubicBezTo>
                      <a:pt x="4011" y="321"/>
                      <a:pt x="4177" y="292"/>
                      <a:pt x="4344" y="292"/>
                    </a:cubicBezTo>
                    <a:cubicBezTo>
                      <a:pt x="4551" y="298"/>
                      <a:pt x="4757" y="298"/>
                      <a:pt x="4969" y="298"/>
                    </a:cubicBezTo>
                    <a:lnTo>
                      <a:pt x="5241" y="298"/>
                    </a:lnTo>
                    <a:cubicBezTo>
                      <a:pt x="5339" y="298"/>
                      <a:pt x="5431" y="281"/>
                      <a:pt x="5529" y="270"/>
                    </a:cubicBezTo>
                    <a:cubicBezTo>
                      <a:pt x="5576" y="267"/>
                      <a:pt x="5624" y="265"/>
                      <a:pt x="5672" y="265"/>
                    </a:cubicBezTo>
                    <a:cubicBezTo>
                      <a:pt x="5785" y="265"/>
                      <a:pt x="5900" y="273"/>
                      <a:pt x="6016" y="273"/>
                    </a:cubicBezTo>
                    <a:cubicBezTo>
                      <a:pt x="6051" y="273"/>
                      <a:pt x="6086" y="272"/>
                      <a:pt x="6121" y="270"/>
                    </a:cubicBezTo>
                    <a:cubicBezTo>
                      <a:pt x="6214" y="265"/>
                      <a:pt x="6306" y="238"/>
                      <a:pt x="6399" y="232"/>
                    </a:cubicBezTo>
                    <a:lnTo>
                      <a:pt x="6535" y="232"/>
                    </a:lnTo>
                    <a:cubicBezTo>
                      <a:pt x="6578" y="232"/>
                      <a:pt x="6627" y="216"/>
                      <a:pt x="6670" y="216"/>
                    </a:cubicBezTo>
                    <a:close/>
                    <a:moveTo>
                      <a:pt x="4780" y="3182"/>
                    </a:moveTo>
                    <a:cubicBezTo>
                      <a:pt x="4803" y="3182"/>
                      <a:pt x="4830" y="3190"/>
                      <a:pt x="4844" y="3190"/>
                    </a:cubicBezTo>
                    <a:lnTo>
                      <a:pt x="4985" y="3190"/>
                    </a:lnTo>
                    <a:cubicBezTo>
                      <a:pt x="5159" y="3195"/>
                      <a:pt x="5339" y="3200"/>
                      <a:pt x="5513" y="3200"/>
                    </a:cubicBezTo>
                    <a:cubicBezTo>
                      <a:pt x="5695" y="3200"/>
                      <a:pt x="5878" y="3198"/>
                      <a:pt x="6062" y="3198"/>
                    </a:cubicBezTo>
                    <a:cubicBezTo>
                      <a:pt x="6245" y="3198"/>
                      <a:pt x="6429" y="3200"/>
                      <a:pt x="6611" y="3211"/>
                    </a:cubicBezTo>
                    <a:cubicBezTo>
                      <a:pt x="6665" y="3217"/>
                      <a:pt x="6714" y="3222"/>
                      <a:pt x="6768" y="3228"/>
                    </a:cubicBezTo>
                    <a:cubicBezTo>
                      <a:pt x="6786" y="3283"/>
                      <a:pt x="6834" y="3311"/>
                      <a:pt x="6883" y="3311"/>
                    </a:cubicBezTo>
                    <a:cubicBezTo>
                      <a:pt x="6925" y="3311"/>
                      <a:pt x="6968" y="3289"/>
                      <a:pt x="6991" y="3244"/>
                    </a:cubicBezTo>
                    <a:cubicBezTo>
                      <a:pt x="7020" y="3244"/>
                      <a:pt x="7052" y="3246"/>
                      <a:pt x="7082" y="3246"/>
                    </a:cubicBezTo>
                    <a:cubicBezTo>
                      <a:pt x="7097" y="3246"/>
                      <a:pt x="7113" y="3246"/>
                      <a:pt x="7127" y="3244"/>
                    </a:cubicBezTo>
                    <a:lnTo>
                      <a:pt x="7372" y="3238"/>
                    </a:lnTo>
                    <a:lnTo>
                      <a:pt x="7437" y="3233"/>
                    </a:lnTo>
                    <a:lnTo>
                      <a:pt x="7480" y="3233"/>
                    </a:lnTo>
                    <a:cubicBezTo>
                      <a:pt x="7475" y="3249"/>
                      <a:pt x="7480" y="3287"/>
                      <a:pt x="7480" y="3298"/>
                    </a:cubicBezTo>
                    <a:cubicBezTo>
                      <a:pt x="7480" y="3320"/>
                      <a:pt x="7475" y="3347"/>
                      <a:pt x="7475" y="3369"/>
                    </a:cubicBezTo>
                    <a:cubicBezTo>
                      <a:pt x="7475" y="3445"/>
                      <a:pt x="7480" y="3521"/>
                      <a:pt x="7497" y="3597"/>
                    </a:cubicBezTo>
                    <a:cubicBezTo>
                      <a:pt x="7497" y="3668"/>
                      <a:pt x="7508" y="3739"/>
                      <a:pt x="7529" y="3809"/>
                    </a:cubicBezTo>
                    <a:cubicBezTo>
                      <a:pt x="7535" y="3831"/>
                      <a:pt x="7557" y="3853"/>
                      <a:pt x="7578" y="3869"/>
                    </a:cubicBezTo>
                    <a:lnTo>
                      <a:pt x="7578" y="3956"/>
                    </a:lnTo>
                    <a:cubicBezTo>
                      <a:pt x="7584" y="4059"/>
                      <a:pt x="7611" y="4157"/>
                      <a:pt x="7611" y="4266"/>
                    </a:cubicBezTo>
                    <a:cubicBezTo>
                      <a:pt x="7616" y="4472"/>
                      <a:pt x="7562" y="4684"/>
                      <a:pt x="7518" y="4885"/>
                    </a:cubicBezTo>
                    <a:cubicBezTo>
                      <a:pt x="7491" y="4967"/>
                      <a:pt x="7459" y="5043"/>
                      <a:pt x="7421" y="5114"/>
                    </a:cubicBezTo>
                    <a:cubicBezTo>
                      <a:pt x="7388" y="5195"/>
                      <a:pt x="7334" y="5266"/>
                      <a:pt x="7268" y="5320"/>
                    </a:cubicBezTo>
                    <a:cubicBezTo>
                      <a:pt x="7127" y="5424"/>
                      <a:pt x="6959" y="5483"/>
                      <a:pt x="6790" y="5494"/>
                    </a:cubicBezTo>
                    <a:lnTo>
                      <a:pt x="6785" y="5500"/>
                    </a:lnTo>
                    <a:cubicBezTo>
                      <a:pt x="6615" y="5519"/>
                      <a:pt x="6446" y="5531"/>
                      <a:pt x="6277" y="5531"/>
                    </a:cubicBezTo>
                    <a:cubicBezTo>
                      <a:pt x="6056" y="5531"/>
                      <a:pt x="5835" y="5509"/>
                      <a:pt x="5616" y="5451"/>
                    </a:cubicBezTo>
                    <a:cubicBezTo>
                      <a:pt x="5426" y="5407"/>
                      <a:pt x="5241" y="5342"/>
                      <a:pt x="5067" y="5261"/>
                    </a:cubicBezTo>
                    <a:cubicBezTo>
                      <a:pt x="5002" y="5228"/>
                      <a:pt x="4947" y="5184"/>
                      <a:pt x="4904" y="5130"/>
                    </a:cubicBezTo>
                    <a:cubicBezTo>
                      <a:pt x="4877" y="5103"/>
                      <a:pt x="4855" y="5076"/>
                      <a:pt x="4828" y="5049"/>
                    </a:cubicBezTo>
                    <a:cubicBezTo>
                      <a:pt x="4790" y="5000"/>
                      <a:pt x="4768" y="4940"/>
                      <a:pt x="4757" y="4885"/>
                    </a:cubicBezTo>
                    <a:cubicBezTo>
                      <a:pt x="4746" y="4837"/>
                      <a:pt x="4724" y="4788"/>
                      <a:pt x="4708" y="4739"/>
                    </a:cubicBezTo>
                    <a:cubicBezTo>
                      <a:pt x="4692" y="4673"/>
                      <a:pt x="4681" y="4603"/>
                      <a:pt x="4681" y="4538"/>
                    </a:cubicBezTo>
                    <a:cubicBezTo>
                      <a:pt x="4665" y="4461"/>
                      <a:pt x="4654" y="4385"/>
                      <a:pt x="4648" y="4309"/>
                    </a:cubicBezTo>
                    <a:cubicBezTo>
                      <a:pt x="4654" y="4206"/>
                      <a:pt x="4670" y="4070"/>
                      <a:pt x="4616" y="3972"/>
                    </a:cubicBezTo>
                    <a:cubicBezTo>
                      <a:pt x="4616" y="3951"/>
                      <a:pt x="4610" y="3923"/>
                      <a:pt x="4594" y="3902"/>
                    </a:cubicBezTo>
                    <a:cubicBezTo>
                      <a:pt x="4534" y="3826"/>
                      <a:pt x="4415" y="3804"/>
                      <a:pt x="4322" y="3782"/>
                    </a:cubicBezTo>
                    <a:cubicBezTo>
                      <a:pt x="4208" y="3755"/>
                      <a:pt x="4094" y="3739"/>
                      <a:pt x="3980" y="3733"/>
                    </a:cubicBezTo>
                    <a:cubicBezTo>
                      <a:pt x="3866" y="3739"/>
                      <a:pt x="3751" y="3755"/>
                      <a:pt x="3643" y="3782"/>
                    </a:cubicBezTo>
                    <a:cubicBezTo>
                      <a:pt x="3534" y="3804"/>
                      <a:pt x="3420" y="3831"/>
                      <a:pt x="3317" y="3869"/>
                    </a:cubicBezTo>
                    <a:cubicBezTo>
                      <a:pt x="3284" y="3880"/>
                      <a:pt x="3268" y="3912"/>
                      <a:pt x="3273" y="3940"/>
                    </a:cubicBezTo>
                    <a:cubicBezTo>
                      <a:pt x="3262" y="3956"/>
                      <a:pt x="3251" y="3978"/>
                      <a:pt x="3251" y="3999"/>
                    </a:cubicBezTo>
                    <a:cubicBezTo>
                      <a:pt x="3246" y="4163"/>
                      <a:pt x="3251" y="4326"/>
                      <a:pt x="3251" y="4489"/>
                    </a:cubicBezTo>
                    <a:cubicBezTo>
                      <a:pt x="3257" y="4646"/>
                      <a:pt x="3235" y="4804"/>
                      <a:pt x="3186" y="4956"/>
                    </a:cubicBezTo>
                    <a:cubicBezTo>
                      <a:pt x="3154" y="5092"/>
                      <a:pt x="3077" y="5212"/>
                      <a:pt x="2974" y="5304"/>
                    </a:cubicBezTo>
                    <a:cubicBezTo>
                      <a:pt x="2871" y="5407"/>
                      <a:pt x="2746" y="5483"/>
                      <a:pt x="2605" y="5532"/>
                    </a:cubicBezTo>
                    <a:cubicBezTo>
                      <a:pt x="2452" y="5570"/>
                      <a:pt x="2300" y="5603"/>
                      <a:pt x="2142" y="5625"/>
                    </a:cubicBezTo>
                    <a:cubicBezTo>
                      <a:pt x="1979" y="5646"/>
                      <a:pt x="1811" y="5652"/>
                      <a:pt x="1648" y="5674"/>
                    </a:cubicBezTo>
                    <a:cubicBezTo>
                      <a:pt x="1596" y="5681"/>
                      <a:pt x="1543" y="5685"/>
                      <a:pt x="1490" y="5685"/>
                    </a:cubicBezTo>
                    <a:cubicBezTo>
                      <a:pt x="1388" y="5685"/>
                      <a:pt x="1286" y="5671"/>
                      <a:pt x="1186" y="5646"/>
                    </a:cubicBezTo>
                    <a:cubicBezTo>
                      <a:pt x="1044" y="5603"/>
                      <a:pt x="909" y="5538"/>
                      <a:pt x="778" y="5456"/>
                    </a:cubicBezTo>
                    <a:cubicBezTo>
                      <a:pt x="653" y="5391"/>
                      <a:pt x="539" y="5304"/>
                      <a:pt x="446" y="5195"/>
                    </a:cubicBezTo>
                    <a:cubicBezTo>
                      <a:pt x="408" y="5141"/>
                      <a:pt x="376" y="5087"/>
                      <a:pt x="349" y="5032"/>
                    </a:cubicBezTo>
                    <a:cubicBezTo>
                      <a:pt x="321" y="4972"/>
                      <a:pt x="338" y="4902"/>
                      <a:pt x="321" y="4842"/>
                    </a:cubicBezTo>
                    <a:cubicBezTo>
                      <a:pt x="289" y="4690"/>
                      <a:pt x="273" y="4532"/>
                      <a:pt x="273" y="4375"/>
                    </a:cubicBezTo>
                    <a:lnTo>
                      <a:pt x="273" y="4141"/>
                    </a:lnTo>
                    <a:cubicBezTo>
                      <a:pt x="278" y="4065"/>
                      <a:pt x="289" y="3983"/>
                      <a:pt x="300" y="3907"/>
                    </a:cubicBezTo>
                    <a:cubicBezTo>
                      <a:pt x="305" y="3755"/>
                      <a:pt x="327" y="3603"/>
                      <a:pt x="365" y="3456"/>
                    </a:cubicBezTo>
                    <a:cubicBezTo>
                      <a:pt x="398" y="3347"/>
                      <a:pt x="517" y="3347"/>
                      <a:pt x="610" y="3336"/>
                    </a:cubicBezTo>
                    <a:cubicBezTo>
                      <a:pt x="762" y="3315"/>
                      <a:pt x="914" y="3282"/>
                      <a:pt x="1066" y="3260"/>
                    </a:cubicBezTo>
                    <a:cubicBezTo>
                      <a:pt x="1123" y="3248"/>
                      <a:pt x="1183" y="3242"/>
                      <a:pt x="1244" y="3242"/>
                    </a:cubicBezTo>
                    <a:cubicBezTo>
                      <a:pt x="1265" y="3242"/>
                      <a:pt x="1285" y="3243"/>
                      <a:pt x="1305" y="3244"/>
                    </a:cubicBezTo>
                    <a:cubicBezTo>
                      <a:pt x="1387" y="3238"/>
                      <a:pt x="1463" y="3228"/>
                      <a:pt x="1539" y="3217"/>
                    </a:cubicBezTo>
                    <a:cubicBezTo>
                      <a:pt x="1647" y="3208"/>
                      <a:pt x="1756" y="3204"/>
                      <a:pt x="1865" y="3204"/>
                    </a:cubicBezTo>
                    <a:cubicBezTo>
                      <a:pt x="1955" y="3204"/>
                      <a:pt x="2044" y="3206"/>
                      <a:pt x="2132" y="3211"/>
                    </a:cubicBezTo>
                    <a:cubicBezTo>
                      <a:pt x="2197" y="3211"/>
                      <a:pt x="2262" y="3204"/>
                      <a:pt x="2330" y="3204"/>
                    </a:cubicBezTo>
                    <a:cubicBezTo>
                      <a:pt x="2347" y="3204"/>
                      <a:pt x="2364" y="3205"/>
                      <a:pt x="2382" y="3206"/>
                    </a:cubicBezTo>
                    <a:cubicBezTo>
                      <a:pt x="2463" y="3211"/>
                      <a:pt x="2539" y="3233"/>
                      <a:pt x="2626" y="3238"/>
                    </a:cubicBezTo>
                    <a:cubicBezTo>
                      <a:pt x="2735" y="3247"/>
                      <a:pt x="2853" y="3274"/>
                      <a:pt x="2966" y="3274"/>
                    </a:cubicBezTo>
                    <a:cubicBezTo>
                      <a:pt x="3000" y="3274"/>
                      <a:pt x="3034" y="3272"/>
                      <a:pt x="3067" y="3266"/>
                    </a:cubicBezTo>
                    <a:cubicBezTo>
                      <a:pt x="3080" y="3261"/>
                      <a:pt x="3086" y="3258"/>
                      <a:pt x="3089" y="3258"/>
                    </a:cubicBezTo>
                    <a:cubicBezTo>
                      <a:pt x="3092" y="3258"/>
                      <a:pt x="3088" y="3264"/>
                      <a:pt x="3088" y="3276"/>
                    </a:cubicBezTo>
                    <a:cubicBezTo>
                      <a:pt x="3094" y="3298"/>
                      <a:pt x="3094" y="3336"/>
                      <a:pt x="3099" y="3363"/>
                    </a:cubicBezTo>
                    <a:cubicBezTo>
                      <a:pt x="3105" y="3418"/>
                      <a:pt x="3110" y="3472"/>
                      <a:pt x="3126" y="3527"/>
                    </a:cubicBezTo>
                    <a:cubicBezTo>
                      <a:pt x="3135" y="3550"/>
                      <a:pt x="3154" y="3562"/>
                      <a:pt x="3174" y="3562"/>
                    </a:cubicBezTo>
                    <a:cubicBezTo>
                      <a:pt x="3191" y="3562"/>
                      <a:pt x="3209" y="3552"/>
                      <a:pt x="3219" y="3532"/>
                    </a:cubicBezTo>
                    <a:cubicBezTo>
                      <a:pt x="3225" y="3534"/>
                      <a:pt x="3231" y="3534"/>
                      <a:pt x="3238" y="3534"/>
                    </a:cubicBezTo>
                    <a:cubicBezTo>
                      <a:pt x="3299" y="3534"/>
                      <a:pt x="3370" y="3470"/>
                      <a:pt x="3414" y="3445"/>
                    </a:cubicBezTo>
                    <a:cubicBezTo>
                      <a:pt x="3529" y="3396"/>
                      <a:pt x="3654" y="3363"/>
                      <a:pt x="3779" y="3353"/>
                    </a:cubicBezTo>
                    <a:cubicBezTo>
                      <a:pt x="3858" y="3339"/>
                      <a:pt x="3937" y="3332"/>
                      <a:pt x="4016" y="3332"/>
                    </a:cubicBezTo>
                    <a:cubicBezTo>
                      <a:pt x="4067" y="3332"/>
                      <a:pt x="4119" y="3335"/>
                      <a:pt x="4170" y="3342"/>
                    </a:cubicBezTo>
                    <a:cubicBezTo>
                      <a:pt x="4300" y="3363"/>
                      <a:pt x="4425" y="3396"/>
                      <a:pt x="4556" y="3440"/>
                    </a:cubicBezTo>
                    <a:cubicBezTo>
                      <a:pt x="4571" y="3467"/>
                      <a:pt x="4596" y="3479"/>
                      <a:pt x="4623" y="3479"/>
                    </a:cubicBezTo>
                    <a:cubicBezTo>
                      <a:pt x="4676" y="3479"/>
                      <a:pt x="4733" y="3432"/>
                      <a:pt x="4719" y="3363"/>
                    </a:cubicBezTo>
                    <a:lnTo>
                      <a:pt x="4714" y="3336"/>
                    </a:lnTo>
                    <a:cubicBezTo>
                      <a:pt x="4714" y="3331"/>
                      <a:pt x="4714" y="3325"/>
                      <a:pt x="4714" y="3325"/>
                    </a:cubicBezTo>
                    <a:cubicBezTo>
                      <a:pt x="4719" y="3298"/>
                      <a:pt x="4724" y="3276"/>
                      <a:pt x="4730" y="3255"/>
                    </a:cubicBezTo>
                    <a:cubicBezTo>
                      <a:pt x="4735" y="3233"/>
                      <a:pt x="4730" y="3200"/>
                      <a:pt x="4752" y="3190"/>
                    </a:cubicBezTo>
                    <a:cubicBezTo>
                      <a:pt x="4759" y="3184"/>
                      <a:pt x="4769" y="3182"/>
                      <a:pt x="4780" y="3182"/>
                    </a:cubicBezTo>
                    <a:close/>
                    <a:moveTo>
                      <a:pt x="7480" y="5402"/>
                    </a:moveTo>
                    <a:cubicBezTo>
                      <a:pt x="7546" y="5418"/>
                      <a:pt x="7600" y="5445"/>
                      <a:pt x="7643" y="5494"/>
                    </a:cubicBezTo>
                    <a:cubicBezTo>
                      <a:pt x="7720" y="5576"/>
                      <a:pt x="7725" y="5685"/>
                      <a:pt x="7747" y="5788"/>
                    </a:cubicBezTo>
                    <a:cubicBezTo>
                      <a:pt x="7769" y="5897"/>
                      <a:pt x="7769" y="6011"/>
                      <a:pt x="7747" y="6119"/>
                    </a:cubicBezTo>
                    <a:cubicBezTo>
                      <a:pt x="7741" y="6168"/>
                      <a:pt x="7736" y="6196"/>
                      <a:pt x="7687" y="6201"/>
                    </a:cubicBezTo>
                    <a:cubicBezTo>
                      <a:pt x="7638" y="6196"/>
                      <a:pt x="7595" y="6196"/>
                      <a:pt x="7551" y="6190"/>
                    </a:cubicBezTo>
                    <a:cubicBezTo>
                      <a:pt x="7538" y="6190"/>
                      <a:pt x="7483" y="6183"/>
                      <a:pt x="7437" y="6183"/>
                    </a:cubicBezTo>
                    <a:cubicBezTo>
                      <a:pt x="7425" y="6183"/>
                      <a:pt x="7414" y="6184"/>
                      <a:pt x="7404" y="6185"/>
                    </a:cubicBezTo>
                    <a:lnTo>
                      <a:pt x="7404" y="6109"/>
                    </a:lnTo>
                    <a:cubicBezTo>
                      <a:pt x="7399" y="6005"/>
                      <a:pt x="7383" y="5902"/>
                      <a:pt x="7366" y="5804"/>
                    </a:cubicBezTo>
                    <a:cubicBezTo>
                      <a:pt x="7350" y="5717"/>
                      <a:pt x="7306" y="5641"/>
                      <a:pt x="7241" y="5587"/>
                    </a:cubicBezTo>
                    <a:cubicBezTo>
                      <a:pt x="7274" y="5570"/>
                      <a:pt x="7312" y="5549"/>
                      <a:pt x="7345" y="5527"/>
                    </a:cubicBezTo>
                    <a:cubicBezTo>
                      <a:pt x="7393" y="5494"/>
                      <a:pt x="7442" y="5451"/>
                      <a:pt x="7480" y="5402"/>
                    </a:cubicBezTo>
                    <a:close/>
                    <a:moveTo>
                      <a:pt x="533" y="5560"/>
                    </a:moveTo>
                    <a:cubicBezTo>
                      <a:pt x="620" y="5625"/>
                      <a:pt x="713" y="5679"/>
                      <a:pt x="805" y="5728"/>
                    </a:cubicBezTo>
                    <a:cubicBezTo>
                      <a:pt x="724" y="5793"/>
                      <a:pt x="669" y="5891"/>
                      <a:pt x="658" y="6000"/>
                    </a:cubicBezTo>
                    <a:cubicBezTo>
                      <a:pt x="653" y="6119"/>
                      <a:pt x="691" y="6272"/>
                      <a:pt x="620" y="6380"/>
                    </a:cubicBezTo>
                    <a:cubicBezTo>
                      <a:pt x="604" y="6410"/>
                      <a:pt x="580" y="6416"/>
                      <a:pt x="553" y="6416"/>
                    </a:cubicBezTo>
                    <a:cubicBezTo>
                      <a:pt x="535" y="6416"/>
                      <a:pt x="515" y="6413"/>
                      <a:pt x="495" y="6413"/>
                    </a:cubicBezTo>
                    <a:cubicBezTo>
                      <a:pt x="452" y="6413"/>
                      <a:pt x="405" y="6420"/>
                      <a:pt x="360" y="6420"/>
                    </a:cubicBezTo>
                    <a:cubicBezTo>
                      <a:pt x="349" y="6420"/>
                      <a:pt x="338" y="6419"/>
                      <a:pt x="327" y="6418"/>
                    </a:cubicBezTo>
                    <a:cubicBezTo>
                      <a:pt x="164" y="6413"/>
                      <a:pt x="169" y="6261"/>
                      <a:pt x="169" y="6141"/>
                    </a:cubicBezTo>
                    <a:cubicBezTo>
                      <a:pt x="169" y="6038"/>
                      <a:pt x="126" y="5891"/>
                      <a:pt x="180" y="5799"/>
                    </a:cubicBezTo>
                    <a:cubicBezTo>
                      <a:pt x="234" y="5706"/>
                      <a:pt x="354" y="5663"/>
                      <a:pt x="446" y="5608"/>
                    </a:cubicBezTo>
                    <a:cubicBezTo>
                      <a:pt x="468" y="5598"/>
                      <a:pt x="506" y="5581"/>
                      <a:pt x="533" y="5560"/>
                    </a:cubicBezTo>
                    <a:close/>
                    <a:moveTo>
                      <a:pt x="5627" y="7582"/>
                    </a:moveTo>
                    <a:lnTo>
                      <a:pt x="5627" y="7582"/>
                    </a:lnTo>
                    <a:cubicBezTo>
                      <a:pt x="5697" y="7625"/>
                      <a:pt x="5774" y="7658"/>
                      <a:pt x="5850" y="7690"/>
                    </a:cubicBezTo>
                    <a:cubicBezTo>
                      <a:pt x="5964" y="7734"/>
                      <a:pt x="6083" y="7772"/>
                      <a:pt x="6203" y="7799"/>
                    </a:cubicBezTo>
                    <a:cubicBezTo>
                      <a:pt x="6257" y="7814"/>
                      <a:pt x="6312" y="7822"/>
                      <a:pt x="6367" y="7822"/>
                    </a:cubicBezTo>
                    <a:cubicBezTo>
                      <a:pt x="6413" y="7822"/>
                      <a:pt x="6458" y="7817"/>
                      <a:pt x="6502" y="7805"/>
                    </a:cubicBezTo>
                    <a:cubicBezTo>
                      <a:pt x="6567" y="7788"/>
                      <a:pt x="6643" y="7772"/>
                      <a:pt x="6714" y="7750"/>
                    </a:cubicBezTo>
                    <a:lnTo>
                      <a:pt x="6714" y="7750"/>
                    </a:lnTo>
                    <a:cubicBezTo>
                      <a:pt x="6698" y="7853"/>
                      <a:pt x="6654" y="7946"/>
                      <a:pt x="6594" y="8022"/>
                    </a:cubicBezTo>
                    <a:lnTo>
                      <a:pt x="6594" y="8027"/>
                    </a:lnTo>
                    <a:cubicBezTo>
                      <a:pt x="6480" y="8169"/>
                      <a:pt x="6323" y="8267"/>
                      <a:pt x="6181" y="8364"/>
                    </a:cubicBezTo>
                    <a:cubicBezTo>
                      <a:pt x="6045" y="8457"/>
                      <a:pt x="5893" y="8522"/>
                      <a:pt x="5736" y="8549"/>
                    </a:cubicBezTo>
                    <a:cubicBezTo>
                      <a:pt x="5687" y="8560"/>
                      <a:pt x="5643" y="8566"/>
                      <a:pt x="5600" y="8566"/>
                    </a:cubicBezTo>
                    <a:lnTo>
                      <a:pt x="5616" y="8506"/>
                    </a:lnTo>
                    <a:lnTo>
                      <a:pt x="5605" y="8506"/>
                    </a:lnTo>
                    <a:cubicBezTo>
                      <a:pt x="5649" y="8413"/>
                      <a:pt x="5676" y="8321"/>
                      <a:pt x="5687" y="8223"/>
                    </a:cubicBezTo>
                    <a:cubicBezTo>
                      <a:pt x="5697" y="8087"/>
                      <a:pt x="5697" y="7957"/>
                      <a:pt x="5687" y="7826"/>
                    </a:cubicBezTo>
                    <a:cubicBezTo>
                      <a:pt x="5687" y="7772"/>
                      <a:pt x="5676" y="7718"/>
                      <a:pt x="5659" y="7669"/>
                    </a:cubicBezTo>
                    <a:cubicBezTo>
                      <a:pt x="5649" y="7641"/>
                      <a:pt x="5638" y="7614"/>
                      <a:pt x="5627" y="7582"/>
                    </a:cubicBezTo>
                    <a:close/>
                    <a:moveTo>
                      <a:pt x="3925" y="3923"/>
                    </a:moveTo>
                    <a:cubicBezTo>
                      <a:pt x="4040" y="3923"/>
                      <a:pt x="4154" y="3940"/>
                      <a:pt x="4262" y="3967"/>
                    </a:cubicBezTo>
                    <a:cubicBezTo>
                      <a:pt x="4344" y="3994"/>
                      <a:pt x="4431" y="4016"/>
                      <a:pt x="4518" y="4037"/>
                    </a:cubicBezTo>
                    <a:cubicBezTo>
                      <a:pt x="4518" y="4092"/>
                      <a:pt x="4512" y="4146"/>
                      <a:pt x="4502" y="4201"/>
                    </a:cubicBezTo>
                    <a:cubicBezTo>
                      <a:pt x="4491" y="4266"/>
                      <a:pt x="4485" y="4336"/>
                      <a:pt x="4485" y="4407"/>
                    </a:cubicBezTo>
                    <a:cubicBezTo>
                      <a:pt x="4491" y="4456"/>
                      <a:pt x="4512" y="4505"/>
                      <a:pt x="4512" y="4554"/>
                    </a:cubicBezTo>
                    <a:cubicBezTo>
                      <a:pt x="4512" y="4608"/>
                      <a:pt x="4512" y="4657"/>
                      <a:pt x="4518" y="4712"/>
                    </a:cubicBezTo>
                    <a:cubicBezTo>
                      <a:pt x="4529" y="4760"/>
                      <a:pt x="4545" y="4809"/>
                      <a:pt x="4561" y="4858"/>
                    </a:cubicBezTo>
                    <a:cubicBezTo>
                      <a:pt x="4578" y="4913"/>
                      <a:pt x="4583" y="4972"/>
                      <a:pt x="4599" y="5027"/>
                    </a:cubicBezTo>
                    <a:cubicBezTo>
                      <a:pt x="4627" y="5119"/>
                      <a:pt x="4703" y="5179"/>
                      <a:pt x="4757" y="5250"/>
                    </a:cubicBezTo>
                    <a:cubicBezTo>
                      <a:pt x="4811" y="5315"/>
                      <a:pt x="4871" y="5369"/>
                      <a:pt x="4942" y="5413"/>
                    </a:cubicBezTo>
                    <a:cubicBezTo>
                      <a:pt x="5121" y="5521"/>
                      <a:pt x="5328" y="5576"/>
                      <a:pt x="5529" y="5636"/>
                    </a:cubicBezTo>
                    <a:cubicBezTo>
                      <a:pt x="5771" y="5712"/>
                      <a:pt x="6018" y="5737"/>
                      <a:pt x="6267" y="5737"/>
                    </a:cubicBezTo>
                    <a:cubicBezTo>
                      <a:pt x="6408" y="5737"/>
                      <a:pt x="6550" y="5729"/>
                      <a:pt x="6692" y="5717"/>
                    </a:cubicBezTo>
                    <a:lnTo>
                      <a:pt x="6692" y="5755"/>
                    </a:lnTo>
                    <a:cubicBezTo>
                      <a:pt x="6692" y="5842"/>
                      <a:pt x="6692" y="5929"/>
                      <a:pt x="6687" y="6016"/>
                    </a:cubicBezTo>
                    <a:cubicBezTo>
                      <a:pt x="6687" y="6098"/>
                      <a:pt x="6676" y="6185"/>
                      <a:pt x="6676" y="6272"/>
                    </a:cubicBezTo>
                    <a:cubicBezTo>
                      <a:pt x="6681" y="6359"/>
                      <a:pt x="6698" y="6429"/>
                      <a:pt x="6709" y="6505"/>
                    </a:cubicBezTo>
                    <a:cubicBezTo>
                      <a:pt x="6714" y="6587"/>
                      <a:pt x="6714" y="6674"/>
                      <a:pt x="6709" y="6755"/>
                    </a:cubicBezTo>
                    <a:cubicBezTo>
                      <a:pt x="6709" y="6848"/>
                      <a:pt x="6714" y="6935"/>
                      <a:pt x="6730" y="7022"/>
                    </a:cubicBezTo>
                    <a:cubicBezTo>
                      <a:pt x="6736" y="7120"/>
                      <a:pt x="6736" y="7217"/>
                      <a:pt x="6725" y="7321"/>
                    </a:cubicBezTo>
                    <a:lnTo>
                      <a:pt x="6730" y="7321"/>
                    </a:lnTo>
                    <a:lnTo>
                      <a:pt x="6730" y="7614"/>
                    </a:lnTo>
                    <a:lnTo>
                      <a:pt x="6730" y="7641"/>
                    </a:lnTo>
                    <a:cubicBezTo>
                      <a:pt x="6703" y="7636"/>
                      <a:pt x="6676" y="7633"/>
                      <a:pt x="6649" y="7633"/>
                    </a:cubicBezTo>
                    <a:cubicBezTo>
                      <a:pt x="6622" y="7633"/>
                      <a:pt x="6594" y="7636"/>
                      <a:pt x="6567" y="7641"/>
                    </a:cubicBezTo>
                    <a:cubicBezTo>
                      <a:pt x="6497" y="7662"/>
                      <a:pt x="6422" y="7674"/>
                      <a:pt x="6349" y="7674"/>
                    </a:cubicBezTo>
                    <a:cubicBezTo>
                      <a:pt x="6309" y="7674"/>
                      <a:pt x="6269" y="7671"/>
                      <a:pt x="6230" y="7663"/>
                    </a:cubicBezTo>
                    <a:cubicBezTo>
                      <a:pt x="6121" y="7641"/>
                      <a:pt x="6013" y="7609"/>
                      <a:pt x="5909" y="7576"/>
                    </a:cubicBezTo>
                    <a:cubicBezTo>
                      <a:pt x="5801" y="7538"/>
                      <a:pt x="5697" y="7473"/>
                      <a:pt x="5594" y="7424"/>
                    </a:cubicBezTo>
                    <a:cubicBezTo>
                      <a:pt x="5584" y="7420"/>
                      <a:pt x="5574" y="7418"/>
                      <a:pt x="5564" y="7418"/>
                    </a:cubicBezTo>
                    <a:cubicBezTo>
                      <a:pt x="5534" y="7418"/>
                      <a:pt x="5504" y="7435"/>
                      <a:pt x="5496" y="7467"/>
                    </a:cubicBezTo>
                    <a:cubicBezTo>
                      <a:pt x="5475" y="7560"/>
                      <a:pt x="5513" y="7636"/>
                      <a:pt x="5534" y="7723"/>
                    </a:cubicBezTo>
                    <a:cubicBezTo>
                      <a:pt x="5567" y="7848"/>
                      <a:pt x="5545" y="8006"/>
                      <a:pt x="5545" y="8131"/>
                    </a:cubicBezTo>
                    <a:cubicBezTo>
                      <a:pt x="5534" y="8256"/>
                      <a:pt x="5507" y="8381"/>
                      <a:pt x="5464" y="8495"/>
                    </a:cubicBezTo>
                    <a:cubicBezTo>
                      <a:pt x="5464" y="8506"/>
                      <a:pt x="5458" y="8511"/>
                      <a:pt x="5453" y="8522"/>
                    </a:cubicBezTo>
                    <a:cubicBezTo>
                      <a:pt x="5419" y="8524"/>
                      <a:pt x="5386" y="8524"/>
                      <a:pt x="5351" y="8524"/>
                    </a:cubicBezTo>
                    <a:cubicBezTo>
                      <a:pt x="5269" y="8524"/>
                      <a:pt x="5186" y="8520"/>
                      <a:pt x="5105" y="8517"/>
                    </a:cubicBezTo>
                    <a:cubicBezTo>
                      <a:pt x="5074" y="8515"/>
                      <a:pt x="5042" y="8515"/>
                      <a:pt x="5011" y="8515"/>
                    </a:cubicBezTo>
                    <a:cubicBezTo>
                      <a:pt x="4917" y="8515"/>
                      <a:pt x="4824" y="8521"/>
                      <a:pt x="4730" y="8533"/>
                    </a:cubicBezTo>
                    <a:cubicBezTo>
                      <a:pt x="4578" y="8549"/>
                      <a:pt x="4425" y="8549"/>
                      <a:pt x="4273" y="8566"/>
                    </a:cubicBezTo>
                    <a:cubicBezTo>
                      <a:pt x="4208" y="8571"/>
                      <a:pt x="4132" y="8587"/>
                      <a:pt x="4061" y="8587"/>
                    </a:cubicBezTo>
                    <a:cubicBezTo>
                      <a:pt x="4002" y="8582"/>
                      <a:pt x="3942" y="8576"/>
                      <a:pt x="3882" y="8566"/>
                    </a:cubicBezTo>
                    <a:cubicBezTo>
                      <a:pt x="3799" y="8559"/>
                      <a:pt x="3716" y="8557"/>
                      <a:pt x="3632" y="8557"/>
                    </a:cubicBezTo>
                    <a:cubicBezTo>
                      <a:pt x="3573" y="8557"/>
                      <a:pt x="3513" y="8558"/>
                      <a:pt x="3452" y="8560"/>
                    </a:cubicBezTo>
                    <a:cubicBezTo>
                      <a:pt x="3245" y="8560"/>
                      <a:pt x="3041" y="8607"/>
                      <a:pt x="2832" y="8607"/>
                    </a:cubicBezTo>
                    <a:cubicBezTo>
                      <a:pt x="2784" y="8607"/>
                      <a:pt x="2735" y="8604"/>
                      <a:pt x="2686" y="8598"/>
                    </a:cubicBezTo>
                    <a:cubicBezTo>
                      <a:pt x="2561" y="8571"/>
                      <a:pt x="2431" y="8560"/>
                      <a:pt x="2300" y="8555"/>
                    </a:cubicBezTo>
                    <a:cubicBezTo>
                      <a:pt x="2175" y="8555"/>
                      <a:pt x="2055" y="8593"/>
                      <a:pt x="1925" y="8593"/>
                    </a:cubicBezTo>
                    <a:cubicBezTo>
                      <a:pt x="1795" y="8593"/>
                      <a:pt x="1648" y="8593"/>
                      <a:pt x="1512" y="8582"/>
                    </a:cubicBezTo>
                    <a:cubicBezTo>
                      <a:pt x="1463" y="8582"/>
                      <a:pt x="1414" y="8571"/>
                      <a:pt x="1365" y="8566"/>
                    </a:cubicBezTo>
                    <a:cubicBezTo>
                      <a:pt x="1349" y="8560"/>
                      <a:pt x="1338" y="8555"/>
                      <a:pt x="1327" y="8549"/>
                    </a:cubicBezTo>
                    <a:cubicBezTo>
                      <a:pt x="1316" y="8511"/>
                      <a:pt x="1305" y="8473"/>
                      <a:pt x="1305" y="8435"/>
                    </a:cubicBezTo>
                    <a:cubicBezTo>
                      <a:pt x="1289" y="8299"/>
                      <a:pt x="1284" y="8158"/>
                      <a:pt x="1289" y="8017"/>
                    </a:cubicBezTo>
                    <a:cubicBezTo>
                      <a:pt x="1289" y="7881"/>
                      <a:pt x="1273" y="7739"/>
                      <a:pt x="1278" y="7603"/>
                    </a:cubicBezTo>
                    <a:cubicBezTo>
                      <a:pt x="1284" y="7457"/>
                      <a:pt x="1305" y="7310"/>
                      <a:pt x="1300" y="7163"/>
                    </a:cubicBezTo>
                    <a:cubicBezTo>
                      <a:pt x="1300" y="7011"/>
                      <a:pt x="1333" y="6853"/>
                      <a:pt x="1322" y="6696"/>
                    </a:cubicBezTo>
                    <a:cubicBezTo>
                      <a:pt x="1311" y="6565"/>
                      <a:pt x="1343" y="6446"/>
                      <a:pt x="1338" y="6315"/>
                    </a:cubicBezTo>
                    <a:cubicBezTo>
                      <a:pt x="1333" y="6185"/>
                      <a:pt x="1316" y="6032"/>
                      <a:pt x="1305" y="5891"/>
                    </a:cubicBezTo>
                    <a:lnTo>
                      <a:pt x="1305" y="5891"/>
                    </a:lnTo>
                    <a:cubicBezTo>
                      <a:pt x="1376" y="5898"/>
                      <a:pt x="1448" y="5901"/>
                      <a:pt x="1519" y="5901"/>
                    </a:cubicBezTo>
                    <a:cubicBezTo>
                      <a:pt x="1630" y="5901"/>
                      <a:pt x="1740" y="5893"/>
                      <a:pt x="1849" y="5880"/>
                    </a:cubicBezTo>
                    <a:cubicBezTo>
                      <a:pt x="2039" y="5880"/>
                      <a:pt x="2229" y="5853"/>
                      <a:pt x="2409" y="5810"/>
                    </a:cubicBezTo>
                    <a:cubicBezTo>
                      <a:pt x="2512" y="5777"/>
                      <a:pt x="2615" y="5772"/>
                      <a:pt x="2713" y="5739"/>
                    </a:cubicBezTo>
                    <a:cubicBezTo>
                      <a:pt x="2800" y="5712"/>
                      <a:pt x="2887" y="5668"/>
                      <a:pt x="2963" y="5608"/>
                    </a:cubicBezTo>
                    <a:cubicBezTo>
                      <a:pt x="3110" y="5505"/>
                      <a:pt x="3268" y="5375"/>
                      <a:pt x="3344" y="5206"/>
                    </a:cubicBezTo>
                    <a:cubicBezTo>
                      <a:pt x="3512" y="4831"/>
                      <a:pt x="3491" y="4396"/>
                      <a:pt x="3480" y="3999"/>
                    </a:cubicBezTo>
                    <a:lnTo>
                      <a:pt x="3480" y="3989"/>
                    </a:lnTo>
                    <a:cubicBezTo>
                      <a:pt x="3512" y="3983"/>
                      <a:pt x="3545" y="3978"/>
                      <a:pt x="3583" y="3978"/>
                    </a:cubicBezTo>
                    <a:cubicBezTo>
                      <a:pt x="3697" y="3967"/>
                      <a:pt x="3811" y="3929"/>
                      <a:pt x="3925" y="3923"/>
                    </a:cubicBezTo>
                    <a:close/>
                    <a:moveTo>
                      <a:pt x="6423" y="1"/>
                    </a:moveTo>
                    <a:cubicBezTo>
                      <a:pt x="6387" y="1"/>
                      <a:pt x="6350" y="2"/>
                      <a:pt x="6312" y="4"/>
                    </a:cubicBezTo>
                    <a:cubicBezTo>
                      <a:pt x="6208" y="20"/>
                      <a:pt x="6100" y="31"/>
                      <a:pt x="5991" y="31"/>
                    </a:cubicBezTo>
                    <a:cubicBezTo>
                      <a:pt x="5784" y="31"/>
                      <a:pt x="5583" y="37"/>
                      <a:pt x="5382" y="58"/>
                    </a:cubicBezTo>
                    <a:cubicBezTo>
                      <a:pt x="5245" y="69"/>
                      <a:pt x="5108" y="75"/>
                      <a:pt x="4973" y="75"/>
                    </a:cubicBezTo>
                    <a:cubicBezTo>
                      <a:pt x="4899" y="75"/>
                      <a:pt x="4825" y="73"/>
                      <a:pt x="4752" y="69"/>
                    </a:cubicBezTo>
                    <a:cubicBezTo>
                      <a:pt x="4657" y="69"/>
                      <a:pt x="4562" y="67"/>
                      <a:pt x="4467" y="67"/>
                    </a:cubicBezTo>
                    <a:cubicBezTo>
                      <a:pt x="4347" y="67"/>
                      <a:pt x="4228" y="71"/>
                      <a:pt x="4110" y="86"/>
                    </a:cubicBezTo>
                    <a:cubicBezTo>
                      <a:pt x="4012" y="102"/>
                      <a:pt x="3915" y="113"/>
                      <a:pt x="3817" y="118"/>
                    </a:cubicBezTo>
                    <a:cubicBezTo>
                      <a:pt x="3768" y="116"/>
                      <a:pt x="3720" y="114"/>
                      <a:pt x="3673" y="114"/>
                    </a:cubicBezTo>
                    <a:cubicBezTo>
                      <a:pt x="3625" y="114"/>
                      <a:pt x="3578" y="116"/>
                      <a:pt x="3529" y="118"/>
                    </a:cubicBezTo>
                    <a:cubicBezTo>
                      <a:pt x="3431" y="140"/>
                      <a:pt x="3333" y="151"/>
                      <a:pt x="3235" y="156"/>
                    </a:cubicBezTo>
                    <a:cubicBezTo>
                      <a:pt x="3137" y="156"/>
                      <a:pt x="3039" y="140"/>
                      <a:pt x="2942" y="135"/>
                    </a:cubicBezTo>
                    <a:cubicBezTo>
                      <a:pt x="2914" y="136"/>
                      <a:pt x="2886" y="137"/>
                      <a:pt x="2859" y="137"/>
                    </a:cubicBezTo>
                    <a:cubicBezTo>
                      <a:pt x="2783" y="137"/>
                      <a:pt x="2709" y="132"/>
                      <a:pt x="2637" y="124"/>
                    </a:cubicBezTo>
                    <a:cubicBezTo>
                      <a:pt x="2569" y="116"/>
                      <a:pt x="2502" y="111"/>
                      <a:pt x="2434" y="111"/>
                    </a:cubicBezTo>
                    <a:cubicBezTo>
                      <a:pt x="2409" y="111"/>
                      <a:pt x="2385" y="111"/>
                      <a:pt x="2360" y="113"/>
                    </a:cubicBezTo>
                    <a:cubicBezTo>
                      <a:pt x="2273" y="113"/>
                      <a:pt x="2181" y="129"/>
                      <a:pt x="2094" y="145"/>
                    </a:cubicBezTo>
                    <a:cubicBezTo>
                      <a:pt x="2012" y="158"/>
                      <a:pt x="1934" y="164"/>
                      <a:pt x="1854" y="164"/>
                    </a:cubicBezTo>
                    <a:cubicBezTo>
                      <a:pt x="1827" y="164"/>
                      <a:pt x="1800" y="163"/>
                      <a:pt x="1773" y="162"/>
                    </a:cubicBezTo>
                    <a:cubicBezTo>
                      <a:pt x="1731" y="160"/>
                      <a:pt x="1688" y="160"/>
                      <a:pt x="1646" y="160"/>
                    </a:cubicBezTo>
                    <a:cubicBezTo>
                      <a:pt x="1517" y="160"/>
                      <a:pt x="1387" y="166"/>
                      <a:pt x="1256" y="178"/>
                    </a:cubicBezTo>
                    <a:cubicBezTo>
                      <a:pt x="1202" y="178"/>
                      <a:pt x="1142" y="194"/>
                      <a:pt x="1099" y="232"/>
                    </a:cubicBezTo>
                    <a:cubicBezTo>
                      <a:pt x="1055" y="292"/>
                      <a:pt x="1023" y="357"/>
                      <a:pt x="1001" y="428"/>
                    </a:cubicBezTo>
                    <a:cubicBezTo>
                      <a:pt x="919" y="640"/>
                      <a:pt x="1034" y="890"/>
                      <a:pt x="1072" y="1102"/>
                    </a:cubicBezTo>
                    <a:cubicBezTo>
                      <a:pt x="1088" y="1205"/>
                      <a:pt x="1066" y="1314"/>
                      <a:pt x="1099" y="1417"/>
                    </a:cubicBezTo>
                    <a:cubicBezTo>
                      <a:pt x="1110" y="1455"/>
                      <a:pt x="1121" y="1494"/>
                      <a:pt x="1126" y="1532"/>
                    </a:cubicBezTo>
                    <a:cubicBezTo>
                      <a:pt x="1137" y="1570"/>
                      <a:pt x="1153" y="1597"/>
                      <a:pt x="1159" y="1635"/>
                    </a:cubicBezTo>
                    <a:cubicBezTo>
                      <a:pt x="1164" y="1738"/>
                      <a:pt x="1164" y="1841"/>
                      <a:pt x="1159" y="1945"/>
                    </a:cubicBezTo>
                    <a:lnTo>
                      <a:pt x="1159" y="2309"/>
                    </a:lnTo>
                    <a:cubicBezTo>
                      <a:pt x="1164" y="2434"/>
                      <a:pt x="1159" y="2554"/>
                      <a:pt x="1142" y="2673"/>
                    </a:cubicBezTo>
                    <a:cubicBezTo>
                      <a:pt x="1137" y="2722"/>
                      <a:pt x="1131" y="2771"/>
                      <a:pt x="1131" y="2814"/>
                    </a:cubicBezTo>
                    <a:cubicBezTo>
                      <a:pt x="1137" y="2874"/>
                      <a:pt x="1126" y="2929"/>
                      <a:pt x="1115" y="2983"/>
                    </a:cubicBezTo>
                    <a:cubicBezTo>
                      <a:pt x="1110" y="2999"/>
                      <a:pt x="1110" y="3016"/>
                      <a:pt x="1121" y="3026"/>
                    </a:cubicBezTo>
                    <a:lnTo>
                      <a:pt x="1066" y="3037"/>
                    </a:lnTo>
                    <a:lnTo>
                      <a:pt x="767" y="3086"/>
                    </a:lnTo>
                    <a:cubicBezTo>
                      <a:pt x="626" y="3097"/>
                      <a:pt x="490" y="3124"/>
                      <a:pt x="354" y="3168"/>
                    </a:cubicBezTo>
                    <a:cubicBezTo>
                      <a:pt x="218" y="3222"/>
                      <a:pt x="164" y="3336"/>
                      <a:pt x="137" y="3478"/>
                    </a:cubicBezTo>
                    <a:cubicBezTo>
                      <a:pt x="71" y="3842"/>
                      <a:pt x="44" y="4211"/>
                      <a:pt x="66" y="4576"/>
                    </a:cubicBezTo>
                    <a:cubicBezTo>
                      <a:pt x="71" y="4663"/>
                      <a:pt x="82" y="4755"/>
                      <a:pt x="104" y="4842"/>
                    </a:cubicBezTo>
                    <a:cubicBezTo>
                      <a:pt x="120" y="4907"/>
                      <a:pt x="109" y="4983"/>
                      <a:pt x="131" y="5049"/>
                    </a:cubicBezTo>
                    <a:cubicBezTo>
                      <a:pt x="158" y="5125"/>
                      <a:pt x="191" y="5190"/>
                      <a:pt x="234" y="5255"/>
                    </a:cubicBezTo>
                    <a:cubicBezTo>
                      <a:pt x="273" y="5326"/>
                      <a:pt x="321" y="5386"/>
                      <a:pt x="387" y="5434"/>
                    </a:cubicBezTo>
                    <a:lnTo>
                      <a:pt x="425" y="5467"/>
                    </a:lnTo>
                    <a:cubicBezTo>
                      <a:pt x="370" y="5494"/>
                      <a:pt x="316" y="5521"/>
                      <a:pt x="262" y="5554"/>
                    </a:cubicBezTo>
                    <a:cubicBezTo>
                      <a:pt x="164" y="5608"/>
                      <a:pt x="61" y="5690"/>
                      <a:pt x="28" y="5804"/>
                    </a:cubicBezTo>
                    <a:cubicBezTo>
                      <a:pt x="1" y="5918"/>
                      <a:pt x="28" y="6065"/>
                      <a:pt x="28" y="6190"/>
                    </a:cubicBezTo>
                    <a:cubicBezTo>
                      <a:pt x="28" y="6315"/>
                      <a:pt x="50" y="6435"/>
                      <a:pt x="153" y="6511"/>
                    </a:cubicBezTo>
                    <a:cubicBezTo>
                      <a:pt x="214" y="6559"/>
                      <a:pt x="289" y="6566"/>
                      <a:pt x="364" y="6566"/>
                    </a:cubicBezTo>
                    <a:cubicBezTo>
                      <a:pt x="395" y="6566"/>
                      <a:pt x="427" y="6564"/>
                      <a:pt x="458" y="6564"/>
                    </a:cubicBezTo>
                    <a:cubicBezTo>
                      <a:pt x="471" y="6564"/>
                      <a:pt x="483" y="6565"/>
                      <a:pt x="495" y="6565"/>
                    </a:cubicBezTo>
                    <a:cubicBezTo>
                      <a:pt x="505" y="6565"/>
                      <a:pt x="515" y="6565"/>
                      <a:pt x="525" y="6565"/>
                    </a:cubicBezTo>
                    <a:cubicBezTo>
                      <a:pt x="629" y="6565"/>
                      <a:pt x="707" y="6561"/>
                      <a:pt x="762" y="6451"/>
                    </a:cubicBezTo>
                    <a:cubicBezTo>
                      <a:pt x="827" y="6337"/>
                      <a:pt x="822" y="6196"/>
                      <a:pt x="816" y="6060"/>
                    </a:cubicBezTo>
                    <a:cubicBezTo>
                      <a:pt x="805" y="6000"/>
                      <a:pt x="822" y="5935"/>
                      <a:pt x="865" y="5886"/>
                    </a:cubicBezTo>
                    <a:cubicBezTo>
                      <a:pt x="892" y="5853"/>
                      <a:pt x="914" y="5820"/>
                      <a:pt x="936" y="5782"/>
                    </a:cubicBezTo>
                    <a:cubicBezTo>
                      <a:pt x="1039" y="5826"/>
                      <a:pt x="1142" y="5858"/>
                      <a:pt x="1251" y="5880"/>
                    </a:cubicBezTo>
                    <a:cubicBezTo>
                      <a:pt x="1246" y="6000"/>
                      <a:pt x="1240" y="6125"/>
                      <a:pt x="1229" y="6244"/>
                    </a:cubicBezTo>
                    <a:cubicBezTo>
                      <a:pt x="1229" y="6326"/>
                      <a:pt x="1218" y="6402"/>
                      <a:pt x="1197" y="6478"/>
                    </a:cubicBezTo>
                    <a:cubicBezTo>
                      <a:pt x="1175" y="6527"/>
                      <a:pt x="1169" y="6587"/>
                      <a:pt x="1169" y="6641"/>
                    </a:cubicBezTo>
                    <a:cubicBezTo>
                      <a:pt x="1169" y="6783"/>
                      <a:pt x="1142" y="6918"/>
                      <a:pt x="1131" y="7060"/>
                    </a:cubicBezTo>
                    <a:cubicBezTo>
                      <a:pt x="1121" y="7212"/>
                      <a:pt x="1115" y="7364"/>
                      <a:pt x="1093" y="7516"/>
                    </a:cubicBezTo>
                    <a:cubicBezTo>
                      <a:pt x="1077" y="7652"/>
                      <a:pt x="1072" y="7783"/>
                      <a:pt x="1077" y="7919"/>
                    </a:cubicBezTo>
                    <a:cubicBezTo>
                      <a:pt x="1066" y="8071"/>
                      <a:pt x="1066" y="8228"/>
                      <a:pt x="1072" y="8386"/>
                    </a:cubicBezTo>
                    <a:cubicBezTo>
                      <a:pt x="1077" y="8500"/>
                      <a:pt x="1082" y="8642"/>
                      <a:pt x="1169" y="8729"/>
                    </a:cubicBezTo>
                    <a:cubicBezTo>
                      <a:pt x="1215" y="8772"/>
                      <a:pt x="1266" y="8784"/>
                      <a:pt x="1319" y="8784"/>
                    </a:cubicBezTo>
                    <a:cubicBezTo>
                      <a:pt x="1367" y="8784"/>
                      <a:pt x="1417" y="8774"/>
                      <a:pt x="1468" y="8767"/>
                    </a:cubicBezTo>
                    <a:cubicBezTo>
                      <a:pt x="1578" y="8754"/>
                      <a:pt x="1692" y="8748"/>
                      <a:pt x="1806" y="8748"/>
                    </a:cubicBezTo>
                    <a:cubicBezTo>
                      <a:pt x="1843" y="8748"/>
                      <a:pt x="1882" y="8749"/>
                      <a:pt x="1920" y="8750"/>
                    </a:cubicBezTo>
                    <a:cubicBezTo>
                      <a:pt x="2053" y="8750"/>
                      <a:pt x="2176" y="8712"/>
                      <a:pt x="2308" y="8712"/>
                    </a:cubicBezTo>
                    <a:cubicBezTo>
                      <a:pt x="2316" y="8712"/>
                      <a:pt x="2324" y="8712"/>
                      <a:pt x="2333" y="8712"/>
                    </a:cubicBezTo>
                    <a:cubicBezTo>
                      <a:pt x="2463" y="8712"/>
                      <a:pt x="2588" y="8745"/>
                      <a:pt x="2719" y="8756"/>
                    </a:cubicBezTo>
                    <a:cubicBezTo>
                      <a:pt x="2771" y="8760"/>
                      <a:pt x="2823" y="8761"/>
                      <a:pt x="2875" y="8761"/>
                    </a:cubicBezTo>
                    <a:cubicBezTo>
                      <a:pt x="2969" y="8761"/>
                      <a:pt x="3064" y="8755"/>
                      <a:pt x="3159" y="8745"/>
                    </a:cubicBezTo>
                    <a:cubicBezTo>
                      <a:pt x="3295" y="8729"/>
                      <a:pt x="3431" y="8723"/>
                      <a:pt x="3567" y="8723"/>
                    </a:cubicBezTo>
                    <a:cubicBezTo>
                      <a:pt x="3617" y="8723"/>
                      <a:pt x="3671" y="8721"/>
                      <a:pt x="3723" y="8721"/>
                    </a:cubicBezTo>
                    <a:cubicBezTo>
                      <a:pt x="3749" y="8721"/>
                      <a:pt x="3775" y="8721"/>
                      <a:pt x="3800" y="8723"/>
                    </a:cubicBezTo>
                    <a:cubicBezTo>
                      <a:pt x="3882" y="8723"/>
                      <a:pt x="3953" y="8745"/>
                      <a:pt x="4029" y="8750"/>
                    </a:cubicBezTo>
                    <a:cubicBezTo>
                      <a:pt x="4048" y="8752"/>
                      <a:pt x="4067" y="8753"/>
                      <a:pt x="4087" y="8753"/>
                    </a:cubicBezTo>
                    <a:cubicBezTo>
                      <a:pt x="4207" y="8753"/>
                      <a:pt x="4337" y="8728"/>
                      <a:pt x="4458" y="8723"/>
                    </a:cubicBezTo>
                    <a:cubicBezTo>
                      <a:pt x="4610" y="8718"/>
                      <a:pt x="4763" y="8691"/>
                      <a:pt x="4915" y="8685"/>
                    </a:cubicBezTo>
                    <a:cubicBezTo>
                      <a:pt x="5072" y="8685"/>
                      <a:pt x="5230" y="8696"/>
                      <a:pt x="5388" y="8701"/>
                    </a:cubicBezTo>
                    <a:cubicBezTo>
                      <a:pt x="5388" y="8712"/>
                      <a:pt x="5382" y="8723"/>
                      <a:pt x="5382" y="8734"/>
                    </a:cubicBezTo>
                    <a:cubicBezTo>
                      <a:pt x="5378" y="8742"/>
                      <a:pt x="5388" y="8749"/>
                      <a:pt x="5398" y="8749"/>
                    </a:cubicBezTo>
                    <a:cubicBezTo>
                      <a:pt x="5402" y="8749"/>
                      <a:pt x="5406" y="8748"/>
                      <a:pt x="5409" y="8745"/>
                    </a:cubicBezTo>
                    <a:cubicBezTo>
                      <a:pt x="5426" y="8734"/>
                      <a:pt x="5442" y="8723"/>
                      <a:pt x="5458" y="8712"/>
                    </a:cubicBezTo>
                    <a:cubicBezTo>
                      <a:pt x="5480" y="8718"/>
                      <a:pt x="5496" y="8723"/>
                      <a:pt x="5513" y="8729"/>
                    </a:cubicBezTo>
                    <a:cubicBezTo>
                      <a:pt x="5549" y="8733"/>
                      <a:pt x="5586" y="8736"/>
                      <a:pt x="5622" y="8736"/>
                    </a:cubicBezTo>
                    <a:cubicBezTo>
                      <a:pt x="5666" y="8736"/>
                      <a:pt x="5710" y="8732"/>
                      <a:pt x="5752" y="8723"/>
                    </a:cubicBezTo>
                    <a:cubicBezTo>
                      <a:pt x="5931" y="8696"/>
                      <a:pt x="6100" y="8636"/>
                      <a:pt x="6252" y="8538"/>
                    </a:cubicBezTo>
                    <a:cubicBezTo>
                      <a:pt x="6529" y="8354"/>
                      <a:pt x="6850" y="8152"/>
                      <a:pt x="6904" y="7794"/>
                    </a:cubicBezTo>
                    <a:cubicBezTo>
                      <a:pt x="6937" y="7593"/>
                      <a:pt x="6915" y="7386"/>
                      <a:pt x="6910" y="7185"/>
                    </a:cubicBezTo>
                    <a:cubicBezTo>
                      <a:pt x="6910" y="7092"/>
                      <a:pt x="6899" y="7000"/>
                      <a:pt x="6877" y="6908"/>
                    </a:cubicBezTo>
                    <a:cubicBezTo>
                      <a:pt x="6866" y="6804"/>
                      <a:pt x="6861" y="6706"/>
                      <a:pt x="6866" y="6603"/>
                    </a:cubicBezTo>
                    <a:cubicBezTo>
                      <a:pt x="6861" y="6516"/>
                      <a:pt x="6850" y="6435"/>
                      <a:pt x="6834" y="6348"/>
                    </a:cubicBezTo>
                    <a:cubicBezTo>
                      <a:pt x="6823" y="6250"/>
                      <a:pt x="6817" y="6147"/>
                      <a:pt x="6828" y="6043"/>
                    </a:cubicBezTo>
                    <a:cubicBezTo>
                      <a:pt x="6828" y="5945"/>
                      <a:pt x="6817" y="5848"/>
                      <a:pt x="6817" y="5750"/>
                    </a:cubicBezTo>
                    <a:cubicBezTo>
                      <a:pt x="6823" y="5733"/>
                      <a:pt x="6823" y="5712"/>
                      <a:pt x="6828" y="5695"/>
                    </a:cubicBezTo>
                    <a:cubicBezTo>
                      <a:pt x="6926" y="5685"/>
                      <a:pt x="7024" y="5663"/>
                      <a:pt x="7122" y="5630"/>
                    </a:cubicBezTo>
                    <a:cubicBezTo>
                      <a:pt x="7236" y="5706"/>
                      <a:pt x="7209" y="5842"/>
                      <a:pt x="7236" y="5962"/>
                    </a:cubicBezTo>
                    <a:cubicBezTo>
                      <a:pt x="7247" y="6027"/>
                      <a:pt x="7252" y="6098"/>
                      <a:pt x="7252" y="6163"/>
                    </a:cubicBezTo>
                    <a:cubicBezTo>
                      <a:pt x="7247" y="6206"/>
                      <a:pt x="7252" y="6250"/>
                      <a:pt x="7268" y="6288"/>
                    </a:cubicBezTo>
                    <a:cubicBezTo>
                      <a:pt x="7300" y="6337"/>
                      <a:pt x="7363" y="6348"/>
                      <a:pt x="7427" y="6348"/>
                    </a:cubicBezTo>
                    <a:cubicBezTo>
                      <a:pt x="7476" y="6348"/>
                      <a:pt x="7525" y="6342"/>
                      <a:pt x="7562" y="6342"/>
                    </a:cubicBezTo>
                    <a:cubicBezTo>
                      <a:pt x="7568" y="6342"/>
                      <a:pt x="7573" y="6342"/>
                      <a:pt x="7578" y="6342"/>
                    </a:cubicBezTo>
                    <a:cubicBezTo>
                      <a:pt x="7612" y="6342"/>
                      <a:pt x="7650" y="6346"/>
                      <a:pt x="7688" y="6346"/>
                    </a:cubicBezTo>
                    <a:cubicBezTo>
                      <a:pt x="7749" y="6346"/>
                      <a:pt x="7810" y="6336"/>
                      <a:pt x="7850" y="6282"/>
                    </a:cubicBezTo>
                    <a:cubicBezTo>
                      <a:pt x="7899" y="6201"/>
                      <a:pt x="7926" y="6103"/>
                      <a:pt x="7915" y="6011"/>
                    </a:cubicBezTo>
                    <a:cubicBezTo>
                      <a:pt x="7921" y="5869"/>
                      <a:pt x="7904" y="5728"/>
                      <a:pt x="7872" y="5592"/>
                    </a:cubicBezTo>
                    <a:lnTo>
                      <a:pt x="7866" y="5603"/>
                    </a:lnTo>
                    <a:cubicBezTo>
                      <a:pt x="7839" y="5494"/>
                      <a:pt x="7774" y="5396"/>
                      <a:pt x="7682" y="5326"/>
                    </a:cubicBezTo>
                    <a:cubicBezTo>
                      <a:pt x="7649" y="5299"/>
                      <a:pt x="7611" y="5277"/>
                      <a:pt x="7567" y="5261"/>
                    </a:cubicBezTo>
                    <a:cubicBezTo>
                      <a:pt x="7589" y="5201"/>
                      <a:pt x="7616" y="5141"/>
                      <a:pt x="7649" y="5081"/>
                    </a:cubicBezTo>
                    <a:cubicBezTo>
                      <a:pt x="7692" y="4978"/>
                      <a:pt x="7725" y="4864"/>
                      <a:pt x="7736" y="4750"/>
                    </a:cubicBezTo>
                    <a:cubicBezTo>
                      <a:pt x="7763" y="4630"/>
                      <a:pt x="7785" y="4505"/>
                      <a:pt x="7796" y="4380"/>
                    </a:cubicBezTo>
                    <a:cubicBezTo>
                      <a:pt x="7796" y="4244"/>
                      <a:pt x="7790" y="4108"/>
                      <a:pt x="7774" y="3972"/>
                    </a:cubicBezTo>
                    <a:cubicBezTo>
                      <a:pt x="7769" y="3912"/>
                      <a:pt x="7779" y="3847"/>
                      <a:pt x="7774" y="3782"/>
                    </a:cubicBezTo>
                    <a:cubicBezTo>
                      <a:pt x="7769" y="3722"/>
                      <a:pt x="7758" y="3662"/>
                      <a:pt x="7736" y="3608"/>
                    </a:cubicBezTo>
                    <a:cubicBezTo>
                      <a:pt x="7730" y="3592"/>
                      <a:pt x="7720" y="3570"/>
                      <a:pt x="7703" y="3559"/>
                    </a:cubicBezTo>
                    <a:cubicBezTo>
                      <a:pt x="7692" y="3461"/>
                      <a:pt x="7692" y="3363"/>
                      <a:pt x="7692" y="3271"/>
                    </a:cubicBezTo>
                    <a:cubicBezTo>
                      <a:pt x="7698" y="3162"/>
                      <a:pt x="7671" y="3059"/>
                      <a:pt x="7557" y="3026"/>
                    </a:cubicBezTo>
                    <a:cubicBezTo>
                      <a:pt x="7522" y="3017"/>
                      <a:pt x="7484" y="3014"/>
                      <a:pt x="7445" y="3014"/>
                    </a:cubicBezTo>
                    <a:cubicBezTo>
                      <a:pt x="7366" y="3014"/>
                      <a:pt x="7281" y="3026"/>
                      <a:pt x="7209" y="3026"/>
                    </a:cubicBezTo>
                    <a:cubicBezTo>
                      <a:pt x="7187" y="3028"/>
                      <a:pt x="7165" y="3029"/>
                      <a:pt x="7142" y="3029"/>
                    </a:cubicBezTo>
                    <a:cubicBezTo>
                      <a:pt x="7097" y="3029"/>
                      <a:pt x="7051" y="3026"/>
                      <a:pt x="7007" y="3026"/>
                    </a:cubicBezTo>
                    <a:cubicBezTo>
                      <a:pt x="7007" y="2657"/>
                      <a:pt x="7024" y="2282"/>
                      <a:pt x="6991" y="1907"/>
                    </a:cubicBezTo>
                    <a:cubicBezTo>
                      <a:pt x="6980" y="1809"/>
                      <a:pt x="6959" y="1716"/>
                      <a:pt x="6959" y="1613"/>
                    </a:cubicBezTo>
                    <a:cubicBezTo>
                      <a:pt x="6959" y="1504"/>
                      <a:pt x="6959" y="1396"/>
                      <a:pt x="6953" y="1287"/>
                    </a:cubicBezTo>
                    <a:cubicBezTo>
                      <a:pt x="6953" y="1086"/>
                      <a:pt x="6915" y="890"/>
                      <a:pt x="6910" y="694"/>
                    </a:cubicBezTo>
                    <a:cubicBezTo>
                      <a:pt x="6910" y="602"/>
                      <a:pt x="6904" y="510"/>
                      <a:pt x="6904" y="423"/>
                    </a:cubicBezTo>
                    <a:cubicBezTo>
                      <a:pt x="6910" y="352"/>
                      <a:pt x="6910" y="287"/>
                      <a:pt x="6904" y="216"/>
                    </a:cubicBezTo>
                    <a:cubicBezTo>
                      <a:pt x="6872" y="53"/>
                      <a:pt x="6763" y="26"/>
                      <a:pt x="6616" y="15"/>
                    </a:cubicBezTo>
                    <a:cubicBezTo>
                      <a:pt x="6551" y="5"/>
                      <a:pt x="6487" y="1"/>
                      <a:pt x="6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20"/>
              <p:cNvSpPr/>
              <p:nvPr/>
            </p:nvSpPr>
            <p:spPr>
              <a:xfrm>
                <a:off x="3097075" y="4749200"/>
                <a:ext cx="61025" cy="46250"/>
              </a:xfrm>
              <a:custGeom>
                <a:rect b="b" l="l" r="r" t="t"/>
                <a:pathLst>
                  <a:path extrusionOk="0" h="1850" w="2441">
                    <a:moveTo>
                      <a:pt x="1642" y="111"/>
                    </a:moveTo>
                    <a:cubicBezTo>
                      <a:pt x="1729" y="127"/>
                      <a:pt x="1816" y="138"/>
                      <a:pt x="1908" y="154"/>
                    </a:cubicBezTo>
                    <a:cubicBezTo>
                      <a:pt x="1957" y="165"/>
                      <a:pt x="2011" y="170"/>
                      <a:pt x="2066" y="176"/>
                    </a:cubicBezTo>
                    <a:cubicBezTo>
                      <a:pt x="2087" y="173"/>
                      <a:pt x="2109" y="172"/>
                      <a:pt x="2132" y="172"/>
                    </a:cubicBezTo>
                    <a:cubicBezTo>
                      <a:pt x="2154" y="172"/>
                      <a:pt x="2177" y="173"/>
                      <a:pt x="2202" y="176"/>
                    </a:cubicBezTo>
                    <a:cubicBezTo>
                      <a:pt x="2202" y="181"/>
                      <a:pt x="2202" y="181"/>
                      <a:pt x="2207" y="187"/>
                    </a:cubicBezTo>
                    <a:cubicBezTo>
                      <a:pt x="2218" y="214"/>
                      <a:pt x="2223" y="241"/>
                      <a:pt x="2229" y="268"/>
                    </a:cubicBezTo>
                    <a:cubicBezTo>
                      <a:pt x="2240" y="323"/>
                      <a:pt x="2256" y="371"/>
                      <a:pt x="2267" y="426"/>
                    </a:cubicBezTo>
                    <a:cubicBezTo>
                      <a:pt x="2283" y="551"/>
                      <a:pt x="2289" y="681"/>
                      <a:pt x="2278" y="806"/>
                    </a:cubicBezTo>
                    <a:cubicBezTo>
                      <a:pt x="2267" y="910"/>
                      <a:pt x="2251" y="1013"/>
                      <a:pt x="2223" y="1111"/>
                    </a:cubicBezTo>
                    <a:cubicBezTo>
                      <a:pt x="2207" y="1209"/>
                      <a:pt x="2174" y="1306"/>
                      <a:pt x="2126" y="1393"/>
                    </a:cubicBezTo>
                    <a:cubicBezTo>
                      <a:pt x="2017" y="1584"/>
                      <a:pt x="1810" y="1627"/>
                      <a:pt x="1615" y="1660"/>
                    </a:cubicBezTo>
                    <a:cubicBezTo>
                      <a:pt x="1517" y="1676"/>
                      <a:pt x="1419" y="1687"/>
                      <a:pt x="1321" y="1698"/>
                    </a:cubicBezTo>
                    <a:cubicBezTo>
                      <a:pt x="1201" y="1698"/>
                      <a:pt x="1071" y="1671"/>
                      <a:pt x="946" y="1665"/>
                    </a:cubicBezTo>
                    <a:cubicBezTo>
                      <a:pt x="745" y="1654"/>
                      <a:pt x="555" y="1584"/>
                      <a:pt x="397" y="1459"/>
                    </a:cubicBezTo>
                    <a:cubicBezTo>
                      <a:pt x="315" y="1393"/>
                      <a:pt x="288" y="1290"/>
                      <a:pt x="250" y="1198"/>
                    </a:cubicBezTo>
                    <a:cubicBezTo>
                      <a:pt x="218" y="1149"/>
                      <a:pt x="196" y="1094"/>
                      <a:pt x="174" y="1035"/>
                    </a:cubicBezTo>
                    <a:cubicBezTo>
                      <a:pt x="163" y="980"/>
                      <a:pt x="158" y="926"/>
                      <a:pt x="152" y="872"/>
                    </a:cubicBezTo>
                    <a:cubicBezTo>
                      <a:pt x="141" y="763"/>
                      <a:pt x="147" y="649"/>
                      <a:pt x="169" y="540"/>
                    </a:cubicBezTo>
                    <a:cubicBezTo>
                      <a:pt x="185" y="448"/>
                      <a:pt x="212" y="317"/>
                      <a:pt x="277" y="246"/>
                    </a:cubicBezTo>
                    <a:cubicBezTo>
                      <a:pt x="326" y="198"/>
                      <a:pt x="397" y="203"/>
                      <a:pt x="457" y="198"/>
                    </a:cubicBezTo>
                    <a:cubicBezTo>
                      <a:pt x="522" y="192"/>
                      <a:pt x="576" y="176"/>
                      <a:pt x="636" y="176"/>
                    </a:cubicBezTo>
                    <a:cubicBezTo>
                      <a:pt x="767" y="165"/>
                      <a:pt x="897" y="170"/>
                      <a:pt x="1027" y="154"/>
                    </a:cubicBezTo>
                    <a:cubicBezTo>
                      <a:pt x="1158" y="138"/>
                      <a:pt x="1305" y="132"/>
                      <a:pt x="1446" y="127"/>
                    </a:cubicBezTo>
                    <a:cubicBezTo>
                      <a:pt x="1511" y="127"/>
                      <a:pt x="1577" y="121"/>
                      <a:pt x="1642" y="111"/>
                    </a:cubicBezTo>
                    <a:close/>
                    <a:moveTo>
                      <a:pt x="1340" y="1"/>
                    </a:moveTo>
                    <a:cubicBezTo>
                      <a:pt x="1209" y="1"/>
                      <a:pt x="1077" y="14"/>
                      <a:pt x="941" y="24"/>
                    </a:cubicBezTo>
                    <a:cubicBezTo>
                      <a:pt x="805" y="34"/>
                      <a:pt x="674" y="24"/>
                      <a:pt x="544" y="40"/>
                    </a:cubicBezTo>
                    <a:cubicBezTo>
                      <a:pt x="430" y="56"/>
                      <a:pt x="288" y="51"/>
                      <a:pt x="201" y="127"/>
                    </a:cubicBezTo>
                    <a:cubicBezTo>
                      <a:pt x="131" y="198"/>
                      <a:pt x="82" y="290"/>
                      <a:pt x="60" y="388"/>
                    </a:cubicBezTo>
                    <a:cubicBezTo>
                      <a:pt x="22" y="513"/>
                      <a:pt x="6" y="638"/>
                      <a:pt x="0" y="768"/>
                    </a:cubicBezTo>
                    <a:cubicBezTo>
                      <a:pt x="0" y="834"/>
                      <a:pt x="11" y="893"/>
                      <a:pt x="22" y="959"/>
                    </a:cubicBezTo>
                    <a:cubicBezTo>
                      <a:pt x="22" y="1013"/>
                      <a:pt x="33" y="1073"/>
                      <a:pt x="54" y="1127"/>
                    </a:cubicBezTo>
                    <a:cubicBezTo>
                      <a:pt x="98" y="1247"/>
                      <a:pt x="152" y="1366"/>
                      <a:pt x="218" y="1475"/>
                    </a:cubicBezTo>
                    <a:cubicBezTo>
                      <a:pt x="283" y="1578"/>
                      <a:pt x="375" y="1616"/>
                      <a:pt x="468" y="1687"/>
                    </a:cubicBezTo>
                    <a:cubicBezTo>
                      <a:pt x="555" y="1758"/>
                      <a:pt x="680" y="1774"/>
                      <a:pt x="788" y="1801"/>
                    </a:cubicBezTo>
                    <a:cubicBezTo>
                      <a:pt x="919" y="1828"/>
                      <a:pt x="1055" y="1823"/>
                      <a:pt x="1191" y="1845"/>
                    </a:cubicBezTo>
                    <a:cubicBezTo>
                      <a:pt x="1232" y="1848"/>
                      <a:pt x="1274" y="1850"/>
                      <a:pt x="1316" y="1850"/>
                    </a:cubicBezTo>
                    <a:cubicBezTo>
                      <a:pt x="1407" y="1850"/>
                      <a:pt x="1498" y="1841"/>
                      <a:pt x="1587" y="1823"/>
                    </a:cubicBezTo>
                    <a:cubicBezTo>
                      <a:pt x="1810" y="1796"/>
                      <a:pt x="2044" y="1758"/>
                      <a:pt x="2191" y="1567"/>
                    </a:cubicBezTo>
                    <a:cubicBezTo>
                      <a:pt x="2327" y="1388"/>
                      <a:pt x="2370" y="1138"/>
                      <a:pt x="2414" y="920"/>
                    </a:cubicBezTo>
                    <a:cubicBezTo>
                      <a:pt x="2435" y="763"/>
                      <a:pt x="2441" y="600"/>
                      <a:pt x="2424" y="442"/>
                    </a:cubicBezTo>
                    <a:lnTo>
                      <a:pt x="2419" y="442"/>
                    </a:lnTo>
                    <a:cubicBezTo>
                      <a:pt x="2408" y="361"/>
                      <a:pt x="2392" y="285"/>
                      <a:pt x="2376" y="208"/>
                    </a:cubicBezTo>
                    <a:cubicBezTo>
                      <a:pt x="2370" y="165"/>
                      <a:pt x="2354" y="121"/>
                      <a:pt x="2332" y="83"/>
                    </a:cubicBezTo>
                    <a:cubicBezTo>
                      <a:pt x="2299" y="30"/>
                      <a:pt x="2238" y="20"/>
                      <a:pt x="2176" y="20"/>
                    </a:cubicBezTo>
                    <a:cubicBezTo>
                      <a:pt x="2136" y="20"/>
                      <a:pt x="2096" y="24"/>
                      <a:pt x="2060" y="24"/>
                    </a:cubicBezTo>
                    <a:cubicBezTo>
                      <a:pt x="1973" y="24"/>
                      <a:pt x="1897" y="2"/>
                      <a:pt x="1810" y="2"/>
                    </a:cubicBezTo>
                    <a:cubicBezTo>
                      <a:pt x="1750" y="2"/>
                      <a:pt x="1691" y="7"/>
                      <a:pt x="1636" y="18"/>
                    </a:cubicBezTo>
                    <a:cubicBezTo>
                      <a:pt x="1560" y="7"/>
                      <a:pt x="1484" y="2"/>
                      <a:pt x="1403" y="2"/>
                    </a:cubicBezTo>
                    <a:cubicBezTo>
                      <a:pt x="1382" y="1"/>
                      <a:pt x="1361" y="1"/>
                      <a:pt x="1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20"/>
              <p:cNvSpPr/>
              <p:nvPr/>
            </p:nvSpPr>
            <p:spPr>
              <a:xfrm>
                <a:off x="3203075" y="4748400"/>
                <a:ext cx="63600" cy="44625"/>
              </a:xfrm>
              <a:custGeom>
                <a:rect b="b" l="l" r="r" t="t"/>
                <a:pathLst>
                  <a:path extrusionOk="0" h="1785" w="2544">
                    <a:moveTo>
                      <a:pt x="1424" y="126"/>
                    </a:moveTo>
                    <a:lnTo>
                      <a:pt x="1424" y="126"/>
                    </a:lnTo>
                    <a:cubicBezTo>
                      <a:pt x="1419" y="153"/>
                      <a:pt x="1441" y="175"/>
                      <a:pt x="1468" y="175"/>
                    </a:cubicBezTo>
                    <a:cubicBezTo>
                      <a:pt x="1587" y="181"/>
                      <a:pt x="1701" y="181"/>
                      <a:pt x="1821" y="181"/>
                    </a:cubicBezTo>
                    <a:cubicBezTo>
                      <a:pt x="1870" y="181"/>
                      <a:pt x="1924" y="175"/>
                      <a:pt x="1973" y="170"/>
                    </a:cubicBezTo>
                    <a:cubicBezTo>
                      <a:pt x="2028" y="170"/>
                      <a:pt x="2098" y="181"/>
                      <a:pt x="2158" y="181"/>
                    </a:cubicBezTo>
                    <a:cubicBezTo>
                      <a:pt x="2180" y="181"/>
                      <a:pt x="2221" y="173"/>
                      <a:pt x="2254" y="173"/>
                    </a:cubicBezTo>
                    <a:cubicBezTo>
                      <a:pt x="2270" y="173"/>
                      <a:pt x="2285" y="175"/>
                      <a:pt x="2294" y="181"/>
                    </a:cubicBezTo>
                    <a:cubicBezTo>
                      <a:pt x="2321" y="202"/>
                      <a:pt x="2316" y="262"/>
                      <a:pt x="2321" y="295"/>
                    </a:cubicBezTo>
                    <a:cubicBezTo>
                      <a:pt x="2332" y="333"/>
                      <a:pt x="2359" y="382"/>
                      <a:pt x="2375" y="425"/>
                    </a:cubicBezTo>
                    <a:cubicBezTo>
                      <a:pt x="2392" y="485"/>
                      <a:pt x="2403" y="550"/>
                      <a:pt x="2414" y="610"/>
                    </a:cubicBezTo>
                    <a:cubicBezTo>
                      <a:pt x="2430" y="697"/>
                      <a:pt x="2392" y="806"/>
                      <a:pt x="2392" y="898"/>
                    </a:cubicBezTo>
                    <a:lnTo>
                      <a:pt x="2386" y="893"/>
                    </a:lnTo>
                    <a:cubicBezTo>
                      <a:pt x="2375" y="1023"/>
                      <a:pt x="2343" y="1148"/>
                      <a:pt x="2299" y="1268"/>
                    </a:cubicBezTo>
                    <a:cubicBezTo>
                      <a:pt x="2272" y="1371"/>
                      <a:pt x="2207" y="1453"/>
                      <a:pt x="2115" y="1496"/>
                    </a:cubicBezTo>
                    <a:cubicBezTo>
                      <a:pt x="2017" y="1556"/>
                      <a:pt x="1908" y="1594"/>
                      <a:pt x="1799" y="1610"/>
                    </a:cubicBezTo>
                    <a:cubicBezTo>
                      <a:pt x="1750" y="1616"/>
                      <a:pt x="1707" y="1621"/>
                      <a:pt x="1669" y="1632"/>
                    </a:cubicBezTo>
                    <a:cubicBezTo>
                      <a:pt x="1655" y="1633"/>
                      <a:pt x="1641" y="1634"/>
                      <a:pt x="1627" y="1634"/>
                    </a:cubicBezTo>
                    <a:cubicBezTo>
                      <a:pt x="1583" y="1634"/>
                      <a:pt x="1542" y="1627"/>
                      <a:pt x="1500" y="1610"/>
                    </a:cubicBezTo>
                    <a:cubicBezTo>
                      <a:pt x="1465" y="1606"/>
                      <a:pt x="1430" y="1605"/>
                      <a:pt x="1395" y="1605"/>
                    </a:cubicBezTo>
                    <a:cubicBezTo>
                      <a:pt x="1349" y="1605"/>
                      <a:pt x="1303" y="1607"/>
                      <a:pt x="1258" y="1607"/>
                    </a:cubicBezTo>
                    <a:cubicBezTo>
                      <a:pt x="1208" y="1607"/>
                      <a:pt x="1159" y="1604"/>
                      <a:pt x="1109" y="1594"/>
                    </a:cubicBezTo>
                    <a:cubicBezTo>
                      <a:pt x="1000" y="1567"/>
                      <a:pt x="886" y="1567"/>
                      <a:pt x="783" y="1540"/>
                    </a:cubicBezTo>
                    <a:cubicBezTo>
                      <a:pt x="663" y="1512"/>
                      <a:pt x="544" y="1404"/>
                      <a:pt x="457" y="1328"/>
                    </a:cubicBezTo>
                    <a:cubicBezTo>
                      <a:pt x="381" y="1251"/>
                      <a:pt x="321" y="1159"/>
                      <a:pt x="277" y="1061"/>
                    </a:cubicBezTo>
                    <a:cubicBezTo>
                      <a:pt x="223" y="952"/>
                      <a:pt x="158" y="860"/>
                      <a:pt x="147" y="730"/>
                    </a:cubicBezTo>
                    <a:cubicBezTo>
                      <a:pt x="152" y="610"/>
                      <a:pt x="169" y="485"/>
                      <a:pt x="201" y="371"/>
                    </a:cubicBezTo>
                    <a:cubicBezTo>
                      <a:pt x="223" y="257"/>
                      <a:pt x="310" y="251"/>
                      <a:pt x="413" y="224"/>
                    </a:cubicBezTo>
                    <a:cubicBezTo>
                      <a:pt x="473" y="208"/>
                      <a:pt x="527" y="181"/>
                      <a:pt x="593" y="170"/>
                    </a:cubicBezTo>
                    <a:cubicBezTo>
                      <a:pt x="615" y="166"/>
                      <a:pt x="635" y="165"/>
                      <a:pt x="655" y="165"/>
                    </a:cubicBezTo>
                    <a:cubicBezTo>
                      <a:pt x="677" y="165"/>
                      <a:pt x="698" y="166"/>
                      <a:pt x="719" y="166"/>
                    </a:cubicBezTo>
                    <a:cubicBezTo>
                      <a:pt x="731" y="166"/>
                      <a:pt x="743" y="166"/>
                      <a:pt x="756" y="164"/>
                    </a:cubicBezTo>
                    <a:cubicBezTo>
                      <a:pt x="826" y="148"/>
                      <a:pt x="902" y="137"/>
                      <a:pt x="973" y="132"/>
                    </a:cubicBezTo>
                    <a:lnTo>
                      <a:pt x="1163" y="132"/>
                    </a:lnTo>
                    <a:lnTo>
                      <a:pt x="1424" y="126"/>
                    </a:lnTo>
                    <a:close/>
                    <a:moveTo>
                      <a:pt x="1991" y="0"/>
                    </a:moveTo>
                    <a:cubicBezTo>
                      <a:pt x="1984" y="0"/>
                      <a:pt x="1976" y="1"/>
                      <a:pt x="1968" y="1"/>
                    </a:cubicBezTo>
                    <a:cubicBezTo>
                      <a:pt x="1892" y="7"/>
                      <a:pt x="1799" y="1"/>
                      <a:pt x="1723" y="18"/>
                    </a:cubicBezTo>
                    <a:lnTo>
                      <a:pt x="1718" y="18"/>
                    </a:lnTo>
                    <a:cubicBezTo>
                      <a:pt x="1506" y="7"/>
                      <a:pt x="1294" y="7"/>
                      <a:pt x="1087" y="7"/>
                    </a:cubicBezTo>
                    <a:cubicBezTo>
                      <a:pt x="1052" y="4"/>
                      <a:pt x="1018" y="3"/>
                      <a:pt x="984" y="3"/>
                    </a:cubicBezTo>
                    <a:cubicBezTo>
                      <a:pt x="950" y="3"/>
                      <a:pt x="916" y="4"/>
                      <a:pt x="881" y="7"/>
                    </a:cubicBezTo>
                    <a:cubicBezTo>
                      <a:pt x="821" y="12"/>
                      <a:pt x="761" y="34"/>
                      <a:pt x="701" y="34"/>
                    </a:cubicBezTo>
                    <a:cubicBezTo>
                      <a:pt x="641" y="34"/>
                      <a:pt x="582" y="34"/>
                      <a:pt x="522" y="45"/>
                    </a:cubicBezTo>
                    <a:cubicBezTo>
                      <a:pt x="451" y="66"/>
                      <a:pt x="391" y="88"/>
                      <a:pt x="326" y="105"/>
                    </a:cubicBezTo>
                    <a:cubicBezTo>
                      <a:pt x="234" y="115"/>
                      <a:pt x="152" y="159"/>
                      <a:pt x="98" y="230"/>
                    </a:cubicBezTo>
                    <a:cubicBezTo>
                      <a:pt x="76" y="289"/>
                      <a:pt x="60" y="349"/>
                      <a:pt x="54" y="409"/>
                    </a:cubicBezTo>
                    <a:cubicBezTo>
                      <a:pt x="44" y="485"/>
                      <a:pt x="27" y="556"/>
                      <a:pt x="16" y="632"/>
                    </a:cubicBezTo>
                    <a:cubicBezTo>
                      <a:pt x="0" y="746"/>
                      <a:pt x="16" y="860"/>
                      <a:pt x="65" y="963"/>
                    </a:cubicBezTo>
                    <a:cubicBezTo>
                      <a:pt x="120" y="1094"/>
                      <a:pt x="190" y="1219"/>
                      <a:pt x="272" y="1333"/>
                    </a:cubicBezTo>
                    <a:cubicBezTo>
                      <a:pt x="353" y="1425"/>
                      <a:pt x="440" y="1507"/>
                      <a:pt x="544" y="1572"/>
                    </a:cubicBezTo>
                    <a:cubicBezTo>
                      <a:pt x="647" y="1648"/>
                      <a:pt x="777" y="1697"/>
                      <a:pt x="908" y="1697"/>
                    </a:cubicBezTo>
                    <a:cubicBezTo>
                      <a:pt x="1055" y="1724"/>
                      <a:pt x="1201" y="1741"/>
                      <a:pt x="1343" y="1752"/>
                    </a:cubicBezTo>
                    <a:cubicBezTo>
                      <a:pt x="1424" y="1752"/>
                      <a:pt x="1500" y="1762"/>
                      <a:pt x="1576" y="1779"/>
                    </a:cubicBezTo>
                    <a:cubicBezTo>
                      <a:pt x="1592" y="1783"/>
                      <a:pt x="1608" y="1784"/>
                      <a:pt x="1624" y="1784"/>
                    </a:cubicBezTo>
                    <a:cubicBezTo>
                      <a:pt x="1654" y="1784"/>
                      <a:pt x="1684" y="1778"/>
                      <a:pt x="1712" y="1768"/>
                    </a:cubicBezTo>
                    <a:cubicBezTo>
                      <a:pt x="1745" y="1757"/>
                      <a:pt x="1779" y="1757"/>
                      <a:pt x="1812" y="1757"/>
                    </a:cubicBezTo>
                    <a:cubicBezTo>
                      <a:pt x="1846" y="1757"/>
                      <a:pt x="1878" y="1757"/>
                      <a:pt x="1908" y="1746"/>
                    </a:cubicBezTo>
                    <a:cubicBezTo>
                      <a:pt x="1962" y="1735"/>
                      <a:pt x="2006" y="1708"/>
                      <a:pt x="2049" y="1681"/>
                    </a:cubicBezTo>
                    <a:cubicBezTo>
                      <a:pt x="2169" y="1616"/>
                      <a:pt x="2289" y="1578"/>
                      <a:pt x="2359" y="1453"/>
                    </a:cubicBezTo>
                    <a:cubicBezTo>
                      <a:pt x="2403" y="1355"/>
                      <a:pt x="2435" y="1257"/>
                      <a:pt x="2457" y="1148"/>
                    </a:cubicBezTo>
                    <a:cubicBezTo>
                      <a:pt x="2501" y="1012"/>
                      <a:pt x="2495" y="871"/>
                      <a:pt x="2528" y="730"/>
                    </a:cubicBezTo>
                    <a:cubicBezTo>
                      <a:pt x="2544" y="594"/>
                      <a:pt x="2522" y="452"/>
                      <a:pt x="2473" y="327"/>
                    </a:cubicBezTo>
                    <a:lnTo>
                      <a:pt x="2484" y="327"/>
                    </a:lnTo>
                    <a:cubicBezTo>
                      <a:pt x="2446" y="219"/>
                      <a:pt x="2490" y="94"/>
                      <a:pt x="2354" y="34"/>
                    </a:cubicBezTo>
                    <a:cubicBezTo>
                      <a:pt x="2313" y="22"/>
                      <a:pt x="2269" y="15"/>
                      <a:pt x="2227" y="15"/>
                    </a:cubicBezTo>
                    <a:cubicBezTo>
                      <a:pt x="2213" y="15"/>
                      <a:pt x="2199" y="16"/>
                      <a:pt x="2185" y="18"/>
                    </a:cubicBezTo>
                    <a:cubicBezTo>
                      <a:pt x="2118" y="18"/>
                      <a:pt x="2054" y="0"/>
                      <a:pt x="19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20"/>
              <p:cNvSpPr/>
              <p:nvPr/>
            </p:nvSpPr>
            <p:spPr>
              <a:xfrm>
                <a:off x="3109300" y="4762150"/>
                <a:ext cx="38750" cy="20950"/>
              </a:xfrm>
              <a:custGeom>
                <a:rect b="b" l="l" r="r" t="t"/>
                <a:pathLst>
                  <a:path extrusionOk="0" h="838" w="1550">
                    <a:moveTo>
                      <a:pt x="1512" y="0"/>
                    </a:moveTo>
                    <a:cubicBezTo>
                      <a:pt x="1457" y="0"/>
                      <a:pt x="1452" y="17"/>
                      <a:pt x="1414" y="49"/>
                    </a:cubicBezTo>
                    <a:cubicBezTo>
                      <a:pt x="1359" y="98"/>
                      <a:pt x="1251" y="120"/>
                      <a:pt x="1185" y="152"/>
                    </a:cubicBezTo>
                    <a:cubicBezTo>
                      <a:pt x="1049" y="223"/>
                      <a:pt x="908" y="277"/>
                      <a:pt x="778" y="348"/>
                    </a:cubicBezTo>
                    <a:cubicBezTo>
                      <a:pt x="718" y="381"/>
                      <a:pt x="647" y="392"/>
                      <a:pt x="587" y="424"/>
                    </a:cubicBezTo>
                    <a:cubicBezTo>
                      <a:pt x="522" y="457"/>
                      <a:pt x="468" y="500"/>
                      <a:pt x="397" y="528"/>
                    </a:cubicBezTo>
                    <a:cubicBezTo>
                      <a:pt x="332" y="555"/>
                      <a:pt x="267" y="593"/>
                      <a:pt x="207" y="642"/>
                    </a:cubicBezTo>
                    <a:cubicBezTo>
                      <a:pt x="147" y="685"/>
                      <a:pt x="93" y="778"/>
                      <a:pt x="22" y="794"/>
                    </a:cubicBezTo>
                    <a:cubicBezTo>
                      <a:pt x="0" y="805"/>
                      <a:pt x="6" y="837"/>
                      <a:pt x="33" y="837"/>
                    </a:cubicBezTo>
                    <a:cubicBezTo>
                      <a:pt x="169" y="810"/>
                      <a:pt x="261" y="718"/>
                      <a:pt x="381" y="653"/>
                    </a:cubicBezTo>
                    <a:cubicBezTo>
                      <a:pt x="441" y="631"/>
                      <a:pt x="506" y="604"/>
                      <a:pt x="566" y="571"/>
                    </a:cubicBezTo>
                    <a:cubicBezTo>
                      <a:pt x="625" y="528"/>
                      <a:pt x="691" y="489"/>
                      <a:pt x="761" y="462"/>
                    </a:cubicBezTo>
                    <a:cubicBezTo>
                      <a:pt x="827" y="435"/>
                      <a:pt x="881" y="386"/>
                      <a:pt x="941" y="354"/>
                    </a:cubicBezTo>
                    <a:cubicBezTo>
                      <a:pt x="1006" y="326"/>
                      <a:pt x="1082" y="288"/>
                      <a:pt x="1153" y="256"/>
                    </a:cubicBezTo>
                    <a:cubicBezTo>
                      <a:pt x="1223" y="212"/>
                      <a:pt x="1294" y="180"/>
                      <a:pt x="1370" y="147"/>
                    </a:cubicBezTo>
                    <a:cubicBezTo>
                      <a:pt x="1392" y="142"/>
                      <a:pt x="1414" y="131"/>
                      <a:pt x="1435" y="114"/>
                    </a:cubicBezTo>
                    <a:cubicBezTo>
                      <a:pt x="1468" y="93"/>
                      <a:pt x="1479" y="60"/>
                      <a:pt x="1522" y="49"/>
                    </a:cubicBezTo>
                    <a:cubicBezTo>
                      <a:pt x="1550" y="38"/>
                      <a:pt x="1544" y="0"/>
                      <a:pt x="1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0"/>
              <p:cNvSpPr/>
              <p:nvPr/>
            </p:nvSpPr>
            <p:spPr>
              <a:xfrm>
                <a:off x="3126700" y="4775225"/>
                <a:ext cx="17825" cy="9400"/>
              </a:xfrm>
              <a:custGeom>
                <a:rect b="b" l="l" r="r" t="t"/>
                <a:pathLst>
                  <a:path extrusionOk="0" h="376" w="713">
                    <a:moveTo>
                      <a:pt x="656" y="0"/>
                    </a:moveTo>
                    <a:cubicBezTo>
                      <a:pt x="646" y="0"/>
                      <a:pt x="638" y="3"/>
                      <a:pt x="631" y="10"/>
                    </a:cubicBezTo>
                    <a:cubicBezTo>
                      <a:pt x="593" y="43"/>
                      <a:pt x="549" y="59"/>
                      <a:pt x="506" y="70"/>
                    </a:cubicBezTo>
                    <a:cubicBezTo>
                      <a:pt x="457" y="91"/>
                      <a:pt x="408" y="119"/>
                      <a:pt x="364" y="151"/>
                    </a:cubicBezTo>
                    <a:cubicBezTo>
                      <a:pt x="274" y="215"/>
                      <a:pt x="142" y="336"/>
                      <a:pt x="34" y="336"/>
                    </a:cubicBezTo>
                    <a:cubicBezTo>
                      <a:pt x="32" y="336"/>
                      <a:pt x="30" y="336"/>
                      <a:pt x="27" y="336"/>
                    </a:cubicBezTo>
                    <a:cubicBezTo>
                      <a:pt x="0" y="336"/>
                      <a:pt x="6" y="369"/>
                      <a:pt x="27" y="374"/>
                    </a:cubicBezTo>
                    <a:cubicBezTo>
                      <a:pt x="37" y="375"/>
                      <a:pt x="48" y="376"/>
                      <a:pt x="58" y="376"/>
                    </a:cubicBezTo>
                    <a:cubicBezTo>
                      <a:pt x="186" y="376"/>
                      <a:pt x="324" y="287"/>
                      <a:pt x="430" y="222"/>
                    </a:cubicBezTo>
                    <a:cubicBezTo>
                      <a:pt x="495" y="184"/>
                      <a:pt x="712" y="140"/>
                      <a:pt x="701" y="37"/>
                    </a:cubicBezTo>
                    <a:lnTo>
                      <a:pt x="696" y="37"/>
                    </a:lnTo>
                    <a:cubicBezTo>
                      <a:pt x="696" y="15"/>
                      <a:pt x="675" y="0"/>
                      <a:pt x="6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0"/>
              <p:cNvSpPr/>
              <p:nvPr/>
            </p:nvSpPr>
            <p:spPr>
              <a:xfrm>
                <a:off x="3212775" y="4769300"/>
                <a:ext cx="32025" cy="13500"/>
              </a:xfrm>
              <a:custGeom>
                <a:rect b="b" l="l" r="r" t="t"/>
                <a:pathLst>
                  <a:path extrusionOk="0" h="540" w="1281">
                    <a:moveTo>
                      <a:pt x="33" y="1"/>
                    </a:moveTo>
                    <a:cubicBezTo>
                      <a:pt x="11" y="1"/>
                      <a:pt x="1" y="36"/>
                      <a:pt x="25" y="46"/>
                    </a:cubicBezTo>
                    <a:cubicBezTo>
                      <a:pt x="123" y="89"/>
                      <a:pt x="205" y="155"/>
                      <a:pt x="313" y="187"/>
                    </a:cubicBezTo>
                    <a:cubicBezTo>
                      <a:pt x="444" y="225"/>
                      <a:pt x="574" y="274"/>
                      <a:pt x="699" y="328"/>
                    </a:cubicBezTo>
                    <a:cubicBezTo>
                      <a:pt x="837" y="403"/>
                      <a:pt x="1025" y="539"/>
                      <a:pt x="1197" y="539"/>
                    </a:cubicBezTo>
                    <a:cubicBezTo>
                      <a:pt x="1214" y="539"/>
                      <a:pt x="1231" y="538"/>
                      <a:pt x="1248" y="535"/>
                    </a:cubicBezTo>
                    <a:cubicBezTo>
                      <a:pt x="1275" y="524"/>
                      <a:pt x="1281" y="486"/>
                      <a:pt x="1259" y="470"/>
                    </a:cubicBezTo>
                    <a:lnTo>
                      <a:pt x="1254" y="470"/>
                    </a:lnTo>
                    <a:cubicBezTo>
                      <a:pt x="1172" y="426"/>
                      <a:pt x="1085" y="388"/>
                      <a:pt x="998" y="345"/>
                    </a:cubicBezTo>
                    <a:cubicBezTo>
                      <a:pt x="895" y="296"/>
                      <a:pt x="797" y="236"/>
                      <a:pt x="694" y="187"/>
                    </a:cubicBezTo>
                    <a:cubicBezTo>
                      <a:pt x="487" y="89"/>
                      <a:pt x="253" y="84"/>
                      <a:pt x="41" y="2"/>
                    </a:cubicBezTo>
                    <a:cubicBezTo>
                      <a:pt x="39"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0"/>
              <p:cNvSpPr/>
              <p:nvPr/>
            </p:nvSpPr>
            <p:spPr>
              <a:xfrm>
                <a:off x="3223725" y="4759775"/>
                <a:ext cx="29225" cy="13575"/>
              </a:xfrm>
              <a:custGeom>
                <a:rect b="b" l="l" r="r" t="t"/>
                <a:pathLst>
                  <a:path extrusionOk="0" h="543" w="1169">
                    <a:moveTo>
                      <a:pt x="41" y="0"/>
                    </a:moveTo>
                    <a:cubicBezTo>
                      <a:pt x="20" y="0"/>
                      <a:pt x="0" y="21"/>
                      <a:pt x="17" y="41"/>
                    </a:cubicBezTo>
                    <a:cubicBezTo>
                      <a:pt x="66" y="106"/>
                      <a:pt x="136" y="128"/>
                      <a:pt x="207" y="177"/>
                    </a:cubicBezTo>
                    <a:cubicBezTo>
                      <a:pt x="294" y="226"/>
                      <a:pt x="392" y="258"/>
                      <a:pt x="495" y="285"/>
                    </a:cubicBezTo>
                    <a:cubicBezTo>
                      <a:pt x="625" y="329"/>
                      <a:pt x="750" y="383"/>
                      <a:pt x="870" y="443"/>
                    </a:cubicBezTo>
                    <a:cubicBezTo>
                      <a:pt x="945" y="483"/>
                      <a:pt x="1012" y="542"/>
                      <a:pt x="1098" y="542"/>
                    </a:cubicBezTo>
                    <a:cubicBezTo>
                      <a:pt x="1106" y="542"/>
                      <a:pt x="1113" y="542"/>
                      <a:pt x="1120" y="541"/>
                    </a:cubicBezTo>
                    <a:cubicBezTo>
                      <a:pt x="1158" y="541"/>
                      <a:pt x="1169" y="487"/>
                      <a:pt x="1136" y="470"/>
                    </a:cubicBezTo>
                    <a:lnTo>
                      <a:pt x="1136" y="465"/>
                    </a:lnTo>
                    <a:cubicBezTo>
                      <a:pt x="1060" y="421"/>
                      <a:pt x="1000" y="362"/>
                      <a:pt x="919" y="329"/>
                    </a:cubicBezTo>
                    <a:cubicBezTo>
                      <a:pt x="821" y="285"/>
                      <a:pt x="718" y="242"/>
                      <a:pt x="615" y="204"/>
                    </a:cubicBezTo>
                    <a:cubicBezTo>
                      <a:pt x="517" y="160"/>
                      <a:pt x="424" y="150"/>
                      <a:pt x="326" y="122"/>
                    </a:cubicBezTo>
                    <a:cubicBezTo>
                      <a:pt x="278" y="106"/>
                      <a:pt x="234" y="84"/>
                      <a:pt x="191" y="63"/>
                    </a:cubicBezTo>
                    <a:cubicBezTo>
                      <a:pt x="142" y="41"/>
                      <a:pt x="104" y="46"/>
                      <a:pt x="60" y="8"/>
                    </a:cubicBezTo>
                    <a:cubicBezTo>
                      <a:pt x="55" y="3"/>
                      <a:pt x="48" y="0"/>
                      <a:pt x="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20"/>
              <p:cNvSpPr/>
              <p:nvPr/>
            </p:nvSpPr>
            <p:spPr>
              <a:xfrm>
                <a:off x="3111200" y="4758450"/>
                <a:ext cx="2475" cy="12675"/>
              </a:xfrm>
              <a:custGeom>
                <a:rect b="b" l="l" r="r" t="t"/>
                <a:pathLst>
                  <a:path extrusionOk="0" h="507" w="99">
                    <a:moveTo>
                      <a:pt x="41" y="0"/>
                    </a:moveTo>
                    <a:cubicBezTo>
                      <a:pt x="34" y="0"/>
                      <a:pt x="28" y="4"/>
                      <a:pt x="28" y="12"/>
                    </a:cubicBezTo>
                    <a:cubicBezTo>
                      <a:pt x="28" y="110"/>
                      <a:pt x="28" y="208"/>
                      <a:pt x="17" y="300"/>
                    </a:cubicBezTo>
                    <a:cubicBezTo>
                      <a:pt x="0" y="366"/>
                      <a:pt x="6" y="431"/>
                      <a:pt x="28" y="496"/>
                    </a:cubicBezTo>
                    <a:cubicBezTo>
                      <a:pt x="33" y="502"/>
                      <a:pt x="39" y="507"/>
                      <a:pt x="49" y="507"/>
                    </a:cubicBezTo>
                    <a:lnTo>
                      <a:pt x="71" y="507"/>
                    </a:lnTo>
                    <a:cubicBezTo>
                      <a:pt x="93" y="507"/>
                      <a:pt x="98" y="474"/>
                      <a:pt x="77" y="474"/>
                    </a:cubicBezTo>
                    <a:lnTo>
                      <a:pt x="77" y="469"/>
                    </a:lnTo>
                    <a:cubicBezTo>
                      <a:pt x="44" y="464"/>
                      <a:pt x="66" y="306"/>
                      <a:pt x="66" y="273"/>
                    </a:cubicBezTo>
                    <a:cubicBezTo>
                      <a:pt x="66" y="186"/>
                      <a:pt x="60" y="99"/>
                      <a:pt x="55" y="12"/>
                    </a:cubicBezTo>
                    <a:cubicBezTo>
                      <a:pt x="55" y="4"/>
                      <a:pt x="48" y="0"/>
                      <a:pt x="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0"/>
              <p:cNvSpPr/>
              <p:nvPr/>
            </p:nvSpPr>
            <p:spPr>
              <a:xfrm>
                <a:off x="3141900" y="4686175"/>
                <a:ext cx="82925" cy="3825"/>
              </a:xfrm>
              <a:custGeom>
                <a:rect b="b" l="l" r="r" t="t"/>
                <a:pathLst>
                  <a:path extrusionOk="0" h="153" w="3317">
                    <a:moveTo>
                      <a:pt x="2184" y="0"/>
                    </a:moveTo>
                    <a:cubicBezTo>
                      <a:pt x="2003" y="0"/>
                      <a:pt x="1824" y="2"/>
                      <a:pt x="1643" y="17"/>
                    </a:cubicBezTo>
                    <a:cubicBezTo>
                      <a:pt x="1371" y="44"/>
                      <a:pt x="1115" y="22"/>
                      <a:pt x="849" y="55"/>
                    </a:cubicBezTo>
                    <a:cubicBezTo>
                      <a:pt x="588" y="82"/>
                      <a:pt x="294" y="98"/>
                      <a:pt x="17" y="98"/>
                    </a:cubicBezTo>
                    <a:cubicBezTo>
                      <a:pt x="1" y="98"/>
                      <a:pt x="1" y="131"/>
                      <a:pt x="17" y="131"/>
                    </a:cubicBezTo>
                    <a:cubicBezTo>
                      <a:pt x="211" y="135"/>
                      <a:pt x="405" y="153"/>
                      <a:pt x="598" y="153"/>
                    </a:cubicBezTo>
                    <a:cubicBezTo>
                      <a:pt x="676" y="153"/>
                      <a:pt x="755" y="150"/>
                      <a:pt x="833" y="142"/>
                    </a:cubicBezTo>
                    <a:cubicBezTo>
                      <a:pt x="1110" y="120"/>
                      <a:pt x="1376" y="142"/>
                      <a:pt x="1648" y="115"/>
                    </a:cubicBezTo>
                    <a:cubicBezTo>
                      <a:pt x="1781" y="104"/>
                      <a:pt x="1913" y="101"/>
                      <a:pt x="2045" y="101"/>
                    </a:cubicBezTo>
                    <a:cubicBezTo>
                      <a:pt x="2177" y="101"/>
                      <a:pt x="2308" y="104"/>
                      <a:pt x="2442" y="104"/>
                    </a:cubicBezTo>
                    <a:cubicBezTo>
                      <a:pt x="2724" y="104"/>
                      <a:pt x="3002" y="98"/>
                      <a:pt x="3284" y="77"/>
                    </a:cubicBezTo>
                    <a:cubicBezTo>
                      <a:pt x="3317" y="77"/>
                      <a:pt x="3317" y="28"/>
                      <a:pt x="3284" y="28"/>
                    </a:cubicBezTo>
                    <a:cubicBezTo>
                      <a:pt x="3012" y="6"/>
                      <a:pt x="2735" y="1"/>
                      <a:pt x="2458" y="1"/>
                    </a:cubicBezTo>
                    <a:cubicBezTo>
                      <a:pt x="2366" y="1"/>
                      <a:pt x="2274" y="0"/>
                      <a:pt x="2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0"/>
              <p:cNvSpPr/>
              <p:nvPr/>
            </p:nvSpPr>
            <p:spPr>
              <a:xfrm>
                <a:off x="3149925" y="4695275"/>
                <a:ext cx="66075" cy="3775"/>
              </a:xfrm>
              <a:custGeom>
                <a:rect b="b" l="l" r="r" t="t"/>
                <a:pathLst>
                  <a:path extrusionOk="0" h="151" w="2643">
                    <a:moveTo>
                      <a:pt x="44" y="1"/>
                    </a:moveTo>
                    <a:cubicBezTo>
                      <a:pt x="1" y="6"/>
                      <a:pt x="1" y="66"/>
                      <a:pt x="44" y="71"/>
                    </a:cubicBezTo>
                    <a:cubicBezTo>
                      <a:pt x="137" y="71"/>
                      <a:pt x="229" y="104"/>
                      <a:pt x="321" y="110"/>
                    </a:cubicBezTo>
                    <a:cubicBezTo>
                      <a:pt x="356" y="111"/>
                      <a:pt x="391" y="112"/>
                      <a:pt x="426" y="112"/>
                    </a:cubicBezTo>
                    <a:cubicBezTo>
                      <a:pt x="497" y="112"/>
                      <a:pt x="568" y="110"/>
                      <a:pt x="637" y="110"/>
                    </a:cubicBezTo>
                    <a:cubicBezTo>
                      <a:pt x="854" y="120"/>
                      <a:pt x="1066" y="142"/>
                      <a:pt x="1284" y="148"/>
                    </a:cubicBezTo>
                    <a:cubicBezTo>
                      <a:pt x="1371" y="150"/>
                      <a:pt x="1458" y="151"/>
                      <a:pt x="1545" y="151"/>
                    </a:cubicBezTo>
                    <a:cubicBezTo>
                      <a:pt x="1902" y="151"/>
                      <a:pt x="2256" y="133"/>
                      <a:pt x="2610" y="93"/>
                    </a:cubicBezTo>
                    <a:cubicBezTo>
                      <a:pt x="2642" y="88"/>
                      <a:pt x="2642" y="44"/>
                      <a:pt x="2610" y="39"/>
                    </a:cubicBezTo>
                    <a:cubicBezTo>
                      <a:pt x="2569" y="36"/>
                      <a:pt x="2527" y="34"/>
                      <a:pt x="2485" y="34"/>
                    </a:cubicBezTo>
                    <a:cubicBezTo>
                      <a:pt x="2317" y="34"/>
                      <a:pt x="2143" y="55"/>
                      <a:pt x="1974" y="55"/>
                    </a:cubicBezTo>
                    <a:lnTo>
                      <a:pt x="1284" y="55"/>
                    </a:lnTo>
                    <a:cubicBezTo>
                      <a:pt x="1072" y="55"/>
                      <a:pt x="865" y="33"/>
                      <a:pt x="653" y="28"/>
                    </a:cubicBezTo>
                    <a:cubicBezTo>
                      <a:pt x="550" y="28"/>
                      <a:pt x="446" y="33"/>
                      <a:pt x="338" y="33"/>
                    </a:cubicBezTo>
                    <a:cubicBezTo>
                      <a:pt x="234" y="33"/>
                      <a:pt x="147"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0"/>
              <p:cNvSpPr/>
              <p:nvPr/>
            </p:nvSpPr>
            <p:spPr>
              <a:xfrm>
                <a:off x="3130900" y="4707250"/>
                <a:ext cx="94200" cy="3800"/>
              </a:xfrm>
              <a:custGeom>
                <a:rect b="b" l="l" r="r" t="t"/>
                <a:pathLst>
                  <a:path extrusionOk="0" h="152" w="3768">
                    <a:moveTo>
                      <a:pt x="2437" y="0"/>
                    </a:moveTo>
                    <a:cubicBezTo>
                      <a:pt x="2242" y="0"/>
                      <a:pt x="2047" y="8"/>
                      <a:pt x="1854" y="11"/>
                    </a:cubicBezTo>
                    <a:cubicBezTo>
                      <a:pt x="1784" y="12"/>
                      <a:pt x="1714" y="13"/>
                      <a:pt x="1644" y="13"/>
                    </a:cubicBezTo>
                    <a:cubicBezTo>
                      <a:pt x="1518" y="13"/>
                      <a:pt x="1393" y="11"/>
                      <a:pt x="1268" y="11"/>
                    </a:cubicBezTo>
                    <a:cubicBezTo>
                      <a:pt x="1154" y="11"/>
                      <a:pt x="1039" y="12"/>
                      <a:pt x="925" y="16"/>
                    </a:cubicBezTo>
                    <a:cubicBezTo>
                      <a:pt x="620" y="27"/>
                      <a:pt x="321" y="87"/>
                      <a:pt x="17" y="87"/>
                    </a:cubicBezTo>
                    <a:cubicBezTo>
                      <a:pt x="1" y="87"/>
                      <a:pt x="1" y="109"/>
                      <a:pt x="17" y="114"/>
                    </a:cubicBezTo>
                    <a:cubicBezTo>
                      <a:pt x="131" y="114"/>
                      <a:pt x="245" y="124"/>
                      <a:pt x="359" y="124"/>
                    </a:cubicBezTo>
                    <a:cubicBezTo>
                      <a:pt x="397" y="124"/>
                      <a:pt x="436" y="122"/>
                      <a:pt x="474" y="120"/>
                    </a:cubicBezTo>
                    <a:cubicBezTo>
                      <a:pt x="626" y="109"/>
                      <a:pt x="773" y="103"/>
                      <a:pt x="925" y="103"/>
                    </a:cubicBezTo>
                    <a:cubicBezTo>
                      <a:pt x="1235" y="114"/>
                      <a:pt x="1544" y="120"/>
                      <a:pt x="1854" y="125"/>
                    </a:cubicBezTo>
                    <a:cubicBezTo>
                      <a:pt x="1890" y="126"/>
                      <a:pt x="1926" y="126"/>
                      <a:pt x="1963" y="126"/>
                    </a:cubicBezTo>
                    <a:cubicBezTo>
                      <a:pt x="2127" y="126"/>
                      <a:pt x="2295" y="121"/>
                      <a:pt x="2462" y="121"/>
                    </a:cubicBezTo>
                    <a:cubicBezTo>
                      <a:pt x="2572" y="121"/>
                      <a:pt x="2681" y="123"/>
                      <a:pt x="2789" y="131"/>
                    </a:cubicBezTo>
                    <a:cubicBezTo>
                      <a:pt x="2944" y="144"/>
                      <a:pt x="3099" y="151"/>
                      <a:pt x="3255" y="151"/>
                    </a:cubicBezTo>
                    <a:cubicBezTo>
                      <a:pt x="3410" y="151"/>
                      <a:pt x="3567" y="144"/>
                      <a:pt x="3724" y="131"/>
                    </a:cubicBezTo>
                    <a:cubicBezTo>
                      <a:pt x="3768" y="131"/>
                      <a:pt x="3768" y="65"/>
                      <a:pt x="3724" y="65"/>
                    </a:cubicBezTo>
                    <a:cubicBezTo>
                      <a:pt x="3567" y="49"/>
                      <a:pt x="3414" y="49"/>
                      <a:pt x="3257" y="44"/>
                    </a:cubicBezTo>
                    <a:cubicBezTo>
                      <a:pt x="3104" y="44"/>
                      <a:pt x="2947" y="22"/>
                      <a:pt x="2789" y="11"/>
                    </a:cubicBezTo>
                    <a:cubicBezTo>
                      <a:pt x="2672" y="3"/>
                      <a:pt x="2555" y="0"/>
                      <a:pt x="2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0"/>
              <p:cNvSpPr/>
              <p:nvPr/>
            </p:nvSpPr>
            <p:spPr>
              <a:xfrm>
                <a:off x="3139100" y="4805050"/>
                <a:ext cx="78250" cy="9700"/>
              </a:xfrm>
              <a:custGeom>
                <a:rect b="b" l="l" r="r" t="t"/>
                <a:pathLst>
                  <a:path extrusionOk="0" h="388" w="3130">
                    <a:moveTo>
                      <a:pt x="3022" y="1"/>
                    </a:moveTo>
                    <a:cubicBezTo>
                      <a:pt x="2946" y="1"/>
                      <a:pt x="2865" y="27"/>
                      <a:pt x="2793" y="35"/>
                    </a:cubicBezTo>
                    <a:cubicBezTo>
                      <a:pt x="2651" y="51"/>
                      <a:pt x="2516" y="78"/>
                      <a:pt x="2380" y="111"/>
                    </a:cubicBezTo>
                    <a:cubicBezTo>
                      <a:pt x="2320" y="127"/>
                      <a:pt x="2260" y="154"/>
                      <a:pt x="2200" y="165"/>
                    </a:cubicBezTo>
                    <a:cubicBezTo>
                      <a:pt x="2124" y="176"/>
                      <a:pt x="2054" y="181"/>
                      <a:pt x="1977" y="187"/>
                    </a:cubicBezTo>
                    <a:cubicBezTo>
                      <a:pt x="1836" y="203"/>
                      <a:pt x="1700" y="236"/>
                      <a:pt x="1559" y="241"/>
                    </a:cubicBezTo>
                    <a:cubicBezTo>
                      <a:pt x="1433" y="241"/>
                      <a:pt x="1323" y="265"/>
                      <a:pt x="1212" y="265"/>
                    </a:cubicBezTo>
                    <a:cubicBezTo>
                      <a:pt x="1194" y="265"/>
                      <a:pt x="1175" y="264"/>
                      <a:pt x="1157" y="263"/>
                    </a:cubicBezTo>
                    <a:cubicBezTo>
                      <a:pt x="1015" y="252"/>
                      <a:pt x="874" y="241"/>
                      <a:pt x="733" y="241"/>
                    </a:cubicBezTo>
                    <a:cubicBezTo>
                      <a:pt x="673" y="247"/>
                      <a:pt x="613" y="252"/>
                      <a:pt x="553" y="257"/>
                    </a:cubicBezTo>
                    <a:cubicBezTo>
                      <a:pt x="472" y="268"/>
                      <a:pt x="390" y="263"/>
                      <a:pt x="309" y="268"/>
                    </a:cubicBezTo>
                    <a:cubicBezTo>
                      <a:pt x="260" y="274"/>
                      <a:pt x="211" y="279"/>
                      <a:pt x="162" y="295"/>
                    </a:cubicBezTo>
                    <a:cubicBezTo>
                      <a:pt x="113" y="306"/>
                      <a:pt x="75" y="295"/>
                      <a:pt x="37" y="328"/>
                    </a:cubicBezTo>
                    <a:cubicBezTo>
                      <a:pt x="1" y="351"/>
                      <a:pt x="24" y="388"/>
                      <a:pt x="52" y="388"/>
                    </a:cubicBezTo>
                    <a:cubicBezTo>
                      <a:pt x="58" y="388"/>
                      <a:pt x="64" y="386"/>
                      <a:pt x="69" y="382"/>
                    </a:cubicBezTo>
                    <a:cubicBezTo>
                      <a:pt x="113" y="366"/>
                      <a:pt x="162" y="355"/>
                      <a:pt x="211" y="355"/>
                    </a:cubicBezTo>
                    <a:cubicBezTo>
                      <a:pt x="249" y="350"/>
                      <a:pt x="287" y="347"/>
                      <a:pt x="324" y="347"/>
                    </a:cubicBezTo>
                    <a:cubicBezTo>
                      <a:pt x="362" y="347"/>
                      <a:pt x="398" y="350"/>
                      <a:pt x="434" y="355"/>
                    </a:cubicBezTo>
                    <a:cubicBezTo>
                      <a:pt x="447" y="356"/>
                      <a:pt x="460" y="356"/>
                      <a:pt x="473" y="356"/>
                    </a:cubicBezTo>
                    <a:cubicBezTo>
                      <a:pt x="588" y="356"/>
                      <a:pt x="703" y="338"/>
                      <a:pt x="819" y="338"/>
                    </a:cubicBezTo>
                    <a:cubicBezTo>
                      <a:pt x="832" y="338"/>
                      <a:pt x="845" y="338"/>
                      <a:pt x="858" y="339"/>
                    </a:cubicBezTo>
                    <a:cubicBezTo>
                      <a:pt x="983" y="339"/>
                      <a:pt x="1108" y="366"/>
                      <a:pt x="1233" y="366"/>
                    </a:cubicBezTo>
                    <a:cubicBezTo>
                      <a:pt x="1358" y="361"/>
                      <a:pt x="1499" y="344"/>
                      <a:pt x="1630" y="339"/>
                    </a:cubicBezTo>
                    <a:cubicBezTo>
                      <a:pt x="1760" y="334"/>
                      <a:pt x="1885" y="295"/>
                      <a:pt x="2015" y="285"/>
                    </a:cubicBezTo>
                    <a:cubicBezTo>
                      <a:pt x="2135" y="274"/>
                      <a:pt x="2255" y="252"/>
                      <a:pt x="2369" y="219"/>
                    </a:cubicBezTo>
                    <a:cubicBezTo>
                      <a:pt x="2603" y="143"/>
                      <a:pt x="2858" y="111"/>
                      <a:pt x="3103" y="62"/>
                    </a:cubicBezTo>
                    <a:cubicBezTo>
                      <a:pt x="3130" y="56"/>
                      <a:pt x="3130" y="18"/>
                      <a:pt x="3103" y="7"/>
                    </a:cubicBezTo>
                    <a:lnTo>
                      <a:pt x="3103" y="13"/>
                    </a:lnTo>
                    <a:cubicBezTo>
                      <a:pt x="3077" y="4"/>
                      <a:pt x="3050" y="1"/>
                      <a:pt x="3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0"/>
              <p:cNvSpPr/>
              <p:nvPr/>
            </p:nvSpPr>
            <p:spPr>
              <a:xfrm>
                <a:off x="3148150" y="4818125"/>
                <a:ext cx="74550" cy="5925"/>
              </a:xfrm>
              <a:custGeom>
                <a:rect b="b" l="l" r="r" t="t"/>
                <a:pathLst>
                  <a:path extrusionOk="0" h="237" w="2982">
                    <a:moveTo>
                      <a:pt x="2592" y="0"/>
                    </a:moveTo>
                    <a:cubicBezTo>
                      <a:pt x="2520" y="0"/>
                      <a:pt x="2447" y="5"/>
                      <a:pt x="2376" y="12"/>
                    </a:cubicBezTo>
                    <a:cubicBezTo>
                      <a:pt x="2105" y="33"/>
                      <a:pt x="1844" y="66"/>
                      <a:pt x="1572" y="88"/>
                    </a:cubicBezTo>
                    <a:cubicBezTo>
                      <a:pt x="1316" y="110"/>
                      <a:pt x="1061" y="126"/>
                      <a:pt x="805" y="142"/>
                    </a:cubicBezTo>
                    <a:cubicBezTo>
                      <a:pt x="680" y="153"/>
                      <a:pt x="550" y="142"/>
                      <a:pt x="425" y="164"/>
                    </a:cubicBezTo>
                    <a:cubicBezTo>
                      <a:pt x="300" y="180"/>
                      <a:pt x="164" y="186"/>
                      <a:pt x="28" y="191"/>
                    </a:cubicBezTo>
                    <a:cubicBezTo>
                      <a:pt x="1" y="191"/>
                      <a:pt x="1" y="235"/>
                      <a:pt x="28" y="235"/>
                    </a:cubicBezTo>
                    <a:cubicBezTo>
                      <a:pt x="102" y="236"/>
                      <a:pt x="176" y="237"/>
                      <a:pt x="251" y="237"/>
                    </a:cubicBezTo>
                    <a:cubicBezTo>
                      <a:pt x="663" y="237"/>
                      <a:pt x="1081" y="213"/>
                      <a:pt x="1490" y="186"/>
                    </a:cubicBezTo>
                    <a:cubicBezTo>
                      <a:pt x="1740" y="169"/>
                      <a:pt x="1985" y="137"/>
                      <a:pt x="2235" y="120"/>
                    </a:cubicBezTo>
                    <a:cubicBezTo>
                      <a:pt x="2355" y="110"/>
                      <a:pt x="2474" y="93"/>
                      <a:pt x="2594" y="93"/>
                    </a:cubicBezTo>
                    <a:cubicBezTo>
                      <a:pt x="2611" y="92"/>
                      <a:pt x="2629" y="91"/>
                      <a:pt x="2646" y="91"/>
                    </a:cubicBezTo>
                    <a:cubicBezTo>
                      <a:pt x="2689" y="91"/>
                      <a:pt x="2731" y="95"/>
                      <a:pt x="2773" y="99"/>
                    </a:cubicBezTo>
                    <a:cubicBezTo>
                      <a:pt x="2788" y="97"/>
                      <a:pt x="2802" y="97"/>
                      <a:pt x="2817" y="97"/>
                    </a:cubicBezTo>
                    <a:cubicBezTo>
                      <a:pt x="2856" y="97"/>
                      <a:pt x="2895" y="102"/>
                      <a:pt x="2931" y="110"/>
                    </a:cubicBezTo>
                    <a:cubicBezTo>
                      <a:pt x="2936" y="113"/>
                      <a:pt x="2941" y="114"/>
                      <a:pt x="2946" y="114"/>
                    </a:cubicBezTo>
                    <a:cubicBezTo>
                      <a:pt x="2966" y="114"/>
                      <a:pt x="2981" y="88"/>
                      <a:pt x="2963" y="66"/>
                    </a:cubicBezTo>
                    <a:cubicBezTo>
                      <a:pt x="2904" y="12"/>
                      <a:pt x="2795" y="17"/>
                      <a:pt x="2724" y="6"/>
                    </a:cubicBezTo>
                    <a:cubicBezTo>
                      <a:pt x="2681" y="2"/>
                      <a:pt x="2636" y="0"/>
                      <a:pt x="2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0"/>
              <p:cNvSpPr/>
              <p:nvPr/>
            </p:nvSpPr>
            <p:spPr>
              <a:xfrm>
                <a:off x="3139475" y="4828900"/>
                <a:ext cx="76650" cy="3975"/>
              </a:xfrm>
              <a:custGeom>
                <a:rect b="b" l="l" r="r" t="t"/>
                <a:pathLst>
                  <a:path extrusionOk="0" h="159" w="3066">
                    <a:moveTo>
                      <a:pt x="2089" y="0"/>
                    </a:moveTo>
                    <a:cubicBezTo>
                      <a:pt x="1909" y="0"/>
                      <a:pt x="1729" y="6"/>
                      <a:pt x="1549" y="10"/>
                    </a:cubicBezTo>
                    <a:cubicBezTo>
                      <a:pt x="1216" y="25"/>
                      <a:pt x="878" y="49"/>
                      <a:pt x="541" y="49"/>
                    </a:cubicBezTo>
                    <a:cubicBezTo>
                      <a:pt x="373" y="49"/>
                      <a:pt x="205" y="43"/>
                      <a:pt x="38" y="26"/>
                    </a:cubicBezTo>
                    <a:cubicBezTo>
                      <a:pt x="36" y="26"/>
                      <a:pt x="35" y="26"/>
                      <a:pt x="33" y="26"/>
                    </a:cubicBezTo>
                    <a:cubicBezTo>
                      <a:pt x="0" y="26"/>
                      <a:pt x="2" y="81"/>
                      <a:pt x="38" y="86"/>
                    </a:cubicBezTo>
                    <a:cubicBezTo>
                      <a:pt x="269" y="111"/>
                      <a:pt x="501" y="119"/>
                      <a:pt x="734" y="119"/>
                    </a:cubicBezTo>
                    <a:cubicBezTo>
                      <a:pt x="1007" y="119"/>
                      <a:pt x="1280" y="108"/>
                      <a:pt x="1549" y="102"/>
                    </a:cubicBezTo>
                    <a:cubicBezTo>
                      <a:pt x="1726" y="99"/>
                      <a:pt x="1902" y="92"/>
                      <a:pt x="2076" y="92"/>
                    </a:cubicBezTo>
                    <a:cubicBezTo>
                      <a:pt x="2155" y="92"/>
                      <a:pt x="2233" y="94"/>
                      <a:pt x="2310" y="97"/>
                    </a:cubicBezTo>
                    <a:cubicBezTo>
                      <a:pt x="2515" y="101"/>
                      <a:pt x="2706" y="158"/>
                      <a:pt x="2899" y="158"/>
                    </a:cubicBezTo>
                    <a:cubicBezTo>
                      <a:pt x="2947" y="158"/>
                      <a:pt x="2996" y="155"/>
                      <a:pt x="3044" y="146"/>
                    </a:cubicBezTo>
                    <a:cubicBezTo>
                      <a:pt x="3066" y="135"/>
                      <a:pt x="3066" y="102"/>
                      <a:pt x="3044" y="97"/>
                    </a:cubicBezTo>
                    <a:cubicBezTo>
                      <a:pt x="2925" y="75"/>
                      <a:pt x="2800" y="70"/>
                      <a:pt x="2680" y="48"/>
                    </a:cubicBezTo>
                    <a:cubicBezTo>
                      <a:pt x="2566" y="21"/>
                      <a:pt x="2452" y="5"/>
                      <a:pt x="2332" y="5"/>
                    </a:cubicBezTo>
                    <a:cubicBezTo>
                      <a:pt x="2251" y="1"/>
                      <a:pt x="2170" y="0"/>
                      <a:pt x="2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20"/>
              <p:cNvSpPr/>
              <p:nvPr/>
            </p:nvSpPr>
            <p:spPr>
              <a:xfrm>
                <a:off x="3141550" y="4837700"/>
                <a:ext cx="67250" cy="4300"/>
              </a:xfrm>
              <a:custGeom>
                <a:rect b="b" l="l" r="r" t="t"/>
                <a:pathLst>
                  <a:path extrusionOk="0" h="172" w="2690">
                    <a:moveTo>
                      <a:pt x="2407" y="1"/>
                    </a:moveTo>
                    <a:cubicBezTo>
                      <a:pt x="2287" y="1"/>
                      <a:pt x="2173" y="6"/>
                      <a:pt x="2053" y="11"/>
                    </a:cubicBezTo>
                    <a:cubicBezTo>
                      <a:pt x="1825" y="28"/>
                      <a:pt x="1597" y="28"/>
                      <a:pt x="1368" y="44"/>
                    </a:cubicBezTo>
                    <a:cubicBezTo>
                      <a:pt x="1235" y="54"/>
                      <a:pt x="1105" y="56"/>
                      <a:pt x="974" y="56"/>
                    </a:cubicBezTo>
                    <a:cubicBezTo>
                      <a:pt x="887" y="56"/>
                      <a:pt x="800" y="55"/>
                      <a:pt x="711" y="55"/>
                    </a:cubicBezTo>
                    <a:cubicBezTo>
                      <a:pt x="607" y="55"/>
                      <a:pt x="499" y="66"/>
                      <a:pt x="395" y="82"/>
                    </a:cubicBezTo>
                    <a:cubicBezTo>
                      <a:pt x="323" y="97"/>
                      <a:pt x="250" y="104"/>
                      <a:pt x="178" y="104"/>
                    </a:cubicBezTo>
                    <a:cubicBezTo>
                      <a:pt x="142" y="104"/>
                      <a:pt x="106" y="102"/>
                      <a:pt x="69" y="98"/>
                    </a:cubicBezTo>
                    <a:cubicBezTo>
                      <a:pt x="61" y="86"/>
                      <a:pt x="49" y="81"/>
                      <a:pt x="38" y="81"/>
                    </a:cubicBezTo>
                    <a:cubicBezTo>
                      <a:pt x="19" y="81"/>
                      <a:pt x="1" y="96"/>
                      <a:pt x="4" y="120"/>
                    </a:cubicBezTo>
                    <a:lnTo>
                      <a:pt x="4" y="136"/>
                    </a:lnTo>
                    <a:cubicBezTo>
                      <a:pt x="4" y="147"/>
                      <a:pt x="15" y="158"/>
                      <a:pt x="26" y="164"/>
                    </a:cubicBezTo>
                    <a:cubicBezTo>
                      <a:pt x="70" y="170"/>
                      <a:pt x="114" y="172"/>
                      <a:pt x="158" y="172"/>
                    </a:cubicBezTo>
                    <a:cubicBezTo>
                      <a:pt x="316" y="172"/>
                      <a:pt x="477" y="142"/>
                      <a:pt x="635" y="142"/>
                    </a:cubicBezTo>
                    <a:cubicBezTo>
                      <a:pt x="814" y="142"/>
                      <a:pt x="991" y="158"/>
                      <a:pt x="1169" y="158"/>
                    </a:cubicBezTo>
                    <a:cubicBezTo>
                      <a:pt x="1223" y="158"/>
                      <a:pt x="1276" y="157"/>
                      <a:pt x="1330" y="153"/>
                    </a:cubicBezTo>
                    <a:cubicBezTo>
                      <a:pt x="1570" y="131"/>
                      <a:pt x="1787" y="142"/>
                      <a:pt x="2010" y="126"/>
                    </a:cubicBezTo>
                    <a:cubicBezTo>
                      <a:pt x="2129" y="115"/>
                      <a:pt x="2244" y="104"/>
                      <a:pt x="2363" y="93"/>
                    </a:cubicBezTo>
                    <a:cubicBezTo>
                      <a:pt x="2423" y="88"/>
                      <a:pt x="2477" y="88"/>
                      <a:pt x="2532" y="88"/>
                    </a:cubicBezTo>
                    <a:cubicBezTo>
                      <a:pt x="2575" y="93"/>
                      <a:pt x="2619" y="93"/>
                      <a:pt x="2662" y="93"/>
                    </a:cubicBezTo>
                    <a:cubicBezTo>
                      <a:pt x="2689" y="82"/>
                      <a:pt x="2689" y="49"/>
                      <a:pt x="2662" y="39"/>
                    </a:cubicBezTo>
                    <a:cubicBezTo>
                      <a:pt x="2581" y="17"/>
                      <a:pt x="2494" y="1"/>
                      <a:pt x="2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20"/>
              <p:cNvSpPr/>
              <p:nvPr/>
            </p:nvSpPr>
            <p:spPr>
              <a:xfrm>
                <a:off x="3155625" y="4846525"/>
                <a:ext cx="34825" cy="4800"/>
              </a:xfrm>
              <a:custGeom>
                <a:rect b="b" l="l" r="r" t="t"/>
                <a:pathLst>
                  <a:path extrusionOk="0" h="192" w="1393">
                    <a:moveTo>
                      <a:pt x="1354" y="1"/>
                    </a:moveTo>
                    <a:cubicBezTo>
                      <a:pt x="1257" y="6"/>
                      <a:pt x="1164" y="17"/>
                      <a:pt x="1066" y="39"/>
                    </a:cubicBezTo>
                    <a:cubicBezTo>
                      <a:pt x="952" y="55"/>
                      <a:pt x="827" y="55"/>
                      <a:pt x="708" y="66"/>
                    </a:cubicBezTo>
                    <a:cubicBezTo>
                      <a:pt x="604" y="82"/>
                      <a:pt x="501" y="82"/>
                      <a:pt x="392" y="88"/>
                    </a:cubicBezTo>
                    <a:cubicBezTo>
                      <a:pt x="291" y="98"/>
                      <a:pt x="189" y="116"/>
                      <a:pt x="83" y="116"/>
                    </a:cubicBezTo>
                    <a:cubicBezTo>
                      <a:pt x="70" y="116"/>
                      <a:pt x="57" y="116"/>
                      <a:pt x="44" y="115"/>
                    </a:cubicBezTo>
                    <a:cubicBezTo>
                      <a:pt x="1" y="120"/>
                      <a:pt x="1" y="186"/>
                      <a:pt x="44" y="191"/>
                    </a:cubicBezTo>
                    <a:cubicBezTo>
                      <a:pt x="164" y="191"/>
                      <a:pt x="278" y="169"/>
                      <a:pt x="392" y="164"/>
                    </a:cubicBezTo>
                    <a:cubicBezTo>
                      <a:pt x="506" y="159"/>
                      <a:pt x="615" y="159"/>
                      <a:pt x="729" y="148"/>
                    </a:cubicBezTo>
                    <a:cubicBezTo>
                      <a:pt x="844" y="142"/>
                      <a:pt x="941" y="142"/>
                      <a:pt x="1045" y="131"/>
                    </a:cubicBezTo>
                    <a:cubicBezTo>
                      <a:pt x="1148" y="120"/>
                      <a:pt x="1257" y="72"/>
                      <a:pt x="1360" y="50"/>
                    </a:cubicBezTo>
                    <a:cubicBezTo>
                      <a:pt x="1393" y="44"/>
                      <a:pt x="1382" y="1"/>
                      <a:pt x="1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0"/>
              <p:cNvSpPr/>
              <p:nvPr/>
            </p:nvSpPr>
            <p:spPr>
              <a:xfrm>
                <a:off x="3117450" y="4685375"/>
                <a:ext cx="8700" cy="10300"/>
              </a:xfrm>
              <a:custGeom>
                <a:rect b="b" l="l" r="r" t="t"/>
                <a:pathLst>
                  <a:path extrusionOk="0" h="412" w="348">
                    <a:moveTo>
                      <a:pt x="303" y="1"/>
                    </a:moveTo>
                    <a:cubicBezTo>
                      <a:pt x="297" y="1"/>
                      <a:pt x="290" y="2"/>
                      <a:pt x="283" y="5"/>
                    </a:cubicBezTo>
                    <a:lnTo>
                      <a:pt x="289" y="5"/>
                    </a:lnTo>
                    <a:cubicBezTo>
                      <a:pt x="251" y="33"/>
                      <a:pt x="218" y="60"/>
                      <a:pt x="191" y="92"/>
                    </a:cubicBezTo>
                    <a:cubicBezTo>
                      <a:pt x="158" y="130"/>
                      <a:pt x="126" y="169"/>
                      <a:pt x="98" y="207"/>
                    </a:cubicBezTo>
                    <a:cubicBezTo>
                      <a:pt x="66" y="255"/>
                      <a:pt x="1" y="353"/>
                      <a:pt x="55" y="408"/>
                    </a:cubicBezTo>
                    <a:cubicBezTo>
                      <a:pt x="60" y="410"/>
                      <a:pt x="67" y="412"/>
                      <a:pt x="73" y="412"/>
                    </a:cubicBezTo>
                    <a:cubicBezTo>
                      <a:pt x="79" y="412"/>
                      <a:pt x="85" y="410"/>
                      <a:pt x="87" y="408"/>
                    </a:cubicBezTo>
                    <a:cubicBezTo>
                      <a:pt x="126" y="359"/>
                      <a:pt x="158" y="304"/>
                      <a:pt x="191" y="250"/>
                    </a:cubicBezTo>
                    <a:cubicBezTo>
                      <a:pt x="229" y="196"/>
                      <a:pt x="272" y="141"/>
                      <a:pt x="316" y="87"/>
                    </a:cubicBezTo>
                    <a:cubicBezTo>
                      <a:pt x="327" y="87"/>
                      <a:pt x="338" y="76"/>
                      <a:pt x="343" y="60"/>
                    </a:cubicBezTo>
                    <a:cubicBezTo>
                      <a:pt x="343" y="60"/>
                      <a:pt x="343" y="54"/>
                      <a:pt x="343" y="49"/>
                    </a:cubicBezTo>
                    <a:cubicBezTo>
                      <a:pt x="347" y="23"/>
                      <a:pt x="328" y="1"/>
                      <a:pt x="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0"/>
              <p:cNvSpPr/>
              <p:nvPr/>
            </p:nvSpPr>
            <p:spPr>
              <a:xfrm>
                <a:off x="3118125" y="4692575"/>
                <a:ext cx="9125" cy="8000"/>
              </a:xfrm>
              <a:custGeom>
                <a:rect b="b" l="l" r="r" t="t"/>
                <a:pathLst>
                  <a:path extrusionOk="0" h="320" w="365">
                    <a:moveTo>
                      <a:pt x="321" y="0"/>
                    </a:moveTo>
                    <a:cubicBezTo>
                      <a:pt x="240" y="6"/>
                      <a:pt x="202" y="76"/>
                      <a:pt x="147" y="120"/>
                    </a:cubicBezTo>
                    <a:cubicBezTo>
                      <a:pt x="93" y="169"/>
                      <a:pt x="1" y="207"/>
                      <a:pt x="17" y="299"/>
                    </a:cubicBezTo>
                    <a:cubicBezTo>
                      <a:pt x="21" y="311"/>
                      <a:pt x="33" y="320"/>
                      <a:pt x="46" y="320"/>
                    </a:cubicBezTo>
                    <a:cubicBezTo>
                      <a:pt x="51" y="320"/>
                      <a:pt x="56" y="318"/>
                      <a:pt x="60" y="315"/>
                    </a:cubicBezTo>
                    <a:cubicBezTo>
                      <a:pt x="82" y="299"/>
                      <a:pt x="104" y="277"/>
                      <a:pt x="126" y="256"/>
                    </a:cubicBezTo>
                    <a:cubicBezTo>
                      <a:pt x="147" y="234"/>
                      <a:pt x="175" y="218"/>
                      <a:pt x="202" y="196"/>
                    </a:cubicBezTo>
                    <a:cubicBezTo>
                      <a:pt x="224" y="174"/>
                      <a:pt x="272" y="76"/>
                      <a:pt x="321" y="71"/>
                    </a:cubicBezTo>
                    <a:cubicBezTo>
                      <a:pt x="362" y="66"/>
                      <a:pt x="365" y="4"/>
                      <a:pt x="330" y="4"/>
                    </a:cubicBezTo>
                    <a:cubicBezTo>
                      <a:pt x="327" y="4"/>
                      <a:pt x="324" y="5"/>
                      <a:pt x="321" y="6"/>
                    </a:cubicBezTo>
                    <a:lnTo>
                      <a:pt x="3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0"/>
              <p:cNvSpPr/>
              <p:nvPr/>
            </p:nvSpPr>
            <p:spPr>
              <a:xfrm>
                <a:off x="3119500" y="4700150"/>
                <a:ext cx="6000" cy="6300"/>
              </a:xfrm>
              <a:custGeom>
                <a:rect b="b" l="l" r="r" t="t"/>
                <a:pathLst>
                  <a:path extrusionOk="0" h="252" w="240">
                    <a:moveTo>
                      <a:pt x="206" y="1"/>
                    </a:moveTo>
                    <a:cubicBezTo>
                      <a:pt x="193" y="1"/>
                      <a:pt x="180" y="9"/>
                      <a:pt x="174" y="23"/>
                    </a:cubicBezTo>
                    <a:cubicBezTo>
                      <a:pt x="158" y="61"/>
                      <a:pt x="114" y="78"/>
                      <a:pt x="87" y="105"/>
                    </a:cubicBezTo>
                    <a:cubicBezTo>
                      <a:pt x="60" y="132"/>
                      <a:pt x="33" y="165"/>
                      <a:pt x="11" y="203"/>
                    </a:cubicBezTo>
                    <a:cubicBezTo>
                      <a:pt x="0" y="224"/>
                      <a:pt x="16" y="252"/>
                      <a:pt x="38" y="252"/>
                    </a:cubicBezTo>
                    <a:cubicBezTo>
                      <a:pt x="103" y="252"/>
                      <a:pt x="120" y="181"/>
                      <a:pt x="158" y="148"/>
                    </a:cubicBezTo>
                    <a:cubicBezTo>
                      <a:pt x="196" y="110"/>
                      <a:pt x="239" y="78"/>
                      <a:pt x="234" y="23"/>
                    </a:cubicBezTo>
                    <a:cubicBezTo>
                      <a:pt x="229" y="8"/>
                      <a:pt x="217" y="1"/>
                      <a:pt x="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20"/>
              <p:cNvSpPr/>
              <p:nvPr/>
            </p:nvSpPr>
            <p:spPr>
              <a:xfrm>
                <a:off x="3120025" y="4716775"/>
                <a:ext cx="5950" cy="5500"/>
              </a:xfrm>
              <a:custGeom>
                <a:rect b="b" l="l" r="r" t="t"/>
                <a:pathLst>
                  <a:path extrusionOk="0" h="220" w="238">
                    <a:moveTo>
                      <a:pt x="179" y="1"/>
                    </a:moveTo>
                    <a:cubicBezTo>
                      <a:pt x="170" y="1"/>
                      <a:pt x="161" y="4"/>
                      <a:pt x="153" y="11"/>
                    </a:cubicBezTo>
                    <a:lnTo>
                      <a:pt x="153" y="16"/>
                    </a:lnTo>
                    <a:cubicBezTo>
                      <a:pt x="126" y="43"/>
                      <a:pt x="88" y="65"/>
                      <a:pt x="61" y="98"/>
                    </a:cubicBezTo>
                    <a:cubicBezTo>
                      <a:pt x="33" y="130"/>
                      <a:pt x="1" y="174"/>
                      <a:pt x="33" y="212"/>
                    </a:cubicBezTo>
                    <a:cubicBezTo>
                      <a:pt x="39" y="217"/>
                      <a:pt x="46" y="220"/>
                      <a:pt x="53" y="220"/>
                    </a:cubicBezTo>
                    <a:cubicBezTo>
                      <a:pt x="61" y="220"/>
                      <a:pt x="69" y="217"/>
                      <a:pt x="77" y="212"/>
                    </a:cubicBezTo>
                    <a:cubicBezTo>
                      <a:pt x="82" y="201"/>
                      <a:pt x="93" y="190"/>
                      <a:pt x="99" y="174"/>
                    </a:cubicBezTo>
                    <a:cubicBezTo>
                      <a:pt x="109" y="163"/>
                      <a:pt x="120" y="146"/>
                      <a:pt x="131" y="136"/>
                    </a:cubicBezTo>
                    <a:cubicBezTo>
                      <a:pt x="158" y="114"/>
                      <a:pt x="186" y="92"/>
                      <a:pt x="207" y="70"/>
                    </a:cubicBezTo>
                    <a:cubicBezTo>
                      <a:pt x="237" y="40"/>
                      <a:pt x="210"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0"/>
              <p:cNvSpPr/>
              <p:nvPr/>
            </p:nvSpPr>
            <p:spPr>
              <a:xfrm>
                <a:off x="3123150" y="4721725"/>
                <a:ext cx="4375" cy="5725"/>
              </a:xfrm>
              <a:custGeom>
                <a:rect b="b" l="l" r="r" t="t"/>
                <a:pathLst>
                  <a:path extrusionOk="0" h="229" w="175">
                    <a:moveTo>
                      <a:pt x="138" y="1"/>
                    </a:moveTo>
                    <a:cubicBezTo>
                      <a:pt x="124" y="1"/>
                      <a:pt x="112" y="8"/>
                      <a:pt x="110" y="25"/>
                    </a:cubicBezTo>
                    <a:cubicBezTo>
                      <a:pt x="99" y="95"/>
                      <a:pt x="1" y="128"/>
                      <a:pt x="12" y="204"/>
                    </a:cubicBezTo>
                    <a:cubicBezTo>
                      <a:pt x="12" y="218"/>
                      <a:pt x="24" y="228"/>
                      <a:pt x="35" y="228"/>
                    </a:cubicBezTo>
                    <a:cubicBezTo>
                      <a:pt x="41" y="228"/>
                      <a:pt x="46" y="226"/>
                      <a:pt x="50" y="220"/>
                    </a:cubicBezTo>
                    <a:cubicBezTo>
                      <a:pt x="77" y="193"/>
                      <a:pt x="104" y="166"/>
                      <a:pt x="131" y="139"/>
                    </a:cubicBezTo>
                    <a:cubicBezTo>
                      <a:pt x="158" y="112"/>
                      <a:pt x="175" y="73"/>
                      <a:pt x="175" y="35"/>
                    </a:cubicBezTo>
                    <a:cubicBezTo>
                      <a:pt x="175" y="14"/>
                      <a:pt x="155"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120"/>
            <p:cNvGrpSpPr/>
            <p:nvPr/>
          </p:nvGrpSpPr>
          <p:grpSpPr>
            <a:xfrm>
              <a:off x="5853157" y="3606408"/>
              <a:ext cx="274328" cy="261860"/>
              <a:chOff x="3352375" y="4628500"/>
              <a:chExt cx="201150" cy="195725"/>
            </a:xfrm>
          </p:grpSpPr>
          <p:sp>
            <p:nvSpPr>
              <p:cNvPr id="5686" name="Google Shape;5686;p120"/>
              <p:cNvSpPr/>
              <p:nvPr/>
            </p:nvSpPr>
            <p:spPr>
              <a:xfrm>
                <a:off x="3352375" y="4712475"/>
                <a:ext cx="12675" cy="17725"/>
              </a:xfrm>
              <a:custGeom>
                <a:rect b="b" l="l" r="r" t="t"/>
                <a:pathLst>
                  <a:path extrusionOk="0" h="709" w="507">
                    <a:moveTo>
                      <a:pt x="423" y="0"/>
                    </a:moveTo>
                    <a:cubicBezTo>
                      <a:pt x="360" y="0"/>
                      <a:pt x="303" y="93"/>
                      <a:pt x="268" y="172"/>
                    </a:cubicBezTo>
                    <a:cubicBezTo>
                      <a:pt x="236" y="145"/>
                      <a:pt x="198" y="117"/>
                      <a:pt x="165" y="90"/>
                    </a:cubicBezTo>
                    <a:cubicBezTo>
                      <a:pt x="154" y="79"/>
                      <a:pt x="141" y="74"/>
                      <a:pt x="129" y="74"/>
                    </a:cubicBezTo>
                    <a:cubicBezTo>
                      <a:pt x="89" y="74"/>
                      <a:pt x="56" y="125"/>
                      <a:pt x="89" y="166"/>
                    </a:cubicBezTo>
                    <a:cubicBezTo>
                      <a:pt x="132" y="210"/>
                      <a:pt x="176" y="242"/>
                      <a:pt x="219" y="286"/>
                    </a:cubicBezTo>
                    <a:cubicBezTo>
                      <a:pt x="192" y="346"/>
                      <a:pt x="154" y="405"/>
                      <a:pt x="111" y="460"/>
                    </a:cubicBezTo>
                    <a:cubicBezTo>
                      <a:pt x="67" y="509"/>
                      <a:pt x="29" y="563"/>
                      <a:pt x="7" y="628"/>
                    </a:cubicBezTo>
                    <a:cubicBezTo>
                      <a:pt x="1" y="677"/>
                      <a:pt x="39" y="708"/>
                      <a:pt x="75" y="708"/>
                    </a:cubicBezTo>
                    <a:cubicBezTo>
                      <a:pt x="100" y="708"/>
                      <a:pt x="124" y="694"/>
                      <a:pt x="132" y="661"/>
                    </a:cubicBezTo>
                    <a:cubicBezTo>
                      <a:pt x="143" y="607"/>
                      <a:pt x="198" y="574"/>
                      <a:pt x="230" y="525"/>
                    </a:cubicBezTo>
                    <a:cubicBezTo>
                      <a:pt x="257" y="482"/>
                      <a:pt x="285" y="449"/>
                      <a:pt x="312" y="411"/>
                    </a:cubicBezTo>
                    <a:cubicBezTo>
                      <a:pt x="344" y="465"/>
                      <a:pt x="393" y="514"/>
                      <a:pt x="453" y="547"/>
                    </a:cubicBezTo>
                    <a:cubicBezTo>
                      <a:pt x="460" y="551"/>
                      <a:pt x="466" y="552"/>
                      <a:pt x="472" y="552"/>
                    </a:cubicBezTo>
                    <a:cubicBezTo>
                      <a:pt x="491" y="552"/>
                      <a:pt x="506" y="535"/>
                      <a:pt x="502" y="514"/>
                    </a:cubicBezTo>
                    <a:lnTo>
                      <a:pt x="497" y="514"/>
                    </a:lnTo>
                    <a:cubicBezTo>
                      <a:pt x="475" y="427"/>
                      <a:pt x="431" y="346"/>
                      <a:pt x="377" y="275"/>
                    </a:cubicBezTo>
                    <a:lnTo>
                      <a:pt x="366" y="264"/>
                    </a:lnTo>
                    <a:cubicBezTo>
                      <a:pt x="372" y="248"/>
                      <a:pt x="377" y="231"/>
                      <a:pt x="382" y="215"/>
                    </a:cubicBezTo>
                    <a:cubicBezTo>
                      <a:pt x="404" y="155"/>
                      <a:pt x="437" y="106"/>
                      <a:pt x="459" y="47"/>
                    </a:cubicBezTo>
                    <a:cubicBezTo>
                      <a:pt x="464" y="36"/>
                      <a:pt x="464" y="19"/>
                      <a:pt x="453" y="9"/>
                    </a:cubicBezTo>
                    <a:cubicBezTo>
                      <a:pt x="448" y="9"/>
                      <a:pt x="448" y="9"/>
                      <a:pt x="442" y="3"/>
                    </a:cubicBezTo>
                    <a:cubicBezTo>
                      <a:pt x="436" y="1"/>
                      <a:pt x="429" y="0"/>
                      <a:pt x="4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7" name="Google Shape;5687;p120"/>
              <p:cNvGrpSpPr/>
              <p:nvPr/>
            </p:nvGrpSpPr>
            <p:grpSpPr>
              <a:xfrm>
                <a:off x="3371450" y="4628500"/>
                <a:ext cx="182075" cy="195725"/>
                <a:chOff x="3371450" y="4628500"/>
                <a:chExt cx="182075" cy="195725"/>
              </a:xfrm>
            </p:grpSpPr>
            <p:sp>
              <p:nvSpPr>
                <p:cNvPr id="5688" name="Google Shape;5688;p120"/>
                <p:cNvSpPr/>
                <p:nvPr/>
              </p:nvSpPr>
              <p:spPr>
                <a:xfrm>
                  <a:off x="3371450" y="4628500"/>
                  <a:ext cx="182075" cy="175150"/>
                </a:xfrm>
                <a:custGeom>
                  <a:rect b="b" l="l" r="r" t="t"/>
                  <a:pathLst>
                    <a:path extrusionOk="0" h="7006" w="7283">
                      <a:moveTo>
                        <a:pt x="277" y="204"/>
                      </a:moveTo>
                      <a:lnTo>
                        <a:pt x="277" y="204"/>
                      </a:lnTo>
                      <a:cubicBezTo>
                        <a:pt x="342" y="280"/>
                        <a:pt x="381" y="378"/>
                        <a:pt x="462" y="443"/>
                      </a:cubicBezTo>
                      <a:cubicBezTo>
                        <a:pt x="571" y="536"/>
                        <a:pt x="669" y="639"/>
                        <a:pt x="783" y="737"/>
                      </a:cubicBezTo>
                      <a:cubicBezTo>
                        <a:pt x="902" y="845"/>
                        <a:pt x="1016" y="954"/>
                        <a:pt x="1131" y="1063"/>
                      </a:cubicBezTo>
                      <a:cubicBezTo>
                        <a:pt x="1207" y="1139"/>
                        <a:pt x="1283" y="1204"/>
                        <a:pt x="1359" y="1275"/>
                      </a:cubicBezTo>
                      <a:cubicBezTo>
                        <a:pt x="1348" y="1297"/>
                        <a:pt x="1332" y="1318"/>
                        <a:pt x="1315" y="1340"/>
                      </a:cubicBezTo>
                      <a:cubicBezTo>
                        <a:pt x="1218" y="1460"/>
                        <a:pt x="1076" y="1596"/>
                        <a:pt x="924" y="1639"/>
                      </a:cubicBezTo>
                      <a:cubicBezTo>
                        <a:pt x="859" y="1661"/>
                        <a:pt x="783" y="1666"/>
                        <a:pt x="712" y="1683"/>
                      </a:cubicBezTo>
                      <a:cubicBezTo>
                        <a:pt x="636" y="1704"/>
                        <a:pt x="554" y="1715"/>
                        <a:pt x="473" y="1726"/>
                      </a:cubicBezTo>
                      <a:cubicBezTo>
                        <a:pt x="457" y="1729"/>
                        <a:pt x="440" y="1730"/>
                        <a:pt x="424" y="1730"/>
                      </a:cubicBezTo>
                      <a:cubicBezTo>
                        <a:pt x="379" y="1730"/>
                        <a:pt x="333" y="1720"/>
                        <a:pt x="294" y="1704"/>
                      </a:cubicBezTo>
                      <a:lnTo>
                        <a:pt x="294" y="1677"/>
                      </a:lnTo>
                      <a:cubicBezTo>
                        <a:pt x="310" y="1416"/>
                        <a:pt x="294" y="1155"/>
                        <a:pt x="294" y="894"/>
                      </a:cubicBezTo>
                      <a:cubicBezTo>
                        <a:pt x="294" y="661"/>
                        <a:pt x="283" y="432"/>
                        <a:pt x="277" y="204"/>
                      </a:cubicBezTo>
                      <a:close/>
                      <a:moveTo>
                        <a:pt x="794" y="5656"/>
                      </a:moveTo>
                      <a:cubicBezTo>
                        <a:pt x="886" y="5662"/>
                        <a:pt x="973" y="5672"/>
                        <a:pt x="1065" y="5672"/>
                      </a:cubicBezTo>
                      <a:cubicBezTo>
                        <a:pt x="1082" y="5670"/>
                        <a:pt x="1098" y="5668"/>
                        <a:pt x="1114" y="5668"/>
                      </a:cubicBezTo>
                      <a:cubicBezTo>
                        <a:pt x="1131" y="5668"/>
                        <a:pt x="1147" y="5670"/>
                        <a:pt x="1163" y="5672"/>
                      </a:cubicBezTo>
                      <a:lnTo>
                        <a:pt x="1169" y="5672"/>
                      </a:lnTo>
                      <a:cubicBezTo>
                        <a:pt x="1169" y="5689"/>
                        <a:pt x="1169" y="5705"/>
                        <a:pt x="1169" y="5727"/>
                      </a:cubicBezTo>
                      <a:cubicBezTo>
                        <a:pt x="1169" y="5808"/>
                        <a:pt x="1158" y="5895"/>
                        <a:pt x="1152" y="5977"/>
                      </a:cubicBezTo>
                      <a:cubicBezTo>
                        <a:pt x="1131" y="6140"/>
                        <a:pt x="1082" y="6308"/>
                        <a:pt x="1131" y="6471"/>
                      </a:cubicBezTo>
                      <a:cubicBezTo>
                        <a:pt x="1136" y="6477"/>
                        <a:pt x="1136" y="6488"/>
                        <a:pt x="1142" y="6493"/>
                      </a:cubicBezTo>
                      <a:cubicBezTo>
                        <a:pt x="1000" y="6493"/>
                        <a:pt x="859" y="6504"/>
                        <a:pt x="718" y="6504"/>
                      </a:cubicBezTo>
                      <a:cubicBezTo>
                        <a:pt x="614" y="6504"/>
                        <a:pt x="511" y="6499"/>
                        <a:pt x="408" y="6482"/>
                      </a:cubicBezTo>
                      <a:lnTo>
                        <a:pt x="315" y="6466"/>
                      </a:lnTo>
                      <a:lnTo>
                        <a:pt x="315" y="6412"/>
                      </a:lnTo>
                      <a:cubicBezTo>
                        <a:pt x="315" y="6189"/>
                        <a:pt x="294" y="5977"/>
                        <a:pt x="288" y="5759"/>
                      </a:cubicBezTo>
                      <a:cubicBezTo>
                        <a:pt x="288" y="5738"/>
                        <a:pt x="288" y="5727"/>
                        <a:pt x="283" y="5705"/>
                      </a:cubicBezTo>
                      <a:lnTo>
                        <a:pt x="315" y="5700"/>
                      </a:lnTo>
                      <a:cubicBezTo>
                        <a:pt x="391" y="5694"/>
                        <a:pt x="462" y="5700"/>
                        <a:pt x="533" y="5683"/>
                      </a:cubicBezTo>
                      <a:cubicBezTo>
                        <a:pt x="620" y="5667"/>
                        <a:pt x="707" y="5656"/>
                        <a:pt x="794" y="5656"/>
                      </a:cubicBezTo>
                      <a:close/>
                      <a:moveTo>
                        <a:pt x="1479" y="1389"/>
                      </a:moveTo>
                      <a:lnTo>
                        <a:pt x="1495" y="1405"/>
                      </a:lnTo>
                      <a:cubicBezTo>
                        <a:pt x="1609" y="1514"/>
                        <a:pt x="1712" y="1628"/>
                        <a:pt x="1821" y="1742"/>
                      </a:cubicBezTo>
                      <a:cubicBezTo>
                        <a:pt x="1930" y="1856"/>
                        <a:pt x="2049" y="1954"/>
                        <a:pt x="2163" y="2068"/>
                      </a:cubicBezTo>
                      <a:cubicBezTo>
                        <a:pt x="2207" y="2123"/>
                        <a:pt x="2261" y="2172"/>
                        <a:pt x="2316" y="2221"/>
                      </a:cubicBezTo>
                      <a:cubicBezTo>
                        <a:pt x="2381" y="2270"/>
                        <a:pt x="2441" y="2329"/>
                        <a:pt x="2500" y="2389"/>
                      </a:cubicBezTo>
                      <a:cubicBezTo>
                        <a:pt x="2609" y="2503"/>
                        <a:pt x="2734" y="2601"/>
                        <a:pt x="2848" y="2710"/>
                      </a:cubicBezTo>
                      <a:cubicBezTo>
                        <a:pt x="2908" y="2764"/>
                        <a:pt x="2979" y="2808"/>
                        <a:pt x="3033" y="2862"/>
                      </a:cubicBezTo>
                      <a:cubicBezTo>
                        <a:pt x="3093" y="2916"/>
                        <a:pt x="3147" y="2976"/>
                        <a:pt x="3207" y="3025"/>
                      </a:cubicBezTo>
                      <a:cubicBezTo>
                        <a:pt x="3256" y="3069"/>
                        <a:pt x="3316" y="3101"/>
                        <a:pt x="3365" y="3150"/>
                      </a:cubicBezTo>
                      <a:cubicBezTo>
                        <a:pt x="3414" y="3194"/>
                        <a:pt x="3463" y="3270"/>
                        <a:pt x="3528" y="3319"/>
                      </a:cubicBezTo>
                      <a:cubicBezTo>
                        <a:pt x="3582" y="3362"/>
                        <a:pt x="3631" y="3406"/>
                        <a:pt x="3675" y="3455"/>
                      </a:cubicBezTo>
                      <a:cubicBezTo>
                        <a:pt x="3718" y="3520"/>
                        <a:pt x="3767" y="3574"/>
                        <a:pt x="3821" y="3634"/>
                      </a:cubicBezTo>
                      <a:cubicBezTo>
                        <a:pt x="3930" y="3743"/>
                        <a:pt x="4050" y="3857"/>
                        <a:pt x="4164" y="3960"/>
                      </a:cubicBezTo>
                      <a:cubicBezTo>
                        <a:pt x="4294" y="4074"/>
                        <a:pt x="4419" y="4199"/>
                        <a:pt x="4533" y="4330"/>
                      </a:cubicBezTo>
                      <a:cubicBezTo>
                        <a:pt x="4642" y="4449"/>
                        <a:pt x="4756" y="4563"/>
                        <a:pt x="4876" y="4672"/>
                      </a:cubicBezTo>
                      <a:cubicBezTo>
                        <a:pt x="4936" y="4721"/>
                        <a:pt x="4990" y="4775"/>
                        <a:pt x="5044" y="4830"/>
                      </a:cubicBezTo>
                      <a:cubicBezTo>
                        <a:pt x="5104" y="4884"/>
                        <a:pt x="5137" y="4955"/>
                        <a:pt x="5191" y="5009"/>
                      </a:cubicBezTo>
                      <a:cubicBezTo>
                        <a:pt x="5246" y="5064"/>
                        <a:pt x="5300" y="5091"/>
                        <a:pt x="5354" y="5140"/>
                      </a:cubicBezTo>
                      <a:cubicBezTo>
                        <a:pt x="5414" y="5199"/>
                        <a:pt x="5474" y="5259"/>
                        <a:pt x="5539" y="5319"/>
                      </a:cubicBezTo>
                      <a:cubicBezTo>
                        <a:pt x="5599" y="5379"/>
                        <a:pt x="5675" y="5428"/>
                        <a:pt x="5735" y="5488"/>
                      </a:cubicBezTo>
                      <a:lnTo>
                        <a:pt x="5746" y="5498"/>
                      </a:lnTo>
                      <a:cubicBezTo>
                        <a:pt x="5588" y="5613"/>
                        <a:pt x="5468" y="5765"/>
                        <a:pt x="5403" y="5944"/>
                      </a:cubicBezTo>
                      <a:lnTo>
                        <a:pt x="5409" y="5944"/>
                      </a:lnTo>
                      <a:cubicBezTo>
                        <a:pt x="5354" y="6075"/>
                        <a:pt x="5322" y="6216"/>
                        <a:pt x="5311" y="6363"/>
                      </a:cubicBezTo>
                      <a:cubicBezTo>
                        <a:pt x="5305" y="6471"/>
                        <a:pt x="5289" y="6607"/>
                        <a:pt x="5349" y="6705"/>
                      </a:cubicBezTo>
                      <a:cubicBezTo>
                        <a:pt x="5289" y="6716"/>
                        <a:pt x="5229" y="6721"/>
                        <a:pt x="5169" y="6721"/>
                      </a:cubicBezTo>
                      <a:cubicBezTo>
                        <a:pt x="4947" y="6721"/>
                        <a:pt x="4735" y="6662"/>
                        <a:pt x="4512" y="6651"/>
                      </a:cubicBezTo>
                      <a:cubicBezTo>
                        <a:pt x="4485" y="6650"/>
                        <a:pt x="4459" y="6650"/>
                        <a:pt x="4433" y="6650"/>
                      </a:cubicBezTo>
                      <a:cubicBezTo>
                        <a:pt x="4330" y="6650"/>
                        <a:pt x="4234" y="6654"/>
                        <a:pt x="4138" y="6654"/>
                      </a:cubicBezTo>
                      <a:cubicBezTo>
                        <a:pt x="4055" y="6654"/>
                        <a:pt x="3973" y="6651"/>
                        <a:pt x="3887" y="6640"/>
                      </a:cubicBezTo>
                      <a:cubicBezTo>
                        <a:pt x="3835" y="6635"/>
                        <a:pt x="3783" y="6632"/>
                        <a:pt x="3731" y="6632"/>
                      </a:cubicBezTo>
                      <a:cubicBezTo>
                        <a:pt x="3679" y="6632"/>
                        <a:pt x="3626" y="6635"/>
                        <a:pt x="3571" y="6640"/>
                      </a:cubicBezTo>
                      <a:lnTo>
                        <a:pt x="3213" y="6640"/>
                      </a:lnTo>
                      <a:cubicBezTo>
                        <a:pt x="2995" y="6640"/>
                        <a:pt x="2778" y="6640"/>
                        <a:pt x="2560" y="6624"/>
                      </a:cubicBezTo>
                      <a:cubicBezTo>
                        <a:pt x="2359" y="6613"/>
                        <a:pt x="2158" y="6558"/>
                        <a:pt x="1951" y="6558"/>
                      </a:cubicBezTo>
                      <a:cubicBezTo>
                        <a:pt x="1854" y="6558"/>
                        <a:pt x="1761" y="6531"/>
                        <a:pt x="1663" y="6531"/>
                      </a:cubicBezTo>
                      <a:cubicBezTo>
                        <a:pt x="1560" y="6531"/>
                        <a:pt x="1462" y="6510"/>
                        <a:pt x="1359" y="6504"/>
                      </a:cubicBezTo>
                      <a:lnTo>
                        <a:pt x="1354" y="6504"/>
                      </a:lnTo>
                      <a:cubicBezTo>
                        <a:pt x="1370" y="6477"/>
                        <a:pt x="1375" y="6444"/>
                        <a:pt x="1375" y="6417"/>
                      </a:cubicBezTo>
                      <a:cubicBezTo>
                        <a:pt x="1375" y="6390"/>
                        <a:pt x="1370" y="6368"/>
                        <a:pt x="1354" y="6346"/>
                      </a:cubicBezTo>
                      <a:cubicBezTo>
                        <a:pt x="1332" y="6183"/>
                        <a:pt x="1381" y="6009"/>
                        <a:pt x="1386" y="5846"/>
                      </a:cubicBezTo>
                      <a:cubicBezTo>
                        <a:pt x="1392" y="5683"/>
                        <a:pt x="1397" y="5488"/>
                        <a:pt x="1180" y="5466"/>
                      </a:cubicBezTo>
                      <a:cubicBezTo>
                        <a:pt x="1149" y="5462"/>
                        <a:pt x="1119" y="5461"/>
                        <a:pt x="1087" y="5461"/>
                      </a:cubicBezTo>
                      <a:cubicBezTo>
                        <a:pt x="1053" y="5461"/>
                        <a:pt x="1018" y="5462"/>
                        <a:pt x="983" y="5462"/>
                      </a:cubicBezTo>
                      <a:cubicBezTo>
                        <a:pt x="963" y="5462"/>
                        <a:pt x="944" y="5462"/>
                        <a:pt x="924" y="5460"/>
                      </a:cubicBezTo>
                      <a:cubicBezTo>
                        <a:pt x="887" y="5456"/>
                        <a:pt x="849" y="5454"/>
                        <a:pt x="810" y="5454"/>
                      </a:cubicBezTo>
                      <a:cubicBezTo>
                        <a:pt x="748" y="5454"/>
                        <a:pt x="686" y="5459"/>
                        <a:pt x="625" y="5466"/>
                      </a:cubicBezTo>
                      <a:cubicBezTo>
                        <a:pt x="576" y="5471"/>
                        <a:pt x="527" y="5488"/>
                        <a:pt x="478" y="5504"/>
                      </a:cubicBezTo>
                      <a:cubicBezTo>
                        <a:pt x="435" y="5509"/>
                        <a:pt x="391" y="5515"/>
                        <a:pt x="353" y="5526"/>
                      </a:cubicBezTo>
                      <a:cubicBezTo>
                        <a:pt x="321" y="5542"/>
                        <a:pt x="288" y="5553"/>
                        <a:pt x="255" y="5575"/>
                      </a:cubicBezTo>
                      <a:cubicBezTo>
                        <a:pt x="255" y="5542"/>
                        <a:pt x="250" y="5515"/>
                        <a:pt x="250" y="5482"/>
                      </a:cubicBezTo>
                      <a:lnTo>
                        <a:pt x="250" y="5107"/>
                      </a:lnTo>
                      <a:cubicBezTo>
                        <a:pt x="250" y="4879"/>
                        <a:pt x="245" y="4650"/>
                        <a:pt x="245" y="4428"/>
                      </a:cubicBezTo>
                      <a:cubicBezTo>
                        <a:pt x="239" y="4199"/>
                        <a:pt x="255" y="3982"/>
                        <a:pt x="261" y="3759"/>
                      </a:cubicBezTo>
                      <a:cubicBezTo>
                        <a:pt x="266" y="3650"/>
                        <a:pt x="266" y="3547"/>
                        <a:pt x="261" y="3444"/>
                      </a:cubicBezTo>
                      <a:cubicBezTo>
                        <a:pt x="266" y="3346"/>
                        <a:pt x="272" y="3248"/>
                        <a:pt x="288" y="3150"/>
                      </a:cubicBezTo>
                      <a:cubicBezTo>
                        <a:pt x="304" y="2911"/>
                        <a:pt x="283" y="2661"/>
                        <a:pt x="277" y="2422"/>
                      </a:cubicBezTo>
                      <a:cubicBezTo>
                        <a:pt x="272" y="2232"/>
                        <a:pt x="277" y="2041"/>
                        <a:pt x="283" y="1856"/>
                      </a:cubicBezTo>
                      <a:lnTo>
                        <a:pt x="304" y="1862"/>
                      </a:lnTo>
                      <a:cubicBezTo>
                        <a:pt x="344" y="1876"/>
                        <a:pt x="384" y="1884"/>
                        <a:pt x="426" y="1884"/>
                      </a:cubicBezTo>
                      <a:cubicBezTo>
                        <a:pt x="446" y="1884"/>
                        <a:pt x="467" y="1882"/>
                        <a:pt x="489" y="1878"/>
                      </a:cubicBezTo>
                      <a:cubicBezTo>
                        <a:pt x="647" y="1867"/>
                        <a:pt x="799" y="1840"/>
                        <a:pt x="951" y="1797"/>
                      </a:cubicBezTo>
                      <a:cubicBezTo>
                        <a:pt x="1093" y="1748"/>
                        <a:pt x="1223" y="1666"/>
                        <a:pt x="1326" y="1557"/>
                      </a:cubicBezTo>
                      <a:cubicBezTo>
                        <a:pt x="1381" y="1509"/>
                        <a:pt x="1430" y="1460"/>
                        <a:pt x="1473" y="1405"/>
                      </a:cubicBezTo>
                      <a:lnTo>
                        <a:pt x="1479" y="1389"/>
                      </a:lnTo>
                      <a:close/>
                      <a:moveTo>
                        <a:pt x="5838" y="5591"/>
                      </a:moveTo>
                      <a:cubicBezTo>
                        <a:pt x="5865" y="5618"/>
                        <a:pt x="5892" y="5645"/>
                        <a:pt x="5920" y="5667"/>
                      </a:cubicBezTo>
                      <a:cubicBezTo>
                        <a:pt x="6066" y="5797"/>
                        <a:pt x="6208" y="5928"/>
                        <a:pt x="6344" y="6069"/>
                      </a:cubicBezTo>
                      <a:cubicBezTo>
                        <a:pt x="6414" y="6134"/>
                        <a:pt x="6474" y="6205"/>
                        <a:pt x="6550" y="6265"/>
                      </a:cubicBezTo>
                      <a:cubicBezTo>
                        <a:pt x="6599" y="6314"/>
                        <a:pt x="6648" y="6368"/>
                        <a:pt x="6691" y="6433"/>
                      </a:cubicBezTo>
                      <a:cubicBezTo>
                        <a:pt x="6740" y="6493"/>
                        <a:pt x="6800" y="6548"/>
                        <a:pt x="6849" y="6613"/>
                      </a:cubicBezTo>
                      <a:cubicBezTo>
                        <a:pt x="6871" y="6635"/>
                        <a:pt x="6887" y="6667"/>
                        <a:pt x="6903" y="6694"/>
                      </a:cubicBezTo>
                      <a:lnTo>
                        <a:pt x="6898" y="6700"/>
                      </a:lnTo>
                      <a:cubicBezTo>
                        <a:pt x="6871" y="6716"/>
                        <a:pt x="6838" y="6721"/>
                        <a:pt x="6811" y="6727"/>
                      </a:cubicBezTo>
                      <a:cubicBezTo>
                        <a:pt x="6765" y="6710"/>
                        <a:pt x="6716" y="6704"/>
                        <a:pt x="6666" y="6704"/>
                      </a:cubicBezTo>
                      <a:cubicBezTo>
                        <a:pt x="6592" y="6704"/>
                        <a:pt x="6515" y="6716"/>
                        <a:pt x="6447" y="6716"/>
                      </a:cubicBezTo>
                      <a:cubicBezTo>
                        <a:pt x="6240" y="6716"/>
                        <a:pt x="6039" y="6689"/>
                        <a:pt x="5827" y="6689"/>
                      </a:cubicBezTo>
                      <a:cubicBezTo>
                        <a:pt x="5758" y="6689"/>
                        <a:pt x="5689" y="6684"/>
                        <a:pt x="5621" y="6684"/>
                      </a:cubicBezTo>
                      <a:cubicBezTo>
                        <a:pt x="5586" y="6684"/>
                        <a:pt x="5552" y="6685"/>
                        <a:pt x="5517" y="6689"/>
                      </a:cubicBezTo>
                      <a:cubicBezTo>
                        <a:pt x="5517" y="6618"/>
                        <a:pt x="5512" y="6548"/>
                        <a:pt x="5501" y="6482"/>
                      </a:cubicBezTo>
                      <a:cubicBezTo>
                        <a:pt x="5496" y="6346"/>
                        <a:pt x="5506" y="6205"/>
                        <a:pt x="5539" y="6069"/>
                      </a:cubicBezTo>
                      <a:cubicBezTo>
                        <a:pt x="5588" y="5884"/>
                        <a:pt x="5691" y="5716"/>
                        <a:pt x="5838" y="5591"/>
                      </a:cubicBezTo>
                      <a:close/>
                      <a:moveTo>
                        <a:pt x="219" y="1"/>
                      </a:moveTo>
                      <a:cubicBezTo>
                        <a:pt x="182" y="1"/>
                        <a:pt x="153" y="35"/>
                        <a:pt x="163" y="74"/>
                      </a:cubicBezTo>
                      <a:cubicBezTo>
                        <a:pt x="158" y="74"/>
                        <a:pt x="158" y="84"/>
                        <a:pt x="163" y="90"/>
                      </a:cubicBezTo>
                      <a:cubicBezTo>
                        <a:pt x="152" y="568"/>
                        <a:pt x="147" y="1047"/>
                        <a:pt x="136" y="1525"/>
                      </a:cubicBezTo>
                      <a:cubicBezTo>
                        <a:pt x="136" y="1579"/>
                        <a:pt x="136" y="1628"/>
                        <a:pt x="130" y="1683"/>
                      </a:cubicBezTo>
                      <a:lnTo>
                        <a:pt x="125" y="1683"/>
                      </a:lnTo>
                      <a:cubicBezTo>
                        <a:pt x="98" y="1688"/>
                        <a:pt x="98" y="1731"/>
                        <a:pt x="125" y="1742"/>
                      </a:cubicBezTo>
                      <a:cubicBezTo>
                        <a:pt x="114" y="1889"/>
                        <a:pt x="98" y="2036"/>
                        <a:pt x="98" y="2188"/>
                      </a:cubicBezTo>
                      <a:cubicBezTo>
                        <a:pt x="92" y="2411"/>
                        <a:pt x="98" y="2634"/>
                        <a:pt x="98" y="2857"/>
                      </a:cubicBezTo>
                      <a:cubicBezTo>
                        <a:pt x="103" y="2960"/>
                        <a:pt x="103" y="3069"/>
                        <a:pt x="92" y="3172"/>
                      </a:cubicBezTo>
                      <a:cubicBezTo>
                        <a:pt x="71" y="3270"/>
                        <a:pt x="60" y="3373"/>
                        <a:pt x="60" y="3476"/>
                      </a:cubicBezTo>
                      <a:cubicBezTo>
                        <a:pt x="60" y="3694"/>
                        <a:pt x="43" y="3917"/>
                        <a:pt x="33" y="4139"/>
                      </a:cubicBezTo>
                      <a:cubicBezTo>
                        <a:pt x="22" y="4357"/>
                        <a:pt x="22" y="4596"/>
                        <a:pt x="22" y="4824"/>
                      </a:cubicBezTo>
                      <a:cubicBezTo>
                        <a:pt x="22" y="5058"/>
                        <a:pt x="0" y="5303"/>
                        <a:pt x="16" y="5536"/>
                      </a:cubicBezTo>
                      <a:cubicBezTo>
                        <a:pt x="22" y="5634"/>
                        <a:pt x="43" y="5727"/>
                        <a:pt x="43" y="5819"/>
                      </a:cubicBezTo>
                      <a:cubicBezTo>
                        <a:pt x="43" y="5944"/>
                        <a:pt x="65" y="6058"/>
                        <a:pt x="71" y="6183"/>
                      </a:cubicBezTo>
                      <a:cubicBezTo>
                        <a:pt x="76" y="6325"/>
                        <a:pt x="11" y="6586"/>
                        <a:pt x="169" y="6673"/>
                      </a:cubicBezTo>
                      <a:cubicBezTo>
                        <a:pt x="234" y="6700"/>
                        <a:pt x="304" y="6716"/>
                        <a:pt x="381" y="6716"/>
                      </a:cubicBezTo>
                      <a:cubicBezTo>
                        <a:pt x="470" y="6728"/>
                        <a:pt x="560" y="6734"/>
                        <a:pt x="650" y="6734"/>
                      </a:cubicBezTo>
                      <a:cubicBezTo>
                        <a:pt x="679" y="6734"/>
                        <a:pt x="709" y="6734"/>
                        <a:pt x="739" y="6732"/>
                      </a:cubicBezTo>
                      <a:lnTo>
                        <a:pt x="1071" y="6732"/>
                      </a:lnTo>
                      <a:cubicBezTo>
                        <a:pt x="1116" y="6730"/>
                        <a:pt x="1161" y="6729"/>
                        <a:pt x="1206" y="6729"/>
                      </a:cubicBezTo>
                      <a:cubicBezTo>
                        <a:pt x="1270" y="6729"/>
                        <a:pt x="1333" y="6731"/>
                        <a:pt x="1397" y="6738"/>
                      </a:cubicBezTo>
                      <a:cubicBezTo>
                        <a:pt x="1495" y="6749"/>
                        <a:pt x="1593" y="6760"/>
                        <a:pt x="1691" y="6760"/>
                      </a:cubicBezTo>
                      <a:cubicBezTo>
                        <a:pt x="1788" y="6765"/>
                        <a:pt x="1886" y="6787"/>
                        <a:pt x="1990" y="6787"/>
                      </a:cubicBezTo>
                      <a:cubicBezTo>
                        <a:pt x="2191" y="6787"/>
                        <a:pt x="2397" y="6852"/>
                        <a:pt x="2598" y="6863"/>
                      </a:cubicBezTo>
                      <a:cubicBezTo>
                        <a:pt x="2746" y="6873"/>
                        <a:pt x="2892" y="6877"/>
                        <a:pt x="3038" y="6877"/>
                      </a:cubicBezTo>
                      <a:cubicBezTo>
                        <a:pt x="3122" y="6877"/>
                        <a:pt x="3205" y="6876"/>
                        <a:pt x="3289" y="6874"/>
                      </a:cubicBezTo>
                      <a:cubicBezTo>
                        <a:pt x="3343" y="6872"/>
                        <a:pt x="3396" y="6872"/>
                        <a:pt x="3450" y="6872"/>
                      </a:cubicBezTo>
                      <a:cubicBezTo>
                        <a:pt x="3622" y="6872"/>
                        <a:pt x="3792" y="6879"/>
                        <a:pt x="3963" y="6895"/>
                      </a:cubicBezTo>
                      <a:cubicBezTo>
                        <a:pt x="4029" y="6905"/>
                        <a:pt x="4095" y="6907"/>
                        <a:pt x="4162" y="6907"/>
                      </a:cubicBezTo>
                      <a:cubicBezTo>
                        <a:pt x="4257" y="6907"/>
                        <a:pt x="4352" y="6902"/>
                        <a:pt x="4447" y="6902"/>
                      </a:cubicBezTo>
                      <a:cubicBezTo>
                        <a:pt x="4522" y="6902"/>
                        <a:pt x="4596" y="6905"/>
                        <a:pt x="4669" y="6917"/>
                      </a:cubicBezTo>
                      <a:cubicBezTo>
                        <a:pt x="4836" y="6946"/>
                        <a:pt x="5003" y="6961"/>
                        <a:pt x="5169" y="6961"/>
                      </a:cubicBezTo>
                      <a:cubicBezTo>
                        <a:pt x="5253" y="6961"/>
                        <a:pt x="5336" y="6957"/>
                        <a:pt x="5419" y="6950"/>
                      </a:cubicBezTo>
                      <a:cubicBezTo>
                        <a:pt x="5521" y="6943"/>
                        <a:pt x="5622" y="6939"/>
                        <a:pt x="5723" y="6939"/>
                      </a:cubicBezTo>
                      <a:cubicBezTo>
                        <a:pt x="5867" y="6939"/>
                        <a:pt x="6010" y="6947"/>
                        <a:pt x="6153" y="6966"/>
                      </a:cubicBezTo>
                      <a:cubicBezTo>
                        <a:pt x="6227" y="6972"/>
                        <a:pt x="6298" y="6975"/>
                        <a:pt x="6369" y="6975"/>
                      </a:cubicBezTo>
                      <a:cubicBezTo>
                        <a:pt x="6418" y="6975"/>
                        <a:pt x="6468" y="6974"/>
                        <a:pt x="6518" y="6972"/>
                      </a:cubicBezTo>
                      <a:lnTo>
                        <a:pt x="6599" y="6972"/>
                      </a:lnTo>
                      <a:cubicBezTo>
                        <a:pt x="6626" y="6972"/>
                        <a:pt x="6664" y="6977"/>
                        <a:pt x="6691" y="6982"/>
                      </a:cubicBezTo>
                      <a:lnTo>
                        <a:pt x="6740" y="6993"/>
                      </a:lnTo>
                      <a:cubicBezTo>
                        <a:pt x="6759" y="7001"/>
                        <a:pt x="6778" y="7006"/>
                        <a:pt x="6797" y="7006"/>
                      </a:cubicBezTo>
                      <a:cubicBezTo>
                        <a:pt x="6815" y="7006"/>
                        <a:pt x="6833" y="7001"/>
                        <a:pt x="6849" y="6993"/>
                      </a:cubicBezTo>
                      <a:cubicBezTo>
                        <a:pt x="6876" y="6988"/>
                        <a:pt x="6898" y="6982"/>
                        <a:pt x="6920" y="6977"/>
                      </a:cubicBezTo>
                      <a:cubicBezTo>
                        <a:pt x="6958" y="6961"/>
                        <a:pt x="6996" y="6944"/>
                        <a:pt x="7034" y="6923"/>
                      </a:cubicBezTo>
                      <a:cubicBezTo>
                        <a:pt x="7056" y="6912"/>
                        <a:pt x="7077" y="6890"/>
                        <a:pt x="7105" y="6890"/>
                      </a:cubicBezTo>
                      <a:cubicBezTo>
                        <a:pt x="7107" y="6890"/>
                        <a:pt x="7108" y="6890"/>
                        <a:pt x="7110" y="6890"/>
                      </a:cubicBezTo>
                      <a:cubicBezTo>
                        <a:pt x="7201" y="6890"/>
                        <a:pt x="7283" y="6769"/>
                        <a:pt x="7219" y="6689"/>
                      </a:cubicBezTo>
                      <a:lnTo>
                        <a:pt x="7219" y="6689"/>
                      </a:lnTo>
                      <a:lnTo>
                        <a:pt x="7219" y="6694"/>
                      </a:lnTo>
                      <a:cubicBezTo>
                        <a:pt x="7181" y="6640"/>
                        <a:pt x="7154" y="6575"/>
                        <a:pt x="7115" y="6520"/>
                      </a:cubicBezTo>
                      <a:cubicBezTo>
                        <a:pt x="7072" y="6450"/>
                        <a:pt x="7018" y="6390"/>
                        <a:pt x="6958" y="6330"/>
                      </a:cubicBezTo>
                      <a:cubicBezTo>
                        <a:pt x="6909" y="6276"/>
                        <a:pt x="6876" y="6221"/>
                        <a:pt x="6833" y="6162"/>
                      </a:cubicBezTo>
                      <a:cubicBezTo>
                        <a:pt x="6784" y="6107"/>
                        <a:pt x="6730" y="6058"/>
                        <a:pt x="6675" y="6015"/>
                      </a:cubicBezTo>
                      <a:cubicBezTo>
                        <a:pt x="6545" y="5890"/>
                        <a:pt x="6420" y="5759"/>
                        <a:pt x="6289" y="5634"/>
                      </a:cubicBezTo>
                      <a:cubicBezTo>
                        <a:pt x="6229" y="5575"/>
                        <a:pt x="6170" y="5526"/>
                        <a:pt x="6110" y="5477"/>
                      </a:cubicBezTo>
                      <a:cubicBezTo>
                        <a:pt x="6045" y="5422"/>
                        <a:pt x="5990" y="5352"/>
                        <a:pt x="5925" y="5292"/>
                      </a:cubicBezTo>
                      <a:cubicBezTo>
                        <a:pt x="5811" y="5189"/>
                        <a:pt x="5686" y="5091"/>
                        <a:pt x="5577" y="4977"/>
                      </a:cubicBezTo>
                      <a:cubicBezTo>
                        <a:pt x="5523" y="4922"/>
                        <a:pt x="5463" y="4884"/>
                        <a:pt x="5409" y="4835"/>
                      </a:cubicBezTo>
                      <a:cubicBezTo>
                        <a:pt x="5354" y="4781"/>
                        <a:pt x="5305" y="4721"/>
                        <a:pt x="5262" y="4656"/>
                      </a:cubicBezTo>
                      <a:cubicBezTo>
                        <a:pt x="5148" y="4536"/>
                        <a:pt x="5012" y="4438"/>
                        <a:pt x="4892" y="4324"/>
                      </a:cubicBezTo>
                      <a:cubicBezTo>
                        <a:pt x="4773" y="4205"/>
                        <a:pt x="4669" y="4069"/>
                        <a:pt x="4544" y="3949"/>
                      </a:cubicBezTo>
                      <a:cubicBezTo>
                        <a:pt x="4425" y="3830"/>
                        <a:pt x="4283" y="3716"/>
                        <a:pt x="4158" y="3590"/>
                      </a:cubicBezTo>
                      <a:cubicBezTo>
                        <a:pt x="4109" y="3542"/>
                        <a:pt x="4055" y="3493"/>
                        <a:pt x="4001" y="3444"/>
                      </a:cubicBezTo>
                      <a:cubicBezTo>
                        <a:pt x="3952" y="3389"/>
                        <a:pt x="3908" y="3330"/>
                        <a:pt x="3865" y="3270"/>
                      </a:cubicBezTo>
                      <a:cubicBezTo>
                        <a:pt x="3810" y="3215"/>
                        <a:pt x="3756" y="3166"/>
                        <a:pt x="3696" y="3118"/>
                      </a:cubicBezTo>
                      <a:cubicBezTo>
                        <a:pt x="3642" y="3069"/>
                        <a:pt x="3599" y="3009"/>
                        <a:pt x="3544" y="2960"/>
                      </a:cubicBezTo>
                      <a:cubicBezTo>
                        <a:pt x="3495" y="2916"/>
                        <a:pt x="3441" y="2873"/>
                        <a:pt x="3387" y="2835"/>
                      </a:cubicBezTo>
                      <a:cubicBezTo>
                        <a:pt x="3321" y="2781"/>
                        <a:pt x="3267" y="2715"/>
                        <a:pt x="3202" y="2661"/>
                      </a:cubicBezTo>
                      <a:cubicBezTo>
                        <a:pt x="3077" y="2552"/>
                        <a:pt x="2946" y="2449"/>
                        <a:pt x="2816" y="2340"/>
                      </a:cubicBezTo>
                      <a:cubicBezTo>
                        <a:pt x="2761" y="2286"/>
                        <a:pt x="2707" y="2232"/>
                        <a:pt x="2653" y="2177"/>
                      </a:cubicBezTo>
                      <a:cubicBezTo>
                        <a:pt x="2593" y="2117"/>
                        <a:pt x="2533" y="2063"/>
                        <a:pt x="2462" y="2014"/>
                      </a:cubicBezTo>
                      <a:cubicBezTo>
                        <a:pt x="2408" y="1971"/>
                        <a:pt x="2365" y="1911"/>
                        <a:pt x="2310" y="1862"/>
                      </a:cubicBezTo>
                      <a:cubicBezTo>
                        <a:pt x="2250" y="1802"/>
                        <a:pt x="2180" y="1748"/>
                        <a:pt x="2120" y="1688"/>
                      </a:cubicBezTo>
                      <a:cubicBezTo>
                        <a:pt x="2006" y="1579"/>
                        <a:pt x="1897" y="1465"/>
                        <a:pt x="1788" y="1351"/>
                      </a:cubicBezTo>
                      <a:cubicBezTo>
                        <a:pt x="1658" y="1215"/>
                        <a:pt x="1511" y="1106"/>
                        <a:pt x="1375" y="976"/>
                      </a:cubicBezTo>
                      <a:cubicBezTo>
                        <a:pt x="1239" y="851"/>
                        <a:pt x="1114" y="731"/>
                        <a:pt x="973" y="612"/>
                      </a:cubicBezTo>
                      <a:cubicBezTo>
                        <a:pt x="902" y="557"/>
                        <a:pt x="843" y="498"/>
                        <a:pt x="777" y="432"/>
                      </a:cubicBezTo>
                      <a:cubicBezTo>
                        <a:pt x="718" y="378"/>
                        <a:pt x="647" y="324"/>
                        <a:pt x="582" y="275"/>
                      </a:cubicBezTo>
                      <a:cubicBezTo>
                        <a:pt x="527" y="231"/>
                        <a:pt x="489" y="171"/>
                        <a:pt x="435" y="128"/>
                      </a:cubicBezTo>
                      <a:cubicBezTo>
                        <a:pt x="375" y="74"/>
                        <a:pt x="304" y="35"/>
                        <a:pt x="234" y="3"/>
                      </a:cubicBezTo>
                      <a:cubicBezTo>
                        <a:pt x="229" y="2"/>
                        <a:pt x="224"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0"/>
                <p:cNvSpPr/>
                <p:nvPr/>
              </p:nvSpPr>
              <p:spPr>
                <a:xfrm>
                  <a:off x="3386125" y="4776175"/>
                  <a:ext cx="8100" cy="6500"/>
                </a:xfrm>
                <a:custGeom>
                  <a:rect b="b" l="l" r="r" t="t"/>
                  <a:pathLst>
                    <a:path extrusionOk="0" h="260" w="324">
                      <a:moveTo>
                        <a:pt x="197" y="1"/>
                      </a:moveTo>
                      <a:cubicBezTo>
                        <a:pt x="188" y="1"/>
                        <a:pt x="178" y="2"/>
                        <a:pt x="169" y="5"/>
                      </a:cubicBezTo>
                      <a:lnTo>
                        <a:pt x="169" y="10"/>
                      </a:lnTo>
                      <a:lnTo>
                        <a:pt x="158" y="10"/>
                      </a:lnTo>
                      <a:cubicBezTo>
                        <a:pt x="147" y="10"/>
                        <a:pt x="141" y="15"/>
                        <a:pt x="131" y="15"/>
                      </a:cubicBezTo>
                      <a:cubicBezTo>
                        <a:pt x="92" y="15"/>
                        <a:pt x="54" y="32"/>
                        <a:pt x="33" y="64"/>
                      </a:cubicBezTo>
                      <a:cubicBezTo>
                        <a:pt x="0" y="108"/>
                        <a:pt x="6" y="173"/>
                        <a:pt x="44" y="217"/>
                      </a:cubicBezTo>
                      <a:cubicBezTo>
                        <a:pt x="75" y="246"/>
                        <a:pt x="114" y="260"/>
                        <a:pt x="152" y="260"/>
                      </a:cubicBezTo>
                      <a:cubicBezTo>
                        <a:pt x="219" y="260"/>
                        <a:pt x="284" y="217"/>
                        <a:pt x="304" y="140"/>
                      </a:cubicBezTo>
                      <a:cubicBezTo>
                        <a:pt x="324" y="69"/>
                        <a:pt x="267" y="1"/>
                        <a:pt x="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0"/>
                <p:cNvSpPr/>
                <p:nvPr/>
              </p:nvSpPr>
              <p:spPr>
                <a:xfrm>
                  <a:off x="3379500" y="4684675"/>
                  <a:ext cx="37925" cy="15125"/>
                </a:xfrm>
                <a:custGeom>
                  <a:rect b="b" l="l" r="r" t="t"/>
                  <a:pathLst>
                    <a:path extrusionOk="0" h="605" w="1517">
                      <a:moveTo>
                        <a:pt x="445" y="126"/>
                      </a:moveTo>
                      <a:cubicBezTo>
                        <a:pt x="511" y="126"/>
                        <a:pt x="578" y="154"/>
                        <a:pt x="629" y="207"/>
                      </a:cubicBezTo>
                      <a:cubicBezTo>
                        <a:pt x="667" y="245"/>
                        <a:pt x="700" y="283"/>
                        <a:pt x="733" y="327"/>
                      </a:cubicBezTo>
                      <a:cubicBezTo>
                        <a:pt x="635" y="392"/>
                        <a:pt x="515" y="474"/>
                        <a:pt x="406" y="479"/>
                      </a:cubicBezTo>
                      <a:cubicBezTo>
                        <a:pt x="398" y="480"/>
                        <a:pt x="390" y="481"/>
                        <a:pt x="382" y="481"/>
                      </a:cubicBezTo>
                      <a:cubicBezTo>
                        <a:pt x="240" y="481"/>
                        <a:pt x="163" y="300"/>
                        <a:pt x="276" y="197"/>
                      </a:cubicBezTo>
                      <a:cubicBezTo>
                        <a:pt x="323" y="150"/>
                        <a:pt x="384" y="126"/>
                        <a:pt x="445" y="126"/>
                      </a:cubicBezTo>
                      <a:close/>
                      <a:moveTo>
                        <a:pt x="470" y="0"/>
                      </a:moveTo>
                      <a:cubicBezTo>
                        <a:pt x="365" y="0"/>
                        <a:pt x="264" y="39"/>
                        <a:pt x="189" y="110"/>
                      </a:cubicBezTo>
                      <a:cubicBezTo>
                        <a:pt x="0" y="287"/>
                        <a:pt x="127" y="604"/>
                        <a:pt x="389" y="604"/>
                      </a:cubicBezTo>
                      <a:cubicBezTo>
                        <a:pt x="391" y="604"/>
                        <a:pt x="393" y="604"/>
                        <a:pt x="396" y="604"/>
                      </a:cubicBezTo>
                      <a:cubicBezTo>
                        <a:pt x="537" y="604"/>
                        <a:pt x="673" y="506"/>
                        <a:pt x="787" y="430"/>
                      </a:cubicBezTo>
                      <a:cubicBezTo>
                        <a:pt x="792" y="425"/>
                        <a:pt x="803" y="425"/>
                        <a:pt x="809" y="419"/>
                      </a:cubicBezTo>
                      <a:cubicBezTo>
                        <a:pt x="820" y="425"/>
                        <a:pt x="825" y="436"/>
                        <a:pt x="836" y="441"/>
                      </a:cubicBezTo>
                      <a:cubicBezTo>
                        <a:pt x="901" y="506"/>
                        <a:pt x="993" y="550"/>
                        <a:pt x="1086" y="566"/>
                      </a:cubicBezTo>
                      <a:cubicBezTo>
                        <a:pt x="1133" y="572"/>
                        <a:pt x="1190" y="579"/>
                        <a:pt x="1246" y="579"/>
                      </a:cubicBezTo>
                      <a:cubicBezTo>
                        <a:pt x="1345" y="579"/>
                        <a:pt x="1444" y="559"/>
                        <a:pt x="1499" y="479"/>
                      </a:cubicBezTo>
                      <a:cubicBezTo>
                        <a:pt x="1517" y="457"/>
                        <a:pt x="1491" y="431"/>
                        <a:pt x="1466" y="431"/>
                      </a:cubicBezTo>
                      <a:cubicBezTo>
                        <a:pt x="1461" y="431"/>
                        <a:pt x="1455" y="433"/>
                        <a:pt x="1450" y="436"/>
                      </a:cubicBezTo>
                      <a:lnTo>
                        <a:pt x="1445" y="436"/>
                      </a:lnTo>
                      <a:cubicBezTo>
                        <a:pt x="1430" y="443"/>
                        <a:pt x="1413" y="445"/>
                        <a:pt x="1395" y="445"/>
                      </a:cubicBezTo>
                      <a:cubicBezTo>
                        <a:pt x="1359" y="445"/>
                        <a:pt x="1320" y="436"/>
                        <a:pt x="1287" y="436"/>
                      </a:cubicBezTo>
                      <a:cubicBezTo>
                        <a:pt x="1233" y="436"/>
                        <a:pt x="1178" y="430"/>
                        <a:pt x="1124" y="425"/>
                      </a:cubicBezTo>
                      <a:cubicBezTo>
                        <a:pt x="1048" y="414"/>
                        <a:pt x="977" y="381"/>
                        <a:pt x="923" y="332"/>
                      </a:cubicBezTo>
                      <a:cubicBezTo>
                        <a:pt x="999" y="267"/>
                        <a:pt x="1075" y="191"/>
                        <a:pt x="1151" y="115"/>
                      </a:cubicBezTo>
                      <a:cubicBezTo>
                        <a:pt x="1171" y="91"/>
                        <a:pt x="1152" y="60"/>
                        <a:pt x="1127" y="60"/>
                      </a:cubicBezTo>
                      <a:cubicBezTo>
                        <a:pt x="1119" y="60"/>
                        <a:pt x="1110" y="63"/>
                        <a:pt x="1102" y="72"/>
                      </a:cubicBezTo>
                      <a:cubicBezTo>
                        <a:pt x="1021" y="137"/>
                        <a:pt x="934" y="202"/>
                        <a:pt x="847" y="256"/>
                      </a:cubicBezTo>
                      <a:lnTo>
                        <a:pt x="825" y="229"/>
                      </a:lnTo>
                      <a:cubicBezTo>
                        <a:pt x="749" y="131"/>
                        <a:pt x="667" y="39"/>
                        <a:pt x="542" y="6"/>
                      </a:cubicBezTo>
                      <a:cubicBezTo>
                        <a:pt x="518" y="2"/>
                        <a:pt x="494" y="0"/>
                        <a:pt x="4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0"/>
                <p:cNvSpPr/>
                <p:nvPr/>
              </p:nvSpPr>
              <p:spPr>
                <a:xfrm>
                  <a:off x="3474725" y="4757650"/>
                  <a:ext cx="6275" cy="25300"/>
                </a:xfrm>
                <a:custGeom>
                  <a:rect b="b" l="l" r="r" t="t"/>
                  <a:pathLst>
                    <a:path extrusionOk="0" h="1012" w="251">
                      <a:moveTo>
                        <a:pt x="163" y="1"/>
                      </a:moveTo>
                      <a:cubicBezTo>
                        <a:pt x="152" y="1"/>
                        <a:pt x="142" y="6"/>
                        <a:pt x="136" y="17"/>
                      </a:cubicBezTo>
                      <a:cubicBezTo>
                        <a:pt x="71" y="197"/>
                        <a:pt x="109" y="403"/>
                        <a:pt x="71" y="588"/>
                      </a:cubicBezTo>
                      <a:cubicBezTo>
                        <a:pt x="38" y="729"/>
                        <a:pt x="0" y="903"/>
                        <a:pt x="136" y="1006"/>
                      </a:cubicBezTo>
                      <a:cubicBezTo>
                        <a:pt x="143" y="1010"/>
                        <a:pt x="152" y="1012"/>
                        <a:pt x="160" y="1012"/>
                      </a:cubicBezTo>
                      <a:cubicBezTo>
                        <a:pt x="177" y="1012"/>
                        <a:pt x="194" y="1005"/>
                        <a:pt x="201" y="990"/>
                      </a:cubicBezTo>
                      <a:cubicBezTo>
                        <a:pt x="250" y="920"/>
                        <a:pt x="223" y="865"/>
                        <a:pt x="218" y="784"/>
                      </a:cubicBezTo>
                      <a:cubicBezTo>
                        <a:pt x="218" y="708"/>
                        <a:pt x="239" y="631"/>
                        <a:pt x="239" y="550"/>
                      </a:cubicBezTo>
                      <a:lnTo>
                        <a:pt x="245" y="555"/>
                      </a:lnTo>
                      <a:cubicBezTo>
                        <a:pt x="245" y="463"/>
                        <a:pt x="234" y="365"/>
                        <a:pt x="229" y="273"/>
                      </a:cubicBezTo>
                      <a:cubicBezTo>
                        <a:pt x="229" y="186"/>
                        <a:pt x="212" y="99"/>
                        <a:pt x="185" y="17"/>
                      </a:cubicBezTo>
                      <a:cubicBezTo>
                        <a:pt x="182" y="6"/>
                        <a:pt x="173" y="1"/>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0"/>
                <p:cNvSpPr/>
                <p:nvPr/>
              </p:nvSpPr>
              <p:spPr>
                <a:xfrm>
                  <a:off x="3476650" y="4753300"/>
                  <a:ext cx="19150" cy="23325"/>
                </a:xfrm>
                <a:custGeom>
                  <a:rect b="b" l="l" r="r" t="t"/>
                  <a:pathLst>
                    <a:path extrusionOk="0" h="933" w="766">
                      <a:moveTo>
                        <a:pt x="255" y="1"/>
                      </a:moveTo>
                      <a:cubicBezTo>
                        <a:pt x="217" y="6"/>
                        <a:pt x="184" y="17"/>
                        <a:pt x="152" y="39"/>
                      </a:cubicBezTo>
                      <a:cubicBezTo>
                        <a:pt x="149" y="42"/>
                        <a:pt x="145" y="42"/>
                        <a:pt x="139" y="42"/>
                      </a:cubicBezTo>
                      <a:cubicBezTo>
                        <a:pt x="134" y="42"/>
                        <a:pt x="127" y="42"/>
                        <a:pt x="119" y="44"/>
                      </a:cubicBezTo>
                      <a:cubicBezTo>
                        <a:pt x="86" y="61"/>
                        <a:pt x="75" y="88"/>
                        <a:pt x="37" y="110"/>
                      </a:cubicBezTo>
                      <a:cubicBezTo>
                        <a:pt x="0" y="133"/>
                        <a:pt x="22" y="180"/>
                        <a:pt x="57" y="180"/>
                      </a:cubicBezTo>
                      <a:cubicBezTo>
                        <a:pt x="63" y="180"/>
                        <a:pt x="69" y="178"/>
                        <a:pt x="75" y="175"/>
                      </a:cubicBezTo>
                      <a:cubicBezTo>
                        <a:pt x="119" y="148"/>
                        <a:pt x="168" y="131"/>
                        <a:pt x="217" y="126"/>
                      </a:cubicBezTo>
                      <a:cubicBezTo>
                        <a:pt x="220" y="125"/>
                        <a:pt x="224" y="125"/>
                        <a:pt x="228" y="125"/>
                      </a:cubicBezTo>
                      <a:cubicBezTo>
                        <a:pt x="272" y="125"/>
                        <a:pt x="359" y="151"/>
                        <a:pt x="374" y="191"/>
                      </a:cubicBezTo>
                      <a:cubicBezTo>
                        <a:pt x="391" y="262"/>
                        <a:pt x="217" y="381"/>
                        <a:pt x="179" y="419"/>
                      </a:cubicBezTo>
                      <a:cubicBezTo>
                        <a:pt x="124" y="469"/>
                        <a:pt x="164" y="558"/>
                        <a:pt x="233" y="558"/>
                      </a:cubicBezTo>
                      <a:cubicBezTo>
                        <a:pt x="240" y="558"/>
                        <a:pt x="247" y="557"/>
                        <a:pt x="255" y="555"/>
                      </a:cubicBezTo>
                      <a:cubicBezTo>
                        <a:pt x="305" y="536"/>
                        <a:pt x="400" y="498"/>
                        <a:pt x="475" y="498"/>
                      </a:cubicBezTo>
                      <a:cubicBezTo>
                        <a:pt x="506" y="498"/>
                        <a:pt x="534" y="505"/>
                        <a:pt x="554" y="523"/>
                      </a:cubicBezTo>
                      <a:cubicBezTo>
                        <a:pt x="586" y="550"/>
                        <a:pt x="576" y="631"/>
                        <a:pt x="554" y="664"/>
                      </a:cubicBezTo>
                      <a:cubicBezTo>
                        <a:pt x="505" y="735"/>
                        <a:pt x="396" y="767"/>
                        <a:pt x="325" y="789"/>
                      </a:cubicBezTo>
                      <a:cubicBezTo>
                        <a:pt x="271" y="805"/>
                        <a:pt x="249" y="887"/>
                        <a:pt x="309" y="914"/>
                      </a:cubicBezTo>
                      <a:cubicBezTo>
                        <a:pt x="338" y="927"/>
                        <a:pt x="368" y="932"/>
                        <a:pt x="399" y="932"/>
                      </a:cubicBezTo>
                      <a:cubicBezTo>
                        <a:pt x="503" y="932"/>
                        <a:pt x="612" y="869"/>
                        <a:pt x="679" y="789"/>
                      </a:cubicBezTo>
                      <a:cubicBezTo>
                        <a:pt x="749" y="702"/>
                        <a:pt x="766" y="583"/>
                        <a:pt x="728" y="479"/>
                      </a:cubicBezTo>
                      <a:lnTo>
                        <a:pt x="728" y="474"/>
                      </a:lnTo>
                      <a:cubicBezTo>
                        <a:pt x="684" y="371"/>
                        <a:pt x="581" y="338"/>
                        <a:pt x="472" y="338"/>
                      </a:cubicBezTo>
                      <a:cubicBezTo>
                        <a:pt x="527" y="278"/>
                        <a:pt x="537" y="186"/>
                        <a:pt x="499" y="115"/>
                      </a:cubicBezTo>
                      <a:cubicBezTo>
                        <a:pt x="440" y="39"/>
                        <a:pt x="347"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0"/>
                <p:cNvSpPr/>
                <p:nvPr/>
              </p:nvSpPr>
              <p:spPr>
                <a:xfrm>
                  <a:off x="3449125" y="4803800"/>
                  <a:ext cx="17600" cy="20425"/>
                </a:xfrm>
                <a:custGeom>
                  <a:rect b="b" l="l" r="r" t="t"/>
                  <a:pathLst>
                    <a:path extrusionOk="0" h="817" w="704">
                      <a:moveTo>
                        <a:pt x="531" y="0"/>
                      </a:moveTo>
                      <a:cubicBezTo>
                        <a:pt x="520" y="0"/>
                        <a:pt x="510" y="5"/>
                        <a:pt x="502" y="14"/>
                      </a:cubicBezTo>
                      <a:cubicBezTo>
                        <a:pt x="470" y="52"/>
                        <a:pt x="432" y="90"/>
                        <a:pt x="394" y="128"/>
                      </a:cubicBezTo>
                      <a:cubicBezTo>
                        <a:pt x="366" y="155"/>
                        <a:pt x="339" y="182"/>
                        <a:pt x="312" y="210"/>
                      </a:cubicBezTo>
                      <a:cubicBezTo>
                        <a:pt x="301" y="216"/>
                        <a:pt x="290" y="218"/>
                        <a:pt x="280" y="218"/>
                      </a:cubicBezTo>
                      <a:cubicBezTo>
                        <a:pt x="219" y="218"/>
                        <a:pt x="182" y="116"/>
                        <a:pt x="149" y="74"/>
                      </a:cubicBezTo>
                      <a:cubicBezTo>
                        <a:pt x="141" y="66"/>
                        <a:pt x="133" y="61"/>
                        <a:pt x="125" y="61"/>
                      </a:cubicBezTo>
                      <a:cubicBezTo>
                        <a:pt x="122" y="61"/>
                        <a:pt x="119" y="61"/>
                        <a:pt x="116" y="63"/>
                      </a:cubicBezTo>
                      <a:lnTo>
                        <a:pt x="95" y="68"/>
                      </a:lnTo>
                      <a:cubicBezTo>
                        <a:pt x="78" y="74"/>
                        <a:pt x="73" y="95"/>
                        <a:pt x="84" y="106"/>
                      </a:cubicBezTo>
                      <a:cubicBezTo>
                        <a:pt x="84" y="109"/>
                        <a:pt x="84" y="114"/>
                        <a:pt x="84" y="123"/>
                      </a:cubicBezTo>
                      <a:cubicBezTo>
                        <a:pt x="84" y="133"/>
                        <a:pt x="84" y="144"/>
                        <a:pt x="84" y="155"/>
                      </a:cubicBezTo>
                      <a:cubicBezTo>
                        <a:pt x="89" y="182"/>
                        <a:pt x="100" y="215"/>
                        <a:pt x="111" y="248"/>
                      </a:cubicBezTo>
                      <a:cubicBezTo>
                        <a:pt x="138" y="307"/>
                        <a:pt x="193" y="356"/>
                        <a:pt x="263" y="367"/>
                      </a:cubicBezTo>
                      <a:cubicBezTo>
                        <a:pt x="269" y="368"/>
                        <a:pt x="275" y="368"/>
                        <a:pt x="280" y="368"/>
                      </a:cubicBezTo>
                      <a:cubicBezTo>
                        <a:pt x="399" y="368"/>
                        <a:pt x="456" y="259"/>
                        <a:pt x="508" y="161"/>
                      </a:cubicBezTo>
                      <a:cubicBezTo>
                        <a:pt x="524" y="199"/>
                        <a:pt x="540" y="237"/>
                        <a:pt x="551" y="280"/>
                      </a:cubicBezTo>
                      <a:cubicBezTo>
                        <a:pt x="568" y="362"/>
                        <a:pt x="562" y="443"/>
                        <a:pt x="535" y="525"/>
                      </a:cubicBezTo>
                      <a:cubicBezTo>
                        <a:pt x="508" y="606"/>
                        <a:pt x="437" y="666"/>
                        <a:pt x="350" y="683"/>
                      </a:cubicBezTo>
                      <a:cubicBezTo>
                        <a:pt x="296" y="683"/>
                        <a:pt x="247" y="666"/>
                        <a:pt x="198" y="644"/>
                      </a:cubicBezTo>
                      <a:cubicBezTo>
                        <a:pt x="149" y="634"/>
                        <a:pt x="106" y="623"/>
                        <a:pt x="62" y="606"/>
                      </a:cubicBezTo>
                      <a:cubicBezTo>
                        <a:pt x="56" y="603"/>
                        <a:pt x="49" y="601"/>
                        <a:pt x="42" y="601"/>
                      </a:cubicBezTo>
                      <a:cubicBezTo>
                        <a:pt x="20" y="601"/>
                        <a:pt x="1" y="619"/>
                        <a:pt x="13" y="644"/>
                      </a:cubicBezTo>
                      <a:cubicBezTo>
                        <a:pt x="51" y="753"/>
                        <a:pt x="182" y="797"/>
                        <a:pt x="296" y="813"/>
                      </a:cubicBezTo>
                      <a:cubicBezTo>
                        <a:pt x="312" y="815"/>
                        <a:pt x="329" y="817"/>
                        <a:pt x="345" y="817"/>
                      </a:cubicBezTo>
                      <a:cubicBezTo>
                        <a:pt x="438" y="817"/>
                        <a:pt x="530" y="778"/>
                        <a:pt x="595" y="704"/>
                      </a:cubicBezTo>
                      <a:cubicBezTo>
                        <a:pt x="665" y="628"/>
                        <a:pt x="703" y="519"/>
                        <a:pt x="693" y="411"/>
                      </a:cubicBezTo>
                      <a:cubicBezTo>
                        <a:pt x="687" y="351"/>
                        <a:pt x="682" y="297"/>
                        <a:pt x="665" y="248"/>
                      </a:cubicBezTo>
                      <a:cubicBezTo>
                        <a:pt x="638" y="177"/>
                        <a:pt x="573" y="117"/>
                        <a:pt x="568" y="41"/>
                      </a:cubicBezTo>
                      <a:cubicBezTo>
                        <a:pt x="571" y="16"/>
                        <a:pt x="551" y="0"/>
                        <a:pt x="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0"/>
                <p:cNvSpPr/>
                <p:nvPr/>
              </p:nvSpPr>
              <p:spPr>
                <a:xfrm>
                  <a:off x="3465350" y="4686550"/>
                  <a:ext cx="17825" cy="20325"/>
                </a:xfrm>
                <a:custGeom>
                  <a:rect b="b" l="l" r="r" t="t"/>
                  <a:pathLst>
                    <a:path extrusionOk="0" h="813" w="713">
                      <a:moveTo>
                        <a:pt x="365" y="1"/>
                      </a:moveTo>
                      <a:cubicBezTo>
                        <a:pt x="352" y="1"/>
                        <a:pt x="342" y="14"/>
                        <a:pt x="353" y="29"/>
                      </a:cubicBezTo>
                      <a:cubicBezTo>
                        <a:pt x="402" y="100"/>
                        <a:pt x="468" y="160"/>
                        <a:pt x="511" y="236"/>
                      </a:cubicBezTo>
                      <a:cubicBezTo>
                        <a:pt x="517" y="252"/>
                        <a:pt x="522" y="268"/>
                        <a:pt x="533" y="285"/>
                      </a:cubicBezTo>
                      <a:cubicBezTo>
                        <a:pt x="495" y="290"/>
                        <a:pt x="457" y="295"/>
                        <a:pt x="424" y="312"/>
                      </a:cubicBezTo>
                      <a:cubicBezTo>
                        <a:pt x="375" y="323"/>
                        <a:pt x="321" y="323"/>
                        <a:pt x="277" y="334"/>
                      </a:cubicBezTo>
                      <a:cubicBezTo>
                        <a:pt x="245" y="344"/>
                        <a:pt x="234" y="366"/>
                        <a:pt x="207" y="372"/>
                      </a:cubicBezTo>
                      <a:cubicBezTo>
                        <a:pt x="180" y="382"/>
                        <a:pt x="158" y="377"/>
                        <a:pt x="131" y="388"/>
                      </a:cubicBezTo>
                      <a:cubicBezTo>
                        <a:pt x="93" y="399"/>
                        <a:pt x="54" y="415"/>
                        <a:pt x="22" y="437"/>
                      </a:cubicBezTo>
                      <a:cubicBezTo>
                        <a:pt x="6" y="442"/>
                        <a:pt x="0" y="464"/>
                        <a:pt x="6" y="480"/>
                      </a:cubicBezTo>
                      <a:cubicBezTo>
                        <a:pt x="16" y="551"/>
                        <a:pt x="109" y="600"/>
                        <a:pt x="158" y="649"/>
                      </a:cubicBezTo>
                      <a:cubicBezTo>
                        <a:pt x="207" y="692"/>
                        <a:pt x="250" y="736"/>
                        <a:pt x="294" y="779"/>
                      </a:cubicBezTo>
                      <a:cubicBezTo>
                        <a:pt x="311" y="800"/>
                        <a:pt x="340" y="812"/>
                        <a:pt x="370" y="812"/>
                      </a:cubicBezTo>
                      <a:cubicBezTo>
                        <a:pt x="387" y="812"/>
                        <a:pt x="403" y="809"/>
                        <a:pt x="419" y="801"/>
                      </a:cubicBezTo>
                      <a:cubicBezTo>
                        <a:pt x="435" y="790"/>
                        <a:pt x="446" y="768"/>
                        <a:pt x="440" y="747"/>
                      </a:cubicBezTo>
                      <a:cubicBezTo>
                        <a:pt x="402" y="654"/>
                        <a:pt x="332" y="611"/>
                        <a:pt x="250" y="551"/>
                      </a:cubicBezTo>
                      <a:cubicBezTo>
                        <a:pt x="223" y="535"/>
                        <a:pt x="196" y="518"/>
                        <a:pt x="169" y="502"/>
                      </a:cubicBezTo>
                      <a:cubicBezTo>
                        <a:pt x="158" y="497"/>
                        <a:pt x="131" y="486"/>
                        <a:pt x="109" y="475"/>
                      </a:cubicBezTo>
                      <a:cubicBezTo>
                        <a:pt x="114" y="469"/>
                        <a:pt x="125" y="469"/>
                        <a:pt x="136" y="464"/>
                      </a:cubicBezTo>
                      <a:lnTo>
                        <a:pt x="212" y="464"/>
                      </a:lnTo>
                      <a:cubicBezTo>
                        <a:pt x="256" y="459"/>
                        <a:pt x="294" y="453"/>
                        <a:pt x="332" y="453"/>
                      </a:cubicBezTo>
                      <a:cubicBezTo>
                        <a:pt x="397" y="453"/>
                        <a:pt x="457" y="448"/>
                        <a:pt x="517" y="431"/>
                      </a:cubicBezTo>
                      <a:cubicBezTo>
                        <a:pt x="526" y="433"/>
                        <a:pt x="536" y="433"/>
                        <a:pt x="545" y="433"/>
                      </a:cubicBezTo>
                      <a:cubicBezTo>
                        <a:pt x="574" y="433"/>
                        <a:pt x="602" y="427"/>
                        <a:pt x="631" y="415"/>
                      </a:cubicBezTo>
                      <a:cubicBezTo>
                        <a:pt x="712" y="372"/>
                        <a:pt x="696" y="268"/>
                        <a:pt x="652" y="203"/>
                      </a:cubicBezTo>
                      <a:cubicBezTo>
                        <a:pt x="582" y="94"/>
                        <a:pt x="473" y="83"/>
                        <a:pt x="381" y="7"/>
                      </a:cubicBezTo>
                      <a:cubicBezTo>
                        <a:pt x="376" y="3"/>
                        <a:pt x="371"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5" name="Google Shape;5695;p120"/>
            <p:cNvGrpSpPr/>
            <p:nvPr/>
          </p:nvGrpSpPr>
          <p:grpSpPr>
            <a:xfrm>
              <a:off x="6238004" y="3606430"/>
              <a:ext cx="274323" cy="274316"/>
              <a:chOff x="3676800" y="4603225"/>
              <a:chExt cx="221675" cy="220175"/>
            </a:xfrm>
          </p:grpSpPr>
          <p:sp>
            <p:nvSpPr>
              <p:cNvPr id="5696" name="Google Shape;5696;p120"/>
              <p:cNvSpPr/>
              <p:nvPr/>
            </p:nvSpPr>
            <p:spPr>
              <a:xfrm>
                <a:off x="3676800" y="4603225"/>
                <a:ext cx="71625" cy="220175"/>
              </a:xfrm>
              <a:custGeom>
                <a:rect b="b" l="l" r="r" t="t"/>
                <a:pathLst>
                  <a:path extrusionOk="0" h="8807" w="2865">
                    <a:moveTo>
                      <a:pt x="1620" y="242"/>
                    </a:moveTo>
                    <a:cubicBezTo>
                      <a:pt x="1620" y="285"/>
                      <a:pt x="1642" y="351"/>
                      <a:pt x="1642" y="378"/>
                    </a:cubicBezTo>
                    <a:cubicBezTo>
                      <a:pt x="1636" y="465"/>
                      <a:pt x="1653" y="552"/>
                      <a:pt x="1685" y="633"/>
                    </a:cubicBezTo>
                    <a:cubicBezTo>
                      <a:pt x="1691" y="639"/>
                      <a:pt x="1696" y="644"/>
                      <a:pt x="1702" y="655"/>
                    </a:cubicBezTo>
                    <a:cubicBezTo>
                      <a:pt x="1707" y="715"/>
                      <a:pt x="1723" y="775"/>
                      <a:pt x="1729" y="834"/>
                    </a:cubicBezTo>
                    <a:lnTo>
                      <a:pt x="1729" y="867"/>
                    </a:lnTo>
                    <a:cubicBezTo>
                      <a:pt x="1713" y="873"/>
                      <a:pt x="1696" y="878"/>
                      <a:pt x="1674" y="883"/>
                    </a:cubicBezTo>
                    <a:cubicBezTo>
                      <a:pt x="1636" y="883"/>
                      <a:pt x="1593" y="894"/>
                      <a:pt x="1555" y="900"/>
                    </a:cubicBezTo>
                    <a:cubicBezTo>
                      <a:pt x="1517" y="911"/>
                      <a:pt x="1517" y="965"/>
                      <a:pt x="1555" y="976"/>
                    </a:cubicBezTo>
                    <a:cubicBezTo>
                      <a:pt x="1596" y="992"/>
                      <a:pt x="1641" y="1000"/>
                      <a:pt x="1687" y="1000"/>
                    </a:cubicBezTo>
                    <a:cubicBezTo>
                      <a:pt x="1701" y="1000"/>
                      <a:pt x="1715" y="999"/>
                      <a:pt x="1729" y="998"/>
                    </a:cubicBezTo>
                    <a:lnTo>
                      <a:pt x="1740" y="998"/>
                    </a:lnTo>
                    <a:cubicBezTo>
                      <a:pt x="1745" y="1095"/>
                      <a:pt x="1756" y="1188"/>
                      <a:pt x="1761" y="1280"/>
                    </a:cubicBezTo>
                    <a:lnTo>
                      <a:pt x="1723" y="1291"/>
                    </a:lnTo>
                    <a:cubicBezTo>
                      <a:pt x="1685" y="1302"/>
                      <a:pt x="1636" y="1297"/>
                      <a:pt x="1593" y="1307"/>
                    </a:cubicBezTo>
                    <a:cubicBezTo>
                      <a:pt x="1544" y="1324"/>
                      <a:pt x="1544" y="1394"/>
                      <a:pt x="1593" y="1405"/>
                    </a:cubicBezTo>
                    <a:cubicBezTo>
                      <a:pt x="1634" y="1417"/>
                      <a:pt x="1678" y="1424"/>
                      <a:pt x="1722" y="1424"/>
                    </a:cubicBezTo>
                    <a:cubicBezTo>
                      <a:pt x="1737" y="1424"/>
                      <a:pt x="1752" y="1423"/>
                      <a:pt x="1767" y="1422"/>
                    </a:cubicBezTo>
                    <a:cubicBezTo>
                      <a:pt x="1767" y="1509"/>
                      <a:pt x="1772" y="1595"/>
                      <a:pt x="1783" y="1682"/>
                    </a:cubicBezTo>
                    <a:cubicBezTo>
                      <a:pt x="1707" y="1699"/>
                      <a:pt x="1647" y="1753"/>
                      <a:pt x="1571" y="1769"/>
                    </a:cubicBezTo>
                    <a:cubicBezTo>
                      <a:pt x="1524" y="1785"/>
                      <a:pt x="1533" y="1868"/>
                      <a:pt x="1583" y="1868"/>
                    </a:cubicBezTo>
                    <a:cubicBezTo>
                      <a:pt x="1584" y="1868"/>
                      <a:pt x="1586" y="1867"/>
                      <a:pt x="1587" y="1867"/>
                    </a:cubicBezTo>
                    <a:cubicBezTo>
                      <a:pt x="1653" y="1856"/>
                      <a:pt x="1729" y="1829"/>
                      <a:pt x="1794" y="1824"/>
                    </a:cubicBezTo>
                    <a:lnTo>
                      <a:pt x="1794" y="1846"/>
                    </a:lnTo>
                    <a:cubicBezTo>
                      <a:pt x="1805" y="1916"/>
                      <a:pt x="1821" y="1987"/>
                      <a:pt x="1832" y="2058"/>
                    </a:cubicBezTo>
                    <a:cubicBezTo>
                      <a:pt x="1810" y="2058"/>
                      <a:pt x="1789" y="2063"/>
                      <a:pt x="1767" y="2068"/>
                    </a:cubicBezTo>
                    <a:cubicBezTo>
                      <a:pt x="1729" y="2085"/>
                      <a:pt x="1691" y="2096"/>
                      <a:pt x="1647" y="2101"/>
                    </a:cubicBezTo>
                    <a:cubicBezTo>
                      <a:pt x="1598" y="2106"/>
                      <a:pt x="1577" y="2183"/>
                      <a:pt x="1636" y="2193"/>
                    </a:cubicBezTo>
                    <a:cubicBezTo>
                      <a:pt x="1669" y="2199"/>
                      <a:pt x="1696" y="2204"/>
                      <a:pt x="1729" y="2210"/>
                    </a:cubicBezTo>
                    <a:cubicBezTo>
                      <a:pt x="1756" y="2204"/>
                      <a:pt x="1778" y="2199"/>
                      <a:pt x="1799" y="2188"/>
                    </a:cubicBezTo>
                    <a:lnTo>
                      <a:pt x="1843" y="2188"/>
                    </a:lnTo>
                    <a:cubicBezTo>
                      <a:pt x="1848" y="2237"/>
                      <a:pt x="1848" y="2286"/>
                      <a:pt x="1854" y="2340"/>
                    </a:cubicBezTo>
                    <a:cubicBezTo>
                      <a:pt x="1865" y="2400"/>
                      <a:pt x="1876" y="2465"/>
                      <a:pt x="1881" y="2525"/>
                    </a:cubicBezTo>
                    <a:cubicBezTo>
                      <a:pt x="1860" y="2528"/>
                      <a:pt x="1836" y="2533"/>
                      <a:pt x="1813" y="2533"/>
                    </a:cubicBezTo>
                    <a:cubicBezTo>
                      <a:pt x="1794" y="2533"/>
                      <a:pt x="1776" y="2529"/>
                      <a:pt x="1761" y="2520"/>
                    </a:cubicBezTo>
                    <a:cubicBezTo>
                      <a:pt x="1754" y="2513"/>
                      <a:pt x="1746" y="2511"/>
                      <a:pt x="1738" y="2511"/>
                    </a:cubicBezTo>
                    <a:cubicBezTo>
                      <a:pt x="1702" y="2511"/>
                      <a:pt x="1664" y="2559"/>
                      <a:pt x="1691" y="2590"/>
                    </a:cubicBezTo>
                    <a:cubicBezTo>
                      <a:pt x="1723" y="2634"/>
                      <a:pt x="1772" y="2661"/>
                      <a:pt x="1827" y="2661"/>
                    </a:cubicBezTo>
                    <a:cubicBezTo>
                      <a:pt x="1848" y="2661"/>
                      <a:pt x="1870" y="2661"/>
                      <a:pt x="1892" y="2666"/>
                    </a:cubicBezTo>
                    <a:cubicBezTo>
                      <a:pt x="1908" y="2770"/>
                      <a:pt x="1919" y="2878"/>
                      <a:pt x="1930" y="2982"/>
                    </a:cubicBezTo>
                    <a:lnTo>
                      <a:pt x="1919" y="2982"/>
                    </a:lnTo>
                    <a:cubicBezTo>
                      <a:pt x="1903" y="2987"/>
                      <a:pt x="1881" y="2992"/>
                      <a:pt x="1865" y="3003"/>
                    </a:cubicBezTo>
                    <a:cubicBezTo>
                      <a:pt x="1854" y="3009"/>
                      <a:pt x="1838" y="3014"/>
                      <a:pt x="1821" y="3014"/>
                    </a:cubicBezTo>
                    <a:cubicBezTo>
                      <a:pt x="1794" y="3014"/>
                      <a:pt x="1767" y="3036"/>
                      <a:pt x="1767" y="3063"/>
                    </a:cubicBezTo>
                    <a:cubicBezTo>
                      <a:pt x="1761" y="3090"/>
                      <a:pt x="1778" y="3118"/>
                      <a:pt x="1805" y="3123"/>
                    </a:cubicBezTo>
                    <a:cubicBezTo>
                      <a:pt x="1822" y="3128"/>
                      <a:pt x="1840" y="3131"/>
                      <a:pt x="1859" y="3131"/>
                    </a:cubicBezTo>
                    <a:cubicBezTo>
                      <a:pt x="1881" y="3131"/>
                      <a:pt x="1904" y="3126"/>
                      <a:pt x="1925" y="3118"/>
                    </a:cubicBezTo>
                    <a:lnTo>
                      <a:pt x="1946" y="3112"/>
                    </a:lnTo>
                    <a:lnTo>
                      <a:pt x="1979" y="3427"/>
                    </a:lnTo>
                    <a:cubicBezTo>
                      <a:pt x="1963" y="3433"/>
                      <a:pt x="1941" y="3433"/>
                      <a:pt x="1919" y="3438"/>
                    </a:cubicBezTo>
                    <a:cubicBezTo>
                      <a:pt x="1905" y="3443"/>
                      <a:pt x="1840" y="3473"/>
                      <a:pt x="1821" y="3473"/>
                    </a:cubicBezTo>
                    <a:cubicBezTo>
                      <a:pt x="1818" y="3473"/>
                      <a:pt x="1816" y="3472"/>
                      <a:pt x="1816" y="3471"/>
                    </a:cubicBezTo>
                    <a:cubicBezTo>
                      <a:pt x="1803" y="3460"/>
                      <a:pt x="1790" y="3455"/>
                      <a:pt x="1778" y="3455"/>
                    </a:cubicBezTo>
                    <a:cubicBezTo>
                      <a:pt x="1736" y="3455"/>
                      <a:pt x="1702" y="3509"/>
                      <a:pt x="1740" y="3547"/>
                    </a:cubicBezTo>
                    <a:cubicBezTo>
                      <a:pt x="1763" y="3574"/>
                      <a:pt x="1796" y="3587"/>
                      <a:pt x="1831" y="3587"/>
                    </a:cubicBezTo>
                    <a:cubicBezTo>
                      <a:pt x="1846" y="3587"/>
                      <a:pt x="1861" y="3584"/>
                      <a:pt x="1876" y="3580"/>
                    </a:cubicBezTo>
                    <a:cubicBezTo>
                      <a:pt x="1914" y="3574"/>
                      <a:pt x="1952" y="3569"/>
                      <a:pt x="1995" y="3558"/>
                    </a:cubicBezTo>
                    <a:cubicBezTo>
                      <a:pt x="2006" y="3667"/>
                      <a:pt x="2017" y="3775"/>
                      <a:pt x="2028" y="3884"/>
                    </a:cubicBezTo>
                    <a:cubicBezTo>
                      <a:pt x="1979" y="3895"/>
                      <a:pt x="1935" y="3911"/>
                      <a:pt x="1886" y="3927"/>
                    </a:cubicBezTo>
                    <a:cubicBezTo>
                      <a:pt x="1870" y="3938"/>
                      <a:pt x="1848" y="3949"/>
                      <a:pt x="1827" y="3955"/>
                    </a:cubicBezTo>
                    <a:cubicBezTo>
                      <a:pt x="1816" y="3960"/>
                      <a:pt x="1805" y="3960"/>
                      <a:pt x="1794" y="3965"/>
                    </a:cubicBezTo>
                    <a:lnTo>
                      <a:pt x="1789" y="3965"/>
                    </a:lnTo>
                    <a:cubicBezTo>
                      <a:pt x="1780" y="3953"/>
                      <a:pt x="1767" y="3947"/>
                      <a:pt x="1756" y="3947"/>
                    </a:cubicBezTo>
                    <a:cubicBezTo>
                      <a:pt x="1732" y="3947"/>
                      <a:pt x="1711" y="3969"/>
                      <a:pt x="1718" y="3998"/>
                    </a:cubicBezTo>
                    <a:cubicBezTo>
                      <a:pt x="1726" y="4042"/>
                      <a:pt x="1761" y="4054"/>
                      <a:pt x="1802" y="4054"/>
                    </a:cubicBezTo>
                    <a:cubicBezTo>
                      <a:pt x="1842" y="4054"/>
                      <a:pt x="1886" y="4042"/>
                      <a:pt x="1914" y="4036"/>
                    </a:cubicBezTo>
                    <a:cubicBezTo>
                      <a:pt x="1957" y="4020"/>
                      <a:pt x="2001" y="4009"/>
                      <a:pt x="2050" y="4004"/>
                    </a:cubicBezTo>
                    <a:cubicBezTo>
                      <a:pt x="2060" y="4101"/>
                      <a:pt x="2071" y="4205"/>
                      <a:pt x="2082" y="4303"/>
                    </a:cubicBezTo>
                    <a:cubicBezTo>
                      <a:pt x="2088" y="4330"/>
                      <a:pt x="2088" y="4357"/>
                      <a:pt x="2093" y="4384"/>
                    </a:cubicBezTo>
                    <a:cubicBezTo>
                      <a:pt x="2044" y="4406"/>
                      <a:pt x="1990" y="4417"/>
                      <a:pt x="1930" y="4428"/>
                    </a:cubicBezTo>
                    <a:cubicBezTo>
                      <a:pt x="1876" y="4428"/>
                      <a:pt x="1876" y="4509"/>
                      <a:pt x="1930" y="4509"/>
                    </a:cubicBezTo>
                    <a:cubicBezTo>
                      <a:pt x="1979" y="4509"/>
                      <a:pt x="2028" y="4504"/>
                      <a:pt x="2077" y="4493"/>
                    </a:cubicBezTo>
                    <a:lnTo>
                      <a:pt x="2104" y="4487"/>
                    </a:lnTo>
                    <a:cubicBezTo>
                      <a:pt x="2120" y="4618"/>
                      <a:pt x="2131" y="4748"/>
                      <a:pt x="2142" y="4879"/>
                    </a:cubicBezTo>
                    <a:cubicBezTo>
                      <a:pt x="2071" y="4895"/>
                      <a:pt x="2001" y="4911"/>
                      <a:pt x="1930" y="4922"/>
                    </a:cubicBezTo>
                    <a:cubicBezTo>
                      <a:pt x="1870" y="4928"/>
                      <a:pt x="1870" y="5015"/>
                      <a:pt x="1930" y="5025"/>
                    </a:cubicBezTo>
                    <a:cubicBezTo>
                      <a:pt x="1963" y="5031"/>
                      <a:pt x="1995" y="5031"/>
                      <a:pt x="2028" y="5031"/>
                    </a:cubicBezTo>
                    <a:cubicBezTo>
                      <a:pt x="2060" y="5025"/>
                      <a:pt x="2082" y="5015"/>
                      <a:pt x="2115" y="5015"/>
                    </a:cubicBezTo>
                    <a:lnTo>
                      <a:pt x="2153" y="5015"/>
                    </a:lnTo>
                    <a:cubicBezTo>
                      <a:pt x="2164" y="5118"/>
                      <a:pt x="2169" y="5227"/>
                      <a:pt x="2180" y="5335"/>
                    </a:cubicBezTo>
                    <a:cubicBezTo>
                      <a:pt x="2180" y="5335"/>
                      <a:pt x="2180" y="5341"/>
                      <a:pt x="2180" y="5341"/>
                    </a:cubicBezTo>
                    <a:cubicBezTo>
                      <a:pt x="2131" y="5346"/>
                      <a:pt x="2088" y="5357"/>
                      <a:pt x="2044" y="5362"/>
                    </a:cubicBezTo>
                    <a:cubicBezTo>
                      <a:pt x="1979" y="5362"/>
                      <a:pt x="1979" y="5460"/>
                      <a:pt x="2044" y="5460"/>
                    </a:cubicBezTo>
                    <a:cubicBezTo>
                      <a:pt x="2093" y="5466"/>
                      <a:pt x="2147" y="5477"/>
                      <a:pt x="2196" y="5477"/>
                    </a:cubicBezTo>
                    <a:cubicBezTo>
                      <a:pt x="2213" y="5591"/>
                      <a:pt x="2229" y="5705"/>
                      <a:pt x="2240" y="5825"/>
                    </a:cubicBezTo>
                    <a:lnTo>
                      <a:pt x="2234" y="5825"/>
                    </a:lnTo>
                    <a:cubicBezTo>
                      <a:pt x="2196" y="5835"/>
                      <a:pt x="2153" y="5830"/>
                      <a:pt x="2115" y="5841"/>
                    </a:cubicBezTo>
                    <a:cubicBezTo>
                      <a:pt x="2071" y="5857"/>
                      <a:pt x="2071" y="5922"/>
                      <a:pt x="2115" y="5939"/>
                    </a:cubicBezTo>
                    <a:cubicBezTo>
                      <a:pt x="2151" y="5951"/>
                      <a:pt x="2185" y="5957"/>
                      <a:pt x="2218" y="5957"/>
                    </a:cubicBezTo>
                    <a:cubicBezTo>
                      <a:pt x="2229" y="5957"/>
                      <a:pt x="2240" y="5956"/>
                      <a:pt x="2251" y="5955"/>
                    </a:cubicBezTo>
                    <a:cubicBezTo>
                      <a:pt x="2262" y="6069"/>
                      <a:pt x="2272" y="6178"/>
                      <a:pt x="2289" y="6287"/>
                    </a:cubicBezTo>
                    <a:lnTo>
                      <a:pt x="2278" y="6292"/>
                    </a:lnTo>
                    <a:cubicBezTo>
                      <a:pt x="2272" y="6297"/>
                      <a:pt x="2267" y="6303"/>
                      <a:pt x="2267" y="6303"/>
                    </a:cubicBezTo>
                    <a:lnTo>
                      <a:pt x="2256" y="6303"/>
                    </a:lnTo>
                    <a:cubicBezTo>
                      <a:pt x="2234" y="6303"/>
                      <a:pt x="2213" y="6308"/>
                      <a:pt x="2196" y="6319"/>
                    </a:cubicBezTo>
                    <a:cubicBezTo>
                      <a:pt x="2191" y="6325"/>
                      <a:pt x="2169" y="6341"/>
                      <a:pt x="2175" y="6341"/>
                    </a:cubicBezTo>
                    <a:cubicBezTo>
                      <a:pt x="2115" y="6341"/>
                      <a:pt x="2104" y="6428"/>
                      <a:pt x="2164" y="6444"/>
                    </a:cubicBezTo>
                    <a:cubicBezTo>
                      <a:pt x="2174" y="6446"/>
                      <a:pt x="2184" y="6447"/>
                      <a:pt x="2195" y="6447"/>
                    </a:cubicBezTo>
                    <a:cubicBezTo>
                      <a:pt x="2211" y="6447"/>
                      <a:pt x="2227" y="6445"/>
                      <a:pt x="2242" y="6438"/>
                    </a:cubicBezTo>
                    <a:lnTo>
                      <a:pt x="2242" y="6438"/>
                    </a:lnTo>
                    <a:cubicBezTo>
                      <a:pt x="2241" y="6440"/>
                      <a:pt x="2244" y="6440"/>
                      <a:pt x="2250" y="6440"/>
                    </a:cubicBezTo>
                    <a:cubicBezTo>
                      <a:pt x="2259" y="6440"/>
                      <a:pt x="2272" y="6439"/>
                      <a:pt x="2278" y="6439"/>
                    </a:cubicBezTo>
                    <a:cubicBezTo>
                      <a:pt x="2294" y="6439"/>
                      <a:pt x="2305" y="6439"/>
                      <a:pt x="2316" y="6433"/>
                    </a:cubicBezTo>
                    <a:cubicBezTo>
                      <a:pt x="2332" y="6553"/>
                      <a:pt x="2349" y="6667"/>
                      <a:pt x="2365" y="6781"/>
                    </a:cubicBezTo>
                    <a:cubicBezTo>
                      <a:pt x="2349" y="6787"/>
                      <a:pt x="2332" y="6792"/>
                      <a:pt x="2321" y="6798"/>
                    </a:cubicBezTo>
                    <a:cubicBezTo>
                      <a:pt x="2289" y="6808"/>
                      <a:pt x="2262" y="6830"/>
                      <a:pt x="2229" y="6841"/>
                    </a:cubicBezTo>
                    <a:cubicBezTo>
                      <a:pt x="2220" y="6835"/>
                      <a:pt x="2210" y="6832"/>
                      <a:pt x="2201" y="6832"/>
                    </a:cubicBezTo>
                    <a:cubicBezTo>
                      <a:pt x="2178" y="6832"/>
                      <a:pt x="2157" y="6850"/>
                      <a:pt x="2153" y="6874"/>
                    </a:cubicBezTo>
                    <a:cubicBezTo>
                      <a:pt x="2153" y="6940"/>
                      <a:pt x="2198" y="6958"/>
                      <a:pt x="2248" y="6958"/>
                    </a:cubicBezTo>
                    <a:cubicBezTo>
                      <a:pt x="2281" y="6958"/>
                      <a:pt x="2316" y="6951"/>
                      <a:pt x="2343" y="6944"/>
                    </a:cubicBezTo>
                    <a:cubicBezTo>
                      <a:pt x="2359" y="6939"/>
                      <a:pt x="2376" y="6933"/>
                      <a:pt x="2392" y="6928"/>
                    </a:cubicBezTo>
                    <a:cubicBezTo>
                      <a:pt x="2414" y="7015"/>
                      <a:pt x="2430" y="7102"/>
                      <a:pt x="2446" y="7189"/>
                    </a:cubicBezTo>
                    <a:lnTo>
                      <a:pt x="2425" y="7194"/>
                    </a:lnTo>
                    <a:cubicBezTo>
                      <a:pt x="2381" y="7205"/>
                      <a:pt x="2338" y="7232"/>
                      <a:pt x="2294" y="7243"/>
                    </a:cubicBezTo>
                    <a:cubicBezTo>
                      <a:pt x="2245" y="7260"/>
                      <a:pt x="2245" y="7330"/>
                      <a:pt x="2294" y="7347"/>
                    </a:cubicBezTo>
                    <a:cubicBezTo>
                      <a:pt x="2307" y="7348"/>
                      <a:pt x="2321" y="7349"/>
                      <a:pt x="2334" y="7349"/>
                    </a:cubicBezTo>
                    <a:cubicBezTo>
                      <a:pt x="2372" y="7349"/>
                      <a:pt x="2411" y="7344"/>
                      <a:pt x="2446" y="7336"/>
                    </a:cubicBezTo>
                    <a:lnTo>
                      <a:pt x="2468" y="7330"/>
                    </a:lnTo>
                    <a:cubicBezTo>
                      <a:pt x="2479" y="7423"/>
                      <a:pt x="2490" y="7510"/>
                      <a:pt x="2501" y="7597"/>
                    </a:cubicBezTo>
                    <a:cubicBezTo>
                      <a:pt x="2484" y="7607"/>
                      <a:pt x="2468" y="7618"/>
                      <a:pt x="2452" y="7629"/>
                    </a:cubicBezTo>
                    <a:lnTo>
                      <a:pt x="2414" y="7646"/>
                    </a:lnTo>
                    <a:lnTo>
                      <a:pt x="2408" y="7646"/>
                    </a:lnTo>
                    <a:cubicBezTo>
                      <a:pt x="2398" y="7636"/>
                      <a:pt x="2386" y="7632"/>
                      <a:pt x="2375" y="7632"/>
                    </a:cubicBezTo>
                    <a:cubicBezTo>
                      <a:pt x="2334" y="7632"/>
                      <a:pt x="2298" y="7685"/>
                      <a:pt x="2332" y="7727"/>
                    </a:cubicBezTo>
                    <a:cubicBezTo>
                      <a:pt x="2361" y="7752"/>
                      <a:pt x="2397" y="7767"/>
                      <a:pt x="2432" y="7767"/>
                    </a:cubicBezTo>
                    <a:cubicBezTo>
                      <a:pt x="2458" y="7767"/>
                      <a:pt x="2483" y="7759"/>
                      <a:pt x="2506" y="7743"/>
                    </a:cubicBezTo>
                    <a:lnTo>
                      <a:pt x="2522" y="7738"/>
                    </a:lnTo>
                    <a:cubicBezTo>
                      <a:pt x="2528" y="7771"/>
                      <a:pt x="2528" y="7798"/>
                      <a:pt x="2533" y="7830"/>
                    </a:cubicBezTo>
                    <a:cubicBezTo>
                      <a:pt x="2544" y="7912"/>
                      <a:pt x="2555" y="7999"/>
                      <a:pt x="2571" y="8080"/>
                    </a:cubicBezTo>
                    <a:cubicBezTo>
                      <a:pt x="2577" y="8162"/>
                      <a:pt x="2588" y="8238"/>
                      <a:pt x="2609" y="8314"/>
                    </a:cubicBezTo>
                    <a:cubicBezTo>
                      <a:pt x="2582" y="8314"/>
                      <a:pt x="2544" y="8320"/>
                      <a:pt x="2539" y="8320"/>
                    </a:cubicBezTo>
                    <a:lnTo>
                      <a:pt x="2544" y="8314"/>
                    </a:lnTo>
                    <a:lnTo>
                      <a:pt x="2544" y="8314"/>
                    </a:lnTo>
                    <a:cubicBezTo>
                      <a:pt x="2474" y="8320"/>
                      <a:pt x="2403" y="8347"/>
                      <a:pt x="2327" y="8352"/>
                    </a:cubicBezTo>
                    <a:cubicBezTo>
                      <a:pt x="2310" y="8091"/>
                      <a:pt x="2229" y="7841"/>
                      <a:pt x="2196" y="7580"/>
                    </a:cubicBezTo>
                    <a:cubicBezTo>
                      <a:pt x="2180" y="7455"/>
                      <a:pt x="2158" y="7330"/>
                      <a:pt x="2131" y="7205"/>
                    </a:cubicBezTo>
                    <a:cubicBezTo>
                      <a:pt x="2098" y="7053"/>
                      <a:pt x="2071" y="6901"/>
                      <a:pt x="2060" y="6749"/>
                    </a:cubicBezTo>
                    <a:cubicBezTo>
                      <a:pt x="2033" y="6488"/>
                      <a:pt x="1963" y="6232"/>
                      <a:pt x="1930" y="5971"/>
                    </a:cubicBezTo>
                    <a:cubicBezTo>
                      <a:pt x="1914" y="5835"/>
                      <a:pt x="1881" y="5710"/>
                      <a:pt x="1870" y="5574"/>
                    </a:cubicBezTo>
                    <a:cubicBezTo>
                      <a:pt x="1859" y="5444"/>
                      <a:pt x="1843" y="5303"/>
                      <a:pt x="1821" y="5167"/>
                    </a:cubicBezTo>
                    <a:cubicBezTo>
                      <a:pt x="1799" y="5042"/>
                      <a:pt x="1794" y="4911"/>
                      <a:pt x="1772" y="4786"/>
                    </a:cubicBezTo>
                    <a:cubicBezTo>
                      <a:pt x="1767" y="4721"/>
                      <a:pt x="1767" y="4650"/>
                      <a:pt x="1756" y="4585"/>
                    </a:cubicBezTo>
                    <a:cubicBezTo>
                      <a:pt x="1745" y="4520"/>
                      <a:pt x="1734" y="4455"/>
                      <a:pt x="1718" y="4395"/>
                    </a:cubicBezTo>
                    <a:cubicBezTo>
                      <a:pt x="1691" y="4259"/>
                      <a:pt x="1685" y="4118"/>
                      <a:pt x="1658" y="3982"/>
                    </a:cubicBezTo>
                    <a:cubicBezTo>
                      <a:pt x="1642" y="3906"/>
                      <a:pt x="1631" y="3830"/>
                      <a:pt x="1626" y="3753"/>
                    </a:cubicBezTo>
                    <a:cubicBezTo>
                      <a:pt x="1620" y="3683"/>
                      <a:pt x="1615" y="3612"/>
                      <a:pt x="1604" y="3541"/>
                    </a:cubicBezTo>
                    <a:cubicBezTo>
                      <a:pt x="1555" y="3270"/>
                      <a:pt x="1528" y="2998"/>
                      <a:pt x="1511" y="2721"/>
                    </a:cubicBezTo>
                    <a:cubicBezTo>
                      <a:pt x="1501" y="2590"/>
                      <a:pt x="1490" y="2465"/>
                      <a:pt x="1473" y="2335"/>
                    </a:cubicBezTo>
                    <a:cubicBezTo>
                      <a:pt x="1457" y="2183"/>
                      <a:pt x="1473" y="2030"/>
                      <a:pt x="1457" y="1878"/>
                    </a:cubicBezTo>
                    <a:cubicBezTo>
                      <a:pt x="1424" y="1579"/>
                      <a:pt x="1424" y="1269"/>
                      <a:pt x="1414" y="965"/>
                    </a:cubicBezTo>
                    <a:cubicBezTo>
                      <a:pt x="1408" y="802"/>
                      <a:pt x="1386" y="644"/>
                      <a:pt x="1375" y="487"/>
                    </a:cubicBezTo>
                    <a:cubicBezTo>
                      <a:pt x="1375" y="416"/>
                      <a:pt x="1370" y="351"/>
                      <a:pt x="1354" y="285"/>
                    </a:cubicBezTo>
                    <a:cubicBezTo>
                      <a:pt x="1435" y="269"/>
                      <a:pt x="1517" y="264"/>
                      <a:pt x="1598" y="247"/>
                    </a:cubicBezTo>
                    <a:lnTo>
                      <a:pt x="1620" y="242"/>
                    </a:lnTo>
                    <a:close/>
                    <a:moveTo>
                      <a:pt x="1316" y="285"/>
                    </a:moveTo>
                    <a:cubicBezTo>
                      <a:pt x="1321" y="324"/>
                      <a:pt x="1321" y="372"/>
                      <a:pt x="1321" y="400"/>
                    </a:cubicBezTo>
                    <a:lnTo>
                      <a:pt x="1321" y="601"/>
                    </a:lnTo>
                    <a:cubicBezTo>
                      <a:pt x="1332" y="747"/>
                      <a:pt x="1332" y="894"/>
                      <a:pt x="1321" y="1041"/>
                    </a:cubicBezTo>
                    <a:cubicBezTo>
                      <a:pt x="1321" y="1166"/>
                      <a:pt x="1310" y="1297"/>
                      <a:pt x="1321" y="1422"/>
                    </a:cubicBezTo>
                    <a:cubicBezTo>
                      <a:pt x="1332" y="1547"/>
                      <a:pt x="1332" y="1699"/>
                      <a:pt x="1343" y="1835"/>
                    </a:cubicBezTo>
                    <a:cubicBezTo>
                      <a:pt x="1370" y="2112"/>
                      <a:pt x="1365" y="2395"/>
                      <a:pt x="1397" y="2677"/>
                    </a:cubicBezTo>
                    <a:cubicBezTo>
                      <a:pt x="1424" y="2927"/>
                      <a:pt x="1441" y="3183"/>
                      <a:pt x="1473" y="3438"/>
                    </a:cubicBezTo>
                    <a:cubicBezTo>
                      <a:pt x="1506" y="3710"/>
                      <a:pt x="1555" y="3976"/>
                      <a:pt x="1587" y="4248"/>
                    </a:cubicBezTo>
                    <a:cubicBezTo>
                      <a:pt x="1598" y="4373"/>
                      <a:pt x="1636" y="4493"/>
                      <a:pt x="1642" y="4618"/>
                    </a:cubicBezTo>
                    <a:cubicBezTo>
                      <a:pt x="1653" y="4754"/>
                      <a:pt x="1669" y="4890"/>
                      <a:pt x="1685" y="5025"/>
                    </a:cubicBezTo>
                    <a:cubicBezTo>
                      <a:pt x="1729" y="5542"/>
                      <a:pt x="1799" y="6058"/>
                      <a:pt x="1903" y="6564"/>
                    </a:cubicBezTo>
                    <a:cubicBezTo>
                      <a:pt x="1935" y="6711"/>
                      <a:pt x="1935" y="6857"/>
                      <a:pt x="1957" y="6999"/>
                    </a:cubicBezTo>
                    <a:cubicBezTo>
                      <a:pt x="1979" y="7167"/>
                      <a:pt x="2033" y="7330"/>
                      <a:pt x="2050" y="7499"/>
                    </a:cubicBezTo>
                    <a:cubicBezTo>
                      <a:pt x="2060" y="7564"/>
                      <a:pt x="2060" y="7635"/>
                      <a:pt x="2071" y="7700"/>
                    </a:cubicBezTo>
                    <a:cubicBezTo>
                      <a:pt x="2077" y="7771"/>
                      <a:pt x="2109" y="7847"/>
                      <a:pt x="2115" y="7923"/>
                    </a:cubicBezTo>
                    <a:cubicBezTo>
                      <a:pt x="2137" y="8070"/>
                      <a:pt x="2169" y="8216"/>
                      <a:pt x="2169" y="8368"/>
                    </a:cubicBezTo>
                    <a:cubicBezTo>
                      <a:pt x="2044" y="8385"/>
                      <a:pt x="1914" y="8407"/>
                      <a:pt x="1783" y="8417"/>
                    </a:cubicBezTo>
                    <a:cubicBezTo>
                      <a:pt x="1609" y="8428"/>
                      <a:pt x="1435" y="8412"/>
                      <a:pt x="1261" y="8445"/>
                    </a:cubicBezTo>
                    <a:cubicBezTo>
                      <a:pt x="1180" y="8461"/>
                      <a:pt x="1098" y="8494"/>
                      <a:pt x="1017" y="8515"/>
                    </a:cubicBezTo>
                    <a:cubicBezTo>
                      <a:pt x="1000" y="8521"/>
                      <a:pt x="979" y="8526"/>
                      <a:pt x="957" y="8532"/>
                    </a:cubicBezTo>
                    <a:cubicBezTo>
                      <a:pt x="935" y="8455"/>
                      <a:pt x="919" y="8374"/>
                      <a:pt x="913" y="8298"/>
                    </a:cubicBezTo>
                    <a:cubicBezTo>
                      <a:pt x="903" y="8146"/>
                      <a:pt x="886" y="7999"/>
                      <a:pt x="870" y="7852"/>
                    </a:cubicBezTo>
                    <a:cubicBezTo>
                      <a:pt x="832" y="7580"/>
                      <a:pt x="778" y="7314"/>
                      <a:pt x="750" y="7042"/>
                    </a:cubicBezTo>
                    <a:cubicBezTo>
                      <a:pt x="740" y="6923"/>
                      <a:pt x="729" y="6808"/>
                      <a:pt x="712" y="6694"/>
                    </a:cubicBezTo>
                    <a:cubicBezTo>
                      <a:pt x="685" y="6553"/>
                      <a:pt x="669" y="6412"/>
                      <a:pt x="653" y="6270"/>
                    </a:cubicBezTo>
                    <a:cubicBezTo>
                      <a:pt x="642" y="6009"/>
                      <a:pt x="614" y="5748"/>
                      <a:pt x="576" y="5488"/>
                    </a:cubicBezTo>
                    <a:cubicBezTo>
                      <a:pt x="555" y="5352"/>
                      <a:pt x="566" y="5216"/>
                      <a:pt x="544" y="5080"/>
                    </a:cubicBezTo>
                    <a:cubicBezTo>
                      <a:pt x="528" y="4933"/>
                      <a:pt x="500" y="4786"/>
                      <a:pt x="489" y="4634"/>
                    </a:cubicBezTo>
                    <a:cubicBezTo>
                      <a:pt x="468" y="4357"/>
                      <a:pt x="446" y="4080"/>
                      <a:pt x="413" y="3808"/>
                    </a:cubicBezTo>
                    <a:cubicBezTo>
                      <a:pt x="354" y="3281"/>
                      <a:pt x="337" y="2748"/>
                      <a:pt x="305" y="2221"/>
                    </a:cubicBezTo>
                    <a:cubicBezTo>
                      <a:pt x="294" y="2079"/>
                      <a:pt x="283" y="1927"/>
                      <a:pt x="261" y="1780"/>
                    </a:cubicBezTo>
                    <a:cubicBezTo>
                      <a:pt x="245" y="1634"/>
                      <a:pt x="256" y="1503"/>
                      <a:pt x="239" y="1367"/>
                    </a:cubicBezTo>
                    <a:cubicBezTo>
                      <a:pt x="218" y="1204"/>
                      <a:pt x="218" y="1041"/>
                      <a:pt x="190" y="878"/>
                    </a:cubicBezTo>
                    <a:cubicBezTo>
                      <a:pt x="180" y="802"/>
                      <a:pt x="169" y="720"/>
                      <a:pt x="147" y="639"/>
                    </a:cubicBezTo>
                    <a:lnTo>
                      <a:pt x="142" y="617"/>
                    </a:lnTo>
                    <a:cubicBezTo>
                      <a:pt x="169" y="601"/>
                      <a:pt x="174" y="568"/>
                      <a:pt x="147" y="546"/>
                    </a:cubicBezTo>
                    <a:cubicBezTo>
                      <a:pt x="147" y="530"/>
                      <a:pt x="147" y="508"/>
                      <a:pt x="147" y="487"/>
                    </a:cubicBezTo>
                    <a:cubicBezTo>
                      <a:pt x="158" y="438"/>
                      <a:pt x="185" y="427"/>
                      <a:pt x="229" y="410"/>
                    </a:cubicBezTo>
                    <a:cubicBezTo>
                      <a:pt x="310" y="383"/>
                      <a:pt x="392" y="372"/>
                      <a:pt x="473" y="367"/>
                    </a:cubicBezTo>
                    <a:cubicBezTo>
                      <a:pt x="669" y="340"/>
                      <a:pt x="865" y="345"/>
                      <a:pt x="1060" y="329"/>
                    </a:cubicBezTo>
                    <a:cubicBezTo>
                      <a:pt x="1147" y="318"/>
                      <a:pt x="1234" y="302"/>
                      <a:pt x="1316" y="285"/>
                    </a:cubicBezTo>
                    <a:close/>
                    <a:moveTo>
                      <a:pt x="1664" y="0"/>
                    </a:moveTo>
                    <a:cubicBezTo>
                      <a:pt x="1582" y="0"/>
                      <a:pt x="1495" y="33"/>
                      <a:pt x="1414" y="41"/>
                    </a:cubicBezTo>
                    <a:cubicBezTo>
                      <a:pt x="1278" y="63"/>
                      <a:pt x="1153" y="112"/>
                      <a:pt x="1017" y="122"/>
                    </a:cubicBezTo>
                    <a:cubicBezTo>
                      <a:pt x="761" y="144"/>
                      <a:pt x="506" y="144"/>
                      <a:pt x="256" y="215"/>
                    </a:cubicBezTo>
                    <a:cubicBezTo>
                      <a:pt x="174" y="237"/>
                      <a:pt x="65" y="280"/>
                      <a:pt x="22" y="356"/>
                    </a:cubicBezTo>
                    <a:cubicBezTo>
                      <a:pt x="0" y="400"/>
                      <a:pt x="0" y="443"/>
                      <a:pt x="22" y="481"/>
                    </a:cubicBezTo>
                    <a:cubicBezTo>
                      <a:pt x="22" y="487"/>
                      <a:pt x="22" y="492"/>
                      <a:pt x="22" y="492"/>
                    </a:cubicBezTo>
                    <a:cubicBezTo>
                      <a:pt x="22" y="590"/>
                      <a:pt x="49" y="699"/>
                      <a:pt x="55" y="796"/>
                    </a:cubicBezTo>
                    <a:cubicBezTo>
                      <a:pt x="60" y="873"/>
                      <a:pt x="76" y="949"/>
                      <a:pt x="76" y="1025"/>
                    </a:cubicBezTo>
                    <a:cubicBezTo>
                      <a:pt x="82" y="1101"/>
                      <a:pt x="71" y="1177"/>
                      <a:pt x="76" y="1248"/>
                    </a:cubicBezTo>
                    <a:cubicBezTo>
                      <a:pt x="98" y="1519"/>
                      <a:pt x="93" y="1791"/>
                      <a:pt x="114" y="2063"/>
                    </a:cubicBezTo>
                    <a:cubicBezTo>
                      <a:pt x="142" y="2335"/>
                      <a:pt x="147" y="2612"/>
                      <a:pt x="163" y="2889"/>
                    </a:cubicBezTo>
                    <a:cubicBezTo>
                      <a:pt x="169" y="3020"/>
                      <a:pt x="169" y="3150"/>
                      <a:pt x="174" y="3286"/>
                    </a:cubicBezTo>
                    <a:cubicBezTo>
                      <a:pt x="180" y="3416"/>
                      <a:pt x="196" y="3558"/>
                      <a:pt x="201" y="3694"/>
                    </a:cubicBezTo>
                    <a:cubicBezTo>
                      <a:pt x="212" y="4264"/>
                      <a:pt x="321" y="4835"/>
                      <a:pt x="348" y="5401"/>
                    </a:cubicBezTo>
                    <a:cubicBezTo>
                      <a:pt x="354" y="5531"/>
                      <a:pt x="381" y="5656"/>
                      <a:pt x="386" y="5781"/>
                    </a:cubicBezTo>
                    <a:cubicBezTo>
                      <a:pt x="397" y="5928"/>
                      <a:pt x="435" y="6064"/>
                      <a:pt x="435" y="6210"/>
                    </a:cubicBezTo>
                    <a:cubicBezTo>
                      <a:pt x="441" y="6341"/>
                      <a:pt x="451" y="6477"/>
                      <a:pt x="479" y="6613"/>
                    </a:cubicBezTo>
                    <a:cubicBezTo>
                      <a:pt x="495" y="6749"/>
                      <a:pt x="511" y="6874"/>
                      <a:pt x="522" y="7004"/>
                    </a:cubicBezTo>
                    <a:cubicBezTo>
                      <a:pt x="528" y="7151"/>
                      <a:pt x="555" y="7298"/>
                      <a:pt x="571" y="7439"/>
                    </a:cubicBezTo>
                    <a:cubicBezTo>
                      <a:pt x="587" y="7607"/>
                      <a:pt x="620" y="7771"/>
                      <a:pt x="636" y="7934"/>
                    </a:cubicBezTo>
                    <a:cubicBezTo>
                      <a:pt x="647" y="8015"/>
                      <a:pt x="658" y="8097"/>
                      <a:pt x="663" y="8184"/>
                    </a:cubicBezTo>
                    <a:cubicBezTo>
                      <a:pt x="663" y="8254"/>
                      <a:pt x="669" y="8330"/>
                      <a:pt x="674" y="8407"/>
                    </a:cubicBezTo>
                    <a:cubicBezTo>
                      <a:pt x="701" y="8537"/>
                      <a:pt x="723" y="8662"/>
                      <a:pt x="805" y="8771"/>
                    </a:cubicBezTo>
                    <a:cubicBezTo>
                      <a:pt x="831" y="8793"/>
                      <a:pt x="862" y="8806"/>
                      <a:pt x="894" y="8806"/>
                    </a:cubicBezTo>
                    <a:cubicBezTo>
                      <a:pt x="915" y="8806"/>
                      <a:pt x="937" y="8800"/>
                      <a:pt x="957" y="8787"/>
                    </a:cubicBezTo>
                    <a:cubicBezTo>
                      <a:pt x="1011" y="8765"/>
                      <a:pt x="1066" y="8744"/>
                      <a:pt x="1120" y="8738"/>
                    </a:cubicBezTo>
                    <a:cubicBezTo>
                      <a:pt x="1196" y="8706"/>
                      <a:pt x="1278" y="8678"/>
                      <a:pt x="1365" y="8662"/>
                    </a:cubicBezTo>
                    <a:cubicBezTo>
                      <a:pt x="1429" y="8651"/>
                      <a:pt x="1494" y="8649"/>
                      <a:pt x="1560" y="8649"/>
                    </a:cubicBezTo>
                    <a:cubicBezTo>
                      <a:pt x="1598" y="8649"/>
                      <a:pt x="1636" y="8650"/>
                      <a:pt x="1674" y="8650"/>
                    </a:cubicBezTo>
                    <a:cubicBezTo>
                      <a:pt x="1732" y="8650"/>
                      <a:pt x="1790" y="8648"/>
                      <a:pt x="1848" y="8640"/>
                    </a:cubicBezTo>
                    <a:cubicBezTo>
                      <a:pt x="2006" y="8624"/>
                      <a:pt x="2180" y="8597"/>
                      <a:pt x="2343" y="8580"/>
                    </a:cubicBezTo>
                    <a:cubicBezTo>
                      <a:pt x="2408" y="8575"/>
                      <a:pt x="2468" y="8559"/>
                      <a:pt x="2533" y="8548"/>
                    </a:cubicBezTo>
                    <a:cubicBezTo>
                      <a:pt x="2546" y="8545"/>
                      <a:pt x="2560" y="8545"/>
                      <a:pt x="2574" y="8545"/>
                    </a:cubicBezTo>
                    <a:cubicBezTo>
                      <a:pt x="2605" y="8545"/>
                      <a:pt x="2637" y="8549"/>
                      <a:pt x="2668" y="8549"/>
                    </a:cubicBezTo>
                    <a:cubicBezTo>
                      <a:pt x="2687" y="8549"/>
                      <a:pt x="2706" y="8547"/>
                      <a:pt x="2724" y="8542"/>
                    </a:cubicBezTo>
                    <a:cubicBezTo>
                      <a:pt x="2854" y="8510"/>
                      <a:pt x="2865" y="8374"/>
                      <a:pt x="2849" y="8260"/>
                    </a:cubicBezTo>
                    <a:lnTo>
                      <a:pt x="2849" y="8260"/>
                    </a:lnTo>
                    <a:lnTo>
                      <a:pt x="2849" y="8265"/>
                    </a:lnTo>
                    <a:cubicBezTo>
                      <a:pt x="2821" y="8102"/>
                      <a:pt x="2794" y="7944"/>
                      <a:pt x="2772" y="7787"/>
                    </a:cubicBezTo>
                    <a:cubicBezTo>
                      <a:pt x="2745" y="7607"/>
                      <a:pt x="2718" y="7423"/>
                      <a:pt x="2691" y="7243"/>
                    </a:cubicBezTo>
                    <a:cubicBezTo>
                      <a:pt x="2664" y="7064"/>
                      <a:pt x="2620" y="6895"/>
                      <a:pt x="2588" y="6721"/>
                    </a:cubicBezTo>
                    <a:cubicBezTo>
                      <a:pt x="2528" y="6379"/>
                      <a:pt x="2506" y="6031"/>
                      <a:pt x="2463" y="5683"/>
                    </a:cubicBezTo>
                    <a:cubicBezTo>
                      <a:pt x="2419" y="5341"/>
                      <a:pt x="2387" y="4977"/>
                      <a:pt x="2359" y="4623"/>
                    </a:cubicBezTo>
                    <a:cubicBezTo>
                      <a:pt x="2349" y="4449"/>
                      <a:pt x="2327" y="4270"/>
                      <a:pt x="2300" y="4096"/>
                    </a:cubicBezTo>
                    <a:cubicBezTo>
                      <a:pt x="2278" y="3927"/>
                      <a:pt x="2272" y="3764"/>
                      <a:pt x="2262" y="3601"/>
                    </a:cubicBezTo>
                    <a:cubicBezTo>
                      <a:pt x="2256" y="3531"/>
                      <a:pt x="2240" y="3460"/>
                      <a:pt x="2234" y="3384"/>
                    </a:cubicBezTo>
                    <a:cubicBezTo>
                      <a:pt x="2229" y="3297"/>
                      <a:pt x="2218" y="3210"/>
                      <a:pt x="2202" y="3128"/>
                    </a:cubicBezTo>
                    <a:cubicBezTo>
                      <a:pt x="2180" y="2944"/>
                      <a:pt x="2153" y="2764"/>
                      <a:pt x="2137" y="2579"/>
                    </a:cubicBezTo>
                    <a:cubicBezTo>
                      <a:pt x="2120" y="2395"/>
                      <a:pt x="2104" y="2199"/>
                      <a:pt x="2082" y="2014"/>
                    </a:cubicBezTo>
                    <a:cubicBezTo>
                      <a:pt x="2055" y="1829"/>
                      <a:pt x="2028" y="1634"/>
                      <a:pt x="2022" y="1443"/>
                    </a:cubicBezTo>
                    <a:cubicBezTo>
                      <a:pt x="2011" y="1248"/>
                      <a:pt x="2001" y="1063"/>
                      <a:pt x="1990" y="867"/>
                    </a:cubicBezTo>
                    <a:cubicBezTo>
                      <a:pt x="1995" y="709"/>
                      <a:pt x="1968" y="546"/>
                      <a:pt x="1914" y="394"/>
                    </a:cubicBezTo>
                    <a:cubicBezTo>
                      <a:pt x="1908" y="383"/>
                      <a:pt x="1903" y="367"/>
                      <a:pt x="1892" y="356"/>
                    </a:cubicBezTo>
                    <a:cubicBezTo>
                      <a:pt x="1892" y="324"/>
                      <a:pt x="1886" y="291"/>
                      <a:pt x="1881" y="258"/>
                    </a:cubicBezTo>
                    <a:cubicBezTo>
                      <a:pt x="1865" y="160"/>
                      <a:pt x="1848" y="52"/>
                      <a:pt x="1745" y="14"/>
                    </a:cubicBezTo>
                    <a:cubicBezTo>
                      <a:pt x="1719" y="4"/>
                      <a:pt x="1692" y="0"/>
                      <a:pt x="1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0"/>
              <p:cNvSpPr/>
              <p:nvPr/>
            </p:nvSpPr>
            <p:spPr>
              <a:xfrm>
                <a:off x="3741625" y="4644425"/>
                <a:ext cx="155625" cy="177125"/>
              </a:xfrm>
              <a:custGeom>
                <a:rect b="b" l="l" r="r" t="t"/>
                <a:pathLst>
                  <a:path extrusionOk="0" h="7085" w="6225">
                    <a:moveTo>
                      <a:pt x="245" y="312"/>
                    </a:moveTo>
                    <a:lnTo>
                      <a:pt x="245" y="312"/>
                    </a:lnTo>
                    <a:cubicBezTo>
                      <a:pt x="305" y="344"/>
                      <a:pt x="353" y="393"/>
                      <a:pt x="397" y="448"/>
                    </a:cubicBezTo>
                    <a:cubicBezTo>
                      <a:pt x="489" y="556"/>
                      <a:pt x="593" y="660"/>
                      <a:pt x="707" y="752"/>
                    </a:cubicBezTo>
                    <a:cubicBezTo>
                      <a:pt x="712" y="763"/>
                      <a:pt x="723" y="768"/>
                      <a:pt x="734" y="779"/>
                    </a:cubicBezTo>
                    <a:cubicBezTo>
                      <a:pt x="718" y="790"/>
                      <a:pt x="707" y="806"/>
                      <a:pt x="696" y="823"/>
                    </a:cubicBezTo>
                    <a:cubicBezTo>
                      <a:pt x="673" y="864"/>
                      <a:pt x="712" y="897"/>
                      <a:pt x="747" y="897"/>
                    </a:cubicBezTo>
                    <a:cubicBezTo>
                      <a:pt x="754" y="897"/>
                      <a:pt x="760" y="896"/>
                      <a:pt x="767" y="893"/>
                    </a:cubicBezTo>
                    <a:cubicBezTo>
                      <a:pt x="783" y="882"/>
                      <a:pt x="799" y="877"/>
                      <a:pt x="815" y="866"/>
                    </a:cubicBezTo>
                    <a:cubicBezTo>
                      <a:pt x="832" y="882"/>
                      <a:pt x="848" y="904"/>
                      <a:pt x="864" y="920"/>
                    </a:cubicBezTo>
                    <a:cubicBezTo>
                      <a:pt x="913" y="969"/>
                      <a:pt x="968" y="1013"/>
                      <a:pt x="1017" y="1062"/>
                    </a:cubicBezTo>
                    <a:cubicBezTo>
                      <a:pt x="995" y="1089"/>
                      <a:pt x="973" y="1127"/>
                      <a:pt x="951" y="1154"/>
                    </a:cubicBezTo>
                    <a:cubicBezTo>
                      <a:pt x="924" y="1176"/>
                      <a:pt x="924" y="1219"/>
                      <a:pt x="951" y="1241"/>
                    </a:cubicBezTo>
                    <a:cubicBezTo>
                      <a:pt x="962" y="1255"/>
                      <a:pt x="979" y="1262"/>
                      <a:pt x="995" y="1262"/>
                    </a:cubicBezTo>
                    <a:cubicBezTo>
                      <a:pt x="1011" y="1262"/>
                      <a:pt x="1027" y="1255"/>
                      <a:pt x="1038" y="1241"/>
                    </a:cubicBezTo>
                    <a:cubicBezTo>
                      <a:pt x="1066" y="1214"/>
                      <a:pt x="1082" y="1187"/>
                      <a:pt x="1109" y="1160"/>
                    </a:cubicBezTo>
                    <a:cubicBezTo>
                      <a:pt x="1158" y="1219"/>
                      <a:pt x="1207" y="1274"/>
                      <a:pt x="1256" y="1323"/>
                    </a:cubicBezTo>
                    <a:cubicBezTo>
                      <a:pt x="1239" y="1339"/>
                      <a:pt x="1223" y="1355"/>
                      <a:pt x="1212" y="1377"/>
                    </a:cubicBezTo>
                    <a:cubicBezTo>
                      <a:pt x="1194" y="1419"/>
                      <a:pt x="1227" y="1457"/>
                      <a:pt x="1267" y="1457"/>
                    </a:cubicBezTo>
                    <a:cubicBezTo>
                      <a:pt x="1274" y="1457"/>
                      <a:pt x="1281" y="1456"/>
                      <a:pt x="1288" y="1453"/>
                    </a:cubicBezTo>
                    <a:cubicBezTo>
                      <a:pt x="1310" y="1437"/>
                      <a:pt x="1337" y="1426"/>
                      <a:pt x="1359" y="1415"/>
                    </a:cubicBezTo>
                    <a:lnTo>
                      <a:pt x="1386" y="1437"/>
                    </a:lnTo>
                    <a:cubicBezTo>
                      <a:pt x="1490" y="1524"/>
                      <a:pt x="1587" y="1616"/>
                      <a:pt x="1685" y="1714"/>
                    </a:cubicBezTo>
                    <a:cubicBezTo>
                      <a:pt x="1658" y="1741"/>
                      <a:pt x="1636" y="1774"/>
                      <a:pt x="1620" y="1812"/>
                    </a:cubicBezTo>
                    <a:cubicBezTo>
                      <a:pt x="1615" y="1817"/>
                      <a:pt x="1609" y="1823"/>
                      <a:pt x="1604" y="1834"/>
                    </a:cubicBezTo>
                    <a:lnTo>
                      <a:pt x="1604" y="1850"/>
                    </a:lnTo>
                    <a:cubicBezTo>
                      <a:pt x="1591" y="1883"/>
                      <a:pt x="1617" y="1914"/>
                      <a:pt x="1649" y="1914"/>
                    </a:cubicBezTo>
                    <a:cubicBezTo>
                      <a:pt x="1659" y="1914"/>
                      <a:pt x="1670" y="1911"/>
                      <a:pt x="1680" y="1904"/>
                    </a:cubicBezTo>
                    <a:cubicBezTo>
                      <a:pt x="1718" y="1877"/>
                      <a:pt x="1750" y="1845"/>
                      <a:pt x="1783" y="1812"/>
                    </a:cubicBezTo>
                    <a:lnTo>
                      <a:pt x="1957" y="1991"/>
                    </a:lnTo>
                    <a:cubicBezTo>
                      <a:pt x="1941" y="2013"/>
                      <a:pt x="1924" y="2035"/>
                      <a:pt x="1903" y="2057"/>
                    </a:cubicBezTo>
                    <a:cubicBezTo>
                      <a:pt x="1892" y="2062"/>
                      <a:pt x="1881" y="2073"/>
                      <a:pt x="1881" y="2089"/>
                    </a:cubicBezTo>
                    <a:cubicBezTo>
                      <a:pt x="1870" y="2105"/>
                      <a:pt x="1881" y="2133"/>
                      <a:pt x="1897" y="2149"/>
                    </a:cubicBezTo>
                    <a:cubicBezTo>
                      <a:pt x="1907" y="2151"/>
                      <a:pt x="1917" y="2152"/>
                      <a:pt x="1927" y="2152"/>
                    </a:cubicBezTo>
                    <a:cubicBezTo>
                      <a:pt x="1965" y="2152"/>
                      <a:pt x="2002" y="2136"/>
                      <a:pt x="2028" y="2105"/>
                    </a:cubicBezTo>
                    <a:lnTo>
                      <a:pt x="2055" y="2084"/>
                    </a:lnTo>
                    <a:cubicBezTo>
                      <a:pt x="2066" y="2095"/>
                      <a:pt x="2077" y="2111"/>
                      <a:pt x="2087" y="2122"/>
                    </a:cubicBezTo>
                    <a:cubicBezTo>
                      <a:pt x="2147" y="2182"/>
                      <a:pt x="2207" y="2247"/>
                      <a:pt x="2261" y="2317"/>
                    </a:cubicBezTo>
                    <a:lnTo>
                      <a:pt x="2240" y="2334"/>
                    </a:lnTo>
                    <a:cubicBezTo>
                      <a:pt x="2223" y="2356"/>
                      <a:pt x="2207" y="2372"/>
                      <a:pt x="2191" y="2394"/>
                    </a:cubicBezTo>
                    <a:cubicBezTo>
                      <a:pt x="2180" y="2410"/>
                      <a:pt x="2169" y="2432"/>
                      <a:pt x="2153" y="2443"/>
                    </a:cubicBezTo>
                    <a:cubicBezTo>
                      <a:pt x="2115" y="2470"/>
                      <a:pt x="2131" y="2529"/>
                      <a:pt x="2180" y="2529"/>
                    </a:cubicBezTo>
                    <a:cubicBezTo>
                      <a:pt x="2229" y="2524"/>
                      <a:pt x="2272" y="2502"/>
                      <a:pt x="2310" y="2464"/>
                    </a:cubicBezTo>
                    <a:lnTo>
                      <a:pt x="2348" y="2426"/>
                    </a:lnTo>
                    <a:cubicBezTo>
                      <a:pt x="2365" y="2443"/>
                      <a:pt x="2381" y="2464"/>
                      <a:pt x="2397" y="2481"/>
                    </a:cubicBezTo>
                    <a:cubicBezTo>
                      <a:pt x="2446" y="2529"/>
                      <a:pt x="2495" y="2578"/>
                      <a:pt x="2544" y="2627"/>
                    </a:cubicBezTo>
                    <a:lnTo>
                      <a:pt x="2533" y="2638"/>
                    </a:lnTo>
                    <a:cubicBezTo>
                      <a:pt x="2517" y="2660"/>
                      <a:pt x="2501" y="2676"/>
                      <a:pt x="2490" y="2698"/>
                    </a:cubicBezTo>
                    <a:cubicBezTo>
                      <a:pt x="2484" y="2709"/>
                      <a:pt x="2479" y="2714"/>
                      <a:pt x="2473" y="2725"/>
                    </a:cubicBezTo>
                    <a:cubicBezTo>
                      <a:pt x="2473" y="2731"/>
                      <a:pt x="2468" y="2736"/>
                      <a:pt x="2463" y="2747"/>
                    </a:cubicBezTo>
                    <a:cubicBezTo>
                      <a:pt x="2441" y="2781"/>
                      <a:pt x="2470" y="2822"/>
                      <a:pt x="2502" y="2822"/>
                    </a:cubicBezTo>
                    <a:cubicBezTo>
                      <a:pt x="2511" y="2822"/>
                      <a:pt x="2520" y="2819"/>
                      <a:pt x="2528" y="2812"/>
                    </a:cubicBezTo>
                    <a:cubicBezTo>
                      <a:pt x="2560" y="2790"/>
                      <a:pt x="2588" y="2769"/>
                      <a:pt x="2615" y="2747"/>
                    </a:cubicBezTo>
                    <a:cubicBezTo>
                      <a:pt x="2626" y="2736"/>
                      <a:pt x="2631" y="2731"/>
                      <a:pt x="2642" y="2725"/>
                    </a:cubicBezTo>
                    <a:lnTo>
                      <a:pt x="2729" y="2812"/>
                    </a:lnTo>
                    <a:cubicBezTo>
                      <a:pt x="2767" y="2850"/>
                      <a:pt x="2805" y="2888"/>
                      <a:pt x="2843" y="2932"/>
                    </a:cubicBezTo>
                    <a:cubicBezTo>
                      <a:pt x="2832" y="2943"/>
                      <a:pt x="2821" y="2953"/>
                      <a:pt x="2810" y="2964"/>
                    </a:cubicBezTo>
                    <a:cubicBezTo>
                      <a:pt x="2794" y="2981"/>
                      <a:pt x="2778" y="3002"/>
                      <a:pt x="2767" y="3019"/>
                    </a:cubicBezTo>
                    <a:cubicBezTo>
                      <a:pt x="2751" y="3040"/>
                      <a:pt x="2745" y="3062"/>
                      <a:pt x="2734" y="3079"/>
                    </a:cubicBezTo>
                    <a:cubicBezTo>
                      <a:pt x="2712" y="3106"/>
                      <a:pt x="2741" y="3144"/>
                      <a:pt x="2771" y="3144"/>
                    </a:cubicBezTo>
                    <a:cubicBezTo>
                      <a:pt x="2777" y="3144"/>
                      <a:pt x="2783" y="3142"/>
                      <a:pt x="2789" y="3138"/>
                    </a:cubicBezTo>
                    <a:cubicBezTo>
                      <a:pt x="2838" y="3106"/>
                      <a:pt x="2887" y="3068"/>
                      <a:pt x="2930" y="3030"/>
                    </a:cubicBezTo>
                    <a:cubicBezTo>
                      <a:pt x="2973" y="3079"/>
                      <a:pt x="3012" y="3127"/>
                      <a:pt x="3050" y="3182"/>
                    </a:cubicBezTo>
                    <a:cubicBezTo>
                      <a:pt x="3077" y="3220"/>
                      <a:pt x="3099" y="3258"/>
                      <a:pt x="3126" y="3296"/>
                    </a:cubicBezTo>
                    <a:cubicBezTo>
                      <a:pt x="3104" y="3318"/>
                      <a:pt x="3077" y="3345"/>
                      <a:pt x="3060" y="3372"/>
                    </a:cubicBezTo>
                    <a:cubicBezTo>
                      <a:pt x="3044" y="3383"/>
                      <a:pt x="3039" y="3394"/>
                      <a:pt x="3039" y="3410"/>
                    </a:cubicBezTo>
                    <a:lnTo>
                      <a:pt x="3039" y="3421"/>
                    </a:lnTo>
                    <a:cubicBezTo>
                      <a:pt x="3039" y="3448"/>
                      <a:pt x="3060" y="3464"/>
                      <a:pt x="3082" y="3464"/>
                    </a:cubicBezTo>
                    <a:cubicBezTo>
                      <a:pt x="3131" y="3459"/>
                      <a:pt x="3180" y="3437"/>
                      <a:pt x="3213" y="3399"/>
                    </a:cubicBezTo>
                    <a:cubicBezTo>
                      <a:pt x="3245" y="3437"/>
                      <a:pt x="3267" y="3486"/>
                      <a:pt x="3300" y="3530"/>
                    </a:cubicBezTo>
                    <a:cubicBezTo>
                      <a:pt x="3311" y="3551"/>
                      <a:pt x="3332" y="3573"/>
                      <a:pt x="3349" y="3589"/>
                    </a:cubicBezTo>
                    <a:lnTo>
                      <a:pt x="3332" y="3606"/>
                    </a:lnTo>
                    <a:cubicBezTo>
                      <a:pt x="3332" y="3606"/>
                      <a:pt x="3327" y="3611"/>
                      <a:pt x="3327" y="3611"/>
                    </a:cubicBezTo>
                    <a:cubicBezTo>
                      <a:pt x="3323" y="3610"/>
                      <a:pt x="3320" y="3610"/>
                      <a:pt x="3316" y="3610"/>
                    </a:cubicBezTo>
                    <a:cubicBezTo>
                      <a:pt x="3300" y="3610"/>
                      <a:pt x="3288" y="3620"/>
                      <a:pt x="3283" y="3638"/>
                    </a:cubicBezTo>
                    <a:cubicBezTo>
                      <a:pt x="3283" y="3644"/>
                      <a:pt x="3283" y="3649"/>
                      <a:pt x="3278" y="3655"/>
                    </a:cubicBezTo>
                    <a:cubicBezTo>
                      <a:pt x="3272" y="3676"/>
                      <a:pt x="3283" y="3698"/>
                      <a:pt x="3300" y="3709"/>
                    </a:cubicBezTo>
                    <a:cubicBezTo>
                      <a:pt x="3314" y="3714"/>
                      <a:pt x="3328" y="3717"/>
                      <a:pt x="3342" y="3717"/>
                    </a:cubicBezTo>
                    <a:cubicBezTo>
                      <a:pt x="3372" y="3717"/>
                      <a:pt x="3401" y="3706"/>
                      <a:pt x="3419" y="3687"/>
                    </a:cubicBezTo>
                    <a:lnTo>
                      <a:pt x="3430" y="3676"/>
                    </a:lnTo>
                    <a:cubicBezTo>
                      <a:pt x="3490" y="3731"/>
                      <a:pt x="3555" y="3785"/>
                      <a:pt x="3615" y="3850"/>
                    </a:cubicBezTo>
                    <a:cubicBezTo>
                      <a:pt x="3642" y="3872"/>
                      <a:pt x="3664" y="3899"/>
                      <a:pt x="3686" y="3926"/>
                    </a:cubicBezTo>
                    <a:cubicBezTo>
                      <a:pt x="3669" y="3937"/>
                      <a:pt x="3653" y="3954"/>
                      <a:pt x="3642" y="3970"/>
                    </a:cubicBezTo>
                    <a:cubicBezTo>
                      <a:pt x="3631" y="3986"/>
                      <a:pt x="3620" y="4003"/>
                      <a:pt x="3615" y="4024"/>
                    </a:cubicBezTo>
                    <a:cubicBezTo>
                      <a:pt x="3615" y="4035"/>
                      <a:pt x="3609" y="4041"/>
                      <a:pt x="3609" y="4052"/>
                    </a:cubicBezTo>
                    <a:cubicBezTo>
                      <a:pt x="3609" y="4057"/>
                      <a:pt x="3604" y="4062"/>
                      <a:pt x="3604" y="4068"/>
                    </a:cubicBezTo>
                    <a:lnTo>
                      <a:pt x="3604" y="4073"/>
                    </a:lnTo>
                    <a:cubicBezTo>
                      <a:pt x="3595" y="4086"/>
                      <a:pt x="3604" y="4110"/>
                      <a:pt x="3622" y="4110"/>
                    </a:cubicBezTo>
                    <a:cubicBezTo>
                      <a:pt x="3627" y="4110"/>
                      <a:pt x="3631" y="4109"/>
                      <a:pt x="3637" y="4106"/>
                    </a:cubicBezTo>
                    <a:cubicBezTo>
                      <a:pt x="3634" y="4103"/>
                      <a:pt x="3634" y="4102"/>
                      <a:pt x="3635" y="4102"/>
                    </a:cubicBezTo>
                    <a:cubicBezTo>
                      <a:pt x="3637" y="4102"/>
                      <a:pt x="3639" y="4103"/>
                      <a:pt x="3642" y="4106"/>
                    </a:cubicBezTo>
                    <a:lnTo>
                      <a:pt x="3653" y="4106"/>
                    </a:lnTo>
                    <a:cubicBezTo>
                      <a:pt x="3664" y="4106"/>
                      <a:pt x="3669" y="4100"/>
                      <a:pt x="3675" y="4095"/>
                    </a:cubicBezTo>
                    <a:cubicBezTo>
                      <a:pt x="3696" y="4084"/>
                      <a:pt x="3713" y="4073"/>
                      <a:pt x="3729" y="4062"/>
                    </a:cubicBezTo>
                    <a:lnTo>
                      <a:pt x="3767" y="4035"/>
                    </a:lnTo>
                    <a:cubicBezTo>
                      <a:pt x="3816" y="4106"/>
                      <a:pt x="3865" y="4171"/>
                      <a:pt x="3919" y="4242"/>
                    </a:cubicBezTo>
                    <a:lnTo>
                      <a:pt x="3941" y="4269"/>
                    </a:lnTo>
                    <a:cubicBezTo>
                      <a:pt x="3925" y="4285"/>
                      <a:pt x="3908" y="4302"/>
                      <a:pt x="3892" y="4323"/>
                    </a:cubicBezTo>
                    <a:lnTo>
                      <a:pt x="3870" y="4345"/>
                    </a:lnTo>
                    <a:lnTo>
                      <a:pt x="3865" y="4356"/>
                    </a:lnTo>
                    <a:cubicBezTo>
                      <a:pt x="3820" y="4376"/>
                      <a:pt x="3843" y="4445"/>
                      <a:pt x="3889" y="4445"/>
                    </a:cubicBezTo>
                    <a:cubicBezTo>
                      <a:pt x="3893" y="4445"/>
                      <a:pt x="3898" y="4444"/>
                      <a:pt x="3903" y="4443"/>
                    </a:cubicBezTo>
                    <a:cubicBezTo>
                      <a:pt x="3925" y="4437"/>
                      <a:pt x="3947" y="4432"/>
                      <a:pt x="3968" y="4421"/>
                    </a:cubicBezTo>
                    <a:cubicBezTo>
                      <a:pt x="3990" y="4405"/>
                      <a:pt x="4012" y="4389"/>
                      <a:pt x="4033" y="4372"/>
                    </a:cubicBezTo>
                    <a:cubicBezTo>
                      <a:pt x="4104" y="4454"/>
                      <a:pt x="4175" y="4535"/>
                      <a:pt x="4251" y="4611"/>
                    </a:cubicBezTo>
                    <a:cubicBezTo>
                      <a:pt x="4245" y="4617"/>
                      <a:pt x="4235" y="4622"/>
                      <a:pt x="4224" y="4628"/>
                    </a:cubicBezTo>
                    <a:cubicBezTo>
                      <a:pt x="4207" y="4649"/>
                      <a:pt x="4191" y="4666"/>
                      <a:pt x="4175" y="4682"/>
                    </a:cubicBezTo>
                    <a:cubicBezTo>
                      <a:pt x="4137" y="4709"/>
                      <a:pt x="4142" y="4780"/>
                      <a:pt x="4197" y="4780"/>
                    </a:cubicBezTo>
                    <a:cubicBezTo>
                      <a:pt x="4256" y="4769"/>
                      <a:pt x="4305" y="4742"/>
                      <a:pt x="4343" y="4698"/>
                    </a:cubicBezTo>
                    <a:cubicBezTo>
                      <a:pt x="4414" y="4780"/>
                      <a:pt x="4485" y="4861"/>
                      <a:pt x="4561" y="4943"/>
                    </a:cubicBezTo>
                    <a:cubicBezTo>
                      <a:pt x="4517" y="4976"/>
                      <a:pt x="4490" y="5030"/>
                      <a:pt x="4447" y="5063"/>
                    </a:cubicBezTo>
                    <a:cubicBezTo>
                      <a:pt x="4405" y="5094"/>
                      <a:pt x="4438" y="5150"/>
                      <a:pt x="4479" y="5150"/>
                    </a:cubicBezTo>
                    <a:cubicBezTo>
                      <a:pt x="4481" y="5150"/>
                      <a:pt x="4483" y="5150"/>
                      <a:pt x="4485" y="5150"/>
                    </a:cubicBezTo>
                    <a:cubicBezTo>
                      <a:pt x="4544" y="5139"/>
                      <a:pt x="4599" y="5106"/>
                      <a:pt x="4631" y="5063"/>
                    </a:cubicBezTo>
                    <a:cubicBezTo>
                      <a:pt x="4642" y="5052"/>
                      <a:pt x="4648" y="5046"/>
                      <a:pt x="4659" y="5041"/>
                    </a:cubicBezTo>
                    <a:cubicBezTo>
                      <a:pt x="4751" y="5122"/>
                      <a:pt x="4849" y="5204"/>
                      <a:pt x="4941" y="5285"/>
                    </a:cubicBezTo>
                    <a:lnTo>
                      <a:pt x="4963" y="5307"/>
                    </a:lnTo>
                    <a:cubicBezTo>
                      <a:pt x="4941" y="5334"/>
                      <a:pt x="4920" y="5356"/>
                      <a:pt x="4892" y="5378"/>
                    </a:cubicBezTo>
                    <a:cubicBezTo>
                      <a:pt x="4832" y="5410"/>
                      <a:pt x="4866" y="5489"/>
                      <a:pt x="4921" y="5489"/>
                    </a:cubicBezTo>
                    <a:cubicBezTo>
                      <a:pt x="4931" y="5489"/>
                      <a:pt x="4941" y="5487"/>
                      <a:pt x="4952" y="5481"/>
                    </a:cubicBezTo>
                    <a:cubicBezTo>
                      <a:pt x="4990" y="5459"/>
                      <a:pt x="5023" y="5427"/>
                      <a:pt x="5055" y="5400"/>
                    </a:cubicBezTo>
                    <a:cubicBezTo>
                      <a:pt x="5115" y="5459"/>
                      <a:pt x="5175" y="5519"/>
                      <a:pt x="5235" y="5579"/>
                    </a:cubicBezTo>
                    <a:cubicBezTo>
                      <a:pt x="5224" y="5584"/>
                      <a:pt x="5218" y="5590"/>
                      <a:pt x="5213" y="5595"/>
                    </a:cubicBezTo>
                    <a:cubicBezTo>
                      <a:pt x="5164" y="5622"/>
                      <a:pt x="5126" y="5666"/>
                      <a:pt x="5093" y="5709"/>
                    </a:cubicBezTo>
                    <a:cubicBezTo>
                      <a:pt x="5069" y="5750"/>
                      <a:pt x="5106" y="5788"/>
                      <a:pt x="5142" y="5788"/>
                    </a:cubicBezTo>
                    <a:cubicBezTo>
                      <a:pt x="5154" y="5788"/>
                      <a:pt x="5166" y="5784"/>
                      <a:pt x="5175" y="5775"/>
                    </a:cubicBezTo>
                    <a:cubicBezTo>
                      <a:pt x="5208" y="5747"/>
                      <a:pt x="5278" y="5720"/>
                      <a:pt x="5333" y="5682"/>
                    </a:cubicBezTo>
                    <a:cubicBezTo>
                      <a:pt x="5436" y="5791"/>
                      <a:pt x="5523" y="5905"/>
                      <a:pt x="5615" y="6025"/>
                    </a:cubicBezTo>
                    <a:cubicBezTo>
                      <a:pt x="5659" y="6074"/>
                      <a:pt x="5702" y="6123"/>
                      <a:pt x="5740" y="6177"/>
                    </a:cubicBezTo>
                    <a:cubicBezTo>
                      <a:pt x="5740" y="6182"/>
                      <a:pt x="5746" y="6188"/>
                      <a:pt x="5751" y="6188"/>
                    </a:cubicBezTo>
                    <a:lnTo>
                      <a:pt x="5599" y="6204"/>
                    </a:lnTo>
                    <a:lnTo>
                      <a:pt x="5599" y="6199"/>
                    </a:lnTo>
                    <a:cubicBezTo>
                      <a:pt x="5566" y="6199"/>
                      <a:pt x="5534" y="6199"/>
                      <a:pt x="5501" y="6204"/>
                    </a:cubicBezTo>
                    <a:cubicBezTo>
                      <a:pt x="5501" y="6199"/>
                      <a:pt x="5496" y="6193"/>
                      <a:pt x="5496" y="6193"/>
                    </a:cubicBezTo>
                    <a:cubicBezTo>
                      <a:pt x="5447" y="6144"/>
                      <a:pt x="5398" y="6101"/>
                      <a:pt x="5354" y="6057"/>
                    </a:cubicBezTo>
                    <a:cubicBezTo>
                      <a:pt x="5262" y="5965"/>
                      <a:pt x="5159" y="5894"/>
                      <a:pt x="5061" y="5807"/>
                    </a:cubicBezTo>
                    <a:cubicBezTo>
                      <a:pt x="4968" y="5720"/>
                      <a:pt x="4876" y="5661"/>
                      <a:pt x="4789" y="5579"/>
                    </a:cubicBezTo>
                    <a:cubicBezTo>
                      <a:pt x="4691" y="5487"/>
                      <a:pt x="4604" y="5394"/>
                      <a:pt x="4523" y="5296"/>
                    </a:cubicBezTo>
                    <a:cubicBezTo>
                      <a:pt x="4447" y="5215"/>
                      <a:pt x="4365" y="5139"/>
                      <a:pt x="4289" y="5063"/>
                    </a:cubicBezTo>
                    <a:cubicBezTo>
                      <a:pt x="4197" y="4959"/>
                      <a:pt x="4115" y="4856"/>
                      <a:pt x="4028" y="4747"/>
                    </a:cubicBezTo>
                    <a:cubicBezTo>
                      <a:pt x="3941" y="4639"/>
                      <a:pt x="3854" y="4568"/>
                      <a:pt x="3778" y="4470"/>
                    </a:cubicBezTo>
                    <a:cubicBezTo>
                      <a:pt x="3691" y="4361"/>
                      <a:pt x="3615" y="4242"/>
                      <a:pt x="3517" y="4138"/>
                    </a:cubicBezTo>
                    <a:cubicBezTo>
                      <a:pt x="3338" y="3943"/>
                      <a:pt x="3158" y="3742"/>
                      <a:pt x="2984" y="3541"/>
                    </a:cubicBezTo>
                    <a:cubicBezTo>
                      <a:pt x="2810" y="3339"/>
                      <a:pt x="2642" y="3122"/>
                      <a:pt x="2457" y="2932"/>
                    </a:cubicBezTo>
                    <a:cubicBezTo>
                      <a:pt x="2283" y="2763"/>
                      <a:pt x="2109" y="2600"/>
                      <a:pt x="1946" y="2415"/>
                    </a:cubicBezTo>
                    <a:cubicBezTo>
                      <a:pt x="1761" y="2209"/>
                      <a:pt x="1571" y="2002"/>
                      <a:pt x="1381" y="1801"/>
                    </a:cubicBezTo>
                    <a:cubicBezTo>
                      <a:pt x="1278" y="1687"/>
                      <a:pt x="1153" y="1600"/>
                      <a:pt x="1049" y="1491"/>
                    </a:cubicBezTo>
                    <a:cubicBezTo>
                      <a:pt x="946" y="1383"/>
                      <a:pt x="854" y="1274"/>
                      <a:pt x="745" y="1171"/>
                    </a:cubicBezTo>
                    <a:cubicBezTo>
                      <a:pt x="636" y="1067"/>
                      <a:pt x="555" y="948"/>
                      <a:pt x="462" y="839"/>
                    </a:cubicBezTo>
                    <a:cubicBezTo>
                      <a:pt x="408" y="779"/>
                      <a:pt x="375" y="708"/>
                      <a:pt x="326" y="649"/>
                    </a:cubicBezTo>
                    <a:cubicBezTo>
                      <a:pt x="315" y="638"/>
                      <a:pt x="299" y="627"/>
                      <a:pt x="288" y="616"/>
                    </a:cubicBezTo>
                    <a:cubicBezTo>
                      <a:pt x="277" y="535"/>
                      <a:pt x="261" y="453"/>
                      <a:pt x="250" y="371"/>
                    </a:cubicBezTo>
                    <a:cubicBezTo>
                      <a:pt x="245" y="355"/>
                      <a:pt x="245" y="333"/>
                      <a:pt x="245" y="312"/>
                    </a:cubicBezTo>
                    <a:close/>
                    <a:moveTo>
                      <a:pt x="315" y="757"/>
                    </a:moveTo>
                    <a:cubicBezTo>
                      <a:pt x="326" y="779"/>
                      <a:pt x="337" y="801"/>
                      <a:pt x="353" y="823"/>
                    </a:cubicBezTo>
                    <a:cubicBezTo>
                      <a:pt x="430" y="920"/>
                      <a:pt x="517" y="1018"/>
                      <a:pt x="593" y="1116"/>
                    </a:cubicBezTo>
                    <a:cubicBezTo>
                      <a:pt x="669" y="1219"/>
                      <a:pt x="767" y="1290"/>
                      <a:pt x="848" y="1377"/>
                    </a:cubicBezTo>
                    <a:cubicBezTo>
                      <a:pt x="946" y="1486"/>
                      <a:pt x="1044" y="1595"/>
                      <a:pt x="1153" y="1687"/>
                    </a:cubicBezTo>
                    <a:cubicBezTo>
                      <a:pt x="1364" y="1866"/>
                      <a:pt x="1549" y="2084"/>
                      <a:pt x="1734" y="2290"/>
                    </a:cubicBezTo>
                    <a:cubicBezTo>
                      <a:pt x="1827" y="2388"/>
                      <a:pt x="1924" y="2486"/>
                      <a:pt x="2017" y="2589"/>
                    </a:cubicBezTo>
                    <a:cubicBezTo>
                      <a:pt x="2115" y="2687"/>
                      <a:pt x="2202" y="2752"/>
                      <a:pt x="2289" y="2845"/>
                    </a:cubicBezTo>
                    <a:cubicBezTo>
                      <a:pt x="2468" y="3046"/>
                      <a:pt x="2658" y="3236"/>
                      <a:pt x="2821" y="3443"/>
                    </a:cubicBezTo>
                    <a:cubicBezTo>
                      <a:pt x="2914" y="3551"/>
                      <a:pt x="3001" y="3655"/>
                      <a:pt x="3093" y="3758"/>
                    </a:cubicBezTo>
                    <a:cubicBezTo>
                      <a:pt x="3185" y="3867"/>
                      <a:pt x="3267" y="3986"/>
                      <a:pt x="3365" y="4090"/>
                    </a:cubicBezTo>
                    <a:cubicBezTo>
                      <a:pt x="3550" y="4285"/>
                      <a:pt x="3702" y="4508"/>
                      <a:pt x="3887" y="4709"/>
                    </a:cubicBezTo>
                    <a:cubicBezTo>
                      <a:pt x="4055" y="4899"/>
                      <a:pt x="4197" y="5122"/>
                      <a:pt x="4392" y="5291"/>
                    </a:cubicBezTo>
                    <a:cubicBezTo>
                      <a:pt x="4496" y="5378"/>
                      <a:pt x="4577" y="5497"/>
                      <a:pt x="4675" y="5595"/>
                    </a:cubicBezTo>
                    <a:cubicBezTo>
                      <a:pt x="4773" y="5693"/>
                      <a:pt x="4881" y="5775"/>
                      <a:pt x="4985" y="5867"/>
                    </a:cubicBezTo>
                    <a:cubicBezTo>
                      <a:pt x="5083" y="5959"/>
                      <a:pt x="5191" y="6052"/>
                      <a:pt x="5289" y="6155"/>
                    </a:cubicBezTo>
                    <a:cubicBezTo>
                      <a:pt x="5311" y="6177"/>
                      <a:pt x="5333" y="6199"/>
                      <a:pt x="5354" y="6226"/>
                    </a:cubicBezTo>
                    <a:cubicBezTo>
                      <a:pt x="5289" y="6237"/>
                      <a:pt x="5218" y="6253"/>
                      <a:pt x="5148" y="6258"/>
                    </a:cubicBezTo>
                    <a:lnTo>
                      <a:pt x="5137" y="6258"/>
                    </a:lnTo>
                    <a:cubicBezTo>
                      <a:pt x="4811" y="6291"/>
                      <a:pt x="4490" y="6351"/>
                      <a:pt x="4175" y="6438"/>
                    </a:cubicBezTo>
                    <a:cubicBezTo>
                      <a:pt x="4017" y="6470"/>
                      <a:pt x="3865" y="6498"/>
                      <a:pt x="3707" y="6514"/>
                    </a:cubicBezTo>
                    <a:cubicBezTo>
                      <a:pt x="3533" y="6536"/>
                      <a:pt x="3359" y="6563"/>
                      <a:pt x="3185" y="6595"/>
                    </a:cubicBezTo>
                    <a:cubicBezTo>
                      <a:pt x="2854" y="6655"/>
                      <a:pt x="2517" y="6655"/>
                      <a:pt x="2180" y="6699"/>
                    </a:cubicBezTo>
                    <a:cubicBezTo>
                      <a:pt x="2017" y="6715"/>
                      <a:pt x="1865" y="6759"/>
                      <a:pt x="1702" y="6769"/>
                    </a:cubicBezTo>
                    <a:cubicBezTo>
                      <a:pt x="1625" y="6775"/>
                      <a:pt x="1549" y="6791"/>
                      <a:pt x="1473" y="6791"/>
                    </a:cubicBezTo>
                    <a:cubicBezTo>
                      <a:pt x="1397" y="6797"/>
                      <a:pt x="1326" y="6824"/>
                      <a:pt x="1256" y="6829"/>
                    </a:cubicBezTo>
                    <a:lnTo>
                      <a:pt x="1250" y="6829"/>
                    </a:lnTo>
                    <a:cubicBezTo>
                      <a:pt x="1250" y="6818"/>
                      <a:pt x="1245" y="6807"/>
                      <a:pt x="1245" y="6802"/>
                    </a:cubicBezTo>
                    <a:cubicBezTo>
                      <a:pt x="1239" y="6775"/>
                      <a:pt x="1234" y="6748"/>
                      <a:pt x="1223" y="6720"/>
                    </a:cubicBezTo>
                    <a:cubicBezTo>
                      <a:pt x="1196" y="6650"/>
                      <a:pt x="1174" y="6574"/>
                      <a:pt x="1158" y="6498"/>
                    </a:cubicBezTo>
                    <a:cubicBezTo>
                      <a:pt x="1136" y="6329"/>
                      <a:pt x="1131" y="6166"/>
                      <a:pt x="1098" y="6003"/>
                    </a:cubicBezTo>
                    <a:cubicBezTo>
                      <a:pt x="1066" y="5834"/>
                      <a:pt x="1049" y="5666"/>
                      <a:pt x="1027" y="5497"/>
                    </a:cubicBezTo>
                    <a:cubicBezTo>
                      <a:pt x="1006" y="5334"/>
                      <a:pt x="968" y="5182"/>
                      <a:pt x="946" y="5019"/>
                    </a:cubicBezTo>
                    <a:cubicBezTo>
                      <a:pt x="924" y="4856"/>
                      <a:pt x="924" y="4687"/>
                      <a:pt x="892" y="4524"/>
                    </a:cubicBezTo>
                    <a:cubicBezTo>
                      <a:pt x="859" y="4361"/>
                      <a:pt x="837" y="4187"/>
                      <a:pt x="805" y="4013"/>
                    </a:cubicBezTo>
                    <a:cubicBezTo>
                      <a:pt x="739" y="3682"/>
                      <a:pt x="685" y="3350"/>
                      <a:pt x="647" y="3013"/>
                    </a:cubicBezTo>
                    <a:cubicBezTo>
                      <a:pt x="609" y="2665"/>
                      <a:pt x="506" y="2323"/>
                      <a:pt x="446" y="1980"/>
                    </a:cubicBezTo>
                    <a:cubicBezTo>
                      <a:pt x="386" y="1671"/>
                      <a:pt x="359" y="1361"/>
                      <a:pt x="326" y="1046"/>
                    </a:cubicBezTo>
                    <a:cubicBezTo>
                      <a:pt x="337" y="948"/>
                      <a:pt x="332" y="855"/>
                      <a:pt x="315" y="757"/>
                    </a:cubicBezTo>
                    <a:close/>
                    <a:moveTo>
                      <a:pt x="171" y="1"/>
                    </a:moveTo>
                    <a:cubicBezTo>
                      <a:pt x="158" y="1"/>
                      <a:pt x="145" y="3"/>
                      <a:pt x="131" y="7"/>
                    </a:cubicBezTo>
                    <a:cubicBezTo>
                      <a:pt x="76" y="24"/>
                      <a:pt x="33" y="78"/>
                      <a:pt x="27" y="138"/>
                    </a:cubicBezTo>
                    <a:cubicBezTo>
                      <a:pt x="0" y="285"/>
                      <a:pt x="65" y="448"/>
                      <a:pt x="93" y="583"/>
                    </a:cubicBezTo>
                    <a:cubicBezTo>
                      <a:pt x="103" y="654"/>
                      <a:pt x="120" y="719"/>
                      <a:pt x="141" y="785"/>
                    </a:cubicBezTo>
                    <a:cubicBezTo>
                      <a:pt x="131" y="1453"/>
                      <a:pt x="261" y="2111"/>
                      <a:pt x="375" y="2763"/>
                    </a:cubicBezTo>
                    <a:cubicBezTo>
                      <a:pt x="408" y="2948"/>
                      <a:pt x="430" y="3133"/>
                      <a:pt x="462" y="3318"/>
                    </a:cubicBezTo>
                    <a:cubicBezTo>
                      <a:pt x="489" y="3502"/>
                      <a:pt x="500" y="3687"/>
                      <a:pt x="538" y="3867"/>
                    </a:cubicBezTo>
                    <a:cubicBezTo>
                      <a:pt x="582" y="4068"/>
                      <a:pt x="609" y="4269"/>
                      <a:pt x="642" y="4470"/>
                    </a:cubicBezTo>
                    <a:cubicBezTo>
                      <a:pt x="652" y="4562"/>
                      <a:pt x="674" y="4649"/>
                      <a:pt x="680" y="4742"/>
                    </a:cubicBezTo>
                    <a:cubicBezTo>
                      <a:pt x="685" y="4834"/>
                      <a:pt x="690" y="4932"/>
                      <a:pt x="701" y="5030"/>
                    </a:cubicBezTo>
                    <a:cubicBezTo>
                      <a:pt x="756" y="5400"/>
                      <a:pt x="815" y="5775"/>
                      <a:pt x="875" y="6144"/>
                    </a:cubicBezTo>
                    <a:cubicBezTo>
                      <a:pt x="902" y="6324"/>
                      <a:pt x="881" y="6514"/>
                      <a:pt x="946" y="6688"/>
                    </a:cubicBezTo>
                    <a:cubicBezTo>
                      <a:pt x="989" y="6813"/>
                      <a:pt x="1011" y="6998"/>
                      <a:pt x="1142" y="7063"/>
                    </a:cubicBezTo>
                    <a:cubicBezTo>
                      <a:pt x="1175" y="7078"/>
                      <a:pt x="1212" y="7085"/>
                      <a:pt x="1250" y="7085"/>
                    </a:cubicBezTo>
                    <a:cubicBezTo>
                      <a:pt x="1279" y="7085"/>
                      <a:pt x="1309" y="7081"/>
                      <a:pt x="1337" y="7074"/>
                    </a:cubicBezTo>
                    <a:cubicBezTo>
                      <a:pt x="1430" y="7047"/>
                      <a:pt x="1517" y="7052"/>
                      <a:pt x="1609" y="7036"/>
                    </a:cubicBezTo>
                    <a:cubicBezTo>
                      <a:pt x="1788" y="7003"/>
                      <a:pt x="1973" y="6976"/>
                      <a:pt x="2153" y="6949"/>
                    </a:cubicBezTo>
                    <a:cubicBezTo>
                      <a:pt x="2332" y="6916"/>
                      <a:pt x="2522" y="6911"/>
                      <a:pt x="2707" y="6889"/>
                    </a:cubicBezTo>
                    <a:cubicBezTo>
                      <a:pt x="2805" y="6878"/>
                      <a:pt x="2897" y="6889"/>
                      <a:pt x="2995" y="6873"/>
                    </a:cubicBezTo>
                    <a:cubicBezTo>
                      <a:pt x="3088" y="6862"/>
                      <a:pt x="3180" y="6840"/>
                      <a:pt x="3278" y="6824"/>
                    </a:cubicBezTo>
                    <a:cubicBezTo>
                      <a:pt x="3479" y="6791"/>
                      <a:pt x="3686" y="6759"/>
                      <a:pt x="3887" y="6731"/>
                    </a:cubicBezTo>
                    <a:cubicBezTo>
                      <a:pt x="3963" y="6720"/>
                      <a:pt x="4044" y="6720"/>
                      <a:pt x="4120" y="6704"/>
                    </a:cubicBezTo>
                    <a:cubicBezTo>
                      <a:pt x="4213" y="6688"/>
                      <a:pt x="4305" y="6655"/>
                      <a:pt x="4398" y="6634"/>
                    </a:cubicBezTo>
                    <a:cubicBezTo>
                      <a:pt x="4577" y="6595"/>
                      <a:pt x="4756" y="6557"/>
                      <a:pt x="4941" y="6530"/>
                    </a:cubicBezTo>
                    <a:cubicBezTo>
                      <a:pt x="5028" y="6519"/>
                      <a:pt x="5110" y="6503"/>
                      <a:pt x="5197" y="6498"/>
                    </a:cubicBezTo>
                    <a:cubicBezTo>
                      <a:pt x="5278" y="6487"/>
                      <a:pt x="5371" y="6454"/>
                      <a:pt x="5469" y="6443"/>
                    </a:cubicBezTo>
                    <a:cubicBezTo>
                      <a:pt x="5599" y="6432"/>
                      <a:pt x="6224" y="6470"/>
                      <a:pt x="6056" y="6166"/>
                    </a:cubicBezTo>
                    <a:lnTo>
                      <a:pt x="6045" y="6166"/>
                    </a:lnTo>
                    <a:cubicBezTo>
                      <a:pt x="6018" y="6123"/>
                      <a:pt x="5979" y="6084"/>
                      <a:pt x="5947" y="6052"/>
                    </a:cubicBezTo>
                    <a:cubicBezTo>
                      <a:pt x="5898" y="5992"/>
                      <a:pt x="5854" y="5927"/>
                      <a:pt x="5800" y="5873"/>
                    </a:cubicBezTo>
                    <a:cubicBezTo>
                      <a:pt x="5675" y="5726"/>
                      <a:pt x="5566" y="5574"/>
                      <a:pt x="5430" y="5438"/>
                    </a:cubicBezTo>
                    <a:cubicBezTo>
                      <a:pt x="5305" y="5302"/>
                      <a:pt x="5170" y="5171"/>
                      <a:pt x="5028" y="5046"/>
                    </a:cubicBezTo>
                    <a:cubicBezTo>
                      <a:pt x="4892" y="4938"/>
                      <a:pt x="4762" y="4813"/>
                      <a:pt x="4642" y="4677"/>
                    </a:cubicBezTo>
                    <a:cubicBezTo>
                      <a:pt x="4523" y="4535"/>
                      <a:pt x="4387" y="4410"/>
                      <a:pt x="4262" y="4269"/>
                    </a:cubicBezTo>
                    <a:cubicBezTo>
                      <a:pt x="4142" y="4128"/>
                      <a:pt x="4033" y="3986"/>
                      <a:pt x="3919" y="3840"/>
                    </a:cubicBezTo>
                    <a:cubicBezTo>
                      <a:pt x="3865" y="3769"/>
                      <a:pt x="3805" y="3698"/>
                      <a:pt x="3740" y="3638"/>
                    </a:cubicBezTo>
                    <a:cubicBezTo>
                      <a:pt x="3669" y="3579"/>
                      <a:pt x="3599" y="3513"/>
                      <a:pt x="3533" y="3448"/>
                    </a:cubicBezTo>
                    <a:cubicBezTo>
                      <a:pt x="3495" y="3394"/>
                      <a:pt x="3457" y="3334"/>
                      <a:pt x="3425" y="3274"/>
                    </a:cubicBezTo>
                    <a:cubicBezTo>
                      <a:pt x="3376" y="3198"/>
                      <a:pt x="3311" y="3138"/>
                      <a:pt x="3256" y="3062"/>
                    </a:cubicBezTo>
                    <a:cubicBezTo>
                      <a:pt x="3153" y="2915"/>
                      <a:pt x="3039" y="2780"/>
                      <a:pt x="2914" y="2655"/>
                    </a:cubicBezTo>
                    <a:cubicBezTo>
                      <a:pt x="2783" y="2529"/>
                      <a:pt x="2647" y="2399"/>
                      <a:pt x="2528" y="2269"/>
                    </a:cubicBezTo>
                    <a:cubicBezTo>
                      <a:pt x="2414" y="2133"/>
                      <a:pt x="2305" y="1997"/>
                      <a:pt x="2180" y="1872"/>
                    </a:cubicBezTo>
                    <a:cubicBezTo>
                      <a:pt x="2049" y="1752"/>
                      <a:pt x="1930" y="1611"/>
                      <a:pt x="1799" y="1480"/>
                    </a:cubicBezTo>
                    <a:cubicBezTo>
                      <a:pt x="1674" y="1355"/>
                      <a:pt x="1528" y="1241"/>
                      <a:pt x="1397" y="1111"/>
                    </a:cubicBezTo>
                    <a:cubicBezTo>
                      <a:pt x="1337" y="1051"/>
                      <a:pt x="1283" y="986"/>
                      <a:pt x="1223" y="920"/>
                    </a:cubicBezTo>
                    <a:cubicBezTo>
                      <a:pt x="1163" y="855"/>
                      <a:pt x="1082" y="785"/>
                      <a:pt x="1011" y="714"/>
                    </a:cubicBezTo>
                    <a:cubicBezTo>
                      <a:pt x="892" y="589"/>
                      <a:pt x="750" y="486"/>
                      <a:pt x="642" y="350"/>
                    </a:cubicBezTo>
                    <a:cubicBezTo>
                      <a:pt x="593" y="290"/>
                      <a:pt x="544" y="236"/>
                      <a:pt x="489" y="181"/>
                    </a:cubicBezTo>
                    <a:cubicBezTo>
                      <a:pt x="430" y="132"/>
                      <a:pt x="370" y="94"/>
                      <a:pt x="299" y="56"/>
                    </a:cubicBezTo>
                    <a:cubicBezTo>
                      <a:pt x="256" y="30"/>
                      <a:pt x="219"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0"/>
              <p:cNvSpPr/>
              <p:nvPr/>
            </p:nvSpPr>
            <p:spPr>
              <a:xfrm>
                <a:off x="3775175" y="4704025"/>
                <a:ext cx="55750" cy="73300"/>
              </a:xfrm>
              <a:custGeom>
                <a:rect b="b" l="l" r="r" t="t"/>
                <a:pathLst>
                  <a:path extrusionOk="0" h="2932" w="2230">
                    <a:moveTo>
                      <a:pt x="191" y="357"/>
                    </a:moveTo>
                    <a:lnTo>
                      <a:pt x="191" y="357"/>
                    </a:lnTo>
                    <a:cubicBezTo>
                      <a:pt x="207" y="374"/>
                      <a:pt x="224" y="390"/>
                      <a:pt x="240" y="412"/>
                    </a:cubicBezTo>
                    <a:cubicBezTo>
                      <a:pt x="338" y="521"/>
                      <a:pt x="425" y="635"/>
                      <a:pt x="501" y="760"/>
                    </a:cubicBezTo>
                    <a:cubicBezTo>
                      <a:pt x="669" y="999"/>
                      <a:pt x="860" y="1227"/>
                      <a:pt x="1023" y="1466"/>
                    </a:cubicBezTo>
                    <a:cubicBezTo>
                      <a:pt x="1104" y="1586"/>
                      <a:pt x="1180" y="1706"/>
                      <a:pt x="1262" y="1825"/>
                    </a:cubicBezTo>
                    <a:cubicBezTo>
                      <a:pt x="1338" y="1939"/>
                      <a:pt x="1441" y="2037"/>
                      <a:pt x="1523" y="2151"/>
                    </a:cubicBezTo>
                    <a:cubicBezTo>
                      <a:pt x="1599" y="2249"/>
                      <a:pt x="1686" y="2336"/>
                      <a:pt x="1773" y="2423"/>
                    </a:cubicBezTo>
                    <a:cubicBezTo>
                      <a:pt x="1822" y="2477"/>
                      <a:pt x="1876" y="2526"/>
                      <a:pt x="1920" y="2586"/>
                    </a:cubicBezTo>
                    <a:cubicBezTo>
                      <a:pt x="1941" y="2613"/>
                      <a:pt x="1974" y="2646"/>
                      <a:pt x="2001" y="2684"/>
                    </a:cubicBezTo>
                    <a:cubicBezTo>
                      <a:pt x="1987" y="2685"/>
                      <a:pt x="1973" y="2686"/>
                      <a:pt x="1958" y="2686"/>
                    </a:cubicBezTo>
                    <a:cubicBezTo>
                      <a:pt x="1901" y="2686"/>
                      <a:pt x="1842" y="2679"/>
                      <a:pt x="1795" y="2679"/>
                    </a:cubicBezTo>
                    <a:lnTo>
                      <a:pt x="1506" y="2679"/>
                    </a:lnTo>
                    <a:cubicBezTo>
                      <a:pt x="1468" y="2677"/>
                      <a:pt x="1429" y="2677"/>
                      <a:pt x="1391" y="2677"/>
                    </a:cubicBezTo>
                    <a:cubicBezTo>
                      <a:pt x="1266" y="2677"/>
                      <a:pt x="1142" y="2684"/>
                      <a:pt x="1017" y="2700"/>
                    </a:cubicBezTo>
                    <a:cubicBezTo>
                      <a:pt x="952" y="2711"/>
                      <a:pt x="865" y="2717"/>
                      <a:pt x="789" y="2722"/>
                    </a:cubicBezTo>
                    <a:cubicBezTo>
                      <a:pt x="751" y="2722"/>
                      <a:pt x="713" y="2722"/>
                      <a:pt x="675" y="2727"/>
                    </a:cubicBezTo>
                    <a:cubicBezTo>
                      <a:pt x="658" y="2730"/>
                      <a:pt x="650" y="2733"/>
                      <a:pt x="644" y="2733"/>
                    </a:cubicBezTo>
                    <a:cubicBezTo>
                      <a:pt x="636" y="2733"/>
                      <a:pt x="633" y="2727"/>
                      <a:pt x="620" y="2706"/>
                    </a:cubicBezTo>
                    <a:cubicBezTo>
                      <a:pt x="593" y="2641"/>
                      <a:pt x="577" y="2570"/>
                      <a:pt x="577" y="2494"/>
                    </a:cubicBezTo>
                    <a:cubicBezTo>
                      <a:pt x="566" y="2412"/>
                      <a:pt x="555" y="2336"/>
                      <a:pt x="544" y="2260"/>
                    </a:cubicBezTo>
                    <a:cubicBezTo>
                      <a:pt x="485" y="1896"/>
                      <a:pt x="425" y="1532"/>
                      <a:pt x="349" y="1173"/>
                    </a:cubicBezTo>
                    <a:cubicBezTo>
                      <a:pt x="316" y="993"/>
                      <a:pt x="300" y="820"/>
                      <a:pt x="267" y="640"/>
                    </a:cubicBezTo>
                    <a:cubicBezTo>
                      <a:pt x="256" y="559"/>
                      <a:pt x="224" y="477"/>
                      <a:pt x="202" y="396"/>
                    </a:cubicBezTo>
                    <a:cubicBezTo>
                      <a:pt x="196" y="385"/>
                      <a:pt x="196" y="374"/>
                      <a:pt x="191" y="357"/>
                    </a:cubicBezTo>
                    <a:close/>
                    <a:moveTo>
                      <a:pt x="96" y="1"/>
                    </a:moveTo>
                    <a:cubicBezTo>
                      <a:pt x="59" y="1"/>
                      <a:pt x="23" y="26"/>
                      <a:pt x="12" y="64"/>
                    </a:cubicBezTo>
                    <a:cubicBezTo>
                      <a:pt x="1" y="178"/>
                      <a:pt x="6" y="292"/>
                      <a:pt x="28" y="406"/>
                    </a:cubicBezTo>
                    <a:cubicBezTo>
                      <a:pt x="33" y="423"/>
                      <a:pt x="44" y="439"/>
                      <a:pt x="61" y="450"/>
                    </a:cubicBezTo>
                    <a:cubicBezTo>
                      <a:pt x="71" y="493"/>
                      <a:pt x="71" y="542"/>
                      <a:pt x="82" y="591"/>
                    </a:cubicBezTo>
                    <a:cubicBezTo>
                      <a:pt x="99" y="667"/>
                      <a:pt x="115" y="738"/>
                      <a:pt x="131" y="814"/>
                    </a:cubicBezTo>
                    <a:cubicBezTo>
                      <a:pt x="137" y="841"/>
                      <a:pt x="142" y="868"/>
                      <a:pt x="148" y="896"/>
                    </a:cubicBezTo>
                    <a:cubicBezTo>
                      <a:pt x="153" y="1026"/>
                      <a:pt x="164" y="1157"/>
                      <a:pt x="186" y="1282"/>
                    </a:cubicBezTo>
                    <a:cubicBezTo>
                      <a:pt x="245" y="1700"/>
                      <a:pt x="338" y="2113"/>
                      <a:pt x="381" y="2532"/>
                    </a:cubicBezTo>
                    <a:cubicBezTo>
                      <a:pt x="398" y="2657"/>
                      <a:pt x="414" y="2836"/>
                      <a:pt x="533" y="2907"/>
                    </a:cubicBezTo>
                    <a:cubicBezTo>
                      <a:pt x="564" y="2925"/>
                      <a:pt x="595" y="2931"/>
                      <a:pt x="626" y="2931"/>
                    </a:cubicBezTo>
                    <a:cubicBezTo>
                      <a:pt x="669" y="2931"/>
                      <a:pt x="713" y="2921"/>
                      <a:pt x="756" y="2918"/>
                    </a:cubicBezTo>
                    <a:lnTo>
                      <a:pt x="1017" y="2896"/>
                    </a:lnTo>
                    <a:cubicBezTo>
                      <a:pt x="1061" y="2891"/>
                      <a:pt x="1099" y="2874"/>
                      <a:pt x="1142" y="2869"/>
                    </a:cubicBezTo>
                    <a:cubicBezTo>
                      <a:pt x="1161" y="2866"/>
                      <a:pt x="1182" y="2865"/>
                      <a:pt x="1202" y="2865"/>
                    </a:cubicBezTo>
                    <a:cubicBezTo>
                      <a:pt x="1222" y="2865"/>
                      <a:pt x="1243" y="2866"/>
                      <a:pt x="1262" y="2869"/>
                    </a:cubicBezTo>
                    <a:lnTo>
                      <a:pt x="1930" y="2869"/>
                    </a:lnTo>
                    <a:cubicBezTo>
                      <a:pt x="1945" y="2870"/>
                      <a:pt x="1959" y="2870"/>
                      <a:pt x="1972" y="2870"/>
                    </a:cubicBezTo>
                    <a:cubicBezTo>
                      <a:pt x="2044" y="2870"/>
                      <a:pt x="2112" y="2858"/>
                      <a:pt x="2181" y="2831"/>
                    </a:cubicBezTo>
                    <a:cubicBezTo>
                      <a:pt x="2208" y="2814"/>
                      <a:pt x="2229" y="2782"/>
                      <a:pt x="2229" y="2744"/>
                    </a:cubicBezTo>
                    <a:cubicBezTo>
                      <a:pt x="2219" y="2619"/>
                      <a:pt x="2132" y="2532"/>
                      <a:pt x="2055" y="2434"/>
                    </a:cubicBezTo>
                    <a:lnTo>
                      <a:pt x="2055" y="2439"/>
                    </a:lnTo>
                    <a:cubicBezTo>
                      <a:pt x="1963" y="2325"/>
                      <a:pt x="1865" y="2222"/>
                      <a:pt x="1762" y="2119"/>
                    </a:cubicBezTo>
                    <a:cubicBezTo>
                      <a:pt x="1713" y="2070"/>
                      <a:pt x="1670" y="2015"/>
                      <a:pt x="1626" y="1956"/>
                    </a:cubicBezTo>
                    <a:cubicBezTo>
                      <a:pt x="1577" y="1885"/>
                      <a:pt x="1512" y="1836"/>
                      <a:pt x="1463" y="1765"/>
                    </a:cubicBezTo>
                    <a:cubicBezTo>
                      <a:pt x="1371" y="1646"/>
                      <a:pt x="1294" y="1510"/>
                      <a:pt x="1208" y="1385"/>
                    </a:cubicBezTo>
                    <a:cubicBezTo>
                      <a:pt x="1126" y="1254"/>
                      <a:pt x="1023" y="1118"/>
                      <a:pt x="930" y="988"/>
                    </a:cubicBezTo>
                    <a:cubicBezTo>
                      <a:pt x="832" y="852"/>
                      <a:pt x="740" y="754"/>
                      <a:pt x="658" y="629"/>
                    </a:cubicBezTo>
                    <a:cubicBezTo>
                      <a:pt x="577" y="510"/>
                      <a:pt x="490" y="396"/>
                      <a:pt x="392" y="287"/>
                    </a:cubicBezTo>
                    <a:cubicBezTo>
                      <a:pt x="349" y="249"/>
                      <a:pt x="305" y="200"/>
                      <a:pt x="267" y="151"/>
                    </a:cubicBezTo>
                    <a:cubicBezTo>
                      <a:pt x="240" y="91"/>
                      <a:pt x="196" y="48"/>
                      <a:pt x="142" y="15"/>
                    </a:cubicBezTo>
                    <a:cubicBezTo>
                      <a:pt x="128" y="5"/>
                      <a:pt x="112"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0"/>
              <p:cNvSpPr/>
              <p:nvPr/>
            </p:nvSpPr>
            <p:spPr>
              <a:xfrm>
                <a:off x="3762950" y="4605575"/>
                <a:ext cx="135525" cy="137375"/>
              </a:xfrm>
              <a:custGeom>
                <a:rect b="b" l="l" r="r" t="t"/>
                <a:pathLst>
                  <a:path extrusionOk="0" h="5495" w="5421">
                    <a:moveTo>
                      <a:pt x="3269" y="192"/>
                    </a:moveTo>
                    <a:cubicBezTo>
                      <a:pt x="3312" y="192"/>
                      <a:pt x="3355" y="193"/>
                      <a:pt x="3398" y="197"/>
                    </a:cubicBezTo>
                    <a:cubicBezTo>
                      <a:pt x="3670" y="208"/>
                      <a:pt x="3941" y="284"/>
                      <a:pt x="4186" y="414"/>
                    </a:cubicBezTo>
                    <a:cubicBezTo>
                      <a:pt x="4306" y="485"/>
                      <a:pt x="4420" y="556"/>
                      <a:pt x="4529" y="637"/>
                    </a:cubicBezTo>
                    <a:cubicBezTo>
                      <a:pt x="4577" y="664"/>
                      <a:pt x="4626" y="692"/>
                      <a:pt x="4670" y="724"/>
                    </a:cubicBezTo>
                    <a:cubicBezTo>
                      <a:pt x="4713" y="768"/>
                      <a:pt x="4751" y="822"/>
                      <a:pt x="4795" y="865"/>
                    </a:cubicBezTo>
                    <a:cubicBezTo>
                      <a:pt x="4980" y="1067"/>
                      <a:pt x="5061" y="1328"/>
                      <a:pt x="5121" y="1588"/>
                    </a:cubicBezTo>
                    <a:cubicBezTo>
                      <a:pt x="5148" y="1708"/>
                      <a:pt x="5154" y="1833"/>
                      <a:pt x="5137" y="1953"/>
                    </a:cubicBezTo>
                    <a:cubicBezTo>
                      <a:pt x="5116" y="2078"/>
                      <a:pt x="5083" y="2197"/>
                      <a:pt x="5045" y="2317"/>
                    </a:cubicBezTo>
                    <a:cubicBezTo>
                      <a:pt x="5034" y="2377"/>
                      <a:pt x="5018" y="2431"/>
                      <a:pt x="4996" y="2491"/>
                    </a:cubicBezTo>
                    <a:cubicBezTo>
                      <a:pt x="4974" y="2551"/>
                      <a:pt x="4947" y="2600"/>
                      <a:pt x="4925" y="2654"/>
                    </a:cubicBezTo>
                    <a:cubicBezTo>
                      <a:pt x="4898" y="2714"/>
                      <a:pt x="4866" y="2773"/>
                      <a:pt x="4828" y="2822"/>
                    </a:cubicBezTo>
                    <a:cubicBezTo>
                      <a:pt x="4806" y="2848"/>
                      <a:pt x="4804" y="2853"/>
                      <a:pt x="4806" y="2853"/>
                    </a:cubicBezTo>
                    <a:cubicBezTo>
                      <a:pt x="4807" y="2853"/>
                      <a:pt x="4809" y="2852"/>
                      <a:pt x="4810" y="2852"/>
                    </a:cubicBezTo>
                    <a:cubicBezTo>
                      <a:pt x="4811" y="2852"/>
                      <a:pt x="4808" y="2856"/>
                      <a:pt x="4784" y="2882"/>
                    </a:cubicBezTo>
                    <a:cubicBezTo>
                      <a:pt x="4762" y="2904"/>
                      <a:pt x="4741" y="2926"/>
                      <a:pt x="4719" y="2947"/>
                    </a:cubicBezTo>
                    <a:cubicBezTo>
                      <a:pt x="4675" y="3002"/>
                      <a:pt x="4626" y="3029"/>
                      <a:pt x="4588" y="3078"/>
                    </a:cubicBezTo>
                    <a:lnTo>
                      <a:pt x="4594" y="3078"/>
                    </a:lnTo>
                    <a:cubicBezTo>
                      <a:pt x="4588" y="3100"/>
                      <a:pt x="4577" y="3116"/>
                      <a:pt x="4567" y="3132"/>
                    </a:cubicBezTo>
                    <a:cubicBezTo>
                      <a:pt x="4545" y="3154"/>
                      <a:pt x="4512" y="3165"/>
                      <a:pt x="4485" y="3192"/>
                    </a:cubicBezTo>
                    <a:cubicBezTo>
                      <a:pt x="4452" y="3246"/>
                      <a:pt x="4409" y="3295"/>
                      <a:pt x="4365" y="3344"/>
                    </a:cubicBezTo>
                    <a:cubicBezTo>
                      <a:pt x="4322" y="3377"/>
                      <a:pt x="4284" y="3388"/>
                      <a:pt x="4251" y="3437"/>
                    </a:cubicBezTo>
                    <a:cubicBezTo>
                      <a:pt x="4207" y="3511"/>
                      <a:pt x="4261" y="3603"/>
                      <a:pt x="4341" y="3603"/>
                    </a:cubicBezTo>
                    <a:cubicBezTo>
                      <a:pt x="4349" y="3603"/>
                      <a:pt x="4357" y="3602"/>
                      <a:pt x="4365" y="3600"/>
                    </a:cubicBezTo>
                    <a:cubicBezTo>
                      <a:pt x="4376" y="3611"/>
                      <a:pt x="4393" y="3621"/>
                      <a:pt x="4404" y="3627"/>
                    </a:cubicBezTo>
                    <a:cubicBezTo>
                      <a:pt x="4420" y="3649"/>
                      <a:pt x="4431" y="3670"/>
                      <a:pt x="4447" y="3692"/>
                    </a:cubicBezTo>
                    <a:cubicBezTo>
                      <a:pt x="4480" y="3746"/>
                      <a:pt x="4512" y="3806"/>
                      <a:pt x="4550" y="3855"/>
                    </a:cubicBezTo>
                    <a:cubicBezTo>
                      <a:pt x="4637" y="3969"/>
                      <a:pt x="4741" y="4062"/>
                      <a:pt x="4822" y="4170"/>
                    </a:cubicBezTo>
                    <a:cubicBezTo>
                      <a:pt x="4855" y="4214"/>
                      <a:pt x="4893" y="4252"/>
                      <a:pt x="4936" y="4285"/>
                    </a:cubicBezTo>
                    <a:cubicBezTo>
                      <a:pt x="4947" y="4295"/>
                      <a:pt x="5012" y="4361"/>
                      <a:pt x="5061" y="4399"/>
                    </a:cubicBezTo>
                    <a:cubicBezTo>
                      <a:pt x="5056" y="4404"/>
                      <a:pt x="5045" y="4410"/>
                      <a:pt x="5034" y="4421"/>
                    </a:cubicBezTo>
                    <a:cubicBezTo>
                      <a:pt x="4980" y="4480"/>
                      <a:pt x="4914" y="4529"/>
                      <a:pt x="4844" y="4573"/>
                    </a:cubicBezTo>
                    <a:cubicBezTo>
                      <a:pt x="4616" y="4692"/>
                      <a:pt x="4409" y="4844"/>
                      <a:pt x="4219" y="5018"/>
                    </a:cubicBezTo>
                    <a:cubicBezTo>
                      <a:pt x="4202" y="4980"/>
                      <a:pt x="4175" y="4948"/>
                      <a:pt x="4143" y="4915"/>
                    </a:cubicBezTo>
                    <a:cubicBezTo>
                      <a:pt x="4072" y="4850"/>
                      <a:pt x="4007" y="4774"/>
                      <a:pt x="3931" y="4703"/>
                    </a:cubicBezTo>
                    <a:cubicBezTo>
                      <a:pt x="3860" y="4633"/>
                      <a:pt x="3784" y="4578"/>
                      <a:pt x="3719" y="4513"/>
                    </a:cubicBezTo>
                    <a:cubicBezTo>
                      <a:pt x="3648" y="4448"/>
                      <a:pt x="3577" y="4355"/>
                      <a:pt x="3496" y="4279"/>
                    </a:cubicBezTo>
                    <a:cubicBezTo>
                      <a:pt x="3349" y="4143"/>
                      <a:pt x="3235" y="3964"/>
                      <a:pt x="3099" y="3812"/>
                    </a:cubicBezTo>
                    <a:cubicBezTo>
                      <a:pt x="2952" y="3654"/>
                      <a:pt x="2795" y="3502"/>
                      <a:pt x="2659" y="3328"/>
                    </a:cubicBezTo>
                    <a:cubicBezTo>
                      <a:pt x="2528" y="3170"/>
                      <a:pt x="2387" y="3024"/>
                      <a:pt x="2251" y="2866"/>
                    </a:cubicBezTo>
                    <a:cubicBezTo>
                      <a:pt x="2197" y="2795"/>
                      <a:pt x="2126" y="2730"/>
                      <a:pt x="2072" y="2654"/>
                    </a:cubicBezTo>
                    <a:cubicBezTo>
                      <a:pt x="2012" y="2567"/>
                      <a:pt x="1952" y="2485"/>
                      <a:pt x="1881" y="2409"/>
                    </a:cubicBezTo>
                    <a:lnTo>
                      <a:pt x="1680" y="2203"/>
                    </a:lnTo>
                    <a:cubicBezTo>
                      <a:pt x="1610" y="2137"/>
                      <a:pt x="1566" y="2050"/>
                      <a:pt x="1495" y="1985"/>
                    </a:cubicBezTo>
                    <a:cubicBezTo>
                      <a:pt x="1349" y="1849"/>
                      <a:pt x="1213" y="1697"/>
                      <a:pt x="1088" y="1540"/>
                    </a:cubicBezTo>
                    <a:cubicBezTo>
                      <a:pt x="1017" y="1447"/>
                      <a:pt x="952" y="1349"/>
                      <a:pt x="887" y="1251"/>
                    </a:cubicBezTo>
                    <a:cubicBezTo>
                      <a:pt x="827" y="1164"/>
                      <a:pt x="751" y="1099"/>
                      <a:pt x="702" y="1012"/>
                    </a:cubicBezTo>
                    <a:cubicBezTo>
                      <a:pt x="642" y="909"/>
                      <a:pt x="604" y="784"/>
                      <a:pt x="528" y="692"/>
                    </a:cubicBezTo>
                    <a:cubicBezTo>
                      <a:pt x="571" y="664"/>
                      <a:pt x="615" y="632"/>
                      <a:pt x="658" y="605"/>
                    </a:cubicBezTo>
                    <a:cubicBezTo>
                      <a:pt x="756" y="550"/>
                      <a:pt x="843" y="480"/>
                      <a:pt x="935" y="420"/>
                    </a:cubicBezTo>
                    <a:cubicBezTo>
                      <a:pt x="1017" y="365"/>
                      <a:pt x="1104" y="311"/>
                      <a:pt x="1180" y="251"/>
                    </a:cubicBezTo>
                    <a:cubicBezTo>
                      <a:pt x="1191" y="278"/>
                      <a:pt x="1207" y="311"/>
                      <a:pt x="1224" y="333"/>
                    </a:cubicBezTo>
                    <a:cubicBezTo>
                      <a:pt x="1256" y="382"/>
                      <a:pt x="1289" y="431"/>
                      <a:pt x="1327" y="480"/>
                    </a:cubicBezTo>
                    <a:cubicBezTo>
                      <a:pt x="1398" y="577"/>
                      <a:pt x="1495" y="653"/>
                      <a:pt x="1566" y="757"/>
                    </a:cubicBezTo>
                    <a:cubicBezTo>
                      <a:pt x="1609" y="824"/>
                      <a:pt x="1640" y="908"/>
                      <a:pt x="1729" y="908"/>
                    </a:cubicBezTo>
                    <a:cubicBezTo>
                      <a:pt x="1740" y="908"/>
                      <a:pt x="1753" y="907"/>
                      <a:pt x="1767" y="904"/>
                    </a:cubicBezTo>
                    <a:cubicBezTo>
                      <a:pt x="1811" y="898"/>
                      <a:pt x="1854" y="871"/>
                      <a:pt x="1887" y="838"/>
                    </a:cubicBezTo>
                    <a:cubicBezTo>
                      <a:pt x="1930" y="789"/>
                      <a:pt x="1979" y="751"/>
                      <a:pt x="2034" y="719"/>
                    </a:cubicBezTo>
                    <a:cubicBezTo>
                      <a:pt x="2251" y="610"/>
                      <a:pt x="2419" y="431"/>
                      <a:pt x="2637" y="322"/>
                    </a:cubicBezTo>
                    <a:cubicBezTo>
                      <a:pt x="2697" y="300"/>
                      <a:pt x="2762" y="284"/>
                      <a:pt x="2827" y="273"/>
                    </a:cubicBezTo>
                    <a:cubicBezTo>
                      <a:pt x="2882" y="257"/>
                      <a:pt x="2936" y="230"/>
                      <a:pt x="2996" y="219"/>
                    </a:cubicBezTo>
                    <a:cubicBezTo>
                      <a:pt x="3085" y="200"/>
                      <a:pt x="3177" y="192"/>
                      <a:pt x="3269" y="192"/>
                    </a:cubicBezTo>
                    <a:close/>
                    <a:moveTo>
                      <a:pt x="501" y="719"/>
                    </a:moveTo>
                    <a:cubicBezTo>
                      <a:pt x="522" y="773"/>
                      <a:pt x="539" y="827"/>
                      <a:pt x="550" y="882"/>
                    </a:cubicBezTo>
                    <a:cubicBezTo>
                      <a:pt x="577" y="952"/>
                      <a:pt x="609" y="1018"/>
                      <a:pt x="647" y="1083"/>
                    </a:cubicBezTo>
                    <a:cubicBezTo>
                      <a:pt x="696" y="1154"/>
                      <a:pt x="762" y="1213"/>
                      <a:pt x="810" y="1284"/>
                    </a:cubicBezTo>
                    <a:cubicBezTo>
                      <a:pt x="865" y="1366"/>
                      <a:pt x="919" y="1447"/>
                      <a:pt x="979" y="1529"/>
                    </a:cubicBezTo>
                    <a:cubicBezTo>
                      <a:pt x="1093" y="1675"/>
                      <a:pt x="1224" y="1811"/>
                      <a:pt x="1343" y="1958"/>
                    </a:cubicBezTo>
                    <a:cubicBezTo>
                      <a:pt x="1392" y="2018"/>
                      <a:pt x="1457" y="2067"/>
                      <a:pt x="1506" y="2127"/>
                    </a:cubicBezTo>
                    <a:cubicBezTo>
                      <a:pt x="1566" y="2203"/>
                      <a:pt x="1631" y="2279"/>
                      <a:pt x="1697" y="2344"/>
                    </a:cubicBezTo>
                    <a:cubicBezTo>
                      <a:pt x="1968" y="2616"/>
                      <a:pt x="2186" y="2942"/>
                      <a:pt x="2452" y="3219"/>
                    </a:cubicBezTo>
                    <a:cubicBezTo>
                      <a:pt x="2588" y="3371"/>
                      <a:pt x="2713" y="3529"/>
                      <a:pt x="2860" y="3676"/>
                    </a:cubicBezTo>
                    <a:cubicBezTo>
                      <a:pt x="3001" y="3823"/>
                      <a:pt x="3137" y="3975"/>
                      <a:pt x="3267" y="4132"/>
                    </a:cubicBezTo>
                    <a:cubicBezTo>
                      <a:pt x="3398" y="4301"/>
                      <a:pt x="3539" y="4459"/>
                      <a:pt x="3686" y="4605"/>
                    </a:cubicBezTo>
                    <a:cubicBezTo>
                      <a:pt x="3768" y="4681"/>
                      <a:pt x="3849" y="4752"/>
                      <a:pt x="3920" y="4834"/>
                    </a:cubicBezTo>
                    <a:cubicBezTo>
                      <a:pt x="3952" y="4872"/>
                      <a:pt x="3990" y="4910"/>
                      <a:pt x="4023" y="4942"/>
                    </a:cubicBezTo>
                    <a:cubicBezTo>
                      <a:pt x="4045" y="4964"/>
                      <a:pt x="4121" y="5040"/>
                      <a:pt x="4126" y="5073"/>
                    </a:cubicBezTo>
                    <a:cubicBezTo>
                      <a:pt x="4126" y="5089"/>
                      <a:pt x="4132" y="5100"/>
                      <a:pt x="4143" y="5111"/>
                    </a:cubicBezTo>
                    <a:cubicBezTo>
                      <a:pt x="4105" y="5154"/>
                      <a:pt x="4067" y="5198"/>
                      <a:pt x="4028" y="5241"/>
                    </a:cubicBezTo>
                    <a:lnTo>
                      <a:pt x="4023" y="5236"/>
                    </a:lnTo>
                    <a:cubicBezTo>
                      <a:pt x="3994" y="5271"/>
                      <a:pt x="3975" y="5287"/>
                      <a:pt x="3956" y="5287"/>
                    </a:cubicBezTo>
                    <a:cubicBezTo>
                      <a:pt x="3937" y="5287"/>
                      <a:pt x="3918" y="5269"/>
                      <a:pt x="3887" y="5236"/>
                    </a:cubicBezTo>
                    <a:lnTo>
                      <a:pt x="3806" y="5149"/>
                    </a:lnTo>
                    <a:lnTo>
                      <a:pt x="3811" y="5138"/>
                    </a:lnTo>
                    <a:cubicBezTo>
                      <a:pt x="3838" y="5111"/>
                      <a:pt x="3860" y="5078"/>
                      <a:pt x="3882" y="5046"/>
                    </a:cubicBezTo>
                    <a:cubicBezTo>
                      <a:pt x="3900" y="5019"/>
                      <a:pt x="3873" y="4980"/>
                      <a:pt x="3842" y="4980"/>
                    </a:cubicBezTo>
                    <a:cubicBezTo>
                      <a:pt x="3835" y="4980"/>
                      <a:pt x="3828" y="4982"/>
                      <a:pt x="3822" y="4986"/>
                    </a:cubicBezTo>
                    <a:cubicBezTo>
                      <a:pt x="3789" y="5013"/>
                      <a:pt x="3757" y="5029"/>
                      <a:pt x="3729" y="5056"/>
                    </a:cubicBezTo>
                    <a:lnTo>
                      <a:pt x="3724" y="5062"/>
                    </a:lnTo>
                    <a:cubicBezTo>
                      <a:pt x="3686" y="5024"/>
                      <a:pt x="3653" y="4986"/>
                      <a:pt x="3621" y="4948"/>
                    </a:cubicBezTo>
                    <a:cubicBezTo>
                      <a:pt x="3664" y="4926"/>
                      <a:pt x="3697" y="4877"/>
                      <a:pt x="3702" y="4828"/>
                    </a:cubicBezTo>
                    <a:cubicBezTo>
                      <a:pt x="3702" y="4793"/>
                      <a:pt x="3678" y="4775"/>
                      <a:pt x="3651" y="4775"/>
                    </a:cubicBezTo>
                    <a:cubicBezTo>
                      <a:pt x="3632" y="4775"/>
                      <a:pt x="3612" y="4783"/>
                      <a:pt x="3599" y="4801"/>
                    </a:cubicBezTo>
                    <a:cubicBezTo>
                      <a:pt x="3588" y="4812"/>
                      <a:pt x="3572" y="4823"/>
                      <a:pt x="3556" y="4834"/>
                    </a:cubicBezTo>
                    <a:cubicBezTo>
                      <a:pt x="3550" y="4839"/>
                      <a:pt x="3539" y="4839"/>
                      <a:pt x="3534" y="4844"/>
                    </a:cubicBezTo>
                    <a:cubicBezTo>
                      <a:pt x="3469" y="4768"/>
                      <a:pt x="3403" y="4692"/>
                      <a:pt x="3333" y="4616"/>
                    </a:cubicBezTo>
                    <a:cubicBezTo>
                      <a:pt x="3349" y="4605"/>
                      <a:pt x="3365" y="4589"/>
                      <a:pt x="3376" y="4573"/>
                    </a:cubicBezTo>
                    <a:cubicBezTo>
                      <a:pt x="3409" y="4529"/>
                      <a:pt x="3431" y="4464"/>
                      <a:pt x="3376" y="4431"/>
                    </a:cubicBezTo>
                    <a:cubicBezTo>
                      <a:pt x="3372" y="4429"/>
                      <a:pt x="3366" y="4428"/>
                      <a:pt x="3361" y="4428"/>
                    </a:cubicBezTo>
                    <a:cubicBezTo>
                      <a:pt x="3354" y="4428"/>
                      <a:pt x="3347" y="4430"/>
                      <a:pt x="3344" y="4437"/>
                    </a:cubicBezTo>
                    <a:cubicBezTo>
                      <a:pt x="3338" y="4437"/>
                      <a:pt x="3333" y="4442"/>
                      <a:pt x="3327" y="4448"/>
                    </a:cubicBezTo>
                    <a:cubicBezTo>
                      <a:pt x="3327" y="4453"/>
                      <a:pt x="3327" y="4459"/>
                      <a:pt x="3327" y="4459"/>
                    </a:cubicBezTo>
                    <a:cubicBezTo>
                      <a:pt x="3327" y="4459"/>
                      <a:pt x="3322" y="4464"/>
                      <a:pt x="3316" y="4469"/>
                    </a:cubicBezTo>
                    <a:cubicBezTo>
                      <a:pt x="3300" y="4480"/>
                      <a:pt x="3284" y="4497"/>
                      <a:pt x="3267" y="4507"/>
                    </a:cubicBezTo>
                    <a:cubicBezTo>
                      <a:pt x="3262" y="4513"/>
                      <a:pt x="3257" y="4518"/>
                      <a:pt x="3246" y="4529"/>
                    </a:cubicBezTo>
                    <a:cubicBezTo>
                      <a:pt x="3213" y="4502"/>
                      <a:pt x="3180" y="4475"/>
                      <a:pt x="3153" y="4448"/>
                    </a:cubicBezTo>
                    <a:cubicBezTo>
                      <a:pt x="3126" y="4421"/>
                      <a:pt x="3104" y="4393"/>
                      <a:pt x="3077" y="4366"/>
                    </a:cubicBezTo>
                    <a:lnTo>
                      <a:pt x="3099" y="4344"/>
                    </a:lnTo>
                    <a:cubicBezTo>
                      <a:pt x="3137" y="4317"/>
                      <a:pt x="3164" y="4274"/>
                      <a:pt x="3170" y="4230"/>
                    </a:cubicBezTo>
                    <a:cubicBezTo>
                      <a:pt x="3170" y="4203"/>
                      <a:pt x="3153" y="4187"/>
                      <a:pt x="3132" y="4181"/>
                    </a:cubicBezTo>
                    <a:cubicBezTo>
                      <a:pt x="3123" y="4175"/>
                      <a:pt x="3114" y="4171"/>
                      <a:pt x="3105" y="4171"/>
                    </a:cubicBezTo>
                    <a:cubicBezTo>
                      <a:pt x="3087" y="4171"/>
                      <a:pt x="3070" y="4186"/>
                      <a:pt x="3066" y="4209"/>
                    </a:cubicBezTo>
                    <a:cubicBezTo>
                      <a:pt x="3061" y="4214"/>
                      <a:pt x="3055" y="4219"/>
                      <a:pt x="3045" y="4225"/>
                    </a:cubicBezTo>
                    <a:cubicBezTo>
                      <a:pt x="3028" y="4236"/>
                      <a:pt x="3012" y="4247"/>
                      <a:pt x="2996" y="4263"/>
                    </a:cubicBezTo>
                    <a:cubicBezTo>
                      <a:pt x="2925" y="4187"/>
                      <a:pt x="2849" y="4116"/>
                      <a:pt x="2773" y="4045"/>
                    </a:cubicBezTo>
                    <a:cubicBezTo>
                      <a:pt x="2778" y="4024"/>
                      <a:pt x="2795" y="3997"/>
                      <a:pt x="2811" y="3980"/>
                    </a:cubicBezTo>
                    <a:cubicBezTo>
                      <a:pt x="2843" y="3953"/>
                      <a:pt x="2865" y="3920"/>
                      <a:pt x="2871" y="3882"/>
                    </a:cubicBezTo>
                    <a:cubicBezTo>
                      <a:pt x="2871" y="3855"/>
                      <a:pt x="2846" y="3840"/>
                      <a:pt x="2822" y="3840"/>
                    </a:cubicBezTo>
                    <a:cubicBezTo>
                      <a:pt x="2804" y="3840"/>
                      <a:pt x="2786" y="3850"/>
                      <a:pt x="2784" y="3871"/>
                    </a:cubicBezTo>
                    <a:cubicBezTo>
                      <a:pt x="2784" y="3888"/>
                      <a:pt x="2762" y="3893"/>
                      <a:pt x="2746" y="3904"/>
                    </a:cubicBezTo>
                    <a:cubicBezTo>
                      <a:pt x="2729" y="3915"/>
                      <a:pt x="2713" y="3931"/>
                      <a:pt x="2702" y="3948"/>
                    </a:cubicBezTo>
                    <a:cubicBezTo>
                      <a:pt x="2697" y="3953"/>
                      <a:pt x="2691" y="3958"/>
                      <a:pt x="2686" y="3969"/>
                    </a:cubicBezTo>
                    <a:lnTo>
                      <a:pt x="2479" y="3763"/>
                    </a:lnTo>
                    <a:cubicBezTo>
                      <a:pt x="2501" y="3741"/>
                      <a:pt x="2517" y="3719"/>
                      <a:pt x="2534" y="3698"/>
                    </a:cubicBezTo>
                    <a:cubicBezTo>
                      <a:pt x="2561" y="3649"/>
                      <a:pt x="2593" y="3605"/>
                      <a:pt x="2555" y="3551"/>
                    </a:cubicBezTo>
                    <a:cubicBezTo>
                      <a:pt x="2546" y="3537"/>
                      <a:pt x="2532" y="3531"/>
                      <a:pt x="2519" y="3531"/>
                    </a:cubicBezTo>
                    <a:cubicBezTo>
                      <a:pt x="2499" y="3531"/>
                      <a:pt x="2480" y="3543"/>
                      <a:pt x="2474" y="3562"/>
                    </a:cubicBezTo>
                    <a:cubicBezTo>
                      <a:pt x="2468" y="3578"/>
                      <a:pt x="2458" y="3589"/>
                      <a:pt x="2447" y="3594"/>
                    </a:cubicBezTo>
                    <a:cubicBezTo>
                      <a:pt x="2430" y="3611"/>
                      <a:pt x="2419" y="3627"/>
                      <a:pt x="2409" y="3643"/>
                    </a:cubicBezTo>
                    <a:lnTo>
                      <a:pt x="2392" y="3659"/>
                    </a:lnTo>
                    <a:cubicBezTo>
                      <a:pt x="2349" y="3611"/>
                      <a:pt x="2300" y="3562"/>
                      <a:pt x="2256" y="3507"/>
                    </a:cubicBezTo>
                    <a:cubicBezTo>
                      <a:pt x="2267" y="3491"/>
                      <a:pt x="2284" y="3480"/>
                      <a:pt x="2294" y="3469"/>
                    </a:cubicBezTo>
                    <a:cubicBezTo>
                      <a:pt x="2338" y="3447"/>
                      <a:pt x="2360" y="3404"/>
                      <a:pt x="2365" y="3355"/>
                    </a:cubicBezTo>
                    <a:cubicBezTo>
                      <a:pt x="2362" y="3328"/>
                      <a:pt x="2340" y="3312"/>
                      <a:pt x="2318" y="3312"/>
                    </a:cubicBezTo>
                    <a:cubicBezTo>
                      <a:pt x="2303" y="3312"/>
                      <a:pt x="2289" y="3319"/>
                      <a:pt x="2278" y="3333"/>
                    </a:cubicBezTo>
                    <a:cubicBezTo>
                      <a:pt x="2273" y="3344"/>
                      <a:pt x="2262" y="3350"/>
                      <a:pt x="2251" y="3355"/>
                    </a:cubicBezTo>
                    <a:cubicBezTo>
                      <a:pt x="2235" y="3366"/>
                      <a:pt x="2213" y="3377"/>
                      <a:pt x="2197" y="3388"/>
                    </a:cubicBezTo>
                    <a:cubicBezTo>
                      <a:pt x="2186" y="3393"/>
                      <a:pt x="2175" y="3404"/>
                      <a:pt x="2169" y="3415"/>
                    </a:cubicBezTo>
                    <a:lnTo>
                      <a:pt x="2104" y="3344"/>
                    </a:lnTo>
                    <a:cubicBezTo>
                      <a:pt x="2072" y="3306"/>
                      <a:pt x="2044" y="3268"/>
                      <a:pt x="2017" y="3225"/>
                    </a:cubicBezTo>
                    <a:cubicBezTo>
                      <a:pt x="2044" y="3203"/>
                      <a:pt x="2072" y="3170"/>
                      <a:pt x="2104" y="3149"/>
                    </a:cubicBezTo>
                    <a:cubicBezTo>
                      <a:pt x="2137" y="3121"/>
                      <a:pt x="2153" y="3089"/>
                      <a:pt x="2153" y="3051"/>
                    </a:cubicBezTo>
                    <a:cubicBezTo>
                      <a:pt x="2153" y="3027"/>
                      <a:pt x="2136" y="3014"/>
                      <a:pt x="2120" y="3014"/>
                    </a:cubicBezTo>
                    <a:cubicBezTo>
                      <a:pt x="2110" y="3014"/>
                      <a:pt x="2099" y="3019"/>
                      <a:pt x="2093" y="3029"/>
                    </a:cubicBezTo>
                    <a:lnTo>
                      <a:pt x="2082" y="3029"/>
                    </a:lnTo>
                    <a:lnTo>
                      <a:pt x="2061" y="3034"/>
                    </a:lnTo>
                    <a:cubicBezTo>
                      <a:pt x="2044" y="3040"/>
                      <a:pt x="2028" y="3045"/>
                      <a:pt x="2012" y="3056"/>
                    </a:cubicBezTo>
                    <a:cubicBezTo>
                      <a:pt x="1979" y="3072"/>
                      <a:pt x="1952" y="3100"/>
                      <a:pt x="1930" y="3127"/>
                    </a:cubicBezTo>
                    <a:cubicBezTo>
                      <a:pt x="1892" y="3094"/>
                      <a:pt x="1865" y="3062"/>
                      <a:pt x="1832" y="3029"/>
                    </a:cubicBezTo>
                    <a:cubicBezTo>
                      <a:pt x="1811" y="3002"/>
                      <a:pt x="1783" y="2975"/>
                      <a:pt x="1762" y="2947"/>
                    </a:cubicBezTo>
                    <a:cubicBezTo>
                      <a:pt x="1773" y="2937"/>
                      <a:pt x="1778" y="2931"/>
                      <a:pt x="1783" y="2920"/>
                    </a:cubicBezTo>
                    <a:cubicBezTo>
                      <a:pt x="1789" y="2893"/>
                      <a:pt x="1805" y="2866"/>
                      <a:pt x="1827" y="2850"/>
                    </a:cubicBezTo>
                    <a:cubicBezTo>
                      <a:pt x="1854" y="2822"/>
                      <a:pt x="1881" y="2790"/>
                      <a:pt x="1903" y="2757"/>
                    </a:cubicBezTo>
                    <a:cubicBezTo>
                      <a:pt x="1914" y="2735"/>
                      <a:pt x="1908" y="2714"/>
                      <a:pt x="1887" y="2703"/>
                    </a:cubicBezTo>
                    <a:cubicBezTo>
                      <a:pt x="1875" y="2697"/>
                      <a:pt x="1864" y="2694"/>
                      <a:pt x="1853" y="2694"/>
                    </a:cubicBezTo>
                    <a:cubicBezTo>
                      <a:pt x="1807" y="2694"/>
                      <a:pt x="1764" y="2742"/>
                      <a:pt x="1729" y="2768"/>
                    </a:cubicBezTo>
                    <a:cubicBezTo>
                      <a:pt x="1702" y="2790"/>
                      <a:pt x="1680" y="2817"/>
                      <a:pt x="1669" y="2850"/>
                    </a:cubicBezTo>
                    <a:cubicBezTo>
                      <a:pt x="1631" y="2812"/>
                      <a:pt x="1593" y="2773"/>
                      <a:pt x="1555" y="2735"/>
                    </a:cubicBezTo>
                    <a:cubicBezTo>
                      <a:pt x="1517" y="2697"/>
                      <a:pt x="1495" y="2676"/>
                      <a:pt x="1468" y="2648"/>
                    </a:cubicBezTo>
                    <a:cubicBezTo>
                      <a:pt x="1485" y="2621"/>
                      <a:pt x="1501" y="2594"/>
                      <a:pt x="1517" y="2572"/>
                    </a:cubicBezTo>
                    <a:cubicBezTo>
                      <a:pt x="1550" y="2534"/>
                      <a:pt x="1577" y="2502"/>
                      <a:pt x="1610" y="2469"/>
                    </a:cubicBezTo>
                    <a:cubicBezTo>
                      <a:pt x="1639" y="2431"/>
                      <a:pt x="1609" y="2386"/>
                      <a:pt x="1572" y="2386"/>
                    </a:cubicBezTo>
                    <a:cubicBezTo>
                      <a:pt x="1561" y="2386"/>
                      <a:pt x="1550" y="2390"/>
                      <a:pt x="1539" y="2398"/>
                    </a:cubicBezTo>
                    <a:cubicBezTo>
                      <a:pt x="1479" y="2442"/>
                      <a:pt x="1425" y="2491"/>
                      <a:pt x="1387" y="2556"/>
                    </a:cubicBezTo>
                    <a:cubicBezTo>
                      <a:pt x="1332" y="2496"/>
                      <a:pt x="1283" y="2436"/>
                      <a:pt x="1229" y="2377"/>
                    </a:cubicBezTo>
                    <a:lnTo>
                      <a:pt x="1158" y="2290"/>
                    </a:lnTo>
                    <a:cubicBezTo>
                      <a:pt x="1186" y="2262"/>
                      <a:pt x="1207" y="2230"/>
                      <a:pt x="1234" y="2203"/>
                    </a:cubicBezTo>
                    <a:cubicBezTo>
                      <a:pt x="1267" y="2176"/>
                      <a:pt x="1289" y="2143"/>
                      <a:pt x="1311" y="2110"/>
                    </a:cubicBezTo>
                    <a:cubicBezTo>
                      <a:pt x="1335" y="2073"/>
                      <a:pt x="1301" y="2030"/>
                      <a:pt x="1264" y="2030"/>
                    </a:cubicBezTo>
                    <a:cubicBezTo>
                      <a:pt x="1252" y="2030"/>
                      <a:pt x="1240" y="2034"/>
                      <a:pt x="1229" y="2045"/>
                    </a:cubicBezTo>
                    <a:cubicBezTo>
                      <a:pt x="1191" y="2089"/>
                      <a:pt x="1109" y="2132"/>
                      <a:pt x="1077" y="2197"/>
                    </a:cubicBezTo>
                    <a:lnTo>
                      <a:pt x="935" y="2029"/>
                    </a:lnTo>
                    <a:cubicBezTo>
                      <a:pt x="946" y="2018"/>
                      <a:pt x="957" y="2002"/>
                      <a:pt x="968" y="1991"/>
                    </a:cubicBezTo>
                    <a:cubicBezTo>
                      <a:pt x="1001" y="1964"/>
                      <a:pt x="1033" y="1931"/>
                      <a:pt x="1061" y="1898"/>
                    </a:cubicBezTo>
                    <a:cubicBezTo>
                      <a:pt x="1087" y="1868"/>
                      <a:pt x="1063" y="1812"/>
                      <a:pt x="1028" y="1812"/>
                    </a:cubicBezTo>
                    <a:cubicBezTo>
                      <a:pt x="1019" y="1812"/>
                      <a:pt x="1010" y="1815"/>
                      <a:pt x="1001" y="1822"/>
                    </a:cubicBezTo>
                    <a:cubicBezTo>
                      <a:pt x="952" y="1855"/>
                      <a:pt x="903" y="1893"/>
                      <a:pt x="854" y="1931"/>
                    </a:cubicBezTo>
                    <a:lnTo>
                      <a:pt x="691" y="1735"/>
                    </a:lnTo>
                    <a:cubicBezTo>
                      <a:pt x="702" y="1730"/>
                      <a:pt x="707" y="1719"/>
                      <a:pt x="707" y="1708"/>
                    </a:cubicBezTo>
                    <a:lnTo>
                      <a:pt x="707" y="1713"/>
                    </a:lnTo>
                    <a:cubicBezTo>
                      <a:pt x="723" y="1703"/>
                      <a:pt x="745" y="1686"/>
                      <a:pt x="762" y="1675"/>
                    </a:cubicBezTo>
                    <a:cubicBezTo>
                      <a:pt x="794" y="1648"/>
                      <a:pt x="816" y="1616"/>
                      <a:pt x="827" y="1578"/>
                    </a:cubicBezTo>
                    <a:cubicBezTo>
                      <a:pt x="836" y="1545"/>
                      <a:pt x="810" y="1524"/>
                      <a:pt x="784" y="1524"/>
                    </a:cubicBezTo>
                    <a:cubicBezTo>
                      <a:pt x="766" y="1524"/>
                      <a:pt x="750" y="1534"/>
                      <a:pt x="745" y="1556"/>
                    </a:cubicBezTo>
                    <a:cubicBezTo>
                      <a:pt x="734" y="1583"/>
                      <a:pt x="702" y="1594"/>
                      <a:pt x="680" y="1605"/>
                    </a:cubicBezTo>
                    <a:cubicBezTo>
                      <a:pt x="658" y="1616"/>
                      <a:pt x="631" y="1632"/>
                      <a:pt x="609" y="1648"/>
                    </a:cubicBezTo>
                    <a:lnTo>
                      <a:pt x="560" y="1588"/>
                    </a:lnTo>
                    <a:cubicBezTo>
                      <a:pt x="522" y="1545"/>
                      <a:pt x="484" y="1496"/>
                      <a:pt x="446" y="1453"/>
                    </a:cubicBezTo>
                    <a:cubicBezTo>
                      <a:pt x="463" y="1436"/>
                      <a:pt x="468" y="1420"/>
                      <a:pt x="473" y="1404"/>
                    </a:cubicBezTo>
                    <a:cubicBezTo>
                      <a:pt x="490" y="1366"/>
                      <a:pt x="517" y="1333"/>
                      <a:pt x="555" y="1322"/>
                    </a:cubicBezTo>
                    <a:cubicBezTo>
                      <a:pt x="598" y="1311"/>
                      <a:pt x="593" y="1241"/>
                      <a:pt x="544" y="1241"/>
                    </a:cubicBezTo>
                    <a:cubicBezTo>
                      <a:pt x="495" y="1241"/>
                      <a:pt x="446" y="1257"/>
                      <a:pt x="408" y="1295"/>
                    </a:cubicBezTo>
                    <a:cubicBezTo>
                      <a:pt x="392" y="1311"/>
                      <a:pt x="376" y="1333"/>
                      <a:pt x="365" y="1355"/>
                    </a:cubicBezTo>
                    <a:cubicBezTo>
                      <a:pt x="327" y="1300"/>
                      <a:pt x="283" y="1246"/>
                      <a:pt x="251" y="1192"/>
                    </a:cubicBezTo>
                    <a:cubicBezTo>
                      <a:pt x="207" y="1105"/>
                      <a:pt x="158" y="1023"/>
                      <a:pt x="104" y="947"/>
                    </a:cubicBezTo>
                    <a:cubicBezTo>
                      <a:pt x="147" y="925"/>
                      <a:pt x="191" y="914"/>
                      <a:pt x="229" y="893"/>
                    </a:cubicBezTo>
                    <a:cubicBezTo>
                      <a:pt x="283" y="865"/>
                      <a:pt x="327" y="838"/>
                      <a:pt x="376" y="800"/>
                    </a:cubicBezTo>
                    <a:lnTo>
                      <a:pt x="501" y="719"/>
                    </a:lnTo>
                    <a:close/>
                    <a:moveTo>
                      <a:pt x="3326" y="1"/>
                    </a:moveTo>
                    <a:cubicBezTo>
                      <a:pt x="3221" y="1"/>
                      <a:pt x="3116" y="8"/>
                      <a:pt x="3012" y="23"/>
                    </a:cubicBezTo>
                    <a:cubicBezTo>
                      <a:pt x="2952" y="34"/>
                      <a:pt x="2898" y="45"/>
                      <a:pt x="2843" y="66"/>
                    </a:cubicBezTo>
                    <a:cubicBezTo>
                      <a:pt x="2778" y="88"/>
                      <a:pt x="2718" y="94"/>
                      <a:pt x="2653" y="115"/>
                    </a:cubicBezTo>
                    <a:cubicBezTo>
                      <a:pt x="2528" y="159"/>
                      <a:pt x="2409" y="224"/>
                      <a:pt x="2305" y="306"/>
                    </a:cubicBezTo>
                    <a:cubicBezTo>
                      <a:pt x="2251" y="344"/>
                      <a:pt x="2202" y="393"/>
                      <a:pt x="2148" y="431"/>
                    </a:cubicBezTo>
                    <a:cubicBezTo>
                      <a:pt x="2099" y="458"/>
                      <a:pt x="2050" y="469"/>
                      <a:pt x="2006" y="496"/>
                    </a:cubicBezTo>
                    <a:cubicBezTo>
                      <a:pt x="1957" y="523"/>
                      <a:pt x="1892" y="539"/>
                      <a:pt x="1843" y="572"/>
                    </a:cubicBezTo>
                    <a:cubicBezTo>
                      <a:pt x="1816" y="594"/>
                      <a:pt x="1794" y="615"/>
                      <a:pt x="1773" y="637"/>
                    </a:cubicBezTo>
                    <a:cubicBezTo>
                      <a:pt x="1756" y="610"/>
                      <a:pt x="1735" y="583"/>
                      <a:pt x="1713" y="561"/>
                    </a:cubicBezTo>
                    <a:cubicBezTo>
                      <a:pt x="1658" y="496"/>
                      <a:pt x="1593" y="447"/>
                      <a:pt x="1533" y="387"/>
                    </a:cubicBezTo>
                    <a:cubicBezTo>
                      <a:pt x="1479" y="333"/>
                      <a:pt x="1425" y="273"/>
                      <a:pt x="1381" y="213"/>
                    </a:cubicBezTo>
                    <a:cubicBezTo>
                      <a:pt x="1349" y="153"/>
                      <a:pt x="1316" y="104"/>
                      <a:pt x="1273" y="56"/>
                    </a:cubicBezTo>
                    <a:cubicBezTo>
                      <a:pt x="1252" y="38"/>
                      <a:pt x="1225" y="28"/>
                      <a:pt x="1198" y="28"/>
                    </a:cubicBezTo>
                    <a:cubicBezTo>
                      <a:pt x="1182" y="28"/>
                      <a:pt x="1167" y="31"/>
                      <a:pt x="1153" y="39"/>
                    </a:cubicBezTo>
                    <a:cubicBezTo>
                      <a:pt x="1039" y="104"/>
                      <a:pt x="925" y="164"/>
                      <a:pt x="816" y="235"/>
                    </a:cubicBezTo>
                    <a:cubicBezTo>
                      <a:pt x="702" y="306"/>
                      <a:pt x="615" y="376"/>
                      <a:pt x="511" y="442"/>
                    </a:cubicBezTo>
                    <a:cubicBezTo>
                      <a:pt x="338" y="556"/>
                      <a:pt x="88" y="686"/>
                      <a:pt x="11" y="893"/>
                    </a:cubicBezTo>
                    <a:cubicBezTo>
                      <a:pt x="11" y="898"/>
                      <a:pt x="11" y="904"/>
                      <a:pt x="11" y="909"/>
                    </a:cubicBezTo>
                    <a:cubicBezTo>
                      <a:pt x="1" y="920"/>
                      <a:pt x="6" y="942"/>
                      <a:pt x="17" y="952"/>
                    </a:cubicBezTo>
                    <a:cubicBezTo>
                      <a:pt x="49" y="1007"/>
                      <a:pt x="77" y="1072"/>
                      <a:pt x="93" y="1137"/>
                    </a:cubicBezTo>
                    <a:cubicBezTo>
                      <a:pt x="115" y="1192"/>
                      <a:pt x="136" y="1246"/>
                      <a:pt x="164" y="1300"/>
                    </a:cubicBezTo>
                    <a:cubicBezTo>
                      <a:pt x="245" y="1436"/>
                      <a:pt x="332" y="1567"/>
                      <a:pt x="425" y="1692"/>
                    </a:cubicBezTo>
                    <a:cubicBezTo>
                      <a:pt x="517" y="1817"/>
                      <a:pt x="620" y="1931"/>
                      <a:pt x="718" y="2050"/>
                    </a:cubicBezTo>
                    <a:cubicBezTo>
                      <a:pt x="821" y="2186"/>
                      <a:pt x="935" y="2322"/>
                      <a:pt x="1044" y="2458"/>
                    </a:cubicBezTo>
                    <a:cubicBezTo>
                      <a:pt x="1147" y="2578"/>
                      <a:pt x="1251" y="2703"/>
                      <a:pt x="1359" y="2822"/>
                    </a:cubicBezTo>
                    <a:cubicBezTo>
                      <a:pt x="1474" y="2942"/>
                      <a:pt x="1593" y="3051"/>
                      <a:pt x="1702" y="3176"/>
                    </a:cubicBezTo>
                    <a:cubicBezTo>
                      <a:pt x="1740" y="3225"/>
                      <a:pt x="1794" y="3263"/>
                      <a:pt x="1832" y="3312"/>
                    </a:cubicBezTo>
                    <a:cubicBezTo>
                      <a:pt x="1876" y="3361"/>
                      <a:pt x="1919" y="3437"/>
                      <a:pt x="1968" y="3491"/>
                    </a:cubicBezTo>
                    <a:cubicBezTo>
                      <a:pt x="2017" y="3545"/>
                      <a:pt x="2077" y="3600"/>
                      <a:pt x="2131" y="3659"/>
                    </a:cubicBezTo>
                    <a:cubicBezTo>
                      <a:pt x="2191" y="3725"/>
                      <a:pt x="2246" y="3806"/>
                      <a:pt x="2305" y="3871"/>
                    </a:cubicBezTo>
                    <a:cubicBezTo>
                      <a:pt x="2403" y="3980"/>
                      <a:pt x="2512" y="4083"/>
                      <a:pt x="2621" y="4181"/>
                    </a:cubicBezTo>
                    <a:cubicBezTo>
                      <a:pt x="2740" y="4285"/>
                      <a:pt x="2854" y="4399"/>
                      <a:pt x="2952" y="4524"/>
                    </a:cubicBezTo>
                    <a:cubicBezTo>
                      <a:pt x="3039" y="4633"/>
                      <a:pt x="3153" y="4714"/>
                      <a:pt x="3246" y="4823"/>
                    </a:cubicBezTo>
                    <a:cubicBezTo>
                      <a:pt x="3354" y="4948"/>
                      <a:pt x="3463" y="5073"/>
                      <a:pt x="3577" y="5198"/>
                    </a:cubicBezTo>
                    <a:cubicBezTo>
                      <a:pt x="3664" y="5290"/>
                      <a:pt x="3762" y="5432"/>
                      <a:pt x="3887" y="5480"/>
                    </a:cubicBezTo>
                    <a:cubicBezTo>
                      <a:pt x="3912" y="5490"/>
                      <a:pt x="3935" y="5494"/>
                      <a:pt x="3957" y="5494"/>
                    </a:cubicBezTo>
                    <a:cubicBezTo>
                      <a:pt x="4062" y="5494"/>
                      <a:pt x="4140" y="5398"/>
                      <a:pt x="4208" y="5317"/>
                    </a:cubicBezTo>
                    <a:cubicBezTo>
                      <a:pt x="4420" y="5084"/>
                      <a:pt x="4670" y="4888"/>
                      <a:pt x="4947" y="4741"/>
                    </a:cubicBezTo>
                    <a:cubicBezTo>
                      <a:pt x="5018" y="4709"/>
                      <a:pt x="5078" y="4665"/>
                      <a:pt x="5132" y="4616"/>
                    </a:cubicBezTo>
                    <a:cubicBezTo>
                      <a:pt x="5175" y="4573"/>
                      <a:pt x="5230" y="4535"/>
                      <a:pt x="5268" y="4486"/>
                    </a:cubicBezTo>
                    <a:cubicBezTo>
                      <a:pt x="5377" y="4361"/>
                      <a:pt x="5219" y="4241"/>
                      <a:pt x="5126" y="4165"/>
                    </a:cubicBezTo>
                    <a:cubicBezTo>
                      <a:pt x="5067" y="4111"/>
                      <a:pt x="5012" y="4051"/>
                      <a:pt x="4963" y="3986"/>
                    </a:cubicBezTo>
                    <a:cubicBezTo>
                      <a:pt x="4914" y="3920"/>
                      <a:pt x="4855" y="3866"/>
                      <a:pt x="4800" y="3806"/>
                    </a:cubicBezTo>
                    <a:cubicBezTo>
                      <a:pt x="4741" y="3746"/>
                      <a:pt x="4692" y="3676"/>
                      <a:pt x="4654" y="3605"/>
                    </a:cubicBezTo>
                    <a:cubicBezTo>
                      <a:pt x="4626" y="3556"/>
                      <a:pt x="4594" y="3513"/>
                      <a:pt x="4556" y="3475"/>
                    </a:cubicBezTo>
                    <a:cubicBezTo>
                      <a:pt x="4583" y="3442"/>
                      <a:pt x="4610" y="3409"/>
                      <a:pt x="4637" y="3382"/>
                    </a:cubicBezTo>
                    <a:cubicBezTo>
                      <a:pt x="4664" y="3355"/>
                      <a:pt x="4713" y="3322"/>
                      <a:pt x="4746" y="3290"/>
                    </a:cubicBezTo>
                    <a:lnTo>
                      <a:pt x="4741" y="3290"/>
                    </a:lnTo>
                    <a:cubicBezTo>
                      <a:pt x="4757" y="3274"/>
                      <a:pt x="4768" y="3246"/>
                      <a:pt x="4784" y="3230"/>
                    </a:cubicBezTo>
                    <a:cubicBezTo>
                      <a:pt x="4800" y="3214"/>
                      <a:pt x="4838" y="3203"/>
                      <a:pt x="4860" y="3181"/>
                    </a:cubicBezTo>
                    <a:cubicBezTo>
                      <a:pt x="5012" y="3029"/>
                      <a:pt x="5132" y="2855"/>
                      <a:pt x="5213" y="2659"/>
                    </a:cubicBezTo>
                    <a:cubicBezTo>
                      <a:pt x="5230" y="2616"/>
                      <a:pt x="5252" y="2567"/>
                      <a:pt x="5268" y="2523"/>
                    </a:cubicBezTo>
                    <a:cubicBezTo>
                      <a:pt x="5279" y="2469"/>
                      <a:pt x="5290" y="2420"/>
                      <a:pt x="5295" y="2366"/>
                    </a:cubicBezTo>
                    <a:cubicBezTo>
                      <a:pt x="5322" y="2257"/>
                      <a:pt x="5366" y="2148"/>
                      <a:pt x="5382" y="2040"/>
                    </a:cubicBezTo>
                    <a:cubicBezTo>
                      <a:pt x="5420" y="1800"/>
                      <a:pt x="5387" y="1556"/>
                      <a:pt x="5300" y="1333"/>
                    </a:cubicBezTo>
                    <a:cubicBezTo>
                      <a:pt x="5268" y="1224"/>
                      <a:pt x="5230" y="1121"/>
                      <a:pt x="5186" y="1018"/>
                    </a:cubicBezTo>
                    <a:cubicBezTo>
                      <a:pt x="5132" y="909"/>
                      <a:pt x="5056" y="811"/>
                      <a:pt x="4974" y="719"/>
                    </a:cubicBezTo>
                    <a:cubicBezTo>
                      <a:pt x="4909" y="637"/>
                      <a:pt x="4833" y="567"/>
                      <a:pt x="4751" y="501"/>
                    </a:cubicBezTo>
                    <a:cubicBezTo>
                      <a:pt x="4648" y="442"/>
                      <a:pt x="4545" y="365"/>
                      <a:pt x="4442" y="306"/>
                    </a:cubicBezTo>
                    <a:cubicBezTo>
                      <a:pt x="4103" y="104"/>
                      <a:pt x="3717" y="1"/>
                      <a:pt x="3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0"/>
              <p:cNvSpPr/>
              <p:nvPr/>
            </p:nvSpPr>
            <p:spPr>
              <a:xfrm>
                <a:off x="3815875" y="4626075"/>
                <a:ext cx="53650" cy="53375"/>
              </a:xfrm>
              <a:custGeom>
                <a:rect b="b" l="l" r="r" t="t"/>
                <a:pathLst>
                  <a:path extrusionOk="0" h="2135" w="2146">
                    <a:moveTo>
                      <a:pt x="996" y="215"/>
                    </a:moveTo>
                    <a:cubicBezTo>
                      <a:pt x="1268" y="215"/>
                      <a:pt x="1577" y="305"/>
                      <a:pt x="1759" y="497"/>
                    </a:cubicBezTo>
                    <a:cubicBezTo>
                      <a:pt x="1808" y="556"/>
                      <a:pt x="1846" y="616"/>
                      <a:pt x="1879" y="681"/>
                    </a:cubicBezTo>
                    <a:cubicBezTo>
                      <a:pt x="1911" y="741"/>
                      <a:pt x="1933" y="807"/>
                      <a:pt x="1933" y="877"/>
                    </a:cubicBezTo>
                    <a:cubicBezTo>
                      <a:pt x="1966" y="1029"/>
                      <a:pt x="1960" y="1187"/>
                      <a:pt x="1922" y="1339"/>
                    </a:cubicBezTo>
                    <a:lnTo>
                      <a:pt x="1922" y="1334"/>
                    </a:lnTo>
                    <a:cubicBezTo>
                      <a:pt x="1873" y="1481"/>
                      <a:pt x="1824" y="1633"/>
                      <a:pt x="1705" y="1736"/>
                    </a:cubicBezTo>
                    <a:cubicBezTo>
                      <a:pt x="1651" y="1780"/>
                      <a:pt x="1596" y="1828"/>
                      <a:pt x="1536" y="1872"/>
                    </a:cubicBezTo>
                    <a:cubicBezTo>
                      <a:pt x="1504" y="1894"/>
                      <a:pt x="1466" y="1910"/>
                      <a:pt x="1439" y="1932"/>
                    </a:cubicBezTo>
                    <a:cubicBezTo>
                      <a:pt x="1368" y="1856"/>
                      <a:pt x="1314" y="1769"/>
                      <a:pt x="1243" y="1698"/>
                    </a:cubicBezTo>
                    <a:cubicBezTo>
                      <a:pt x="1199" y="1649"/>
                      <a:pt x="1150" y="1611"/>
                      <a:pt x="1107" y="1562"/>
                    </a:cubicBezTo>
                    <a:cubicBezTo>
                      <a:pt x="1091" y="1546"/>
                      <a:pt x="1074" y="1524"/>
                      <a:pt x="1058" y="1508"/>
                    </a:cubicBezTo>
                    <a:cubicBezTo>
                      <a:pt x="1102" y="1470"/>
                      <a:pt x="1145" y="1421"/>
                      <a:pt x="1183" y="1372"/>
                    </a:cubicBezTo>
                    <a:cubicBezTo>
                      <a:pt x="1237" y="1296"/>
                      <a:pt x="1270" y="1203"/>
                      <a:pt x="1270" y="1111"/>
                    </a:cubicBezTo>
                    <a:cubicBezTo>
                      <a:pt x="1281" y="904"/>
                      <a:pt x="1145" y="807"/>
                      <a:pt x="955" y="779"/>
                    </a:cubicBezTo>
                    <a:cubicBezTo>
                      <a:pt x="924" y="775"/>
                      <a:pt x="894" y="773"/>
                      <a:pt x="863" y="773"/>
                    </a:cubicBezTo>
                    <a:cubicBezTo>
                      <a:pt x="780" y="773"/>
                      <a:pt x="697" y="788"/>
                      <a:pt x="618" y="812"/>
                    </a:cubicBezTo>
                    <a:cubicBezTo>
                      <a:pt x="569" y="828"/>
                      <a:pt x="531" y="855"/>
                      <a:pt x="493" y="888"/>
                    </a:cubicBezTo>
                    <a:cubicBezTo>
                      <a:pt x="471" y="861"/>
                      <a:pt x="449" y="834"/>
                      <a:pt x="427" y="812"/>
                    </a:cubicBezTo>
                    <a:cubicBezTo>
                      <a:pt x="384" y="763"/>
                      <a:pt x="346" y="709"/>
                      <a:pt x="308" y="654"/>
                    </a:cubicBezTo>
                    <a:cubicBezTo>
                      <a:pt x="286" y="616"/>
                      <a:pt x="254" y="584"/>
                      <a:pt x="221" y="551"/>
                    </a:cubicBezTo>
                    <a:cubicBezTo>
                      <a:pt x="254" y="513"/>
                      <a:pt x="286" y="480"/>
                      <a:pt x="319" y="453"/>
                    </a:cubicBezTo>
                    <a:cubicBezTo>
                      <a:pt x="373" y="410"/>
                      <a:pt x="433" y="377"/>
                      <a:pt x="498" y="350"/>
                    </a:cubicBezTo>
                    <a:cubicBezTo>
                      <a:pt x="623" y="290"/>
                      <a:pt x="754" y="241"/>
                      <a:pt x="890" y="219"/>
                    </a:cubicBezTo>
                    <a:cubicBezTo>
                      <a:pt x="924" y="216"/>
                      <a:pt x="960" y="215"/>
                      <a:pt x="996" y="215"/>
                    </a:cubicBezTo>
                    <a:close/>
                    <a:moveTo>
                      <a:pt x="986" y="1"/>
                    </a:moveTo>
                    <a:cubicBezTo>
                      <a:pt x="964" y="1"/>
                      <a:pt x="943" y="1"/>
                      <a:pt x="922" y="2"/>
                    </a:cubicBezTo>
                    <a:cubicBezTo>
                      <a:pt x="748" y="18"/>
                      <a:pt x="580" y="78"/>
                      <a:pt x="433" y="165"/>
                    </a:cubicBezTo>
                    <a:cubicBezTo>
                      <a:pt x="357" y="198"/>
                      <a:pt x="292" y="241"/>
                      <a:pt x="226" y="285"/>
                    </a:cubicBezTo>
                    <a:cubicBezTo>
                      <a:pt x="161" y="344"/>
                      <a:pt x="101" y="415"/>
                      <a:pt x="52" y="486"/>
                    </a:cubicBezTo>
                    <a:cubicBezTo>
                      <a:pt x="1" y="550"/>
                      <a:pt x="55" y="636"/>
                      <a:pt x="115" y="636"/>
                    </a:cubicBezTo>
                    <a:cubicBezTo>
                      <a:pt x="130" y="636"/>
                      <a:pt x="146" y="630"/>
                      <a:pt x="161" y="616"/>
                    </a:cubicBezTo>
                    <a:cubicBezTo>
                      <a:pt x="172" y="649"/>
                      <a:pt x="177" y="687"/>
                      <a:pt x="188" y="714"/>
                    </a:cubicBezTo>
                    <a:cubicBezTo>
                      <a:pt x="210" y="763"/>
                      <a:pt x="237" y="812"/>
                      <a:pt x="270" y="855"/>
                    </a:cubicBezTo>
                    <a:cubicBezTo>
                      <a:pt x="302" y="910"/>
                      <a:pt x="341" y="953"/>
                      <a:pt x="379" y="1008"/>
                    </a:cubicBezTo>
                    <a:cubicBezTo>
                      <a:pt x="400" y="1046"/>
                      <a:pt x="422" y="1078"/>
                      <a:pt x="471" y="1089"/>
                    </a:cubicBezTo>
                    <a:cubicBezTo>
                      <a:pt x="479" y="1091"/>
                      <a:pt x="487" y="1092"/>
                      <a:pt x="494" y="1092"/>
                    </a:cubicBezTo>
                    <a:cubicBezTo>
                      <a:pt x="531" y="1092"/>
                      <a:pt x="568" y="1073"/>
                      <a:pt x="591" y="1046"/>
                    </a:cubicBezTo>
                    <a:cubicBezTo>
                      <a:pt x="618" y="1002"/>
                      <a:pt x="656" y="975"/>
                      <a:pt x="705" y="964"/>
                    </a:cubicBezTo>
                    <a:cubicBezTo>
                      <a:pt x="750" y="950"/>
                      <a:pt x="825" y="935"/>
                      <a:pt x="898" y="935"/>
                    </a:cubicBezTo>
                    <a:cubicBezTo>
                      <a:pt x="991" y="935"/>
                      <a:pt x="1080" y="959"/>
                      <a:pt x="1102" y="1035"/>
                    </a:cubicBezTo>
                    <a:cubicBezTo>
                      <a:pt x="1118" y="1089"/>
                      <a:pt x="1112" y="1149"/>
                      <a:pt x="1091" y="1203"/>
                    </a:cubicBezTo>
                    <a:cubicBezTo>
                      <a:pt x="1080" y="1236"/>
                      <a:pt x="1058" y="1263"/>
                      <a:pt x="1031" y="1290"/>
                    </a:cubicBezTo>
                    <a:cubicBezTo>
                      <a:pt x="1021" y="1306"/>
                      <a:pt x="987" y="1340"/>
                      <a:pt x="996" y="1340"/>
                    </a:cubicBezTo>
                    <a:cubicBezTo>
                      <a:pt x="996" y="1340"/>
                      <a:pt x="996" y="1340"/>
                      <a:pt x="997" y="1340"/>
                    </a:cubicBezTo>
                    <a:lnTo>
                      <a:pt x="997" y="1340"/>
                    </a:lnTo>
                    <a:cubicBezTo>
                      <a:pt x="959" y="1350"/>
                      <a:pt x="922" y="1345"/>
                      <a:pt x="884" y="1383"/>
                    </a:cubicBezTo>
                    <a:cubicBezTo>
                      <a:pt x="857" y="1415"/>
                      <a:pt x="846" y="1459"/>
                      <a:pt x="857" y="1502"/>
                    </a:cubicBezTo>
                    <a:cubicBezTo>
                      <a:pt x="884" y="1600"/>
                      <a:pt x="1004" y="1687"/>
                      <a:pt x="1074" y="1758"/>
                    </a:cubicBezTo>
                    <a:cubicBezTo>
                      <a:pt x="1183" y="1866"/>
                      <a:pt x="1259" y="1997"/>
                      <a:pt x="1362" y="2111"/>
                    </a:cubicBezTo>
                    <a:cubicBezTo>
                      <a:pt x="1379" y="2128"/>
                      <a:pt x="1402" y="2135"/>
                      <a:pt x="1426" y="2135"/>
                    </a:cubicBezTo>
                    <a:cubicBezTo>
                      <a:pt x="1434" y="2135"/>
                      <a:pt x="1442" y="2134"/>
                      <a:pt x="1449" y="2133"/>
                    </a:cubicBezTo>
                    <a:cubicBezTo>
                      <a:pt x="1477" y="2117"/>
                      <a:pt x="1504" y="2100"/>
                      <a:pt x="1531" y="2084"/>
                    </a:cubicBezTo>
                    <a:cubicBezTo>
                      <a:pt x="1558" y="2062"/>
                      <a:pt x="1591" y="2057"/>
                      <a:pt x="1618" y="2035"/>
                    </a:cubicBezTo>
                    <a:cubicBezTo>
                      <a:pt x="1694" y="1975"/>
                      <a:pt x="1765" y="1921"/>
                      <a:pt x="1835" y="1861"/>
                    </a:cubicBezTo>
                    <a:cubicBezTo>
                      <a:pt x="1971" y="1736"/>
                      <a:pt x="2031" y="1568"/>
                      <a:pt x="2085" y="1394"/>
                    </a:cubicBezTo>
                    <a:cubicBezTo>
                      <a:pt x="2134" y="1220"/>
                      <a:pt x="2145" y="1035"/>
                      <a:pt x="2113" y="850"/>
                    </a:cubicBezTo>
                    <a:lnTo>
                      <a:pt x="2113" y="850"/>
                    </a:lnTo>
                    <a:lnTo>
                      <a:pt x="2113" y="855"/>
                    </a:lnTo>
                    <a:cubicBezTo>
                      <a:pt x="2102" y="758"/>
                      <a:pt x="2107" y="698"/>
                      <a:pt x="2058" y="611"/>
                    </a:cubicBezTo>
                    <a:cubicBezTo>
                      <a:pt x="2020" y="535"/>
                      <a:pt x="1977" y="459"/>
                      <a:pt x="1928" y="393"/>
                    </a:cubicBezTo>
                    <a:cubicBezTo>
                      <a:pt x="1713" y="122"/>
                      <a:pt x="1325" y="1"/>
                      <a:pt x="9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0"/>
              <p:cNvSpPr/>
              <p:nvPr/>
            </p:nvSpPr>
            <p:spPr>
              <a:xfrm>
                <a:off x="3687125" y="4619175"/>
                <a:ext cx="12650" cy="11675"/>
              </a:xfrm>
              <a:custGeom>
                <a:rect b="b" l="l" r="r" t="t"/>
                <a:pathLst>
                  <a:path extrusionOk="0" h="467" w="506">
                    <a:moveTo>
                      <a:pt x="230" y="122"/>
                    </a:moveTo>
                    <a:cubicBezTo>
                      <a:pt x="262" y="122"/>
                      <a:pt x="293" y="133"/>
                      <a:pt x="321" y="153"/>
                    </a:cubicBezTo>
                    <a:cubicBezTo>
                      <a:pt x="375" y="196"/>
                      <a:pt x="386" y="283"/>
                      <a:pt x="337" y="343"/>
                    </a:cubicBezTo>
                    <a:cubicBezTo>
                      <a:pt x="321" y="327"/>
                      <a:pt x="305" y="321"/>
                      <a:pt x="283" y="321"/>
                    </a:cubicBezTo>
                    <a:cubicBezTo>
                      <a:pt x="261" y="321"/>
                      <a:pt x="240" y="338"/>
                      <a:pt x="218" y="338"/>
                    </a:cubicBezTo>
                    <a:cubicBezTo>
                      <a:pt x="180" y="338"/>
                      <a:pt x="147" y="294"/>
                      <a:pt x="142" y="262"/>
                    </a:cubicBezTo>
                    <a:cubicBezTo>
                      <a:pt x="131" y="207"/>
                      <a:pt x="153" y="153"/>
                      <a:pt x="196" y="126"/>
                    </a:cubicBezTo>
                    <a:cubicBezTo>
                      <a:pt x="207" y="123"/>
                      <a:pt x="219" y="122"/>
                      <a:pt x="230" y="122"/>
                    </a:cubicBezTo>
                    <a:close/>
                    <a:moveTo>
                      <a:pt x="218" y="1"/>
                    </a:moveTo>
                    <a:cubicBezTo>
                      <a:pt x="125" y="12"/>
                      <a:pt x="49" y="82"/>
                      <a:pt x="28" y="169"/>
                    </a:cubicBezTo>
                    <a:cubicBezTo>
                      <a:pt x="0" y="262"/>
                      <a:pt x="28" y="354"/>
                      <a:pt x="98" y="419"/>
                    </a:cubicBezTo>
                    <a:cubicBezTo>
                      <a:pt x="133" y="451"/>
                      <a:pt x="177" y="467"/>
                      <a:pt x="221" y="467"/>
                    </a:cubicBezTo>
                    <a:cubicBezTo>
                      <a:pt x="246" y="467"/>
                      <a:pt x="271" y="462"/>
                      <a:pt x="294" y="452"/>
                    </a:cubicBezTo>
                    <a:cubicBezTo>
                      <a:pt x="452" y="441"/>
                      <a:pt x="506" y="251"/>
                      <a:pt x="419" y="120"/>
                    </a:cubicBezTo>
                    <a:cubicBezTo>
                      <a:pt x="370" y="55"/>
                      <a:pt x="299" y="12"/>
                      <a:pt x="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0"/>
              <p:cNvSpPr/>
              <p:nvPr/>
            </p:nvSpPr>
            <p:spPr>
              <a:xfrm>
                <a:off x="3691200" y="4675175"/>
                <a:ext cx="5675" cy="7550"/>
              </a:xfrm>
              <a:custGeom>
                <a:rect b="b" l="l" r="r" t="t"/>
                <a:pathLst>
                  <a:path extrusionOk="0" h="302" w="227">
                    <a:moveTo>
                      <a:pt x="164" y="1"/>
                    </a:moveTo>
                    <a:cubicBezTo>
                      <a:pt x="155" y="1"/>
                      <a:pt x="146" y="4"/>
                      <a:pt x="136" y="11"/>
                    </a:cubicBezTo>
                    <a:lnTo>
                      <a:pt x="136" y="6"/>
                    </a:lnTo>
                    <a:cubicBezTo>
                      <a:pt x="93" y="38"/>
                      <a:pt x="55" y="82"/>
                      <a:pt x="38" y="136"/>
                    </a:cubicBezTo>
                    <a:cubicBezTo>
                      <a:pt x="22" y="174"/>
                      <a:pt x="0" y="256"/>
                      <a:pt x="44" y="288"/>
                    </a:cubicBezTo>
                    <a:cubicBezTo>
                      <a:pt x="53" y="297"/>
                      <a:pt x="64" y="301"/>
                      <a:pt x="75" y="301"/>
                    </a:cubicBezTo>
                    <a:cubicBezTo>
                      <a:pt x="84" y="301"/>
                      <a:pt x="94" y="299"/>
                      <a:pt x="104" y="294"/>
                    </a:cubicBezTo>
                    <a:cubicBezTo>
                      <a:pt x="131" y="278"/>
                      <a:pt x="131" y="250"/>
                      <a:pt x="136" y="223"/>
                    </a:cubicBezTo>
                    <a:cubicBezTo>
                      <a:pt x="142" y="174"/>
                      <a:pt x="164" y="125"/>
                      <a:pt x="196" y="87"/>
                    </a:cubicBezTo>
                    <a:cubicBezTo>
                      <a:pt x="227" y="57"/>
                      <a:pt x="201"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0"/>
              <p:cNvSpPr/>
              <p:nvPr/>
            </p:nvSpPr>
            <p:spPr>
              <a:xfrm>
                <a:off x="3692275" y="4682850"/>
                <a:ext cx="6900" cy="6300"/>
              </a:xfrm>
              <a:custGeom>
                <a:rect b="b" l="l" r="r" t="t"/>
                <a:pathLst>
                  <a:path extrusionOk="0" h="252" w="276">
                    <a:moveTo>
                      <a:pt x="206" y="0"/>
                    </a:moveTo>
                    <a:cubicBezTo>
                      <a:pt x="198" y="0"/>
                      <a:pt x="189" y="3"/>
                      <a:pt x="180" y="9"/>
                    </a:cubicBezTo>
                    <a:lnTo>
                      <a:pt x="186" y="9"/>
                    </a:lnTo>
                    <a:cubicBezTo>
                      <a:pt x="121" y="52"/>
                      <a:pt x="1" y="123"/>
                      <a:pt x="23" y="215"/>
                    </a:cubicBezTo>
                    <a:cubicBezTo>
                      <a:pt x="32" y="239"/>
                      <a:pt x="54" y="251"/>
                      <a:pt x="76" y="251"/>
                    </a:cubicBezTo>
                    <a:cubicBezTo>
                      <a:pt x="95" y="251"/>
                      <a:pt x="114" y="243"/>
                      <a:pt x="126" y="226"/>
                    </a:cubicBezTo>
                    <a:cubicBezTo>
                      <a:pt x="131" y="215"/>
                      <a:pt x="137" y="204"/>
                      <a:pt x="142" y="188"/>
                    </a:cubicBezTo>
                    <a:cubicBezTo>
                      <a:pt x="153" y="177"/>
                      <a:pt x="159" y="166"/>
                      <a:pt x="169" y="150"/>
                    </a:cubicBezTo>
                    <a:cubicBezTo>
                      <a:pt x="191" y="128"/>
                      <a:pt x="213" y="106"/>
                      <a:pt x="240" y="85"/>
                    </a:cubicBezTo>
                    <a:cubicBezTo>
                      <a:pt x="276" y="53"/>
                      <a:pt x="246"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0"/>
              <p:cNvSpPr/>
              <p:nvPr/>
            </p:nvSpPr>
            <p:spPr>
              <a:xfrm>
                <a:off x="3694275" y="4689325"/>
                <a:ext cx="4825" cy="6050"/>
              </a:xfrm>
              <a:custGeom>
                <a:rect b="b" l="l" r="r" t="t"/>
                <a:pathLst>
                  <a:path extrusionOk="0" h="242" w="193">
                    <a:moveTo>
                      <a:pt x="151" y="0"/>
                    </a:moveTo>
                    <a:cubicBezTo>
                      <a:pt x="143" y="0"/>
                      <a:pt x="135" y="3"/>
                      <a:pt x="127" y="11"/>
                    </a:cubicBezTo>
                    <a:cubicBezTo>
                      <a:pt x="100" y="32"/>
                      <a:pt x="79" y="65"/>
                      <a:pt x="57" y="92"/>
                    </a:cubicBezTo>
                    <a:cubicBezTo>
                      <a:pt x="35" y="119"/>
                      <a:pt x="19" y="152"/>
                      <a:pt x="8" y="184"/>
                    </a:cubicBezTo>
                    <a:cubicBezTo>
                      <a:pt x="0" y="216"/>
                      <a:pt x="23" y="241"/>
                      <a:pt x="49" y="241"/>
                    </a:cubicBezTo>
                    <a:cubicBezTo>
                      <a:pt x="59" y="241"/>
                      <a:pt x="69" y="237"/>
                      <a:pt x="79" y="228"/>
                    </a:cubicBezTo>
                    <a:cubicBezTo>
                      <a:pt x="100" y="201"/>
                      <a:pt x="117" y="174"/>
                      <a:pt x="133" y="141"/>
                    </a:cubicBezTo>
                    <a:cubicBezTo>
                      <a:pt x="144" y="108"/>
                      <a:pt x="166" y="81"/>
                      <a:pt x="176" y="49"/>
                    </a:cubicBezTo>
                    <a:cubicBezTo>
                      <a:pt x="192" y="24"/>
                      <a:pt x="173"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0"/>
              <p:cNvSpPr/>
              <p:nvPr/>
            </p:nvSpPr>
            <p:spPr>
              <a:xfrm>
                <a:off x="3695950" y="4740875"/>
                <a:ext cx="5100" cy="7350"/>
              </a:xfrm>
              <a:custGeom>
                <a:rect b="b" l="l" r="r" t="t"/>
                <a:pathLst>
                  <a:path extrusionOk="0" h="294" w="204">
                    <a:moveTo>
                      <a:pt x="141" y="0"/>
                    </a:moveTo>
                    <a:cubicBezTo>
                      <a:pt x="127" y="0"/>
                      <a:pt x="113" y="7"/>
                      <a:pt x="104" y="25"/>
                    </a:cubicBezTo>
                    <a:cubicBezTo>
                      <a:pt x="93" y="47"/>
                      <a:pt x="77" y="52"/>
                      <a:pt x="66" y="68"/>
                    </a:cubicBezTo>
                    <a:cubicBezTo>
                      <a:pt x="50" y="85"/>
                      <a:pt x="39" y="101"/>
                      <a:pt x="33" y="117"/>
                    </a:cubicBezTo>
                    <a:cubicBezTo>
                      <a:pt x="6" y="161"/>
                      <a:pt x="1" y="210"/>
                      <a:pt x="12" y="253"/>
                    </a:cubicBezTo>
                    <a:cubicBezTo>
                      <a:pt x="18" y="276"/>
                      <a:pt x="43" y="294"/>
                      <a:pt x="66" y="294"/>
                    </a:cubicBezTo>
                    <a:cubicBezTo>
                      <a:pt x="81" y="294"/>
                      <a:pt x="95" y="287"/>
                      <a:pt x="104" y="270"/>
                    </a:cubicBezTo>
                    <a:cubicBezTo>
                      <a:pt x="126" y="221"/>
                      <a:pt x="126" y="194"/>
                      <a:pt x="142" y="161"/>
                    </a:cubicBezTo>
                    <a:cubicBezTo>
                      <a:pt x="158" y="123"/>
                      <a:pt x="191" y="107"/>
                      <a:pt x="196" y="68"/>
                    </a:cubicBezTo>
                    <a:cubicBezTo>
                      <a:pt x="204" y="32"/>
                      <a:pt x="171"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0"/>
              <p:cNvSpPr/>
              <p:nvPr/>
            </p:nvSpPr>
            <p:spPr>
              <a:xfrm>
                <a:off x="3697050" y="4748100"/>
                <a:ext cx="5225" cy="5725"/>
              </a:xfrm>
              <a:custGeom>
                <a:rect b="b" l="l" r="r" t="t"/>
                <a:pathLst>
                  <a:path extrusionOk="0" h="229" w="209">
                    <a:moveTo>
                      <a:pt x="149" y="0"/>
                    </a:moveTo>
                    <a:cubicBezTo>
                      <a:pt x="141" y="0"/>
                      <a:pt x="133" y="3"/>
                      <a:pt x="125" y="8"/>
                    </a:cubicBezTo>
                    <a:cubicBezTo>
                      <a:pt x="98" y="24"/>
                      <a:pt x="76" y="46"/>
                      <a:pt x="60" y="68"/>
                    </a:cubicBezTo>
                    <a:cubicBezTo>
                      <a:pt x="38" y="95"/>
                      <a:pt x="16" y="122"/>
                      <a:pt x="11" y="160"/>
                    </a:cubicBezTo>
                    <a:cubicBezTo>
                      <a:pt x="0" y="197"/>
                      <a:pt x="31" y="228"/>
                      <a:pt x="64" y="228"/>
                    </a:cubicBezTo>
                    <a:cubicBezTo>
                      <a:pt x="80" y="228"/>
                      <a:pt x="97" y="221"/>
                      <a:pt x="109" y="203"/>
                    </a:cubicBezTo>
                    <a:cubicBezTo>
                      <a:pt x="120" y="193"/>
                      <a:pt x="125" y="176"/>
                      <a:pt x="136" y="160"/>
                    </a:cubicBezTo>
                    <a:cubicBezTo>
                      <a:pt x="152" y="133"/>
                      <a:pt x="174" y="106"/>
                      <a:pt x="190" y="78"/>
                    </a:cubicBezTo>
                    <a:cubicBezTo>
                      <a:pt x="208" y="43"/>
                      <a:pt x="183" y="0"/>
                      <a:pt x="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0"/>
              <p:cNvSpPr/>
              <p:nvPr/>
            </p:nvSpPr>
            <p:spPr>
              <a:xfrm>
                <a:off x="3773675" y="4794100"/>
                <a:ext cx="9250" cy="10050"/>
              </a:xfrm>
              <a:custGeom>
                <a:rect b="b" l="l" r="r" t="t"/>
                <a:pathLst>
                  <a:path extrusionOk="0" h="402" w="370">
                    <a:moveTo>
                      <a:pt x="303" y="0"/>
                    </a:moveTo>
                    <a:cubicBezTo>
                      <a:pt x="291" y="0"/>
                      <a:pt x="278" y="5"/>
                      <a:pt x="267" y="16"/>
                    </a:cubicBezTo>
                    <a:cubicBezTo>
                      <a:pt x="218" y="70"/>
                      <a:pt x="1" y="386"/>
                      <a:pt x="164" y="402"/>
                    </a:cubicBezTo>
                    <a:cubicBezTo>
                      <a:pt x="186" y="402"/>
                      <a:pt x="202" y="391"/>
                      <a:pt x="213" y="369"/>
                    </a:cubicBezTo>
                    <a:cubicBezTo>
                      <a:pt x="267" y="277"/>
                      <a:pt x="311" y="179"/>
                      <a:pt x="349" y="81"/>
                    </a:cubicBezTo>
                    <a:cubicBezTo>
                      <a:pt x="369" y="41"/>
                      <a:pt x="338"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0"/>
              <p:cNvSpPr/>
              <p:nvPr/>
            </p:nvSpPr>
            <p:spPr>
              <a:xfrm>
                <a:off x="3780200" y="4797175"/>
                <a:ext cx="5875" cy="7175"/>
              </a:xfrm>
              <a:custGeom>
                <a:rect b="b" l="l" r="r" t="t"/>
                <a:pathLst>
                  <a:path extrusionOk="0" h="287" w="235">
                    <a:moveTo>
                      <a:pt x="170" y="1"/>
                    </a:moveTo>
                    <a:cubicBezTo>
                      <a:pt x="146" y="1"/>
                      <a:pt x="122" y="14"/>
                      <a:pt x="115" y="40"/>
                    </a:cubicBezTo>
                    <a:lnTo>
                      <a:pt x="120" y="40"/>
                    </a:lnTo>
                    <a:lnTo>
                      <a:pt x="115" y="51"/>
                    </a:lnTo>
                    <a:cubicBezTo>
                      <a:pt x="112" y="56"/>
                      <a:pt x="112" y="56"/>
                      <a:pt x="112" y="56"/>
                    </a:cubicBezTo>
                    <a:cubicBezTo>
                      <a:pt x="111" y="56"/>
                      <a:pt x="110" y="56"/>
                      <a:pt x="104" y="61"/>
                    </a:cubicBezTo>
                    <a:cubicBezTo>
                      <a:pt x="88" y="83"/>
                      <a:pt x="66" y="105"/>
                      <a:pt x="55" y="132"/>
                    </a:cubicBezTo>
                    <a:cubicBezTo>
                      <a:pt x="28" y="176"/>
                      <a:pt x="1" y="268"/>
                      <a:pt x="77" y="284"/>
                    </a:cubicBezTo>
                    <a:cubicBezTo>
                      <a:pt x="82" y="286"/>
                      <a:pt x="87" y="286"/>
                      <a:pt x="92" y="286"/>
                    </a:cubicBezTo>
                    <a:cubicBezTo>
                      <a:pt x="123" y="286"/>
                      <a:pt x="148" y="258"/>
                      <a:pt x="153" y="225"/>
                    </a:cubicBezTo>
                    <a:cubicBezTo>
                      <a:pt x="148" y="225"/>
                      <a:pt x="148" y="219"/>
                      <a:pt x="153" y="219"/>
                    </a:cubicBezTo>
                    <a:cubicBezTo>
                      <a:pt x="148" y="219"/>
                      <a:pt x="148" y="214"/>
                      <a:pt x="153" y="214"/>
                    </a:cubicBezTo>
                    <a:cubicBezTo>
                      <a:pt x="159" y="197"/>
                      <a:pt x="169" y="181"/>
                      <a:pt x="180" y="165"/>
                    </a:cubicBezTo>
                    <a:cubicBezTo>
                      <a:pt x="207" y="132"/>
                      <a:pt x="224" y="100"/>
                      <a:pt x="235" y="61"/>
                    </a:cubicBezTo>
                    <a:cubicBezTo>
                      <a:pt x="235" y="22"/>
                      <a:pt x="202"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0"/>
              <p:cNvSpPr/>
              <p:nvPr/>
            </p:nvSpPr>
            <p:spPr>
              <a:xfrm>
                <a:off x="3784700" y="4801450"/>
                <a:ext cx="5450" cy="7600"/>
              </a:xfrm>
              <a:custGeom>
                <a:rect b="b" l="l" r="r" t="t"/>
                <a:pathLst>
                  <a:path extrusionOk="0" h="304" w="218">
                    <a:moveTo>
                      <a:pt x="176" y="0"/>
                    </a:moveTo>
                    <a:cubicBezTo>
                      <a:pt x="154" y="0"/>
                      <a:pt x="131" y="16"/>
                      <a:pt x="131" y="43"/>
                    </a:cubicBezTo>
                    <a:lnTo>
                      <a:pt x="131" y="48"/>
                    </a:lnTo>
                    <a:lnTo>
                      <a:pt x="125" y="64"/>
                    </a:lnTo>
                    <a:cubicBezTo>
                      <a:pt x="120" y="70"/>
                      <a:pt x="114" y="75"/>
                      <a:pt x="109" y="86"/>
                    </a:cubicBezTo>
                    <a:cubicBezTo>
                      <a:pt x="93" y="102"/>
                      <a:pt x="76" y="113"/>
                      <a:pt x="60" y="135"/>
                    </a:cubicBezTo>
                    <a:cubicBezTo>
                      <a:pt x="27" y="173"/>
                      <a:pt x="0" y="244"/>
                      <a:pt x="44" y="287"/>
                    </a:cubicBezTo>
                    <a:cubicBezTo>
                      <a:pt x="55" y="298"/>
                      <a:pt x="68" y="304"/>
                      <a:pt x="82" y="304"/>
                    </a:cubicBezTo>
                    <a:cubicBezTo>
                      <a:pt x="95" y="304"/>
                      <a:pt x="109" y="298"/>
                      <a:pt x="120" y="287"/>
                    </a:cubicBezTo>
                    <a:cubicBezTo>
                      <a:pt x="136" y="271"/>
                      <a:pt x="142" y="249"/>
                      <a:pt x="152" y="227"/>
                    </a:cubicBezTo>
                    <a:cubicBezTo>
                      <a:pt x="163" y="206"/>
                      <a:pt x="174" y="184"/>
                      <a:pt x="185" y="162"/>
                    </a:cubicBezTo>
                    <a:cubicBezTo>
                      <a:pt x="212" y="119"/>
                      <a:pt x="218" y="75"/>
                      <a:pt x="212" y="26"/>
                    </a:cubicBezTo>
                    <a:lnTo>
                      <a:pt x="212" y="26"/>
                    </a:lnTo>
                    <a:lnTo>
                      <a:pt x="212" y="32"/>
                    </a:lnTo>
                    <a:cubicBezTo>
                      <a:pt x="210" y="10"/>
                      <a:pt x="193"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0"/>
              <p:cNvSpPr/>
              <p:nvPr/>
            </p:nvSpPr>
            <p:spPr>
              <a:xfrm>
                <a:off x="3854000" y="4698850"/>
                <a:ext cx="5275" cy="7875"/>
              </a:xfrm>
              <a:custGeom>
                <a:rect b="b" l="l" r="r" t="t"/>
                <a:pathLst>
                  <a:path extrusionOk="0" h="315" w="211">
                    <a:moveTo>
                      <a:pt x="160" y="1"/>
                    </a:moveTo>
                    <a:cubicBezTo>
                      <a:pt x="141" y="1"/>
                      <a:pt x="122" y="10"/>
                      <a:pt x="115" y="32"/>
                    </a:cubicBezTo>
                    <a:cubicBezTo>
                      <a:pt x="104" y="75"/>
                      <a:pt x="60" y="102"/>
                      <a:pt x="39" y="140"/>
                    </a:cubicBezTo>
                    <a:cubicBezTo>
                      <a:pt x="6" y="184"/>
                      <a:pt x="1" y="244"/>
                      <a:pt x="28" y="287"/>
                    </a:cubicBezTo>
                    <a:cubicBezTo>
                      <a:pt x="40" y="306"/>
                      <a:pt x="59" y="315"/>
                      <a:pt x="76" y="315"/>
                    </a:cubicBezTo>
                    <a:cubicBezTo>
                      <a:pt x="104" y="315"/>
                      <a:pt x="131" y="293"/>
                      <a:pt x="131" y="260"/>
                    </a:cubicBezTo>
                    <a:cubicBezTo>
                      <a:pt x="136" y="227"/>
                      <a:pt x="147" y="195"/>
                      <a:pt x="164" y="162"/>
                    </a:cubicBezTo>
                    <a:cubicBezTo>
                      <a:pt x="191" y="130"/>
                      <a:pt x="202" y="86"/>
                      <a:pt x="207" y="48"/>
                    </a:cubicBezTo>
                    <a:cubicBezTo>
                      <a:pt x="210" y="17"/>
                      <a:pt x="185" y="1"/>
                      <a:pt x="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0"/>
              <p:cNvSpPr/>
              <p:nvPr/>
            </p:nvSpPr>
            <p:spPr>
              <a:xfrm>
                <a:off x="3857000" y="4703350"/>
                <a:ext cx="5175" cy="6975"/>
              </a:xfrm>
              <a:custGeom>
                <a:rect b="b" l="l" r="r" t="t"/>
                <a:pathLst>
                  <a:path extrusionOk="0" h="279" w="207">
                    <a:moveTo>
                      <a:pt x="153" y="1"/>
                    </a:moveTo>
                    <a:cubicBezTo>
                      <a:pt x="139" y="1"/>
                      <a:pt x="124" y="7"/>
                      <a:pt x="114" y="20"/>
                    </a:cubicBezTo>
                    <a:cubicBezTo>
                      <a:pt x="65" y="86"/>
                      <a:pt x="0" y="156"/>
                      <a:pt x="33" y="238"/>
                    </a:cubicBezTo>
                    <a:cubicBezTo>
                      <a:pt x="39" y="265"/>
                      <a:pt x="62" y="279"/>
                      <a:pt x="86" y="279"/>
                    </a:cubicBezTo>
                    <a:cubicBezTo>
                      <a:pt x="105" y="279"/>
                      <a:pt x="124" y="271"/>
                      <a:pt x="136" y="254"/>
                    </a:cubicBezTo>
                    <a:cubicBezTo>
                      <a:pt x="163" y="189"/>
                      <a:pt x="179" y="124"/>
                      <a:pt x="196" y="53"/>
                    </a:cubicBezTo>
                    <a:cubicBezTo>
                      <a:pt x="206" y="21"/>
                      <a:pt x="180"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120"/>
            <p:cNvGrpSpPr/>
            <p:nvPr/>
          </p:nvGrpSpPr>
          <p:grpSpPr>
            <a:xfrm>
              <a:off x="3852543" y="3579469"/>
              <a:ext cx="274315" cy="205738"/>
              <a:chOff x="5460275" y="4603075"/>
              <a:chExt cx="293825" cy="220725"/>
            </a:xfrm>
          </p:grpSpPr>
          <p:sp>
            <p:nvSpPr>
              <p:cNvPr id="5713" name="Google Shape;5713;p120"/>
              <p:cNvSpPr/>
              <p:nvPr/>
            </p:nvSpPr>
            <p:spPr>
              <a:xfrm>
                <a:off x="5460275" y="4603075"/>
                <a:ext cx="293825" cy="220725"/>
              </a:xfrm>
              <a:custGeom>
                <a:rect b="b" l="l" r="r" t="t"/>
                <a:pathLst>
                  <a:path extrusionOk="0" h="8829" w="11753">
                    <a:moveTo>
                      <a:pt x="6863" y="308"/>
                    </a:moveTo>
                    <a:cubicBezTo>
                      <a:pt x="7019" y="308"/>
                      <a:pt x="7204" y="373"/>
                      <a:pt x="7344" y="406"/>
                    </a:cubicBezTo>
                    <a:cubicBezTo>
                      <a:pt x="7540" y="449"/>
                      <a:pt x="7741" y="498"/>
                      <a:pt x="7937" y="542"/>
                    </a:cubicBezTo>
                    <a:cubicBezTo>
                      <a:pt x="8122" y="580"/>
                      <a:pt x="8307" y="596"/>
                      <a:pt x="8491" y="634"/>
                    </a:cubicBezTo>
                    <a:cubicBezTo>
                      <a:pt x="8692" y="677"/>
                      <a:pt x="8899" y="743"/>
                      <a:pt x="9100" y="786"/>
                    </a:cubicBezTo>
                    <a:cubicBezTo>
                      <a:pt x="9508" y="879"/>
                      <a:pt x="9910" y="1004"/>
                      <a:pt x="10312" y="1101"/>
                    </a:cubicBezTo>
                    <a:cubicBezTo>
                      <a:pt x="10497" y="1145"/>
                      <a:pt x="10682" y="1183"/>
                      <a:pt x="10867" y="1221"/>
                    </a:cubicBezTo>
                    <a:cubicBezTo>
                      <a:pt x="11019" y="1254"/>
                      <a:pt x="11171" y="1308"/>
                      <a:pt x="11323" y="1351"/>
                    </a:cubicBezTo>
                    <a:cubicBezTo>
                      <a:pt x="11340" y="1357"/>
                      <a:pt x="11361" y="1362"/>
                      <a:pt x="11383" y="1368"/>
                    </a:cubicBezTo>
                    <a:cubicBezTo>
                      <a:pt x="11380" y="1367"/>
                      <a:pt x="11376" y="1367"/>
                      <a:pt x="11373" y="1367"/>
                    </a:cubicBezTo>
                    <a:cubicBezTo>
                      <a:pt x="11328" y="1367"/>
                      <a:pt x="11290" y="1398"/>
                      <a:pt x="11285" y="1444"/>
                    </a:cubicBezTo>
                    <a:cubicBezTo>
                      <a:pt x="11274" y="1509"/>
                      <a:pt x="11160" y="1531"/>
                      <a:pt x="11106" y="1553"/>
                    </a:cubicBezTo>
                    <a:cubicBezTo>
                      <a:pt x="11014" y="1585"/>
                      <a:pt x="10927" y="1629"/>
                      <a:pt x="10845" y="1688"/>
                    </a:cubicBezTo>
                    <a:cubicBezTo>
                      <a:pt x="10644" y="1819"/>
                      <a:pt x="10432" y="1939"/>
                      <a:pt x="10225" y="2069"/>
                    </a:cubicBezTo>
                    <a:cubicBezTo>
                      <a:pt x="10106" y="2145"/>
                      <a:pt x="9986" y="2210"/>
                      <a:pt x="9872" y="2281"/>
                    </a:cubicBezTo>
                    <a:cubicBezTo>
                      <a:pt x="9876" y="2302"/>
                      <a:pt x="9858" y="2316"/>
                      <a:pt x="9842" y="2316"/>
                    </a:cubicBezTo>
                    <a:cubicBezTo>
                      <a:pt x="9832" y="2316"/>
                      <a:pt x="9823" y="2312"/>
                      <a:pt x="9818" y="2303"/>
                    </a:cubicBezTo>
                    <a:cubicBezTo>
                      <a:pt x="9758" y="2324"/>
                      <a:pt x="9704" y="2357"/>
                      <a:pt x="9644" y="2384"/>
                    </a:cubicBezTo>
                    <a:lnTo>
                      <a:pt x="9649" y="2384"/>
                    </a:lnTo>
                    <a:cubicBezTo>
                      <a:pt x="9589" y="2406"/>
                      <a:pt x="9524" y="2411"/>
                      <a:pt x="9464" y="2439"/>
                    </a:cubicBezTo>
                    <a:cubicBezTo>
                      <a:pt x="9448" y="2444"/>
                      <a:pt x="9432" y="2455"/>
                      <a:pt x="9415" y="2460"/>
                    </a:cubicBezTo>
                    <a:cubicBezTo>
                      <a:pt x="9328" y="2493"/>
                      <a:pt x="9236" y="2520"/>
                      <a:pt x="9144" y="2542"/>
                    </a:cubicBezTo>
                    <a:cubicBezTo>
                      <a:pt x="8866" y="2629"/>
                      <a:pt x="8606" y="2748"/>
                      <a:pt x="8355" y="2895"/>
                    </a:cubicBezTo>
                    <a:cubicBezTo>
                      <a:pt x="8111" y="3031"/>
                      <a:pt x="7883" y="3200"/>
                      <a:pt x="7681" y="3395"/>
                    </a:cubicBezTo>
                    <a:cubicBezTo>
                      <a:pt x="7578" y="3493"/>
                      <a:pt x="7486" y="3602"/>
                      <a:pt x="7399" y="3711"/>
                    </a:cubicBezTo>
                    <a:cubicBezTo>
                      <a:pt x="7366" y="3754"/>
                      <a:pt x="7339" y="3798"/>
                      <a:pt x="7312" y="3841"/>
                    </a:cubicBezTo>
                    <a:cubicBezTo>
                      <a:pt x="7290" y="3857"/>
                      <a:pt x="7274" y="3868"/>
                      <a:pt x="7252" y="3885"/>
                    </a:cubicBezTo>
                    <a:cubicBezTo>
                      <a:pt x="7165" y="3955"/>
                      <a:pt x="7067" y="3999"/>
                      <a:pt x="6975" y="4064"/>
                    </a:cubicBezTo>
                    <a:cubicBezTo>
                      <a:pt x="6866" y="4129"/>
                      <a:pt x="6785" y="4216"/>
                      <a:pt x="6676" y="4281"/>
                    </a:cubicBezTo>
                    <a:cubicBezTo>
                      <a:pt x="6458" y="4417"/>
                      <a:pt x="6230" y="4542"/>
                      <a:pt x="6023" y="4689"/>
                    </a:cubicBezTo>
                    <a:cubicBezTo>
                      <a:pt x="5920" y="4765"/>
                      <a:pt x="5833" y="4858"/>
                      <a:pt x="5725" y="4928"/>
                    </a:cubicBezTo>
                    <a:cubicBezTo>
                      <a:pt x="5676" y="4955"/>
                      <a:pt x="5627" y="4988"/>
                      <a:pt x="5583" y="5021"/>
                    </a:cubicBezTo>
                    <a:cubicBezTo>
                      <a:pt x="5561" y="5037"/>
                      <a:pt x="5540" y="5059"/>
                      <a:pt x="5513" y="5080"/>
                    </a:cubicBezTo>
                    <a:cubicBezTo>
                      <a:pt x="5513" y="5075"/>
                      <a:pt x="5507" y="5064"/>
                      <a:pt x="5502" y="5059"/>
                    </a:cubicBezTo>
                    <a:cubicBezTo>
                      <a:pt x="5495" y="5052"/>
                      <a:pt x="5486" y="5047"/>
                      <a:pt x="5477" y="5047"/>
                    </a:cubicBezTo>
                    <a:cubicBezTo>
                      <a:pt x="5471" y="5047"/>
                      <a:pt x="5464" y="5049"/>
                      <a:pt x="5458" y="5053"/>
                    </a:cubicBezTo>
                    <a:cubicBezTo>
                      <a:pt x="5447" y="5070"/>
                      <a:pt x="5436" y="5086"/>
                      <a:pt x="5431" y="5102"/>
                    </a:cubicBezTo>
                    <a:cubicBezTo>
                      <a:pt x="5420" y="5091"/>
                      <a:pt x="5404" y="5086"/>
                      <a:pt x="5393" y="5080"/>
                    </a:cubicBezTo>
                    <a:cubicBezTo>
                      <a:pt x="5176" y="4993"/>
                      <a:pt x="4936" y="4983"/>
                      <a:pt x="4713" y="4939"/>
                    </a:cubicBezTo>
                    <a:cubicBezTo>
                      <a:pt x="4507" y="4896"/>
                      <a:pt x="4306" y="4841"/>
                      <a:pt x="4099" y="4803"/>
                    </a:cubicBezTo>
                    <a:cubicBezTo>
                      <a:pt x="3637" y="4711"/>
                      <a:pt x="3219" y="4531"/>
                      <a:pt x="2767" y="4401"/>
                    </a:cubicBezTo>
                    <a:cubicBezTo>
                      <a:pt x="2545" y="4336"/>
                      <a:pt x="2349" y="4227"/>
                      <a:pt x="2131" y="4145"/>
                    </a:cubicBezTo>
                    <a:cubicBezTo>
                      <a:pt x="1925" y="4075"/>
                      <a:pt x="1724" y="4037"/>
                      <a:pt x="1512" y="3977"/>
                    </a:cubicBezTo>
                    <a:cubicBezTo>
                      <a:pt x="1305" y="3923"/>
                      <a:pt x="1115" y="3830"/>
                      <a:pt x="898" y="3792"/>
                    </a:cubicBezTo>
                    <a:cubicBezTo>
                      <a:pt x="789" y="3770"/>
                      <a:pt x="680" y="3738"/>
                      <a:pt x="571" y="3711"/>
                    </a:cubicBezTo>
                    <a:cubicBezTo>
                      <a:pt x="474" y="3694"/>
                      <a:pt x="376" y="3667"/>
                      <a:pt x="278" y="3634"/>
                    </a:cubicBezTo>
                    <a:cubicBezTo>
                      <a:pt x="305" y="3613"/>
                      <a:pt x="338" y="3596"/>
                      <a:pt x="370" y="3580"/>
                    </a:cubicBezTo>
                    <a:cubicBezTo>
                      <a:pt x="457" y="3531"/>
                      <a:pt x="550" y="3482"/>
                      <a:pt x="642" y="3428"/>
                    </a:cubicBezTo>
                    <a:cubicBezTo>
                      <a:pt x="800" y="3336"/>
                      <a:pt x="957" y="3243"/>
                      <a:pt x="1120" y="3156"/>
                    </a:cubicBezTo>
                    <a:cubicBezTo>
                      <a:pt x="1300" y="3064"/>
                      <a:pt x="1485" y="2993"/>
                      <a:pt x="1669" y="2912"/>
                    </a:cubicBezTo>
                    <a:cubicBezTo>
                      <a:pt x="2034" y="2759"/>
                      <a:pt x="2382" y="2585"/>
                      <a:pt x="2724" y="2390"/>
                    </a:cubicBezTo>
                    <a:cubicBezTo>
                      <a:pt x="3050" y="2194"/>
                      <a:pt x="3382" y="1998"/>
                      <a:pt x="3724" y="1824"/>
                    </a:cubicBezTo>
                    <a:cubicBezTo>
                      <a:pt x="3800" y="1786"/>
                      <a:pt x="3876" y="1748"/>
                      <a:pt x="3958" y="1716"/>
                    </a:cubicBezTo>
                    <a:cubicBezTo>
                      <a:pt x="4034" y="1688"/>
                      <a:pt x="4105" y="1650"/>
                      <a:pt x="4170" y="1601"/>
                    </a:cubicBezTo>
                    <a:cubicBezTo>
                      <a:pt x="4246" y="1558"/>
                      <a:pt x="4317" y="1520"/>
                      <a:pt x="4398" y="1487"/>
                    </a:cubicBezTo>
                    <a:cubicBezTo>
                      <a:pt x="4485" y="1449"/>
                      <a:pt x="4567" y="1395"/>
                      <a:pt x="4654" y="1346"/>
                    </a:cubicBezTo>
                    <a:cubicBezTo>
                      <a:pt x="4985" y="1167"/>
                      <a:pt x="5322" y="1004"/>
                      <a:pt x="5665" y="835"/>
                    </a:cubicBezTo>
                    <a:cubicBezTo>
                      <a:pt x="5844" y="748"/>
                      <a:pt x="6029" y="661"/>
                      <a:pt x="6214" y="574"/>
                    </a:cubicBezTo>
                    <a:cubicBezTo>
                      <a:pt x="6393" y="482"/>
                      <a:pt x="6594" y="351"/>
                      <a:pt x="6790" y="313"/>
                    </a:cubicBezTo>
                    <a:cubicBezTo>
                      <a:pt x="6813" y="309"/>
                      <a:pt x="6838" y="308"/>
                      <a:pt x="6863" y="308"/>
                    </a:cubicBezTo>
                    <a:close/>
                    <a:moveTo>
                      <a:pt x="11361" y="1656"/>
                    </a:moveTo>
                    <a:cubicBezTo>
                      <a:pt x="11345" y="1835"/>
                      <a:pt x="11361" y="2009"/>
                      <a:pt x="11340" y="2189"/>
                    </a:cubicBezTo>
                    <a:cubicBezTo>
                      <a:pt x="11323" y="2379"/>
                      <a:pt x="11334" y="2569"/>
                      <a:pt x="11367" y="2754"/>
                    </a:cubicBezTo>
                    <a:cubicBezTo>
                      <a:pt x="11389" y="2960"/>
                      <a:pt x="11394" y="3162"/>
                      <a:pt x="11389" y="3368"/>
                    </a:cubicBezTo>
                    <a:cubicBezTo>
                      <a:pt x="11383" y="3558"/>
                      <a:pt x="11389" y="3743"/>
                      <a:pt x="11389" y="3933"/>
                    </a:cubicBezTo>
                    <a:cubicBezTo>
                      <a:pt x="11389" y="4107"/>
                      <a:pt x="11416" y="4379"/>
                      <a:pt x="11334" y="4537"/>
                    </a:cubicBezTo>
                    <a:cubicBezTo>
                      <a:pt x="11296" y="4618"/>
                      <a:pt x="11204" y="4651"/>
                      <a:pt x="11133" y="4694"/>
                    </a:cubicBezTo>
                    <a:cubicBezTo>
                      <a:pt x="11062" y="4733"/>
                      <a:pt x="10992" y="4781"/>
                      <a:pt x="10927" y="4830"/>
                    </a:cubicBezTo>
                    <a:cubicBezTo>
                      <a:pt x="10861" y="4885"/>
                      <a:pt x="10791" y="4939"/>
                      <a:pt x="10720" y="4993"/>
                    </a:cubicBezTo>
                    <a:cubicBezTo>
                      <a:pt x="10649" y="5048"/>
                      <a:pt x="10562" y="5080"/>
                      <a:pt x="10486" y="5124"/>
                    </a:cubicBezTo>
                    <a:cubicBezTo>
                      <a:pt x="10285" y="5260"/>
                      <a:pt x="10084" y="5396"/>
                      <a:pt x="9888" y="5537"/>
                    </a:cubicBezTo>
                    <a:cubicBezTo>
                      <a:pt x="9888" y="5504"/>
                      <a:pt x="9883" y="5466"/>
                      <a:pt x="9883" y="5428"/>
                    </a:cubicBezTo>
                    <a:lnTo>
                      <a:pt x="9883" y="4917"/>
                    </a:lnTo>
                    <a:cubicBezTo>
                      <a:pt x="9883" y="4765"/>
                      <a:pt x="9850" y="4618"/>
                      <a:pt x="9850" y="4466"/>
                    </a:cubicBezTo>
                    <a:cubicBezTo>
                      <a:pt x="9850" y="4303"/>
                      <a:pt x="9839" y="4140"/>
                      <a:pt x="9850" y="3977"/>
                    </a:cubicBezTo>
                    <a:cubicBezTo>
                      <a:pt x="9867" y="3825"/>
                      <a:pt x="9877" y="3673"/>
                      <a:pt x="9877" y="3520"/>
                    </a:cubicBezTo>
                    <a:cubicBezTo>
                      <a:pt x="9867" y="3374"/>
                      <a:pt x="9872" y="3227"/>
                      <a:pt x="9883" y="3080"/>
                    </a:cubicBezTo>
                    <a:cubicBezTo>
                      <a:pt x="9905" y="2933"/>
                      <a:pt x="9899" y="2781"/>
                      <a:pt x="9872" y="2640"/>
                    </a:cubicBezTo>
                    <a:cubicBezTo>
                      <a:pt x="9861" y="2607"/>
                      <a:pt x="9856" y="2569"/>
                      <a:pt x="9850" y="2536"/>
                    </a:cubicBezTo>
                    <a:lnTo>
                      <a:pt x="9910" y="2498"/>
                    </a:lnTo>
                    <a:cubicBezTo>
                      <a:pt x="9916" y="2493"/>
                      <a:pt x="9926" y="2482"/>
                      <a:pt x="9937" y="2471"/>
                    </a:cubicBezTo>
                    <a:cubicBezTo>
                      <a:pt x="10057" y="2395"/>
                      <a:pt x="10176" y="2324"/>
                      <a:pt x="10301" y="2243"/>
                    </a:cubicBezTo>
                    <a:cubicBezTo>
                      <a:pt x="10552" y="2085"/>
                      <a:pt x="10802" y="1922"/>
                      <a:pt x="11062" y="1781"/>
                    </a:cubicBezTo>
                    <a:cubicBezTo>
                      <a:pt x="11149" y="1732"/>
                      <a:pt x="11269" y="1716"/>
                      <a:pt x="11361" y="1656"/>
                    </a:cubicBezTo>
                    <a:close/>
                    <a:moveTo>
                      <a:pt x="9698" y="2623"/>
                    </a:moveTo>
                    <a:cubicBezTo>
                      <a:pt x="9704" y="2672"/>
                      <a:pt x="9709" y="2727"/>
                      <a:pt x="9709" y="2776"/>
                    </a:cubicBezTo>
                    <a:cubicBezTo>
                      <a:pt x="9709" y="2917"/>
                      <a:pt x="9682" y="3047"/>
                      <a:pt x="9671" y="3189"/>
                    </a:cubicBezTo>
                    <a:cubicBezTo>
                      <a:pt x="9655" y="3341"/>
                      <a:pt x="9676" y="3493"/>
                      <a:pt x="9676" y="3645"/>
                    </a:cubicBezTo>
                    <a:lnTo>
                      <a:pt x="9671" y="3645"/>
                    </a:lnTo>
                    <a:cubicBezTo>
                      <a:pt x="9671" y="3803"/>
                      <a:pt x="9633" y="3955"/>
                      <a:pt x="9627" y="4107"/>
                    </a:cubicBezTo>
                    <a:cubicBezTo>
                      <a:pt x="9627" y="4249"/>
                      <a:pt x="9622" y="4395"/>
                      <a:pt x="9627" y="4531"/>
                    </a:cubicBezTo>
                    <a:cubicBezTo>
                      <a:pt x="9633" y="4689"/>
                      <a:pt x="9660" y="4836"/>
                      <a:pt x="9655" y="4988"/>
                    </a:cubicBezTo>
                    <a:cubicBezTo>
                      <a:pt x="9655" y="5146"/>
                      <a:pt x="9655" y="5298"/>
                      <a:pt x="9655" y="5455"/>
                    </a:cubicBezTo>
                    <a:cubicBezTo>
                      <a:pt x="9655" y="5504"/>
                      <a:pt x="9660" y="5559"/>
                      <a:pt x="9655" y="5608"/>
                    </a:cubicBezTo>
                    <a:cubicBezTo>
                      <a:pt x="9524" y="5640"/>
                      <a:pt x="9399" y="5678"/>
                      <a:pt x="9274" y="5722"/>
                    </a:cubicBezTo>
                    <a:cubicBezTo>
                      <a:pt x="9269" y="5711"/>
                      <a:pt x="9269" y="5695"/>
                      <a:pt x="9258" y="5684"/>
                    </a:cubicBezTo>
                    <a:cubicBezTo>
                      <a:pt x="9241" y="5559"/>
                      <a:pt x="9236" y="5439"/>
                      <a:pt x="9247" y="5320"/>
                    </a:cubicBezTo>
                    <a:lnTo>
                      <a:pt x="9247" y="4950"/>
                    </a:lnTo>
                    <a:cubicBezTo>
                      <a:pt x="9247" y="4684"/>
                      <a:pt x="9274" y="4417"/>
                      <a:pt x="9274" y="4156"/>
                    </a:cubicBezTo>
                    <a:cubicBezTo>
                      <a:pt x="9274" y="3874"/>
                      <a:pt x="9269" y="3591"/>
                      <a:pt x="9263" y="3314"/>
                    </a:cubicBezTo>
                    <a:cubicBezTo>
                      <a:pt x="9263" y="3189"/>
                      <a:pt x="9252" y="3064"/>
                      <a:pt x="9252" y="2939"/>
                    </a:cubicBezTo>
                    <a:cubicBezTo>
                      <a:pt x="9258" y="2890"/>
                      <a:pt x="9252" y="2835"/>
                      <a:pt x="9247" y="2786"/>
                    </a:cubicBezTo>
                    <a:lnTo>
                      <a:pt x="9241" y="2776"/>
                    </a:lnTo>
                    <a:cubicBezTo>
                      <a:pt x="9399" y="2738"/>
                      <a:pt x="9551" y="2689"/>
                      <a:pt x="9698" y="2623"/>
                    </a:cubicBezTo>
                    <a:close/>
                    <a:moveTo>
                      <a:pt x="9155" y="2803"/>
                    </a:moveTo>
                    <a:cubicBezTo>
                      <a:pt x="9160" y="2846"/>
                      <a:pt x="9160" y="2890"/>
                      <a:pt x="9155" y="2939"/>
                    </a:cubicBezTo>
                    <a:cubicBezTo>
                      <a:pt x="9144" y="3080"/>
                      <a:pt x="9144" y="3227"/>
                      <a:pt x="9138" y="3368"/>
                    </a:cubicBezTo>
                    <a:cubicBezTo>
                      <a:pt x="9133" y="3656"/>
                      <a:pt x="9138" y="3950"/>
                      <a:pt x="9133" y="4238"/>
                    </a:cubicBezTo>
                    <a:cubicBezTo>
                      <a:pt x="9127" y="4510"/>
                      <a:pt x="9100" y="4781"/>
                      <a:pt x="9100" y="5053"/>
                    </a:cubicBezTo>
                    <a:lnTo>
                      <a:pt x="9100" y="5472"/>
                    </a:lnTo>
                    <a:cubicBezTo>
                      <a:pt x="9089" y="5575"/>
                      <a:pt x="9100" y="5678"/>
                      <a:pt x="9138" y="5771"/>
                    </a:cubicBezTo>
                    <a:lnTo>
                      <a:pt x="8921" y="5847"/>
                    </a:lnTo>
                    <a:cubicBezTo>
                      <a:pt x="8910" y="5722"/>
                      <a:pt x="8932" y="5602"/>
                      <a:pt x="8915" y="5477"/>
                    </a:cubicBezTo>
                    <a:cubicBezTo>
                      <a:pt x="8899" y="5352"/>
                      <a:pt x="8904" y="5216"/>
                      <a:pt x="8894" y="5091"/>
                    </a:cubicBezTo>
                    <a:cubicBezTo>
                      <a:pt x="8888" y="4961"/>
                      <a:pt x="8861" y="4819"/>
                      <a:pt x="8861" y="4684"/>
                    </a:cubicBezTo>
                    <a:cubicBezTo>
                      <a:pt x="8866" y="4542"/>
                      <a:pt x="8866" y="4406"/>
                      <a:pt x="8856" y="4265"/>
                    </a:cubicBezTo>
                    <a:cubicBezTo>
                      <a:pt x="8828" y="3982"/>
                      <a:pt x="8834" y="3694"/>
                      <a:pt x="8828" y="3406"/>
                    </a:cubicBezTo>
                    <a:cubicBezTo>
                      <a:pt x="8834" y="3287"/>
                      <a:pt x="8828" y="3167"/>
                      <a:pt x="8817" y="3047"/>
                    </a:cubicBezTo>
                    <a:cubicBezTo>
                      <a:pt x="8817" y="3015"/>
                      <a:pt x="8812" y="2977"/>
                      <a:pt x="8807" y="2944"/>
                    </a:cubicBezTo>
                    <a:cubicBezTo>
                      <a:pt x="8856" y="2917"/>
                      <a:pt x="8904" y="2895"/>
                      <a:pt x="8953" y="2873"/>
                    </a:cubicBezTo>
                    <a:cubicBezTo>
                      <a:pt x="8986" y="2863"/>
                      <a:pt x="9019" y="2846"/>
                      <a:pt x="9051" y="2835"/>
                    </a:cubicBezTo>
                    <a:cubicBezTo>
                      <a:pt x="9078" y="2819"/>
                      <a:pt x="9116" y="2808"/>
                      <a:pt x="9155" y="2803"/>
                    </a:cubicBezTo>
                    <a:close/>
                    <a:moveTo>
                      <a:pt x="8731" y="2977"/>
                    </a:moveTo>
                    <a:cubicBezTo>
                      <a:pt x="8731" y="3053"/>
                      <a:pt x="8731" y="3129"/>
                      <a:pt x="8731" y="3205"/>
                    </a:cubicBezTo>
                    <a:cubicBezTo>
                      <a:pt x="8731" y="3341"/>
                      <a:pt x="8731" y="3482"/>
                      <a:pt x="8720" y="3618"/>
                    </a:cubicBezTo>
                    <a:cubicBezTo>
                      <a:pt x="8714" y="3759"/>
                      <a:pt x="8714" y="3901"/>
                      <a:pt x="8720" y="4042"/>
                    </a:cubicBezTo>
                    <a:cubicBezTo>
                      <a:pt x="8725" y="4183"/>
                      <a:pt x="8747" y="4309"/>
                      <a:pt x="8741" y="4439"/>
                    </a:cubicBezTo>
                    <a:cubicBezTo>
                      <a:pt x="8741" y="4569"/>
                      <a:pt x="8725" y="4700"/>
                      <a:pt x="8736" y="4830"/>
                    </a:cubicBezTo>
                    <a:cubicBezTo>
                      <a:pt x="8747" y="4961"/>
                      <a:pt x="8763" y="5080"/>
                      <a:pt x="8769" y="5211"/>
                    </a:cubicBezTo>
                    <a:cubicBezTo>
                      <a:pt x="8769" y="5336"/>
                      <a:pt x="8785" y="5466"/>
                      <a:pt x="8796" y="5597"/>
                    </a:cubicBezTo>
                    <a:cubicBezTo>
                      <a:pt x="8807" y="5700"/>
                      <a:pt x="8801" y="5787"/>
                      <a:pt x="8856" y="5869"/>
                    </a:cubicBezTo>
                    <a:cubicBezTo>
                      <a:pt x="8817" y="5885"/>
                      <a:pt x="8785" y="5896"/>
                      <a:pt x="8747" y="5912"/>
                    </a:cubicBezTo>
                    <a:cubicBezTo>
                      <a:pt x="8692" y="5934"/>
                      <a:pt x="8644" y="5956"/>
                      <a:pt x="8595" y="5983"/>
                    </a:cubicBezTo>
                    <a:cubicBezTo>
                      <a:pt x="8600" y="5771"/>
                      <a:pt x="8589" y="5559"/>
                      <a:pt x="8562" y="5352"/>
                    </a:cubicBezTo>
                    <a:cubicBezTo>
                      <a:pt x="8529" y="5080"/>
                      <a:pt x="8529" y="4814"/>
                      <a:pt x="8524" y="4542"/>
                    </a:cubicBezTo>
                    <a:cubicBezTo>
                      <a:pt x="8519" y="4270"/>
                      <a:pt x="8535" y="4004"/>
                      <a:pt x="8513" y="3743"/>
                    </a:cubicBezTo>
                    <a:cubicBezTo>
                      <a:pt x="8502" y="3618"/>
                      <a:pt x="8480" y="3499"/>
                      <a:pt x="8475" y="3368"/>
                    </a:cubicBezTo>
                    <a:cubicBezTo>
                      <a:pt x="8470" y="3287"/>
                      <a:pt x="8459" y="3210"/>
                      <a:pt x="8442" y="3129"/>
                    </a:cubicBezTo>
                    <a:cubicBezTo>
                      <a:pt x="8491" y="3102"/>
                      <a:pt x="8535" y="3080"/>
                      <a:pt x="8584" y="3053"/>
                    </a:cubicBezTo>
                    <a:cubicBezTo>
                      <a:pt x="8633" y="3031"/>
                      <a:pt x="8682" y="3004"/>
                      <a:pt x="8731" y="2977"/>
                    </a:cubicBezTo>
                    <a:close/>
                    <a:moveTo>
                      <a:pt x="8355" y="3183"/>
                    </a:moveTo>
                    <a:cubicBezTo>
                      <a:pt x="8366" y="3243"/>
                      <a:pt x="8372" y="3308"/>
                      <a:pt x="8377" y="3368"/>
                    </a:cubicBezTo>
                    <a:cubicBezTo>
                      <a:pt x="8377" y="3488"/>
                      <a:pt x="8394" y="3602"/>
                      <a:pt x="8404" y="3716"/>
                    </a:cubicBezTo>
                    <a:cubicBezTo>
                      <a:pt x="8432" y="3988"/>
                      <a:pt x="8404" y="4270"/>
                      <a:pt x="8404" y="4542"/>
                    </a:cubicBezTo>
                    <a:cubicBezTo>
                      <a:pt x="8394" y="4803"/>
                      <a:pt x="8399" y="5064"/>
                      <a:pt x="8415" y="5330"/>
                    </a:cubicBezTo>
                    <a:cubicBezTo>
                      <a:pt x="8426" y="5455"/>
                      <a:pt x="8437" y="5580"/>
                      <a:pt x="8448" y="5706"/>
                    </a:cubicBezTo>
                    <a:cubicBezTo>
                      <a:pt x="8453" y="5831"/>
                      <a:pt x="8437" y="5950"/>
                      <a:pt x="8459" y="6070"/>
                    </a:cubicBezTo>
                    <a:cubicBezTo>
                      <a:pt x="8421" y="6091"/>
                      <a:pt x="8383" y="6119"/>
                      <a:pt x="8339" y="6135"/>
                    </a:cubicBezTo>
                    <a:lnTo>
                      <a:pt x="8339" y="6140"/>
                    </a:lnTo>
                    <a:lnTo>
                      <a:pt x="8247" y="6195"/>
                    </a:lnTo>
                    <a:cubicBezTo>
                      <a:pt x="8268" y="5662"/>
                      <a:pt x="8241" y="5118"/>
                      <a:pt x="8236" y="4586"/>
                    </a:cubicBezTo>
                    <a:lnTo>
                      <a:pt x="8236" y="4183"/>
                    </a:lnTo>
                    <a:cubicBezTo>
                      <a:pt x="8236" y="4048"/>
                      <a:pt x="8203" y="3912"/>
                      <a:pt x="8203" y="3776"/>
                    </a:cubicBezTo>
                    <a:cubicBezTo>
                      <a:pt x="8203" y="3651"/>
                      <a:pt x="8187" y="3542"/>
                      <a:pt x="8176" y="3422"/>
                    </a:cubicBezTo>
                    <a:cubicBezTo>
                      <a:pt x="8176" y="3379"/>
                      <a:pt x="8176" y="3341"/>
                      <a:pt x="8171" y="3303"/>
                    </a:cubicBezTo>
                    <a:cubicBezTo>
                      <a:pt x="8230" y="3259"/>
                      <a:pt x="8296" y="3221"/>
                      <a:pt x="8355" y="3183"/>
                    </a:cubicBezTo>
                    <a:close/>
                    <a:moveTo>
                      <a:pt x="8089" y="3363"/>
                    </a:moveTo>
                    <a:cubicBezTo>
                      <a:pt x="8095" y="3444"/>
                      <a:pt x="8095" y="3537"/>
                      <a:pt x="8100" y="3586"/>
                    </a:cubicBezTo>
                    <a:cubicBezTo>
                      <a:pt x="8105" y="3700"/>
                      <a:pt x="8095" y="3808"/>
                      <a:pt x="8100" y="3917"/>
                    </a:cubicBezTo>
                    <a:cubicBezTo>
                      <a:pt x="8127" y="4189"/>
                      <a:pt x="8127" y="4450"/>
                      <a:pt x="8122" y="4722"/>
                    </a:cubicBezTo>
                    <a:cubicBezTo>
                      <a:pt x="8122" y="4993"/>
                      <a:pt x="8116" y="5276"/>
                      <a:pt x="8116" y="5548"/>
                    </a:cubicBezTo>
                    <a:cubicBezTo>
                      <a:pt x="8116" y="5792"/>
                      <a:pt x="8089" y="6026"/>
                      <a:pt x="8160" y="6255"/>
                    </a:cubicBezTo>
                    <a:cubicBezTo>
                      <a:pt x="8095" y="6298"/>
                      <a:pt x="8035" y="6347"/>
                      <a:pt x="7980" y="6407"/>
                    </a:cubicBezTo>
                    <a:lnTo>
                      <a:pt x="7975" y="6407"/>
                    </a:lnTo>
                    <a:cubicBezTo>
                      <a:pt x="7970" y="6347"/>
                      <a:pt x="7964" y="6287"/>
                      <a:pt x="7964" y="6233"/>
                    </a:cubicBezTo>
                    <a:cubicBezTo>
                      <a:pt x="7964" y="6086"/>
                      <a:pt x="7975" y="5939"/>
                      <a:pt x="7964" y="5792"/>
                    </a:cubicBezTo>
                    <a:cubicBezTo>
                      <a:pt x="7942" y="5494"/>
                      <a:pt x="7904" y="5200"/>
                      <a:pt x="7893" y="4901"/>
                    </a:cubicBezTo>
                    <a:cubicBezTo>
                      <a:pt x="7883" y="4602"/>
                      <a:pt x="7812" y="4325"/>
                      <a:pt x="7823" y="4037"/>
                    </a:cubicBezTo>
                    <a:cubicBezTo>
                      <a:pt x="7828" y="3912"/>
                      <a:pt x="7812" y="3781"/>
                      <a:pt x="7785" y="3662"/>
                    </a:cubicBezTo>
                    <a:cubicBezTo>
                      <a:pt x="7785" y="3651"/>
                      <a:pt x="7785" y="3645"/>
                      <a:pt x="7779" y="3640"/>
                    </a:cubicBezTo>
                    <a:cubicBezTo>
                      <a:pt x="7806" y="3613"/>
                      <a:pt x="7834" y="3586"/>
                      <a:pt x="7866" y="3558"/>
                    </a:cubicBezTo>
                    <a:cubicBezTo>
                      <a:pt x="7937" y="3488"/>
                      <a:pt x="8008" y="3422"/>
                      <a:pt x="8089" y="3363"/>
                    </a:cubicBezTo>
                    <a:close/>
                    <a:moveTo>
                      <a:pt x="7687" y="3716"/>
                    </a:moveTo>
                    <a:cubicBezTo>
                      <a:pt x="7692" y="3798"/>
                      <a:pt x="7692" y="3885"/>
                      <a:pt x="7698" y="3912"/>
                    </a:cubicBezTo>
                    <a:cubicBezTo>
                      <a:pt x="7687" y="4031"/>
                      <a:pt x="7687" y="4156"/>
                      <a:pt x="7687" y="4281"/>
                    </a:cubicBezTo>
                    <a:cubicBezTo>
                      <a:pt x="7719" y="4559"/>
                      <a:pt x="7736" y="4830"/>
                      <a:pt x="7758" y="5108"/>
                    </a:cubicBezTo>
                    <a:cubicBezTo>
                      <a:pt x="7774" y="5368"/>
                      <a:pt x="7823" y="5629"/>
                      <a:pt x="7823" y="5890"/>
                    </a:cubicBezTo>
                    <a:cubicBezTo>
                      <a:pt x="7823" y="6021"/>
                      <a:pt x="7812" y="6151"/>
                      <a:pt x="7817" y="6282"/>
                    </a:cubicBezTo>
                    <a:cubicBezTo>
                      <a:pt x="7823" y="6369"/>
                      <a:pt x="7834" y="6456"/>
                      <a:pt x="7844" y="6543"/>
                    </a:cubicBezTo>
                    <a:cubicBezTo>
                      <a:pt x="7774" y="6619"/>
                      <a:pt x="7703" y="6700"/>
                      <a:pt x="7632" y="6776"/>
                    </a:cubicBezTo>
                    <a:cubicBezTo>
                      <a:pt x="7605" y="6804"/>
                      <a:pt x="7578" y="6836"/>
                      <a:pt x="7551" y="6863"/>
                    </a:cubicBezTo>
                    <a:cubicBezTo>
                      <a:pt x="7551" y="6727"/>
                      <a:pt x="7540" y="6592"/>
                      <a:pt x="7518" y="6456"/>
                    </a:cubicBezTo>
                    <a:cubicBezTo>
                      <a:pt x="7469" y="6184"/>
                      <a:pt x="7502" y="5896"/>
                      <a:pt x="7502" y="5619"/>
                    </a:cubicBezTo>
                    <a:cubicBezTo>
                      <a:pt x="7502" y="5064"/>
                      <a:pt x="7502" y="4504"/>
                      <a:pt x="7475" y="3950"/>
                    </a:cubicBezTo>
                    <a:lnTo>
                      <a:pt x="7497" y="3923"/>
                    </a:lnTo>
                    <a:cubicBezTo>
                      <a:pt x="7556" y="3863"/>
                      <a:pt x="7611" y="3792"/>
                      <a:pt x="7671" y="3732"/>
                    </a:cubicBezTo>
                    <a:lnTo>
                      <a:pt x="7687" y="3716"/>
                    </a:lnTo>
                    <a:close/>
                    <a:moveTo>
                      <a:pt x="7350" y="4091"/>
                    </a:moveTo>
                    <a:lnTo>
                      <a:pt x="7350" y="4091"/>
                    </a:lnTo>
                    <a:cubicBezTo>
                      <a:pt x="7328" y="4602"/>
                      <a:pt x="7334" y="5108"/>
                      <a:pt x="7323" y="5624"/>
                    </a:cubicBezTo>
                    <a:cubicBezTo>
                      <a:pt x="7323" y="5885"/>
                      <a:pt x="7295" y="6157"/>
                      <a:pt x="7317" y="6423"/>
                    </a:cubicBezTo>
                    <a:cubicBezTo>
                      <a:pt x="7334" y="6537"/>
                      <a:pt x="7339" y="6657"/>
                      <a:pt x="7344" y="6771"/>
                    </a:cubicBezTo>
                    <a:cubicBezTo>
                      <a:pt x="7344" y="6901"/>
                      <a:pt x="7334" y="7037"/>
                      <a:pt x="7344" y="7168"/>
                    </a:cubicBezTo>
                    <a:cubicBezTo>
                      <a:pt x="7334" y="7179"/>
                      <a:pt x="7328" y="7189"/>
                      <a:pt x="7317" y="7200"/>
                    </a:cubicBezTo>
                    <a:cubicBezTo>
                      <a:pt x="7301" y="7222"/>
                      <a:pt x="7279" y="7244"/>
                      <a:pt x="7263" y="7266"/>
                    </a:cubicBezTo>
                    <a:cubicBezTo>
                      <a:pt x="7105" y="7374"/>
                      <a:pt x="6953" y="7483"/>
                      <a:pt x="6801" y="7597"/>
                    </a:cubicBezTo>
                    <a:cubicBezTo>
                      <a:pt x="6649" y="7711"/>
                      <a:pt x="6458" y="7793"/>
                      <a:pt x="6306" y="7923"/>
                    </a:cubicBezTo>
                    <a:cubicBezTo>
                      <a:pt x="6143" y="8048"/>
                      <a:pt x="5980" y="8162"/>
                      <a:pt x="5806" y="8260"/>
                    </a:cubicBezTo>
                    <a:lnTo>
                      <a:pt x="5763" y="8293"/>
                    </a:lnTo>
                    <a:cubicBezTo>
                      <a:pt x="5746" y="8179"/>
                      <a:pt x="5757" y="8065"/>
                      <a:pt x="5735" y="7950"/>
                    </a:cubicBezTo>
                    <a:cubicBezTo>
                      <a:pt x="5714" y="7804"/>
                      <a:pt x="5703" y="7652"/>
                      <a:pt x="5714" y="7505"/>
                    </a:cubicBezTo>
                    <a:cubicBezTo>
                      <a:pt x="5703" y="7238"/>
                      <a:pt x="5676" y="6977"/>
                      <a:pt x="5621" y="6717"/>
                    </a:cubicBezTo>
                    <a:cubicBezTo>
                      <a:pt x="5594" y="6575"/>
                      <a:pt x="5621" y="6439"/>
                      <a:pt x="5594" y="6298"/>
                    </a:cubicBezTo>
                    <a:cubicBezTo>
                      <a:pt x="5572" y="6140"/>
                      <a:pt x="5561" y="5983"/>
                      <a:pt x="5561" y="5820"/>
                    </a:cubicBezTo>
                    <a:cubicBezTo>
                      <a:pt x="5561" y="5667"/>
                      <a:pt x="5551" y="5510"/>
                      <a:pt x="5540" y="5358"/>
                    </a:cubicBezTo>
                    <a:cubicBezTo>
                      <a:pt x="5534" y="5303"/>
                      <a:pt x="5529" y="5249"/>
                      <a:pt x="5523" y="5195"/>
                    </a:cubicBezTo>
                    <a:cubicBezTo>
                      <a:pt x="5561" y="5184"/>
                      <a:pt x="5594" y="5173"/>
                      <a:pt x="5621" y="5156"/>
                    </a:cubicBezTo>
                    <a:cubicBezTo>
                      <a:pt x="5730" y="5108"/>
                      <a:pt x="5828" y="5059"/>
                      <a:pt x="5931" y="4999"/>
                    </a:cubicBezTo>
                    <a:cubicBezTo>
                      <a:pt x="6132" y="4863"/>
                      <a:pt x="6339" y="4733"/>
                      <a:pt x="6545" y="4607"/>
                    </a:cubicBezTo>
                    <a:cubicBezTo>
                      <a:pt x="6643" y="4542"/>
                      <a:pt x="6746" y="4493"/>
                      <a:pt x="6850" y="4428"/>
                    </a:cubicBezTo>
                    <a:cubicBezTo>
                      <a:pt x="6948" y="4363"/>
                      <a:pt x="7045" y="4270"/>
                      <a:pt x="7160" y="4205"/>
                    </a:cubicBezTo>
                    <a:cubicBezTo>
                      <a:pt x="7230" y="4173"/>
                      <a:pt x="7285" y="4129"/>
                      <a:pt x="7350" y="4091"/>
                    </a:cubicBezTo>
                    <a:close/>
                    <a:moveTo>
                      <a:pt x="245" y="3759"/>
                    </a:moveTo>
                    <a:lnTo>
                      <a:pt x="245" y="3759"/>
                    </a:lnTo>
                    <a:cubicBezTo>
                      <a:pt x="392" y="3841"/>
                      <a:pt x="550" y="3912"/>
                      <a:pt x="713" y="3955"/>
                    </a:cubicBezTo>
                    <a:cubicBezTo>
                      <a:pt x="816" y="3993"/>
                      <a:pt x="930" y="4004"/>
                      <a:pt x="1033" y="4037"/>
                    </a:cubicBezTo>
                    <a:cubicBezTo>
                      <a:pt x="1142" y="4069"/>
                      <a:pt x="1256" y="4118"/>
                      <a:pt x="1365" y="4162"/>
                    </a:cubicBezTo>
                    <a:cubicBezTo>
                      <a:pt x="1577" y="4249"/>
                      <a:pt x="1811" y="4287"/>
                      <a:pt x="2023" y="4357"/>
                    </a:cubicBezTo>
                    <a:cubicBezTo>
                      <a:pt x="2240" y="4428"/>
                      <a:pt x="2430" y="4548"/>
                      <a:pt x="2659" y="4613"/>
                    </a:cubicBezTo>
                    <a:cubicBezTo>
                      <a:pt x="3126" y="4749"/>
                      <a:pt x="3561" y="4939"/>
                      <a:pt x="4039" y="5037"/>
                    </a:cubicBezTo>
                    <a:cubicBezTo>
                      <a:pt x="4262" y="5080"/>
                      <a:pt x="4474" y="5135"/>
                      <a:pt x="4697" y="5184"/>
                    </a:cubicBezTo>
                    <a:cubicBezTo>
                      <a:pt x="4811" y="5205"/>
                      <a:pt x="4931" y="5216"/>
                      <a:pt x="5050" y="5243"/>
                    </a:cubicBezTo>
                    <a:cubicBezTo>
                      <a:pt x="5137" y="5260"/>
                      <a:pt x="5214" y="5292"/>
                      <a:pt x="5301" y="5303"/>
                    </a:cubicBezTo>
                    <a:cubicBezTo>
                      <a:pt x="5314" y="5312"/>
                      <a:pt x="5334" y="5321"/>
                      <a:pt x="5356" y="5321"/>
                    </a:cubicBezTo>
                    <a:cubicBezTo>
                      <a:pt x="5361" y="5321"/>
                      <a:pt x="5366" y="5321"/>
                      <a:pt x="5371" y="5320"/>
                    </a:cubicBezTo>
                    <a:lnTo>
                      <a:pt x="5371" y="5320"/>
                    </a:lnTo>
                    <a:cubicBezTo>
                      <a:pt x="5355" y="5477"/>
                      <a:pt x="5349" y="5635"/>
                      <a:pt x="5344" y="5792"/>
                    </a:cubicBezTo>
                    <a:cubicBezTo>
                      <a:pt x="5333" y="5950"/>
                      <a:pt x="5333" y="6108"/>
                      <a:pt x="5349" y="6265"/>
                    </a:cubicBezTo>
                    <a:cubicBezTo>
                      <a:pt x="5371" y="6428"/>
                      <a:pt x="5339" y="6586"/>
                      <a:pt x="5360" y="6749"/>
                    </a:cubicBezTo>
                    <a:cubicBezTo>
                      <a:pt x="5409" y="7026"/>
                      <a:pt x="5426" y="7304"/>
                      <a:pt x="5420" y="7581"/>
                    </a:cubicBezTo>
                    <a:cubicBezTo>
                      <a:pt x="5415" y="7733"/>
                      <a:pt x="5420" y="7885"/>
                      <a:pt x="5436" y="8037"/>
                    </a:cubicBezTo>
                    <a:cubicBezTo>
                      <a:pt x="5447" y="8157"/>
                      <a:pt x="5436" y="8271"/>
                      <a:pt x="5464" y="8385"/>
                    </a:cubicBezTo>
                    <a:cubicBezTo>
                      <a:pt x="5273" y="8326"/>
                      <a:pt x="5089" y="8249"/>
                      <a:pt x="4904" y="8179"/>
                    </a:cubicBezTo>
                    <a:lnTo>
                      <a:pt x="4909" y="8173"/>
                    </a:lnTo>
                    <a:cubicBezTo>
                      <a:pt x="4665" y="8076"/>
                      <a:pt x="4431" y="7972"/>
                      <a:pt x="4192" y="7858"/>
                    </a:cubicBezTo>
                    <a:cubicBezTo>
                      <a:pt x="3952" y="7749"/>
                      <a:pt x="3681" y="7700"/>
                      <a:pt x="3425" y="7603"/>
                    </a:cubicBezTo>
                    <a:cubicBezTo>
                      <a:pt x="3295" y="7554"/>
                      <a:pt x="3170" y="7516"/>
                      <a:pt x="3034" y="7478"/>
                    </a:cubicBezTo>
                    <a:cubicBezTo>
                      <a:pt x="2898" y="7440"/>
                      <a:pt x="2795" y="7385"/>
                      <a:pt x="2664" y="7353"/>
                    </a:cubicBezTo>
                    <a:cubicBezTo>
                      <a:pt x="2539" y="7320"/>
                      <a:pt x="2425" y="7276"/>
                      <a:pt x="2305" y="7238"/>
                    </a:cubicBezTo>
                    <a:cubicBezTo>
                      <a:pt x="2186" y="7200"/>
                      <a:pt x="2061" y="7179"/>
                      <a:pt x="1941" y="7130"/>
                    </a:cubicBezTo>
                    <a:cubicBezTo>
                      <a:pt x="1702" y="7026"/>
                      <a:pt x="1452" y="6945"/>
                      <a:pt x="1197" y="6880"/>
                    </a:cubicBezTo>
                    <a:cubicBezTo>
                      <a:pt x="1126" y="6869"/>
                      <a:pt x="1001" y="6847"/>
                      <a:pt x="963" y="6798"/>
                    </a:cubicBezTo>
                    <a:cubicBezTo>
                      <a:pt x="903" y="6733"/>
                      <a:pt x="892" y="6543"/>
                      <a:pt x="870" y="6461"/>
                    </a:cubicBezTo>
                    <a:cubicBezTo>
                      <a:pt x="805" y="6184"/>
                      <a:pt x="745" y="5890"/>
                      <a:pt x="664" y="5619"/>
                    </a:cubicBezTo>
                    <a:cubicBezTo>
                      <a:pt x="561" y="5320"/>
                      <a:pt x="479" y="5010"/>
                      <a:pt x="425" y="4694"/>
                    </a:cubicBezTo>
                    <a:cubicBezTo>
                      <a:pt x="397" y="4521"/>
                      <a:pt x="365" y="4352"/>
                      <a:pt x="338" y="4183"/>
                    </a:cubicBezTo>
                    <a:cubicBezTo>
                      <a:pt x="327" y="4091"/>
                      <a:pt x="310" y="4004"/>
                      <a:pt x="289" y="3923"/>
                    </a:cubicBezTo>
                    <a:cubicBezTo>
                      <a:pt x="278" y="3868"/>
                      <a:pt x="251" y="3814"/>
                      <a:pt x="245" y="3759"/>
                    </a:cubicBezTo>
                    <a:close/>
                    <a:moveTo>
                      <a:pt x="6853" y="1"/>
                    </a:moveTo>
                    <a:cubicBezTo>
                      <a:pt x="6834" y="1"/>
                      <a:pt x="6814" y="2"/>
                      <a:pt x="6795" y="3"/>
                    </a:cubicBezTo>
                    <a:cubicBezTo>
                      <a:pt x="6611" y="20"/>
                      <a:pt x="6431" y="128"/>
                      <a:pt x="6263" y="210"/>
                    </a:cubicBezTo>
                    <a:cubicBezTo>
                      <a:pt x="6056" y="302"/>
                      <a:pt x="5860" y="400"/>
                      <a:pt x="5665" y="498"/>
                    </a:cubicBezTo>
                    <a:cubicBezTo>
                      <a:pt x="5464" y="590"/>
                      <a:pt x="5268" y="672"/>
                      <a:pt x="5083" y="775"/>
                    </a:cubicBezTo>
                    <a:cubicBezTo>
                      <a:pt x="4893" y="879"/>
                      <a:pt x="4719" y="965"/>
                      <a:pt x="4540" y="1058"/>
                    </a:cubicBezTo>
                    <a:cubicBezTo>
                      <a:pt x="4382" y="1145"/>
                      <a:pt x="4219" y="1221"/>
                      <a:pt x="4061" y="1308"/>
                    </a:cubicBezTo>
                    <a:cubicBezTo>
                      <a:pt x="4023" y="1330"/>
                      <a:pt x="3996" y="1357"/>
                      <a:pt x="3958" y="1384"/>
                    </a:cubicBezTo>
                    <a:cubicBezTo>
                      <a:pt x="3904" y="1411"/>
                      <a:pt x="3855" y="1433"/>
                      <a:pt x="3800" y="1449"/>
                    </a:cubicBezTo>
                    <a:cubicBezTo>
                      <a:pt x="3692" y="1493"/>
                      <a:pt x="3594" y="1558"/>
                      <a:pt x="3490" y="1607"/>
                    </a:cubicBezTo>
                    <a:cubicBezTo>
                      <a:pt x="3278" y="1705"/>
                      <a:pt x="3094" y="1846"/>
                      <a:pt x="2892" y="1960"/>
                    </a:cubicBezTo>
                    <a:cubicBezTo>
                      <a:pt x="2686" y="2069"/>
                      <a:pt x="2490" y="2205"/>
                      <a:pt x="2273" y="2308"/>
                    </a:cubicBezTo>
                    <a:cubicBezTo>
                      <a:pt x="2077" y="2401"/>
                      <a:pt x="1892" y="2504"/>
                      <a:pt x="1697" y="2602"/>
                    </a:cubicBezTo>
                    <a:cubicBezTo>
                      <a:pt x="1485" y="2705"/>
                      <a:pt x="1267" y="2786"/>
                      <a:pt x="1055" y="2895"/>
                    </a:cubicBezTo>
                    <a:cubicBezTo>
                      <a:pt x="849" y="2998"/>
                      <a:pt x="653" y="3134"/>
                      <a:pt x="457" y="3254"/>
                    </a:cubicBezTo>
                    <a:cubicBezTo>
                      <a:pt x="316" y="3346"/>
                      <a:pt x="93" y="3428"/>
                      <a:pt x="28" y="3596"/>
                    </a:cubicBezTo>
                    <a:cubicBezTo>
                      <a:pt x="1" y="3673"/>
                      <a:pt x="12" y="3759"/>
                      <a:pt x="44" y="3830"/>
                    </a:cubicBezTo>
                    <a:cubicBezTo>
                      <a:pt x="66" y="3868"/>
                      <a:pt x="88" y="3901"/>
                      <a:pt x="115" y="3928"/>
                    </a:cubicBezTo>
                    <a:cubicBezTo>
                      <a:pt x="120" y="4004"/>
                      <a:pt x="131" y="4080"/>
                      <a:pt x="137" y="4151"/>
                    </a:cubicBezTo>
                    <a:cubicBezTo>
                      <a:pt x="142" y="4319"/>
                      <a:pt x="153" y="4482"/>
                      <a:pt x="164" y="4646"/>
                    </a:cubicBezTo>
                    <a:cubicBezTo>
                      <a:pt x="191" y="4944"/>
                      <a:pt x="245" y="5243"/>
                      <a:pt x="338" y="5537"/>
                    </a:cubicBezTo>
                    <a:cubicBezTo>
                      <a:pt x="414" y="5820"/>
                      <a:pt x="474" y="6102"/>
                      <a:pt x="539" y="6385"/>
                    </a:cubicBezTo>
                    <a:cubicBezTo>
                      <a:pt x="588" y="6592"/>
                      <a:pt x="599" y="6918"/>
                      <a:pt x="773" y="7059"/>
                    </a:cubicBezTo>
                    <a:cubicBezTo>
                      <a:pt x="859" y="7119"/>
                      <a:pt x="957" y="7157"/>
                      <a:pt x="1055" y="7179"/>
                    </a:cubicBezTo>
                    <a:cubicBezTo>
                      <a:pt x="1191" y="7217"/>
                      <a:pt x="1322" y="7244"/>
                      <a:pt x="1457" y="7287"/>
                    </a:cubicBezTo>
                    <a:cubicBezTo>
                      <a:pt x="1572" y="7325"/>
                      <a:pt x="1691" y="7369"/>
                      <a:pt x="1805" y="7412"/>
                    </a:cubicBezTo>
                    <a:cubicBezTo>
                      <a:pt x="1941" y="7467"/>
                      <a:pt x="2077" y="7499"/>
                      <a:pt x="2218" y="7543"/>
                    </a:cubicBezTo>
                    <a:cubicBezTo>
                      <a:pt x="2762" y="7722"/>
                      <a:pt x="3295" y="7885"/>
                      <a:pt x="3838" y="8065"/>
                    </a:cubicBezTo>
                    <a:cubicBezTo>
                      <a:pt x="4132" y="8162"/>
                      <a:pt x="4393" y="8326"/>
                      <a:pt x="4686" y="8434"/>
                    </a:cubicBezTo>
                    <a:cubicBezTo>
                      <a:pt x="4882" y="8500"/>
                      <a:pt x="5072" y="8581"/>
                      <a:pt x="5268" y="8652"/>
                    </a:cubicBezTo>
                    <a:cubicBezTo>
                      <a:pt x="5258" y="8749"/>
                      <a:pt x="5336" y="8829"/>
                      <a:pt x="5430" y="8829"/>
                    </a:cubicBezTo>
                    <a:cubicBezTo>
                      <a:pt x="5441" y="8829"/>
                      <a:pt x="5452" y="8828"/>
                      <a:pt x="5464" y="8826"/>
                    </a:cubicBezTo>
                    <a:cubicBezTo>
                      <a:pt x="5507" y="8820"/>
                      <a:pt x="5556" y="8798"/>
                      <a:pt x="5600" y="8777"/>
                    </a:cubicBezTo>
                    <a:cubicBezTo>
                      <a:pt x="5612" y="8780"/>
                      <a:pt x="5625" y="8781"/>
                      <a:pt x="5637" y="8781"/>
                    </a:cubicBezTo>
                    <a:cubicBezTo>
                      <a:pt x="5721" y="8781"/>
                      <a:pt x="5797" y="8720"/>
                      <a:pt x="5812" y="8630"/>
                    </a:cubicBezTo>
                    <a:lnTo>
                      <a:pt x="5828" y="8614"/>
                    </a:lnTo>
                    <a:cubicBezTo>
                      <a:pt x="5996" y="8489"/>
                      <a:pt x="6192" y="8402"/>
                      <a:pt x="6361" y="8282"/>
                    </a:cubicBezTo>
                    <a:cubicBezTo>
                      <a:pt x="6426" y="8228"/>
                      <a:pt x="6486" y="8162"/>
                      <a:pt x="6556" y="8108"/>
                    </a:cubicBezTo>
                    <a:cubicBezTo>
                      <a:pt x="6627" y="8059"/>
                      <a:pt x="6714" y="8021"/>
                      <a:pt x="6790" y="7972"/>
                    </a:cubicBezTo>
                    <a:cubicBezTo>
                      <a:pt x="6969" y="7858"/>
                      <a:pt x="7127" y="7711"/>
                      <a:pt x="7301" y="7592"/>
                    </a:cubicBezTo>
                    <a:lnTo>
                      <a:pt x="7355" y="7559"/>
                    </a:lnTo>
                    <a:lnTo>
                      <a:pt x="7355" y="7532"/>
                    </a:lnTo>
                    <a:lnTo>
                      <a:pt x="7361" y="7521"/>
                    </a:lnTo>
                    <a:cubicBezTo>
                      <a:pt x="7420" y="7472"/>
                      <a:pt x="7480" y="7418"/>
                      <a:pt x="7535" y="7358"/>
                    </a:cubicBezTo>
                    <a:cubicBezTo>
                      <a:pt x="7589" y="7298"/>
                      <a:pt x="7622" y="7228"/>
                      <a:pt x="7676" y="7168"/>
                    </a:cubicBezTo>
                    <a:cubicBezTo>
                      <a:pt x="7796" y="7026"/>
                      <a:pt x="7931" y="6896"/>
                      <a:pt x="8062" y="6760"/>
                    </a:cubicBezTo>
                    <a:cubicBezTo>
                      <a:pt x="8165" y="6646"/>
                      <a:pt x="8274" y="6515"/>
                      <a:pt x="8415" y="6450"/>
                    </a:cubicBezTo>
                    <a:cubicBezTo>
                      <a:pt x="8557" y="6380"/>
                      <a:pt x="8676" y="6282"/>
                      <a:pt x="8823" y="6222"/>
                    </a:cubicBezTo>
                    <a:cubicBezTo>
                      <a:pt x="8970" y="6162"/>
                      <a:pt x="9138" y="6119"/>
                      <a:pt x="9296" y="6064"/>
                    </a:cubicBezTo>
                    <a:cubicBezTo>
                      <a:pt x="9432" y="6015"/>
                      <a:pt x="9573" y="5994"/>
                      <a:pt x="9704" y="5939"/>
                    </a:cubicBezTo>
                    <a:cubicBezTo>
                      <a:pt x="9717" y="5944"/>
                      <a:pt x="9731" y="5946"/>
                      <a:pt x="9746" y="5946"/>
                    </a:cubicBezTo>
                    <a:cubicBezTo>
                      <a:pt x="9767" y="5946"/>
                      <a:pt x="9788" y="5941"/>
                      <a:pt x="9807" y="5928"/>
                    </a:cubicBezTo>
                    <a:lnTo>
                      <a:pt x="9807" y="5961"/>
                    </a:lnTo>
                    <a:cubicBezTo>
                      <a:pt x="10003" y="5831"/>
                      <a:pt x="10193" y="5700"/>
                      <a:pt x="10383" y="5564"/>
                    </a:cubicBezTo>
                    <a:cubicBezTo>
                      <a:pt x="10465" y="5504"/>
                      <a:pt x="10546" y="5439"/>
                      <a:pt x="10633" y="5385"/>
                    </a:cubicBezTo>
                    <a:cubicBezTo>
                      <a:pt x="10709" y="5336"/>
                      <a:pt x="10791" y="5309"/>
                      <a:pt x="10861" y="5260"/>
                    </a:cubicBezTo>
                    <a:cubicBezTo>
                      <a:pt x="11019" y="5135"/>
                      <a:pt x="11182" y="5021"/>
                      <a:pt x="11345" y="4912"/>
                    </a:cubicBezTo>
                    <a:cubicBezTo>
                      <a:pt x="11492" y="4836"/>
                      <a:pt x="11595" y="4700"/>
                      <a:pt x="11633" y="4542"/>
                    </a:cubicBezTo>
                    <a:cubicBezTo>
                      <a:pt x="11671" y="4341"/>
                      <a:pt x="11682" y="4135"/>
                      <a:pt x="11671" y="3933"/>
                    </a:cubicBezTo>
                    <a:cubicBezTo>
                      <a:pt x="11666" y="3504"/>
                      <a:pt x="11677" y="3080"/>
                      <a:pt x="11628" y="2651"/>
                    </a:cubicBezTo>
                    <a:cubicBezTo>
                      <a:pt x="11611" y="2449"/>
                      <a:pt x="11611" y="2248"/>
                      <a:pt x="11633" y="2053"/>
                    </a:cubicBezTo>
                    <a:cubicBezTo>
                      <a:pt x="11633" y="1846"/>
                      <a:pt x="11650" y="1640"/>
                      <a:pt x="11682" y="1433"/>
                    </a:cubicBezTo>
                    <a:lnTo>
                      <a:pt x="11688" y="1433"/>
                    </a:lnTo>
                    <a:cubicBezTo>
                      <a:pt x="11753" y="1091"/>
                      <a:pt x="11356" y="1080"/>
                      <a:pt x="11133" y="993"/>
                    </a:cubicBezTo>
                    <a:cubicBezTo>
                      <a:pt x="10948" y="922"/>
                      <a:pt x="10742" y="900"/>
                      <a:pt x="10552" y="857"/>
                    </a:cubicBezTo>
                    <a:cubicBezTo>
                      <a:pt x="10323" y="802"/>
                      <a:pt x="10095" y="743"/>
                      <a:pt x="9872" y="683"/>
                    </a:cubicBezTo>
                    <a:cubicBezTo>
                      <a:pt x="9459" y="569"/>
                      <a:pt x="9040" y="465"/>
                      <a:pt x="8627" y="362"/>
                    </a:cubicBezTo>
                    <a:cubicBezTo>
                      <a:pt x="8432" y="319"/>
                      <a:pt x="8225" y="302"/>
                      <a:pt x="8024" y="259"/>
                    </a:cubicBezTo>
                    <a:cubicBezTo>
                      <a:pt x="7812" y="210"/>
                      <a:pt x="7594" y="150"/>
                      <a:pt x="7382" y="101"/>
                    </a:cubicBezTo>
                    <a:cubicBezTo>
                      <a:pt x="7216" y="62"/>
                      <a:pt x="7028"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0"/>
              <p:cNvSpPr/>
              <p:nvPr/>
            </p:nvSpPr>
            <p:spPr>
              <a:xfrm>
                <a:off x="5530275" y="4618125"/>
                <a:ext cx="177075" cy="101175"/>
              </a:xfrm>
              <a:custGeom>
                <a:rect b="b" l="l" r="r" t="t"/>
                <a:pathLst>
                  <a:path extrusionOk="0" h="4047" w="7083">
                    <a:moveTo>
                      <a:pt x="5952" y="581"/>
                    </a:moveTo>
                    <a:cubicBezTo>
                      <a:pt x="6001" y="586"/>
                      <a:pt x="6045" y="592"/>
                      <a:pt x="6088" y="603"/>
                    </a:cubicBezTo>
                    <a:cubicBezTo>
                      <a:pt x="6229" y="635"/>
                      <a:pt x="6349" y="717"/>
                      <a:pt x="6490" y="749"/>
                    </a:cubicBezTo>
                    <a:cubicBezTo>
                      <a:pt x="6556" y="766"/>
                      <a:pt x="6615" y="793"/>
                      <a:pt x="6675" y="820"/>
                    </a:cubicBezTo>
                    <a:cubicBezTo>
                      <a:pt x="6708" y="831"/>
                      <a:pt x="6751" y="858"/>
                      <a:pt x="6789" y="874"/>
                    </a:cubicBezTo>
                    <a:cubicBezTo>
                      <a:pt x="6762" y="891"/>
                      <a:pt x="6740" y="907"/>
                      <a:pt x="6719" y="923"/>
                    </a:cubicBezTo>
                    <a:cubicBezTo>
                      <a:pt x="6653" y="972"/>
                      <a:pt x="6588" y="1021"/>
                      <a:pt x="6518" y="1059"/>
                    </a:cubicBezTo>
                    <a:cubicBezTo>
                      <a:pt x="6409" y="1130"/>
                      <a:pt x="6295" y="1190"/>
                      <a:pt x="6181" y="1250"/>
                    </a:cubicBezTo>
                    <a:cubicBezTo>
                      <a:pt x="6115" y="1271"/>
                      <a:pt x="6088" y="1315"/>
                      <a:pt x="6034" y="1353"/>
                    </a:cubicBezTo>
                    <a:cubicBezTo>
                      <a:pt x="6023" y="1358"/>
                      <a:pt x="6017" y="1364"/>
                      <a:pt x="6012" y="1369"/>
                    </a:cubicBezTo>
                    <a:cubicBezTo>
                      <a:pt x="6012" y="1369"/>
                      <a:pt x="6012" y="1364"/>
                      <a:pt x="6012" y="1364"/>
                    </a:cubicBezTo>
                    <a:cubicBezTo>
                      <a:pt x="5958" y="1239"/>
                      <a:pt x="5985" y="1076"/>
                      <a:pt x="5985" y="940"/>
                    </a:cubicBezTo>
                    <a:cubicBezTo>
                      <a:pt x="5985" y="820"/>
                      <a:pt x="5974" y="701"/>
                      <a:pt x="5952" y="581"/>
                    </a:cubicBezTo>
                    <a:close/>
                    <a:moveTo>
                      <a:pt x="4101" y="209"/>
                    </a:moveTo>
                    <a:cubicBezTo>
                      <a:pt x="4147" y="209"/>
                      <a:pt x="4192" y="217"/>
                      <a:pt x="4235" y="238"/>
                    </a:cubicBezTo>
                    <a:cubicBezTo>
                      <a:pt x="4316" y="260"/>
                      <a:pt x="4403" y="277"/>
                      <a:pt x="4485" y="293"/>
                    </a:cubicBezTo>
                    <a:cubicBezTo>
                      <a:pt x="4620" y="325"/>
                      <a:pt x="4756" y="353"/>
                      <a:pt x="4892" y="369"/>
                    </a:cubicBezTo>
                    <a:cubicBezTo>
                      <a:pt x="5006" y="380"/>
                      <a:pt x="5121" y="412"/>
                      <a:pt x="5229" y="434"/>
                    </a:cubicBezTo>
                    <a:cubicBezTo>
                      <a:pt x="5218" y="440"/>
                      <a:pt x="5208" y="445"/>
                      <a:pt x="5197" y="450"/>
                    </a:cubicBezTo>
                    <a:cubicBezTo>
                      <a:pt x="5148" y="478"/>
                      <a:pt x="5104" y="510"/>
                      <a:pt x="5055" y="537"/>
                    </a:cubicBezTo>
                    <a:cubicBezTo>
                      <a:pt x="4952" y="608"/>
                      <a:pt x="4843" y="662"/>
                      <a:pt x="4746" y="728"/>
                    </a:cubicBezTo>
                    <a:cubicBezTo>
                      <a:pt x="4550" y="864"/>
                      <a:pt x="4392" y="1027"/>
                      <a:pt x="4197" y="1152"/>
                    </a:cubicBezTo>
                    <a:cubicBezTo>
                      <a:pt x="4104" y="1217"/>
                      <a:pt x="4017" y="1288"/>
                      <a:pt x="3936" y="1364"/>
                    </a:cubicBezTo>
                    <a:cubicBezTo>
                      <a:pt x="3827" y="1445"/>
                      <a:pt x="3713" y="1510"/>
                      <a:pt x="3593" y="1570"/>
                    </a:cubicBezTo>
                    <a:cubicBezTo>
                      <a:pt x="3392" y="1684"/>
                      <a:pt x="3191" y="1820"/>
                      <a:pt x="2984" y="1940"/>
                    </a:cubicBezTo>
                    <a:cubicBezTo>
                      <a:pt x="2892" y="2000"/>
                      <a:pt x="2805" y="2059"/>
                      <a:pt x="2713" y="2114"/>
                    </a:cubicBezTo>
                    <a:cubicBezTo>
                      <a:pt x="2626" y="2168"/>
                      <a:pt x="2517" y="2206"/>
                      <a:pt x="2424" y="2255"/>
                    </a:cubicBezTo>
                    <a:cubicBezTo>
                      <a:pt x="2174" y="2369"/>
                      <a:pt x="1935" y="2500"/>
                      <a:pt x="1696" y="2641"/>
                    </a:cubicBezTo>
                    <a:cubicBezTo>
                      <a:pt x="1615" y="2695"/>
                      <a:pt x="1549" y="2766"/>
                      <a:pt x="1462" y="2810"/>
                    </a:cubicBezTo>
                    <a:cubicBezTo>
                      <a:pt x="1348" y="2875"/>
                      <a:pt x="1223" y="2924"/>
                      <a:pt x="1104" y="2989"/>
                    </a:cubicBezTo>
                    <a:cubicBezTo>
                      <a:pt x="913" y="3081"/>
                      <a:pt x="690" y="3136"/>
                      <a:pt x="533" y="3283"/>
                    </a:cubicBezTo>
                    <a:cubicBezTo>
                      <a:pt x="510" y="3300"/>
                      <a:pt x="532" y="3337"/>
                      <a:pt x="556" y="3337"/>
                    </a:cubicBezTo>
                    <a:cubicBezTo>
                      <a:pt x="561" y="3337"/>
                      <a:pt x="566" y="3335"/>
                      <a:pt x="571" y="3331"/>
                    </a:cubicBezTo>
                    <a:cubicBezTo>
                      <a:pt x="756" y="3196"/>
                      <a:pt x="984" y="3130"/>
                      <a:pt x="1191" y="3032"/>
                    </a:cubicBezTo>
                    <a:cubicBezTo>
                      <a:pt x="1305" y="2973"/>
                      <a:pt x="1424" y="2929"/>
                      <a:pt x="1538" y="2864"/>
                    </a:cubicBezTo>
                    <a:cubicBezTo>
                      <a:pt x="1636" y="2810"/>
                      <a:pt x="1707" y="2728"/>
                      <a:pt x="1805" y="2674"/>
                    </a:cubicBezTo>
                    <a:cubicBezTo>
                      <a:pt x="2049" y="2538"/>
                      <a:pt x="2299" y="2407"/>
                      <a:pt x="2549" y="2271"/>
                    </a:cubicBezTo>
                    <a:cubicBezTo>
                      <a:pt x="2626" y="2233"/>
                      <a:pt x="2702" y="2190"/>
                      <a:pt x="2778" y="2136"/>
                    </a:cubicBezTo>
                    <a:cubicBezTo>
                      <a:pt x="2876" y="2059"/>
                      <a:pt x="2990" y="2016"/>
                      <a:pt x="3088" y="1940"/>
                    </a:cubicBezTo>
                    <a:cubicBezTo>
                      <a:pt x="3283" y="1793"/>
                      <a:pt x="3484" y="1668"/>
                      <a:pt x="3702" y="1559"/>
                    </a:cubicBezTo>
                    <a:cubicBezTo>
                      <a:pt x="3800" y="1516"/>
                      <a:pt x="3887" y="1462"/>
                      <a:pt x="3968" y="1391"/>
                    </a:cubicBezTo>
                    <a:cubicBezTo>
                      <a:pt x="4077" y="1304"/>
                      <a:pt x="4191" y="1222"/>
                      <a:pt x="4316" y="1152"/>
                    </a:cubicBezTo>
                    <a:cubicBezTo>
                      <a:pt x="4419" y="1086"/>
                      <a:pt x="4501" y="999"/>
                      <a:pt x="4604" y="934"/>
                    </a:cubicBezTo>
                    <a:cubicBezTo>
                      <a:pt x="4702" y="869"/>
                      <a:pt x="4816" y="809"/>
                      <a:pt x="4925" y="749"/>
                    </a:cubicBezTo>
                    <a:cubicBezTo>
                      <a:pt x="5028" y="690"/>
                      <a:pt x="5121" y="624"/>
                      <a:pt x="5224" y="565"/>
                    </a:cubicBezTo>
                    <a:cubicBezTo>
                      <a:pt x="5278" y="532"/>
                      <a:pt x="5349" y="516"/>
                      <a:pt x="5387" y="461"/>
                    </a:cubicBezTo>
                    <a:cubicBezTo>
                      <a:pt x="5441" y="472"/>
                      <a:pt x="5501" y="478"/>
                      <a:pt x="5561" y="489"/>
                    </a:cubicBezTo>
                    <a:cubicBezTo>
                      <a:pt x="5566" y="516"/>
                      <a:pt x="5588" y="537"/>
                      <a:pt x="5615" y="548"/>
                    </a:cubicBezTo>
                    <a:lnTo>
                      <a:pt x="5648" y="559"/>
                    </a:lnTo>
                    <a:cubicBezTo>
                      <a:pt x="5621" y="575"/>
                      <a:pt x="5594" y="586"/>
                      <a:pt x="5588" y="592"/>
                    </a:cubicBezTo>
                    <a:cubicBezTo>
                      <a:pt x="5490" y="662"/>
                      <a:pt x="5414" y="744"/>
                      <a:pt x="5316" y="809"/>
                    </a:cubicBezTo>
                    <a:cubicBezTo>
                      <a:pt x="5121" y="929"/>
                      <a:pt x="4909" y="1027"/>
                      <a:pt x="4724" y="1168"/>
                    </a:cubicBezTo>
                    <a:cubicBezTo>
                      <a:pt x="4626" y="1239"/>
                      <a:pt x="4506" y="1271"/>
                      <a:pt x="4403" y="1337"/>
                    </a:cubicBezTo>
                    <a:cubicBezTo>
                      <a:pt x="4300" y="1396"/>
                      <a:pt x="4175" y="1472"/>
                      <a:pt x="4061" y="1538"/>
                    </a:cubicBezTo>
                    <a:cubicBezTo>
                      <a:pt x="3946" y="1603"/>
                      <a:pt x="3838" y="1668"/>
                      <a:pt x="3729" y="1744"/>
                    </a:cubicBezTo>
                    <a:cubicBezTo>
                      <a:pt x="3642" y="1809"/>
                      <a:pt x="3550" y="1869"/>
                      <a:pt x="3452" y="1924"/>
                    </a:cubicBezTo>
                    <a:cubicBezTo>
                      <a:pt x="3251" y="2021"/>
                      <a:pt x="3055" y="2152"/>
                      <a:pt x="2854" y="2261"/>
                    </a:cubicBezTo>
                    <a:cubicBezTo>
                      <a:pt x="2734" y="2320"/>
                      <a:pt x="2615" y="2391"/>
                      <a:pt x="2506" y="2473"/>
                    </a:cubicBezTo>
                    <a:cubicBezTo>
                      <a:pt x="2408" y="2543"/>
                      <a:pt x="2305" y="2592"/>
                      <a:pt x="2202" y="2657"/>
                    </a:cubicBezTo>
                    <a:cubicBezTo>
                      <a:pt x="1984" y="2793"/>
                      <a:pt x="1756" y="2918"/>
                      <a:pt x="1533" y="3043"/>
                    </a:cubicBezTo>
                    <a:cubicBezTo>
                      <a:pt x="1413" y="3103"/>
                      <a:pt x="1305" y="3168"/>
                      <a:pt x="1196" y="3244"/>
                    </a:cubicBezTo>
                    <a:cubicBezTo>
                      <a:pt x="1180" y="3255"/>
                      <a:pt x="1169" y="3266"/>
                      <a:pt x="1152" y="3277"/>
                    </a:cubicBezTo>
                    <a:cubicBezTo>
                      <a:pt x="1125" y="3288"/>
                      <a:pt x="1098" y="3299"/>
                      <a:pt x="1071" y="3315"/>
                    </a:cubicBezTo>
                    <a:cubicBezTo>
                      <a:pt x="971" y="3345"/>
                      <a:pt x="872" y="3362"/>
                      <a:pt x="772" y="3362"/>
                    </a:cubicBezTo>
                    <a:cubicBezTo>
                      <a:pt x="747" y="3362"/>
                      <a:pt x="721" y="3361"/>
                      <a:pt x="696" y="3359"/>
                    </a:cubicBezTo>
                    <a:lnTo>
                      <a:pt x="690" y="3359"/>
                    </a:lnTo>
                    <a:cubicBezTo>
                      <a:pt x="674" y="3360"/>
                      <a:pt x="658" y="3361"/>
                      <a:pt x="642" y="3361"/>
                    </a:cubicBezTo>
                    <a:cubicBezTo>
                      <a:pt x="546" y="3361"/>
                      <a:pt x="454" y="3333"/>
                      <a:pt x="375" y="3277"/>
                    </a:cubicBezTo>
                    <a:cubicBezTo>
                      <a:pt x="277" y="3201"/>
                      <a:pt x="272" y="3060"/>
                      <a:pt x="250" y="2945"/>
                    </a:cubicBezTo>
                    <a:cubicBezTo>
                      <a:pt x="218" y="2695"/>
                      <a:pt x="364" y="2451"/>
                      <a:pt x="495" y="2255"/>
                    </a:cubicBezTo>
                    <a:cubicBezTo>
                      <a:pt x="571" y="2146"/>
                      <a:pt x="685" y="2070"/>
                      <a:pt x="783" y="1983"/>
                    </a:cubicBezTo>
                    <a:cubicBezTo>
                      <a:pt x="897" y="1880"/>
                      <a:pt x="1022" y="1793"/>
                      <a:pt x="1152" y="1706"/>
                    </a:cubicBezTo>
                    <a:cubicBezTo>
                      <a:pt x="1256" y="1630"/>
                      <a:pt x="1370" y="1587"/>
                      <a:pt x="1479" y="1521"/>
                    </a:cubicBezTo>
                    <a:cubicBezTo>
                      <a:pt x="1598" y="1456"/>
                      <a:pt x="1712" y="1369"/>
                      <a:pt x="1837" y="1304"/>
                    </a:cubicBezTo>
                    <a:cubicBezTo>
                      <a:pt x="2082" y="1168"/>
                      <a:pt x="2332" y="1065"/>
                      <a:pt x="2593" y="956"/>
                    </a:cubicBezTo>
                    <a:cubicBezTo>
                      <a:pt x="2832" y="858"/>
                      <a:pt x="3055" y="717"/>
                      <a:pt x="3283" y="603"/>
                    </a:cubicBezTo>
                    <a:cubicBezTo>
                      <a:pt x="3408" y="543"/>
                      <a:pt x="3528" y="478"/>
                      <a:pt x="3647" y="412"/>
                    </a:cubicBezTo>
                    <a:cubicBezTo>
                      <a:pt x="3767" y="347"/>
                      <a:pt x="3919" y="238"/>
                      <a:pt x="4061" y="211"/>
                    </a:cubicBezTo>
                    <a:cubicBezTo>
                      <a:pt x="4074" y="210"/>
                      <a:pt x="4087" y="209"/>
                      <a:pt x="4101" y="209"/>
                    </a:cubicBezTo>
                    <a:close/>
                    <a:moveTo>
                      <a:pt x="5811" y="673"/>
                    </a:moveTo>
                    <a:lnTo>
                      <a:pt x="5811" y="673"/>
                    </a:lnTo>
                    <a:cubicBezTo>
                      <a:pt x="5800" y="804"/>
                      <a:pt x="5795" y="934"/>
                      <a:pt x="5795" y="1065"/>
                    </a:cubicBezTo>
                    <a:cubicBezTo>
                      <a:pt x="5795" y="1184"/>
                      <a:pt x="5762" y="1353"/>
                      <a:pt x="5849" y="1456"/>
                    </a:cubicBezTo>
                    <a:cubicBezTo>
                      <a:pt x="5621" y="1597"/>
                      <a:pt x="5360" y="1690"/>
                      <a:pt x="5131" y="1831"/>
                    </a:cubicBezTo>
                    <a:lnTo>
                      <a:pt x="5137" y="1826"/>
                    </a:lnTo>
                    <a:lnTo>
                      <a:pt x="5137" y="1826"/>
                    </a:lnTo>
                    <a:cubicBezTo>
                      <a:pt x="5028" y="1896"/>
                      <a:pt x="4898" y="1967"/>
                      <a:pt x="4784" y="2027"/>
                    </a:cubicBezTo>
                    <a:cubicBezTo>
                      <a:pt x="4664" y="2087"/>
                      <a:pt x="4566" y="2163"/>
                      <a:pt x="4447" y="2228"/>
                    </a:cubicBezTo>
                    <a:cubicBezTo>
                      <a:pt x="4332" y="2293"/>
                      <a:pt x="4224" y="2391"/>
                      <a:pt x="4110" y="2462"/>
                    </a:cubicBezTo>
                    <a:cubicBezTo>
                      <a:pt x="3974" y="2543"/>
                      <a:pt x="3838" y="2636"/>
                      <a:pt x="3718" y="2734"/>
                    </a:cubicBezTo>
                    <a:cubicBezTo>
                      <a:pt x="3490" y="2907"/>
                      <a:pt x="3262" y="3071"/>
                      <a:pt x="3028" y="3239"/>
                    </a:cubicBezTo>
                    <a:cubicBezTo>
                      <a:pt x="2908" y="3321"/>
                      <a:pt x="2810" y="3435"/>
                      <a:pt x="2680" y="3511"/>
                    </a:cubicBezTo>
                    <a:cubicBezTo>
                      <a:pt x="2549" y="3581"/>
                      <a:pt x="2414" y="3679"/>
                      <a:pt x="2272" y="3755"/>
                    </a:cubicBezTo>
                    <a:cubicBezTo>
                      <a:pt x="2202" y="3799"/>
                      <a:pt x="2120" y="3837"/>
                      <a:pt x="2038" y="3864"/>
                    </a:cubicBezTo>
                    <a:cubicBezTo>
                      <a:pt x="2025" y="3866"/>
                      <a:pt x="2013" y="3867"/>
                      <a:pt x="2001" y="3867"/>
                    </a:cubicBezTo>
                    <a:cubicBezTo>
                      <a:pt x="1925" y="3867"/>
                      <a:pt x="1876" y="3826"/>
                      <a:pt x="1810" y="3793"/>
                    </a:cubicBezTo>
                    <a:cubicBezTo>
                      <a:pt x="1729" y="3755"/>
                      <a:pt x="1625" y="3739"/>
                      <a:pt x="1538" y="3701"/>
                    </a:cubicBezTo>
                    <a:cubicBezTo>
                      <a:pt x="1468" y="3663"/>
                      <a:pt x="1392" y="3636"/>
                      <a:pt x="1316" y="3609"/>
                    </a:cubicBezTo>
                    <a:cubicBezTo>
                      <a:pt x="1245" y="3587"/>
                      <a:pt x="1169" y="3560"/>
                      <a:pt x="1098" y="3533"/>
                    </a:cubicBezTo>
                    <a:lnTo>
                      <a:pt x="1104" y="3533"/>
                    </a:lnTo>
                    <a:cubicBezTo>
                      <a:pt x="1142" y="3511"/>
                      <a:pt x="1223" y="3424"/>
                      <a:pt x="1261" y="3424"/>
                    </a:cubicBezTo>
                    <a:cubicBezTo>
                      <a:pt x="1294" y="3418"/>
                      <a:pt x="1326" y="3391"/>
                      <a:pt x="1337" y="3359"/>
                    </a:cubicBezTo>
                    <a:cubicBezTo>
                      <a:pt x="1364" y="3342"/>
                      <a:pt x="1397" y="3326"/>
                      <a:pt x="1424" y="3310"/>
                    </a:cubicBezTo>
                    <a:cubicBezTo>
                      <a:pt x="1615" y="3217"/>
                      <a:pt x="1799" y="3114"/>
                      <a:pt x="1990" y="3022"/>
                    </a:cubicBezTo>
                    <a:cubicBezTo>
                      <a:pt x="2174" y="2924"/>
                      <a:pt x="2359" y="2820"/>
                      <a:pt x="2533" y="2712"/>
                    </a:cubicBezTo>
                    <a:cubicBezTo>
                      <a:pt x="2626" y="2652"/>
                      <a:pt x="2707" y="2581"/>
                      <a:pt x="2800" y="2527"/>
                    </a:cubicBezTo>
                    <a:cubicBezTo>
                      <a:pt x="2892" y="2467"/>
                      <a:pt x="2995" y="2418"/>
                      <a:pt x="3093" y="2358"/>
                    </a:cubicBezTo>
                    <a:cubicBezTo>
                      <a:pt x="3256" y="2261"/>
                      <a:pt x="3425" y="2174"/>
                      <a:pt x="3588" y="2081"/>
                    </a:cubicBezTo>
                    <a:cubicBezTo>
                      <a:pt x="3773" y="1983"/>
                      <a:pt x="3930" y="1842"/>
                      <a:pt x="4110" y="1744"/>
                    </a:cubicBezTo>
                    <a:cubicBezTo>
                      <a:pt x="4305" y="1635"/>
                      <a:pt x="4485" y="1505"/>
                      <a:pt x="4691" y="1423"/>
                    </a:cubicBezTo>
                    <a:cubicBezTo>
                      <a:pt x="4767" y="1385"/>
                      <a:pt x="4832" y="1342"/>
                      <a:pt x="4898" y="1288"/>
                    </a:cubicBezTo>
                    <a:cubicBezTo>
                      <a:pt x="4985" y="1228"/>
                      <a:pt x="5072" y="1173"/>
                      <a:pt x="5159" y="1119"/>
                    </a:cubicBezTo>
                    <a:cubicBezTo>
                      <a:pt x="5246" y="1065"/>
                      <a:pt x="5354" y="1005"/>
                      <a:pt x="5441" y="940"/>
                    </a:cubicBezTo>
                    <a:cubicBezTo>
                      <a:pt x="5534" y="874"/>
                      <a:pt x="5599" y="809"/>
                      <a:pt x="5686" y="755"/>
                    </a:cubicBezTo>
                    <a:cubicBezTo>
                      <a:pt x="5724" y="728"/>
                      <a:pt x="5767" y="706"/>
                      <a:pt x="5811" y="673"/>
                    </a:cubicBezTo>
                    <a:close/>
                    <a:moveTo>
                      <a:pt x="4103" y="0"/>
                    </a:moveTo>
                    <a:cubicBezTo>
                      <a:pt x="3989" y="0"/>
                      <a:pt x="3903" y="51"/>
                      <a:pt x="3805" y="97"/>
                    </a:cubicBezTo>
                    <a:cubicBezTo>
                      <a:pt x="3653" y="168"/>
                      <a:pt x="3512" y="255"/>
                      <a:pt x="3359" y="331"/>
                    </a:cubicBezTo>
                    <a:cubicBezTo>
                      <a:pt x="3077" y="483"/>
                      <a:pt x="2789" y="652"/>
                      <a:pt x="2495" y="777"/>
                    </a:cubicBezTo>
                    <a:cubicBezTo>
                      <a:pt x="2207" y="891"/>
                      <a:pt x="1930" y="1021"/>
                      <a:pt x="1658" y="1168"/>
                    </a:cubicBezTo>
                    <a:cubicBezTo>
                      <a:pt x="1533" y="1239"/>
                      <a:pt x="1413" y="1337"/>
                      <a:pt x="1277" y="1391"/>
                    </a:cubicBezTo>
                    <a:cubicBezTo>
                      <a:pt x="1131" y="1462"/>
                      <a:pt x="995" y="1548"/>
                      <a:pt x="870" y="1652"/>
                    </a:cubicBezTo>
                    <a:cubicBezTo>
                      <a:pt x="750" y="1739"/>
                      <a:pt x="636" y="1837"/>
                      <a:pt x="522" y="1934"/>
                    </a:cubicBezTo>
                    <a:cubicBezTo>
                      <a:pt x="413" y="2032"/>
                      <a:pt x="321" y="2141"/>
                      <a:pt x="239" y="2261"/>
                    </a:cubicBezTo>
                    <a:cubicBezTo>
                      <a:pt x="103" y="2440"/>
                      <a:pt x="0" y="2750"/>
                      <a:pt x="38" y="2984"/>
                    </a:cubicBezTo>
                    <a:cubicBezTo>
                      <a:pt x="54" y="3114"/>
                      <a:pt x="60" y="3266"/>
                      <a:pt x="141" y="3375"/>
                    </a:cubicBezTo>
                    <a:cubicBezTo>
                      <a:pt x="223" y="3473"/>
                      <a:pt x="337" y="3549"/>
                      <a:pt x="462" y="3576"/>
                    </a:cubicBezTo>
                    <a:cubicBezTo>
                      <a:pt x="547" y="3596"/>
                      <a:pt x="631" y="3607"/>
                      <a:pt x="716" y="3607"/>
                    </a:cubicBezTo>
                    <a:cubicBezTo>
                      <a:pt x="746" y="3607"/>
                      <a:pt x="775" y="3606"/>
                      <a:pt x="805" y="3603"/>
                    </a:cubicBezTo>
                    <a:cubicBezTo>
                      <a:pt x="837" y="3620"/>
                      <a:pt x="870" y="3636"/>
                      <a:pt x="902" y="3658"/>
                    </a:cubicBezTo>
                    <a:cubicBezTo>
                      <a:pt x="1049" y="3739"/>
                      <a:pt x="1212" y="3772"/>
                      <a:pt x="1364" y="3842"/>
                    </a:cubicBezTo>
                    <a:cubicBezTo>
                      <a:pt x="1506" y="3908"/>
                      <a:pt x="1658" y="3940"/>
                      <a:pt x="1799" y="4005"/>
                    </a:cubicBezTo>
                    <a:cubicBezTo>
                      <a:pt x="1859" y="4033"/>
                      <a:pt x="1923" y="4046"/>
                      <a:pt x="1986" y="4046"/>
                    </a:cubicBezTo>
                    <a:cubicBezTo>
                      <a:pt x="2049" y="4046"/>
                      <a:pt x="2112" y="4033"/>
                      <a:pt x="2169" y="4005"/>
                    </a:cubicBezTo>
                    <a:cubicBezTo>
                      <a:pt x="2446" y="3853"/>
                      <a:pt x="2713" y="3685"/>
                      <a:pt x="2968" y="3500"/>
                    </a:cubicBezTo>
                    <a:cubicBezTo>
                      <a:pt x="3223" y="3272"/>
                      <a:pt x="3517" y="3081"/>
                      <a:pt x="3794" y="2875"/>
                    </a:cubicBezTo>
                    <a:cubicBezTo>
                      <a:pt x="3919" y="2777"/>
                      <a:pt x="4050" y="2690"/>
                      <a:pt x="4186" y="2608"/>
                    </a:cubicBezTo>
                    <a:cubicBezTo>
                      <a:pt x="4322" y="2527"/>
                      <a:pt x="4452" y="2429"/>
                      <a:pt x="4588" y="2348"/>
                    </a:cubicBezTo>
                    <a:cubicBezTo>
                      <a:pt x="4642" y="2315"/>
                      <a:pt x="4686" y="2271"/>
                      <a:pt x="4740" y="2233"/>
                    </a:cubicBezTo>
                    <a:cubicBezTo>
                      <a:pt x="4794" y="2201"/>
                      <a:pt x="4871" y="2179"/>
                      <a:pt x="4936" y="2141"/>
                    </a:cubicBezTo>
                    <a:cubicBezTo>
                      <a:pt x="5072" y="2059"/>
                      <a:pt x="5213" y="1983"/>
                      <a:pt x="5360" y="1918"/>
                    </a:cubicBezTo>
                    <a:cubicBezTo>
                      <a:pt x="5414" y="1891"/>
                      <a:pt x="5474" y="1853"/>
                      <a:pt x="5528" y="1815"/>
                    </a:cubicBezTo>
                    <a:cubicBezTo>
                      <a:pt x="5599" y="1777"/>
                      <a:pt x="5675" y="1744"/>
                      <a:pt x="5751" y="1706"/>
                    </a:cubicBezTo>
                    <a:cubicBezTo>
                      <a:pt x="5822" y="1674"/>
                      <a:pt x="5887" y="1646"/>
                      <a:pt x="5947" y="1608"/>
                    </a:cubicBezTo>
                    <a:cubicBezTo>
                      <a:pt x="6017" y="1576"/>
                      <a:pt x="6088" y="1538"/>
                      <a:pt x="6159" y="1494"/>
                    </a:cubicBezTo>
                    <a:cubicBezTo>
                      <a:pt x="6257" y="1418"/>
                      <a:pt x="6376" y="1364"/>
                      <a:pt x="6480" y="1293"/>
                    </a:cubicBezTo>
                    <a:cubicBezTo>
                      <a:pt x="6615" y="1211"/>
                      <a:pt x="6751" y="1135"/>
                      <a:pt x="6882" y="1048"/>
                    </a:cubicBezTo>
                    <a:cubicBezTo>
                      <a:pt x="6969" y="983"/>
                      <a:pt x="7083" y="880"/>
                      <a:pt x="6991" y="771"/>
                    </a:cubicBezTo>
                    <a:lnTo>
                      <a:pt x="6996" y="766"/>
                    </a:lnTo>
                    <a:cubicBezTo>
                      <a:pt x="6936" y="690"/>
                      <a:pt x="6762" y="635"/>
                      <a:pt x="6675" y="603"/>
                    </a:cubicBezTo>
                    <a:cubicBezTo>
                      <a:pt x="6583" y="575"/>
                      <a:pt x="6501" y="543"/>
                      <a:pt x="6414" y="505"/>
                    </a:cubicBezTo>
                    <a:cubicBezTo>
                      <a:pt x="6344" y="461"/>
                      <a:pt x="6268" y="423"/>
                      <a:pt x="6191" y="396"/>
                    </a:cubicBezTo>
                    <a:cubicBezTo>
                      <a:pt x="6096" y="366"/>
                      <a:pt x="5994" y="349"/>
                      <a:pt x="5893" y="349"/>
                    </a:cubicBezTo>
                    <a:cubicBezTo>
                      <a:pt x="5868" y="349"/>
                      <a:pt x="5842" y="350"/>
                      <a:pt x="5816" y="353"/>
                    </a:cubicBezTo>
                    <a:cubicBezTo>
                      <a:pt x="5572" y="266"/>
                      <a:pt x="5295" y="238"/>
                      <a:pt x="5044" y="190"/>
                    </a:cubicBezTo>
                    <a:cubicBezTo>
                      <a:pt x="4892" y="162"/>
                      <a:pt x="4740" y="151"/>
                      <a:pt x="4593" y="113"/>
                    </a:cubicBezTo>
                    <a:cubicBezTo>
                      <a:pt x="4441" y="75"/>
                      <a:pt x="4305" y="26"/>
                      <a:pt x="4164" y="5"/>
                    </a:cubicBezTo>
                    <a:cubicBezTo>
                      <a:pt x="4143" y="2"/>
                      <a:pt x="4123" y="0"/>
                      <a:pt x="4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20"/>
              <p:cNvSpPr/>
              <p:nvPr/>
            </p:nvSpPr>
            <p:spPr>
              <a:xfrm>
                <a:off x="5593325" y="4639750"/>
                <a:ext cx="27750" cy="23025"/>
              </a:xfrm>
              <a:custGeom>
                <a:rect b="b" l="l" r="r" t="t"/>
                <a:pathLst>
                  <a:path extrusionOk="0" h="921" w="1110">
                    <a:moveTo>
                      <a:pt x="528" y="189"/>
                    </a:moveTo>
                    <a:cubicBezTo>
                      <a:pt x="553" y="193"/>
                      <a:pt x="579" y="194"/>
                      <a:pt x="605" y="194"/>
                    </a:cubicBezTo>
                    <a:cubicBezTo>
                      <a:pt x="630" y="194"/>
                      <a:pt x="656" y="193"/>
                      <a:pt x="681" y="193"/>
                    </a:cubicBezTo>
                    <a:cubicBezTo>
                      <a:pt x="765" y="193"/>
                      <a:pt x="843" y="204"/>
                      <a:pt x="897" y="303"/>
                    </a:cubicBezTo>
                    <a:cubicBezTo>
                      <a:pt x="1000" y="482"/>
                      <a:pt x="794" y="635"/>
                      <a:pt x="647" y="700"/>
                    </a:cubicBezTo>
                    <a:cubicBezTo>
                      <a:pt x="577" y="733"/>
                      <a:pt x="503" y="749"/>
                      <a:pt x="428" y="749"/>
                    </a:cubicBezTo>
                    <a:cubicBezTo>
                      <a:pt x="392" y="749"/>
                      <a:pt x="356" y="745"/>
                      <a:pt x="321" y="738"/>
                    </a:cubicBezTo>
                    <a:cubicBezTo>
                      <a:pt x="169" y="683"/>
                      <a:pt x="169" y="488"/>
                      <a:pt x="261" y="385"/>
                    </a:cubicBezTo>
                    <a:cubicBezTo>
                      <a:pt x="332" y="314"/>
                      <a:pt x="408" y="254"/>
                      <a:pt x="495" y="205"/>
                    </a:cubicBezTo>
                    <a:lnTo>
                      <a:pt x="528" y="189"/>
                    </a:lnTo>
                    <a:close/>
                    <a:moveTo>
                      <a:pt x="758" y="1"/>
                    </a:moveTo>
                    <a:cubicBezTo>
                      <a:pt x="694" y="1"/>
                      <a:pt x="635" y="27"/>
                      <a:pt x="576" y="58"/>
                    </a:cubicBezTo>
                    <a:cubicBezTo>
                      <a:pt x="495" y="58"/>
                      <a:pt x="413" y="75"/>
                      <a:pt x="343" y="113"/>
                    </a:cubicBezTo>
                    <a:cubicBezTo>
                      <a:pt x="207" y="183"/>
                      <a:pt x="71" y="308"/>
                      <a:pt x="27" y="455"/>
                    </a:cubicBezTo>
                    <a:cubicBezTo>
                      <a:pt x="0" y="602"/>
                      <a:pt x="55" y="749"/>
                      <a:pt x="163" y="847"/>
                    </a:cubicBezTo>
                    <a:cubicBezTo>
                      <a:pt x="225" y="902"/>
                      <a:pt x="314" y="921"/>
                      <a:pt x="404" y="921"/>
                    </a:cubicBezTo>
                    <a:cubicBezTo>
                      <a:pt x="473" y="921"/>
                      <a:pt x="542" y="910"/>
                      <a:pt x="598" y="895"/>
                    </a:cubicBezTo>
                    <a:cubicBezTo>
                      <a:pt x="745" y="857"/>
                      <a:pt x="875" y="787"/>
                      <a:pt x="990" y="683"/>
                    </a:cubicBezTo>
                    <a:cubicBezTo>
                      <a:pt x="1071" y="591"/>
                      <a:pt x="1109" y="466"/>
                      <a:pt x="1098" y="341"/>
                    </a:cubicBezTo>
                    <a:lnTo>
                      <a:pt x="1098" y="341"/>
                    </a:lnTo>
                    <a:lnTo>
                      <a:pt x="1098" y="346"/>
                    </a:lnTo>
                    <a:cubicBezTo>
                      <a:pt x="1077" y="216"/>
                      <a:pt x="990" y="96"/>
                      <a:pt x="875" y="31"/>
                    </a:cubicBezTo>
                    <a:cubicBezTo>
                      <a:pt x="834" y="9"/>
                      <a:pt x="795" y="1"/>
                      <a:pt x="7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20"/>
              <p:cNvSpPr/>
              <p:nvPr/>
            </p:nvSpPr>
            <p:spPr>
              <a:xfrm>
                <a:off x="5523050" y="4731975"/>
                <a:ext cx="52500" cy="58575"/>
              </a:xfrm>
              <a:custGeom>
                <a:rect b="b" l="l" r="r" t="t"/>
                <a:pathLst>
                  <a:path extrusionOk="0" h="2343" w="2100">
                    <a:moveTo>
                      <a:pt x="800" y="174"/>
                    </a:moveTo>
                    <a:cubicBezTo>
                      <a:pt x="822" y="180"/>
                      <a:pt x="844" y="207"/>
                      <a:pt x="865" y="218"/>
                    </a:cubicBezTo>
                    <a:cubicBezTo>
                      <a:pt x="903" y="229"/>
                      <a:pt x="936" y="234"/>
                      <a:pt x="974" y="234"/>
                    </a:cubicBezTo>
                    <a:cubicBezTo>
                      <a:pt x="1023" y="251"/>
                      <a:pt x="1066" y="272"/>
                      <a:pt x="1115" y="289"/>
                    </a:cubicBezTo>
                    <a:cubicBezTo>
                      <a:pt x="1202" y="310"/>
                      <a:pt x="1284" y="343"/>
                      <a:pt x="1360" y="376"/>
                    </a:cubicBezTo>
                    <a:cubicBezTo>
                      <a:pt x="1436" y="424"/>
                      <a:pt x="1507" y="490"/>
                      <a:pt x="1583" y="544"/>
                    </a:cubicBezTo>
                    <a:cubicBezTo>
                      <a:pt x="1724" y="658"/>
                      <a:pt x="1860" y="805"/>
                      <a:pt x="1882" y="995"/>
                    </a:cubicBezTo>
                    <a:cubicBezTo>
                      <a:pt x="1887" y="1088"/>
                      <a:pt x="1887" y="1175"/>
                      <a:pt x="1882" y="1267"/>
                    </a:cubicBezTo>
                    <a:cubicBezTo>
                      <a:pt x="1876" y="1365"/>
                      <a:pt x="1860" y="1452"/>
                      <a:pt x="1822" y="1539"/>
                    </a:cubicBezTo>
                    <a:cubicBezTo>
                      <a:pt x="1800" y="1615"/>
                      <a:pt x="1773" y="1686"/>
                      <a:pt x="1757" y="1762"/>
                    </a:cubicBezTo>
                    <a:cubicBezTo>
                      <a:pt x="1724" y="1854"/>
                      <a:pt x="1664" y="1936"/>
                      <a:pt x="1583" y="1985"/>
                    </a:cubicBezTo>
                    <a:cubicBezTo>
                      <a:pt x="1474" y="2058"/>
                      <a:pt x="1350" y="2095"/>
                      <a:pt x="1225" y="2095"/>
                    </a:cubicBezTo>
                    <a:cubicBezTo>
                      <a:pt x="1155" y="2095"/>
                      <a:pt x="1085" y="2084"/>
                      <a:pt x="1017" y="2061"/>
                    </a:cubicBezTo>
                    <a:cubicBezTo>
                      <a:pt x="838" y="2012"/>
                      <a:pt x="648" y="1952"/>
                      <a:pt x="523" y="1805"/>
                    </a:cubicBezTo>
                    <a:cubicBezTo>
                      <a:pt x="398" y="1653"/>
                      <a:pt x="316" y="1468"/>
                      <a:pt x="295" y="1272"/>
                    </a:cubicBezTo>
                    <a:cubicBezTo>
                      <a:pt x="256" y="1044"/>
                      <a:pt x="267" y="789"/>
                      <a:pt x="387" y="588"/>
                    </a:cubicBezTo>
                    <a:cubicBezTo>
                      <a:pt x="496" y="408"/>
                      <a:pt x="599" y="256"/>
                      <a:pt x="784" y="174"/>
                    </a:cubicBezTo>
                    <a:close/>
                    <a:moveTo>
                      <a:pt x="851" y="0"/>
                    </a:moveTo>
                    <a:cubicBezTo>
                      <a:pt x="815" y="0"/>
                      <a:pt x="779" y="7"/>
                      <a:pt x="746" y="22"/>
                    </a:cubicBezTo>
                    <a:cubicBezTo>
                      <a:pt x="561" y="33"/>
                      <a:pt x="392" y="136"/>
                      <a:pt x="295" y="289"/>
                    </a:cubicBezTo>
                    <a:cubicBezTo>
                      <a:pt x="159" y="501"/>
                      <a:pt x="50" y="707"/>
                      <a:pt x="34" y="968"/>
                    </a:cubicBezTo>
                    <a:cubicBezTo>
                      <a:pt x="1" y="1457"/>
                      <a:pt x="208" y="2039"/>
                      <a:pt x="697" y="2229"/>
                    </a:cubicBezTo>
                    <a:cubicBezTo>
                      <a:pt x="864" y="2291"/>
                      <a:pt x="1048" y="2343"/>
                      <a:pt x="1229" y="2343"/>
                    </a:cubicBezTo>
                    <a:cubicBezTo>
                      <a:pt x="1301" y="2343"/>
                      <a:pt x="1372" y="2335"/>
                      <a:pt x="1441" y="2316"/>
                    </a:cubicBezTo>
                    <a:cubicBezTo>
                      <a:pt x="1648" y="2256"/>
                      <a:pt x="1882" y="2099"/>
                      <a:pt x="1952" y="1892"/>
                    </a:cubicBezTo>
                    <a:cubicBezTo>
                      <a:pt x="1985" y="1789"/>
                      <a:pt x="1996" y="1680"/>
                      <a:pt x="2034" y="1577"/>
                    </a:cubicBezTo>
                    <a:cubicBezTo>
                      <a:pt x="2050" y="1533"/>
                      <a:pt x="2067" y="1490"/>
                      <a:pt x="2077" y="1441"/>
                    </a:cubicBezTo>
                    <a:cubicBezTo>
                      <a:pt x="2083" y="1381"/>
                      <a:pt x="2083" y="1316"/>
                      <a:pt x="2077" y="1251"/>
                    </a:cubicBezTo>
                    <a:cubicBezTo>
                      <a:pt x="2077" y="1131"/>
                      <a:pt x="2099" y="1012"/>
                      <a:pt x="2067" y="897"/>
                    </a:cubicBezTo>
                    <a:lnTo>
                      <a:pt x="2067" y="892"/>
                    </a:lnTo>
                    <a:cubicBezTo>
                      <a:pt x="2039" y="783"/>
                      <a:pt x="1990" y="675"/>
                      <a:pt x="1925" y="577"/>
                    </a:cubicBezTo>
                    <a:cubicBezTo>
                      <a:pt x="1784" y="381"/>
                      <a:pt x="1539" y="174"/>
                      <a:pt x="1306" y="109"/>
                    </a:cubicBezTo>
                    <a:cubicBezTo>
                      <a:pt x="1181" y="77"/>
                      <a:pt x="1066" y="33"/>
                      <a:pt x="936" y="11"/>
                    </a:cubicBezTo>
                    <a:cubicBezTo>
                      <a:pt x="907" y="4"/>
                      <a:pt x="879" y="0"/>
                      <a:pt x="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20"/>
              <p:cNvSpPr/>
              <p:nvPr/>
            </p:nvSpPr>
            <p:spPr>
              <a:xfrm>
                <a:off x="5611400" y="4777350"/>
                <a:ext cx="6625" cy="13325"/>
              </a:xfrm>
              <a:custGeom>
                <a:rect b="b" l="l" r="r" t="t"/>
                <a:pathLst>
                  <a:path extrusionOk="0" h="533" w="265">
                    <a:moveTo>
                      <a:pt x="119" y="0"/>
                    </a:moveTo>
                    <a:cubicBezTo>
                      <a:pt x="116" y="0"/>
                      <a:pt x="112" y="0"/>
                      <a:pt x="109" y="1"/>
                    </a:cubicBezTo>
                    <a:lnTo>
                      <a:pt x="87" y="1"/>
                    </a:lnTo>
                    <a:cubicBezTo>
                      <a:pt x="27" y="1"/>
                      <a:pt x="0" y="93"/>
                      <a:pt x="55" y="115"/>
                    </a:cubicBezTo>
                    <a:cubicBezTo>
                      <a:pt x="55" y="126"/>
                      <a:pt x="60" y="137"/>
                      <a:pt x="65" y="142"/>
                    </a:cubicBezTo>
                    <a:cubicBezTo>
                      <a:pt x="71" y="180"/>
                      <a:pt x="71" y="213"/>
                      <a:pt x="65" y="246"/>
                    </a:cubicBezTo>
                    <a:cubicBezTo>
                      <a:pt x="65" y="322"/>
                      <a:pt x="76" y="403"/>
                      <a:pt x="104" y="474"/>
                    </a:cubicBezTo>
                    <a:cubicBezTo>
                      <a:pt x="113" y="514"/>
                      <a:pt x="148" y="533"/>
                      <a:pt x="183" y="533"/>
                    </a:cubicBezTo>
                    <a:cubicBezTo>
                      <a:pt x="224" y="533"/>
                      <a:pt x="264" y="505"/>
                      <a:pt x="261" y="452"/>
                    </a:cubicBezTo>
                    <a:cubicBezTo>
                      <a:pt x="256" y="376"/>
                      <a:pt x="229" y="300"/>
                      <a:pt x="229" y="224"/>
                    </a:cubicBezTo>
                    <a:lnTo>
                      <a:pt x="229" y="218"/>
                    </a:lnTo>
                    <a:cubicBezTo>
                      <a:pt x="229" y="186"/>
                      <a:pt x="229" y="153"/>
                      <a:pt x="223" y="126"/>
                    </a:cubicBezTo>
                    <a:cubicBezTo>
                      <a:pt x="212" y="93"/>
                      <a:pt x="185" y="77"/>
                      <a:pt x="180" y="50"/>
                    </a:cubicBezTo>
                    <a:cubicBezTo>
                      <a:pt x="170" y="21"/>
                      <a:pt x="147" y="0"/>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20"/>
              <p:cNvSpPr/>
              <p:nvPr/>
            </p:nvSpPr>
            <p:spPr>
              <a:xfrm>
                <a:off x="5619075" y="4773525"/>
                <a:ext cx="5800" cy="11900"/>
              </a:xfrm>
              <a:custGeom>
                <a:rect b="b" l="l" r="r" t="t"/>
                <a:pathLst>
                  <a:path extrusionOk="0" h="476" w="232">
                    <a:moveTo>
                      <a:pt x="104" y="1"/>
                    </a:moveTo>
                    <a:cubicBezTo>
                      <a:pt x="36" y="1"/>
                      <a:pt x="1" y="76"/>
                      <a:pt x="47" y="127"/>
                    </a:cubicBezTo>
                    <a:cubicBezTo>
                      <a:pt x="47" y="143"/>
                      <a:pt x="47" y="165"/>
                      <a:pt x="41" y="181"/>
                    </a:cubicBezTo>
                    <a:cubicBezTo>
                      <a:pt x="41" y="225"/>
                      <a:pt x="36" y="263"/>
                      <a:pt x="41" y="306"/>
                    </a:cubicBezTo>
                    <a:cubicBezTo>
                      <a:pt x="41" y="362"/>
                      <a:pt x="69" y="476"/>
                      <a:pt x="137" y="476"/>
                    </a:cubicBezTo>
                    <a:cubicBezTo>
                      <a:pt x="149" y="476"/>
                      <a:pt x="162" y="472"/>
                      <a:pt x="177" y="464"/>
                    </a:cubicBezTo>
                    <a:cubicBezTo>
                      <a:pt x="231" y="431"/>
                      <a:pt x="204" y="344"/>
                      <a:pt x="204" y="285"/>
                    </a:cubicBezTo>
                    <a:lnTo>
                      <a:pt x="199" y="285"/>
                    </a:lnTo>
                    <a:cubicBezTo>
                      <a:pt x="210" y="208"/>
                      <a:pt x="204" y="132"/>
                      <a:pt x="193" y="56"/>
                    </a:cubicBezTo>
                    <a:cubicBezTo>
                      <a:pt x="182" y="29"/>
                      <a:pt x="166" y="13"/>
                      <a:pt x="139" y="2"/>
                    </a:cubicBezTo>
                    <a:lnTo>
                      <a:pt x="117" y="2"/>
                    </a:lnTo>
                    <a:cubicBezTo>
                      <a:pt x="113" y="1"/>
                      <a:pt x="108" y="1"/>
                      <a:pt x="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20"/>
              <p:cNvSpPr/>
              <p:nvPr/>
            </p:nvSpPr>
            <p:spPr>
              <a:xfrm>
                <a:off x="5625500" y="4772150"/>
                <a:ext cx="5475" cy="10150"/>
              </a:xfrm>
              <a:custGeom>
                <a:rect b="b" l="l" r="r" t="t"/>
                <a:pathLst>
                  <a:path extrusionOk="0" h="406" w="219">
                    <a:moveTo>
                      <a:pt x="93" y="0"/>
                    </a:moveTo>
                    <a:cubicBezTo>
                      <a:pt x="33" y="0"/>
                      <a:pt x="1" y="77"/>
                      <a:pt x="50" y="122"/>
                    </a:cubicBezTo>
                    <a:lnTo>
                      <a:pt x="50" y="128"/>
                    </a:lnTo>
                    <a:lnTo>
                      <a:pt x="50" y="171"/>
                    </a:lnTo>
                    <a:cubicBezTo>
                      <a:pt x="50" y="204"/>
                      <a:pt x="45" y="236"/>
                      <a:pt x="45" y="280"/>
                    </a:cubicBezTo>
                    <a:cubicBezTo>
                      <a:pt x="45" y="325"/>
                      <a:pt x="76" y="405"/>
                      <a:pt x="123" y="405"/>
                    </a:cubicBezTo>
                    <a:cubicBezTo>
                      <a:pt x="137" y="405"/>
                      <a:pt x="153" y="397"/>
                      <a:pt x="170" y="378"/>
                    </a:cubicBezTo>
                    <a:cubicBezTo>
                      <a:pt x="208" y="312"/>
                      <a:pt x="219" y="242"/>
                      <a:pt x="208" y="171"/>
                    </a:cubicBezTo>
                    <a:cubicBezTo>
                      <a:pt x="203" y="100"/>
                      <a:pt x="186" y="24"/>
                      <a:pt x="110" y="2"/>
                    </a:cubicBezTo>
                    <a:cubicBezTo>
                      <a:pt x="104" y="1"/>
                      <a:pt x="99"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20"/>
              <p:cNvSpPr/>
              <p:nvPr/>
            </p:nvSpPr>
            <p:spPr>
              <a:xfrm>
                <a:off x="5488175" y="4753175"/>
                <a:ext cx="6500" cy="15850"/>
              </a:xfrm>
              <a:custGeom>
                <a:rect b="b" l="l" r="r" t="t"/>
                <a:pathLst>
                  <a:path extrusionOk="0" h="634" w="260">
                    <a:moveTo>
                      <a:pt x="75" y="0"/>
                    </a:moveTo>
                    <a:cubicBezTo>
                      <a:pt x="14" y="0"/>
                      <a:pt x="0" y="83"/>
                      <a:pt x="42" y="120"/>
                    </a:cubicBezTo>
                    <a:cubicBezTo>
                      <a:pt x="53" y="142"/>
                      <a:pt x="59" y="169"/>
                      <a:pt x="59" y="196"/>
                    </a:cubicBezTo>
                    <a:cubicBezTo>
                      <a:pt x="59" y="256"/>
                      <a:pt x="48" y="316"/>
                      <a:pt x="53" y="376"/>
                    </a:cubicBezTo>
                    <a:cubicBezTo>
                      <a:pt x="48" y="473"/>
                      <a:pt x="91" y="566"/>
                      <a:pt x="167" y="626"/>
                    </a:cubicBezTo>
                    <a:cubicBezTo>
                      <a:pt x="175" y="631"/>
                      <a:pt x="184" y="633"/>
                      <a:pt x="193" y="633"/>
                    </a:cubicBezTo>
                    <a:cubicBezTo>
                      <a:pt x="221" y="633"/>
                      <a:pt x="249" y="610"/>
                      <a:pt x="249" y="577"/>
                    </a:cubicBezTo>
                    <a:cubicBezTo>
                      <a:pt x="260" y="484"/>
                      <a:pt x="222" y="386"/>
                      <a:pt x="222" y="289"/>
                    </a:cubicBezTo>
                    <a:cubicBezTo>
                      <a:pt x="222" y="251"/>
                      <a:pt x="222" y="207"/>
                      <a:pt x="222" y="169"/>
                    </a:cubicBezTo>
                    <a:cubicBezTo>
                      <a:pt x="211" y="126"/>
                      <a:pt x="195" y="87"/>
                      <a:pt x="173" y="49"/>
                    </a:cubicBezTo>
                    <a:cubicBezTo>
                      <a:pt x="162" y="17"/>
                      <a:pt x="135" y="0"/>
                      <a:pt x="102" y="0"/>
                    </a:cubicBezTo>
                    <a:lnTo>
                      <a:pt x="81" y="0"/>
                    </a:lnTo>
                    <a:cubicBezTo>
                      <a:pt x="79" y="0"/>
                      <a:pt x="77"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0"/>
              <p:cNvSpPr/>
              <p:nvPr/>
            </p:nvSpPr>
            <p:spPr>
              <a:xfrm>
                <a:off x="5495075" y="4756625"/>
                <a:ext cx="4650" cy="11450"/>
              </a:xfrm>
              <a:custGeom>
                <a:rect b="b" l="l" r="r" t="t"/>
                <a:pathLst>
                  <a:path extrusionOk="0" h="458" w="186">
                    <a:moveTo>
                      <a:pt x="111" y="0"/>
                    </a:moveTo>
                    <a:cubicBezTo>
                      <a:pt x="79" y="0"/>
                      <a:pt x="49" y="21"/>
                      <a:pt x="49" y="64"/>
                    </a:cubicBezTo>
                    <a:cubicBezTo>
                      <a:pt x="49" y="129"/>
                      <a:pt x="11" y="183"/>
                      <a:pt x="6" y="248"/>
                    </a:cubicBezTo>
                    <a:cubicBezTo>
                      <a:pt x="0" y="314"/>
                      <a:pt x="11" y="373"/>
                      <a:pt x="44" y="433"/>
                    </a:cubicBezTo>
                    <a:cubicBezTo>
                      <a:pt x="52" y="450"/>
                      <a:pt x="68" y="458"/>
                      <a:pt x="85" y="458"/>
                    </a:cubicBezTo>
                    <a:cubicBezTo>
                      <a:pt x="102" y="458"/>
                      <a:pt x="120" y="450"/>
                      <a:pt x="131" y="433"/>
                    </a:cubicBezTo>
                    <a:cubicBezTo>
                      <a:pt x="158" y="373"/>
                      <a:pt x="169" y="314"/>
                      <a:pt x="163" y="248"/>
                    </a:cubicBezTo>
                    <a:cubicBezTo>
                      <a:pt x="174" y="189"/>
                      <a:pt x="180" y="129"/>
                      <a:pt x="180" y="64"/>
                    </a:cubicBezTo>
                    <a:lnTo>
                      <a:pt x="185" y="64"/>
                    </a:lnTo>
                    <a:cubicBezTo>
                      <a:pt x="179" y="22"/>
                      <a:pt x="145"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20"/>
              <p:cNvSpPr/>
              <p:nvPr/>
            </p:nvSpPr>
            <p:spPr>
              <a:xfrm>
                <a:off x="5501325" y="4762425"/>
                <a:ext cx="4900" cy="8550"/>
              </a:xfrm>
              <a:custGeom>
                <a:rect b="b" l="l" r="r" t="t"/>
                <a:pathLst>
                  <a:path extrusionOk="0" h="342" w="196">
                    <a:moveTo>
                      <a:pt x="93" y="0"/>
                    </a:moveTo>
                    <a:cubicBezTo>
                      <a:pt x="33" y="0"/>
                      <a:pt x="0" y="82"/>
                      <a:pt x="49" y="109"/>
                    </a:cubicBezTo>
                    <a:cubicBezTo>
                      <a:pt x="49" y="141"/>
                      <a:pt x="33" y="174"/>
                      <a:pt x="22" y="201"/>
                    </a:cubicBezTo>
                    <a:cubicBezTo>
                      <a:pt x="6" y="250"/>
                      <a:pt x="22" y="305"/>
                      <a:pt x="65" y="337"/>
                    </a:cubicBezTo>
                    <a:cubicBezTo>
                      <a:pt x="74" y="340"/>
                      <a:pt x="82" y="341"/>
                      <a:pt x="90" y="341"/>
                    </a:cubicBezTo>
                    <a:cubicBezTo>
                      <a:pt x="98" y="341"/>
                      <a:pt x="106" y="340"/>
                      <a:pt x="114" y="337"/>
                    </a:cubicBezTo>
                    <a:cubicBezTo>
                      <a:pt x="152" y="299"/>
                      <a:pt x="180" y="256"/>
                      <a:pt x="185" y="207"/>
                    </a:cubicBezTo>
                    <a:cubicBezTo>
                      <a:pt x="196" y="152"/>
                      <a:pt x="196" y="98"/>
                      <a:pt x="180" y="49"/>
                    </a:cubicBezTo>
                    <a:cubicBezTo>
                      <a:pt x="169" y="22"/>
                      <a:pt x="142" y="0"/>
                      <a:pt x="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0"/>
              <p:cNvSpPr/>
              <p:nvPr/>
            </p:nvSpPr>
            <p:spPr>
              <a:xfrm>
                <a:off x="5557525" y="4656700"/>
                <a:ext cx="18050" cy="24950"/>
              </a:xfrm>
              <a:custGeom>
                <a:rect b="b" l="l" r="r" t="t"/>
                <a:pathLst>
                  <a:path extrusionOk="0" h="998" w="722">
                    <a:moveTo>
                      <a:pt x="683" y="0"/>
                    </a:moveTo>
                    <a:cubicBezTo>
                      <a:pt x="673" y="0"/>
                      <a:pt x="664" y="5"/>
                      <a:pt x="660" y="16"/>
                    </a:cubicBezTo>
                    <a:cubicBezTo>
                      <a:pt x="628" y="87"/>
                      <a:pt x="573" y="125"/>
                      <a:pt x="541" y="185"/>
                    </a:cubicBezTo>
                    <a:cubicBezTo>
                      <a:pt x="486" y="277"/>
                      <a:pt x="421" y="370"/>
                      <a:pt x="351" y="451"/>
                    </a:cubicBezTo>
                    <a:cubicBezTo>
                      <a:pt x="231" y="603"/>
                      <a:pt x="57" y="767"/>
                      <a:pt x="8" y="962"/>
                    </a:cubicBezTo>
                    <a:cubicBezTo>
                      <a:pt x="0" y="978"/>
                      <a:pt x="16" y="997"/>
                      <a:pt x="33" y="997"/>
                    </a:cubicBezTo>
                    <a:cubicBezTo>
                      <a:pt x="40" y="997"/>
                      <a:pt x="46" y="995"/>
                      <a:pt x="52" y="989"/>
                    </a:cubicBezTo>
                    <a:cubicBezTo>
                      <a:pt x="198" y="815"/>
                      <a:pt x="323" y="620"/>
                      <a:pt x="465" y="446"/>
                    </a:cubicBezTo>
                    <a:cubicBezTo>
                      <a:pt x="568" y="326"/>
                      <a:pt x="655" y="185"/>
                      <a:pt x="715" y="38"/>
                    </a:cubicBezTo>
                    <a:cubicBezTo>
                      <a:pt x="722" y="17"/>
                      <a:pt x="701" y="0"/>
                      <a:pt x="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0"/>
              <p:cNvSpPr/>
              <p:nvPr/>
            </p:nvSpPr>
            <p:spPr>
              <a:xfrm>
                <a:off x="5570900" y="4654750"/>
                <a:ext cx="15800" cy="24100"/>
              </a:xfrm>
              <a:custGeom>
                <a:rect b="b" l="l" r="r" t="t"/>
                <a:pathLst>
                  <a:path extrusionOk="0" h="964" w="632">
                    <a:moveTo>
                      <a:pt x="600" y="1"/>
                    </a:moveTo>
                    <a:cubicBezTo>
                      <a:pt x="592" y="1"/>
                      <a:pt x="583" y="4"/>
                      <a:pt x="577" y="13"/>
                    </a:cubicBezTo>
                    <a:lnTo>
                      <a:pt x="582" y="13"/>
                    </a:lnTo>
                    <a:cubicBezTo>
                      <a:pt x="473" y="165"/>
                      <a:pt x="370" y="317"/>
                      <a:pt x="272" y="480"/>
                    </a:cubicBezTo>
                    <a:cubicBezTo>
                      <a:pt x="185" y="622"/>
                      <a:pt x="17" y="768"/>
                      <a:pt x="0" y="931"/>
                    </a:cubicBezTo>
                    <a:cubicBezTo>
                      <a:pt x="0" y="951"/>
                      <a:pt x="17" y="963"/>
                      <a:pt x="33" y="963"/>
                    </a:cubicBezTo>
                    <a:cubicBezTo>
                      <a:pt x="43" y="963"/>
                      <a:pt x="54" y="958"/>
                      <a:pt x="60" y="948"/>
                    </a:cubicBezTo>
                    <a:cubicBezTo>
                      <a:pt x="136" y="785"/>
                      <a:pt x="272" y="638"/>
                      <a:pt x="359" y="480"/>
                    </a:cubicBezTo>
                    <a:cubicBezTo>
                      <a:pt x="452" y="323"/>
                      <a:pt x="533" y="187"/>
                      <a:pt x="620" y="40"/>
                    </a:cubicBezTo>
                    <a:cubicBezTo>
                      <a:pt x="631" y="18"/>
                      <a:pt x="617" y="1"/>
                      <a:pt x="6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0"/>
              <p:cNvSpPr/>
              <p:nvPr/>
            </p:nvSpPr>
            <p:spPr>
              <a:xfrm>
                <a:off x="5625400" y="4633450"/>
                <a:ext cx="8875" cy="13025"/>
              </a:xfrm>
              <a:custGeom>
                <a:rect b="b" l="l" r="r" t="t"/>
                <a:pathLst>
                  <a:path extrusionOk="0" h="521" w="355">
                    <a:moveTo>
                      <a:pt x="324" y="1"/>
                    </a:moveTo>
                    <a:cubicBezTo>
                      <a:pt x="320" y="1"/>
                      <a:pt x="315" y="2"/>
                      <a:pt x="310" y="6"/>
                    </a:cubicBezTo>
                    <a:lnTo>
                      <a:pt x="310" y="11"/>
                    </a:lnTo>
                    <a:cubicBezTo>
                      <a:pt x="228" y="88"/>
                      <a:pt x="196" y="196"/>
                      <a:pt x="125" y="278"/>
                    </a:cubicBezTo>
                    <a:cubicBezTo>
                      <a:pt x="71" y="348"/>
                      <a:pt x="0" y="414"/>
                      <a:pt x="0" y="506"/>
                    </a:cubicBezTo>
                    <a:cubicBezTo>
                      <a:pt x="0" y="515"/>
                      <a:pt x="6" y="520"/>
                      <a:pt x="13" y="520"/>
                    </a:cubicBezTo>
                    <a:cubicBezTo>
                      <a:pt x="19" y="520"/>
                      <a:pt x="25" y="516"/>
                      <a:pt x="27" y="506"/>
                    </a:cubicBezTo>
                    <a:cubicBezTo>
                      <a:pt x="71" y="419"/>
                      <a:pt x="125" y="343"/>
                      <a:pt x="185" y="267"/>
                    </a:cubicBezTo>
                    <a:cubicBezTo>
                      <a:pt x="239" y="191"/>
                      <a:pt x="266" y="98"/>
                      <a:pt x="337" y="33"/>
                    </a:cubicBezTo>
                    <a:cubicBezTo>
                      <a:pt x="354" y="20"/>
                      <a:pt x="341" y="1"/>
                      <a:pt x="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0"/>
              <p:cNvSpPr/>
              <p:nvPr/>
            </p:nvSpPr>
            <p:spPr>
              <a:xfrm>
                <a:off x="5631750" y="4631800"/>
                <a:ext cx="10825" cy="12250"/>
              </a:xfrm>
              <a:custGeom>
                <a:rect b="b" l="l" r="r" t="t"/>
                <a:pathLst>
                  <a:path extrusionOk="0" h="490" w="433">
                    <a:moveTo>
                      <a:pt x="381" y="1"/>
                    </a:moveTo>
                    <a:cubicBezTo>
                      <a:pt x="372" y="1"/>
                      <a:pt x="363" y="4"/>
                      <a:pt x="355" y="12"/>
                    </a:cubicBezTo>
                    <a:lnTo>
                      <a:pt x="360" y="12"/>
                    </a:lnTo>
                    <a:cubicBezTo>
                      <a:pt x="328" y="39"/>
                      <a:pt x="306" y="72"/>
                      <a:pt x="290" y="110"/>
                    </a:cubicBezTo>
                    <a:cubicBezTo>
                      <a:pt x="263" y="159"/>
                      <a:pt x="224" y="175"/>
                      <a:pt x="181" y="213"/>
                    </a:cubicBezTo>
                    <a:cubicBezTo>
                      <a:pt x="121" y="284"/>
                      <a:pt x="61" y="366"/>
                      <a:pt x="18" y="447"/>
                    </a:cubicBezTo>
                    <a:cubicBezTo>
                      <a:pt x="0" y="465"/>
                      <a:pt x="18" y="490"/>
                      <a:pt x="40" y="490"/>
                    </a:cubicBezTo>
                    <a:cubicBezTo>
                      <a:pt x="46" y="490"/>
                      <a:pt x="51" y="488"/>
                      <a:pt x="56" y="485"/>
                    </a:cubicBezTo>
                    <a:cubicBezTo>
                      <a:pt x="143" y="436"/>
                      <a:pt x="170" y="344"/>
                      <a:pt x="230" y="273"/>
                    </a:cubicBezTo>
                    <a:cubicBezTo>
                      <a:pt x="263" y="240"/>
                      <a:pt x="301" y="224"/>
                      <a:pt x="328" y="192"/>
                    </a:cubicBezTo>
                    <a:cubicBezTo>
                      <a:pt x="355" y="154"/>
                      <a:pt x="366" y="99"/>
                      <a:pt x="404" y="61"/>
                    </a:cubicBezTo>
                    <a:cubicBezTo>
                      <a:pt x="433" y="32"/>
                      <a:pt x="409" y="1"/>
                      <a:pt x="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120"/>
            <p:cNvGrpSpPr/>
            <p:nvPr/>
          </p:nvGrpSpPr>
          <p:grpSpPr>
            <a:xfrm>
              <a:off x="6622845" y="3569305"/>
              <a:ext cx="274314" cy="274316"/>
              <a:chOff x="3941650" y="4640225"/>
              <a:chExt cx="161200" cy="165700"/>
            </a:xfrm>
          </p:grpSpPr>
          <p:sp>
            <p:nvSpPr>
              <p:cNvPr id="5728" name="Google Shape;5728;p120"/>
              <p:cNvSpPr/>
              <p:nvPr/>
            </p:nvSpPr>
            <p:spPr>
              <a:xfrm>
                <a:off x="3941650" y="4640225"/>
                <a:ext cx="161200" cy="165700"/>
              </a:xfrm>
              <a:custGeom>
                <a:rect b="b" l="l" r="r" t="t"/>
                <a:pathLst>
                  <a:path extrusionOk="0" h="6628" w="6448">
                    <a:moveTo>
                      <a:pt x="3223" y="95"/>
                    </a:moveTo>
                    <a:cubicBezTo>
                      <a:pt x="3287" y="95"/>
                      <a:pt x="3366" y="133"/>
                      <a:pt x="3409" y="159"/>
                    </a:cubicBezTo>
                    <a:cubicBezTo>
                      <a:pt x="3447" y="181"/>
                      <a:pt x="3490" y="208"/>
                      <a:pt x="3534" y="230"/>
                    </a:cubicBezTo>
                    <a:cubicBezTo>
                      <a:pt x="3577" y="246"/>
                      <a:pt x="3621" y="262"/>
                      <a:pt x="3664" y="284"/>
                    </a:cubicBezTo>
                    <a:cubicBezTo>
                      <a:pt x="3648" y="327"/>
                      <a:pt x="3626" y="371"/>
                      <a:pt x="3610" y="420"/>
                    </a:cubicBezTo>
                    <a:lnTo>
                      <a:pt x="3599" y="436"/>
                    </a:lnTo>
                    <a:cubicBezTo>
                      <a:pt x="3572" y="425"/>
                      <a:pt x="3545" y="420"/>
                      <a:pt x="3512" y="420"/>
                    </a:cubicBezTo>
                    <a:cubicBezTo>
                      <a:pt x="3447" y="409"/>
                      <a:pt x="3371" y="414"/>
                      <a:pt x="3300" y="398"/>
                    </a:cubicBezTo>
                    <a:cubicBezTo>
                      <a:pt x="3251" y="376"/>
                      <a:pt x="3202" y="360"/>
                      <a:pt x="3153" y="349"/>
                    </a:cubicBezTo>
                    <a:lnTo>
                      <a:pt x="3153" y="311"/>
                    </a:lnTo>
                    <a:cubicBezTo>
                      <a:pt x="3153" y="257"/>
                      <a:pt x="3121" y="126"/>
                      <a:pt x="3175" y="105"/>
                    </a:cubicBezTo>
                    <a:cubicBezTo>
                      <a:pt x="3189" y="98"/>
                      <a:pt x="3206" y="95"/>
                      <a:pt x="3223" y="95"/>
                    </a:cubicBezTo>
                    <a:close/>
                    <a:moveTo>
                      <a:pt x="3126" y="724"/>
                    </a:moveTo>
                    <a:cubicBezTo>
                      <a:pt x="3159" y="741"/>
                      <a:pt x="3181" y="762"/>
                      <a:pt x="3213" y="779"/>
                    </a:cubicBezTo>
                    <a:cubicBezTo>
                      <a:pt x="3246" y="790"/>
                      <a:pt x="3295" y="806"/>
                      <a:pt x="3338" y="828"/>
                    </a:cubicBezTo>
                    <a:cubicBezTo>
                      <a:pt x="3420" y="866"/>
                      <a:pt x="3512" y="904"/>
                      <a:pt x="3594" y="953"/>
                    </a:cubicBezTo>
                    <a:cubicBezTo>
                      <a:pt x="3670" y="1002"/>
                      <a:pt x="3746" y="1040"/>
                      <a:pt x="3827" y="1078"/>
                    </a:cubicBezTo>
                    <a:cubicBezTo>
                      <a:pt x="3909" y="1105"/>
                      <a:pt x="3980" y="1143"/>
                      <a:pt x="4045" y="1197"/>
                    </a:cubicBezTo>
                    <a:cubicBezTo>
                      <a:pt x="4072" y="1224"/>
                      <a:pt x="4099" y="1252"/>
                      <a:pt x="4126" y="1273"/>
                    </a:cubicBezTo>
                    <a:cubicBezTo>
                      <a:pt x="4137" y="1279"/>
                      <a:pt x="4148" y="1290"/>
                      <a:pt x="4154" y="1295"/>
                    </a:cubicBezTo>
                    <a:cubicBezTo>
                      <a:pt x="4159" y="1300"/>
                      <a:pt x="4159" y="1306"/>
                      <a:pt x="4164" y="1306"/>
                    </a:cubicBezTo>
                    <a:cubicBezTo>
                      <a:pt x="4164" y="1306"/>
                      <a:pt x="4159" y="1306"/>
                      <a:pt x="4154" y="1317"/>
                    </a:cubicBezTo>
                    <a:cubicBezTo>
                      <a:pt x="4148" y="1339"/>
                      <a:pt x="4116" y="1355"/>
                      <a:pt x="4105" y="1377"/>
                    </a:cubicBezTo>
                    <a:cubicBezTo>
                      <a:pt x="4077" y="1404"/>
                      <a:pt x="4061" y="1436"/>
                      <a:pt x="4034" y="1464"/>
                    </a:cubicBezTo>
                    <a:cubicBezTo>
                      <a:pt x="4020" y="1480"/>
                      <a:pt x="4007" y="1486"/>
                      <a:pt x="3994" y="1486"/>
                    </a:cubicBezTo>
                    <a:cubicBezTo>
                      <a:pt x="3955" y="1486"/>
                      <a:pt x="3917" y="1428"/>
                      <a:pt x="3876" y="1404"/>
                    </a:cubicBezTo>
                    <a:cubicBezTo>
                      <a:pt x="3822" y="1355"/>
                      <a:pt x="3757" y="1317"/>
                      <a:pt x="3686" y="1290"/>
                    </a:cubicBezTo>
                    <a:cubicBezTo>
                      <a:pt x="3610" y="1257"/>
                      <a:pt x="3534" y="1219"/>
                      <a:pt x="3463" y="1181"/>
                    </a:cubicBezTo>
                    <a:cubicBezTo>
                      <a:pt x="3393" y="1137"/>
                      <a:pt x="3311" y="1121"/>
                      <a:pt x="3240" y="1078"/>
                    </a:cubicBezTo>
                    <a:cubicBezTo>
                      <a:pt x="3197" y="1039"/>
                      <a:pt x="3146" y="1022"/>
                      <a:pt x="3090" y="1022"/>
                    </a:cubicBezTo>
                    <a:cubicBezTo>
                      <a:pt x="3082" y="1022"/>
                      <a:pt x="3074" y="1023"/>
                      <a:pt x="3066" y="1023"/>
                    </a:cubicBezTo>
                    <a:cubicBezTo>
                      <a:pt x="3045" y="1029"/>
                      <a:pt x="3017" y="1045"/>
                      <a:pt x="2996" y="1061"/>
                    </a:cubicBezTo>
                    <a:cubicBezTo>
                      <a:pt x="2963" y="1088"/>
                      <a:pt x="2925" y="1110"/>
                      <a:pt x="2882" y="1132"/>
                    </a:cubicBezTo>
                    <a:cubicBezTo>
                      <a:pt x="2811" y="1175"/>
                      <a:pt x="2746" y="1241"/>
                      <a:pt x="2680" y="1284"/>
                    </a:cubicBezTo>
                    <a:cubicBezTo>
                      <a:pt x="2588" y="1339"/>
                      <a:pt x="2501" y="1393"/>
                      <a:pt x="2409" y="1442"/>
                    </a:cubicBezTo>
                    <a:lnTo>
                      <a:pt x="2403" y="1442"/>
                    </a:lnTo>
                    <a:cubicBezTo>
                      <a:pt x="2376" y="1464"/>
                      <a:pt x="2338" y="1480"/>
                      <a:pt x="2300" y="1496"/>
                    </a:cubicBezTo>
                    <a:cubicBezTo>
                      <a:pt x="2292" y="1499"/>
                      <a:pt x="2285" y="1500"/>
                      <a:pt x="2278" y="1500"/>
                    </a:cubicBezTo>
                    <a:cubicBezTo>
                      <a:pt x="2238" y="1500"/>
                      <a:pt x="2215" y="1463"/>
                      <a:pt x="2197" y="1426"/>
                    </a:cubicBezTo>
                    <a:cubicBezTo>
                      <a:pt x="2180" y="1377"/>
                      <a:pt x="2186" y="1387"/>
                      <a:pt x="2213" y="1366"/>
                    </a:cubicBezTo>
                    <a:cubicBezTo>
                      <a:pt x="2262" y="1333"/>
                      <a:pt x="2305" y="1295"/>
                      <a:pt x="2349" y="1268"/>
                    </a:cubicBezTo>
                    <a:cubicBezTo>
                      <a:pt x="2436" y="1203"/>
                      <a:pt x="2517" y="1137"/>
                      <a:pt x="2604" y="1072"/>
                    </a:cubicBezTo>
                    <a:cubicBezTo>
                      <a:pt x="2686" y="1007"/>
                      <a:pt x="2784" y="963"/>
                      <a:pt x="2871" y="909"/>
                    </a:cubicBezTo>
                    <a:cubicBezTo>
                      <a:pt x="2947" y="860"/>
                      <a:pt x="3012" y="795"/>
                      <a:pt x="3094" y="746"/>
                    </a:cubicBezTo>
                    <a:lnTo>
                      <a:pt x="3126" y="724"/>
                    </a:lnTo>
                    <a:close/>
                    <a:moveTo>
                      <a:pt x="3104" y="1148"/>
                    </a:moveTo>
                    <a:cubicBezTo>
                      <a:pt x="3142" y="1148"/>
                      <a:pt x="3202" y="1208"/>
                      <a:pt x="3240" y="1224"/>
                    </a:cubicBezTo>
                    <a:cubicBezTo>
                      <a:pt x="3284" y="1241"/>
                      <a:pt x="3322" y="1252"/>
                      <a:pt x="3365" y="1273"/>
                    </a:cubicBezTo>
                    <a:cubicBezTo>
                      <a:pt x="3403" y="1295"/>
                      <a:pt x="3458" y="1328"/>
                      <a:pt x="3501" y="1349"/>
                    </a:cubicBezTo>
                    <a:cubicBezTo>
                      <a:pt x="3588" y="1387"/>
                      <a:pt x="3670" y="1431"/>
                      <a:pt x="3746" y="1480"/>
                    </a:cubicBezTo>
                    <a:cubicBezTo>
                      <a:pt x="3784" y="1507"/>
                      <a:pt x="3822" y="1534"/>
                      <a:pt x="3855" y="1561"/>
                    </a:cubicBezTo>
                    <a:cubicBezTo>
                      <a:pt x="3855" y="1567"/>
                      <a:pt x="3855" y="1567"/>
                      <a:pt x="3855" y="1572"/>
                    </a:cubicBezTo>
                    <a:cubicBezTo>
                      <a:pt x="3882" y="1605"/>
                      <a:pt x="3855" y="1681"/>
                      <a:pt x="3849" y="1719"/>
                    </a:cubicBezTo>
                    <a:cubicBezTo>
                      <a:pt x="3844" y="1757"/>
                      <a:pt x="3833" y="1811"/>
                      <a:pt x="3827" y="1855"/>
                    </a:cubicBezTo>
                    <a:cubicBezTo>
                      <a:pt x="3817" y="1996"/>
                      <a:pt x="3822" y="2143"/>
                      <a:pt x="3817" y="2284"/>
                    </a:cubicBezTo>
                    <a:cubicBezTo>
                      <a:pt x="3806" y="2426"/>
                      <a:pt x="3806" y="2572"/>
                      <a:pt x="3822" y="2714"/>
                    </a:cubicBezTo>
                    <a:cubicBezTo>
                      <a:pt x="3844" y="2779"/>
                      <a:pt x="3855" y="2844"/>
                      <a:pt x="3860" y="2909"/>
                    </a:cubicBezTo>
                    <a:cubicBezTo>
                      <a:pt x="3849" y="2958"/>
                      <a:pt x="3855" y="3007"/>
                      <a:pt x="3871" y="3056"/>
                    </a:cubicBezTo>
                    <a:cubicBezTo>
                      <a:pt x="3795" y="3056"/>
                      <a:pt x="3719" y="3067"/>
                      <a:pt x="3648" y="3078"/>
                    </a:cubicBezTo>
                    <a:cubicBezTo>
                      <a:pt x="3637" y="3073"/>
                      <a:pt x="3632" y="3067"/>
                      <a:pt x="3626" y="3056"/>
                    </a:cubicBezTo>
                    <a:cubicBezTo>
                      <a:pt x="3512" y="2942"/>
                      <a:pt x="3414" y="2801"/>
                      <a:pt x="3257" y="2730"/>
                    </a:cubicBezTo>
                    <a:cubicBezTo>
                      <a:pt x="3228" y="2711"/>
                      <a:pt x="3194" y="2701"/>
                      <a:pt x="3161" y="2701"/>
                    </a:cubicBezTo>
                    <a:cubicBezTo>
                      <a:pt x="3119" y="2701"/>
                      <a:pt x="3078" y="2716"/>
                      <a:pt x="3045" y="2746"/>
                    </a:cubicBezTo>
                    <a:cubicBezTo>
                      <a:pt x="3039" y="2752"/>
                      <a:pt x="3034" y="2757"/>
                      <a:pt x="3028" y="2768"/>
                    </a:cubicBezTo>
                    <a:lnTo>
                      <a:pt x="3023" y="2768"/>
                    </a:lnTo>
                    <a:cubicBezTo>
                      <a:pt x="2914" y="2855"/>
                      <a:pt x="2822" y="2953"/>
                      <a:pt x="2746" y="3067"/>
                    </a:cubicBezTo>
                    <a:cubicBezTo>
                      <a:pt x="2713" y="3051"/>
                      <a:pt x="2680" y="3035"/>
                      <a:pt x="2642" y="3018"/>
                    </a:cubicBezTo>
                    <a:cubicBezTo>
                      <a:pt x="2615" y="3013"/>
                      <a:pt x="2588" y="3007"/>
                      <a:pt x="2555" y="2996"/>
                    </a:cubicBezTo>
                    <a:cubicBezTo>
                      <a:pt x="2561" y="2975"/>
                      <a:pt x="2561" y="2948"/>
                      <a:pt x="2555" y="2926"/>
                    </a:cubicBezTo>
                    <a:lnTo>
                      <a:pt x="2561" y="2926"/>
                    </a:lnTo>
                    <a:cubicBezTo>
                      <a:pt x="2555" y="2861"/>
                      <a:pt x="2555" y="2795"/>
                      <a:pt x="2561" y="2730"/>
                    </a:cubicBezTo>
                    <a:cubicBezTo>
                      <a:pt x="2577" y="2578"/>
                      <a:pt x="2588" y="2426"/>
                      <a:pt x="2583" y="2279"/>
                    </a:cubicBezTo>
                    <a:cubicBezTo>
                      <a:pt x="2583" y="2208"/>
                      <a:pt x="2566" y="2138"/>
                      <a:pt x="2572" y="2067"/>
                    </a:cubicBezTo>
                    <a:cubicBezTo>
                      <a:pt x="2583" y="2007"/>
                      <a:pt x="2593" y="1947"/>
                      <a:pt x="2599" y="1888"/>
                    </a:cubicBezTo>
                    <a:cubicBezTo>
                      <a:pt x="2599" y="1752"/>
                      <a:pt x="2593" y="1621"/>
                      <a:pt x="2572" y="1485"/>
                    </a:cubicBezTo>
                    <a:cubicBezTo>
                      <a:pt x="2632" y="1458"/>
                      <a:pt x="2686" y="1426"/>
                      <a:pt x="2740" y="1393"/>
                    </a:cubicBezTo>
                    <a:cubicBezTo>
                      <a:pt x="2789" y="1360"/>
                      <a:pt x="2833" y="1328"/>
                      <a:pt x="2876" y="1295"/>
                    </a:cubicBezTo>
                    <a:cubicBezTo>
                      <a:pt x="2920" y="1257"/>
                      <a:pt x="2969" y="1241"/>
                      <a:pt x="3012" y="1208"/>
                    </a:cubicBezTo>
                    <a:cubicBezTo>
                      <a:pt x="3045" y="1192"/>
                      <a:pt x="3072" y="1148"/>
                      <a:pt x="3104" y="1148"/>
                    </a:cubicBezTo>
                    <a:close/>
                    <a:moveTo>
                      <a:pt x="2447" y="3132"/>
                    </a:moveTo>
                    <a:cubicBezTo>
                      <a:pt x="2528" y="3143"/>
                      <a:pt x="2604" y="3149"/>
                      <a:pt x="2680" y="3149"/>
                    </a:cubicBezTo>
                    <a:cubicBezTo>
                      <a:pt x="2593" y="3252"/>
                      <a:pt x="2501" y="3350"/>
                      <a:pt x="2409" y="3448"/>
                    </a:cubicBezTo>
                    <a:cubicBezTo>
                      <a:pt x="2381" y="3475"/>
                      <a:pt x="2354" y="3502"/>
                      <a:pt x="2327" y="3524"/>
                    </a:cubicBezTo>
                    <a:cubicBezTo>
                      <a:pt x="2338" y="3469"/>
                      <a:pt x="2349" y="3410"/>
                      <a:pt x="2365" y="3355"/>
                    </a:cubicBezTo>
                    <a:cubicBezTo>
                      <a:pt x="2381" y="3285"/>
                      <a:pt x="2398" y="3208"/>
                      <a:pt x="2403" y="3132"/>
                    </a:cubicBezTo>
                    <a:close/>
                    <a:moveTo>
                      <a:pt x="979" y="3176"/>
                    </a:moveTo>
                    <a:cubicBezTo>
                      <a:pt x="957" y="3203"/>
                      <a:pt x="930" y="3241"/>
                      <a:pt x="914" y="3274"/>
                    </a:cubicBezTo>
                    <a:cubicBezTo>
                      <a:pt x="854" y="3344"/>
                      <a:pt x="805" y="3426"/>
                      <a:pt x="756" y="3502"/>
                    </a:cubicBezTo>
                    <a:cubicBezTo>
                      <a:pt x="696" y="3616"/>
                      <a:pt x="631" y="3730"/>
                      <a:pt x="577" y="3844"/>
                    </a:cubicBezTo>
                    <a:lnTo>
                      <a:pt x="321" y="3844"/>
                    </a:lnTo>
                    <a:cubicBezTo>
                      <a:pt x="296" y="3844"/>
                      <a:pt x="268" y="3842"/>
                      <a:pt x="241" y="3842"/>
                    </a:cubicBezTo>
                    <a:cubicBezTo>
                      <a:pt x="228" y="3842"/>
                      <a:pt x="214" y="3843"/>
                      <a:pt x="202" y="3844"/>
                    </a:cubicBezTo>
                    <a:cubicBezTo>
                      <a:pt x="245" y="3774"/>
                      <a:pt x="294" y="3714"/>
                      <a:pt x="354" y="3660"/>
                    </a:cubicBezTo>
                    <a:cubicBezTo>
                      <a:pt x="441" y="3556"/>
                      <a:pt x="506" y="3442"/>
                      <a:pt x="593" y="3339"/>
                    </a:cubicBezTo>
                    <a:cubicBezTo>
                      <a:pt x="626" y="3295"/>
                      <a:pt x="664" y="3230"/>
                      <a:pt x="718" y="3203"/>
                    </a:cubicBezTo>
                    <a:cubicBezTo>
                      <a:pt x="767" y="3192"/>
                      <a:pt x="816" y="3187"/>
                      <a:pt x="865" y="3187"/>
                    </a:cubicBezTo>
                    <a:cubicBezTo>
                      <a:pt x="903" y="3181"/>
                      <a:pt x="941" y="3176"/>
                      <a:pt x="979" y="3176"/>
                    </a:cubicBezTo>
                    <a:close/>
                    <a:moveTo>
                      <a:pt x="1381" y="3132"/>
                    </a:moveTo>
                    <a:lnTo>
                      <a:pt x="1381" y="3132"/>
                    </a:lnTo>
                    <a:cubicBezTo>
                      <a:pt x="1343" y="3192"/>
                      <a:pt x="1327" y="3257"/>
                      <a:pt x="1289" y="3312"/>
                    </a:cubicBezTo>
                    <a:cubicBezTo>
                      <a:pt x="1240" y="3388"/>
                      <a:pt x="1202" y="3458"/>
                      <a:pt x="1164" y="3535"/>
                    </a:cubicBezTo>
                    <a:cubicBezTo>
                      <a:pt x="1120" y="3616"/>
                      <a:pt x="1082" y="3698"/>
                      <a:pt x="1044" y="3774"/>
                    </a:cubicBezTo>
                    <a:cubicBezTo>
                      <a:pt x="1023" y="3806"/>
                      <a:pt x="1006" y="3839"/>
                      <a:pt x="995" y="3872"/>
                    </a:cubicBezTo>
                    <a:lnTo>
                      <a:pt x="908" y="3872"/>
                    </a:lnTo>
                    <a:cubicBezTo>
                      <a:pt x="870" y="3866"/>
                      <a:pt x="832" y="3861"/>
                      <a:pt x="794" y="3850"/>
                    </a:cubicBezTo>
                    <a:cubicBezTo>
                      <a:pt x="760" y="3846"/>
                      <a:pt x="725" y="3842"/>
                      <a:pt x="690" y="3842"/>
                    </a:cubicBezTo>
                    <a:cubicBezTo>
                      <a:pt x="676" y="3842"/>
                      <a:pt x="662" y="3843"/>
                      <a:pt x="647" y="3844"/>
                    </a:cubicBezTo>
                    <a:cubicBezTo>
                      <a:pt x="669" y="3801"/>
                      <a:pt x="686" y="3741"/>
                      <a:pt x="696" y="3725"/>
                    </a:cubicBezTo>
                    <a:cubicBezTo>
                      <a:pt x="729" y="3660"/>
                      <a:pt x="762" y="3594"/>
                      <a:pt x="800" y="3529"/>
                    </a:cubicBezTo>
                    <a:cubicBezTo>
                      <a:pt x="838" y="3464"/>
                      <a:pt x="881" y="3399"/>
                      <a:pt x="925" y="3333"/>
                    </a:cubicBezTo>
                    <a:cubicBezTo>
                      <a:pt x="957" y="3279"/>
                      <a:pt x="990" y="3225"/>
                      <a:pt x="1028" y="3170"/>
                    </a:cubicBezTo>
                    <a:lnTo>
                      <a:pt x="1028" y="3165"/>
                    </a:lnTo>
                    <a:lnTo>
                      <a:pt x="1055" y="3165"/>
                    </a:lnTo>
                    <a:cubicBezTo>
                      <a:pt x="1115" y="3154"/>
                      <a:pt x="1180" y="3149"/>
                      <a:pt x="1240" y="3149"/>
                    </a:cubicBezTo>
                    <a:cubicBezTo>
                      <a:pt x="1289" y="3149"/>
                      <a:pt x="1338" y="3143"/>
                      <a:pt x="1381" y="3132"/>
                    </a:cubicBezTo>
                    <a:close/>
                    <a:moveTo>
                      <a:pt x="2354" y="3132"/>
                    </a:moveTo>
                    <a:lnTo>
                      <a:pt x="2354" y="3132"/>
                    </a:lnTo>
                    <a:cubicBezTo>
                      <a:pt x="2333" y="3219"/>
                      <a:pt x="2311" y="3306"/>
                      <a:pt x="2273" y="3388"/>
                    </a:cubicBezTo>
                    <a:cubicBezTo>
                      <a:pt x="2246" y="3458"/>
                      <a:pt x="2229" y="3529"/>
                      <a:pt x="2235" y="3605"/>
                    </a:cubicBezTo>
                    <a:cubicBezTo>
                      <a:pt x="2175" y="3654"/>
                      <a:pt x="2121" y="3703"/>
                      <a:pt x="2066" y="3763"/>
                    </a:cubicBezTo>
                    <a:cubicBezTo>
                      <a:pt x="2028" y="3801"/>
                      <a:pt x="1996" y="3839"/>
                      <a:pt x="1963" y="3877"/>
                    </a:cubicBezTo>
                    <a:lnTo>
                      <a:pt x="1957" y="3877"/>
                    </a:lnTo>
                    <a:cubicBezTo>
                      <a:pt x="1936" y="3877"/>
                      <a:pt x="1914" y="3872"/>
                      <a:pt x="1898" y="3872"/>
                    </a:cubicBezTo>
                    <a:cubicBezTo>
                      <a:pt x="1914" y="3812"/>
                      <a:pt x="1930" y="3747"/>
                      <a:pt x="1947" y="3687"/>
                    </a:cubicBezTo>
                    <a:cubicBezTo>
                      <a:pt x="1968" y="3616"/>
                      <a:pt x="2001" y="3545"/>
                      <a:pt x="2028" y="3475"/>
                    </a:cubicBezTo>
                    <a:cubicBezTo>
                      <a:pt x="2083" y="3372"/>
                      <a:pt x="2126" y="3257"/>
                      <a:pt x="2159" y="3143"/>
                    </a:cubicBezTo>
                    <a:cubicBezTo>
                      <a:pt x="2224" y="3143"/>
                      <a:pt x="2289" y="3138"/>
                      <a:pt x="2354" y="3132"/>
                    </a:cubicBezTo>
                    <a:close/>
                    <a:moveTo>
                      <a:pt x="1552" y="3118"/>
                    </a:moveTo>
                    <a:cubicBezTo>
                      <a:pt x="1583" y="3118"/>
                      <a:pt x="1613" y="3119"/>
                      <a:pt x="1642" y="3121"/>
                    </a:cubicBezTo>
                    <a:cubicBezTo>
                      <a:pt x="1669" y="3121"/>
                      <a:pt x="1691" y="3121"/>
                      <a:pt x="1713" y="3127"/>
                    </a:cubicBezTo>
                    <a:cubicBezTo>
                      <a:pt x="1691" y="3187"/>
                      <a:pt x="1669" y="3252"/>
                      <a:pt x="1637" y="3306"/>
                    </a:cubicBezTo>
                    <a:cubicBezTo>
                      <a:pt x="1604" y="3377"/>
                      <a:pt x="1577" y="3442"/>
                      <a:pt x="1550" y="3513"/>
                    </a:cubicBezTo>
                    <a:cubicBezTo>
                      <a:pt x="1517" y="3611"/>
                      <a:pt x="1398" y="3785"/>
                      <a:pt x="1447" y="3893"/>
                    </a:cubicBezTo>
                    <a:cubicBezTo>
                      <a:pt x="1413" y="3895"/>
                      <a:pt x="1379" y="3895"/>
                      <a:pt x="1345" y="3895"/>
                    </a:cubicBezTo>
                    <a:cubicBezTo>
                      <a:pt x="1252" y="3895"/>
                      <a:pt x="1156" y="3890"/>
                      <a:pt x="1061" y="3882"/>
                    </a:cubicBezTo>
                    <a:cubicBezTo>
                      <a:pt x="1120" y="3768"/>
                      <a:pt x="1175" y="3649"/>
                      <a:pt x="1235" y="3535"/>
                    </a:cubicBezTo>
                    <a:cubicBezTo>
                      <a:pt x="1311" y="3404"/>
                      <a:pt x="1370" y="3268"/>
                      <a:pt x="1419" y="3127"/>
                    </a:cubicBezTo>
                    <a:lnTo>
                      <a:pt x="1425" y="3127"/>
                    </a:lnTo>
                    <a:cubicBezTo>
                      <a:pt x="1466" y="3121"/>
                      <a:pt x="1509" y="3118"/>
                      <a:pt x="1552" y="3118"/>
                    </a:cubicBezTo>
                    <a:close/>
                    <a:moveTo>
                      <a:pt x="1767" y="3132"/>
                    </a:moveTo>
                    <a:lnTo>
                      <a:pt x="1822" y="3143"/>
                    </a:lnTo>
                    <a:cubicBezTo>
                      <a:pt x="1898" y="3149"/>
                      <a:pt x="1968" y="3149"/>
                      <a:pt x="2039" y="3149"/>
                    </a:cubicBezTo>
                    <a:lnTo>
                      <a:pt x="2110" y="3149"/>
                    </a:lnTo>
                    <a:cubicBezTo>
                      <a:pt x="2088" y="3203"/>
                      <a:pt x="2066" y="3257"/>
                      <a:pt x="2034" y="3312"/>
                    </a:cubicBezTo>
                    <a:cubicBezTo>
                      <a:pt x="2001" y="3377"/>
                      <a:pt x="1968" y="3453"/>
                      <a:pt x="1936" y="3524"/>
                    </a:cubicBezTo>
                    <a:cubicBezTo>
                      <a:pt x="1887" y="3627"/>
                      <a:pt x="1827" y="3757"/>
                      <a:pt x="1849" y="3872"/>
                    </a:cubicBezTo>
                    <a:cubicBezTo>
                      <a:pt x="1822" y="3877"/>
                      <a:pt x="1794" y="3877"/>
                      <a:pt x="1767" y="3888"/>
                    </a:cubicBezTo>
                    <a:cubicBezTo>
                      <a:pt x="1717" y="3892"/>
                      <a:pt x="1665" y="3896"/>
                      <a:pt x="1613" y="3896"/>
                    </a:cubicBezTo>
                    <a:cubicBezTo>
                      <a:pt x="1592" y="3896"/>
                      <a:pt x="1571" y="3895"/>
                      <a:pt x="1550" y="3893"/>
                    </a:cubicBezTo>
                    <a:lnTo>
                      <a:pt x="1501" y="3893"/>
                    </a:lnTo>
                    <a:cubicBezTo>
                      <a:pt x="1523" y="3834"/>
                      <a:pt x="1544" y="3768"/>
                      <a:pt x="1555" y="3709"/>
                    </a:cubicBezTo>
                    <a:cubicBezTo>
                      <a:pt x="1582" y="3632"/>
                      <a:pt x="1615" y="3556"/>
                      <a:pt x="1637" y="3480"/>
                    </a:cubicBezTo>
                    <a:cubicBezTo>
                      <a:pt x="1675" y="3366"/>
                      <a:pt x="1745" y="3252"/>
                      <a:pt x="1767" y="3132"/>
                    </a:cubicBezTo>
                    <a:close/>
                    <a:moveTo>
                      <a:pt x="5803" y="3242"/>
                    </a:moveTo>
                    <a:cubicBezTo>
                      <a:pt x="5813" y="3242"/>
                      <a:pt x="5822" y="3243"/>
                      <a:pt x="5828" y="3247"/>
                    </a:cubicBezTo>
                    <a:cubicBezTo>
                      <a:pt x="5850" y="3257"/>
                      <a:pt x="5860" y="3306"/>
                      <a:pt x="5877" y="3328"/>
                    </a:cubicBezTo>
                    <a:cubicBezTo>
                      <a:pt x="5920" y="3399"/>
                      <a:pt x="5991" y="3437"/>
                      <a:pt x="6040" y="3497"/>
                    </a:cubicBezTo>
                    <a:cubicBezTo>
                      <a:pt x="6132" y="3616"/>
                      <a:pt x="6203" y="3747"/>
                      <a:pt x="6263" y="3882"/>
                    </a:cubicBezTo>
                    <a:cubicBezTo>
                      <a:pt x="6268" y="3899"/>
                      <a:pt x="6268" y="3921"/>
                      <a:pt x="6279" y="3937"/>
                    </a:cubicBezTo>
                    <a:lnTo>
                      <a:pt x="6246" y="3937"/>
                    </a:lnTo>
                    <a:lnTo>
                      <a:pt x="6246" y="3942"/>
                    </a:lnTo>
                    <a:lnTo>
                      <a:pt x="6165" y="3942"/>
                    </a:lnTo>
                    <a:cubicBezTo>
                      <a:pt x="6049" y="3926"/>
                      <a:pt x="5929" y="3919"/>
                      <a:pt x="5811" y="3919"/>
                    </a:cubicBezTo>
                    <a:cubicBezTo>
                      <a:pt x="5775" y="3919"/>
                      <a:pt x="5739" y="3919"/>
                      <a:pt x="5703" y="3921"/>
                    </a:cubicBezTo>
                    <a:lnTo>
                      <a:pt x="5681" y="3921"/>
                    </a:lnTo>
                    <a:cubicBezTo>
                      <a:pt x="5654" y="3861"/>
                      <a:pt x="5621" y="3806"/>
                      <a:pt x="5589" y="3752"/>
                    </a:cubicBezTo>
                    <a:cubicBezTo>
                      <a:pt x="5545" y="3681"/>
                      <a:pt x="5513" y="3605"/>
                      <a:pt x="5464" y="3535"/>
                    </a:cubicBezTo>
                    <a:cubicBezTo>
                      <a:pt x="5415" y="3469"/>
                      <a:pt x="5377" y="3399"/>
                      <a:pt x="5333" y="3333"/>
                    </a:cubicBezTo>
                    <a:cubicBezTo>
                      <a:pt x="5317" y="3306"/>
                      <a:pt x="5306" y="3279"/>
                      <a:pt x="5295" y="3247"/>
                    </a:cubicBezTo>
                    <a:cubicBezTo>
                      <a:pt x="5393" y="3247"/>
                      <a:pt x="5493" y="3249"/>
                      <a:pt x="5594" y="3249"/>
                    </a:cubicBezTo>
                    <a:cubicBezTo>
                      <a:pt x="5645" y="3249"/>
                      <a:pt x="5696" y="3248"/>
                      <a:pt x="5746" y="3247"/>
                    </a:cubicBezTo>
                    <a:cubicBezTo>
                      <a:pt x="5757" y="3247"/>
                      <a:pt x="5782" y="3242"/>
                      <a:pt x="5803" y="3242"/>
                    </a:cubicBezTo>
                    <a:close/>
                    <a:moveTo>
                      <a:pt x="4790" y="3214"/>
                    </a:moveTo>
                    <a:cubicBezTo>
                      <a:pt x="4838" y="3219"/>
                      <a:pt x="4882" y="3225"/>
                      <a:pt x="4925" y="3225"/>
                    </a:cubicBezTo>
                    <a:cubicBezTo>
                      <a:pt x="5023" y="3225"/>
                      <a:pt x="5116" y="3247"/>
                      <a:pt x="5208" y="3252"/>
                    </a:cubicBezTo>
                    <a:lnTo>
                      <a:pt x="5235" y="3252"/>
                    </a:lnTo>
                    <a:cubicBezTo>
                      <a:pt x="5246" y="3274"/>
                      <a:pt x="5257" y="3301"/>
                      <a:pt x="5268" y="3328"/>
                    </a:cubicBezTo>
                    <a:cubicBezTo>
                      <a:pt x="5306" y="3410"/>
                      <a:pt x="5349" y="3497"/>
                      <a:pt x="5398" y="3573"/>
                    </a:cubicBezTo>
                    <a:cubicBezTo>
                      <a:pt x="5474" y="3692"/>
                      <a:pt x="5513" y="3834"/>
                      <a:pt x="5616" y="3931"/>
                    </a:cubicBezTo>
                    <a:cubicBezTo>
                      <a:pt x="5551" y="3937"/>
                      <a:pt x="5480" y="3942"/>
                      <a:pt x="5415" y="3942"/>
                    </a:cubicBezTo>
                    <a:cubicBezTo>
                      <a:pt x="5396" y="3941"/>
                      <a:pt x="5377" y="3940"/>
                      <a:pt x="5358" y="3940"/>
                    </a:cubicBezTo>
                    <a:cubicBezTo>
                      <a:pt x="5314" y="3940"/>
                      <a:pt x="5271" y="3944"/>
                      <a:pt x="5224" y="3948"/>
                    </a:cubicBezTo>
                    <a:cubicBezTo>
                      <a:pt x="5224" y="3942"/>
                      <a:pt x="5224" y="3942"/>
                      <a:pt x="5224" y="3942"/>
                    </a:cubicBezTo>
                    <a:cubicBezTo>
                      <a:pt x="5159" y="3877"/>
                      <a:pt x="5110" y="3812"/>
                      <a:pt x="5072" y="3730"/>
                    </a:cubicBezTo>
                    <a:cubicBezTo>
                      <a:pt x="5023" y="3654"/>
                      <a:pt x="4980" y="3573"/>
                      <a:pt x="4942" y="3491"/>
                    </a:cubicBezTo>
                    <a:cubicBezTo>
                      <a:pt x="4904" y="3393"/>
                      <a:pt x="4849" y="3301"/>
                      <a:pt x="4790" y="3214"/>
                    </a:cubicBezTo>
                    <a:close/>
                    <a:moveTo>
                      <a:pt x="3740" y="3160"/>
                    </a:moveTo>
                    <a:lnTo>
                      <a:pt x="3740" y="3160"/>
                    </a:lnTo>
                    <a:cubicBezTo>
                      <a:pt x="3876" y="3181"/>
                      <a:pt x="4012" y="3198"/>
                      <a:pt x="4148" y="3208"/>
                    </a:cubicBezTo>
                    <a:lnTo>
                      <a:pt x="4154" y="3208"/>
                    </a:lnTo>
                    <a:cubicBezTo>
                      <a:pt x="4164" y="3257"/>
                      <a:pt x="4170" y="3312"/>
                      <a:pt x="4175" y="3361"/>
                    </a:cubicBezTo>
                    <a:cubicBezTo>
                      <a:pt x="4192" y="3437"/>
                      <a:pt x="4208" y="3518"/>
                      <a:pt x="4235" y="3600"/>
                    </a:cubicBezTo>
                    <a:cubicBezTo>
                      <a:pt x="4238" y="3608"/>
                      <a:pt x="4245" y="3612"/>
                      <a:pt x="4251" y="3612"/>
                    </a:cubicBezTo>
                    <a:cubicBezTo>
                      <a:pt x="4258" y="3612"/>
                      <a:pt x="4265" y="3608"/>
                      <a:pt x="4268" y="3600"/>
                    </a:cubicBezTo>
                    <a:cubicBezTo>
                      <a:pt x="4279" y="3567"/>
                      <a:pt x="4273" y="3529"/>
                      <a:pt x="4262" y="3497"/>
                    </a:cubicBezTo>
                    <a:cubicBezTo>
                      <a:pt x="4251" y="3448"/>
                      <a:pt x="4246" y="3393"/>
                      <a:pt x="4235" y="3344"/>
                    </a:cubicBezTo>
                    <a:cubicBezTo>
                      <a:pt x="4224" y="3290"/>
                      <a:pt x="4219" y="3252"/>
                      <a:pt x="4213" y="3208"/>
                    </a:cubicBezTo>
                    <a:cubicBezTo>
                      <a:pt x="4279" y="3208"/>
                      <a:pt x="4344" y="3208"/>
                      <a:pt x="4409" y="3203"/>
                    </a:cubicBezTo>
                    <a:cubicBezTo>
                      <a:pt x="4431" y="3263"/>
                      <a:pt x="4447" y="3323"/>
                      <a:pt x="4469" y="3377"/>
                    </a:cubicBezTo>
                    <a:cubicBezTo>
                      <a:pt x="4512" y="3486"/>
                      <a:pt x="4550" y="3594"/>
                      <a:pt x="4588" y="3698"/>
                    </a:cubicBezTo>
                    <a:cubicBezTo>
                      <a:pt x="4616" y="3774"/>
                      <a:pt x="4637" y="3850"/>
                      <a:pt x="4665" y="3921"/>
                    </a:cubicBezTo>
                    <a:cubicBezTo>
                      <a:pt x="4675" y="3937"/>
                      <a:pt x="4681" y="3953"/>
                      <a:pt x="4692" y="3969"/>
                    </a:cubicBezTo>
                    <a:lnTo>
                      <a:pt x="4518" y="3969"/>
                    </a:lnTo>
                    <a:lnTo>
                      <a:pt x="4485" y="3926"/>
                    </a:lnTo>
                    <a:cubicBezTo>
                      <a:pt x="4436" y="3861"/>
                      <a:pt x="4382" y="3801"/>
                      <a:pt x="4328" y="3741"/>
                    </a:cubicBezTo>
                    <a:cubicBezTo>
                      <a:pt x="4300" y="3709"/>
                      <a:pt x="4273" y="3681"/>
                      <a:pt x="4246" y="3654"/>
                    </a:cubicBezTo>
                    <a:cubicBezTo>
                      <a:pt x="4219" y="3622"/>
                      <a:pt x="4197" y="3589"/>
                      <a:pt x="4175" y="3556"/>
                    </a:cubicBezTo>
                    <a:cubicBezTo>
                      <a:pt x="4132" y="3497"/>
                      <a:pt x="4077" y="3448"/>
                      <a:pt x="4018" y="3404"/>
                    </a:cubicBezTo>
                    <a:cubicBezTo>
                      <a:pt x="3947" y="3350"/>
                      <a:pt x="3887" y="3285"/>
                      <a:pt x="3822" y="3225"/>
                    </a:cubicBezTo>
                    <a:cubicBezTo>
                      <a:pt x="3795" y="3203"/>
                      <a:pt x="3768" y="3181"/>
                      <a:pt x="3740" y="3160"/>
                    </a:cubicBezTo>
                    <a:close/>
                    <a:moveTo>
                      <a:pt x="4575" y="3199"/>
                    </a:moveTo>
                    <a:cubicBezTo>
                      <a:pt x="4614" y="3199"/>
                      <a:pt x="4654" y="3200"/>
                      <a:pt x="4692" y="3203"/>
                    </a:cubicBezTo>
                    <a:lnTo>
                      <a:pt x="4697" y="3203"/>
                    </a:lnTo>
                    <a:lnTo>
                      <a:pt x="4741" y="3208"/>
                    </a:lnTo>
                    <a:cubicBezTo>
                      <a:pt x="4762" y="3247"/>
                      <a:pt x="4779" y="3285"/>
                      <a:pt x="4800" y="3328"/>
                    </a:cubicBezTo>
                    <a:cubicBezTo>
                      <a:pt x="4849" y="3415"/>
                      <a:pt x="4877" y="3513"/>
                      <a:pt x="4920" y="3611"/>
                    </a:cubicBezTo>
                    <a:cubicBezTo>
                      <a:pt x="4958" y="3692"/>
                      <a:pt x="5002" y="3779"/>
                      <a:pt x="5056" y="3861"/>
                    </a:cubicBezTo>
                    <a:cubicBezTo>
                      <a:pt x="5072" y="3899"/>
                      <a:pt x="5099" y="3931"/>
                      <a:pt x="5132" y="3959"/>
                    </a:cubicBezTo>
                    <a:lnTo>
                      <a:pt x="5121" y="3959"/>
                    </a:lnTo>
                    <a:cubicBezTo>
                      <a:pt x="5038" y="3967"/>
                      <a:pt x="4954" y="3972"/>
                      <a:pt x="4870" y="3972"/>
                    </a:cubicBezTo>
                    <a:cubicBezTo>
                      <a:pt x="4840" y="3972"/>
                      <a:pt x="4809" y="3971"/>
                      <a:pt x="4779" y="3969"/>
                    </a:cubicBezTo>
                    <a:cubicBezTo>
                      <a:pt x="4779" y="3964"/>
                      <a:pt x="4773" y="3964"/>
                      <a:pt x="4773" y="3959"/>
                    </a:cubicBezTo>
                    <a:cubicBezTo>
                      <a:pt x="4746" y="3915"/>
                      <a:pt x="4724" y="3866"/>
                      <a:pt x="4713" y="3817"/>
                    </a:cubicBezTo>
                    <a:cubicBezTo>
                      <a:pt x="4681" y="3725"/>
                      <a:pt x="4643" y="3632"/>
                      <a:pt x="4605" y="3540"/>
                    </a:cubicBezTo>
                    <a:cubicBezTo>
                      <a:pt x="4572" y="3448"/>
                      <a:pt x="4529" y="3361"/>
                      <a:pt x="4491" y="3274"/>
                    </a:cubicBezTo>
                    <a:cubicBezTo>
                      <a:pt x="4480" y="3247"/>
                      <a:pt x="4469" y="3225"/>
                      <a:pt x="4458" y="3203"/>
                    </a:cubicBezTo>
                    <a:cubicBezTo>
                      <a:pt x="4496" y="3200"/>
                      <a:pt x="4535" y="3199"/>
                      <a:pt x="4575" y="3199"/>
                    </a:cubicBezTo>
                    <a:close/>
                    <a:moveTo>
                      <a:pt x="3159" y="2859"/>
                    </a:moveTo>
                    <a:cubicBezTo>
                      <a:pt x="3168" y="2859"/>
                      <a:pt x="3178" y="2861"/>
                      <a:pt x="3191" y="2866"/>
                    </a:cubicBezTo>
                    <a:cubicBezTo>
                      <a:pt x="3316" y="2920"/>
                      <a:pt x="3409" y="3040"/>
                      <a:pt x="3496" y="3138"/>
                    </a:cubicBezTo>
                    <a:cubicBezTo>
                      <a:pt x="3583" y="3236"/>
                      <a:pt x="3697" y="3317"/>
                      <a:pt x="3795" y="3410"/>
                    </a:cubicBezTo>
                    <a:cubicBezTo>
                      <a:pt x="3887" y="3502"/>
                      <a:pt x="4012" y="3562"/>
                      <a:pt x="4072" y="3670"/>
                    </a:cubicBezTo>
                    <a:cubicBezTo>
                      <a:pt x="4099" y="3719"/>
                      <a:pt x="4137" y="3757"/>
                      <a:pt x="4181" y="3796"/>
                    </a:cubicBezTo>
                    <a:cubicBezTo>
                      <a:pt x="4230" y="3850"/>
                      <a:pt x="4279" y="3899"/>
                      <a:pt x="4322" y="3953"/>
                    </a:cubicBezTo>
                    <a:cubicBezTo>
                      <a:pt x="4349" y="3980"/>
                      <a:pt x="4371" y="4008"/>
                      <a:pt x="4393" y="4035"/>
                    </a:cubicBezTo>
                    <a:cubicBezTo>
                      <a:pt x="4414" y="4062"/>
                      <a:pt x="4447" y="4094"/>
                      <a:pt x="4453" y="4122"/>
                    </a:cubicBezTo>
                    <a:lnTo>
                      <a:pt x="4447" y="4127"/>
                    </a:lnTo>
                    <a:cubicBezTo>
                      <a:pt x="4436" y="4133"/>
                      <a:pt x="4431" y="4138"/>
                      <a:pt x="4420" y="4149"/>
                    </a:cubicBezTo>
                    <a:cubicBezTo>
                      <a:pt x="4398" y="4165"/>
                      <a:pt x="4382" y="4187"/>
                      <a:pt x="4371" y="4214"/>
                    </a:cubicBezTo>
                    <a:cubicBezTo>
                      <a:pt x="4360" y="4241"/>
                      <a:pt x="4344" y="4306"/>
                      <a:pt x="4317" y="4306"/>
                    </a:cubicBezTo>
                    <a:cubicBezTo>
                      <a:pt x="4316" y="4307"/>
                      <a:pt x="4315" y="4307"/>
                      <a:pt x="4313" y="4307"/>
                    </a:cubicBezTo>
                    <a:cubicBezTo>
                      <a:pt x="4285" y="4307"/>
                      <a:pt x="4224" y="4241"/>
                      <a:pt x="4208" y="4225"/>
                    </a:cubicBezTo>
                    <a:cubicBezTo>
                      <a:pt x="4132" y="4143"/>
                      <a:pt x="4061" y="4056"/>
                      <a:pt x="3985" y="3969"/>
                    </a:cubicBezTo>
                    <a:lnTo>
                      <a:pt x="3990" y="3969"/>
                    </a:lnTo>
                    <a:cubicBezTo>
                      <a:pt x="3898" y="3861"/>
                      <a:pt x="3817" y="3741"/>
                      <a:pt x="3724" y="3632"/>
                    </a:cubicBezTo>
                    <a:cubicBezTo>
                      <a:pt x="3686" y="3584"/>
                      <a:pt x="3643" y="3551"/>
                      <a:pt x="3599" y="3507"/>
                    </a:cubicBezTo>
                    <a:cubicBezTo>
                      <a:pt x="3572" y="3480"/>
                      <a:pt x="3556" y="3448"/>
                      <a:pt x="3534" y="3420"/>
                    </a:cubicBezTo>
                    <a:cubicBezTo>
                      <a:pt x="3512" y="3399"/>
                      <a:pt x="3490" y="3382"/>
                      <a:pt x="3469" y="3366"/>
                    </a:cubicBezTo>
                    <a:cubicBezTo>
                      <a:pt x="3425" y="3328"/>
                      <a:pt x="3403" y="3285"/>
                      <a:pt x="3354" y="3263"/>
                    </a:cubicBezTo>
                    <a:cubicBezTo>
                      <a:pt x="3330" y="3252"/>
                      <a:pt x="3306" y="3247"/>
                      <a:pt x="3282" y="3247"/>
                    </a:cubicBezTo>
                    <a:cubicBezTo>
                      <a:pt x="3258" y="3247"/>
                      <a:pt x="3235" y="3252"/>
                      <a:pt x="3213" y="3263"/>
                    </a:cubicBezTo>
                    <a:cubicBezTo>
                      <a:pt x="3115" y="3290"/>
                      <a:pt x="3045" y="3372"/>
                      <a:pt x="2963" y="3426"/>
                    </a:cubicBezTo>
                    <a:cubicBezTo>
                      <a:pt x="2865" y="3502"/>
                      <a:pt x="2773" y="3578"/>
                      <a:pt x="2680" y="3660"/>
                    </a:cubicBezTo>
                    <a:cubicBezTo>
                      <a:pt x="2637" y="3703"/>
                      <a:pt x="2599" y="3747"/>
                      <a:pt x="2561" y="3796"/>
                    </a:cubicBezTo>
                    <a:cubicBezTo>
                      <a:pt x="2517" y="3861"/>
                      <a:pt x="2463" y="3910"/>
                      <a:pt x="2414" y="3969"/>
                    </a:cubicBezTo>
                    <a:cubicBezTo>
                      <a:pt x="2333" y="4073"/>
                      <a:pt x="2240" y="4165"/>
                      <a:pt x="2142" y="4241"/>
                    </a:cubicBezTo>
                    <a:cubicBezTo>
                      <a:pt x="2110" y="4268"/>
                      <a:pt x="2072" y="4279"/>
                      <a:pt x="2034" y="4279"/>
                    </a:cubicBezTo>
                    <a:cubicBezTo>
                      <a:pt x="2012" y="4274"/>
                      <a:pt x="1985" y="4263"/>
                      <a:pt x="1963" y="4252"/>
                    </a:cubicBezTo>
                    <a:cubicBezTo>
                      <a:pt x="1903" y="4225"/>
                      <a:pt x="1854" y="4209"/>
                      <a:pt x="1892" y="4143"/>
                    </a:cubicBezTo>
                    <a:cubicBezTo>
                      <a:pt x="1919" y="4094"/>
                      <a:pt x="1952" y="4056"/>
                      <a:pt x="1996" y="4024"/>
                    </a:cubicBezTo>
                    <a:cubicBezTo>
                      <a:pt x="2044" y="3964"/>
                      <a:pt x="2093" y="3904"/>
                      <a:pt x="2142" y="3844"/>
                    </a:cubicBezTo>
                    <a:cubicBezTo>
                      <a:pt x="2251" y="3730"/>
                      <a:pt x="2376" y="3643"/>
                      <a:pt x="2485" y="3529"/>
                    </a:cubicBezTo>
                    <a:cubicBezTo>
                      <a:pt x="2653" y="3355"/>
                      <a:pt x="2805" y="3160"/>
                      <a:pt x="2941" y="2958"/>
                    </a:cubicBezTo>
                    <a:cubicBezTo>
                      <a:pt x="2952" y="2969"/>
                      <a:pt x="2969" y="2980"/>
                      <a:pt x="2985" y="2980"/>
                    </a:cubicBezTo>
                    <a:cubicBezTo>
                      <a:pt x="2990" y="2981"/>
                      <a:pt x="2995" y="2981"/>
                      <a:pt x="3000" y="2981"/>
                    </a:cubicBezTo>
                    <a:cubicBezTo>
                      <a:pt x="3032" y="2981"/>
                      <a:pt x="3064" y="2966"/>
                      <a:pt x="3083" y="2942"/>
                    </a:cubicBezTo>
                    <a:cubicBezTo>
                      <a:pt x="3119" y="2906"/>
                      <a:pt x="3117" y="2859"/>
                      <a:pt x="3159" y="2859"/>
                    </a:cubicBezTo>
                    <a:close/>
                    <a:moveTo>
                      <a:pt x="3279" y="4580"/>
                    </a:moveTo>
                    <a:cubicBezTo>
                      <a:pt x="3319" y="4580"/>
                      <a:pt x="3358" y="4587"/>
                      <a:pt x="3398" y="4600"/>
                    </a:cubicBezTo>
                    <a:cubicBezTo>
                      <a:pt x="3447" y="4644"/>
                      <a:pt x="3485" y="4698"/>
                      <a:pt x="3501" y="4758"/>
                    </a:cubicBezTo>
                    <a:cubicBezTo>
                      <a:pt x="3545" y="4877"/>
                      <a:pt x="3512" y="4981"/>
                      <a:pt x="3507" y="5106"/>
                    </a:cubicBezTo>
                    <a:cubicBezTo>
                      <a:pt x="3501" y="5241"/>
                      <a:pt x="3507" y="5377"/>
                      <a:pt x="3501" y="5519"/>
                    </a:cubicBezTo>
                    <a:cubicBezTo>
                      <a:pt x="3496" y="5573"/>
                      <a:pt x="3496" y="5633"/>
                      <a:pt x="3501" y="5687"/>
                    </a:cubicBezTo>
                    <a:cubicBezTo>
                      <a:pt x="3512" y="5742"/>
                      <a:pt x="3518" y="5790"/>
                      <a:pt x="3512" y="5845"/>
                    </a:cubicBezTo>
                    <a:cubicBezTo>
                      <a:pt x="3512" y="5856"/>
                      <a:pt x="3518" y="5867"/>
                      <a:pt x="3523" y="5872"/>
                    </a:cubicBezTo>
                    <a:lnTo>
                      <a:pt x="3181" y="5872"/>
                    </a:lnTo>
                    <a:cubicBezTo>
                      <a:pt x="3181" y="5867"/>
                      <a:pt x="3181" y="5867"/>
                      <a:pt x="3181" y="5861"/>
                    </a:cubicBezTo>
                    <a:cubicBezTo>
                      <a:pt x="3181" y="5839"/>
                      <a:pt x="3181" y="5818"/>
                      <a:pt x="3175" y="5790"/>
                    </a:cubicBezTo>
                    <a:lnTo>
                      <a:pt x="3181" y="5790"/>
                    </a:lnTo>
                    <a:cubicBezTo>
                      <a:pt x="3181" y="5763"/>
                      <a:pt x="3191" y="5736"/>
                      <a:pt x="3197" y="5709"/>
                    </a:cubicBezTo>
                    <a:cubicBezTo>
                      <a:pt x="3197" y="5687"/>
                      <a:pt x="3197" y="5660"/>
                      <a:pt x="3191" y="5638"/>
                    </a:cubicBezTo>
                    <a:cubicBezTo>
                      <a:pt x="3186" y="5633"/>
                      <a:pt x="3181" y="5622"/>
                      <a:pt x="3175" y="5611"/>
                    </a:cubicBezTo>
                    <a:cubicBezTo>
                      <a:pt x="3175" y="5573"/>
                      <a:pt x="3175" y="5540"/>
                      <a:pt x="3186" y="5502"/>
                    </a:cubicBezTo>
                    <a:cubicBezTo>
                      <a:pt x="3197" y="5383"/>
                      <a:pt x="3202" y="5258"/>
                      <a:pt x="3202" y="5138"/>
                    </a:cubicBezTo>
                    <a:cubicBezTo>
                      <a:pt x="3202" y="5084"/>
                      <a:pt x="3219" y="5029"/>
                      <a:pt x="3219" y="4975"/>
                    </a:cubicBezTo>
                    <a:cubicBezTo>
                      <a:pt x="3224" y="4915"/>
                      <a:pt x="3213" y="4850"/>
                      <a:pt x="3219" y="4790"/>
                    </a:cubicBezTo>
                    <a:cubicBezTo>
                      <a:pt x="3229" y="4720"/>
                      <a:pt x="3213" y="4649"/>
                      <a:pt x="3175" y="4595"/>
                    </a:cubicBezTo>
                    <a:cubicBezTo>
                      <a:pt x="3181" y="4589"/>
                      <a:pt x="3191" y="4589"/>
                      <a:pt x="3202" y="4589"/>
                    </a:cubicBezTo>
                    <a:cubicBezTo>
                      <a:pt x="3228" y="4583"/>
                      <a:pt x="3254" y="4580"/>
                      <a:pt x="3279" y="4580"/>
                    </a:cubicBezTo>
                    <a:close/>
                    <a:moveTo>
                      <a:pt x="3137" y="4600"/>
                    </a:moveTo>
                    <a:cubicBezTo>
                      <a:pt x="3137" y="4605"/>
                      <a:pt x="3137" y="4616"/>
                      <a:pt x="3142" y="4622"/>
                    </a:cubicBezTo>
                    <a:cubicBezTo>
                      <a:pt x="3191" y="4676"/>
                      <a:pt x="3159" y="4807"/>
                      <a:pt x="3159" y="4877"/>
                    </a:cubicBezTo>
                    <a:cubicBezTo>
                      <a:pt x="3159" y="4986"/>
                      <a:pt x="3142" y="5089"/>
                      <a:pt x="3137" y="5198"/>
                    </a:cubicBezTo>
                    <a:cubicBezTo>
                      <a:pt x="3126" y="5301"/>
                      <a:pt x="3121" y="5399"/>
                      <a:pt x="3110" y="5497"/>
                    </a:cubicBezTo>
                    <a:cubicBezTo>
                      <a:pt x="3094" y="5568"/>
                      <a:pt x="3094" y="5644"/>
                      <a:pt x="3110" y="5709"/>
                    </a:cubicBezTo>
                    <a:lnTo>
                      <a:pt x="3104" y="5714"/>
                    </a:lnTo>
                    <a:cubicBezTo>
                      <a:pt x="3099" y="5731"/>
                      <a:pt x="3099" y="5747"/>
                      <a:pt x="3094" y="5763"/>
                    </a:cubicBezTo>
                    <a:cubicBezTo>
                      <a:pt x="3083" y="5801"/>
                      <a:pt x="3094" y="5845"/>
                      <a:pt x="3121" y="5872"/>
                    </a:cubicBezTo>
                    <a:cubicBezTo>
                      <a:pt x="3110" y="5875"/>
                      <a:pt x="3099" y="5876"/>
                      <a:pt x="3087" y="5876"/>
                    </a:cubicBezTo>
                    <a:cubicBezTo>
                      <a:pt x="3076" y="5876"/>
                      <a:pt x="3064" y="5875"/>
                      <a:pt x="3050" y="5872"/>
                    </a:cubicBezTo>
                    <a:cubicBezTo>
                      <a:pt x="3017" y="5872"/>
                      <a:pt x="2985" y="5861"/>
                      <a:pt x="2958" y="5850"/>
                    </a:cubicBezTo>
                    <a:cubicBezTo>
                      <a:pt x="2914" y="5842"/>
                      <a:pt x="2873" y="5837"/>
                      <a:pt x="2833" y="5837"/>
                    </a:cubicBezTo>
                    <a:cubicBezTo>
                      <a:pt x="2818" y="5837"/>
                      <a:pt x="2804" y="5838"/>
                      <a:pt x="2789" y="5839"/>
                    </a:cubicBezTo>
                    <a:cubicBezTo>
                      <a:pt x="2789" y="5796"/>
                      <a:pt x="2789" y="5752"/>
                      <a:pt x="2800" y="5714"/>
                    </a:cubicBezTo>
                    <a:cubicBezTo>
                      <a:pt x="2800" y="5655"/>
                      <a:pt x="2805" y="5600"/>
                      <a:pt x="2805" y="5546"/>
                    </a:cubicBezTo>
                    <a:lnTo>
                      <a:pt x="2805" y="5111"/>
                    </a:lnTo>
                    <a:cubicBezTo>
                      <a:pt x="2805" y="4991"/>
                      <a:pt x="2816" y="4861"/>
                      <a:pt x="2903" y="4763"/>
                    </a:cubicBezTo>
                    <a:cubicBezTo>
                      <a:pt x="2969" y="4692"/>
                      <a:pt x="3045" y="4633"/>
                      <a:pt x="3137" y="4600"/>
                    </a:cubicBezTo>
                    <a:close/>
                    <a:moveTo>
                      <a:pt x="3277" y="3379"/>
                    </a:moveTo>
                    <a:cubicBezTo>
                      <a:pt x="3327" y="3379"/>
                      <a:pt x="3352" y="3434"/>
                      <a:pt x="3393" y="3469"/>
                    </a:cubicBezTo>
                    <a:cubicBezTo>
                      <a:pt x="3447" y="3513"/>
                      <a:pt x="3474" y="3567"/>
                      <a:pt x="3523" y="3616"/>
                    </a:cubicBezTo>
                    <a:cubicBezTo>
                      <a:pt x="3583" y="3670"/>
                      <a:pt x="3643" y="3730"/>
                      <a:pt x="3692" y="3796"/>
                    </a:cubicBezTo>
                    <a:cubicBezTo>
                      <a:pt x="3784" y="3926"/>
                      <a:pt x="3882" y="4051"/>
                      <a:pt x="3990" y="4176"/>
                    </a:cubicBezTo>
                    <a:cubicBezTo>
                      <a:pt x="4012" y="4198"/>
                      <a:pt x="4039" y="4236"/>
                      <a:pt x="4072" y="4274"/>
                    </a:cubicBezTo>
                    <a:cubicBezTo>
                      <a:pt x="4072" y="4301"/>
                      <a:pt x="4077" y="4334"/>
                      <a:pt x="4077" y="4361"/>
                    </a:cubicBezTo>
                    <a:cubicBezTo>
                      <a:pt x="4083" y="4442"/>
                      <a:pt x="4077" y="4518"/>
                      <a:pt x="4061" y="4589"/>
                    </a:cubicBezTo>
                    <a:cubicBezTo>
                      <a:pt x="4045" y="4644"/>
                      <a:pt x="4039" y="4703"/>
                      <a:pt x="4039" y="4758"/>
                    </a:cubicBezTo>
                    <a:lnTo>
                      <a:pt x="4034" y="4758"/>
                    </a:lnTo>
                    <a:cubicBezTo>
                      <a:pt x="4034" y="4823"/>
                      <a:pt x="4029" y="4888"/>
                      <a:pt x="4012" y="4948"/>
                    </a:cubicBezTo>
                    <a:cubicBezTo>
                      <a:pt x="4007" y="5024"/>
                      <a:pt x="4012" y="5095"/>
                      <a:pt x="4007" y="5171"/>
                    </a:cubicBezTo>
                    <a:cubicBezTo>
                      <a:pt x="3996" y="5247"/>
                      <a:pt x="3985" y="5318"/>
                      <a:pt x="3985" y="5394"/>
                    </a:cubicBezTo>
                    <a:cubicBezTo>
                      <a:pt x="3980" y="5530"/>
                      <a:pt x="3974" y="5676"/>
                      <a:pt x="3985" y="5812"/>
                    </a:cubicBezTo>
                    <a:cubicBezTo>
                      <a:pt x="3985" y="5822"/>
                      <a:pt x="3985" y="5862"/>
                      <a:pt x="3990" y="5862"/>
                    </a:cubicBezTo>
                    <a:lnTo>
                      <a:pt x="3990" y="5862"/>
                    </a:lnTo>
                    <a:cubicBezTo>
                      <a:pt x="3979" y="5867"/>
                      <a:pt x="3968" y="5878"/>
                      <a:pt x="3958" y="5883"/>
                    </a:cubicBezTo>
                    <a:lnTo>
                      <a:pt x="3942" y="5883"/>
                    </a:lnTo>
                    <a:cubicBezTo>
                      <a:pt x="3904" y="5869"/>
                      <a:pt x="3859" y="5865"/>
                      <a:pt x="3813" y="5865"/>
                    </a:cubicBezTo>
                    <a:cubicBezTo>
                      <a:pt x="3753" y="5865"/>
                      <a:pt x="3692" y="5872"/>
                      <a:pt x="3648" y="5872"/>
                    </a:cubicBezTo>
                    <a:lnTo>
                      <a:pt x="3605" y="5872"/>
                    </a:lnTo>
                    <a:cubicBezTo>
                      <a:pt x="3659" y="5834"/>
                      <a:pt x="3632" y="5736"/>
                      <a:pt x="3615" y="5682"/>
                    </a:cubicBezTo>
                    <a:cubicBezTo>
                      <a:pt x="3610" y="5617"/>
                      <a:pt x="3610" y="5551"/>
                      <a:pt x="3615" y="5491"/>
                    </a:cubicBezTo>
                    <a:lnTo>
                      <a:pt x="3615" y="5279"/>
                    </a:lnTo>
                    <a:cubicBezTo>
                      <a:pt x="3615" y="5214"/>
                      <a:pt x="3610" y="5149"/>
                      <a:pt x="3615" y="5078"/>
                    </a:cubicBezTo>
                    <a:cubicBezTo>
                      <a:pt x="3615" y="5013"/>
                      <a:pt x="3637" y="4964"/>
                      <a:pt x="3632" y="4904"/>
                    </a:cubicBezTo>
                    <a:cubicBezTo>
                      <a:pt x="3626" y="4796"/>
                      <a:pt x="3594" y="4698"/>
                      <a:pt x="3534" y="4611"/>
                    </a:cubicBezTo>
                    <a:cubicBezTo>
                      <a:pt x="3488" y="4529"/>
                      <a:pt x="3398" y="4485"/>
                      <a:pt x="3306" y="4485"/>
                    </a:cubicBezTo>
                    <a:cubicBezTo>
                      <a:pt x="3300" y="4485"/>
                      <a:pt x="3295" y="4486"/>
                      <a:pt x="3289" y="4486"/>
                    </a:cubicBezTo>
                    <a:cubicBezTo>
                      <a:pt x="3191" y="4486"/>
                      <a:pt x="3099" y="4508"/>
                      <a:pt x="3017" y="4557"/>
                    </a:cubicBezTo>
                    <a:cubicBezTo>
                      <a:pt x="2914" y="4605"/>
                      <a:pt x="2822" y="4687"/>
                      <a:pt x="2762" y="4785"/>
                    </a:cubicBezTo>
                    <a:cubicBezTo>
                      <a:pt x="2713" y="4883"/>
                      <a:pt x="2686" y="4986"/>
                      <a:pt x="2686" y="5095"/>
                    </a:cubicBezTo>
                    <a:cubicBezTo>
                      <a:pt x="2680" y="5247"/>
                      <a:pt x="2686" y="5399"/>
                      <a:pt x="2686" y="5551"/>
                    </a:cubicBezTo>
                    <a:cubicBezTo>
                      <a:pt x="2675" y="5649"/>
                      <a:pt x="2675" y="5752"/>
                      <a:pt x="2686" y="5850"/>
                    </a:cubicBezTo>
                    <a:lnTo>
                      <a:pt x="2490" y="5850"/>
                    </a:lnTo>
                    <a:cubicBezTo>
                      <a:pt x="2425" y="5850"/>
                      <a:pt x="2371" y="5877"/>
                      <a:pt x="2311" y="5877"/>
                    </a:cubicBezTo>
                    <a:cubicBezTo>
                      <a:pt x="2300" y="5747"/>
                      <a:pt x="2305" y="5611"/>
                      <a:pt x="2311" y="5481"/>
                    </a:cubicBezTo>
                    <a:cubicBezTo>
                      <a:pt x="2311" y="5399"/>
                      <a:pt x="2305" y="5323"/>
                      <a:pt x="2311" y="5241"/>
                    </a:cubicBezTo>
                    <a:cubicBezTo>
                      <a:pt x="2316" y="5165"/>
                      <a:pt x="2333" y="5084"/>
                      <a:pt x="2333" y="5002"/>
                    </a:cubicBezTo>
                    <a:cubicBezTo>
                      <a:pt x="2338" y="4932"/>
                      <a:pt x="2343" y="4866"/>
                      <a:pt x="2338" y="4796"/>
                    </a:cubicBezTo>
                    <a:cubicBezTo>
                      <a:pt x="2322" y="4736"/>
                      <a:pt x="2311" y="4671"/>
                      <a:pt x="2300" y="4611"/>
                    </a:cubicBezTo>
                    <a:cubicBezTo>
                      <a:pt x="2305" y="4508"/>
                      <a:pt x="2289" y="4410"/>
                      <a:pt x="2256" y="4312"/>
                    </a:cubicBezTo>
                    <a:cubicBezTo>
                      <a:pt x="2338" y="4247"/>
                      <a:pt x="2414" y="4176"/>
                      <a:pt x="2479" y="4100"/>
                    </a:cubicBezTo>
                    <a:cubicBezTo>
                      <a:pt x="2528" y="4040"/>
                      <a:pt x="2583" y="3986"/>
                      <a:pt x="2632" y="3926"/>
                    </a:cubicBezTo>
                    <a:cubicBezTo>
                      <a:pt x="2675" y="3861"/>
                      <a:pt x="2724" y="3806"/>
                      <a:pt x="2778" y="3752"/>
                    </a:cubicBezTo>
                    <a:cubicBezTo>
                      <a:pt x="2876" y="3660"/>
                      <a:pt x="2979" y="3578"/>
                      <a:pt x="3088" y="3497"/>
                    </a:cubicBezTo>
                    <a:cubicBezTo>
                      <a:pt x="3132" y="3453"/>
                      <a:pt x="3186" y="3415"/>
                      <a:pt x="3240" y="3388"/>
                    </a:cubicBezTo>
                    <a:cubicBezTo>
                      <a:pt x="3254" y="3382"/>
                      <a:pt x="3266" y="3379"/>
                      <a:pt x="3277" y="3379"/>
                    </a:cubicBezTo>
                    <a:close/>
                    <a:moveTo>
                      <a:pt x="5795" y="4067"/>
                    </a:moveTo>
                    <a:cubicBezTo>
                      <a:pt x="5779" y="4122"/>
                      <a:pt x="5768" y="4171"/>
                      <a:pt x="5763" y="4225"/>
                    </a:cubicBezTo>
                    <a:cubicBezTo>
                      <a:pt x="5763" y="4306"/>
                      <a:pt x="5757" y="4393"/>
                      <a:pt x="5741" y="4475"/>
                    </a:cubicBezTo>
                    <a:cubicBezTo>
                      <a:pt x="5730" y="4557"/>
                      <a:pt x="5725" y="4633"/>
                      <a:pt x="5725" y="4714"/>
                    </a:cubicBezTo>
                    <a:cubicBezTo>
                      <a:pt x="5725" y="4801"/>
                      <a:pt x="5703" y="4888"/>
                      <a:pt x="5703" y="4975"/>
                    </a:cubicBezTo>
                    <a:cubicBezTo>
                      <a:pt x="5697" y="5057"/>
                      <a:pt x="5703" y="5138"/>
                      <a:pt x="5719" y="5220"/>
                    </a:cubicBezTo>
                    <a:lnTo>
                      <a:pt x="5725" y="5220"/>
                    </a:lnTo>
                    <a:cubicBezTo>
                      <a:pt x="5730" y="5307"/>
                      <a:pt x="5730" y="5394"/>
                      <a:pt x="5725" y="5481"/>
                    </a:cubicBezTo>
                    <a:cubicBezTo>
                      <a:pt x="5725" y="5557"/>
                      <a:pt x="5741" y="5633"/>
                      <a:pt x="5746" y="5709"/>
                    </a:cubicBezTo>
                    <a:cubicBezTo>
                      <a:pt x="5746" y="5780"/>
                      <a:pt x="5757" y="5845"/>
                      <a:pt x="5768" y="5915"/>
                    </a:cubicBezTo>
                    <a:lnTo>
                      <a:pt x="5725" y="5910"/>
                    </a:lnTo>
                    <a:cubicBezTo>
                      <a:pt x="5712" y="5908"/>
                      <a:pt x="5700" y="5907"/>
                      <a:pt x="5688" y="5907"/>
                    </a:cubicBezTo>
                    <a:cubicBezTo>
                      <a:pt x="5649" y="5907"/>
                      <a:pt x="5612" y="5916"/>
                      <a:pt x="5575" y="5916"/>
                    </a:cubicBezTo>
                    <a:cubicBezTo>
                      <a:pt x="5568" y="5916"/>
                      <a:pt x="5562" y="5916"/>
                      <a:pt x="5556" y="5915"/>
                    </a:cubicBezTo>
                    <a:cubicBezTo>
                      <a:pt x="5480" y="5915"/>
                      <a:pt x="5415" y="5899"/>
                      <a:pt x="5339" y="5899"/>
                    </a:cubicBezTo>
                    <a:cubicBezTo>
                      <a:pt x="5285" y="5901"/>
                      <a:pt x="5231" y="5902"/>
                      <a:pt x="5177" y="5902"/>
                    </a:cubicBezTo>
                    <a:cubicBezTo>
                      <a:pt x="5084" y="5902"/>
                      <a:pt x="4991" y="5899"/>
                      <a:pt x="4898" y="5888"/>
                    </a:cubicBezTo>
                    <a:cubicBezTo>
                      <a:pt x="4751" y="5872"/>
                      <a:pt x="4610" y="5872"/>
                      <a:pt x="4463" y="5861"/>
                    </a:cubicBezTo>
                    <a:cubicBezTo>
                      <a:pt x="4406" y="5857"/>
                      <a:pt x="4348" y="5853"/>
                      <a:pt x="4290" y="5853"/>
                    </a:cubicBezTo>
                    <a:cubicBezTo>
                      <a:pt x="4267" y="5853"/>
                      <a:pt x="4243" y="5854"/>
                      <a:pt x="4219" y="5856"/>
                    </a:cubicBezTo>
                    <a:cubicBezTo>
                      <a:pt x="4192" y="5856"/>
                      <a:pt x="4159" y="5856"/>
                      <a:pt x="4132" y="5861"/>
                    </a:cubicBezTo>
                    <a:cubicBezTo>
                      <a:pt x="4132" y="5736"/>
                      <a:pt x="4126" y="5611"/>
                      <a:pt x="4121" y="5486"/>
                    </a:cubicBezTo>
                    <a:cubicBezTo>
                      <a:pt x="4121" y="5334"/>
                      <a:pt x="4148" y="5187"/>
                      <a:pt x="4143" y="5035"/>
                    </a:cubicBezTo>
                    <a:cubicBezTo>
                      <a:pt x="4143" y="4959"/>
                      <a:pt x="4164" y="4899"/>
                      <a:pt x="4164" y="4823"/>
                    </a:cubicBezTo>
                    <a:cubicBezTo>
                      <a:pt x="4164" y="4785"/>
                      <a:pt x="4159" y="4747"/>
                      <a:pt x="4159" y="4703"/>
                    </a:cubicBezTo>
                    <a:cubicBezTo>
                      <a:pt x="4164" y="4665"/>
                      <a:pt x="4175" y="4638"/>
                      <a:pt x="4181" y="4600"/>
                    </a:cubicBezTo>
                    <a:cubicBezTo>
                      <a:pt x="4192" y="4529"/>
                      <a:pt x="4192" y="4459"/>
                      <a:pt x="4181" y="4388"/>
                    </a:cubicBezTo>
                    <a:lnTo>
                      <a:pt x="4181" y="4388"/>
                    </a:lnTo>
                    <a:cubicBezTo>
                      <a:pt x="4227" y="4425"/>
                      <a:pt x="4276" y="4452"/>
                      <a:pt x="4323" y="4452"/>
                    </a:cubicBezTo>
                    <a:cubicBezTo>
                      <a:pt x="4365" y="4452"/>
                      <a:pt x="4406" y="4431"/>
                      <a:pt x="4442" y="4377"/>
                    </a:cubicBezTo>
                    <a:cubicBezTo>
                      <a:pt x="4474" y="4328"/>
                      <a:pt x="4485" y="4268"/>
                      <a:pt x="4534" y="4230"/>
                    </a:cubicBezTo>
                    <a:cubicBezTo>
                      <a:pt x="4572" y="4203"/>
                      <a:pt x="4594" y="4160"/>
                      <a:pt x="4588" y="4111"/>
                    </a:cubicBezTo>
                    <a:lnTo>
                      <a:pt x="4588" y="4111"/>
                    </a:lnTo>
                    <a:cubicBezTo>
                      <a:pt x="4669" y="4116"/>
                      <a:pt x="4749" y="4118"/>
                      <a:pt x="4828" y="4118"/>
                    </a:cubicBezTo>
                    <a:cubicBezTo>
                      <a:pt x="4925" y="4118"/>
                      <a:pt x="5022" y="4114"/>
                      <a:pt x="5121" y="4105"/>
                    </a:cubicBezTo>
                    <a:cubicBezTo>
                      <a:pt x="5208" y="4094"/>
                      <a:pt x="5301" y="4089"/>
                      <a:pt x="5393" y="4089"/>
                    </a:cubicBezTo>
                    <a:cubicBezTo>
                      <a:pt x="5417" y="4090"/>
                      <a:pt x="5442" y="4091"/>
                      <a:pt x="5467" y="4091"/>
                    </a:cubicBezTo>
                    <a:cubicBezTo>
                      <a:pt x="5542" y="4091"/>
                      <a:pt x="5620" y="4085"/>
                      <a:pt x="5697" y="4073"/>
                    </a:cubicBezTo>
                    <a:cubicBezTo>
                      <a:pt x="5730" y="4073"/>
                      <a:pt x="5763" y="4067"/>
                      <a:pt x="5795" y="4067"/>
                    </a:cubicBezTo>
                    <a:close/>
                    <a:moveTo>
                      <a:pt x="724" y="3997"/>
                    </a:moveTo>
                    <a:cubicBezTo>
                      <a:pt x="767" y="4002"/>
                      <a:pt x="811" y="4013"/>
                      <a:pt x="849" y="4024"/>
                    </a:cubicBezTo>
                    <a:cubicBezTo>
                      <a:pt x="870" y="4027"/>
                      <a:pt x="892" y="4027"/>
                      <a:pt x="914" y="4027"/>
                    </a:cubicBezTo>
                    <a:cubicBezTo>
                      <a:pt x="936" y="4027"/>
                      <a:pt x="957" y="4027"/>
                      <a:pt x="979" y="4029"/>
                    </a:cubicBezTo>
                    <a:cubicBezTo>
                      <a:pt x="1061" y="4040"/>
                      <a:pt x="1142" y="4046"/>
                      <a:pt x="1224" y="4051"/>
                    </a:cubicBezTo>
                    <a:lnTo>
                      <a:pt x="1506" y="4051"/>
                    </a:lnTo>
                    <a:cubicBezTo>
                      <a:pt x="1557" y="4051"/>
                      <a:pt x="1610" y="4056"/>
                      <a:pt x="1663" y="4056"/>
                    </a:cubicBezTo>
                    <a:cubicBezTo>
                      <a:pt x="1689" y="4056"/>
                      <a:pt x="1715" y="4055"/>
                      <a:pt x="1740" y="4051"/>
                    </a:cubicBezTo>
                    <a:cubicBezTo>
                      <a:pt x="1767" y="4051"/>
                      <a:pt x="1800" y="4046"/>
                      <a:pt x="1827" y="4040"/>
                    </a:cubicBezTo>
                    <a:lnTo>
                      <a:pt x="1827" y="4040"/>
                    </a:lnTo>
                    <a:cubicBezTo>
                      <a:pt x="1822" y="4046"/>
                      <a:pt x="1816" y="4051"/>
                      <a:pt x="1811" y="4062"/>
                    </a:cubicBezTo>
                    <a:cubicBezTo>
                      <a:pt x="1751" y="4143"/>
                      <a:pt x="1735" y="4252"/>
                      <a:pt x="1827" y="4317"/>
                    </a:cubicBezTo>
                    <a:cubicBezTo>
                      <a:pt x="1893" y="4364"/>
                      <a:pt x="1975" y="4405"/>
                      <a:pt x="2057" y="4405"/>
                    </a:cubicBezTo>
                    <a:cubicBezTo>
                      <a:pt x="2089" y="4405"/>
                      <a:pt x="2122" y="4398"/>
                      <a:pt x="2153" y="4383"/>
                    </a:cubicBezTo>
                    <a:lnTo>
                      <a:pt x="2186" y="4366"/>
                    </a:lnTo>
                    <a:cubicBezTo>
                      <a:pt x="2186" y="4372"/>
                      <a:pt x="2186" y="4372"/>
                      <a:pt x="2186" y="4377"/>
                    </a:cubicBezTo>
                    <a:cubicBezTo>
                      <a:pt x="2186" y="4410"/>
                      <a:pt x="2197" y="4437"/>
                      <a:pt x="2197" y="4470"/>
                    </a:cubicBezTo>
                    <a:cubicBezTo>
                      <a:pt x="2202" y="4540"/>
                      <a:pt x="2191" y="4600"/>
                      <a:pt x="2191" y="4665"/>
                    </a:cubicBezTo>
                    <a:cubicBezTo>
                      <a:pt x="2191" y="4730"/>
                      <a:pt x="2224" y="4785"/>
                      <a:pt x="2224" y="4855"/>
                    </a:cubicBezTo>
                    <a:cubicBezTo>
                      <a:pt x="2224" y="4921"/>
                      <a:pt x="2218" y="5002"/>
                      <a:pt x="2213" y="5073"/>
                    </a:cubicBezTo>
                    <a:cubicBezTo>
                      <a:pt x="2208" y="5149"/>
                      <a:pt x="2191" y="5231"/>
                      <a:pt x="2186" y="5307"/>
                    </a:cubicBezTo>
                    <a:cubicBezTo>
                      <a:pt x="2186" y="5388"/>
                      <a:pt x="2186" y="5459"/>
                      <a:pt x="2186" y="5535"/>
                    </a:cubicBezTo>
                    <a:cubicBezTo>
                      <a:pt x="2180" y="5649"/>
                      <a:pt x="2175" y="5769"/>
                      <a:pt x="2180" y="5888"/>
                    </a:cubicBezTo>
                    <a:lnTo>
                      <a:pt x="2175" y="5883"/>
                    </a:lnTo>
                    <a:lnTo>
                      <a:pt x="2121" y="5883"/>
                    </a:lnTo>
                    <a:cubicBezTo>
                      <a:pt x="2080" y="5880"/>
                      <a:pt x="2038" y="5879"/>
                      <a:pt x="1996" y="5879"/>
                    </a:cubicBezTo>
                    <a:cubicBezTo>
                      <a:pt x="1953" y="5879"/>
                      <a:pt x="1911" y="5880"/>
                      <a:pt x="1871" y="5883"/>
                    </a:cubicBezTo>
                    <a:cubicBezTo>
                      <a:pt x="1832" y="5888"/>
                      <a:pt x="1794" y="5899"/>
                      <a:pt x="1756" y="5905"/>
                    </a:cubicBezTo>
                    <a:cubicBezTo>
                      <a:pt x="1737" y="5907"/>
                      <a:pt x="1714" y="5907"/>
                      <a:pt x="1690" y="5907"/>
                    </a:cubicBezTo>
                    <a:cubicBezTo>
                      <a:pt x="1665" y="5907"/>
                      <a:pt x="1639" y="5907"/>
                      <a:pt x="1615" y="5910"/>
                    </a:cubicBezTo>
                    <a:cubicBezTo>
                      <a:pt x="1523" y="5915"/>
                      <a:pt x="1430" y="5926"/>
                      <a:pt x="1338" y="5932"/>
                    </a:cubicBezTo>
                    <a:cubicBezTo>
                      <a:pt x="1245" y="5932"/>
                      <a:pt x="1153" y="5926"/>
                      <a:pt x="1055" y="5915"/>
                    </a:cubicBezTo>
                    <a:cubicBezTo>
                      <a:pt x="974" y="5915"/>
                      <a:pt x="881" y="5926"/>
                      <a:pt x="794" y="5932"/>
                    </a:cubicBezTo>
                    <a:cubicBezTo>
                      <a:pt x="778" y="5935"/>
                      <a:pt x="760" y="5936"/>
                      <a:pt x="742" y="5936"/>
                    </a:cubicBezTo>
                    <a:cubicBezTo>
                      <a:pt x="724" y="5936"/>
                      <a:pt x="705" y="5935"/>
                      <a:pt x="686" y="5932"/>
                    </a:cubicBezTo>
                    <a:lnTo>
                      <a:pt x="653" y="5926"/>
                    </a:lnTo>
                    <a:cubicBezTo>
                      <a:pt x="647" y="5905"/>
                      <a:pt x="637" y="5883"/>
                      <a:pt x="637" y="5867"/>
                    </a:cubicBezTo>
                    <a:cubicBezTo>
                      <a:pt x="626" y="5780"/>
                      <a:pt x="626" y="5698"/>
                      <a:pt x="637" y="5617"/>
                    </a:cubicBezTo>
                    <a:cubicBezTo>
                      <a:pt x="631" y="5535"/>
                      <a:pt x="620" y="5459"/>
                      <a:pt x="604" y="5383"/>
                    </a:cubicBezTo>
                    <a:cubicBezTo>
                      <a:pt x="588" y="5209"/>
                      <a:pt x="593" y="5040"/>
                      <a:pt x="604" y="4872"/>
                    </a:cubicBezTo>
                    <a:cubicBezTo>
                      <a:pt x="626" y="4709"/>
                      <a:pt x="631" y="4546"/>
                      <a:pt x="626" y="4383"/>
                    </a:cubicBezTo>
                    <a:cubicBezTo>
                      <a:pt x="615" y="4306"/>
                      <a:pt x="599" y="4230"/>
                      <a:pt x="593" y="4154"/>
                    </a:cubicBezTo>
                    <a:cubicBezTo>
                      <a:pt x="588" y="4100"/>
                      <a:pt x="582" y="4051"/>
                      <a:pt x="577" y="3997"/>
                    </a:cubicBezTo>
                    <a:close/>
                    <a:moveTo>
                      <a:pt x="2820" y="5979"/>
                    </a:moveTo>
                    <a:cubicBezTo>
                      <a:pt x="2835" y="5979"/>
                      <a:pt x="2850" y="5980"/>
                      <a:pt x="2865" y="5981"/>
                    </a:cubicBezTo>
                    <a:cubicBezTo>
                      <a:pt x="2936" y="5997"/>
                      <a:pt x="3007" y="6008"/>
                      <a:pt x="3077" y="6013"/>
                    </a:cubicBezTo>
                    <a:cubicBezTo>
                      <a:pt x="3229" y="6008"/>
                      <a:pt x="3382" y="6008"/>
                      <a:pt x="3534" y="6008"/>
                    </a:cubicBezTo>
                    <a:lnTo>
                      <a:pt x="3768" y="6008"/>
                    </a:lnTo>
                    <a:cubicBezTo>
                      <a:pt x="3788" y="6006"/>
                      <a:pt x="3809" y="6004"/>
                      <a:pt x="3830" y="6004"/>
                    </a:cubicBezTo>
                    <a:cubicBezTo>
                      <a:pt x="3860" y="6004"/>
                      <a:pt x="3889" y="6007"/>
                      <a:pt x="3914" y="6013"/>
                    </a:cubicBezTo>
                    <a:cubicBezTo>
                      <a:pt x="3920" y="6016"/>
                      <a:pt x="3927" y="6018"/>
                      <a:pt x="3933" y="6018"/>
                    </a:cubicBezTo>
                    <a:cubicBezTo>
                      <a:pt x="3950" y="6018"/>
                      <a:pt x="3966" y="6009"/>
                      <a:pt x="3974" y="5997"/>
                    </a:cubicBezTo>
                    <a:cubicBezTo>
                      <a:pt x="4012" y="5997"/>
                      <a:pt x="4045" y="5992"/>
                      <a:pt x="4077" y="5992"/>
                    </a:cubicBezTo>
                    <a:cubicBezTo>
                      <a:pt x="4143" y="5983"/>
                      <a:pt x="4208" y="5979"/>
                      <a:pt x="4272" y="5979"/>
                    </a:cubicBezTo>
                    <a:cubicBezTo>
                      <a:pt x="4337" y="5979"/>
                      <a:pt x="4401" y="5983"/>
                      <a:pt x="4463" y="5992"/>
                    </a:cubicBezTo>
                    <a:cubicBezTo>
                      <a:pt x="4594" y="6002"/>
                      <a:pt x="4724" y="6002"/>
                      <a:pt x="4849" y="6019"/>
                    </a:cubicBezTo>
                    <a:cubicBezTo>
                      <a:pt x="4974" y="6035"/>
                      <a:pt x="5099" y="6041"/>
                      <a:pt x="5224" y="6041"/>
                    </a:cubicBezTo>
                    <a:cubicBezTo>
                      <a:pt x="5284" y="6041"/>
                      <a:pt x="5349" y="6035"/>
                      <a:pt x="5409" y="6035"/>
                    </a:cubicBezTo>
                    <a:cubicBezTo>
                      <a:pt x="5469" y="6046"/>
                      <a:pt x="5534" y="6051"/>
                      <a:pt x="5594" y="6051"/>
                    </a:cubicBezTo>
                    <a:cubicBezTo>
                      <a:pt x="5621" y="6049"/>
                      <a:pt x="5647" y="6047"/>
                      <a:pt x="5673" y="6047"/>
                    </a:cubicBezTo>
                    <a:cubicBezTo>
                      <a:pt x="5699" y="6047"/>
                      <a:pt x="5725" y="6049"/>
                      <a:pt x="5752" y="6051"/>
                    </a:cubicBezTo>
                    <a:cubicBezTo>
                      <a:pt x="5782" y="6055"/>
                      <a:pt x="5813" y="6059"/>
                      <a:pt x="5846" y="6059"/>
                    </a:cubicBezTo>
                    <a:cubicBezTo>
                      <a:pt x="5859" y="6059"/>
                      <a:pt x="5873" y="6058"/>
                      <a:pt x="5888" y="6057"/>
                    </a:cubicBezTo>
                    <a:lnTo>
                      <a:pt x="5893" y="6057"/>
                    </a:lnTo>
                    <a:cubicBezTo>
                      <a:pt x="5912" y="6057"/>
                      <a:pt x="5937" y="6050"/>
                      <a:pt x="5961" y="6050"/>
                    </a:cubicBezTo>
                    <a:cubicBezTo>
                      <a:pt x="5979" y="6050"/>
                      <a:pt x="5996" y="6054"/>
                      <a:pt x="6007" y="6068"/>
                    </a:cubicBezTo>
                    <a:cubicBezTo>
                      <a:pt x="6034" y="6106"/>
                      <a:pt x="6007" y="6187"/>
                      <a:pt x="6002" y="6231"/>
                    </a:cubicBezTo>
                    <a:cubicBezTo>
                      <a:pt x="5996" y="6274"/>
                      <a:pt x="6002" y="6383"/>
                      <a:pt x="5975" y="6399"/>
                    </a:cubicBezTo>
                    <a:cubicBezTo>
                      <a:pt x="5971" y="6400"/>
                      <a:pt x="5967" y="6401"/>
                      <a:pt x="5963" y="6401"/>
                    </a:cubicBezTo>
                    <a:cubicBezTo>
                      <a:pt x="5944" y="6401"/>
                      <a:pt x="5917" y="6394"/>
                      <a:pt x="5904" y="6394"/>
                    </a:cubicBezTo>
                    <a:cubicBezTo>
                      <a:pt x="5871" y="6394"/>
                      <a:pt x="5839" y="6394"/>
                      <a:pt x="5811" y="6399"/>
                    </a:cubicBezTo>
                    <a:lnTo>
                      <a:pt x="5768" y="6405"/>
                    </a:lnTo>
                    <a:lnTo>
                      <a:pt x="5665" y="6405"/>
                    </a:lnTo>
                    <a:cubicBezTo>
                      <a:pt x="5594" y="6416"/>
                      <a:pt x="5529" y="6421"/>
                      <a:pt x="5458" y="6426"/>
                    </a:cubicBezTo>
                    <a:cubicBezTo>
                      <a:pt x="5311" y="6426"/>
                      <a:pt x="5165" y="6454"/>
                      <a:pt x="5018" y="6454"/>
                    </a:cubicBezTo>
                    <a:cubicBezTo>
                      <a:pt x="4719" y="6454"/>
                      <a:pt x="4420" y="6475"/>
                      <a:pt x="4121" y="6492"/>
                    </a:cubicBezTo>
                    <a:cubicBezTo>
                      <a:pt x="4039" y="6497"/>
                      <a:pt x="3959" y="6498"/>
                      <a:pt x="3879" y="6498"/>
                    </a:cubicBezTo>
                    <a:cubicBezTo>
                      <a:pt x="3799" y="6498"/>
                      <a:pt x="3719" y="6497"/>
                      <a:pt x="3637" y="6497"/>
                    </a:cubicBezTo>
                    <a:cubicBezTo>
                      <a:pt x="3561" y="6500"/>
                      <a:pt x="3486" y="6501"/>
                      <a:pt x="3412" y="6501"/>
                    </a:cubicBezTo>
                    <a:cubicBezTo>
                      <a:pt x="3337" y="6501"/>
                      <a:pt x="3262" y="6500"/>
                      <a:pt x="3186" y="6497"/>
                    </a:cubicBezTo>
                    <a:cubicBezTo>
                      <a:pt x="3115" y="6486"/>
                      <a:pt x="3045" y="6475"/>
                      <a:pt x="2974" y="6475"/>
                    </a:cubicBezTo>
                    <a:cubicBezTo>
                      <a:pt x="2960" y="6474"/>
                      <a:pt x="2945" y="6474"/>
                      <a:pt x="2930" y="6474"/>
                    </a:cubicBezTo>
                    <a:cubicBezTo>
                      <a:pt x="2869" y="6474"/>
                      <a:pt x="2800" y="6481"/>
                      <a:pt x="2735" y="6481"/>
                    </a:cubicBezTo>
                    <a:cubicBezTo>
                      <a:pt x="2723" y="6481"/>
                      <a:pt x="2712" y="6481"/>
                      <a:pt x="2700" y="6481"/>
                    </a:cubicBezTo>
                    <a:cubicBezTo>
                      <a:pt x="2560" y="6481"/>
                      <a:pt x="2424" y="6453"/>
                      <a:pt x="2284" y="6448"/>
                    </a:cubicBezTo>
                    <a:cubicBezTo>
                      <a:pt x="2179" y="6445"/>
                      <a:pt x="2073" y="6443"/>
                      <a:pt x="1967" y="6443"/>
                    </a:cubicBezTo>
                    <a:cubicBezTo>
                      <a:pt x="1755" y="6443"/>
                      <a:pt x="1541" y="6448"/>
                      <a:pt x="1327" y="6448"/>
                    </a:cubicBezTo>
                    <a:lnTo>
                      <a:pt x="376" y="6448"/>
                    </a:lnTo>
                    <a:cubicBezTo>
                      <a:pt x="357" y="6448"/>
                      <a:pt x="325" y="6454"/>
                      <a:pt x="297" y="6454"/>
                    </a:cubicBezTo>
                    <a:cubicBezTo>
                      <a:pt x="268" y="6454"/>
                      <a:pt x="242" y="6448"/>
                      <a:pt x="234" y="6426"/>
                    </a:cubicBezTo>
                    <a:cubicBezTo>
                      <a:pt x="229" y="6383"/>
                      <a:pt x="229" y="6334"/>
                      <a:pt x="234" y="6285"/>
                    </a:cubicBezTo>
                    <a:cubicBezTo>
                      <a:pt x="234" y="6247"/>
                      <a:pt x="229" y="6204"/>
                      <a:pt x="223" y="6166"/>
                    </a:cubicBezTo>
                    <a:cubicBezTo>
                      <a:pt x="223" y="6127"/>
                      <a:pt x="207" y="6051"/>
                      <a:pt x="234" y="6024"/>
                    </a:cubicBezTo>
                    <a:cubicBezTo>
                      <a:pt x="249" y="6008"/>
                      <a:pt x="271" y="6002"/>
                      <a:pt x="296" y="6002"/>
                    </a:cubicBezTo>
                    <a:cubicBezTo>
                      <a:pt x="366" y="6002"/>
                      <a:pt x="465" y="6047"/>
                      <a:pt x="517" y="6051"/>
                    </a:cubicBezTo>
                    <a:cubicBezTo>
                      <a:pt x="544" y="6051"/>
                      <a:pt x="571" y="6046"/>
                      <a:pt x="593" y="6041"/>
                    </a:cubicBezTo>
                    <a:cubicBezTo>
                      <a:pt x="620" y="6046"/>
                      <a:pt x="647" y="6057"/>
                      <a:pt x="675" y="6057"/>
                    </a:cubicBezTo>
                    <a:cubicBezTo>
                      <a:pt x="696" y="6060"/>
                      <a:pt x="717" y="6061"/>
                      <a:pt x="736" y="6061"/>
                    </a:cubicBezTo>
                    <a:cubicBezTo>
                      <a:pt x="756" y="6061"/>
                      <a:pt x="775" y="6060"/>
                      <a:pt x="794" y="6057"/>
                    </a:cubicBezTo>
                    <a:cubicBezTo>
                      <a:pt x="869" y="6057"/>
                      <a:pt x="943" y="6045"/>
                      <a:pt x="1018" y="6045"/>
                    </a:cubicBezTo>
                    <a:cubicBezTo>
                      <a:pt x="1030" y="6045"/>
                      <a:pt x="1043" y="6045"/>
                      <a:pt x="1055" y="6046"/>
                    </a:cubicBezTo>
                    <a:cubicBezTo>
                      <a:pt x="1130" y="6051"/>
                      <a:pt x="1209" y="6063"/>
                      <a:pt x="1285" y="6063"/>
                    </a:cubicBezTo>
                    <a:cubicBezTo>
                      <a:pt x="1297" y="6063"/>
                      <a:pt x="1309" y="6063"/>
                      <a:pt x="1322" y="6062"/>
                    </a:cubicBezTo>
                    <a:cubicBezTo>
                      <a:pt x="1414" y="6057"/>
                      <a:pt x="1517" y="6046"/>
                      <a:pt x="1615" y="6035"/>
                    </a:cubicBezTo>
                    <a:cubicBezTo>
                      <a:pt x="1691" y="6035"/>
                      <a:pt x="1773" y="6024"/>
                      <a:pt x="1849" y="6013"/>
                    </a:cubicBezTo>
                    <a:cubicBezTo>
                      <a:pt x="1903" y="6007"/>
                      <a:pt x="1958" y="6002"/>
                      <a:pt x="2015" y="6002"/>
                    </a:cubicBezTo>
                    <a:cubicBezTo>
                      <a:pt x="2050" y="6002"/>
                      <a:pt x="2085" y="6004"/>
                      <a:pt x="2121" y="6008"/>
                    </a:cubicBezTo>
                    <a:lnTo>
                      <a:pt x="2229" y="6002"/>
                    </a:lnTo>
                    <a:cubicBezTo>
                      <a:pt x="2250" y="6006"/>
                      <a:pt x="2272" y="6008"/>
                      <a:pt x="2293" y="6008"/>
                    </a:cubicBezTo>
                    <a:cubicBezTo>
                      <a:pt x="2331" y="6008"/>
                      <a:pt x="2368" y="6002"/>
                      <a:pt x="2403" y="5992"/>
                    </a:cubicBezTo>
                    <a:cubicBezTo>
                      <a:pt x="2448" y="5985"/>
                      <a:pt x="2492" y="5983"/>
                      <a:pt x="2538" y="5983"/>
                    </a:cubicBezTo>
                    <a:cubicBezTo>
                      <a:pt x="2570" y="5983"/>
                      <a:pt x="2603" y="5984"/>
                      <a:pt x="2637" y="5986"/>
                    </a:cubicBezTo>
                    <a:cubicBezTo>
                      <a:pt x="2698" y="5986"/>
                      <a:pt x="2759" y="5979"/>
                      <a:pt x="2820" y="5979"/>
                    </a:cubicBezTo>
                    <a:close/>
                    <a:moveTo>
                      <a:pt x="3207" y="1"/>
                    </a:moveTo>
                    <a:cubicBezTo>
                      <a:pt x="3176" y="1"/>
                      <a:pt x="3147" y="5"/>
                      <a:pt x="3121" y="18"/>
                    </a:cubicBezTo>
                    <a:cubicBezTo>
                      <a:pt x="3039" y="56"/>
                      <a:pt x="3039" y="154"/>
                      <a:pt x="3045" y="235"/>
                    </a:cubicBezTo>
                    <a:cubicBezTo>
                      <a:pt x="3050" y="284"/>
                      <a:pt x="3056" y="333"/>
                      <a:pt x="3056" y="382"/>
                    </a:cubicBezTo>
                    <a:cubicBezTo>
                      <a:pt x="3056" y="463"/>
                      <a:pt x="3072" y="545"/>
                      <a:pt x="3072" y="632"/>
                    </a:cubicBezTo>
                    <a:cubicBezTo>
                      <a:pt x="3072" y="643"/>
                      <a:pt x="3077" y="648"/>
                      <a:pt x="3083" y="654"/>
                    </a:cubicBezTo>
                    <a:cubicBezTo>
                      <a:pt x="3072" y="654"/>
                      <a:pt x="3061" y="659"/>
                      <a:pt x="3050" y="664"/>
                    </a:cubicBezTo>
                    <a:cubicBezTo>
                      <a:pt x="3007" y="686"/>
                      <a:pt x="2969" y="708"/>
                      <a:pt x="2925" y="741"/>
                    </a:cubicBezTo>
                    <a:cubicBezTo>
                      <a:pt x="2833" y="800"/>
                      <a:pt x="2735" y="855"/>
                      <a:pt x="2642" y="909"/>
                    </a:cubicBezTo>
                    <a:cubicBezTo>
                      <a:pt x="2555" y="969"/>
                      <a:pt x="2468" y="1029"/>
                      <a:pt x="2387" y="1094"/>
                    </a:cubicBezTo>
                    <a:cubicBezTo>
                      <a:pt x="2300" y="1165"/>
                      <a:pt x="2208" y="1224"/>
                      <a:pt x="2115" y="1290"/>
                    </a:cubicBezTo>
                    <a:cubicBezTo>
                      <a:pt x="2006" y="1377"/>
                      <a:pt x="2115" y="1572"/>
                      <a:pt x="2224" y="1605"/>
                    </a:cubicBezTo>
                    <a:cubicBezTo>
                      <a:pt x="2242" y="1609"/>
                      <a:pt x="2260" y="1611"/>
                      <a:pt x="2278" y="1611"/>
                    </a:cubicBezTo>
                    <a:cubicBezTo>
                      <a:pt x="2330" y="1611"/>
                      <a:pt x="2380" y="1594"/>
                      <a:pt x="2425" y="1561"/>
                    </a:cubicBezTo>
                    <a:lnTo>
                      <a:pt x="2485" y="1529"/>
                    </a:lnTo>
                    <a:lnTo>
                      <a:pt x="2485" y="1529"/>
                    </a:lnTo>
                    <a:cubicBezTo>
                      <a:pt x="2468" y="1643"/>
                      <a:pt x="2468" y="1757"/>
                      <a:pt x="2474" y="1871"/>
                    </a:cubicBezTo>
                    <a:cubicBezTo>
                      <a:pt x="2474" y="1936"/>
                      <a:pt x="2441" y="1991"/>
                      <a:pt x="2436" y="2061"/>
                    </a:cubicBezTo>
                    <a:cubicBezTo>
                      <a:pt x="2436" y="2127"/>
                      <a:pt x="2436" y="2203"/>
                      <a:pt x="2436" y="2268"/>
                    </a:cubicBezTo>
                    <a:cubicBezTo>
                      <a:pt x="2436" y="2420"/>
                      <a:pt x="2425" y="2567"/>
                      <a:pt x="2403" y="2714"/>
                    </a:cubicBezTo>
                    <a:cubicBezTo>
                      <a:pt x="2398" y="2779"/>
                      <a:pt x="2398" y="2850"/>
                      <a:pt x="2398" y="2920"/>
                    </a:cubicBezTo>
                    <a:lnTo>
                      <a:pt x="2398" y="2964"/>
                    </a:lnTo>
                    <a:cubicBezTo>
                      <a:pt x="2322" y="2964"/>
                      <a:pt x="2240" y="2969"/>
                      <a:pt x="2164" y="2969"/>
                    </a:cubicBezTo>
                    <a:cubicBezTo>
                      <a:pt x="2118" y="2973"/>
                      <a:pt x="2073" y="2975"/>
                      <a:pt x="2029" y="2975"/>
                    </a:cubicBezTo>
                    <a:cubicBezTo>
                      <a:pt x="1957" y="2975"/>
                      <a:pt x="1887" y="2971"/>
                      <a:pt x="1816" y="2964"/>
                    </a:cubicBezTo>
                    <a:cubicBezTo>
                      <a:pt x="1733" y="2947"/>
                      <a:pt x="1650" y="2940"/>
                      <a:pt x="1567" y="2940"/>
                    </a:cubicBezTo>
                    <a:cubicBezTo>
                      <a:pt x="1541" y="2940"/>
                      <a:pt x="1516" y="2941"/>
                      <a:pt x="1490" y="2942"/>
                    </a:cubicBezTo>
                    <a:cubicBezTo>
                      <a:pt x="1436" y="2948"/>
                      <a:pt x="1381" y="2953"/>
                      <a:pt x="1332" y="2958"/>
                    </a:cubicBezTo>
                    <a:cubicBezTo>
                      <a:pt x="1273" y="2969"/>
                      <a:pt x="1218" y="2964"/>
                      <a:pt x="1158" y="2969"/>
                    </a:cubicBezTo>
                    <a:cubicBezTo>
                      <a:pt x="1104" y="2975"/>
                      <a:pt x="1055" y="2991"/>
                      <a:pt x="1001" y="2996"/>
                    </a:cubicBezTo>
                    <a:cubicBezTo>
                      <a:pt x="946" y="3002"/>
                      <a:pt x="898" y="3007"/>
                      <a:pt x="843" y="3018"/>
                    </a:cubicBezTo>
                    <a:cubicBezTo>
                      <a:pt x="756" y="3035"/>
                      <a:pt x="669" y="3029"/>
                      <a:pt x="599" y="3083"/>
                    </a:cubicBezTo>
                    <a:cubicBezTo>
                      <a:pt x="522" y="3154"/>
                      <a:pt x="457" y="3230"/>
                      <a:pt x="397" y="3317"/>
                    </a:cubicBezTo>
                    <a:cubicBezTo>
                      <a:pt x="359" y="3372"/>
                      <a:pt x="327" y="3431"/>
                      <a:pt x="283" y="3480"/>
                    </a:cubicBezTo>
                    <a:cubicBezTo>
                      <a:pt x="245" y="3535"/>
                      <a:pt x="207" y="3573"/>
                      <a:pt x="169" y="3616"/>
                    </a:cubicBezTo>
                    <a:cubicBezTo>
                      <a:pt x="98" y="3698"/>
                      <a:pt x="44" y="3790"/>
                      <a:pt x="11" y="3893"/>
                    </a:cubicBezTo>
                    <a:cubicBezTo>
                      <a:pt x="1" y="3926"/>
                      <a:pt x="17" y="3964"/>
                      <a:pt x="44" y="3980"/>
                    </a:cubicBezTo>
                    <a:cubicBezTo>
                      <a:pt x="68" y="3995"/>
                      <a:pt x="91" y="4000"/>
                      <a:pt x="114" y="4000"/>
                    </a:cubicBezTo>
                    <a:cubicBezTo>
                      <a:pt x="143" y="4000"/>
                      <a:pt x="171" y="3992"/>
                      <a:pt x="202" y="3986"/>
                    </a:cubicBezTo>
                    <a:cubicBezTo>
                      <a:pt x="242" y="3983"/>
                      <a:pt x="283" y="3982"/>
                      <a:pt x="324" y="3982"/>
                    </a:cubicBezTo>
                    <a:cubicBezTo>
                      <a:pt x="365" y="3982"/>
                      <a:pt x="406" y="3983"/>
                      <a:pt x="446" y="3986"/>
                    </a:cubicBezTo>
                    <a:lnTo>
                      <a:pt x="490" y="3986"/>
                    </a:lnTo>
                    <a:cubicBezTo>
                      <a:pt x="474" y="4094"/>
                      <a:pt x="474" y="4209"/>
                      <a:pt x="490" y="4317"/>
                    </a:cubicBezTo>
                    <a:cubicBezTo>
                      <a:pt x="501" y="4393"/>
                      <a:pt x="501" y="4464"/>
                      <a:pt x="490" y="4540"/>
                    </a:cubicBezTo>
                    <a:cubicBezTo>
                      <a:pt x="490" y="4622"/>
                      <a:pt x="479" y="4703"/>
                      <a:pt x="474" y="4785"/>
                    </a:cubicBezTo>
                    <a:cubicBezTo>
                      <a:pt x="457" y="4942"/>
                      <a:pt x="452" y="5106"/>
                      <a:pt x="446" y="5263"/>
                    </a:cubicBezTo>
                    <a:cubicBezTo>
                      <a:pt x="452" y="5334"/>
                      <a:pt x="457" y="5405"/>
                      <a:pt x="468" y="5470"/>
                    </a:cubicBezTo>
                    <a:cubicBezTo>
                      <a:pt x="484" y="5557"/>
                      <a:pt x="484" y="5638"/>
                      <a:pt x="479" y="5725"/>
                    </a:cubicBezTo>
                    <a:cubicBezTo>
                      <a:pt x="474" y="5785"/>
                      <a:pt x="474" y="5845"/>
                      <a:pt x="490" y="5899"/>
                    </a:cubicBezTo>
                    <a:cubicBezTo>
                      <a:pt x="463" y="5888"/>
                      <a:pt x="435" y="5883"/>
                      <a:pt x="408" y="5877"/>
                    </a:cubicBezTo>
                    <a:cubicBezTo>
                      <a:pt x="390" y="5874"/>
                      <a:pt x="368" y="5872"/>
                      <a:pt x="344" y="5872"/>
                    </a:cubicBezTo>
                    <a:cubicBezTo>
                      <a:pt x="265" y="5872"/>
                      <a:pt x="169" y="5895"/>
                      <a:pt x="131" y="5954"/>
                    </a:cubicBezTo>
                    <a:cubicBezTo>
                      <a:pt x="82" y="6035"/>
                      <a:pt x="104" y="6133"/>
                      <a:pt x="109" y="6209"/>
                    </a:cubicBezTo>
                    <a:cubicBezTo>
                      <a:pt x="115" y="6285"/>
                      <a:pt x="88" y="6405"/>
                      <a:pt x="120" y="6486"/>
                    </a:cubicBezTo>
                    <a:cubicBezTo>
                      <a:pt x="152" y="6569"/>
                      <a:pt x="226" y="6580"/>
                      <a:pt x="302" y="6580"/>
                    </a:cubicBezTo>
                    <a:cubicBezTo>
                      <a:pt x="330" y="6580"/>
                      <a:pt x="360" y="6579"/>
                      <a:pt x="387" y="6579"/>
                    </a:cubicBezTo>
                    <a:lnTo>
                      <a:pt x="1909" y="6579"/>
                    </a:lnTo>
                    <a:cubicBezTo>
                      <a:pt x="1976" y="6576"/>
                      <a:pt x="2044" y="6575"/>
                      <a:pt x="2111" y="6575"/>
                    </a:cubicBezTo>
                    <a:cubicBezTo>
                      <a:pt x="2207" y="6575"/>
                      <a:pt x="2302" y="6578"/>
                      <a:pt x="2398" y="6584"/>
                    </a:cubicBezTo>
                    <a:cubicBezTo>
                      <a:pt x="2479" y="6590"/>
                      <a:pt x="2550" y="6606"/>
                      <a:pt x="2632" y="6606"/>
                    </a:cubicBezTo>
                    <a:cubicBezTo>
                      <a:pt x="2654" y="6607"/>
                      <a:pt x="2678" y="6608"/>
                      <a:pt x="2702" y="6608"/>
                    </a:cubicBezTo>
                    <a:cubicBezTo>
                      <a:pt x="2761" y="6608"/>
                      <a:pt x="2824" y="6604"/>
                      <a:pt x="2882" y="6600"/>
                    </a:cubicBezTo>
                    <a:cubicBezTo>
                      <a:pt x="2894" y="6600"/>
                      <a:pt x="2906" y="6600"/>
                      <a:pt x="2918" y="6600"/>
                    </a:cubicBezTo>
                    <a:cubicBezTo>
                      <a:pt x="3063" y="6600"/>
                      <a:pt x="3204" y="6628"/>
                      <a:pt x="3349" y="6628"/>
                    </a:cubicBezTo>
                    <a:lnTo>
                      <a:pt x="3849" y="6628"/>
                    </a:lnTo>
                    <a:cubicBezTo>
                      <a:pt x="4029" y="6628"/>
                      <a:pt x="4202" y="6611"/>
                      <a:pt x="4382" y="6606"/>
                    </a:cubicBezTo>
                    <a:cubicBezTo>
                      <a:pt x="4542" y="6596"/>
                      <a:pt x="4702" y="6578"/>
                      <a:pt x="4866" y="6578"/>
                    </a:cubicBezTo>
                    <a:cubicBezTo>
                      <a:pt x="4886" y="6578"/>
                      <a:pt x="4905" y="6578"/>
                      <a:pt x="4925" y="6579"/>
                    </a:cubicBezTo>
                    <a:cubicBezTo>
                      <a:pt x="5110" y="6579"/>
                      <a:pt x="5268" y="6551"/>
                      <a:pt x="5442" y="6551"/>
                    </a:cubicBezTo>
                    <a:cubicBezTo>
                      <a:pt x="5485" y="6551"/>
                      <a:pt x="5523" y="6551"/>
                      <a:pt x="5561" y="6546"/>
                    </a:cubicBezTo>
                    <a:lnTo>
                      <a:pt x="5589" y="6546"/>
                    </a:lnTo>
                    <a:cubicBezTo>
                      <a:pt x="5618" y="6548"/>
                      <a:pt x="5646" y="6550"/>
                      <a:pt x="5674" y="6550"/>
                    </a:cubicBezTo>
                    <a:cubicBezTo>
                      <a:pt x="5713" y="6550"/>
                      <a:pt x="5752" y="6547"/>
                      <a:pt x="5790" y="6541"/>
                    </a:cubicBezTo>
                    <a:cubicBezTo>
                      <a:pt x="5795" y="6540"/>
                      <a:pt x="5801" y="6540"/>
                      <a:pt x="5806" y="6540"/>
                    </a:cubicBezTo>
                    <a:cubicBezTo>
                      <a:pt x="5851" y="6540"/>
                      <a:pt x="5902" y="6549"/>
                      <a:pt x="5949" y="6549"/>
                    </a:cubicBezTo>
                    <a:cubicBezTo>
                      <a:pt x="6003" y="6549"/>
                      <a:pt x="6053" y="6538"/>
                      <a:pt x="6089" y="6492"/>
                    </a:cubicBezTo>
                    <a:cubicBezTo>
                      <a:pt x="6116" y="6454"/>
                      <a:pt x="6127" y="6405"/>
                      <a:pt x="6127" y="6356"/>
                    </a:cubicBezTo>
                    <a:cubicBezTo>
                      <a:pt x="6127" y="6291"/>
                      <a:pt x="6132" y="6231"/>
                      <a:pt x="6143" y="6166"/>
                    </a:cubicBezTo>
                    <a:cubicBezTo>
                      <a:pt x="6154" y="6068"/>
                      <a:pt x="6127" y="5954"/>
                      <a:pt x="6023" y="5926"/>
                    </a:cubicBezTo>
                    <a:cubicBezTo>
                      <a:pt x="6004" y="5920"/>
                      <a:pt x="5983" y="5917"/>
                      <a:pt x="5963" y="5917"/>
                    </a:cubicBezTo>
                    <a:cubicBezTo>
                      <a:pt x="5948" y="5917"/>
                      <a:pt x="5934" y="5919"/>
                      <a:pt x="5920" y="5921"/>
                    </a:cubicBezTo>
                    <a:cubicBezTo>
                      <a:pt x="5920" y="5910"/>
                      <a:pt x="5915" y="5899"/>
                      <a:pt x="5904" y="5894"/>
                    </a:cubicBezTo>
                    <a:cubicBezTo>
                      <a:pt x="5893" y="5818"/>
                      <a:pt x="5888" y="5747"/>
                      <a:pt x="5882" y="5671"/>
                    </a:cubicBezTo>
                    <a:cubicBezTo>
                      <a:pt x="5877" y="5595"/>
                      <a:pt x="5860" y="5524"/>
                      <a:pt x="5860" y="5453"/>
                    </a:cubicBezTo>
                    <a:cubicBezTo>
                      <a:pt x="5866" y="5372"/>
                      <a:pt x="5866" y="5290"/>
                      <a:pt x="5855" y="5209"/>
                    </a:cubicBezTo>
                    <a:cubicBezTo>
                      <a:pt x="5839" y="5127"/>
                      <a:pt x="5833" y="5035"/>
                      <a:pt x="5833" y="4948"/>
                    </a:cubicBezTo>
                    <a:cubicBezTo>
                      <a:pt x="5839" y="4872"/>
                      <a:pt x="5855" y="4796"/>
                      <a:pt x="5855" y="4714"/>
                    </a:cubicBezTo>
                    <a:cubicBezTo>
                      <a:pt x="5855" y="4633"/>
                      <a:pt x="5860" y="4551"/>
                      <a:pt x="5871" y="4464"/>
                    </a:cubicBezTo>
                    <a:cubicBezTo>
                      <a:pt x="5877" y="4388"/>
                      <a:pt x="5877" y="4312"/>
                      <a:pt x="5871" y="4241"/>
                    </a:cubicBezTo>
                    <a:cubicBezTo>
                      <a:pt x="5871" y="4181"/>
                      <a:pt x="5877" y="4127"/>
                      <a:pt x="5877" y="4073"/>
                    </a:cubicBezTo>
                    <a:cubicBezTo>
                      <a:pt x="5985" y="4078"/>
                      <a:pt x="6094" y="4094"/>
                      <a:pt x="6203" y="4100"/>
                    </a:cubicBezTo>
                    <a:cubicBezTo>
                      <a:pt x="6224" y="4101"/>
                      <a:pt x="6249" y="4103"/>
                      <a:pt x="6275" y="4103"/>
                    </a:cubicBezTo>
                    <a:cubicBezTo>
                      <a:pt x="6358" y="4103"/>
                      <a:pt x="6447" y="4086"/>
                      <a:pt x="6447" y="3986"/>
                    </a:cubicBezTo>
                    <a:cubicBezTo>
                      <a:pt x="6447" y="3866"/>
                      <a:pt x="6360" y="3719"/>
                      <a:pt x="6295" y="3627"/>
                    </a:cubicBezTo>
                    <a:lnTo>
                      <a:pt x="6295" y="3622"/>
                    </a:lnTo>
                    <a:cubicBezTo>
                      <a:pt x="6246" y="3551"/>
                      <a:pt x="6197" y="3480"/>
                      <a:pt x="6148" y="3410"/>
                    </a:cubicBezTo>
                    <a:cubicBezTo>
                      <a:pt x="6094" y="3339"/>
                      <a:pt x="6013" y="3295"/>
                      <a:pt x="5969" y="3208"/>
                    </a:cubicBezTo>
                    <a:cubicBezTo>
                      <a:pt x="5929" y="3116"/>
                      <a:pt x="5845" y="3098"/>
                      <a:pt x="5756" y="3098"/>
                    </a:cubicBezTo>
                    <a:cubicBezTo>
                      <a:pt x="5699" y="3098"/>
                      <a:pt x="5640" y="3105"/>
                      <a:pt x="5589" y="3105"/>
                    </a:cubicBezTo>
                    <a:lnTo>
                      <a:pt x="5273" y="3105"/>
                    </a:lnTo>
                    <a:cubicBezTo>
                      <a:pt x="5165" y="3105"/>
                      <a:pt x="5061" y="3083"/>
                      <a:pt x="4958" y="3083"/>
                    </a:cubicBezTo>
                    <a:cubicBezTo>
                      <a:pt x="4904" y="3083"/>
                      <a:pt x="4849" y="3083"/>
                      <a:pt x="4795" y="3078"/>
                    </a:cubicBezTo>
                    <a:cubicBezTo>
                      <a:pt x="4746" y="3067"/>
                      <a:pt x="4697" y="3062"/>
                      <a:pt x="4648" y="3062"/>
                    </a:cubicBezTo>
                    <a:cubicBezTo>
                      <a:pt x="4556" y="3062"/>
                      <a:pt x="4469" y="3062"/>
                      <a:pt x="4376" y="3067"/>
                    </a:cubicBezTo>
                    <a:cubicBezTo>
                      <a:pt x="4371" y="3064"/>
                      <a:pt x="4366" y="3063"/>
                      <a:pt x="4361" y="3063"/>
                    </a:cubicBezTo>
                    <a:cubicBezTo>
                      <a:pt x="4356" y="3063"/>
                      <a:pt x="4352" y="3064"/>
                      <a:pt x="4349" y="3067"/>
                    </a:cubicBezTo>
                    <a:lnTo>
                      <a:pt x="4300" y="3067"/>
                    </a:lnTo>
                    <a:cubicBezTo>
                      <a:pt x="4276" y="3069"/>
                      <a:pt x="4251" y="3069"/>
                      <a:pt x="4226" y="3069"/>
                    </a:cubicBezTo>
                    <a:cubicBezTo>
                      <a:pt x="4158" y="3069"/>
                      <a:pt x="4091" y="3064"/>
                      <a:pt x="4023" y="3056"/>
                    </a:cubicBezTo>
                    <a:cubicBezTo>
                      <a:pt x="4029" y="3029"/>
                      <a:pt x="4023" y="3002"/>
                      <a:pt x="4007" y="2980"/>
                    </a:cubicBezTo>
                    <a:cubicBezTo>
                      <a:pt x="4001" y="2937"/>
                      <a:pt x="4012" y="2888"/>
                      <a:pt x="4007" y="2839"/>
                    </a:cubicBezTo>
                    <a:cubicBezTo>
                      <a:pt x="4001" y="2768"/>
                      <a:pt x="3963" y="2703"/>
                      <a:pt x="3958" y="2632"/>
                    </a:cubicBezTo>
                    <a:cubicBezTo>
                      <a:pt x="3947" y="2469"/>
                      <a:pt x="3958" y="2301"/>
                      <a:pt x="3952" y="2138"/>
                    </a:cubicBezTo>
                    <a:cubicBezTo>
                      <a:pt x="3952" y="2007"/>
                      <a:pt x="3952" y="1882"/>
                      <a:pt x="3947" y="1752"/>
                    </a:cubicBezTo>
                    <a:cubicBezTo>
                      <a:pt x="3947" y="1703"/>
                      <a:pt x="3936" y="1648"/>
                      <a:pt x="3914" y="1605"/>
                    </a:cubicBezTo>
                    <a:lnTo>
                      <a:pt x="3914" y="1605"/>
                    </a:lnTo>
                    <a:cubicBezTo>
                      <a:pt x="3931" y="1610"/>
                      <a:pt x="3942" y="1616"/>
                      <a:pt x="3952" y="1621"/>
                    </a:cubicBezTo>
                    <a:cubicBezTo>
                      <a:pt x="3966" y="1624"/>
                      <a:pt x="3979" y="1625"/>
                      <a:pt x="3992" y="1625"/>
                    </a:cubicBezTo>
                    <a:cubicBezTo>
                      <a:pt x="4054" y="1625"/>
                      <a:pt x="4111" y="1595"/>
                      <a:pt x="4143" y="1545"/>
                    </a:cubicBezTo>
                    <a:cubicBezTo>
                      <a:pt x="4186" y="1491"/>
                      <a:pt x="4230" y="1442"/>
                      <a:pt x="4268" y="1387"/>
                    </a:cubicBezTo>
                    <a:cubicBezTo>
                      <a:pt x="4317" y="1333"/>
                      <a:pt x="4317" y="1252"/>
                      <a:pt x="4262" y="1208"/>
                    </a:cubicBezTo>
                    <a:cubicBezTo>
                      <a:pt x="4197" y="1137"/>
                      <a:pt x="4126" y="1072"/>
                      <a:pt x="4045" y="1018"/>
                    </a:cubicBezTo>
                    <a:cubicBezTo>
                      <a:pt x="3952" y="953"/>
                      <a:pt x="3838" y="925"/>
                      <a:pt x="3740" y="871"/>
                    </a:cubicBezTo>
                    <a:cubicBezTo>
                      <a:pt x="3626" y="806"/>
                      <a:pt x="3512" y="746"/>
                      <a:pt x="3398" y="692"/>
                    </a:cubicBezTo>
                    <a:cubicBezTo>
                      <a:pt x="3349" y="664"/>
                      <a:pt x="3300" y="648"/>
                      <a:pt x="3251" y="626"/>
                    </a:cubicBezTo>
                    <a:cubicBezTo>
                      <a:pt x="3229" y="621"/>
                      <a:pt x="3213" y="616"/>
                      <a:pt x="3191" y="616"/>
                    </a:cubicBezTo>
                    <a:cubicBezTo>
                      <a:pt x="3189" y="607"/>
                      <a:pt x="3181" y="601"/>
                      <a:pt x="3173" y="601"/>
                    </a:cubicBezTo>
                    <a:cubicBezTo>
                      <a:pt x="3166" y="601"/>
                      <a:pt x="3158" y="605"/>
                      <a:pt x="3153" y="616"/>
                    </a:cubicBezTo>
                    <a:cubicBezTo>
                      <a:pt x="3153" y="621"/>
                      <a:pt x="3148" y="621"/>
                      <a:pt x="3148" y="626"/>
                    </a:cubicBezTo>
                    <a:lnTo>
                      <a:pt x="3132" y="632"/>
                    </a:lnTo>
                    <a:cubicBezTo>
                      <a:pt x="3132" y="567"/>
                      <a:pt x="3142" y="507"/>
                      <a:pt x="3148" y="442"/>
                    </a:cubicBezTo>
                    <a:cubicBezTo>
                      <a:pt x="3181" y="447"/>
                      <a:pt x="3208" y="458"/>
                      <a:pt x="3240" y="469"/>
                    </a:cubicBezTo>
                    <a:cubicBezTo>
                      <a:pt x="3284" y="480"/>
                      <a:pt x="3322" y="491"/>
                      <a:pt x="3365" y="496"/>
                    </a:cubicBezTo>
                    <a:cubicBezTo>
                      <a:pt x="3409" y="507"/>
                      <a:pt x="3452" y="507"/>
                      <a:pt x="3490" y="512"/>
                    </a:cubicBezTo>
                    <a:cubicBezTo>
                      <a:pt x="3528" y="523"/>
                      <a:pt x="3566" y="534"/>
                      <a:pt x="3599" y="539"/>
                    </a:cubicBezTo>
                    <a:cubicBezTo>
                      <a:pt x="3603" y="540"/>
                      <a:pt x="3606" y="540"/>
                      <a:pt x="3610" y="540"/>
                    </a:cubicBezTo>
                    <a:cubicBezTo>
                      <a:pt x="3649" y="540"/>
                      <a:pt x="3682" y="514"/>
                      <a:pt x="3692" y="474"/>
                    </a:cubicBezTo>
                    <a:cubicBezTo>
                      <a:pt x="3724" y="409"/>
                      <a:pt x="3746" y="338"/>
                      <a:pt x="3762" y="268"/>
                    </a:cubicBezTo>
                    <a:cubicBezTo>
                      <a:pt x="3768" y="246"/>
                      <a:pt x="3762" y="224"/>
                      <a:pt x="3740" y="213"/>
                    </a:cubicBezTo>
                    <a:cubicBezTo>
                      <a:pt x="3675" y="186"/>
                      <a:pt x="3605" y="170"/>
                      <a:pt x="3545" y="132"/>
                    </a:cubicBezTo>
                    <a:cubicBezTo>
                      <a:pt x="3496" y="105"/>
                      <a:pt x="3447" y="67"/>
                      <a:pt x="3393" y="45"/>
                    </a:cubicBezTo>
                    <a:cubicBezTo>
                      <a:pt x="3341" y="23"/>
                      <a:pt x="3272" y="1"/>
                      <a:pt x="3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0"/>
              <p:cNvSpPr/>
              <p:nvPr/>
            </p:nvSpPr>
            <p:spPr>
              <a:xfrm>
                <a:off x="4011500" y="4678025"/>
                <a:ext cx="18650" cy="17300"/>
              </a:xfrm>
              <a:custGeom>
                <a:rect b="b" l="l" r="r" t="t"/>
                <a:pathLst>
                  <a:path extrusionOk="0" h="692" w="746">
                    <a:moveTo>
                      <a:pt x="560" y="93"/>
                    </a:moveTo>
                    <a:cubicBezTo>
                      <a:pt x="582" y="98"/>
                      <a:pt x="604" y="109"/>
                      <a:pt x="615" y="126"/>
                    </a:cubicBezTo>
                    <a:cubicBezTo>
                      <a:pt x="637" y="164"/>
                      <a:pt x="642" y="196"/>
                      <a:pt x="642" y="234"/>
                    </a:cubicBezTo>
                    <a:cubicBezTo>
                      <a:pt x="647" y="305"/>
                      <a:pt x="637" y="376"/>
                      <a:pt x="609" y="441"/>
                    </a:cubicBezTo>
                    <a:cubicBezTo>
                      <a:pt x="560" y="511"/>
                      <a:pt x="484" y="560"/>
                      <a:pt x="403" y="582"/>
                    </a:cubicBezTo>
                    <a:cubicBezTo>
                      <a:pt x="380" y="590"/>
                      <a:pt x="358" y="594"/>
                      <a:pt x="338" y="594"/>
                    </a:cubicBezTo>
                    <a:cubicBezTo>
                      <a:pt x="278" y="594"/>
                      <a:pt x="229" y="560"/>
                      <a:pt x="180" y="511"/>
                    </a:cubicBezTo>
                    <a:cubicBezTo>
                      <a:pt x="120" y="446"/>
                      <a:pt x="93" y="359"/>
                      <a:pt x="115" y="272"/>
                    </a:cubicBezTo>
                    <a:cubicBezTo>
                      <a:pt x="137" y="155"/>
                      <a:pt x="249" y="96"/>
                      <a:pt x="362" y="96"/>
                    </a:cubicBezTo>
                    <a:cubicBezTo>
                      <a:pt x="412" y="96"/>
                      <a:pt x="463" y="108"/>
                      <a:pt x="506" y="131"/>
                    </a:cubicBezTo>
                    <a:cubicBezTo>
                      <a:pt x="511" y="133"/>
                      <a:pt x="516" y="134"/>
                      <a:pt x="521" y="134"/>
                    </a:cubicBezTo>
                    <a:cubicBezTo>
                      <a:pt x="540" y="134"/>
                      <a:pt x="560" y="119"/>
                      <a:pt x="560" y="93"/>
                    </a:cubicBezTo>
                    <a:close/>
                    <a:moveTo>
                      <a:pt x="516" y="0"/>
                    </a:moveTo>
                    <a:cubicBezTo>
                      <a:pt x="332" y="0"/>
                      <a:pt x="155" y="85"/>
                      <a:pt x="33" y="229"/>
                    </a:cubicBezTo>
                    <a:cubicBezTo>
                      <a:pt x="1" y="332"/>
                      <a:pt x="17" y="441"/>
                      <a:pt x="82" y="533"/>
                    </a:cubicBezTo>
                    <a:cubicBezTo>
                      <a:pt x="140" y="607"/>
                      <a:pt x="234" y="691"/>
                      <a:pt x="334" y="691"/>
                    </a:cubicBezTo>
                    <a:cubicBezTo>
                      <a:pt x="337" y="691"/>
                      <a:pt x="340" y="691"/>
                      <a:pt x="343" y="691"/>
                    </a:cubicBezTo>
                    <a:cubicBezTo>
                      <a:pt x="463" y="675"/>
                      <a:pt x="571" y="626"/>
                      <a:pt x="653" y="544"/>
                    </a:cubicBezTo>
                    <a:cubicBezTo>
                      <a:pt x="713" y="463"/>
                      <a:pt x="745" y="370"/>
                      <a:pt x="740" y="272"/>
                    </a:cubicBezTo>
                    <a:cubicBezTo>
                      <a:pt x="740" y="180"/>
                      <a:pt x="724" y="60"/>
                      <a:pt x="631" y="17"/>
                    </a:cubicBezTo>
                    <a:lnTo>
                      <a:pt x="631" y="11"/>
                    </a:lnTo>
                    <a:cubicBezTo>
                      <a:pt x="593" y="4"/>
                      <a:pt x="555" y="0"/>
                      <a:pt x="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20"/>
              <p:cNvSpPr/>
              <p:nvPr/>
            </p:nvSpPr>
            <p:spPr>
              <a:xfrm>
                <a:off x="3964475" y="4745800"/>
                <a:ext cx="10500" cy="13500"/>
              </a:xfrm>
              <a:custGeom>
                <a:rect b="b" l="l" r="r" t="t"/>
                <a:pathLst>
                  <a:path extrusionOk="0" h="540" w="420">
                    <a:moveTo>
                      <a:pt x="234" y="80"/>
                    </a:moveTo>
                    <a:cubicBezTo>
                      <a:pt x="255" y="80"/>
                      <a:pt x="274" y="89"/>
                      <a:pt x="289" y="116"/>
                    </a:cubicBezTo>
                    <a:cubicBezTo>
                      <a:pt x="311" y="165"/>
                      <a:pt x="294" y="236"/>
                      <a:pt x="294" y="290"/>
                    </a:cubicBezTo>
                    <a:cubicBezTo>
                      <a:pt x="294" y="338"/>
                      <a:pt x="331" y="442"/>
                      <a:pt x="257" y="442"/>
                    </a:cubicBezTo>
                    <a:cubicBezTo>
                      <a:pt x="255" y="442"/>
                      <a:pt x="253" y="442"/>
                      <a:pt x="251" y="442"/>
                    </a:cubicBezTo>
                    <a:cubicBezTo>
                      <a:pt x="211" y="437"/>
                      <a:pt x="172" y="414"/>
                      <a:pt x="128" y="414"/>
                    </a:cubicBezTo>
                    <a:cubicBezTo>
                      <a:pt x="124" y="414"/>
                      <a:pt x="119" y="415"/>
                      <a:pt x="115" y="415"/>
                    </a:cubicBezTo>
                    <a:lnTo>
                      <a:pt x="93" y="415"/>
                    </a:lnTo>
                    <a:cubicBezTo>
                      <a:pt x="93" y="404"/>
                      <a:pt x="93" y="388"/>
                      <a:pt x="88" y="372"/>
                    </a:cubicBezTo>
                    <a:cubicBezTo>
                      <a:pt x="82" y="306"/>
                      <a:pt x="82" y="247"/>
                      <a:pt x="88" y="181"/>
                    </a:cubicBezTo>
                    <a:cubicBezTo>
                      <a:pt x="88" y="160"/>
                      <a:pt x="88" y="138"/>
                      <a:pt x="99" y="122"/>
                    </a:cubicBezTo>
                    <a:cubicBezTo>
                      <a:pt x="115" y="116"/>
                      <a:pt x="131" y="105"/>
                      <a:pt x="153" y="105"/>
                    </a:cubicBezTo>
                    <a:cubicBezTo>
                      <a:pt x="180" y="93"/>
                      <a:pt x="208" y="80"/>
                      <a:pt x="234" y="80"/>
                    </a:cubicBezTo>
                    <a:close/>
                    <a:moveTo>
                      <a:pt x="244" y="1"/>
                    </a:moveTo>
                    <a:cubicBezTo>
                      <a:pt x="237" y="1"/>
                      <a:pt x="231" y="1"/>
                      <a:pt x="224" y="2"/>
                    </a:cubicBezTo>
                    <a:cubicBezTo>
                      <a:pt x="158" y="13"/>
                      <a:pt x="99" y="35"/>
                      <a:pt x="44" y="73"/>
                    </a:cubicBezTo>
                    <a:cubicBezTo>
                      <a:pt x="1" y="105"/>
                      <a:pt x="17" y="181"/>
                      <a:pt x="17" y="230"/>
                    </a:cubicBezTo>
                    <a:cubicBezTo>
                      <a:pt x="17" y="301"/>
                      <a:pt x="28" y="377"/>
                      <a:pt x="39" y="448"/>
                    </a:cubicBezTo>
                    <a:lnTo>
                      <a:pt x="23" y="459"/>
                    </a:lnTo>
                    <a:cubicBezTo>
                      <a:pt x="1" y="469"/>
                      <a:pt x="1" y="497"/>
                      <a:pt x="23" y="507"/>
                    </a:cubicBezTo>
                    <a:cubicBezTo>
                      <a:pt x="28" y="513"/>
                      <a:pt x="39" y="513"/>
                      <a:pt x="50" y="513"/>
                    </a:cubicBezTo>
                    <a:cubicBezTo>
                      <a:pt x="55" y="518"/>
                      <a:pt x="61" y="521"/>
                      <a:pt x="66" y="521"/>
                    </a:cubicBezTo>
                    <a:cubicBezTo>
                      <a:pt x="71" y="521"/>
                      <a:pt x="77" y="518"/>
                      <a:pt x="82" y="513"/>
                    </a:cubicBezTo>
                    <a:lnTo>
                      <a:pt x="88" y="513"/>
                    </a:lnTo>
                    <a:cubicBezTo>
                      <a:pt x="131" y="518"/>
                      <a:pt x="180" y="524"/>
                      <a:pt x="224" y="535"/>
                    </a:cubicBezTo>
                    <a:cubicBezTo>
                      <a:pt x="236" y="538"/>
                      <a:pt x="248" y="540"/>
                      <a:pt x="260" y="540"/>
                    </a:cubicBezTo>
                    <a:cubicBezTo>
                      <a:pt x="303" y="540"/>
                      <a:pt x="345" y="518"/>
                      <a:pt x="370" y="480"/>
                    </a:cubicBezTo>
                    <a:cubicBezTo>
                      <a:pt x="419" y="415"/>
                      <a:pt x="381" y="344"/>
                      <a:pt x="376" y="279"/>
                    </a:cubicBezTo>
                    <a:lnTo>
                      <a:pt x="381" y="279"/>
                    </a:lnTo>
                    <a:cubicBezTo>
                      <a:pt x="381" y="198"/>
                      <a:pt x="392" y="111"/>
                      <a:pt x="338" y="45"/>
                    </a:cubicBezTo>
                    <a:cubicBezTo>
                      <a:pt x="315" y="13"/>
                      <a:pt x="281"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20"/>
              <p:cNvSpPr/>
              <p:nvPr/>
            </p:nvSpPr>
            <p:spPr>
              <a:xfrm>
                <a:off x="3978900" y="4749475"/>
                <a:ext cx="11025" cy="10075"/>
              </a:xfrm>
              <a:custGeom>
                <a:rect b="b" l="l" r="r" t="t"/>
                <a:pathLst>
                  <a:path extrusionOk="0" h="403" w="441">
                    <a:moveTo>
                      <a:pt x="106" y="69"/>
                    </a:moveTo>
                    <a:cubicBezTo>
                      <a:pt x="124" y="69"/>
                      <a:pt x="142" y="83"/>
                      <a:pt x="147" y="83"/>
                    </a:cubicBezTo>
                    <a:lnTo>
                      <a:pt x="217" y="83"/>
                    </a:lnTo>
                    <a:cubicBezTo>
                      <a:pt x="233" y="79"/>
                      <a:pt x="248" y="76"/>
                      <a:pt x="264" y="76"/>
                    </a:cubicBezTo>
                    <a:cubicBezTo>
                      <a:pt x="270" y="76"/>
                      <a:pt x="276" y="76"/>
                      <a:pt x="283" y="78"/>
                    </a:cubicBezTo>
                    <a:cubicBezTo>
                      <a:pt x="326" y="89"/>
                      <a:pt x="326" y="132"/>
                      <a:pt x="326" y="165"/>
                    </a:cubicBezTo>
                    <a:cubicBezTo>
                      <a:pt x="326" y="197"/>
                      <a:pt x="337" y="263"/>
                      <a:pt x="326" y="290"/>
                    </a:cubicBezTo>
                    <a:lnTo>
                      <a:pt x="321" y="290"/>
                    </a:lnTo>
                    <a:cubicBezTo>
                      <a:pt x="310" y="312"/>
                      <a:pt x="255" y="312"/>
                      <a:pt x="228" y="312"/>
                    </a:cubicBezTo>
                    <a:cubicBezTo>
                      <a:pt x="198" y="308"/>
                      <a:pt x="170" y="304"/>
                      <a:pt x="140" y="304"/>
                    </a:cubicBezTo>
                    <a:cubicBezTo>
                      <a:pt x="128" y="304"/>
                      <a:pt x="116" y="305"/>
                      <a:pt x="103" y="306"/>
                    </a:cubicBezTo>
                    <a:cubicBezTo>
                      <a:pt x="103" y="268"/>
                      <a:pt x="98" y="235"/>
                      <a:pt x="92" y="203"/>
                    </a:cubicBezTo>
                    <a:cubicBezTo>
                      <a:pt x="92" y="187"/>
                      <a:pt x="76" y="78"/>
                      <a:pt x="92" y="72"/>
                    </a:cubicBezTo>
                    <a:cubicBezTo>
                      <a:pt x="97" y="70"/>
                      <a:pt x="101" y="69"/>
                      <a:pt x="106" y="69"/>
                    </a:cubicBezTo>
                    <a:close/>
                    <a:moveTo>
                      <a:pt x="95" y="0"/>
                    </a:moveTo>
                    <a:cubicBezTo>
                      <a:pt x="72" y="0"/>
                      <a:pt x="47" y="12"/>
                      <a:pt x="38" y="40"/>
                    </a:cubicBezTo>
                    <a:cubicBezTo>
                      <a:pt x="0" y="121"/>
                      <a:pt x="44" y="241"/>
                      <a:pt x="60" y="333"/>
                    </a:cubicBezTo>
                    <a:cubicBezTo>
                      <a:pt x="27" y="393"/>
                      <a:pt x="152" y="399"/>
                      <a:pt x="185" y="399"/>
                    </a:cubicBezTo>
                    <a:cubicBezTo>
                      <a:pt x="202" y="401"/>
                      <a:pt x="220" y="403"/>
                      <a:pt x="238" y="403"/>
                    </a:cubicBezTo>
                    <a:cubicBezTo>
                      <a:pt x="290" y="403"/>
                      <a:pt x="341" y="390"/>
                      <a:pt x="386" y="366"/>
                    </a:cubicBezTo>
                    <a:cubicBezTo>
                      <a:pt x="440" y="312"/>
                      <a:pt x="413" y="214"/>
                      <a:pt x="408" y="148"/>
                    </a:cubicBezTo>
                    <a:lnTo>
                      <a:pt x="408" y="148"/>
                    </a:lnTo>
                    <a:lnTo>
                      <a:pt x="402" y="154"/>
                    </a:lnTo>
                    <a:cubicBezTo>
                      <a:pt x="397" y="67"/>
                      <a:pt x="353" y="2"/>
                      <a:pt x="266" y="2"/>
                    </a:cubicBezTo>
                    <a:cubicBezTo>
                      <a:pt x="245" y="2"/>
                      <a:pt x="223" y="7"/>
                      <a:pt x="201" y="7"/>
                    </a:cubicBezTo>
                    <a:cubicBezTo>
                      <a:pt x="192" y="9"/>
                      <a:pt x="182" y="9"/>
                      <a:pt x="173" y="9"/>
                    </a:cubicBezTo>
                    <a:cubicBezTo>
                      <a:pt x="150" y="9"/>
                      <a:pt x="128" y="6"/>
                      <a:pt x="109" y="2"/>
                    </a:cubicBezTo>
                    <a:cubicBezTo>
                      <a:pt x="104" y="1"/>
                      <a:pt x="100" y="0"/>
                      <a:pt x="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0"/>
              <p:cNvSpPr/>
              <p:nvPr/>
            </p:nvSpPr>
            <p:spPr>
              <a:xfrm>
                <a:off x="3963800" y="4768400"/>
                <a:ext cx="12950" cy="14250"/>
              </a:xfrm>
              <a:custGeom>
                <a:rect b="b" l="l" r="r" t="t"/>
                <a:pathLst>
                  <a:path extrusionOk="0" h="570" w="518">
                    <a:moveTo>
                      <a:pt x="104" y="104"/>
                    </a:moveTo>
                    <a:lnTo>
                      <a:pt x="120" y="114"/>
                    </a:lnTo>
                    <a:cubicBezTo>
                      <a:pt x="142" y="125"/>
                      <a:pt x="164" y="136"/>
                      <a:pt x="191" y="142"/>
                    </a:cubicBezTo>
                    <a:cubicBezTo>
                      <a:pt x="215" y="147"/>
                      <a:pt x="241" y="150"/>
                      <a:pt x="268" y="150"/>
                    </a:cubicBezTo>
                    <a:cubicBezTo>
                      <a:pt x="294" y="150"/>
                      <a:pt x="321" y="147"/>
                      <a:pt x="349" y="142"/>
                    </a:cubicBezTo>
                    <a:cubicBezTo>
                      <a:pt x="365" y="142"/>
                      <a:pt x="384" y="132"/>
                      <a:pt x="393" y="132"/>
                    </a:cubicBezTo>
                    <a:cubicBezTo>
                      <a:pt x="396" y="132"/>
                      <a:pt x="397" y="133"/>
                      <a:pt x="397" y="136"/>
                    </a:cubicBezTo>
                    <a:cubicBezTo>
                      <a:pt x="403" y="147"/>
                      <a:pt x="387" y="180"/>
                      <a:pt x="381" y="196"/>
                    </a:cubicBezTo>
                    <a:lnTo>
                      <a:pt x="387" y="191"/>
                    </a:lnTo>
                    <a:lnTo>
                      <a:pt x="387" y="191"/>
                    </a:lnTo>
                    <a:cubicBezTo>
                      <a:pt x="376" y="256"/>
                      <a:pt x="381" y="326"/>
                      <a:pt x="370" y="392"/>
                    </a:cubicBezTo>
                    <a:cubicBezTo>
                      <a:pt x="365" y="419"/>
                      <a:pt x="370" y="446"/>
                      <a:pt x="349" y="462"/>
                    </a:cubicBezTo>
                    <a:cubicBezTo>
                      <a:pt x="340" y="468"/>
                      <a:pt x="324" y="469"/>
                      <a:pt x="307" y="469"/>
                    </a:cubicBezTo>
                    <a:cubicBezTo>
                      <a:pt x="290" y="469"/>
                      <a:pt x="272" y="468"/>
                      <a:pt x="262" y="468"/>
                    </a:cubicBezTo>
                    <a:cubicBezTo>
                      <a:pt x="232" y="465"/>
                      <a:pt x="203" y="464"/>
                      <a:pt x="175" y="464"/>
                    </a:cubicBezTo>
                    <a:cubicBezTo>
                      <a:pt x="146" y="464"/>
                      <a:pt x="118" y="465"/>
                      <a:pt x="88" y="468"/>
                    </a:cubicBezTo>
                    <a:lnTo>
                      <a:pt x="88" y="348"/>
                    </a:lnTo>
                    <a:lnTo>
                      <a:pt x="88" y="229"/>
                    </a:lnTo>
                    <a:lnTo>
                      <a:pt x="88" y="169"/>
                    </a:lnTo>
                    <a:cubicBezTo>
                      <a:pt x="88" y="152"/>
                      <a:pt x="104" y="120"/>
                      <a:pt x="104" y="104"/>
                    </a:cubicBezTo>
                    <a:close/>
                    <a:moveTo>
                      <a:pt x="89" y="0"/>
                    </a:moveTo>
                    <a:cubicBezTo>
                      <a:pt x="81" y="0"/>
                      <a:pt x="74" y="2"/>
                      <a:pt x="66" y="6"/>
                    </a:cubicBezTo>
                    <a:cubicBezTo>
                      <a:pt x="1" y="38"/>
                      <a:pt x="6" y="169"/>
                      <a:pt x="6" y="229"/>
                    </a:cubicBezTo>
                    <a:cubicBezTo>
                      <a:pt x="6" y="283"/>
                      <a:pt x="6" y="343"/>
                      <a:pt x="6" y="397"/>
                    </a:cubicBezTo>
                    <a:cubicBezTo>
                      <a:pt x="6" y="430"/>
                      <a:pt x="17" y="457"/>
                      <a:pt x="33" y="484"/>
                    </a:cubicBezTo>
                    <a:cubicBezTo>
                      <a:pt x="12" y="500"/>
                      <a:pt x="17" y="533"/>
                      <a:pt x="39" y="544"/>
                    </a:cubicBezTo>
                    <a:cubicBezTo>
                      <a:pt x="100" y="561"/>
                      <a:pt x="161" y="569"/>
                      <a:pt x="222" y="569"/>
                    </a:cubicBezTo>
                    <a:cubicBezTo>
                      <a:pt x="259" y="569"/>
                      <a:pt x="296" y="566"/>
                      <a:pt x="332" y="560"/>
                    </a:cubicBezTo>
                    <a:cubicBezTo>
                      <a:pt x="392" y="560"/>
                      <a:pt x="446" y="522"/>
                      <a:pt x="457" y="457"/>
                    </a:cubicBezTo>
                    <a:cubicBezTo>
                      <a:pt x="474" y="375"/>
                      <a:pt x="457" y="278"/>
                      <a:pt x="474" y="196"/>
                    </a:cubicBezTo>
                    <a:cubicBezTo>
                      <a:pt x="484" y="147"/>
                      <a:pt x="517" y="76"/>
                      <a:pt x="452" y="49"/>
                    </a:cubicBezTo>
                    <a:cubicBezTo>
                      <a:pt x="439" y="42"/>
                      <a:pt x="423" y="39"/>
                      <a:pt x="407" y="39"/>
                    </a:cubicBezTo>
                    <a:cubicBezTo>
                      <a:pt x="359" y="39"/>
                      <a:pt x="302" y="60"/>
                      <a:pt x="262" y="60"/>
                    </a:cubicBezTo>
                    <a:cubicBezTo>
                      <a:pt x="213" y="60"/>
                      <a:pt x="169" y="44"/>
                      <a:pt x="131" y="17"/>
                    </a:cubicBezTo>
                    <a:cubicBezTo>
                      <a:pt x="117" y="6"/>
                      <a:pt x="103" y="0"/>
                      <a:pt x="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0"/>
              <p:cNvSpPr/>
              <p:nvPr/>
            </p:nvSpPr>
            <p:spPr>
              <a:xfrm>
                <a:off x="3978075" y="4769025"/>
                <a:ext cx="12125" cy="13100"/>
              </a:xfrm>
              <a:custGeom>
                <a:rect b="b" l="l" r="r" t="t"/>
                <a:pathLst>
                  <a:path extrusionOk="0" h="524" w="485">
                    <a:moveTo>
                      <a:pt x="104" y="79"/>
                    </a:moveTo>
                    <a:cubicBezTo>
                      <a:pt x="147" y="109"/>
                      <a:pt x="194" y="125"/>
                      <a:pt x="244" y="125"/>
                    </a:cubicBezTo>
                    <a:cubicBezTo>
                      <a:pt x="257" y="125"/>
                      <a:pt x="270" y="124"/>
                      <a:pt x="283" y="122"/>
                    </a:cubicBezTo>
                    <a:cubicBezTo>
                      <a:pt x="305" y="122"/>
                      <a:pt x="336" y="110"/>
                      <a:pt x="360" y="110"/>
                    </a:cubicBezTo>
                    <a:cubicBezTo>
                      <a:pt x="371" y="110"/>
                      <a:pt x="381" y="113"/>
                      <a:pt x="386" y="122"/>
                    </a:cubicBezTo>
                    <a:cubicBezTo>
                      <a:pt x="403" y="155"/>
                      <a:pt x="381" y="193"/>
                      <a:pt x="381" y="214"/>
                    </a:cubicBezTo>
                    <a:lnTo>
                      <a:pt x="370" y="285"/>
                    </a:lnTo>
                    <a:cubicBezTo>
                      <a:pt x="365" y="312"/>
                      <a:pt x="365" y="405"/>
                      <a:pt x="343" y="421"/>
                    </a:cubicBezTo>
                    <a:cubicBezTo>
                      <a:pt x="336" y="428"/>
                      <a:pt x="319" y="431"/>
                      <a:pt x="300" y="431"/>
                    </a:cubicBezTo>
                    <a:cubicBezTo>
                      <a:pt x="261" y="431"/>
                      <a:pt x="209" y="421"/>
                      <a:pt x="191" y="421"/>
                    </a:cubicBezTo>
                    <a:cubicBezTo>
                      <a:pt x="147" y="421"/>
                      <a:pt x="104" y="426"/>
                      <a:pt x="60" y="437"/>
                    </a:cubicBezTo>
                    <a:cubicBezTo>
                      <a:pt x="77" y="318"/>
                      <a:pt x="87" y="198"/>
                      <a:pt x="104" y="79"/>
                    </a:cubicBezTo>
                    <a:close/>
                    <a:moveTo>
                      <a:pt x="83" y="1"/>
                    </a:moveTo>
                    <a:cubicBezTo>
                      <a:pt x="67" y="1"/>
                      <a:pt x="53" y="8"/>
                      <a:pt x="49" y="24"/>
                    </a:cubicBezTo>
                    <a:cubicBezTo>
                      <a:pt x="11" y="176"/>
                      <a:pt x="0" y="329"/>
                      <a:pt x="11" y="486"/>
                    </a:cubicBezTo>
                    <a:cubicBezTo>
                      <a:pt x="11" y="500"/>
                      <a:pt x="24" y="509"/>
                      <a:pt x="35" y="509"/>
                    </a:cubicBezTo>
                    <a:cubicBezTo>
                      <a:pt x="41" y="509"/>
                      <a:pt x="47" y="505"/>
                      <a:pt x="49" y="497"/>
                    </a:cubicBezTo>
                    <a:cubicBezTo>
                      <a:pt x="99" y="514"/>
                      <a:pt x="149" y="521"/>
                      <a:pt x="199" y="521"/>
                    </a:cubicBezTo>
                    <a:cubicBezTo>
                      <a:pt x="214" y="521"/>
                      <a:pt x="230" y="520"/>
                      <a:pt x="245" y="519"/>
                    </a:cubicBezTo>
                    <a:cubicBezTo>
                      <a:pt x="260" y="522"/>
                      <a:pt x="274" y="523"/>
                      <a:pt x="288" y="523"/>
                    </a:cubicBezTo>
                    <a:cubicBezTo>
                      <a:pt x="326" y="523"/>
                      <a:pt x="361" y="513"/>
                      <a:pt x="397" y="497"/>
                    </a:cubicBezTo>
                    <a:cubicBezTo>
                      <a:pt x="441" y="470"/>
                      <a:pt x="441" y="421"/>
                      <a:pt x="446" y="372"/>
                    </a:cubicBezTo>
                    <a:cubicBezTo>
                      <a:pt x="452" y="323"/>
                      <a:pt x="457" y="274"/>
                      <a:pt x="462" y="225"/>
                    </a:cubicBezTo>
                    <a:cubicBezTo>
                      <a:pt x="468" y="171"/>
                      <a:pt x="484" y="84"/>
                      <a:pt x="424" y="46"/>
                    </a:cubicBezTo>
                    <a:cubicBezTo>
                      <a:pt x="406" y="37"/>
                      <a:pt x="387" y="33"/>
                      <a:pt x="367" y="33"/>
                    </a:cubicBezTo>
                    <a:cubicBezTo>
                      <a:pt x="352" y="33"/>
                      <a:pt x="336" y="36"/>
                      <a:pt x="321" y="41"/>
                    </a:cubicBezTo>
                    <a:cubicBezTo>
                      <a:pt x="283" y="51"/>
                      <a:pt x="240" y="57"/>
                      <a:pt x="196" y="57"/>
                    </a:cubicBezTo>
                    <a:cubicBezTo>
                      <a:pt x="158" y="46"/>
                      <a:pt x="125" y="24"/>
                      <a:pt x="98" y="2"/>
                    </a:cubicBezTo>
                    <a:cubicBezTo>
                      <a:pt x="93" y="1"/>
                      <a:pt x="88"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0"/>
              <p:cNvSpPr/>
              <p:nvPr/>
            </p:nvSpPr>
            <p:spPr>
              <a:xfrm>
                <a:off x="4016675" y="4734200"/>
                <a:ext cx="10750" cy="10600"/>
              </a:xfrm>
              <a:custGeom>
                <a:rect b="b" l="l" r="r" t="t"/>
                <a:pathLst>
                  <a:path extrusionOk="0" h="424" w="430">
                    <a:moveTo>
                      <a:pt x="238" y="73"/>
                    </a:moveTo>
                    <a:cubicBezTo>
                      <a:pt x="362" y="73"/>
                      <a:pt x="396" y="338"/>
                      <a:pt x="234" y="357"/>
                    </a:cubicBezTo>
                    <a:cubicBezTo>
                      <a:pt x="228" y="358"/>
                      <a:pt x="222" y="358"/>
                      <a:pt x="217" y="358"/>
                    </a:cubicBezTo>
                    <a:cubicBezTo>
                      <a:pt x="64" y="358"/>
                      <a:pt x="42" y="148"/>
                      <a:pt x="152" y="85"/>
                    </a:cubicBezTo>
                    <a:lnTo>
                      <a:pt x="152" y="85"/>
                    </a:lnTo>
                    <a:cubicBezTo>
                      <a:pt x="158" y="91"/>
                      <a:pt x="169" y="91"/>
                      <a:pt x="180" y="91"/>
                    </a:cubicBezTo>
                    <a:cubicBezTo>
                      <a:pt x="201" y="79"/>
                      <a:pt x="220" y="73"/>
                      <a:pt x="238" y="73"/>
                    </a:cubicBezTo>
                    <a:close/>
                    <a:moveTo>
                      <a:pt x="258" y="1"/>
                    </a:moveTo>
                    <a:cubicBezTo>
                      <a:pt x="220" y="1"/>
                      <a:pt x="184" y="17"/>
                      <a:pt x="158" y="47"/>
                    </a:cubicBezTo>
                    <a:cubicBezTo>
                      <a:pt x="60" y="75"/>
                      <a:pt x="0" y="178"/>
                      <a:pt x="22" y="276"/>
                    </a:cubicBezTo>
                    <a:cubicBezTo>
                      <a:pt x="44" y="367"/>
                      <a:pt x="124" y="423"/>
                      <a:pt x="210" y="423"/>
                    </a:cubicBezTo>
                    <a:cubicBezTo>
                      <a:pt x="233" y="423"/>
                      <a:pt x="255" y="419"/>
                      <a:pt x="277" y="412"/>
                    </a:cubicBezTo>
                    <a:cubicBezTo>
                      <a:pt x="392" y="379"/>
                      <a:pt x="430" y="243"/>
                      <a:pt x="402" y="134"/>
                    </a:cubicBezTo>
                    <a:cubicBezTo>
                      <a:pt x="392" y="75"/>
                      <a:pt x="348" y="26"/>
                      <a:pt x="288" y="4"/>
                    </a:cubicBezTo>
                    <a:cubicBezTo>
                      <a:pt x="278" y="2"/>
                      <a:pt x="268" y="1"/>
                      <a:pt x="2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20"/>
              <p:cNvSpPr/>
              <p:nvPr/>
            </p:nvSpPr>
            <p:spPr>
              <a:xfrm>
                <a:off x="4017075" y="4682675"/>
                <a:ext cx="5450" cy="5925"/>
              </a:xfrm>
              <a:custGeom>
                <a:rect b="b" l="l" r="r" t="t"/>
                <a:pathLst>
                  <a:path extrusionOk="0" h="237" w="218">
                    <a:moveTo>
                      <a:pt x="152" y="0"/>
                    </a:moveTo>
                    <a:cubicBezTo>
                      <a:pt x="142" y="0"/>
                      <a:pt x="133" y="6"/>
                      <a:pt x="131" y="21"/>
                    </a:cubicBezTo>
                    <a:cubicBezTo>
                      <a:pt x="120" y="48"/>
                      <a:pt x="120" y="81"/>
                      <a:pt x="131" y="108"/>
                    </a:cubicBezTo>
                    <a:cubicBezTo>
                      <a:pt x="131" y="113"/>
                      <a:pt x="131" y="113"/>
                      <a:pt x="131" y="119"/>
                    </a:cubicBezTo>
                    <a:lnTo>
                      <a:pt x="125" y="119"/>
                    </a:lnTo>
                    <a:cubicBezTo>
                      <a:pt x="115" y="130"/>
                      <a:pt x="109" y="135"/>
                      <a:pt x="98" y="141"/>
                    </a:cubicBezTo>
                    <a:cubicBezTo>
                      <a:pt x="77" y="152"/>
                      <a:pt x="0" y="211"/>
                      <a:pt x="55" y="233"/>
                    </a:cubicBezTo>
                    <a:cubicBezTo>
                      <a:pt x="62" y="236"/>
                      <a:pt x="70" y="237"/>
                      <a:pt x="78" y="237"/>
                    </a:cubicBezTo>
                    <a:cubicBezTo>
                      <a:pt x="119" y="237"/>
                      <a:pt x="168" y="207"/>
                      <a:pt x="191" y="184"/>
                    </a:cubicBezTo>
                    <a:cubicBezTo>
                      <a:pt x="212" y="162"/>
                      <a:pt x="218" y="135"/>
                      <a:pt x="212" y="103"/>
                    </a:cubicBezTo>
                    <a:lnTo>
                      <a:pt x="207" y="103"/>
                    </a:lnTo>
                    <a:cubicBezTo>
                      <a:pt x="207" y="92"/>
                      <a:pt x="202" y="81"/>
                      <a:pt x="191" y="75"/>
                    </a:cubicBezTo>
                    <a:cubicBezTo>
                      <a:pt x="185" y="59"/>
                      <a:pt x="185" y="43"/>
                      <a:pt x="180" y="26"/>
                    </a:cubicBezTo>
                    <a:cubicBezTo>
                      <a:pt x="180" y="26"/>
                      <a:pt x="180" y="21"/>
                      <a:pt x="180" y="21"/>
                    </a:cubicBezTo>
                    <a:cubicBezTo>
                      <a:pt x="177" y="9"/>
                      <a:pt x="164"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0"/>
              <p:cNvSpPr/>
              <p:nvPr/>
            </p:nvSpPr>
            <p:spPr>
              <a:xfrm>
                <a:off x="4052675" y="4750850"/>
                <a:ext cx="9550" cy="11750"/>
              </a:xfrm>
              <a:custGeom>
                <a:rect b="b" l="l" r="r" t="t"/>
                <a:pathLst>
                  <a:path extrusionOk="0" h="470" w="382">
                    <a:moveTo>
                      <a:pt x="234" y="66"/>
                    </a:moveTo>
                    <a:cubicBezTo>
                      <a:pt x="272" y="77"/>
                      <a:pt x="272" y="159"/>
                      <a:pt x="283" y="191"/>
                    </a:cubicBezTo>
                    <a:cubicBezTo>
                      <a:pt x="289" y="235"/>
                      <a:pt x="321" y="305"/>
                      <a:pt x="272" y="327"/>
                    </a:cubicBezTo>
                    <a:lnTo>
                      <a:pt x="272" y="333"/>
                    </a:lnTo>
                    <a:cubicBezTo>
                      <a:pt x="256" y="344"/>
                      <a:pt x="224" y="344"/>
                      <a:pt x="202" y="354"/>
                    </a:cubicBezTo>
                    <a:cubicBezTo>
                      <a:pt x="185" y="365"/>
                      <a:pt x="175" y="376"/>
                      <a:pt x="158" y="382"/>
                    </a:cubicBezTo>
                    <a:cubicBezTo>
                      <a:pt x="144" y="386"/>
                      <a:pt x="141" y="392"/>
                      <a:pt x="141" y="394"/>
                    </a:cubicBezTo>
                    <a:lnTo>
                      <a:pt x="141" y="394"/>
                    </a:lnTo>
                    <a:cubicBezTo>
                      <a:pt x="141" y="392"/>
                      <a:pt x="140" y="386"/>
                      <a:pt x="131" y="371"/>
                    </a:cubicBezTo>
                    <a:cubicBezTo>
                      <a:pt x="93" y="295"/>
                      <a:pt x="77" y="208"/>
                      <a:pt x="82" y="121"/>
                    </a:cubicBezTo>
                    <a:lnTo>
                      <a:pt x="109" y="110"/>
                    </a:lnTo>
                    <a:cubicBezTo>
                      <a:pt x="147" y="83"/>
                      <a:pt x="191" y="72"/>
                      <a:pt x="234" y="66"/>
                    </a:cubicBezTo>
                    <a:close/>
                    <a:moveTo>
                      <a:pt x="230" y="0"/>
                    </a:moveTo>
                    <a:cubicBezTo>
                      <a:pt x="153" y="0"/>
                      <a:pt x="61" y="64"/>
                      <a:pt x="17" y="104"/>
                    </a:cubicBezTo>
                    <a:cubicBezTo>
                      <a:pt x="1" y="115"/>
                      <a:pt x="12" y="142"/>
                      <a:pt x="33" y="142"/>
                    </a:cubicBezTo>
                    <a:lnTo>
                      <a:pt x="39" y="142"/>
                    </a:lnTo>
                    <a:cubicBezTo>
                      <a:pt x="33" y="240"/>
                      <a:pt x="22" y="392"/>
                      <a:pt x="93" y="452"/>
                    </a:cubicBezTo>
                    <a:cubicBezTo>
                      <a:pt x="107" y="465"/>
                      <a:pt x="121" y="470"/>
                      <a:pt x="134" y="470"/>
                    </a:cubicBezTo>
                    <a:cubicBezTo>
                      <a:pt x="167" y="470"/>
                      <a:pt x="198" y="441"/>
                      <a:pt x="229" y="425"/>
                    </a:cubicBezTo>
                    <a:cubicBezTo>
                      <a:pt x="278" y="403"/>
                      <a:pt x="327" y="414"/>
                      <a:pt x="359" y="365"/>
                    </a:cubicBezTo>
                    <a:cubicBezTo>
                      <a:pt x="381" y="311"/>
                      <a:pt x="381" y="251"/>
                      <a:pt x="359" y="197"/>
                    </a:cubicBezTo>
                    <a:cubicBezTo>
                      <a:pt x="343" y="148"/>
                      <a:pt x="349" y="66"/>
                      <a:pt x="305" y="28"/>
                    </a:cubicBezTo>
                    <a:cubicBezTo>
                      <a:pt x="284" y="8"/>
                      <a:pt x="258" y="0"/>
                      <a:pt x="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0"/>
              <p:cNvSpPr/>
              <p:nvPr/>
            </p:nvSpPr>
            <p:spPr>
              <a:xfrm>
                <a:off x="4066000" y="4749800"/>
                <a:ext cx="10750" cy="10350"/>
              </a:xfrm>
              <a:custGeom>
                <a:rect b="b" l="l" r="r" t="t"/>
                <a:pathLst>
                  <a:path extrusionOk="0" h="414" w="430">
                    <a:moveTo>
                      <a:pt x="337" y="65"/>
                    </a:moveTo>
                    <a:lnTo>
                      <a:pt x="337" y="174"/>
                    </a:lnTo>
                    <a:cubicBezTo>
                      <a:pt x="337" y="212"/>
                      <a:pt x="348" y="255"/>
                      <a:pt x="348" y="299"/>
                    </a:cubicBezTo>
                    <a:lnTo>
                      <a:pt x="348" y="320"/>
                    </a:lnTo>
                    <a:lnTo>
                      <a:pt x="343" y="326"/>
                    </a:lnTo>
                    <a:lnTo>
                      <a:pt x="174" y="326"/>
                    </a:lnTo>
                    <a:cubicBezTo>
                      <a:pt x="142" y="320"/>
                      <a:pt x="147" y="304"/>
                      <a:pt x="147" y="271"/>
                    </a:cubicBezTo>
                    <a:cubicBezTo>
                      <a:pt x="153" y="239"/>
                      <a:pt x="158" y="212"/>
                      <a:pt x="158" y="184"/>
                    </a:cubicBezTo>
                    <a:cubicBezTo>
                      <a:pt x="158" y="157"/>
                      <a:pt x="158" y="135"/>
                      <a:pt x="158" y="114"/>
                    </a:cubicBezTo>
                    <a:cubicBezTo>
                      <a:pt x="174" y="108"/>
                      <a:pt x="191" y="103"/>
                      <a:pt x="201" y="103"/>
                    </a:cubicBezTo>
                    <a:cubicBezTo>
                      <a:pt x="245" y="81"/>
                      <a:pt x="294" y="70"/>
                      <a:pt x="337" y="65"/>
                    </a:cubicBezTo>
                    <a:close/>
                    <a:moveTo>
                      <a:pt x="332" y="1"/>
                    </a:moveTo>
                    <a:cubicBezTo>
                      <a:pt x="292" y="1"/>
                      <a:pt x="254" y="11"/>
                      <a:pt x="218" y="27"/>
                    </a:cubicBezTo>
                    <a:cubicBezTo>
                      <a:pt x="196" y="32"/>
                      <a:pt x="169" y="38"/>
                      <a:pt x="147" y="43"/>
                    </a:cubicBezTo>
                    <a:cubicBezTo>
                      <a:pt x="145" y="38"/>
                      <a:pt x="139" y="35"/>
                      <a:pt x="133" y="35"/>
                    </a:cubicBezTo>
                    <a:cubicBezTo>
                      <a:pt x="127" y="35"/>
                      <a:pt x="120" y="40"/>
                      <a:pt x="120" y="49"/>
                    </a:cubicBezTo>
                    <a:cubicBezTo>
                      <a:pt x="87" y="59"/>
                      <a:pt x="55" y="70"/>
                      <a:pt x="22" y="87"/>
                    </a:cubicBezTo>
                    <a:cubicBezTo>
                      <a:pt x="0" y="103"/>
                      <a:pt x="11" y="135"/>
                      <a:pt x="38" y="141"/>
                    </a:cubicBezTo>
                    <a:cubicBezTo>
                      <a:pt x="60" y="141"/>
                      <a:pt x="82" y="135"/>
                      <a:pt x="109" y="130"/>
                    </a:cubicBezTo>
                    <a:lnTo>
                      <a:pt x="109" y="130"/>
                    </a:lnTo>
                    <a:cubicBezTo>
                      <a:pt x="98" y="168"/>
                      <a:pt x="93" y="206"/>
                      <a:pt x="82" y="244"/>
                    </a:cubicBezTo>
                    <a:cubicBezTo>
                      <a:pt x="76" y="277"/>
                      <a:pt x="71" y="309"/>
                      <a:pt x="76" y="342"/>
                    </a:cubicBezTo>
                    <a:cubicBezTo>
                      <a:pt x="84" y="400"/>
                      <a:pt x="132" y="410"/>
                      <a:pt x="183" y="410"/>
                    </a:cubicBezTo>
                    <a:cubicBezTo>
                      <a:pt x="208" y="410"/>
                      <a:pt x="234" y="407"/>
                      <a:pt x="256" y="407"/>
                    </a:cubicBezTo>
                    <a:cubicBezTo>
                      <a:pt x="284" y="407"/>
                      <a:pt x="318" y="413"/>
                      <a:pt x="348" y="413"/>
                    </a:cubicBezTo>
                    <a:cubicBezTo>
                      <a:pt x="389" y="413"/>
                      <a:pt x="424" y="403"/>
                      <a:pt x="430" y="353"/>
                    </a:cubicBezTo>
                    <a:cubicBezTo>
                      <a:pt x="430" y="309"/>
                      <a:pt x="430" y="261"/>
                      <a:pt x="419" y="212"/>
                    </a:cubicBezTo>
                    <a:lnTo>
                      <a:pt x="419" y="217"/>
                    </a:lnTo>
                    <a:cubicBezTo>
                      <a:pt x="408" y="152"/>
                      <a:pt x="413" y="92"/>
                      <a:pt x="403" y="27"/>
                    </a:cubicBezTo>
                    <a:cubicBezTo>
                      <a:pt x="397" y="16"/>
                      <a:pt x="392" y="5"/>
                      <a:pt x="375" y="5"/>
                    </a:cubicBezTo>
                    <a:cubicBezTo>
                      <a:pt x="361" y="2"/>
                      <a:pt x="346"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0"/>
              <p:cNvSpPr/>
              <p:nvPr/>
            </p:nvSpPr>
            <p:spPr>
              <a:xfrm>
                <a:off x="4051875" y="4768475"/>
                <a:ext cx="9400" cy="10425"/>
              </a:xfrm>
              <a:custGeom>
                <a:rect b="b" l="l" r="r" t="t"/>
                <a:pathLst>
                  <a:path extrusionOk="0" h="417" w="376">
                    <a:moveTo>
                      <a:pt x="250" y="73"/>
                    </a:moveTo>
                    <a:cubicBezTo>
                      <a:pt x="277" y="73"/>
                      <a:pt x="266" y="90"/>
                      <a:pt x="272" y="106"/>
                    </a:cubicBezTo>
                    <a:cubicBezTo>
                      <a:pt x="277" y="139"/>
                      <a:pt x="283" y="171"/>
                      <a:pt x="288" y="209"/>
                    </a:cubicBezTo>
                    <a:cubicBezTo>
                      <a:pt x="294" y="226"/>
                      <a:pt x="294" y="247"/>
                      <a:pt x="294" y="264"/>
                    </a:cubicBezTo>
                    <a:cubicBezTo>
                      <a:pt x="304" y="280"/>
                      <a:pt x="299" y="302"/>
                      <a:pt x="283" y="313"/>
                    </a:cubicBezTo>
                    <a:lnTo>
                      <a:pt x="266" y="313"/>
                    </a:lnTo>
                    <a:cubicBezTo>
                      <a:pt x="228" y="329"/>
                      <a:pt x="190" y="340"/>
                      <a:pt x="152" y="345"/>
                    </a:cubicBezTo>
                    <a:cubicBezTo>
                      <a:pt x="142" y="347"/>
                      <a:pt x="134" y="349"/>
                      <a:pt x="127" y="349"/>
                    </a:cubicBezTo>
                    <a:cubicBezTo>
                      <a:pt x="112" y="349"/>
                      <a:pt x="104" y="341"/>
                      <a:pt x="92" y="307"/>
                    </a:cubicBezTo>
                    <a:cubicBezTo>
                      <a:pt x="87" y="285"/>
                      <a:pt x="87" y="258"/>
                      <a:pt x="87" y="231"/>
                    </a:cubicBezTo>
                    <a:lnTo>
                      <a:pt x="87" y="117"/>
                    </a:lnTo>
                    <a:cubicBezTo>
                      <a:pt x="125" y="111"/>
                      <a:pt x="163" y="106"/>
                      <a:pt x="201" y="95"/>
                    </a:cubicBezTo>
                    <a:cubicBezTo>
                      <a:pt x="217" y="95"/>
                      <a:pt x="239" y="73"/>
                      <a:pt x="250" y="73"/>
                    </a:cubicBezTo>
                    <a:close/>
                    <a:moveTo>
                      <a:pt x="259" y="0"/>
                    </a:moveTo>
                    <a:cubicBezTo>
                      <a:pt x="252" y="0"/>
                      <a:pt x="246" y="1"/>
                      <a:pt x="239" y="3"/>
                    </a:cubicBezTo>
                    <a:cubicBezTo>
                      <a:pt x="212" y="8"/>
                      <a:pt x="190" y="35"/>
                      <a:pt x="158" y="46"/>
                    </a:cubicBezTo>
                    <a:cubicBezTo>
                      <a:pt x="125" y="52"/>
                      <a:pt x="103" y="52"/>
                      <a:pt x="76" y="57"/>
                    </a:cubicBezTo>
                    <a:lnTo>
                      <a:pt x="71" y="57"/>
                    </a:lnTo>
                    <a:cubicBezTo>
                      <a:pt x="60" y="57"/>
                      <a:pt x="49" y="57"/>
                      <a:pt x="44" y="68"/>
                    </a:cubicBezTo>
                    <a:cubicBezTo>
                      <a:pt x="16" y="73"/>
                      <a:pt x="0" y="101"/>
                      <a:pt x="0" y="128"/>
                    </a:cubicBezTo>
                    <a:cubicBezTo>
                      <a:pt x="0" y="138"/>
                      <a:pt x="7" y="144"/>
                      <a:pt x="15" y="144"/>
                    </a:cubicBezTo>
                    <a:cubicBezTo>
                      <a:pt x="19" y="144"/>
                      <a:pt x="23" y="142"/>
                      <a:pt x="27" y="139"/>
                    </a:cubicBezTo>
                    <a:cubicBezTo>
                      <a:pt x="33" y="139"/>
                      <a:pt x="33" y="133"/>
                      <a:pt x="38" y="133"/>
                    </a:cubicBezTo>
                    <a:cubicBezTo>
                      <a:pt x="27" y="204"/>
                      <a:pt x="22" y="275"/>
                      <a:pt x="33" y="351"/>
                    </a:cubicBezTo>
                    <a:cubicBezTo>
                      <a:pt x="38" y="386"/>
                      <a:pt x="71" y="416"/>
                      <a:pt x="106" y="416"/>
                    </a:cubicBezTo>
                    <a:cubicBezTo>
                      <a:pt x="109" y="416"/>
                      <a:pt x="111" y="416"/>
                      <a:pt x="114" y="416"/>
                    </a:cubicBezTo>
                    <a:cubicBezTo>
                      <a:pt x="147" y="416"/>
                      <a:pt x="185" y="410"/>
                      <a:pt x="217" y="400"/>
                    </a:cubicBezTo>
                    <a:cubicBezTo>
                      <a:pt x="245" y="389"/>
                      <a:pt x="277" y="394"/>
                      <a:pt x="310" y="383"/>
                    </a:cubicBezTo>
                    <a:cubicBezTo>
                      <a:pt x="370" y="372"/>
                      <a:pt x="375" y="318"/>
                      <a:pt x="370" y="269"/>
                    </a:cubicBezTo>
                    <a:cubicBezTo>
                      <a:pt x="364" y="231"/>
                      <a:pt x="359" y="193"/>
                      <a:pt x="348" y="155"/>
                    </a:cubicBezTo>
                    <a:cubicBezTo>
                      <a:pt x="342" y="122"/>
                      <a:pt x="342" y="95"/>
                      <a:pt x="337" y="63"/>
                    </a:cubicBezTo>
                    <a:cubicBezTo>
                      <a:pt x="328" y="26"/>
                      <a:pt x="295" y="0"/>
                      <a:pt x="2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0"/>
              <p:cNvSpPr/>
              <p:nvPr/>
            </p:nvSpPr>
            <p:spPr>
              <a:xfrm>
                <a:off x="4067900" y="4767950"/>
                <a:ext cx="7900" cy="10575"/>
              </a:xfrm>
              <a:custGeom>
                <a:rect b="b" l="l" r="r" t="t"/>
                <a:pathLst>
                  <a:path extrusionOk="0" h="423" w="316">
                    <a:moveTo>
                      <a:pt x="180" y="73"/>
                    </a:moveTo>
                    <a:cubicBezTo>
                      <a:pt x="196" y="127"/>
                      <a:pt x="212" y="181"/>
                      <a:pt x="223" y="241"/>
                    </a:cubicBezTo>
                    <a:cubicBezTo>
                      <a:pt x="223" y="257"/>
                      <a:pt x="229" y="296"/>
                      <a:pt x="212" y="312"/>
                    </a:cubicBezTo>
                    <a:cubicBezTo>
                      <a:pt x="202" y="328"/>
                      <a:pt x="158" y="328"/>
                      <a:pt x="142" y="328"/>
                    </a:cubicBezTo>
                    <a:cubicBezTo>
                      <a:pt x="120" y="339"/>
                      <a:pt x="98" y="344"/>
                      <a:pt x="82" y="344"/>
                    </a:cubicBezTo>
                    <a:cubicBezTo>
                      <a:pt x="71" y="339"/>
                      <a:pt x="71" y="279"/>
                      <a:pt x="71" y="268"/>
                    </a:cubicBezTo>
                    <a:cubicBezTo>
                      <a:pt x="71" y="209"/>
                      <a:pt x="82" y="149"/>
                      <a:pt x="82" y="84"/>
                    </a:cubicBezTo>
                    <a:cubicBezTo>
                      <a:pt x="82" y="84"/>
                      <a:pt x="82" y="78"/>
                      <a:pt x="82" y="78"/>
                    </a:cubicBezTo>
                    <a:cubicBezTo>
                      <a:pt x="92" y="80"/>
                      <a:pt x="101" y="80"/>
                      <a:pt x="111" y="80"/>
                    </a:cubicBezTo>
                    <a:cubicBezTo>
                      <a:pt x="134" y="80"/>
                      <a:pt x="157" y="76"/>
                      <a:pt x="180" y="73"/>
                    </a:cubicBezTo>
                    <a:close/>
                    <a:moveTo>
                      <a:pt x="198" y="1"/>
                    </a:moveTo>
                    <a:cubicBezTo>
                      <a:pt x="156" y="1"/>
                      <a:pt x="113" y="11"/>
                      <a:pt x="77" y="29"/>
                    </a:cubicBezTo>
                    <a:cubicBezTo>
                      <a:pt x="66" y="40"/>
                      <a:pt x="60" y="51"/>
                      <a:pt x="66" y="62"/>
                    </a:cubicBezTo>
                    <a:cubicBezTo>
                      <a:pt x="63" y="61"/>
                      <a:pt x="60" y="60"/>
                      <a:pt x="57" y="60"/>
                    </a:cubicBezTo>
                    <a:cubicBezTo>
                      <a:pt x="44" y="60"/>
                      <a:pt x="33" y="70"/>
                      <a:pt x="33" y="84"/>
                    </a:cubicBezTo>
                    <a:cubicBezTo>
                      <a:pt x="33" y="143"/>
                      <a:pt x="17" y="203"/>
                      <a:pt x="11" y="257"/>
                    </a:cubicBezTo>
                    <a:cubicBezTo>
                      <a:pt x="0" y="296"/>
                      <a:pt x="0" y="334"/>
                      <a:pt x="6" y="366"/>
                    </a:cubicBezTo>
                    <a:cubicBezTo>
                      <a:pt x="17" y="411"/>
                      <a:pt x="44" y="423"/>
                      <a:pt x="76" y="423"/>
                    </a:cubicBezTo>
                    <a:cubicBezTo>
                      <a:pt x="106" y="423"/>
                      <a:pt x="140" y="412"/>
                      <a:pt x="169" y="410"/>
                    </a:cubicBezTo>
                    <a:cubicBezTo>
                      <a:pt x="229" y="399"/>
                      <a:pt x="294" y="382"/>
                      <a:pt x="299" y="312"/>
                    </a:cubicBezTo>
                    <a:cubicBezTo>
                      <a:pt x="316" y="214"/>
                      <a:pt x="267" y="122"/>
                      <a:pt x="251" y="29"/>
                    </a:cubicBezTo>
                    <a:cubicBezTo>
                      <a:pt x="245" y="18"/>
                      <a:pt x="240" y="7"/>
                      <a:pt x="223" y="2"/>
                    </a:cubicBezTo>
                    <a:cubicBezTo>
                      <a:pt x="215" y="1"/>
                      <a:pt x="206"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0"/>
              <p:cNvSpPr/>
              <p:nvPr/>
            </p:nvSpPr>
            <p:spPr>
              <a:xfrm>
                <a:off x="3962750" y="4794475"/>
                <a:ext cx="2850" cy="4550"/>
              </a:xfrm>
              <a:custGeom>
                <a:rect b="b" l="l" r="r" t="t"/>
                <a:pathLst>
                  <a:path extrusionOk="0" h="182" w="114">
                    <a:moveTo>
                      <a:pt x="43" y="0"/>
                    </a:moveTo>
                    <a:cubicBezTo>
                      <a:pt x="14" y="0"/>
                      <a:pt x="1" y="40"/>
                      <a:pt x="26" y="50"/>
                    </a:cubicBezTo>
                    <a:cubicBezTo>
                      <a:pt x="32" y="66"/>
                      <a:pt x="37" y="82"/>
                      <a:pt x="37" y="99"/>
                    </a:cubicBezTo>
                    <a:cubicBezTo>
                      <a:pt x="37" y="121"/>
                      <a:pt x="43" y="142"/>
                      <a:pt x="48" y="164"/>
                    </a:cubicBezTo>
                    <a:cubicBezTo>
                      <a:pt x="57" y="173"/>
                      <a:pt x="66" y="182"/>
                      <a:pt x="78" y="182"/>
                    </a:cubicBezTo>
                    <a:cubicBezTo>
                      <a:pt x="80" y="182"/>
                      <a:pt x="83" y="181"/>
                      <a:pt x="86" y="180"/>
                    </a:cubicBezTo>
                    <a:lnTo>
                      <a:pt x="92" y="180"/>
                    </a:lnTo>
                    <a:cubicBezTo>
                      <a:pt x="108" y="175"/>
                      <a:pt x="113" y="159"/>
                      <a:pt x="108" y="142"/>
                    </a:cubicBezTo>
                    <a:lnTo>
                      <a:pt x="108" y="137"/>
                    </a:lnTo>
                    <a:cubicBezTo>
                      <a:pt x="108" y="121"/>
                      <a:pt x="108" y="99"/>
                      <a:pt x="102" y="82"/>
                    </a:cubicBezTo>
                    <a:cubicBezTo>
                      <a:pt x="97" y="61"/>
                      <a:pt x="86" y="39"/>
                      <a:pt x="81" y="17"/>
                    </a:cubicBezTo>
                    <a:cubicBezTo>
                      <a:pt x="81" y="6"/>
                      <a:pt x="70" y="1"/>
                      <a:pt x="64" y="1"/>
                    </a:cubicBezTo>
                    <a:lnTo>
                      <a:pt x="48" y="1"/>
                    </a:lnTo>
                    <a:cubicBezTo>
                      <a:pt x="46" y="1"/>
                      <a:pt x="44"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0"/>
              <p:cNvSpPr/>
              <p:nvPr/>
            </p:nvSpPr>
            <p:spPr>
              <a:xfrm>
                <a:off x="3965575" y="4794850"/>
                <a:ext cx="3000" cy="4375"/>
              </a:xfrm>
              <a:custGeom>
                <a:rect b="b" l="l" r="r" t="t"/>
                <a:pathLst>
                  <a:path extrusionOk="0" h="175" w="120">
                    <a:moveTo>
                      <a:pt x="55" y="1"/>
                    </a:moveTo>
                    <a:cubicBezTo>
                      <a:pt x="40" y="1"/>
                      <a:pt x="25" y="10"/>
                      <a:pt x="22" y="29"/>
                    </a:cubicBezTo>
                    <a:cubicBezTo>
                      <a:pt x="0" y="78"/>
                      <a:pt x="17" y="138"/>
                      <a:pt x="55" y="171"/>
                    </a:cubicBezTo>
                    <a:cubicBezTo>
                      <a:pt x="61" y="173"/>
                      <a:pt x="67" y="174"/>
                      <a:pt x="73" y="174"/>
                    </a:cubicBezTo>
                    <a:cubicBezTo>
                      <a:pt x="80" y="174"/>
                      <a:pt x="86" y="172"/>
                      <a:pt x="93" y="165"/>
                    </a:cubicBezTo>
                    <a:cubicBezTo>
                      <a:pt x="120" y="144"/>
                      <a:pt x="114" y="122"/>
                      <a:pt x="104" y="100"/>
                    </a:cubicBezTo>
                    <a:lnTo>
                      <a:pt x="104" y="95"/>
                    </a:lnTo>
                    <a:cubicBezTo>
                      <a:pt x="93" y="78"/>
                      <a:pt x="98" y="51"/>
                      <a:pt x="93" y="29"/>
                    </a:cubicBezTo>
                    <a:cubicBezTo>
                      <a:pt x="87" y="10"/>
                      <a:pt x="71"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0"/>
              <p:cNvSpPr/>
              <p:nvPr/>
            </p:nvSpPr>
            <p:spPr>
              <a:xfrm>
                <a:off x="3970050" y="4795125"/>
                <a:ext cx="2075" cy="3600"/>
              </a:xfrm>
              <a:custGeom>
                <a:rect b="b" l="l" r="r" t="t"/>
                <a:pathLst>
                  <a:path extrusionOk="0" h="144" w="83">
                    <a:moveTo>
                      <a:pt x="39" y="1"/>
                    </a:moveTo>
                    <a:cubicBezTo>
                      <a:pt x="24" y="1"/>
                      <a:pt x="9" y="10"/>
                      <a:pt x="6" y="29"/>
                    </a:cubicBezTo>
                    <a:cubicBezTo>
                      <a:pt x="1" y="51"/>
                      <a:pt x="1" y="73"/>
                      <a:pt x="6" y="100"/>
                    </a:cubicBezTo>
                    <a:cubicBezTo>
                      <a:pt x="6" y="111"/>
                      <a:pt x="12" y="127"/>
                      <a:pt x="28" y="138"/>
                    </a:cubicBezTo>
                    <a:lnTo>
                      <a:pt x="39" y="138"/>
                    </a:lnTo>
                    <a:cubicBezTo>
                      <a:pt x="44" y="138"/>
                      <a:pt x="50" y="143"/>
                      <a:pt x="60" y="143"/>
                    </a:cubicBezTo>
                    <a:cubicBezTo>
                      <a:pt x="71" y="143"/>
                      <a:pt x="82" y="133"/>
                      <a:pt x="82" y="116"/>
                    </a:cubicBezTo>
                    <a:cubicBezTo>
                      <a:pt x="82" y="116"/>
                      <a:pt x="82" y="111"/>
                      <a:pt x="82" y="105"/>
                    </a:cubicBezTo>
                    <a:lnTo>
                      <a:pt x="71" y="116"/>
                    </a:lnTo>
                    <a:cubicBezTo>
                      <a:pt x="71" y="100"/>
                      <a:pt x="71" y="89"/>
                      <a:pt x="71" y="78"/>
                    </a:cubicBezTo>
                    <a:cubicBezTo>
                      <a:pt x="71" y="62"/>
                      <a:pt x="71" y="46"/>
                      <a:pt x="71" y="29"/>
                    </a:cubicBezTo>
                    <a:cubicBezTo>
                      <a:pt x="69" y="10"/>
                      <a:pt x="54"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20"/>
              <p:cNvSpPr/>
              <p:nvPr/>
            </p:nvSpPr>
            <p:spPr>
              <a:xfrm>
                <a:off x="3973050" y="4795450"/>
                <a:ext cx="2725" cy="3575"/>
              </a:xfrm>
              <a:custGeom>
                <a:rect b="b" l="l" r="r" t="t"/>
                <a:pathLst>
                  <a:path extrusionOk="0" h="143" w="109">
                    <a:moveTo>
                      <a:pt x="38" y="0"/>
                    </a:moveTo>
                    <a:cubicBezTo>
                      <a:pt x="17" y="0"/>
                      <a:pt x="6" y="16"/>
                      <a:pt x="0" y="33"/>
                    </a:cubicBezTo>
                    <a:cubicBezTo>
                      <a:pt x="0" y="43"/>
                      <a:pt x="6" y="54"/>
                      <a:pt x="11" y="60"/>
                    </a:cubicBezTo>
                    <a:cubicBezTo>
                      <a:pt x="11" y="76"/>
                      <a:pt x="11" y="87"/>
                      <a:pt x="17" y="103"/>
                    </a:cubicBezTo>
                    <a:cubicBezTo>
                      <a:pt x="24" y="126"/>
                      <a:pt x="44" y="143"/>
                      <a:pt x="67" y="143"/>
                    </a:cubicBezTo>
                    <a:cubicBezTo>
                      <a:pt x="77" y="143"/>
                      <a:pt x="88" y="139"/>
                      <a:pt x="98" y="130"/>
                    </a:cubicBezTo>
                    <a:cubicBezTo>
                      <a:pt x="104" y="125"/>
                      <a:pt x="104" y="114"/>
                      <a:pt x="104" y="109"/>
                    </a:cubicBezTo>
                    <a:cubicBezTo>
                      <a:pt x="109" y="109"/>
                      <a:pt x="104" y="109"/>
                      <a:pt x="104" y="98"/>
                    </a:cubicBezTo>
                    <a:lnTo>
                      <a:pt x="93" y="98"/>
                    </a:lnTo>
                    <a:lnTo>
                      <a:pt x="93" y="92"/>
                    </a:lnTo>
                    <a:lnTo>
                      <a:pt x="93" y="82"/>
                    </a:lnTo>
                    <a:cubicBezTo>
                      <a:pt x="93" y="82"/>
                      <a:pt x="93" y="76"/>
                      <a:pt x="93" y="71"/>
                    </a:cubicBezTo>
                    <a:lnTo>
                      <a:pt x="93" y="65"/>
                    </a:lnTo>
                    <a:lnTo>
                      <a:pt x="93" y="49"/>
                    </a:lnTo>
                    <a:cubicBezTo>
                      <a:pt x="93" y="38"/>
                      <a:pt x="87" y="27"/>
                      <a:pt x="82" y="16"/>
                    </a:cubicBezTo>
                    <a:cubicBezTo>
                      <a:pt x="76" y="5"/>
                      <a:pt x="66"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20"/>
              <p:cNvSpPr/>
              <p:nvPr/>
            </p:nvSpPr>
            <p:spPr>
              <a:xfrm>
                <a:off x="3991250" y="4795150"/>
                <a:ext cx="2350" cy="3725"/>
              </a:xfrm>
              <a:custGeom>
                <a:rect b="b" l="l" r="r" t="t"/>
                <a:pathLst>
                  <a:path extrusionOk="0" h="149" w="94">
                    <a:moveTo>
                      <a:pt x="29" y="1"/>
                    </a:moveTo>
                    <a:cubicBezTo>
                      <a:pt x="15" y="1"/>
                      <a:pt x="1" y="11"/>
                      <a:pt x="1" y="28"/>
                    </a:cubicBezTo>
                    <a:cubicBezTo>
                      <a:pt x="1" y="64"/>
                      <a:pt x="1" y="149"/>
                      <a:pt x="51" y="149"/>
                    </a:cubicBezTo>
                    <a:cubicBezTo>
                      <a:pt x="54" y="149"/>
                      <a:pt x="57" y="149"/>
                      <a:pt x="60" y="148"/>
                    </a:cubicBezTo>
                    <a:cubicBezTo>
                      <a:pt x="88" y="142"/>
                      <a:pt x="93" y="104"/>
                      <a:pt x="88" y="88"/>
                    </a:cubicBezTo>
                    <a:cubicBezTo>
                      <a:pt x="77" y="66"/>
                      <a:pt x="60" y="45"/>
                      <a:pt x="55" y="23"/>
                    </a:cubicBezTo>
                    <a:cubicBezTo>
                      <a:pt x="53" y="8"/>
                      <a:pt x="41"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0"/>
              <p:cNvSpPr/>
              <p:nvPr/>
            </p:nvSpPr>
            <p:spPr>
              <a:xfrm>
                <a:off x="3996950" y="4794975"/>
                <a:ext cx="2075" cy="3650"/>
              </a:xfrm>
              <a:custGeom>
                <a:rect b="b" l="l" r="r" t="t"/>
                <a:pathLst>
                  <a:path extrusionOk="0" h="146" w="83">
                    <a:moveTo>
                      <a:pt x="37" y="1"/>
                    </a:moveTo>
                    <a:cubicBezTo>
                      <a:pt x="34" y="1"/>
                      <a:pt x="31" y="1"/>
                      <a:pt x="28" y="3"/>
                    </a:cubicBezTo>
                    <a:lnTo>
                      <a:pt x="23" y="3"/>
                    </a:lnTo>
                    <a:cubicBezTo>
                      <a:pt x="1" y="3"/>
                      <a:pt x="1" y="19"/>
                      <a:pt x="6" y="30"/>
                    </a:cubicBezTo>
                    <a:lnTo>
                      <a:pt x="6" y="35"/>
                    </a:lnTo>
                    <a:cubicBezTo>
                      <a:pt x="6" y="46"/>
                      <a:pt x="6" y="52"/>
                      <a:pt x="1" y="62"/>
                    </a:cubicBezTo>
                    <a:cubicBezTo>
                      <a:pt x="1" y="79"/>
                      <a:pt x="1" y="101"/>
                      <a:pt x="1" y="117"/>
                    </a:cubicBezTo>
                    <a:cubicBezTo>
                      <a:pt x="4" y="136"/>
                      <a:pt x="21" y="145"/>
                      <a:pt x="39" y="145"/>
                    </a:cubicBezTo>
                    <a:cubicBezTo>
                      <a:pt x="57" y="145"/>
                      <a:pt x="74" y="136"/>
                      <a:pt x="77" y="117"/>
                    </a:cubicBezTo>
                    <a:cubicBezTo>
                      <a:pt x="83" y="95"/>
                      <a:pt x="83" y="79"/>
                      <a:pt x="77" y="57"/>
                    </a:cubicBezTo>
                    <a:cubicBezTo>
                      <a:pt x="77" y="46"/>
                      <a:pt x="72" y="41"/>
                      <a:pt x="72" y="35"/>
                    </a:cubicBezTo>
                    <a:cubicBezTo>
                      <a:pt x="66" y="24"/>
                      <a:pt x="66" y="19"/>
                      <a:pt x="61" y="19"/>
                    </a:cubicBezTo>
                    <a:cubicBezTo>
                      <a:pt x="61" y="19"/>
                      <a:pt x="55" y="10"/>
                      <a:pt x="54" y="10"/>
                    </a:cubicBezTo>
                    <a:lnTo>
                      <a:pt x="54" y="10"/>
                    </a:lnTo>
                    <a:cubicBezTo>
                      <a:pt x="54" y="10"/>
                      <a:pt x="54" y="11"/>
                      <a:pt x="55" y="14"/>
                    </a:cubicBezTo>
                    <a:cubicBezTo>
                      <a:pt x="51" y="6"/>
                      <a:pt x="44"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0"/>
              <p:cNvSpPr/>
              <p:nvPr/>
            </p:nvSpPr>
            <p:spPr>
              <a:xfrm>
                <a:off x="3999825" y="4794750"/>
                <a:ext cx="2700" cy="3975"/>
              </a:xfrm>
              <a:custGeom>
                <a:rect b="b" l="l" r="r" t="t"/>
                <a:pathLst>
                  <a:path extrusionOk="0" h="159" w="108">
                    <a:moveTo>
                      <a:pt x="49" y="1"/>
                    </a:moveTo>
                    <a:cubicBezTo>
                      <a:pt x="27" y="1"/>
                      <a:pt x="11" y="33"/>
                      <a:pt x="27" y="50"/>
                    </a:cubicBezTo>
                    <a:lnTo>
                      <a:pt x="16" y="66"/>
                    </a:lnTo>
                    <a:cubicBezTo>
                      <a:pt x="6" y="99"/>
                      <a:pt x="0" y="148"/>
                      <a:pt x="44" y="158"/>
                    </a:cubicBezTo>
                    <a:cubicBezTo>
                      <a:pt x="54" y="158"/>
                      <a:pt x="71" y="153"/>
                      <a:pt x="82" y="142"/>
                    </a:cubicBezTo>
                    <a:cubicBezTo>
                      <a:pt x="87" y="137"/>
                      <a:pt x="93" y="126"/>
                      <a:pt x="87" y="115"/>
                    </a:cubicBezTo>
                    <a:cubicBezTo>
                      <a:pt x="87" y="110"/>
                      <a:pt x="87" y="110"/>
                      <a:pt x="87" y="110"/>
                    </a:cubicBezTo>
                    <a:cubicBezTo>
                      <a:pt x="93" y="93"/>
                      <a:pt x="98" y="82"/>
                      <a:pt x="98" y="71"/>
                    </a:cubicBezTo>
                    <a:cubicBezTo>
                      <a:pt x="108" y="42"/>
                      <a:pt x="91" y="5"/>
                      <a:pt x="61" y="5"/>
                    </a:cubicBezTo>
                    <a:cubicBezTo>
                      <a:pt x="57" y="5"/>
                      <a:pt x="53" y="5"/>
                      <a:pt x="49" y="6"/>
                    </a:cubicBezTo>
                    <a:lnTo>
                      <a:pt x="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0"/>
              <p:cNvSpPr/>
              <p:nvPr/>
            </p:nvSpPr>
            <p:spPr>
              <a:xfrm>
                <a:off x="4003350" y="4795700"/>
                <a:ext cx="2600" cy="4175"/>
              </a:xfrm>
              <a:custGeom>
                <a:rect b="b" l="l" r="r" t="t"/>
                <a:pathLst>
                  <a:path extrusionOk="0" h="167" w="104">
                    <a:moveTo>
                      <a:pt x="49" y="1"/>
                    </a:moveTo>
                    <a:cubicBezTo>
                      <a:pt x="28" y="1"/>
                      <a:pt x="11" y="23"/>
                      <a:pt x="17" y="50"/>
                    </a:cubicBezTo>
                    <a:cubicBezTo>
                      <a:pt x="6" y="77"/>
                      <a:pt x="0" y="99"/>
                      <a:pt x="0" y="126"/>
                    </a:cubicBezTo>
                    <a:cubicBezTo>
                      <a:pt x="0" y="137"/>
                      <a:pt x="6" y="148"/>
                      <a:pt x="11" y="159"/>
                    </a:cubicBezTo>
                    <a:lnTo>
                      <a:pt x="22" y="164"/>
                    </a:lnTo>
                    <a:cubicBezTo>
                      <a:pt x="25" y="165"/>
                      <a:pt x="28" y="166"/>
                      <a:pt x="31" y="166"/>
                    </a:cubicBezTo>
                    <a:cubicBezTo>
                      <a:pt x="39" y="166"/>
                      <a:pt x="47" y="161"/>
                      <a:pt x="55" y="153"/>
                    </a:cubicBezTo>
                    <a:cubicBezTo>
                      <a:pt x="60" y="153"/>
                      <a:pt x="66" y="142"/>
                      <a:pt x="66" y="137"/>
                    </a:cubicBezTo>
                    <a:cubicBezTo>
                      <a:pt x="77" y="104"/>
                      <a:pt x="87" y="77"/>
                      <a:pt x="98" y="50"/>
                    </a:cubicBezTo>
                    <a:cubicBezTo>
                      <a:pt x="104" y="23"/>
                      <a:pt x="82"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20"/>
              <p:cNvSpPr/>
              <p:nvPr/>
            </p:nvSpPr>
            <p:spPr>
              <a:xfrm>
                <a:off x="4007825" y="4694550"/>
                <a:ext cx="6075" cy="5000"/>
              </a:xfrm>
              <a:custGeom>
                <a:rect b="b" l="l" r="r" t="t"/>
                <a:pathLst>
                  <a:path extrusionOk="0" h="200" w="243">
                    <a:moveTo>
                      <a:pt x="190" y="1"/>
                    </a:moveTo>
                    <a:cubicBezTo>
                      <a:pt x="181" y="1"/>
                      <a:pt x="172" y="4"/>
                      <a:pt x="164" y="14"/>
                    </a:cubicBezTo>
                    <a:cubicBezTo>
                      <a:pt x="126" y="41"/>
                      <a:pt x="1" y="155"/>
                      <a:pt x="88" y="198"/>
                    </a:cubicBezTo>
                    <a:lnTo>
                      <a:pt x="109" y="198"/>
                    </a:lnTo>
                    <a:cubicBezTo>
                      <a:pt x="113" y="196"/>
                      <a:pt x="120" y="191"/>
                      <a:pt x="120" y="187"/>
                    </a:cubicBezTo>
                    <a:cubicBezTo>
                      <a:pt x="126" y="182"/>
                      <a:pt x="131" y="177"/>
                      <a:pt x="131" y="166"/>
                    </a:cubicBezTo>
                    <a:cubicBezTo>
                      <a:pt x="142" y="155"/>
                      <a:pt x="148" y="144"/>
                      <a:pt x="153" y="133"/>
                    </a:cubicBezTo>
                    <a:cubicBezTo>
                      <a:pt x="175" y="106"/>
                      <a:pt x="197" y="84"/>
                      <a:pt x="218" y="62"/>
                    </a:cubicBezTo>
                    <a:cubicBezTo>
                      <a:pt x="243" y="38"/>
                      <a:pt x="218" y="1"/>
                      <a:pt x="190" y="1"/>
                    </a:cubicBezTo>
                    <a:close/>
                    <a:moveTo>
                      <a:pt x="109" y="198"/>
                    </a:moveTo>
                    <a:cubicBezTo>
                      <a:pt x="107" y="199"/>
                      <a:pt x="106" y="200"/>
                      <a:pt x="107" y="200"/>
                    </a:cubicBezTo>
                    <a:cubicBezTo>
                      <a:pt x="107" y="200"/>
                      <a:pt x="107" y="199"/>
                      <a:pt x="110" y="1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0"/>
              <p:cNvSpPr/>
              <p:nvPr/>
            </p:nvSpPr>
            <p:spPr>
              <a:xfrm>
                <a:off x="4009050" y="4699200"/>
                <a:ext cx="5225" cy="4525"/>
              </a:xfrm>
              <a:custGeom>
                <a:rect b="b" l="l" r="r" t="t"/>
                <a:pathLst>
                  <a:path extrusionOk="0" h="181" w="209">
                    <a:moveTo>
                      <a:pt x="170" y="0"/>
                    </a:moveTo>
                    <a:cubicBezTo>
                      <a:pt x="165" y="0"/>
                      <a:pt x="159" y="2"/>
                      <a:pt x="153" y="7"/>
                    </a:cubicBezTo>
                    <a:cubicBezTo>
                      <a:pt x="120" y="56"/>
                      <a:pt x="71" y="94"/>
                      <a:pt x="23" y="126"/>
                    </a:cubicBezTo>
                    <a:cubicBezTo>
                      <a:pt x="1" y="143"/>
                      <a:pt x="12" y="181"/>
                      <a:pt x="39" y="181"/>
                    </a:cubicBezTo>
                    <a:cubicBezTo>
                      <a:pt x="115" y="175"/>
                      <a:pt x="148" y="94"/>
                      <a:pt x="191" y="45"/>
                    </a:cubicBezTo>
                    <a:cubicBezTo>
                      <a:pt x="208" y="28"/>
                      <a:pt x="191"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120"/>
            <p:cNvGrpSpPr/>
            <p:nvPr/>
          </p:nvGrpSpPr>
          <p:grpSpPr>
            <a:xfrm>
              <a:off x="7007680" y="3569301"/>
              <a:ext cx="274324" cy="274325"/>
              <a:chOff x="4187750" y="4640350"/>
              <a:chExt cx="168950" cy="165575"/>
            </a:xfrm>
          </p:grpSpPr>
          <p:sp>
            <p:nvSpPr>
              <p:cNvPr id="5751" name="Google Shape;5751;p120"/>
              <p:cNvSpPr/>
              <p:nvPr/>
            </p:nvSpPr>
            <p:spPr>
              <a:xfrm>
                <a:off x="4199175" y="4648800"/>
                <a:ext cx="157525" cy="157125"/>
              </a:xfrm>
              <a:custGeom>
                <a:rect b="b" l="l" r="r" t="t"/>
                <a:pathLst>
                  <a:path extrusionOk="0" h="6285" w="6301">
                    <a:moveTo>
                      <a:pt x="5725" y="2580"/>
                    </a:moveTo>
                    <a:cubicBezTo>
                      <a:pt x="5813" y="2580"/>
                      <a:pt x="5901" y="2610"/>
                      <a:pt x="5969" y="2664"/>
                    </a:cubicBezTo>
                    <a:cubicBezTo>
                      <a:pt x="6099" y="2740"/>
                      <a:pt x="6165" y="2898"/>
                      <a:pt x="6127" y="3045"/>
                    </a:cubicBezTo>
                    <a:cubicBezTo>
                      <a:pt x="6110" y="3105"/>
                      <a:pt x="6089" y="3181"/>
                      <a:pt x="6034" y="3213"/>
                    </a:cubicBezTo>
                    <a:cubicBezTo>
                      <a:pt x="5997" y="3226"/>
                      <a:pt x="5958" y="3232"/>
                      <a:pt x="5920" y="3232"/>
                    </a:cubicBezTo>
                    <a:cubicBezTo>
                      <a:pt x="5907" y="3232"/>
                      <a:pt x="5894" y="3231"/>
                      <a:pt x="5882" y="3230"/>
                    </a:cubicBezTo>
                    <a:lnTo>
                      <a:pt x="5877" y="3230"/>
                    </a:lnTo>
                    <a:cubicBezTo>
                      <a:pt x="5860" y="3219"/>
                      <a:pt x="5838" y="3219"/>
                      <a:pt x="5822" y="3219"/>
                    </a:cubicBezTo>
                    <a:cubicBezTo>
                      <a:pt x="5811" y="3219"/>
                      <a:pt x="5800" y="3224"/>
                      <a:pt x="5795" y="3230"/>
                    </a:cubicBezTo>
                    <a:cubicBezTo>
                      <a:pt x="5769" y="3233"/>
                      <a:pt x="5742" y="3235"/>
                      <a:pt x="5715" y="3235"/>
                    </a:cubicBezTo>
                    <a:cubicBezTo>
                      <a:pt x="5653" y="3235"/>
                      <a:pt x="5591" y="3225"/>
                      <a:pt x="5534" y="3202"/>
                    </a:cubicBezTo>
                    <a:cubicBezTo>
                      <a:pt x="5474" y="3175"/>
                      <a:pt x="5431" y="3115"/>
                      <a:pt x="5425" y="3050"/>
                    </a:cubicBezTo>
                    <a:cubicBezTo>
                      <a:pt x="5414" y="2985"/>
                      <a:pt x="5409" y="2920"/>
                      <a:pt x="5420" y="2855"/>
                    </a:cubicBezTo>
                    <a:cubicBezTo>
                      <a:pt x="5425" y="2800"/>
                      <a:pt x="5442" y="2751"/>
                      <a:pt x="5463" y="2702"/>
                    </a:cubicBezTo>
                    <a:cubicBezTo>
                      <a:pt x="5463" y="2697"/>
                      <a:pt x="5469" y="2692"/>
                      <a:pt x="5474" y="2681"/>
                    </a:cubicBezTo>
                    <a:cubicBezTo>
                      <a:pt x="5507" y="2648"/>
                      <a:pt x="5550" y="2621"/>
                      <a:pt x="5594" y="2605"/>
                    </a:cubicBezTo>
                    <a:cubicBezTo>
                      <a:pt x="5636" y="2588"/>
                      <a:pt x="5681" y="2580"/>
                      <a:pt x="5725" y="2580"/>
                    </a:cubicBezTo>
                    <a:close/>
                    <a:moveTo>
                      <a:pt x="5295" y="3181"/>
                    </a:moveTo>
                    <a:lnTo>
                      <a:pt x="5295" y="3186"/>
                    </a:lnTo>
                    <a:cubicBezTo>
                      <a:pt x="5311" y="3202"/>
                      <a:pt x="5328" y="3224"/>
                      <a:pt x="5349" y="3241"/>
                    </a:cubicBezTo>
                    <a:cubicBezTo>
                      <a:pt x="5409" y="3317"/>
                      <a:pt x="5501" y="3366"/>
                      <a:pt x="5599" y="3376"/>
                    </a:cubicBezTo>
                    <a:cubicBezTo>
                      <a:pt x="5605" y="3398"/>
                      <a:pt x="5610" y="3425"/>
                      <a:pt x="5610" y="3431"/>
                    </a:cubicBezTo>
                    <a:cubicBezTo>
                      <a:pt x="5626" y="3480"/>
                      <a:pt x="5637" y="3534"/>
                      <a:pt x="5637" y="3583"/>
                    </a:cubicBezTo>
                    <a:cubicBezTo>
                      <a:pt x="5632" y="3675"/>
                      <a:pt x="5621" y="3768"/>
                      <a:pt x="5599" y="3855"/>
                    </a:cubicBezTo>
                    <a:cubicBezTo>
                      <a:pt x="5578" y="3947"/>
                      <a:pt x="5550" y="4034"/>
                      <a:pt x="5512" y="4116"/>
                    </a:cubicBezTo>
                    <a:cubicBezTo>
                      <a:pt x="5491" y="4159"/>
                      <a:pt x="5463" y="4197"/>
                      <a:pt x="5431" y="4230"/>
                    </a:cubicBezTo>
                    <a:cubicBezTo>
                      <a:pt x="5420" y="4241"/>
                      <a:pt x="5404" y="4252"/>
                      <a:pt x="5393" y="4262"/>
                    </a:cubicBezTo>
                    <a:lnTo>
                      <a:pt x="5387" y="4262"/>
                    </a:lnTo>
                    <a:cubicBezTo>
                      <a:pt x="5289" y="4159"/>
                      <a:pt x="5175" y="4061"/>
                      <a:pt x="5067" y="3963"/>
                    </a:cubicBezTo>
                    <a:cubicBezTo>
                      <a:pt x="5023" y="3925"/>
                      <a:pt x="4974" y="3887"/>
                      <a:pt x="4931" y="3855"/>
                    </a:cubicBezTo>
                    <a:cubicBezTo>
                      <a:pt x="5034" y="3708"/>
                      <a:pt x="5132" y="3550"/>
                      <a:pt x="5208" y="3387"/>
                    </a:cubicBezTo>
                    <a:cubicBezTo>
                      <a:pt x="5241" y="3317"/>
                      <a:pt x="5268" y="3251"/>
                      <a:pt x="5295" y="3181"/>
                    </a:cubicBezTo>
                    <a:close/>
                    <a:moveTo>
                      <a:pt x="5681" y="3382"/>
                    </a:moveTo>
                    <a:lnTo>
                      <a:pt x="5681" y="3382"/>
                    </a:lnTo>
                    <a:cubicBezTo>
                      <a:pt x="5735" y="3387"/>
                      <a:pt x="5790" y="3387"/>
                      <a:pt x="5844" y="3387"/>
                    </a:cubicBezTo>
                    <a:cubicBezTo>
                      <a:pt x="5844" y="3398"/>
                      <a:pt x="5849" y="3404"/>
                      <a:pt x="5849" y="3414"/>
                    </a:cubicBezTo>
                    <a:cubicBezTo>
                      <a:pt x="5860" y="3463"/>
                      <a:pt x="5877" y="3512"/>
                      <a:pt x="5882" y="3561"/>
                    </a:cubicBezTo>
                    <a:cubicBezTo>
                      <a:pt x="5887" y="3703"/>
                      <a:pt x="5887" y="3838"/>
                      <a:pt x="5871" y="3974"/>
                    </a:cubicBezTo>
                    <a:cubicBezTo>
                      <a:pt x="5855" y="4132"/>
                      <a:pt x="5773" y="4219"/>
                      <a:pt x="5675" y="4333"/>
                    </a:cubicBezTo>
                    <a:cubicBezTo>
                      <a:pt x="5643" y="4366"/>
                      <a:pt x="5610" y="4398"/>
                      <a:pt x="5583" y="4436"/>
                    </a:cubicBezTo>
                    <a:cubicBezTo>
                      <a:pt x="5556" y="4415"/>
                      <a:pt x="5529" y="4387"/>
                      <a:pt x="5501" y="4366"/>
                    </a:cubicBezTo>
                    <a:cubicBezTo>
                      <a:pt x="5556" y="4317"/>
                      <a:pt x="5605" y="4257"/>
                      <a:pt x="5637" y="4186"/>
                    </a:cubicBezTo>
                    <a:cubicBezTo>
                      <a:pt x="5681" y="4078"/>
                      <a:pt x="5719" y="3963"/>
                      <a:pt x="5735" y="3844"/>
                    </a:cubicBezTo>
                    <a:cubicBezTo>
                      <a:pt x="5762" y="3735"/>
                      <a:pt x="5768" y="3621"/>
                      <a:pt x="5752" y="3507"/>
                    </a:cubicBezTo>
                    <a:cubicBezTo>
                      <a:pt x="5735" y="3458"/>
                      <a:pt x="5713" y="3414"/>
                      <a:pt x="5681" y="3382"/>
                    </a:cubicBezTo>
                    <a:close/>
                    <a:moveTo>
                      <a:pt x="3066" y="207"/>
                    </a:moveTo>
                    <a:cubicBezTo>
                      <a:pt x="3121" y="207"/>
                      <a:pt x="3175" y="224"/>
                      <a:pt x="3235" y="229"/>
                    </a:cubicBezTo>
                    <a:cubicBezTo>
                      <a:pt x="3305" y="229"/>
                      <a:pt x="3376" y="240"/>
                      <a:pt x="3447" y="251"/>
                    </a:cubicBezTo>
                    <a:cubicBezTo>
                      <a:pt x="3713" y="300"/>
                      <a:pt x="3979" y="381"/>
                      <a:pt x="4224" y="501"/>
                    </a:cubicBezTo>
                    <a:cubicBezTo>
                      <a:pt x="4344" y="555"/>
                      <a:pt x="4463" y="626"/>
                      <a:pt x="4577" y="697"/>
                    </a:cubicBezTo>
                    <a:cubicBezTo>
                      <a:pt x="4664" y="762"/>
                      <a:pt x="4768" y="816"/>
                      <a:pt x="4827" y="909"/>
                    </a:cubicBezTo>
                    <a:cubicBezTo>
                      <a:pt x="4855" y="963"/>
                      <a:pt x="4893" y="1012"/>
                      <a:pt x="4936" y="1055"/>
                    </a:cubicBezTo>
                    <a:cubicBezTo>
                      <a:pt x="4969" y="1093"/>
                      <a:pt x="4996" y="1142"/>
                      <a:pt x="5012" y="1197"/>
                    </a:cubicBezTo>
                    <a:cubicBezTo>
                      <a:pt x="5034" y="1240"/>
                      <a:pt x="5077" y="1278"/>
                      <a:pt x="5099" y="1333"/>
                    </a:cubicBezTo>
                    <a:cubicBezTo>
                      <a:pt x="5126" y="1392"/>
                      <a:pt x="5143" y="1458"/>
                      <a:pt x="5159" y="1523"/>
                    </a:cubicBezTo>
                    <a:cubicBezTo>
                      <a:pt x="5170" y="1588"/>
                      <a:pt x="5175" y="1653"/>
                      <a:pt x="5175" y="1718"/>
                    </a:cubicBezTo>
                    <a:cubicBezTo>
                      <a:pt x="5181" y="1778"/>
                      <a:pt x="5192" y="1838"/>
                      <a:pt x="5208" y="1898"/>
                    </a:cubicBezTo>
                    <a:cubicBezTo>
                      <a:pt x="5224" y="2028"/>
                      <a:pt x="5202" y="2164"/>
                      <a:pt x="5208" y="2295"/>
                    </a:cubicBezTo>
                    <a:cubicBezTo>
                      <a:pt x="5213" y="2561"/>
                      <a:pt x="5170" y="2827"/>
                      <a:pt x="5077" y="3077"/>
                    </a:cubicBezTo>
                    <a:cubicBezTo>
                      <a:pt x="4996" y="3333"/>
                      <a:pt x="4865" y="3567"/>
                      <a:pt x="4702" y="3779"/>
                    </a:cubicBezTo>
                    <a:cubicBezTo>
                      <a:pt x="4615" y="3887"/>
                      <a:pt x="4518" y="3991"/>
                      <a:pt x="4409" y="4089"/>
                    </a:cubicBezTo>
                    <a:cubicBezTo>
                      <a:pt x="4306" y="4186"/>
                      <a:pt x="4235" y="4295"/>
                      <a:pt x="4094" y="4339"/>
                    </a:cubicBezTo>
                    <a:lnTo>
                      <a:pt x="4012" y="4371"/>
                    </a:lnTo>
                    <a:cubicBezTo>
                      <a:pt x="3999" y="4358"/>
                      <a:pt x="3982" y="4348"/>
                      <a:pt x="3964" y="4348"/>
                    </a:cubicBezTo>
                    <a:cubicBezTo>
                      <a:pt x="3960" y="4348"/>
                      <a:pt x="3956" y="4348"/>
                      <a:pt x="3952" y="4349"/>
                    </a:cubicBezTo>
                    <a:cubicBezTo>
                      <a:pt x="3816" y="4366"/>
                      <a:pt x="3680" y="4398"/>
                      <a:pt x="3545" y="4415"/>
                    </a:cubicBezTo>
                    <a:cubicBezTo>
                      <a:pt x="3409" y="4431"/>
                      <a:pt x="3273" y="4453"/>
                      <a:pt x="3137" y="4464"/>
                    </a:cubicBezTo>
                    <a:cubicBezTo>
                      <a:pt x="3100" y="4465"/>
                      <a:pt x="3062" y="4466"/>
                      <a:pt x="3025" y="4466"/>
                    </a:cubicBezTo>
                    <a:cubicBezTo>
                      <a:pt x="2802" y="4466"/>
                      <a:pt x="2579" y="4438"/>
                      <a:pt x="2360" y="4382"/>
                    </a:cubicBezTo>
                    <a:cubicBezTo>
                      <a:pt x="2229" y="4349"/>
                      <a:pt x="2099" y="4317"/>
                      <a:pt x="1968" y="4273"/>
                    </a:cubicBezTo>
                    <a:cubicBezTo>
                      <a:pt x="1908" y="4257"/>
                      <a:pt x="1870" y="4208"/>
                      <a:pt x="1811" y="4192"/>
                    </a:cubicBezTo>
                    <a:cubicBezTo>
                      <a:pt x="1789" y="4186"/>
                      <a:pt x="1762" y="4192"/>
                      <a:pt x="1740" y="4181"/>
                    </a:cubicBezTo>
                    <a:cubicBezTo>
                      <a:pt x="1718" y="4170"/>
                      <a:pt x="1696" y="4154"/>
                      <a:pt x="1680" y="4132"/>
                    </a:cubicBezTo>
                    <a:cubicBezTo>
                      <a:pt x="1599" y="4050"/>
                      <a:pt x="1490" y="4007"/>
                      <a:pt x="1414" y="3920"/>
                    </a:cubicBezTo>
                    <a:cubicBezTo>
                      <a:pt x="1343" y="3828"/>
                      <a:pt x="1278" y="3730"/>
                      <a:pt x="1218" y="3632"/>
                    </a:cubicBezTo>
                    <a:cubicBezTo>
                      <a:pt x="1147" y="3534"/>
                      <a:pt x="1082" y="3431"/>
                      <a:pt x="1028" y="3322"/>
                    </a:cubicBezTo>
                    <a:cubicBezTo>
                      <a:pt x="963" y="3213"/>
                      <a:pt x="908" y="3099"/>
                      <a:pt x="870" y="2980"/>
                    </a:cubicBezTo>
                    <a:lnTo>
                      <a:pt x="870" y="2974"/>
                    </a:lnTo>
                    <a:cubicBezTo>
                      <a:pt x="832" y="2844"/>
                      <a:pt x="805" y="2708"/>
                      <a:pt x="783" y="2572"/>
                    </a:cubicBezTo>
                    <a:cubicBezTo>
                      <a:pt x="767" y="2436"/>
                      <a:pt x="761" y="2295"/>
                      <a:pt x="767" y="2153"/>
                    </a:cubicBezTo>
                    <a:cubicBezTo>
                      <a:pt x="767" y="1876"/>
                      <a:pt x="859" y="1604"/>
                      <a:pt x="963" y="1349"/>
                    </a:cubicBezTo>
                    <a:cubicBezTo>
                      <a:pt x="1011" y="1246"/>
                      <a:pt x="1071" y="1142"/>
                      <a:pt x="1137" y="1050"/>
                    </a:cubicBezTo>
                    <a:cubicBezTo>
                      <a:pt x="1207" y="947"/>
                      <a:pt x="1294" y="860"/>
                      <a:pt x="1397" y="784"/>
                    </a:cubicBezTo>
                    <a:cubicBezTo>
                      <a:pt x="1452" y="745"/>
                      <a:pt x="1512" y="702"/>
                      <a:pt x="1561" y="653"/>
                    </a:cubicBezTo>
                    <a:cubicBezTo>
                      <a:pt x="1609" y="615"/>
                      <a:pt x="1664" y="582"/>
                      <a:pt x="1724" y="561"/>
                    </a:cubicBezTo>
                    <a:cubicBezTo>
                      <a:pt x="1849" y="474"/>
                      <a:pt x="1985" y="403"/>
                      <a:pt x="2131" y="349"/>
                    </a:cubicBezTo>
                    <a:cubicBezTo>
                      <a:pt x="2175" y="332"/>
                      <a:pt x="2224" y="321"/>
                      <a:pt x="2267" y="311"/>
                    </a:cubicBezTo>
                    <a:lnTo>
                      <a:pt x="2316" y="311"/>
                    </a:lnTo>
                    <a:cubicBezTo>
                      <a:pt x="2441" y="283"/>
                      <a:pt x="2566" y="262"/>
                      <a:pt x="2686" y="235"/>
                    </a:cubicBezTo>
                    <a:cubicBezTo>
                      <a:pt x="2718" y="229"/>
                      <a:pt x="2750" y="229"/>
                      <a:pt x="2780" y="229"/>
                    </a:cubicBezTo>
                    <a:cubicBezTo>
                      <a:pt x="2811" y="229"/>
                      <a:pt x="2841" y="229"/>
                      <a:pt x="2871" y="224"/>
                    </a:cubicBezTo>
                    <a:lnTo>
                      <a:pt x="2898" y="218"/>
                    </a:lnTo>
                    <a:cubicBezTo>
                      <a:pt x="2930" y="218"/>
                      <a:pt x="2968" y="224"/>
                      <a:pt x="3001" y="229"/>
                    </a:cubicBezTo>
                    <a:cubicBezTo>
                      <a:pt x="3017" y="229"/>
                      <a:pt x="3034" y="218"/>
                      <a:pt x="3044" y="207"/>
                    </a:cubicBezTo>
                    <a:close/>
                    <a:moveTo>
                      <a:pt x="1039" y="3795"/>
                    </a:moveTo>
                    <a:cubicBezTo>
                      <a:pt x="1071" y="3838"/>
                      <a:pt x="1098" y="3882"/>
                      <a:pt x="1131" y="3931"/>
                    </a:cubicBezTo>
                    <a:cubicBezTo>
                      <a:pt x="1196" y="4040"/>
                      <a:pt x="1283" y="4132"/>
                      <a:pt x="1392" y="4203"/>
                    </a:cubicBezTo>
                    <a:cubicBezTo>
                      <a:pt x="1495" y="4268"/>
                      <a:pt x="1571" y="4387"/>
                      <a:pt x="1702" y="4409"/>
                    </a:cubicBezTo>
                    <a:cubicBezTo>
                      <a:pt x="1762" y="4431"/>
                      <a:pt x="1816" y="4458"/>
                      <a:pt x="1865" y="4485"/>
                    </a:cubicBezTo>
                    <a:cubicBezTo>
                      <a:pt x="1936" y="4512"/>
                      <a:pt x="2006" y="4529"/>
                      <a:pt x="2077" y="4551"/>
                    </a:cubicBezTo>
                    <a:cubicBezTo>
                      <a:pt x="2392" y="4654"/>
                      <a:pt x="2729" y="4703"/>
                      <a:pt x="3061" y="4703"/>
                    </a:cubicBezTo>
                    <a:cubicBezTo>
                      <a:pt x="3131" y="4697"/>
                      <a:pt x="3197" y="4692"/>
                      <a:pt x="3267" y="4686"/>
                    </a:cubicBezTo>
                    <a:cubicBezTo>
                      <a:pt x="3267" y="4686"/>
                      <a:pt x="3273" y="4686"/>
                      <a:pt x="3278" y="4692"/>
                    </a:cubicBezTo>
                    <a:cubicBezTo>
                      <a:pt x="3321" y="4698"/>
                      <a:pt x="3364" y="4701"/>
                      <a:pt x="3407" y="4701"/>
                    </a:cubicBezTo>
                    <a:cubicBezTo>
                      <a:pt x="3483" y="4701"/>
                      <a:pt x="3558" y="4691"/>
                      <a:pt x="3632" y="4670"/>
                    </a:cubicBezTo>
                    <a:cubicBezTo>
                      <a:pt x="3778" y="4638"/>
                      <a:pt x="3920" y="4599"/>
                      <a:pt x="4061" y="4567"/>
                    </a:cubicBezTo>
                    <a:cubicBezTo>
                      <a:pt x="4191" y="4545"/>
                      <a:pt x="4311" y="4491"/>
                      <a:pt x="4414" y="4409"/>
                    </a:cubicBezTo>
                    <a:cubicBezTo>
                      <a:pt x="4463" y="4366"/>
                      <a:pt x="4507" y="4311"/>
                      <a:pt x="4556" y="4262"/>
                    </a:cubicBezTo>
                    <a:cubicBezTo>
                      <a:pt x="4605" y="4219"/>
                      <a:pt x="4659" y="4170"/>
                      <a:pt x="4708" y="4116"/>
                    </a:cubicBezTo>
                    <a:cubicBezTo>
                      <a:pt x="4757" y="4067"/>
                      <a:pt x="4806" y="4012"/>
                      <a:pt x="4855" y="3953"/>
                    </a:cubicBezTo>
                    <a:cubicBezTo>
                      <a:pt x="4876" y="3991"/>
                      <a:pt x="4898" y="4029"/>
                      <a:pt x="4920" y="4067"/>
                    </a:cubicBezTo>
                    <a:cubicBezTo>
                      <a:pt x="4985" y="4154"/>
                      <a:pt x="5061" y="4230"/>
                      <a:pt x="5143" y="4306"/>
                    </a:cubicBezTo>
                    <a:cubicBezTo>
                      <a:pt x="5241" y="4398"/>
                      <a:pt x="5328" y="4502"/>
                      <a:pt x="5425" y="4594"/>
                    </a:cubicBezTo>
                    <a:cubicBezTo>
                      <a:pt x="5501" y="4659"/>
                      <a:pt x="5626" y="4730"/>
                      <a:pt x="5675" y="4822"/>
                    </a:cubicBezTo>
                    <a:cubicBezTo>
                      <a:pt x="5686" y="4839"/>
                      <a:pt x="5686" y="4855"/>
                      <a:pt x="5686" y="4877"/>
                    </a:cubicBezTo>
                    <a:cubicBezTo>
                      <a:pt x="5665" y="4882"/>
                      <a:pt x="5648" y="4888"/>
                      <a:pt x="5621" y="4893"/>
                    </a:cubicBezTo>
                    <a:cubicBezTo>
                      <a:pt x="5599" y="4898"/>
                      <a:pt x="5561" y="4898"/>
                      <a:pt x="5529" y="4909"/>
                    </a:cubicBezTo>
                    <a:cubicBezTo>
                      <a:pt x="5501" y="4915"/>
                      <a:pt x="5458" y="4942"/>
                      <a:pt x="5420" y="4947"/>
                    </a:cubicBezTo>
                    <a:cubicBezTo>
                      <a:pt x="5371" y="4958"/>
                      <a:pt x="5322" y="4958"/>
                      <a:pt x="5273" y="4958"/>
                    </a:cubicBezTo>
                    <a:cubicBezTo>
                      <a:pt x="5247" y="4957"/>
                      <a:pt x="5221" y="4956"/>
                      <a:pt x="5195" y="4956"/>
                    </a:cubicBezTo>
                    <a:cubicBezTo>
                      <a:pt x="5123" y="4956"/>
                      <a:pt x="5051" y="4961"/>
                      <a:pt x="4980" y="4969"/>
                    </a:cubicBezTo>
                    <a:cubicBezTo>
                      <a:pt x="4936" y="4975"/>
                      <a:pt x="4887" y="4985"/>
                      <a:pt x="4844" y="5002"/>
                    </a:cubicBezTo>
                    <a:cubicBezTo>
                      <a:pt x="4795" y="5007"/>
                      <a:pt x="4746" y="5013"/>
                      <a:pt x="4697" y="5013"/>
                    </a:cubicBezTo>
                    <a:cubicBezTo>
                      <a:pt x="4594" y="5018"/>
                      <a:pt x="4496" y="5023"/>
                      <a:pt x="4393" y="5029"/>
                    </a:cubicBezTo>
                    <a:cubicBezTo>
                      <a:pt x="4295" y="5034"/>
                      <a:pt x="4181" y="5029"/>
                      <a:pt x="4083" y="5045"/>
                    </a:cubicBezTo>
                    <a:cubicBezTo>
                      <a:pt x="3996" y="5062"/>
                      <a:pt x="3909" y="5072"/>
                      <a:pt x="3827" y="5078"/>
                    </a:cubicBezTo>
                    <a:cubicBezTo>
                      <a:pt x="3773" y="5072"/>
                      <a:pt x="3720" y="5070"/>
                      <a:pt x="3668" y="5070"/>
                    </a:cubicBezTo>
                    <a:cubicBezTo>
                      <a:pt x="3615" y="5070"/>
                      <a:pt x="3564" y="5072"/>
                      <a:pt x="3512" y="5078"/>
                    </a:cubicBezTo>
                    <a:cubicBezTo>
                      <a:pt x="3430" y="5094"/>
                      <a:pt x="3349" y="5105"/>
                      <a:pt x="3267" y="5110"/>
                    </a:cubicBezTo>
                    <a:cubicBezTo>
                      <a:pt x="3164" y="5110"/>
                      <a:pt x="3055" y="5116"/>
                      <a:pt x="2952" y="5116"/>
                    </a:cubicBezTo>
                    <a:cubicBezTo>
                      <a:pt x="2871" y="5110"/>
                      <a:pt x="2794" y="5072"/>
                      <a:pt x="2713" y="5067"/>
                    </a:cubicBezTo>
                    <a:cubicBezTo>
                      <a:pt x="2604" y="5062"/>
                      <a:pt x="2501" y="5062"/>
                      <a:pt x="2392" y="5062"/>
                    </a:cubicBezTo>
                    <a:cubicBezTo>
                      <a:pt x="2300" y="5056"/>
                      <a:pt x="2202" y="5051"/>
                      <a:pt x="2110" y="5034"/>
                    </a:cubicBezTo>
                    <a:cubicBezTo>
                      <a:pt x="2001" y="5023"/>
                      <a:pt x="1892" y="5023"/>
                      <a:pt x="1783" y="5007"/>
                    </a:cubicBezTo>
                    <a:cubicBezTo>
                      <a:pt x="1588" y="4985"/>
                      <a:pt x="1392" y="4958"/>
                      <a:pt x="1196" y="4953"/>
                    </a:cubicBezTo>
                    <a:cubicBezTo>
                      <a:pt x="1096" y="4953"/>
                      <a:pt x="1000" y="4946"/>
                      <a:pt x="904" y="4946"/>
                    </a:cubicBezTo>
                    <a:cubicBezTo>
                      <a:pt x="880" y="4946"/>
                      <a:pt x="856" y="4946"/>
                      <a:pt x="832" y="4947"/>
                    </a:cubicBezTo>
                    <a:cubicBezTo>
                      <a:pt x="729" y="4953"/>
                      <a:pt x="626" y="4969"/>
                      <a:pt x="522" y="4980"/>
                    </a:cubicBezTo>
                    <a:cubicBezTo>
                      <a:pt x="479" y="4983"/>
                      <a:pt x="435" y="4984"/>
                      <a:pt x="391" y="4984"/>
                    </a:cubicBezTo>
                    <a:cubicBezTo>
                      <a:pt x="347" y="4984"/>
                      <a:pt x="302" y="4983"/>
                      <a:pt x="256" y="4980"/>
                    </a:cubicBezTo>
                    <a:cubicBezTo>
                      <a:pt x="278" y="4942"/>
                      <a:pt x="299" y="4904"/>
                      <a:pt x="327" y="4871"/>
                    </a:cubicBezTo>
                    <a:lnTo>
                      <a:pt x="327" y="4877"/>
                    </a:lnTo>
                    <a:cubicBezTo>
                      <a:pt x="397" y="4773"/>
                      <a:pt x="495" y="4686"/>
                      <a:pt x="571" y="4578"/>
                    </a:cubicBezTo>
                    <a:cubicBezTo>
                      <a:pt x="647" y="4474"/>
                      <a:pt x="745" y="4355"/>
                      <a:pt x="816" y="4235"/>
                    </a:cubicBezTo>
                    <a:cubicBezTo>
                      <a:pt x="892" y="4132"/>
                      <a:pt x="952" y="4018"/>
                      <a:pt x="995" y="3904"/>
                    </a:cubicBezTo>
                    <a:cubicBezTo>
                      <a:pt x="1006" y="3866"/>
                      <a:pt x="1022" y="3828"/>
                      <a:pt x="1039" y="3795"/>
                    </a:cubicBezTo>
                    <a:close/>
                    <a:moveTo>
                      <a:pt x="5708" y="5083"/>
                    </a:moveTo>
                    <a:lnTo>
                      <a:pt x="5708" y="5127"/>
                    </a:lnTo>
                    <a:cubicBezTo>
                      <a:pt x="5713" y="5187"/>
                      <a:pt x="5719" y="5252"/>
                      <a:pt x="5735" y="5312"/>
                    </a:cubicBezTo>
                    <a:cubicBezTo>
                      <a:pt x="5741" y="5382"/>
                      <a:pt x="5746" y="5453"/>
                      <a:pt x="5741" y="5529"/>
                    </a:cubicBezTo>
                    <a:cubicBezTo>
                      <a:pt x="5741" y="5594"/>
                      <a:pt x="5735" y="5665"/>
                      <a:pt x="5735" y="5730"/>
                    </a:cubicBezTo>
                    <a:cubicBezTo>
                      <a:pt x="5741" y="5779"/>
                      <a:pt x="5730" y="5828"/>
                      <a:pt x="5708" y="5871"/>
                    </a:cubicBezTo>
                    <a:cubicBezTo>
                      <a:pt x="5665" y="5904"/>
                      <a:pt x="5610" y="5926"/>
                      <a:pt x="5556" y="5937"/>
                    </a:cubicBezTo>
                    <a:cubicBezTo>
                      <a:pt x="5485" y="5953"/>
                      <a:pt x="5420" y="5964"/>
                      <a:pt x="5349" y="5975"/>
                    </a:cubicBezTo>
                    <a:cubicBezTo>
                      <a:pt x="5294" y="5983"/>
                      <a:pt x="5238" y="5988"/>
                      <a:pt x="5182" y="5988"/>
                    </a:cubicBezTo>
                    <a:cubicBezTo>
                      <a:pt x="5162" y="5988"/>
                      <a:pt x="5141" y="5987"/>
                      <a:pt x="5121" y="5986"/>
                    </a:cubicBezTo>
                    <a:cubicBezTo>
                      <a:pt x="5110" y="5983"/>
                      <a:pt x="5099" y="5982"/>
                      <a:pt x="5089" y="5982"/>
                    </a:cubicBezTo>
                    <a:cubicBezTo>
                      <a:pt x="5079" y="5982"/>
                      <a:pt x="5069" y="5983"/>
                      <a:pt x="5061" y="5986"/>
                    </a:cubicBezTo>
                    <a:lnTo>
                      <a:pt x="4865" y="5986"/>
                    </a:lnTo>
                    <a:cubicBezTo>
                      <a:pt x="4830" y="5984"/>
                      <a:pt x="4795" y="5984"/>
                      <a:pt x="4760" y="5984"/>
                    </a:cubicBezTo>
                    <a:cubicBezTo>
                      <a:pt x="4639" y="5984"/>
                      <a:pt x="4521" y="5992"/>
                      <a:pt x="4403" y="6013"/>
                    </a:cubicBezTo>
                    <a:cubicBezTo>
                      <a:pt x="4183" y="6013"/>
                      <a:pt x="3963" y="6051"/>
                      <a:pt x="3743" y="6051"/>
                    </a:cubicBezTo>
                    <a:cubicBezTo>
                      <a:pt x="3730" y="6051"/>
                      <a:pt x="3716" y="6051"/>
                      <a:pt x="3702" y="6051"/>
                    </a:cubicBezTo>
                    <a:cubicBezTo>
                      <a:pt x="3436" y="6045"/>
                      <a:pt x="3175" y="6045"/>
                      <a:pt x="2909" y="6045"/>
                    </a:cubicBezTo>
                    <a:cubicBezTo>
                      <a:pt x="2800" y="6045"/>
                      <a:pt x="2691" y="6051"/>
                      <a:pt x="2582" y="6062"/>
                    </a:cubicBezTo>
                    <a:cubicBezTo>
                      <a:pt x="2491" y="6072"/>
                      <a:pt x="2400" y="6078"/>
                      <a:pt x="2309" y="6078"/>
                    </a:cubicBezTo>
                    <a:cubicBezTo>
                      <a:pt x="2259" y="6078"/>
                      <a:pt x="2209" y="6076"/>
                      <a:pt x="2158" y="6073"/>
                    </a:cubicBezTo>
                    <a:cubicBezTo>
                      <a:pt x="2127" y="6073"/>
                      <a:pt x="2096" y="6074"/>
                      <a:pt x="2065" y="6074"/>
                    </a:cubicBezTo>
                    <a:cubicBezTo>
                      <a:pt x="1846" y="6074"/>
                      <a:pt x="1627" y="6057"/>
                      <a:pt x="1408" y="6024"/>
                    </a:cubicBezTo>
                    <a:cubicBezTo>
                      <a:pt x="1164" y="5986"/>
                      <a:pt x="914" y="5958"/>
                      <a:pt x="669" y="5931"/>
                    </a:cubicBezTo>
                    <a:cubicBezTo>
                      <a:pt x="620" y="5926"/>
                      <a:pt x="571" y="5915"/>
                      <a:pt x="528" y="5904"/>
                    </a:cubicBezTo>
                    <a:cubicBezTo>
                      <a:pt x="501" y="5893"/>
                      <a:pt x="468" y="5888"/>
                      <a:pt x="441" y="5882"/>
                    </a:cubicBezTo>
                    <a:cubicBezTo>
                      <a:pt x="414" y="5882"/>
                      <a:pt x="386" y="5882"/>
                      <a:pt x="359" y="5877"/>
                    </a:cubicBezTo>
                    <a:lnTo>
                      <a:pt x="343" y="5877"/>
                    </a:lnTo>
                    <a:cubicBezTo>
                      <a:pt x="337" y="5871"/>
                      <a:pt x="337" y="5866"/>
                      <a:pt x="332" y="5861"/>
                    </a:cubicBezTo>
                    <a:cubicBezTo>
                      <a:pt x="327" y="5839"/>
                      <a:pt x="321" y="5812"/>
                      <a:pt x="316" y="5784"/>
                    </a:cubicBezTo>
                    <a:cubicBezTo>
                      <a:pt x="305" y="5719"/>
                      <a:pt x="305" y="5649"/>
                      <a:pt x="294" y="5583"/>
                    </a:cubicBezTo>
                    <a:cubicBezTo>
                      <a:pt x="267" y="5475"/>
                      <a:pt x="256" y="5366"/>
                      <a:pt x="229" y="5257"/>
                    </a:cubicBezTo>
                    <a:cubicBezTo>
                      <a:pt x="212" y="5203"/>
                      <a:pt x="212" y="5148"/>
                      <a:pt x="218" y="5094"/>
                    </a:cubicBezTo>
                    <a:lnTo>
                      <a:pt x="218" y="5094"/>
                    </a:lnTo>
                    <a:cubicBezTo>
                      <a:pt x="250" y="5110"/>
                      <a:pt x="289" y="5116"/>
                      <a:pt x="321" y="5127"/>
                    </a:cubicBezTo>
                    <a:cubicBezTo>
                      <a:pt x="367" y="5129"/>
                      <a:pt x="414" y="5131"/>
                      <a:pt x="460" y="5131"/>
                    </a:cubicBezTo>
                    <a:cubicBezTo>
                      <a:pt x="506" y="5131"/>
                      <a:pt x="552" y="5129"/>
                      <a:pt x="598" y="5127"/>
                    </a:cubicBezTo>
                    <a:cubicBezTo>
                      <a:pt x="696" y="5116"/>
                      <a:pt x="789" y="5105"/>
                      <a:pt x="881" y="5105"/>
                    </a:cubicBezTo>
                    <a:lnTo>
                      <a:pt x="1196" y="5105"/>
                    </a:lnTo>
                    <a:cubicBezTo>
                      <a:pt x="1289" y="5105"/>
                      <a:pt x="1376" y="5110"/>
                      <a:pt x="1468" y="5116"/>
                    </a:cubicBezTo>
                    <a:cubicBezTo>
                      <a:pt x="1555" y="5121"/>
                      <a:pt x="1669" y="5121"/>
                      <a:pt x="1767" y="5132"/>
                    </a:cubicBezTo>
                    <a:cubicBezTo>
                      <a:pt x="1865" y="5143"/>
                      <a:pt x="1952" y="5138"/>
                      <a:pt x="2044" y="5143"/>
                    </a:cubicBezTo>
                    <a:cubicBezTo>
                      <a:pt x="2148" y="5148"/>
                      <a:pt x="2256" y="5159"/>
                      <a:pt x="2360" y="5159"/>
                    </a:cubicBezTo>
                    <a:cubicBezTo>
                      <a:pt x="2452" y="5159"/>
                      <a:pt x="2539" y="5148"/>
                      <a:pt x="2626" y="5143"/>
                    </a:cubicBezTo>
                    <a:cubicBezTo>
                      <a:pt x="2713" y="5143"/>
                      <a:pt x="2800" y="5148"/>
                      <a:pt x="2892" y="5159"/>
                    </a:cubicBezTo>
                    <a:cubicBezTo>
                      <a:pt x="2906" y="5160"/>
                      <a:pt x="2919" y="5160"/>
                      <a:pt x="2933" y="5160"/>
                    </a:cubicBezTo>
                    <a:cubicBezTo>
                      <a:pt x="2998" y="5160"/>
                      <a:pt x="3064" y="5153"/>
                      <a:pt x="3129" y="5153"/>
                    </a:cubicBezTo>
                    <a:cubicBezTo>
                      <a:pt x="3142" y="5153"/>
                      <a:pt x="3156" y="5153"/>
                      <a:pt x="3170" y="5154"/>
                    </a:cubicBezTo>
                    <a:cubicBezTo>
                      <a:pt x="3213" y="5159"/>
                      <a:pt x="3258" y="5162"/>
                      <a:pt x="3303" y="5162"/>
                    </a:cubicBezTo>
                    <a:cubicBezTo>
                      <a:pt x="3348" y="5162"/>
                      <a:pt x="3392" y="5159"/>
                      <a:pt x="3436" y="5154"/>
                    </a:cubicBezTo>
                    <a:cubicBezTo>
                      <a:pt x="3523" y="5138"/>
                      <a:pt x="3615" y="5138"/>
                      <a:pt x="3708" y="5138"/>
                    </a:cubicBezTo>
                    <a:cubicBezTo>
                      <a:pt x="3754" y="5143"/>
                      <a:pt x="3800" y="5146"/>
                      <a:pt x="3846" y="5146"/>
                    </a:cubicBezTo>
                    <a:cubicBezTo>
                      <a:pt x="3892" y="5146"/>
                      <a:pt x="3939" y="5143"/>
                      <a:pt x="3985" y="5138"/>
                    </a:cubicBezTo>
                    <a:cubicBezTo>
                      <a:pt x="4023" y="5127"/>
                      <a:pt x="4061" y="5121"/>
                      <a:pt x="4104" y="5116"/>
                    </a:cubicBezTo>
                    <a:cubicBezTo>
                      <a:pt x="4153" y="5116"/>
                      <a:pt x="4202" y="5121"/>
                      <a:pt x="4251" y="5127"/>
                    </a:cubicBezTo>
                    <a:lnTo>
                      <a:pt x="4556" y="5143"/>
                    </a:lnTo>
                    <a:cubicBezTo>
                      <a:pt x="4633" y="5155"/>
                      <a:pt x="4714" y="5161"/>
                      <a:pt x="4793" y="5161"/>
                    </a:cubicBezTo>
                    <a:cubicBezTo>
                      <a:pt x="4819" y="5161"/>
                      <a:pt x="4845" y="5161"/>
                      <a:pt x="4871" y="5159"/>
                    </a:cubicBezTo>
                    <a:cubicBezTo>
                      <a:pt x="4938" y="5153"/>
                      <a:pt x="5007" y="5148"/>
                      <a:pt x="5076" y="5148"/>
                    </a:cubicBezTo>
                    <a:cubicBezTo>
                      <a:pt x="5119" y="5148"/>
                      <a:pt x="5161" y="5150"/>
                      <a:pt x="5202" y="5154"/>
                    </a:cubicBezTo>
                    <a:cubicBezTo>
                      <a:pt x="5235" y="5158"/>
                      <a:pt x="5269" y="5160"/>
                      <a:pt x="5302" y="5160"/>
                    </a:cubicBezTo>
                    <a:cubicBezTo>
                      <a:pt x="5364" y="5160"/>
                      <a:pt x="5425" y="5154"/>
                      <a:pt x="5485" y="5143"/>
                    </a:cubicBezTo>
                    <a:cubicBezTo>
                      <a:pt x="5518" y="5127"/>
                      <a:pt x="5556" y="5121"/>
                      <a:pt x="5594" y="5116"/>
                    </a:cubicBezTo>
                    <a:cubicBezTo>
                      <a:pt x="5626" y="5116"/>
                      <a:pt x="5659" y="5094"/>
                      <a:pt x="5697" y="5089"/>
                    </a:cubicBezTo>
                    <a:lnTo>
                      <a:pt x="5708" y="5083"/>
                    </a:lnTo>
                    <a:close/>
                    <a:moveTo>
                      <a:pt x="3006" y="1"/>
                    </a:moveTo>
                    <a:cubicBezTo>
                      <a:pt x="2930" y="6"/>
                      <a:pt x="2849" y="33"/>
                      <a:pt x="2773" y="33"/>
                    </a:cubicBezTo>
                    <a:cubicBezTo>
                      <a:pt x="2686" y="39"/>
                      <a:pt x="2604" y="55"/>
                      <a:pt x="2523" y="82"/>
                    </a:cubicBezTo>
                    <a:cubicBezTo>
                      <a:pt x="2457" y="99"/>
                      <a:pt x="2381" y="115"/>
                      <a:pt x="2311" y="137"/>
                    </a:cubicBezTo>
                    <a:lnTo>
                      <a:pt x="2186" y="164"/>
                    </a:lnTo>
                    <a:cubicBezTo>
                      <a:pt x="2050" y="191"/>
                      <a:pt x="1919" y="240"/>
                      <a:pt x="1794" y="305"/>
                    </a:cubicBezTo>
                    <a:cubicBezTo>
                      <a:pt x="1729" y="343"/>
                      <a:pt x="1664" y="387"/>
                      <a:pt x="1599" y="414"/>
                    </a:cubicBezTo>
                    <a:cubicBezTo>
                      <a:pt x="1533" y="436"/>
                      <a:pt x="1479" y="463"/>
                      <a:pt x="1430" y="512"/>
                    </a:cubicBezTo>
                    <a:cubicBezTo>
                      <a:pt x="1387" y="550"/>
                      <a:pt x="1338" y="588"/>
                      <a:pt x="1283" y="620"/>
                    </a:cubicBezTo>
                    <a:cubicBezTo>
                      <a:pt x="1229" y="664"/>
                      <a:pt x="1175" y="707"/>
                      <a:pt x="1120" y="751"/>
                    </a:cubicBezTo>
                    <a:cubicBezTo>
                      <a:pt x="1022" y="849"/>
                      <a:pt x="941" y="957"/>
                      <a:pt x="881" y="1083"/>
                    </a:cubicBezTo>
                    <a:cubicBezTo>
                      <a:pt x="843" y="1131"/>
                      <a:pt x="810" y="1186"/>
                      <a:pt x="783" y="1240"/>
                    </a:cubicBezTo>
                    <a:cubicBezTo>
                      <a:pt x="751" y="1316"/>
                      <a:pt x="723" y="1387"/>
                      <a:pt x="691" y="1463"/>
                    </a:cubicBezTo>
                    <a:cubicBezTo>
                      <a:pt x="636" y="1599"/>
                      <a:pt x="598" y="1746"/>
                      <a:pt x="577" y="1892"/>
                    </a:cubicBezTo>
                    <a:cubicBezTo>
                      <a:pt x="517" y="2197"/>
                      <a:pt x="522" y="2507"/>
                      <a:pt x="593" y="2811"/>
                    </a:cubicBezTo>
                    <a:cubicBezTo>
                      <a:pt x="620" y="2952"/>
                      <a:pt x="653" y="3088"/>
                      <a:pt x="707" y="3224"/>
                    </a:cubicBezTo>
                    <a:cubicBezTo>
                      <a:pt x="734" y="3284"/>
                      <a:pt x="772" y="3338"/>
                      <a:pt x="805" y="3404"/>
                    </a:cubicBezTo>
                    <a:cubicBezTo>
                      <a:pt x="832" y="3463"/>
                      <a:pt x="865" y="3534"/>
                      <a:pt x="903" y="3594"/>
                    </a:cubicBezTo>
                    <a:lnTo>
                      <a:pt x="963" y="3686"/>
                    </a:lnTo>
                    <a:cubicBezTo>
                      <a:pt x="946" y="3708"/>
                      <a:pt x="925" y="3724"/>
                      <a:pt x="914" y="3746"/>
                    </a:cubicBezTo>
                    <a:cubicBezTo>
                      <a:pt x="876" y="3790"/>
                      <a:pt x="843" y="3838"/>
                      <a:pt x="816" y="3893"/>
                    </a:cubicBezTo>
                    <a:cubicBezTo>
                      <a:pt x="756" y="4007"/>
                      <a:pt x="685" y="4116"/>
                      <a:pt x="604" y="4219"/>
                    </a:cubicBezTo>
                    <a:cubicBezTo>
                      <a:pt x="528" y="4322"/>
                      <a:pt x="452" y="4431"/>
                      <a:pt x="370" y="4523"/>
                    </a:cubicBezTo>
                    <a:cubicBezTo>
                      <a:pt x="283" y="4616"/>
                      <a:pt x="196" y="4714"/>
                      <a:pt x="120" y="4817"/>
                    </a:cubicBezTo>
                    <a:cubicBezTo>
                      <a:pt x="44" y="4920"/>
                      <a:pt x="6" y="5040"/>
                      <a:pt x="0" y="5170"/>
                    </a:cubicBezTo>
                    <a:cubicBezTo>
                      <a:pt x="11" y="5230"/>
                      <a:pt x="22" y="5290"/>
                      <a:pt x="38" y="5355"/>
                    </a:cubicBezTo>
                    <a:cubicBezTo>
                      <a:pt x="55" y="5420"/>
                      <a:pt x="55" y="5491"/>
                      <a:pt x="66" y="5551"/>
                    </a:cubicBezTo>
                    <a:cubicBezTo>
                      <a:pt x="82" y="5676"/>
                      <a:pt x="87" y="5801"/>
                      <a:pt x="120" y="5920"/>
                    </a:cubicBezTo>
                    <a:cubicBezTo>
                      <a:pt x="141" y="6031"/>
                      <a:pt x="239" y="6111"/>
                      <a:pt x="353" y="6111"/>
                    </a:cubicBezTo>
                    <a:cubicBezTo>
                      <a:pt x="357" y="6111"/>
                      <a:pt x="361" y="6111"/>
                      <a:pt x="365" y="6111"/>
                    </a:cubicBezTo>
                    <a:cubicBezTo>
                      <a:pt x="419" y="6111"/>
                      <a:pt x="473" y="6121"/>
                      <a:pt x="528" y="6138"/>
                    </a:cubicBezTo>
                    <a:cubicBezTo>
                      <a:pt x="593" y="6149"/>
                      <a:pt x="664" y="6149"/>
                      <a:pt x="729" y="6160"/>
                    </a:cubicBezTo>
                    <a:cubicBezTo>
                      <a:pt x="859" y="6176"/>
                      <a:pt x="990" y="6181"/>
                      <a:pt x="1120" y="6198"/>
                    </a:cubicBezTo>
                    <a:cubicBezTo>
                      <a:pt x="1251" y="6219"/>
                      <a:pt x="1392" y="6241"/>
                      <a:pt x="1528" y="6252"/>
                    </a:cubicBezTo>
                    <a:cubicBezTo>
                      <a:pt x="1649" y="6262"/>
                      <a:pt x="1766" y="6280"/>
                      <a:pt x="1886" y="6280"/>
                    </a:cubicBezTo>
                    <a:cubicBezTo>
                      <a:pt x="1901" y="6280"/>
                      <a:pt x="1915" y="6280"/>
                      <a:pt x="1930" y="6279"/>
                    </a:cubicBezTo>
                    <a:cubicBezTo>
                      <a:pt x="2066" y="6279"/>
                      <a:pt x="2207" y="6285"/>
                      <a:pt x="2349" y="6285"/>
                    </a:cubicBezTo>
                    <a:cubicBezTo>
                      <a:pt x="2479" y="6285"/>
                      <a:pt x="2604" y="6257"/>
                      <a:pt x="2729" y="6257"/>
                    </a:cubicBezTo>
                    <a:cubicBezTo>
                      <a:pt x="2822" y="6256"/>
                      <a:pt x="2914" y="6255"/>
                      <a:pt x="3006" y="6255"/>
                    </a:cubicBezTo>
                    <a:cubicBezTo>
                      <a:pt x="3191" y="6255"/>
                      <a:pt x="3376" y="6257"/>
                      <a:pt x="3561" y="6257"/>
                    </a:cubicBezTo>
                    <a:cubicBezTo>
                      <a:pt x="3625" y="6262"/>
                      <a:pt x="3691" y="6264"/>
                      <a:pt x="3756" y="6264"/>
                    </a:cubicBezTo>
                    <a:cubicBezTo>
                      <a:pt x="3846" y="6264"/>
                      <a:pt x="3937" y="6261"/>
                      <a:pt x="4028" y="6257"/>
                    </a:cubicBezTo>
                    <a:cubicBezTo>
                      <a:pt x="4164" y="6236"/>
                      <a:pt x="4306" y="6225"/>
                      <a:pt x="4447" y="6225"/>
                    </a:cubicBezTo>
                    <a:cubicBezTo>
                      <a:pt x="4544" y="6229"/>
                      <a:pt x="4645" y="6235"/>
                      <a:pt x="4744" y="6235"/>
                    </a:cubicBezTo>
                    <a:cubicBezTo>
                      <a:pt x="4788" y="6235"/>
                      <a:pt x="4833" y="6234"/>
                      <a:pt x="4876" y="6230"/>
                    </a:cubicBezTo>
                    <a:cubicBezTo>
                      <a:pt x="4920" y="6230"/>
                      <a:pt x="4963" y="6225"/>
                      <a:pt x="5012" y="6214"/>
                    </a:cubicBezTo>
                    <a:cubicBezTo>
                      <a:pt x="5044" y="6215"/>
                      <a:pt x="5076" y="6216"/>
                      <a:pt x="5108" y="6216"/>
                    </a:cubicBezTo>
                    <a:cubicBezTo>
                      <a:pt x="5196" y="6216"/>
                      <a:pt x="5283" y="6211"/>
                      <a:pt x="5371" y="6203"/>
                    </a:cubicBezTo>
                    <a:cubicBezTo>
                      <a:pt x="5518" y="6192"/>
                      <a:pt x="5670" y="6154"/>
                      <a:pt x="5806" y="6089"/>
                    </a:cubicBezTo>
                    <a:cubicBezTo>
                      <a:pt x="5925" y="6018"/>
                      <a:pt x="5958" y="5893"/>
                      <a:pt x="5964" y="5768"/>
                    </a:cubicBezTo>
                    <a:cubicBezTo>
                      <a:pt x="5980" y="5605"/>
                      <a:pt x="5980" y="5442"/>
                      <a:pt x="5964" y="5284"/>
                    </a:cubicBezTo>
                    <a:cubicBezTo>
                      <a:pt x="5964" y="5252"/>
                      <a:pt x="5953" y="5214"/>
                      <a:pt x="5947" y="5187"/>
                    </a:cubicBezTo>
                    <a:cubicBezTo>
                      <a:pt x="5942" y="5148"/>
                      <a:pt x="5936" y="5116"/>
                      <a:pt x="5942" y="5078"/>
                    </a:cubicBezTo>
                    <a:cubicBezTo>
                      <a:pt x="5942" y="5002"/>
                      <a:pt x="5915" y="4936"/>
                      <a:pt x="5915" y="4866"/>
                    </a:cubicBezTo>
                    <a:cubicBezTo>
                      <a:pt x="5915" y="4735"/>
                      <a:pt x="5828" y="4643"/>
                      <a:pt x="5735" y="4567"/>
                    </a:cubicBezTo>
                    <a:lnTo>
                      <a:pt x="5708" y="4540"/>
                    </a:lnTo>
                    <a:cubicBezTo>
                      <a:pt x="5735" y="4518"/>
                      <a:pt x="5762" y="4485"/>
                      <a:pt x="5790" y="4458"/>
                    </a:cubicBezTo>
                    <a:cubicBezTo>
                      <a:pt x="5833" y="4404"/>
                      <a:pt x="5882" y="4355"/>
                      <a:pt x="5925" y="4295"/>
                    </a:cubicBezTo>
                    <a:cubicBezTo>
                      <a:pt x="6023" y="4165"/>
                      <a:pt x="6034" y="4007"/>
                      <a:pt x="6034" y="3849"/>
                    </a:cubicBezTo>
                    <a:cubicBezTo>
                      <a:pt x="6034" y="3703"/>
                      <a:pt x="6040" y="3567"/>
                      <a:pt x="5985" y="3425"/>
                    </a:cubicBezTo>
                    <a:cubicBezTo>
                      <a:pt x="5980" y="3409"/>
                      <a:pt x="5974" y="3393"/>
                      <a:pt x="5969" y="3376"/>
                    </a:cubicBezTo>
                    <a:cubicBezTo>
                      <a:pt x="5991" y="3376"/>
                      <a:pt x="6012" y="3371"/>
                      <a:pt x="6029" y="3360"/>
                    </a:cubicBezTo>
                    <a:cubicBezTo>
                      <a:pt x="6295" y="3268"/>
                      <a:pt x="6301" y="2871"/>
                      <a:pt x="6148" y="2681"/>
                    </a:cubicBezTo>
                    <a:lnTo>
                      <a:pt x="6143" y="2681"/>
                    </a:lnTo>
                    <a:cubicBezTo>
                      <a:pt x="6034" y="2545"/>
                      <a:pt x="5872" y="2464"/>
                      <a:pt x="5710" y="2464"/>
                    </a:cubicBezTo>
                    <a:cubicBezTo>
                      <a:pt x="5613" y="2464"/>
                      <a:pt x="5516" y="2493"/>
                      <a:pt x="5431" y="2556"/>
                    </a:cubicBezTo>
                    <a:cubicBezTo>
                      <a:pt x="5447" y="2409"/>
                      <a:pt x="5442" y="2262"/>
                      <a:pt x="5447" y="2110"/>
                    </a:cubicBezTo>
                    <a:cubicBezTo>
                      <a:pt x="5453" y="2034"/>
                      <a:pt x="5453" y="1963"/>
                      <a:pt x="5447" y="1892"/>
                    </a:cubicBezTo>
                    <a:cubicBezTo>
                      <a:pt x="5431" y="1822"/>
                      <a:pt x="5425" y="1751"/>
                      <a:pt x="5420" y="1680"/>
                    </a:cubicBezTo>
                    <a:cubicBezTo>
                      <a:pt x="5414" y="1539"/>
                      <a:pt x="5387" y="1398"/>
                      <a:pt x="5328" y="1262"/>
                    </a:cubicBezTo>
                    <a:cubicBezTo>
                      <a:pt x="5306" y="1208"/>
                      <a:pt x="5273" y="1159"/>
                      <a:pt x="5241" y="1110"/>
                    </a:cubicBezTo>
                    <a:cubicBezTo>
                      <a:pt x="5202" y="1055"/>
                      <a:pt x="5197" y="985"/>
                      <a:pt x="5148" y="930"/>
                    </a:cubicBezTo>
                    <a:cubicBezTo>
                      <a:pt x="5110" y="887"/>
                      <a:pt x="5067" y="838"/>
                      <a:pt x="5034" y="789"/>
                    </a:cubicBezTo>
                    <a:cubicBezTo>
                      <a:pt x="4996" y="729"/>
                      <a:pt x="4952" y="680"/>
                      <a:pt x="4898" y="637"/>
                    </a:cubicBezTo>
                    <a:cubicBezTo>
                      <a:pt x="4789" y="550"/>
                      <a:pt x="4670" y="479"/>
                      <a:pt x="4550" y="414"/>
                    </a:cubicBezTo>
                    <a:cubicBezTo>
                      <a:pt x="4289" y="267"/>
                      <a:pt x="4007" y="158"/>
                      <a:pt x="3719" y="88"/>
                    </a:cubicBezTo>
                    <a:cubicBezTo>
                      <a:pt x="3637" y="71"/>
                      <a:pt x="3555" y="61"/>
                      <a:pt x="3474" y="44"/>
                    </a:cubicBezTo>
                    <a:cubicBezTo>
                      <a:pt x="3392" y="33"/>
                      <a:pt x="3316" y="28"/>
                      <a:pt x="3235" y="28"/>
                    </a:cubicBezTo>
                    <a:cubicBezTo>
                      <a:pt x="3159" y="17"/>
                      <a:pt x="3083" y="1"/>
                      <a:pt x="3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0"/>
              <p:cNvSpPr/>
              <p:nvPr/>
            </p:nvSpPr>
            <p:spPr>
              <a:xfrm>
                <a:off x="4260725" y="4692025"/>
                <a:ext cx="31975" cy="28575"/>
              </a:xfrm>
              <a:custGeom>
                <a:rect b="b" l="l" r="r" t="t"/>
                <a:pathLst>
                  <a:path extrusionOk="0" h="1143" w="1279">
                    <a:moveTo>
                      <a:pt x="501" y="93"/>
                    </a:moveTo>
                    <a:lnTo>
                      <a:pt x="501" y="93"/>
                    </a:lnTo>
                    <a:cubicBezTo>
                      <a:pt x="496" y="109"/>
                      <a:pt x="506" y="131"/>
                      <a:pt x="528" y="136"/>
                    </a:cubicBezTo>
                    <a:cubicBezTo>
                      <a:pt x="588" y="147"/>
                      <a:pt x="648" y="147"/>
                      <a:pt x="702" y="158"/>
                    </a:cubicBezTo>
                    <a:cubicBezTo>
                      <a:pt x="740" y="169"/>
                      <a:pt x="773" y="191"/>
                      <a:pt x="805" y="196"/>
                    </a:cubicBezTo>
                    <a:cubicBezTo>
                      <a:pt x="816" y="196"/>
                      <a:pt x="843" y="196"/>
                      <a:pt x="849" y="201"/>
                    </a:cubicBezTo>
                    <a:cubicBezTo>
                      <a:pt x="892" y="223"/>
                      <a:pt x="920" y="299"/>
                      <a:pt x="941" y="337"/>
                    </a:cubicBezTo>
                    <a:cubicBezTo>
                      <a:pt x="968" y="381"/>
                      <a:pt x="990" y="424"/>
                      <a:pt x="1012" y="473"/>
                    </a:cubicBezTo>
                    <a:cubicBezTo>
                      <a:pt x="1039" y="582"/>
                      <a:pt x="1017" y="696"/>
                      <a:pt x="947" y="789"/>
                    </a:cubicBezTo>
                    <a:cubicBezTo>
                      <a:pt x="865" y="886"/>
                      <a:pt x="746" y="941"/>
                      <a:pt x="621" y="941"/>
                    </a:cubicBezTo>
                    <a:cubicBezTo>
                      <a:pt x="600" y="943"/>
                      <a:pt x="579" y="945"/>
                      <a:pt x="558" y="945"/>
                    </a:cubicBezTo>
                    <a:cubicBezTo>
                      <a:pt x="455" y="945"/>
                      <a:pt x="354" y="911"/>
                      <a:pt x="273" y="843"/>
                    </a:cubicBezTo>
                    <a:cubicBezTo>
                      <a:pt x="229" y="810"/>
                      <a:pt x="191" y="767"/>
                      <a:pt x="158" y="718"/>
                    </a:cubicBezTo>
                    <a:cubicBezTo>
                      <a:pt x="137" y="658"/>
                      <a:pt x="131" y="587"/>
                      <a:pt x="148" y="528"/>
                    </a:cubicBezTo>
                    <a:cubicBezTo>
                      <a:pt x="142" y="462"/>
                      <a:pt x="158" y="397"/>
                      <a:pt x="197" y="343"/>
                    </a:cubicBezTo>
                    <a:cubicBezTo>
                      <a:pt x="229" y="294"/>
                      <a:pt x="273" y="245"/>
                      <a:pt x="311" y="201"/>
                    </a:cubicBezTo>
                    <a:cubicBezTo>
                      <a:pt x="365" y="147"/>
                      <a:pt x="430" y="109"/>
                      <a:pt x="501" y="93"/>
                    </a:cubicBezTo>
                    <a:close/>
                    <a:moveTo>
                      <a:pt x="534" y="0"/>
                    </a:moveTo>
                    <a:cubicBezTo>
                      <a:pt x="468" y="6"/>
                      <a:pt x="403" y="28"/>
                      <a:pt x="349" y="55"/>
                    </a:cubicBezTo>
                    <a:cubicBezTo>
                      <a:pt x="294" y="82"/>
                      <a:pt x="245" y="120"/>
                      <a:pt x="207" y="163"/>
                    </a:cubicBezTo>
                    <a:cubicBezTo>
                      <a:pt x="158" y="207"/>
                      <a:pt x="110" y="256"/>
                      <a:pt x="72" y="305"/>
                    </a:cubicBezTo>
                    <a:cubicBezTo>
                      <a:pt x="6" y="403"/>
                      <a:pt x="1" y="577"/>
                      <a:pt x="1" y="691"/>
                    </a:cubicBezTo>
                    <a:cubicBezTo>
                      <a:pt x="1" y="805"/>
                      <a:pt x="99" y="919"/>
                      <a:pt x="180" y="995"/>
                    </a:cubicBezTo>
                    <a:cubicBezTo>
                      <a:pt x="290" y="1093"/>
                      <a:pt x="447" y="1142"/>
                      <a:pt x="604" y="1142"/>
                    </a:cubicBezTo>
                    <a:cubicBezTo>
                      <a:pt x="726" y="1142"/>
                      <a:pt x="849" y="1112"/>
                      <a:pt x="947" y="1049"/>
                    </a:cubicBezTo>
                    <a:cubicBezTo>
                      <a:pt x="1170" y="914"/>
                      <a:pt x="1278" y="604"/>
                      <a:pt x="1159" y="370"/>
                    </a:cubicBezTo>
                    <a:cubicBezTo>
                      <a:pt x="1104" y="267"/>
                      <a:pt x="1039" y="120"/>
                      <a:pt x="930" y="60"/>
                    </a:cubicBezTo>
                    <a:cubicBezTo>
                      <a:pt x="871" y="38"/>
                      <a:pt x="811" y="22"/>
                      <a:pt x="746" y="22"/>
                    </a:cubicBezTo>
                    <a:lnTo>
                      <a:pt x="669" y="22"/>
                    </a:lnTo>
                    <a:cubicBezTo>
                      <a:pt x="626" y="11"/>
                      <a:pt x="577" y="6"/>
                      <a:pt x="5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0"/>
              <p:cNvSpPr/>
              <p:nvPr/>
            </p:nvSpPr>
            <p:spPr>
              <a:xfrm>
                <a:off x="4200800" y="4665500"/>
                <a:ext cx="18250" cy="32600"/>
              </a:xfrm>
              <a:custGeom>
                <a:rect b="b" l="l" r="r" t="t"/>
                <a:pathLst>
                  <a:path extrusionOk="0" h="1304" w="730">
                    <a:moveTo>
                      <a:pt x="645" y="0"/>
                    </a:moveTo>
                    <a:cubicBezTo>
                      <a:pt x="631" y="0"/>
                      <a:pt x="616" y="6"/>
                      <a:pt x="604" y="18"/>
                    </a:cubicBezTo>
                    <a:cubicBezTo>
                      <a:pt x="523" y="94"/>
                      <a:pt x="441" y="175"/>
                      <a:pt x="370" y="262"/>
                    </a:cubicBezTo>
                    <a:cubicBezTo>
                      <a:pt x="305" y="366"/>
                      <a:pt x="245" y="474"/>
                      <a:pt x="196" y="594"/>
                    </a:cubicBezTo>
                    <a:cubicBezTo>
                      <a:pt x="142" y="708"/>
                      <a:pt x="99" y="828"/>
                      <a:pt x="66" y="953"/>
                    </a:cubicBezTo>
                    <a:cubicBezTo>
                      <a:pt x="39" y="1050"/>
                      <a:pt x="1" y="1219"/>
                      <a:pt x="93" y="1290"/>
                    </a:cubicBezTo>
                    <a:cubicBezTo>
                      <a:pt x="103" y="1300"/>
                      <a:pt x="116" y="1304"/>
                      <a:pt x="128" y="1304"/>
                    </a:cubicBezTo>
                    <a:cubicBezTo>
                      <a:pt x="135" y="1304"/>
                      <a:pt x="141" y="1303"/>
                      <a:pt x="147" y="1301"/>
                    </a:cubicBezTo>
                    <a:cubicBezTo>
                      <a:pt x="234" y="1235"/>
                      <a:pt x="234" y="1105"/>
                      <a:pt x="256" y="1007"/>
                    </a:cubicBezTo>
                    <a:cubicBezTo>
                      <a:pt x="283" y="893"/>
                      <a:pt x="321" y="773"/>
                      <a:pt x="365" y="665"/>
                    </a:cubicBezTo>
                    <a:cubicBezTo>
                      <a:pt x="408" y="556"/>
                      <a:pt x="457" y="447"/>
                      <a:pt x="512" y="344"/>
                    </a:cubicBezTo>
                    <a:cubicBezTo>
                      <a:pt x="539" y="289"/>
                      <a:pt x="566" y="241"/>
                      <a:pt x="604" y="197"/>
                    </a:cubicBezTo>
                    <a:cubicBezTo>
                      <a:pt x="637" y="159"/>
                      <a:pt x="669" y="126"/>
                      <a:pt x="696" y="88"/>
                    </a:cubicBezTo>
                    <a:cubicBezTo>
                      <a:pt x="729" y="47"/>
                      <a:pt x="688" y="0"/>
                      <a:pt x="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0"/>
              <p:cNvSpPr/>
              <p:nvPr/>
            </p:nvSpPr>
            <p:spPr>
              <a:xfrm>
                <a:off x="4187750" y="4665550"/>
                <a:ext cx="15525" cy="37275"/>
              </a:xfrm>
              <a:custGeom>
                <a:rect b="b" l="l" r="r" t="t"/>
                <a:pathLst>
                  <a:path extrusionOk="0" h="1491" w="621">
                    <a:moveTo>
                      <a:pt x="539" y="0"/>
                    </a:moveTo>
                    <a:cubicBezTo>
                      <a:pt x="526" y="0"/>
                      <a:pt x="513" y="5"/>
                      <a:pt x="501" y="16"/>
                    </a:cubicBezTo>
                    <a:cubicBezTo>
                      <a:pt x="425" y="103"/>
                      <a:pt x="370" y="201"/>
                      <a:pt x="332" y="309"/>
                    </a:cubicBezTo>
                    <a:cubicBezTo>
                      <a:pt x="267" y="445"/>
                      <a:pt x="218" y="586"/>
                      <a:pt x="180" y="728"/>
                    </a:cubicBezTo>
                    <a:cubicBezTo>
                      <a:pt x="120" y="945"/>
                      <a:pt x="1" y="1293"/>
                      <a:pt x="197" y="1478"/>
                    </a:cubicBezTo>
                    <a:cubicBezTo>
                      <a:pt x="205" y="1486"/>
                      <a:pt x="217" y="1490"/>
                      <a:pt x="230" y="1490"/>
                    </a:cubicBezTo>
                    <a:cubicBezTo>
                      <a:pt x="243" y="1490"/>
                      <a:pt x="256" y="1486"/>
                      <a:pt x="267" y="1478"/>
                    </a:cubicBezTo>
                    <a:cubicBezTo>
                      <a:pt x="300" y="1445"/>
                      <a:pt x="316" y="1396"/>
                      <a:pt x="305" y="1347"/>
                    </a:cubicBezTo>
                    <a:cubicBezTo>
                      <a:pt x="300" y="1299"/>
                      <a:pt x="300" y="1250"/>
                      <a:pt x="305" y="1201"/>
                    </a:cubicBezTo>
                    <a:cubicBezTo>
                      <a:pt x="311" y="1070"/>
                      <a:pt x="332" y="940"/>
                      <a:pt x="365" y="815"/>
                    </a:cubicBezTo>
                    <a:cubicBezTo>
                      <a:pt x="392" y="684"/>
                      <a:pt x="419" y="559"/>
                      <a:pt x="457" y="434"/>
                    </a:cubicBezTo>
                    <a:cubicBezTo>
                      <a:pt x="490" y="331"/>
                      <a:pt x="506" y="184"/>
                      <a:pt x="582" y="103"/>
                    </a:cubicBezTo>
                    <a:cubicBezTo>
                      <a:pt x="620" y="56"/>
                      <a:pt x="583"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0"/>
              <p:cNvSpPr/>
              <p:nvPr/>
            </p:nvSpPr>
            <p:spPr>
              <a:xfrm>
                <a:off x="4305000" y="4644825"/>
                <a:ext cx="31600" cy="27400"/>
              </a:xfrm>
              <a:custGeom>
                <a:rect b="b" l="l" r="r" t="t"/>
                <a:pathLst>
                  <a:path extrusionOk="0" h="1096" w="1264">
                    <a:moveTo>
                      <a:pt x="73" y="0"/>
                    </a:moveTo>
                    <a:cubicBezTo>
                      <a:pt x="28" y="0"/>
                      <a:pt x="0" y="68"/>
                      <a:pt x="51" y="100"/>
                    </a:cubicBezTo>
                    <a:cubicBezTo>
                      <a:pt x="160" y="176"/>
                      <a:pt x="290" y="220"/>
                      <a:pt x="404" y="290"/>
                    </a:cubicBezTo>
                    <a:cubicBezTo>
                      <a:pt x="459" y="312"/>
                      <a:pt x="507" y="345"/>
                      <a:pt x="551" y="377"/>
                    </a:cubicBezTo>
                    <a:cubicBezTo>
                      <a:pt x="600" y="415"/>
                      <a:pt x="638" y="464"/>
                      <a:pt x="687" y="502"/>
                    </a:cubicBezTo>
                    <a:cubicBezTo>
                      <a:pt x="779" y="578"/>
                      <a:pt x="861" y="671"/>
                      <a:pt x="926" y="769"/>
                    </a:cubicBezTo>
                    <a:cubicBezTo>
                      <a:pt x="1002" y="872"/>
                      <a:pt x="1056" y="1024"/>
                      <a:pt x="1171" y="1089"/>
                    </a:cubicBezTo>
                    <a:cubicBezTo>
                      <a:pt x="1179" y="1094"/>
                      <a:pt x="1188" y="1096"/>
                      <a:pt x="1196" y="1096"/>
                    </a:cubicBezTo>
                    <a:cubicBezTo>
                      <a:pt x="1219" y="1096"/>
                      <a:pt x="1239" y="1081"/>
                      <a:pt x="1247" y="1057"/>
                    </a:cubicBezTo>
                    <a:cubicBezTo>
                      <a:pt x="1263" y="915"/>
                      <a:pt x="1181" y="774"/>
                      <a:pt x="1100" y="665"/>
                    </a:cubicBezTo>
                    <a:lnTo>
                      <a:pt x="1100" y="660"/>
                    </a:lnTo>
                    <a:cubicBezTo>
                      <a:pt x="1024" y="551"/>
                      <a:pt x="937" y="459"/>
                      <a:pt x="834" y="372"/>
                    </a:cubicBezTo>
                    <a:cubicBezTo>
                      <a:pt x="741" y="290"/>
                      <a:pt x="632" y="214"/>
                      <a:pt x="518" y="160"/>
                    </a:cubicBezTo>
                    <a:cubicBezTo>
                      <a:pt x="459" y="138"/>
                      <a:pt x="399" y="111"/>
                      <a:pt x="334" y="95"/>
                    </a:cubicBezTo>
                    <a:cubicBezTo>
                      <a:pt x="252" y="73"/>
                      <a:pt x="176" y="46"/>
                      <a:pt x="100" y="8"/>
                    </a:cubicBezTo>
                    <a:cubicBezTo>
                      <a:pt x="91" y="3"/>
                      <a:pt x="82" y="0"/>
                      <a:pt x="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0"/>
              <p:cNvSpPr/>
              <p:nvPr/>
            </p:nvSpPr>
            <p:spPr>
              <a:xfrm>
                <a:off x="4320925" y="4640350"/>
                <a:ext cx="33050" cy="41425"/>
              </a:xfrm>
              <a:custGeom>
                <a:rect b="b" l="l" r="r" t="t"/>
                <a:pathLst>
                  <a:path extrusionOk="0" h="1657" w="1322">
                    <a:moveTo>
                      <a:pt x="119" y="0"/>
                    </a:moveTo>
                    <a:cubicBezTo>
                      <a:pt x="56" y="0"/>
                      <a:pt x="1" y="75"/>
                      <a:pt x="61" y="127"/>
                    </a:cubicBezTo>
                    <a:cubicBezTo>
                      <a:pt x="294" y="339"/>
                      <a:pt x="572" y="513"/>
                      <a:pt x="735" y="790"/>
                    </a:cubicBezTo>
                    <a:cubicBezTo>
                      <a:pt x="773" y="855"/>
                      <a:pt x="800" y="926"/>
                      <a:pt x="838" y="986"/>
                    </a:cubicBezTo>
                    <a:cubicBezTo>
                      <a:pt x="882" y="1051"/>
                      <a:pt x="925" y="1116"/>
                      <a:pt x="963" y="1187"/>
                    </a:cubicBezTo>
                    <a:cubicBezTo>
                      <a:pt x="1034" y="1328"/>
                      <a:pt x="1072" y="1486"/>
                      <a:pt x="1148" y="1622"/>
                    </a:cubicBezTo>
                    <a:cubicBezTo>
                      <a:pt x="1162" y="1646"/>
                      <a:pt x="1186" y="1657"/>
                      <a:pt x="1210" y="1657"/>
                    </a:cubicBezTo>
                    <a:cubicBezTo>
                      <a:pt x="1240" y="1657"/>
                      <a:pt x="1269" y="1639"/>
                      <a:pt x="1278" y="1605"/>
                    </a:cubicBezTo>
                    <a:cubicBezTo>
                      <a:pt x="1322" y="1442"/>
                      <a:pt x="1251" y="1274"/>
                      <a:pt x="1180" y="1127"/>
                    </a:cubicBezTo>
                    <a:cubicBezTo>
                      <a:pt x="1104" y="975"/>
                      <a:pt x="1017" y="833"/>
                      <a:pt x="925" y="692"/>
                    </a:cubicBezTo>
                    <a:cubicBezTo>
                      <a:pt x="843" y="556"/>
                      <a:pt x="735" y="431"/>
                      <a:pt x="610" y="333"/>
                    </a:cubicBezTo>
                    <a:cubicBezTo>
                      <a:pt x="468" y="225"/>
                      <a:pt x="311" y="132"/>
                      <a:pt x="169" y="18"/>
                    </a:cubicBezTo>
                    <a:cubicBezTo>
                      <a:pt x="153" y="5"/>
                      <a:pt x="136" y="0"/>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0"/>
              <p:cNvSpPr/>
              <p:nvPr/>
            </p:nvSpPr>
            <p:spPr>
              <a:xfrm>
                <a:off x="4225125" y="4699275"/>
                <a:ext cx="6000" cy="10650"/>
              </a:xfrm>
              <a:custGeom>
                <a:rect b="b" l="l" r="r" t="t"/>
                <a:pathLst>
                  <a:path extrusionOk="0" h="426" w="240">
                    <a:moveTo>
                      <a:pt x="195" y="0"/>
                    </a:moveTo>
                    <a:cubicBezTo>
                      <a:pt x="176" y="0"/>
                      <a:pt x="158" y="13"/>
                      <a:pt x="158" y="37"/>
                    </a:cubicBezTo>
                    <a:cubicBezTo>
                      <a:pt x="158" y="58"/>
                      <a:pt x="115" y="96"/>
                      <a:pt x="104" y="118"/>
                    </a:cubicBezTo>
                    <a:cubicBezTo>
                      <a:pt x="88" y="156"/>
                      <a:pt x="71" y="194"/>
                      <a:pt x="50" y="238"/>
                    </a:cubicBezTo>
                    <a:cubicBezTo>
                      <a:pt x="28" y="292"/>
                      <a:pt x="1" y="368"/>
                      <a:pt x="44" y="417"/>
                    </a:cubicBezTo>
                    <a:cubicBezTo>
                      <a:pt x="50" y="422"/>
                      <a:pt x="56" y="425"/>
                      <a:pt x="63" y="425"/>
                    </a:cubicBezTo>
                    <a:cubicBezTo>
                      <a:pt x="70" y="425"/>
                      <a:pt x="77" y="422"/>
                      <a:pt x="82" y="417"/>
                    </a:cubicBezTo>
                    <a:cubicBezTo>
                      <a:pt x="104" y="390"/>
                      <a:pt x="120" y="357"/>
                      <a:pt x="126" y="319"/>
                    </a:cubicBezTo>
                    <a:cubicBezTo>
                      <a:pt x="137" y="276"/>
                      <a:pt x="158" y="238"/>
                      <a:pt x="175" y="194"/>
                    </a:cubicBezTo>
                    <a:cubicBezTo>
                      <a:pt x="191" y="162"/>
                      <a:pt x="207" y="129"/>
                      <a:pt x="224" y="96"/>
                    </a:cubicBezTo>
                    <a:cubicBezTo>
                      <a:pt x="240" y="75"/>
                      <a:pt x="240" y="53"/>
                      <a:pt x="234" y="26"/>
                    </a:cubicBezTo>
                    <a:cubicBezTo>
                      <a:pt x="227" y="9"/>
                      <a:pt x="211" y="0"/>
                      <a:pt x="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0"/>
              <p:cNvSpPr/>
              <p:nvPr/>
            </p:nvSpPr>
            <p:spPr>
              <a:xfrm>
                <a:off x="4225950" y="4707800"/>
                <a:ext cx="7200" cy="9450"/>
              </a:xfrm>
              <a:custGeom>
                <a:rect b="b" l="l" r="r" t="t"/>
                <a:pathLst>
                  <a:path extrusionOk="0" h="378" w="288">
                    <a:moveTo>
                      <a:pt x="238" y="0"/>
                    </a:moveTo>
                    <a:cubicBezTo>
                      <a:pt x="228" y="0"/>
                      <a:pt x="219" y="5"/>
                      <a:pt x="212" y="16"/>
                    </a:cubicBezTo>
                    <a:cubicBezTo>
                      <a:pt x="163" y="87"/>
                      <a:pt x="114" y="158"/>
                      <a:pt x="66" y="223"/>
                    </a:cubicBezTo>
                    <a:cubicBezTo>
                      <a:pt x="27" y="261"/>
                      <a:pt x="0" y="315"/>
                      <a:pt x="33" y="364"/>
                    </a:cubicBezTo>
                    <a:cubicBezTo>
                      <a:pt x="38" y="374"/>
                      <a:pt x="47" y="378"/>
                      <a:pt x="56" y="378"/>
                    </a:cubicBezTo>
                    <a:cubicBezTo>
                      <a:pt x="68" y="378"/>
                      <a:pt x="81" y="371"/>
                      <a:pt x="87" y="359"/>
                    </a:cubicBezTo>
                    <a:cubicBezTo>
                      <a:pt x="109" y="310"/>
                      <a:pt x="136" y="272"/>
                      <a:pt x="169" y="234"/>
                    </a:cubicBezTo>
                    <a:cubicBezTo>
                      <a:pt x="207" y="174"/>
                      <a:pt x="239" y="114"/>
                      <a:pt x="272" y="54"/>
                    </a:cubicBezTo>
                    <a:cubicBezTo>
                      <a:pt x="287" y="27"/>
                      <a:pt x="262"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0"/>
              <p:cNvSpPr/>
              <p:nvPr/>
            </p:nvSpPr>
            <p:spPr>
              <a:xfrm>
                <a:off x="4229075" y="4715275"/>
                <a:ext cx="4950" cy="7000"/>
              </a:xfrm>
              <a:custGeom>
                <a:rect b="b" l="l" r="r" t="t"/>
                <a:pathLst>
                  <a:path extrusionOk="0" h="280" w="198">
                    <a:moveTo>
                      <a:pt x="168" y="0"/>
                    </a:moveTo>
                    <a:cubicBezTo>
                      <a:pt x="160" y="0"/>
                      <a:pt x="153" y="4"/>
                      <a:pt x="147" y="11"/>
                    </a:cubicBezTo>
                    <a:cubicBezTo>
                      <a:pt x="120" y="60"/>
                      <a:pt x="93" y="109"/>
                      <a:pt x="66" y="152"/>
                    </a:cubicBezTo>
                    <a:cubicBezTo>
                      <a:pt x="44" y="185"/>
                      <a:pt x="0" y="223"/>
                      <a:pt x="17" y="261"/>
                    </a:cubicBezTo>
                    <a:cubicBezTo>
                      <a:pt x="21" y="273"/>
                      <a:pt x="28" y="279"/>
                      <a:pt x="38" y="279"/>
                    </a:cubicBezTo>
                    <a:cubicBezTo>
                      <a:pt x="41" y="279"/>
                      <a:pt x="45" y="278"/>
                      <a:pt x="49" y="277"/>
                    </a:cubicBezTo>
                    <a:cubicBezTo>
                      <a:pt x="82" y="261"/>
                      <a:pt x="104" y="201"/>
                      <a:pt x="125" y="168"/>
                    </a:cubicBezTo>
                    <a:cubicBezTo>
                      <a:pt x="147" y="125"/>
                      <a:pt x="169" y="76"/>
                      <a:pt x="191" y="27"/>
                    </a:cubicBezTo>
                    <a:cubicBezTo>
                      <a:pt x="198" y="13"/>
                      <a:pt x="183"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0"/>
              <p:cNvSpPr/>
              <p:nvPr/>
            </p:nvSpPr>
            <p:spPr>
              <a:xfrm>
                <a:off x="4238725" y="4732450"/>
                <a:ext cx="4125" cy="9500"/>
              </a:xfrm>
              <a:custGeom>
                <a:rect b="b" l="l" r="r" t="t"/>
                <a:pathLst>
                  <a:path extrusionOk="0" h="380" w="165">
                    <a:moveTo>
                      <a:pt x="119" y="1"/>
                    </a:moveTo>
                    <a:cubicBezTo>
                      <a:pt x="102" y="1"/>
                      <a:pt x="86" y="10"/>
                      <a:pt x="82" y="30"/>
                    </a:cubicBezTo>
                    <a:cubicBezTo>
                      <a:pt x="60" y="117"/>
                      <a:pt x="0" y="199"/>
                      <a:pt x="0" y="291"/>
                    </a:cubicBezTo>
                    <a:cubicBezTo>
                      <a:pt x="0" y="322"/>
                      <a:pt x="28" y="380"/>
                      <a:pt x="61" y="380"/>
                    </a:cubicBezTo>
                    <a:cubicBezTo>
                      <a:pt x="70" y="380"/>
                      <a:pt x="78" y="376"/>
                      <a:pt x="87" y="367"/>
                    </a:cubicBezTo>
                    <a:cubicBezTo>
                      <a:pt x="98" y="357"/>
                      <a:pt x="104" y="340"/>
                      <a:pt x="98" y="324"/>
                    </a:cubicBezTo>
                    <a:cubicBezTo>
                      <a:pt x="93" y="286"/>
                      <a:pt x="93" y="242"/>
                      <a:pt x="109" y="204"/>
                    </a:cubicBezTo>
                    <a:cubicBezTo>
                      <a:pt x="120" y="150"/>
                      <a:pt x="147" y="101"/>
                      <a:pt x="158" y="47"/>
                    </a:cubicBezTo>
                    <a:cubicBezTo>
                      <a:pt x="164" y="18"/>
                      <a:pt x="141"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0"/>
              <p:cNvSpPr/>
              <p:nvPr/>
            </p:nvSpPr>
            <p:spPr>
              <a:xfrm>
                <a:off x="4243350" y="4734975"/>
                <a:ext cx="4900" cy="11175"/>
              </a:xfrm>
              <a:custGeom>
                <a:rect b="b" l="l" r="r" t="t"/>
                <a:pathLst>
                  <a:path extrusionOk="0" h="447" w="196">
                    <a:moveTo>
                      <a:pt x="167" y="1"/>
                    </a:moveTo>
                    <a:cubicBezTo>
                      <a:pt x="161" y="1"/>
                      <a:pt x="155" y="4"/>
                      <a:pt x="152" y="11"/>
                    </a:cubicBezTo>
                    <a:cubicBezTo>
                      <a:pt x="125" y="147"/>
                      <a:pt x="0" y="266"/>
                      <a:pt x="54" y="413"/>
                    </a:cubicBezTo>
                    <a:cubicBezTo>
                      <a:pt x="58" y="434"/>
                      <a:pt x="77" y="446"/>
                      <a:pt x="98" y="446"/>
                    </a:cubicBezTo>
                    <a:cubicBezTo>
                      <a:pt x="109" y="446"/>
                      <a:pt x="121" y="443"/>
                      <a:pt x="131" y="435"/>
                    </a:cubicBezTo>
                    <a:lnTo>
                      <a:pt x="136" y="430"/>
                    </a:lnTo>
                    <a:cubicBezTo>
                      <a:pt x="147" y="419"/>
                      <a:pt x="147" y="402"/>
                      <a:pt x="141" y="391"/>
                    </a:cubicBezTo>
                    <a:cubicBezTo>
                      <a:pt x="114" y="332"/>
                      <a:pt x="152" y="228"/>
                      <a:pt x="169" y="163"/>
                    </a:cubicBezTo>
                    <a:cubicBezTo>
                      <a:pt x="190" y="114"/>
                      <a:pt x="196" y="65"/>
                      <a:pt x="185" y="11"/>
                    </a:cubicBezTo>
                    <a:cubicBezTo>
                      <a:pt x="182" y="5"/>
                      <a:pt x="174"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0"/>
              <p:cNvSpPr/>
              <p:nvPr/>
            </p:nvSpPr>
            <p:spPr>
              <a:xfrm>
                <a:off x="4250825" y="4740300"/>
                <a:ext cx="3625" cy="6900"/>
              </a:xfrm>
              <a:custGeom>
                <a:rect b="b" l="l" r="r" t="t"/>
                <a:pathLst>
                  <a:path extrusionOk="0" h="276" w="145">
                    <a:moveTo>
                      <a:pt x="105" y="1"/>
                    </a:moveTo>
                    <a:cubicBezTo>
                      <a:pt x="89" y="1"/>
                      <a:pt x="73" y="9"/>
                      <a:pt x="71" y="26"/>
                    </a:cubicBezTo>
                    <a:cubicBezTo>
                      <a:pt x="60" y="70"/>
                      <a:pt x="49" y="113"/>
                      <a:pt x="27" y="157"/>
                    </a:cubicBezTo>
                    <a:cubicBezTo>
                      <a:pt x="11" y="184"/>
                      <a:pt x="0" y="217"/>
                      <a:pt x="0" y="255"/>
                    </a:cubicBezTo>
                    <a:cubicBezTo>
                      <a:pt x="4" y="266"/>
                      <a:pt x="16" y="275"/>
                      <a:pt x="29" y="275"/>
                    </a:cubicBezTo>
                    <a:cubicBezTo>
                      <a:pt x="34" y="275"/>
                      <a:pt x="39" y="274"/>
                      <a:pt x="44" y="271"/>
                    </a:cubicBezTo>
                    <a:cubicBezTo>
                      <a:pt x="120" y="211"/>
                      <a:pt x="131" y="130"/>
                      <a:pt x="141" y="37"/>
                    </a:cubicBezTo>
                    <a:cubicBezTo>
                      <a:pt x="144" y="13"/>
                      <a:pt x="124" y="1"/>
                      <a:pt x="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0"/>
              <p:cNvSpPr/>
              <p:nvPr/>
            </p:nvSpPr>
            <p:spPr>
              <a:xfrm>
                <a:off x="4255525" y="4746300"/>
                <a:ext cx="4000" cy="6100"/>
              </a:xfrm>
              <a:custGeom>
                <a:rect b="b" l="l" r="r" t="t"/>
                <a:pathLst>
                  <a:path extrusionOk="0" h="244" w="160">
                    <a:moveTo>
                      <a:pt x="49" y="0"/>
                    </a:moveTo>
                    <a:cubicBezTo>
                      <a:pt x="25" y="0"/>
                      <a:pt x="1" y="34"/>
                      <a:pt x="24" y="53"/>
                    </a:cubicBezTo>
                    <a:cubicBezTo>
                      <a:pt x="68" y="102"/>
                      <a:pt x="95" y="161"/>
                      <a:pt x="100" y="221"/>
                    </a:cubicBezTo>
                    <a:cubicBezTo>
                      <a:pt x="100" y="237"/>
                      <a:pt x="109" y="244"/>
                      <a:pt x="119" y="244"/>
                    </a:cubicBezTo>
                    <a:cubicBezTo>
                      <a:pt x="134" y="244"/>
                      <a:pt x="151" y="231"/>
                      <a:pt x="154" y="216"/>
                    </a:cubicBezTo>
                    <a:cubicBezTo>
                      <a:pt x="160" y="134"/>
                      <a:pt x="127" y="58"/>
                      <a:pt x="62" y="4"/>
                    </a:cubicBezTo>
                    <a:cubicBezTo>
                      <a:pt x="58" y="1"/>
                      <a:pt x="54"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0"/>
              <p:cNvSpPr/>
              <p:nvPr/>
            </p:nvSpPr>
            <p:spPr>
              <a:xfrm>
                <a:off x="4224225" y="4785925"/>
                <a:ext cx="5275" cy="9675"/>
              </a:xfrm>
              <a:custGeom>
                <a:rect b="b" l="l" r="r" t="t"/>
                <a:pathLst>
                  <a:path extrusionOk="0" h="387" w="211">
                    <a:moveTo>
                      <a:pt x="53" y="1"/>
                    </a:moveTo>
                    <a:cubicBezTo>
                      <a:pt x="24" y="1"/>
                      <a:pt x="1" y="36"/>
                      <a:pt x="26" y="66"/>
                    </a:cubicBezTo>
                    <a:cubicBezTo>
                      <a:pt x="42" y="93"/>
                      <a:pt x="53" y="126"/>
                      <a:pt x="53" y="158"/>
                    </a:cubicBezTo>
                    <a:cubicBezTo>
                      <a:pt x="58" y="202"/>
                      <a:pt x="64" y="245"/>
                      <a:pt x="75" y="289"/>
                    </a:cubicBezTo>
                    <a:cubicBezTo>
                      <a:pt x="83" y="323"/>
                      <a:pt x="122" y="387"/>
                      <a:pt x="164" y="387"/>
                    </a:cubicBezTo>
                    <a:cubicBezTo>
                      <a:pt x="176" y="387"/>
                      <a:pt x="188" y="382"/>
                      <a:pt x="200" y="370"/>
                    </a:cubicBezTo>
                    <a:cubicBezTo>
                      <a:pt x="211" y="354"/>
                      <a:pt x="205" y="338"/>
                      <a:pt x="194" y="332"/>
                    </a:cubicBezTo>
                    <a:cubicBezTo>
                      <a:pt x="183" y="327"/>
                      <a:pt x="183" y="327"/>
                      <a:pt x="183" y="327"/>
                    </a:cubicBezTo>
                    <a:lnTo>
                      <a:pt x="183" y="321"/>
                    </a:lnTo>
                    <a:cubicBezTo>
                      <a:pt x="178" y="310"/>
                      <a:pt x="173" y="299"/>
                      <a:pt x="167" y="283"/>
                    </a:cubicBezTo>
                    <a:cubicBezTo>
                      <a:pt x="156" y="251"/>
                      <a:pt x="145" y="218"/>
                      <a:pt x="140" y="180"/>
                    </a:cubicBezTo>
                    <a:cubicBezTo>
                      <a:pt x="135" y="120"/>
                      <a:pt x="113" y="60"/>
                      <a:pt x="80" y="11"/>
                    </a:cubicBezTo>
                    <a:cubicBezTo>
                      <a:pt x="71" y="4"/>
                      <a:pt x="62"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20"/>
              <p:cNvSpPr/>
              <p:nvPr/>
            </p:nvSpPr>
            <p:spPr>
              <a:xfrm>
                <a:off x="4231800" y="4785500"/>
                <a:ext cx="4775" cy="11200"/>
              </a:xfrm>
              <a:custGeom>
                <a:rect b="b" l="l" r="r" t="t"/>
                <a:pathLst>
                  <a:path extrusionOk="0" h="448" w="191">
                    <a:moveTo>
                      <a:pt x="38" y="0"/>
                    </a:moveTo>
                    <a:cubicBezTo>
                      <a:pt x="19" y="0"/>
                      <a:pt x="0" y="15"/>
                      <a:pt x="0" y="39"/>
                    </a:cubicBezTo>
                    <a:cubicBezTo>
                      <a:pt x="16" y="132"/>
                      <a:pt x="16" y="230"/>
                      <a:pt x="38" y="322"/>
                    </a:cubicBezTo>
                    <a:cubicBezTo>
                      <a:pt x="54" y="385"/>
                      <a:pt x="84" y="447"/>
                      <a:pt x="150" y="447"/>
                    </a:cubicBezTo>
                    <a:cubicBezTo>
                      <a:pt x="152" y="447"/>
                      <a:pt x="155" y="447"/>
                      <a:pt x="158" y="447"/>
                    </a:cubicBezTo>
                    <a:cubicBezTo>
                      <a:pt x="179" y="447"/>
                      <a:pt x="190" y="425"/>
                      <a:pt x="185" y="409"/>
                    </a:cubicBezTo>
                    <a:lnTo>
                      <a:pt x="179" y="387"/>
                    </a:lnTo>
                    <a:cubicBezTo>
                      <a:pt x="174" y="382"/>
                      <a:pt x="163" y="376"/>
                      <a:pt x="158" y="376"/>
                    </a:cubicBezTo>
                    <a:cubicBezTo>
                      <a:pt x="130" y="333"/>
                      <a:pt x="114" y="278"/>
                      <a:pt x="109" y="224"/>
                    </a:cubicBezTo>
                    <a:cubicBezTo>
                      <a:pt x="103" y="191"/>
                      <a:pt x="103" y="153"/>
                      <a:pt x="98" y="121"/>
                    </a:cubicBezTo>
                    <a:cubicBezTo>
                      <a:pt x="92" y="88"/>
                      <a:pt x="76" y="56"/>
                      <a:pt x="65" y="18"/>
                    </a:cubicBezTo>
                    <a:cubicBezTo>
                      <a:pt x="59" y="5"/>
                      <a:pt x="49" y="0"/>
                      <a:pt x="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0"/>
              <p:cNvSpPr/>
              <p:nvPr/>
            </p:nvSpPr>
            <p:spPr>
              <a:xfrm>
                <a:off x="4236550" y="4788375"/>
                <a:ext cx="3825" cy="6375"/>
              </a:xfrm>
              <a:custGeom>
                <a:rect b="b" l="l" r="r" t="t"/>
                <a:pathLst>
                  <a:path extrusionOk="0" h="255" w="153">
                    <a:moveTo>
                      <a:pt x="49" y="0"/>
                    </a:moveTo>
                    <a:cubicBezTo>
                      <a:pt x="0" y="6"/>
                      <a:pt x="0" y="82"/>
                      <a:pt x="49" y="87"/>
                    </a:cubicBezTo>
                    <a:cubicBezTo>
                      <a:pt x="49" y="87"/>
                      <a:pt x="55" y="104"/>
                      <a:pt x="55" y="109"/>
                    </a:cubicBezTo>
                    <a:cubicBezTo>
                      <a:pt x="60" y="131"/>
                      <a:pt x="60" y="153"/>
                      <a:pt x="55" y="174"/>
                    </a:cubicBezTo>
                    <a:cubicBezTo>
                      <a:pt x="55" y="196"/>
                      <a:pt x="60" y="223"/>
                      <a:pt x="71" y="245"/>
                    </a:cubicBezTo>
                    <a:cubicBezTo>
                      <a:pt x="79" y="251"/>
                      <a:pt x="88" y="254"/>
                      <a:pt x="97" y="254"/>
                    </a:cubicBezTo>
                    <a:cubicBezTo>
                      <a:pt x="111" y="254"/>
                      <a:pt x="124" y="246"/>
                      <a:pt x="131" y="229"/>
                    </a:cubicBezTo>
                    <a:cubicBezTo>
                      <a:pt x="147" y="185"/>
                      <a:pt x="152" y="142"/>
                      <a:pt x="147" y="93"/>
                    </a:cubicBezTo>
                    <a:lnTo>
                      <a:pt x="152" y="93"/>
                    </a:lnTo>
                    <a:cubicBezTo>
                      <a:pt x="152" y="38"/>
                      <a:pt x="104"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0"/>
              <p:cNvSpPr/>
              <p:nvPr/>
            </p:nvSpPr>
            <p:spPr>
              <a:xfrm>
                <a:off x="4245650" y="4790425"/>
                <a:ext cx="5050" cy="5000"/>
              </a:xfrm>
              <a:custGeom>
                <a:rect b="b" l="l" r="r" t="t"/>
                <a:pathLst>
                  <a:path extrusionOk="0" h="200" w="202">
                    <a:moveTo>
                      <a:pt x="57" y="1"/>
                    </a:moveTo>
                    <a:cubicBezTo>
                      <a:pt x="26" y="1"/>
                      <a:pt x="1" y="41"/>
                      <a:pt x="22" y="71"/>
                    </a:cubicBezTo>
                    <a:cubicBezTo>
                      <a:pt x="44" y="92"/>
                      <a:pt x="66" y="114"/>
                      <a:pt x="82" y="136"/>
                    </a:cubicBezTo>
                    <a:cubicBezTo>
                      <a:pt x="98" y="158"/>
                      <a:pt x="120" y="179"/>
                      <a:pt x="142" y="196"/>
                    </a:cubicBezTo>
                    <a:cubicBezTo>
                      <a:pt x="146" y="199"/>
                      <a:pt x="151" y="200"/>
                      <a:pt x="156" y="200"/>
                    </a:cubicBezTo>
                    <a:cubicBezTo>
                      <a:pt x="169" y="200"/>
                      <a:pt x="181" y="191"/>
                      <a:pt x="185" y="179"/>
                    </a:cubicBezTo>
                    <a:cubicBezTo>
                      <a:pt x="202" y="114"/>
                      <a:pt x="126" y="54"/>
                      <a:pt x="82" y="11"/>
                    </a:cubicBezTo>
                    <a:cubicBezTo>
                      <a:pt x="74" y="4"/>
                      <a:pt x="65"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0"/>
              <p:cNvSpPr/>
              <p:nvPr/>
            </p:nvSpPr>
            <p:spPr>
              <a:xfrm>
                <a:off x="4273575" y="4787825"/>
                <a:ext cx="4000" cy="8125"/>
              </a:xfrm>
              <a:custGeom>
                <a:rect b="b" l="l" r="r" t="t"/>
                <a:pathLst>
                  <a:path extrusionOk="0" h="325" w="160">
                    <a:moveTo>
                      <a:pt x="54" y="0"/>
                    </a:moveTo>
                    <a:cubicBezTo>
                      <a:pt x="28" y="0"/>
                      <a:pt x="1" y="20"/>
                      <a:pt x="14" y="50"/>
                    </a:cubicBezTo>
                    <a:cubicBezTo>
                      <a:pt x="25" y="104"/>
                      <a:pt x="36" y="158"/>
                      <a:pt x="41" y="207"/>
                    </a:cubicBezTo>
                    <a:cubicBezTo>
                      <a:pt x="47" y="256"/>
                      <a:pt x="79" y="300"/>
                      <a:pt x="123" y="321"/>
                    </a:cubicBezTo>
                    <a:cubicBezTo>
                      <a:pt x="126" y="324"/>
                      <a:pt x="130" y="325"/>
                      <a:pt x="134" y="325"/>
                    </a:cubicBezTo>
                    <a:cubicBezTo>
                      <a:pt x="147" y="325"/>
                      <a:pt x="160" y="311"/>
                      <a:pt x="155" y="294"/>
                    </a:cubicBezTo>
                    <a:cubicBezTo>
                      <a:pt x="123" y="207"/>
                      <a:pt x="128" y="115"/>
                      <a:pt x="96" y="28"/>
                    </a:cubicBezTo>
                    <a:cubicBezTo>
                      <a:pt x="89" y="9"/>
                      <a:pt x="7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0"/>
              <p:cNvSpPr/>
              <p:nvPr/>
            </p:nvSpPr>
            <p:spPr>
              <a:xfrm>
                <a:off x="4278525" y="4788775"/>
                <a:ext cx="3575" cy="4525"/>
              </a:xfrm>
              <a:custGeom>
                <a:rect b="b" l="l" r="r" t="t"/>
                <a:pathLst>
                  <a:path extrusionOk="0" h="181" w="143">
                    <a:moveTo>
                      <a:pt x="44" y="1"/>
                    </a:moveTo>
                    <a:cubicBezTo>
                      <a:pt x="6" y="1"/>
                      <a:pt x="1" y="55"/>
                      <a:pt x="34" y="66"/>
                    </a:cubicBezTo>
                    <a:cubicBezTo>
                      <a:pt x="34" y="88"/>
                      <a:pt x="34" y="109"/>
                      <a:pt x="44" y="137"/>
                    </a:cubicBezTo>
                    <a:cubicBezTo>
                      <a:pt x="50" y="153"/>
                      <a:pt x="61" y="164"/>
                      <a:pt x="72" y="175"/>
                    </a:cubicBezTo>
                    <a:cubicBezTo>
                      <a:pt x="88" y="180"/>
                      <a:pt x="104" y="180"/>
                      <a:pt x="121" y="180"/>
                    </a:cubicBezTo>
                    <a:cubicBezTo>
                      <a:pt x="137" y="180"/>
                      <a:pt x="142" y="158"/>
                      <a:pt x="131" y="153"/>
                    </a:cubicBezTo>
                    <a:lnTo>
                      <a:pt x="126" y="147"/>
                    </a:lnTo>
                    <a:cubicBezTo>
                      <a:pt x="121" y="142"/>
                      <a:pt x="121" y="137"/>
                      <a:pt x="110" y="131"/>
                    </a:cubicBezTo>
                    <a:cubicBezTo>
                      <a:pt x="110" y="120"/>
                      <a:pt x="110" y="109"/>
                      <a:pt x="104" y="104"/>
                    </a:cubicBezTo>
                    <a:cubicBezTo>
                      <a:pt x="110" y="77"/>
                      <a:pt x="104" y="50"/>
                      <a:pt x="99" y="28"/>
                    </a:cubicBezTo>
                    <a:cubicBezTo>
                      <a:pt x="93" y="12"/>
                      <a:pt x="82" y="1"/>
                      <a:pt x="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0"/>
              <p:cNvSpPr/>
              <p:nvPr/>
            </p:nvSpPr>
            <p:spPr>
              <a:xfrm>
                <a:off x="4285325" y="4789725"/>
                <a:ext cx="5325" cy="4975"/>
              </a:xfrm>
              <a:custGeom>
                <a:rect b="b" l="l" r="r" t="t"/>
                <a:pathLst>
                  <a:path extrusionOk="0" h="199" w="213">
                    <a:moveTo>
                      <a:pt x="55" y="1"/>
                    </a:moveTo>
                    <a:cubicBezTo>
                      <a:pt x="1" y="1"/>
                      <a:pt x="1" y="82"/>
                      <a:pt x="55" y="82"/>
                    </a:cubicBezTo>
                    <a:lnTo>
                      <a:pt x="71" y="82"/>
                    </a:lnTo>
                    <a:lnTo>
                      <a:pt x="71" y="88"/>
                    </a:lnTo>
                    <a:cubicBezTo>
                      <a:pt x="82" y="99"/>
                      <a:pt x="88" y="109"/>
                      <a:pt x="88" y="120"/>
                    </a:cubicBezTo>
                    <a:cubicBezTo>
                      <a:pt x="103" y="151"/>
                      <a:pt x="124" y="197"/>
                      <a:pt x="158" y="197"/>
                    </a:cubicBezTo>
                    <a:cubicBezTo>
                      <a:pt x="160" y="197"/>
                      <a:pt x="162" y="197"/>
                      <a:pt x="164" y="196"/>
                    </a:cubicBezTo>
                    <a:cubicBezTo>
                      <a:pt x="167" y="198"/>
                      <a:pt x="170" y="199"/>
                      <a:pt x="173" y="199"/>
                    </a:cubicBezTo>
                    <a:cubicBezTo>
                      <a:pt x="181" y="199"/>
                      <a:pt x="189" y="195"/>
                      <a:pt x="196" y="191"/>
                    </a:cubicBezTo>
                    <a:cubicBezTo>
                      <a:pt x="213" y="186"/>
                      <a:pt x="213" y="169"/>
                      <a:pt x="207" y="153"/>
                    </a:cubicBezTo>
                    <a:lnTo>
                      <a:pt x="207" y="153"/>
                    </a:lnTo>
                    <a:lnTo>
                      <a:pt x="207" y="158"/>
                    </a:lnTo>
                    <a:cubicBezTo>
                      <a:pt x="196" y="147"/>
                      <a:pt x="196" y="142"/>
                      <a:pt x="191" y="131"/>
                    </a:cubicBezTo>
                    <a:cubicBezTo>
                      <a:pt x="191" y="131"/>
                      <a:pt x="191" y="126"/>
                      <a:pt x="186" y="120"/>
                    </a:cubicBezTo>
                    <a:cubicBezTo>
                      <a:pt x="186" y="120"/>
                      <a:pt x="186" y="120"/>
                      <a:pt x="180" y="115"/>
                    </a:cubicBezTo>
                    <a:cubicBezTo>
                      <a:pt x="175" y="99"/>
                      <a:pt x="169" y="77"/>
                      <a:pt x="158" y="61"/>
                    </a:cubicBezTo>
                    <a:cubicBezTo>
                      <a:pt x="142" y="22"/>
                      <a:pt x="99"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0"/>
              <p:cNvSpPr/>
              <p:nvPr/>
            </p:nvSpPr>
            <p:spPr>
              <a:xfrm>
                <a:off x="4284425" y="4668100"/>
                <a:ext cx="21575" cy="36450"/>
              </a:xfrm>
              <a:custGeom>
                <a:rect b="b" l="l" r="r" t="t"/>
                <a:pathLst>
                  <a:path extrusionOk="0" h="1458" w="863">
                    <a:moveTo>
                      <a:pt x="320" y="0"/>
                    </a:moveTo>
                    <a:cubicBezTo>
                      <a:pt x="204" y="0"/>
                      <a:pt x="0" y="92"/>
                      <a:pt x="48" y="234"/>
                    </a:cubicBezTo>
                    <a:cubicBezTo>
                      <a:pt x="91" y="316"/>
                      <a:pt x="151" y="392"/>
                      <a:pt x="232" y="441"/>
                    </a:cubicBezTo>
                    <a:cubicBezTo>
                      <a:pt x="330" y="517"/>
                      <a:pt x="412" y="615"/>
                      <a:pt x="477" y="724"/>
                    </a:cubicBezTo>
                    <a:cubicBezTo>
                      <a:pt x="602" y="941"/>
                      <a:pt x="678" y="1186"/>
                      <a:pt x="700" y="1441"/>
                    </a:cubicBezTo>
                    <a:cubicBezTo>
                      <a:pt x="700" y="1452"/>
                      <a:pt x="708" y="1457"/>
                      <a:pt x="716" y="1457"/>
                    </a:cubicBezTo>
                    <a:cubicBezTo>
                      <a:pt x="724" y="1457"/>
                      <a:pt x="733" y="1452"/>
                      <a:pt x="733" y="1441"/>
                    </a:cubicBezTo>
                    <a:cubicBezTo>
                      <a:pt x="743" y="1256"/>
                      <a:pt x="716" y="1066"/>
                      <a:pt x="646" y="898"/>
                    </a:cubicBezTo>
                    <a:cubicBezTo>
                      <a:pt x="580" y="735"/>
                      <a:pt x="482" y="582"/>
                      <a:pt x="363" y="463"/>
                    </a:cubicBezTo>
                    <a:cubicBezTo>
                      <a:pt x="292" y="408"/>
                      <a:pt x="227" y="354"/>
                      <a:pt x="162" y="300"/>
                    </a:cubicBezTo>
                    <a:cubicBezTo>
                      <a:pt x="118" y="245"/>
                      <a:pt x="80" y="175"/>
                      <a:pt x="151" y="126"/>
                    </a:cubicBezTo>
                    <a:cubicBezTo>
                      <a:pt x="184" y="99"/>
                      <a:pt x="222" y="82"/>
                      <a:pt x="265" y="71"/>
                    </a:cubicBezTo>
                    <a:cubicBezTo>
                      <a:pt x="282" y="68"/>
                      <a:pt x="299" y="66"/>
                      <a:pt x="316" y="66"/>
                    </a:cubicBezTo>
                    <a:cubicBezTo>
                      <a:pt x="497" y="66"/>
                      <a:pt x="684" y="261"/>
                      <a:pt x="798" y="370"/>
                    </a:cubicBezTo>
                    <a:cubicBezTo>
                      <a:pt x="804" y="376"/>
                      <a:pt x="811" y="379"/>
                      <a:pt x="817" y="379"/>
                    </a:cubicBezTo>
                    <a:cubicBezTo>
                      <a:pt x="841" y="379"/>
                      <a:pt x="862" y="348"/>
                      <a:pt x="841" y="327"/>
                    </a:cubicBezTo>
                    <a:lnTo>
                      <a:pt x="841" y="321"/>
                    </a:lnTo>
                    <a:cubicBezTo>
                      <a:pt x="705" y="185"/>
                      <a:pt x="537" y="17"/>
                      <a:pt x="330" y="1"/>
                    </a:cubicBezTo>
                    <a:cubicBezTo>
                      <a:pt x="327" y="1"/>
                      <a:pt x="324"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0"/>
              <p:cNvSpPr/>
              <p:nvPr/>
            </p:nvSpPr>
            <p:spPr>
              <a:xfrm>
                <a:off x="4304950" y="4675375"/>
                <a:ext cx="8950" cy="34275"/>
              </a:xfrm>
              <a:custGeom>
                <a:rect b="b" l="l" r="r" t="t"/>
                <a:pathLst>
                  <a:path extrusionOk="0" h="1371" w="358">
                    <a:moveTo>
                      <a:pt x="142" y="1"/>
                    </a:moveTo>
                    <a:cubicBezTo>
                      <a:pt x="117" y="1"/>
                      <a:pt x="91" y="17"/>
                      <a:pt x="69" y="52"/>
                    </a:cubicBezTo>
                    <a:cubicBezTo>
                      <a:pt x="65" y="57"/>
                      <a:pt x="71" y="64"/>
                      <a:pt x="79" y="64"/>
                    </a:cubicBezTo>
                    <a:cubicBezTo>
                      <a:pt x="81" y="64"/>
                      <a:pt x="83" y="64"/>
                      <a:pt x="85" y="63"/>
                    </a:cubicBezTo>
                    <a:cubicBezTo>
                      <a:pt x="105" y="58"/>
                      <a:pt x="122" y="56"/>
                      <a:pt x="136" y="56"/>
                    </a:cubicBezTo>
                    <a:cubicBezTo>
                      <a:pt x="168" y="56"/>
                      <a:pt x="185" y="69"/>
                      <a:pt x="189" y="96"/>
                    </a:cubicBezTo>
                    <a:lnTo>
                      <a:pt x="189" y="117"/>
                    </a:lnTo>
                    <a:cubicBezTo>
                      <a:pt x="194" y="128"/>
                      <a:pt x="205" y="161"/>
                      <a:pt x="210" y="172"/>
                    </a:cubicBezTo>
                    <a:cubicBezTo>
                      <a:pt x="243" y="226"/>
                      <a:pt x="265" y="286"/>
                      <a:pt x="276" y="351"/>
                    </a:cubicBezTo>
                    <a:cubicBezTo>
                      <a:pt x="287" y="476"/>
                      <a:pt x="281" y="601"/>
                      <a:pt x="259" y="726"/>
                    </a:cubicBezTo>
                    <a:cubicBezTo>
                      <a:pt x="243" y="835"/>
                      <a:pt x="210" y="938"/>
                      <a:pt x="183" y="1047"/>
                    </a:cubicBezTo>
                    <a:cubicBezTo>
                      <a:pt x="156" y="1156"/>
                      <a:pt x="85" y="1226"/>
                      <a:pt x="20" y="1313"/>
                    </a:cubicBezTo>
                    <a:cubicBezTo>
                      <a:pt x="0" y="1337"/>
                      <a:pt x="28" y="1371"/>
                      <a:pt x="54" y="1371"/>
                    </a:cubicBezTo>
                    <a:cubicBezTo>
                      <a:pt x="64" y="1371"/>
                      <a:pt x="73" y="1367"/>
                      <a:pt x="80" y="1357"/>
                    </a:cubicBezTo>
                    <a:cubicBezTo>
                      <a:pt x="118" y="1308"/>
                      <a:pt x="167" y="1259"/>
                      <a:pt x="205" y="1205"/>
                    </a:cubicBezTo>
                    <a:cubicBezTo>
                      <a:pt x="243" y="1145"/>
                      <a:pt x="270" y="1074"/>
                      <a:pt x="281" y="1003"/>
                    </a:cubicBezTo>
                    <a:cubicBezTo>
                      <a:pt x="325" y="840"/>
                      <a:pt x="352" y="672"/>
                      <a:pt x="352" y="498"/>
                    </a:cubicBezTo>
                    <a:cubicBezTo>
                      <a:pt x="357" y="422"/>
                      <a:pt x="346" y="346"/>
                      <a:pt x="325" y="275"/>
                    </a:cubicBezTo>
                    <a:cubicBezTo>
                      <a:pt x="303" y="204"/>
                      <a:pt x="254" y="150"/>
                      <a:pt x="227" y="85"/>
                    </a:cubicBezTo>
                    <a:cubicBezTo>
                      <a:pt x="211" y="33"/>
                      <a:pt x="178"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0"/>
              <p:cNvSpPr/>
              <p:nvPr/>
            </p:nvSpPr>
            <p:spPr>
              <a:xfrm>
                <a:off x="4294175" y="4728150"/>
                <a:ext cx="16150" cy="12100"/>
              </a:xfrm>
              <a:custGeom>
                <a:rect b="b" l="l" r="r" t="t"/>
                <a:pathLst>
                  <a:path extrusionOk="0" h="484" w="646">
                    <a:moveTo>
                      <a:pt x="124" y="1"/>
                    </a:moveTo>
                    <a:cubicBezTo>
                      <a:pt x="123" y="1"/>
                      <a:pt x="121" y="1"/>
                      <a:pt x="120" y="1"/>
                    </a:cubicBezTo>
                    <a:cubicBezTo>
                      <a:pt x="16" y="7"/>
                      <a:pt x="0" y="121"/>
                      <a:pt x="5" y="202"/>
                    </a:cubicBezTo>
                    <a:cubicBezTo>
                      <a:pt x="0" y="317"/>
                      <a:pt x="71" y="425"/>
                      <a:pt x="179" y="469"/>
                    </a:cubicBezTo>
                    <a:cubicBezTo>
                      <a:pt x="208" y="479"/>
                      <a:pt x="237" y="484"/>
                      <a:pt x="265" y="484"/>
                    </a:cubicBezTo>
                    <a:cubicBezTo>
                      <a:pt x="483" y="484"/>
                      <a:pt x="645" y="191"/>
                      <a:pt x="419" y="56"/>
                    </a:cubicBezTo>
                    <a:cubicBezTo>
                      <a:pt x="414" y="53"/>
                      <a:pt x="409" y="52"/>
                      <a:pt x="405" y="52"/>
                    </a:cubicBezTo>
                    <a:cubicBezTo>
                      <a:pt x="384" y="52"/>
                      <a:pt x="368" y="81"/>
                      <a:pt x="386" y="99"/>
                    </a:cubicBezTo>
                    <a:cubicBezTo>
                      <a:pt x="493" y="221"/>
                      <a:pt x="421" y="417"/>
                      <a:pt x="264" y="417"/>
                    </a:cubicBezTo>
                    <a:cubicBezTo>
                      <a:pt x="246" y="417"/>
                      <a:pt x="227" y="415"/>
                      <a:pt x="207" y="409"/>
                    </a:cubicBezTo>
                    <a:cubicBezTo>
                      <a:pt x="131" y="382"/>
                      <a:pt x="76" y="311"/>
                      <a:pt x="71" y="235"/>
                    </a:cubicBezTo>
                    <a:cubicBezTo>
                      <a:pt x="65" y="192"/>
                      <a:pt x="54" y="67"/>
                      <a:pt x="120" y="61"/>
                    </a:cubicBezTo>
                    <a:cubicBezTo>
                      <a:pt x="156" y="56"/>
                      <a:pt x="158" y="1"/>
                      <a:pt x="1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0"/>
              <p:cNvSpPr/>
              <p:nvPr/>
            </p:nvSpPr>
            <p:spPr>
              <a:xfrm>
                <a:off x="4278850" y="4743275"/>
                <a:ext cx="11525" cy="6275"/>
              </a:xfrm>
              <a:custGeom>
                <a:rect b="b" l="l" r="r" t="t"/>
                <a:pathLst>
                  <a:path extrusionOk="0" h="251" w="461">
                    <a:moveTo>
                      <a:pt x="30" y="0"/>
                    </a:moveTo>
                    <a:cubicBezTo>
                      <a:pt x="16" y="0"/>
                      <a:pt x="1" y="12"/>
                      <a:pt x="4" y="27"/>
                    </a:cubicBezTo>
                    <a:cubicBezTo>
                      <a:pt x="28" y="132"/>
                      <a:pt x="129" y="251"/>
                      <a:pt x="242" y="251"/>
                    </a:cubicBezTo>
                    <a:cubicBezTo>
                      <a:pt x="257" y="251"/>
                      <a:pt x="272" y="249"/>
                      <a:pt x="287" y="244"/>
                    </a:cubicBezTo>
                    <a:cubicBezTo>
                      <a:pt x="379" y="212"/>
                      <a:pt x="461" y="65"/>
                      <a:pt x="352" y="5"/>
                    </a:cubicBezTo>
                    <a:cubicBezTo>
                      <a:pt x="348" y="3"/>
                      <a:pt x="344" y="2"/>
                      <a:pt x="340" y="2"/>
                    </a:cubicBezTo>
                    <a:cubicBezTo>
                      <a:pt x="323" y="2"/>
                      <a:pt x="311" y="19"/>
                      <a:pt x="320" y="32"/>
                    </a:cubicBezTo>
                    <a:cubicBezTo>
                      <a:pt x="341" y="59"/>
                      <a:pt x="341" y="98"/>
                      <a:pt x="314" y="114"/>
                    </a:cubicBezTo>
                    <a:cubicBezTo>
                      <a:pt x="292" y="136"/>
                      <a:pt x="271" y="152"/>
                      <a:pt x="238" y="157"/>
                    </a:cubicBezTo>
                    <a:cubicBezTo>
                      <a:pt x="231" y="159"/>
                      <a:pt x="224" y="159"/>
                      <a:pt x="218" y="159"/>
                    </a:cubicBezTo>
                    <a:cubicBezTo>
                      <a:pt x="140" y="159"/>
                      <a:pt x="78" y="76"/>
                      <a:pt x="48" y="11"/>
                    </a:cubicBezTo>
                    <a:cubicBezTo>
                      <a:pt x="44" y="3"/>
                      <a:pt x="37"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0"/>
              <p:cNvSpPr/>
              <p:nvPr/>
            </p:nvSpPr>
            <p:spPr>
              <a:xfrm>
                <a:off x="4252475" y="4668975"/>
                <a:ext cx="14275" cy="9475"/>
              </a:xfrm>
              <a:custGeom>
                <a:rect b="b" l="l" r="r" t="t"/>
                <a:pathLst>
                  <a:path extrusionOk="0" h="379" w="571">
                    <a:moveTo>
                      <a:pt x="457" y="1"/>
                    </a:moveTo>
                    <a:cubicBezTo>
                      <a:pt x="442" y="1"/>
                      <a:pt x="426" y="19"/>
                      <a:pt x="440" y="36"/>
                    </a:cubicBezTo>
                    <a:cubicBezTo>
                      <a:pt x="510" y="140"/>
                      <a:pt x="445" y="286"/>
                      <a:pt x="320" y="303"/>
                    </a:cubicBezTo>
                    <a:cubicBezTo>
                      <a:pt x="315" y="303"/>
                      <a:pt x="311" y="303"/>
                      <a:pt x="306" y="303"/>
                    </a:cubicBezTo>
                    <a:cubicBezTo>
                      <a:pt x="191" y="303"/>
                      <a:pt x="79" y="174"/>
                      <a:pt x="162" y="69"/>
                    </a:cubicBezTo>
                    <a:cubicBezTo>
                      <a:pt x="179" y="48"/>
                      <a:pt x="161" y="22"/>
                      <a:pt x="142" y="22"/>
                    </a:cubicBezTo>
                    <a:cubicBezTo>
                      <a:pt x="136" y="22"/>
                      <a:pt x="130" y="24"/>
                      <a:pt x="124" y="31"/>
                    </a:cubicBezTo>
                    <a:cubicBezTo>
                      <a:pt x="1" y="170"/>
                      <a:pt x="137" y="379"/>
                      <a:pt x="308" y="379"/>
                    </a:cubicBezTo>
                    <a:cubicBezTo>
                      <a:pt x="310" y="379"/>
                      <a:pt x="312" y="379"/>
                      <a:pt x="315" y="379"/>
                    </a:cubicBezTo>
                    <a:cubicBezTo>
                      <a:pt x="412" y="379"/>
                      <a:pt x="499" y="324"/>
                      <a:pt x="532" y="237"/>
                    </a:cubicBezTo>
                    <a:cubicBezTo>
                      <a:pt x="570" y="150"/>
                      <a:pt x="543" y="58"/>
                      <a:pt x="467" y="4"/>
                    </a:cubicBezTo>
                    <a:cubicBezTo>
                      <a:pt x="464" y="2"/>
                      <a:pt x="460" y="1"/>
                      <a:pt x="4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120"/>
            <p:cNvGrpSpPr/>
            <p:nvPr/>
          </p:nvGrpSpPr>
          <p:grpSpPr>
            <a:xfrm>
              <a:off x="2313173" y="3569300"/>
              <a:ext cx="274314" cy="274325"/>
              <a:chOff x="4383575" y="4640375"/>
              <a:chExt cx="143275" cy="146800"/>
            </a:xfrm>
          </p:grpSpPr>
          <p:sp>
            <p:nvSpPr>
              <p:cNvPr id="5777" name="Google Shape;5777;p120"/>
              <p:cNvSpPr/>
              <p:nvPr/>
            </p:nvSpPr>
            <p:spPr>
              <a:xfrm>
                <a:off x="4412525" y="4664300"/>
                <a:ext cx="39450" cy="35225"/>
              </a:xfrm>
              <a:custGeom>
                <a:rect b="b" l="l" r="r" t="t"/>
                <a:pathLst>
                  <a:path extrusionOk="0" h="1409" w="1578">
                    <a:moveTo>
                      <a:pt x="865" y="125"/>
                    </a:moveTo>
                    <a:cubicBezTo>
                      <a:pt x="919" y="125"/>
                      <a:pt x="974" y="133"/>
                      <a:pt x="1028" y="147"/>
                    </a:cubicBezTo>
                    <a:cubicBezTo>
                      <a:pt x="1093" y="153"/>
                      <a:pt x="1164" y="164"/>
                      <a:pt x="1235" y="169"/>
                    </a:cubicBezTo>
                    <a:cubicBezTo>
                      <a:pt x="1240" y="168"/>
                      <a:pt x="1246" y="168"/>
                      <a:pt x="1251" y="168"/>
                    </a:cubicBezTo>
                    <a:cubicBezTo>
                      <a:pt x="1331" y="168"/>
                      <a:pt x="1397" y="240"/>
                      <a:pt x="1387" y="321"/>
                    </a:cubicBezTo>
                    <a:cubicBezTo>
                      <a:pt x="1403" y="490"/>
                      <a:pt x="1452" y="658"/>
                      <a:pt x="1447" y="827"/>
                    </a:cubicBezTo>
                    <a:cubicBezTo>
                      <a:pt x="1447" y="903"/>
                      <a:pt x="1441" y="984"/>
                      <a:pt x="1436" y="1060"/>
                    </a:cubicBezTo>
                    <a:cubicBezTo>
                      <a:pt x="1425" y="1115"/>
                      <a:pt x="1430" y="1234"/>
                      <a:pt x="1365" y="1251"/>
                    </a:cubicBezTo>
                    <a:cubicBezTo>
                      <a:pt x="1332" y="1253"/>
                      <a:pt x="1300" y="1255"/>
                      <a:pt x="1268" y="1255"/>
                    </a:cubicBezTo>
                    <a:cubicBezTo>
                      <a:pt x="1236" y="1255"/>
                      <a:pt x="1205" y="1253"/>
                      <a:pt x="1175" y="1251"/>
                    </a:cubicBezTo>
                    <a:cubicBezTo>
                      <a:pt x="1149" y="1249"/>
                      <a:pt x="1123" y="1249"/>
                      <a:pt x="1097" y="1249"/>
                    </a:cubicBezTo>
                    <a:cubicBezTo>
                      <a:pt x="1027" y="1249"/>
                      <a:pt x="960" y="1254"/>
                      <a:pt x="892" y="1262"/>
                    </a:cubicBezTo>
                    <a:cubicBezTo>
                      <a:pt x="838" y="1268"/>
                      <a:pt x="784" y="1271"/>
                      <a:pt x="731" y="1271"/>
                    </a:cubicBezTo>
                    <a:cubicBezTo>
                      <a:pt x="693" y="1271"/>
                      <a:pt x="656" y="1269"/>
                      <a:pt x="620" y="1267"/>
                    </a:cubicBezTo>
                    <a:cubicBezTo>
                      <a:pt x="533" y="1256"/>
                      <a:pt x="452" y="1251"/>
                      <a:pt x="370" y="1251"/>
                    </a:cubicBezTo>
                    <a:cubicBezTo>
                      <a:pt x="328" y="1251"/>
                      <a:pt x="271" y="1267"/>
                      <a:pt x="226" y="1267"/>
                    </a:cubicBezTo>
                    <a:cubicBezTo>
                      <a:pt x="213" y="1267"/>
                      <a:pt x="201" y="1265"/>
                      <a:pt x="191" y="1262"/>
                    </a:cubicBezTo>
                    <a:cubicBezTo>
                      <a:pt x="142" y="1245"/>
                      <a:pt x="147" y="1131"/>
                      <a:pt x="147" y="1082"/>
                    </a:cubicBezTo>
                    <a:cubicBezTo>
                      <a:pt x="147" y="1001"/>
                      <a:pt x="147" y="914"/>
                      <a:pt x="147" y="827"/>
                    </a:cubicBezTo>
                    <a:cubicBezTo>
                      <a:pt x="137" y="789"/>
                      <a:pt x="137" y="751"/>
                      <a:pt x="142" y="707"/>
                    </a:cubicBezTo>
                    <a:cubicBezTo>
                      <a:pt x="147" y="685"/>
                      <a:pt x="158" y="658"/>
                      <a:pt x="164" y="631"/>
                    </a:cubicBezTo>
                    <a:cubicBezTo>
                      <a:pt x="185" y="457"/>
                      <a:pt x="88" y="196"/>
                      <a:pt x="343" y="174"/>
                    </a:cubicBezTo>
                    <a:cubicBezTo>
                      <a:pt x="425" y="164"/>
                      <a:pt x="501" y="153"/>
                      <a:pt x="582" y="136"/>
                    </a:cubicBezTo>
                    <a:lnTo>
                      <a:pt x="609" y="131"/>
                    </a:lnTo>
                    <a:cubicBezTo>
                      <a:pt x="637" y="136"/>
                      <a:pt x="665" y="139"/>
                      <a:pt x="694" y="139"/>
                    </a:cubicBezTo>
                    <a:cubicBezTo>
                      <a:pt x="724" y="139"/>
                      <a:pt x="753" y="136"/>
                      <a:pt x="783" y="131"/>
                    </a:cubicBezTo>
                    <a:cubicBezTo>
                      <a:pt x="811" y="127"/>
                      <a:pt x="838" y="125"/>
                      <a:pt x="865" y="125"/>
                    </a:cubicBezTo>
                    <a:close/>
                    <a:moveTo>
                      <a:pt x="881" y="0"/>
                    </a:moveTo>
                    <a:cubicBezTo>
                      <a:pt x="832" y="0"/>
                      <a:pt x="778" y="6"/>
                      <a:pt x="729" y="22"/>
                    </a:cubicBezTo>
                    <a:cubicBezTo>
                      <a:pt x="675" y="28"/>
                      <a:pt x="620" y="33"/>
                      <a:pt x="566" y="44"/>
                    </a:cubicBezTo>
                    <a:cubicBezTo>
                      <a:pt x="555" y="49"/>
                      <a:pt x="550" y="55"/>
                      <a:pt x="544" y="66"/>
                    </a:cubicBezTo>
                    <a:lnTo>
                      <a:pt x="463" y="82"/>
                    </a:lnTo>
                    <a:cubicBezTo>
                      <a:pt x="408" y="87"/>
                      <a:pt x="354" y="87"/>
                      <a:pt x="300" y="98"/>
                    </a:cubicBezTo>
                    <a:cubicBezTo>
                      <a:pt x="120" y="120"/>
                      <a:pt x="66" y="272"/>
                      <a:pt x="66" y="435"/>
                    </a:cubicBezTo>
                    <a:cubicBezTo>
                      <a:pt x="66" y="484"/>
                      <a:pt x="77" y="533"/>
                      <a:pt x="66" y="588"/>
                    </a:cubicBezTo>
                    <a:cubicBezTo>
                      <a:pt x="60" y="626"/>
                      <a:pt x="50" y="664"/>
                      <a:pt x="33" y="702"/>
                    </a:cubicBezTo>
                    <a:cubicBezTo>
                      <a:pt x="33" y="745"/>
                      <a:pt x="33" y="789"/>
                      <a:pt x="33" y="827"/>
                    </a:cubicBezTo>
                    <a:lnTo>
                      <a:pt x="33" y="1006"/>
                    </a:lnTo>
                    <a:cubicBezTo>
                      <a:pt x="33" y="1142"/>
                      <a:pt x="1" y="1370"/>
                      <a:pt x="191" y="1387"/>
                    </a:cubicBezTo>
                    <a:cubicBezTo>
                      <a:pt x="206" y="1388"/>
                      <a:pt x="221" y="1388"/>
                      <a:pt x="237" y="1388"/>
                    </a:cubicBezTo>
                    <a:cubicBezTo>
                      <a:pt x="298" y="1388"/>
                      <a:pt x="359" y="1381"/>
                      <a:pt x="425" y="1381"/>
                    </a:cubicBezTo>
                    <a:cubicBezTo>
                      <a:pt x="533" y="1381"/>
                      <a:pt x="642" y="1408"/>
                      <a:pt x="756" y="1408"/>
                    </a:cubicBezTo>
                    <a:cubicBezTo>
                      <a:pt x="854" y="1408"/>
                      <a:pt x="952" y="1381"/>
                      <a:pt x="1050" y="1381"/>
                    </a:cubicBezTo>
                    <a:cubicBezTo>
                      <a:pt x="1119" y="1381"/>
                      <a:pt x="1185" y="1386"/>
                      <a:pt x="1251" y="1386"/>
                    </a:cubicBezTo>
                    <a:cubicBezTo>
                      <a:pt x="1283" y="1386"/>
                      <a:pt x="1316" y="1385"/>
                      <a:pt x="1349" y="1381"/>
                    </a:cubicBezTo>
                    <a:cubicBezTo>
                      <a:pt x="1414" y="1381"/>
                      <a:pt x="1474" y="1349"/>
                      <a:pt x="1512" y="1294"/>
                    </a:cubicBezTo>
                    <a:cubicBezTo>
                      <a:pt x="1528" y="1262"/>
                      <a:pt x="1534" y="1224"/>
                      <a:pt x="1539" y="1191"/>
                    </a:cubicBezTo>
                    <a:cubicBezTo>
                      <a:pt x="1544" y="1137"/>
                      <a:pt x="1555" y="1082"/>
                      <a:pt x="1561" y="1028"/>
                    </a:cubicBezTo>
                    <a:cubicBezTo>
                      <a:pt x="1577" y="816"/>
                      <a:pt x="1561" y="609"/>
                      <a:pt x="1523" y="403"/>
                    </a:cubicBezTo>
                    <a:lnTo>
                      <a:pt x="1517" y="397"/>
                    </a:lnTo>
                    <a:cubicBezTo>
                      <a:pt x="1506" y="305"/>
                      <a:pt x="1517" y="202"/>
                      <a:pt x="1452" y="125"/>
                    </a:cubicBezTo>
                    <a:cubicBezTo>
                      <a:pt x="1381" y="49"/>
                      <a:pt x="1289" y="49"/>
                      <a:pt x="1197" y="44"/>
                    </a:cubicBezTo>
                    <a:cubicBezTo>
                      <a:pt x="1088" y="39"/>
                      <a:pt x="985" y="11"/>
                      <a:pt x="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0"/>
              <p:cNvSpPr/>
              <p:nvPr/>
            </p:nvSpPr>
            <p:spPr>
              <a:xfrm>
                <a:off x="4402750" y="4732675"/>
                <a:ext cx="17425" cy="17300"/>
              </a:xfrm>
              <a:custGeom>
                <a:rect b="b" l="l" r="r" t="t"/>
                <a:pathLst>
                  <a:path extrusionOk="0" h="692" w="697">
                    <a:moveTo>
                      <a:pt x="332" y="87"/>
                    </a:moveTo>
                    <a:cubicBezTo>
                      <a:pt x="381" y="125"/>
                      <a:pt x="446" y="98"/>
                      <a:pt x="500" y="136"/>
                    </a:cubicBezTo>
                    <a:cubicBezTo>
                      <a:pt x="549" y="184"/>
                      <a:pt x="582" y="255"/>
                      <a:pt x="587" y="326"/>
                    </a:cubicBezTo>
                    <a:cubicBezTo>
                      <a:pt x="593" y="386"/>
                      <a:pt x="582" y="451"/>
                      <a:pt x="555" y="505"/>
                    </a:cubicBezTo>
                    <a:lnTo>
                      <a:pt x="555" y="511"/>
                    </a:lnTo>
                    <a:cubicBezTo>
                      <a:pt x="511" y="587"/>
                      <a:pt x="424" y="587"/>
                      <a:pt x="348" y="587"/>
                    </a:cubicBezTo>
                    <a:cubicBezTo>
                      <a:pt x="340" y="587"/>
                      <a:pt x="332" y="588"/>
                      <a:pt x="324" y="588"/>
                    </a:cubicBezTo>
                    <a:cubicBezTo>
                      <a:pt x="267" y="588"/>
                      <a:pt x="211" y="571"/>
                      <a:pt x="163" y="538"/>
                    </a:cubicBezTo>
                    <a:cubicBezTo>
                      <a:pt x="109" y="500"/>
                      <a:pt x="87" y="435"/>
                      <a:pt x="104" y="369"/>
                    </a:cubicBezTo>
                    <a:cubicBezTo>
                      <a:pt x="104" y="310"/>
                      <a:pt x="120" y="250"/>
                      <a:pt x="158" y="195"/>
                    </a:cubicBezTo>
                    <a:cubicBezTo>
                      <a:pt x="201" y="146"/>
                      <a:pt x="261" y="108"/>
                      <a:pt x="326" y="87"/>
                    </a:cubicBezTo>
                    <a:close/>
                    <a:moveTo>
                      <a:pt x="441" y="1"/>
                    </a:moveTo>
                    <a:cubicBezTo>
                      <a:pt x="401" y="1"/>
                      <a:pt x="361" y="13"/>
                      <a:pt x="326" y="38"/>
                    </a:cubicBezTo>
                    <a:cubicBezTo>
                      <a:pt x="321" y="38"/>
                      <a:pt x="316" y="43"/>
                      <a:pt x="316" y="54"/>
                    </a:cubicBezTo>
                    <a:cubicBezTo>
                      <a:pt x="239" y="65"/>
                      <a:pt x="169" y="98"/>
                      <a:pt x="114" y="152"/>
                    </a:cubicBezTo>
                    <a:cubicBezTo>
                      <a:pt x="60" y="217"/>
                      <a:pt x="27" y="304"/>
                      <a:pt x="17" y="391"/>
                    </a:cubicBezTo>
                    <a:cubicBezTo>
                      <a:pt x="0" y="467"/>
                      <a:pt x="27" y="549"/>
                      <a:pt x="87" y="603"/>
                    </a:cubicBezTo>
                    <a:cubicBezTo>
                      <a:pt x="158" y="659"/>
                      <a:pt x="247" y="691"/>
                      <a:pt x="342" y="691"/>
                    </a:cubicBezTo>
                    <a:cubicBezTo>
                      <a:pt x="350" y="691"/>
                      <a:pt x="357" y="690"/>
                      <a:pt x="364" y="690"/>
                    </a:cubicBezTo>
                    <a:cubicBezTo>
                      <a:pt x="375" y="691"/>
                      <a:pt x="386" y="692"/>
                      <a:pt x="397" y="692"/>
                    </a:cubicBezTo>
                    <a:cubicBezTo>
                      <a:pt x="484" y="692"/>
                      <a:pt x="567" y="654"/>
                      <a:pt x="620" y="581"/>
                    </a:cubicBezTo>
                    <a:cubicBezTo>
                      <a:pt x="674" y="505"/>
                      <a:pt x="696" y="418"/>
                      <a:pt x="691" y="326"/>
                    </a:cubicBezTo>
                    <a:lnTo>
                      <a:pt x="685" y="326"/>
                    </a:lnTo>
                    <a:cubicBezTo>
                      <a:pt x="685" y="228"/>
                      <a:pt x="642" y="125"/>
                      <a:pt x="571" y="54"/>
                    </a:cubicBezTo>
                    <a:cubicBezTo>
                      <a:pt x="535" y="18"/>
                      <a:pt x="489"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0"/>
              <p:cNvSpPr/>
              <p:nvPr/>
            </p:nvSpPr>
            <p:spPr>
              <a:xfrm>
                <a:off x="4383575" y="4640375"/>
                <a:ext cx="143275" cy="146800"/>
              </a:xfrm>
              <a:custGeom>
                <a:rect b="b" l="l" r="r" t="t"/>
                <a:pathLst>
                  <a:path extrusionOk="0" h="5872" w="5731">
                    <a:moveTo>
                      <a:pt x="840" y="1174"/>
                    </a:moveTo>
                    <a:cubicBezTo>
                      <a:pt x="839" y="1182"/>
                      <a:pt x="839" y="1189"/>
                      <a:pt x="838" y="1197"/>
                    </a:cubicBezTo>
                    <a:cubicBezTo>
                      <a:pt x="827" y="1235"/>
                      <a:pt x="822" y="1278"/>
                      <a:pt x="816" y="1316"/>
                    </a:cubicBezTo>
                    <a:cubicBezTo>
                      <a:pt x="767" y="1327"/>
                      <a:pt x="711" y="1346"/>
                      <a:pt x="659" y="1346"/>
                    </a:cubicBezTo>
                    <a:cubicBezTo>
                      <a:pt x="636" y="1346"/>
                      <a:pt x="614" y="1343"/>
                      <a:pt x="593" y="1333"/>
                    </a:cubicBezTo>
                    <a:cubicBezTo>
                      <a:pt x="534" y="1305"/>
                      <a:pt x="534" y="1218"/>
                      <a:pt x="593" y="1202"/>
                    </a:cubicBezTo>
                    <a:cubicBezTo>
                      <a:pt x="675" y="1186"/>
                      <a:pt x="751" y="1180"/>
                      <a:pt x="832" y="1180"/>
                    </a:cubicBezTo>
                    <a:cubicBezTo>
                      <a:pt x="836" y="1180"/>
                      <a:pt x="839" y="1178"/>
                      <a:pt x="840" y="1174"/>
                    </a:cubicBezTo>
                    <a:close/>
                    <a:moveTo>
                      <a:pt x="4889" y="1177"/>
                    </a:moveTo>
                    <a:lnTo>
                      <a:pt x="4889" y="1177"/>
                    </a:lnTo>
                    <a:cubicBezTo>
                      <a:pt x="4892" y="1179"/>
                      <a:pt x="4895" y="1180"/>
                      <a:pt x="4898" y="1180"/>
                    </a:cubicBezTo>
                    <a:cubicBezTo>
                      <a:pt x="4975" y="1180"/>
                      <a:pt x="5056" y="1186"/>
                      <a:pt x="5132" y="1202"/>
                    </a:cubicBezTo>
                    <a:cubicBezTo>
                      <a:pt x="5192" y="1218"/>
                      <a:pt x="5181" y="1311"/>
                      <a:pt x="5132" y="1333"/>
                    </a:cubicBezTo>
                    <a:cubicBezTo>
                      <a:pt x="5114" y="1343"/>
                      <a:pt x="5093" y="1346"/>
                      <a:pt x="5070" y="1346"/>
                    </a:cubicBezTo>
                    <a:cubicBezTo>
                      <a:pt x="5020" y="1346"/>
                      <a:pt x="4964" y="1327"/>
                      <a:pt x="4915" y="1316"/>
                    </a:cubicBezTo>
                    <a:cubicBezTo>
                      <a:pt x="4909" y="1278"/>
                      <a:pt x="4898" y="1235"/>
                      <a:pt x="4893" y="1197"/>
                    </a:cubicBezTo>
                    <a:cubicBezTo>
                      <a:pt x="4891" y="1190"/>
                      <a:pt x="4890" y="1184"/>
                      <a:pt x="4889" y="1177"/>
                    </a:cubicBezTo>
                    <a:close/>
                    <a:moveTo>
                      <a:pt x="459" y="1174"/>
                    </a:moveTo>
                    <a:cubicBezTo>
                      <a:pt x="465" y="1174"/>
                      <a:pt x="470" y="1176"/>
                      <a:pt x="474" y="1180"/>
                    </a:cubicBezTo>
                    <a:cubicBezTo>
                      <a:pt x="447" y="1224"/>
                      <a:pt x="436" y="1284"/>
                      <a:pt x="441" y="1338"/>
                    </a:cubicBezTo>
                    <a:lnTo>
                      <a:pt x="441" y="1463"/>
                    </a:lnTo>
                    <a:cubicBezTo>
                      <a:pt x="447" y="1523"/>
                      <a:pt x="468" y="1572"/>
                      <a:pt x="468" y="1626"/>
                    </a:cubicBezTo>
                    <a:cubicBezTo>
                      <a:pt x="468" y="1675"/>
                      <a:pt x="474" y="1724"/>
                      <a:pt x="485" y="1767"/>
                    </a:cubicBezTo>
                    <a:cubicBezTo>
                      <a:pt x="490" y="1816"/>
                      <a:pt x="490" y="1865"/>
                      <a:pt x="501" y="1914"/>
                    </a:cubicBezTo>
                    <a:cubicBezTo>
                      <a:pt x="512" y="1974"/>
                      <a:pt x="512" y="2034"/>
                      <a:pt x="512" y="2094"/>
                    </a:cubicBezTo>
                    <a:cubicBezTo>
                      <a:pt x="512" y="2121"/>
                      <a:pt x="512" y="2148"/>
                      <a:pt x="512" y="2170"/>
                    </a:cubicBezTo>
                    <a:lnTo>
                      <a:pt x="506" y="2175"/>
                    </a:lnTo>
                    <a:cubicBezTo>
                      <a:pt x="506" y="2202"/>
                      <a:pt x="506" y="2202"/>
                      <a:pt x="490" y="2208"/>
                    </a:cubicBezTo>
                    <a:lnTo>
                      <a:pt x="409" y="2208"/>
                    </a:lnTo>
                    <a:cubicBezTo>
                      <a:pt x="387" y="2208"/>
                      <a:pt x="365" y="2213"/>
                      <a:pt x="338" y="2219"/>
                    </a:cubicBezTo>
                    <a:cubicBezTo>
                      <a:pt x="300" y="2229"/>
                      <a:pt x="256" y="2235"/>
                      <a:pt x="213" y="2235"/>
                    </a:cubicBezTo>
                    <a:cubicBezTo>
                      <a:pt x="202" y="2235"/>
                      <a:pt x="197" y="2229"/>
                      <a:pt x="186" y="2229"/>
                    </a:cubicBezTo>
                    <a:cubicBezTo>
                      <a:pt x="186" y="2224"/>
                      <a:pt x="186" y="2224"/>
                      <a:pt x="186" y="2219"/>
                    </a:cubicBezTo>
                    <a:cubicBezTo>
                      <a:pt x="186" y="2197"/>
                      <a:pt x="180" y="2181"/>
                      <a:pt x="175" y="2159"/>
                    </a:cubicBezTo>
                    <a:cubicBezTo>
                      <a:pt x="164" y="2110"/>
                      <a:pt x="164" y="2061"/>
                      <a:pt x="158" y="2012"/>
                    </a:cubicBezTo>
                    <a:cubicBezTo>
                      <a:pt x="142" y="1963"/>
                      <a:pt x="137" y="1914"/>
                      <a:pt x="131" y="1860"/>
                    </a:cubicBezTo>
                    <a:lnTo>
                      <a:pt x="131" y="1664"/>
                    </a:lnTo>
                    <a:cubicBezTo>
                      <a:pt x="137" y="1561"/>
                      <a:pt x="131" y="1452"/>
                      <a:pt x="115" y="1343"/>
                    </a:cubicBezTo>
                    <a:cubicBezTo>
                      <a:pt x="110" y="1316"/>
                      <a:pt x="99" y="1305"/>
                      <a:pt x="120" y="1289"/>
                    </a:cubicBezTo>
                    <a:cubicBezTo>
                      <a:pt x="137" y="1278"/>
                      <a:pt x="158" y="1273"/>
                      <a:pt x="180" y="1273"/>
                    </a:cubicBezTo>
                    <a:cubicBezTo>
                      <a:pt x="218" y="1273"/>
                      <a:pt x="256" y="1267"/>
                      <a:pt x="300" y="1256"/>
                    </a:cubicBezTo>
                    <a:cubicBezTo>
                      <a:pt x="338" y="1235"/>
                      <a:pt x="381" y="1213"/>
                      <a:pt x="419" y="1186"/>
                    </a:cubicBezTo>
                    <a:cubicBezTo>
                      <a:pt x="436" y="1179"/>
                      <a:pt x="449" y="1174"/>
                      <a:pt x="459" y="1174"/>
                    </a:cubicBezTo>
                    <a:close/>
                    <a:moveTo>
                      <a:pt x="5266" y="1177"/>
                    </a:moveTo>
                    <a:cubicBezTo>
                      <a:pt x="5276" y="1177"/>
                      <a:pt x="5289" y="1181"/>
                      <a:pt x="5306" y="1191"/>
                    </a:cubicBezTo>
                    <a:cubicBezTo>
                      <a:pt x="5344" y="1218"/>
                      <a:pt x="5388" y="1240"/>
                      <a:pt x="5431" y="1256"/>
                    </a:cubicBezTo>
                    <a:cubicBezTo>
                      <a:pt x="5469" y="1267"/>
                      <a:pt x="5507" y="1273"/>
                      <a:pt x="5545" y="1278"/>
                    </a:cubicBezTo>
                    <a:cubicBezTo>
                      <a:pt x="5567" y="1278"/>
                      <a:pt x="5589" y="1284"/>
                      <a:pt x="5611" y="1289"/>
                    </a:cubicBezTo>
                    <a:cubicBezTo>
                      <a:pt x="5627" y="1305"/>
                      <a:pt x="5621" y="1322"/>
                      <a:pt x="5611" y="1349"/>
                    </a:cubicBezTo>
                    <a:cubicBezTo>
                      <a:pt x="5589" y="1452"/>
                      <a:pt x="5583" y="1561"/>
                      <a:pt x="5589" y="1670"/>
                    </a:cubicBezTo>
                    <a:lnTo>
                      <a:pt x="5589" y="1860"/>
                    </a:lnTo>
                    <a:cubicBezTo>
                      <a:pt x="5583" y="1914"/>
                      <a:pt x="5578" y="1963"/>
                      <a:pt x="5567" y="2017"/>
                    </a:cubicBezTo>
                    <a:cubicBezTo>
                      <a:pt x="5556" y="2066"/>
                      <a:pt x="5562" y="2110"/>
                      <a:pt x="5545" y="2159"/>
                    </a:cubicBezTo>
                    <a:cubicBezTo>
                      <a:pt x="5540" y="2181"/>
                      <a:pt x="5540" y="2202"/>
                      <a:pt x="5534" y="2224"/>
                    </a:cubicBezTo>
                    <a:cubicBezTo>
                      <a:pt x="5534" y="2224"/>
                      <a:pt x="5534" y="2229"/>
                      <a:pt x="5534" y="2229"/>
                    </a:cubicBezTo>
                    <a:cubicBezTo>
                      <a:pt x="5524" y="2235"/>
                      <a:pt x="5518" y="2235"/>
                      <a:pt x="5513" y="2235"/>
                    </a:cubicBezTo>
                    <a:cubicBezTo>
                      <a:pt x="5469" y="2235"/>
                      <a:pt x="5426" y="2229"/>
                      <a:pt x="5382" y="2219"/>
                    </a:cubicBezTo>
                    <a:cubicBezTo>
                      <a:pt x="5361" y="2213"/>
                      <a:pt x="5339" y="2213"/>
                      <a:pt x="5317" y="2208"/>
                    </a:cubicBezTo>
                    <a:cubicBezTo>
                      <a:pt x="5301" y="2210"/>
                      <a:pt x="5286" y="2212"/>
                      <a:pt x="5272" y="2212"/>
                    </a:cubicBezTo>
                    <a:cubicBezTo>
                      <a:pt x="5257" y="2212"/>
                      <a:pt x="5244" y="2210"/>
                      <a:pt x="5230" y="2208"/>
                    </a:cubicBezTo>
                    <a:cubicBezTo>
                      <a:pt x="5214" y="2202"/>
                      <a:pt x="5219" y="2202"/>
                      <a:pt x="5214" y="2175"/>
                    </a:cubicBezTo>
                    <a:cubicBezTo>
                      <a:pt x="5214" y="2148"/>
                      <a:pt x="5214" y="2126"/>
                      <a:pt x="5214" y="2099"/>
                    </a:cubicBezTo>
                    <a:cubicBezTo>
                      <a:pt x="5214" y="2039"/>
                      <a:pt x="5214" y="1979"/>
                      <a:pt x="5230" y="1920"/>
                    </a:cubicBezTo>
                    <a:cubicBezTo>
                      <a:pt x="5235" y="1871"/>
                      <a:pt x="5235" y="1822"/>
                      <a:pt x="5241" y="1773"/>
                    </a:cubicBezTo>
                    <a:cubicBezTo>
                      <a:pt x="5252" y="1724"/>
                      <a:pt x="5257" y="1680"/>
                      <a:pt x="5257" y="1632"/>
                    </a:cubicBezTo>
                    <a:cubicBezTo>
                      <a:pt x="5257" y="1577"/>
                      <a:pt x="5279" y="1523"/>
                      <a:pt x="5284" y="1468"/>
                    </a:cubicBezTo>
                    <a:cubicBezTo>
                      <a:pt x="5284" y="1425"/>
                      <a:pt x="5284" y="1381"/>
                      <a:pt x="5284" y="1343"/>
                    </a:cubicBezTo>
                    <a:cubicBezTo>
                      <a:pt x="5290" y="1284"/>
                      <a:pt x="5279" y="1229"/>
                      <a:pt x="5252" y="1180"/>
                    </a:cubicBezTo>
                    <a:cubicBezTo>
                      <a:pt x="5256" y="1178"/>
                      <a:pt x="5260" y="1177"/>
                      <a:pt x="5266" y="1177"/>
                    </a:cubicBezTo>
                    <a:close/>
                    <a:moveTo>
                      <a:pt x="3056" y="120"/>
                    </a:moveTo>
                    <a:cubicBezTo>
                      <a:pt x="3094" y="136"/>
                      <a:pt x="3141" y="141"/>
                      <a:pt x="3189" y="141"/>
                    </a:cubicBezTo>
                    <a:cubicBezTo>
                      <a:pt x="3257" y="141"/>
                      <a:pt x="3326" y="131"/>
                      <a:pt x="3371" y="131"/>
                    </a:cubicBezTo>
                    <a:cubicBezTo>
                      <a:pt x="3567" y="137"/>
                      <a:pt x="3762" y="153"/>
                      <a:pt x="3953" y="186"/>
                    </a:cubicBezTo>
                    <a:cubicBezTo>
                      <a:pt x="4029" y="196"/>
                      <a:pt x="4094" y="245"/>
                      <a:pt x="4121" y="311"/>
                    </a:cubicBezTo>
                    <a:cubicBezTo>
                      <a:pt x="4159" y="387"/>
                      <a:pt x="4143" y="474"/>
                      <a:pt x="4143" y="555"/>
                    </a:cubicBezTo>
                    <a:cubicBezTo>
                      <a:pt x="4143" y="669"/>
                      <a:pt x="4181" y="778"/>
                      <a:pt x="4311" y="805"/>
                    </a:cubicBezTo>
                    <a:cubicBezTo>
                      <a:pt x="4342" y="811"/>
                      <a:pt x="4374" y="812"/>
                      <a:pt x="4406" y="812"/>
                    </a:cubicBezTo>
                    <a:cubicBezTo>
                      <a:pt x="4426" y="812"/>
                      <a:pt x="4446" y="812"/>
                      <a:pt x="4466" y="812"/>
                    </a:cubicBezTo>
                    <a:cubicBezTo>
                      <a:pt x="4534" y="812"/>
                      <a:pt x="4601" y="817"/>
                      <a:pt x="4659" y="860"/>
                    </a:cubicBezTo>
                    <a:cubicBezTo>
                      <a:pt x="4719" y="903"/>
                      <a:pt x="4703" y="957"/>
                      <a:pt x="4714" y="1028"/>
                    </a:cubicBezTo>
                    <a:cubicBezTo>
                      <a:pt x="4730" y="1104"/>
                      <a:pt x="4725" y="1180"/>
                      <a:pt x="4741" y="1256"/>
                    </a:cubicBezTo>
                    <a:cubicBezTo>
                      <a:pt x="4757" y="1354"/>
                      <a:pt x="4763" y="1447"/>
                      <a:pt x="4757" y="1545"/>
                    </a:cubicBezTo>
                    <a:cubicBezTo>
                      <a:pt x="4757" y="1626"/>
                      <a:pt x="4784" y="1708"/>
                      <a:pt x="4779" y="1789"/>
                    </a:cubicBezTo>
                    <a:cubicBezTo>
                      <a:pt x="4779" y="1876"/>
                      <a:pt x="4757" y="1969"/>
                      <a:pt x="4757" y="2055"/>
                    </a:cubicBezTo>
                    <a:cubicBezTo>
                      <a:pt x="4757" y="2142"/>
                      <a:pt x="4757" y="2246"/>
                      <a:pt x="4757" y="2338"/>
                    </a:cubicBezTo>
                    <a:cubicBezTo>
                      <a:pt x="4757" y="2436"/>
                      <a:pt x="4735" y="2534"/>
                      <a:pt x="4735" y="2632"/>
                    </a:cubicBezTo>
                    <a:cubicBezTo>
                      <a:pt x="4735" y="2730"/>
                      <a:pt x="4725" y="2822"/>
                      <a:pt x="4719" y="2920"/>
                    </a:cubicBezTo>
                    <a:cubicBezTo>
                      <a:pt x="4719" y="3018"/>
                      <a:pt x="4719" y="3121"/>
                      <a:pt x="4708" y="3219"/>
                    </a:cubicBezTo>
                    <a:cubicBezTo>
                      <a:pt x="4703" y="3273"/>
                      <a:pt x="4708" y="3327"/>
                      <a:pt x="4714" y="3382"/>
                    </a:cubicBezTo>
                    <a:cubicBezTo>
                      <a:pt x="4616" y="3366"/>
                      <a:pt x="4518" y="3360"/>
                      <a:pt x="4420" y="3355"/>
                    </a:cubicBezTo>
                    <a:cubicBezTo>
                      <a:pt x="4366" y="3355"/>
                      <a:pt x="4311" y="3355"/>
                      <a:pt x="4262" y="3360"/>
                    </a:cubicBezTo>
                    <a:cubicBezTo>
                      <a:pt x="4241" y="3363"/>
                      <a:pt x="4219" y="3364"/>
                      <a:pt x="4197" y="3364"/>
                    </a:cubicBezTo>
                    <a:cubicBezTo>
                      <a:pt x="4176" y="3364"/>
                      <a:pt x="4154" y="3363"/>
                      <a:pt x="4132" y="3360"/>
                    </a:cubicBezTo>
                    <a:cubicBezTo>
                      <a:pt x="4105" y="3349"/>
                      <a:pt x="4078" y="3344"/>
                      <a:pt x="4045" y="3344"/>
                    </a:cubicBezTo>
                    <a:cubicBezTo>
                      <a:pt x="4029" y="3349"/>
                      <a:pt x="4018" y="3355"/>
                      <a:pt x="4007" y="3366"/>
                    </a:cubicBezTo>
                    <a:lnTo>
                      <a:pt x="4007" y="3268"/>
                    </a:lnTo>
                    <a:cubicBezTo>
                      <a:pt x="4007" y="3208"/>
                      <a:pt x="4007" y="3148"/>
                      <a:pt x="3996" y="3088"/>
                    </a:cubicBezTo>
                    <a:cubicBezTo>
                      <a:pt x="3974" y="3034"/>
                      <a:pt x="3953" y="2990"/>
                      <a:pt x="3925" y="2942"/>
                    </a:cubicBezTo>
                    <a:cubicBezTo>
                      <a:pt x="3909" y="2903"/>
                      <a:pt x="3882" y="2865"/>
                      <a:pt x="3849" y="2844"/>
                    </a:cubicBezTo>
                    <a:cubicBezTo>
                      <a:pt x="3811" y="2811"/>
                      <a:pt x="3768" y="2778"/>
                      <a:pt x="3724" y="2751"/>
                    </a:cubicBezTo>
                    <a:cubicBezTo>
                      <a:pt x="3675" y="2730"/>
                      <a:pt x="3616" y="2713"/>
                      <a:pt x="3561" y="2702"/>
                    </a:cubicBezTo>
                    <a:cubicBezTo>
                      <a:pt x="3442" y="2659"/>
                      <a:pt x="3317" y="2643"/>
                      <a:pt x="3197" y="2643"/>
                    </a:cubicBezTo>
                    <a:cubicBezTo>
                      <a:pt x="3132" y="2643"/>
                      <a:pt x="3067" y="2637"/>
                      <a:pt x="3007" y="2626"/>
                    </a:cubicBezTo>
                    <a:cubicBezTo>
                      <a:pt x="2958" y="2626"/>
                      <a:pt x="2914" y="2626"/>
                      <a:pt x="2865" y="2637"/>
                    </a:cubicBezTo>
                    <a:cubicBezTo>
                      <a:pt x="2834" y="2629"/>
                      <a:pt x="2799" y="2624"/>
                      <a:pt x="2763" y="2624"/>
                    </a:cubicBezTo>
                    <a:cubicBezTo>
                      <a:pt x="2750" y="2624"/>
                      <a:pt x="2737" y="2625"/>
                      <a:pt x="2724" y="2626"/>
                    </a:cubicBezTo>
                    <a:cubicBezTo>
                      <a:pt x="2664" y="2637"/>
                      <a:pt x="2599" y="2643"/>
                      <a:pt x="2539" y="2643"/>
                    </a:cubicBezTo>
                    <a:cubicBezTo>
                      <a:pt x="2414" y="2643"/>
                      <a:pt x="2289" y="2664"/>
                      <a:pt x="2175" y="2702"/>
                    </a:cubicBezTo>
                    <a:cubicBezTo>
                      <a:pt x="2115" y="2713"/>
                      <a:pt x="2061" y="2730"/>
                      <a:pt x="2007" y="2751"/>
                    </a:cubicBezTo>
                    <a:cubicBezTo>
                      <a:pt x="1963" y="2778"/>
                      <a:pt x="1920" y="2811"/>
                      <a:pt x="1882" y="2844"/>
                    </a:cubicBezTo>
                    <a:cubicBezTo>
                      <a:pt x="1849" y="2865"/>
                      <a:pt x="1822" y="2903"/>
                      <a:pt x="1806" y="2942"/>
                    </a:cubicBezTo>
                    <a:cubicBezTo>
                      <a:pt x="1778" y="2990"/>
                      <a:pt x="1757" y="3034"/>
                      <a:pt x="1740" y="3088"/>
                    </a:cubicBezTo>
                    <a:cubicBezTo>
                      <a:pt x="1724" y="3148"/>
                      <a:pt x="1724" y="3208"/>
                      <a:pt x="1729" y="3268"/>
                    </a:cubicBezTo>
                    <a:lnTo>
                      <a:pt x="1729" y="3366"/>
                    </a:lnTo>
                    <a:cubicBezTo>
                      <a:pt x="1713" y="3355"/>
                      <a:pt x="1702" y="3349"/>
                      <a:pt x="1686" y="3344"/>
                    </a:cubicBezTo>
                    <a:cubicBezTo>
                      <a:pt x="1659" y="3344"/>
                      <a:pt x="1626" y="3349"/>
                      <a:pt x="1599" y="3360"/>
                    </a:cubicBezTo>
                    <a:cubicBezTo>
                      <a:pt x="1577" y="3363"/>
                      <a:pt x="1555" y="3364"/>
                      <a:pt x="1534" y="3364"/>
                    </a:cubicBezTo>
                    <a:cubicBezTo>
                      <a:pt x="1513" y="3364"/>
                      <a:pt x="1493" y="3363"/>
                      <a:pt x="1474" y="3360"/>
                    </a:cubicBezTo>
                    <a:cubicBezTo>
                      <a:pt x="1420" y="3355"/>
                      <a:pt x="1365" y="3355"/>
                      <a:pt x="1311" y="3355"/>
                    </a:cubicBezTo>
                    <a:cubicBezTo>
                      <a:pt x="1213" y="3360"/>
                      <a:pt x="1115" y="3366"/>
                      <a:pt x="1017" y="3382"/>
                    </a:cubicBezTo>
                    <a:cubicBezTo>
                      <a:pt x="1023" y="3327"/>
                      <a:pt x="1028" y="3273"/>
                      <a:pt x="1023" y="3219"/>
                    </a:cubicBezTo>
                    <a:cubicBezTo>
                      <a:pt x="1017" y="3121"/>
                      <a:pt x="1017" y="3018"/>
                      <a:pt x="1012" y="2920"/>
                    </a:cubicBezTo>
                    <a:cubicBezTo>
                      <a:pt x="1006" y="2822"/>
                      <a:pt x="996" y="2730"/>
                      <a:pt x="996" y="2632"/>
                    </a:cubicBezTo>
                    <a:cubicBezTo>
                      <a:pt x="996" y="2534"/>
                      <a:pt x="974" y="2436"/>
                      <a:pt x="974" y="2338"/>
                    </a:cubicBezTo>
                    <a:cubicBezTo>
                      <a:pt x="974" y="2240"/>
                      <a:pt x="979" y="2148"/>
                      <a:pt x="974" y="2055"/>
                    </a:cubicBezTo>
                    <a:cubicBezTo>
                      <a:pt x="974" y="1963"/>
                      <a:pt x="958" y="1882"/>
                      <a:pt x="952" y="1789"/>
                    </a:cubicBezTo>
                    <a:cubicBezTo>
                      <a:pt x="952" y="1702"/>
                      <a:pt x="974" y="1626"/>
                      <a:pt x="974" y="1545"/>
                    </a:cubicBezTo>
                    <a:cubicBezTo>
                      <a:pt x="968" y="1447"/>
                      <a:pt x="974" y="1354"/>
                      <a:pt x="985" y="1256"/>
                    </a:cubicBezTo>
                    <a:lnTo>
                      <a:pt x="985" y="1256"/>
                    </a:lnTo>
                    <a:lnTo>
                      <a:pt x="979" y="1262"/>
                    </a:lnTo>
                    <a:cubicBezTo>
                      <a:pt x="996" y="1180"/>
                      <a:pt x="990" y="1104"/>
                      <a:pt x="1006" y="1028"/>
                    </a:cubicBezTo>
                    <a:cubicBezTo>
                      <a:pt x="1023" y="957"/>
                      <a:pt x="1001" y="903"/>
                      <a:pt x="1061" y="860"/>
                    </a:cubicBezTo>
                    <a:cubicBezTo>
                      <a:pt x="1116" y="819"/>
                      <a:pt x="1178" y="814"/>
                      <a:pt x="1242" y="814"/>
                    </a:cubicBezTo>
                    <a:cubicBezTo>
                      <a:pt x="1264" y="814"/>
                      <a:pt x="1285" y="815"/>
                      <a:pt x="1307" y="815"/>
                    </a:cubicBezTo>
                    <a:cubicBezTo>
                      <a:pt x="1341" y="815"/>
                      <a:pt x="1376" y="813"/>
                      <a:pt x="1409" y="805"/>
                    </a:cubicBezTo>
                    <a:cubicBezTo>
                      <a:pt x="1539" y="778"/>
                      <a:pt x="1572" y="669"/>
                      <a:pt x="1577" y="555"/>
                    </a:cubicBezTo>
                    <a:cubicBezTo>
                      <a:pt x="1577" y="474"/>
                      <a:pt x="1561" y="387"/>
                      <a:pt x="1599" y="316"/>
                    </a:cubicBezTo>
                    <a:cubicBezTo>
                      <a:pt x="1626" y="245"/>
                      <a:pt x="1691" y="196"/>
                      <a:pt x="1767" y="186"/>
                    </a:cubicBezTo>
                    <a:cubicBezTo>
                      <a:pt x="1958" y="153"/>
                      <a:pt x="2153" y="137"/>
                      <a:pt x="2349" y="131"/>
                    </a:cubicBezTo>
                    <a:cubicBezTo>
                      <a:pt x="2398" y="131"/>
                      <a:pt x="2469" y="142"/>
                      <a:pt x="2545" y="142"/>
                    </a:cubicBezTo>
                    <a:lnTo>
                      <a:pt x="2561" y="142"/>
                    </a:lnTo>
                    <a:cubicBezTo>
                      <a:pt x="2610" y="142"/>
                      <a:pt x="2659" y="137"/>
                      <a:pt x="2713" y="131"/>
                    </a:cubicBezTo>
                    <a:cubicBezTo>
                      <a:pt x="2729" y="129"/>
                      <a:pt x="2745" y="128"/>
                      <a:pt x="2761" y="128"/>
                    </a:cubicBezTo>
                    <a:cubicBezTo>
                      <a:pt x="2825" y="128"/>
                      <a:pt x="2894" y="143"/>
                      <a:pt x="2960" y="143"/>
                    </a:cubicBezTo>
                    <a:cubicBezTo>
                      <a:pt x="2989" y="143"/>
                      <a:pt x="3018" y="140"/>
                      <a:pt x="3045" y="131"/>
                    </a:cubicBezTo>
                    <a:cubicBezTo>
                      <a:pt x="3050" y="126"/>
                      <a:pt x="3056" y="126"/>
                      <a:pt x="3056" y="120"/>
                    </a:cubicBezTo>
                    <a:close/>
                    <a:moveTo>
                      <a:pt x="1676" y="3459"/>
                    </a:moveTo>
                    <a:cubicBezTo>
                      <a:pt x="1687" y="3459"/>
                      <a:pt x="1700" y="3461"/>
                      <a:pt x="1713" y="3463"/>
                    </a:cubicBezTo>
                    <a:cubicBezTo>
                      <a:pt x="1713" y="3469"/>
                      <a:pt x="1713" y="3480"/>
                      <a:pt x="1708" y="3485"/>
                    </a:cubicBezTo>
                    <a:cubicBezTo>
                      <a:pt x="1691" y="3626"/>
                      <a:pt x="1686" y="3762"/>
                      <a:pt x="1697" y="3904"/>
                    </a:cubicBezTo>
                    <a:cubicBezTo>
                      <a:pt x="1697" y="4050"/>
                      <a:pt x="1697" y="4197"/>
                      <a:pt x="1691" y="4344"/>
                    </a:cubicBezTo>
                    <a:cubicBezTo>
                      <a:pt x="1691" y="4404"/>
                      <a:pt x="1691" y="4464"/>
                      <a:pt x="1686" y="4529"/>
                    </a:cubicBezTo>
                    <a:cubicBezTo>
                      <a:pt x="1686" y="4545"/>
                      <a:pt x="1680" y="4567"/>
                      <a:pt x="1680" y="4583"/>
                    </a:cubicBezTo>
                    <a:lnTo>
                      <a:pt x="1496" y="4583"/>
                    </a:lnTo>
                    <a:cubicBezTo>
                      <a:pt x="1436" y="4583"/>
                      <a:pt x="1360" y="4605"/>
                      <a:pt x="1300" y="4610"/>
                    </a:cubicBezTo>
                    <a:cubicBezTo>
                      <a:pt x="1224" y="4610"/>
                      <a:pt x="1148" y="4605"/>
                      <a:pt x="1077" y="4589"/>
                    </a:cubicBezTo>
                    <a:cubicBezTo>
                      <a:pt x="1042" y="4586"/>
                      <a:pt x="1006" y="4585"/>
                      <a:pt x="971" y="4585"/>
                    </a:cubicBezTo>
                    <a:cubicBezTo>
                      <a:pt x="936" y="4585"/>
                      <a:pt x="900" y="4586"/>
                      <a:pt x="865" y="4589"/>
                    </a:cubicBezTo>
                    <a:cubicBezTo>
                      <a:pt x="843" y="4589"/>
                      <a:pt x="819" y="4591"/>
                      <a:pt x="796" y="4591"/>
                    </a:cubicBezTo>
                    <a:cubicBezTo>
                      <a:pt x="784" y="4591"/>
                      <a:pt x="773" y="4590"/>
                      <a:pt x="762" y="4589"/>
                    </a:cubicBezTo>
                    <a:cubicBezTo>
                      <a:pt x="729" y="4583"/>
                      <a:pt x="691" y="4567"/>
                      <a:pt x="648" y="4561"/>
                    </a:cubicBezTo>
                    <a:cubicBezTo>
                      <a:pt x="626" y="4561"/>
                      <a:pt x="599" y="4572"/>
                      <a:pt x="577" y="4572"/>
                    </a:cubicBezTo>
                    <a:cubicBezTo>
                      <a:pt x="544" y="4572"/>
                      <a:pt x="555" y="4567"/>
                      <a:pt x="555" y="4529"/>
                    </a:cubicBezTo>
                    <a:cubicBezTo>
                      <a:pt x="550" y="4453"/>
                      <a:pt x="550" y="4371"/>
                      <a:pt x="555" y="4290"/>
                    </a:cubicBezTo>
                    <a:cubicBezTo>
                      <a:pt x="544" y="4224"/>
                      <a:pt x="544" y="4154"/>
                      <a:pt x="544" y="4088"/>
                    </a:cubicBezTo>
                    <a:cubicBezTo>
                      <a:pt x="550" y="4056"/>
                      <a:pt x="561" y="4029"/>
                      <a:pt x="566" y="3996"/>
                    </a:cubicBezTo>
                    <a:cubicBezTo>
                      <a:pt x="572" y="3963"/>
                      <a:pt x="561" y="3920"/>
                      <a:pt x="561" y="3882"/>
                    </a:cubicBezTo>
                    <a:cubicBezTo>
                      <a:pt x="572" y="3746"/>
                      <a:pt x="620" y="3610"/>
                      <a:pt x="762" y="3567"/>
                    </a:cubicBezTo>
                    <a:cubicBezTo>
                      <a:pt x="930" y="3523"/>
                      <a:pt x="1104" y="3496"/>
                      <a:pt x="1278" y="3491"/>
                    </a:cubicBezTo>
                    <a:cubicBezTo>
                      <a:pt x="1324" y="3488"/>
                      <a:pt x="1371" y="3488"/>
                      <a:pt x="1416" y="3488"/>
                    </a:cubicBezTo>
                    <a:cubicBezTo>
                      <a:pt x="1462" y="3488"/>
                      <a:pt x="1507" y="3488"/>
                      <a:pt x="1550" y="3485"/>
                    </a:cubicBezTo>
                    <a:cubicBezTo>
                      <a:pt x="1583" y="3480"/>
                      <a:pt x="1610" y="3474"/>
                      <a:pt x="1642" y="3463"/>
                    </a:cubicBezTo>
                    <a:cubicBezTo>
                      <a:pt x="1653" y="3461"/>
                      <a:pt x="1664" y="3459"/>
                      <a:pt x="1676" y="3459"/>
                    </a:cubicBezTo>
                    <a:close/>
                    <a:moveTo>
                      <a:pt x="4045" y="3459"/>
                    </a:moveTo>
                    <a:cubicBezTo>
                      <a:pt x="4056" y="3459"/>
                      <a:pt x="4067" y="3461"/>
                      <a:pt x="4078" y="3463"/>
                    </a:cubicBezTo>
                    <a:cubicBezTo>
                      <a:pt x="4110" y="3474"/>
                      <a:pt x="4143" y="3480"/>
                      <a:pt x="4170" y="3485"/>
                    </a:cubicBezTo>
                    <a:cubicBezTo>
                      <a:pt x="4216" y="3491"/>
                      <a:pt x="4262" y="3491"/>
                      <a:pt x="4308" y="3491"/>
                    </a:cubicBezTo>
                    <a:cubicBezTo>
                      <a:pt x="4354" y="3491"/>
                      <a:pt x="4398" y="3491"/>
                      <a:pt x="4442" y="3496"/>
                    </a:cubicBezTo>
                    <a:cubicBezTo>
                      <a:pt x="4621" y="3501"/>
                      <a:pt x="4795" y="3529"/>
                      <a:pt x="4964" y="3572"/>
                    </a:cubicBezTo>
                    <a:cubicBezTo>
                      <a:pt x="5100" y="3610"/>
                      <a:pt x="5149" y="3746"/>
                      <a:pt x="5159" y="3882"/>
                    </a:cubicBezTo>
                    <a:cubicBezTo>
                      <a:pt x="5159" y="3920"/>
                      <a:pt x="5149" y="3958"/>
                      <a:pt x="5159" y="4002"/>
                    </a:cubicBezTo>
                    <a:cubicBezTo>
                      <a:pt x="5165" y="4040"/>
                      <a:pt x="5176" y="4056"/>
                      <a:pt x="5181" y="4088"/>
                    </a:cubicBezTo>
                    <a:cubicBezTo>
                      <a:pt x="5181" y="4154"/>
                      <a:pt x="5181" y="4224"/>
                      <a:pt x="5170" y="4290"/>
                    </a:cubicBezTo>
                    <a:cubicBezTo>
                      <a:pt x="5170" y="4371"/>
                      <a:pt x="5181" y="4453"/>
                      <a:pt x="5170" y="4534"/>
                    </a:cubicBezTo>
                    <a:cubicBezTo>
                      <a:pt x="5170" y="4567"/>
                      <a:pt x="5181" y="4572"/>
                      <a:pt x="5149" y="4572"/>
                    </a:cubicBezTo>
                    <a:cubicBezTo>
                      <a:pt x="5121" y="4572"/>
                      <a:pt x="5100" y="4567"/>
                      <a:pt x="5078" y="4567"/>
                    </a:cubicBezTo>
                    <a:cubicBezTo>
                      <a:pt x="5034" y="4567"/>
                      <a:pt x="5002" y="4589"/>
                      <a:pt x="4964" y="4594"/>
                    </a:cubicBezTo>
                    <a:lnTo>
                      <a:pt x="4860" y="4594"/>
                    </a:lnTo>
                    <a:cubicBezTo>
                      <a:pt x="4825" y="4591"/>
                      <a:pt x="4790" y="4590"/>
                      <a:pt x="4754" y="4590"/>
                    </a:cubicBezTo>
                    <a:cubicBezTo>
                      <a:pt x="4719" y="4590"/>
                      <a:pt x="4684" y="4591"/>
                      <a:pt x="4648" y="4594"/>
                    </a:cubicBezTo>
                    <a:cubicBezTo>
                      <a:pt x="4578" y="4605"/>
                      <a:pt x="4502" y="4616"/>
                      <a:pt x="4426" y="4616"/>
                    </a:cubicBezTo>
                    <a:cubicBezTo>
                      <a:pt x="4360" y="4605"/>
                      <a:pt x="4290" y="4589"/>
                      <a:pt x="4224" y="4589"/>
                    </a:cubicBezTo>
                    <a:cubicBezTo>
                      <a:pt x="4201" y="4587"/>
                      <a:pt x="4179" y="4586"/>
                      <a:pt x="4158" y="4586"/>
                    </a:cubicBezTo>
                    <a:cubicBezTo>
                      <a:pt x="4117" y="4586"/>
                      <a:pt x="4079" y="4589"/>
                      <a:pt x="4040" y="4589"/>
                    </a:cubicBezTo>
                    <a:lnTo>
                      <a:pt x="4034" y="4529"/>
                    </a:lnTo>
                    <a:cubicBezTo>
                      <a:pt x="4034" y="4469"/>
                      <a:pt x="4034" y="4404"/>
                      <a:pt x="4034" y="4344"/>
                    </a:cubicBezTo>
                    <a:cubicBezTo>
                      <a:pt x="4034" y="4197"/>
                      <a:pt x="4023" y="4050"/>
                      <a:pt x="4029" y="3904"/>
                    </a:cubicBezTo>
                    <a:cubicBezTo>
                      <a:pt x="4034" y="3768"/>
                      <a:pt x="4029" y="3626"/>
                      <a:pt x="4012" y="3491"/>
                    </a:cubicBezTo>
                    <a:cubicBezTo>
                      <a:pt x="4012" y="3480"/>
                      <a:pt x="4012" y="3474"/>
                      <a:pt x="4012" y="3463"/>
                    </a:cubicBezTo>
                    <a:cubicBezTo>
                      <a:pt x="4023" y="3461"/>
                      <a:pt x="4034" y="3459"/>
                      <a:pt x="4045" y="3459"/>
                    </a:cubicBezTo>
                    <a:close/>
                    <a:moveTo>
                      <a:pt x="2855" y="2702"/>
                    </a:moveTo>
                    <a:cubicBezTo>
                      <a:pt x="2898" y="2708"/>
                      <a:pt x="2942" y="2713"/>
                      <a:pt x="2985" y="2719"/>
                    </a:cubicBezTo>
                    <a:cubicBezTo>
                      <a:pt x="3034" y="2730"/>
                      <a:pt x="3083" y="2740"/>
                      <a:pt x="3132" y="2746"/>
                    </a:cubicBezTo>
                    <a:cubicBezTo>
                      <a:pt x="3197" y="2746"/>
                      <a:pt x="3262" y="2746"/>
                      <a:pt x="3322" y="2757"/>
                    </a:cubicBezTo>
                    <a:cubicBezTo>
                      <a:pt x="3382" y="2768"/>
                      <a:pt x="3442" y="2778"/>
                      <a:pt x="3496" y="2795"/>
                    </a:cubicBezTo>
                    <a:cubicBezTo>
                      <a:pt x="3556" y="2806"/>
                      <a:pt x="3610" y="2827"/>
                      <a:pt x="3659" y="2855"/>
                    </a:cubicBezTo>
                    <a:cubicBezTo>
                      <a:pt x="3697" y="2882"/>
                      <a:pt x="3735" y="2909"/>
                      <a:pt x="3762" y="2942"/>
                    </a:cubicBezTo>
                    <a:cubicBezTo>
                      <a:pt x="3790" y="2980"/>
                      <a:pt x="3806" y="3018"/>
                      <a:pt x="3817" y="3056"/>
                    </a:cubicBezTo>
                    <a:cubicBezTo>
                      <a:pt x="3838" y="3105"/>
                      <a:pt x="3849" y="3154"/>
                      <a:pt x="3849" y="3208"/>
                    </a:cubicBezTo>
                    <a:cubicBezTo>
                      <a:pt x="3849" y="3327"/>
                      <a:pt x="3855" y="3442"/>
                      <a:pt x="3866" y="3556"/>
                    </a:cubicBezTo>
                    <a:cubicBezTo>
                      <a:pt x="3871" y="3686"/>
                      <a:pt x="3871" y="3811"/>
                      <a:pt x="3860" y="3942"/>
                    </a:cubicBezTo>
                    <a:cubicBezTo>
                      <a:pt x="3860" y="4078"/>
                      <a:pt x="3860" y="4208"/>
                      <a:pt x="3855" y="4339"/>
                    </a:cubicBezTo>
                    <a:cubicBezTo>
                      <a:pt x="3855" y="4393"/>
                      <a:pt x="3855" y="4453"/>
                      <a:pt x="3855" y="4507"/>
                    </a:cubicBezTo>
                    <a:lnTo>
                      <a:pt x="3860" y="4507"/>
                    </a:lnTo>
                    <a:cubicBezTo>
                      <a:pt x="3860" y="4534"/>
                      <a:pt x="3866" y="4561"/>
                      <a:pt x="3860" y="4589"/>
                    </a:cubicBezTo>
                    <a:lnTo>
                      <a:pt x="3741" y="4589"/>
                    </a:lnTo>
                    <a:cubicBezTo>
                      <a:pt x="3675" y="4589"/>
                      <a:pt x="3610" y="4582"/>
                      <a:pt x="3545" y="4582"/>
                    </a:cubicBezTo>
                    <a:cubicBezTo>
                      <a:pt x="3529" y="4582"/>
                      <a:pt x="3512" y="4582"/>
                      <a:pt x="3496" y="4583"/>
                    </a:cubicBezTo>
                    <a:cubicBezTo>
                      <a:pt x="3420" y="4589"/>
                      <a:pt x="3349" y="4599"/>
                      <a:pt x="3273" y="4605"/>
                    </a:cubicBezTo>
                    <a:cubicBezTo>
                      <a:pt x="3203" y="4605"/>
                      <a:pt x="3116" y="4610"/>
                      <a:pt x="3039" y="4616"/>
                    </a:cubicBezTo>
                    <a:cubicBezTo>
                      <a:pt x="2977" y="4618"/>
                      <a:pt x="2916" y="4620"/>
                      <a:pt x="2855" y="4620"/>
                    </a:cubicBezTo>
                    <a:cubicBezTo>
                      <a:pt x="2795" y="4620"/>
                      <a:pt x="2735" y="4618"/>
                      <a:pt x="2675" y="4616"/>
                    </a:cubicBezTo>
                    <a:cubicBezTo>
                      <a:pt x="2594" y="4610"/>
                      <a:pt x="2518" y="4605"/>
                      <a:pt x="2436" y="4605"/>
                    </a:cubicBezTo>
                    <a:cubicBezTo>
                      <a:pt x="2360" y="4599"/>
                      <a:pt x="2289" y="4589"/>
                      <a:pt x="2213" y="4583"/>
                    </a:cubicBezTo>
                    <a:cubicBezTo>
                      <a:pt x="2199" y="4582"/>
                      <a:pt x="2184" y="4582"/>
                      <a:pt x="2168" y="4582"/>
                    </a:cubicBezTo>
                    <a:cubicBezTo>
                      <a:pt x="2106" y="4582"/>
                      <a:pt x="2034" y="4589"/>
                      <a:pt x="1969" y="4589"/>
                    </a:cubicBezTo>
                    <a:lnTo>
                      <a:pt x="1854" y="4589"/>
                    </a:lnTo>
                    <a:lnTo>
                      <a:pt x="1854" y="4507"/>
                    </a:lnTo>
                    <a:lnTo>
                      <a:pt x="1854" y="4339"/>
                    </a:lnTo>
                    <a:cubicBezTo>
                      <a:pt x="1854" y="4203"/>
                      <a:pt x="1854" y="4072"/>
                      <a:pt x="1849" y="3942"/>
                    </a:cubicBezTo>
                    <a:cubicBezTo>
                      <a:pt x="1844" y="3811"/>
                      <a:pt x="1838" y="3686"/>
                      <a:pt x="1844" y="3556"/>
                    </a:cubicBezTo>
                    <a:cubicBezTo>
                      <a:pt x="1854" y="3442"/>
                      <a:pt x="1860" y="3327"/>
                      <a:pt x="1860" y="3208"/>
                    </a:cubicBezTo>
                    <a:cubicBezTo>
                      <a:pt x="1860" y="3154"/>
                      <a:pt x="1871" y="3105"/>
                      <a:pt x="1892" y="3056"/>
                    </a:cubicBezTo>
                    <a:cubicBezTo>
                      <a:pt x="1909" y="3018"/>
                      <a:pt x="1925" y="2980"/>
                      <a:pt x="1947" y="2942"/>
                    </a:cubicBezTo>
                    <a:cubicBezTo>
                      <a:pt x="1979" y="2909"/>
                      <a:pt x="2012" y="2882"/>
                      <a:pt x="2050" y="2855"/>
                    </a:cubicBezTo>
                    <a:cubicBezTo>
                      <a:pt x="2104" y="2827"/>
                      <a:pt x="2159" y="2806"/>
                      <a:pt x="2213" y="2795"/>
                    </a:cubicBezTo>
                    <a:cubicBezTo>
                      <a:pt x="2273" y="2778"/>
                      <a:pt x="2327" y="2768"/>
                      <a:pt x="2387" y="2757"/>
                    </a:cubicBezTo>
                    <a:cubicBezTo>
                      <a:pt x="2452" y="2746"/>
                      <a:pt x="2512" y="2746"/>
                      <a:pt x="2577" y="2746"/>
                    </a:cubicBezTo>
                    <a:cubicBezTo>
                      <a:pt x="2626" y="2740"/>
                      <a:pt x="2681" y="2730"/>
                      <a:pt x="2730" y="2719"/>
                    </a:cubicBezTo>
                    <a:cubicBezTo>
                      <a:pt x="2768" y="2713"/>
                      <a:pt x="2811" y="2708"/>
                      <a:pt x="2855" y="2702"/>
                    </a:cubicBezTo>
                    <a:close/>
                    <a:moveTo>
                      <a:pt x="2865" y="4697"/>
                    </a:moveTo>
                    <a:cubicBezTo>
                      <a:pt x="2904" y="4703"/>
                      <a:pt x="2942" y="4730"/>
                      <a:pt x="2985" y="4741"/>
                    </a:cubicBezTo>
                    <a:cubicBezTo>
                      <a:pt x="3029" y="4746"/>
                      <a:pt x="3072" y="4752"/>
                      <a:pt x="3116" y="4752"/>
                    </a:cubicBezTo>
                    <a:cubicBezTo>
                      <a:pt x="3189" y="4755"/>
                      <a:pt x="3259" y="4759"/>
                      <a:pt x="3330" y="4759"/>
                    </a:cubicBezTo>
                    <a:cubicBezTo>
                      <a:pt x="3360" y="4759"/>
                      <a:pt x="3390" y="4759"/>
                      <a:pt x="3420" y="4757"/>
                    </a:cubicBezTo>
                    <a:cubicBezTo>
                      <a:pt x="3518" y="4757"/>
                      <a:pt x="3610" y="4768"/>
                      <a:pt x="3708" y="4773"/>
                    </a:cubicBezTo>
                    <a:cubicBezTo>
                      <a:pt x="3806" y="4773"/>
                      <a:pt x="3915" y="4773"/>
                      <a:pt x="4012" y="4768"/>
                    </a:cubicBezTo>
                    <a:cubicBezTo>
                      <a:pt x="4048" y="4764"/>
                      <a:pt x="4083" y="4762"/>
                      <a:pt x="4118" y="4762"/>
                    </a:cubicBezTo>
                    <a:cubicBezTo>
                      <a:pt x="4175" y="4762"/>
                      <a:pt x="4233" y="4767"/>
                      <a:pt x="4290" y="4773"/>
                    </a:cubicBezTo>
                    <a:cubicBezTo>
                      <a:pt x="4347" y="4786"/>
                      <a:pt x="4404" y="4792"/>
                      <a:pt x="4461" y="4792"/>
                    </a:cubicBezTo>
                    <a:cubicBezTo>
                      <a:pt x="4480" y="4792"/>
                      <a:pt x="4499" y="4791"/>
                      <a:pt x="4518" y="4790"/>
                    </a:cubicBezTo>
                    <a:cubicBezTo>
                      <a:pt x="4605" y="4779"/>
                      <a:pt x="4697" y="4773"/>
                      <a:pt x="4784" y="4773"/>
                    </a:cubicBezTo>
                    <a:cubicBezTo>
                      <a:pt x="4822" y="4776"/>
                      <a:pt x="4859" y="4777"/>
                      <a:pt x="4896" y="4777"/>
                    </a:cubicBezTo>
                    <a:cubicBezTo>
                      <a:pt x="4932" y="4777"/>
                      <a:pt x="4969" y="4776"/>
                      <a:pt x="5007" y="4773"/>
                    </a:cubicBezTo>
                    <a:cubicBezTo>
                      <a:pt x="5040" y="4763"/>
                      <a:pt x="5072" y="4757"/>
                      <a:pt x="5105" y="4752"/>
                    </a:cubicBezTo>
                    <a:cubicBezTo>
                      <a:pt x="5138" y="4752"/>
                      <a:pt x="5176" y="4752"/>
                      <a:pt x="5208" y="4746"/>
                    </a:cubicBezTo>
                    <a:lnTo>
                      <a:pt x="5235" y="4741"/>
                    </a:lnTo>
                    <a:cubicBezTo>
                      <a:pt x="5252" y="4741"/>
                      <a:pt x="5268" y="4741"/>
                      <a:pt x="5284" y="4746"/>
                    </a:cubicBezTo>
                    <a:cubicBezTo>
                      <a:pt x="5344" y="4757"/>
                      <a:pt x="5409" y="4773"/>
                      <a:pt x="5469" y="4795"/>
                    </a:cubicBezTo>
                    <a:cubicBezTo>
                      <a:pt x="5540" y="4822"/>
                      <a:pt x="5534" y="4871"/>
                      <a:pt x="5513" y="4926"/>
                    </a:cubicBezTo>
                    <a:cubicBezTo>
                      <a:pt x="5502" y="4969"/>
                      <a:pt x="5486" y="5007"/>
                      <a:pt x="5469" y="5051"/>
                    </a:cubicBezTo>
                    <a:cubicBezTo>
                      <a:pt x="5442" y="5100"/>
                      <a:pt x="5420" y="5121"/>
                      <a:pt x="5361" y="5121"/>
                    </a:cubicBezTo>
                    <a:cubicBezTo>
                      <a:pt x="5298" y="5116"/>
                      <a:pt x="5235" y="5113"/>
                      <a:pt x="5173" y="5113"/>
                    </a:cubicBezTo>
                    <a:cubicBezTo>
                      <a:pt x="5110" y="5113"/>
                      <a:pt x="5048" y="5116"/>
                      <a:pt x="4985" y="5121"/>
                    </a:cubicBezTo>
                    <a:cubicBezTo>
                      <a:pt x="4931" y="5127"/>
                      <a:pt x="4871" y="5143"/>
                      <a:pt x="4811" y="5143"/>
                    </a:cubicBezTo>
                    <a:cubicBezTo>
                      <a:pt x="4752" y="5143"/>
                      <a:pt x="4697" y="5138"/>
                      <a:pt x="4643" y="5138"/>
                    </a:cubicBezTo>
                    <a:lnTo>
                      <a:pt x="3800" y="5138"/>
                    </a:lnTo>
                    <a:cubicBezTo>
                      <a:pt x="3692" y="5138"/>
                      <a:pt x="3586" y="5145"/>
                      <a:pt x="3482" y="5145"/>
                    </a:cubicBezTo>
                    <a:cubicBezTo>
                      <a:pt x="3456" y="5145"/>
                      <a:pt x="3430" y="5144"/>
                      <a:pt x="3404" y="5143"/>
                    </a:cubicBezTo>
                    <a:cubicBezTo>
                      <a:pt x="3338" y="5143"/>
                      <a:pt x="3279" y="5121"/>
                      <a:pt x="3213" y="5121"/>
                    </a:cubicBezTo>
                    <a:cubicBezTo>
                      <a:pt x="3159" y="5121"/>
                      <a:pt x="3110" y="5116"/>
                      <a:pt x="3061" y="5110"/>
                    </a:cubicBezTo>
                    <a:cubicBezTo>
                      <a:pt x="2996" y="5094"/>
                      <a:pt x="2929" y="5086"/>
                      <a:pt x="2863" y="5086"/>
                    </a:cubicBezTo>
                    <a:cubicBezTo>
                      <a:pt x="2796" y="5086"/>
                      <a:pt x="2730" y="5094"/>
                      <a:pt x="2664" y="5110"/>
                    </a:cubicBezTo>
                    <a:cubicBezTo>
                      <a:pt x="2615" y="5116"/>
                      <a:pt x="2567" y="5121"/>
                      <a:pt x="2512" y="5121"/>
                    </a:cubicBezTo>
                    <a:cubicBezTo>
                      <a:pt x="2447" y="5121"/>
                      <a:pt x="2387" y="5138"/>
                      <a:pt x="2322" y="5143"/>
                    </a:cubicBezTo>
                    <a:cubicBezTo>
                      <a:pt x="2296" y="5144"/>
                      <a:pt x="2270" y="5145"/>
                      <a:pt x="2243" y="5145"/>
                    </a:cubicBezTo>
                    <a:cubicBezTo>
                      <a:pt x="2137" y="5145"/>
                      <a:pt x="2029" y="5138"/>
                      <a:pt x="1925" y="5138"/>
                    </a:cubicBezTo>
                    <a:lnTo>
                      <a:pt x="1083" y="5138"/>
                    </a:lnTo>
                    <a:cubicBezTo>
                      <a:pt x="1028" y="5138"/>
                      <a:pt x="968" y="5143"/>
                      <a:pt x="914" y="5143"/>
                    </a:cubicBezTo>
                    <a:cubicBezTo>
                      <a:pt x="854" y="5143"/>
                      <a:pt x="794" y="5127"/>
                      <a:pt x="735" y="5121"/>
                    </a:cubicBezTo>
                    <a:cubicBezTo>
                      <a:pt x="675" y="5116"/>
                      <a:pt x="614" y="5113"/>
                      <a:pt x="552" y="5113"/>
                    </a:cubicBezTo>
                    <a:cubicBezTo>
                      <a:pt x="490" y="5113"/>
                      <a:pt x="428" y="5116"/>
                      <a:pt x="365" y="5121"/>
                    </a:cubicBezTo>
                    <a:cubicBezTo>
                      <a:pt x="305" y="5121"/>
                      <a:pt x="283" y="5100"/>
                      <a:pt x="256" y="5051"/>
                    </a:cubicBezTo>
                    <a:cubicBezTo>
                      <a:pt x="240" y="5007"/>
                      <a:pt x="224" y="4969"/>
                      <a:pt x="207" y="4926"/>
                    </a:cubicBezTo>
                    <a:cubicBezTo>
                      <a:pt x="191" y="4871"/>
                      <a:pt x="191" y="4822"/>
                      <a:pt x="256" y="4795"/>
                    </a:cubicBezTo>
                    <a:cubicBezTo>
                      <a:pt x="316" y="4773"/>
                      <a:pt x="381" y="4757"/>
                      <a:pt x="441" y="4746"/>
                    </a:cubicBezTo>
                    <a:cubicBezTo>
                      <a:pt x="457" y="4741"/>
                      <a:pt x="474" y="4741"/>
                      <a:pt x="490" y="4741"/>
                    </a:cubicBezTo>
                    <a:cubicBezTo>
                      <a:pt x="501" y="4741"/>
                      <a:pt x="506" y="4746"/>
                      <a:pt x="517" y="4746"/>
                    </a:cubicBezTo>
                    <a:cubicBezTo>
                      <a:pt x="550" y="4752"/>
                      <a:pt x="588" y="4752"/>
                      <a:pt x="620" y="4752"/>
                    </a:cubicBezTo>
                    <a:cubicBezTo>
                      <a:pt x="653" y="4757"/>
                      <a:pt x="686" y="4763"/>
                      <a:pt x="718" y="4773"/>
                    </a:cubicBezTo>
                    <a:cubicBezTo>
                      <a:pt x="756" y="4776"/>
                      <a:pt x="793" y="4777"/>
                      <a:pt x="830" y="4777"/>
                    </a:cubicBezTo>
                    <a:cubicBezTo>
                      <a:pt x="866" y="4777"/>
                      <a:pt x="903" y="4776"/>
                      <a:pt x="941" y="4773"/>
                    </a:cubicBezTo>
                    <a:cubicBezTo>
                      <a:pt x="1028" y="4773"/>
                      <a:pt x="1121" y="4779"/>
                      <a:pt x="1208" y="4790"/>
                    </a:cubicBezTo>
                    <a:cubicBezTo>
                      <a:pt x="1227" y="4791"/>
                      <a:pt x="1246" y="4792"/>
                      <a:pt x="1265" y="4792"/>
                    </a:cubicBezTo>
                    <a:cubicBezTo>
                      <a:pt x="1322" y="4792"/>
                      <a:pt x="1379" y="4786"/>
                      <a:pt x="1436" y="4773"/>
                    </a:cubicBezTo>
                    <a:cubicBezTo>
                      <a:pt x="1493" y="4767"/>
                      <a:pt x="1550" y="4762"/>
                      <a:pt x="1607" y="4762"/>
                    </a:cubicBezTo>
                    <a:cubicBezTo>
                      <a:pt x="1642" y="4762"/>
                      <a:pt x="1678" y="4764"/>
                      <a:pt x="1713" y="4768"/>
                    </a:cubicBezTo>
                    <a:cubicBezTo>
                      <a:pt x="1816" y="4768"/>
                      <a:pt x="1920" y="4773"/>
                      <a:pt x="2017" y="4773"/>
                    </a:cubicBezTo>
                    <a:cubicBezTo>
                      <a:pt x="2115" y="4768"/>
                      <a:pt x="2208" y="4757"/>
                      <a:pt x="2306" y="4757"/>
                    </a:cubicBezTo>
                    <a:cubicBezTo>
                      <a:pt x="2336" y="4759"/>
                      <a:pt x="2366" y="4759"/>
                      <a:pt x="2396" y="4759"/>
                    </a:cubicBezTo>
                    <a:cubicBezTo>
                      <a:pt x="2469" y="4759"/>
                      <a:pt x="2541" y="4755"/>
                      <a:pt x="2610" y="4752"/>
                    </a:cubicBezTo>
                    <a:cubicBezTo>
                      <a:pt x="2653" y="4752"/>
                      <a:pt x="2697" y="4746"/>
                      <a:pt x="2740" y="4741"/>
                    </a:cubicBezTo>
                    <a:cubicBezTo>
                      <a:pt x="2784" y="4730"/>
                      <a:pt x="2822" y="4703"/>
                      <a:pt x="2865" y="4697"/>
                    </a:cubicBezTo>
                    <a:close/>
                    <a:moveTo>
                      <a:pt x="1365" y="5290"/>
                    </a:moveTo>
                    <a:lnTo>
                      <a:pt x="1311" y="5306"/>
                    </a:lnTo>
                    <a:cubicBezTo>
                      <a:pt x="1262" y="5328"/>
                      <a:pt x="1208" y="5317"/>
                      <a:pt x="1159" y="5339"/>
                    </a:cubicBezTo>
                    <a:cubicBezTo>
                      <a:pt x="1131" y="5350"/>
                      <a:pt x="1115" y="5366"/>
                      <a:pt x="1088" y="5371"/>
                    </a:cubicBezTo>
                    <a:cubicBezTo>
                      <a:pt x="1061" y="5382"/>
                      <a:pt x="1034" y="5382"/>
                      <a:pt x="1006" y="5382"/>
                    </a:cubicBezTo>
                    <a:cubicBezTo>
                      <a:pt x="1001" y="5355"/>
                      <a:pt x="1001" y="5333"/>
                      <a:pt x="996" y="5306"/>
                    </a:cubicBezTo>
                    <a:lnTo>
                      <a:pt x="996" y="5301"/>
                    </a:lnTo>
                    <a:lnTo>
                      <a:pt x="990" y="5290"/>
                    </a:lnTo>
                    <a:close/>
                    <a:moveTo>
                      <a:pt x="4030" y="5336"/>
                    </a:moveTo>
                    <a:cubicBezTo>
                      <a:pt x="4031" y="5339"/>
                      <a:pt x="4034" y="5340"/>
                      <a:pt x="4034" y="5344"/>
                    </a:cubicBezTo>
                    <a:cubicBezTo>
                      <a:pt x="4056" y="5355"/>
                      <a:pt x="4078" y="5360"/>
                      <a:pt x="4099" y="5366"/>
                    </a:cubicBezTo>
                    <a:cubicBezTo>
                      <a:pt x="4078" y="5371"/>
                      <a:pt x="4061" y="5382"/>
                      <a:pt x="4045" y="5393"/>
                    </a:cubicBezTo>
                    <a:cubicBezTo>
                      <a:pt x="4040" y="5372"/>
                      <a:pt x="4035" y="5357"/>
                      <a:pt x="4030" y="5336"/>
                    </a:cubicBezTo>
                    <a:close/>
                    <a:moveTo>
                      <a:pt x="1447" y="5382"/>
                    </a:moveTo>
                    <a:cubicBezTo>
                      <a:pt x="1398" y="5404"/>
                      <a:pt x="1349" y="5409"/>
                      <a:pt x="1300" y="5431"/>
                    </a:cubicBezTo>
                    <a:cubicBezTo>
                      <a:pt x="1256" y="5447"/>
                      <a:pt x="1208" y="5469"/>
                      <a:pt x="1159" y="5485"/>
                    </a:cubicBezTo>
                    <a:cubicBezTo>
                      <a:pt x="1115" y="5491"/>
                      <a:pt x="1077" y="5507"/>
                      <a:pt x="1039" y="5529"/>
                    </a:cubicBezTo>
                    <a:lnTo>
                      <a:pt x="1039" y="5491"/>
                    </a:lnTo>
                    <a:lnTo>
                      <a:pt x="1034" y="5491"/>
                    </a:lnTo>
                    <a:cubicBezTo>
                      <a:pt x="1028" y="5458"/>
                      <a:pt x="1023" y="5426"/>
                      <a:pt x="1012" y="5399"/>
                    </a:cubicBezTo>
                    <a:lnTo>
                      <a:pt x="1012" y="5399"/>
                    </a:lnTo>
                    <a:cubicBezTo>
                      <a:pt x="1044" y="5409"/>
                      <a:pt x="1083" y="5409"/>
                      <a:pt x="1115" y="5415"/>
                    </a:cubicBezTo>
                    <a:cubicBezTo>
                      <a:pt x="1148" y="5404"/>
                      <a:pt x="1180" y="5404"/>
                      <a:pt x="1218" y="5404"/>
                    </a:cubicBezTo>
                    <a:cubicBezTo>
                      <a:pt x="1240" y="5404"/>
                      <a:pt x="1256" y="5404"/>
                      <a:pt x="1278" y="5409"/>
                    </a:cubicBezTo>
                    <a:cubicBezTo>
                      <a:pt x="1327" y="5404"/>
                      <a:pt x="1371" y="5393"/>
                      <a:pt x="1414" y="5388"/>
                    </a:cubicBezTo>
                    <a:lnTo>
                      <a:pt x="1447" y="5382"/>
                    </a:lnTo>
                    <a:close/>
                    <a:moveTo>
                      <a:pt x="1642" y="5355"/>
                    </a:moveTo>
                    <a:cubicBezTo>
                      <a:pt x="1642" y="5371"/>
                      <a:pt x="1648" y="5382"/>
                      <a:pt x="1653" y="5393"/>
                    </a:cubicBezTo>
                    <a:cubicBezTo>
                      <a:pt x="1653" y="5399"/>
                      <a:pt x="1653" y="5404"/>
                      <a:pt x="1653" y="5409"/>
                    </a:cubicBezTo>
                    <a:cubicBezTo>
                      <a:pt x="1653" y="5426"/>
                      <a:pt x="1659" y="5437"/>
                      <a:pt x="1675" y="5447"/>
                    </a:cubicBezTo>
                    <a:cubicBezTo>
                      <a:pt x="1675" y="5480"/>
                      <a:pt x="1680" y="5518"/>
                      <a:pt x="1680" y="5545"/>
                    </a:cubicBezTo>
                    <a:lnTo>
                      <a:pt x="1680" y="5578"/>
                    </a:lnTo>
                    <a:cubicBezTo>
                      <a:pt x="1594" y="5605"/>
                      <a:pt x="1507" y="5621"/>
                      <a:pt x="1420" y="5638"/>
                    </a:cubicBezTo>
                    <a:lnTo>
                      <a:pt x="1425" y="5638"/>
                    </a:lnTo>
                    <a:cubicBezTo>
                      <a:pt x="1365" y="5654"/>
                      <a:pt x="1305" y="5665"/>
                      <a:pt x="1246" y="5676"/>
                    </a:cubicBezTo>
                    <a:cubicBezTo>
                      <a:pt x="1289" y="5654"/>
                      <a:pt x="1349" y="5638"/>
                      <a:pt x="1387" y="5621"/>
                    </a:cubicBezTo>
                    <a:cubicBezTo>
                      <a:pt x="1436" y="5600"/>
                      <a:pt x="1485" y="5583"/>
                      <a:pt x="1534" y="5562"/>
                    </a:cubicBezTo>
                    <a:cubicBezTo>
                      <a:pt x="1566" y="5556"/>
                      <a:pt x="1599" y="5534"/>
                      <a:pt x="1615" y="5502"/>
                    </a:cubicBezTo>
                    <a:cubicBezTo>
                      <a:pt x="1632" y="5475"/>
                      <a:pt x="1615" y="5437"/>
                      <a:pt x="1583" y="5431"/>
                    </a:cubicBezTo>
                    <a:cubicBezTo>
                      <a:pt x="1570" y="5427"/>
                      <a:pt x="1558" y="5425"/>
                      <a:pt x="1545" y="5425"/>
                    </a:cubicBezTo>
                    <a:cubicBezTo>
                      <a:pt x="1525" y="5425"/>
                      <a:pt x="1505" y="5430"/>
                      <a:pt x="1485" y="5437"/>
                    </a:cubicBezTo>
                    <a:cubicBezTo>
                      <a:pt x="1512" y="5426"/>
                      <a:pt x="1539" y="5415"/>
                      <a:pt x="1566" y="5404"/>
                    </a:cubicBezTo>
                    <a:cubicBezTo>
                      <a:pt x="1599" y="5399"/>
                      <a:pt x="1626" y="5382"/>
                      <a:pt x="1642" y="5355"/>
                    </a:cubicBezTo>
                    <a:close/>
                    <a:moveTo>
                      <a:pt x="4034" y="5643"/>
                    </a:moveTo>
                    <a:cubicBezTo>
                      <a:pt x="4050" y="5649"/>
                      <a:pt x="4067" y="5654"/>
                      <a:pt x="4083" y="5659"/>
                    </a:cubicBezTo>
                    <a:cubicBezTo>
                      <a:pt x="4078" y="5670"/>
                      <a:pt x="4078" y="5676"/>
                      <a:pt x="4072" y="5687"/>
                    </a:cubicBezTo>
                    <a:lnTo>
                      <a:pt x="4034" y="5687"/>
                    </a:lnTo>
                    <a:cubicBezTo>
                      <a:pt x="4034" y="5687"/>
                      <a:pt x="4034" y="5681"/>
                      <a:pt x="4034" y="5681"/>
                    </a:cubicBezTo>
                    <a:cubicBezTo>
                      <a:pt x="4034" y="5670"/>
                      <a:pt x="4034" y="5654"/>
                      <a:pt x="4034" y="5643"/>
                    </a:cubicBezTo>
                    <a:close/>
                    <a:moveTo>
                      <a:pt x="4719" y="5350"/>
                    </a:moveTo>
                    <a:cubicBezTo>
                      <a:pt x="4714" y="5360"/>
                      <a:pt x="4714" y="5377"/>
                      <a:pt x="4714" y="5393"/>
                    </a:cubicBezTo>
                    <a:cubicBezTo>
                      <a:pt x="4697" y="5420"/>
                      <a:pt x="4692" y="5453"/>
                      <a:pt x="4686" y="5491"/>
                    </a:cubicBezTo>
                    <a:cubicBezTo>
                      <a:pt x="4681" y="5529"/>
                      <a:pt x="4686" y="5572"/>
                      <a:pt x="4676" y="5611"/>
                    </a:cubicBezTo>
                    <a:cubicBezTo>
                      <a:pt x="4670" y="5643"/>
                      <a:pt x="4670" y="5676"/>
                      <a:pt x="4659" y="5703"/>
                    </a:cubicBezTo>
                    <a:cubicBezTo>
                      <a:pt x="4652" y="5710"/>
                      <a:pt x="4636" y="5712"/>
                      <a:pt x="4619" y="5712"/>
                    </a:cubicBezTo>
                    <a:cubicBezTo>
                      <a:pt x="4596" y="5712"/>
                      <a:pt x="4571" y="5708"/>
                      <a:pt x="4561" y="5708"/>
                    </a:cubicBezTo>
                    <a:lnTo>
                      <a:pt x="4540" y="5708"/>
                    </a:lnTo>
                    <a:cubicBezTo>
                      <a:pt x="4567" y="5697"/>
                      <a:pt x="4589" y="5676"/>
                      <a:pt x="4610" y="5654"/>
                    </a:cubicBezTo>
                    <a:cubicBezTo>
                      <a:pt x="4621" y="5643"/>
                      <a:pt x="4627" y="5632"/>
                      <a:pt x="4627" y="5616"/>
                    </a:cubicBezTo>
                    <a:cubicBezTo>
                      <a:pt x="4686" y="5578"/>
                      <a:pt x="4670" y="5491"/>
                      <a:pt x="4605" y="5469"/>
                    </a:cubicBezTo>
                    <a:cubicBezTo>
                      <a:pt x="4632" y="5453"/>
                      <a:pt x="4643" y="5426"/>
                      <a:pt x="4632" y="5393"/>
                    </a:cubicBezTo>
                    <a:cubicBezTo>
                      <a:pt x="4665" y="5382"/>
                      <a:pt x="4692" y="5366"/>
                      <a:pt x="4719" y="5350"/>
                    </a:cubicBezTo>
                    <a:close/>
                    <a:moveTo>
                      <a:pt x="1224" y="5578"/>
                    </a:moveTo>
                    <a:cubicBezTo>
                      <a:pt x="1175" y="5594"/>
                      <a:pt x="1131" y="5627"/>
                      <a:pt x="1099" y="5670"/>
                    </a:cubicBezTo>
                    <a:lnTo>
                      <a:pt x="1093" y="5670"/>
                    </a:lnTo>
                    <a:cubicBezTo>
                      <a:pt x="1088" y="5681"/>
                      <a:pt x="1088" y="5697"/>
                      <a:pt x="1093" y="5714"/>
                    </a:cubicBezTo>
                    <a:cubicBezTo>
                      <a:pt x="1077" y="5714"/>
                      <a:pt x="1066" y="5714"/>
                      <a:pt x="1061" y="5703"/>
                    </a:cubicBezTo>
                    <a:cubicBezTo>
                      <a:pt x="1050" y="5676"/>
                      <a:pt x="1044" y="5643"/>
                      <a:pt x="1044" y="5611"/>
                    </a:cubicBezTo>
                    <a:lnTo>
                      <a:pt x="1044" y="5594"/>
                    </a:lnTo>
                    <a:cubicBezTo>
                      <a:pt x="1053" y="5596"/>
                      <a:pt x="1061" y="5597"/>
                      <a:pt x="1068" y="5597"/>
                    </a:cubicBezTo>
                    <a:cubicBezTo>
                      <a:pt x="1097" y="5597"/>
                      <a:pt x="1117" y="5582"/>
                      <a:pt x="1148" y="5578"/>
                    </a:cubicBezTo>
                    <a:close/>
                    <a:moveTo>
                      <a:pt x="2240" y="1"/>
                    </a:moveTo>
                    <a:cubicBezTo>
                      <a:pt x="2153" y="6"/>
                      <a:pt x="2066" y="17"/>
                      <a:pt x="1979" y="33"/>
                    </a:cubicBezTo>
                    <a:cubicBezTo>
                      <a:pt x="1898" y="44"/>
                      <a:pt x="1816" y="50"/>
                      <a:pt x="1735" y="61"/>
                    </a:cubicBezTo>
                    <a:cubicBezTo>
                      <a:pt x="1594" y="88"/>
                      <a:pt x="1479" y="202"/>
                      <a:pt x="1458" y="343"/>
                    </a:cubicBezTo>
                    <a:cubicBezTo>
                      <a:pt x="1447" y="425"/>
                      <a:pt x="1447" y="501"/>
                      <a:pt x="1458" y="582"/>
                    </a:cubicBezTo>
                    <a:cubicBezTo>
                      <a:pt x="1458" y="658"/>
                      <a:pt x="1441" y="691"/>
                      <a:pt x="1365" y="697"/>
                    </a:cubicBezTo>
                    <a:cubicBezTo>
                      <a:pt x="1311" y="697"/>
                      <a:pt x="1256" y="691"/>
                      <a:pt x="1202" y="686"/>
                    </a:cubicBezTo>
                    <a:cubicBezTo>
                      <a:pt x="1194" y="685"/>
                      <a:pt x="1185" y="685"/>
                      <a:pt x="1177" y="685"/>
                    </a:cubicBezTo>
                    <a:cubicBezTo>
                      <a:pt x="1120" y="685"/>
                      <a:pt x="1064" y="700"/>
                      <a:pt x="1012" y="724"/>
                    </a:cubicBezTo>
                    <a:cubicBezTo>
                      <a:pt x="952" y="751"/>
                      <a:pt x="903" y="800"/>
                      <a:pt x="876" y="860"/>
                    </a:cubicBezTo>
                    <a:cubicBezTo>
                      <a:pt x="865" y="887"/>
                      <a:pt x="860" y="914"/>
                      <a:pt x="860" y="947"/>
                    </a:cubicBezTo>
                    <a:cubicBezTo>
                      <a:pt x="854" y="985"/>
                      <a:pt x="849" y="1028"/>
                      <a:pt x="843" y="1066"/>
                    </a:cubicBezTo>
                    <a:cubicBezTo>
                      <a:pt x="839" y="1099"/>
                      <a:pt x="841" y="1133"/>
                      <a:pt x="840" y="1166"/>
                    </a:cubicBezTo>
                    <a:lnTo>
                      <a:pt x="840" y="1166"/>
                    </a:lnTo>
                    <a:cubicBezTo>
                      <a:pt x="839" y="1162"/>
                      <a:pt x="837" y="1159"/>
                      <a:pt x="832" y="1159"/>
                    </a:cubicBezTo>
                    <a:cubicBezTo>
                      <a:pt x="762" y="1159"/>
                      <a:pt x="702" y="1148"/>
                      <a:pt x="637" y="1142"/>
                    </a:cubicBezTo>
                    <a:cubicBezTo>
                      <a:pt x="629" y="1141"/>
                      <a:pt x="621" y="1140"/>
                      <a:pt x="613" y="1140"/>
                    </a:cubicBezTo>
                    <a:cubicBezTo>
                      <a:pt x="593" y="1140"/>
                      <a:pt x="573" y="1144"/>
                      <a:pt x="550" y="1148"/>
                    </a:cubicBezTo>
                    <a:cubicBezTo>
                      <a:pt x="550" y="1110"/>
                      <a:pt x="517" y="1077"/>
                      <a:pt x="479" y="1077"/>
                    </a:cubicBezTo>
                    <a:cubicBezTo>
                      <a:pt x="436" y="1077"/>
                      <a:pt x="392" y="1088"/>
                      <a:pt x="354" y="1115"/>
                    </a:cubicBezTo>
                    <a:cubicBezTo>
                      <a:pt x="305" y="1148"/>
                      <a:pt x="251" y="1164"/>
                      <a:pt x="191" y="1169"/>
                    </a:cubicBezTo>
                    <a:cubicBezTo>
                      <a:pt x="110" y="1180"/>
                      <a:pt x="1" y="1202"/>
                      <a:pt x="1" y="1305"/>
                    </a:cubicBezTo>
                    <a:cubicBezTo>
                      <a:pt x="1" y="1371"/>
                      <a:pt x="28" y="1425"/>
                      <a:pt x="28" y="1485"/>
                    </a:cubicBezTo>
                    <a:lnTo>
                      <a:pt x="28" y="1735"/>
                    </a:lnTo>
                    <a:cubicBezTo>
                      <a:pt x="28" y="1800"/>
                      <a:pt x="17" y="1876"/>
                      <a:pt x="28" y="1947"/>
                    </a:cubicBezTo>
                    <a:cubicBezTo>
                      <a:pt x="28" y="1974"/>
                      <a:pt x="39" y="2001"/>
                      <a:pt x="39" y="2028"/>
                    </a:cubicBezTo>
                    <a:cubicBezTo>
                      <a:pt x="44" y="2055"/>
                      <a:pt x="33" y="2099"/>
                      <a:pt x="39" y="2137"/>
                    </a:cubicBezTo>
                    <a:cubicBezTo>
                      <a:pt x="44" y="2170"/>
                      <a:pt x="55" y="2197"/>
                      <a:pt x="61" y="2229"/>
                    </a:cubicBezTo>
                    <a:cubicBezTo>
                      <a:pt x="61" y="2257"/>
                      <a:pt x="61" y="2278"/>
                      <a:pt x="71" y="2300"/>
                    </a:cubicBezTo>
                    <a:cubicBezTo>
                      <a:pt x="104" y="2338"/>
                      <a:pt x="153" y="2365"/>
                      <a:pt x="202" y="2365"/>
                    </a:cubicBezTo>
                    <a:cubicBezTo>
                      <a:pt x="215" y="2367"/>
                      <a:pt x="228" y="2367"/>
                      <a:pt x="241" y="2367"/>
                    </a:cubicBezTo>
                    <a:cubicBezTo>
                      <a:pt x="277" y="2367"/>
                      <a:pt x="313" y="2362"/>
                      <a:pt x="349" y="2354"/>
                    </a:cubicBezTo>
                    <a:cubicBezTo>
                      <a:pt x="414" y="2354"/>
                      <a:pt x="479" y="2344"/>
                      <a:pt x="539" y="2327"/>
                    </a:cubicBezTo>
                    <a:cubicBezTo>
                      <a:pt x="648" y="2289"/>
                      <a:pt x="620" y="2159"/>
                      <a:pt x="620" y="2066"/>
                    </a:cubicBezTo>
                    <a:cubicBezTo>
                      <a:pt x="620" y="1914"/>
                      <a:pt x="572" y="1762"/>
                      <a:pt x="577" y="1610"/>
                    </a:cubicBezTo>
                    <a:cubicBezTo>
                      <a:pt x="577" y="1539"/>
                      <a:pt x="555" y="1474"/>
                      <a:pt x="555" y="1403"/>
                    </a:cubicBezTo>
                    <a:lnTo>
                      <a:pt x="555" y="1403"/>
                    </a:lnTo>
                    <a:cubicBezTo>
                      <a:pt x="587" y="1423"/>
                      <a:pt x="626" y="1430"/>
                      <a:pt x="667" y="1430"/>
                    </a:cubicBezTo>
                    <a:cubicBezTo>
                      <a:pt x="718" y="1430"/>
                      <a:pt x="773" y="1418"/>
                      <a:pt x="822" y="1403"/>
                    </a:cubicBezTo>
                    <a:lnTo>
                      <a:pt x="822" y="1403"/>
                    </a:lnTo>
                    <a:cubicBezTo>
                      <a:pt x="827" y="1474"/>
                      <a:pt x="822" y="1550"/>
                      <a:pt x="811" y="1626"/>
                    </a:cubicBezTo>
                    <a:cubicBezTo>
                      <a:pt x="778" y="1800"/>
                      <a:pt x="822" y="1990"/>
                      <a:pt x="822" y="2170"/>
                    </a:cubicBezTo>
                    <a:cubicBezTo>
                      <a:pt x="822" y="2387"/>
                      <a:pt x="843" y="2605"/>
                      <a:pt x="860" y="2822"/>
                    </a:cubicBezTo>
                    <a:cubicBezTo>
                      <a:pt x="871" y="2931"/>
                      <a:pt x="876" y="3034"/>
                      <a:pt x="887" y="3143"/>
                    </a:cubicBezTo>
                    <a:cubicBezTo>
                      <a:pt x="903" y="3224"/>
                      <a:pt x="903" y="3306"/>
                      <a:pt x="914" y="3393"/>
                    </a:cubicBezTo>
                    <a:cubicBezTo>
                      <a:pt x="876" y="3398"/>
                      <a:pt x="832" y="3404"/>
                      <a:pt x="794" y="3414"/>
                    </a:cubicBezTo>
                    <a:cubicBezTo>
                      <a:pt x="642" y="3447"/>
                      <a:pt x="523" y="3518"/>
                      <a:pt x="474" y="3670"/>
                    </a:cubicBezTo>
                    <a:cubicBezTo>
                      <a:pt x="452" y="3735"/>
                      <a:pt x="436" y="3806"/>
                      <a:pt x="430" y="3876"/>
                    </a:cubicBezTo>
                    <a:cubicBezTo>
                      <a:pt x="441" y="3915"/>
                      <a:pt x="441" y="3953"/>
                      <a:pt x="430" y="3991"/>
                    </a:cubicBezTo>
                    <a:cubicBezTo>
                      <a:pt x="419" y="4029"/>
                      <a:pt x="414" y="4067"/>
                      <a:pt x="409" y="4105"/>
                    </a:cubicBezTo>
                    <a:cubicBezTo>
                      <a:pt x="409" y="4186"/>
                      <a:pt x="403" y="4257"/>
                      <a:pt x="392" y="4339"/>
                    </a:cubicBezTo>
                    <a:cubicBezTo>
                      <a:pt x="381" y="4431"/>
                      <a:pt x="381" y="4523"/>
                      <a:pt x="398" y="4610"/>
                    </a:cubicBezTo>
                    <a:cubicBezTo>
                      <a:pt x="403" y="4621"/>
                      <a:pt x="403" y="4632"/>
                      <a:pt x="409" y="4638"/>
                    </a:cubicBezTo>
                    <a:cubicBezTo>
                      <a:pt x="381" y="4643"/>
                      <a:pt x="354" y="4648"/>
                      <a:pt x="327" y="4654"/>
                    </a:cubicBezTo>
                    <a:cubicBezTo>
                      <a:pt x="262" y="4665"/>
                      <a:pt x="202" y="4686"/>
                      <a:pt x="148" y="4724"/>
                    </a:cubicBezTo>
                    <a:cubicBezTo>
                      <a:pt x="6" y="4844"/>
                      <a:pt x="104" y="5192"/>
                      <a:pt x="267" y="5252"/>
                    </a:cubicBezTo>
                    <a:cubicBezTo>
                      <a:pt x="302" y="5262"/>
                      <a:pt x="340" y="5268"/>
                      <a:pt x="376" y="5268"/>
                    </a:cubicBezTo>
                    <a:cubicBezTo>
                      <a:pt x="396" y="5268"/>
                      <a:pt x="416" y="5266"/>
                      <a:pt x="436" y="5263"/>
                    </a:cubicBezTo>
                    <a:cubicBezTo>
                      <a:pt x="474" y="5260"/>
                      <a:pt x="513" y="5259"/>
                      <a:pt x="553" y="5259"/>
                    </a:cubicBezTo>
                    <a:cubicBezTo>
                      <a:pt x="592" y="5259"/>
                      <a:pt x="631" y="5260"/>
                      <a:pt x="669" y="5263"/>
                    </a:cubicBezTo>
                    <a:cubicBezTo>
                      <a:pt x="735" y="5268"/>
                      <a:pt x="800" y="5273"/>
                      <a:pt x="865" y="5284"/>
                    </a:cubicBezTo>
                    <a:lnTo>
                      <a:pt x="871" y="5284"/>
                    </a:lnTo>
                    <a:cubicBezTo>
                      <a:pt x="871" y="5290"/>
                      <a:pt x="876" y="5295"/>
                      <a:pt x="881" y="5301"/>
                    </a:cubicBezTo>
                    <a:cubicBezTo>
                      <a:pt x="881" y="5322"/>
                      <a:pt x="881" y="5344"/>
                      <a:pt x="876" y="5371"/>
                    </a:cubicBezTo>
                    <a:cubicBezTo>
                      <a:pt x="876" y="5409"/>
                      <a:pt x="881" y="5447"/>
                      <a:pt x="887" y="5485"/>
                    </a:cubicBezTo>
                    <a:cubicBezTo>
                      <a:pt x="892" y="5534"/>
                      <a:pt x="887" y="5578"/>
                      <a:pt x="887" y="5627"/>
                    </a:cubicBezTo>
                    <a:cubicBezTo>
                      <a:pt x="892" y="5670"/>
                      <a:pt x="898" y="5714"/>
                      <a:pt x="909" y="5757"/>
                    </a:cubicBezTo>
                    <a:cubicBezTo>
                      <a:pt x="939" y="5829"/>
                      <a:pt x="1009" y="5872"/>
                      <a:pt x="1081" y="5872"/>
                    </a:cubicBezTo>
                    <a:cubicBezTo>
                      <a:pt x="1085" y="5872"/>
                      <a:pt x="1089" y="5872"/>
                      <a:pt x="1093" y="5871"/>
                    </a:cubicBezTo>
                    <a:cubicBezTo>
                      <a:pt x="1186" y="5871"/>
                      <a:pt x="1284" y="5871"/>
                      <a:pt x="1376" y="5861"/>
                    </a:cubicBezTo>
                    <a:cubicBezTo>
                      <a:pt x="1446" y="5856"/>
                      <a:pt x="1510" y="5848"/>
                      <a:pt x="1577" y="5848"/>
                    </a:cubicBezTo>
                    <a:cubicBezTo>
                      <a:pt x="1593" y="5848"/>
                      <a:pt x="1610" y="5849"/>
                      <a:pt x="1626" y="5850"/>
                    </a:cubicBezTo>
                    <a:cubicBezTo>
                      <a:pt x="1697" y="5850"/>
                      <a:pt x="1773" y="5850"/>
                      <a:pt x="1811" y="5779"/>
                    </a:cubicBezTo>
                    <a:cubicBezTo>
                      <a:pt x="1833" y="5741"/>
                      <a:pt x="1838" y="5697"/>
                      <a:pt x="1833" y="5654"/>
                    </a:cubicBezTo>
                    <a:cubicBezTo>
                      <a:pt x="1844" y="5643"/>
                      <a:pt x="1854" y="5632"/>
                      <a:pt x="1860" y="5621"/>
                    </a:cubicBezTo>
                    <a:cubicBezTo>
                      <a:pt x="1892" y="5589"/>
                      <a:pt x="1876" y="5529"/>
                      <a:pt x="1827" y="5518"/>
                    </a:cubicBezTo>
                    <a:lnTo>
                      <a:pt x="1827" y="5437"/>
                    </a:lnTo>
                    <a:cubicBezTo>
                      <a:pt x="1827" y="5382"/>
                      <a:pt x="1838" y="5339"/>
                      <a:pt x="1789" y="5301"/>
                    </a:cubicBezTo>
                    <a:lnTo>
                      <a:pt x="1784" y="5295"/>
                    </a:lnTo>
                    <a:lnTo>
                      <a:pt x="1784" y="5279"/>
                    </a:lnTo>
                    <a:lnTo>
                      <a:pt x="2061" y="5279"/>
                    </a:lnTo>
                    <a:cubicBezTo>
                      <a:pt x="2131" y="5279"/>
                      <a:pt x="2200" y="5286"/>
                      <a:pt x="2267" y="5286"/>
                    </a:cubicBezTo>
                    <a:cubicBezTo>
                      <a:pt x="2284" y="5286"/>
                      <a:pt x="2300" y="5285"/>
                      <a:pt x="2316" y="5284"/>
                    </a:cubicBezTo>
                    <a:cubicBezTo>
                      <a:pt x="2403" y="5284"/>
                      <a:pt x="2480" y="5268"/>
                      <a:pt x="2561" y="5257"/>
                    </a:cubicBezTo>
                    <a:cubicBezTo>
                      <a:pt x="2643" y="5246"/>
                      <a:pt x="2724" y="5230"/>
                      <a:pt x="2800" y="5208"/>
                    </a:cubicBezTo>
                    <a:cubicBezTo>
                      <a:pt x="2819" y="5203"/>
                      <a:pt x="2838" y="5200"/>
                      <a:pt x="2857" y="5200"/>
                    </a:cubicBezTo>
                    <a:cubicBezTo>
                      <a:pt x="2876" y="5200"/>
                      <a:pt x="2895" y="5203"/>
                      <a:pt x="2914" y="5208"/>
                    </a:cubicBezTo>
                    <a:cubicBezTo>
                      <a:pt x="2996" y="5230"/>
                      <a:pt x="3072" y="5246"/>
                      <a:pt x="3159" y="5257"/>
                    </a:cubicBezTo>
                    <a:cubicBezTo>
                      <a:pt x="3235" y="5268"/>
                      <a:pt x="3317" y="5284"/>
                      <a:pt x="3398" y="5284"/>
                    </a:cubicBezTo>
                    <a:cubicBezTo>
                      <a:pt x="3414" y="5285"/>
                      <a:pt x="3431" y="5286"/>
                      <a:pt x="3448" y="5286"/>
                    </a:cubicBezTo>
                    <a:cubicBezTo>
                      <a:pt x="3516" y="5286"/>
                      <a:pt x="3588" y="5279"/>
                      <a:pt x="3654" y="5279"/>
                    </a:cubicBezTo>
                    <a:lnTo>
                      <a:pt x="4045" y="5279"/>
                    </a:lnTo>
                    <a:cubicBezTo>
                      <a:pt x="4029" y="5284"/>
                      <a:pt x="4018" y="5306"/>
                      <a:pt x="4023" y="5322"/>
                    </a:cubicBezTo>
                    <a:cubicBezTo>
                      <a:pt x="4018" y="5312"/>
                      <a:pt x="4012" y="5306"/>
                      <a:pt x="4007" y="5301"/>
                    </a:cubicBezTo>
                    <a:cubicBezTo>
                      <a:pt x="3996" y="5290"/>
                      <a:pt x="3981" y="5284"/>
                      <a:pt x="3966" y="5284"/>
                    </a:cubicBezTo>
                    <a:cubicBezTo>
                      <a:pt x="3951" y="5284"/>
                      <a:pt x="3936" y="5290"/>
                      <a:pt x="3925" y="5301"/>
                    </a:cubicBezTo>
                    <a:cubicBezTo>
                      <a:pt x="3882" y="5339"/>
                      <a:pt x="3893" y="5382"/>
                      <a:pt x="3893" y="5442"/>
                    </a:cubicBezTo>
                    <a:cubicBezTo>
                      <a:pt x="3893" y="5496"/>
                      <a:pt x="3893" y="5540"/>
                      <a:pt x="3893" y="5589"/>
                    </a:cubicBezTo>
                    <a:cubicBezTo>
                      <a:pt x="3877" y="5654"/>
                      <a:pt x="3882" y="5719"/>
                      <a:pt x="3909" y="5779"/>
                    </a:cubicBezTo>
                    <a:cubicBezTo>
                      <a:pt x="3947" y="5844"/>
                      <a:pt x="4029" y="5850"/>
                      <a:pt x="4094" y="5850"/>
                    </a:cubicBezTo>
                    <a:cubicBezTo>
                      <a:pt x="4106" y="5849"/>
                      <a:pt x="4119" y="5849"/>
                      <a:pt x="4131" y="5849"/>
                    </a:cubicBezTo>
                    <a:cubicBezTo>
                      <a:pt x="4203" y="5849"/>
                      <a:pt x="4269" y="5861"/>
                      <a:pt x="4344" y="5861"/>
                    </a:cubicBezTo>
                    <a:cubicBezTo>
                      <a:pt x="4436" y="5871"/>
                      <a:pt x="4529" y="5871"/>
                      <a:pt x="4627" y="5871"/>
                    </a:cubicBezTo>
                    <a:cubicBezTo>
                      <a:pt x="4631" y="5872"/>
                      <a:pt x="4635" y="5872"/>
                      <a:pt x="4639" y="5872"/>
                    </a:cubicBezTo>
                    <a:cubicBezTo>
                      <a:pt x="4711" y="5872"/>
                      <a:pt x="4781" y="5829"/>
                      <a:pt x="4811" y="5757"/>
                    </a:cubicBezTo>
                    <a:cubicBezTo>
                      <a:pt x="4822" y="5714"/>
                      <a:pt x="4828" y="5670"/>
                      <a:pt x="4833" y="5627"/>
                    </a:cubicBezTo>
                    <a:cubicBezTo>
                      <a:pt x="4839" y="5578"/>
                      <a:pt x="4833" y="5534"/>
                      <a:pt x="4839" y="5485"/>
                    </a:cubicBezTo>
                    <a:cubicBezTo>
                      <a:pt x="4844" y="5447"/>
                      <a:pt x="4850" y="5409"/>
                      <a:pt x="4855" y="5371"/>
                    </a:cubicBezTo>
                    <a:cubicBezTo>
                      <a:pt x="4850" y="5350"/>
                      <a:pt x="4850" y="5328"/>
                      <a:pt x="4850" y="5306"/>
                    </a:cubicBezTo>
                    <a:cubicBezTo>
                      <a:pt x="4855" y="5301"/>
                      <a:pt x="4860" y="5295"/>
                      <a:pt x="4860" y="5290"/>
                    </a:cubicBezTo>
                    <a:lnTo>
                      <a:pt x="4866" y="5290"/>
                    </a:lnTo>
                    <a:cubicBezTo>
                      <a:pt x="4931" y="5279"/>
                      <a:pt x="4996" y="5268"/>
                      <a:pt x="5062" y="5263"/>
                    </a:cubicBezTo>
                    <a:lnTo>
                      <a:pt x="5295" y="5263"/>
                    </a:lnTo>
                    <a:cubicBezTo>
                      <a:pt x="5316" y="5267"/>
                      <a:pt x="5338" y="5269"/>
                      <a:pt x="5359" y="5269"/>
                    </a:cubicBezTo>
                    <a:cubicBezTo>
                      <a:pt x="5395" y="5269"/>
                      <a:pt x="5430" y="5264"/>
                      <a:pt x="5464" y="5257"/>
                    </a:cubicBezTo>
                    <a:cubicBezTo>
                      <a:pt x="5627" y="5192"/>
                      <a:pt x="5725" y="4849"/>
                      <a:pt x="5583" y="4724"/>
                    </a:cubicBezTo>
                    <a:cubicBezTo>
                      <a:pt x="5529" y="4692"/>
                      <a:pt x="5469" y="4665"/>
                      <a:pt x="5404" y="4659"/>
                    </a:cubicBezTo>
                    <a:cubicBezTo>
                      <a:pt x="5377" y="4654"/>
                      <a:pt x="5350" y="4648"/>
                      <a:pt x="5322" y="4643"/>
                    </a:cubicBezTo>
                    <a:cubicBezTo>
                      <a:pt x="5328" y="4632"/>
                      <a:pt x="5328" y="4621"/>
                      <a:pt x="5333" y="4616"/>
                    </a:cubicBezTo>
                    <a:cubicBezTo>
                      <a:pt x="5350" y="4523"/>
                      <a:pt x="5350" y="4431"/>
                      <a:pt x="5339" y="4344"/>
                    </a:cubicBezTo>
                    <a:cubicBezTo>
                      <a:pt x="5328" y="4262"/>
                      <a:pt x="5328" y="4186"/>
                      <a:pt x="5322" y="4110"/>
                    </a:cubicBezTo>
                    <a:cubicBezTo>
                      <a:pt x="5317" y="4072"/>
                      <a:pt x="5312" y="4034"/>
                      <a:pt x="5301" y="3996"/>
                    </a:cubicBezTo>
                    <a:cubicBezTo>
                      <a:pt x="5295" y="3958"/>
                      <a:pt x="5295" y="3915"/>
                      <a:pt x="5301" y="3876"/>
                    </a:cubicBezTo>
                    <a:cubicBezTo>
                      <a:pt x="5295" y="3806"/>
                      <a:pt x="5279" y="3741"/>
                      <a:pt x="5257" y="3675"/>
                    </a:cubicBezTo>
                    <a:cubicBezTo>
                      <a:pt x="5208" y="3523"/>
                      <a:pt x="5089" y="3447"/>
                      <a:pt x="4937" y="3414"/>
                    </a:cubicBezTo>
                    <a:cubicBezTo>
                      <a:pt x="4898" y="3409"/>
                      <a:pt x="4855" y="3404"/>
                      <a:pt x="4817" y="3393"/>
                    </a:cubicBezTo>
                    <a:cubicBezTo>
                      <a:pt x="4828" y="3311"/>
                      <a:pt x="4833" y="3224"/>
                      <a:pt x="4844" y="3143"/>
                    </a:cubicBezTo>
                    <a:cubicBezTo>
                      <a:pt x="4860" y="3039"/>
                      <a:pt x="4860" y="2931"/>
                      <a:pt x="4871" y="2827"/>
                    </a:cubicBezTo>
                    <a:cubicBezTo>
                      <a:pt x="4888" y="2605"/>
                      <a:pt x="4904" y="2387"/>
                      <a:pt x="4909" y="2170"/>
                    </a:cubicBezTo>
                    <a:cubicBezTo>
                      <a:pt x="4909" y="1990"/>
                      <a:pt x="4953" y="1805"/>
                      <a:pt x="4920" y="1626"/>
                    </a:cubicBezTo>
                    <a:cubicBezTo>
                      <a:pt x="4909" y="1555"/>
                      <a:pt x="4904" y="1479"/>
                      <a:pt x="4909" y="1403"/>
                    </a:cubicBezTo>
                    <a:lnTo>
                      <a:pt x="4909" y="1403"/>
                    </a:lnTo>
                    <a:cubicBezTo>
                      <a:pt x="4957" y="1421"/>
                      <a:pt x="5011" y="1434"/>
                      <a:pt x="5062" y="1434"/>
                    </a:cubicBezTo>
                    <a:cubicBezTo>
                      <a:pt x="5104" y="1434"/>
                      <a:pt x="5144" y="1425"/>
                      <a:pt x="5176" y="1403"/>
                    </a:cubicBezTo>
                    <a:lnTo>
                      <a:pt x="5176" y="1403"/>
                    </a:lnTo>
                    <a:cubicBezTo>
                      <a:pt x="5176" y="1479"/>
                      <a:pt x="5154" y="1539"/>
                      <a:pt x="5154" y="1615"/>
                    </a:cubicBezTo>
                    <a:cubicBezTo>
                      <a:pt x="5154" y="1767"/>
                      <a:pt x="5110" y="1920"/>
                      <a:pt x="5110" y="2072"/>
                    </a:cubicBezTo>
                    <a:cubicBezTo>
                      <a:pt x="5110" y="2159"/>
                      <a:pt x="5083" y="2295"/>
                      <a:pt x="5192" y="2333"/>
                    </a:cubicBezTo>
                    <a:cubicBezTo>
                      <a:pt x="5252" y="2344"/>
                      <a:pt x="5317" y="2354"/>
                      <a:pt x="5382" y="2360"/>
                    </a:cubicBezTo>
                    <a:cubicBezTo>
                      <a:pt x="5418" y="2368"/>
                      <a:pt x="5454" y="2373"/>
                      <a:pt x="5490" y="2373"/>
                    </a:cubicBezTo>
                    <a:cubicBezTo>
                      <a:pt x="5503" y="2373"/>
                      <a:pt x="5516" y="2372"/>
                      <a:pt x="5529" y="2371"/>
                    </a:cubicBezTo>
                    <a:cubicBezTo>
                      <a:pt x="5578" y="2365"/>
                      <a:pt x="5627" y="2344"/>
                      <a:pt x="5659" y="2300"/>
                    </a:cubicBezTo>
                    <a:cubicBezTo>
                      <a:pt x="5670" y="2278"/>
                      <a:pt x="5670" y="2257"/>
                      <a:pt x="5670" y="2235"/>
                    </a:cubicBezTo>
                    <a:cubicBezTo>
                      <a:pt x="5670" y="2202"/>
                      <a:pt x="5687" y="2170"/>
                      <a:pt x="5692" y="2137"/>
                    </a:cubicBezTo>
                    <a:cubicBezTo>
                      <a:pt x="5698" y="2104"/>
                      <a:pt x="5692" y="2072"/>
                      <a:pt x="5692" y="2034"/>
                    </a:cubicBezTo>
                    <a:cubicBezTo>
                      <a:pt x="5692" y="1996"/>
                      <a:pt x="5703" y="1979"/>
                      <a:pt x="5703" y="1947"/>
                    </a:cubicBezTo>
                    <a:cubicBezTo>
                      <a:pt x="5708" y="1882"/>
                      <a:pt x="5703" y="1805"/>
                      <a:pt x="5703" y="1735"/>
                    </a:cubicBezTo>
                    <a:lnTo>
                      <a:pt x="5703" y="1490"/>
                    </a:lnTo>
                    <a:cubicBezTo>
                      <a:pt x="5703" y="1425"/>
                      <a:pt x="5725" y="1371"/>
                      <a:pt x="5725" y="1311"/>
                    </a:cubicBezTo>
                    <a:cubicBezTo>
                      <a:pt x="5730" y="1202"/>
                      <a:pt x="5621" y="1180"/>
                      <a:pt x="5540" y="1175"/>
                    </a:cubicBezTo>
                    <a:lnTo>
                      <a:pt x="5534" y="1169"/>
                    </a:lnTo>
                    <a:cubicBezTo>
                      <a:pt x="5480" y="1164"/>
                      <a:pt x="5426" y="1148"/>
                      <a:pt x="5377" y="1115"/>
                    </a:cubicBezTo>
                    <a:cubicBezTo>
                      <a:pt x="5339" y="1088"/>
                      <a:pt x="5295" y="1077"/>
                      <a:pt x="5252" y="1077"/>
                    </a:cubicBezTo>
                    <a:cubicBezTo>
                      <a:pt x="5197" y="1088"/>
                      <a:pt x="5181" y="1115"/>
                      <a:pt x="5176" y="1148"/>
                    </a:cubicBezTo>
                    <a:cubicBezTo>
                      <a:pt x="5156" y="1144"/>
                      <a:pt x="5137" y="1140"/>
                      <a:pt x="5116" y="1140"/>
                    </a:cubicBezTo>
                    <a:cubicBezTo>
                      <a:pt x="5107" y="1140"/>
                      <a:pt x="5098" y="1141"/>
                      <a:pt x="5089" y="1142"/>
                    </a:cubicBezTo>
                    <a:cubicBezTo>
                      <a:pt x="5023" y="1148"/>
                      <a:pt x="4964" y="1159"/>
                      <a:pt x="4898" y="1159"/>
                    </a:cubicBezTo>
                    <a:cubicBezTo>
                      <a:pt x="4894" y="1159"/>
                      <a:pt x="4890" y="1160"/>
                      <a:pt x="4888" y="1163"/>
                    </a:cubicBezTo>
                    <a:lnTo>
                      <a:pt x="4888" y="1163"/>
                    </a:lnTo>
                    <a:cubicBezTo>
                      <a:pt x="4887" y="1131"/>
                      <a:pt x="4892" y="1098"/>
                      <a:pt x="4888" y="1066"/>
                    </a:cubicBezTo>
                    <a:cubicBezTo>
                      <a:pt x="4877" y="1028"/>
                      <a:pt x="4871" y="985"/>
                      <a:pt x="4866" y="947"/>
                    </a:cubicBezTo>
                    <a:cubicBezTo>
                      <a:pt x="4866" y="914"/>
                      <a:pt x="4860" y="887"/>
                      <a:pt x="4855" y="860"/>
                    </a:cubicBezTo>
                    <a:cubicBezTo>
                      <a:pt x="4828" y="800"/>
                      <a:pt x="4779" y="751"/>
                      <a:pt x="4719" y="724"/>
                    </a:cubicBezTo>
                    <a:cubicBezTo>
                      <a:pt x="4667" y="700"/>
                      <a:pt x="4607" y="685"/>
                      <a:pt x="4549" y="685"/>
                    </a:cubicBezTo>
                    <a:cubicBezTo>
                      <a:pt x="4540" y="685"/>
                      <a:pt x="4532" y="685"/>
                      <a:pt x="4523" y="686"/>
                    </a:cubicBezTo>
                    <a:cubicBezTo>
                      <a:pt x="4474" y="691"/>
                      <a:pt x="4420" y="697"/>
                      <a:pt x="4366" y="697"/>
                    </a:cubicBezTo>
                    <a:cubicBezTo>
                      <a:pt x="4290" y="691"/>
                      <a:pt x="4273" y="658"/>
                      <a:pt x="4273" y="582"/>
                    </a:cubicBezTo>
                    <a:cubicBezTo>
                      <a:pt x="4279" y="501"/>
                      <a:pt x="4279" y="425"/>
                      <a:pt x="4273" y="343"/>
                    </a:cubicBezTo>
                    <a:cubicBezTo>
                      <a:pt x="4246" y="202"/>
                      <a:pt x="4137" y="88"/>
                      <a:pt x="3991" y="61"/>
                    </a:cubicBezTo>
                    <a:cubicBezTo>
                      <a:pt x="3909" y="50"/>
                      <a:pt x="3828" y="44"/>
                      <a:pt x="3746" y="33"/>
                    </a:cubicBezTo>
                    <a:cubicBezTo>
                      <a:pt x="3665" y="17"/>
                      <a:pt x="3578" y="6"/>
                      <a:pt x="3485" y="1"/>
                    </a:cubicBezTo>
                    <a:cubicBezTo>
                      <a:pt x="3398" y="1"/>
                      <a:pt x="3311" y="1"/>
                      <a:pt x="3224" y="6"/>
                    </a:cubicBezTo>
                    <a:cubicBezTo>
                      <a:pt x="3189" y="10"/>
                      <a:pt x="3134" y="25"/>
                      <a:pt x="3087" y="25"/>
                    </a:cubicBezTo>
                    <a:cubicBezTo>
                      <a:pt x="3070" y="25"/>
                      <a:pt x="3053" y="23"/>
                      <a:pt x="3039" y="17"/>
                    </a:cubicBezTo>
                    <a:cubicBezTo>
                      <a:pt x="3034" y="12"/>
                      <a:pt x="3027" y="9"/>
                      <a:pt x="3021" y="9"/>
                    </a:cubicBezTo>
                    <a:cubicBezTo>
                      <a:pt x="3007" y="9"/>
                      <a:pt x="2994" y="19"/>
                      <a:pt x="2991" y="33"/>
                    </a:cubicBezTo>
                    <a:cubicBezTo>
                      <a:pt x="2943" y="24"/>
                      <a:pt x="2896" y="20"/>
                      <a:pt x="2850" y="20"/>
                    </a:cubicBezTo>
                    <a:cubicBezTo>
                      <a:pt x="2812" y="20"/>
                      <a:pt x="2774" y="23"/>
                      <a:pt x="2735" y="28"/>
                    </a:cubicBezTo>
                    <a:cubicBezTo>
                      <a:pt x="2728" y="17"/>
                      <a:pt x="2716" y="11"/>
                      <a:pt x="2705" y="11"/>
                    </a:cubicBezTo>
                    <a:cubicBezTo>
                      <a:pt x="2698" y="11"/>
                      <a:pt x="2692" y="13"/>
                      <a:pt x="2686" y="17"/>
                    </a:cubicBezTo>
                    <a:cubicBezTo>
                      <a:pt x="2674" y="23"/>
                      <a:pt x="2658" y="25"/>
                      <a:pt x="2640" y="25"/>
                    </a:cubicBezTo>
                    <a:cubicBezTo>
                      <a:pt x="2595" y="25"/>
                      <a:pt x="2537" y="10"/>
                      <a:pt x="2501" y="6"/>
                    </a:cubicBezTo>
                    <a:cubicBezTo>
                      <a:pt x="2414" y="1"/>
                      <a:pt x="2327" y="1"/>
                      <a:pt x="22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0"/>
              <p:cNvSpPr/>
              <p:nvPr/>
            </p:nvSpPr>
            <p:spPr>
              <a:xfrm>
                <a:off x="4458450" y="4664300"/>
                <a:ext cx="39450" cy="35100"/>
              </a:xfrm>
              <a:custGeom>
                <a:rect b="b" l="l" r="r" t="t"/>
                <a:pathLst>
                  <a:path extrusionOk="0" h="1404" w="1578">
                    <a:moveTo>
                      <a:pt x="737" y="129"/>
                    </a:moveTo>
                    <a:cubicBezTo>
                      <a:pt x="756" y="129"/>
                      <a:pt x="775" y="130"/>
                      <a:pt x="795" y="131"/>
                    </a:cubicBezTo>
                    <a:cubicBezTo>
                      <a:pt x="824" y="139"/>
                      <a:pt x="853" y="143"/>
                      <a:pt x="882" y="143"/>
                    </a:cubicBezTo>
                    <a:cubicBezTo>
                      <a:pt x="910" y="143"/>
                      <a:pt x="939" y="139"/>
                      <a:pt x="969" y="131"/>
                    </a:cubicBezTo>
                    <a:lnTo>
                      <a:pt x="996" y="136"/>
                    </a:lnTo>
                    <a:cubicBezTo>
                      <a:pt x="1077" y="158"/>
                      <a:pt x="1153" y="169"/>
                      <a:pt x="1235" y="180"/>
                    </a:cubicBezTo>
                    <a:cubicBezTo>
                      <a:pt x="1490" y="202"/>
                      <a:pt x="1393" y="463"/>
                      <a:pt x="1414" y="636"/>
                    </a:cubicBezTo>
                    <a:cubicBezTo>
                      <a:pt x="1420" y="664"/>
                      <a:pt x="1431" y="685"/>
                      <a:pt x="1436" y="713"/>
                    </a:cubicBezTo>
                    <a:cubicBezTo>
                      <a:pt x="1441" y="751"/>
                      <a:pt x="1441" y="794"/>
                      <a:pt x="1431" y="832"/>
                    </a:cubicBezTo>
                    <a:lnTo>
                      <a:pt x="1431" y="827"/>
                    </a:lnTo>
                    <a:cubicBezTo>
                      <a:pt x="1425" y="914"/>
                      <a:pt x="1425" y="1001"/>
                      <a:pt x="1425" y="1088"/>
                    </a:cubicBezTo>
                    <a:cubicBezTo>
                      <a:pt x="1425" y="1131"/>
                      <a:pt x="1436" y="1245"/>
                      <a:pt x="1387" y="1262"/>
                    </a:cubicBezTo>
                    <a:cubicBezTo>
                      <a:pt x="1371" y="1263"/>
                      <a:pt x="1355" y="1264"/>
                      <a:pt x="1339" y="1264"/>
                    </a:cubicBezTo>
                    <a:cubicBezTo>
                      <a:pt x="1295" y="1264"/>
                      <a:pt x="1251" y="1259"/>
                      <a:pt x="1208" y="1251"/>
                    </a:cubicBezTo>
                    <a:cubicBezTo>
                      <a:pt x="1126" y="1251"/>
                      <a:pt x="1039" y="1256"/>
                      <a:pt x="958" y="1267"/>
                    </a:cubicBezTo>
                    <a:cubicBezTo>
                      <a:pt x="922" y="1271"/>
                      <a:pt x="887" y="1273"/>
                      <a:pt x="852" y="1273"/>
                    </a:cubicBezTo>
                    <a:cubicBezTo>
                      <a:pt x="795" y="1273"/>
                      <a:pt x="740" y="1268"/>
                      <a:pt x="686" y="1262"/>
                    </a:cubicBezTo>
                    <a:cubicBezTo>
                      <a:pt x="618" y="1254"/>
                      <a:pt x="548" y="1249"/>
                      <a:pt x="478" y="1249"/>
                    </a:cubicBezTo>
                    <a:cubicBezTo>
                      <a:pt x="453" y="1249"/>
                      <a:pt x="428" y="1249"/>
                      <a:pt x="403" y="1251"/>
                    </a:cubicBezTo>
                    <a:cubicBezTo>
                      <a:pt x="371" y="1253"/>
                      <a:pt x="338" y="1255"/>
                      <a:pt x="305" y="1255"/>
                    </a:cubicBezTo>
                    <a:cubicBezTo>
                      <a:pt x="273" y="1255"/>
                      <a:pt x="240" y="1253"/>
                      <a:pt x="208" y="1251"/>
                    </a:cubicBezTo>
                    <a:cubicBezTo>
                      <a:pt x="142" y="1234"/>
                      <a:pt x="148" y="1115"/>
                      <a:pt x="142" y="1060"/>
                    </a:cubicBezTo>
                    <a:cubicBezTo>
                      <a:pt x="131" y="984"/>
                      <a:pt x="126" y="908"/>
                      <a:pt x="126" y="832"/>
                    </a:cubicBezTo>
                    <a:cubicBezTo>
                      <a:pt x="126" y="658"/>
                      <a:pt x="175" y="490"/>
                      <a:pt x="191" y="321"/>
                    </a:cubicBezTo>
                    <a:cubicBezTo>
                      <a:pt x="181" y="240"/>
                      <a:pt x="246" y="173"/>
                      <a:pt x="321" y="173"/>
                    </a:cubicBezTo>
                    <a:cubicBezTo>
                      <a:pt x="327" y="173"/>
                      <a:pt x="332" y="174"/>
                      <a:pt x="338" y="174"/>
                    </a:cubicBezTo>
                    <a:cubicBezTo>
                      <a:pt x="409" y="169"/>
                      <a:pt x="479" y="158"/>
                      <a:pt x="550" y="153"/>
                    </a:cubicBezTo>
                    <a:cubicBezTo>
                      <a:pt x="612" y="136"/>
                      <a:pt x="675" y="129"/>
                      <a:pt x="737" y="129"/>
                    </a:cubicBezTo>
                    <a:close/>
                    <a:moveTo>
                      <a:pt x="691" y="0"/>
                    </a:moveTo>
                    <a:cubicBezTo>
                      <a:pt x="588" y="11"/>
                      <a:pt x="485" y="39"/>
                      <a:pt x="381" y="44"/>
                    </a:cubicBezTo>
                    <a:cubicBezTo>
                      <a:pt x="278" y="55"/>
                      <a:pt x="197" y="55"/>
                      <a:pt x="126" y="131"/>
                    </a:cubicBezTo>
                    <a:cubicBezTo>
                      <a:pt x="55" y="207"/>
                      <a:pt x="72" y="305"/>
                      <a:pt x="55" y="403"/>
                    </a:cubicBezTo>
                    <a:cubicBezTo>
                      <a:pt x="17" y="604"/>
                      <a:pt x="1" y="816"/>
                      <a:pt x="17" y="1028"/>
                    </a:cubicBezTo>
                    <a:cubicBezTo>
                      <a:pt x="23" y="1082"/>
                      <a:pt x="34" y="1137"/>
                      <a:pt x="39" y="1185"/>
                    </a:cubicBezTo>
                    <a:cubicBezTo>
                      <a:pt x="39" y="1224"/>
                      <a:pt x="50" y="1262"/>
                      <a:pt x="66" y="1294"/>
                    </a:cubicBezTo>
                    <a:cubicBezTo>
                      <a:pt x="104" y="1349"/>
                      <a:pt x="164" y="1381"/>
                      <a:pt x="229" y="1381"/>
                    </a:cubicBezTo>
                    <a:cubicBezTo>
                      <a:pt x="262" y="1385"/>
                      <a:pt x="294" y="1386"/>
                      <a:pt x="327" y="1386"/>
                    </a:cubicBezTo>
                    <a:cubicBezTo>
                      <a:pt x="393" y="1386"/>
                      <a:pt x="459" y="1381"/>
                      <a:pt x="528" y="1381"/>
                    </a:cubicBezTo>
                    <a:cubicBezTo>
                      <a:pt x="626" y="1381"/>
                      <a:pt x="724" y="1403"/>
                      <a:pt x="822" y="1403"/>
                    </a:cubicBezTo>
                    <a:cubicBezTo>
                      <a:pt x="832" y="1403"/>
                      <a:pt x="842" y="1404"/>
                      <a:pt x="853" y="1404"/>
                    </a:cubicBezTo>
                    <a:cubicBezTo>
                      <a:pt x="956" y="1404"/>
                      <a:pt x="1054" y="1381"/>
                      <a:pt x="1153" y="1381"/>
                    </a:cubicBezTo>
                    <a:cubicBezTo>
                      <a:pt x="1219" y="1381"/>
                      <a:pt x="1280" y="1388"/>
                      <a:pt x="1341" y="1388"/>
                    </a:cubicBezTo>
                    <a:cubicBezTo>
                      <a:pt x="1357" y="1388"/>
                      <a:pt x="1372" y="1388"/>
                      <a:pt x="1387" y="1387"/>
                    </a:cubicBezTo>
                    <a:cubicBezTo>
                      <a:pt x="1577" y="1370"/>
                      <a:pt x="1545" y="1142"/>
                      <a:pt x="1539" y="1006"/>
                    </a:cubicBezTo>
                    <a:cubicBezTo>
                      <a:pt x="1539" y="946"/>
                      <a:pt x="1539" y="887"/>
                      <a:pt x="1539" y="827"/>
                    </a:cubicBezTo>
                    <a:cubicBezTo>
                      <a:pt x="1545" y="789"/>
                      <a:pt x="1545" y="745"/>
                      <a:pt x="1539" y="702"/>
                    </a:cubicBezTo>
                    <a:cubicBezTo>
                      <a:pt x="1528" y="664"/>
                      <a:pt x="1518" y="626"/>
                      <a:pt x="1507" y="588"/>
                    </a:cubicBezTo>
                    <a:cubicBezTo>
                      <a:pt x="1507" y="539"/>
                      <a:pt x="1507" y="484"/>
                      <a:pt x="1507" y="435"/>
                    </a:cubicBezTo>
                    <a:cubicBezTo>
                      <a:pt x="1507" y="272"/>
                      <a:pt x="1458" y="120"/>
                      <a:pt x="1278" y="98"/>
                    </a:cubicBezTo>
                    <a:cubicBezTo>
                      <a:pt x="1224" y="87"/>
                      <a:pt x="1170" y="93"/>
                      <a:pt x="1115" y="82"/>
                    </a:cubicBezTo>
                    <a:lnTo>
                      <a:pt x="1034" y="66"/>
                    </a:lnTo>
                    <a:cubicBezTo>
                      <a:pt x="1028" y="55"/>
                      <a:pt x="1017" y="49"/>
                      <a:pt x="1007" y="44"/>
                    </a:cubicBezTo>
                    <a:cubicBezTo>
                      <a:pt x="958" y="33"/>
                      <a:pt x="903" y="28"/>
                      <a:pt x="849" y="22"/>
                    </a:cubicBezTo>
                    <a:cubicBezTo>
                      <a:pt x="800" y="6"/>
                      <a:pt x="746" y="0"/>
                      <a:pt x="6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0"/>
              <p:cNvSpPr/>
              <p:nvPr/>
            </p:nvSpPr>
            <p:spPr>
              <a:xfrm>
                <a:off x="4490250" y="4732725"/>
                <a:ext cx="17425" cy="17300"/>
              </a:xfrm>
              <a:custGeom>
                <a:rect b="b" l="l" r="r" t="t"/>
                <a:pathLst>
                  <a:path extrusionOk="0" h="692" w="697">
                    <a:moveTo>
                      <a:pt x="365" y="90"/>
                    </a:moveTo>
                    <a:cubicBezTo>
                      <a:pt x="430" y="112"/>
                      <a:pt x="490" y="150"/>
                      <a:pt x="539" y="199"/>
                    </a:cubicBezTo>
                    <a:cubicBezTo>
                      <a:pt x="572" y="248"/>
                      <a:pt x="588" y="308"/>
                      <a:pt x="593" y="373"/>
                    </a:cubicBezTo>
                    <a:cubicBezTo>
                      <a:pt x="610" y="433"/>
                      <a:pt x="583" y="503"/>
                      <a:pt x="534" y="541"/>
                    </a:cubicBezTo>
                    <a:lnTo>
                      <a:pt x="534" y="536"/>
                    </a:lnTo>
                    <a:cubicBezTo>
                      <a:pt x="481" y="569"/>
                      <a:pt x="425" y="586"/>
                      <a:pt x="368" y="586"/>
                    </a:cubicBezTo>
                    <a:cubicBezTo>
                      <a:pt x="360" y="586"/>
                      <a:pt x="352" y="585"/>
                      <a:pt x="343" y="585"/>
                    </a:cubicBezTo>
                    <a:cubicBezTo>
                      <a:pt x="267" y="585"/>
                      <a:pt x="186" y="585"/>
                      <a:pt x="142" y="509"/>
                    </a:cubicBezTo>
                    <a:cubicBezTo>
                      <a:pt x="110" y="454"/>
                      <a:pt x="99" y="389"/>
                      <a:pt x="104" y="324"/>
                    </a:cubicBezTo>
                    <a:cubicBezTo>
                      <a:pt x="110" y="253"/>
                      <a:pt x="142" y="188"/>
                      <a:pt x="197" y="139"/>
                    </a:cubicBezTo>
                    <a:cubicBezTo>
                      <a:pt x="246" y="101"/>
                      <a:pt x="311" y="123"/>
                      <a:pt x="360" y="90"/>
                    </a:cubicBezTo>
                    <a:close/>
                    <a:moveTo>
                      <a:pt x="259" y="1"/>
                    </a:moveTo>
                    <a:cubicBezTo>
                      <a:pt x="210" y="1"/>
                      <a:pt x="161" y="20"/>
                      <a:pt x="121" y="57"/>
                    </a:cubicBezTo>
                    <a:cubicBezTo>
                      <a:pt x="50" y="128"/>
                      <a:pt x="6" y="226"/>
                      <a:pt x="12" y="329"/>
                    </a:cubicBezTo>
                    <a:cubicBezTo>
                      <a:pt x="1" y="416"/>
                      <a:pt x="28" y="509"/>
                      <a:pt x="77" y="585"/>
                    </a:cubicBezTo>
                    <a:cubicBezTo>
                      <a:pt x="128" y="650"/>
                      <a:pt x="208" y="691"/>
                      <a:pt x="295" y="691"/>
                    </a:cubicBezTo>
                    <a:cubicBezTo>
                      <a:pt x="309" y="691"/>
                      <a:pt x="323" y="690"/>
                      <a:pt x="338" y="688"/>
                    </a:cubicBezTo>
                    <a:cubicBezTo>
                      <a:pt x="350" y="689"/>
                      <a:pt x="363" y="690"/>
                      <a:pt x="375" y="690"/>
                    </a:cubicBezTo>
                    <a:cubicBezTo>
                      <a:pt x="461" y="690"/>
                      <a:pt x="544" y="659"/>
                      <a:pt x="615" y="606"/>
                    </a:cubicBezTo>
                    <a:cubicBezTo>
                      <a:pt x="675" y="552"/>
                      <a:pt x="697" y="471"/>
                      <a:pt x="680" y="389"/>
                    </a:cubicBezTo>
                    <a:lnTo>
                      <a:pt x="675" y="389"/>
                    </a:lnTo>
                    <a:cubicBezTo>
                      <a:pt x="670" y="302"/>
                      <a:pt x="631" y="221"/>
                      <a:pt x="577" y="155"/>
                    </a:cubicBezTo>
                    <a:cubicBezTo>
                      <a:pt x="523" y="96"/>
                      <a:pt x="452" y="63"/>
                      <a:pt x="376" y="52"/>
                    </a:cubicBezTo>
                    <a:cubicBezTo>
                      <a:pt x="376" y="47"/>
                      <a:pt x="376" y="41"/>
                      <a:pt x="371" y="36"/>
                    </a:cubicBezTo>
                    <a:cubicBezTo>
                      <a:pt x="335" y="12"/>
                      <a:pt x="297" y="1"/>
                      <a:pt x="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0"/>
              <p:cNvSpPr/>
              <p:nvPr/>
            </p:nvSpPr>
            <p:spPr>
              <a:xfrm>
                <a:off x="4438475" y="4716175"/>
                <a:ext cx="30875" cy="4250"/>
              </a:xfrm>
              <a:custGeom>
                <a:rect b="b" l="l" r="r" t="t"/>
                <a:pathLst>
                  <a:path extrusionOk="0" h="170" w="1235">
                    <a:moveTo>
                      <a:pt x="1062" y="1"/>
                    </a:moveTo>
                    <a:cubicBezTo>
                      <a:pt x="1030" y="1"/>
                      <a:pt x="1000" y="2"/>
                      <a:pt x="974" y="2"/>
                    </a:cubicBezTo>
                    <a:lnTo>
                      <a:pt x="659" y="2"/>
                    </a:lnTo>
                    <a:cubicBezTo>
                      <a:pt x="631" y="2"/>
                      <a:pt x="602" y="2"/>
                      <a:pt x="573" y="2"/>
                    </a:cubicBezTo>
                    <a:cubicBezTo>
                      <a:pt x="398" y="2"/>
                      <a:pt x="207" y="6"/>
                      <a:pt x="39" y="62"/>
                    </a:cubicBezTo>
                    <a:cubicBezTo>
                      <a:pt x="1" y="73"/>
                      <a:pt x="1" y="127"/>
                      <a:pt x="39" y="143"/>
                    </a:cubicBezTo>
                    <a:cubicBezTo>
                      <a:pt x="115" y="159"/>
                      <a:pt x="190" y="169"/>
                      <a:pt x="266" y="169"/>
                    </a:cubicBezTo>
                    <a:cubicBezTo>
                      <a:pt x="293" y="169"/>
                      <a:pt x="321" y="168"/>
                      <a:pt x="349" y="165"/>
                    </a:cubicBezTo>
                    <a:cubicBezTo>
                      <a:pt x="457" y="160"/>
                      <a:pt x="566" y="154"/>
                      <a:pt x="675" y="154"/>
                    </a:cubicBezTo>
                    <a:cubicBezTo>
                      <a:pt x="711" y="156"/>
                      <a:pt x="746" y="157"/>
                      <a:pt x="779" y="157"/>
                    </a:cubicBezTo>
                    <a:cubicBezTo>
                      <a:pt x="846" y="157"/>
                      <a:pt x="909" y="154"/>
                      <a:pt x="974" y="154"/>
                    </a:cubicBezTo>
                    <a:cubicBezTo>
                      <a:pt x="1055" y="154"/>
                      <a:pt x="1159" y="154"/>
                      <a:pt x="1218" y="83"/>
                    </a:cubicBezTo>
                    <a:cubicBezTo>
                      <a:pt x="1235" y="62"/>
                      <a:pt x="1235" y="35"/>
                      <a:pt x="1213" y="24"/>
                    </a:cubicBezTo>
                    <a:lnTo>
                      <a:pt x="1213" y="29"/>
                    </a:lnTo>
                    <a:cubicBezTo>
                      <a:pt x="1175" y="5"/>
                      <a:pt x="1117" y="1"/>
                      <a:pt x="10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0"/>
              <p:cNvSpPr/>
              <p:nvPr/>
            </p:nvSpPr>
            <p:spPr>
              <a:xfrm>
                <a:off x="4438075" y="4723275"/>
                <a:ext cx="33175" cy="4850"/>
              </a:xfrm>
              <a:custGeom>
                <a:rect b="b" l="l" r="r" t="t"/>
                <a:pathLst>
                  <a:path extrusionOk="0" h="194" w="1327">
                    <a:moveTo>
                      <a:pt x="1154" y="0"/>
                    </a:moveTo>
                    <a:cubicBezTo>
                      <a:pt x="1098" y="0"/>
                      <a:pt x="1040" y="11"/>
                      <a:pt x="990" y="22"/>
                    </a:cubicBezTo>
                    <a:cubicBezTo>
                      <a:pt x="924" y="33"/>
                      <a:pt x="859" y="36"/>
                      <a:pt x="795" y="36"/>
                    </a:cubicBezTo>
                    <a:cubicBezTo>
                      <a:pt x="758" y="36"/>
                      <a:pt x="721" y="35"/>
                      <a:pt x="685" y="33"/>
                    </a:cubicBezTo>
                    <a:cubicBezTo>
                      <a:pt x="638" y="31"/>
                      <a:pt x="592" y="30"/>
                      <a:pt x="546" y="30"/>
                    </a:cubicBezTo>
                    <a:cubicBezTo>
                      <a:pt x="481" y="30"/>
                      <a:pt x="418" y="32"/>
                      <a:pt x="354" y="39"/>
                    </a:cubicBezTo>
                    <a:cubicBezTo>
                      <a:pt x="251" y="39"/>
                      <a:pt x="158" y="77"/>
                      <a:pt x="60" y="82"/>
                    </a:cubicBezTo>
                    <a:cubicBezTo>
                      <a:pt x="1" y="82"/>
                      <a:pt x="1" y="175"/>
                      <a:pt x="60" y="175"/>
                    </a:cubicBezTo>
                    <a:cubicBezTo>
                      <a:pt x="109" y="180"/>
                      <a:pt x="158" y="185"/>
                      <a:pt x="207" y="185"/>
                    </a:cubicBezTo>
                    <a:cubicBezTo>
                      <a:pt x="256" y="180"/>
                      <a:pt x="305" y="175"/>
                      <a:pt x="354" y="175"/>
                    </a:cubicBezTo>
                    <a:cubicBezTo>
                      <a:pt x="463" y="180"/>
                      <a:pt x="571" y="180"/>
                      <a:pt x="685" y="185"/>
                    </a:cubicBezTo>
                    <a:cubicBezTo>
                      <a:pt x="734" y="191"/>
                      <a:pt x="783" y="194"/>
                      <a:pt x="833" y="194"/>
                    </a:cubicBezTo>
                    <a:cubicBezTo>
                      <a:pt x="883" y="194"/>
                      <a:pt x="933" y="191"/>
                      <a:pt x="984" y="185"/>
                    </a:cubicBezTo>
                    <a:cubicBezTo>
                      <a:pt x="1028" y="175"/>
                      <a:pt x="1077" y="169"/>
                      <a:pt x="1126" y="169"/>
                    </a:cubicBezTo>
                    <a:cubicBezTo>
                      <a:pt x="1135" y="170"/>
                      <a:pt x="1144" y="170"/>
                      <a:pt x="1154" y="170"/>
                    </a:cubicBezTo>
                    <a:cubicBezTo>
                      <a:pt x="1199" y="170"/>
                      <a:pt x="1244" y="160"/>
                      <a:pt x="1289" y="142"/>
                    </a:cubicBezTo>
                    <a:cubicBezTo>
                      <a:pt x="1327" y="115"/>
                      <a:pt x="1327" y="55"/>
                      <a:pt x="1289" y="28"/>
                    </a:cubicBezTo>
                    <a:cubicBezTo>
                      <a:pt x="1249" y="8"/>
                      <a:pt x="1202" y="0"/>
                      <a:pt x="1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0"/>
              <p:cNvSpPr/>
              <p:nvPr/>
            </p:nvSpPr>
            <p:spPr>
              <a:xfrm>
                <a:off x="4436850" y="4730925"/>
                <a:ext cx="33875" cy="4750"/>
              </a:xfrm>
              <a:custGeom>
                <a:rect b="b" l="l" r="r" t="t"/>
                <a:pathLst>
                  <a:path extrusionOk="0" h="190" w="1355">
                    <a:moveTo>
                      <a:pt x="1132" y="0"/>
                    </a:moveTo>
                    <a:cubicBezTo>
                      <a:pt x="943" y="0"/>
                      <a:pt x="755" y="27"/>
                      <a:pt x="571" y="32"/>
                    </a:cubicBezTo>
                    <a:cubicBezTo>
                      <a:pt x="457" y="32"/>
                      <a:pt x="343" y="32"/>
                      <a:pt x="229" y="42"/>
                    </a:cubicBezTo>
                    <a:cubicBezTo>
                      <a:pt x="213" y="42"/>
                      <a:pt x="191" y="42"/>
                      <a:pt x="175" y="48"/>
                    </a:cubicBezTo>
                    <a:cubicBezTo>
                      <a:pt x="158" y="53"/>
                      <a:pt x="147" y="64"/>
                      <a:pt x="131" y="70"/>
                    </a:cubicBezTo>
                    <a:cubicBezTo>
                      <a:pt x="122" y="72"/>
                      <a:pt x="115" y="73"/>
                      <a:pt x="107" y="73"/>
                    </a:cubicBezTo>
                    <a:cubicBezTo>
                      <a:pt x="94" y="73"/>
                      <a:pt x="82" y="70"/>
                      <a:pt x="69" y="70"/>
                    </a:cubicBezTo>
                    <a:cubicBezTo>
                      <a:pt x="57" y="70"/>
                      <a:pt x="44" y="73"/>
                      <a:pt x="28" y="81"/>
                    </a:cubicBezTo>
                    <a:cubicBezTo>
                      <a:pt x="1" y="97"/>
                      <a:pt x="6" y="135"/>
                      <a:pt x="39" y="140"/>
                    </a:cubicBezTo>
                    <a:cubicBezTo>
                      <a:pt x="71" y="151"/>
                      <a:pt x="98" y="178"/>
                      <a:pt x="131" y="184"/>
                    </a:cubicBezTo>
                    <a:cubicBezTo>
                      <a:pt x="137" y="185"/>
                      <a:pt x="142" y="185"/>
                      <a:pt x="147" y="185"/>
                    </a:cubicBezTo>
                    <a:cubicBezTo>
                      <a:pt x="173" y="185"/>
                      <a:pt x="197" y="177"/>
                      <a:pt x="220" y="177"/>
                    </a:cubicBezTo>
                    <a:cubicBezTo>
                      <a:pt x="225" y="177"/>
                      <a:pt x="230" y="178"/>
                      <a:pt x="234" y="178"/>
                    </a:cubicBezTo>
                    <a:cubicBezTo>
                      <a:pt x="349" y="184"/>
                      <a:pt x="468" y="189"/>
                      <a:pt x="588" y="189"/>
                    </a:cubicBezTo>
                    <a:cubicBezTo>
                      <a:pt x="691" y="189"/>
                      <a:pt x="794" y="173"/>
                      <a:pt x="903" y="173"/>
                    </a:cubicBezTo>
                    <a:cubicBezTo>
                      <a:pt x="927" y="172"/>
                      <a:pt x="951" y="171"/>
                      <a:pt x="976" y="171"/>
                    </a:cubicBezTo>
                    <a:cubicBezTo>
                      <a:pt x="1043" y="171"/>
                      <a:pt x="1112" y="175"/>
                      <a:pt x="1181" y="175"/>
                    </a:cubicBezTo>
                    <a:cubicBezTo>
                      <a:pt x="1206" y="175"/>
                      <a:pt x="1231" y="174"/>
                      <a:pt x="1256" y="173"/>
                    </a:cubicBezTo>
                    <a:cubicBezTo>
                      <a:pt x="1354" y="162"/>
                      <a:pt x="1354" y="15"/>
                      <a:pt x="1256" y="10"/>
                    </a:cubicBezTo>
                    <a:lnTo>
                      <a:pt x="1251" y="4"/>
                    </a:lnTo>
                    <a:cubicBezTo>
                      <a:pt x="1211" y="2"/>
                      <a:pt x="1171" y="0"/>
                      <a:pt x="1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0"/>
              <p:cNvSpPr/>
              <p:nvPr/>
            </p:nvSpPr>
            <p:spPr>
              <a:xfrm>
                <a:off x="4435500" y="4739650"/>
                <a:ext cx="34775" cy="4650"/>
              </a:xfrm>
              <a:custGeom>
                <a:rect b="b" l="l" r="r" t="t"/>
                <a:pathLst>
                  <a:path extrusionOk="0" h="186" w="1391">
                    <a:moveTo>
                      <a:pt x="1315" y="0"/>
                    </a:moveTo>
                    <a:cubicBezTo>
                      <a:pt x="1308" y="0"/>
                      <a:pt x="1301" y="1"/>
                      <a:pt x="1294" y="3"/>
                    </a:cubicBezTo>
                    <a:cubicBezTo>
                      <a:pt x="1240" y="10"/>
                      <a:pt x="1184" y="15"/>
                      <a:pt x="1129" y="15"/>
                    </a:cubicBezTo>
                    <a:cubicBezTo>
                      <a:pt x="1095" y="15"/>
                      <a:pt x="1061" y="13"/>
                      <a:pt x="1028" y="9"/>
                    </a:cubicBezTo>
                    <a:lnTo>
                      <a:pt x="653" y="9"/>
                    </a:lnTo>
                    <a:cubicBezTo>
                      <a:pt x="544" y="9"/>
                      <a:pt x="430" y="14"/>
                      <a:pt x="321" y="36"/>
                    </a:cubicBezTo>
                    <a:cubicBezTo>
                      <a:pt x="272" y="47"/>
                      <a:pt x="229" y="52"/>
                      <a:pt x="180" y="58"/>
                    </a:cubicBezTo>
                    <a:cubicBezTo>
                      <a:pt x="142" y="58"/>
                      <a:pt x="104" y="52"/>
                      <a:pt x="66" y="52"/>
                    </a:cubicBezTo>
                    <a:cubicBezTo>
                      <a:pt x="63" y="50"/>
                      <a:pt x="59" y="48"/>
                      <a:pt x="55" y="48"/>
                    </a:cubicBezTo>
                    <a:cubicBezTo>
                      <a:pt x="51" y="48"/>
                      <a:pt x="46" y="50"/>
                      <a:pt x="44" y="52"/>
                    </a:cubicBezTo>
                    <a:lnTo>
                      <a:pt x="22" y="58"/>
                    </a:lnTo>
                    <a:cubicBezTo>
                      <a:pt x="0" y="74"/>
                      <a:pt x="0" y="101"/>
                      <a:pt x="22" y="117"/>
                    </a:cubicBezTo>
                    <a:cubicBezTo>
                      <a:pt x="95" y="163"/>
                      <a:pt x="175" y="185"/>
                      <a:pt x="256" y="185"/>
                    </a:cubicBezTo>
                    <a:cubicBezTo>
                      <a:pt x="272" y="185"/>
                      <a:pt x="288" y="185"/>
                      <a:pt x="305" y="183"/>
                    </a:cubicBezTo>
                    <a:cubicBezTo>
                      <a:pt x="404" y="175"/>
                      <a:pt x="504" y="170"/>
                      <a:pt x="603" y="170"/>
                    </a:cubicBezTo>
                    <a:cubicBezTo>
                      <a:pt x="640" y="170"/>
                      <a:pt x="676" y="170"/>
                      <a:pt x="712" y="172"/>
                    </a:cubicBezTo>
                    <a:lnTo>
                      <a:pt x="1126" y="172"/>
                    </a:lnTo>
                    <a:cubicBezTo>
                      <a:pt x="1154" y="172"/>
                      <a:pt x="1187" y="175"/>
                      <a:pt x="1220" y="175"/>
                    </a:cubicBezTo>
                    <a:cubicBezTo>
                      <a:pt x="1289" y="175"/>
                      <a:pt x="1359" y="162"/>
                      <a:pt x="1381" y="85"/>
                    </a:cubicBezTo>
                    <a:cubicBezTo>
                      <a:pt x="1390" y="43"/>
                      <a:pt x="1359" y="0"/>
                      <a:pt x="1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0"/>
              <p:cNvSpPr/>
              <p:nvPr/>
            </p:nvSpPr>
            <p:spPr>
              <a:xfrm>
                <a:off x="4426400" y="4647575"/>
                <a:ext cx="9400" cy="10275"/>
              </a:xfrm>
              <a:custGeom>
                <a:rect b="b" l="l" r="r" t="t"/>
                <a:pathLst>
                  <a:path extrusionOk="0" h="411" w="376">
                    <a:moveTo>
                      <a:pt x="336" y="0"/>
                    </a:moveTo>
                    <a:cubicBezTo>
                      <a:pt x="268" y="0"/>
                      <a:pt x="125" y="38"/>
                      <a:pt x="120" y="110"/>
                    </a:cubicBezTo>
                    <a:cubicBezTo>
                      <a:pt x="120" y="126"/>
                      <a:pt x="125" y="142"/>
                      <a:pt x="136" y="159"/>
                    </a:cubicBezTo>
                    <a:cubicBezTo>
                      <a:pt x="152" y="175"/>
                      <a:pt x="190" y="202"/>
                      <a:pt x="196" y="218"/>
                    </a:cubicBezTo>
                    <a:cubicBezTo>
                      <a:pt x="201" y="235"/>
                      <a:pt x="158" y="278"/>
                      <a:pt x="114" y="294"/>
                    </a:cubicBezTo>
                    <a:cubicBezTo>
                      <a:pt x="109" y="289"/>
                      <a:pt x="103" y="284"/>
                      <a:pt x="98" y="284"/>
                    </a:cubicBezTo>
                    <a:cubicBezTo>
                      <a:pt x="54" y="284"/>
                      <a:pt x="22" y="311"/>
                      <a:pt x="6" y="349"/>
                    </a:cubicBezTo>
                    <a:cubicBezTo>
                      <a:pt x="0" y="376"/>
                      <a:pt x="16" y="398"/>
                      <a:pt x="38" y="409"/>
                    </a:cubicBezTo>
                    <a:cubicBezTo>
                      <a:pt x="45" y="410"/>
                      <a:pt x="53" y="411"/>
                      <a:pt x="61" y="411"/>
                    </a:cubicBezTo>
                    <a:cubicBezTo>
                      <a:pt x="150" y="411"/>
                      <a:pt x="284" y="331"/>
                      <a:pt x="299" y="251"/>
                    </a:cubicBezTo>
                    <a:cubicBezTo>
                      <a:pt x="304" y="207"/>
                      <a:pt x="283" y="159"/>
                      <a:pt x="239" y="137"/>
                    </a:cubicBezTo>
                    <a:cubicBezTo>
                      <a:pt x="239" y="137"/>
                      <a:pt x="201" y="115"/>
                      <a:pt x="201" y="115"/>
                    </a:cubicBezTo>
                    <a:cubicBezTo>
                      <a:pt x="201" y="110"/>
                      <a:pt x="234" y="93"/>
                      <a:pt x="239" y="93"/>
                    </a:cubicBezTo>
                    <a:cubicBezTo>
                      <a:pt x="266" y="66"/>
                      <a:pt x="304" y="50"/>
                      <a:pt x="348" y="50"/>
                    </a:cubicBezTo>
                    <a:cubicBezTo>
                      <a:pt x="375" y="50"/>
                      <a:pt x="375" y="6"/>
                      <a:pt x="348" y="1"/>
                    </a:cubicBezTo>
                    <a:cubicBezTo>
                      <a:pt x="344" y="1"/>
                      <a:pt x="340" y="0"/>
                      <a:pt x="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0"/>
              <p:cNvSpPr/>
              <p:nvPr/>
            </p:nvSpPr>
            <p:spPr>
              <a:xfrm>
                <a:off x="4435225" y="4649175"/>
                <a:ext cx="7775" cy="8675"/>
              </a:xfrm>
              <a:custGeom>
                <a:rect b="b" l="l" r="r" t="t"/>
                <a:pathLst>
                  <a:path extrusionOk="0" h="347" w="311">
                    <a:moveTo>
                      <a:pt x="172" y="0"/>
                    </a:moveTo>
                    <a:cubicBezTo>
                      <a:pt x="130" y="0"/>
                      <a:pt x="105" y="34"/>
                      <a:pt x="77" y="67"/>
                    </a:cubicBezTo>
                    <a:cubicBezTo>
                      <a:pt x="44" y="105"/>
                      <a:pt x="0" y="149"/>
                      <a:pt x="11" y="203"/>
                    </a:cubicBezTo>
                    <a:cubicBezTo>
                      <a:pt x="22" y="263"/>
                      <a:pt x="60" y="312"/>
                      <a:pt x="120" y="334"/>
                    </a:cubicBezTo>
                    <a:cubicBezTo>
                      <a:pt x="139" y="343"/>
                      <a:pt x="160" y="347"/>
                      <a:pt x="181" y="347"/>
                    </a:cubicBezTo>
                    <a:cubicBezTo>
                      <a:pt x="223" y="347"/>
                      <a:pt x="265" y="329"/>
                      <a:pt x="294" y="296"/>
                    </a:cubicBezTo>
                    <a:cubicBezTo>
                      <a:pt x="310" y="279"/>
                      <a:pt x="305" y="252"/>
                      <a:pt x="283" y="241"/>
                    </a:cubicBezTo>
                    <a:lnTo>
                      <a:pt x="278" y="241"/>
                    </a:lnTo>
                    <a:cubicBezTo>
                      <a:pt x="268" y="239"/>
                      <a:pt x="258" y="238"/>
                      <a:pt x="247" y="238"/>
                    </a:cubicBezTo>
                    <a:cubicBezTo>
                      <a:pt x="224" y="238"/>
                      <a:pt x="201" y="242"/>
                      <a:pt x="179" y="242"/>
                    </a:cubicBezTo>
                    <a:cubicBezTo>
                      <a:pt x="149" y="242"/>
                      <a:pt x="122" y="234"/>
                      <a:pt x="104" y="198"/>
                    </a:cubicBezTo>
                    <a:cubicBezTo>
                      <a:pt x="87" y="165"/>
                      <a:pt x="109" y="143"/>
                      <a:pt x="125" y="116"/>
                    </a:cubicBezTo>
                    <a:cubicBezTo>
                      <a:pt x="142" y="89"/>
                      <a:pt x="158" y="46"/>
                      <a:pt x="185" y="46"/>
                    </a:cubicBezTo>
                    <a:cubicBezTo>
                      <a:pt x="212" y="46"/>
                      <a:pt x="218" y="8"/>
                      <a:pt x="191" y="2"/>
                    </a:cubicBezTo>
                    <a:cubicBezTo>
                      <a:pt x="184" y="1"/>
                      <a:pt x="178"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0"/>
              <p:cNvSpPr/>
              <p:nvPr/>
            </p:nvSpPr>
            <p:spPr>
              <a:xfrm>
                <a:off x="4443250" y="4646925"/>
                <a:ext cx="8975" cy="10200"/>
              </a:xfrm>
              <a:custGeom>
                <a:rect b="b" l="l" r="r" t="t"/>
                <a:pathLst>
                  <a:path extrusionOk="0" h="408" w="359">
                    <a:moveTo>
                      <a:pt x="280" y="1"/>
                    </a:moveTo>
                    <a:cubicBezTo>
                      <a:pt x="260" y="1"/>
                      <a:pt x="241" y="15"/>
                      <a:pt x="245" y="38"/>
                    </a:cubicBezTo>
                    <a:lnTo>
                      <a:pt x="245" y="108"/>
                    </a:lnTo>
                    <a:cubicBezTo>
                      <a:pt x="245" y="114"/>
                      <a:pt x="245" y="119"/>
                      <a:pt x="245" y="125"/>
                    </a:cubicBezTo>
                    <a:cubicBezTo>
                      <a:pt x="245" y="136"/>
                      <a:pt x="234" y="146"/>
                      <a:pt x="234" y="152"/>
                    </a:cubicBezTo>
                    <a:cubicBezTo>
                      <a:pt x="234" y="163"/>
                      <a:pt x="212" y="168"/>
                      <a:pt x="185" y="168"/>
                    </a:cubicBezTo>
                    <a:cubicBezTo>
                      <a:pt x="158" y="168"/>
                      <a:pt x="136" y="174"/>
                      <a:pt x="109" y="179"/>
                    </a:cubicBezTo>
                    <a:cubicBezTo>
                      <a:pt x="114" y="141"/>
                      <a:pt x="109" y="103"/>
                      <a:pt x="87" y="65"/>
                    </a:cubicBezTo>
                    <a:cubicBezTo>
                      <a:pt x="83" y="57"/>
                      <a:pt x="76" y="52"/>
                      <a:pt x="66" y="52"/>
                    </a:cubicBezTo>
                    <a:cubicBezTo>
                      <a:pt x="63" y="52"/>
                      <a:pt x="59" y="53"/>
                      <a:pt x="54" y="54"/>
                    </a:cubicBezTo>
                    <a:lnTo>
                      <a:pt x="44" y="54"/>
                    </a:lnTo>
                    <a:cubicBezTo>
                      <a:pt x="27" y="59"/>
                      <a:pt x="22" y="76"/>
                      <a:pt x="33" y="92"/>
                    </a:cubicBezTo>
                    <a:cubicBezTo>
                      <a:pt x="27" y="130"/>
                      <a:pt x="22" y="174"/>
                      <a:pt x="16" y="212"/>
                    </a:cubicBezTo>
                    <a:cubicBezTo>
                      <a:pt x="0" y="228"/>
                      <a:pt x="0" y="250"/>
                      <a:pt x="16" y="261"/>
                    </a:cubicBezTo>
                    <a:cubicBezTo>
                      <a:pt x="22" y="288"/>
                      <a:pt x="33" y="315"/>
                      <a:pt x="44" y="337"/>
                    </a:cubicBezTo>
                    <a:cubicBezTo>
                      <a:pt x="52" y="349"/>
                      <a:pt x="64" y="354"/>
                      <a:pt x="77" y="354"/>
                    </a:cubicBezTo>
                    <a:cubicBezTo>
                      <a:pt x="99" y="354"/>
                      <a:pt x="122" y="339"/>
                      <a:pt x="125" y="315"/>
                    </a:cubicBezTo>
                    <a:cubicBezTo>
                      <a:pt x="120" y="293"/>
                      <a:pt x="120" y="277"/>
                      <a:pt x="114" y="261"/>
                    </a:cubicBezTo>
                    <a:cubicBezTo>
                      <a:pt x="131" y="261"/>
                      <a:pt x="147" y="255"/>
                      <a:pt x="163" y="255"/>
                    </a:cubicBezTo>
                    <a:lnTo>
                      <a:pt x="207" y="255"/>
                    </a:lnTo>
                    <a:cubicBezTo>
                      <a:pt x="207" y="266"/>
                      <a:pt x="207" y="277"/>
                      <a:pt x="201" y="293"/>
                    </a:cubicBezTo>
                    <a:cubicBezTo>
                      <a:pt x="201" y="355"/>
                      <a:pt x="251" y="408"/>
                      <a:pt x="317" y="408"/>
                    </a:cubicBezTo>
                    <a:cubicBezTo>
                      <a:pt x="320" y="408"/>
                      <a:pt x="323" y="408"/>
                      <a:pt x="326" y="407"/>
                    </a:cubicBezTo>
                    <a:cubicBezTo>
                      <a:pt x="348" y="402"/>
                      <a:pt x="359" y="375"/>
                      <a:pt x="343" y="358"/>
                    </a:cubicBezTo>
                    <a:lnTo>
                      <a:pt x="348" y="353"/>
                    </a:lnTo>
                    <a:cubicBezTo>
                      <a:pt x="326" y="331"/>
                      <a:pt x="315" y="299"/>
                      <a:pt x="315" y="266"/>
                    </a:cubicBezTo>
                    <a:cubicBezTo>
                      <a:pt x="321" y="228"/>
                      <a:pt x="326" y="195"/>
                      <a:pt x="326" y="157"/>
                    </a:cubicBezTo>
                    <a:cubicBezTo>
                      <a:pt x="343" y="108"/>
                      <a:pt x="332" y="54"/>
                      <a:pt x="305" y="11"/>
                    </a:cubicBezTo>
                    <a:cubicBezTo>
                      <a:pt x="298" y="4"/>
                      <a:pt x="289" y="1"/>
                      <a:pt x="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0"/>
              <p:cNvSpPr/>
              <p:nvPr/>
            </p:nvSpPr>
            <p:spPr>
              <a:xfrm>
                <a:off x="4452750" y="4648000"/>
                <a:ext cx="9250" cy="8850"/>
              </a:xfrm>
              <a:custGeom>
                <a:rect b="b" l="l" r="r" t="t"/>
                <a:pathLst>
                  <a:path extrusionOk="0" h="354" w="370">
                    <a:moveTo>
                      <a:pt x="214" y="102"/>
                    </a:moveTo>
                    <a:cubicBezTo>
                      <a:pt x="244" y="102"/>
                      <a:pt x="256" y="116"/>
                      <a:pt x="256" y="158"/>
                    </a:cubicBezTo>
                    <a:cubicBezTo>
                      <a:pt x="256" y="189"/>
                      <a:pt x="256" y="251"/>
                      <a:pt x="213" y="251"/>
                    </a:cubicBezTo>
                    <a:cubicBezTo>
                      <a:pt x="211" y="251"/>
                      <a:pt x="209" y="250"/>
                      <a:pt x="207" y="250"/>
                    </a:cubicBezTo>
                    <a:lnTo>
                      <a:pt x="213" y="250"/>
                    </a:lnTo>
                    <a:cubicBezTo>
                      <a:pt x="180" y="239"/>
                      <a:pt x="153" y="218"/>
                      <a:pt x="142" y="185"/>
                    </a:cubicBezTo>
                    <a:cubicBezTo>
                      <a:pt x="131" y="169"/>
                      <a:pt x="131" y="147"/>
                      <a:pt x="126" y="125"/>
                    </a:cubicBezTo>
                    <a:cubicBezTo>
                      <a:pt x="147" y="114"/>
                      <a:pt x="175" y="103"/>
                      <a:pt x="196" y="103"/>
                    </a:cubicBezTo>
                    <a:cubicBezTo>
                      <a:pt x="203" y="103"/>
                      <a:pt x="209" y="102"/>
                      <a:pt x="214" y="102"/>
                    </a:cubicBezTo>
                    <a:close/>
                    <a:moveTo>
                      <a:pt x="202" y="0"/>
                    </a:moveTo>
                    <a:lnTo>
                      <a:pt x="202" y="0"/>
                    </a:lnTo>
                    <a:cubicBezTo>
                      <a:pt x="131" y="16"/>
                      <a:pt x="1" y="76"/>
                      <a:pt x="50" y="169"/>
                    </a:cubicBezTo>
                    <a:cubicBezTo>
                      <a:pt x="50" y="174"/>
                      <a:pt x="55" y="180"/>
                      <a:pt x="60" y="180"/>
                    </a:cubicBezTo>
                    <a:cubicBezTo>
                      <a:pt x="60" y="185"/>
                      <a:pt x="60" y="190"/>
                      <a:pt x="60" y="196"/>
                    </a:cubicBezTo>
                    <a:cubicBezTo>
                      <a:pt x="71" y="256"/>
                      <a:pt x="104" y="305"/>
                      <a:pt x="153" y="332"/>
                    </a:cubicBezTo>
                    <a:cubicBezTo>
                      <a:pt x="174" y="346"/>
                      <a:pt x="198" y="353"/>
                      <a:pt x="222" y="353"/>
                    </a:cubicBezTo>
                    <a:cubicBezTo>
                      <a:pt x="251" y="353"/>
                      <a:pt x="281" y="342"/>
                      <a:pt x="305" y="321"/>
                    </a:cubicBezTo>
                    <a:cubicBezTo>
                      <a:pt x="343" y="283"/>
                      <a:pt x="359" y="234"/>
                      <a:pt x="359" y="185"/>
                    </a:cubicBezTo>
                    <a:cubicBezTo>
                      <a:pt x="369" y="93"/>
                      <a:pt x="323" y="1"/>
                      <a:pt x="232" y="1"/>
                    </a:cubicBezTo>
                    <a:cubicBezTo>
                      <a:pt x="221" y="1"/>
                      <a:pt x="209" y="3"/>
                      <a:pt x="196" y="6"/>
                    </a:cubicBezTo>
                    <a:lnTo>
                      <a:pt x="2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20"/>
              <p:cNvSpPr/>
              <p:nvPr/>
            </p:nvSpPr>
            <p:spPr>
              <a:xfrm>
                <a:off x="4463075" y="4648800"/>
                <a:ext cx="9000" cy="8325"/>
              </a:xfrm>
              <a:custGeom>
                <a:rect b="b" l="l" r="r" t="t"/>
                <a:pathLst>
                  <a:path extrusionOk="0" h="333" w="360">
                    <a:moveTo>
                      <a:pt x="180" y="104"/>
                    </a:moveTo>
                    <a:cubicBezTo>
                      <a:pt x="224" y="115"/>
                      <a:pt x="251" y="153"/>
                      <a:pt x="251" y="196"/>
                    </a:cubicBezTo>
                    <a:cubicBezTo>
                      <a:pt x="243" y="228"/>
                      <a:pt x="207" y="239"/>
                      <a:pt x="175" y="239"/>
                    </a:cubicBezTo>
                    <a:cubicBezTo>
                      <a:pt x="163" y="239"/>
                      <a:pt x="151" y="238"/>
                      <a:pt x="142" y="235"/>
                    </a:cubicBezTo>
                    <a:cubicBezTo>
                      <a:pt x="115" y="224"/>
                      <a:pt x="93" y="207"/>
                      <a:pt x="82" y="180"/>
                    </a:cubicBezTo>
                    <a:lnTo>
                      <a:pt x="88" y="175"/>
                    </a:lnTo>
                    <a:cubicBezTo>
                      <a:pt x="109" y="137"/>
                      <a:pt x="142" y="110"/>
                      <a:pt x="180" y="104"/>
                    </a:cubicBezTo>
                    <a:close/>
                    <a:moveTo>
                      <a:pt x="191" y="1"/>
                    </a:moveTo>
                    <a:cubicBezTo>
                      <a:pt x="131" y="6"/>
                      <a:pt x="77" y="33"/>
                      <a:pt x="39" y="77"/>
                    </a:cubicBezTo>
                    <a:cubicBezTo>
                      <a:pt x="23" y="82"/>
                      <a:pt x="12" y="93"/>
                      <a:pt x="12" y="104"/>
                    </a:cubicBezTo>
                    <a:cubicBezTo>
                      <a:pt x="1" y="153"/>
                      <a:pt x="6" y="202"/>
                      <a:pt x="28" y="245"/>
                    </a:cubicBezTo>
                    <a:cubicBezTo>
                      <a:pt x="50" y="289"/>
                      <a:pt x="88" y="321"/>
                      <a:pt x="137" y="327"/>
                    </a:cubicBezTo>
                    <a:cubicBezTo>
                      <a:pt x="153" y="331"/>
                      <a:pt x="170" y="333"/>
                      <a:pt x="188" y="333"/>
                    </a:cubicBezTo>
                    <a:cubicBezTo>
                      <a:pt x="267" y="333"/>
                      <a:pt x="345" y="291"/>
                      <a:pt x="354" y="202"/>
                    </a:cubicBezTo>
                    <a:cubicBezTo>
                      <a:pt x="360" y="104"/>
                      <a:pt x="289" y="17"/>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20"/>
              <p:cNvSpPr/>
              <p:nvPr/>
            </p:nvSpPr>
            <p:spPr>
              <a:xfrm>
                <a:off x="4472875" y="4646950"/>
                <a:ext cx="11150" cy="9350"/>
              </a:xfrm>
              <a:custGeom>
                <a:rect b="b" l="l" r="r" t="t"/>
                <a:pathLst>
                  <a:path extrusionOk="0" h="374" w="446">
                    <a:moveTo>
                      <a:pt x="107" y="1"/>
                    </a:moveTo>
                    <a:cubicBezTo>
                      <a:pt x="91" y="1"/>
                      <a:pt x="74" y="12"/>
                      <a:pt x="71" y="31"/>
                    </a:cubicBezTo>
                    <a:cubicBezTo>
                      <a:pt x="71" y="58"/>
                      <a:pt x="44" y="86"/>
                      <a:pt x="38" y="113"/>
                    </a:cubicBezTo>
                    <a:cubicBezTo>
                      <a:pt x="27" y="140"/>
                      <a:pt x="16" y="167"/>
                      <a:pt x="11" y="194"/>
                    </a:cubicBezTo>
                    <a:cubicBezTo>
                      <a:pt x="0" y="249"/>
                      <a:pt x="16" y="309"/>
                      <a:pt x="65" y="341"/>
                    </a:cubicBezTo>
                    <a:cubicBezTo>
                      <a:pt x="101" y="364"/>
                      <a:pt x="141" y="374"/>
                      <a:pt x="181" y="374"/>
                    </a:cubicBezTo>
                    <a:cubicBezTo>
                      <a:pt x="263" y="374"/>
                      <a:pt x="349" y="336"/>
                      <a:pt x="419" y="303"/>
                    </a:cubicBezTo>
                    <a:cubicBezTo>
                      <a:pt x="446" y="287"/>
                      <a:pt x="446" y="249"/>
                      <a:pt x="419" y="232"/>
                    </a:cubicBezTo>
                    <a:cubicBezTo>
                      <a:pt x="402" y="223"/>
                      <a:pt x="383" y="220"/>
                      <a:pt x="364" y="220"/>
                    </a:cubicBezTo>
                    <a:cubicBezTo>
                      <a:pt x="304" y="220"/>
                      <a:pt x="237" y="254"/>
                      <a:pt x="180" y="254"/>
                    </a:cubicBezTo>
                    <a:cubicBezTo>
                      <a:pt x="54" y="254"/>
                      <a:pt x="136" y="102"/>
                      <a:pt x="136" y="31"/>
                    </a:cubicBezTo>
                    <a:cubicBezTo>
                      <a:pt x="136" y="10"/>
                      <a:pt x="122" y="1"/>
                      <a:pt x="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0"/>
              <p:cNvSpPr/>
              <p:nvPr/>
            </p:nvSpPr>
            <p:spPr>
              <a:xfrm>
                <a:off x="4422450" y="4667750"/>
                <a:ext cx="14025" cy="21875"/>
              </a:xfrm>
              <a:custGeom>
                <a:rect b="b" l="l" r="r" t="t"/>
                <a:pathLst>
                  <a:path extrusionOk="0" h="875" w="561">
                    <a:moveTo>
                      <a:pt x="528" y="0"/>
                    </a:moveTo>
                    <a:cubicBezTo>
                      <a:pt x="520" y="0"/>
                      <a:pt x="512" y="3"/>
                      <a:pt x="506" y="9"/>
                    </a:cubicBezTo>
                    <a:lnTo>
                      <a:pt x="511" y="15"/>
                    </a:lnTo>
                    <a:cubicBezTo>
                      <a:pt x="462" y="80"/>
                      <a:pt x="424" y="161"/>
                      <a:pt x="381" y="232"/>
                    </a:cubicBezTo>
                    <a:cubicBezTo>
                      <a:pt x="337" y="308"/>
                      <a:pt x="283" y="384"/>
                      <a:pt x="229" y="455"/>
                    </a:cubicBezTo>
                    <a:cubicBezTo>
                      <a:pt x="174" y="531"/>
                      <a:pt x="136" y="607"/>
                      <a:pt x="87" y="683"/>
                    </a:cubicBezTo>
                    <a:cubicBezTo>
                      <a:pt x="49" y="738"/>
                      <a:pt x="0" y="797"/>
                      <a:pt x="22" y="868"/>
                    </a:cubicBezTo>
                    <a:cubicBezTo>
                      <a:pt x="22" y="871"/>
                      <a:pt x="28" y="874"/>
                      <a:pt x="32" y="874"/>
                    </a:cubicBezTo>
                    <a:cubicBezTo>
                      <a:pt x="36" y="874"/>
                      <a:pt x="39" y="873"/>
                      <a:pt x="39" y="868"/>
                    </a:cubicBezTo>
                    <a:cubicBezTo>
                      <a:pt x="55" y="830"/>
                      <a:pt x="66" y="797"/>
                      <a:pt x="82" y="765"/>
                    </a:cubicBezTo>
                    <a:cubicBezTo>
                      <a:pt x="104" y="727"/>
                      <a:pt x="131" y="694"/>
                      <a:pt x="153" y="656"/>
                    </a:cubicBezTo>
                    <a:cubicBezTo>
                      <a:pt x="196" y="580"/>
                      <a:pt x="245" y="504"/>
                      <a:pt x="299" y="433"/>
                    </a:cubicBezTo>
                    <a:cubicBezTo>
                      <a:pt x="397" y="308"/>
                      <a:pt x="457" y="161"/>
                      <a:pt x="549" y="31"/>
                    </a:cubicBezTo>
                    <a:cubicBezTo>
                      <a:pt x="561" y="16"/>
                      <a:pt x="545" y="0"/>
                      <a:pt x="5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20"/>
              <p:cNvSpPr/>
              <p:nvPr/>
            </p:nvSpPr>
            <p:spPr>
              <a:xfrm>
                <a:off x="4428300" y="4671825"/>
                <a:ext cx="12850" cy="19000"/>
              </a:xfrm>
              <a:custGeom>
                <a:rect b="b" l="l" r="r" t="t"/>
                <a:pathLst>
                  <a:path extrusionOk="0" h="760" w="514">
                    <a:moveTo>
                      <a:pt x="482" y="0"/>
                    </a:moveTo>
                    <a:cubicBezTo>
                      <a:pt x="476" y="0"/>
                      <a:pt x="468" y="3"/>
                      <a:pt x="462" y="9"/>
                    </a:cubicBezTo>
                    <a:lnTo>
                      <a:pt x="468" y="9"/>
                    </a:lnTo>
                    <a:cubicBezTo>
                      <a:pt x="430" y="80"/>
                      <a:pt x="381" y="145"/>
                      <a:pt x="332" y="216"/>
                    </a:cubicBezTo>
                    <a:cubicBezTo>
                      <a:pt x="283" y="281"/>
                      <a:pt x="234" y="330"/>
                      <a:pt x="190" y="395"/>
                    </a:cubicBezTo>
                    <a:cubicBezTo>
                      <a:pt x="147" y="455"/>
                      <a:pt x="109" y="520"/>
                      <a:pt x="65" y="580"/>
                    </a:cubicBezTo>
                    <a:cubicBezTo>
                      <a:pt x="27" y="629"/>
                      <a:pt x="6" y="683"/>
                      <a:pt x="0" y="743"/>
                    </a:cubicBezTo>
                    <a:cubicBezTo>
                      <a:pt x="0" y="754"/>
                      <a:pt x="9" y="760"/>
                      <a:pt x="17" y="760"/>
                    </a:cubicBezTo>
                    <a:cubicBezTo>
                      <a:pt x="21" y="760"/>
                      <a:pt x="25" y="758"/>
                      <a:pt x="27" y="754"/>
                    </a:cubicBezTo>
                    <a:cubicBezTo>
                      <a:pt x="147" y="488"/>
                      <a:pt x="370" y="287"/>
                      <a:pt x="506" y="36"/>
                    </a:cubicBezTo>
                    <a:cubicBezTo>
                      <a:pt x="513" y="17"/>
                      <a:pt x="499" y="0"/>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0"/>
              <p:cNvSpPr/>
              <p:nvPr/>
            </p:nvSpPr>
            <p:spPr>
              <a:xfrm>
                <a:off x="4464175" y="4670375"/>
                <a:ext cx="13025" cy="18625"/>
              </a:xfrm>
              <a:custGeom>
                <a:rect b="b" l="l" r="r" t="t"/>
                <a:pathLst>
                  <a:path extrusionOk="0" h="745" w="521">
                    <a:moveTo>
                      <a:pt x="485" y="0"/>
                    </a:moveTo>
                    <a:cubicBezTo>
                      <a:pt x="476" y="0"/>
                      <a:pt x="468" y="4"/>
                      <a:pt x="462" y="13"/>
                    </a:cubicBezTo>
                    <a:lnTo>
                      <a:pt x="462" y="8"/>
                    </a:lnTo>
                    <a:cubicBezTo>
                      <a:pt x="419" y="67"/>
                      <a:pt x="386" y="138"/>
                      <a:pt x="348" y="198"/>
                    </a:cubicBezTo>
                    <a:cubicBezTo>
                      <a:pt x="310" y="263"/>
                      <a:pt x="267" y="334"/>
                      <a:pt x="212" y="404"/>
                    </a:cubicBezTo>
                    <a:cubicBezTo>
                      <a:pt x="163" y="470"/>
                      <a:pt x="120" y="513"/>
                      <a:pt x="76" y="573"/>
                    </a:cubicBezTo>
                    <a:cubicBezTo>
                      <a:pt x="44" y="616"/>
                      <a:pt x="0" y="676"/>
                      <a:pt x="11" y="736"/>
                    </a:cubicBezTo>
                    <a:cubicBezTo>
                      <a:pt x="11" y="742"/>
                      <a:pt x="17" y="745"/>
                      <a:pt x="24" y="745"/>
                    </a:cubicBezTo>
                    <a:cubicBezTo>
                      <a:pt x="28" y="745"/>
                      <a:pt x="34" y="744"/>
                      <a:pt x="38" y="741"/>
                    </a:cubicBezTo>
                    <a:cubicBezTo>
                      <a:pt x="76" y="692"/>
                      <a:pt x="114" y="638"/>
                      <a:pt x="147" y="578"/>
                    </a:cubicBezTo>
                    <a:cubicBezTo>
                      <a:pt x="190" y="524"/>
                      <a:pt x="239" y="470"/>
                      <a:pt x="283" y="410"/>
                    </a:cubicBezTo>
                    <a:cubicBezTo>
                      <a:pt x="326" y="350"/>
                      <a:pt x="359" y="290"/>
                      <a:pt x="397" y="225"/>
                    </a:cubicBezTo>
                    <a:cubicBezTo>
                      <a:pt x="435" y="165"/>
                      <a:pt x="468" y="94"/>
                      <a:pt x="506" y="35"/>
                    </a:cubicBezTo>
                    <a:cubicBezTo>
                      <a:pt x="520" y="16"/>
                      <a:pt x="503" y="0"/>
                      <a:pt x="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0"/>
              <p:cNvSpPr/>
              <p:nvPr/>
            </p:nvSpPr>
            <p:spPr>
              <a:xfrm>
                <a:off x="4467425" y="4669975"/>
                <a:ext cx="16175" cy="20225"/>
              </a:xfrm>
              <a:custGeom>
                <a:rect b="b" l="l" r="r" t="t"/>
                <a:pathLst>
                  <a:path extrusionOk="0" h="809" w="647">
                    <a:moveTo>
                      <a:pt x="617" y="1"/>
                    </a:moveTo>
                    <a:cubicBezTo>
                      <a:pt x="611" y="1"/>
                      <a:pt x="605" y="3"/>
                      <a:pt x="599" y="7"/>
                    </a:cubicBezTo>
                    <a:lnTo>
                      <a:pt x="599" y="13"/>
                    </a:lnTo>
                    <a:lnTo>
                      <a:pt x="588" y="24"/>
                    </a:lnTo>
                    <a:cubicBezTo>
                      <a:pt x="577" y="29"/>
                      <a:pt x="577" y="40"/>
                      <a:pt x="582" y="51"/>
                    </a:cubicBezTo>
                    <a:cubicBezTo>
                      <a:pt x="544" y="110"/>
                      <a:pt x="501" y="170"/>
                      <a:pt x="452" y="230"/>
                    </a:cubicBezTo>
                    <a:cubicBezTo>
                      <a:pt x="392" y="306"/>
                      <a:pt x="327" y="382"/>
                      <a:pt x="256" y="453"/>
                    </a:cubicBezTo>
                    <a:cubicBezTo>
                      <a:pt x="191" y="529"/>
                      <a:pt x="137" y="616"/>
                      <a:pt x="71" y="687"/>
                    </a:cubicBezTo>
                    <a:cubicBezTo>
                      <a:pt x="44" y="719"/>
                      <a:pt x="1" y="746"/>
                      <a:pt x="12" y="795"/>
                    </a:cubicBezTo>
                    <a:cubicBezTo>
                      <a:pt x="12" y="804"/>
                      <a:pt x="20" y="808"/>
                      <a:pt x="28" y="808"/>
                    </a:cubicBezTo>
                    <a:cubicBezTo>
                      <a:pt x="35" y="808"/>
                      <a:pt x="42" y="806"/>
                      <a:pt x="44" y="801"/>
                    </a:cubicBezTo>
                    <a:cubicBezTo>
                      <a:pt x="60" y="768"/>
                      <a:pt x="88" y="757"/>
                      <a:pt x="115" y="730"/>
                    </a:cubicBezTo>
                    <a:cubicBezTo>
                      <a:pt x="142" y="703"/>
                      <a:pt x="169" y="670"/>
                      <a:pt x="196" y="638"/>
                    </a:cubicBezTo>
                    <a:cubicBezTo>
                      <a:pt x="256" y="562"/>
                      <a:pt x="321" y="486"/>
                      <a:pt x="387" y="409"/>
                    </a:cubicBezTo>
                    <a:cubicBezTo>
                      <a:pt x="436" y="350"/>
                      <a:pt x="490" y="284"/>
                      <a:pt x="533" y="219"/>
                    </a:cubicBezTo>
                    <a:cubicBezTo>
                      <a:pt x="566" y="159"/>
                      <a:pt x="626" y="105"/>
                      <a:pt x="642" y="34"/>
                    </a:cubicBezTo>
                    <a:cubicBezTo>
                      <a:pt x="646" y="15"/>
                      <a:pt x="633" y="1"/>
                      <a:pt x="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0"/>
              <p:cNvSpPr/>
              <p:nvPr/>
            </p:nvSpPr>
            <p:spPr>
              <a:xfrm>
                <a:off x="4411975" y="4702125"/>
                <a:ext cx="8375" cy="8825"/>
              </a:xfrm>
              <a:custGeom>
                <a:rect b="b" l="l" r="r" t="t"/>
                <a:pathLst>
                  <a:path extrusionOk="0" h="353" w="335">
                    <a:moveTo>
                      <a:pt x="290" y="0"/>
                    </a:moveTo>
                    <a:cubicBezTo>
                      <a:pt x="279" y="0"/>
                      <a:pt x="269" y="5"/>
                      <a:pt x="262" y="15"/>
                    </a:cubicBezTo>
                    <a:cubicBezTo>
                      <a:pt x="240" y="48"/>
                      <a:pt x="207" y="58"/>
                      <a:pt x="186" y="86"/>
                    </a:cubicBezTo>
                    <a:cubicBezTo>
                      <a:pt x="164" y="118"/>
                      <a:pt x="137" y="151"/>
                      <a:pt x="110" y="183"/>
                    </a:cubicBezTo>
                    <a:cubicBezTo>
                      <a:pt x="66" y="216"/>
                      <a:pt x="1" y="281"/>
                      <a:pt x="34" y="341"/>
                    </a:cubicBezTo>
                    <a:cubicBezTo>
                      <a:pt x="37" y="348"/>
                      <a:pt x="44" y="352"/>
                      <a:pt x="52" y="352"/>
                    </a:cubicBezTo>
                    <a:cubicBezTo>
                      <a:pt x="57" y="352"/>
                      <a:pt x="62" y="351"/>
                      <a:pt x="66" y="347"/>
                    </a:cubicBezTo>
                    <a:cubicBezTo>
                      <a:pt x="88" y="325"/>
                      <a:pt x="110" y="303"/>
                      <a:pt x="126" y="281"/>
                    </a:cubicBezTo>
                    <a:cubicBezTo>
                      <a:pt x="153" y="254"/>
                      <a:pt x="180" y="232"/>
                      <a:pt x="202" y="211"/>
                    </a:cubicBezTo>
                    <a:cubicBezTo>
                      <a:pt x="224" y="183"/>
                      <a:pt x="235" y="151"/>
                      <a:pt x="256" y="124"/>
                    </a:cubicBezTo>
                    <a:cubicBezTo>
                      <a:pt x="262" y="113"/>
                      <a:pt x="278" y="107"/>
                      <a:pt x="289" y="96"/>
                    </a:cubicBezTo>
                    <a:cubicBezTo>
                      <a:pt x="300" y="80"/>
                      <a:pt x="311" y="64"/>
                      <a:pt x="316" y="48"/>
                    </a:cubicBezTo>
                    <a:cubicBezTo>
                      <a:pt x="335" y="21"/>
                      <a:pt x="312"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0"/>
              <p:cNvSpPr/>
              <p:nvPr/>
            </p:nvSpPr>
            <p:spPr>
              <a:xfrm>
                <a:off x="4412925" y="4707925"/>
                <a:ext cx="6400" cy="6650"/>
              </a:xfrm>
              <a:custGeom>
                <a:rect b="b" l="l" r="r" t="t"/>
                <a:pathLst>
                  <a:path extrusionOk="0" h="266" w="256">
                    <a:moveTo>
                      <a:pt x="207" y="1"/>
                    </a:moveTo>
                    <a:cubicBezTo>
                      <a:pt x="198" y="1"/>
                      <a:pt x="189" y="4"/>
                      <a:pt x="180" y="11"/>
                    </a:cubicBezTo>
                    <a:cubicBezTo>
                      <a:pt x="142" y="49"/>
                      <a:pt x="99" y="87"/>
                      <a:pt x="61" y="125"/>
                    </a:cubicBezTo>
                    <a:cubicBezTo>
                      <a:pt x="28" y="153"/>
                      <a:pt x="6" y="191"/>
                      <a:pt x="1" y="234"/>
                    </a:cubicBezTo>
                    <a:cubicBezTo>
                      <a:pt x="1" y="252"/>
                      <a:pt x="18" y="266"/>
                      <a:pt x="35" y="266"/>
                    </a:cubicBezTo>
                    <a:cubicBezTo>
                      <a:pt x="43" y="266"/>
                      <a:pt x="50" y="263"/>
                      <a:pt x="55" y="256"/>
                    </a:cubicBezTo>
                    <a:cubicBezTo>
                      <a:pt x="110" y="191"/>
                      <a:pt x="169" y="125"/>
                      <a:pt x="235" y="66"/>
                    </a:cubicBezTo>
                    <a:cubicBezTo>
                      <a:pt x="256" y="36"/>
                      <a:pt x="235" y="1"/>
                      <a:pt x="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0"/>
              <p:cNvSpPr/>
              <p:nvPr/>
            </p:nvSpPr>
            <p:spPr>
              <a:xfrm>
                <a:off x="4413250" y="4713225"/>
                <a:ext cx="3575" cy="4725"/>
              </a:xfrm>
              <a:custGeom>
                <a:rect b="b" l="l" r="r" t="t"/>
                <a:pathLst>
                  <a:path extrusionOk="0" h="189" w="143">
                    <a:moveTo>
                      <a:pt x="108" y="1"/>
                    </a:moveTo>
                    <a:cubicBezTo>
                      <a:pt x="91" y="1"/>
                      <a:pt x="75" y="9"/>
                      <a:pt x="75" y="28"/>
                    </a:cubicBezTo>
                    <a:lnTo>
                      <a:pt x="75" y="33"/>
                    </a:lnTo>
                    <a:cubicBezTo>
                      <a:pt x="75" y="38"/>
                      <a:pt x="64" y="44"/>
                      <a:pt x="59" y="49"/>
                    </a:cubicBezTo>
                    <a:cubicBezTo>
                      <a:pt x="53" y="60"/>
                      <a:pt x="48" y="71"/>
                      <a:pt x="42" y="82"/>
                    </a:cubicBezTo>
                    <a:cubicBezTo>
                      <a:pt x="31" y="104"/>
                      <a:pt x="21" y="125"/>
                      <a:pt x="10" y="153"/>
                    </a:cubicBezTo>
                    <a:cubicBezTo>
                      <a:pt x="1" y="170"/>
                      <a:pt x="14" y="188"/>
                      <a:pt x="31" y="188"/>
                    </a:cubicBezTo>
                    <a:cubicBezTo>
                      <a:pt x="34" y="188"/>
                      <a:pt x="38" y="187"/>
                      <a:pt x="42" y="185"/>
                    </a:cubicBezTo>
                    <a:cubicBezTo>
                      <a:pt x="69" y="169"/>
                      <a:pt x="80" y="136"/>
                      <a:pt x="102" y="104"/>
                    </a:cubicBezTo>
                    <a:cubicBezTo>
                      <a:pt x="118" y="76"/>
                      <a:pt x="135" y="66"/>
                      <a:pt x="140" y="28"/>
                    </a:cubicBezTo>
                    <a:cubicBezTo>
                      <a:pt x="143" y="11"/>
                      <a:pt x="125"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0"/>
              <p:cNvSpPr/>
              <p:nvPr/>
            </p:nvSpPr>
            <p:spPr>
              <a:xfrm>
                <a:off x="4405075" y="4763850"/>
                <a:ext cx="3125" cy="3950"/>
              </a:xfrm>
              <a:custGeom>
                <a:rect b="b" l="l" r="r" t="t"/>
                <a:pathLst>
                  <a:path extrusionOk="0" h="158" w="125">
                    <a:moveTo>
                      <a:pt x="54" y="0"/>
                    </a:moveTo>
                    <a:cubicBezTo>
                      <a:pt x="26" y="0"/>
                      <a:pt x="1" y="36"/>
                      <a:pt x="27" y="57"/>
                    </a:cubicBezTo>
                    <a:cubicBezTo>
                      <a:pt x="27" y="63"/>
                      <a:pt x="27" y="68"/>
                      <a:pt x="32" y="68"/>
                    </a:cubicBezTo>
                    <a:cubicBezTo>
                      <a:pt x="32" y="84"/>
                      <a:pt x="38" y="95"/>
                      <a:pt x="43" y="106"/>
                    </a:cubicBezTo>
                    <a:cubicBezTo>
                      <a:pt x="43" y="122"/>
                      <a:pt x="49" y="133"/>
                      <a:pt x="54" y="144"/>
                    </a:cubicBezTo>
                    <a:cubicBezTo>
                      <a:pt x="62" y="152"/>
                      <a:pt x="73" y="157"/>
                      <a:pt x="82" y="157"/>
                    </a:cubicBezTo>
                    <a:cubicBezTo>
                      <a:pt x="86" y="157"/>
                      <a:pt x="89" y="157"/>
                      <a:pt x="92" y="155"/>
                    </a:cubicBezTo>
                    <a:cubicBezTo>
                      <a:pt x="125" y="139"/>
                      <a:pt x="114" y="101"/>
                      <a:pt x="103" y="74"/>
                    </a:cubicBezTo>
                    <a:lnTo>
                      <a:pt x="103" y="74"/>
                    </a:lnTo>
                    <a:lnTo>
                      <a:pt x="108" y="79"/>
                    </a:lnTo>
                    <a:cubicBezTo>
                      <a:pt x="103" y="52"/>
                      <a:pt x="92" y="30"/>
                      <a:pt x="76" y="8"/>
                    </a:cubicBezTo>
                    <a:cubicBezTo>
                      <a:pt x="69" y="3"/>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0"/>
              <p:cNvSpPr/>
              <p:nvPr/>
            </p:nvSpPr>
            <p:spPr>
              <a:xfrm>
                <a:off x="4409550" y="4762850"/>
                <a:ext cx="2325" cy="4625"/>
              </a:xfrm>
              <a:custGeom>
                <a:rect b="b" l="l" r="r" t="t"/>
                <a:pathLst>
                  <a:path extrusionOk="0" h="185" w="93">
                    <a:moveTo>
                      <a:pt x="50" y="0"/>
                    </a:moveTo>
                    <a:cubicBezTo>
                      <a:pt x="28" y="0"/>
                      <a:pt x="9" y="26"/>
                      <a:pt x="22" y="48"/>
                    </a:cubicBezTo>
                    <a:cubicBezTo>
                      <a:pt x="5" y="81"/>
                      <a:pt x="0" y="124"/>
                      <a:pt x="5" y="162"/>
                    </a:cubicBezTo>
                    <a:cubicBezTo>
                      <a:pt x="8" y="178"/>
                      <a:pt x="19" y="185"/>
                      <a:pt x="32" y="185"/>
                    </a:cubicBezTo>
                    <a:cubicBezTo>
                      <a:pt x="45" y="185"/>
                      <a:pt x="60" y="177"/>
                      <a:pt x="65" y="162"/>
                    </a:cubicBezTo>
                    <a:cubicBezTo>
                      <a:pt x="76" y="124"/>
                      <a:pt x="82" y="86"/>
                      <a:pt x="87" y="48"/>
                    </a:cubicBezTo>
                    <a:cubicBezTo>
                      <a:pt x="92" y="32"/>
                      <a:pt x="87" y="16"/>
                      <a:pt x="76" y="10"/>
                    </a:cubicBezTo>
                    <a:lnTo>
                      <a:pt x="65" y="5"/>
                    </a:lnTo>
                    <a:cubicBezTo>
                      <a:pt x="60" y="2"/>
                      <a:pt x="55"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0"/>
              <p:cNvSpPr/>
              <p:nvPr/>
            </p:nvSpPr>
            <p:spPr>
              <a:xfrm>
                <a:off x="4413025" y="4763125"/>
                <a:ext cx="2250" cy="3925"/>
              </a:xfrm>
              <a:custGeom>
                <a:rect b="b" l="l" r="r" t="t"/>
                <a:pathLst>
                  <a:path extrusionOk="0" h="157" w="90">
                    <a:moveTo>
                      <a:pt x="44" y="1"/>
                    </a:moveTo>
                    <a:cubicBezTo>
                      <a:pt x="20" y="1"/>
                      <a:pt x="1" y="29"/>
                      <a:pt x="13" y="54"/>
                    </a:cubicBezTo>
                    <a:lnTo>
                      <a:pt x="13" y="59"/>
                    </a:lnTo>
                    <a:cubicBezTo>
                      <a:pt x="13" y="59"/>
                      <a:pt x="13" y="70"/>
                      <a:pt x="8" y="70"/>
                    </a:cubicBezTo>
                    <a:cubicBezTo>
                      <a:pt x="8" y="86"/>
                      <a:pt x="8" y="97"/>
                      <a:pt x="8" y="113"/>
                    </a:cubicBezTo>
                    <a:cubicBezTo>
                      <a:pt x="13" y="135"/>
                      <a:pt x="30" y="151"/>
                      <a:pt x="51" y="157"/>
                    </a:cubicBezTo>
                    <a:cubicBezTo>
                      <a:pt x="62" y="157"/>
                      <a:pt x="73" y="151"/>
                      <a:pt x="78" y="146"/>
                    </a:cubicBezTo>
                    <a:cubicBezTo>
                      <a:pt x="78" y="135"/>
                      <a:pt x="78" y="124"/>
                      <a:pt x="78" y="113"/>
                    </a:cubicBezTo>
                    <a:cubicBezTo>
                      <a:pt x="73" y="108"/>
                      <a:pt x="73" y="103"/>
                      <a:pt x="78" y="97"/>
                    </a:cubicBezTo>
                    <a:cubicBezTo>
                      <a:pt x="78" y="92"/>
                      <a:pt x="78" y="81"/>
                      <a:pt x="84" y="75"/>
                    </a:cubicBezTo>
                    <a:cubicBezTo>
                      <a:pt x="89" y="54"/>
                      <a:pt x="84" y="26"/>
                      <a:pt x="68" y="10"/>
                    </a:cubicBezTo>
                    <a:cubicBezTo>
                      <a:pt x="60" y="4"/>
                      <a:pt x="52"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20"/>
              <p:cNvSpPr/>
              <p:nvPr/>
            </p:nvSpPr>
            <p:spPr>
              <a:xfrm>
                <a:off x="4433725" y="4763225"/>
                <a:ext cx="2350" cy="3600"/>
              </a:xfrm>
              <a:custGeom>
                <a:rect b="b" l="l" r="r" t="t"/>
                <a:pathLst>
                  <a:path extrusionOk="0" h="144" w="94">
                    <a:moveTo>
                      <a:pt x="41" y="1"/>
                    </a:moveTo>
                    <a:cubicBezTo>
                      <a:pt x="25" y="1"/>
                      <a:pt x="9" y="12"/>
                      <a:pt x="6" y="33"/>
                    </a:cubicBezTo>
                    <a:cubicBezTo>
                      <a:pt x="1" y="55"/>
                      <a:pt x="1" y="77"/>
                      <a:pt x="6" y="99"/>
                    </a:cubicBezTo>
                    <a:cubicBezTo>
                      <a:pt x="6" y="109"/>
                      <a:pt x="11" y="120"/>
                      <a:pt x="22" y="131"/>
                    </a:cubicBezTo>
                    <a:cubicBezTo>
                      <a:pt x="31" y="139"/>
                      <a:pt x="41" y="143"/>
                      <a:pt x="52" y="143"/>
                    </a:cubicBezTo>
                    <a:cubicBezTo>
                      <a:pt x="63" y="143"/>
                      <a:pt x="74" y="139"/>
                      <a:pt x="82" y="131"/>
                    </a:cubicBezTo>
                    <a:cubicBezTo>
                      <a:pt x="93" y="120"/>
                      <a:pt x="93" y="104"/>
                      <a:pt x="82" y="93"/>
                    </a:cubicBezTo>
                    <a:lnTo>
                      <a:pt x="77" y="88"/>
                    </a:lnTo>
                    <a:lnTo>
                      <a:pt x="77" y="82"/>
                    </a:lnTo>
                    <a:lnTo>
                      <a:pt x="77" y="77"/>
                    </a:lnTo>
                    <a:lnTo>
                      <a:pt x="77" y="33"/>
                    </a:lnTo>
                    <a:cubicBezTo>
                      <a:pt x="74" y="12"/>
                      <a:pt x="58" y="1"/>
                      <a:pt x="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0"/>
              <p:cNvSpPr/>
              <p:nvPr/>
            </p:nvSpPr>
            <p:spPr>
              <a:xfrm>
                <a:off x="4437000" y="4764550"/>
                <a:ext cx="2200" cy="2775"/>
              </a:xfrm>
              <a:custGeom>
                <a:rect b="b" l="l" r="r" t="t"/>
                <a:pathLst>
                  <a:path extrusionOk="0" h="111" w="88">
                    <a:moveTo>
                      <a:pt x="38" y="1"/>
                    </a:moveTo>
                    <a:cubicBezTo>
                      <a:pt x="29" y="1"/>
                      <a:pt x="19" y="5"/>
                      <a:pt x="11" y="13"/>
                    </a:cubicBezTo>
                    <a:cubicBezTo>
                      <a:pt x="0" y="24"/>
                      <a:pt x="0" y="46"/>
                      <a:pt x="11" y="62"/>
                    </a:cubicBezTo>
                    <a:cubicBezTo>
                      <a:pt x="11" y="73"/>
                      <a:pt x="11" y="84"/>
                      <a:pt x="16" y="94"/>
                    </a:cubicBezTo>
                    <a:cubicBezTo>
                      <a:pt x="22" y="105"/>
                      <a:pt x="38" y="111"/>
                      <a:pt x="49" y="111"/>
                    </a:cubicBezTo>
                    <a:cubicBezTo>
                      <a:pt x="65" y="105"/>
                      <a:pt x="82" y="89"/>
                      <a:pt x="82" y="67"/>
                    </a:cubicBezTo>
                    <a:cubicBezTo>
                      <a:pt x="87" y="46"/>
                      <a:pt x="82" y="29"/>
                      <a:pt x="65" y="13"/>
                    </a:cubicBezTo>
                    <a:cubicBezTo>
                      <a:pt x="57" y="5"/>
                      <a:pt x="48" y="1"/>
                      <a:pt x="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0"/>
              <p:cNvSpPr/>
              <p:nvPr/>
            </p:nvSpPr>
            <p:spPr>
              <a:xfrm>
                <a:off x="4407100" y="4738325"/>
                <a:ext cx="4350" cy="5325"/>
              </a:xfrm>
              <a:custGeom>
                <a:rect b="b" l="l" r="r" t="t"/>
                <a:pathLst>
                  <a:path extrusionOk="0" h="213" w="174">
                    <a:moveTo>
                      <a:pt x="159" y="0"/>
                    </a:moveTo>
                    <a:cubicBezTo>
                      <a:pt x="157" y="0"/>
                      <a:pt x="154" y="1"/>
                      <a:pt x="152" y="2"/>
                    </a:cubicBezTo>
                    <a:lnTo>
                      <a:pt x="152" y="7"/>
                    </a:lnTo>
                    <a:cubicBezTo>
                      <a:pt x="147" y="13"/>
                      <a:pt x="142" y="24"/>
                      <a:pt x="136" y="29"/>
                    </a:cubicBezTo>
                    <a:cubicBezTo>
                      <a:pt x="125" y="45"/>
                      <a:pt x="109" y="62"/>
                      <a:pt x="93" y="73"/>
                    </a:cubicBezTo>
                    <a:cubicBezTo>
                      <a:pt x="82" y="78"/>
                      <a:pt x="71" y="94"/>
                      <a:pt x="60" y="105"/>
                    </a:cubicBezTo>
                    <a:cubicBezTo>
                      <a:pt x="44" y="132"/>
                      <a:pt x="0" y="176"/>
                      <a:pt x="22" y="209"/>
                    </a:cubicBezTo>
                    <a:cubicBezTo>
                      <a:pt x="25" y="211"/>
                      <a:pt x="27" y="213"/>
                      <a:pt x="29" y="213"/>
                    </a:cubicBezTo>
                    <a:cubicBezTo>
                      <a:pt x="31" y="213"/>
                      <a:pt x="33" y="211"/>
                      <a:pt x="33" y="209"/>
                    </a:cubicBezTo>
                    <a:cubicBezTo>
                      <a:pt x="60" y="176"/>
                      <a:pt x="76" y="143"/>
                      <a:pt x="98" y="116"/>
                    </a:cubicBezTo>
                    <a:cubicBezTo>
                      <a:pt x="109" y="100"/>
                      <a:pt x="125" y="89"/>
                      <a:pt x="142" y="73"/>
                    </a:cubicBezTo>
                    <a:cubicBezTo>
                      <a:pt x="152" y="56"/>
                      <a:pt x="163" y="35"/>
                      <a:pt x="169" y="13"/>
                    </a:cubicBezTo>
                    <a:cubicBezTo>
                      <a:pt x="173" y="8"/>
                      <a:pt x="16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0"/>
              <p:cNvSpPr/>
              <p:nvPr/>
            </p:nvSpPr>
            <p:spPr>
              <a:xfrm>
                <a:off x="4410225" y="4738725"/>
                <a:ext cx="4750" cy="5100"/>
              </a:xfrm>
              <a:custGeom>
                <a:rect b="b" l="l" r="r" t="t"/>
                <a:pathLst>
                  <a:path extrusionOk="0" h="204" w="190">
                    <a:moveTo>
                      <a:pt x="153" y="1"/>
                    </a:moveTo>
                    <a:cubicBezTo>
                      <a:pt x="147" y="1"/>
                      <a:pt x="141" y="3"/>
                      <a:pt x="136" y="8"/>
                    </a:cubicBezTo>
                    <a:cubicBezTo>
                      <a:pt x="109" y="35"/>
                      <a:pt x="82" y="68"/>
                      <a:pt x="55" y="100"/>
                    </a:cubicBezTo>
                    <a:cubicBezTo>
                      <a:pt x="44" y="127"/>
                      <a:pt x="27" y="149"/>
                      <a:pt x="11" y="176"/>
                    </a:cubicBezTo>
                    <a:cubicBezTo>
                      <a:pt x="0" y="187"/>
                      <a:pt x="6" y="203"/>
                      <a:pt x="22" y="203"/>
                    </a:cubicBezTo>
                    <a:cubicBezTo>
                      <a:pt x="24" y="204"/>
                      <a:pt x="27" y="204"/>
                      <a:pt x="29" y="204"/>
                    </a:cubicBezTo>
                    <a:cubicBezTo>
                      <a:pt x="57" y="204"/>
                      <a:pt x="72" y="174"/>
                      <a:pt x="82" y="149"/>
                    </a:cubicBezTo>
                    <a:cubicBezTo>
                      <a:pt x="104" y="111"/>
                      <a:pt x="136" y="73"/>
                      <a:pt x="169" y="40"/>
                    </a:cubicBezTo>
                    <a:cubicBezTo>
                      <a:pt x="190" y="24"/>
                      <a:pt x="172"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0"/>
              <p:cNvSpPr/>
              <p:nvPr/>
            </p:nvSpPr>
            <p:spPr>
              <a:xfrm>
                <a:off x="4494875" y="4737525"/>
                <a:ext cx="6225" cy="6350"/>
              </a:xfrm>
              <a:custGeom>
                <a:rect b="b" l="l" r="r" t="t"/>
                <a:pathLst>
                  <a:path extrusionOk="0" h="254" w="249">
                    <a:moveTo>
                      <a:pt x="216" y="0"/>
                    </a:moveTo>
                    <a:cubicBezTo>
                      <a:pt x="199" y="0"/>
                      <a:pt x="180" y="10"/>
                      <a:pt x="175" y="29"/>
                    </a:cubicBezTo>
                    <a:lnTo>
                      <a:pt x="180" y="29"/>
                    </a:lnTo>
                    <a:cubicBezTo>
                      <a:pt x="175" y="67"/>
                      <a:pt x="109" y="105"/>
                      <a:pt x="82" y="132"/>
                    </a:cubicBezTo>
                    <a:cubicBezTo>
                      <a:pt x="61" y="154"/>
                      <a:pt x="1" y="202"/>
                      <a:pt x="33" y="246"/>
                    </a:cubicBezTo>
                    <a:cubicBezTo>
                      <a:pt x="37" y="250"/>
                      <a:pt x="44" y="254"/>
                      <a:pt x="51" y="254"/>
                    </a:cubicBezTo>
                    <a:cubicBezTo>
                      <a:pt x="54" y="254"/>
                      <a:pt x="57" y="253"/>
                      <a:pt x="61" y="251"/>
                    </a:cubicBezTo>
                    <a:cubicBezTo>
                      <a:pt x="82" y="241"/>
                      <a:pt x="93" y="213"/>
                      <a:pt x="109" y="192"/>
                    </a:cubicBezTo>
                    <a:cubicBezTo>
                      <a:pt x="126" y="175"/>
                      <a:pt x="142" y="159"/>
                      <a:pt x="164" y="143"/>
                    </a:cubicBezTo>
                    <a:cubicBezTo>
                      <a:pt x="202" y="116"/>
                      <a:pt x="229" y="77"/>
                      <a:pt x="245" y="29"/>
                    </a:cubicBezTo>
                    <a:cubicBezTo>
                      <a:pt x="248" y="10"/>
                      <a:pt x="233" y="0"/>
                      <a:pt x="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0"/>
              <p:cNvSpPr/>
              <p:nvPr/>
            </p:nvSpPr>
            <p:spPr>
              <a:xfrm>
                <a:off x="4497100" y="4741150"/>
                <a:ext cx="5275" cy="4750"/>
              </a:xfrm>
              <a:custGeom>
                <a:rect b="b" l="l" r="r" t="t"/>
                <a:pathLst>
                  <a:path extrusionOk="0" h="190" w="211">
                    <a:moveTo>
                      <a:pt x="164" y="1"/>
                    </a:moveTo>
                    <a:cubicBezTo>
                      <a:pt x="157" y="1"/>
                      <a:pt x="151" y="3"/>
                      <a:pt x="145" y="9"/>
                    </a:cubicBezTo>
                    <a:cubicBezTo>
                      <a:pt x="118" y="36"/>
                      <a:pt x="102" y="68"/>
                      <a:pt x="75" y="101"/>
                    </a:cubicBezTo>
                    <a:cubicBezTo>
                      <a:pt x="53" y="128"/>
                      <a:pt x="26" y="144"/>
                      <a:pt x="10" y="172"/>
                    </a:cubicBezTo>
                    <a:cubicBezTo>
                      <a:pt x="1" y="181"/>
                      <a:pt x="10" y="189"/>
                      <a:pt x="20" y="189"/>
                    </a:cubicBezTo>
                    <a:cubicBezTo>
                      <a:pt x="22" y="189"/>
                      <a:pt x="24" y="189"/>
                      <a:pt x="26" y="188"/>
                    </a:cubicBezTo>
                    <a:cubicBezTo>
                      <a:pt x="59" y="177"/>
                      <a:pt x="86" y="161"/>
                      <a:pt x="118" y="139"/>
                    </a:cubicBezTo>
                    <a:cubicBezTo>
                      <a:pt x="145" y="112"/>
                      <a:pt x="162" y="79"/>
                      <a:pt x="189" y="52"/>
                    </a:cubicBezTo>
                    <a:cubicBezTo>
                      <a:pt x="210" y="35"/>
                      <a:pt x="188"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0"/>
              <p:cNvSpPr/>
              <p:nvPr/>
            </p:nvSpPr>
            <p:spPr>
              <a:xfrm>
                <a:off x="4452350" y="4762425"/>
                <a:ext cx="3275" cy="3675"/>
              </a:xfrm>
              <a:custGeom>
                <a:rect b="b" l="l" r="r" t="t"/>
                <a:pathLst>
                  <a:path extrusionOk="0" h="147" w="131">
                    <a:moveTo>
                      <a:pt x="44" y="0"/>
                    </a:moveTo>
                    <a:cubicBezTo>
                      <a:pt x="11" y="0"/>
                      <a:pt x="0" y="38"/>
                      <a:pt x="22" y="60"/>
                    </a:cubicBezTo>
                    <a:cubicBezTo>
                      <a:pt x="22" y="87"/>
                      <a:pt x="28" y="114"/>
                      <a:pt x="49" y="136"/>
                    </a:cubicBezTo>
                    <a:cubicBezTo>
                      <a:pt x="55" y="141"/>
                      <a:pt x="60" y="147"/>
                      <a:pt x="71" y="147"/>
                    </a:cubicBezTo>
                    <a:cubicBezTo>
                      <a:pt x="82" y="147"/>
                      <a:pt x="93" y="141"/>
                      <a:pt x="98" y="136"/>
                    </a:cubicBezTo>
                    <a:cubicBezTo>
                      <a:pt x="131" y="109"/>
                      <a:pt x="98" y="60"/>
                      <a:pt x="87" y="27"/>
                    </a:cubicBezTo>
                    <a:cubicBezTo>
                      <a:pt x="82" y="11"/>
                      <a:pt x="71" y="0"/>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0"/>
              <p:cNvSpPr/>
              <p:nvPr/>
            </p:nvSpPr>
            <p:spPr>
              <a:xfrm>
                <a:off x="4456150" y="4761600"/>
                <a:ext cx="2750" cy="3825"/>
              </a:xfrm>
              <a:custGeom>
                <a:rect b="b" l="l" r="r" t="t"/>
                <a:pathLst>
                  <a:path extrusionOk="0" h="153" w="110">
                    <a:moveTo>
                      <a:pt x="66" y="0"/>
                    </a:moveTo>
                    <a:cubicBezTo>
                      <a:pt x="49" y="0"/>
                      <a:pt x="28" y="17"/>
                      <a:pt x="28" y="39"/>
                    </a:cubicBezTo>
                    <a:cubicBezTo>
                      <a:pt x="33" y="60"/>
                      <a:pt x="28" y="60"/>
                      <a:pt x="17" y="71"/>
                    </a:cubicBezTo>
                    <a:cubicBezTo>
                      <a:pt x="6" y="93"/>
                      <a:pt x="1" y="115"/>
                      <a:pt x="11" y="136"/>
                    </a:cubicBezTo>
                    <a:cubicBezTo>
                      <a:pt x="18" y="147"/>
                      <a:pt x="28" y="153"/>
                      <a:pt x="38" y="153"/>
                    </a:cubicBezTo>
                    <a:cubicBezTo>
                      <a:pt x="43" y="153"/>
                      <a:pt x="49" y="151"/>
                      <a:pt x="55" y="147"/>
                    </a:cubicBezTo>
                    <a:cubicBezTo>
                      <a:pt x="71" y="136"/>
                      <a:pt x="82" y="120"/>
                      <a:pt x="93" y="98"/>
                    </a:cubicBezTo>
                    <a:cubicBezTo>
                      <a:pt x="104" y="82"/>
                      <a:pt x="109" y="60"/>
                      <a:pt x="104" y="39"/>
                    </a:cubicBezTo>
                    <a:cubicBezTo>
                      <a:pt x="104" y="17"/>
                      <a:pt x="88"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0"/>
              <p:cNvSpPr/>
              <p:nvPr/>
            </p:nvSpPr>
            <p:spPr>
              <a:xfrm>
                <a:off x="4458875" y="4762825"/>
                <a:ext cx="2325" cy="2550"/>
              </a:xfrm>
              <a:custGeom>
                <a:rect b="b" l="l" r="r" t="t"/>
                <a:pathLst>
                  <a:path extrusionOk="0" h="102" w="93">
                    <a:moveTo>
                      <a:pt x="49" y="0"/>
                    </a:moveTo>
                    <a:cubicBezTo>
                      <a:pt x="17" y="0"/>
                      <a:pt x="0" y="38"/>
                      <a:pt x="22" y="60"/>
                    </a:cubicBezTo>
                    <a:cubicBezTo>
                      <a:pt x="27" y="71"/>
                      <a:pt x="33" y="82"/>
                      <a:pt x="38" y="93"/>
                    </a:cubicBezTo>
                    <a:cubicBezTo>
                      <a:pt x="45" y="99"/>
                      <a:pt x="53" y="102"/>
                      <a:pt x="61" y="102"/>
                    </a:cubicBezTo>
                    <a:cubicBezTo>
                      <a:pt x="66" y="102"/>
                      <a:pt x="72" y="101"/>
                      <a:pt x="76" y="98"/>
                    </a:cubicBezTo>
                    <a:cubicBezTo>
                      <a:pt x="87" y="93"/>
                      <a:pt x="93" y="87"/>
                      <a:pt x="93" y="77"/>
                    </a:cubicBezTo>
                    <a:cubicBezTo>
                      <a:pt x="93" y="71"/>
                      <a:pt x="93" y="66"/>
                      <a:pt x="93" y="60"/>
                    </a:cubicBezTo>
                    <a:cubicBezTo>
                      <a:pt x="93" y="49"/>
                      <a:pt x="93" y="38"/>
                      <a:pt x="87" y="28"/>
                    </a:cubicBezTo>
                    <a:lnTo>
                      <a:pt x="93" y="28"/>
                    </a:lnTo>
                    <a:cubicBezTo>
                      <a:pt x="87" y="11"/>
                      <a:pt x="76"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120"/>
            <p:cNvGrpSpPr/>
            <p:nvPr/>
          </p:nvGrpSpPr>
          <p:grpSpPr>
            <a:xfrm>
              <a:off x="7392533" y="3599784"/>
              <a:ext cx="274314" cy="213358"/>
              <a:chOff x="4634850" y="4660900"/>
              <a:chExt cx="161200" cy="126225"/>
            </a:xfrm>
          </p:grpSpPr>
          <p:sp>
            <p:nvSpPr>
              <p:cNvPr id="5812" name="Google Shape;5812;p120"/>
              <p:cNvSpPr/>
              <p:nvPr/>
            </p:nvSpPr>
            <p:spPr>
              <a:xfrm>
                <a:off x="4634850" y="4660900"/>
                <a:ext cx="161200" cy="126225"/>
              </a:xfrm>
              <a:custGeom>
                <a:rect b="b" l="l" r="r" t="t"/>
                <a:pathLst>
                  <a:path extrusionOk="0" h="5049" w="6448">
                    <a:moveTo>
                      <a:pt x="1399" y="706"/>
                    </a:moveTo>
                    <a:cubicBezTo>
                      <a:pt x="1429" y="706"/>
                      <a:pt x="1456" y="711"/>
                      <a:pt x="1468" y="729"/>
                    </a:cubicBezTo>
                    <a:cubicBezTo>
                      <a:pt x="1490" y="751"/>
                      <a:pt x="1468" y="805"/>
                      <a:pt x="1468" y="832"/>
                    </a:cubicBezTo>
                    <a:lnTo>
                      <a:pt x="1468" y="968"/>
                    </a:lnTo>
                    <a:cubicBezTo>
                      <a:pt x="1468" y="1017"/>
                      <a:pt x="1468" y="1061"/>
                      <a:pt x="1468" y="1104"/>
                    </a:cubicBezTo>
                    <a:cubicBezTo>
                      <a:pt x="1468" y="1142"/>
                      <a:pt x="1485" y="1175"/>
                      <a:pt x="1485" y="1207"/>
                    </a:cubicBezTo>
                    <a:cubicBezTo>
                      <a:pt x="1495" y="1300"/>
                      <a:pt x="1495" y="1387"/>
                      <a:pt x="1485" y="1479"/>
                    </a:cubicBezTo>
                    <a:cubicBezTo>
                      <a:pt x="1474" y="1561"/>
                      <a:pt x="1457" y="1648"/>
                      <a:pt x="1441" y="1729"/>
                    </a:cubicBezTo>
                    <a:cubicBezTo>
                      <a:pt x="1425" y="1784"/>
                      <a:pt x="1419" y="1822"/>
                      <a:pt x="1360" y="1822"/>
                    </a:cubicBezTo>
                    <a:cubicBezTo>
                      <a:pt x="1322" y="1816"/>
                      <a:pt x="1289" y="1811"/>
                      <a:pt x="1251" y="1811"/>
                    </a:cubicBezTo>
                    <a:cubicBezTo>
                      <a:pt x="1191" y="1816"/>
                      <a:pt x="1137" y="1827"/>
                      <a:pt x="1077" y="1838"/>
                    </a:cubicBezTo>
                    <a:cubicBezTo>
                      <a:pt x="1082" y="1773"/>
                      <a:pt x="1082" y="1702"/>
                      <a:pt x="1077" y="1637"/>
                    </a:cubicBezTo>
                    <a:cubicBezTo>
                      <a:pt x="1061" y="1468"/>
                      <a:pt x="1061" y="1300"/>
                      <a:pt x="1061" y="1131"/>
                    </a:cubicBezTo>
                    <a:cubicBezTo>
                      <a:pt x="1061" y="995"/>
                      <a:pt x="1066" y="859"/>
                      <a:pt x="1077" y="724"/>
                    </a:cubicBezTo>
                    <a:lnTo>
                      <a:pt x="1082" y="724"/>
                    </a:lnTo>
                    <a:cubicBezTo>
                      <a:pt x="1088" y="724"/>
                      <a:pt x="1099" y="718"/>
                      <a:pt x="1104" y="713"/>
                    </a:cubicBezTo>
                    <a:lnTo>
                      <a:pt x="1305" y="713"/>
                    </a:lnTo>
                    <a:cubicBezTo>
                      <a:pt x="1328" y="713"/>
                      <a:pt x="1365" y="706"/>
                      <a:pt x="1399" y="706"/>
                    </a:cubicBezTo>
                    <a:close/>
                    <a:moveTo>
                      <a:pt x="6105" y="653"/>
                    </a:moveTo>
                    <a:cubicBezTo>
                      <a:pt x="6121" y="702"/>
                      <a:pt x="6132" y="756"/>
                      <a:pt x="6138" y="811"/>
                    </a:cubicBezTo>
                    <a:cubicBezTo>
                      <a:pt x="6138" y="897"/>
                      <a:pt x="6159" y="979"/>
                      <a:pt x="6165" y="1066"/>
                    </a:cubicBezTo>
                    <a:cubicBezTo>
                      <a:pt x="6170" y="1153"/>
                      <a:pt x="6165" y="1251"/>
                      <a:pt x="6165" y="1343"/>
                    </a:cubicBezTo>
                    <a:cubicBezTo>
                      <a:pt x="6170" y="1436"/>
                      <a:pt x="6181" y="1512"/>
                      <a:pt x="6181" y="1599"/>
                    </a:cubicBezTo>
                    <a:cubicBezTo>
                      <a:pt x="6181" y="1686"/>
                      <a:pt x="6192" y="1778"/>
                      <a:pt x="6197" y="1865"/>
                    </a:cubicBezTo>
                    <a:lnTo>
                      <a:pt x="6197" y="1909"/>
                    </a:lnTo>
                    <a:lnTo>
                      <a:pt x="6192" y="1909"/>
                    </a:lnTo>
                    <a:cubicBezTo>
                      <a:pt x="6165" y="1909"/>
                      <a:pt x="6154" y="1898"/>
                      <a:pt x="6132" y="1887"/>
                    </a:cubicBezTo>
                    <a:cubicBezTo>
                      <a:pt x="6110" y="1876"/>
                      <a:pt x="6083" y="1870"/>
                      <a:pt x="6056" y="1865"/>
                    </a:cubicBezTo>
                    <a:cubicBezTo>
                      <a:pt x="6013" y="1860"/>
                      <a:pt x="6018" y="1849"/>
                      <a:pt x="6013" y="1805"/>
                    </a:cubicBezTo>
                    <a:cubicBezTo>
                      <a:pt x="6013" y="1740"/>
                      <a:pt x="5996" y="1680"/>
                      <a:pt x="5996" y="1610"/>
                    </a:cubicBezTo>
                    <a:lnTo>
                      <a:pt x="5996" y="1365"/>
                    </a:lnTo>
                    <a:cubicBezTo>
                      <a:pt x="6002" y="1229"/>
                      <a:pt x="5996" y="1088"/>
                      <a:pt x="5980" y="952"/>
                    </a:cubicBezTo>
                    <a:cubicBezTo>
                      <a:pt x="5980" y="887"/>
                      <a:pt x="5985" y="821"/>
                      <a:pt x="5996" y="756"/>
                    </a:cubicBezTo>
                    <a:cubicBezTo>
                      <a:pt x="5996" y="691"/>
                      <a:pt x="6045" y="669"/>
                      <a:pt x="6105" y="653"/>
                    </a:cubicBezTo>
                    <a:close/>
                    <a:moveTo>
                      <a:pt x="6126" y="3349"/>
                    </a:moveTo>
                    <a:cubicBezTo>
                      <a:pt x="6110" y="3423"/>
                      <a:pt x="6105" y="3492"/>
                      <a:pt x="6094" y="3566"/>
                    </a:cubicBezTo>
                    <a:cubicBezTo>
                      <a:pt x="6089" y="3637"/>
                      <a:pt x="6083" y="3724"/>
                      <a:pt x="6083" y="3806"/>
                    </a:cubicBezTo>
                    <a:lnTo>
                      <a:pt x="6072" y="3806"/>
                    </a:lnTo>
                    <a:cubicBezTo>
                      <a:pt x="6002" y="3806"/>
                      <a:pt x="6013" y="3784"/>
                      <a:pt x="5991" y="3740"/>
                    </a:cubicBezTo>
                    <a:cubicBezTo>
                      <a:pt x="5969" y="3697"/>
                      <a:pt x="5958" y="3653"/>
                      <a:pt x="5958" y="3605"/>
                    </a:cubicBezTo>
                    <a:cubicBezTo>
                      <a:pt x="5958" y="3539"/>
                      <a:pt x="5964" y="3479"/>
                      <a:pt x="5980" y="3420"/>
                    </a:cubicBezTo>
                    <a:cubicBezTo>
                      <a:pt x="6002" y="3366"/>
                      <a:pt x="6061" y="3355"/>
                      <a:pt x="6126" y="3349"/>
                    </a:cubicBezTo>
                    <a:close/>
                    <a:moveTo>
                      <a:pt x="4637" y="3996"/>
                    </a:moveTo>
                    <a:cubicBezTo>
                      <a:pt x="4632" y="4007"/>
                      <a:pt x="4626" y="4023"/>
                      <a:pt x="4621" y="4028"/>
                    </a:cubicBezTo>
                    <a:lnTo>
                      <a:pt x="4621" y="4001"/>
                    </a:lnTo>
                    <a:lnTo>
                      <a:pt x="4616" y="3996"/>
                    </a:lnTo>
                    <a:close/>
                    <a:moveTo>
                      <a:pt x="4784" y="4012"/>
                    </a:moveTo>
                    <a:cubicBezTo>
                      <a:pt x="4806" y="4018"/>
                      <a:pt x="4833" y="4023"/>
                      <a:pt x="4855" y="4034"/>
                    </a:cubicBezTo>
                    <a:lnTo>
                      <a:pt x="4833" y="4045"/>
                    </a:lnTo>
                    <a:cubicBezTo>
                      <a:pt x="4817" y="4056"/>
                      <a:pt x="4800" y="4061"/>
                      <a:pt x="4784" y="4072"/>
                    </a:cubicBezTo>
                    <a:cubicBezTo>
                      <a:pt x="4784" y="4050"/>
                      <a:pt x="4784" y="4028"/>
                      <a:pt x="4784" y="4012"/>
                    </a:cubicBezTo>
                    <a:close/>
                    <a:moveTo>
                      <a:pt x="4501" y="4023"/>
                    </a:moveTo>
                    <a:lnTo>
                      <a:pt x="4501" y="4023"/>
                    </a:lnTo>
                    <a:cubicBezTo>
                      <a:pt x="4491" y="4050"/>
                      <a:pt x="4485" y="4077"/>
                      <a:pt x="4480" y="4110"/>
                    </a:cubicBezTo>
                    <a:cubicBezTo>
                      <a:pt x="4480" y="4094"/>
                      <a:pt x="4463" y="4088"/>
                      <a:pt x="4453" y="4083"/>
                    </a:cubicBezTo>
                    <a:cubicBezTo>
                      <a:pt x="4447" y="4072"/>
                      <a:pt x="4447" y="4061"/>
                      <a:pt x="4442" y="4050"/>
                    </a:cubicBezTo>
                    <a:lnTo>
                      <a:pt x="4436" y="4050"/>
                    </a:lnTo>
                    <a:cubicBezTo>
                      <a:pt x="4458" y="4039"/>
                      <a:pt x="4480" y="4028"/>
                      <a:pt x="4501" y="4023"/>
                    </a:cubicBezTo>
                    <a:close/>
                    <a:moveTo>
                      <a:pt x="4963" y="4088"/>
                    </a:moveTo>
                    <a:cubicBezTo>
                      <a:pt x="4974" y="4110"/>
                      <a:pt x="4985" y="4132"/>
                      <a:pt x="4996" y="4148"/>
                    </a:cubicBezTo>
                    <a:cubicBezTo>
                      <a:pt x="4969" y="4148"/>
                      <a:pt x="4942" y="4154"/>
                      <a:pt x="4915" y="4170"/>
                    </a:cubicBezTo>
                    <a:lnTo>
                      <a:pt x="4920" y="4164"/>
                    </a:lnTo>
                    <a:cubicBezTo>
                      <a:pt x="4936" y="4143"/>
                      <a:pt x="4947" y="4121"/>
                      <a:pt x="4963" y="4099"/>
                    </a:cubicBezTo>
                    <a:cubicBezTo>
                      <a:pt x="4963" y="4094"/>
                      <a:pt x="4963" y="4094"/>
                      <a:pt x="4963" y="4088"/>
                    </a:cubicBezTo>
                    <a:close/>
                    <a:moveTo>
                      <a:pt x="4675" y="4122"/>
                    </a:moveTo>
                    <a:cubicBezTo>
                      <a:pt x="4675" y="4135"/>
                      <a:pt x="4676" y="4145"/>
                      <a:pt x="4681" y="4159"/>
                    </a:cubicBezTo>
                    <a:lnTo>
                      <a:pt x="4686" y="4164"/>
                    </a:lnTo>
                    <a:cubicBezTo>
                      <a:pt x="4675" y="4170"/>
                      <a:pt x="4665" y="4175"/>
                      <a:pt x="4654" y="4186"/>
                    </a:cubicBezTo>
                    <a:cubicBezTo>
                      <a:pt x="4637" y="4181"/>
                      <a:pt x="4626" y="4181"/>
                      <a:pt x="4610" y="4181"/>
                    </a:cubicBezTo>
                    <a:cubicBezTo>
                      <a:pt x="4635" y="4166"/>
                      <a:pt x="4655" y="4146"/>
                      <a:pt x="4675" y="4122"/>
                    </a:cubicBezTo>
                    <a:close/>
                    <a:moveTo>
                      <a:pt x="191" y="3800"/>
                    </a:moveTo>
                    <a:lnTo>
                      <a:pt x="191" y="3822"/>
                    </a:lnTo>
                    <a:cubicBezTo>
                      <a:pt x="196" y="3914"/>
                      <a:pt x="218" y="4007"/>
                      <a:pt x="229" y="4094"/>
                    </a:cubicBezTo>
                    <a:cubicBezTo>
                      <a:pt x="213" y="4126"/>
                      <a:pt x="207" y="4164"/>
                      <a:pt x="207" y="4202"/>
                    </a:cubicBezTo>
                    <a:lnTo>
                      <a:pt x="213" y="4202"/>
                    </a:lnTo>
                    <a:cubicBezTo>
                      <a:pt x="213" y="4208"/>
                      <a:pt x="213" y="4208"/>
                      <a:pt x="213" y="4213"/>
                    </a:cubicBezTo>
                    <a:cubicBezTo>
                      <a:pt x="185" y="4213"/>
                      <a:pt x="158" y="4208"/>
                      <a:pt x="136" y="4197"/>
                    </a:cubicBezTo>
                    <a:cubicBezTo>
                      <a:pt x="98" y="4164"/>
                      <a:pt x="120" y="4088"/>
                      <a:pt x="120" y="4050"/>
                    </a:cubicBezTo>
                    <a:cubicBezTo>
                      <a:pt x="120" y="4007"/>
                      <a:pt x="109" y="3947"/>
                      <a:pt x="115" y="3893"/>
                    </a:cubicBezTo>
                    <a:cubicBezTo>
                      <a:pt x="126" y="3855"/>
                      <a:pt x="153" y="3817"/>
                      <a:pt x="191" y="3800"/>
                    </a:cubicBezTo>
                    <a:close/>
                    <a:moveTo>
                      <a:pt x="1316" y="4148"/>
                    </a:moveTo>
                    <a:cubicBezTo>
                      <a:pt x="1311" y="4159"/>
                      <a:pt x="1300" y="4170"/>
                      <a:pt x="1294" y="4186"/>
                    </a:cubicBezTo>
                    <a:cubicBezTo>
                      <a:pt x="1289" y="4197"/>
                      <a:pt x="1278" y="4224"/>
                      <a:pt x="1267" y="4246"/>
                    </a:cubicBezTo>
                    <a:cubicBezTo>
                      <a:pt x="1267" y="4219"/>
                      <a:pt x="1267" y="4197"/>
                      <a:pt x="1267" y="4175"/>
                    </a:cubicBezTo>
                    <a:cubicBezTo>
                      <a:pt x="1262" y="4170"/>
                      <a:pt x="1262" y="4159"/>
                      <a:pt x="1256" y="4154"/>
                    </a:cubicBezTo>
                    <a:cubicBezTo>
                      <a:pt x="1278" y="4154"/>
                      <a:pt x="1300" y="4148"/>
                      <a:pt x="1316" y="4148"/>
                    </a:cubicBezTo>
                    <a:close/>
                    <a:moveTo>
                      <a:pt x="1430" y="4159"/>
                    </a:moveTo>
                    <a:lnTo>
                      <a:pt x="1430" y="4159"/>
                    </a:lnTo>
                    <a:cubicBezTo>
                      <a:pt x="1468" y="4170"/>
                      <a:pt x="1495" y="4186"/>
                      <a:pt x="1523" y="4208"/>
                    </a:cubicBezTo>
                    <a:cubicBezTo>
                      <a:pt x="1515" y="4203"/>
                      <a:pt x="1506" y="4200"/>
                      <a:pt x="1496" y="4200"/>
                    </a:cubicBezTo>
                    <a:cubicBezTo>
                      <a:pt x="1484" y="4200"/>
                      <a:pt x="1472" y="4204"/>
                      <a:pt x="1463" y="4213"/>
                    </a:cubicBezTo>
                    <a:cubicBezTo>
                      <a:pt x="1447" y="4235"/>
                      <a:pt x="1430" y="4251"/>
                      <a:pt x="1414" y="4268"/>
                    </a:cubicBezTo>
                    <a:cubicBezTo>
                      <a:pt x="1403" y="4277"/>
                      <a:pt x="1398" y="4280"/>
                      <a:pt x="1397" y="4280"/>
                    </a:cubicBezTo>
                    <a:cubicBezTo>
                      <a:pt x="1395" y="4280"/>
                      <a:pt x="1415" y="4258"/>
                      <a:pt x="1419" y="4246"/>
                    </a:cubicBezTo>
                    <a:cubicBezTo>
                      <a:pt x="1430" y="4219"/>
                      <a:pt x="1436" y="4186"/>
                      <a:pt x="1430" y="4159"/>
                    </a:cubicBezTo>
                    <a:close/>
                    <a:moveTo>
                      <a:pt x="1169" y="4170"/>
                    </a:moveTo>
                    <a:cubicBezTo>
                      <a:pt x="1169" y="4170"/>
                      <a:pt x="1169" y="4170"/>
                      <a:pt x="1169" y="4175"/>
                    </a:cubicBezTo>
                    <a:cubicBezTo>
                      <a:pt x="1164" y="4213"/>
                      <a:pt x="1164" y="4251"/>
                      <a:pt x="1169" y="4295"/>
                    </a:cubicBezTo>
                    <a:cubicBezTo>
                      <a:pt x="1153" y="4273"/>
                      <a:pt x="1131" y="4251"/>
                      <a:pt x="1110" y="4235"/>
                    </a:cubicBezTo>
                    <a:lnTo>
                      <a:pt x="1093" y="4219"/>
                    </a:lnTo>
                    <a:cubicBezTo>
                      <a:pt x="1115" y="4197"/>
                      <a:pt x="1142" y="4181"/>
                      <a:pt x="1169" y="4170"/>
                    </a:cubicBezTo>
                    <a:close/>
                    <a:moveTo>
                      <a:pt x="1534" y="4219"/>
                    </a:moveTo>
                    <a:lnTo>
                      <a:pt x="1534" y="4219"/>
                    </a:lnTo>
                    <a:cubicBezTo>
                      <a:pt x="1555" y="4241"/>
                      <a:pt x="1577" y="4262"/>
                      <a:pt x="1588" y="4289"/>
                    </a:cubicBezTo>
                    <a:cubicBezTo>
                      <a:pt x="1572" y="4295"/>
                      <a:pt x="1561" y="4306"/>
                      <a:pt x="1544" y="4311"/>
                    </a:cubicBezTo>
                    <a:cubicBezTo>
                      <a:pt x="1544" y="4300"/>
                      <a:pt x="1550" y="4289"/>
                      <a:pt x="1550" y="4279"/>
                    </a:cubicBezTo>
                    <a:cubicBezTo>
                      <a:pt x="1555" y="4262"/>
                      <a:pt x="1550" y="4246"/>
                      <a:pt x="1539" y="4230"/>
                    </a:cubicBezTo>
                    <a:cubicBezTo>
                      <a:pt x="1539" y="4224"/>
                      <a:pt x="1539" y="4224"/>
                      <a:pt x="1534" y="4219"/>
                    </a:cubicBezTo>
                    <a:close/>
                    <a:moveTo>
                      <a:pt x="5045" y="4246"/>
                    </a:moveTo>
                    <a:cubicBezTo>
                      <a:pt x="5056" y="4262"/>
                      <a:pt x="5056" y="4279"/>
                      <a:pt x="5061" y="4295"/>
                    </a:cubicBezTo>
                    <a:cubicBezTo>
                      <a:pt x="5056" y="4300"/>
                      <a:pt x="5050" y="4306"/>
                      <a:pt x="5050" y="4311"/>
                    </a:cubicBezTo>
                    <a:cubicBezTo>
                      <a:pt x="5040" y="4300"/>
                      <a:pt x="5029" y="4295"/>
                      <a:pt x="5012" y="4289"/>
                    </a:cubicBezTo>
                    <a:cubicBezTo>
                      <a:pt x="5023" y="4279"/>
                      <a:pt x="5040" y="4262"/>
                      <a:pt x="5045" y="4246"/>
                    </a:cubicBezTo>
                    <a:close/>
                    <a:moveTo>
                      <a:pt x="4124" y="124"/>
                    </a:moveTo>
                    <a:cubicBezTo>
                      <a:pt x="4250" y="124"/>
                      <a:pt x="4378" y="131"/>
                      <a:pt x="4501" y="131"/>
                    </a:cubicBezTo>
                    <a:cubicBezTo>
                      <a:pt x="4628" y="131"/>
                      <a:pt x="4755" y="129"/>
                      <a:pt x="4883" y="129"/>
                    </a:cubicBezTo>
                    <a:cubicBezTo>
                      <a:pt x="5117" y="129"/>
                      <a:pt x="5351" y="136"/>
                      <a:pt x="5583" y="175"/>
                    </a:cubicBezTo>
                    <a:cubicBezTo>
                      <a:pt x="5627" y="180"/>
                      <a:pt x="5676" y="185"/>
                      <a:pt x="5719" y="196"/>
                    </a:cubicBezTo>
                    <a:cubicBezTo>
                      <a:pt x="5746" y="202"/>
                      <a:pt x="5773" y="218"/>
                      <a:pt x="5801" y="223"/>
                    </a:cubicBezTo>
                    <a:cubicBezTo>
                      <a:pt x="5871" y="229"/>
                      <a:pt x="5936" y="267"/>
                      <a:pt x="5985" y="327"/>
                    </a:cubicBezTo>
                    <a:cubicBezTo>
                      <a:pt x="6023" y="387"/>
                      <a:pt x="6051" y="457"/>
                      <a:pt x="6067" y="528"/>
                    </a:cubicBezTo>
                    <a:cubicBezTo>
                      <a:pt x="6067" y="544"/>
                      <a:pt x="6072" y="560"/>
                      <a:pt x="6078" y="582"/>
                    </a:cubicBezTo>
                    <a:cubicBezTo>
                      <a:pt x="6062" y="574"/>
                      <a:pt x="6046" y="571"/>
                      <a:pt x="6029" y="571"/>
                    </a:cubicBezTo>
                    <a:cubicBezTo>
                      <a:pt x="5998" y="571"/>
                      <a:pt x="5967" y="583"/>
                      <a:pt x="5942" y="604"/>
                    </a:cubicBezTo>
                    <a:cubicBezTo>
                      <a:pt x="5882" y="653"/>
                      <a:pt x="5904" y="740"/>
                      <a:pt x="5888" y="805"/>
                    </a:cubicBezTo>
                    <a:cubicBezTo>
                      <a:pt x="5882" y="897"/>
                      <a:pt x="5882" y="990"/>
                      <a:pt x="5898" y="1077"/>
                    </a:cubicBezTo>
                    <a:lnTo>
                      <a:pt x="5898" y="1403"/>
                    </a:lnTo>
                    <a:cubicBezTo>
                      <a:pt x="5893" y="1501"/>
                      <a:pt x="5893" y="1604"/>
                      <a:pt x="5898" y="1702"/>
                    </a:cubicBezTo>
                    <a:cubicBezTo>
                      <a:pt x="5909" y="1751"/>
                      <a:pt x="5904" y="1794"/>
                      <a:pt x="5915" y="1838"/>
                    </a:cubicBezTo>
                    <a:cubicBezTo>
                      <a:pt x="5915" y="1870"/>
                      <a:pt x="5931" y="1898"/>
                      <a:pt x="5953" y="1914"/>
                    </a:cubicBezTo>
                    <a:cubicBezTo>
                      <a:pt x="5980" y="1925"/>
                      <a:pt x="6007" y="1936"/>
                      <a:pt x="6040" y="1941"/>
                    </a:cubicBezTo>
                    <a:cubicBezTo>
                      <a:pt x="6078" y="1952"/>
                      <a:pt x="6105" y="1985"/>
                      <a:pt x="6148" y="1990"/>
                    </a:cubicBezTo>
                    <a:cubicBezTo>
                      <a:pt x="6165" y="1990"/>
                      <a:pt x="6181" y="1990"/>
                      <a:pt x="6192" y="1985"/>
                    </a:cubicBezTo>
                    <a:cubicBezTo>
                      <a:pt x="6192" y="2028"/>
                      <a:pt x="6192" y="2077"/>
                      <a:pt x="6192" y="2121"/>
                    </a:cubicBezTo>
                    <a:cubicBezTo>
                      <a:pt x="6192" y="2224"/>
                      <a:pt x="6192" y="2327"/>
                      <a:pt x="6181" y="2430"/>
                    </a:cubicBezTo>
                    <a:cubicBezTo>
                      <a:pt x="6176" y="2528"/>
                      <a:pt x="6170" y="2621"/>
                      <a:pt x="6176" y="2718"/>
                    </a:cubicBezTo>
                    <a:cubicBezTo>
                      <a:pt x="6176" y="2822"/>
                      <a:pt x="6159" y="2920"/>
                      <a:pt x="6154" y="3023"/>
                    </a:cubicBezTo>
                    <a:cubicBezTo>
                      <a:pt x="6148" y="3110"/>
                      <a:pt x="6138" y="3191"/>
                      <a:pt x="6127" y="3278"/>
                    </a:cubicBezTo>
                    <a:cubicBezTo>
                      <a:pt x="6111" y="3275"/>
                      <a:pt x="6095" y="3273"/>
                      <a:pt x="6080" y="3273"/>
                    </a:cubicBezTo>
                    <a:cubicBezTo>
                      <a:pt x="6026" y="3273"/>
                      <a:pt x="5973" y="3295"/>
                      <a:pt x="5931" y="3333"/>
                    </a:cubicBezTo>
                    <a:cubicBezTo>
                      <a:pt x="5909" y="3365"/>
                      <a:pt x="5898" y="3403"/>
                      <a:pt x="5893" y="3441"/>
                    </a:cubicBezTo>
                    <a:cubicBezTo>
                      <a:pt x="5888" y="3490"/>
                      <a:pt x="5877" y="3545"/>
                      <a:pt x="5871" y="3594"/>
                    </a:cubicBezTo>
                    <a:cubicBezTo>
                      <a:pt x="5866" y="3637"/>
                      <a:pt x="5866" y="3681"/>
                      <a:pt x="5871" y="3719"/>
                    </a:cubicBezTo>
                    <a:cubicBezTo>
                      <a:pt x="5888" y="3762"/>
                      <a:pt x="5909" y="3800"/>
                      <a:pt x="5931" y="3838"/>
                    </a:cubicBezTo>
                    <a:cubicBezTo>
                      <a:pt x="5957" y="3873"/>
                      <a:pt x="5997" y="3890"/>
                      <a:pt x="6037" y="3890"/>
                    </a:cubicBezTo>
                    <a:cubicBezTo>
                      <a:pt x="6047" y="3890"/>
                      <a:pt x="6057" y="3889"/>
                      <a:pt x="6067" y="3887"/>
                    </a:cubicBezTo>
                    <a:lnTo>
                      <a:pt x="6067" y="4175"/>
                    </a:lnTo>
                    <a:cubicBezTo>
                      <a:pt x="6067" y="4192"/>
                      <a:pt x="6072" y="4202"/>
                      <a:pt x="6078" y="4213"/>
                    </a:cubicBezTo>
                    <a:cubicBezTo>
                      <a:pt x="6078" y="4230"/>
                      <a:pt x="6078" y="4240"/>
                      <a:pt x="6083" y="4251"/>
                    </a:cubicBezTo>
                    <a:lnTo>
                      <a:pt x="6083" y="4262"/>
                    </a:lnTo>
                    <a:lnTo>
                      <a:pt x="6051" y="4268"/>
                    </a:lnTo>
                    <a:cubicBezTo>
                      <a:pt x="6034" y="4268"/>
                      <a:pt x="6018" y="4268"/>
                      <a:pt x="6002" y="4273"/>
                    </a:cubicBezTo>
                    <a:lnTo>
                      <a:pt x="5605" y="4273"/>
                    </a:lnTo>
                    <a:cubicBezTo>
                      <a:pt x="5523" y="4273"/>
                      <a:pt x="5441" y="4290"/>
                      <a:pt x="5362" y="4290"/>
                    </a:cubicBezTo>
                    <a:cubicBezTo>
                      <a:pt x="5353" y="4290"/>
                      <a:pt x="5343" y="4290"/>
                      <a:pt x="5333" y="4289"/>
                    </a:cubicBezTo>
                    <a:lnTo>
                      <a:pt x="5333" y="4289"/>
                    </a:lnTo>
                    <a:lnTo>
                      <a:pt x="5344" y="4300"/>
                    </a:lnTo>
                    <a:cubicBezTo>
                      <a:pt x="5290" y="4300"/>
                      <a:pt x="5235" y="4306"/>
                      <a:pt x="5181" y="4322"/>
                    </a:cubicBezTo>
                    <a:lnTo>
                      <a:pt x="5181" y="4279"/>
                    </a:lnTo>
                    <a:cubicBezTo>
                      <a:pt x="5175" y="4246"/>
                      <a:pt x="5165" y="4208"/>
                      <a:pt x="5154" y="4181"/>
                    </a:cubicBezTo>
                    <a:cubicBezTo>
                      <a:pt x="5137" y="4143"/>
                      <a:pt x="5116" y="4110"/>
                      <a:pt x="5099" y="4077"/>
                    </a:cubicBezTo>
                    <a:cubicBezTo>
                      <a:pt x="5089" y="4045"/>
                      <a:pt x="5072" y="4018"/>
                      <a:pt x="5045" y="3990"/>
                    </a:cubicBezTo>
                    <a:cubicBezTo>
                      <a:pt x="5002" y="3958"/>
                      <a:pt x="4947" y="3931"/>
                      <a:pt x="4893" y="3920"/>
                    </a:cubicBezTo>
                    <a:cubicBezTo>
                      <a:pt x="4822" y="3893"/>
                      <a:pt x="4741" y="3876"/>
                      <a:pt x="4665" y="3871"/>
                    </a:cubicBezTo>
                    <a:cubicBezTo>
                      <a:pt x="4650" y="3870"/>
                      <a:pt x="4635" y="3869"/>
                      <a:pt x="4621" y="3869"/>
                    </a:cubicBezTo>
                    <a:cubicBezTo>
                      <a:pt x="4506" y="3869"/>
                      <a:pt x="4398" y="3907"/>
                      <a:pt x="4311" y="3980"/>
                    </a:cubicBezTo>
                    <a:cubicBezTo>
                      <a:pt x="4257" y="4034"/>
                      <a:pt x="4213" y="4099"/>
                      <a:pt x="4186" y="4164"/>
                    </a:cubicBezTo>
                    <a:cubicBezTo>
                      <a:pt x="4164" y="4202"/>
                      <a:pt x="4148" y="4240"/>
                      <a:pt x="4143" y="4279"/>
                    </a:cubicBezTo>
                    <a:lnTo>
                      <a:pt x="4137" y="4279"/>
                    </a:lnTo>
                    <a:cubicBezTo>
                      <a:pt x="4099" y="4279"/>
                      <a:pt x="4061" y="4273"/>
                      <a:pt x="4023" y="4268"/>
                    </a:cubicBezTo>
                    <a:cubicBezTo>
                      <a:pt x="3936" y="4257"/>
                      <a:pt x="3855" y="4251"/>
                      <a:pt x="3768" y="4251"/>
                    </a:cubicBezTo>
                    <a:cubicBezTo>
                      <a:pt x="3594" y="4251"/>
                      <a:pt x="3420" y="4235"/>
                      <a:pt x="3246" y="4235"/>
                    </a:cubicBezTo>
                    <a:lnTo>
                      <a:pt x="2996" y="4235"/>
                    </a:lnTo>
                    <a:cubicBezTo>
                      <a:pt x="2920" y="4235"/>
                      <a:pt x="2844" y="4219"/>
                      <a:pt x="2767" y="4219"/>
                    </a:cubicBezTo>
                    <a:cubicBezTo>
                      <a:pt x="2743" y="4218"/>
                      <a:pt x="2719" y="4217"/>
                      <a:pt x="2695" y="4217"/>
                    </a:cubicBezTo>
                    <a:cubicBezTo>
                      <a:pt x="2581" y="4217"/>
                      <a:pt x="2465" y="4227"/>
                      <a:pt x="2349" y="4240"/>
                    </a:cubicBezTo>
                    <a:cubicBezTo>
                      <a:pt x="2349" y="4230"/>
                      <a:pt x="2349" y="4219"/>
                      <a:pt x="2349" y="4202"/>
                    </a:cubicBezTo>
                    <a:cubicBezTo>
                      <a:pt x="2354" y="4088"/>
                      <a:pt x="2354" y="3969"/>
                      <a:pt x="2349" y="3849"/>
                    </a:cubicBezTo>
                    <a:cubicBezTo>
                      <a:pt x="2333" y="3735"/>
                      <a:pt x="2295" y="3626"/>
                      <a:pt x="2235" y="3528"/>
                    </a:cubicBezTo>
                    <a:cubicBezTo>
                      <a:pt x="2121" y="3349"/>
                      <a:pt x="1941" y="3224"/>
                      <a:pt x="1740" y="3170"/>
                    </a:cubicBezTo>
                    <a:cubicBezTo>
                      <a:pt x="1626" y="3137"/>
                      <a:pt x="1512" y="3126"/>
                      <a:pt x="1398" y="3121"/>
                    </a:cubicBezTo>
                    <a:cubicBezTo>
                      <a:pt x="1368" y="3119"/>
                      <a:pt x="1339" y="3119"/>
                      <a:pt x="1310" y="3119"/>
                    </a:cubicBezTo>
                    <a:cubicBezTo>
                      <a:pt x="1216" y="3119"/>
                      <a:pt x="1123" y="3126"/>
                      <a:pt x="1028" y="3142"/>
                    </a:cubicBezTo>
                    <a:cubicBezTo>
                      <a:pt x="963" y="3153"/>
                      <a:pt x="898" y="3175"/>
                      <a:pt x="832" y="3202"/>
                    </a:cubicBezTo>
                    <a:cubicBezTo>
                      <a:pt x="762" y="3229"/>
                      <a:pt x="696" y="3246"/>
                      <a:pt x="626" y="3267"/>
                    </a:cubicBezTo>
                    <a:cubicBezTo>
                      <a:pt x="533" y="3300"/>
                      <a:pt x="441" y="3349"/>
                      <a:pt x="365" y="3409"/>
                    </a:cubicBezTo>
                    <a:cubicBezTo>
                      <a:pt x="365" y="3365"/>
                      <a:pt x="348" y="3327"/>
                      <a:pt x="348" y="3289"/>
                    </a:cubicBezTo>
                    <a:cubicBezTo>
                      <a:pt x="354" y="3208"/>
                      <a:pt x="354" y="3126"/>
                      <a:pt x="348" y="3045"/>
                    </a:cubicBezTo>
                    <a:cubicBezTo>
                      <a:pt x="338" y="2969"/>
                      <a:pt x="327" y="2898"/>
                      <a:pt x="321" y="2822"/>
                    </a:cubicBezTo>
                    <a:cubicBezTo>
                      <a:pt x="321" y="2746"/>
                      <a:pt x="305" y="2670"/>
                      <a:pt x="305" y="2593"/>
                    </a:cubicBezTo>
                    <a:cubicBezTo>
                      <a:pt x="305" y="2436"/>
                      <a:pt x="441" y="2349"/>
                      <a:pt x="577" y="2300"/>
                    </a:cubicBezTo>
                    <a:cubicBezTo>
                      <a:pt x="642" y="2273"/>
                      <a:pt x="718" y="2251"/>
                      <a:pt x="789" y="2246"/>
                    </a:cubicBezTo>
                    <a:cubicBezTo>
                      <a:pt x="859" y="2240"/>
                      <a:pt x="914" y="2213"/>
                      <a:pt x="974" y="2202"/>
                    </a:cubicBezTo>
                    <a:cubicBezTo>
                      <a:pt x="979" y="2202"/>
                      <a:pt x="984" y="2202"/>
                      <a:pt x="990" y="2197"/>
                    </a:cubicBezTo>
                    <a:cubicBezTo>
                      <a:pt x="997" y="2200"/>
                      <a:pt x="1005" y="2202"/>
                      <a:pt x="1013" y="2202"/>
                    </a:cubicBezTo>
                    <a:cubicBezTo>
                      <a:pt x="1038" y="2202"/>
                      <a:pt x="1061" y="2182"/>
                      <a:pt x="1061" y="2153"/>
                    </a:cubicBezTo>
                    <a:cubicBezTo>
                      <a:pt x="1066" y="2077"/>
                      <a:pt x="1071" y="1996"/>
                      <a:pt x="1071" y="1914"/>
                    </a:cubicBezTo>
                    <a:cubicBezTo>
                      <a:pt x="1129" y="1910"/>
                      <a:pt x="1187" y="1906"/>
                      <a:pt x="1244" y="1906"/>
                    </a:cubicBezTo>
                    <a:cubicBezTo>
                      <a:pt x="1268" y="1906"/>
                      <a:pt x="1292" y="1907"/>
                      <a:pt x="1316" y="1909"/>
                    </a:cubicBezTo>
                    <a:cubicBezTo>
                      <a:pt x="1331" y="1910"/>
                      <a:pt x="1346" y="1911"/>
                      <a:pt x="1361" y="1911"/>
                    </a:cubicBezTo>
                    <a:cubicBezTo>
                      <a:pt x="1417" y="1911"/>
                      <a:pt x="1471" y="1898"/>
                      <a:pt x="1501" y="1838"/>
                    </a:cubicBezTo>
                    <a:cubicBezTo>
                      <a:pt x="1555" y="1745"/>
                      <a:pt x="1555" y="1620"/>
                      <a:pt x="1577" y="1523"/>
                    </a:cubicBezTo>
                    <a:cubicBezTo>
                      <a:pt x="1593" y="1463"/>
                      <a:pt x="1599" y="1403"/>
                      <a:pt x="1599" y="1343"/>
                    </a:cubicBezTo>
                    <a:cubicBezTo>
                      <a:pt x="1599" y="1289"/>
                      <a:pt x="1588" y="1234"/>
                      <a:pt x="1582" y="1180"/>
                    </a:cubicBezTo>
                    <a:cubicBezTo>
                      <a:pt x="1582" y="1126"/>
                      <a:pt x="1566" y="1088"/>
                      <a:pt x="1566" y="1039"/>
                    </a:cubicBezTo>
                    <a:lnTo>
                      <a:pt x="1566" y="849"/>
                    </a:lnTo>
                    <a:cubicBezTo>
                      <a:pt x="1566" y="778"/>
                      <a:pt x="1588" y="691"/>
                      <a:pt x="1528" y="637"/>
                    </a:cubicBezTo>
                    <a:cubicBezTo>
                      <a:pt x="1485" y="606"/>
                      <a:pt x="1431" y="590"/>
                      <a:pt x="1378" y="590"/>
                    </a:cubicBezTo>
                    <a:cubicBezTo>
                      <a:pt x="1365" y="590"/>
                      <a:pt x="1351" y="591"/>
                      <a:pt x="1338" y="593"/>
                    </a:cubicBezTo>
                    <a:lnTo>
                      <a:pt x="1137" y="593"/>
                    </a:lnTo>
                    <a:cubicBezTo>
                      <a:pt x="1120" y="599"/>
                      <a:pt x="1104" y="609"/>
                      <a:pt x="1088" y="615"/>
                    </a:cubicBezTo>
                    <a:cubicBezTo>
                      <a:pt x="1088" y="609"/>
                      <a:pt x="1088" y="604"/>
                      <a:pt x="1088" y="599"/>
                    </a:cubicBezTo>
                    <a:cubicBezTo>
                      <a:pt x="1088" y="522"/>
                      <a:pt x="1126" y="457"/>
                      <a:pt x="1186" y="414"/>
                    </a:cubicBezTo>
                    <a:cubicBezTo>
                      <a:pt x="1256" y="376"/>
                      <a:pt x="1327" y="343"/>
                      <a:pt x="1403" y="321"/>
                    </a:cubicBezTo>
                    <a:cubicBezTo>
                      <a:pt x="1479" y="300"/>
                      <a:pt x="1555" y="272"/>
                      <a:pt x="1631" y="256"/>
                    </a:cubicBezTo>
                    <a:cubicBezTo>
                      <a:pt x="1724" y="234"/>
                      <a:pt x="1816" y="234"/>
                      <a:pt x="1903" y="223"/>
                    </a:cubicBezTo>
                    <a:cubicBezTo>
                      <a:pt x="2015" y="209"/>
                      <a:pt x="2128" y="202"/>
                      <a:pt x="2239" y="202"/>
                    </a:cubicBezTo>
                    <a:cubicBezTo>
                      <a:pt x="2294" y="202"/>
                      <a:pt x="2349" y="204"/>
                      <a:pt x="2403" y="207"/>
                    </a:cubicBezTo>
                    <a:cubicBezTo>
                      <a:pt x="2479" y="207"/>
                      <a:pt x="2555" y="202"/>
                      <a:pt x="2626" y="191"/>
                    </a:cubicBezTo>
                    <a:cubicBezTo>
                      <a:pt x="2670" y="188"/>
                      <a:pt x="2713" y="188"/>
                      <a:pt x="2757" y="188"/>
                    </a:cubicBezTo>
                    <a:cubicBezTo>
                      <a:pt x="2800" y="188"/>
                      <a:pt x="2844" y="188"/>
                      <a:pt x="2887" y="185"/>
                    </a:cubicBezTo>
                    <a:cubicBezTo>
                      <a:pt x="3066" y="164"/>
                      <a:pt x="3240" y="153"/>
                      <a:pt x="3414" y="147"/>
                    </a:cubicBezTo>
                    <a:cubicBezTo>
                      <a:pt x="3443" y="146"/>
                      <a:pt x="3472" y="145"/>
                      <a:pt x="3500" y="145"/>
                    </a:cubicBezTo>
                    <a:cubicBezTo>
                      <a:pt x="3556" y="145"/>
                      <a:pt x="3612" y="147"/>
                      <a:pt x="3670" y="147"/>
                    </a:cubicBezTo>
                    <a:cubicBezTo>
                      <a:pt x="3681" y="148"/>
                      <a:pt x="3693" y="148"/>
                      <a:pt x="3705" y="148"/>
                    </a:cubicBezTo>
                    <a:cubicBezTo>
                      <a:pt x="3777" y="148"/>
                      <a:pt x="3857" y="136"/>
                      <a:pt x="3936" y="131"/>
                    </a:cubicBezTo>
                    <a:cubicBezTo>
                      <a:pt x="3998" y="126"/>
                      <a:pt x="4061" y="124"/>
                      <a:pt x="4124" y="124"/>
                    </a:cubicBezTo>
                    <a:close/>
                    <a:moveTo>
                      <a:pt x="1082" y="4317"/>
                    </a:moveTo>
                    <a:lnTo>
                      <a:pt x="1110" y="4349"/>
                    </a:lnTo>
                    <a:lnTo>
                      <a:pt x="1033" y="4349"/>
                    </a:lnTo>
                    <a:lnTo>
                      <a:pt x="1033" y="4344"/>
                    </a:lnTo>
                    <a:lnTo>
                      <a:pt x="1017" y="4344"/>
                    </a:lnTo>
                    <a:lnTo>
                      <a:pt x="1023" y="4327"/>
                    </a:lnTo>
                    <a:cubicBezTo>
                      <a:pt x="1030" y="4337"/>
                      <a:pt x="1042" y="4343"/>
                      <a:pt x="1053" y="4343"/>
                    </a:cubicBezTo>
                    <a:cubicBezTo>
                      <a:pt x="1066" y="4343"/>
                      <a:pt x="1079" y="4335"/>
                      <a:pt x="1082" y="4317"/>
                    </a:cubicBezTo>
                    <a:close/>
                    <a:moveTo>
                      <a:pt x="1321" y="3250"/>
                    </a:moveTo>
                    <a:cubicBezTo>
                      <a:pt x="1407" y="3250"/>
                      <a:pt x="1493" y="3256"/>
                      <a:pt x="1577" y="3262"/>
                    </a:cubicBezTo>
                    <a:cubicBezTo>
                      <a:pt x="1664" y="3273"/>
                      <a:pt x="1751" y="3295"/>
                      <a:pt x="1832" y="3338"/>
                    </a:cubicBezTo>
                    <a:cubicBezTo>
                      <a:pt x="1871" y="3360"/>
                      <a:pt x="1903" y="3371"/>
                      <a:pt x="1941" y="3387"/>
                    </a:cubicBezTo>
                    <a:cubicBezTo>
                      <a:pt x="1996" y="3414"/>
                      <a:pt x="2044" y="3458"/>
                      <a:pt x="2077" y="3507"/>
                    </a:cubicBezTo>
                    <a:cubicBezTo>
                      <a:pt x="2137" y="3577"/>
                      <a:pt x="2180" y="3653"/>
                      <a:pt x="2208" y="3740"/>
                    </a:cubicBezTo>
                    <a:cubicBezTo>
                      <a:pt x="2246" y="3849"/>
                      <a:pt x="2256" y="3963"/>
                      <a:pt x="2240" y="4072"/>
                    </a:cubicBezTo>
                    <a:lnTo>
                      <a:pt x="2235" y="4077"/>
                    </a:lnTo>
                    <a:cubicBezTo>
                      <a:pt x="2229" y="4121"/>
                      <a:pt x="2235" y="4164"/>
                      <a:pt x="2235" y="4213"/>
                    </a:cubicBezTo>
                    <a:cubicBezTo>
                      <a:pt x="2235" y="4235"/>
                      <a:pt x="2240" y="4262"/>
                      <a:pt x="2224" y="4273"/>
                    </a:cubicBezTo>
                    <a:cubicBezTo>
                      <a:pt x="2210" y="4276"/>
                      <a:pt x="2195" y="4277"/>
                      <a:pt x="2180" y="4277"/>
                    </a:cubicBezTo>
                    <a:cubicBezTo>
                      <a:pt x="2165" y="4277"/>
                      <a:pt x="2150" y="4276"/>
                      <a:pt x="2137" y="4273"/>
                    </a:cubicBezTo>
                    <a:cubicBezTo>
                      <a:pt x="2023" y="4279"/>
                      <a:pt x="1898" y="4295"/>
                      <a:pt x="1784" y="4306"/>
                    </a:cubicBezTo>
                    <a:cubicBezTo>
                      <a:pt x="1781" y="4308"/>
                      <a:pt x="1777" y="4310"/>
                      <a:pt x="1773" y="4310"/>
                    </a:cubicBezTo>
                    <a:cubicBezTo>
                      <a:pt x="1769" y="4310"/>
                      <a:pt x="1765" y="4308"/>
                      <a:pt x="1762" y="4306"/>
                    </a:cubicBezTo>
                    <a:cubicBezTo>
                      <a:pt x="1756" y="4268"/>
                      <a:pt x="1740" y="4230"/>
                      <a:pt x="1718" y="4197"/>
                    </a:cubicBezTo>
                    <a:cubicBezTo>
                      <a:pt x="1664" y="4121"/>
                      <a:pt x="1588" y="4061"/>
                      <a:pt x="1495" y="4028"/>
                    </a:cubicBezTo>
                    <a:cubicBezTo>
                      <a:pt x="1441" y="4014"/>
                      <a:pt x="1387" y="4004"/>
                      <a:pt x="1331" y="4004"/>
                    </a:cubicBezTo>
                    <a:cubicBezTo>
                      <a:pt x="1303" y="4004"/>
                      <a:pt x="1274" y="4007"/>
                      <a:pt x="1245" y="4012"/>
                    </a:cubicBezTo>
                    <a:cubicBezTo>
                      <a:pt x="1196" y="4018"/>
                      <a:pt x="1148" y="4028"/>
                      <a:pt x="1104" y="4045"/>
                    </a:cubicBezTo>
                    <a:cubicBezTo>
                      <a:pt x="1061" y="4067"/>
                      <a:pt x="1028" y="4094"/>
                      <a:pt x="995" y="4126"/>
                    </a:cubicBezTo>
                    <a:cubicBezTo>
                      <a:pt x="930" y="4175"/>
                      <a:pt x="881" y="4240"/>
                      <a:pt x="854" y="4317"/>
                    </a:cubicBezTo>
                    <a:cubicBezTo>
                      <a:pt x="849" y="4333"/>
                      <a:pt x="849" y="4349"/>
                      <a:pt x="843" y="4360"/>
                    </a:cubicBezTo>
                    <a:lnTo>
                      <a:pt x="821" y="4355"/>
                    </a:lnTo>
                    <a:cubicBezTo>
                      <a:pt x="785" y="4342"/>
                      <a:pt x="745" y="4336"/>
                      <a:pt x="707" y="4336"/>
                    </a:cubicBezTo>
                    <a:cubicBezTo>
                      <a:pt x="694" y="4336"/>
                      <a:pt x="681" y="4337"/>
                      <a:pt x="669" y="4338"/>
                    </a:cubicBezTo>
                    <a:cubicBezTo>
                      <a:pt x="615" y="4338"/>
                      <a:pt x="566" y="4349"/>
                      <a:pt x="512" y="4349"/>
                    </a:cubicBezTo>
                    <a:cubicBezTo>
                      <a:pt x="501" y="4349"/>
                      <a:pt x="487" y="4350"/>
                      <a:pt x="474" y="4350"/>
                    </a:cubicBezTo>
                    <a:cubicBezTo>
                      <a:pt x="446" y="4350"/>
                      <a:pt x="416" y="4347"/>
                      <a:pt x="397" y="4333"/>
                    </a:cubicBezTo>
                    <a:cubicBezTo>
                      <a:pt x="370" y="4311"/>
                      <a:pt x="381" y="4251"/>
                      <a:pt x="365" y="4213"/>
                    </a:cubicBezTo>
                    <a:cubicBezTo>
                      <a:pt x="348" y="4164"/>
                      <a:pt x="343" y="4115"/>
                      <a:pt x="321" y="4067"/>
                    </a:cubicBezTo>
                    <a:lnTo>
                      <a:pt x="321" y="4061"/>
                    </a:lnTo>
                    <a:cubicBezTo>
                      <a:pt x="321" y="4018"/>
                      <a:pt x="316" y="3974"/>
                      <a:pt x="316" y="3925"/>
                    </a:cubicBezTo>
                    <a:cubicBezTo>
                      <a:pt x="300" y="3817"/>
                      <a:pt x="316" y="3708"/>
                      <a:pt x="370" y="3615"/>
                    </a:cubicBezTo>
                    <a:cubicBezTo>
                      <a:pt x="490" y="3409"/>
                      <a:pt x="724" y="3393"/>
                      <a:pt x="925" y="3311"/>
                    </a:cubicBezTo>
                    <a:cubicBezTo>
                      <a:pt x="1048" y="3264"/>
                      <a:pt x="1184" y="3250"/>
                      <a:pt x="1321" y="3250"/>
                    </a:cubicBezTo>
                    <a:close/>
                    <a:moveTo>
                      <a:pt x="4241" y="4387"/>
                    </a:moveTo>
                    <a:lnTo>
                      <a:pt x="4219" y="4414"/>
                    </a:lnTo>
                    <a:lnTo>
                      <a:pt x="4219" y="4398"/>
                    </a:lnTo>
                    <a:cubicBezTo>
                      <a:pt x="4230" y="4398"/>
                      <a:pt x="4235" y="4393"/>
                      <a:pt x="4241" y="4387"/>
                    </a:cubicBezTo>
                    <a:close/>
                    <a:moveTo>
                      <a:pt x="4409" y="4273"/>
                    </a:moveTo>
                    <a:cubicBezTo>
                      <a:pt x="4420" y="4289"/>
                      <a:pt x="4436" y="4300"/>
                      <a:pt x="4453" y="4306"/>
                    </a:cubicBezTo>
                    <a:cubicBezTo>
                      <a:pt x="4442" y="4327"/>
                      <a:pt x="4436" y="4344"/>
                      <a:pt x="4431" y="4366"/>
                    </a:cubicBezTo>
                    <a:lnTo>
                      <a:pt x="4436" y="4366"/>
                    </a:lnTo>
                    <a:cubicBezTo>
                      <a:pt x="4431" y="4382"/>
                      <a:pt x="4431" y="4404"/>
                      <a:pt x="4436" y="4420"/>
                    </a:cubicBezTo>
                    <a:cubicBezTo>
                      <a:pt x="4425" y="4414"/>
                      <a:pt x="4414" y="4409"/>
                      <a:pt x="4404" y="4409"/>
                    </a:cubicBezTo>
                    <a:cubicBezTo>
                      <a:pt x="4404" y="4404"/>
                      <a:pt x="4404" y="4398"/>
                      <a:pt x="4404" y="4398"/>
                    </a:cubicBezTo>
                    <a:cubicBezTo>
                      <a:pt x="4409" y="4376"/>
                      <a:pt x="4398" y="4360"/>
                      <a:pt x="4387" y="4344"/>
                    </a:cubicBezTo>
                    <a:cubicBezTo>
                      <a:pt x="4404" y="4338"/>
                      <a:pt x="4409" y="4322"/>
                      <a:pt x="4398" y="4306"/>
                    </a:cubicBezTo>
                    <a:cubicBezTo>
                      <a:pt x="4404" y="4295"/>
                      <a:pt x="4409" y="4284"/>
                      <a:pt x="4409" y="4273"/>
                    </a:cubicBezTo>
                    <a:close/>
                    <a:moveTo>
                      <a:pt x="4882" y="4382"/>
                    </a:moveTo>
                    <a:cubicBezTo>
                      <a:pt x="4893" y="4385"/>
                      <a:pt x="4904" y="4386"/>
                      <a:pt x="4914" y="4386"/>
                    </a:cubicBezTo>
                    <a:cubicBezTo>
                      <a:pt x="4924" y="4386"/>
                      <a:pt x="4934" y="4385"/>
                      <a:pt x="4942" y="4382"/>
                    </a:cubicBezTo>
                    <a:lnTo>
                      <a:pt x="4942" y="4382"/>
                    </a:lnTo>
                    <a:cubicBezTo>
                      <a:pt x="4920" y="4404"/>
                      <a:pt x="4893" y="4420"/>
                      <a:pt x="4877" y="4431"/>
                    </a:cubicBezTo>
                    <a:cubicBezTo>
                      <a:pt x="4882" y="4420"/>
                      <a:pt x="4882" y="4404"/>
                      <a:pt x="4882" y="4382"/>
                    </a:cubicBezTo>
                    <a:close/>
                    <a:moveTo>
                      <a:pt x="979" y="4398"/>
                    </a:moveTo>
                    <a:lnTo>
                      <a:pt x="1066" y="4414"/>
                    </a:lnTo>
                    <a:cubicBezTo>
                      <a:pt x="1033" y="4431"/>
                      <a:pt x="995" y="4447"/>
                      <a:pt x="957" y="4463"/>
                    </a:cubicBezTo>
                    <a:lnTo>
                      <a:pt x="963" y="4452"/>
                    </a:lnTo>
                    <a:cubicBezTo>
                      <a:pt x="974" y="4436"/>
                      <a:pt x="979" y="4420"/>
                      <a:pt x="979" y="4398"/>
                    </a:cubicBezTo>
                    <a:close/>
                    <a:moveTo>
                      <a:pt x="1620" y="4376"/>
                    </a:moveTo>
                    <a:lnTo>
                      <a:pt x="1620" y="4376"/>
                    </a:lnTo>
                    <a:cubicBezTo>
                      <a:pt x="1610" y="4387"/>
                      <a:pt x="1599" y="4393"/>
                      <a:pt x="1593" y="4404"/>
                    </a:cubicBezTo>
                    <a:cubicBezTo>
                      <a:pt x="1577" y="4425"/>
                      <a:pt x="1566" y="4447"/>
                      <a:pt x="1566" y="4474"/>
                    </a:cubicBezTo>
                    <a:cubicBezTo>
                      <a:pt x="1566" y="4477"/>
                      <a:pt x="1566" y="4480"/>
                      <a:pt x="1567" y="4483"/>
                    </a:cubicBezTo>
                    <a:lnTo>
                      <a:pt x="1567" y="4483"/>
                    </a:lnTo>
                    <a:cubicBezTo>
                      <a:pt x="1560" y="4458"/>
                      <a:pt x="1547" y="4436"/>
                      <a:pt x="1533" y="4414"/>
                    </a:cubicBezTo>
                    <a:cubicBezTo>
                      <a:pt x="1544" y="4414"/>
                      <a:pt x="1555" y="4409"/>
                      <a:pt x="1561" y="4404"/>
                    </a:cubicBezTo>
                    <a:cubicBezTo>
                      <a:pt x="1582" y="4393"/>
                      <a:pt x="1599" y="4382"/>
                      <a:pt x="1620" y="4376"/>
                    </a:cubicBezTo>
                    <a:close/>
                    <a:moveTo>
                      <a:pt x="4860" y="4480"/>
                    </a:moveTo>
                    <a:cubicBezTo>
                      <a:pt x="4860" y="4485"/>
                      <a:pt x="4860" y="4491"/>
                      <a:pt x="4860" y="4496"/>
                    </a:cubicBezTo>
                    <a:lnTo>
                      <a:pt x="4849" y="4491"/>
                    </a:lnTo>
                    <a:lnTo>
                      <a:pt x="4860" y="4480"/>
                    </a:lnTo>
                    <a:close/>
                    <a:moveTo>
                      <a:pt x="1568" y="4487"/>
                    </a:moveTo>
                    <a:cubicBezTo>
                      <a:pt x="1570" y="4493"/>
                      <a:pt x="1574" y="4498"/>
                      <a:pt x="1577" y="4501"/>
                    </a:cubicBezTo>
                    <a:lnTo>
                      <a:pt x="1572" y="4501"/>
                    </a:lnTo>
                    <a:cubicBezTo>
                      <a:pt x="1571" y="4496"/>
                      <a:pt x="1570" y="4492"/>
                      <a:pt x="1568" y="4487"/>
                    </a:cubicBezTo>
                    <a:close/>
                    <a:moveTo>
                      <a:pt x="5067" y="4382"/>
                    </a:moveTo>
                    <a:lnTo>
                      <a:pt x="5067" y="4382"/>
                    </a:lnTo>
                    <a:cubicBezTo>
                      <a:pt x="5061" y="4414"/>
                      <a:pt x="5045" y="4474"/>
                      <a:pt x="5045" y="4485"/>
                    </a:cubicBezTo>
                    <a:lnTo>
                      <a:pt x="5040" y="4491"/>
                    </a:lnTo>
                    <a:lnTo>
                      <a:pt x="5034" y="4501"/>
                    </a:lnTo>
                    <a:cubicBezTo>
                      <a:pt x="5029" y="4480"/>
                      <a:pt x="5018" y="4463"/>
                      <a:pt x="4996" y="4452"/>
                    </a:cubicBezTo>
                    <a:cubicBezTo>
                      <a:pt x="5012" y="4442"/>
                      <a:pt x="5023" y="4431"/>
                      <a:pt x="5040" y="4420"/>
                    </a:cubicBezTo>
                    <a:cubicBezTo>
                      <a:pt x="5050" y="4409"/>
                      <a:pt x="5056" y="4398"/>
                      <a:pt x="5067" y="4382"/>
                    </a:cubicBezTo>
                    <a:close/>
                    <a:moveTo>
                      <a:pt x="4643" y="4240"/>
                    </a:moveTo>
                    <a:cubicBezTo>
                      <a:pt x="4648" y="4246"/>
                      <a:pt x="4659" y="4251"/>
                      <a:pt x="4665" y="4251"/>
                    </a:cubicBezTo>
                    <a:cubicBezTo>
                      <a:pt x="4675" y="4257"/>
                      <a:pt x="4686" y="4262"/>
                      <a:pt x="4697" y="4268"/>
                    </a:cubicBezTo>
                    <a:cubicBezTo>
                      <a:pt x="4697" y="4279"/>
                      <a:pt x="4692" y="4289"/>
                      <a:pt x="4692" y="4300"/>
                    </a:cubicBezTo>
                    <a:cubicBezTo>
                      <a:pt x="4692" y="4334"/>
                      <a:pt x="4717" y="4350"/>
                      <a:pt x="4741" y="4350"/>
                    </a:cubicBezTo>
                    <a:cubicBezTo>
                      <a:pt x="4745" y="4350"/>
                      <a:pt x="4748" y="4350"/>
                      <a:pt x="4751" y="4349"/>
                    </a:cubicBezTo>
                    <a:lnTo>
                      <a:pt x="4773" y="4344"/>
                    </a:lnTo>
                    <a:lnTo>
                      <a:pt x="4773" y="4355"/>
                    </a:lnTo>
                    <a:cubicBezTo>
                      <a:pt x="4800" y="4428"/>
                      <a:pt x="4744" y="4507"/>
                      <a:pt x="4667" y="4507"/>
                    </a:cubicBezTo>
                    <a:cubicBezTo>
                      <a:pt x="4664" y="4507"/>
                      <a:pt x="4662" y="4507"/>
                      <a:pt x="4659" y="4507"/>
                    </a:cubicBezTo>
                    <a:cubicBezTo>
                      <a:pt x="4594" y="4507"/>
                      <a:pt x="4485" y="4463"/>
                      <a:pt x="4501" y="4371"/>
                    </a:cubicBezTo>
                    <a:cubicBezTo>
                      <a:pt x="4518" y="4300"/>
                      <a:pt x="4572" y="4246"/>
                      <a:pt x="4643" y="4240"/>
                    </a:cubicBezTo>
                    <a:close/>
                    <a:moveTo>
                      <a:pt x="4953" y="4501"/>
                    </a:moveTo>
                    <a:lnTo>
                      <a:pt x="4953" y="4507"/>
                    </a:lnTo>
                    <a:cubicBezTo>
                      <a:pt x="4942" y="4512"/>
                      <a:pt x="4931" y="4512"/>
                      <a:pt x="4920" y="4518"/>
                    </a:cubicBezTo>
                    <a:lnTo>
                      <a:pt x="4898" y="4534"/>
                    </a:lnTo>
                    <a:cubicBezTo>
                      <a:pt x="4893" y="4523"/>
                      <a:pt x="4887" y="4518"/>
                      <a:pt x="4887" y="4512"/>
                    </a:cubicBezTo>
                    <a:lnTo>
                      <a:pt x="4904" y="4512"/>
                    </a:lnTo>
                    <a:cubicBezTo>
                      <a:pt x="4909" y="4512"/>
                      <a:pt x="4942" y="4507"/>
                      <a:pt x="4953" y="4501"/>
                    </a:cubicBezTo>
                    <a:close/>
                    <a:moveTo>
                      <a:pt x="4251" y="4523"/>
                    </a:moveTo>
                    <a:cubicBezTo>
                      <a:pt x="4246" y="4523"/>
                      <a:pt x="4246" y="4529"/>
                      <a:pt x="4246" y="4534"/>
                    </a:cubicBezTo>
                    <a:lnTo>
                      <a:pt x="4241" y="4534"/>
                    </a:lnTo>
                    <a:lnTo>
                      <a:pt x="4241" y="4539"/>
                    </a:lnTo>
                    <a:cubicBezTo>
                      <a:pt x="4241" y="4534"/>
                      <a:pt x="4241" y="4529"/>
                      <a:pt x="4235" y="4523"/>
                    </a:cubicBezTo>
                    <a:close/>
                    <a:moveTo>
                      <a:pt x="1099" y="4523"/>
                    </a:moveTo>
                    <a:lnTo>
                      <a:pt x="1099" y="4523"/>
                    </a:lnTo>
                    <a:cubicBezTo>
                      <a:pt x="1093" y="4534"/>
                      <a:pt x="1093" y="4545"/>
                      <a:pt x="1099" y="4561"/>
                    </a:cubicBezTo>
                    <a:cubicBezTo>
                      <a:pt x="1066" y="4561"/>
                      <a:pt x="1033" y="4572"/>
                      <a:pt x="1006" y="4583"/>
                    </a:cubicBezTo>
                    <a:lnTo>
                      <a:pt x="995" y="4588"/>
                    </a:lnTo>
                    <a:cubicBezTo>
                      <a:pt x="1028" y="4567"/>
                      <a:pt x="1066" y="4545"/>
                      <a:pt x="1099" y="4523"/>
                    </a:cubicBezTo>
                    <a:close/>
                    <a:moveTo>
                      <a:pt x="6208" y="4360"/>
                    </a:moveTo>
                    <a:cubicBezTo>
                      <a:pt x="6235" y="4360"/>
                      <a:pt x="6263" y="4366"/>
                      <a:pt x="6290" y="4371"/>
                    </a:cubicBezTo>
                    <a:cubicBezTo>
                      <a:pt x="6328" y="4387"/>
                      <a:pt x="6312" y="4425"/>
                      <a:pt x="6306" y="4458"/>
                    </a:cubicBezTo>
                    <a:lnTo>
                      <a:pt x="6312" y="4458"/>
                    </a:lnTo>
                    <a:cubicBezTo>
                      <a:pt x="6312" y="4501"/>
                      <a:pt x="6312" y="4550"/>
                      <a:pt x="6263" y="4567"/>
                    </a:cubicBezTo>
                    <a:cubicBezTo>
                      <a:pt x="6241" y="4572"/>
                      <a:pt x="6219" y="4572"/>
                      <a:pt x="6197" y="4572"/>
                    </a:cubicBezTo>
                    <a:cubicBezTo>
                      <a:pt x="6170" y="4578"/>
                      <a:pt x="6138" y="4583"/>
                      <a:pt x="6110" y="4583"/>
                    </a:cubicBezTo>
                    <a:cubicBezTo>
                      <a:pt x="6067" y="4583"/>
                      <a:pt x="6023" y="4583"/>
                      <a:pt x="5980" y="4594"/>
                    </a:cubicBezTo>
                    <a:cubicBezTo>
                      <a:pt x="5928" y="4602"/>
                      <a:pt x="5875" y="4606"/>
                      <a:pt x="5822" y="4606"/>
                    </a:cubicBezTo>
                    <a:cubicBezTo>
                      <a:pt x="5768" y="4606"/>
                      <a:pt x="5714" y="4602"/>
                      <a:pt x="5659" y="4594"/>
                    </a:cubicBezTo>
                    <a:cubicBezTo>
                      <a:pt x="5610" y="4594"/>
                      <a:pt x="5561" y="4594"/>
                      <a:pt x="5513" y="4605"/>
                    </a:cubicBezTo>
                    <a:cubicBezTo>
                      <a:pt x="5474" y="4605"/>
                      <a:pt x="5431" y="4599"/>
                      <a:pt x="5393" y="4583"/>
                    </a:cubicBezTo>
                    <a:lnTo>
                      <a:pt x="5377" y="4583"/>
                    </a:lnTo>
                    <a:cubicBezTo>
                      <a:pt x="5377" y="4572"/>
                      <a:pt x="5377" y="4561"/>
                      <a:pt x="5382" y="4545"/>
                    </a:cubicBezTo>
                    <a:cubicBezTo>
                      <a:pt x="5387" y="4507"/>
                      <a:pt x="5382" y="4463"/>
                      <a:pt x="5366" y="4425"/>
                    </a:cubicBezTo>
                    <a:cubicBezTo>
                      <a:pt x="5404" y="4425"/>
                      <a:pt x="5442" y="4420"/>
                      <a:pt x="5480" y="4414"/>
                    </a:cubicBezTo>
                    <a:lnTo>
                      <a:pt x="5513" y="4409"/>
                    </a:lnTo>
                    <a:cubicBezTo>
                      <a:pt x="5532" y="4413"/>
                      <a:pt x="5551" y="4417"/>
                      <a:pt x="5570" y="4417"/>
                    </a:cubicBezTo>
                    <a:cubicBezTo>
                      <a:pt x="5578" y="4417"/>
                      <a:pt x="5586" y="4416"/>
                      <a:pt x="5594" y="4414"/>
                    </a:cubicBezTo>
                    <a:cubicBezTo>
                      <a:pt x="5643" y="4409"/>
                      <a:pt x="5686" y="4409"/>
                      <a:pt x="5730" y="4409"/>
                    </a:cubicBezTo>
                    <a:lnTo>
                      <a:pt x="6040" y="4409"/>
                    </a:lnTo>
                    <a:cubicBezTo>
                      <a:pt x="6056" y="4411"/>
                      <a:pt x="6072" y="4413"/>
                      <a:pt x="6089" y="4413"/>
                    </a:cubicBezTo>
                    <a:cubicBezTo>
                      <a:pt x="6113" y="4413"/>
                      <a:pt x="6137" y="4410"/>
                      <a:pt x="6159" y="4404"/>
                    </a:cubicBezTo>
                    <a:cubicBezTo>
                      <a:pt x="6181" y="4393"/>
                      <a:pt x="6197" y="4382"/>
                      <a:pt x="6208" y="4360"/>
                    </a:cubicBezTo>
                    <a:close/>
                    <a:moveTo>
                      <a:pt x="1751" y="4458"/>
                    </a:moveTo>
                    <a:cubicBezTo>
                      <a:pt x="1751" y="4463"/>
                      <a:pt x="1751" y="4469"/>
                      <a:pt x="1756" y="4474"/>
                    </a:cubicBezTo>
                    <a:cubicBezTo>
                      <a:pt x="1778" y="4518"/>
                      <a:pt x="1784" y="4572"/>
                      <a:pt x="1778" y="4621"/>
                    </a:cubicBezTo>
                    <a:cubicBezTo>
                      <a:pt x="1767" y="4583"/>
                      <a:pt x="1718" y="4567"/>
                      <a:pt x="1675" y="4561"/>
                    </a:cubicBezTo>
                    <a:cubicBezTo>
                      <a:pt x="1691" y="4545"/>
                      <a:pt x="1707" y="4529"/>
                      <a:pt x="1724" y="4512"/>
                    </a:cubicBezTo>
                    <a:cubicBezTo>
                      <a:pt x="1735" y="4496"/>
                      <a:pt x="1740" y="4474"/>
                      <a:pt x="1729" y="4458"/>
                    </a:cubicBezTo>
                    <a:close/>
                    <a:moveTo>
                      <a:pt x="811" y="4507"/>
                    </a:moveTo>
                    <a:lnTo>
                      <a:pt x="843" y="4512"/>
                    </a:lnTo>
                    <a:cubicBezTo>
                      <a:pt x="838" y="4539"/>
                      <a:pt x="843" y="4567"/>
                      <a:pt x="859" y="4594"/>
                    </a:cubicBezTo>
                    <a:cubicBezTo>
                      <a:pt x="849" y="4605"/>
                      <a:pt x="838" y="4616"/>
                      <a:pt x="827" y="4632"/>
                    </a:cubicBezTo>
                    <a:cubicBezTo>
                      <a:pt x="816" y="4588"/>
                      <a:pt x="811" y="4550"/>
                      <a:pt x="811" y="4507"/>
                    </a:cubicBezTo>
                    <a:close/>
                    <a:moveTo>
                      <a:pt x="4474" y="4512"/>
                    </a:moveTo>
                    <a:cubicBezTo>
                      <a:pt x="4518" y="4561"/>
                      <a:pt x="4583" y="4594"/>
                      <a:pt x="4648" y="4599"/>
                    </a:cubicBezTo>
                    <a:lnTo>
                      <a:pt x="4686" y="4599"/>
                    </a:lnTo>
                    <a:cubicBezTo>
                      <a:pt x="4675" y="4610"/>
                      <a:pt x="4659" y="4626"/>
                      <a:pt x="4643" y="4643"/>
                    </a:cubicBezTo>
                    <a:cubicBezTo>
                      <a:pt x="4632" y="4637"/>
                      <a:pt x="4621" y="4632"/>
                      <a:pt x="4605" y="4626"/>
                    </a:cubicBezTo>
                    <a:lnTo>
                      <a:pt x="4594" y="4626"/>
                    </a:lnTo>
                    <a:cubicBezTo>
                      <a:pt x="4578" y="4621"/>
                      <a:pt x="4561" y="4610"/>
                      <a:pt x="4545" y="4599"/>
                    </a:cubicBezTo>
                    <a:cubicBezTo>
                      <a:pt x="4529" y="4578"/>
                      <a:pt x="4507" y="4561"/>
                      <a:pt x="4485" y="4550"/>
                    </a:cubicBezTo>
                    <a:cubicBezTo>
                      <a:pt x="4480" y="4545"/>
                      <a:pt x="4474" y="4545"/>
                      <a:pt x="4469" y="4545"/>
                    </a:cubicBezTo>
                    <a:cubicBezTo>
                      <a:pt x="4469" y="4534"/>
                      <a:pt x="4474" y="4523"/>
                      <a:pt x="4474" y="4512"/>
                    </a:cubicBezTo>
                    <a:close/>
                    <a:moveTo>
                      <a:pt x="4349" y="4616"/>
                    </a:moveTo>
                    <a:lnTo>
                      <a:pt x="4338" y="4648"/>
                    </a:lnTo>
                    <a:lnTo>
                      <a:pt x="4317" y="4632"/>
                    </a:lnTo>
                    <a:cubicBezTo>
                      <a:pt x="4327" y="4626"/>
                      <a:pt x="4338" y="4621"/>
                      <a:pt x="4349" y="4616"/>
                    </a:cubicBezTo>
                    <a:close/>
                    <a:moveTo>
                      <a:pt x="1334" y="4437"/>
                    </a:moveTo>
                    <a:cubicBezTo>
                      <a:pt x="1363" y="4437"/>
                      <a:pt x="1391" y="4443"/>
                      <a:pt x="1419" y="4463"/>
                    </a:cubicBezTo>
                    <a:cubicBezTo>
                      <a:pt x="1457" y="4496"/>
                      <a:pt x="1501" y="4529"/>
                      <a:pt x="1490" y="4578"/>
                    </a:cubicBezTo>
                    <a:cubicBezTo>
                      <a:pt x="1479" y="4626"/>
                      <a:pt x="1441" y="4670"/>
                      <a:pt x="1392" y="4681"/>
                    </a:cubicBezTo>
                    <a:cubicBezTo>
                      <a:pt x="1387" y="4682"/>
                      <a:pt x="1382" y="4683"/>
                      <a:pt x="1376" y="4683"/>
                    </a:cubicBezTo>
                    <a:cubicBezTo>
                      <a:pt x="1317" y="4683"/>
                      <a:pt x="1211" y="4611"/>
                      <a:pt x="1191" y="4561"/>
                    </a:cubicBezTo>
                    <a:cubicBezTo>
                      <a:pt x="1180" y="4518"/>
                      <a:pt x="1191" y="4474"/>
                      <a:pt x="1213" y="4442"/>
                    </a:cubicBezTo>
                    <a:cubicBezTo>
                      <a:pt x="1218" y="4447"/>
                      <a:pt x="1229" y="4447"/>
                      <a:pt x="1235" y="4447"/>
                    </a:cubicBezTo>
                    <a:cubicBezTo>
                      <a:pt x="1269" y="4444"/>
                      <a:pt x="1302" y="4437"/>
                      <a:pt x="1334" y="4437"/>
                    </a:cubicBezTo>
                    <a:close/>
                    <a:moveTo>
                      <a:pt x="1202" y="4697"/>
                    </a:moveTo>
                    <a:lnTo>
                      <a:pt x="1213" y="4708"/>
                    </a:lnTo>
                    <a:lnTo>
                      <a:pt x="1202" y="4708"/>
                    </a:lnTo>
                    <a:cubicBezTo>
                      <a:pt x="1202" y="4703"/>
                      <a:pt x="1202" y="4703"/>
                      <a:pt x="1202" y="4697"/>
                    </a:cubicBezTo>
                    <a:close/>
                    <a:moveTo>
                      <a:pt x="4431" y="4719"/>
                    </a:moveTo>
                    <a:lnTo>
                      <a:pt x="4431" y="4724"/>
                    </a:lnTo>
                    <a:lnTo>
                      <a:pt x="4425" y="4719"/>
                    </a:lnTo>
                    <a:close/>
                    <a:moveTo>
                      <a:pt x="1012" y="4681"/>
                    </a:moveTo>
                    <a:cubicBezTo>
                      <a:pt x="984" y="4708"/>
                      <a:pt x="963" y="4741"/>
                      <a:pt x="952" y="4773"/>
                    </a:cubicBezTo>
                    <a:lnTo>
                      <a:pt x="903" y="4730"/>
                    </a:lnTo>
                    <a:cubicBezTo>
                      <a:pt x="925" y="4724"/>
                      <a:pt x="941" y="4719"/>
                      <a:pt x="957" y="4708"/>
                    </a:cubicBezTo>
                    <a:cubicBezTo>
                      <a:pt x="974" y="4703"/>
                      <a:pt x="990" y="4692"/>
                      <a:pt x="1012" y="4681"/>
                    </a:cubicBezTo>
                    <a:close/>
                    <a:moveTo>
                      <a:pt x="1506" y="4719"/>
                    </a:moveTo>
                    <a:lnTo>
                      <a:pt x="1506" y="4730"/>
                    </a:lnTo>
                    <a:lnTo>
                      <a:pt x="1468" y="4773"/>
                    </a:lnTo>
                    <a:cubicBezTo>
                      <a:pt x="1463" y="4768"/>
                      <a:pt x="1457" y="4768"/>
                      <a:pt x="1452" y="4762"/>
                    </a:cubicBezTo>
                    <a:cubicBezTo>
                      <a:pt x="1474" y="4751"/>
                      <a:pt x="1490" y="4735"/>
                      <a:pt x="1506" y="4719"/>
                    </a:cubicBezTo>
                    <a:close/>
                    <a:moveTo>
                      <a:pt x="4583" y="4730"/>
                    </a:moveTo>
                    <a:lnTo>
                      <a:pt x="4599" y="4741"/>
                    </a:lnTo>
                    <a:cubicBezTo>
                      <a:pt x="4599" y="4746"/>
                      <a:pt x="4599" y="4751"/>
                      <a:pt x="4599" y="4757"/>
                    </a:cubicBezTo>
                    <a:cubicBezTo>
                      <a:pt x="4605" y="4768"/>
                      <a:pt x="4610" y="4773"/>
                      <a:pt x="4616" y="4779"/>
                    </a:cubicBezTo>
                    <a:cubicBezTo>
                      <a:pt x="4599" y="4779"/>
                      <a:pt x="4583" y="4768"/>
                      <a:pt x="4572" y="4757"/>
                    </a:cubicBezTo>
                    <a:lnTo>
                      <a:pt x="4567" y="4746"/>
                    </a:lnTo>
                    <a:cubicBezTo>
                      <a:pt x="4572" y="4741"/>
                      <a:pt x="4578" y="4735"/>
                      <a:pt x="4583" y="4730"/>
                    </a:cubicBezTo>
                    <a:close/>
                    <a:moveTo>
                      <a:pt x="4996" y="4583"/>
                    </a:moveTo>
                    <a:lnTo>
                      <a:pt x="4996" y="4583"/>
                    </a:lnTo>
                    <a:cubicBezTo>
                      <a:pt x="4985" y="4610"/>
                      <a:pt x="4980" y="4632"/>
                      <a:pt x="4969" y="4654"/>
                    </a:cubicBezTo>
                    <a:cubicBezTo>
                      <a:pt x="4936" y="4719"/>
                      <a:pt x="4882" y="4768"/>
                      <a:pt x="4817" y="4790"/>
                    </a:cubicBezTo>
                    <a:lnTo>
                      <a:pt x="4795" y="4790"/>
                    </a:lnTo>
                    <a:cubicBezTo>
                      <a:pt x="4800" y="4784"/>
                      <a:pt x="4806" y="4779"/>
                      <a:pt x="4811" y="4768"/>
                    </a:cubicBezTo>
                    <a:cubicBezTo>
                      <a:pt x="4833" y="4751"/>
                      <a:pt x="4855" y="4730"/>
                      <a:pt x="4877" y="4708"/>
                    </a:cubicBezTo>
                    <a:cubicBezTo>
                      <a:pt x="4898" y="4703"/>
                      <a:pt x="4915" y="4686"/>
                      <a:pt x="4936" y="4670"/>
                    </a:cubicBezTo>
                    <a:cubicBezTo>
                      <a:pt x="4953" y="4648"/>
                      <a:pt x="4963" y="4626"/>
                      <a:pt x="4969" y="4599"/>
                    </a:cubicBezTo>
                    <a:lnTo>
                      <a:pt x="4996" y="4583"/>
                    </a:lnTo>
                    <a:close/>
                    <a:moveTo>
                      <a:pt x="1289" y="4757"/>
                    </a:moveTo>
                    <a:lnTo>
                      <a:pt x="1289" y="4757"/>
                    </a:lnTo>
                    <a:cubicBezTo>
                      <a:pt x="1311" y="4768"/>
                      <a:pt x="1332" y="4779"/>
                      <a:pt x="1360" y="4779"/>
                    </a:cubicBezTo>
                    <a:cubicBezTo>
                      <a:pt x="1345" y="4788"/>
                      <a:pt x="1335" y="4798"/>
                      <a:pt x="1325" y="4808"/>
                    </a:cubicBezTo>
                    <a:lnTo>
                      <a:pt x="1325" y="4808"/>
                    </a:lnTo>
                    <a:cubicBezTo>
                      <a:pt x="1315" y="4788"/>
                      <a:pt x="1304" y="4772"/>
                      <a:pt x="1289" y="4757"/>
                    </a:cubicBezTo>
                    <a:close/>
                    <a:moveTo>
                      <a:pt x="1093" y="4795"/>
                    </a:moveTo>
                    <a:cubicBezTo>
                      <a:pt x="1077" y="4828"/>
                      <a:pt x="1077" y="4860"/>
                      <a:pt x="1088" y="4893"/>
                    </a:cubicBezTo>
                    <a:lnTo>
                      <a:pt x="1082" y="4893"/>
                    </a:lnTo>
                    <a:cubicBezTo>
                      <a:pt x="1061" y="4876"/>
                      <a:pt x="1033" y="4860"/>
                      <a:pt x="1017" y="4838"/>
                    </a:cubicBezTo>
                    <a:lnTo>
                      <a:pt x="1028" y="4833"/>
                    </a:lnTo>
                    <a:cubicBezTo>
                      <a:pt x="1050" y="4822"/>
                      <a:pt x="1071" y="4811"/>
                      <a:pt x="1093" y="4795"/>
                    </a:cubicBezTo>
                    <a:close/>
                    <a:moveTo>
                      <a:pt x="1180" y="4904"/>
                    </a:moveTo>
                    <a:lnTo>
                      <a:pt x="1186" y="4931"/>
                    </a:lnTo>
                    <a:lnTo>
                      <a:pt x="1153" y="4920"/>
                    </a:lnTo>
                    <a:cubicBezTo>
                      <a:pt x="1164" y="4915"/>
                      <a:pt x="1169" y="4909"/>
                      <a:pt x="1180" y="4904"/>
                    </a:cubicBezTo>
                    <a:close/>
                    <a:moveTo>
                      <a:pt x="1533" y="4844"/>
                    </a:moveTo>
                    <a:cubicBezTo>
                      <a:pt x="1533" y="4866"/>
                      <a:pt x="1533" y="4887"/>
                      <a:pt x="1533" y="4909"/>
                    </a:cubicBezTo>
                    <a:cubicBezTo>
                      <a:pt x="1533" y="4915"/>
                      <a:pt x="1533" y="4915"/>
                      <a:pt x="1533" y="4920"/>
                    </a:cubicBezTo>
                    <a:cubicBezTo>
                      <a:pt x="1508" y="4930"/>
                      <a:pt x="1479" y="4935"/>
                      <a:pt x="1453" y="4940"/>
                    </a:cubicBezTo>
                    <a:lnTo>
                      <a:pt x="1453" y="4940"/>
                    </a:lnTo>
                    <a:cubicBezTo>
                      <a:pt x="1474" y="4914"/>
                      <a:pt x="1490" y="4887"/>
                      <a:pt x="1512" y="4871"/>
                    </a:cubicBezTo>
                    <a:lnTo>
                      <a:pt x="1533" y="4844"/>
                    </a:lnTo>
                    <a:close/>
                    <a:moveTo>
                      <a:pt x="5003" y="0"/>
                    </a:moveTo>
                    <a:cubicBezTo>
                      <a:pt x="4934" y="0"/>
                      <a:pt x="4864" y="2"/>
                      <a:pt x="4795" y="6"/>
                    </a:cubicBezTo>
                    <a:lnTo>
                      <a:pt x="4202" y="6"/>
                    </a:lnTo>
                    <a:cubicBezTo>
                      <a:pt x="4025" y="6"/>
                      <a:pt x="3865" y="28"/>
                      <a:pt x="3698" y="28"/>
                    </a:cubicBezTo>
                    <a:cubicBezTo>
                      <a:pt x="3682" y="28"/>
                      <a:pt x="3665" y="28"/>
                      <a:pt x="3648" y="28"/>
                    </a:cubicBezTo>
                    <a:cubicBezTo>
                      <a:pt x="3599" y="26"/>
                      <a:pt x="3551" y="26"/>
                      <a:pt x="3502" y="26"/>
                    </a:cubicBezTo>
                    <a:cubicBezTo>
                      <a:pt x="3357" y="26"/>
                      <a:pt x="3215" y="32"/>
                      <a:pt x="3072" y="44"/>
                    </a:cubicBezTo>
                    <a:cubicBezTo>
                      <a:pt x="2979" y="55"/>
                      <a:pt x="2892" y="71"/>
                      <a:pt x="2800" y="71"/>
                    </a:cubicBezTo>
                    <a:cubicBezTo>
                      <a:pt x="2724" y="71"/>
                      <a:pt x="2642" y="77"/>
                      <a:pt x="2566" y="82"/>
                    </a:cubicBezTo>
                    <a:cubicBezTo>
                      <a:pt x="2522" y="89"/>
                      <a:pt x="2477" y="91"/>
                      <a:pt x="2433" y="91"/>
                    </a:cubicBezTo>
                    <a:cubicBezTo>
                      <a:pt x="2339" y="91"/>
                      <a:pt x="2245" y="81"/>
                      <a:pt x="2152" y="81"/>
                    </a:cubicBezTo>
                    <a:cubicBezTo>
                      <a:pt x="2114" y="81"/>
                      <a:pt x="2076" y="83"/>
                      <a:pt x="2039" y="88"/>
                    </a:cubicBezTo>
                    <a:cubicBezTo>
                      <a:pt x="1849" y="104"/>
                      <a:pt x="1664" y="136"/>
                      <a:pt x="1479" y="180"/>
                    </a:cubicBezTo>
                    <a:cubicBezTo>
                      <a:pt x="1332" y="223"/>
                      <a:pt x="1137" y="267"/>
                      <a:pt x="1044" y="392"/>
                    </a:cubicBezTo>
                    <a:cubicBezTo>
                      <a:pt x="995" y="463"/>
                      <a:pt x="974" y="539"/>
                      <a:pt x="968" y="626"/>
                    </a:cubicBezTo>
                    <a:cubicBezTo>
                      <a:pt x="952" y="718"/>
                      <a:pt x="941" y="811"/>
                      <a:pt x="941" y="908"/>
                    </a:cubicBezTo>
                    <a:cubicBezTo>
                      <a:pt x="941" y="1115"/>
                      <a:pt x="930" y="1327"/>
                      <a:pt x="946" y="1533"/>
                    </a:cubicBezTo>
                    <a:cubicBezTo>
                      <a:pt x="952" y="1582"/>
                      <a:pt x="963" y="1631"/>
                      <a:pt x="968" y="1686"/>
                    </a:cubicBezTo>
                    <a:cubicBezTo>
                      <a:pt x="968" y="1735"/>
                      <a:pt x="968" y="1767"/>
                      <a:pt x="968" y="1811"/>
                    </a:cubicBezTo>
                    <a:cubicBezTo>
                      <a:pt x="968" y="1909"/>
                      <a:pt x="968" y="2012"/>
                      <a:pt x="974" y="2110"/>
                    </a:cubicBezTo>
                    <a:cubicBezTo>
                      <a:pt x="951" y="2103"/>
                      <a:pt x="927" y="2101"/>
                      <a:pt x="902" y="2101"/>
                    </a:cubicBezTo>
                    <a:cubicBezTo>
                      <a:pt x="885" y="2101"/>
                      <a:pt x="867" y="2102"/>
                      <a:pt x="849" y="2104"/>
                    </a:cubicBezTo>
                    <a:cubicBezTo>
                      <a:pt x="834" y="2103"/>
                      <a:pt x="819" y="2103"/>
                      <a:pt x="805" y="2103"/>
                    </a:cubicBezTo>
                    <a:cubicBezTo>
                      <a:pt x="727" y="2103"/>
                      <a:pt x="650" y="2116"/>
                      <a:pt x="577" y="2148"/>
                    </a:cubicBezTo>
                    <a:cubicBezTo>
                      <a:pt x="408" y="2202"/>
                      <a:pt x="262" y="2284"/>
                      <a:pt x="191" y="2452"/>
                    </a:cubicBezTo>
                    <a:cubicBezTo>
                      <a:pt x="158" y="2528"/>
                      <a:pt x="153" y="2610"/>
                      <a:pt x="169" y="2691"/>
                    </a:cubicBezTo>
                    <a:cubicBezTo>
                      <a:pt x="185" y="2784"/>
                      <a:pt x="191" y="2876"/>
                      <a:pt x="202" y="2963"/>
                    </a:cubicBezTo>
                    <a:cubicBezTo>
                      <a:pt x="202" y="3012"/>
                      <a:pt x="218" y="3055"/>
                      <a:pt x="218" y="3099"/>
                    </a:cubicBezTo>
                    <a:cubicBezTo>
                      <a:pt x="223" y="3148"/>
                      <a:pt x="218" y="3202"/>
                      <a:pt x="218" y="3251"/>
                    </a:cubicBezTo>
                    <a:cubicBezTo>
                      <a:pt x="218" y="3344"/>
                      <a:pt x="213" y="3474"/>
                      <a:pt x="272" y="3545"/>
                    </a:cubicBezTo>
                    <a:cubicBezTo>
                      <a:pt x="240" y="3599"/>
                      <a:pt x="218" y="3659"/>
                      <a:pt x="207" y="3719"/>
                    </a:cubicBezTo>
                    <a:cubicBezTo>
                      <a:pt x="198" y="3717"/>
                      <a:pt x="190" y="3716"/>
                      <a:pt x="181" y="3716"/>
                    </a:cubicBezTo>
                    <a:cubicBezTo>
                      <a:pt x="129" y="3716"/>
                      <a:pt x="77" y="3743"/>
                      <a:pt x="44" y="3789"/>
                    </a:cubicBezTo>
                    <a:cubicBezTo>
                      <a:pt x="1" y="3865"/>
                      <a:pt x="28" y="3969"/>
                      <a:pt x="22" y="4050"/>
                    </a:cubicBezTo>
                    <a:cubicBezTo>
                      <a:pt x="17" y="4137"/>
                      <a:pt x="1" y="4224"/>
                      <a:pt x="71" y="4279"/>
                    </a:cubicBezTo>
                    <a:cubicBezTo>
                      <a:pt x="104" y="4300"/>
                      <a:pt x="142" y="4311"/>
                      <a:pt x="180" y="4311"/>
                    </a:cubicBezTo>
                    <a:cubicBezTo>
                      <a:pt x="184" y="4313"/>
                      <a:pt x="189" y="4313"/>
                      <a:pt x="193" y="4313"/>
                    </a:cubicBezTo>
                    <a:cubicBezTo>
                      <a:pt x="205" y="4313"/>
                      <a:pt x="217" y="4308"/>
                      <a:pt x="229" y="4300"/>
                    </a:cubicBezTo>
                    <a:cubicBezTo>
                      <a:pt x="229" y="4317"/>
                      <a:pt x="229" y="4327"/>
                      <a:pt x="234" y="4344"/>
                    </a:cubicBezTo>
                    <a:cubicBezTo>
                      <a:pt x="256" y="4431"/>
                      <a:pt x="332" y="4491"/>
                      <a:pt x="419" y="4501"/>
                    </a:cubicBezTo>
                    <a:cubicBezTo>
                      <a:pt x="440" y="4504"/>
                      <a:pt x="460" y="4506"/>
                      <a:pt x="480" y="4506"/>
                    </a:cubicBezTo>
                    <a:cubicBezTo>
                      <a:pt x="557" y="4506"/>
                      <a:pt x="630" y="4489"/>
                      <a:pt x="707" y="4489"/>
                    </a:cubicBezTo>
                    <a:cubicBezTo>
                      <a:pt x="722" y="4489"/>
                      <a:pt x="736" y="4489"/>
                      <a:pt x="751" y="4491"/>
                    </a:cubicBezTo>
                    <a:lnTo>
                      <a:pt x="762" y="4491"/>
                    </a:lnTo>
                    <a:cubicBezTo>
                      <a:pt x="751" y="4512"/>
                      <a:pt x="745" y="4534"/>
                      <a:pt x="740" y="4556"/>
                    </a:cubicBezTo>
                    <a:cubicBezTo>
                      <a:pt x="740" y="4605"/>
                      <a:pt x="745" y="4654"/>
                      <a:pt x="772" y="4692"/>
                    </a:cubicBezTo>
                    <a:cubicBezTo>
                      <a:pt x="794" y="4730"/>
                      <a:pt x="821" y="4762"/>
                      <a:pt x="854" y="4795"/>
                    </a:cubicBezTo>
                    <a:cubicBezTo>
                      <a:pt x="887" y="4833"/>
                      <a:pt x="914" y="4871"/>
                      <a:pt x="946" y="4909"/>
                    </a:cubicBezTo>
                    <a:cubicBezTo>
                      <a:pt x="1041" y="5016"/>
                      <a:pt x="1201" y="5048"/>
                      <a:pt x="1348" y="5048"/>
                    </a:cubicBezTo>
                    <a:cubicBezTo>
                      <a:pt x="1396" y="5048"/>
                      <a:pt x="1442" y="5045"/>
                      <a:pt x="1485" y="5040"/>
                    </a:cubicBezTo>
                    <a:cubicBezTo>
                      <a:pt x="1680" y="5012"/>
                      <a:pt x="1838" y="4876"/>
                      <a:pt x="1892" y="4686"/>
                    </a:cubicBezTo>
                    <a:cubicBezTo>
                      <a:pt x="1909" y="4605"/>
                      <a:pt x="1909" y="4523"/>
                      <a:pt x="1892" y="4436"/>
                    </a:cubicBezTo>
                    <a:cubicBezTo>
                      <a:pt x="2006" y="4431"/>
                      <a:pt x="2126" y="4414"/>
                      <a:pt x="2246" y="4398"/>
                    </a:cubicBezTo>
                    <a:cubicBezTo>
                      <a:pt x="2278" y="4398"/>
                      <a:pt x="2311" y="4382"/>
                      <a:pt x="2333" y="4355"/>
                    </a:cubicBezTo>
                    <a:cubicBezTo>
                      <a:pt x="2376" y="4361"/>
                      <a:pt x="2420" y="4363"/>
                      <a:pt x="2465" y="4363"/>
                    </a:cubicBezTo>
                    <a:cubicBezTo>
                      <a:pt x="2577" y="4363"/>
                      <a:pt x="2691" y="4349"/>
                      <a:pt x="2800" y="4349"/>
                    </a:cubicBezTo>
                    <a:cubicBezTo>
                      <a:pt x="2882" y="4349"/>
                      <a:pt x="2958" y="4371"/>
                      <a:pt x="3039" y="4371"/>
                    </a:cubicBezTo>
                    <a:lnTo>
                      <a:pt x="3306" y="4371"/>
                    </a:lnTo>
                    <a:cubicBezTo>
                      <a:pt x="3387" y="4371"/>
                      <a:pt x="3463" y="4376"/>
                      <a:pt x="3545" y="4382"/>
                    </a:cubicBezTo>
                    <a:cubicBezTo>
                      <a:pt x="3576" y="4385"/>
                      <a:pt x="3607" y="4387"/>
                      <a:pt x="3639" y="4387"/>
                    </a:cubicBezTo>
                    <a:cubicBezTo>
                      <a:pt x="3702" y="4387"/>
                      <a:pt x="3766" y="4382"/>
                      <a:pt x="3827" y="4382"/>
                    </a:cubicBezTo>
                    <a:cubicBezTo>
                      <a:pt x="3920" y="4387"/>
                      <a:pt x="4012" y="4398"/>
                      <a:pt x="4099" y="4414"/>
                    </a:cubicBezTo>
                    <a:lnTo>
                      <a:pt x="4126" y="4414"/>
                    </a:lnTo>
                    <a:cubicBezTo>
                      <a:pt x="4121" y="4480"/>
                      <a:pt x="4132" y="4556"/>
                      <a:pt x="4170" y="4616"/>
                    </a:cubicBezTo>
                    <a:cubicBezTo>
                      <a:pt x="4230" y="4697"/>
                      <a:pt x="4300" y="4762"/>
                      <a:pt x="4382" y="4822"/>
                    </a:cubicBezTo>
                    <a:cubicBezTo>
                      <a:pt x="4458" y="4878"/>
                      <a:pt x="4554" y="4915"/>
                      <a:pt x="4650" y="4915"/>
                    </a:cubicBezTo>
                    <a:cubicBezTo>
                      <a:pt x="4657" y="4915"/>
                      <a:pt x="4663" y="4915"/>
                      <a:pt x="4670" y="4915"/>
                    </a:cubicBezTo>
                    <a:cubicBezTo>
                      <a:pt x="4784" y="4915"/>
                      <a:pt x="4866" y="4915"/>
                      <a:pt x="4963" y="4855"/>
                    </a:cubicBezTo>
                    <a:cubicBezTo>
                      <a:pt x="5007" y="4833"/>
                      <a:pt x="5045" y="4800"/>
                      <a:pt x="5078" y="4757"/>
                    </a:cubicBezTo>
                    <a:cubicBezTo>
                      <a:pt x="5099" y="4713"/>
                      <a:pt x="5116" y="4670"/>
                      <a:pt x="5127" y="4621"/>
                    </a:cubicBezTo>
                    <a:cubicBezTo>
                      <a:pt x="5148" y="4572"/>
                      <a:pt x="5165" y="4523"/>
                      <a:pt x="5181" y="4474"/>
                    </a:cubicBezTo>
                    <a:cubicBezTo>
                      <a:pt x="5181" y="4469"/>
                      <a:pt x="5181" y="4463"/>
                      <a:pt x="5186" y="4452"/>
                    </a:cubicBezTo>
                    <a:cubicBezTo>
                      <a:pt x="5219" y="4436"/>
                      <a:pt x="5257" y="4425"/>
                      <a:pt x="5295" y="4425"/>
                    </a:cubicBezTo>
                    <a:cubicBezTo>
                      <a:pt x="5284" y="4474"/>
                      <a:pt x="5279" y="4523"/>
                      <a:pt x="5279" y="4572"/>
                    </a:cubicBezTo>
                    <a:cubicBezTo>
                      <a:pt x="5268" y="4616"/>
                      <a:pt x="5284" y="4659"/>
                      <a:pt x="5322" y="4686"/>
                    </a:cubicBezTo>
                    <a:cubicBezTo>
                      <a:pt x="5333" y="4692"/>
                      <a:pt x="5343" y="4693"/>
                      <a:pt x="5352" y="4693"/>
                    </a:cubicBezTo>
                    <a:cubicBezTo>
                      <a:pt x="5362" y="4693"/>
                      <a:pt x="5371" y="4692"/>
                      <a:pt x="5382" y="4692"/>
                    </a:cubicBezTo>
                    <a:cubicBezTo>
                      <a:pt x="5404" y="4697"/>
                      <a:pt x="5426" y="4703"/>
                      <a:pt x="5447" y="4703"/>
                    </a:cubicBezTo>
                    <a:cubicBezTo>
                      <a:pt x="5507" y="4703"/>
                      <a:pt x="5572" y="4697"/>
                      <a:pt x="5632" y="4686"/>
                    </a:cubicBezTo>
                    <a:cubicBezTo>
                      <a:pt x="5651" y="4685"/>
                      <a:pt x="5670" y="4684"/>
                      <a:pt x="5689" y="4684"/>
                    </a:cubicBezTo>
                    <a:cubicBezTo>
                      <a:pt x="5741" y="4684"/>
                      <a:pt x="5792" y="4689"/>
                      <a:pt x="5844" y="4697"/>
                    </a:cubicBezTo>
                    <a:cubicBezTo>
                      <a:pt x="5882" y="4697"/>
                      <a:pt x="5915" y="4703"/>
                      <a:pt x="5953" y="4703"/>
                    </a:cubicBezTo>
                    <a:cubicBezTo>
                      <a:pt x="5991" y="4703"/>
                      <a:pt x="6023" y="4686"/>
                      <a:pt x="6056" y="4686"/>
                    </a:cubicBezTo>
                    <a:cubicBezTo>
                      <a:pt x="6121" y="4686"/>
                      <a:pt x="6192" y="4686"/>
                      <a:pt x="6257" y="4675"/>
                    </a:cubicBezTo>
                    <a:cubicBezTo>
                      <a:pt x="6263" y="4676"/>
                      <a:pt x="6270" y="4676"/>
                      <a:pt x="6276" y="4676"/>
                    </a:cubicBezTo>
                    <a:cubicBezTo>
                      <a:pt x="6318" y="4676"/>
                      <a:pt x="6359" y="4660"/>
                      <a:pt x="6388" y="4632"/>
                    </a:cubicBezTo>
                    <a:cubicBezTo>
                      <a:pt x="6442" y="4572"/>
                      <a:pt x="6447" y="4447"/>
                      <a:pt x="6437" y="4371"/>
                    </a:cubicBezTo>
                    <a:lnTo>
                      <a:pt x="6437" y="4371"/>
                    </a:lnTo>
                    <a:lnTo>
                      <a:pt x="6426" y="4382"/>
                    </a:lnTo>
                    <a:cubicBezTo>
                      <a:pt x="6415" y="4284"/>
                      <a:pt x="6322" y="4273"/>
                      <a:pt x="6241" y="4273"/>
                    </a:cubicBezTo>
                    <a:lnTo>
                      <a:pt x="6230" y="4273"/>
                    </a:lnTo>
                    <a:lnTo>
                      <a:pt x="6225" y="4262"/>
                    </a:lnTo>
                    <a:cubicBezTo>
                      <a:pt x="6241" y="4246"/>
                      <a:pt x="6252" y="4224"/>
                      <a:pt x="6252" y="4202"/>
                    </a:cubicBezTo>
                    <a:cubicBezTo>
                      <a:pt x="6257" y="4007"/>
                      <a:pt x="6257" y="3811"/>
                      <a:pt x="6268" y="3615"/>
                    </a:cubicBezTo>
                    <a:cubicBezTo>
                      <a:pt x="6274" y="3441"/>
                      <a:pt x="6312" y="3273"/>
                      <a:pt x="6328" y="3099"/>
                    </a:cubicBezTo>
                    <a:cubicBezTo>
                      <a:pt x="6333" y="3012"/>
                      <a:pt x="6339" y="2930"/>
                      <a:pt x="6344" y="2843"/>
                    </a:cubicBezTo>
                    <a:cubicBezTo>
                      <a:pt x="6350" y="2740"/>
                      <a:pt x="6333" y="2642"/>
                      <a:pt x="6344" y="2534"/>
                    </a:cubicBezTo>
                    <a:cubicBezTo>
                      <a:pt x="6350" y="2452"/>
                      <a:pt x="6355" y="2371"/>
                      <a:pt x="6355" y="2284"/>
                    </a:cubicBezTo>
                    <a:cubicBezTo>
                      <a:pt x="6355" y="2180"/>
                      <a:pt x="6360" y="2082"/>
                      <a:pt x="6360" y="1979"/>
                    </a:cubicBezTo>
                    <a:cubicBezTo>
                      <a:pt x="6360" y="1898"/>
                      <a:pt x="6350" y="1822"/>
                      <a:pt x="6339" y="1745"/>
                    </a:cubicBezTo>
                    <a:cubicBezTo>
                      <a:pt x="6333" y="1648"/>
                      <a:pt x="6339" y="1544"/>
                      <a:pt x="6333" y="1446"/>
                    </a:cubicBezTo>
                    <a:cubicBezTo>
                      <a:pt x="6322" y="1354"/>
                      <a:pt x="6322" y="1262"/>
                      <a:pt x="6322" y="1169"/>
                    </a:cubicBezTo>
                    <a:cubicBezTo>
                      <a:pt x="6322" y="1071"/>
                      <a:pt x="6312" y="974"/>
                      <a:pt x="6301" y="881"/>
                    </a:cubicBezTo>
                    <a:cubicBezTo>
                      <a:pt x="6295" y="789"/>
                      <a:pt x="6279" y="702"/>
                      <a:pt x="6257" y="615"/>
                    </a:cubicBezTo>
                    <a:cubicBezTo>
                      <a:pt x="6241" y="533"/>
                      <a:pt x="6219" y="457"/>
                      <a:pt x="6192" y="381"/>
                    </a:cubicBezTo>
                    <a:cubicBezTo>
                      <a:pt x="6165" y="310"/>
                      <a:pt x="6121" y="240"/>
                      <a:pt x="6067" y="185"/>
                    </a:cubicBezTo>
                    <a:cubicBezTo>
                      <a:pt x="6013" y="142"/>
                      <a:pt x="5947" y="109"/>
                      <a:pt x="5882" y="93"/>
                    </a:cubicBezTo>
                    <a:cubicBezTo>
                      <a:pt x="5806" y="82"/>
                      <a:pt x="5730" y="60"/>
                      <a:pt x="5654" y="49"/>
                    </a:cubicBezTo>
                    <a:cubicBezTo>
                      <a:pt x="5561" y="33"/>
                      <a:pt x="5469" y="28"/>
                      <a:pt x="5382" y="17"/>
                    </a:cubicBezTo>
                    <a:cubicBezTo>
                      <a:pt x="5256" y="6"/>
                      <a:pt x="5129" y="0"/>
                      <a:pt x="5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0"/>
              <p:cNvSpPr/>
              <p:nvPr/>
            </p:nvSpPr>
            <p:spPr>
              <a:xfrm>
                <a:off x="4652800" y="4724900"/>
                <a:ext cx="128700" cy="5050"/>
              </a:xfrm>
              <a:custGeom>
                <a:rect b="b" l="l" r="r" t="t"/>
                <a:pathLst>
                  <a:path extrusionOk="0" h="202" w="5148">
                    <a:moveTo>
                      <a:pt x="4843" y="1"/>
                    </a:moveTo>
                    <a:cubicBezTo>
                      <a:pt x="4767" y="1"/>
                      <a:pt x="4680" y="1"/>
                      <a:pt x="4599" y="6"/>
                    </a:cubicBezTo>
                    <a:cubicBezTo>
                      <a:pt x="4487" y="14"/>
                      <a:pt x="4373" y="19"/>
                      <a:pt x="4258" y="19"/>
                    </a:cubicBezTo>
                    <a:cubicBezTo>
                      <a:pt x="4216" y="19"/>
                      <a:pt x="4174" y="19"/>
                      <a:pt x="4131" y="17"/>
                    </a:cubicBezTo>
                    <a:cubicBezTo>
                      <a:pt x="4081" y="17"/>
                      <a:pt x="4030" y="15"/>
                      <a:pt x="3979" y="15"/>
                    </a:cubicBezTo>
                    <a:cubicBezTo>
                      <a:pt x="3954" y="15"/>
                      <a:pt x="3928" y="15"/>
                      <a:pt x="3903" y="17"/>
                    </a:cubicBezTo>
                    <a:cubicBezTo>
                      <a:pt x="3816" y="23"/>
                      <a:pt x="3729" y="33"/>
                      <a:pt x="3637" y="33"/>
                    </a:cubicBezTo>
                    <a:lnTo>
                      <a:pt x="2859" y="33"/>
                    </a:lnTo>
                    <a:cubicBezTo>
                      <a:pt x="2783" y="33"/>
                      <a:pt x="2718" y="55"/>
                      <a:pt x="2642" y="55"/>
                    </a:cubicBezTo>
                    <a:lnTo>
                      <a:pt x="2115" y="55"/>
                    </a:lnTo>
                    <a:cubicBezTo>
                      <a:pt x="2039" y="55"/>
                      <a:pt x="1962" y="50"/>
                      <a:pt x="1886" y="44"/>
                    </a:cubicBezTo>
                    <a:cubicBezTo>
                      <a:pt x="1821" y="40"/>
                      <a:pt x="1756" y="37"/>
                      <a:pt x="1690" y="37"/>
                    </a:cubicBezTo>
                    <a:cubicBezTo>
                      <a:pt x="1663" y="37"/>
                      <a:pt x="1636" y="37"/>
                      <a:pt x="1609" y="39"/>
                    </a:cubicBezTo>
                    <a:lnTo>
                      <a:pt x="1375" y="39"/>
                    </a:lnTo>
                    <a:cubicBezTo>
                      <a:pt x="1294" y="39"/>
                      <a:pt x="1218" y="23"/>
                      <a:pt x="1142" y="23"/>
                    </a:cubicBezTo>
                    <a:cubicBezTo>
                      <a:pt x="1123" y="24"/>
                      <a:pt x="1104" y="24"/>
                      <a:pt x="1086" y="24"/>
                    </a:cubicBezTo>
                    <a:cubicBezTo>
                      <a:pt x="1008" y="24"/>
                      <a:pt x="933" y="16"/>
                      <a:pt x="854" y="12"/>
                    </a:cubicBezTo>
                    <a:cubicBezTo>
                      <a:pt x="823" y="10"/>
                      <a:pt x="792" y="9"/>
                      <a:pt x="761" y="9"/>
                    </a:cubicBezTo>
                    <a:cubicBezTo>
                      <a:pt x="699" y="9"/>
                      <a:pt x="636" y="12"/>
                      <a:pt x="571" y="12"/>
                    </a:cubicBezTo>
                    <a:cubicBezTo>
                      <a:pt x="392" y="12"/>
                      <a:pt x="207" y="28"/>
                      <a:pt x="27" y="66"/>
                    </a:cubicBezTo>
                    <a:cubicBezTo>
                      <a:pt x="0" y="71"/>
                      <a:pt x="0" y="115"/>
                      <a:pt x="27" y="126"/>
                    </a:cubicBezTo>
                    <a:cubicBezTo>
                      <a:pt x="109" y="142"/>
                      <a:pt x="185" y="153"/>
                      <a:pt x="266" y="158"/>
                    </a:cubicBezTo>
                    <a:cubicBezTo>
                      <a:pt x="343" y="158"/>
                      <a:pt x="419" y="142"/>
                      <a:pt x="500" y="142"/>
                    </a:cubicBezTo>
                    <a:cubicBezTo>
                      <a:pt x="576" y="142"/>
                      <a:pt x="658" y="148"/>
                      <a:pt x="739" y="148"/>
                    </a:cubicBezTo>
                    <a:cubicBezTo>
                      <a:pt x="821" y="148"/>
                      <a:pt x="919" y="164"/>
                      <a:pt x="1006" y="169"/>
                    </a:cubicBezTo>
                    <a:cubicBezTo>
                      <a:pt x="1067" y="169"/>
                      <a:pt x="1119" y="165"/>
                      <a:pt x="1171" y="165"/>
                    </a:cubicBezTo>
                    <a:cubicBezTo>
                      <a:pt x="1197" y="165"/>
                      <a:pt x="1223" y="166"/>
                      <a:pt x="1250" y="169"/>
                    </a:cubicBezTo>
                    <a:cubicBezTo>
                      <a:pt x="1326" y="175"/>
                      <a:pt x="1403" y="180"/>
                      <a:pt x="1479" y="180"/>
                    </a:cubicBezTo>
                    <a:lnTo>
                      <a:pt x="1723" y="180"/>
                    </a:lnTo>
                    <a:cubicBezTo>
                      <a:pt x="1816" y="180"/>
                      <a:pt x="1897" y="191"/>
                      <a:pt x="1984" y="197"/>
                    </a:cubicBezTo>
                    <a:cubicBezTo>
                      <a:pt x="2040" y="200"/>
                      <a:pt x="2097" y="201"/>
                      <a:pt x="2154" y="201"/>
                    </a:cubicBezTo>
                    <a:cubicBezTo>
                      <a:pt x="2267" y="201"/>
                      <a:pt x="2381" y="197"/>
                      <a:pt x="2490" y="197"/>
                    </a:cubicBezTo>
                    <a:cubicBezTo>
                      <a:pt x="2658" y="197"/>
                      <a:pt x="2805" y="180"/>
                      <a:pt x="2963" y="180"/>
                    </a:cubicBezTo>
                    <a:lnTo>
                      <a:pt x="3501" y="180"/>
                    </a:lnTo>
                    <a:cubicBezTo>
                      <a:pt x="3669" y="180"/>
                      <a:pt x="3843" y="164"/>
                      <a:pt x="4012" y="164"/>
                    </a:cubicBezTo>
                    <a:cubicBezTo>
                      <a:pt x="4104" y="164"/>
                      <a:pt x="4197" y="169"/>
                      <a:pt x="4284" y="169"/>
                    </a:cubicBezTo>
                    <a:cubicBezTo>
                      <a:pt x="4371" y="169"/>
                      <a:pt x="4452" y="158"/>
                      <a:pt x="4539" y="158"/>
                    </a:cubicBezTo>
                    <a:cubicBezTo>
                      <a:pt x="4621" y="158"/>
                      <a:pt x="4713" y="153"/>
                      <a:pt x="4800" y="153"/>
                    </a:cubicBezTo>
                    <a:cubicBezTo>
                      <a:pt x="4872" y="153"/>
                      <a:pt x="4945" y="170"/>
                      <a:pt x="5021" y="170"/>
                    </a:cubicBezTo>
                    <a:cubicBezTo>
                      <a:pt x="5031" y="170"/>
                      <a:pt x="5040" y="170"/>
                      <a:pt x="5050" y="169"/>
                    </a:cubicBezTo>
                    <a:cubicBezTo>
                      <a:pt x="5148" y="169"/>
                      <a:pt x="5148" y="17"/>
                      <a:pt x="5050" y="17"/>
                    </a:cubicBezTo>
                    <a:cubicBezTo>
                      <a:pt x="4985" y="17"/>
                      <a:pt x="4914" y="1"/>
                      <a:pt x="4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0"/>
              <p:cNvSpPr/>
              <p:nvPr/>
            </p:nvSpPr>
            <p:spPr>
              <a:xfrm>
                <a:off x="4698325" y="4752300"/>
                <a:ext cx="80875" cy="4450"/>
              </a:xfrm>
              <a:custGeom>
                <a:rect b="b" l="l" r="r" t="t"/>
                <a:pathLst>
                  <a:path extrusionOk="0" h="178" w="3235">
                    <a:moveTo>
                      <a:pt x="306" y="1"/>
                    </a:moveTo>
                    <a:cubicBezTo>
                      <a:pt x="264" y="1"/>
                      <a:pt x="222" y="4"/>
                      <a:pt x="180" y="8"/>
                    </a:cubicBezTo>
                    <a:cubicBezTo>
                      <a:pt x="158" y="8"/>
                      <a:pt x="141" y="25"/>
                      <a:pt x="120" y="25"/>
                    </a:cubicBezTo>
                    <a:cubicBezTo>
                      <a:pt x="109" y="27"/>
                      <a:pt x="97" y="27"/>
                      <a:pt x="84" y="27"/>
                    </a:cubicBezTo>
                    <a:cubicBezTo>
                      <a:pt x="71" y="27"/>
                      <a:pt x="57" y="27"/>
                      <a:pt x="44" y="30"/>
                    </a:cubicBezTo>
                    <a:cubicBezTo>
                      <a:pt x="11" y="41"/>
                      <a:pt x="0" y="90"/>
                      <a:pt x="33" y="112"/>
                    </a:cubicBezTo>
                    <a:cubicBezTo>
                      <a:pt x="69" y="134"/>
                      <a:pt x="105" y="146"/>
                      <a:pt x="145" y="146"/>
                    </a:cubicBezTo>
                    <a:cubicBezTo>
                      <a:pt x="152" y="146"/>
                      <a:pt x="160" y="145"/>
                      <a:pt x="169" y="144"/>
                    </a:cubicBezTo>
                    <a:cubicBezTo>
                      <a:pt x="201" y="141"/>
                      <a:pt x="234" y="140"/>
                      <a:pt x="266" y="140"/>
                    </a:cubicBezTo>
                    <a:cubicBezTo>
                      <a:pt x="298" y="140"/>
                      <a:pt x="329" y="141"/>
                      <a:pt x="359" y="144"/>
                    </a:cubicBezTo>
                    <a:cubicBezTo>
                      <a:pt x="489" y="144"/>
                      <a:pt x="616" y="161"/>
                      <a:pt x="745" y="161"/>
                    </a:cubicBezTo>
                    <a:cubicBezTo>
                      <a:pt x="761" y="161"/>
                      <a:pt x="777" y="161"/>
                      <a:pt x="794" y="161"/>
                    </a:cubicBezTo>
                    <a:cubicBezTo>
                      <a:pt x="807" y="160"/>
                      <a:pt x="820" y="160"/>
                      <a:pt x="834" y="160"/>
                    </a:cubicBezTo>
                    <a:cubicBezTo>
                      <a:pt x="950" y="160"/>
                      <a:pt x="1055" y="178"/>
                      <a:pt x="1164" y="178"/>
                    </a:cubicBezTo>
                    <a:cubicBezTo>
                      <a:pt x="1177" y="178"/>
                      <a:pt x="1189" y="177"/>
                      <a:pt x="1201" y="177"/>
                    </a:cubicBezTo>
                    <a:cubicBezTo>
                      <a:pt x="1337" y="171"/>
                      <a:pt x="1495" y="171"/>
                      <a:pt x="1642" y="166"/>
                    </a:cubicBezTo>
                    <a:lnTo>
                      <a:pt x="2087" y="166"/>
                    </a:lnTo>
                    <a:cubicBezTo>
                      <a:pt x="2158" y="166"/>
                      <a:pt x="2229" y="155"/>
                      <a:pt x="2299" y="144"/>
                    </a:cubicBezTo>
                    <a:cubicBezTo>
                      <a:pt x="2329" y="141"/>
                      <a:pt x="2359" y="140"/>
                      <a:pt x="2390" y="140"/>
                    </a:cubicBezTo>
                    <a:cubicBezTo>
                      <a:pt x="2420" y="140"/>
                      <a:pt x="2452" y="141"/>
                      <a:pt x="2484" y="144"/>
                    </a:cubicBezTo>
                    <a:cubicBezTo>
                      <a:pt x="2533" y="146"/>
                      <a:pt x="2582" y="147"/>
                      <a:pt x="2630" y="147"/>
                    </a:cubicBezTo>
                    <a:cubicBezTo>
                      <a:pt x="2726" y="147"/>
                      <a:pt x="2823" y="144"/>
                      <a:pt x="2925" y="144"/>
                    </a:cubicBezTo>
                    <a:cubicBezTo>
                      <a:pt x="2995" y="144"/>
                      <a:pt x="3060" y="155"/>
                      <a:pt x="3131" y="161"/>
                    </a:cubicBezTo>
                    <a:cubicBezTo>
                      <a:pt x="3135" y="161"/>
                      <a:pt x="3139" y="161"/>
                      <a:pt x="3142" y="161"/>
                    </a:cubicBezTo>
                    <a:cubicBezTo>
                      <a:pt x="3182" y="161"/>
                      <a:pt x="3219" y="135"/>
                      <a:pt x="3229" y="95"/>
                    </a:cubicBezTo>
                    <a:cubicBezTo>
                      <a:pt x="3234" y="68"/>
                      <a:pt x="3213" y="46"/>
                      <a:pt x="3186" y="46"/>
                    </a:cubicBezTo>
                    <a:cubicBezTo>
                      <a:pt x="3126" y="46"/>
                      <a:pt x="3066" y="30"/>
                      <a:pt x="3006" y="25"/>
                    </a:cubicBezTo>
                    <a:lnTo>
                      <a:pt x="2805" y="25"/>
                    </a:lnTo>
                    <a:cubicBezTo>
                      <a:pt x="2669" y="25"/>
                      <a:pt x="2539" y="25"/>
                      <a:pt x="2403" y="19"/>
                    </a:cubicBezTo>
                    <a:cubicBezTo>
                      <a:pt x="2348" y="19"/>
                      <a:pt x="2289" y="25"/>
                      <a:pt x="2234" y="30"/>
                    </a:cubicBezTo>
                    <a:cubicBezTo>
                      <a:pt x="2179" y="38"/>
                      <a:pt x="2123" y="43"/>
                      <a:pt x="2067" y="43"/>
                    </a:cubicBezTo>
                    <a:cubicBezTo>
                      <a:pt x="2047" y="43"/>
                      <a:pt x="2026" y="42"/>
                      <a:pt x="2006" y="41"/>
                    </a:cubicBezTo>
                    <a:cubicBezTo>
                      <a:pt x="1935" y="38"/>
                      <a:pt x="1865" y="38"/>
                      <a:pt x="1794" y="38"/>
                    </a:cubicBezTo>
                    <a:cubicBezTo>
                      <a:pt x="1723" y="38"/>
                      <a:pt x="1653" y="38"/>
                      <a:pt x="1582" y="35"/>
                    </a:cubicBezTo>
                    <a:cubicBezTo>
                      <a:pt x="1535" y="34"/>
                      <a:pt x="1489" y="33"/>
                      <a:pt x="1444" y="33"/>
                    </a:cubicBezTo>
                    <a:cubicBezTo>
                      <a:pt x="1353" y="33"/>
                      <a:pt x="1265" y="35"/>
                      <a:pt x="1174" y="35"/>
                    </a:cubicBezTo>
                    <a:cubicBezTo>
                      <a:pt x="1104" y="35"/>
                      <a:pt x="1038" y="30"/>
                      <a:pt x="973" y="19"/>
                    </a:cubicBezTo>
                    <a:cubicBezTo>
                      <a:pt x="938" y="16"/>
                      <a:pt x="902" y="15"/>
                      <a:pt x="868" y="15"/>
                    </a:cubicBezTo>
                    <a:cubicBezTo>
                      <a:pt x="833" y="15"/>
                      <a:pt x="799" y="16"/>
                      <a:pt x="767" y="19"/>
                    </a:cubicBezTo>
                    <a:cubicBezTo>
                      <a:pt x="751" y="20"/>
                      <a:pt x="736" y="20"/>
                      <a:pt x="721" y="20"/>
                    </a:cubicBezTo>
                    <a:cubicBezTo>
                      <a:pt x="600" y="20"/>
                      <a:pt x="480" y="3"/>
                      <a:pt x="359" y="3"/>
                    </a:cubicBezTo>
                    <a:cubicBezTo>
                      <a:pt x="341" y="1"/>
                      <a:pt x="324"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0"/>
              <p:cNvSpPr/>
              <p:nvPr/>
            </p:nvSpPr>
            <p:spPr>
              <a:xfrm>
                <a:off x="4680100" y="4673650"/>
                <a:ext cx="29175" cy="36850"/>
              </a:xfrm>
              <a:custGeom>
                <a:rect b="b" l="l" r="r" t="t"/>
                <a:pathLst>
                  <a:path extrusionOk="0" h="1474" w="1167">
                    <a:moveTo>
                      <a:pt x="669" y="99"/>
                    </a:moveTo>
                    <a:cubicBezTo>
                      <a:pt x="729" y="110"/>
                      <a:pt x="783" y="110"/>
                      <a:pt x="843" y="116"/>
                    </a:cubicBezTo>
                    <a:lnTo>
                      <a:pt x="952" y="116"/>
                    </a:lnTo>
                    <a:cubicBezTo>
                      <a:pt x="1006" y="121"/>
                      <a:pt x="1017" y="137"/>
                      <a:pt x="1017" y="192"/>
                    </a:cubicBezTo>
                    <a:cubicBezTo>
                      <a:pt x="1023" y="246"/>
                      <a:pt x="1028" y="306"/>
                      <a:pt x="1028" y="360"/>
                    </a:cubicBezTo>
                    <a:cubicBezTo>
                      <a:pt x="1017" y="431"/>
                      <a:pt x="1006" y="507"/>
                      <a:pt x="1006" y="578"/>
                    </a:cubicBezTo>
                    <a:cubicBezTo>
                      <a:pt x="1012" y="654"/>
                      <a:pt x="1023" y="724"/>
                      <a:pt x="1017" y="795"/>
                    </a:cubicBezTo>
                    <a:cubicBezTo>
                      <a:pt x="1017" y="866"/>
                      <a:pt x="1034" y="931"/>
                      <a:pt x="1039" y="996"/>
                    </a:cubicBezTo>
                    <a:cubicBezTo>
                      <a:pt x="1039" y="1067"/>
                      <a:pt x="1039" y="1132"/>
                      <a:pt x="1044" y="1208"/>
                    </a:cubicBezTo>
                    <a:cubicBezTo>
                      <a:pt x="1050" y="1279"/>
                      <a:pt x="1050" y="1350"/>
                      <a:pt x="963" y="1360"/>
                    </a:cubicBezTo>
                    <a:cubicBezTo>
                      <a:pt x="950" y="1362"/>
                      <a:pt x="937" y="1363"/>
                      <a:pt x="924" y="1363"/>
                    </a:cubicBezTo>
                    <a:cubicBezTo>
                      <a:pt x="888" y="1363"/>
                      <a:pt x="852" y="1358"/>
                      <a:pt x="816" y="1350"/>
                    </a:cubicBezTo>
                    <a:cubicBezTo>
                      <a:pt x="740" y="1339"/>
                      <a:pt x="664" y="1339"/>
                      <a:pt x="582" y="1339"/>
                    </a:cubicBezTo>
                    <a:cubicBezTo>
                      <a:pt x="517" y="1339"/>
                      <a:pt x="441" y="1322"/>
                      <a:pt x="370" y="1322"/>
                    </a:cubicBezTo>
                    <a:cubicBezTo>
                      <a:pt x="349" y="1328"/>
                      <a:pt x="321" y="1328"/>
                      <a:pt x="300" y="1328"/>
                    </a:cubicBezTo>
                    <a:cubicBezTo>
                      <a:pt x="267" y="1317"/>
                      <a:pt x="262" y="1284"/>
                      <a:pt x="256" y="1257"/>
                    </a:cubicBezTo>
                    <a:cubicBezTo>
                      <a:pt x="218" y="1127"/>
                      <a:pt x="196" y="1002"/>
                      <a:pt x="175" y="871"/>
                    </a:cubicBezTo>
                    <a:cubicBezTo>
                      <a:pt x="169" y="817"/>
                      <a:pt x="175" y="763"/>
                      <a:pt x="164" y="708"/>
                    </a:cubicBezTo>
                    <a:cubicBezTo>
                      <a:pt x="147" y="632"/>
                      <a:pt x="137" y="551"/>
                      <a:pt x="126" y="469"/>
                    </a:cubicBezTo>
                    <a:cubicBezTo>
                      <a:pt x="120" y="398"/>
                      <a:pt x="120" y="290"/>
                      <a:pt x="175" y="230"/>
                    </a:cubicBezTo>
                    <a:cubicBezTo>
                      <a:pt x="229" y="170"/>
                      <a:pt x="305" y="175"/>
                      <a:pt x="365" y="159"/>
                    </a:cubicBezTo>
                    <a:cubicBezTo>
                      <a:pt x="446" y="143"/>
                      <a:pt x="523" y="137"/>
                      <a:pt x="599" y="116"/>
                    </a:cubicBezTo>
                    <a:lnTo>
                      <a:pt x="669" y="99"/>
                    </a:lnTo>
                    <a:close/>
                    <a:moveTo>
                      <a:pt x="984" y="0"/>
                    </a:moveTo>
                    <a:cubicBezTo>
                      <a:pt x="977" y="0"/>
                      <a:pt x="970" y="1"/>
                      <a:pt x="963" y="2"/>
                    </a:cubicBezTo>
                    <a:cubicBezTo>
                      <a:pt x="860" y="2"/>
                      <a:pt x="756" y="7"/>
                      <a:pt x="653" y="23"/>
                    </a:cubicBezTo>
                    <a:cubicBezTo>
                      <a:pt x="648" y="23"/>
                      <a:pt x="637" y="29"/>
                      <a:pt x="631" y="34"/>
                    </a:cubicBezTo>
                    <a:cubicBezTo>
                      <a:pt x="566" y="45"/>
                      <a:pt x="501" y="61"/>
                      <a:pt x="436" y="67"/>
                    </a:cubicBezTo>
                    <a:cubicBezTo>
                      <a:pt x="311" y="83"/>
                      <a:pt x="137" y="94"/>
                      <a:pt x="77" y="224"/>
                    </a:cubicBezTo>
                    <a:cubicBezTo>
                      <a:pt x="1" y="382"/>
                      <a:pt x="55" y="572"/>
                      <a:pt x="77" y="735"/>
                    </a:cubicBezTo>
                    <a:cubicBezTo>
                      <a:pt x="82" y="779"/>
                      <a:pt x="77" y="822"/>
                      <a:pt x="77" y="860"/>
                    </a:cubicBezTo>
                    <a:cubicBezTo>
                      <a:pt x="77" y="904"/>
                      <a:pt x="88" y="947"/>
                      <a:pt x="93" y="991"/>
                    </a:cubicBezTo>
                    <a:cubicBezTo>
                      <a:pt x="104" y="1072"/>
                      <a:pt x="120" y="1154"/>
                      <a:pt x="142" y="1235"/>
                    </a:cubicBezTo>
                    <a:cubicBezTo>
                      <a:pt x="147" y="1301"/>
                      <a:pt x="169" y="1355"/>
                      <a:pt x="207" y="1404"/>
                    </a:cubicBezTo>
                    <a:cubicBezTo>
                      <a:pt x="235" y="1429"/>
                      <a:pt x="270" y="1434"/>
                      <a:pt x="305" y="1434"/>
                    </a:cubicBezTo>
                    <a:cubicBezTo>
                      <a:pt x="332" y="1434"/>
                      <a:pt x="358" y="1431"/>
                      <a:pt x="381" y="1431"/>
                    </a:cubicBezTo>
                    <a:cubicBezTo>
                      <a:pt x="474" y="1431"/>
                      <a:pt x="561" y="1447"/>
                      <a:pt x="653" y="1447"/>
                    </a:cubicBezTo>
                    <a:cubicBezTo>
                      <a:pt x="745" y="1447"/>
                      <a:pt x="827" y="1469"/>
                      <a:pt x="914" y="1469"/>
                    </a:cubicBezTo>
                    <a:cubicBezTo>
                      <a:pt x="928" y="1472"/>
                      <a:pt x="941" y="1473"/>
                      <a:pt x="954" y="1473"/>
                    </a:cubicBezTo>
                    <a:cubicBezTo>
                      <a:pt x="1072" y="1473"/>
                      <a:pt x="1167" y="1369"/>
                      <a:pt x="1142" y="1252"/>
                    </a:cubicBezTo>
                    <a:cubicBezTo>
                      <a:pt x="1142" y="1159"/>
                      <a:pt x="1148" y="1067"/>
                      <a:pt x="1148" y="980"/>
                    </a:cubicBezTo>
                    <a:lnTo>
                      <a:pt x="1153" y="975"/>
                    </a:lnTo>
                    <a:cubicBezTo>
                      <a:pt x="1153" y="931"/>
                      <a:pt x="1142" y="893"/>
                      <a:pt x="1137" y="855"/>
                    </a:cubicBezTo>
                    <a:cubicBezTo>
                      <a:pt x="1131" y="795"/>
                      <a:pt x="1137" y="735"/>
                      <a:pt x="1137" y="681"/>
                    </a:cubicBezTo>
                    <a:cubicBezTo>
                      <a:pt x="1131" y="627"/>
                      <a:pt x="1126" y="567"/>
                      <a:pt x="1126" y="513"/>
                    </a:cubicBezTo>
                    <a:cubicBezTo>
                      <a:pt x="1126" y="464"/>
                      <a:pt x="1142" y="420"/>
                      <a:pt x="1148" y="377"/>
                    </a:cubicBezTo>
                    <a:cubicBezTo>
                      <a:pt x="1153" y="290"/>
                      <a:pt x="1148" y="197"/>
                      <a:pt x="1131" y="110"/>
                    </a:cubicBezTo>
                    <a:cubicBezTo>
                      <a:pt x="1117" y="46"/>
                      <a:pt x="1053" y="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0"/>
              <p:cNvSpPr/>
              <p:nvPr/>
            </p:nvSpPr>
            <p:spPr>
              <a:xfrm>
                <a:off x="4711225" y="4674075"/>
                <a:ext cx="28150" cy="37000"/>
              </a:xfrm>
              <a:custGeom>
                <a:rect b="b" l="l" r="r" t="t"/>
                <a:pathLst>
                  <a:path extrusionOk="0" h="1480" w="1126">
                    <a:moveTo>
                      <a:pt x="685" y="120"/>
                    </a:moveTo>
                    <a:cubicBezTo>
                      <a:pt x="756" y="131"/>
                      <a:pt x="827" y="131"/>
                      <a:pt x="897" y="131"/>
                    </a:cubicBezTo>
                    <a:lnTo>
                      <a:pt x="968" y="131"/>
                    </a:lnTo>
                    <a:cubicBezTo>
                      <a:pt x="968" y="148"/>
                      <a:pt x="968" y="169"/>
                      <a:pt x="968" y="186"/>
                    </a:cubicBezTo>
                    <a:cubicBezTo>
                      <a:pt x="963" y="262"/>
                      <a:pt x="963" y="338"/>
                      <a:pt x="968" y="414"/>
                    </a:cubicBezTo>
                    <a:cubicBezTo>
                      <a:pt x="979" y="479"/>
                      <a:pt x="990" y="539"/>
                      <a:pt x="995" y="604"/>
                    </a:cubicBezTo>
                    <a:cubicBezTo>
                      <a:pt x="995" y="680"/>
                      <a:pt x="1006" y="751"/>
                      <a:pt x="1006" y="827"/>
                    </a:cubicBezTo>
                    <a:cubicBezTo>
                      <a:pt x="1017" y="974"/>
                      <a:pt x="974" y="1121"/>
                      <a:pt x="979" y="1273"/>
                    </a:cubicBezTo>
                    <a:lnTo>
                      <a:pt x="984" y="1267"/>
                    </a:lnTo>
                    <a:lnTo>
                      <a:pt x="984" y="1267"/>
                    </a:lnTo>
                    <a:cubicBezTo>
                      <a:pt x="984" y="1316"/>
                      <a:pt x="984" y="1338"/>
                      <a:pt x="925" y="1343"/>
                    </a:cubicBezTo>
                    <a:cubicBezTo>
                      <a:pt x="903" y="1346"/>
                      <a:pt x="880" y="1348"/>
                      <a:pt x="857" y="1348"/>
                    </a:cubicBezTo>
                    <a:cubicBezTo>
                      <a:pt x="834" y="1348"/>
                      <a:pt x="810" y="1346"/>
                      <a:pt x="789" y="1343"/>
                    </a:cubicBezTo>
                    <a:cubicBezTo>
                      <a:pt x="707" y="1343"/>
                      <a:pt x="626" y="1365"/>
                      <a:pt x="539" y="1365"/>
                    </a:cubicBezTo>
                    <a:cubicBezTo>
                      <a:pt x="463" y="1365"/>
                      <a:pt x="386" y="1360"/>
                      <a:pt x="310" y="1343"/>
                    </a:cubicBezTo>
                    <a:cubicBezTo>
                      <a:pt x="276" y="1340"/>
                      <a:pt x="244" y="1336"/>
                      <a:pt x="211" y="1336"/>
                    </a:cubicBezTo>
                    <a:cubicBezTo>
                      <a:pt x="197" y="1336"/>
                      <a:pt x="183" y="1336"/>
                      <a:pt x="169" y="1338"/>
                    </a:cubicBezTo>
                    <a:cubicBezTo>
                      <a:pt x="174" y="1316"/>
                      <a:pt x="180" y="1289"/>
                      <a:pt x="185" y="1267"/>
                    </a:cubicBezTo>
                    <a:cubicBezTo>
                      <a:pt x="191" y="1180"/>
                      <a:pt x="174" y="1093"/>
                      <a:pt x="180" y="1006"/>
                    </a:cubicBezTo>
                    <a:lnTo>
                      <a:pt x="180" y="805"/>
                    </a:lnTo>
                    <a:cubicBezTo>
                      <a:pt x="180" y="735"/>
                      <a:pt x="164" y="659"/>
                      <a:pt x="164" y="588"/>
                    </a:cubicBezTo>
                    <a:cubicBezTo>
                      <a:pt x="164" y="517"/>
                      <a:pt x="147" y="463"/>
                      <a:pt x="147" y="398"/>
                    </a:cubicBezTo>
                    <a:cubicBezTo>
                      <a:pt x="147" y="360"/>
                      <a:pt x="147" y="327"/>
                      <a:pt x="142" y="294"/>
                    </a:cubicBezTo>
                    <a:cubicBezTo>
                      <a:pt x="131" y="245"/>
                      <a:pt x="126" y="202"/>
                      <a:pt x="131" y="158"/>
                    </a:cubicBezTo>
                    <a:lnTo>
                      <a:pt x="131" y="142"/>
                    </a:lnTo>
                    <a:lnTo>
                      <a:pt x="142" y="142"/>
                    </a:lnTo>
                    <a:cubicBezTo>
                      <a:pt x="153" y="142"/>
                      <a:pt x="169" y="148"/>
                      <a:pt x="185" y="148"/>
                    </a:cubicBezTo>
                    <a:cubicBezTo>
                      <a:pt x="213" y="148"/>
                      <a:pt x="240" y="148"/>
                      <a:pt x="267" y="142"/>
                    </a:cubicBezTo>
                    <a:cubicBezTo>
                      <a:pt x="332" y="131"/>
                      <a:pt x="403" y="131"/>
                      <a:pt x="468" y="131"/>
                    </a:cubicBezTo>
                    <a:cubicBezTo>
                      <a:pt x="539" y="126"/>
                      <a:pt x="615" y="120"/>
                      <a:pt x="685" y="120"/>
                    </a:cubicBezTo>
                    <a:close/>
                    <a:moveTo>
                      <a:pt x="664" y="1"/>
                    </a:moveTo>
                    <a:cubicBezTo>
                      <a:pt x="620" y="1"/>
                      <a:pt x="571" y="12"/>
                      <a:pt x="528" y="17"/>
                    </a:cubicBezTo>
                    <a:lnTo>
                      <a:pt x="392" y="17"/>
                    </a:lnTo>
                    <a:cubicBezTo>
                      <a:pt x="316" y="17"/>
                      <a:pt x="245" y="28"/>
                      <a:pt x="169" y="28"/>
                    </a:cubicBezTo>
                    <a:cubicBezTo>
                      <a:pt x="109" y="28"/>
                      <a:pt x="44" y="28"/>
                      <a:pt x="22" y="88"/>
                    </a:cubicBezTo>
                    <a:cubicBezTo>
                      <a:pt x="1" y="153"/>
                      <a:pt x="22" y="251"/>
                      <a:pt x="28" y="322"/>
                    </a:cubicBezTo>
                    <a:cubicBezTo>
                      <a:pt x="33" y="365"/>
                      <a:pt x="28" y="414"/>
                      <a:pt x="28" y="463"/>
                    </a:cubicBezTo>
                    <a:cubicBezTo>
                      <a:pt x="28" y="512"/>
                      <a:pt x="44" y="544"/>
                      <a:pt x="44" y="588"/>
                    </a:cubicBezTo>
                    <a:cubicBezTo>
                      <a:pt x="44" y="686"/>
                      <a:pt x="60" y="778"/>
                      <a:pt x="60" y="871"/>
                    </a:cubicBezTo>
                    <a:cubicBezTo>
                      <a:pt x="60" y="974"/>
                      <a:pt x="66" y="1077"/>
                      <a:pt x="77" y="1180"/>
                    </a:cubicBezTo>
                    <a:cubicBezTo>
                      <a:pt x="82" y="1246"/>
                      <a:pt x="77" y="1300"/>
                      <a:pt x="82" y="1360"/>
                    </a:cubicBezTo>
                    <a:cubicBezTo>
                      <a:pt x="44" y="1398"/>
                      <a:pt x="66" y="1463"/>
                      <a:pt x="120" y="1463"/>
                    </a:cubicBezTo>
                    <a:cubicBezTo>
                      <a:pt x="139" y="1466"/>
                      <a:pt x="157" y="1467"/>
                      <a:pt x="174" y="1467"/>
                    </a:cubicBezTo>
                    <a:cubicBezTo>
                      <a:pt x="192" y="1467"/>
                      <a:pt x="210" y="1466"/>
                      <a:pt x="229" y="1463"/>
                    </a:cubicBezTo>
                    <a:cubicBezTo>
                      <a:pt x="242" y="1460"/>
                      <a:pt x="256" y="1459"/>
                      <a:pt x="270" y="1459"/>
                    </a:cubicBezTo>
                    <a:cubicBezTo>
                      <a:pt x="283" y="1459"/>
                      <a:pt x="297" y="1460"/>
                      <a:pt x="310" y="1463"/>
                    </a:cubicBezTo>
                    <a:cubicBezTo>
                      <a:pt x="397" y="1469"/>
                      <a:pt x="479" y="1474"/>
                      <a:pt x="566" y="1479"/>
                    </a:cubicBezTo>
                    <a:cubicBezTo>
                      <a:pt x="658" y="1479"/>
                      <a:pt x="751" y="1463"/>
                      <a:pt x="843" y="1463"/>
                    </a:cubicBezTo>
                    <a:cubicBezTo>
                      <a:pt x="858" y="1465"/>
                      <a:pt x="873" y="1466"/>
                      <a:pt x="888" y="1466"/>
                    </a:cubicBezTo>
                    <a:cubicBezTo>
                      <a:pt x="947" y="1466"/>
                      <a:pt x="1002" y="1449"/>
                      <a:pt x="1050" y="1414"/>
                    </a:cubicBezTo>
                    <a:cubicBezTo>
                      <a:pt x="1088" y="1376"/>
                      <a:pt x="1104" y="1316"/>
                      <a:pt x="1099" y="1262"/>
                    </a:cubicBezTo>
                    <a:cubicBezTo>
                      <a:pt x="1099" y="1170"/>
                      <a:pt x="1109" y="1077"/>
                      <a:pt x="1115" y="985"/>
                    </a:cubicBezTo>
                    <a:cubicBezTo>
                      <a:pt x="1126" y="909"/>
                      <a:pt x="1126" y="833"/>
                      <a:pt x="1115" y="756"/>
                    </a:cubicBezTo>
                    <a:lnTo>
                      <a:pt x="1120" y="756"/>
                    </a:lnTo>
                    <a:cubicBezTo>
                      <a:pt x="1109" y="669"/>
                      <a:pt x="1120" y="577"/>
                      <a:pt x="1104" y="485"/>
                    </a:cubicBezTo>
                    <a:cubicBezTo>
                      <a:pt x="1088" y="403"/>
                      <a:pt x="1082" y="322"/>
                      <a:pt x="1088" y="240"/>
                    </a:cubicBezTo>
                    <a:cubicBezTo>
                      <a:pt x="1088" y="186"/>
                      <a:pt x="1104" y="88"/>
                      <a:pt x="1055" y="44"/>
                    </a:cubicBezTo>
                    <a:cubicBezTo>
                      <a:pt x="1031" y="17"/>
                      <a:pt x="1002" y="10"/>
                      <a:pt x="972" y="10"/>
                    </a:cubicBezTo>
                    <a:cubicBezTo>
                      <a:pt x="949" y="10"/>
                      <a:pt x="925" y="15"/>
                      <a:pt x="903" y="17"/>
                    </a:cubicBezTo>
                    <a:lnTo>
                      <a:pt x="778" y="17"/>
                    </a:lnTo>
                    <a:cubicBezTo>
                      <a:pt x="734" y="17"/>
                      <a:pt x="702" y="1"/>
                      <a:pt x="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0"/>
              <p:cNvSpPr/>
              <p:nvPr/>
            </p:nvSpPr>
            <p:spPr>
              <a:xfrm>
                <a:off x="4742475" y="4673275"/>
                <a:ext cx="33600" cy="38075"/>
              </a:xfrm>
              <a:custGeom>
                <a:rect b="b" l="l" r="r" t="t"/>
                <a:pathLst>
                  <a:path extrusionOk="0" h="1523" w="1344">
                    <a:moveTo>
                      <a:pt x="925" y="114"/>
                    </a:moveTo>
                    <a:cubicBezTo>
                      <a:pt x="968" y="114"/>
                      <a:pt x="1006" y="114"/>
                      <a:pt x="1050" y="125"/>
                    </a:cubicBezTo>
                    <a:cubicBezTo>
                      <a:pt x="1088" y="125"/>
                      <a:pt x="1126" y="125"/>
                      <a:pt x="1164" y="131"/>
                    </a:cubicBezTo>
                    <a:cubicBezTo>
                      <a:pt x="1213" y="147"/>
                      <a:pt x="1202" y="261"/>
                      <a:pt x="1208" y="305"/>
                    </a:cubicBezTo>
                    <a:cubicBezTo>
                      <a:pt x="1213" y="386"/>
                      <a:pt x="1224" y="462"/>
                      <a:pt x="1224" y="549"/>
                    </a:cubicBezTo>
                    <a:lnTo>
                      <a:pt x="1224" y="788"/>
                    </a:lnTo>
                    <a:lnTo>
                      <a:pt x="1229" y="788"/>
                    </a:lnTo>
                    <a:cubicBezTo>
                      <a:pt x="1229" y="859"/>
                      <a:pt x="1213" y="930"/>
                      <a:pt x="1208" y="1006"/>
                    </a:cubicBezTo>
                    <a:cubicBezTo>
                      <a:pt x="1208" y="1082"/>
                      <a:pt x="1191" y="1158"/>
                      <a:pt x="1191" y="1234"/>
                    </a:cubicBezTo>
                    <a:lnTo>
                      <a:pt x="1191" y="1332"/>
                    </a:lnTo>
                    <a:cubicBezTo>
                      <a:pt x="1191" y="1381"/>
                      <a:pt x="1197" y="1392"/>
                      <a:pt x="1148" y="1392"/>
                    </a:cubicBezTo>
                    <a:cubicBezTo>
                      <a:pt x="1077" y="1392"/>
                      <a:pt x="1006" y="1414"/>
                      <a:pt x="930" y="1414"/>
                    </a:cubicBezTo>
                    <a:cubicBezTo>
                      <a:pt x="920" y="1414"/>
                      <a:pt x="909" y="1415"/>
                      <a:pt x="898" y="1415"/>
                    </a:cubicBezTo>
                    <a:cubicBezTo>
                      <a:pt x="831" y="1415"/>
                      <a:pt x="761" y="1402"/>
                      <a:pt x="691" y="1397"/>
                    </a:cubicBezTo>
                    <a:cubicBezTo>
                      <a:pt x="658" y="1397"/>
                      <a:pt x="626" y="1400"/>
                      <a:pt x="593" y="1400"/>
                    </a:cubicBezTo>
                    <a:cubicBezTo>
                      <a:pt x="577" y="1400"/>
                      <a:pt x="561" y="1399"/>
                      <a:pt x="544" y="1397"/>
                    </a:cubicBezTo>
                    <a:cubicBezTo>
                      <a:pt x="506" y="1392"/>
                      <a:pt x="468" y="1386"/>
                      <a:pt x="436" y="1386"/>
                    </a:cubicBezTo>
                    <a:cubicBezTo>
                      <a:pt x="398" y="1386"/>
                      <a:pt x="369" y="1398"/>
                      <a:pt x="337" y="1398"/>
                    </a:cubicBezTo>
                    <a:cubicBezTo>
                      <a:pt x="332" y="1398"/>
                      <a:pt x="327" y="1398"/>
                      <a:pt x="321" y="1397"/>
                    </a:cubicBezTo>
                    <a:cubicBezTo>
                      <a:pt x="289" y="1397"/>
                      <a:pt x="256" y="1392"/>
                      <a:pt x="224" y="1386"/>
                    </a:cubicBezTo>
                    <a:cubicBezTo>
                      <a:pt x="218" y="1370"/>
                      <a:pt x="213" y="1348"/>
                      <a:pt x="213" y="1332"/>
                    </a:cubicBezTo>
                    <a:cubicBezTo>
                      <a:pt x="207" y="1321"/>
                      <a:pt x="202" y="1316"/>
                      <a:pt x="196" y="1305"/>
                    </a:cubicBezTo>
                    <a:lnTo>
                      <a:pt x="196" y="1207"/>
                    </a:lnTo>
                    <a:cubicBezTo>
                      <a:pt x="202" y="1131"/>
                      <a:pt x="202" y="1049"/>
                      <a:pt x="196" y="968"/>
                    </a:cubicBezTo>
                    <a:cubicBezTo>
                      <a:pt x="186" y="886"/>
                      <a:pt x="169" y="810"/>
                      <a:pt x="158" y="729"/>
                    </a:cubicBezTo>
                    <a:cubicBezTo>
                      <a:pt x="148" y="653"/>
                      <a:pt x="142" y="571"/>
                      <a:pt x="142" y="495"/>
                    </a:cubicBezTo>
                    <a:cubicBezTo>
                      <a:pt x="137" y="419"/>
                      <a:pt x="126" y="343"/>
                      <a:pt x="126" y="267"/>
                    </a:cubicBezTo>
                    <a:cubicBezTo>
                      <a:pt x="120" y="229"/>
                      <a:pt x="126" y="196"/>
                      <a:pt x="137" y="158"/>
                    </a:cubicBezTo>
                    <a:cubicBezTo>
                      <a:pt x="137" y="160"/>
                      <a:pt x="139" y="160"/>
                      <a:pt x="142" y="160"/>
                    </a:cubicBezTo>
                    <a:cubicBezTo>
                      <a:pt x="149" y="160"/>
                      <a:pt x="160" y="158"/>
                      <a:pt x="164" y="158"/>
                    </a:cubicBezTo>
                    <a:lnTo>
                      <a:pt x="229" y="158"/>
                    </a:lnTo>
                    <a:cubicBezTo>
                      <a:pt x="305" y="152"/>
                      <a:pt x="381" y="131"/>
                      <a:pt x="463" y="131"/>
                    </a:cubicBezTo>
                    <a:cubicBezTo>
                      <a:pt x="539" y="125"/>
                      <a:pt x="610" y="114"/>
                      <a:pt x="686" y="114"/>
                    </a:cubicBezTo>
                    <a:close/>
                    <a:moveTo>
                      <a:pt x="936" y="0"/>
                    </a:moveTo>
                    <a:cubicBezTo>
                      <a:pt x="751" y="0"/>
                      <a:pt x="561" y="6"/>
                      <a:pt x="376" y="22"/>
                    </a:cubicBezTo>
                    <a:cubicBezTo>
                      <a:pt x="332" y="27"/>
                      <a:pt x="283" y="38"/>
                      <a:pt x="234" y="44"/>
                    </a:cubicBezTo>
                    <a:cubicBezTo>
                      <a:pt x="224" y="46"/>
                      <a:pt x="213" y="46"/>
                      <a:pt x="202" y="46"/>
                    </a:cubicBezTo>
                    <a:cubicBezTo>
                      <a:pt x="180" y="46"/>
                      <a:pt x="157" y="44"/>
                      <a:pt x="131" y="44"/>
                    </a:cubicBezTo>
                    <a:cubicBezTo>
                      <a:pt x="61" y="49"/>
                      <a:pt x="33" y="109"/>
                      <a:pt x="17" y="169"/>
                    </a:cubicBezTo>
                    <a:cubicBezTo>
                      <a:pt x="1" y="277"/>
                      <a:pt x="6" y="386"/>
                      <a:pt x="22" y="495"/>
                    </a:cubicBezTo>
                    <a:cubicBezTo>
                      <a:pt x="28" y="593"/>
                      <a:pt x="33" y="691"/>
                      <a:pt x="50" y="788"/>
                    </a:cubicBezTo>
                    <a:cubicBezTo>
                      <a:pt x="77" y="903"/>
                      <a:pt x="88" y="1022"/>
                      <a:pt x="93" y="1142"/>
                    </a:cubicBezTo>
                    <a:cubicBezTo>
                      <a:pt x="93" y="1202"/>
                      <a:pt x="99" y="1267"/>
                      <a:pt x="115" y="1327"/>
                    </a:cubicBezTo>
                    <a:lnTo>
                      <a:pt x="115" y="1332"/>
                    </a:lnTo>
                    <a:cubicBezTo>
                      <a:pt x="109" y="1370"/>
                      <a:pt x="109" y="1414"/>
                      <a:pt x="126" y="1452"/>
                    </a:cubicBezTo>
                    <a:cubicBezTo>
                      <a:pt x="131" y="1473"/>
                      <a:pt x="148" y="1490"/>
                      <a:pt x="169" y="1495"/>
                    </a:cubicBezTo>
                    <a:cubicBezTo>
                      <a:pt x="196" y="1495"/>
                      <a:pt x="229" y="1495"/>
                      <a:pt x="256" y="1501"/>
                    </a:cubicBezTo>
                    <a:cubicBezTo>
                      <a:pt x="279" y="1507"/>
                      <a:pt x="301" y="1510"/>
                      <a:pt x="322" y="1510"/>
                    </a:cubicBezTo>
                    <a:cubicBezTo>
                      <a:pt x="337" y="1510"/>
                      <a:pt x="351" y="1508"/>
                      <a:pt x="365" y="1506"/>
                    </a:cubicBezTo>
                    <a:cubicBezTo>
                      <a:pt x="414" y="1501"/>
                      <a:pt x="461" y="1498"/>
                      <a:pt x="509" y="1498"/>
                    </a:cubicBezTo>
                    <a:cubicBezTo>
                      <a:pt x="557" y="1498"/>
                      <a:pt x="604" y="1501"/>
                      <a:pt x="653" y="1506"/>
                    </a:cubicBezTo>
                    <a:cubicBezTo>
                      <a:pt x="745" y="1506"/>
                      <a:pt x="832" y="1522"/>
                      <a:pt x="925" y="1522"/>
                    </a:cubicBezTo>
                    <a:cubicBezTo>
                      <a:pt x="1006" y="1522"/>
                      <a:pt x="1082" y="1511"/>
                      <a:pt x="1164" y="1511"/>
                    </a:cubicBezTo>
                    <a:cubicBezTo>
                      <a:pt x="1169" y="1512"/>
                      <a:pt x="1175" y="1512"/>
                      <a:pt x="1180" y="1512"/>
                    </a:cubicBezTo>
                    <a:cubicBezTo>
                      <a:pt x="1230" y="1512"/>
                      <a:pt x="1281" y="1490"/>
                      <a:pt x="1305" y="1446"/>
                    </a:cubicBezTo>
                    <a:cubicBezTo>
                      <a:pt x="1338" y="1375"/>
                      <a:pt x="1311" y="1278"/>
                      <a:pt x="1311" y="1207"/>
                    </a:cubicBezTo>
                    <a:cubicBezTo>
                      <a:pt x="1311" y="1158"/>
                      <a:pt x="1322" y="1115"/>
                      <a:pt x="1327" y="1071"/>
                    </a:cubicBezTo>
                    <a:cubicBezTo>
                      <a:pt x="1327" y="1022"/>
                      <a:pt x="1327" y="979"/>
                      <a:pt x="1327" y="935"/>
                    </a:cubicBezTo>
                    <a:cubicBezTo>
                      <a:pt x="1327" y="892"/>
                      <a:pt x="1338" y="859"/>
                      <a:pt x="1338" y="826"/>
                    </a:cubicBezTo>
                    <a:cubicBezTo>
                      <a:pt x="1343" y="772"/>
                      <a:pt x="1338" y="718"/>
                      <a:pt x="1338" y="663"/>
                    </a:cubicBezTo>
                    <a:cubicBezTo>
                      <a:pt x="1343" y="484"/>
                      <a:pt x="1333" y="305"/>
                      <a:pt x="1305" y="131"/>
                    </a:cubicBezTo>
                    <a:cubicBezTo>
                      <a:pt x="1294" y="76"/>
                      <a:pt x="1251" y="33"/>
                      <a:pt x="1202" y="27"/>
                    </a:cubicBezTo>
                    <a:cubicBezTo>
                      <a:pt x="1164" y="22"/>
                      <a:pt x="1131" y="17"/>
                      <a:pt x="1099" y="17"/>
                    </a:cubicBezTo>
                    <a:cubicBezTo>
                      <a:pt x="1044" y="11"/>
                      <a:pt x="990" y="6"/>
                      <a:pt x="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20"/>
              <p:cNvSpPr/>
              <p:nvPr/>
            </p:nvSpPr>
            <p:spPr>
              <a:xfrm>
                <a:off x="4688825" y="4679150"/>
                <a:ext cx="8825" cy="18325"/>
              </a:xfrm>
              <a:custGeom>
                <a:rect b="b" l="l" r="r" t="t"/>
                <a:pathLst>
                  <a:path extrusionOk="0" h="733" w="353">
                    <a:moveTo>
                      <a:pt x="331" y="0"/>
                    </a:moveTo>
                    <a:cubicBezTo>
                      <a:pt x="319" y="0"/>
                      <a:pt x="307" y="7"/>
                      <a:pt x="304" y="21"/>
                    </a:cubicBezTo>
                    <a:lnTo>
                      <a:pt x="309" y="21"/>
                    </a:lnTo>
                    <a:cubicBezTo>
                      <a:pt x="299" y="81"/>
                      <a:pt x="277" y="135"/>
                      <a:pt x="239" y="184"/>
                    </a:cubicBezTo>
                    <a:cubicBezTo>
                      <a:pt x="206" y="238"/>
                      <a:pt x="184" y="303"/>
                      <a:pt x="157" y="363"/>
                    </a:cubicBezTo>
                    <a:cubicBezTo>
                      <a:pt x="130" y="418"/>
                      <a:pt x="92" y="483"/>
                      <a:pt x="59" y="543"/>
                    </a:cubicBezTo>
                    <a:cubicBezTo>
                      <a:pt x="38" y="597"/>
                      <a:pt x="32" y="651"/>
                      <a:pt x="5" y="700"/>
                    </a:cubicBezTo>
                    <a:cubicBezTo>
                      <a:pt x="1" y="713"/>
                      <a:pt x="10" y="732"/>
                      <a:pt x="22" y="732"/>
                    </a:cubicBezTo>
                    <a:cubicBezTo>
                      <a:pt x="25" y="732"/>
                      <a:pt x="29" y="731"/>
                      <a:pt x="32" y="727"/>
                    </a:cubicBezTo>
                    <a:cubicBezTo>
                      <a:pt x="76" y="695"/>
                      <a:pt x="76" y="640"/>
                      <a:pt x="97" y="591"/>
                    </a:cubicBezTo>
                    <a:cubicBezTo>
                      <a:pt x="136" y="515"/>
                      <a:pt x="179" y="439"/>
                      <a:pt x="217" y="363"/>
                    </a:cubicBezTo>
                    <a:cubicBezTo>
                      <a:pt x="244" y="293"/>
                      <a:pt x="277" y="233"/>
                      <a:pt x="309" y="167"/>
                    </a:cubicBezTo>
                    <a:cubicBezTo>
                      <a:pt x="337" y="119"/>
                      <a:pt x="348" y="70"/>
                      <a:pt x="353" y="21"/>
                    </a:cubicBezTo>
                    <a:cubicBezTo>
                      <a:pt x="353" y="7"/>
                      <a:pt x="342" y="0"/>
                      <a:pt x="3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0"/>
              <p:cNvSpPr/>
              <p:nvPr/>
            </p:nvSpPr>
            <p:spPr>
              <a:xfrm>
                <a:off x="4692500" y="4678600"/>
                <a:ext cx="10725" cy="22300"/>
              </a:xfrm>
              <a:custGeom>
                <a:rect b="b" l="l" r="r" t="t"/>
                <a:pathLst>
                  <a:path extrusionOk="0" h="892" w="429">
                    <a:moveTo>
                      <a:pt x="411" y="0"/>
                    </a:moveTo>
                    <a:cubicBezTo>
                      <a:pt x="405" y="0"/>
                      <a:pt x="398" y="3"/>
                      <a:pt x="396" y="10"/>
                    </a:cubicBezTo>
                    <a:lnTo>
                      <a:pt x="402" y="10"/>
                    </a:lnTo>
                    <a:cubicBezTo>
                      <a:pt x="374" y="92"/>
                      <a:pt x="336" y="173"/>
                      <a:pt x="287" y="244"/>
                    </a:cubicBezTo>
                    <a:cubicBezTo>
                      <a:pt x="244" y="320"/>
                      <a:pt x="206" y="407"/>
                      <a:pt x="168" y="483"/>
                    </a:cubicBezTo>
                    <a:cubicBezTo>
                      <a:pt x="135" y="554"/>
                      <a:pt x="103" y="624"/>
                      <a:pt x="81" y="695"/>
                    </a:cubicBezTo>
                    <a:cubicBezTo>
                      <a:pt x="65" y="755"/>
                      <a:pt x="43" y="809"/>
                      <a:pt x="10" y="858"/>
                    </a:cubicBezTo>
                    <a:cubicBezTo>
                      <a:pt x="0" y="868"/>
                      <a:pt x="4" y="891"/>
                      <a:pt x="21" y="891"/>
                    </a:cubicBezTo>
                    <a:cubicBezTo>
                      <a:pt x="23" y="891"/>
                      <a:pt x="25" y="891"/>
                      <a:pt x="27" y="891"/>
                    </a:cubicBezTo>
                    <a:cubicBezTo>
                      <a:pt x="70" y="891"/>
                      <a:pt x="92" y="836"/>
                      <a:pt x="103" y="798"/>
                    </a:cubicBezTo>
                    <a:cubicBezTo>
                      <a:pt x="124" y="717"/>
                      <a:pt x="152" y="641"/>
                      <a:pt x="184" y="570"/>
                    </a:cubicBezTo>
                    <a:cubicBezTo>
                      <a:pt x="222" y="467"/>
                      <a:pt x="260" y="363"/>
                      <a:pt x="320" y="266"/>
                    </a:cubicBezTo>
                    <a:cubicBezTo>
                      <a:pt x="364" y="189"/>
                      <a:pt x="402" y="103"/>
                      <a:pt x="429" y="16"/>
                    </a:cubicBezTo>
                    <a:cubicBezTo>
                      <a:pt x="429" y="6"/>
                      <a:pt x="420" y="0"/>
                      <a:pt x="4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0"/>
              <p:cNvSpPr/>
              <p:nvPr/>
            </p:nvSpPr>
            <p:spPr>
              <a:xfrm>
                <a:off x="4718025" y="4678725"/>
                <a:ext cx="10700" cy="20450"/>
              </a:xfrm>
              <a:custGeom>
                <a:rect b="b" l="l" r="r" t="t"/>
                <a:pathLst>
                  <a:path extrusionOk="0" h="818" w="428">
                    <a:moveTo>
                      <a:pt x="400" y="0"/>
                    </a:moveTo>
                    <a:cubicBezTo>
                      <a:pt x="391" y="0"/>
                      <a:pt x="383" y="5"/>
                      <a:pt x="381" y="16"/>
                    </a:cubicBezTo>
                    <a:cubicBezTo>
                      <a:pt x="359" y="98"/>
                      <a:pt x="332" y="179"/>
                      <a:pt x="288" y="255"/>
                    </a:cubicBezTo>
                    <a:cubicBezTo>
                      <a:pt x="250" y="331"/>
                      <a:pt x="201" y="407"/>
                      <a:pt x="158" y="489"/>
                    </a:cubicBezTo>
                    <a:cubicBezTo>
                      <a:pt x="120" y="560"/>
                      <a:pt x="82" y="619"/>
                      <a:pt x="44" y="685"/>
                    </a:cubicBezTo>
                    <a:cubicBezTo>
                      <a:pt x="17" y="723"/>
                      <a:pt x="0" y="766"/>
                      <a:pt x="6" y="810"/>
                    </a:cubicBezTo>
                    <a:cubicBezTo>
                      <a:pt x="6" y="815"/>
                      <a:pt x="13" y="818"/>
                      <a:pt x="19" y="818"/>
                    </a:cubicBezTo>
                    <a:cubicBezTo>
                      <a:pt x="26" y="818"/>
                      <a:pt x="33" y="815"/>
                      <a:pt x="33" y="810"/>
                    </a:cubicBezTo>
                    <a:cubicBezTo>
                      <a:pt x="49" y="755"/>
                      <a:pt x="76" y="701"/>
                      <a:pt x="114" y="657"/>
                    </a:cubicBezTo>
                    <a:cubicBezTo>
                      <a:pt x="163" y="587"/>
                      <a:pt x="196" y="511"/>
                      <a:pt x="239" y="440"/>
                    </a:cubicBezTo>
                    <a:cubicBezTo>
                      <a:pt x="283" y="369"/>
                      <a:pt x="316" y="299"/>
                      <a:pt x="354" y="223"/>
                    </a:cubicBezTo>
                    <a:cubicBezTo>
                      <a:pt x="386" y="163"/>
                      <a:pt x="408" y="98"/>
                      <a:pt x="424" y="27"/>
                    </a:cubicBezTo>
                    <a:cubicBezTo>
                      <a:pt x="428" y="11"/>
                      <a:pt x="413" y="0"/>
                      <a:pt x="4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0"/>
              <p:cNvSpPr/>
              <p:nvPr/>
            </p:nvSpPr>
            <p:spPr>
              <a:xfrm>
                <a:off x="4722175" y="4682350"/>
                <a:ext cx="10750" cy="17750"/>
              </a:xfrm>
              <a:custGeom>
                <a:rect b="b" l="l" r="r" t="t"/>
                <a:pathLst>
                  <a:path extrusionOk="0" h="710" w="430">
                    <a:moveTo>
                      <a:pt x="407" y="0"/>
                    </a:moveTo>
                    <a:cubicBezTo>
                      <a:pt x="402" y="0"/>
                      <a:pt x="397" y="2"/>
                      <a:pt x="394" y="7"/>
                    </a:cubicBezTo>
                    <a:cubicBezTo>
                      <a:pt x="356" y="67"/>
                      <a:pt x="334" y="132"/>
                      <a:pt x="307" y="192"/>
                    </a:cubicBezTo>
                    <a:cubicBezTo>
                      <a:pt x="275" y="251"/>
                      <a:pt x="237" y="300"/>
                      <a:pt x="204" y="349"/>
                    </a:cubicBezTo>
                    <a:cubicBezTo>
                      <a:pt x="139" y="458"/>
                      <a:pt x="73" y="572"/>
                      <a:pt x="8" y="681"/>
                    </a:cubicBezTo>
                    <a:cubicBezTo>
                      <a:pt x="0" y="696"/>
                      <a:pt x="9" y="709"/>
                      <a:pt x="21" y="709"/>
                    </a:cubicBezTo>
                    <a:cubicBezTo>
                      <a:pt x="26" y="709"/>
                      <a:pt x="31" y="707"/>
                      <a:pt x="35" y="703"/>
                    </a:cubicBezTo>
                    <a:cubicBezTo>
                      <a:pt x="128" y="621"/>
                      <a:pt x="171" y="485"/>
                      <a:pt x="237" y="382"/>
                    </a:cubicBezTo>
                    <a:cubicBezTo>
                      <a:pt x="302" y="268"/>
                      <a:pt x="356" y="143"/>
                      <a:pt x="421" y="23"/>
                    </a:cubicBezTo>
                    <a:cubicBezTo>
                      <a:pt x="429" y="12"/>
                      <a:pt x="418" y="0"/>
                      <a:pt x="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0"/>
              <p:cNvSpPr/>
              <p:nvPr/>
            </p:nvSpPr>
            <p:spPr>
              <a:xfrm>
                <a:off x="4751625" y="4679750"/>
                <a:ext cx="10675" cy="16625"/>
              </a:xfrm>
              <a:custGeom>
                <a:rect b="b" l="l" r="r" t="t"/>
                <a:pathLst>
                  <a:path extrusionOk="0" h="665" w="427">
                    <a:moveTo>
                      <a:pt x="408" y="0"/>
                    </a:moveTo>
                    <a:cubicBezTo>
                      <a:pt x="405" y="0"/>
                      <a:pt x="403" y="1"/>
                      <a:pt x="401" y="2"/>
                    </a:cubicBezTo>
                    <a:lnTo>
                      <a:pt x="401" y="8"/>
                    </a:lnTo>
                    <a:cubicBezTo>
                      <a:pt x="320" y="122"/>
                      <a:pt x="249" y="241"/>
                      <a:pt x="173" y="350"/>
                    </a:cubicBezTo>
                    <a:cubicBezTo>
                      <a:pt x="135" y="399"/>
                      <a:pt x="102" y="453"/>
                      <a:pt x="70" y="502"/>
                    </a:cubicBezTo>
                    <a:cubicBezTo>
                      <a:pt x="37" y="551"/>
                      <a:pt x="15" y="600"/>
                      <a:pt x="4" y="649"/>
                    </a:cubicBezTo>
                    <a:cubicBezTo>
                      <a:pt x="1" y="657"/>
                      <a:pt x="5" y="664"/>
                      <a:pt x="12" y="664"/>
                    </a:cubicBezTo>
                    <a:cubicBezTo>
                      <a:pt x="14" y="664"/>
                      <a:pt x="18" y="663"/>
                      <a:pt x="21" y="660"/>
                    </a:cubicBezTo>
                    <a:cubicBezTo>
                      <a:pt x="53" y="616"/>
                      <a:pt x="80" y="573"/>
                      <a:pt x="108" y="524"/>
                    </a:cubicBezTo>
                    <a:cubicBezTo>
                      <a:pt x="146" y="470"/>
                      <a:pt x="178" y="415"/>
                      <a:pt x="216" y="355"/>
                    </a:cubicBezTo>
                    <a:cubicBezTo>
                      <a:pt x="298" y="252"/>
                      <a:pt x="369" y="138"/>
                      <a:pt x="423" y="13"/>
                    </a:cubicBezTo>
                    <a:cubicBezTo>
                      <a:pt x="427" y="5"/>
                      <a:pt x="416" y="0"/>
                      <a:pt x="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0"/>
              <p:cNvSpPr/>
              <p:nvPr/>
            </p:nvSpPr>
            <p:spPr>
              <a:xfrm>
                <a:off x="4755050" y="4684150"/>
                <a:ext cx="10150" cy="14425"/>
              </a:xfrm>
              <a:custGeom>
                <a:rect b="b" l="l" r="r" t="t"/>
                <a:pathLst>
                  <a:path extrusionOk="0" h="577" w="406">
                    <a:moveTo>
                      <a:pt x="362" y="0"/>
                    </a:moveTo>
                    <a:cubicBezTo>
                      <a:pt x="340" y="0"/>
                      <a:pt x="335" y="27"/>
                      <a:pt x="346" y="38"/>
                    </a:cubicBezTo>
                    <a:cubicBezTo>
                      <a:pt x="329" y="71"/>
                      <a:pt x="313" y="98"/>
                      <a:pt x="291" y="125"/>
                    </a:cubicBezTo>
                    <a:cubicBezTo>
                      <a:pt x="264" y="169"/>
                      <a:pt x="226" y="212"/>
                      <a:pt x="199" y="256"/>
                    </a:cubicBezTo>
                    <a:cubicBezTo>
                      <a:pt x="128" y="348"/>
                      <a:pt x="69" y="446"/>
                      <a:pt x="9" y="549"/>
                    </a:cubicBezTo>
                    <a:cubicBezTo>
                      <a:pt x="1" y="561"/>
                      <a:pt x="14" y="577"/>
                      <a:pt x="28" y="577"/>
                    </a:cubicBezTo>
                    <a:cubicBezTo>
                      <a:pt x="33" y="577"/>
                      <a:pt x="37" y="575"/>
                      <a:pt x="41" y="571"/>
                    </a:cubicBezTo>
                    <a:cubicBezTo>
                      <a:pt x="139" y="489"/>
                      <a:pt x="194" y="364"/>
                      <a:pt x="264" y="261"/>
                    </a:cubicBezTo>
                    <a:cubicBezTo>
                      <a:pt x="297" y="218"/>
                      <a:pt x="329" y="169"/>
                      <a:pt x="357" y="120"/>
                    </a:cubicBezTo>
                    <a:cubicBezTo>
                      <a:pt x="384" y="93"/>
                      <a:pt x="395" y="60"/>
                      <a:pt x="406" y="22"/>
                    </a:cubicBezTo>
                    <a:cubicBezTo>
                      <a:pt x="400" y="11"/>
                      <a:pt x="389" y="0"/>
                      <a:pt x="3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0"/>
              <p:cNvSpPr/>
              <p:nvPr/>
            </p:nvSpPr>
            <p:spPr>
              <a:xfrm>
                <a:off x="4697500" y="4735950"/>
                <a:ext cx="11000" cy="12575"/>
              </a:xfrm>
              <a:custGeom>
                <a:rect b="b" l="l" r="r" t="t"/>
                <a:pathLst>
                  <a:path extrusionOk="0" h="503" w="440">
                    <a:moveTo>
                      <a:pt x="348" y="1"/>
                    </a:moveTo>
                    <a:cubicBezTo>
                      <a:pt x="315" y="1"/>
                      <a:pt x="280" y="10"/>
                      <a:pt x="256" y="21"/>
                    </a:cubicBezTo>
                    <a:cubicBezTo>
                      <a:pt x="191" y="53"/>
                      <a:pt x="22" y="102"/>
                      <a:pt x="66" y="211"/>
                    </a:cubicBezTo>
                    <a:cubicBezTo>
                      <a:pt x="87" y="249"/>
                      <a:pt x="126" y="276"/>
                      <a:pt x="169" y="287"/>
                    </a:cubicBezTo>
                    <a:cubicBezTo>
                      <a:pt x="191" y="293"/>
                      <a:pt x="213" y="304"/>
                      <a:pt x="234" y="314"/>
                    </a:cubicBezTo>
                    <a:cubicBezTo>
                      <a:pt x="256" y="336"/>
                      <a:pt x="256" y="336"/>
                      <a:pt x="229" y="347"/>
                    </a:cubicBezTo>
                    <a:cubicBezTo>
                      <a:pt x="185" y="380"/>
                      <a:pt x="131" y="396"/>
                      <a:pt x="82" y="407"/>
                    </a:cubicBezTo>
                    <a:cubicBezTo>
                      <a:pt x="70" y="407"/>
                      <a:pt x="57" y="405"/>
                      <a:pt x="44" y="405"/>
                    </a:cubicBezTo>
                    <a:cubicBezTo>
                      <a:pt x="29" y="405"/>
                      <a:pt x="15" y="408"/>
                      <a:pt x="6" y="423"/>
                    </a:cubicBezTo>
                    <a:cubicBezTo>
                      <a:pt x="1" y="434"/>
                      <a:pt x="1" y="450"/>
                      <a:pt x="6" y="461"/>
                    </a:cubicBezTo>
                    <a:cubicBezTo>
                      <a:pt x="24" y="491"/>
                      <a:pt x="57" y="503"/>
                      <a:pt x="96" y="503"/>
                    </a:cubicBezTo>
                    <a:cubicBezTo>
                      <a:pt x="201" y="503"/>
                      <a:pt x="350" y="414"/>
                      <a:pt x="354" y="331"/>
                    </a:cubicBezTo>
                    <a:cubicBezTo>
                      <a:pt x="354" y="255"/>
                      <a:pt x="261" y="233"/>
                      <a:pt x="202" y="206"/>
                    </a:cubicBezTo>
                    <a:cubicBezTo>
                      <a:pt x="174" y="195"/>
                      <a:pt x="142" y="195"/>
                      <a:pt x="169" y="157"/>
                    </a:cubicBezTo>
                    <a:cubicBezTo>
                      <a:pt x="191" y="140"/>
                      <a:pt x="213" y="130"/>
                      <a:pt x="240" y="124"/>
                    </a:cubicBezTo>
                    <a:cubicBezTo>
                      <a:pt x="264" y="112"/>
                      <a:pt x="319" y="71"/>
                      <a:pt x="360" y="71"/>
                    </a:cubicBezTo>
                    <a:cubicBezTo>
                      <a:pt x="375" y="71"/>
                      <a:pt x="389" y="77"/>
                      <a:pt x="397" y="92"/>
                    </a:cubicBezTo>
                    <a:cubicBezTo>
                      <a:pt x="400" y="96"/>
                      <a:pt x="406" y="99"/>
                      <a:pt x="412" y="99"/>
                    </a:cubicBezTo>
                    <a:cubicBezTo>
                      <a:pt x="419" y="99"/>
                      <a:pt x="427" y="95"/>
                      <a:pt x="430" y="86"/>
                    </a:cubicBezTo>
                    <a:cubicBezTo>
                      <a:pt x="440" y="21"/>
                      <a:pt x="397"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0"/>
              <p:cNvSpPr/>
              <p:nvPr/>
            </p:nvSpPr>
            <p:spPr>
              <a:xfrm>
                <a:off x="4708100" y="4738600"/>
                <a:ext cx="9000" cy="9725"/>
              </a:xfrm>
              <a:custGeom>
                <a:rect b="b" l="l" r="r" t="t"/>
                <a:pathLst>
                  <a:path extrusionOk="0" h="389" w="360">
                    <a:moveTo>
                      <a:pt x="235" y="0"/>
                    </a:moveTo>
                    <a:cubicBezTo>
                      <a:pt x="172" y="0"/>
                      <a:pt x="132" y="45"/>
                      <a:pt x="87" y="89"/>
                    </a:cubicBezTo>
                    <a:cubicBezTo>
                      <a:pt x="28" y="127"/>
                      <a:pt x="0" y="192"/>
                      <a:pt x="11" y="257"/>
                    </a:cubicBezTo>
                    <a:cubicBezTo>
                      <a:pt x="23" y="343"/>
                      <a:pt x="124" y="388"/>
                      <a:pt x="218" y="388"/>
                    </a:cubicBezTo>
                    <a:cubicBezTo>
                      <a:pt x="261" y="388"/>
                      <a:pt x="302" y="379"/>
                      <a:pt x="332" y="361"/>
                    </a:cubicBezTo>
                    <a:cubicBezTo>
                      <a:pt x="348" y="350"/>
                      <a:pt x="359" y="323"/>
                      <a:pt x="343" y="301"/>
                    </a:cubicBezTo>
                    <a:lnTo>
                      <a:pt x="343" y="295"/>
                    </a:lnTo>
                    <a:cubicBezTo>
                      <a:pt x="336" y="285"/>
                      <a:pt x="324" y="279"/>
                      <a:pt x="313" y="279"/>
                    </a:cubicBezTo>
                    <a:cubicBezTo>
                      <a:pt x="306" y="279"/>
                      <a:pt x="300" y="281"/>
                      <a:pt x="294" y="285"/>
                    </a:cubicBezTo>
                    <a:cubicBezTo>
                      <a:pt x="282" y="285"/>
                      <a:pt x="268" y="285"/>
                      <a:pt x="254" y="285"/>
                    </a:cubicBezTo>
                    <a:cubicBezTo>
                      <a:pt x="196" y="285"/>
                      <a:pt x="124" y="281"/>
                      <a:pt x="98" y="246"/>
                    </a:cubicBezTo>
                    <a:cubicBezTo>
                      <a:pt x="71" y="203"/>
                      <a:pt x="109" y="165"/>
                      <a:pt x="136" y="138"/>
                    </a:cubicBezTo>
                    <a:cubicBezTo>
                      <a:pt x="164" y="94"/>
                      <a:pt x="207" y="62"/>
                      <a:pt x="256" y="40"/>
                    </a:cubicBezTo>
                    <a:cubicBezTo>
                      <a:pt x="272" y="34"/>
                      <a:pt x="272" y="7"/>
                      <a:pt x="256" y="2"/>
                    </a:cubicBezTo>
                    <a:cubicBezTo>
                      <a:pt x="249" y="1"/>
                      <a:pt x="242" y="0"/>
                      <a:pt x="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0"/>
              <p:cNvSpPr/>
              <p:nvPr/>
            </p:nvSpPr>
            <p:spPr>
              <a:xfrm>
                <a:off x="4718025" y="4736300"/>
                <a:ext cx="10475" cy="11600"/>
              </a:xfrm>
              <a:custGeom>
                <a:rect b="b" l="l" r="r" t="t"/>
                <a:pathLst>
                  <a:path extrusionOk="0" h="464" w="419">
                    <a:moveTo>
                      <a:pt x="355" y="1"/>
                    </a:moveTo>
                    <a:cubicBezTo>
                      <a:pt x="345" y="1"/>
                      <a:pt x="334" y="4"/>
                      <a:pt x="326" y="12"/>
                    </a:cubicBezTo>
                    <a:cubicBezTo>
                      <a:pt x="283" y="56"/>
                      <a:pt x="299" y="132"/>
                      <a:pt x="299" y="186"/>
                    </a:cubicBezTo>
                    <a:cubicBezTo>
                      <a:pt x="305" y="203"/>
                      <a:pt x="305" y="219"/>
                      <a:pt x="299" y="235"/>
                    </a:cubicBezTo>
                    <a:cubicBezTo>
                      <a:pt x="294" y="241"/>
                      <a:pt x="261" y="241"/>
                      <a:pt x="245" y="241"/>
                    </a:cubicBezTo>
                    <a:cubicBezTo>
                      <a:pt x="220" y="246"/>
                      <a:pt x="196" y="249"/>
                      <a:pt x="172" y="249"/>
                    </a:cubicBezTo>
                    <a:cubicBezTo>
                      <a:pt x="147" y="249"/>
                      <a:pt x="123" y="246"/>
                      <a:pt x="98" y="241"/>
                    </a:cubicBezTo>
                    <a:lnTo>
                      <a:pt x="98" y="197"/>
                    </a:lnTo>
                    <a:cubicBezTo>
                      <a:pt x="98" y="154"/>
                      <a:pt x="93" y="94"/>
                      <a:pt x="49" y="78"/>
                    </a:cubicBezTo>
                    <a:cubicBezTo>
                      <a:pt x="46" y="77"/>
                      <a:pt x="43" y="76"/>
                      <a:pt x="41" y="76"/>
                    </a:cubicBezTo>
                    <a:cubicBezTo>
                      <a:pt x="29" y="76"/>
                      <a:pt x="21" y="85"/>
                      <a:pt x="17" y="94"/>
                    </a:cubicBezTo>
                    <a:cubicBezTo>
                      <a:pt x="17" y="99"/>
                      <a:pt x="17" y="99"/>
                      <a:pt x="17" y="105"/>
                    </a:cubicBezTo>
                    <a:cubicBezTo>
                      <a:pt x="17" y="116"/>
                      <a:pt x="17" y="121"/>
                      <a:pt x="22" y="126"/>
                    </a:cubicBezTo>
                    <a:cubicBezTo>
                      <a:pt x="17" y="175"/>
                      <a:pt x="11" y="224"/>
                      <a:pt x="0" y="273"/>
                    </a:cubicBezTo>
                    <a:cubicBezTo>
                      <a:pt x="0" y="323"/>
                      <a:pt x="14" y="395"/>
                      <a:pt x="70" y="395"/>
                    </a:cubicBezTo>
                    <a:cubicBezTo>
                      <a:pt x="75" y="395"/>
                      <a:pt x="81" y="394"/>
                      <a:pt x="87" y="393"/>
                    </a:cubicBezTo>
                    <a:cubicBezTo>
                      <a:pt x="114" y="387"/>
                      <a:pt x="125" y="360"/>
                      <a:pt x="114" y="333"/>
                    </a:cubicBezTo>
                    <a:cubicBezTo>
                      <a:pt x="109" y="328"/>
                      <a:pt x="104" y="317"/>
                      <a:pt x="104" y="311"/>
                    </a:cubicBezTo>
                    <a:lnTo>
                      <a:pt x="104" y="311"/>
                    </a:lnTo>
                    <a:cubicBezTo>
                      <a:pt x="147" y="326"/>
                      <a:pt x="191" y="333"/>
                      <a:pt x="234" y="333"/>
                    </a:cubicBezTo>
                    <a:cubicBezTo>
                      <a:pt x="256" y="333"/>
                      <a:pt x="278" y="331"/>
                      <a:pt x="299" y="328"/>
                    </a:cubicBezTo>
                    <a:cubicBezTo>
                      <a:pt x="305" y="371"/>
                      <a:pt x="316" y="409"/>
                      <a:pt x="337" y="447"/>
                    </a:cubicBezTo>
                    <a:cubicBezTo>
                      <a:pt x="342" y="459"/>
                      <a:pt x="350" y="463"/>
                      <a:pt x="359" y="463"/>
                    </a:cubicBezTo>
                    <a:cubicBezTo>
                      <a:pt x="371" y="463"/>
                      <a:pt x="383" y="454"/>
                      <a:pt x="386" y="442"/>
                    </a:cubicBezTo>
                    <a:cubicBezTo>
                      <a:pt x="419" y="371"/>
                      <a:pt x="386" y="284"/>
                      <a:pt x="403" y="213"/>
                    </a:cubicBezTo>
                    <a:cubicBezTo>
                      <a:pt x="413" y="154"/>
                      <a:pt x="408" y="88"/>
                      <a:pt x="397" y="29"/>
                    </a:cubicBezTo>
                    <a:cubicBezTo>
                      <a:pt x="390" y="11"/>
                      <a:pt x="372" y="1"/>
                      <a:pt x="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0"/>
              <p:cNvSpPr/>
              <p:nvPr/>
            </p:nvSpPr>
            <p:spPr>
              <a:xfrm>
                <a:off x="4730525" y="4738625"/>
                <a:ext cx="7350" cy="8550"/>
              </a:xfrm>
              <a:custGeom>
                <a:rect b="b" l="l" r="r" t="t"/>
                <a:pathLst>
                  <a:path extrusionOk="0" h="342" w="294">
                    <a:moveTo>
                      <a:pt x="153" y="93"/>
                    </a:moveTo>
                    <a:cubicBezTo>
                      <a:pt x="191" y="93"/>
                      <a:pt x="185" y="137"/>
                      <a:pt x="185" y="164"/>
                    </a:cubicBezTo>
                    <a:cubicBezTo>
                      <a:pt x="185" y="191"/>
                      <a:pt x="185" y="224"/>
                      <a:pt x="169" y="240"/>
                    </a:cubicBezTo>
                    <a:cubicBezTo>
                      <a:pt x="158" y="248"/>
                      <a:pt x="144" y="252"/>
                      <a:pt x="131" y="252"/>
                    </a:cubicBezTo>
                    <a:cubicBezTo>
                      <a:pt x="117" y="252"/>
                      <a:pt x="104" y="248"/>
                      <a:pt x="93" y="240"/>
                    </a:cubicBezTo>
                    <a:cubicBezTo>
                      <a:pt x="71" y="224"/>
                      <a:pt x="77" y="191"/>
                      <a:pt x="71" y="169"/>
                    </a:cubicBezTo>
                    <a:cubicBezTo>
                      <a:pt x="71" y="158"/>
                      <a:pt x="71" y="153"/>
                      <a:pt x="66" y="142"/>
                    </a:cubicBezTo>
                    <a:cubicBezTo>
                      <a:pt x="87" y="120"/>
                      <a:pt x="115" y="104"/>
                      <a:pt x="153" y="93"/>
                    </a:cubicBezTo>
                    <a:close/>
                    <a:moveTo>
                      <a:pt x="163" y="1"/>
                    </a:moveTo>
                    <a:cubicBezTo>
                      <a:pt x="131" y="1"/>
                      <a:pt x="98" y="12"/>
                      <a:pt x="77" y="33"/>
                    </a:cubicBezTo>
                    <a:lnTo>
                      <a:pt x="66" y="33"/>
                    </a:lnTo>
                    <a:lnTo>
                      <a:pt x="55" y="44"/>
                    </a:lnTo>
                    <a:cubicBezTo>
                      <a:pt x="33" y="66"/>
                      <a:pt x="6" y="99"/>
                      <a:pt x="17" y="131"/>
                    </a:cubicBezTo>
                    <a:lnTo>
                      <a:pt x="17" y="158"/>
                    </a:lnTo>
                    <a:cubicBezTo>
                      <a:pt x="11" y="207"/>
                      <a:pt x="0" y="251"/>
                      <a:pt x="33" y="294"/>
                    </a:cubicBezTo>
                    <a:cubicBezTo>
                      <a:pt x="61" y="327"/>
                      <a:pt x="99" y="342"/>
                      <a:pt x="137" y="342"/>
                    </a:cubicBezTo>
                    <a:cubicBezTo>
                      <a:pt x="195" y="342"/>
                      <a:pt x="252" y="306"/>
                      <a:pt x="272" y="240"/>
                    </a:cubicBezTo>
                    <a:cubicBezTo>
                      <a:pt x="294" y="153"/>
                      <a:pt x="289" y="6"/>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20"/>
              <p:cNvSpPr/>
              <p:nvPr/>
            </p:nvSpPr>
            <p:spPr>
              <a:xfrm>
                <a:off x="4739500" y="4737525"/>
                <a:ext cx="10075" cy="8875"/>
              </a:xfrm>
              <a:custGeom>
                <a:rect b="b" l="l" r="r" t="t"/>
                <a:pathLst>
                  <a:path extrusionOk="0" h="355" w="403">
                    <a:moveTo>
                      <a:pt x="228" y="98"/>
                    </a:moveTo>
                    <a:cubicBezTo>
                      <a:pt x="280" y="98"/>
                      <a:pt x="300" y="177"/>
                      <a:pt x="272" y="219"/>
                    </a:cubicBezTo>
                    <a:cubicBezTo>
                      <a:pt x="247" y="248"/>
                      <a:pt x="214" y="262"/>
                      <a:pt x="181" y="262"/>
                    </a:cubicBezTo>
                    <a:cubicBezTo>
                      <a:pt x="164" y="262"/>
                      <a:pt x="147" y="259"/>
                      <a:pt x="131" y="251"/>
                    </a:cubicBezTo>
                    <a:cubicBezTo>
                      <a:pt x="109" y="235"/>
                      <a:pt x="93" y="208"/>
                      <a:pt x="93" y="175"/>
                    </a:cubicBezTo>
                    <a:cubicBezTo>
                      <a:pt x="125" y="148"/>
                      <a:pt x="163" y="126"/>
                      <a:pt x="201" y="105"/>
                    </a:cubicBezTo>
                    <a:cubicBezTo>
                      <a:pt x="211" y="100"/>
                      <a:pt x="220" y="98"/>
                      <a:pt x="228" y="98"/>
                    </a:cubicBezTo>
                    <a:close/>
                    <a:moveTo>
                      <a:pt x="241" y="0"/>
                    </a:moveTo>
                    <a:cubicBezTo>
                      <a:pt x="195" y="0"/>
                      <a:pt x="153" y="17"/>
                      <a:pt x="120" y="50"/>
                    </a:cubicBezTo>
                    <a:lnTo>
                      <a:pt x="103" y="67"/>
                    </a:lnTo>
                    <a:cubicBezTo>
                      <a:pt x="103" y="52"/>
                      <a:pt x="92" y="43"/>
                      <a:pt x="81" y="43"/>
                    </a:cubicBezTo>
                    <a:cubicBezTo>
                      <a:pt x="71" y="43"/>
                      <a:pt x="62" y="49"/>
                      <a:pt x="60" y="61"/>
                    </a:cubicBezTo>
                    <a:cubicBezTo>
                      <a:pt x="38" y="154"/>
                      <a:pt x="0" y="279"/>
                      <a:pt x="109" y="338"/>
                    </a:cubicBezTo>
                    <a:cubicBezTo>
                      <a:pt x="135" y="349"/>
                      <a:pt x="161" y="354"/>
                      <a:pt x="187" y="354"/>
                    </a:cubicBezTo>
                    <a:cubicBezTo>
                      <a:pt x="255" y="354"/>
                      <a:pt x="320" y="320"/>
                      <a:pt x="359" y="257"/>
                    </a:cubicBezTo>
                    <a:cubicBezTo>
                      <a:pt x="402" y="170"/>
                      <a:pt x="364" y="23"/>
                      <a:pt x="261" y="7"/>
                    </a:cubicBezTo>
                    <a:lnTo>
                      <a:pt x="261" y="1"/>
                    </a:lnTo>
                    <a:cubicBezTo>
                      <a:pt x="254" y="1"/>
                      <a:pt x="248" y="0"/>
                      <a:pt x="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20"/>
              <p:cNvSpPr/>
              <p:nvPr/>
            </p:nvSpPr>
            <p:spPr>
              <a:xfrm>
                <a:off x="4752950" y="4735225"/>
                <a:ext cx="9800" cy="10925"/>
              </a:xfrm>
              <a:custGeom>
                <a:rect b="b" l="l" r="r" t="t"/>
                <a:pathLst>
                  <a:path extrusionOk="0" h="437" w="392">
                    <a:moveTo>
                      <a:pt x="95" y="1"/>
                    </a:moveTo>
                    <a:cubicBezTo>
                      <a:pt x="87" y="1"/>
                      <a:pt x="79" y="6"/>
                      <a:pt x="76" y="17"/>
                    </a:cubicBezTo>
                    <a:cubicBezTo>
                      <a:pt x="60" y="99"/>
                      <a:pt x="27" y="180"/>
                      <a:pt x="17" y="262"/>
                    </a:cubicBezTo>
                    <a:cubicBezTo>
                      <a:pt x="0" y="322"/>
                      <a:pt x="33" y="387"/>
                      <a:pt x="93" y="414"/>
                    </a:cubicBezTo>
                    <a:cubicBezTo>
                      <a:pt x="121" y="426"/>
                      <a:pt x="179" y="437"/>
                      <a:pt x="236" y="437"/>
                    </a:cubicBezTo>
                    <a:cubicBezTo>
                      <a:pt x="311" y="437"/>
                      <a:pt x="386" y="418"/>
                      <a:pt x="392" y="360"/>
                    </a:cubicBezTo>
                    <a:cubicBezTo>
                      <a:pt x="386" y="338"/>
                      <a:pt x="375" y="327"/>
                      <a:pt x="359" y="327"/>
                    </a:cubicBezTo>
                    <a:lnTo>
                      <a:pt x="359" y="322"/>
                    </a:lnTo>
                    <a:lnTo>
                      <a:pt x="256" y="322"/>
                    </a:lnTo>
                    <a:cubicBezTo>
                      <a:pt x="244" y="323"/>
                      <a:pt x="233" y="324"/>
                      <a:pt x="222" y="324"/>
                    </a:cubicBezTo>
                    <a:cubicBezTo>
                      <a:pt x="192" y="324"/>
                      <a:pt x="164" y="319"/>
                      <a:pt x="136" y="311"/>
                    </a:cubicBezTo>
                    <a:cubicBezTo>
                      <a:pt x="87" y="284"/>
                      <a:pt x="120" y="202"/>
                      <a:pt x="120" y="159"/>
                    </a:cubicBezTo>
                    <a:cubicBezTo>
                      <a:pt x="125" y="110"/>
                      <a:pt x="125" y="61"/>
                      <a:pt x="114" y="17"/>
                    </a:cubicBezTo>
                    <a:cubicBezTo>
                      <a:pt x="112" y="6"/>
                      <a:pt x="104"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0"/>
              <p:cNvSpPr/>
              <p:nvPr/>
            </p:nvSpPr>
            <p:spPr>
              <a:xfrm>
                <a:off x="4646275" y="4755800"/>
                <a:ext cx="3725" cy="5400"/>
              </a:xfrm>
              <a:custGeom>
                <a:rect b="b" l="l" r="r" t="t"/>
                <a:pathLst>
                  <a:path extrusionOk="0" h="216" w="149">
                    <a:moveTo>
                      <a:pt x="115" y="0"/>
                    </a:moveTo>
                    <a:cubicBezTo>
                      <a:pt x="109" y="0"/>
                      <a:pt x="103" y="3"/>
                      <a:pt x="98" y="10"/>
                    </a:cubicBezTo>
                    <a:lnTo>
                      <a:pt x="98" y="4"/>
                    </a:lnTo>
                    <a:cubicBezTo>
                      <a:pt x="76" y="31"/>
                      <a:pt x="55" y="64"/>
                      <a:pt x="38" y="91"/>
                    </a:cubicBezTo>
                    <a:cubicBezTo>
                      <a:pt x="17" y="118"/>
                      <a:pt x="0" y="151"/>
                      <a:pt x="0" y="189"/>
                    </a:cubicBezTo>
                    <a:cubicBezTo>
                      <a:pt x="0" y="205"/>
                      <a:pt x="12" y="215"/>
                      <a:pt x="25" y="215"/>
                    </a:cubicBezTo>
                    <a:cubicBezTo>
                      <a:pt x="29" y="215"/>
                      <a:pt x="34" y="214"/>
                      <a:pt x="38" y="211"/>
                    </a:cubicBezTo>
                    <a:lnTo>
                      <a:pt x="44" y="211"/>
                    </a:lnTo>
                    <a:cubicBezTo>
                      <a:pt x="55" y="205"/>
                      <a:pt x="55" y="200"/>
                      <a:pt x="55" y="189"/>
                    </a:cubicBezTo>
                    <a:cubicBezTo>
                      <a:pt x="71" y="135"/>
                      <a:pt x="98" y="86"/>
                      <a:pt x="136" y="42"/>
                    </a:cubicBezTo>
                    <a:cubicBezTo>
                      <a:pt x="148" y="26"/>
                      <a:pt x="133" y="0"/>
                      <a:pt x="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0"/>
              <p:cNvSpPr/>
              <p:nvPr/>
            </p:nvSpPr>
            <p:spPr>
              <a:xfrm>
                <a:off x="4647350" y="4758825"/>
                <a:ext cx="4925" cy="5300"/>
              </a:xfrm>
              <a:custGeom>
                <a:rect b="b" l="l" r="r" t="t"/>
                <a:pathLst>
                  <a:path extrusionOk="0" h="212" w="197">
                    <a:moveTo>
                      <a:pt x="164" y="0"/>
                    </a:moveTo>
                    <a:cubicBezTo>
                      <a:pt x="161" y="0"/>
                      <a:pt x="158" y="3"/>
                      <a:pt x="158" y="8"/>
                    </a:cubicBezTo>
                    <a:cubicBezTo>
                      <a:pt x="126" y="57"/>
                      <a:pt x="1" y="128"/>
                      <a:pt x="33" y="198"/>
                    </a:cubicBezTo>
                    <a:cubicBezTo>
                      <a:pt x="37" y="206"/>
                      <a:pt x="47" y="211"/>
                      <a:pt x="56" y="211"/>
                    </a:cubicBezTo>
                    <a:cubicBezTo>
                      <a:pt x="60" y="211"/>
                      <a:pt x="63" y="211"/>
                      <a:pt x="66" y="209"/>
                    </a:cubicBezTo>
                    <a:cubicBezTo>
                      <a:pt x="66" y="209"/>
                      <a:pt x="71" y="209"/>
                      <a:pt x="71" y="204"/>
                    </a:cubicBezTo>
                    <a:cubicBezTo>
                      <a:pt x="77" y="204"/>
                      <a:pt x="77" y="204"/>
                      <a:pt x="82" y="198"/>
                    </a:cubicBezTo>
                    <a:cubicBezTo>
                      <a:pt x="88" y="193"/>
                      <a:pt x="93" y="182"/>
                      <a:pt x="99" y="171"/>
                    </a:cubicBezTo>
                    <a:cubicBezTo>
                      <a:pt x="109" y="155"/>
                      <a:pt x="120" y="139"/>
                      <a:pt x="137" y="122"/>
                    </a:cubicBezTo>
                    <a:cubicBezTo>
                      <a:pt x="158" y="84"/>
                      <a:pt x="196" y="52"/>
                      <a:pt x="175" y="8"/>
                    </a:cubicBezTo>
                    <a:cubicBezTo>
                      <a:pt x="172" y="3"/>
                      <a:pt x="168" y="0"/>
                      <a:pt x="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0"/>
              <p:cNvSpPr/>
              <p:nvPr/>
            </p:nvSpPr>
            <p:spPr>
              <a:xfrm>
                <a:off x="4650900" y="4762225"/>
                <a:ext cx="2325" cy="3475"/>
              </a:xfrm>
              <a:custGeom>
                <a:rect b="b" l="l" r="r" t="t"/>
                <a:pathLst>
                  <a:path extrusionOk="0" h="139" w="93">
                    <a:moveTo>
                      <a:pt x="52" y="0"/>
                    </a:moveTo>
                    <a:cubicBezTo>
                      <a:pt x="33" y="0"/>
                      <a:pt x="16" y="20"/>
                      <a:pt x="33" y="41"/>
                    </a:cubicBezTo>
                    <a:cubicBezTo>
                      <a:pt x="27" y="46"/>
                      <a:pt x="27" y="52"/>
                      <a:pt x="27" y="57"/>
                    </a:cubicBezTo>
                    <a:cubicBezTo>
                      <a:pt x="16" y="62"/>
                      <a:pt x="11" y="73"/>
                      <a:pt x="5" y="84"/>
                    </a:cubicBezTo>
                    <a:cubicBezTo>
                      <a:pt x="0" y="95"/>
                      <a:pt x="0" y="101"/>
                      <a:pt x="0" y="111"/>
                    </a:cubicBezTo>
                    <a:cubicBezTo>
                      <a:pt x="0" y="128"/>
                      <a:pt x="16" y="139"/>
                      <a:pt x="33" y="139"/>
                    </a:cubicBezTo>
                    <a:cubicBezTo>
                      <a:pt x="44" y="133"/>
                      <a:pt x="54" y="122"/>
                      <a:pt x="65" y="111"/>
                    </a:cubicBezTo>
                    <a:cubicBezTo>
                      <a:pt x="71" y="101"/>
                      <a:pt x="76" y="90"/>
                      <a:pt x="82" y="79"/>
                    </a:cubicBezTo>
                    <a:cubicBezTo>
                      <a:pt x="92" y="57"/>
                      <a:pt x="92" y="30"/>
                      <a:pt x="76" y="8"/>
                    </a:cubicBezTo>
                    <a:lnTo>
                      <a:pt x="71" y="8"/>
                    </a:lnTo>
                    <a:cubicBezTo>
                      <a:pt x="65" y="3"/>
                      <a:pt x="59" y="0"/>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0"/>
              <p:cNvSpPr/>
              <p:nvPr/>
            </p:nvSpPr>
            <p:spPr>
              <a:xfrm>
                <a:off x="4719525" y="4760625"/>
                <a:ext cx="2200" cy="4750"/>
              </a:xfrm>
              <a:custGeom>
                <a:rect b="b" l="l" r="r" t="t"/>
                <a:pathLst>
                  <a:path extrusionOk="0" h="190" w="88">
                    <a:moveTo>
                      <a:pt x="36" y="0"/>
                    </a:moveTo>
                    <a:cubicBezTo>
                      <a:pt x="19" y="0"/>
                      <a:pt x="3" y="10"/>
                      <a:pt x="6" y="29"/>
                    </a:cubicBezTo>
                    <a:cubicBezTo>
                      <a:pt x="11" y="45"/>
                      <a:pt x="11" y="67"/>
                      <a:pt x="11" y="88"/>
                    </a:cubicBezTo>
                    <a:cubicBezTo>
                      <a:pt x="11" y="110"/>
                      <a:pt x="0" y="132"/>
                      <a:pt x="0" y="154"/>
                    </a:cubicBezTo>
                    <a:cubicBezTo>
                      <a:pt x="3" y="178"/>
                      <a:pt x="21" y="190"/>
                      <a:pt x="38" y="190"/>
                    </a:cubicBezTo>
                    <a:cubicBezTo>
                      <a:pt x="52" y="190"/>
                      <a:pt x="66" y="182"/>
                      <a:pt x="71" y="165"/>
                    </a:cubicBezTo>
                    <a:cubicBezTo>
                      <a:pt x="82" y="137"/>
                      <a:pt x="82" y="116"/>
                      <a:pt x="87" y="88"/>
                    </a:cubicBezTo>
                    <a:cubicBezTo>
                      <a:pt x="87" y="67"/>
                      <a:pt x="71" y="50"/>
                      <a:pt x="71" y="29"/>
                    </a:cubicBezTo>
                    <a:cubicBezTo>
                      <a:pt x="71" y="10"/>
                      <a:pt x="53" y="0"/>
                      <a:pt x="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0"/>
              <p:cNvSpPr/>
              <p:nvPr/>
            </p:nvSpPr>
            <p:spPr>
              <a:xfrm>
                <a:off x="4725225" y="4763500"/>
                <a:ext cx="25" cy="25"/>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20"/>
              <p:cNvSpPr/>
              <p:nvPr/>
            </p:nvSpPr>
            <p:spPr>
              <a:xfrm>
                <a:off x="4723175" y="4760000"/>
                <a:ext cx="2750" cy="4775"/>
              </a:xfrm>
              <a:custGeom>
                <a:rect b="b" l="l" r="r" t="t"/>
                <a:pathLst>
                  <a:path extrusionOk="0" h="191" w="110">
                    <a:moveTo>
                      <a:pt x="66" y="1"/>
                    </a:moveTo>
                    <a:cubicBezTo>
                      <a:pt x="41" y="1"/>
                      <a:pt x="16" y="29"/>
                      <a:pt x="28" y="54"/>
                    </a:cubicBezTo>
                    <a:cubicBezTo>
                      <a:pt x="28" y="59"/>
                      <a:pt x="23" y="64"/>
                      <a:pt x="17" y="75"/>
                    </a:cubicBezTo>
                    <a:cubicBezTo>
                      <a:pt x="12" y="92"/>
                      <a:pt x="6" y="103"/>
                      <a:pt x="6" y="119"/>
                    </a:cubicBezTo>
                    <a:cubicBezTo>
                      <a:pt x="1" y="141"/>
                      <a:pt x="6" y="162"/>
                      <a:pt x="17" y="179"/>
                    </a:cubicBezTo>
                    <a:cubicBezTo>
                      <a:pt x="25" y="187"/>
                      <a:pt x="36" y="191"/>
                      <a:pt x="47" y="191"/>
                    </a:cubicBezTo>
                    <a:cubicBezTo>
                      <a:pt x="58" y="191"/>
                      <a:pt x="69" y="187"/>
                      <a:pt x="77" y="179"/>
                    </a:cubicBezTo>
                    <a:cubicBezTo>
                      <a:pt x="88" y="168"/>
                      <a:pt x="88" y="157"/>
                      <a:pt x="82" y="151"/>
                    </a:cubicBezTo>
                    <a:lnTo>
                      <a:pt x="82" y="141"/>
                    </a:lnTo>
                    <a:lnTo>
                      <a:pt x="82" y="135"/>
                    </a:lnTo>
                    <a:lnTo>
                      <a:pt x="88" y="113"/>
                    </a:lnTo>
                    <a:cubicBezTo>
                      <a:pt x="99" y="81"/>
                      <a:pt x="110" y="43"/>
                      <a:pt x="88" y="10"/>
                    </a:cubicBezTo>
                    <a:cubicBezTo>
                      <a:pt x="81" y="4"/>
                      <a:pt x="74" y="1"/>
                      <a:pt x="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20"/>
              <p:cNvSpPr/>
              <p:nvPr/>
            </p:nvSpPr>
            <p:spPr>
              <a:xfrm>
                <a:off x="4727000" y="4760375"/>
                <a:ext cx="3275" cy="4800"/>
              </a:xfrm>
              <a:custGeom>
                <a:rect b="b" l="l" r="r" t="t"/>
                <a:pathLst>
                  <a:path extrusionOk="0" h="192" w="131">
                    <a:moveTo>
                      <a:pt x="65" y="0"/>
                    </a:moveTo>
                    <a:cubicBezTo>
                      <a:pt x="37" y="0"/>
                      <a:pt x="28" y="40"/>
                      <a:pt x="38" y="60"/>
                    </a:cubicBezTo>
                    <a:cubicBezTo>
                      <a:pt x="33" y="71"/>
                      <a:pt x="27" y="82"/>
                      <a:pt x="22" y="93"/>
                    </a:cubicBezTo>
                    <a:cubicBezTo>
                      <a:pt x="6" y="115"/>
                      <a:pt x="0" y="142"/>
                      <a:pt x="11" y="164"/>
                    </a:cubicBezTo>
                    <a:cubicBezTo>
                      <a:pt x="11" y="180"/>
                      <a:pt x="22" y="185"/>
                      <a:pt x="33" y="191"/>
                    </a:cubicBezTo>
                    <a:cubicBezTo>
                      <a:pt x="35" y="191"/>
                      <a:pt x="37" y="191"/>
                      <a:pt x="39" y="191"/>
                    </a:cubicBezTo>
                    <a:cubicBezTo>
                      <a:pt x="71" y="191"/>
                      <a:pt x="77" y="152"/>
                      <a:pt x="92" y="131"/>
                    </a:cubicBezTo>
                    <a:cubicBezTo>
                      <a:pt x="120" y="104"/>
                      <a:pt x="131" y="66"/>
                      <a:pt x="125" y="33"/>
                    </a:cubicBezTo>
                    <a:cubicBezTo>
                      <a:pt x="120" y="11"/>
                      <a:pt x="103" y="1"/>
                      <a:pt x="87" y="1"/>
                    </a:cubicBezTo>
                    <a:lnTo>
                      <a:pt x="71" y="1"/>
                    </a:lnTo>
                    <a:cubicBezTo>
                      <a:pt x="69" y="0"/>
                      <a:pt x="67" y="0"/>
                      <a:pt x="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120"/>
            <p:cNvGrpSpPr/>
            <p:nvPr/>
          </p:nvGrpSpPr>
          <p:grpSpPr>
            <a:xfrm>
              <a:off x="7803092" y="3569302"/>
              <a:ext cx="222891" cy="274322"/>
              <a:chOff x="4881100" y="4640225"/>
              <a:chExt cx="119750" cy="147050"/>
            </a:xfrm>
          </p:grpSpPr>
          <p:sp>
            <p:nvSpPr>
              <p:cNvPr id="5838" name="Google Shape;5838;p120"/>
              <p:cNvSpPr/>
              <p:nvPr/>
            </p:nvSpPr>
            <p:spPr>
              <a:xfrm>
                <a:off x="4881100" y="4640225"/>
                <a:ext cx="119750" cy="147050"/>
              </a:xfrm>
              <a:custGeom>
                <a:rect b="b" l="l" r="r" t="t"/>
                <a:pathLst>
                  <a:path extrusionOk="0" h="5882" w="4790">
                    <a:moveTo>
                      <a:pt x="3898" y="599"/>
                    </a:moveTo>
                    <a:cubicBezTo>
                      <a:pt x="3947" y="616"/>
                      <a:pt x="4001" y="621"/>
                      <a:pt x="4055" y="621"/>
                    </a:cubicBezTo>
                    <a:cubicBezTo>
                      <a:pt x="4110" y="621"/>
                      <a:pt x="4099" y="637"/>
                      <a:pt x="4093" y="686"/>
                    </a:cubicBezTo>
                    <a:cubicBezTo>
                      <a:pt x="4093" y="735"/>
                      <a:pt x="4083" y="779"/>
                      <a:pt x="4072" y="828"/>
                    </a:cubicBezTo>
                    <a:cubicBezTo>
                      <a:pt x="4061" y="871"/>
                      <a:pt x="4072" y="915"/>
                      <a:pt x="4061" y="958"/>
                    </a:cubicBezTo>
                    <a:cubicBezTo>
                      <a:pt x="4050" y="1007"/>
                      <a:pt x="4045" y="1061"/>
                      <a:pt x="4039" y="1116"/>
                    </a:cubicBezTo>
                    <a:cubicBezTo>
                      <a:pt x="4034" y="1165"/>
                      <a:pt x="4034" y="1219"/>
                      <a:pt x="4034" y="1268"/>
                    </a:cubicBezTo>
                    <a:cubicBezTo>
                      <a:pt x="4034" y="1317"/>
                      <a:pt x="4023" y="1371"/>
                      <a:pt x="4017" y="1426"/>
                    </a:cubicBezTo>
                    <a:cubicBezTo>
                      <a:pt x="4017" y="1431"/>
                      <a:pt x="4017" y="1436"/>
                      <a:pt x="4017" y="1442"/>
                    </a:cubicBezTo>
                    <a:cubicBezTo>
                      <a:pt x="4006" y="1442"/>
                      <a:pt x="3996" y="1436"/>
                      <a:pt x="3985" y="1436"/>
                    </a:cubicBezTo>
                    <a:cubicBezTo>
                      <a:pt x="3930" y="1420"/>
                      <a:pt x="3881" y="1409"/>
                      <a:pt x="3827" y="1398"/>
                    </a:cubicBezTo>
                    <a:cubicBezTo>
                      <a:pt x="3827" y="1393"/>
                      <a:pt x="3833" y="1387"/>
                      <a:pt x="3833" y="1377"/>
                    </a:cubicBezTo>
                    <a:lnTo>
                      <a:pt x="3838" y="1377"/>
                    </a:lnTo>
                    <a:cubicBezTo>
                      <a:pt x="3838" y="1339"/>
                      <a:pt x="3838" y="1300"/>
                      <a:pt x="3838" y="1262"/>
                    </a:cubicBezTo>
                    <a:cubicBezTo>
                      <a:pt x="3838" y="1170"/>
                      <a:pt x="3843" y="1078"/>
                      <a:pt x="3854" y="985"/>
                    </a:cubicBezTo>
                    <a:cubicBezTo>
                      <a:pt x="3860" y="947"/>
                      <a:pt x="3865" y="915"/>
                      <a:pt x="3871" y="876"/>
                    </a:cubicBezTo>
                    <a:cubicBezTo>
                      <a:pt x="3865" y="838"/>
                      <a:pt x="3865" y="800"/>
                      <a:pt x="3871" y="762"/>
                    </a:cubicBezTo>
                    <a:cubicBezTo>
                      <a:pt x="3876" y="719"/>
                      <a:pt x="3892" y="681"/>
                      <a:pt x="3898" y="637"/>
                    </a:cubicBezTo>
                    <a:cubicBezTo>
                      <a:pt x="3898" y="626"/>
                      <a:pt x="3898" y="610"/>
                      <a:pt x="3898" y="599"/>
                    </a:cubicBezTo>
                    <a:close/>
                    <a:moveTo>
                      <a:pt x="674" y="344"/>
                    </a:moveTo>
                    <a:cubicBezTo>
                      <a:pt x="707" y="349"/>
                      <a:pt x="750" y="469"/>
                      <a:pt x="761" y="496"/>
                    </a:cubicBezTo>
                    <a:cubicBezTo>
                      <a:pt x="794" y="561"/>
                      <a:pt x="827" y="632"/>
                      <a:pt x="854" y="697"/>
                    </a:cubicBezTo>
                    <a:cubicBezTo>
                      <a:pt x="881" y="768"/>
                      <a:pt x="886" y="833"/>
                      <a:pt x="913" y="904"/>
                    </a:cubicBezTo>
                    <a:cubicBezTo>
                      <a:pt x="924" y="920"/>
                      <a:pt x="935" y="947"/>
                      <a:pt x="941" y="969"/>
                    </a:cubicBezTo>
                    <a:cubicBezTo>
                      <a:pt x="941" y="996"/>
                      <a:pt x="952" y="1023"/>
                      <a:pt x="962" y="1050"/>
                    </a:cubicBezTo>
                    <a:cubicBezTo>
                      <a:pt x="990" y="1110"/>
                      <a:pt x="1022" y="1165"/>
                      <a:pt x="1049" y="1230"/>
                    </a:cubicBezTo>
                    <a:cubicBezTo>
                      <a:pt x="1055" y="1273"/>
                      <a:pt x="1071" y="1317"/>
                      <a:pt x="1087" y="1355"/>
                    </a:cubicBezTo>
                    <a:cubicBezTo>
                      <a:pt x="1071" y="1382"/>
                      <a:pt x="1049" y="1409"/>
                      <a:pt x="1028" y="1431"/>
                    </a:cubicBezTo>
                    <a:cubicBezTo>
                      <a:pt x="979" y="1491"/>
                      <a:pt x="913" y="1529"/>
                      <a:pt x="843" y="1551"/>
                    </a:cubicBezTo>
                    <a:cubicBezTo>
                      <a:pt x="805" y="1561"/>
                      <a:pt x="761" y="1567"/>
                      <a:pt x="723" y="1567"/>
                    </a:cubicBezTo>
                    <a:cubicBezTo>
                      <a:pt x="691" y="1561"/>
                      <a:pt x="663" y="1561"/>
                      <a:pt x="631" y="1556"/>
                    </a:cubicBezTo>
                    <a:cubicBezTo>
                      <a:pt x="582" y="1551"/>
                      <a:pt x="538" y="1529"/>
                      <a:pt x="506" y="1491"/>
                    </a:cubicBezTo>
                    <a:cubicBezTo>
                      <a:pt x="506" y="1474"/>
                      <a:pt x="506" y="1458"/>
                      <a:pt x="506" y="1442"/>
                    </a:cubicBezTo>
                    <a:cubicBezTo>
                      <a:pt x="506" y="1404"/>
                      <a:pt x="517" y="1371"/>
                      <a:pt x="522" y="1339"/>
                    </a:cubicBezTo>
                    <a:lnTo>
                      <a:pt x="522" y="1333"/>
                    </a:lnTo>
                    <a:cubicBezTo>
                      <a:pt x="533" y="1268"/>
                      <a:pt x="544" y="1192"/>
                      <a:pt x="555" y="1121"/>
                    </a:cubicBezTo>
                    <a:cubicBezTo>
                      <a:pt x="571" y="1050"/>
                      <a:pt x="587" y="996"/>
                      <a:pt x="598" y="931"/>
                    </a:cubicBezTo>
                    <a:cubicBezTo>
                      <a:pt x="615" y="855"/>
                      <a:pt x="620" y="779"/>
                      <a:pt x="636" y="703"/>
                    </a:cubicBezTo>
                    <a:cubicBezTo>
                      <a:pt x="642" y="664"/>
                      <a:pt x="691" y="349"/>
                      <a:pt x="674" y="344"/>
                    </a:cubicBezTo>
                    <a:close/>
                    <a:moveTo>
                      <a:pt x="3790" y="1507"/>
                    </a:moveTo>
                    <a:cubicBezTo>
                      <a:pt x="3832" y="1507"/>
                      <a:pt x="3874" y="1514"/>
                      <a:pt x="3914" y="1529"/>
                    </a:cubicBezTo>
                    <a:cubicBezTo>
                      <a:pt x="3968" y="1545"/>
                      <a:pt x="4028" y="1556"/>
                      <a:pt x="4083" y="1567"/>
                    </a:cubicBezTo>
                    <a:cubicBezTo>
                      <a:pt x="4115" y="1567"/>
                      <a:pt x="4148" y="1567"/>
                      <a:pt x="4175" y="1572"/>
                    </a:cubicBezTo>
                    <a:cubicBezTo>
                      <a:pt x="4218" y="1572"/>
                      <a:pt x="4235" y="1572"/>
                      <a:pt x="4229" y="1616"/>
                    </a:cubicBezTo>
                    <a:cubicBezTo>
                      <a:pt x="4224" y="1670"/>
                      <a:pt x="4208" y="1741"/>
                      <a:pt x="4197" y="1801"/>
                    </a:cubicBezTo>
                    <a:cubicBezTo>
                      <a:pt x="4164" y="1801"/>
                      <a:pt x="4131" y="1795"/>
                      <a:pt x="4099" y="1790"/>
                    </a:cubicBezTo>
                    <a:cubicBezTo>
                      <a:pt x="4039" y="1773"/>
                      <a:pt x="3974" y="1763"/>
                      <a:pt x="3909" y="1757"/>
                    </a:cubicBezTo>
                    <a:cubicBezTo>
                      <a:pt x="3867" y="1753"/>
                      <a:pt x="3825" y="1752"/>
                      <a:pt x="3784" y="1752"/>
                    </a:cubicBezTo>
                    <a:cubicBezTo>
                      <a:pt x="3701" y="1752"/>
                      <a:pt x="3619" y="1757"/>
                      <a:pt x="3539" y="1757"/>
                    </a:cubicBezTo>
                    <a:cubicBezTo>
                      <a:pt x="3561" y="1724"/>
                      <a:pt x="3577" y="1686"/>
                      <a:pt x="3582" y="1648"/>
                    </a:cubicBezTo>
                    <a:cubicBezTo>
                      <a:pt x="3588" y="1616"/>
                      <a:pt x="3572" y="1561"/>
                      <a:pt x="3588" y="1534"/>
                    </a:cubicBezTo>
                    <a:lnTo>
                      <a:pt x="3588" y="1529"/>
                    </a:lnTo>
                    <a:cubicBezTo>
                      <a:pt x="3594" y="1520"/>
                      <a:pt x="3601" y="1517"/>
                      <a:pt x="3608" y="1517"/>
                    </a:cubicBezTo>
                    <a:cubicBezTo>
                      <a:pt x="3619" y="1517"/>
                      <a:pt x="3631" y="1523"/>
                      <a:pt x="3648" y="1523"/>
                    </a:cubicBezTo>
                    <a:cubicBezTo>
                      <a:pt x="3675" y="1518"/>
                      <a:pt x="3702" y="1518"/>
                      <a:pt x="3729" y="1512"/>
                    </a:cubicBezTo>
                    <a:cubicBezTo>
                      <a:pt x="3749" y="1509"/>
                      <a:pt x="3770" y="1507"/>
                      <a:pt x="3790" y="1507"/>
                    </a:cubicBezTo>
                    <a:close/>
                    <a:moveTo>
                      <a:pt x="2321" y="159"/>
                    </a:moveTo>
                    <a:lnTo>
                      <a:pt x="2321" y="159"/>
                    </a:lnTo>
                    <a:cubicBezTo>
                      <a:pt x="2332" y="175"/>
                      <a:pt x="2338" y="186"/>
                      <a:pt x="2349" y="202"/>
                    </a:cubicBezTo>
                    <a:cubicBezTo>
                      <a:pt x="2392" y="246"/>
                      <a:pt x="2436" y="300"/>
                      <a:pt x="2474" y="349"/>
                    </a:cubicBezTo>
                    <a:cubicBezTo>
                      <a:pt x="2501" y="398"/>
                      <a:pt x="2533" y="447"/>
                      <a:pt x="2566" y="491"/>
                    </a:cubicBezTo>
                    <a:cubicBezTo>
                      <a:pt x="2599" y="539"/>
                      <a:pt x="2626" y="594"/>
                      <a:pt x="2648" y="648"/>
                    </a:cubicBezTo>
                    <a:cubicBezTo>
                      <a:pt x="2696" y="762"/>
                      <a:pt x="2740" y="876"/>
                      <a:pt x="2773" y="996"/>
                    </a:cubicBezTo>
                    <a:cubicBezTo>
                      <a:pt x="2800" y="1127"/>
                      <a:pt x="2816" y="1257"/>
                      <a:pt x="2821" y="1387"/>
                    </a:cubicBezTo>
                    <a:cubicBezTo>
                      <a:pt x="2832" y="1518"/>
                      <a:pt x="2821" y="1659"/>
                      <a:pt x="2789" y="1790"/>
                    </a:cubicBezTo>
                    <a:cubicBezTo>
                      <a:pt x="2773" y="1844"/>
                      <a:pt x="2751" y="1898"/>
                      <a:pt x="2724" y="1947"/>
                    </a:cubicBezTo>
                    <a:cubicBezTo>
                      <a:pt x="2707" y="2002"/>
                      <a:pt x="2675" y="2045"/>
                      <a:pt x="2626" y="2078"/>
                    </a:cubicBezTo>
                    <a:cubicBezTo>
                      <a:pt x="2517" y="2127"/>
                      <a:pt x="2403" y="2159"/>
                      <a:pt x="2283" y="2176"/>
                    </a:cubicBezTo>
                    <a:cubicBezTo>
                      <a:pt x="2260" y="2180"/>
                      <a:pt x="2238" y="2182"/>
                      <a:pt x="2215" y="2182"/>
                    </a:cubicBezTo>
                    <a:cubicBezTo>
                      <a:pt x="2179" y="2182"/>
                      <a:pt x="2143" y="2177"/>
                      <a:pt x="2109" y="2170"/>
                    </a:cubicBezTo>
                    <a:lnTo>
                      <a:pt x="2055" y="2170"/>
                    </a:lnTo>
                    <a:cubicBezTo>
                      <a:pt x="2044" y="2154"/>
                      <a:pt x="2039" y="2132"/>
                      <a:pt x="2033" y="2121"/>
                    </a:cubicBezTo>
                    <a:cubicBezTo>
                      <a:pt x="2012" y="2072"/>
                      <a:pt x="1984" y="2034"/>
                      <a:pt x="1963" y="1985"/>
                    </a:cubicBezTo>
                    <a:lnTo>
                      <a:pt x="1968" y="1980"/>
                    </a:lnTo>
                    <a:cubicBezTo>
                      <a:pt x="1935" y="1893"/>
                      <a:pt x="1914" y="1801"/>
                      <a:pt x="1897" y="1708"/>
                    </a:cubicBezTo>
                    <a:cubicBezTo>
                      <a:pt x="1892" y="1610"/>
                      <a:pt x="1892" y="1512"/>
                      <a:pt x="1908" y="1420"/>
                    </a:cubicBezTo>
                    <a:cubicBezTo>
                      <a:pt x="1925" y="1311"/>
                      <a:pt x="1957" y="1214"/>
                      <a:pt x="1995" y="1116"/>
                    </a:cubicBezTo>
                    <a:cubicBezTo>
                      <a:pt x="2055" y="942"/>
                      <a:pt x="2169" y="795"/>
                      <a:pt x="2234" y="626"/>
                    </a:cubicBezTo>
                    <a:cubicBezTo>
                      <a:pt x="2272" y="534"/>
                      <a:pt x="2294" y="442"/>
                      <a:pt x="2316" y="344"/>
                    </a:cubicBezTo>
                    <a:cubicBezTo>
                      <a:pt x="2327" y="284"/>
                      <a:pt x="2327" y="219"/>
                      <a:pt x="2321" y="159"/>
                    </a:cubicBezTo>
                    <a:close/>
                    <a:moveTo>
                      <a:pt x="3267" y="1828"/>
                    </a:moveTo>
                    <a:lnTo>
                      <a:pt x="3283" y="1833"/>
                    </a:lnTo>
                    <a:cubicBezTo>
                      <a:pt x="3332" y="1844"/>
                      <a:pt x="3381" y="1855"/>
                      <a:pt x="3430" y="1860"/>
                    </a:cubicBezTo>
                    <a:cubicBezTo>
                      <a:pt x="3515" y="1864"/>
                      <a:pt x="3599" y="1868"/>
                      <a:pt x="3684" y="1868"/>
                    </a:cubicBezTo>
                    <a:cubicBezTo>
                      <a:pt x="3719" y="1868"/>
                      <a:pt x="3754" y="1867"/>
                      <a:pt x="3789" y="1866"/>
                    </a:cubicBezTo>
                    <a:cubicBezTo>
                      <a:pt x="3914" y="1871"/>
                      <a:pt x="4039" y="1888"/>
                      <a:pt x="4159" y="1915"/>
                    </a:cubicBezTo>
                    <a:cubicBezTo>
                      <a:pt x="4251" y="1931"/>
                      <a:pt x="4343" y="1920"/>
                      <a:pt x="4430" y="1947"/>
                    </a:cubicBezTo>
                    <a:cubicBezTo>
                      <a:pt x="4479" y="1958"/>
                      <a:pt x="4479" y="2013"/>
                      <a:pt x="4479" y="2051"/>
                    </a:cubicBezTo>
                    <a:lnTo>
                      <a:pt x="4479" y="2235"/>
                    </a:lnTo>
                    <a:cubicBezTo>
                      <a:pt x="4479" y="2301"/>
                      <a:pt x="4501" y="2360"/>
                      <a:pt x="4507" y="2420"/>
                    </a:cubicBezTo>
                    <a:cubicBezTo>
                      <a:pt x="4512" y="2480"/>
                      <a:pt x="4512" y="2545"/>
                      <a:pt x="4507" y="2611"/>
                    </a:cubicBezTo>
                    <a:cubicBezTo>
                      <a:pt x="4507" y="2697"/>
                      <a:pt x="4501" y="2784"/>
                      <a:pt x="4501" y="2871"/>
                    </a:cubicBezTo>
                    <a:cubicBezTo>
                      <a:pt x="4447" y="2871"/>
                      <a:pt x="4398" y="2861"/>
                      <a:pt x="4349" y="2844"/>
                    </a:cubicBezTo>
                    <a:cubicBezTo>
                      <a:pt x="4229" y="2806"/>
                      <a:pt x="4104" y="2817"/>
                      <a:pt x="3979" y="2795"/>
                    </a:cubicBezTo>
                    <a:cubicBezTo>
                      <a:pt x="3919" y="2784"/>
                      <a:pt x="3860" y="2784"/>
                      <a:pt x="3800" y="2774"/>
                    </a:cubicBezTo>
                    <a:cubicBezTo>
                      <a:pt x="3740" y="2768"/>
                      <a:pt x="3664" y="2757"/>
                      <a:pt x="3599" y="2757"/>
                    </a:cubicBezTo>
                    <a:cubicBezTo>
                      <a:pt x="3463" y="2757"/>
                      <a:pt x="3327" y="2730"/>
                      <a:pt x="3191" y="2725"/>
                    </a:cubicBezTo>
                    <a:cubicBezTo>
                      <a:pt x="3148" y="2725"/>
                      <a:pt x="3110" y="2719"/>
                      <a:pt x="3071" y="2714"/>
                    </a:cubicBezTo>
                    <a:cubicBezTo>
                      <a:pt x="3088" y="2692"/>
                      <a:pt x="3104" y="2670"/>
                      <a:pt x="3110" y="2643"/>
                    </a:cubicBezTo>
                    <a:lnTo>
                      <a:pt x="3110" y="2643"/>
                    </a:lnTo>
                    <a:lnTo>
                      <a:pt x="3104" y="2649"/>
                    </a:lnTo>
                    <a:cubicBezTo>
                      <a:pt x="3120" y="2605"/>
                      <a:pt x="3131" y="2556"/>
                      <a:pt x="3142" y="2513"/>
                    </a:cubicBezTo>
                    <a:cubicBezTo>
                      <a:pt x="3158" y="2404"/>
                      <a:pt x="3180" y="2295"/>
                      <a:pt x="3197" y="2192"/>
                    </a:cubicBezTo>
                    <a:cubicBezTo>
                      <a:pt x="3229" y="2083"/>
                      <a:pt x="3251" y="1975"/>
                      <a:pt x="3267" y="1860"/>
                    </a:cubicBezTo>
                    <a:cubicBezTo>
                      <a:pt x="3267" y="1850"/>
                      <a:pt x="3267" y="1839"/>
                      <a:pt x="3267" y="1828"/>
                    </a:cubicBezTo>
                    <a:close/>
                    <a:moveTo>
                      <a:pt x="1158" y="1409"/>
                    </a:moveTo>
                    <a:cubicBezTo>
                      <a:pt x="1174" y="1426"/>
                      <a:pt x="1185" y="1442"/>
                      <a:pt x="1191" y="1458"/>
                    </a:cubicBezTo>
                    <a:cubicBezTo>
                      <a:pt x="1223" y="1523"/>
                      <a:pt x="1256" y="1589"/>
                      <a:pt x="1294" y="1648"/>
                    </a:cubicBezTo>
                    <a:cubicBezTo>
                      <a:pt x="1332" y="1703"/>
                      <a:pt x="1354" y="1763"/>
                      <a:pt x="1386" y="1817"/>
                    </a:cubicBezTo>
                    <a:cubicBezTo>
                      <a:pt x="1414" y="1877"/>
                      <a:pt x="1441" y="1936"/>
                      <a:pt x="1468" y="2002"/>
                    </a:cubicBezTo>
                    <a:cubicBezTo>
                      <a:pt x="1517" y="2116"/>
                      <a:pt x="1549" y="2257"/>
                      <a:pt x="1626" y="2360"/>
                    </a:cubicBezTo>
                    <a:cubicBezTo>
                      <a:pt x="1642" y="2388"/>
                      <a:pt x="1664" y="2404"/>
                      <a:pt x="1680" y="2431"/>
                    </a:cubicBezTo>
                    <a:cubicBezTo>
                      <a:pt x="1702" y="2453"/>
                      <a:pt x="1713" y="2491"/>
                      <a:pt x="1734" y="2518"/>
                    </a:cubicBezTo>
                    <a:cubicBezTo>
                      <a:pt x="1767" y="2572"/>
                      <a:pt x="1816" y="2616"/>
                      <a:pt x="1848" y="2676"/>
                    </a:cubicBezTo>
                    <a:cubicBezTo>
                      <a:pt x="1854" y="2687"/>
                      <a:pt x="1859" y="2692"/>
                      <a:pt x="1870" y="2697"/>
                    </a:cubicBezTo>
                    <a:cubicBezTo>
                      <a:pt x="1859" y="2714"/>
                      <a:pt x="1854" y="2725"/>
                      <a:pt x="1843" y="2741"/>
                    </a:cubicBezTo>
                    <a:cubicBezTo>
                      <a:pt x="1816" y="2795"/>
                      <a:pt x="1772" y="2839"/>
                      <a:pt x="1718" y="2871"/>
                    </a:cubicBezTo>
                    <a:cubicBezTo>
                      <a:pt x="1639" y="2931"/>
                      <a:pt x="1547" y="2999"/>
                      <a:pt x="1449" y="2999"/>
                    </a:cubicBezTo>
                    <a:cubicBezTo>
                      <a:pt x="1439" y="2999"/>
                      <a:pt x="1429" y="2998"/>
                      <a:pt x="1419" y="2996"/>
                    </a:cubicBezTo>
                    <a:cubicBezTo>
                      <a:pt x="1370" y="2996"/>
                      <a:pt x="1316" y="2991"/>
                      <a:pt x="1267" y="2980"/>
                    </a:cubicBezTo>
                    <a:cubicBezTo>
                      <a:pt x="1223" y="2958"/>
                      <a:pt x="1180" y="2931"/>
                      <a:pt x="1147" y="2893"/>
                    </a:cubicBezTo>
                    <a:cubicBezTo>
                      <a:pt x="1104" y="2861"/>
                      <a:pt x="1071" y="2823"/>
                      <a:pt x="1049" y="2779"/>
                    </a:cubicBezTo>
                    <a:cubicBezTo>
                      <a:pt x="1044" y="2741"/>
                      <a:pt x="1028" y="2703"/>
                      <a:pt x="1000" y="2676"/>
                    </a:cubicBezTo>
                    <a:cubicBezTo>
                      <a:pt x="991" y="2663"/>
                      <a:pt x="976" y="2658"/>
                      <a:pt x="960" y="2658"/>
                    </a:cubicBezTo>
                    <a:cubicBezTo>
                      <a:pt x="950" y="2658"/>
                      <a:pt x="939" y="2660"/>
                      <a:pt x="930" y="2665"/>
                    </a:cubicBezTo>
                    <a:cubicBezTo>
                      <a:pt x="903" y="2692"/>
                      <a:pt x="881" y="2725"/>
                      <a:pt x="875" y="2763"/>
                    </a:cubicBezTo>
                    <a:cubicBezTo>
                      <a:pt x="859" y="2823"/>
                      <a:pt x="843" y="2888"/>
                      <a:pt x="832" y="2948"/>
                    </a:cubicBezTo>
                    <a:cubicBezTo>
                      <a:pt x="816" y="3013"/>
                      <a:pt x="778" y="3067"/>
                      <a:pt x="729" y="3105"/>
                    </a:cubicBezTo>
                    <a:cubicBezTo>
                      <a:pt x="680" y="3149"/>
                      <a:pt x="631" y="3187"/>
                      <a:pt x="576" y="3225"/>
                    </a:cubicBezTo>
                    <a:cubicBezTo>
                      <a:pt x="543" y="3245"/>
                      <a:pt x="513" y="3261"/>
                      <a:pt x="482" y="3261"/>
                    </a:cubicBezTo>
                    <a:cubicBezTo>
                      <a:pt x="464" y="3261"/>
                      <a:pt x="445" y="3255"/>
                      <a:pt x="424" y="3241"/>
                    </a:cubicBezTo>
                    <a:cubicBezTo>
                      <a:pt x="375" y="3208"/>
                      <a:pt x="326" y="3170"/>
                      <a:pt x="283" y="3127"/>
                    </a:cubicBezTo>
                    <a:cubicBezTo>
                      <a:pt x="234" y="3073"/>
                      <a:pt x="196" y="3013"/>
                      <a:pt x="169" y="2942"/>
                    </a:cubicBezTo>
                    <a:cubicBezTo>
                      <a:pt x="152" y="2909"/>
                      <a:pt x="131" y="2877"/>
                      <a:pt x="114" y="2839"/>
                    </a:cubicBezTo>
                    <a:cubicBezTo>
                      <a:pt x="125" y="2817"/>
                      <a:pt x="136" y="2790"/>
                      <a:pt x="142" y="2763"/>
                    </a:cubicBezTo>
                    <a:lnTo>
                      <a:pt x="152" y="2763"/>
                    </a:lnTo>
                    <a:cubicBezTo>
                      <a:pt x="158" y="2708"/>
                      <a:pt x="174" y="2659"/>
                      <a:pt x="180" y="2611"/>
                    </a:cubicBezTo>
                    <a:cubicBezTo>
                      <a:pt x="201" y="2480"/>
                      <a:pt x="234" y="2350"/>
                      <a:pt x="272" y="2225"/>
                    </a:cubicBezTo>
                    <a:cubicBezTo>
                      <a:pt x="288" y="2159"/>
                      <a:pt x="299" y="2094"/>
                      <a:pt x="321" y="2029"/>
                    </a:cubicBezTo>
                    <a:cubicBezTo>
                      <a:pt x="326" y="2007"/>
                      <a:pt x="337" y="1991"/>
                      <a:pt x="343" y="1969"/>
                    </a:cubicBezTo>
                    <a:cubicBezTo>
                      <a:pt x="359" y="1936"/>
                      <a:pt x="375" y="1898"/>
                      <a:pt x="386" y="1871"/>
                    </a:cubicBezTo>
                    <a:cubicBezTo>
                      <a:pt x="424" y="1779"/>
                      <a:pt x="457" y="1686"/>
                      <a:pt x="484" y="1589"/>
                    </a:cubicBezTo>
                    <a:cubicBezTo>
                      <a:pt x="506" y="1605"/>
                      <a:pt x="528" y="1616"/>
                      <a:pt x="555" y="1627"/>
                    </a:cubicBezTo>
                    <a:cubicBezTo>
                      <a:pt x="598" y="1638"/>
                      <a:pt x="647" y="1648"/>
                      <a:pt x="696" y="1648"/>
                    </a:cubicBezTo>
                    <a:cubicBezTo>
                      <a:pt x="715" y="1654"/>
                      <a:pt x="734" y="1657"/>
                      <a:pt x="754" y="1657"/>
                    </a:cubicBezTo>
                    <a:cubicBezTo>
                      <a:pt x="774" y="1657"/>
                      <a:pt x="794" y="1654"/>
                      <a:pt x="816" y="1648"/>
                    </a:cubicBezTo>
                    <a:cubicBezTo>
                      <a:pt x="859" y="1643"/>
                      <a:pt x="908" y="1632"/>
                      <a:pt x="952" y="1616"/>
                    </a:cubicBezTo>
                    <a:cubicBezTo>
                      <a:pt x="984" y="1594"/>
                      <a:pt x="1017" y="1567"/>
                      <a:pt x="1049" y="1540"/>
                    </a:cubicBezTo>
                    <a:cubicBezTo>
                      <a:pt x="1087" y="1507"/>
                      <a:pt x="1120" y="1469"/>
                      <a:pt x="1153" y="1426"/>
                    </a:cubicBezTo>
                    <a:lnTo>
                      <a:pt x="1158" y="1409"/>
                    </a:lnTo>
                    <a:close/>
                    <a:moveTo>
                      <a:pt x="2946" y="2835"/>
                    </a:moveTo>
                    <a:cubicBezTo>
                      <a:pt x="2961" y="2835"/>
                      <a:pt x="2976" y="2836"/>
                      <a:pt x="2990" y="2839"/>
                    </a:cubicBezTo>
                    <a:cubicBezTo>
                      <a:pt x="3044" y="2839"/>
                      <a:pt x="3099" y="2844"/>
                      <a:pt x="3148" y="2855"/>
                    </a:cubicBezTo>
                    <a:cubicBezTo>
                      <a:pt x="3202" y="2861"/>
                      <a:pt x="3262" y="2861"/>
                      <a:pt x="3316" y="2866"/>
                    </a:cubicBezTo>
                    <a:cubicBezTo>
                      <a:pt x="3370" y="2871"/>
                      <a:pt x="3447" y="2888"/>
                      <a:pt x="3506" y="2893"/>
                    </a:cubicBezTo>
                    <a:cubicBezTo>
                      <a:pt x="3572" y="2899"/>
                      <a:pt x="3621" y="2899"/>
                      <a:pt x="3675" y="2909"/>
                    </a:cubicBezTo>
                    <a:cubicBezTo>
                      <a:pt x="3735" y="2920"/>
                      <a:pt x="3789" y="2920"/>
                      <a:pt x="3843" y="2931"/>
                    </a:cubicBezTo>
                    <a:cubicBezTo>
                      <a:pt x="3958" y="2942"/>
                      <a:pt x="4072" y="2948"/>
                      <a:pt x="4186" y="2958"/>
                    </a:cubicBezTo>
                    <a:cubicBezTo>
                      <a:pt x="4300" y="2969"/>
                      <a:pt x="4382" y="3018"/>
                      <a:pt x="4485" y="3018"/>
                    </a:cubicBezTo>
                    <a:lnTo>
                      <a:pt x="4517" y="3018"/>
                    </a:lnTo>
                    <a:cubicBezTo>
                      <a:pt x="4527" y="3031"/>
                      <a:pt x="4543" y="3039"/>
                      <a:pt x="4560" y="3039"/>
                    </a:cubicBezTo>
                    <a:cubicBezTo>
                      <a:pt x="4571" y="3039"/>
                      <a:pt x="4583" y="3036"/>
                      <a:pt x="4594" y="3029"/>
                    </a:cubicBezTo>
                    <a:cubicBezTo>
                      <a:pt x="4604" y="3029"/>
                      <a:pt x="4615" y="3035"/>
                      <a:pt x="4621" y="3045"/>
                    </a:cubicBezTo>
                    <a:cubicBezTo>
                      <a:pt x="4653" y="3073"/>
                      <a:pt x="4642" y="3149"/>
                      <a:pt x="4637" y="3187"/>
                    </a:cubicBezTo>
                    <a:cubicBezTo>
                      <a:pt x="4626" y="3312"/>
                      <a:pt x="4626" y="3431"/>
                      <a:pt x="4637" y="3551"/>
                    </a:cubicBezTo>
                    <a:lnTo>
                      <a:pt x="4642" y="3556"/>
                    </a:lnTo>
                    <a:cubicBezTo>
                      <a:pt x="4642" y="3556"/>
                      <a:pt x="4642" y="3562"/>
                      <a:pt x="4642" y="3562"/>
                    </a:cubicBezTo>
                    <a:cubicBezTo>
                      <a:pt x="4642" y="3584"/>
                      <a:pt x="4642" y="3600"/>
                      <a:pt x="4637" y="3616"/>
                    </a:cubicBezTo>
                    <a:cubicBezTo>
                      <a:pt x="4632" y="3616"/>
                      <a:pt x="4626" y="3611"/>
                      <a:pt x="4626" y="3611"/>
                    </a:cubicBezTo>
                    <a:cubicBezTo>
                      <a:pt x="4572" y="3597"/>
                      <a:pt x="4515" y="3588"/>
                      <a:pt x="4457" y="3588"/>
                    </a:cubicBezTo>
                    <a:cubicBezTo>
                      <a:pt x="4445" y="3588"/>
                      <a:pt x="4432" y="3588"/>
                      <a:pt x="4420" y="3589"/>
                    </a:cubicBezTo>
                    <a:cubicBezTo>
                      <a:pt x="4373" y="3596"/>
                      <a:pt x="4323" y="3600"/>
                      <a:pt x="4274" y="3600"/>
                    </a:cubicBezTo>
                    <a:cubicBezTo>
                      <a:pt x="4243" y="3600"/>
                      <a:pt x="4212" y="3599"/>
                      <a:pt x="4180" y="3594"/>
                    </a:cubicBezTo>
                    <a:cubicBezTo>
                      <a:pt x="4110" y="3584"/>
                      <a:pt x="4045" y="3584"/>
                      <a:pt x="3974" y="3573"/>
                    </a:cubicBezTo>
                    <a:cubicBezTo>
                      <a:pt x="3892" y="3556"/>
                      <a:pt x="3816" y="3540"/>
                      <a:pt x="3735" y="3529"/>
                    </a:cubicBezTo>
                    <a:cubicBezTo>
                      <a:pt x="3683" y="3522"/>
                      <a:pt x="3631" y="3520"/>
                      <a:pt x="3579" y="3520"/>
                    </a:cubicBezTo>
                    <a:cubicBezTo>
                      <a:pt x="3510" y="3520"/>
                      <a:pt x="3441" y="3524"/>
                      <a:pt x="3372" y="3524"/>
                    </a:cubicBezTo>
                    <a:cubicBezTo>
                      <a:pt x="3330" y="3524"/>
                      <a:pt x="3288" y="3523"/>
                      <a:pt x="3245" y="3518"/>
                    </a:cubicBezTo>
                    <a:cubicBezTo>
                      <a:pt x="3164" y="3507"/>
                      <a:pt x="3082" y="3491"/>
                      <a:pt x="3001" y="3486"/>
                    </a:cubicBezTo>
                    <a:cubicBezTo>
                      <a:pt x="2957" y="3486"/>
                      <a:pt x="2919" y="3480"/>
                      <a:pt x="2876" y="3475"/>
                    </a:cubicBezTo>
                    <a:cubicBezTo>
                      <a:pt x="2876" y="3475"/>
                      <a:pt x="2832" y="3475"/>
                      <a:pt x="2800" y="3480"/>
                    </a:cubicBezTo>
                    <a:lnTo>
                      <a:pt x="2800" y="3448"/>
                    </a:lnTo>
                    <a:cubicBezTo>
                      <a:pt x="2805" y="3350"/>
                      <a:pt x="2805" y="3252"/>
                      <a:pt x="2821" y="3154"/>
                    </a:cubicBezTo>
                    <a:cubicBezTo>
                      <a:pt x="2827" y="3111"/>
                      <a:pt x="2832" y="3067"/>
                      <a:pt x="2838" y="3024"/>
                    </a:cubicBezTo>
                    <a:cubicBezTo>
                      <a:pt x="2838" y="2980"/>
                      <a:pt x="2849" y="2942"/>
                      <a:pt x="2854" y="2899"/>
                    </a:cubicBezTo>
                    <a:cubicBezTo>
                      <a:pt x="2860" y="2866"/>
                      <a:pt x="2865" y="2844"/>
                      <a:pt x="2903" y="2839"/>
                    </a:cubicBezTo>
                    <a:cubicBezTo>
                      <a:pt x="2917" y="2836"/>
                      <a:pt x="2932" y="2835"/>
                      <a:pt x="2946" y="2835"/>
                    </a:cubicBezTo>
                    <a:close/>
                    <a:moveTo>
                      <a:pt x="2751" y="2143"/>
                    </a:moveTo>
                    <a:cubicBezTo>
                      <a:pt x="2751" y="2165"/>
                      <a:pt x="2756" y="2181"/>
                      <a:pt x="2756" y="2203"/>
                    </a:cubicBezTo>
                    <a:cubicBezTo>
                      <a:pt x="2767" y="2273"/>
                      <a:pt x="2767" y="2350"/>
                      <a:pt x="2778" y="2426"/>
                    </a:cubicBezTo>
                    <a:cubicBezTo>
                      <a:pt x="2789" y="2496"/>
                      <a:pt x="2800" y="2551"/>
                      <a:pt x="2805" y="2616"/>
                    </a:cubicBezTo>
                    <a:cubicBezTo>
                      <a:pt x="2811" y="2659"/>
                      <a:pt x="2811" y="2697"/>
                      <a:pt x="2816" y="2736"/>
                    </a:cubicBezTo>
                    <a:cubicBezTo>
                      <a:pt x="2783" y="2763"/>
                      <a:pt x="2756" y="2801"/>
                      <a:pt x="2756" y="2844"/>
                    </a:cubicBezTo>
                    <a:cubicBezTo>
                      <a:pt x="2745" y="2899"/>
                      <a:pt x="2740" y="2953"/>
                      <a:pt x="2729" y="3007"/>
                    </a:cubicBezTo>
                    <a:cubicBezTo>
                      <a:pt x="2724" y="3045"/>
                      <a:pt x="2729" y="3083"/>
                      <a:pt x="2724" y="3121"/>
                    </a:cubicBezTo>
                    <a:cubicBezTo>
                      <a:pt x="2718" y="3165"/>
                      <a:pt x="2707" y="3208"/>
                      <a:pt x="2702" y="3252"/>
                    </a:cubicBezTo>
                    <a:cubicBezTo>
                      <a:pt x="2702" y="3323"/>
                      <a:pt x="2702" y="3399"/>
                      <a:pt x="2707" y="3475"/>
                    </a:cubicBezTo>
                    <a:cubicBezTo>
                      <a:pt x="2707" y="3507"/>
                      <a:pt x="2707" y="3540"/>
                      <a:pt x="2702" y="3573"/>
                    </a:cubicBezTo>
                    <a:cubicBezTo>
                      <a:pt x="2695" y="3570"/>
                      <a:pt x="2688" y="3569"/>
                      <a:pt x="2682" y="3569"/>
                    </a:cubicBezTo>
                    <a:cubicBezTo>
                      <a:pt x="2673" y="3569"/>
                      <a:pt x="2665" y="3572"/>
                      <a:pt x="2658" y="3578"/>
                    </a:cubicBezTo>
                    <a:cubicBezTo>
                      <a:pt x="2604" y="3605"/>
                      <a:pt x="2550" y="3632"/>
                      <a:pt x="2490" y="3654"/>
                    </a:cubicBezTo>
                    <a:cubicBezTo>
                      <a:pt x="2475" y="3656"/>
                      <a:pt x="2460" y="3656"/>
                      <a:pt x="2446" y="3656"/>
                    </a:cubicBezTo>
                    <a:cubicBezTo>
                      <a:pt x="2403" y="3656"/>
                      <a:pt x="2361" y="3650"/>
                      <a:pt x="2316" y="3638"/>
                    </a:cubicBezTo>
                    <a:cubicBezTo>
                      <a:pt x="2240" y="3616"/>
                      <a:pt x="2164" y="3589"/>
                      <a:pt x="2088" y="3562"/>
                    </a:cubicBezTo>
                    <a:cubicBezTo>
                      <a:pt x="2082" y="3524"/>
                      <a:pt x="2077" y="3491"/>
                      <a:pt x="2082" y="3453"/>
                    </a:cubicBezTo>
                    <a:cubicBezTo>
                      <a:pt x="2082" y="3382"/>
                      <a:pt x="2082" y="3312"/>
                      <a:pt x="2082" y="3236"/>
                    </a:cubicBezTo>
                    <a:cubicBezTo>
                      <a:pt x="2071" y="3181"/>
                      <a:pt x="2060" y="3127"/>
                      <a:pt x="2050" y="3078"/>
                    </a:cubicBezTo>
                    <a:cubicBezTo>
                      <a:pt x="2055" y="2996"/>
                      <a:pt x="2050" y="2915"/>
                      <a:pt x="2044" y="2833"/>
                    </a:cubicBezTo>
                    <a:cubicBezTo>
                      <a:pt x="2044" y="2768"/>
                      <a:pt x="2039" y="2703"/>
                      <a:pt x="2028" y="2643"/>
                    </a:cubicBezTo>
                    <a:cubicBezTo>
                      <a:pt x="2033" y="2616"/>
                      <a:pt x="2033" y="2594"/>
                      <a:pt x="2033" y="2567"/>
                    </a:cubicBezTo>
                    <a:cubicBezTo>
                      <a:pt x="2033" y="2556"/>
                      <a:pt x="2033" y="2545"/>
                      <a:pt x="2028" y="2534"/>
                    </a:cubicBezTo>
                    <a:cubicBezTo>
                      <a:pt x="2033" y="2480"/>
                      <a:pt x="2039" y="2426"/>
                      <a:pt x="2044" y="2377"/>
                    </a:cubicBezTo>
                    <a:cubicBezTo>
                      <a:pt x="2044" y="2355"/>
                      <a:pt x="2055" y="2333"/>
                      <a:pt x="2060" y="2312"/>
                    </a:cubicBezTo>
                    <a:lnTo>
                      <a:pt x="2066" y="2306"/>
                    </a:lnTo>
                    <a:cubicBezTo>
                      <a:pt x="2068" y="2305"/>
                      <a:pt x="2072" y="2305"/>
                      <a:pt x="2076" y="2305"/>
                    </a:cubicBezTo>
                    <a:cubicBezTo>
                      <a:pt x="2100" y="2305"/>
                      <a:pt x="2151" y="2317"/>
                      <a:pt x="2169" y="2317"/>
                    </a:cubicBezTo>
                    <a:cubicBezTo>
                      <a:pt x="2224" y="2317"/>
                      <a:pt x="2278" y="2312"/>
                      <a:pt x="2332" y="2301"/>
                    </a:cubicBezTo>
                    <a:cubicBezTo>
                      <a:pt x="2436" y="2279"/>
                      <a:pt x="2533" y="2252"/>
                      <a:pt x="2631" y="2208"/>
                    </a:cubicBezTo>
                    <a:cubicBezTo>
                      <a:pt x="2675" y="2192"/>
                      <a:pt x="2713" y="2170"/>
                      <a:pt x="2751" y="2143"/>
                    </a:cubicBezTo>
                    <a:close/>
                    <a:moveTo>
                      <a:pt x="2827" y="3556"/>
                    </a:moveTo>
                    <a:cubicBezTo>
                      <a:pt x="2870" y="3556"/>
                      <a:pt x="2914" y="3567"/>
                      <a:pt x="2963" y="3573"/>
                    </a:cubicBezTo>
                    <a:cubicBezTo>
                      <a:pt x="3055" y="3578"/>
                      <a:pt x="3148" y="3594"/>
                      <a:pt x="3240" y="3611"/>
                    </a:cubicBezTo>
                    <a:cubicBezTo>
                      <a:pt x="3324" y="3622"/>
                      <a:pt x="3409" y="3622"/>
                      <a:pt x="3493" y="3622"/>
                    </a:cubicBezTo>
                    <a:cubicBezTo>
                      <a:pt x="3577" y="3622"/>
                      <a:pt x="3661" y="3622"/>
                      <a:pt x="3746" y="3632"/>
                    </a:cubicBezTo>
                    <a:cubicBezTo>
                      <a:pt x="3898" y="3649"/>
                      <a:pt x="4050" y="3681"/>
                      <a:pt x="4202" y="3709"/>
                    </a:cubicBezTo>
                    <a:cubicBezTo>
                      <a:pt x="4278" y="3709"/>
                      <a:pt x="4354" y="3703"/>
                      <a:pt x="4430" y="3692"/>
                    </a:cubicBezTo>
                    <a:cubicBezTo>
                      <a:pt x="4477" y="3692"/>
                      <a:pt x="4529" y="3706"/>
                      <a:pt x="4577" y="3706"/>
                    </a:cubicBezTo>
                    <a:cubicBezTo>
                      <a:pt x="4596" y="3706"/>
                      <a:pt x="4614" y="3704"/>
                      <a:pt x="4632" y="3698"/>
                    </a:cubicBezTo>
                    <a:lnTo>
                      <a:pt x="4632" y="3725"/>
                    </a:lnTo>
                    <a:lnTo>
                      <a:pt x="4626" y="3725"/>
                    </a:lnTo>
                    <a:cubicBezTo>
                      <a:pt x="4621" y="3790"/>
                      <a:pt x="4610" y="3855"/>
                      <a:pt x="4599" y="3921"/>
                    </a:cubicBezTo>
                    <a:lnTo>
                      <a:pt x="4376" y="3921"/>
                    </a:lnTo>
                    <a:cubicBezTo>
                      <a:pt x="4300" y="3921"/>
                      <a:pt x="4218" y="3882"/>
                      <a:pt x="4142" y="3877"/>
                    </a:cubicBezTo>
                    <a:cubicBezTo>
                      <a:pt x="3990" y="3872"/>
                      <a:pt x="3843" y="3855"/>
                      <a:pt x="3697" y="3850"/>
                    </a:cubicBezTo>
                    <a:cubicBezTo>
                      <a:pt x="3615" y="3850"/>
                      <a:pt x="3539" y="3844"/>
                      <a:pt x="3457" y="3839"/>
                    </a:cubicBezTo>
                    <a:cubicBezTo>
                      <a:pt x="3422" y="3842"/>
                      <a:pt x="3385" y="3843"/>
                      <a:pt x="3348" y="3843"/>
                    </a:cubicBezTo>
                    <a:cubicBezTo>
                      <a:pt x="3311" y="3843"/>
                      <a:pt x="3273" y="3842"/>
                      <a:pt x="3235" y="3839"/>
                    </a:cubicBezTo>
                    <a:cubicBezTo>
                      <a:pt x="3164" y="3823"/>
                      <a:pt x="3093" y="3823"/>
                      <a:pt x="3023" y="3812"/>
                    </a:cubicBezTo>
                    <a:cubicBezTo>
                      <a:pt x="2946" y="3812"/>
                      <a:pt x="2870" y="3806"/>
                      <a:pt x="2800" y="3790"/>
                    </a:cubicBezTo>
                    <a:cubicBezTo>
                      <a:pt x="2800" y="3757"/>
                      <a:pt x="2805" y="3725"/>
                      <a:pt x="2805" y="3692"/>
                    </a:cubicBezTo>
                    <a:lnTo>
                      <a:pt x="2805" y="3556"/>
                    </a:lnTo>
                    <a:close/>
                    <a:moveTo>
                      <a:pt x="2800" y="3817"/>
                    </a:moveTo>
                    <a:cubicBezTo>
                      <a:pt x="2854" y="3844"/>
                      <a:pt x="2908" y="3861"/>
                      <a:pt x="2968" y="3872"/>
                    </a:cubicBezTo>
                    <a:cubicBezTo>
                      <a:pt x="3012" y="3882"/>
                      <a:pt x="3055" y="3893"/>
                      <a:pt x="3104" y="3904"/>
                    </a:cubicBezTo>
                    <a:cubicBezTo>
                      <a:pt x="3137" y="3915"/>
                      <a:pt x="3169" y="3910"/>
                      <a:pt x="3202" y="3915"/>
                    </a:cubicBezTo>
                    <a:cubicBezTo>
                      <a:pt x="3255" y="3927"/>
                      <a:pt x="3308" y="3933"/>
                      <a:pt x="3361" y="3933"/>
                    </a:cubicBezTo>
                    <a:cubicBezTo>
                      <a:pt x="3379" y="3933"/>
                      <a:pt x="3396" y="3933"/>
                      <a:pt x="3414" y="3931"/>
                    </a:cubicBezTo>
                    <a:cubicBezTo>
                      <a:pt x="3495" y="3931"/>
                      <a:pt x="3582" y="3942"/>
                      <a:pt x="3664" y="3942"/>
                    </a:cubicBezTo>
                    <a:cubicBezTo>
                      <a:pt x="3816" y="3948"/>
                      <a:pt x="3968" y="3969"/>
                      <a:pt x="4121" y="3975"/>
                    </a:cubicBezTo>
                    <a:cubicBezTo>
                      <a:pt x="4202" y="3980"/>
                      <a:pt x="4278" y="4008"/>
                      <a:pt x="4354" y="4013"/>
                    </a:cubicBezTo>
                    <a:cubicBezTo>
                      <a:pt x="4395" y="4016"/>
                      <a:pt x="4436" y="4017"/>
                      <a:pt x="4477" y="4017"/>
                    </a:cubicBezTo>
                    <a:cubicBezTo>
                      <a:pt x="4517" y="4017"/>
                      <a:pt x="4558" y="4016"/>
                      <a:pt x="4599" y="4013"/>
                    </a:cubicBezTo>
                    <a:lnTo>
                      <a:pt x="4599" y="4013"/>
                    </a:lnTo>
                    <a:cubicBezTo>
                      <a:pt x="4594" y="4056"/>
                      <a:pt x="4594" y="4100"/>
                      <a:pt x="4594" y="4143"/>
                    </a:cubicBezTo>
                    <a:lnTo>
                      <a:pt x="4588" y="4143"/>
                    </a:lnTo>
                    <a:lnTo>
                      <a:pt x="4588" y="4258"/>
                    </a:lnTo>
                    <a:cubicBezTo>
                      <a:pt x="4579" y="4244"/>
                      <a:pt x="4563" y="4234"/>
                      <a:pt x="4545" y="4234"/>
                    </a:cubicBezTo>
                    <a:cubicBezTo>
                      <a:pt x="4541" y="4234"/>
                      <a:pt x="4538" y="4235"/>
                      <a:pt x="4534" y="4236"/>
                    </a:cubicBezTo>
                    <a:cubicBezTo>
                      <a:pt x="4523" y="4239"/>
                      <a:pt x="4511" y="4240"/>
                      <a:pt x="4498" y="4240"/>
                    </a:cubicBezTo>
                    <a:cubicBezTo>
                      <a:pt x="4486" y="4240"/>
                      <a:pt x="4474" y="4239"/>
                      <a:pt x="4463" y="4236"/>
                    </a:cubicBezTo>
                    <a:cubicBezTo>
                      <a:pt x="4447" y="4233"/>
                      <a:pt x="4430" y="4232"/>
                      <a:pt x="4414" y="4232"/>
                    </a:cubicBezTo>
                    <a:cubicBezTo>
                      <a:pt x="4398" y="4232"/>
                      <a:pt x="4382" y="4233"/>
                      <a:pt x="4365" y="4236"/>
                    </a:cubicBezTo>
                    <a:cubicBezTo>
                      <a:pt x="4278" y="4236"/>
                      <a:pt x="4191" y="4230"/>
                      <a:pt x="4110" y="4214"/>
                    </a:cubicBezTo>
                    <a:cubicBezTo>
                      <a:pt x="4028" y="4203"/>
                      <a:pt x="3941" y="4214"/>
                      <a:pt x="3860" y="4198"/>
                    </a:cubicBezTo>
                    <a:cubicBezTo>
                      <a:pt x="3822" y="4198"/>
                      <a:pt x="3784" y="4192"/>
                      <a:pt x="3746" y="4192"/>
                    </a:cubicBezTo>
                    <a:cubicBezTo>
                      <a:pt x="3702" y="4192"/>
                      <a:pt x="3659" y="4181"/>
                      <a:pt x="3610" y="4176"/>
                    </a:cubicBezTo>
                    <a:cubicBezTo>
                      <a:pt x="3441" y="4160"/>
                      <a:pt x="3273" y="4154"/>
                      <a:pt x="3104" y="4127"/>
                    </a:cubicBezTo>
                    <a:cubicBezTo>
                      <a:pt x="3088" y="4124"/>
                      <a:pt x="3070" y="4123"/>
                      <a:pt x="3052" y="4123"/>
                    </a:cubicBezTo>
                    <a:cubicBezTo>
                      <a:pt x="3033" y="4123"/>
                      <a:pt x="3014" y="4124"/>
                      <a:pt x="2995" y="4127"/>
                    </a:cubicBezTo>
                    <a:cubicBezTo>
                      <a:pt x="2952" y="4127"/>
                      <a:pt x="2908" y="4122"/>
                      <a:pt x="2870" y="4116"/>
                    </a:cubicBezTo>
                    <a:lnTo>
                      <a:pt x="2811" y="4105"/>
                    </a:lnTo>
                    <a:cubicBezTo>
                      <a:pt x="2811" y="4024"/>
                      <a:pt x="2805" y="3948"/>
                      <a:pt x="2800" y="3872"/>
                    </a:cubicBezTo>
                    <a:lnTo>
                      <a:pt x="2800" y="3817"/>
                    </a:lnTo>
                    <a:close/>
                    <a:moveTo>
                      <a:pt x="2109" y="3703"/>
                    </a:moveTo>
                    <a:lnTo>
                      <a:pt x="2109" y="3703"/>
                    </a:lnTo>
                    <a:cubicBezTo>
                      <a:pt x="2175" y="3730"/>
                      <a:pt x="2245" y="3757"/>
                      <a:pt x="2316" y="3768"/>
                    </a:cubicBezTo>
                    <a:cubicBezTo>
                      <a:pt x="2360" y="3784"/>
                      <a:pt x="2406" y="3793"/>
                      <a:pt x="2453" y="3793"/>
                    </a:cubicBezTo>
                    <a:cubicBezTo>
                      <a:pt x="2487" y="3793"/>
                      <a:pt x="2521" y="3788"/>
                      <a:pt x="2555" y="3779"/>
                    </a:cubicBezTo>
                    <a:cubicBezTo>
                      <a:pt x="2604" y="3763"/>
                      <a:pt x="2658" y="3736"/>
                      <a:pt x="2702" y="3703"/>
                    </a:cubicBezTo>
                    <a:lnTo>
                      <a:pt x="2702" y="3703"/>
                    </a:lnTo>
                    <a:cubicBezTo>
                      <a:pt x="2696" y="3741"/>
                      <a:pt x="2691" y="3774"/>
                      <a:pt x="2691" y="3812"/>
                    </a:cubicBezTo>
                    <a:cubicBezTo>
                      <a:pt x="2680" y="3948"/>
                      <a:pt x="2680" y="4084"/>
                      <a:pt x="2680" y="4214"/>
                    </a:cubicBezTo>
                    <a:cubicBezTo>
                      <a:pt x="2680" y="4279"/>
                      <a:pt x="2664" y="4339"/>
                      <a:pt x="2658" y="4399"/>
                    </a:cubicBezTo>
                    <a:cubicBezTo>
                      <a:pt x="2658" y="4464"/>
                      <a:pt x="2669" y="4524"/>
                      <a:pt x="2658" y="4584"/>
                    </a:cubicBezTo>
                    <a:cubicBezTo>
                      <a:pt x="2648" y="4644"/>
                      <a:pt x="2648" y="4709"/>
                      <a:pt x="2648" y="4774"/>
                    </a:cubicBezTo>
                    <a:cubicBezTo>
                      <a:pt x="2648" y="4828"/>
                      <a:pt x="2648" y="4888"/>
                      <a:pt x="2637" y="4942"/>
                    </a:cubicBezTo>
                    <a:cubicBezTo>
                      <a:pt x="2626" y="5067"/>
                      <a:pt x="2615" y="5193"/>
                      <a:pt x="2615" y="5318"/>
                    </a:cubicBezTo>
                    <a:lnTo>
                      <a:pt x="2615" y="5345"/>
                    </a:lnTo>
                    <a:cubicBezTo>
                      <a:pt x="2597" y="5331"/>
                      <a:pt x="2575" y="5322"/>
                      <a:pt x="2553" y="5322"/>
                    </a:cubicBezTo>
                    <a:cubicBezTo>
                      <a:pt x="2548" y="5322"/>
                      <a:pt x="2544" y="5322"/>
                      <a:pt x="2539" y="5323"/>
                    </a:cubicBezTo>
                    <a:cubicBezTo>
                      <a:pt x="2463" y="5339"/>
                      <a:pt x="2387" y="5356"/>
                      <a:pt x="2316" y="5361"/>
                    </a:cubicBezTo>
                    <a:cubicBezTo>
                      <a:pt x="2278" y="5361"/>
                      <a:pt x="2240" y="5366"/>
                      <a:pt x="2202" y="5372"/>
                    </a:cubicBezTo>
                    <a:lnTo>
                      <a:pt x="2202" y="5345"/>
                    </a:lnTo>
                    <a:cubicBezTo>
                      <a:pt x="2213" y="5203"/>
                      <a:pt x="2191" y="5062"/>
                      <a:pt x="2185" y="4921"/>
                    </a:cubicBezTo>
                    <a:cubicBezTo>
                      <a:pt x="2185" y="4796"/>
                      <a:pt x="2175" y="4671"/>
                      <a:pt x="2175" y="4551"/>
                    </a:cubicBezTo>
                    <a:cubicBezTo>
                      <a:pt x="2175" y="4399"/>
                      <a:pt x="2147" y="4247"/>
                      <a:pt x="2142" y="4100"/>
                    </a:cubicBezTo>
                    <a:cubicBezTo>
                      <a:pt x="2142" y="4029"/>
                      <a:pt x="2131" y="3964"/>
                      <a:pt x="2131" y="3893"/>
                    </a:cubicBezTo>
                    <a:cubicBezTo>
                      <a:pt x="2126" y="3828"/>
                      <a:pt x="2120" y="3763"/>
                      <a:pt x="2109" y="3703"/>
                    </a:cubicBezTo>
                    <a:close/>
                    <a:moveTo>
                      <a:pt x="1886" y="2904"/>
                    </a:moveTo>
                    <a:lnTo>
                      <a:pt x="1886" y="2953"/>
                    </a:lnTo>
                    <a:cubicBezTo>
                      <a:pt x="1886" y="2996"/>
                      <a:pt x="1892" y="3045"/>
                      <a:pt x="1908" y="3089"/>
                    </a:cubicBezTo>
                    <a:cubicBezTo>
                      <a:pt x="1908" y="3089"/>
                      <a:pt x="1914" y="3094"/>
                      <a:pt x="1914" y="3100"/>
                    </a:cubicBezTo>
                    <a:cubicBezTo>
                      <a:pt x="1914" y="3121"/>
                      <a:pt x="1919" y="3149"/>
                      <a:pt x="1925" y="3176"/>
                    </a:cubicBezTo>
                    <a:cubicBezTo>
                      <a:pt x="1941" y="3301"/>
                      <a:pt x="1919" y="3420"/>
                      <a:pt x="1925" y="3545"/>
                    </a:cubicBezTo>
                    <a:cubicBezTo>
                      <a:pt x="1935" y="3670"/>
                      <a:pt x="1973" y="3785"/>
                      <a:pt x="1973" y="3910"/>
                    </a:cubicBezTo>
                    <a:cubicBezTo>
                      <a:pt x="1973" y="3964"/>
                      <a:pt x="1984" y="4018"/>
                      <a:pt x="1984" y="4078"/>
                    </a:cubicBezTo>
                    <a:cubicBezTo>
                      <a:pt x="1990" y="4143"/>
                      <a:pt x="1984" y="4214"/>
                      <a:pt x="1995" y="4279"/>
                    </a:cubicBezTo>
                    <a:cubicBezTo>
                      <a:pt x="2001" y="4404"/>
                      <a:pt x="2012" y="4524"/>
                      <a:pt x="2012" y="4644"/>
                    </a:cubicBezTo>
                    <a:cubicBezTo>
                      <a:pt x="2012" y="4769"/>
                      <a:pt x="2022" y="4888"/>
                      <a:pt x="2033" y="5008"/>
                    </a:cubicBezTo>
                    <a:cubicBezTo>
                      <a:pt x="2044" y="5138"/>
                      <a:pt x="2050" y="5274"/>
                      <a:pt x="2039" y="5405"/>
                    </a:cubicBezTo>
                    <a:lnTo>
                      <a:pt x="2033" y="5399"/>
                    </a:lnTo>
                    <a:cubicBezTo>
                      <a:pt x="2033" y="5448"/>
                      <a:pt x="2028" y="5502"/>
                      <a:pt x="2017" y="5557"/>
                    </a:cubicBezTo>
                    <a:cubicBezTo>
                      <a:pt x="2017" y="5568"/>
                      <a:pt x="2017" y="5606"/>
                      <a:pt x="2006" y="5611"/>
                    </a:cubicBezTo>
                    <a:cubicBezTo>
                      <a:pt x="2002" y="5614"/>
                      <a:pt x="1997" y="5615"/>
                      <a:pt x="1991" y="5615"/>
                    </a:cubicBezTo>
                    <a:cubicBezTo>
                      <a:pt x="1973" y="5615"/>
                      <a:pt x="1950" y="5606"/>
                      <a:pt x="1946" y="5606"/>
                    </a:cubicBezTo>
                    <a:cubicBezTo>
                      <a:pt x="1897" y="5606"/>
                      <a:pt x="1843" y="5617"/>
                      <a:pt x="1794" y="5627"/>
                    </a:cubicBezTo>
                    <a:cubicBezTo>
                      <a:pt x="1734" y="5638"/>
                      <a:pt x="1674" y="5644"/>
                      <a:pt x="1609" y="5655"/>
                    </a:cubicBezTo>
                    <a:cubicBezTo>
                      <a:pt x="1560" y="5655"/>
                      <a:pt x="1506" y="5665"/>
                      <a:pt x="1452" y="5676"/>
                    </a:cubicBezTo>
                    <a:cubicBezTo>
                      <a:pt x="1408" y="5687"/>
                      <a:pt x="1365" y="5693"/>
                      <a:pt x="1316" y="5698"/>
                    </a:cubicBezTo>
                    <a:cubicBezTo>
                      <a:pt x="1289" y="5459"/>
                      <a:pt x="1245" y="5220"/>
                      <a:pt x="1223" y="4975"/>
                    </a:cubicBezTo>
                    <a:cubicBezTo>
                      <a:pt x="1218" y="4861"/>
                      <a:pt x="1185" y="4747"/>
                      <a:pt x="1169" y="4633"/>
                    </a:cubicBezTo>
                    <a:cubicBezTo>
                      <a:pt x="1158" y="4546"/>
                      <a:pt x="1180" y="4410"/>
                      <a:pt x="1115" y="4334"/>
                    </a:cubicBezTo>
                    <a:cubicBezTo>
                      <a:pt x="1115" y="4332"/>
                      <a:pt x="1114" y="4332"/>
                      <a:pt x="1113" y="4332"/>
                    </a:cubicBezTo>
                    <a:cubicBezTo>
                      <a:pt x="1110" y="4332"/>
                      <a:pt x="1104" y="4337"/>
                      <a:pt x="1104" y="4345"/>
                    </a:cubicBezTo>
                    <a:cubicBezTo>
                      <a:pt x="1142" y="4388"/>
                      <a:pt x="1120" y="4470"/>
                      <a:pt x="1120" y="4524"/>
                    </a:cubicBezTo>
                    <a:cubicBezTo>
                      <a:pt x="1120" y="4578"/>
                      <a:pt x="1136" y="4638"/>
                      <a:pt x="1131" y="4698"/>
                    </a:cubicBezTo>
                    <a:cubicBezTo>
                      <a:pt x="1120" y="4817"/>
                      <a:pt x="1136" y="4932"/>
                      <a:pt x="1136" y="5057"/>
                    </a:cubicBezTo>
                    <a:cubicBezTo>
                      <a:pt x="1136" y="5176"/>
                      <a:pt x="1174" y="5285"/>
                      <a:pt x="1169" y="5405"/>
                    </a:cubicBezTo>
                    <a:cubicBezTo>
                      <a:pt x="1174" y="5464"/>
                      <a:pt x="1180" y="5524"/>
                      <a:pt x="1191" y="5584"/>
                    </a:cubicBezTo>
                    <a:cubicBezTo>
                      <a:pt x="1196" y="5627"/>
                      <a:pt x="1202" y="5671"/>
                      <a:pt x="1212" y="5714"/>
                    </a:cubicBezTo>
                    <a:cubicBezTo>
                      <a:pt x="1191" y="5715"/>
                      <a:pt x="1169" y="5716"/>
                      <a:pt x="1147" y="5716"/>
                    </a:cubicBezTo>
                    <a:cubicBezTo>
                      <a:pt x="1060" y="5716"/>
                      <a:pt x="973" y="5709"/>
                      <a:pt x="886" y="5709"/>
                    </a:cubicBezTo>
                    <a:lnTo>
                      <a:pt x="712" y="5709"/>
                    </a:lnTo>
                    <a:cubicBezTo>
                      <a:pt x="658" y="5709"/>
                      <a:pt x="587" y="5693"/>
                      <a:pt x="522" y="5687"/>
                    </a:cubicBezTo>
                    <a:lnTo>
                      <a:pt x="468" y="5687"/>
                    </a:lnTo>
                    <a:cubicBezTo>
                      <a:pt x="462" y="5682"/>
                      <a:pt x="457" y="5671"/>
                      <a:pt x="451" y="5660"/>
                    </a:cubicBezTo>
                    <a:cubicBezTo>
                      <a:pt x="435" y="5622"/>
                      <a:pt x="424" y="5578"/>
                      <a:pt x="413" y="5530"/>
                    </a:cubicBezTo>
                    <a:cubicBezTo>
                      <a:pt x="386" y="5410"/>
                      <a:pt x="354" y="5290"/>
                      <a:pt x="326" y="5171"/>
                    </a:cubicBezTo>
                    <a:cubicBezTo>
                      <a:pt x="272" y="4926"/>
                      <a:pt x="234" y="4676"/>
                      <a:pt x="223" y="4426"/>
                    </a:cubicBezTo>
                    <a:cubicBezTo>
                      <a:pt x="223" y="4279"/>
                      <a:pt x="212" y="4133"/>
                      <a:pt x="196" y="3991"/>
                    </a:cubicBezTo>
                    <a:cubicBezTo>
                      <a:pt x="169" y="3850"/>
                      <a:pt x="158" y="3709"/>
                      <a:pt x="142" y="3562"/>
                    </a:cubicBezTo>
                    <a:cubicBezTo>
                      <a:pt x="131" y="3491"/>
                      <a:pt x="136" y="3420"/>
                      <a:pt x="131" y="3344"/>
                    </a:cubicBezTo>
                    <a:lnTo>
                      <a:pt x="120" y="3268"/>
                    </a:lnTo>
                    <a:lnTo>
                      <a:pt x="120" y="3208"/>
                    </a:lnTo>
                    <a:lnTo>
                      <a:pt x="120" y="3051"/>
                    </a:lnTo>
                    <a:cubicBezTo>
                      <a:pt x="147" y="3116"/>
                      <a:pt x="185" y="3170"/>
                      <a:pt x="234" y="3225"/>
                    </a:cubicBezTo>
                    <a:cubicBezTo>
                      <a:pt x="314" y="3305"/>
                      <a:pt x="398" y="3401"/>
                      <a:pt x="514" y="3401"/>
                    </a:cubicBezTo>
                    <a:cubicBezTo>
                      <a:pt x="532" y="3401"/>
                      <a:pt x="551" y="3398"/>
                      <a:pt x="571" y="3393"/>
                    </a:cubicBezTo>
                    <a:cubicBezTo>
                      <a:pt x="636" y="3372"/>
                      <a:pt x="696" y="3339"/>
                      <a:pt x="750" y="3295"/>
                    </a:cubicBezTo>
                    <a:cubicBezTo>
                      <a:pt x="816" y="3252"/>
                      <a:pt x="875" y="3203"/>
                      <a:pt x="930" y="3143"/>
                    </a:cubicBezTo>
                    <a:cubicBezTo>
                      <a:pt x="957" y="3105"/>
                      <a:pt x="979" y="3056"/>
                      <a:pt x="990" y="3002"/>
                    </a:cubicBezTo>
                    <a:lnTo>
                      <a:pt x="990" y="3111"/>
                    </a:lnTo>
                    <a:cubicBezTo>
                      <a:pt x="1000" y="3241"/>
                      <a:pt x="1000" y="3372"/>
                      <a:pt x="1011" y="3502"/>
                    </a:cubicBezTo>
                    <a:cubicBezTo>
                      <a:pt x="1017" y="3632"/>
                      <a:pt x="1017" y="3768"/>
                      <a:pt x="1028" y="3899"/>
                    </a:cubicBezTo>
                    <a:cubicBezTo>
                      <a:pt x="1033" y="3959"/>
                      <a:pt x="1044" y="4024"/>
                      <a:pt x="1055" y="4084"/>
                    </a:cubicBezTo>
                    <a:cubicBezTo>
                      <a:pt x="1077" y="4143"/>
                      <a:pt x="1093" y="4203"/>
                      <a:pt x="1104" y="4268"/>
                    </a:cubicBezTo>
                    <a:cubicBezTo>
                      <a:pt x="1104" y="4274"/>
                      <a:pt x="1109" y="4277"/>
                      <a:pt x="1115" y="4277"/>
                    </a:cubicBezTo>
                    <a:cubicBezTo>
                      <a:pt x="1120" y="4277"/>
                      <a:pt x="1125" y="4274"/>
                      <a:pt x="1125" y="4268"/>
                    </a:cubicBezTo>
                    <a:cubicBezTo>
                      <a:pt x="1136" y="4209"/>
                      <a:pt x="1136" y="4143"/>
                      <a:pt x="1131" y="4084"/>
                    </a:cubicBezTo>
                    <a:cubicBezTo>
                      <a:pt x="1125" y="4013"/>
                      <a:pt x="1125" y="3953"/>
                      <a:pt x="1120" y="3888"/>
                    </a:cubicBezTo>
                    <a:cubicBezTo>
                      <a:pt x="1109" y="3741"/>
                      <a:pt x="1109" y="3594"/>
                      <a:pt x="1098" y="3448"/>
                    </a:cubicBezTo>
                    <a:cubicBezTo>
                      <a:pt x="1087" y="3377"/>
                      <a:pt x="1087" y="3306"/>
                      <a:pt x="1087" y="3236"/>
                    </a:cubicBezTo>
                    <a:cubicBezTo>
                      <a:pt x="1087" y="3165"/>
                      <a:pt x="1071" y="3111"/>
                      <a:pt x="1071" y="3040"/>
                    </a:cubicBezTo>
                    <a:cubicBezTo>
                      <a:pt x="1071" y="3018"/>
                      <a:pt x="1071" y="2991"/>
                      <a:pt x="1066" y="2969"/>
                    </a:cubicBezTo>
                    <a:lnTo>
                      <a:pt x="1066" y="2969"/>
                    </a:lnTo>
                    <a:cubicBezTo>
                      <a:pt x="1087" y="2991"/>
                      <a:pt x="1109" y="3018"/>
                      <a:pt x="1136" y="3040"/>
                    </a:cubicBezTo>
                    <a:cubicBezTo>
                      <a:pt x="1185" y="3083"/>
                      <a:pt x="1240" y="3111"/>
                      <a:pt x="1305" y="3121"/>
                    </a:cubicBezTo>
                    <a:cubicBezTo>
                      <a:pt x="1337" y="3132"/>
                      <a:pt x="1370" y="3127"/>
                      <a:pt x="1403" y="3132"/>
                    </a:cubicBezTo>
                    <a:cubicBezTo>
                      <a:pt x="1435" y="3143"/>
                      <a:pt x="1468" y="3143"/>
                      <a:pt x="1506" y="3143"/>
                    </a:cubicBezTo>
                    <a:cubicBezTo>
                      <a:pt x="1642" y="3127"/>
                      <a:pt x="1772" y="3024"/>
                      <a:pt x="1865" y="2931"/>
                    </a:cubicBezTo>
                    <a:lnTo>
                      <a:pt x="1886" y="2904"/>
                    </a:lnTo>
                    <a:close/>
                    <a:moveTo>
                      <a:pt x="2811" y="4192"/>
                    </a:moveTo>
                    <a:cubicBezTo>
                      <a:pt x="2827" y="4198"/>
                      <a:pt x="2843" y="4198"/>
                      <a:pt x="2865" y="4203"/>
                    </a:cubicBezTo>
                    <a:cubicBezTo>
                      <a:pt x="2946" y="4220"/>
                      <a:pt x="3028" y="4209"/>
                      <a:pt x="3110" y="4225"/>
                    </a:cubicBezTo>
                    <a:cubicBezTo>
                      <a:pt x="3273" y="4258"/>
                      <a:pt x="3447" y="4252"/>
                      <a:pt x="3610" y="4268"/>
                    </a:cubicBezTo>
                    <a:cubicBezTo>
                      <a:pt x="3697" y="4279"/>
                      <a:pt x="3784" y="4279"/>
                      <a:pt x="3871" y="4296"/>
                    </a:cubicBezTo>
                    <a:cubicBezTo>
                      <a:pt x="3958" y="4306"/>
                      <a:pt x="4045" y="4301"/>
                      <a:pt x="4131" y="4312"/>
                    </a:cubicBezTo>
                    <a:cubicBezTo>
                      <a:pt x="4208" y="4323"/>
                      <a:pt x="4284" y="4328"/>
                      <a:pt x="4365" y="4328"/>
                    </a:cubicBezTo>
                    <a:cubicBezTo>
                      <a:pt x="4403" y="4328"/>
                      <a:pt x="4441" y="4334"/>
                      <a:pt x="4485" y="4339"/>
                    </a:cubicBezTo>
                    <a:cubicBezTo>
                      <a:pt x="4490" y="4340"/>
                      <a:pt x="4496" y="4341"/>
                      <a:pt x="4502" y="4341"/>
                    </a:cubicBezTo>
                    <a:cubicBezTo>
                      <a:pt x="4520" y="4341"/>
                      <a:pt x="4539" y="4335"/>
                      <a:pt x="4555" y="4323"/>
                    </a:cubicBezTo>
                    <a:cubicBezTo>
                      <a:pt x="4566" y="4323"/>
                      <a:pt x="4577" y="4317"/>
                      <a:pt x="4583" y="4306"/>
                    </a:cubicBezTo>
                    <a:lnTo>
                      <a:pt x="4583" y="4306"/>
                    </a:lnTo>
                    <a:cubicBezTo>
                      <a:pt x="4572" y="4388"/>
                      <a:pt x="4561" y="4470"/>
                      <a:pt x="4550" y="4557"/>
                    </a:cubicBezTo>
                    <a:cubicBezTo>
                      <a:pt x="4534" y="4698"/>
                      <a:pt x="4550" y="4845"/>
                      <a:pt x="4534" y="4986"/>
                    </a:cubicBezTo>
                    <a:cubicBezTo>
                      <a:pt x="4517" y="5144"/>
                      <a:pt x="4496" y="5296"/>
                      <a:pt x="4468" y="5448"/>
                    </a:cubicBezTo>
                    <a:cubicBezTo>
                      <a:pt x="4463" y="5502"/>
                      <a:pt x="4452" y="5562"/>
                      <a:pt x="4447" y="5622"/>
                    </a:cubicBezTo>
                    <a:cubicBezTo>
                      <a:pt x="4447" y="5649"/>
                      <a:pt x="4441" y="5676"/>
                      <a:pt x="4436" y="5703"/>
                    </a:cubicBezTo>
                    <a:cubicBezTo>
                      <a:pt x="4430" y="5709"/>
                      <a:pt x="4430" y="5714"/>
                      <a:pt x="4425" y="5720"/>
                    </a:cubicBezTo>
                    <a:cubicBezTo>
                      <a:pt x="4385" y="5712"/>
                      <a:pt x="4345" y="5707"/>
                      <a:pt x="4306" y="5707"/>
                    </a:cubicBezTo>
                    <a:cubicBezTo>
                      <a:pt x="4291" y="5707"/>
                      <a:pt x="4277" y="5707"/>
                      <a:pt x="4262" y="5709"/>
                    </a:cubicBezTo>
                    <a:cubicBezTo>
                      <a:pt x="4243" y="5707"/>
                      <a:pt x="4224" y="5707"/>
                      <a:pt x="4205" y="5707"/>
                    </a:cubicBezTo>
                    <a:cubicBezTo>
                      <a:pt x="4158" y="5707"/>
                      <a:pt x="4112" y="5711"/>
                      <a:pt x="4066" y="5714"/>
                    </a:cubicBezTo>
                    <a:cubicBezTo>
                      <a:pt x="4039" y="5717"/>
                      <a:pt x="4013" y="5718"/>
                      <a:pt x="3988" y="5718"/>
                    </a:cubicBezTo>
                    <a:cubicBezTo>
                      <a:pt x="3951" y="5718"/>
                      <a:pt x="3916" y="5715"/>
                      <a:pt x="3881" y="5709"/>
                    </a:cubicBezTo>
                    <a:lnTo>
                      <a:pt x="3653" y="5709"/>
                    </a:lnTo>
                    <a:cubicBezTo>
                      <a:pt x="3577" y="5709"/>
                      <a:pt x="3506" y="5693"/>
                      <a:pt x="3430" y="5693"/>
                    </a:cubicBezTo>
                    <a:cubicBezTo>
                      <a:pt x="3395" y="5698"/>
                      <a:pt x="3357" y="5701"/>
                      <a:pt x="3318" y="5701"/>
                    </a:cubicBezTo>
                    <a:cubicBezTo>
                      <a:pt x="3279" y="5701"/>
                      <a:pt x="3240" y="5698"/>
                      <a:pt x="3202" y="5693"/>
                    </a:cubicBezTo>
                    <a:cubicBezTo>
                      <a:pt x="3131" y="5682"/>
                      <a:pt x="3055" y="5655"/>
                      <a:pt x="2979" y="5649"/>
                    </a:cubicBezTo>
                    <a:cubicBezTo>
                      <a:pt x="2954" y="5646"/>
                      <a:pt x="2930" y="5644"/>
                      <a:pt x="2906" y="5644"/>
                    </a:cubicBezTo>
                    <a:cubicBezTo>
                      <a:pt x="2859" y="5644"/>
                      <a:pt x="2814" y="5649"/>
                      <a:pt x="2767" y="5649"/>
                    </a:cubicBezTo>
                    <a:cubicBezTo>
                      <a:pt x="2762" y="5530"/>
                      <a:pt x="2762" y="5410"/>
                      <a:pt x="2767" y="5290"/>
                    </a:cubicBezTo>
                    <a:cubicBezTo>
                      <a:pt x="2773" y="5176"/>
                      <a:pt x="2767" y="5057"/>
                      <a:pt x="2783" y="4942"/>
                    </a:cubicBezTo>
                    <a:cubicBezTo>
                      <a:pt x="2800" y="4828"/>
                      <a:pt x="2778" y="4720"/>
                      <a:pt x="2794" y="4605"/>
                    </a:cubicBezTo>
                    <a:cubicBezTo>
                      <a:pt x="2800" y="4546"/>
                      <a:pt x="2800" y="4486"/>
                      <a:pt x="2794" y="4426"/>
                    </a:cubicBezTo>
                    <a:cubicBezTo>
                      <a:pt x="2794" y="4366"/>
                      <a:pt x="2811" y="4312"/>
                      <a:pt x="2811" y="4252"/>
                    </a:cubicBezTo>
                    <a:lnTo>
                      <a:pt x="2811" y="4192"/>
                    </a:lnTo>
                    <a:close/>
                    <a:moveTo>
                      <a:pt x="2275" y="0"/>
                    </a:moveTo>
                    <a:cubicBezTo>
                      <a:pt x="2257" y="0"/>
                      <a:pt x="2240" y="16"/>
                      <a:pt x="2240" y="39"/>
                    </a:cubicBezTo>
                    <a:cubicBezTo>
                      <a:pt x="2256" y="154"/>
                      <a:pt x="2245" y="279"/>
                      <a:pt x="2213" y="393"/>
                    </a:cubicBezTo>
                    <a:cubicBezTo>
                      <a:pt x="2185" y="496"/>
                      <a:pt x="2147" y="594"/>
                      <a:pt x="2104" y="686"/>
                    </a:cubicBezTo>
                    <a:cubicBezTo>
                      <a:pt x="2055" y="773"/>
                      <a:pt x="2001" y="860"/>
                      <a:pt x="1957" y="947"/>
                    </a:cubicBezTo>
                    <a:cubicBezTo>
                      <a:pt x="1914" y="1040"/>
                      <a:pt x="1876" y="1137"/>
                      <a:pt x="1843" y="1235"/>
                    </a:cubicBezTo>
                    <a:cubicBezTo>
                      <a:pt x="1810" y="1339"/>
                      <a:pt x="1794" y="1442"/>
                      <a:pt x="1794" y="1551"/>
                    </a:cubicBezTo>
                    <a:cubicBezTo>
                      <a:pt x="1789" y="1648"/>
                      <a:pt x="1800" y="1741"/>
                      <a:pt x="1821" y="1833"/>
                    </a:cubicBezTo>
                    <a:cubicBezTo>
                      <a:pt x="1838" y="1931"/>
                      <a:pt x="1870" y="2023"/>
                      <a:pt x="1919" y="2105"/>
                    </a:cubicBezTo>
                    <a:cubicBezTo>
                      <a:pt x="1935" y="2138"/>
                      <a:pt x="1957" y="2170"/>
                      <a:pt x="1984" y="2203"/>
                    </a:cubicBezTo>
                    <a:cubicBezTo>
                      <a:pt x="1979" y="2208"/>
                      <a:pt x="1979" y="2214"/>
                      <a:pt x="1973" y="2219"/>
                    </a:cubicBezTo>
                    <a:cubicBezTo>
                      <a:pt x="1968" y="2225"/>
                      <a:pt x="1963" y="2230"/>
                      <a:pt x="1963" y="2235"/>
                    </a:cubicBezTo>
                    <a:cubicBezTo>
                      <a:pt x="1946" y="2279"/>
                      <a:pt x="1935" y="2322"/>
                      <a:pt x="1925" y="2360"/>
                    </a:cubicBezTo>
                    <a:cubicBezTo>
                      <a:pt x="1914" y="2393"/>
                      <a:pt x="1908" y="2431"/>
                      <a:pt x="1897" y="2464"/>
                    </a:cubicBezTo>
                    <a:lnTo>
                      <a:pt x="1886" y="2453"/>
                    </a:lnTo>
                    <a:cubicBezTo>
                      <a:pt x="1848" y="2404"/>
                      <a:pt x="1827" y="2344"/>
                      <a:pt x="1789" y="2301"/>
                    </a:cubicBezTo>
                    <a:cubicBezTo>
                      <a:pt x="1696" y="2203"/>
                      <a:pt x="1658" y="2051"/>
                      <a:pt x="1604" y="1931"/>
                    </a:cubicBezTo>
                    <a:cubicBezTo>
                      <a:pt x="1560" y="1806"/>
                      <a:pt x="1501" y="1692"/>
                      <a:pt x="1424" y="1589"/>
                    </a:cubicBezTo>
                    <a:cubicBezTo>
                      <a:pt x="1381" y="1534"/>
                      <a:pt x="1343" y="1480"/>
                      <a:pt x="1305" y="1420"/>
                    </a:cubicBezTo>
                    <a:cubicBezTo>
                      <a:pt x="1289" y="1393"/>
                      <a:pt x="1272" y="1371"/>
                      <a:pt x="1256" y="1349"/>
                    </a:cubicBezTo>
                    <a:cubicBezTo>
                      <a:pt x="1234" y="1317"/>
                      <a:pt x="1218" y="1290"/>
                      <a:pt x="1207" y="1257"/>
                    </a:cubicBezTo>
                    <a:cubicBezTo>
                      <a:pt x="1202" y="1252"/>
                      <a:pt x="1196" y="1246"/>
                      <a:pt x="1191" y="1241"/>
                    </a:cubicBezTo>
                    <a:cubicBezTo>
                      <a:pt x="1191" y="1230"/>
                      <a:pt x="1191" y="1219"/>
                      <a:pt x="1185" y="1203"/>
                    </a:cubicBezTo>
                    <a:cubicBezTo>
                      <a:pt x="1174" y="1181"/>
                      <a:pt x="1164" y="1154"/>
                      <a:pt x="1153" y="1132"/>
                    </a:cubicBezTo>
                    <a:cubicBezTo>
                      <a:pt x="1115" y="1072"/>
                      <a:pt x="1082" y="1012"/>
                      <a:pt x="1060" y="947"/>
                    </a:cubicBezTo>
                    <a:cubicBezTo>
                      <a:pt x="1044" y="887"/>
                      <a:pt x="1017" y="844"/>
                      <a:pt x="1000" y="790"/>
                    </a:cubicBezTo>
                    <a:cubicBezTo>
                      <a:pt x="979" y="719"/>
                      <a:pt x="952" y="654"/>
                      <a:pt x="919" y="588"/>
                    </a:cubicBezTo>
                    <a:cubicBezTo>
                      <a:pt x="886" y="529"/>
                      <a:pt x="859" y="463"/>
                      <a:pt x="827" y="404"/>
                    </a:cubicBezTo>
                    <a:cubicBezTo>
                      <a:pt x="805" y="349"/>
                      <a:pt x="772" y="300"/>
                      <a:pt x="729" y="262"/>
                    </a:cubicBezTo>
                    <a:cubicBezTo>
                      <a:pt x="707" y="247"/>
                      <a:pt x="688" y="240"/>
                      <a:pt x="671" y="240"/>
                    </a:cubicBezTo>
                    <a:cubicBezTo>
                      <a:pt x="606" y="240"/>
                      <a:pt x="580" y="344"/>
                      <a:pt x="571" y="409"/>
                    </a:cubicBezTo>
                    <a:cubicBezTo>
                      <a:pt x="571" y="485"/>
                      <a:pt x="566" y="561"/>
                      <a:pt x="549" y="637"/>
                    </a:cubicBezTo>
                    <a:cubicBezTo>
                      <a:pt x="533" y="719"/>
                      <a:pt x="522" y="795"/>
                      <a:pt x="511" y="876"/>
                    </a:cubicBezTo>
                    <a:cubicBezTo>
                      <a:pt x="495" y="958"/>
                      <a:pt x="473" y="1034"/>
                      <a:pt x="462" y="1110"/>
                    </a:cubicBezTo>
                    <a:cubicBezTo>
                      <a:pt x="446" y="1186"/>
                      <a:pt x="441" y="1262"/>
                      <a:pt x="424" y="1339"/>
                    </a:cubicBezTo>
                    <a:cubicBezTo>
                      <a:pt x="419" y="1360"/>
                      <a:pt x="413" y="1387"/>
                      <a:pt x="413" y="1415"/>
                    </a:cubicBezTo>
                    <a:cubicBezTo>
                      <a:pt x="403" y="1415"/>
                      <a:pt x="392" y="1426"/>
                      <a:pt x="386" y="1436"/>
                    </a:cubicBezTo>
                    <a:cubicBezTo>
                      <a:pt x="337" y="1556"/>
                      <a:pt x="299" y="1681"/>
                      <a:pt x="272" y="1806"/>
                    </a:cubicBezTo>
                    <a:cubicBezTo>
                      <a:pt x="256" y="1871"/>
                      <a:pt x="229" y="1931"/>
                      <a:pt x="207" y="1996"/>
                    </a:cubicBezTo>
                    <a:cubicBezTo>
                      <a:pt x="185" y="2061"/>
                      <a:pt x="169" y="2132"/>
                      <a:pt x="152" y="2197"/>
                    </a:cubicBezTo>
                    <a:cubicBezTo>
                      <a:pt x="136" y="2268"/>
                      <a:pt x="104" y="2333"/>
                      <a:pt x="87" y="2399"/>
                    </a:cubicBezTo>
                    <a:cubicBezTo>
                      <a:pt x="76" y="2442"/>
                      <a:pt x="76" y="2480"/>
                      <a:pt x="71" y="2524"/>
                    </a:cubicBezTo>
                    <a:cubicBezTo>
                      <a:pt x="66" y="2567"/>
                      <a:pt x="49" y="2594"/>
                      <a:pt x="38" y="2627"/>
                    </a:cubicBezTo>
                    <a:cubicBezTo>
                      <a:pt x="33" y="2670"/>
                      <a:pt x="22" y="2714"/>
                      <a:pt x="17" y="2752"/>
                    </a:cubicBezTo>
                    <a:cubicBezTo>
                      <a:pt x="6" y="2768"/>
                      <a:pt x="0" y="2784"/>
                      <a:pt x="11" y="2801"/>
                    </a:cubicBezTo>
                    <a:lnTo>
                      <a:pt x="11" y="2828"/>
                    </a:lnTo>
                    <a:cubicBezTo>
                      <a:pt x="6" y="2866"/>
                      <a:pt x="11" y="2915"/>
                      <a:pt x="22" y="2953"/>
                    </a:cubicBezTo>
                    <a:cubicBezTo>
                      <a:pt x="22" y="2980"/>
                      <a:pt x="27" y="3007"/>
                      <a:pt x="33" y="3035"/>
                    </a:cubicBezTo>
                    <a:cubicBezTo>
                      <a:pt x="33" y="3116"/>
                      <a:pt x="33" y="3198"/>
                      <a:pt x="33" y="3285"/>
                    </a:cubicBezTo>
                    <a:cubicBezTo>
                      <a:pt x="33" y="3366"/>
                      <a:pt x="44" y="3437"/>
                      <a:pt x="49" y="3513"/>
                    </a:cubicBezTo>
                    <a:cubicBezTo>
                      <a:pt x="49" y="3518"/>
                      <a:pt x="49" y="3524"/>
                      <a:pt x="49" y="3529"/>
                    </a:cubicBezTo>
                    <a:cubicBezTo>
                      <a:pt x="44" y="3556"/>
                      <a:pt x="44" y="3584"/>
                      <a:pt x="49" y="3605"/>
                    </a:cubicBezTo>
                    <a:cubicBezTo>
                      <a:pt x="49" y="3611"/>
                      <a:pt x="49" y="3616"/>
                      <a:pt x="49" y="3622"/>
                    </a:cubicBezTo>
                    <a:cubicBezTo>
                      <a:pt x="55" y="3757"/>
                      <a:pt x="71" y="3893"/>
                      <a:pt x="87" y="4024"/>
                    </a:cubicBezTo>
                    <a:cubicBezTo>
                      <a:pt x="104" y="4171"/>
                      <a:pt x="109" y="4317"/>
                      <a:pt x="104" y="4464"/>
                    </a:cubicBezTo>
                    <a:cubicBezTo>
                      <a:pt x="109" y="4730"/>
                      <a:pt x="136" y="4997"/>
                      <a:pt x="180" y="5263"/>
                    </a:cubicBezTo>
                    <a:cubicBezTo>
                      <a:pt x="196" y="5383"/>
                      <a:pt x="212" y="5497"/>
                      <a:pt x="239" y="5617"/>
                    </a:cubicBezTo>
                    <a:cubicBezTo>
                      <a:pt x="261" y="5709"/>
                      <a:pt x="305" y="5839"/>
                      <a:pt x="413" y="5861"/>
                    </a:cubicBezTo>
                    <a:cubicBezTo>
                      <a:pt x="457" y="5861"/>
                      <a:pt x="500" y="5856"/>
                      <a:pt x="538" y="5850"/>
                    </a:cubicBezTo>
                    <a:cubicBezTo>
                      <a:pt x="604" y="5856"/>
                      <a:pt x="669" y="5861"/>
                      <a:pt x="734" y="5861"/>
                    </a:cubicBezTo>
                    <a:cubicBezTo>
                      <a:pt x="870" y="5861"/>
                      <a:pt x="1006" y="5867"/>
                      <a:pt x="1147" y="5872"/>
                    </a:cubicBezTo>
                    <a:cubicBezTo>
                      <a:pt x="1212" y="5872"/>
                      <a:pt x="1272" y="5867"/>
                      <a:pt x="1337" y="5856"/>
                    </a:cubicBezTo>
                    <a:cubicBezTo>
                      <a:pt x="1403" y="5845"/>
                      <a:pt x="1463" y="5829"/>
                      <a:pt x="1528" y="5818"/>
                    </a:cubicBezTo>
                    <a:cubicBezTo>
                      <a:pt x="1593" y="5807"/>
                      <a:pt x="1642" y="5807"/>
                      <a:pt x="1702" y="5796"/>
                    </a:cubicBezTo>
                    <a:cubicBezTo>
                      <a:pt x="1761" y="5790"/>
                      <a:pt x="1827" y="5785"/>
                      <a:pt x="1886" y="5769"/>
                    </a:cubicBezTo>
                    <a:cubicBezTo>
                      <a:pt x="1990" y="5747"/>
                      <a:pt x="2093" y="5790"/>
                      <a:pt x="2147" y="5676"/>
                    </a:cubicBezTo>
                    <a:cubicBezTo>
                      <a:pt x="2169" y="5622"/>
                      <a:pt x="2185" y="5562"/>
                      <a:pt x="2185" y="5502"/>
                    </a:cubicBezTo>
                    <a:cubicBezTo>
                      <a:pt x="2235" y="5520"/>
                      <a:pt x="2285" y="5531"/>
                      <a:pt x="2334" y="5531"/>
                    </a:cubicBezTo>
                    <a:cubicBezTo>
                      <a:pt x="2344" y="5531"/>
                      <a:pt x="2355" y="5530"/>
                      <a:pt x="2365" y="5530"/>
                    </a:cubicBezTo>
                    <a:lnTo>
                      <a:pt x="2506" y="5519"/>
                    </a:lnTo>
                    <a:cubicBezTo>
                      <a:pt x="2544" y="5519"/>
                      <a:pt x="2577" y="5508"/>
                      <a:pt x="2604" y="5486"/>
                    </a:cubicBezTo>
                    <a:lnTo>
                      <a:pt x="2604" y="5486"/>
                    </a:lnTo>
                    <a:cubicBezTo>
                      <a:pt x="2599" y="5568"/>
                      <a:pt x="2609" y="5649"/>
                      <a:pt x="2626" y="5731"/>
                    </a:cubicBezTo>
                    <a:cubicBezTo>
                      <a:pt x="2637" y="5763"/>
                      <a:pt x="2664" y="5785"/>
                      <a:pt x="2696" y="5785"/>
                    </a:cubicBezTo>
                    <a:cubicBezTo>
                      <a:pt x="2734" y="5788"/>
                      <a:pt x="2773" y="5789"/>
                      <a:pt x="2811" y="5789"/>
                    </a:cubicBezTo>
                    <a:cubicBezTo>
                      <a:pt x="2849" y="5789"/>
                      <a:pt x="2887" y="5788"/>
                      <a:pt x="2925" y="5785"/>
                    </a:cubicBezTo>
                    <a:cubicBezTo>
                      <a:pt x="3006" y="5790"/>
                      <a:pt x="3082" y="5807"/>
                      <a:pt x="3164" y="5829"/>
                    </a:cubicBezTo>
                    <a:cubicBezTo>
                      <a:pt x="3229" y="5839"/>
                      <a:pt x="3294" y="5839"/>
                      <a:pt x="3360" y="5839"/>
                    </a:cubicBezTo>
                    <a:cubicBezTo>
                      <a:pt x="3430" y="5839"/>
                      <a:pt x="3490" y="5850"/>
                      <a:pt x="3555" y="5850"/>
                    </a:cubicBezTo>
                    <a:cubicBezTo>
                      <a:pt x="3631" y="5856"/>
                      <a:pt x="3706" y="5856"/>
                      <a:pt x="3780" y="5856"/>
                    </a:cubicBezTo>
                    <a:cubicBezTo>
                      <a:pt x="3854" y="5856"/>
                      <a:pt x="3928" y="5856"/>
                      <a:pt x="4001" y="5861"/>
                    </a:cubicBezTo>
                    <a:cubicBezTo>
                      <a:pt x="4011" y="5863"/>
                      <a:pt x="4020" y="5863"/>
                      <a:pt x="4030" y="5863"/>
                    </a:cubicBezTo>
                    <a:cubicBezTo>
                      <a:pt x="4053" y="5863"/>
                      <a:pt x="4076" y="5860"/>
                      <a:pt x="4099" y="5856"/>
                    </a:cubicBezTo>
                    <a:cubicBezTo>
                      <a:pt x="4118" y="5853"/>
                      <a:pt x="4137" y="5852"/>
                      <a:pt x="4155" y="5852"/>
                    </a:cubicBezTo>
                    <a:cubicBezTo>
                      <a:pt x="4174" y="5852"/>
                      <a:pt x="4191" y="5853"/>
                      <a:pt x="4208" y="5856"/>
                    </a:cubicBezTo>
                    <a:cubicBezTo>
                      <a:pt x="4220" y="5855"/>
                      <a:pt x="4232" y="5854"/>
                      <a:pt x="4245" y="5854"/>
                    </a:cubicBezTo>
                    <a:cubicBezTo>
                      <a:pt x="4302" y="5854"/>
                      <a:pt x="4356" y="5864"/>
                      <a:pt x="4414" y="5877"/>
                    </a:cubicBezTo>
                    <a:cubicBezTo>
                      <a:pt x="4425" y="5880"/>
                      <a:pt x="4434" y="5882"/>
                      <a:pt x="4444" y="5882"/>
                    </a:cubicBezTo>
                    <a:cubicBezTo>
                      <a:pt x="4537" y="5882"/>
                      <a:pt x="4578" y="5744"/>
                      <a:pt x="4583" y="5665"/>
                    </a:cubicBezTo>
                    <a:cubicBezTo>
                      <a:pt x="4594" y="5513"/>
                      <a:pt x="4626" y="5361"/>
                      <a:pt x="4653" y="5209"/>
                    </a:cubicBezTo>
                    <a:cubicBezTo>
                      <a:pt x="4675" y="5062"/>
                      <a:pt x="4686" y="4910"/>
                      <a:pt x="4686" y="4758"/>
                    </a:cubicBezTo>
                    <a:cubicBezTo>
                      <a:pt x="4680" y="4600"/>
                      <a:pt x="4719" y="4459"/>
                      <a:pt x="4724" y="4301"/>
                    </a:cubicBezTo>
                    <a:cubicBezTo>
                      <a:pt x="4729" y="4220"/>
                      <a:pt x="4719" y="4138"/>
                      <a:pt x="4724" y="4056"/>
                    </a:cubicBezTo>
                    <a:cubicBezTo>
                      <a:pt x="4735" y="3975"/>
                      <a:pt x="4746" y="3882"/>
                      <a:pt x="4757" y="3796"/>
                    </a:cubicBezTo>
                    <a:cubicBezTo>
                      <a:pt x="4767" y="3714"/>
                      <a:pt x="4773" y="3632"/>
                      <a:pt x="4773" y="3551"/>
                    </a:cubicBezTo>
                    <a:cubicBezTo>
                      <a:pt x="4773" y="3502"/>
                      <a:pt x="4767" y="3453"/>
                      <a:pt x="4762" y="3404"/>
                    </a:cubicBezTo>
                    <a:lnTo>
                      <a:pt x="4767" y="3404"/>
                    </a:lnTo>
                    <a:cubicBezTo>
                      <a:pt x="4767" y="3393"/>
                      <a:pt x="4773" y="3377"/>
                      <a:pt x="4773" y="3366"/>
                    </a:cubicBezTo>
                    <a:cubicBezTo>
                      <a:pt x="4784" y="3295"/>
                      <a:pt x="4789" y="3225"/>
                      <a:pt x="4789" y="3154"/>
                    </a:cubicBezTo>
                    <a:cubicBezTo>
                      <a:pt x="4789" y="3051"/>
                      <a:pt x="4773" y="2953"/>
                      <a:pt x="4675" y="2909"/>
                    </a:cubicBezTo>
                    <a:cubicBezTo>
                      <a:pt x="4664" y="2904"/>
                      <a:pt x="4653" y="2899"/>
                      <a:pt x="4642" y="2899"/>
                    </a:cubicBezTo>
                    <a:cubicBezTo>
                      <a:pt x="4642" y="2855"/>
                      <a:pt x="4648" y="2817"/>
                      <a:pt x="4653" y="2774"/>
                    </a:cubicBezTo>
                    <a:cubicBezTo>
                      <a:pt x="4664" y="2714"/>
                      <a:pt x="4664" y="2649"/>
                      <a:pt x="4664" y="2583"/>
                    </a:cubicBezTo>
                    <a:cubicBezTo>
                      <a:pt x="4670" y="2524"/>
                      <a:pt x="4664" y="2464"/>
                      <a:pt x="4659" y="2404"/>
                    </a:cubicBezTo>
                    <a:cubicBezTo>
                      <a:pt x="4648" y="2333"/>
                      <a:pt x="4621" y="2268"/>
                      <a:pt x="4615" y="2197"/>
                    </a:cubicBezTo>
                    <a:cubicBezTo>
                      <a:pt x="4604" y="2094"/>
                      <a:pt x="4632" y="1964"/>
                      <a:pt x="4555" y="1877"/>
                    </a:cubicBezTo>
                    <a:cubicBezTo>
                      <a:pt x="4528" y="1850"/>
                      <a:pt x="4490" y="1828"/>
                      <a:pt x="4447" y="1828"/>
                    </a:cubicBezTo>
                    <a:cubicBezTo>
                      <a:pt x="4409" y="1822"/>
                      <a:pt x="4365" y="1811"/>
                      <a:pt x="4322" y="1811"/>
                    </a:cubicBezTo>
                    <a:cubicBezTo>
                      <a:pt x="4327" y="1773"/>
                      <a:pt x="4333" y="1741"/>
                      <a:pt x="4333" y="1703"/>
                    </a:cubicBezTo>
                    <a:cubicBezTo>
                      <a:pt x="4333" y="1670"/>
                      <a:pt x="4343" y="1638"/>
                      <a:pt x="4349" y="1599"/>
                    </a:cubicBezTo>
                    <a:cubicBezTo>
                      <a:pt x="4360" y="1540"/>
                      <a:pt x="4316" y="1485"/>
                      <a:pt x="4257" y="1469"/>
                    </a:cubicBezTo>
                    <a:cubicBezTo>
                      <a:pt x="4213" y="1458"/>
                      <a:pt x="4170" y="1453"/>
                      <a:pt x="4121" y="1453"/>
                    </a:cubicBezTo>
                    <a:cubicBezTo>
                      <a:pt x="4126" y="1442"/>
                      <a:pt x="4131" y="1431"/>
                      <a:pt x="4131" y="1426"/>
                    </a:cubicBezTo>
                    <a:cubicBezTo>
                      <a:pt x="4131" y="1360"/>
                      <a:pt x="4142" y="1300"/>
                      <a:pt x="4142" y="1241"/>
                    </a:cubicBezTo>
                    <a:cubicBezTo>
                      <a:pt x="4142" y="1181"/>
                      <a:pt x="4142" y="1121"/>
                      <a:pt x="4148" y="1061"/>
                    </a:cubicBezTo>
                    <a:cubicBezTo>
                      <a:pt x="4159" y="1012"/>
                      <a:pt x="4164" y="958"/>
                      <a:pt x="4170" y="904"/>
                    </a:cubicBezTo>
                    <a:cubicBezTo>
                      <a:pt x="4175" y="844"/>
                      <a:pt x="4186" y="790"/>
                      <a:pt x="4197" y="730"/>
                    </a:cubicBezTo>
                    <a:cubicBezTo>
                      <a:pt x="4202" y="664"/>
                      <a:pt x="4218" y="572"/>
                      <a:pt x="4148" y="534"/>
                    </a:cubicBezTo>
                    <a:cubicBezTo>
                      <a:pt x="4148" y="534"/>
                      <a:pt x="4142" y="529"/>
                      <a:pt x="4137" y="529"/>
                    </a:cubicBezTo>
                    <a:cubicBezTo>
                      <a:pt x="4137" y="453"/>
                      <a:pt x="4180" y="327"/>
                      <a:pt x="4072" y="295"/>
                    </a:cubicBezTo>
                    <a:cubicBezTo>
                      <a:pt x="4063" y="293"/>
                      <a:pt x="4054" y="293"/>
                      <a:pt x="4046" y="293"/>
                    </a:cubicBezTo>
                    <a:cubicBezTo>
                      <a:pt x="3995" y="293"/>
                      <a:pt x="3947" y="319"/>
                      <a:pt x="3919" y="366"/>
                    </a:cubicBezTo>
                    <a:cubicBezTo>
                      <a:pt x="3898" y="404"/>
                      <a:pt x="3892" y="447"/>
                      <a:pt x="3898" y="491"/>
                    </a:cubicBezTo>
                    <a:lnTo>
                      <a:pt x="3876" y="480"/>
                    </a:lnTo>
                    <a:cubicBezTo>
                      <a:pt x="3869" y="475"/>
                      <a:pt x="3861" y="473"/>
                      <a:pt x="3853" y="473"/>
                    </a:cubicBezTo>
                    <a:cubicBezTo>
                      <a:pt x="3833" y="473"/>
                      <a:pt x="3813" y="487"/>
                      <a:pt x="3805" y="507"/>
                    </a:cubicBezTo>
                    <a:cubicBezTo>
                      <a:pt x="3800" y="539"/>
                      <a:pt x="3800" y="578"/>
                      <a:pt x="3800" y="610"/>
                    </a:cubicBezTo>
                    <a:cubicBezTo>
                      <a:pt x="3800" y="654"/>
                      <a:pt x="3778" y="697"/>
                      <a:pt x="3773" y="741"/>
                    </a:cubicBezTo>
                    <a:cubicBezTo>
                      <a:pt x="3767" y="779"/>
                      <a:pt x="3767" y="817"/>
                      <a:pt x="3773" y="849"/>
                    </a:cubicBezTo>
                    <a:cubicBezTo>
                      <a:pt x="3767" y="893"/>
                      <a:pt x="3767" y="931"/>
                      <a:pt x="3762" y="974"/>
                    </a:cubicBezTo>
                    <a:cubicBezTo>
                      <a:pt x="3751" y="1061"/>
                      <a:pt x="3746" y="1154"/>
                      <a:pt x="3746" y="1246"/>
                    </a:cubicBezTo>
                    <a:lnTo>
                      <a:pt x="3746" y="1398"/>
                    </a:lnTo>
                    <a:cubicBezTo>
                      <a:pt x="3707" y="1404"/>
                      <a:pt x="3669" y="1415"/>
                      <a:pt x="3631" y="1415"/>
                    </a:cubicBezTo>
                    <a:cubicBezTo>
                      <a:pt x="3623" y="1413"/>
                      <a:pt x="3615" y="1413"/>
                      <a:pt x="3607" y="1413"/>
                    </a:cubicBezTo>
                    <a:cubicBezTo>
                      <a:pt x="3583" y="1413"/>
                      <a:pt x="3559" y="1419"/>
                      <a:pt x="3539" y="1431"/>
                    </a:cubicBezTo>
                    <a:cubicBezTo>
                      <a:pt x="3501" y="1469"/>
                      <a:pt x="3485" y="1518"/>
                      <a:pt x="3490" y="1567"/>
                    </a:cubicBezTo>
                    <a:cubicBezTo>
                      <a:pt x="3485" y="1627"/>
                      <a:pt x="3485" y="1692"/>
                      <a:pt x="3495" y="1752"/>
                    </a:cubicBezTo>
                    <a:cubicBezTo>
                      <a:pt x="3430" y="1746"/>
                      <a:pt x="3370" y="1741"/>
                      <a:pt x="3311" y="1724"/>
                    </a:cubicBezTo>
                    <a:cubicBezTo>
                      <a:pt x="3290" y="1714"/>
                      <a:pt x="3267" y="1710"/>
                      <a:pt x="3245" y="1710"/>
                    </a:cubicBezTo>
                    <a:cubicBezTo>
                      <a:pt x="3232" y="1710"/>
                      <a:pt x="3219" y="1712"/>
                      <a:pt x="3207" y="1714"/>
                    </a:cubicBezTo>
                    <a:cubicBezTo>
                      <a:pt x="3175" y="1730"/>
                      <a:pt x="3153" y="1768"/>
                      <a:pt x="3158" y="1801"/>
                    </a:cubicBezTo>
                    <a:cubicBezTo>
                      <a:pt x="3158" y="1866"/>
                      <a:pt x="3148" y="1931"/>
                      <a:pt x="3131" y="1991"/>
                    </a:cubicBezTo>
                    <a:cubicBezTo>
                      <a:pt x="3082" y="2132"/>
                      <a:pt x="3055" y="2279"/>
                      <a:pt x="3033" y="2426"/>
                    </a:cubicBezTo>
                    <a:cubicBezTo>
                      <a:pt x="3023" y="2480"/>
                      <a:pt x="3006" y="2545"/>
                      <a:pt x="3001" y="2600"/>
                    </a:cubicBezTo>
                    <a:cubicBezTo>
                      <a:pt x="3001" y="2627"/>
                      <a:pt x="2995" y="2654"/>
                      <a:pt x="2995" y="2681"/>
                    </a:cubicBezTo>
                    <a:cubicBezTo>
                      <a:pt x="2995" y="2687"/>
                      <a:pt x="2995" y="2697"/>
                      <a:pt x="2995" y="2708"/>
                    </a:cubicBezTo>
                    <a:lnTo>
                      <a:pt x="2968" y="2708"/>
                    </a:lnTo>
                    <a:cubicBezTo>
                      <a:pt x="2957" y="2659"/>
                      <a:pt x="2957" y="2616"/>
                      <a:pt x="2952" y="2572"/>
                    </a:cubicBezTo>
                    <a:cubicBezTo>
                      <a:pt x="2936" y="2502"/>
                      <a:pt x="2925" y="2437"/>
                      <a:pt x="2914" y="2360"/>
                    </a:cubicBezTo>
                    <a:cubicBezTo>
                      <a:pt x="2903" y="2290"/>
                      <a:pt x="2892" y="2225"/>
                      <a:pt x="2870" y="2159"/>
                    </a:cubicBezTo>
                    <a:cubicBezTo>
                      <a:pt x="2854" y="2121"/>
                      <a:pt x="2832" y="2089"/>
                      <a:pt x="2811" y="2056"/>
                    </a:cubicBezTo>
                    <a:lnTo>
                      <a:pt x="2816" y="2045"/>
                    </a:lnTo>
                    <a:cubicBezTo>
                      <a:pt x="2865" y="1958"/>
                      <a:pt x="2898" y="1860"/>
                      <a:pt x="2919" y="1763"/>
                    </a:cubicBezTo>
                    <a:cubicBezTo>
                      <a:pt x="2957" y="1545"/>
                      <a:pt x="2952" y="1322"/>
                      <a:pt x="2914" y="1105"/>
                    </a:cubicBezTo>
                    <a:cubicBezTo>
                      <a:pt x="2870" y="904"/>
                      <a:pt x="2800" y="703"/>
                      <a:pt x="2702" y="518"/>
                    </a:cubicBezTo>
                    <a:cubicBezTo>
                      <a:pt x="2675" y="474"/>
                      <a:pt x="2642" y="431"/>
                      <a:pt x="2609" y="393"/>
                    </a:cubicBezTo>
                    <a:cubicBezTo>
                      <a:pt x="2571" y="355"/>
                      <a:pt x="2550" y="306"/>
                      <a:pt x="2517" y="262"/>
                    </a:cubicBezTo>
                    <a:cubicBezTo>
                      <a:pt x="2484" y="219"/>
                      <a:pt x="2425" y="170"/>
                      <a:pt x="2381" y="115"/>
                    </a:cubicBezTo>
                    <a:cubicBezTo>
                      <a:pt x="2359" y="72"/>
                      <a:pt x="2327" y="39"/>
                      <a:pt x="2294" y="7"/>
                    </a:cubicBezTo>
                    <a:cubicBezTo>
                      <a:pt x="2288" y="2"/>
                      <a:pt x="2282" y="0"/>
                      <a:pt x="2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0"/>
              <p:cNvSpPr/>
              <p:nvPr/>
            </p:nvSpPr>
            <p:spPr>
              <a:xfrm>
                <a:off x="4889925" y="4733725"/>
                <a:ext cx="5450" cy="6050"/>
              </a:xfrm>
              <a:custGeom>
                <a:rect b="b" l="l" r="r" t="t"/>
                <a:pathLst>
                  <a:path extrusionOk="0" h="242" w="218">
                    <a:moveTo>
                      <a:pt x="171" y="0"/>
                    </a:moveTo>
                    <a:cubicBezTo>
                      <a:pt x="165" y="0"/>
                      <a:pt x="158" y="2"/>
                      <a:pt x="153" y="7"/>
                    </a:cubicBezTo>
                    <a:lnTo>
                      <a:pt x="158" y="7"/>
                    </a:lnTo>
                    <a:cubicBezTo>
                      <a:pt x="142" y="23"/>
                      <a:pt x="131" y="39"/>
                      <a:pt x="115" y="56"/>
                    </a:cubicBezTo>
                    <a:cubicBezTo>
                      <a:pt x="98" y="72"/>
                      <a:pt x="82" y="83"/>
                      <a:pt x="71" y="99"/>
                    </a:cubicBezTo>
                    <a:cubicBezTo>
                      <a:pt x="39" y="126"/>
                      <a:pt x="11" y="164"/>
                      <a:pt x="1" y="208"/>
                    </a:cubicBezTo>
                    <a:cubicBezTo>
                      <a:pt x="1" y="228"/>
                      <a:pt x="19" y="242"/>
                      <a:pt x="39" y="242"/>
                    </a:cubicBezTo>
                    <a:cubicBezTo>
                      <a:pt x="51" y="242"/>
                      <a:pt x="63" y="236"/>
                      <a:pt x="71" y="224"/>
                    </a:cubicBezTo>
                    <a:cubicBezTo>
                      <a:pt x="82" y="191"/>
                      <a:pt x="104" y="159"/>
                      <a:pt x="131" y="132"/>
                    </a:cubicBezTo>
                    <a:cubicBezTo>
                      <a:pt x="142" y="121"/>
                      <a:pt x="153" y="110"/>
                      <a:pt x="164" y="94"/>
                    </a:cubicBezTo>
                    <a:cubicBezTo>
                      <a:pt x="175" y="77"/>
                      <a:pt x="180" y="61"/>
                      <a:pt x="196" y="50"/>
                    </a:cubicBezTo>
                    <a:cubicBezTo>
                      <a:pt x="218" y="29"/>
                      <a:pt x="195" y="0"/>
                      <a:pt x="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0"/>
              <p:cNvSpPr/>
              <p:nvPr/>
            </p:nvSpPr>
            <p:spPr>
              <a:xfrm>
                <a:off x="4889450" y="4738650"/>
                <a:ext cx="6325" cy="6800"/>
              </a:xfrm>
              <a:custGeom>
                <a:rect b="b" l="l" r="r" t="t"/>
                <a:pathLst>
                  <a:path extrusionOk="0" h="272" w="253">
                    <a:moveTo>
                      <a:pt x="214" y="0"/>
                    </a:moveTo>
                    <a:cubicBezTo>
                      <a:pt x="207" y="0"/>
                      <a:pt x="199" y="3"/>
                      <a:pt x="194" y="11"/>
                    </a:cubicBezTo>
                    <a:cubicBezTo>
                      <a:pt x="155" y="54"/>
                      <a:pt x="117" y="92"/>
                      <a:pt x="79" y="130"/>
                    </a:cubicBezTo>
                    <a:cubicBezTo>
                      <a:pt x="41" y="168"/>
                      <a:pt x="9" y="185"/>
                      <a:pt x="3" y="234"/>
                    </a:cubicBezTo>
                    <a:cubicBezTo>
                      <a:pt x="0" y="257"/>
                      <a:pt x="20" y="272"/>
                      <a:pt x="41" y="272"/>
                    </a:cubicBezTo>
                    <a:cubicBezTo>
                      <a:pt x="54" y="272"/>
                      <a:pt x="67" y="265"/>
                      <a:pt x="74" y="250"/>
                    </a:cubicBezTo>
                    <a:cubicBezTo>
                      <a:pt x="90" y="217"/>
                      <a:pt x="128" y="196"/>
                      <a:pt x="150" y="163"/>
                    </a:cubicBezTo>
                    <a:cubicBezTo>
                      <a:pt x="177" y="130"/>
                      <a:pt x="210" y="81"/>
                      <a:pt x="237" y="43"/>
                    </a:cubicBezTo>
                    <a:cubicBezTo>
                      <a:pt x="253" y="23"/>
                      <a:pt x="234"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0"/>
              <p:cNvSpPr/>
              <p:nvPr/>
            </p:nvSpPr>
            <p:spPr>
              <a:xfrm>
                <a:off x="4889375" y="4743500"/>
                <a:ext cx="5750" cy="5650"/>
              </a:xfrm>
              <a:custGeom>
                <a:rect b="b" l="l" r="r" t="t"/>
                <a:pathLst>
                  <a:path extrusionOk="0" h="226" w="230">
                    <a:moveTo>
                      <a:pt x="202" y="1"/>
                    </a:moveTo>
                    <a:cubicBezTo>
                      <a:pt x="193" y="1"/>
                      <a:pt x="186" y="6"/>
                      <a:pt x="186" y="18"/>
                    </a:cubicBezTo>
                    <a:cubicBezTo>
                      <a:pt x="186" y="45"/>
                      <a:pt x="158" y="56"/>
                      <a:pt x="142" y="67"/>
                    </a:cubicBezTo>
                    <a:cubicBezTo>
                      <a:pt x="120" y="83"/>
                      <a:pt x="104" y="99"/>
                      <a:pt x="93" y="121"/>
                    </a:cubicBezTo>
                    <a:cubicBezTo>
                      <a:pt x="72" y="137"/>
                      <a:pt x="1" y="214"/>
                      <a:pt x="61" y="224"/>
                    </a:cubicBezTo>
                    <a:cubicBezTo>
                      <a:pt x="64" y="225"/>
                      <a:pt x="67" y="225"/>
                      <a:pt x="70" y="225"/>
                    </a:cubicBezTo>
                    <a:cubicBezTo>
                      <a:pt x="119" y="225"/>
                      <a:pt x="155" y="146"/>
                      <a:pt x="180" y="116"/>
                    </a:cubicBezTo>
                    <a:cubicBezTo>
                      <a:pt x="202" y="83"/>
                      <a:pt x="229" y="61"/>
                      <a:pt x="224" y="12"/>
                    </a:cubicBezTo>
                    <a:cubicBezTo>
                      <a:pt x="219" y="5"/>
                      <a:pt x="210"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0"/>
              <p:cNvSpPr/>
              <p:nvPr/>
            </p:nvSpPr>
            <p:spPr>
              <a:xfrm>
                <a:off x="4890875" y="4747575"/>
                <a:ext cx="3425" cy="5525"/>
              </a:xfrm>
              <a:custGeom>
                <a:rect b="b" l="l" r="r" t="t"/>
                <a:pathLst>
                  <a:path extrusionOk="0" h="221" w="137">
                    <a:moveTo>
                      <a:pt x="111" y="0"/>
                    </a:moveTo>
                    <a:cubicBezTo>
                      <a:pt x="100" y="0"/>
                      <a:pt x="90" y="6"/>
                      <a:pt x="88" y="18"/>
                    </a:cubicBezTo>
                    <a:cubicBezTo>
                      <a:pt x="82" y="56"/>
                      <a:pt x="60" y="89"/>
                      <a:pt x="39" y="116"/>
                    </a:cubicBezTo>
                    <a:cubicBezTo>
                      <a:pt x="17" y="132"/>
                      <a:pt x="6" y="159"/>
                      <a:pt x="12" y="186"/>
                    </a:cubicBezTo>
                    <a:cubicBezTo>
                      <a:pt x="1" y="197"/>
                      <a:pt x="6" y="214"/>
                      <a:pt x="22" y="219"/>
                    </a:cubicBezTo>
                    <a:lnTo>
                      <a:pt x="33" y="219"/>
                    </a:lnTo>
                    <a:cubicBezTo>
                      <a:pt x="35" y="220"/>
                      <a:pt x="37" y="220"/>
                      <a:pt x="40" y="220"/>
                    </a:cubicBezTo>
                    <a:cubicBezTo>
                      <a:pt x="50" y="220"/>
                      <a:pt x="61" y="212"/>
                      <a:pt x="66" y="203"/>
                    </a:cubicBezTo>
                    <a:cubicBezTo>
                      <a:pt x="66" y="192"/>
                      <a:pt x="71" y="181"/>
                      <a:pt x="77" y="170"/>
                    </a:cubicBezTo>
                    <a:cubicBezTo>
                      <a:pt x="93" y="154"/>
                      <a:pt x="98" y="143"/>
                      <a:pt x="109" y="127"/>
                    </a:cubicBezTo>
                    <a:cubicBezTo>
                      <a:pt x="126" y="94"/>
                      <a:pt x="131" y="61"/>
                      <a:pt x="137" y="23"/>
                    </a:cubicBezTo>
                    <a:cubicBezTo>
                      <a:pt x="137" y="8"/>
                      <a:pt x="123"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0"/>
              <p:cNvSpPr/>
              <p:nvPr/>
            </p:nvSpPr>
            <p:spPr>
              <a:xfrm>
                <a:off x="4892100" y="4763250"/>
                <a:ext cx="4950" cy="5900"/>
              </a:xfrm>
              <a:custGeom>
                <a:rect b="b" l="l" r="r" t="t"/>
                <a:pathLst>
                  <a:path extrusionOk="0" h="236" w="198">
                    <a:moveTo>
                      <a:pt x="146" y="0"/>
                    </a:moveTo>
                    <a:cubicBezTo>
                      <a:pt x="141" y="0"/>
                      <a:pt x="136" y="2"/>
                      <a:pt x="131" y="5"/>
                    </a:cubicBezTo>
                    <a:cubicBezTo>
                      <a:pt x="104" y="32"/>
                      <a:pt x="77" y="65"/>
                      <a:pt x="60" y="98"/>
                    </a:cubicBezTo>
                    <a:cubicBezTo>
                      <a:pt x="39" y="130"/>
                      <a:pt x="1" y="179"/>
                      <a:pt x="28" y="223"/>
                    </a:cubicBezTo>
                    <a:cubicBezTo>
                      <a:pt x="32" y="231"/>
                      <a:pt x="42" y="236"/>
                      <a:pt x="53" y="236"/>
                    </a:cubicBezTo>
                    <a:cubicBezTo>
                      <a:pt x="57" y="236"/>
                      <a:pt x="61" y="235"/>
                      <a:pt x="66" y="233"/>
                    </a:cubicBezTo>
                    <a:cubicBezTo>
                      <a:pt x="93" y="206"/>
                      <a:pt x="115" y="179"/>
                      <a:pt x="131" y="141"/>
                    </a:cubicBezTo>
                    <a:cubicBezTo>
                      <a:pt x="147" y="119"/>
                      <a:pt x="153" y="87"/>
                      <a:pt x="175" y="65"/>
                    </a:cubicBezTo>
                    <a:cubicBezTo>
                      <a:pt x="198" y="46"/>
                      <a:pt x="174" y="0"/>
                      <a:pt x="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0"/>
              <p:cNvSpPr/>
              <p:nvPr/>
            </p:nvSpPr>
            <p:spPr>
              <a:xfrm>
                <a:off x="4892250" y="4768900"/>
                <a:ext cx="5300" cy="5950"/>
              </a:xfrm>
              <a:custGeom>
                <a:rect b="b" l="l" r="r" t="t"/>
                <a:pathLst>
                  <a:path extrusionOk="0" h="238" w="212">
                    <a:moveTo>
                      <a:pt x="184" y="0"/>
                    </a:moveTo>
                    <a:cubicBezTo>
                      <a:pt x="175" y="0"/>
                      <a:pt x="166" y="6"/>
                      <a:pt x="163" y="18"/>
                    </a:cubicBezTo>
                    <a:cubicBezTo>
                      <a:pt x="141" y="73"/>
                      <a:pt x="0" y="160"/>
                      <a:pt x="65" y="230"/>
                    </a:cubicBezTo>
                    <a:cubicBezTo>
                      <a:pt x="70" y="235"/>
                      <a:pt x="77" y="238"/>
                      <a:pt x="85" y="238"/>
                    </a:cubicBezTo>
                    <a:cubicBezTo>
                      <a:pt x="93" y="238"/>
                      <a:pt x="103" y="234"/>
                      <a:pt x="109" y="225"/>
                    </a:cubicBezTo>
                    <a:cubicBezTo>
                      <a:pt x="130" y="192"/>
                      <a:pt x="147" y="160"/>
                      <a:pt x="169" y="127"/>
                    </a:cubicBezTo>
                    <a:cubicBezTo>
                      <a:pt x="179" y="94"/>
                      <a:pt x="212" y="62"/>
                      <a:pt x="207" y="24"/>
                    </a:cubicBezTo>
                    <a:cubicBezTo>
                      <a:pt x="207" y="9"/>
                      <a:pt x="19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0"/>
              <p:cNvSpPr/>
              <p:nvPr/>
            </p:nvSpPr>
            <p:spPr>
              <a:xfrm>
                <a:off x="4954350" y="4750600"/>
                <a:ext cx="7075" cy="7325"/>
              </a:xfrm>
              <a:custGeom>
                <a:rect b="b" l="l" r="r" t="t"/>
                <a:pathLst>
                  <a:path extrusionOk="0" h="293" w="283">
                    <a:moveTo>
                      <a:pt x="239" y="0"/>
                    </a:moveTo>
                    <a:cubicBezTo>
                      <a:pt x="185" y="6"/>
                      <a:pt x="141" y="60"/>
                      <a:pt x="103" y="98"/>
                    </a:cubicBezTo>
                    <a:cubicBezTo>
                      <a:pt x="65" y="136"/>
                      <a:pt x="0" y="201"/>
                      <a:pt x="22" y="267"/>
                    </a:cubicBezTo>
                    <a:cubicBezTo>
                      <a:pt x="25" y="284"/>
                      <a:pt x="39" y="292"/>
                      <a:pt x="53" y="292"/>
                    </a:cubicBezTo>
                    <a:cubicBezTo>
                      <a:pt x="62" y="292"/>
                      <a:pt x="70" y="289"/>
                      <a:pt x="76" y="283"/>
                    </a:cubicBezTo>
                    <a:lnTo>
                      <a:pt x="82" y="277"/>
                    </a:lnTo>
                    <a:cubicBezTo>
                      <a:pt x="87" y="272"/>
                      <a:pt x="93" y="267"/>
                      <a:pt x="93" y="256"/>
                    </a:cubicBezTo>
                    <a:cubicBezTo>
                      <a:pt x="103" y="218"/>
                      <a:pt x="131" y="180"/>
                      <a:pt x="158" y="152"/>
                    </a:cubicBezTo>
                    <a:cubicBezTo>
                      <a:pt x="174" y="131"/>
                      <a:pt x="207" y="71"/>
                      <a:pt x="239" y="65"/>
                    </a:cubicBezTo>
                    <a:cubicBezTo>
                      <a:pt x="277" y="60"/>
                      <a:pt x="283"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0"/>
              <p:cNvSpPr/>
              <p:nvPr/>
            </p:nvSpPr>
            <p:spPr>
              <a:xfrm>
                <a:off x="4954525" y="4755250"/>
                <a:ext cx="6775" cy="6375"/>
              </a:xfrm>
              <a:custGeom>
                <a:rect b="b" l="l" r="r" t="t"/>
                <a:pathLst>
                  <a:path extrusionOk="0" h="255" w="271">
                    <a:moveTo>
                      <a:pt x="236" y="0"/>
                    </a:moveTo>
                    <a:cubicBezTo>
                      <a:pt x="222" y="0"/>
                      <a:pt x="208" y="9"/>
                      <a:pt x="205" y="26"/>
                    </a:cubicBezTo>
                    <a:cubicBezTo>
                      <a:pt x="205" y="37"/>
                      <a:pt x="173" y="43"/>
                      <a:pt x="162" y="53"/>
                    </a:cubicBezTo>
                    <a:cubicBezTo>
                      <a:pt x="140" y="70"/>
                      <a:pt x="118" y="86"/>
                      <a:pt x="102" y="108"/>
                    </a:cubicBezTo>
                    <a:cubicBezTo>
                      <a:pt x="64" y="135"/>
                      <a:pt x="31" y="173"/>
                      <a:pt x="9" y="216"/>
                    </a:cubicBezTo>
                    <a:cubicBezTo>
                      <a:pt x="1" y="234"/>
                      <a:pt x="23" y="254"/>
                      <a:pt x="43" y="254"/>
                    </a:cubicBezTo>
                    <a:cubicBezTo>
                      <a:pt x="48" y="254"/>
                      <a:pt x="54" y="253"/>
                      <a:pt x="58" y="249"/>
                    </a:cubicBezTo>
                    <a:cubicBezTo>
                      <a:pt x="80" y="238"/>
                      <a:pt x="96" y="222"/>
                      <a:pt x="118" y="211"/>
                    </a:cubicBezTo>
                    <a:cubicBezTo>
                      <a:pt x="145" y="189"/>
                      <a:pt x="167" y="162"/>
                      <a:pt x="189" y="135"/>
                    </a:cubicBezTo>
                    <a:cubicBezTo>
                      <a:pt x="211" y="113"/>
                      <a:pt x="270" y="81"/>
                      <a:pt x="265" y="32"/>
                    </a:cubicBezTo>
                    <a:cubicBezTo>
                      <a:pt x="268" y="11"/>
                      <a:pt x="252"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0"/>
              <p:cNvSpPr/>
              <p:nvPr/>
            </p:nvSpPr>
            <p:spPr>
              <a:xfrm>
                <a:off x="4955150" y="4760050"/>
                <a:ext cx="5200" cy="5825"/>
              </a:xfrm>
              <a:custGeom>
                <a:rect b="b" l="l" r="r" t="t"/>
                <a:pathLst>
                  <a:path extrusionOk="0" h="233" w="208">
                    <a:moveTo>
                      <a:pt x="184" y="1"/>
                    </a:moveTo>
                    <a:cubicBezTo>
                      <a:pt x="173" y="1"/>
                      <a:pt x="161" y="8"/>
                      <a:pt x="158" y="19"/>
                    </a:cubicBezTo>
                    <a:cubicBezTo>
                      <a:pt x="148" y="41"/>
                      <a:pt x="93" y="68"/>
                      <a:pt x="71" y="90"/>
                    </a:cubicBezTo>
                    <a:cubicBezTo>
                      <a:pt x="28" y="117"/>
                      <a:pt x="6" y="160"/>
                      <a:pt x="1" y="209"/>
                    </a:cubicBezTo>
                    <a:cubicBezTo>
                      <a:pt x="1" y="226"/>
                      <a:pt x="13" y="233"/>
                      <a:pt x="24" y="233"/>
                    </a:cubicBezTo>
                    <a:cubicBezTo>
                      <a:pt x="28" y="233"/>
                      <a:pt x="31" y="232"/>
                      <a:pt x="33" y="231"/>
                    </a:cubicBezTo>
                    <a:cubicBezTo>
                      <a:pt x="55" y="215"/>
                      <a:pt x="77" y="198"/>
                      <a:pt x="88" y="171"/>
                    </a:cubicBezTo>
                    <a:cubicBezTo>
                      <a:pt x="104" y="155"/>
                      <a:pt x="120" y="133"/>
                      <a:pt x="142" y="122"/>
                    </a:cubicBezTo>
                    <a:cubicBezTo>
                      <a:pt x="175" y="95"/>
                      <a:pt x="207" y="62"/>
                      <a:pt x="202" y="19"/>
                    </a:cubicBezTo>
                    <a:cubicBezTo>
                      <a:pt x="202" y="6"/>
                      <a:pt x="193"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0"/>
              <p:cNvSpPr/>
              <p:nvPr/>
            </p:nvSpPr>
            <p:spPr>
              <a:xfrm>
                <a:off x="4954475" y="4766250"/>
                <a:ext cx="4400" cy="4675"/>
              </a:xfrm>
              <a:custGeom>
                <a:rect b="b" l="l" r="r" t="t"/>
                <a:pathLst>
                  <a:path extrusionOk="0" h="187" w="176">
                    <a:moveTo>
                      <a:pt x="134" y="0"/>
                    </a:moveTo>
                    <a:cubicBezTo>
                      <a:pt x="127" y="0"/>
                      <a:pt x="121" y="3"/>
                      <a:pt x="115" y="10"/>
                    </a:cubicBezTo>
                    <a:cubicBezTo>
                      <a:pt x="88" y="32"/>
                      <a:pt x="66" y="59"/>
                      <a:pt x="39" y="86"/>
                    </a:cubicBezTo>
                    <a:cubicBezTo>
                      <a:pt x="11" y="108"/>
                      <a:pt x="1" y="141"/>
                      <a:pt x="11" y="173"/>
                    </a:cubicBezTo>
                    <a:cubicBezTo>
                      <a:pt x="15" y="181"/>
                      <a:pt x="25" y="186"/>
                      <a:pt x="34" y="186"/>
                    </a:cubicBezTo>
                    <a:cubicBezTo>
                      <a:pt x="38" y="186"/>
                      <a:pt x="41" y="186"/>
                      <a:pt x="44" y="184"/>
                    </a:cubicBezTo>
                    <a:cubicBezTo>
                      <a:pt x="66" y="173"/>
                      <a:pt x="88" y="157"/>
                      <a:pt x="104" y="130"/>
                    </a:cubicBezTo>
                    <a:cubicBezTo>
                      <a:pt x="126" y="108"/>
                      <a:pt x="142" y="81"/>
                      <a:pt x="158" y="54"/>
                    </a:cubicBezTo>
                    <a:cubicBezTo>
                      <a:pt x="175" y="37"/>
                      <a:pt x="156"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0"/>
              <p:cNvSpPr/>
              <p:nvPr/>
            </p:nvSpPr>
            <p:spPr>
              <a:xfrm>
                <a:off x="4891700" y="4692950"/>
                <a:ext cx="5425" cy="6225"/>
              </a:xfrm>
              <a:custGeom>
                <a:rect b="b" l="l" r="r" t="t"/>
                <a:pathLst>
                  <a:path extrusionOk="0" h="249" w="217">
                    <a:moveTo>
                      <a:pt x="180" y="1"/>
                    </a:moveTo>
                    <a:cubicBezTo>
                      <a:pt x="178" y="1"/>
                      <a:pt x="176" y="1"/>
                      <a:pt x="174" y="1"/>
                    </a:cubicBezTo>
                    <a:cubicBezTo>
                      <a:pt x="131" y="12"/>
                      <a:pt x="104" y="61"/>
                      <a:pt x="76" y="88"/>
                    </a:cubicBezTo>
                    <a:cubicBezTo>
                      <a:pt x="44" y="121"/>
                      <a:pt x="0" y="164"/>
                      <a:pt x="6" y="219"/>
                    </a:cubicBezTo>
                    <a:cubicBezTo>
                      <a:pt x="6" y="237"/>
                      <a:pt x="23" y="248"/>
                      <a:pt x="39" y="248"/>
                    </a:cubicBezTo>
                    <a:cubicBezTo>
                      <a:pt x="53" y="248"/>
                      <a:pt x="66" y="241"/>
                      <a:pt x="71" y="224"/>
                    </a:cubicBezTo>
                    <a:cubicBezTo>
                      <a:pt x="76" y="192"/>
                      <a:pt x="98" y="154"/>
                      <a:pt x="120" y="126"/>
                    </a:cubicBezTo>
                    <a:cubicBezTo>
                      <a:pt x="136" y="105"/>
                      <a:pt x="158" y="61"/>
                      <a:pt x="191" y="50"/>
                    </a:cubicBezTo>
                    <a:cubicBezTo>
                      <a:pt x="216" y="40"/>
                      <a:pt x="208" y="1"/>
                      <a:pt x="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0"/>
              <p:cNvSpPr/>
              <p:nvPr/>
            </p:nvSpPr>
            <p:spPr>
              <a:xfrm>
                <a:off x="4890475" y="4699275"/>
                <a:ext cx="4425" cy="4025"/>
              </a:xfrm>
              <a:custGeom>
                <a:rect b="b" l="l" r="r" t="t"/>
                <a:pathLst>
                  <a:path extrusionOk="0" h="161" w="177">
                    <a:moveTo>
                      <a:pt x="139" y="1"/>
                    </a:moveTo>
                    <a:cubicBezTo>
                      <a:pt x="132" y="1"/>
                      <a:pt x="126" y="3"/>
                      <a:pt x="120" y="9"/>
                    </a:cubicBezTo>
                    <a:cubicBezTo>
                      <a:pt x="93" y="42"/>
                      <a:pt x="0" y="96"/>
                      <a:pt x="22" y="145"/>
                    </a:cubicBezTo>
                    <a:cubicBezTo>
                      <a:pt x="26" y="153"/>
                      <a:pt x="35" y="161"/>
                      <a:pt x="44" y="161"/>
                    </a:cubicBezTo>
                    <a:cubicBezTo>
                      <a:pt x="48" y="161"/>
                      <a:pt x="52" y="159"/>
                      <a:pt x="55" y="156"/>
                    </a:cubicBezTo>
                    <a:cubicBezTo>
                      <a:pt x="76" y="151"/>
                      <a:pt x="87" y="118"/>
                      <a:pt x="104" y="102"/>
                    </a:cubicBezTo>
                    <a:cubicBezTo>
                      <a:pt x="120" y="85"/>
                      <a:pt x="142" y="64"/>
                      <a:pt x="163" y="47"/>
                    </a:cubicBezTo>
                    <a:cubicBezTo>
                      <a:pt x="176" y="31"/>
                      <a:pt x="159"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0"/>
              <p:cNvSpPr/>
              <p:nvPr/>
            </p:nvSpPr>
            <p:spPr>
              <a:xfrm>
                <a:off x="4891275" y="4704050"/>
                <a:ext cx="1950" cy="3350"/>
              </a:xfrm>
              <a:custGeom>
                <a:rect b="b" l="l" r="r" t="t"/>
                <a:pathLst>
                  <a:path extrusionOk="0" h="134" w="78">
                    <a:moveTo>
                      <a:pt x="66" y="0"/>
                    </a:moveTo>
                    <a:cubicBezTo>
                      <a:pt x="63" y="0"/>
                      <a:pt x="61" y="3"/>
                      <a:pt x="61" y="9"/>
                    </a:cubicBezTo>
                    <a:cubicBezTo>
                      <a:pt x="61" y="30"/>
                      <a:pt x="39" y="47"/>
                      <a:pt x="28" y="63"/>
                    </a:cubicBezTo>
                    <a:cubicBezTo>
                      <a:pt x="17" y="79"/>
                      <a:pt x="6" y="96"/>
                      <a:pt x="1" y="117"/>
                    </a:cubicBezTo>
                    <a:cubicBezTo>
                      <a:pt x="1" y="128"/>
                      <a:pt x="1" y="134"/>
                      <a:pt x="12" y="134"/>
                    </a:cubicBezTo>
                    <a:cubicBezTo>
                      <a:pt x="39" y="128"/>
                      <a:pt x="50" y="96"/>
                      <a:pt x="61" y="74"/>
                    </a:cubicBezTo>
                    <a:cubicBezTo>
                      <a:pt x="66" y="63"/>
                      <a:pt x="72" y="52"/>
                      <a:pt x="77" y="41"/>
                    </a:cubicBezTo>
                    <a:cubicBezTo>
                      <a:pt x="77" y="30"/>
                      <a:pt x="77" y="19"/>
                      <a:pt x="77" y="3"/>
                    </a:cubicBezTo>
                    <a:lnTo>
                      <a:pt x="72" y="9"/>
                    </a:lnTo>
                    <a:cubicBezTo>
                      <a:pt x="72" y="3"/>
                      <a:pt x="69"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0"/>
              <p:cNvSpPr/>
              <p:nvPr/>
            </p:nvSpPr>
            <p:spPr>
              <a:xfrm>
                <a:off x="4935600" y="4711425"/>
                <a:ext cx="3750" cy="3725"/>
              </a:xfrm>
              <a:custGeom>
                <a:rect b="b" l="l" r="r" t="t"/>
                <a:pathLst>
                  <a:path extrusionOk="0" h="149" w="150">
                    <a:moveTo>
                      <a:pt x="119" y="1"/>
                    </a:moveTo>
                    <a:cubicBezTo>
                      <a:pt x="114" y="1"/>
                      <a:pt x="109" y="3"/>
                      <a:pt x="103" y="7"/>
                    </a:cubicBezTo>
                    <a:lnTo>
                      <a:pt x="109" y="7"/>
                    </a:lnTo>
                    <a:lnTo>
                      <a:pt x="98" y="13"/>
                    </a:lnTo>
                    <a:lnTo>
                      <a:pt x="76" y="29"/>
                    </a:lnTo>
                    <a:cubicBezTo>
                      <a:pt x="60" y="40"/>
                      <a:pt x="44" y="51"/>
                      <a:pt x="27" y="61"/>
                    </a:cubicBezTo>
                    <a:cubicBezTo>
                      <a:pt x="11" y="78"/>
                      <a:pt x="0" y="100"/>
                      <a:pt x="5" y="121"/>
                    </a:cubicBezTo>
                    <a:cubicBezTo>
                      <a:pt x="11" y="138"/>
                      <a:pt x="22" y="148"/>
                      <a:pt x="33" y="148"/>
                    </a:cubicBezTo>
                    <a:lnTo>
                      <a:pt x="49" y="148"/>
                    </a:lnTo>
                    <a:cubicBezTo>
                      <a:pt x="54" y="148"/>
                      <a:pt x="60" y="148"/>
                      <a:pt x="65" y="143"/>
                    </a:cubicBezTo>
                    <a:cubicBezTo>
                      <a:pt x="76" y="138"/>
                      <a:pt x="82" y="127"/>
                      <a:pt x="76" y="116"/>
                    </a:cubicBezTo>
                    <a:lnTo>
                      <a:pt x="76" y="110"/>
                    </a:lnTo>
                    <a:lnTo>
                      <a:pt x="92" y="94"/>
                    </a:lnTo>
                    <a:cubicBezTo>
                      <a:pt x="103" y="78"/>
                      <a:pt x="125" y="61"/>
                      <a:pt x="141" y="45"/>
                    </a:cubicBezTo>
                    <a:cubicBezTo>
                      <a:pt x="150" y="28"/>
                      <a:pt x="138"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0"/>
              <p:cNvSpPr/>
              <p:nvPr/>
            </p:nvSpPr>
            <p:spPr>
              <a:xfrm>
                <a:off x="4935600" y="4715575"/>
                <a:ext cx="3800" cy="3500"/>
              </a:xfrm>
              <a:custGeom>
                <a:rect b="b" l="l" r="r" t="t"/>
                <a:pathLst>
                  <a:path extrusionOk="0" h="140" w="152">
                    <a:moveTo>
                      <a:pt x="113" y="0"/>
                    </a:moveTo>
                    <a:cubicBezTo>
                      <a:pt x="106" y="0"/>
                      <a:pt x="99" y="3"/>
                      <a:pt x="92" y="10"/>
                    </a:cubicBezTo>
                    <a:lnTo>
                      <a:pt x="82" y="15"/>
                    </a:lnTo>
                    <a:lnTo>
                      <a:pt x="71" y="21"/>
                    </a:lnTo>
                    <a:cubicBezTo>
                      <a:pt x="60" y="26"/>
                      <a:pt x="49" y="37"/>
                      <a:pt x="38" y="42"/>
                    </a:cubicBezTo>
                    <a:cubicBezTo>
                      <a:pt x="11" y="59"/>
                      <a:pt x="0" y="86"/>
                      <a:pt x="11" y="118"/>
                    </a:cubicBezTo>
                    <a:cubicBezTo>
                      <a:pt x="14" y="131"/>
                      <a:pt x="28" y="140"/>
                      <a:pt x="42" y="140"/>
                    </a:cubicBezTo>
                    <a:cubicBezTo>
                      <a:pt x="51" y="140"/>
                      <a:pt x="61" y="135"/>
                      <a:pt x="65" y="124"/>
                    </a:cubicBezTo>
                    <a:cubicBezTo>
                      <a:pt x="71" y="124"/>
                      <a:pt x="71" y="118"/>
                      <a:pt x="71" y="113"/>
                    </a:cubicBezTo>
                    <a:lnTo>
                      <a:pt x="76" y="107"/>
                    </a:lnTo>
                    <a:cubicBezTo>
                      <a:pt x="82" y="97"/>
                      <a:pt x="87" y="91"/>
                      <a:pt x="92" y="86"/>
                    </a:cubicBezTo>
                    <a:lnTo>
                      <a:pt x="130" y="48"/>
                    </a:lnTo>
                    <a:cubicBezTo>
                      <a:pt x="151" y="27"/>
                      <a:pt x="134" y="0"/>
                      <a:pt x="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120"/>
            <p:cNvGrpSpPr/>
            <p:nvPr/>
          </p:nvGrpSpPr>
          <p:grpSpPr>
            <a:xfrm>
              <a:off x="8170293" y="3569300"/>
              <a:ext cx="258182" cy="274325"/>
              <a:chOff x="5163475" y="4603000"/>
              <a:chExt cx="144075" cy="154150"/>
            </a:xfrm>
          </p:grpSpPr>
          <p:sp>
            <p:nvSpPr>
              <p:cNvPr id="5855" name="Google Shape;5855;p120"/>
              <p:cNvSpPr/>
              <p:nvPr/>
            </p:nvSpPr>
            <p:spPr>
              <a:xfrm>
                <a:off x="5178150" y="4684675"/>
                <a:ext cx="30750" cy="28975"/>
              </a:xfrm>
              <a:custGeom>
                <a:rect b="b" l="l" r="r" t="t"/>
                <a:pathLst>
                  <a:path extrusionOk="0" h="1159" w="1230">
                    <a:moveTo>
                      <a:pt x="523" y="115"/>
                    </a:moveTo>
                    <a:cubicBezTo>
                      <a:pt x="527" y="127"/>
                      <a:pt x="539" y="136"/>
                      <a:pt x="550" y="136"/>
                    </a:cubicBezTo>
                    <a:cubicBezTo>
                      <a:pt x="554" y="136"/>
                      <a:pt x="558" y="134"/>
                      <a:pt x="561" y="131"/>
                    </a:cubicBezTo>
                    <a:cubicBezTo>
                      <a:pt x="572" y="126"/>
                      <a:pt x="577" y="126"/>
                      <a:pt x="588" y="126"/>
                    </a:cubicBezTo>
                    <a:cubicBezTo>
                      <a:pt x="604" y="131"/>
                      <a:pt x="621" y="137"/>
                      <a:pt x="637" y="148"/>
                    </a:cubicBezTo>
                    <a:cubicBezTo>
                      <a:pt x="640" y="150"/>
                      <a:pt x="643" y="151"/>
                      <a:pt x="646" y="151"/>
                    </a:cubicBezTo>
                    <a:cubicBezTo>
                      <a:pt x="658" y="151"/>
                      <a:pt x="667" y="135"/>
                      <a:pt x="659" y="126"/>
                    </a:cubicBezTo>
                    <a:lnTo>
                      <a:pt x="675" y="126"/>
                    </a:lnTo>
                    <a:cubicBezTo>
                      <a:pt x="713" y="126"/>
                      <a:pt x="756" y="126"/>
                      <a:pt x="800" y="137"/>
                    </a:cubicBezTo>
                    <a:cubicBezTo>
                      <a:pt x="849" y="148"/>
                      <a:pt x="898" y="175"/>
                      <a:pt x="936" y="207"/>
                    </a:cubicBezTo>
                    <a:cubicBezTo>
                      <a:pt x="974" y="235"/>
                      <a:pt x="1012" y="267"/>
                      <a:pt x="1050" y="300"/>
                    </a:cubicBezTo>
                    <a:cubicBezTo>
                      <a:pt x="1126" y="387"/>
                      <a:pt x="1110" y="512"/>
                      <a:pt x="1110" y="621"/>
                    </a:cubicBezTo>
                    <a:lnTo>
                      <a:pt x="1110" y="615"/>
                    </a:lnTo>
                    <a:cubicBezTo>
                      <a:pt x="1110" y="740"/>
                      <a:pt x="1050" y="854"/>
                      <a:pt x="947" y="925"/>
                    </a:cubicBezTo>
                    <a:cubicBezTo>
                      <a:pt x="920" y="952"/>
                      <a:pt x="887" y="974"/>
                      <a:pt x="849" y="996"/>
                    </a:cubicBezTo>
                    <a:cubicBezTo>
                      <a:pt x="821" y="1006"/>
                      <a:pt x="788" y="1012"/>
                      <a:pt x="755" y="1012"/>
                    </a:cubicBezTo>
                    <a:cubicBezTo>
                      <a:pt x="737" y="1012"/>
                      <a:pt x="719" y="1010"/>
                      <a:pt x="702" y="1006"/>
                    </a:cubicBezTo>
                    <a:cubicBezTo>
                      <a:pt x="599" y="1006"/>
                      <a:pt x="490" y="996"/>
                      <a:pt x="387" y="963"/>
                    </a:cubicBezTo>
                    <a:cubicBezTo>
                      <a:pt x="343" y="947"/>
                      <a:pt x="300" y="930"/>
                      <a:pt x="256" y="903"/>
                    </a:cubicBezTo>
                    <a:cubicBezTo>
                      <a:pt x="218" y="871"/>
                      <a:pt x="197" y="827"/>
                      <a:pt x="180" y="778"/>
                    </a:cubicBezTo>
                    <a:cubicBezTo>
                      <a:pt x="164" y="735"/>
                      <a:pt x="148" y="686"/>
                      <a:pt x="131" y="637"/>
                    </a:cubicBezTo>
                    <a:cubicBezTo>
                      <a:pt x="126" y="588"/>
                      <a:pt x="131" y="534"/>
                      <a:pt x="142" y="485"/>
                    </a:cubicBezTo>
                    <a:cubicBezTo>
                      <a:pt x="175" y="381"/>
                      <a:pt x="235" y="283"/>
                      <a:pt x="316" y="213"/>
                    </a:cubicBezTo>
                    <a:cubicBezTo>
                      <a:pt x="349" y="175"/>
                      <a:pt x="392" y="180"/>
                      <a:pt x="436" y="158"/>
                    </a:cubicBezTo>
                    <a:cubicBezTo>
                      <a:pt x="468" y="142"/>
                      <a:pt x="485" y="115"/>
                      <a:pt x="523" y="115"/>
                    </a:cubicBezTo>
                    <a:close/>
                    <a:moveTo>
                      <a:pt x="716" y="1"/>
                    </a:moveTo>
                    <a:cubicBezTo>
                      <a:pt x="653" y="1"/>
                      <a:pt x="591" y="14"/>
                      <a:pt x="550" y="55"/>
                    </a:cubicBezTo>
                    <a:cubicBezTo>
                      <a:pt x="545" y="55"/>
                      <a:pt x="534" y="50"/>
                      <a:pt x="523" y="50"/>
                    </a:cubicBezTo>
                    <a:cubicBezTo>
                      <a:pt x="514" y="48"/>
                      <a:pt x="506" y="48"/>
                      <a:pt x="498" y="48"/>
                    </a:cubicBezTo>
                    <a:cubicBezTo>
                      <a:pt x="444" y="48"/>
                      <a:pt x="411" y="78"/>
                      <a:pt x="354" y="82"/>
                    </a:cubicBezTo>
                    <a:cubicBezTo>
                      <a:pt x="246" y="93"/>
                      <a:pt x="153" y="235"/>
                      <a:pt x="93" y="322"/>
                    </a:cubicBezTo>
                    <a:cubicBezTo>
                      <a:pt x="28" y="430"/>
                      <a:pt x="1" y="555"/>
                      <a:pt x="17" y="680"/>
                    </a:cubicBezTo>
                    <a:cubicBezTo>
                      <a:pt x="34" y="746"/>
                      <a:pt x="55" y="811"/>
                      <a:pt x="82" y="871"/>
                    </a:cubicBezTo>
                    <a:cubicBezTo>
                      <a:pt x="99" y="930"/>
                      <a:pt x="137" y="985"/>
                      <a:pt x="186" y="1017"/>
                    </a:cubicBezTo>
                    <a:cubicBezTo>
                      <a:pt x="305" y="1104"/>
                      <a:pt x="447" y="1148"/>
                      <a:pt x="593" y="1153"/>
                    </a:cubicBezTo>
                    <a:cubicBezTo>
                      <a:pt x="664" y="1159"/>
                      <a:pt x="740" y="1159"/>
                      <a:pt x="811" y="1159"/>
                    </a:cubicBezTo>
                    <a:cubicBezTo>
                      <a:pt x="876" y="1148"/>
                      <a:pt x="941" y="1115"/>
                      <a:pt x="985" y="1066"/>
                    </a:cubicBezTo>
                    <a:cubicBezTo>
                      <a:pt x="1094" y="979"/>
                      <a:pt x="1202" y="865"/>
                      <a:pt x="1224" y="718"/>
                    </a:cubicBezTo>
                    <a:cubicBezTo>
                      <a:pt x="1229" y="642"/>
                      <a:pt x="1229" y="566"/>
                      <a:pt x="1224" y="485"/>
                    </a:cubicBezTo>
                    <a:cubicBezTo>
                      <a:pt x="1224" y="414"/>
                      <a:pt x="1208" y="343"/>
                      <a:pt x="1175" y="278"/>
                    </a:cubicBezTo>
                    <a:cubicBezTo>
                      <a:pt x="1142" y="224"/>
                      <a:pt x="1099" y="175"/>
                      <a:pt x="1039" y="142"/>
                    </a:cubicBezTo>
                    <a:cubicBezTo>
                      <a:pt x="985" y="82"/>
                      <a:pt x="914" y="39"/>
                      <a:pt x="843" y="17"/>
                    </a:cubicBezTo>
                    <a:cubicBezTo>
                      <a:pt x="807" y="8"/>
                      <a:pt x="761" y="1"/>
                      <a:pt x="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0"/>
              <p:cNvSpPr/>
              <p:nvPr/>
            </p:nvSpPr>
            <p:spPr>
              <a:xfrm>
                <a:off x="5163475" y="4603000"/>
                <a:ext cx="144075" cy="154150"/>
              </a:xfrm>
              <a:custGeom>
                <a:rect b="b" l="l" r="r" t="t"/>
                <a:pathLst>
                  <a:path extrusionOk="0" h="6166" w="5763">
                    <a:moveTo>
                      <a:pt x="5638" y="1398"/>
                    </a:moveTo>
                    <a:cubicBezTo>
                      <a:pt x="5638" y="1452"/>
                      <a:pt x="5616" y="1507"/>
                      <a:pt x="5611" y="1556"/>
                    </a:cubicBezTo>
                    <a:lnTo>
                      <a:pt x="5616" y="1566"/>
                    </a:lnTo>
                    <a:cubicBezTo>
                      <a:pt x="5611" y="1572"/>
                      <a:pt x="5611" y="1583"/>
                      <a:pt x="5616" y="1588"/>
                    </a:cubicBezTo>
                    <a:cubicBezTo>
                      <a:pt x="5611" y="1583"/>
                      <a:pt x="5604" y="1580"/>
                      <a:pt x="5597" y="1580"/>
                    </a:cubicBezTo>
                    <a:cubicBezTo>
                      <a:pt x="5590" y="1580"/>
                      <a:pt x="5583" y="1583"/>
                      <a:pt x="5578" y="1588"/>
                    </a:cubicBezTo>
                    <a:cubicBezTo>
                      <a:pt x="5567" y="1594"/>
                      <a:pt x="5556" y="1604"/>
                      <a:pt x="5545" y="1610"/>
                    </a:cubicBezTo>
                    <a:cubicBezTo>
                      <a:pt x="5540" y="1599"/>
                      <a:pt x="5529" y="1594"/>
                      <a:pt x="5518" y="1594"/>
                    </a:cubicBezTo>
                    <a:cubicBezTo>
                      <a:pt x="5496" y="1599"/>
                      <a:pt x="5469" y="1610"/>
                      <a:pt x="5453" y="1626"/>
                    </a:cubicBezTo>
                    <a:cubicBezTo>
                      <a:pt x="5409" y="1653"/>
                      <a:pt x="5361" y="1686"/>
                      <a:pt x="5317" y="1708"/>
                    </a:cubicBezTo>
                    <a:cubicBezTo>
                      <a:pt x="5241" y="1757"/>
                      <a:pt x="5159" y="1806"/>
                      <a:pt x="5078" y="1844"/>
                    </a:cubicBezTo>
                    <a:cubicBezTo>
                      <a:pt x="5056" y="1849"/>
                      <a:pt x="5034" y="1860"/>
                      <a:pt x="5013" y="1865"/>
                    </a:cubicBezTo>
                    <a:cubicBezTo>
                      <a:pt x="4909" y="1914"/>
                      <a:pt x="4801" y="1958"/>
                      <a:pt x="4703" y="2001"/>
                    </a:cubicBezTo>
                    <a:cubicBezTo>
                      <a:pt x="4600" y="2050"/>
                      <a:pt x="4480" y="2099"/>
                      <a:pt x="4371" y="2148"/>
                    </a:cubicBezTo>
                    <a:cubicBezTo>
                      <a:pt x="4290" y="2186"/>
                      <a:pt x="4214" y="2235"/>
                      <a:pt x="4132" y="2273"/>
                    </a:cubicBezTo>
                    <a:cubicBezTo>
                      <a:pt x="4089" y="2295"/>
                      <a:pt x="4051" y="2317"/>
                      <a:pt x="4012" y="2344"/>
                    </a:cubicBezTo>
                    <a:cubicBezTo>
                      <a:pt x="3953" y="2371"/>
                      <a:pt x="3893" y="2393"/>
                      <a:pt x="3828" y="2420"/>
                    </a:cubicBezTo>
                    <a:cubicBezTo>
                      <a:pt x="3800" y="2431"/>
                      <a:pt x="3768" y="2442"/>
                      <a:pt x="3735" y="2452"/>
                    </a:cubicBezTo>
                    <a:cubicBezTo>
                      <a:pt x="3714" y="2452"/>
                      <a:pt x="3697" y="2458"/>
                      <a:pt x="3675" y="2463"/>
                    </a:cubicBezTo>
                    <a:cubicBezTo>
                      <a:pt x="3643" y="2474"/>
                      <a:pt x="3610" y="2496"/>
                      <a:pt x="3583" y="2512"/>
                    </a:cubicBezTo>
                    <a:cubicBezTo>
                      <a:pt x="3561" y="2515"/>
                      <a:pt x="3540" y="2516"/>
                      <a:pt x="3518" y="2516"/>
                    </a:cubicBezTo>
                    <a:cubicBezTo>
                      <a:pt x="3497" y="2516"/>
                      <a:pt x="3477" y="2515"/>
                      <a:pt x="3458" y="2512"/>
                    </a:cubicBezTo>
                    <a:cubicBezTo>
                      <a:pt x="3420" y="2496"/>
                      <a:pt x="3387" y="2480"/>
                      <a:pt x="3355" y="2463"/>
                    </a:cubicBezTo>
                    <a:lnTo>
                      <a:pt x="3387" y="2442"/>
                    </a:lnTo>
                    <a:cubicBezTo>
                      <a:pt x="3518" y="2382"/>
                      <a:pt x="3643" y="2306"/>
                      <a:pt x="3779" y="2251"/>
                    </a:cubicBezTo>
                    <a:cubicBezTo>
                      <a:pt x="3915" y="2197"/>
                      <a:pt x="4051" y="2132"/>
                      <a:pt x="4186" y="2077"/>
                    </a:cubicBezTo>
                    <a:cubicBezTo>
                      <a:pt x="4301" y="2028"/>
                      <a:pt x="4431" y="1990"/>
                      <a:pt x="4545" y="1931"/>
                    </a:cubicBezTo>
                    <a:cubicBezTo>
                      <a:pt x="4594" y="1893"/>
                      <a:pt x="4654" y="1865"/>
                      <a:pt x="4708" y="1838"/>
                    </a:cubicBezTo>
                    <a:cubicBezTo>
                      <a:pt x="4779" y="1811"/>
                      <a:pt x="4844" y="1778"/>
                      <a:pt x="4915" y="1746"/>
                    </a:cubicBezTo>
                    <a:cubicBezTo>
                      <a:pt x="5056" y="1681"/>
                      <a:pt x="5197" y="1604"/>
                      <a:pt x="5350" y="1545"/>
                    </a:cubicBezTo>
                    <a:cubicBezTo>
                      <a:pt x="5448" y="1507"/>
                      <a:pt x="5534" y="1441"/>
                      <a:pt x="5638" y="1398"/>
                    </a:cubicBezTo>
                    <a:close/>
                    <a:moveTo>
                      <a:pt x="4019" y="78"/>
                    </a:moveTo>
                    <a:cubicBezTo>
                      <a:pt x="4053" y="78"/>
                      <a:pt x="4086" y="92"/>
                      <a:pt x="4110" y="121"/>
                    </a:cubicBezTo>
                    <a:cubicBezTo>
                      <a:pt x="4165" y="191"/>
                      <a:pt x="4127" y="289"/>
                      <a:pt x="4045" y="305"/>
                    </a:cubicBezTo>
                    <a:cubicBezTo>
                      <a:pt x="4018" y="387"/>
                      <a:pt x="4002" y="468"/>
                      <a:pt x="3985" y="555"/>
                    </a:cubicBezTo>
                    <a:cubicBezTo>
                      <a:pt x="3969" y="642"/>
                      <a:pt x="3964" y="729"/>
                      <a:pt x="3942" y="816"/>
                    </a:cubicBezTo>
                    <a:cubicBezTo>
                      <a:pt x="3915" y="914"/>
                      <a:pt x="3893" y="1012"/>
                      <a:pt x="3882" y="1110"/>
                    </a:cubicBezTo>
                    <a:cubicBezTo>
                      <a:pt x="3871" y="1202"/>
                      <a:pt x="3860" y="1289"/>
                      <a:pt x="3839" y="1382"/>
                    </a:cubicBezTo>
                    <a:cubicBezTo>
                      <a:pt x="3817" y="1469"/>
                      <a:pt x="3828" y="1556"/>
                      <a:pt x="3806" y="1643"/>
                    </a:cubicBezTo>
                    <a:cubicBezTo>
                      <a:pt x="3784" y="1735"/>
                      <a:pt x="3762" y="1822"/>
                      <a:pt x="3752" y="1914"/>
                    </a:cubicBezTo>
                    <a:cubicBezTo>
                      <a:pt x="3741" y="1996"/>
                      <a:pt x="3697" y="2067"/>
                      <a:pt x="3708" y="2153"/>
                    </a:cubicBezTo>
                    <a:cubicBezTo>
                      <a:pt x="3621" y="2197"/>
                      <a:pt x="3529" y="2240"/>
                      <a:pt x="3442" y="2289"/>
                    </a:cubicBezTo>
                    <a:cubicBezTo>
                      <a:pt x="3311" y="2355"/>
                      <a:pt x="3170" y="2420"/>
                      <a:pt x="3039" y="2485"/>
                    </a:cubicBezTo>
                    <a:cubicBezTo>
                      <a:pt x="3001" y="2507"/>
                      <a:pt x="2963" y="2529"/>
                      <a:pt x="2925" y="2550"/>
                    </a:cubicBezTo>
                    <a:cubicBezTo>
                      <a:pt x="2925" y="2545"/>
                      <a:pt x="2931" y="2534"/>
                      <a:pt x="2931" y="2529"/>
                    </a:cubicBezTo>
                    <a:lnTo>
                      <a:pt x="2936" y="2529"/>
                    </a:lnTo>
                    <a:cubicBezTo>
                      <a:pt x="2942" y="2507"/>
                      <a:pt x="2936" y="2480"/>
                      <a:pt x="2942" y="2452"/>
                    </a:cubicBezTo>
                    <a:cubicBezTo>
                      <a:pt x="2952" y="2425"/>
                      <a:pt x="2963" y="2420"/>
                      <a:pt x="2969" y="2393"/>
                    </a:cubicBezTo>
                    <a:cubicBezTo>
                      <a:pt x="2969" y="2371"/>
                      <a:pt x="2969" y="2355"/>
                      <a:pt x="2969" y="2338"/>
                    </a:cubicBezTo>
                    <a:cubicBezTo>
                      <a:pt x="2980" y="2268"/>
                      <a:pt x="2996" y="2192"/>
                      <a:pt x="3012" y="2121"/>
                    </a:cubicBezTo>
                    <a:cubicBezTo>
                      <a:pt x="3023" y="2061"/>
                      <a:pt x="3034" y="1996"/>
                      <a:pt x="3039" y="1931"/>
                    </a:cubicBezTo>
                    <a:cubicBezTo>
                      <a:pt x="3050" y="1860"/>
                      <a:pt x="3061" y="1784"/>
                      <a:pt x="3067" y="1708"/>
                    </a:cubicBezTo>
                    <a:cubicBezTo>
                      <a:pt x="3061" y="1648"/>
                      <a:pt x="3072" y="1588"/>
                      <a:pt x="3083" y="1534"/>
                    </a:cubicBezTo>
                    <a:cubicBezTo>
                      <a:pt x="3099" y="1463"/>
                      <a:pt x="3099" y="1387"/>
                      <a:pt x="3116" y="1311"/>
                    </a:cubicBezTo>
                    <a:cubicBezTo>
                      <a:pt x="3126" y="1240"/>
                      <a:pt x="3143" y="1164"/>
                      <a:pt x="3154" y="1088"/>
                    </a:cubicBezTo>
                    <a:cubicBezTo>
                      <a:pt x="3170" y="1023"/>
                      <a:pt x="3192" y="963"/>
                      <a:pt x="3203" y="903"/>
                    </a:cubicBezTo>
                    <a:cubicBezTo>
                      <a:pt x="3213" y="838"/>
                      <a:pt x="3213" y="762"/>
                      <a:pt x="3230" y="691"/>
                    </a:cubicBezTo>
                    <a:cubicBezTo>
                      <a:pt x="3251" y="577"/>
                      <a:pt x="3295" y="463"/>
                      <a:pt x="3360" y="371"/>
                    </a:cubicBezTo>
                    <a:cubicBezTo>
                      <a:pt x="3398" y="333"/>
                      <a:pt x="3447" y="305"/>
                      <a:pt x="3496" y="289"/>
                    </a:cubicBezTo>
                    <a:cubicBezTo>
                      <a:pt x="3556" y="246"/>
                      <a:pt x="3621" y="218"/>
                      <a:pt x="3692" y="191"/>
                    </a:cubicBezTo>
                    <a:cubicBezTo>
                      <a:pt x="3752" y="175"/>
                      <a:pt x="3817" y="164"/>
                      <a:pt x="3877" y="148"/>
                    </a:cubicBezTo>
                    <a:lnTo>
                      <a:pt x="3877" y="148"/>
                    </a:lnTo>
                    <a:cubicBezTo>
                      <a:pt x="3866" y="180"/>
                      <a:pt x="3860" y="213"/>
                      <a:pt x="3849" y="246"/>
                    </a:cubicBezTo>
                    <a:cubicBezTo>
                      <a:pt x="3828" y="343"/>
                      <a:pt x="3790" y="441"/>
                      <a:pt x="3773" y="539"/>
                    </a:cubicBezTo>
                    <a:cubicBezTo>
                      <a:pt x="3757" y="626"/>
                      <a:pt x="3746" y="713"/>
                      <a:pt x="3741" y="800"/>
                    </a:cubicBezTo>
                    <a:cubicBezTo>
                      <a:pt x="3735" y="854"/>
                      <a:pt x="3730" y="909"/>
                      <a:pt x="3714" y="958"/>
                    </a:cubicBezTo>
                    <a:cubicBezTo>
                      <a:pt x="3703" y="996"/>
                      <a:pt x="3692" y="1039"/>
                      <a:pt x="3686" y="1077"/>
                    </a:cubicBezTo>
                    <a:cubicBezTo>
                      <a:pt x="3637" y="1441"/>
                      <a:pt x="3534" y="1795"/>
                      <a:pt x="3540" y="2164"/>
                    </a:cubicBezTo>
                    <a:cubicBezTo>
                      <a:pt x="3540" y="2183"/>
                      <a:pt x="3555" y="2193"/>
                      <a:pt x="3569" y="2193"/>
                    </a:cubicBezTo>
                    <a:cubicBezTo>
                      <a:pt x="3584" y="2193"/>
                      <a:pt x="3599" y="2183"/>
                      <a:pt x="3599" y="2164"/>
                    </a:cubicBezTo>
                    <a:cubicBezTo>
                      <a:pt x="3605" y="1800"/>
                      <a:pt x="3703" y="1447"/>
                      <a:pt x="3741" y="1088"/>
                    </a:cubicBezTo>
                    <a:cubicBezTo>
                      <a:pt x="3752" y="1007"/>
                      <a:pt x="3779" y="930"/>
                      <a:pt x="3784" y="843"/>
                    </a:cubicBezTo>
                    <a:cubicBezTo>
                      <a:pt x="3790" y="762"/>
                      <a:pt x="3806" y="659"/>
                      <a:pt x="3817" y="566"/>
                    </a:cubicBezTo>
                    <a:cubicBezTo>
                      <a:pt x="3828" y="474"/>
                      <a:pt x="3866" y="371"/>
                      <a:pt x="3882" y="273"/>
                    </a:cubicBezTo>
                    <a:cubicBezTo>
                      <a:pt x="3893" y="229"/>
                      <a:pt x="3904" y="186"/>
                      <a:pt x="3915" y="142"/>
                    </a:cubicBezTo>
                    <a:cubicBezTo>
                      <a:pt x="3936" y="100"/>
                      <a:pt x="3977" y="78"/>
                      <a:pt x="4019" y="78"/>
                    </a:cubicBezTo>
                    <a:close/>
                    <a:moveTo>
                      <a:pt x="5605" y="1632"/>
                    </a:moveTo>
                    <a:lnTo>
                      <a:pt x="5605" y="1675"/>
                    </a:lnTo>
                    <a:lnTo>
                      <a:pt x="5616" y="1675"/>
                    </a:lnTo>
                    <a:cubicBezTo>
                      <a:pt x="5611" y="1713"/>
                      <a:pt x="5600" y="1757"/>
                      <a:pt x="5583" y="1795"/>
                    </a:cubicBezTo>
                    <a:cubicBezTo>
                      <a:pt x="5556" y="1855"/>
                      <a:pt x="5545" y="1914"/>
                      <a:pt x="5518" y="1974"/>
                    </a:cubicBezTo>
                    <a:cubicBezTo>
                      <a:pt x="5486" y="2034"/>
                      <a:pt x="5448" y="2094"/>
                      <a:pt x="5404" y="2148"/>
                    </a:cubicBezTo>
                    <a:cubicBezTo>
                      <a:pt x="5350" y="2197"/>
                      <a:pt x="5290" y="2246"/>
                      <a:pt x="5230" y="2284"/>
                    </a:cubicBezTo>
                    <a:lnTo>
                      <a:pt x="5214" y="2295"/>
                    </a:lnTo>
                    <a:cubicBezTo>
                      <a:pt x="5024" y="2360"/>
                      <a:pt x="4839" y="2442"/>
                      <a:pt x="4659" y="2534"/>
                    </a:cubicBezTo>
                    <a:cubicBezTo>
                      <a:pt x="4567" y="2594"/>
                      <a:pt x="4464" y="2643"/>
                      <a:pt x="4360" y="2681"/>
                    </a:cubicBezTo>
                    <a:cubicBezTo>
                      <a:pt x="4257" y="2713"/>
                      <a:pt x="4159" y="2757"/>
                      <a:pt x="4061" y="2806"/>
                    </a:cubicBezTo>
                    <a:cubicBezTo>
                      <a:pt x="3942" y="2860"/>
                      <a:pt x="3822" y="2920"/>
                      <a:pt x="3697" y="2963"/>
                    </a:cubicBezTo>
                    <a:lnTo>
                      <a:pt x="3675" y="2969"/>
                    </a:lnTo>
                    <a:lnTo>
                      <a:pt x="3578" y="3001"/>
                    </a:lnTo>
                    <a:cubicBezTo>
                      <a:pt x="3534" y="3012"/>
                      <a:pt x="3485" y="3029"/>
                      <a:pt x="3442" y="3045"/>
                    </a:cubicBezTo>
                    <a:cubicBezTo>
                      <a:pt x="3409" y="3056"/>
                      <a:pt x="3382" y="3067"/>
                      <a:pt x="3355" y="3078"/>
                    </a:cubicBezTo>
                    <a:cubicBezTo>
                      <a:pt x="3224" y="3121"/>
                      <a:pt x="3094" y="3175"/>
                      <a:pt x="2969" y="3241"/>
                    </a:cubicBezTo>
                    <a:cubicBezTo>
                      <a:pt x="2827" y="3322"/>
                      <a:pt x="2670" y="3355"/>
                      <a:pt x="2518" y="3409"/>
                    </a:cubicBezTo>
                    <a:cubicBezTo>
                      <a:pt x="2447" y="3431"/>
                      <a:pt x="2393" y="3485"/>
                      <a:pt x="2322" y="3512"/>
                    </a:cubicBezTo>
                    <a:cubicBezTo>
                      <a:pt x="2295" y="3523"/>
                      <a:pt x="2262" y="3534"/>
                      <a:pt x="2235" y="3545"/>
                    </a:cubicBezTo>
                    <a:cubicBezTo>
                      <a:pt x="2235" y="3534"/>
                      <a:pt x="2235" y="3523"/>
                      <a:pt x="2230" y="3518"/>
                    </a:cubicBezTo>
                    <a:cubicBezTo>
                      <a:pt x="2224" y="3469"/>
                      <a:pt x="2208" y="3420"/>
                      <a:pt x="2181" y="3382"/>
                    </a:cubicBezTo>
                    <a:cubicBezTo>
                      <a:pt x="2148" y="3328"/>
                      <a:pt x="2137" y="3268"/>
                      <a:pt x="2110" y="3219"/>
                    </a:cubicBezTo>
                    <a:cubicBezTo>
                      <a:pt x="2088" y="3175"/>
                      <a:pt x="2061" y="3137"/>
                      <a:pt x="2034" y="3105"/>
                    </a:cubicBezTo>
                    <a:lnTo>
                      <a:pt x="2105" y="3072"/>
                    </a:lnTo>
                    <a:cubicBezTo>
                      <a:pt x="2126" y="3061"/>
                      <a:pt x="2148" y="3050"/>
                      <a:pt x="2164" y="3034"/>
                    </a:cubicBezTo>
                    <a:cubicBezTo>
                      <a:pt x="2197" y="3018"/>
                      <a:pt x="2230" y="3001"/>
                      <a:pt x="2268" y="2996"/>
                    </a:cubicBezTo>
                    <a:cubicBezTo>
                      <a:pt x="2393" y="2958"/>
                      <a:pt x="2507" y="2876"/>
                      <a:pt x="2626" y="2828"/>
                    </a:cubicBezTo>
                    <a:cubicBezTo>
                      <a:pt x="2860" y="2735"/>
                      <a:pt x="3083" y="2605"/>
                      <a:pt x="3306" y="2491"/>
                    </a:cubicBezTo>
                    <a:cubicBezTo>
                      <a:pt x="3376" y="2520"/>
                      <a:pt x="3432" y="2596"/>
                      <a:pt x="3507" y="2596"/>
                    </a:cubicBezTo>
                    <a:cubicBezTo>
                      <a:pt x="3514" y="2596"/>
                      <a:pt x="3521" y="2595"/>
                      <a:pt x="3529" y="2594"/>
                    </a:cubicBezTo>
                    <a:cubicBezTo>
                      <a:pt x="3567" y="2588"/>
                      <a:pt x="3599" y="2567"/>
                      <a:pt x="3632" y="2545"/>
                    </a:cubicBezTo>
                    <a:cubicBezTo>
                      <a:pt x="3692" y="2529"/>
                      <a:pt x="3746" y="2507"/>
                      <a:pt x="3806" y="2496"/>
                    </a:cubicBezTo>
                    <a:cubicBezTo>
                      <a:pt x="3909" y="2463"/>
                      <a:pt x="4002" y="2420"/>
                      <a:pt x="4094" y="2371"/>
                    </a:cubicBezTo>
                    <a:cubicBezTo>
                      <a:pt x="4192" y="2322"/>
                      <a:pt x="4301" y="2300"/>
                      <a:pt x="4393" y="2246"/>
                    </a:cubicBezTo>
                    <a:cubicBezTo>
                      <a:pt x="4545" y="2153"/>
                      <a:pt x="4708" y="2067"/>
                      <a:pt x="4866" y="1990"/>
                    </a:cubicBezTo>
                    <a:lnTo>
                      <a:pt x="4926" y="1963"/>
                    </a:lnTo>
                    <a:lnTo>
                      <a:pt x="4975" y="1942"/>
                    </a:lnTo>
                    <a:lnTo>
                      <a:pt x="5051" y="1914"/>
                    </a:lnTo>
                    <a:cubicBezTo>
                      <a:pt x="5100" y="1893"/>
                      <a:pt x="5149" y="1887"/>
                      <a:pt x="5197" y="1871"/>
                    </a:cubicBezTo>
                    <a:cubicBezTo>
                      <a:pt x="5246" y="1849"/>
                      <a:pt x="5290" y="1822"/>
                      <a:pt x="5333" y="1789"/>
                    </a:cubicBezTo>
                    <a:cubicBezTo>
                      <a:pt x="5388" y="1751"/>
                      <a:pt x="5448" y="1719"/>
                      <a:pt x="5507" y="1691"/>
                    </a:cubicBezTo>
                    <a:cubicBezTo>
                      <a:pt x="5545" y="1675"/>
                      <a:pt x="5578" y="1659"/>
                      <a:pt x="5605" y="1632"/>
                    </a:cubicBezTo>
                    <a:close/>
                    <a:moveTo>
                      <a:pt x="2746" y="3491"/>
                    </a:moveTo>
                    <a:cubicBezTo>
                      <a:pt x="2746" y="3512"/>
                      <a:pt x="2746" y="3529"/>
                      <a:pt x="2740" y="3545"/>
                    </a:cubicBezTo>
                    <a:cubicBezTo>
                      <a:pt x="2735" y="3556"/>
                      <a:pt x="2730" y="3572"/>
                      <a:pt x="2719" y="3583"/>
                    </a:cubicBezTo>
                    <a:cubicBezTo>
                      <a:pt x="2697" y="3654"/>
                      <a:pt x="2681" y="3730"/>
                      <a:pt x="2675" y="3806"/>
                    </a:cubicBezTo>
                    <a:cubicBezTo>
                      <a:pt x="2675" y="3849"/>
                      <a:pt x="2675" y="3893"/>
                      <a:pt x="2675" y="3936"/>
                    </a:cubicBezTo>
                    <a:cubicBezTo>
                      <a:pt x="2632" y="3942"/>
                      <a:pt x="2594" y="3947"/>
                      <a:pt x="2561" y="3964"/>
                    </a:cubicBezTo>
                    <a:cubicBezTo>
                      <a:pt x="2425" y="4023"/>
                      <a:pt x="2311" y="4121"/>
                      <a:pt x="2186" y="4197"/>
                    </a:cubicBezTo>
                    <a:lnTo>
                      <a:pt x="2175" y="4203"/>
                    </a:lnTo>
                    <a:cubicBezTo>
                      <a:pt x="2219" y="4045"/>
                      <a:pt x="2240" y="3882"/>
                      <a:pt x="2246" y="3719"/>
                    </a:cubicBezTo>
                    <a:cubicBezTo>
                      <a:pt x="2268" y="3719"/>
                      <a:pt x="2284" y="3714"/>
                      <a:pt x="2306" y="3703"/>
                    </a:cubicBezTo>
                    <a:lnTo>
                      <a:pt x="2431" y="3637"/>
                    </a:lnTo>
                    <a:cubicBezTo>
                      <a:pt x="2480" y="3610"/>
                      <a:pt x="2523" y="3578"/>
                      <a:pt x="2572" y="3550"/>
                    </a:cubicBezTo>
                    <a:cubicBezTo>
                      <a:pt x="2626" y="3529"/>
                      <a:pt x="2681" y="3507"/>
                      <a:pt x="2740" y="3491"/>
                    </a:cubicBezTo>
                    <a:close/>
                    <a:moveTo>
                      <a:pt x="3648" y="3099"/>
                    </a:moveTo>
                    <a:cubicBezTo>
                      <a:pt x="3599" y="3268"/>
                      <a:pt x="3572" y="3442"/>
                      <a:pt x="3567" y="3621"/>
                    </a:cubicBezTo>
                    <a:cubicBezTo>
                      <a:pt x="3556" y="3735"/>
                      <a:pt x="3534" y="3849"/>
                      <a:pt x="3502" y="3964"/>
                    </a:cubicBezTo>
                    <a:cubicBezTo>
                      <a:pt x="3485" y="4045"/>
                      <a:pt x="3474" y="4121"/>
                      <a:pt x="3458" y="4203"/>
                    </a:cubicBezTo>
                    <a:cubicBezTo>
                      <a:pt x="3431" y="4186"/>
                      <a:pt x="3409" y="4170"/>
                      <a:pt x="3387" y="4154"/>
                    </a:cubicBezTo>
                    <a:cubicBezTo>
                      <a:pt x="3262" y="4072"/>
                      <a:pt x="3126" y="4013"/>
                      <a:pt x="2991" y="3974"/>
                    </a:cubicBezTo>
                    <a:cubicBezTo>
                      <a:pt x="2947" y="3964"/>
                      <a:pt x="2904" y="3953"/>
                      <a:pt x="2866" y="3942"/>
                    </a:cubicBezTo>
                    <a:cubicBezTo>
                      <a:pt x="2876" y="3888"/>
                      <a:pt x="2876" y="3828"/>
                      <a:pt x="2893" y="3768"/>
                    </a:cubicBezTo>
                    <a:cubicBezTo>
                      <a:pt x="2909" y="3686"/>
                      <a:pt x="2920" y="3599"/>
                      <a:pt x="2925" y="3512"/>
                    </a:cubicBezTo>
                    <a:cubicBezTo>
                      <a:pt x="2925" y="3485"/>
                      <a:pt x="2936" y="3447"/>
                      <a:pt x="2942" y="3415"/>
                    </a:cubicBezTo>
                    <a:cubicBezTo>
                      <a:pt x="2974" y="3398"/>
                      <a:pt x="3007" y="3382"/>
                      <a:pt x="3039" y="3366"/>
                    </a:cubicBezTo>
                    <a:cubicBezTo>
                      <a:pt x="3137" y="3306"/>
                      <a:pt x="3246" y="3268"/>
                      <a:pt x="3349" y="3219"/>
                    </a:cubicBezTo>
                    <a:cubicBezTo>
                      <a:pt x="3447" y="3170"/>
                      <a:pt x="3545" y="3132"/>
                      <a:pt x="3648" y="3099"/>
                    </a:cubicBezTo>
                    <a:close/>
                    <a:moveTo>
                      <a:pt x="1262" y="2893"/>
                    </a:moveTo>
                    <a:cubicBezTo>
                      <a:pt x="1268" y="2899"/>
                      <a:pt x="1275" y="2902"/>
                      <a:pt x="1281" y="2902"/>
                    </a:cubicBezTo>
                    <a:cubicBezTo>
                      <a:pt x="1286" y="2902"/>
                      <a:pt x="1290" y="2900"/>
                      <a:pt x="1295" y="2898"/>
                    </a:cubicBezTo>
                    <a:cubicBezTo>
                      <a:pt x="1354" y="2904"/>
                      <a:pt x="1409" y="2920"/>
                      <a:pt x="1469" y="2925"/>
                    </a:cubicBezTo>
                    <a:lnTo>
                      <a:pt x="1474" y="2925"/>
                    </a:lnTo>
                    <a:lnTo>
                      <a:pt x="1512" y="2936"/>
                    </a:lnTo>
                    <a:cubicBezTo>
                      <a:pt x="1599" y="2958"/>
                      <a:pt x="1686" y="3001"/>
                      <a:pt x="1762" y="3050"/>
                    </a:cubicBezTo>
                    <a:cubicBezTo>
                      <a:pt x="1844" y="3121"/>
                      <a:pt x="1920" y="3197"/>
                      <a:pt x="1974" y="3290"/>
                    </a:cubicBezTo>
                    <a:cubicBezTo>
                      <a:pt x="1996" y="3333"/>
                      <a:pt x="2007" y="3377"/>
                      <a:pt x="2028" y="3415"/>
                    </a:cubicBezTo>
                    <a:cubicBezTo>
                      <a:pt x="2050" y="3442"/>
                      <a:pt x="2072" y="3474"/>
                      <a:pt x="2088" y="3507"/>
                    </a:cubicBezTo>
                    <a:cubicBezTo>
                      <a:pt x="2099" y="3540"/>
                      <a:pt x="2105" y="3567"/>
                      <a:pt x="2110" y="3594"/>
                    </a:cubicBezTo>
                    <a:cubicBezTo>
                      <a:pt x="2099" y="3594"/>
                      <a:pt x="2088" y="3599"/>
                      <a:pt x="2077" y="3599"/>
                    </a:cubicBezTo>
                    <a:lnTo>
                      <a:pt x="2077" y="3616"/>
                    </a:lnTo>
                    <a:cubicBezTo>
                      <a:pt x="2079" y="3615"/>
                      <a:pt x="2082" y="3614"/>
                      <a:pt x="2084" y="3614"/>
                    </a:cubicBezTo>
                    <a:cubicBezTo>
                      <a:pt x="2094" y="3614"/>
                      <a:pt x="2105" y="3623"/>
                      <a:pt x="2105" y="3632"/>
                    </a:cubicBezTo>
                    <a:lnTo>
                      <a:pt x="2105" y="3719"/>
                    </a:lnTo>
                    <a:lnTo>
                      <a:pt x="2121" y="3719"/>
                    </a:lnTo>
                    <a:cubicBezTo>
                      <a:pt x="2115" y="3882"/>
                      <a:pt x="2083" y="4045"/>
                      <a:pt x="2023" y="4197"/>
                    </a:cubicBezTo>
                    <a:cubicBezTo>
                      <a:pt x="1996" y="4273"/>
                      <a:pt x="1963" y="4350"/>
                      <a:pt x="1920" y="4420"/>
                    </a:cubicBezTo>
                    <a:cubicBezTo>
                      <a:pt x="1909" y="4442"/>
                      <a:pt x="1893" y="4464"/>
                      <a:pt x="1882" y="4480"/>
                    </a:cubicBezTo>
                    <a:cubicBezTo>
                      <a:pt x="1827" y="4562"/>
                      <a:pt x="1757" y="4627"/>
                      <a:pt x="1675" y="4670"/>
                    </a:cubicBezTo>
                    <a:lnTo>
                      <a:pt x="1670" y="4670"/>
                    </a:lnTo>
                    <a:cubicBezTo>
                      <a:pt x="1511" y="4747"/>
                      <a:pt x="1314" y="4821"/>
                      <a:pt x="1127" y="4821"/>
                    </a:cubicBezTo>
                    <a:cubicBezTo>
                      <a:pt x="1090" y="4821"/>
                      <a:pt x="1053" y="4818"/>
                      <a:pt x="1017" y="4812"/>
                    </a:cubicBezTo>
                    <a:cubicBezTo>
                      <a:pt x="914" y="4790"/>
                      <a:pt x="816" y="4812"/>
                      <a:pt x="708" y="4779"/>
                    </a:cubicBezTo>
                    <a:cubicBezTo>
                      <a:pt x="599" y="4741"/>
                      <a:pt x="506" y="4670"/>
                      <a:pt x="436" y="4583"/>
                    </a:cubicBezTo>
                    <a:cubicBezTo>
                      <a:pt x="370" y="4502"/>
                      <a:pt x="316" y="4409"/>
                      <a:pt x="273" y="4312"/>
                    </a:cubicBezTo>
                    <a:cubicBezTo>
                      <a:pt x="218" y="4208"/>
                      <a:pt x="180" y="4100"/>
                      <a:pt x="169" y="3985"/>
                    </a:cubicBezTo>
                    <a:cubicBezTo>
                      <a:pt x="153" y="3882"/>
                      <a:pt x="169" y="3773"/>
                      <a:pt x="213" y="3681"/>
                    </a:cubicBezTo>
                    <a:cubicBezTo>
                      <a:pt x="256" y="3589"/>
                      <a:pt x="278" y="3485"/>
                      <a:pt x="327" y="3393"/>
                    </a:cubicBezTo>
                    <a:cubicBezTo>
                      <a:pt x="387" y="3279"/>
                      <a:pt x="463" y="3181"/>
                      <a:pt x="555" y="3099"/>
                    </a:cubicBezTo>
                    <a:cubicBezTo>
                      <a:pt x="659" y="3029"/>
                      <a:pt x="773" y="2980"/>
                      <a:pt x="898" y="2963"/>
                    </a:cubicBezTo>
                    <a:cubicBezTo>
                      <a:pt x="958" y="2947"/>
                      <a:pt x="1017" y="2936"/>
                      <a:pt x="1077" y="2925"/>
                    </a:cubicBezTo>
                    <a:cubicBezTo>
                      <a:pt x="1137" y="2909"/>
                      <a:pt x="1197" y="2898"/>
                      <a:pt x="1257" y="2893"/>
                    </a:cubicBezTo>
                    <a:close/>
                    <a:moveTo>
                      <a:pt x="2952" y="4148"/>
                    </a:moveTo>
                    <a:cubicBezTo>
                      <a:pt x="3012" y="4165"/>
                      <a:pt x="3072" y="4186"/>
                      <a:pt x="3126" y="4214"/>
                    </a:cubicBezTo>
                    <a:cubicBezTo>
                      <a:pt x="3300" y="4295"/>
                      <a:pt x="3480" y="4415"/>
                      <a:pt x="3578" y="4589"/>
                    </a:cubicBezTo>
                    <a:lnTo>
                      <a:pt x="3572" y="4589"/>
                    </a:lnTo>
                    <a:cubicBezTo>
                      <a:pt x="3632" y="4692"/>
                      <a:pt x="3621" y="4790"/>
                      <a:pt x="3637" y="4904"/>
                    </a:cubicBezTo>
                    <a:cubicBezTo>
                      <a:pt x="3659" y="5013"/>
                      <a:pt x="3659" y="5121"/>
                      <a:pt x="3627" y="5230"/>
                    </a:cubicBezTo>
                    <a:cubicBezTo>
                      <a:pt x="3616" y="5285"/>
                      <a:pt x="3594" y="5333"/>
                      <a:pt x="3583" y="5388"/>
                    </a:cubicBezTo>
                    <a:cubicBezTo>
                      <a:pt x="3578" y="5410"/>
                      <a:pt x="3572" y="5437"/>
                      <a:pt x="3572" y="5464"/>
                    </a:cubicBezTo>
                    <a:cubicBezTo>
                      <a:pt x="3572" y="5480"/>
                      <a:pt x="3561" y="5497"/>
                      <a:pt x="3550" y="5513"/>
                    </a:cubicBezTo>
                    <a:cubicBezTo>
                      <a:pt x="3496" y="5589"/>
                      <a:pt x="3436" y="5665"/>
                      <a:pt x="3366" y="5730"/>
                    </a:cubicBezTo>
                    <a:cubicBezTo>
                      <a:pt x="3279" y="5801"/>
                      <a:pt x="3186" y="5866"/>
                      <a:pt x="3094" y="5926"/>
                    </a:cubicBezTo>
                    <a:cubicBezTo>
                      <a:pt x="3050" y="5953"/>
                      <a:pt x="3007" y="5980"/>
                      <a:pt x="2958" y="5991"/>
                    </a:cubicBezTo>
                    <a:cubicBezTo>
                      <a:pt x="2898" y="5991"/>
                      <a:pt x="2844" y="5986"/>
                      <a:pt x="2789" y="5969"/>
                    </a:cubicBezTo>
                    <a:cubicBezTo>
                      <a:pt x="2664" y="5964"/>
                      <a:pt x="2545" y="5948"/>
                      <a:pt x="2425" y="5921"/>
                    </a:cubicBezTo>
                    <a:cubicBezTo>
                      <a:pt x="2317" y="5882"/>
                      <a:pt x="2219" y="5823"/>
                      <a:pt x="2132" y="5747"/>
                    </a:cubicBezTo>
                    <a:cubicBezTo>
                      <a:pt x="2056" y="5681"/>
                      <a:pt x="1990" y="5594"/>
                      <a:pt x="1947" y="5502"/>
                    </a:cubicBezTo>
                    <a:cubicBezTo>
                      <a:pt x="1903" y="5393"/>
                      <a:pt x="1887" y="5279"/>
                      <a:pt x="1898" y="5159"/>
                    </a:cubicBezTo>
                    <a:cubicBezTo>
                      <a:pt x="1893" y="5002"/>
                      <a:pt x="1909" y="4844"/>
                      <a:pt x="1947" y="4692"/>
                    </a:cubicBezTo>
                    <a:cubicBezTo>
                      <a:pt x="2023" y="4610"/>
                      <a:pt x="2083" y="4507"/>
                      <a:pt x="2121" y="4398"/>
                    </a:cubicBezTo>
                    <a:cubicBezTo>
                      <a:pt x="2191" y="4350"/>
                      <a:pt x="2268" y="4306"/>
                      <a:pt x="2349" y="4273"/>
                    </a:cubicBezTo>
                    <a:cubicBezTo>
                      <a:pt x="2376" y="4257"/>
                      <a:pt x="2403" y="4241"/>
                      <a:pt x="2431" y="4225"/>
                    </a:cubicBezTo>
                    <a:cubicBezTo>
                      <a:pt x="2447" y="4219"/>
                      <a:pt x="2469" y="4214"/>
                      <a:pt x="2490" y="4208"/>
                    </a:cubicBezTo>
                    <a:lnTo>
                      <a:pt x="2529" y="4203"/>
                    </a:lnTo>
                    <a:cubicBezTo>
                      <a:pt x="2529" y="4211"/>
                      <a:pt x="2537" y="4216"/>
                      <a:pt x="2544" y="4216"/>
                    </a:cubicBezTo>
                    <a:cubicBezTo>
                      <a:pt x="2547" y="4216"/>
                      <a:pt x="2549" y="4215"/>
                      <a:pt x="2550" y="4214"/>
                    </a:cubicBezTo>
                    <a:lnTo>
                      <a:pt x="2567" y="4197"/>
                    </a:lnTo>
                    <a:cubicBezTo>
                      <a:pt x="2599" y="4192"/>
                      <a:pt x="2632" y="4186"/>
                      <a:pt x="2664" y="4186"/>
                    </a:cubicBezTo>
                    <a:cubicBezTo>
                      <a:pt x="2707" y="4186"/>
                      <a:pt x="2762" y="4194"/>
                      <a:pt x="2814" y="4194"/>
                    </a:cubicBezTo>
                    <a:cubicBezTo>
                      <a:pt x="2861" y="4194"/>
                      <a:pt x="2905" y="4188"/>
                      <a:pt x="2936" y="4165"/>
                    </a:cubicBezTo>
                    <a:cubicBezTo>
                      <a:pt x="2942" y="4159"/>
                      <a:pt x="2947" y="4154"/>
                      <a:pt x="2952" y="4148"/>
                    </a:cubicBezTo>
                    <a:close/>
                    <a:moveTo>
                      <a:pt x="4079" y="0"/>
                    </a:moveTo>
                    <a:cubicBezTo>
                      <a:pt x="3997" y="0"/>
                      <a:pt x="3915" y="16"/>
                      <a:pt x="3839" y="44"/>
                    </a:cubicBezTo>
                    <a:cubicBezTo>
                      <a:pt x="3724" y="77"/>
                      <a:pt x="3605" y="88"/>
                      <a:pt x="3502" y="164"/>
                    </a:cubicBezTo>
                    <a:cubicBezTo>
                      <a:pt x="3425" y="218"/>
                      <a:pt x="3338" y="235"/>
                      <a:pt x="3273" y="316"/>
                    </a:cubicBezTo>
                    <a:cubicBezTo>
                      <a:pt x="3219" y="392"/>
                      <a:pt x="3181" y="479"/>
                      <a:pt x="3159" y="566"/>
                    </a:cubicBezTo>
                    <a:cubicBezTo>
                      <a:pt x="3132" y="670"/>
                      <a:pt x="3116" y="773"/>
                      <a:pt x="3105" y="876"/>
                    </a:cubicBezTo>
                    <a:cubicBezTo>
                      <a:pt x="3094" y="941"/>
                      <a:pt x="3072" y="996"/>
                      <a:pt x="3061" y="1061"/>
                    </a:cubicBezTo>
                    <a:cubicBezTo>
                      <a:pt x="3045" y="1121"/>
                      <a:pt x="3034" y="1197"/>
                      <a:pt x="3018" y="1267"/>
                    </a:cubicBezTo>
                    <a:cubicBezTo>
                      <a:pt x="3007" y="1322"/>
                      <a:pt x="3001" y="1382"/>
                      <a:pt x="2991" y="1436"/>
                    </a:cubicBezTo>
                    <a:cubicBezTo>
                      <a:pt x="2985" y="1490"/>
                      <a:pt x="2963" y="1550"/>
                      <a:pt x="2958" y="1604"/>
                    </a:cubicBezTo>
                    <a:cubicBezTo>
                      <a:pt x="2952" y="1664"/>
                      <a:pt x="2963" y="1713"/>
                      <a:pt x="2958" y="1768"/>
                    </a:cubicBezTo>
                    <a:cubicBezTo>
                      <a:pt x="2952" y="1833"/>
                      <a:pt x="2936" y="1898"/>
                      <a:pt x="2931" y="1963"/>
                    </a:cubicBezTo>
                    <a:cubicBezTo>
                      <a:pt x="2925" y="2099"/>
                      <a:pt x="2876" y="2224"/>
                      <a:pt x="2871" y="2360"/>
                    </a:cubicBezTo>
                    <a:cubicBezTo>
                      <a:pt x="2871" y="2398"/>
                      <a:pt x="2849" y="2425"/>
                      <a:pt x="2849" y="2469"/>
                    </a:cubicBezTo>
                    <a:cubicBezTo>
                      <a:pt x="2849" y="2501"/>
                      <a:pt x="2849" y="2534"/>
                      <a:pt x="2844" y="2567"/>
                    </a:cubicBezTo>
                    <a:cubicBezTo>
                      <a:pt x="2844" y="2577"/>
                      <a:pt x="2844" y="2588"/>
                      <a:pt x="2844" y="2599"/>
                    </a:cubicBezTo>
                    <a:cubicBezTo>
                      <a:pt x="2779" y="2637"/>
                      <a:pt x="2708" y="2664"/>
                      <a:pt x="2643" y="2697"/>
                    </a:cubicBezTo>
                    <a:cubicBezTo>
                      <a:pt x="2572" y="2730"/>
                      <a:pt x="2512" y="2751"/>
                      <a:pt x="2447" y="2784"/>
                    </a:cubicBezTo>
                    <a:cubicBezTo>
                      <a:pt x="2382" y="2822"/>
                      <a:pt x="2306" y="2855"/>
                      <a:pt x="2230" y="2882"/>
                    </a:cubicBezTo>
                    <a:cubicBezTo>
                      <a:pt x="2170" y="2904"/>
                      <a:pt x="2115" y="2931"/>
                      <a:pt x="2066" y="2969"/>
                    </a:cubicBezTo>
                    <a:cubicBezTo>
                      <a:pt x="2028" y="2991"/>
                      <a:pt x="1996" y="3007"/>
                      <a:pt x="1974" y="3023"/>
                    </a:cubicBezTo>
                    <a:cubicBezTo>
                      <a:pt x="1925" y="2974"/>
                      <a:pt x="1876" y="2931"/>
                      <a:pt x="1822" y="2898"/>
                    </a:cubicBezTo>
                    <a:cubicBezTo>
                      <a:pt x="1748" y="2848"/>
                      <a:pt x="1578" y="2770"/>
                      <a:pt x="1442" y="2770"/>
                    </a:cubicBezTo>
                    <a:cubicBezTo>
                      <a:pt x="1417" y="2770"/>
                      <a:pt x="1393" y="2773"/>
                      <a:pt x="1371" y="2779"/>
                    </a:cubicBezTo>
                    <a:cubicBezTo>
                      <a:pt x="1338" y="2768"/>
                      <a:pt x="1305" y="2762"/>
                      <a:pt x="1273" y="2762"/>
                    </a:cubicBezTo>
                    <a:cubicBezTo>
                      <a:pt x="1259" y="2761"/>
                      <a:pt x="1246" y="2760"/>
                      <a:pt x="1232" y="2760"/>
                    </a:cubicBezTo>
                    <a:cubicBezTo>
                      <a:pt x="1191" y="2760"/>
                      <a:pt x="1151" y="2766"/>
                      <a:pt x="1110" y="2779"/>
                    </a:cubicBezTo>
                    <a:cubicBezTo>
                      <a:pt x="1045" y="2789"/>
                      <a:pt x="974" y="2789"/>
                      <a:pt x="909" y="2806"/>
                    </a:cubicBezTo>
                    <a:cubicBezTo>
                      <a:pt x="778" y="2828"/>
                      <a:pt x="648" y="2866"/>
                      <a:pt x="523" y="2925"/>
                    </a:cubicBezTo>
                    <a:cubicBezTo>
                      <a:pt x="419" y="2996"/>
                      <a:pt x="327" y="3088"/>
                      <a:pt x="262" y="3197"/>
                    </a:cubicBezTo>
                    <a:cubicBezTo>
                      <a:pt x="224" y="3246"/>
                      <a:pt x="191" y="3306"/>
                      <a:pt x="158" y="3366"/>
                    </a:cubicBezTo>
                    <a:cubicBezTo>
                      <a:pt x="131" y="3420"/>
                      <a:pt x="120" y="3485"/>
                      <a:pt x="99" y="3545"/>
                    </a:cubicBezTo>
                    <a:cubicBezTo>
                      <a:pt x="72" y="3594"/>
                      <a:pt x="50" y="3648"/>
                      <a:pt x="33" y="3703"/>
                    </a:cubicBezTo>
                    <a:cubicBezTo>
                      <a:pt x="17" y="3762"/>
                      <a:pt x="6" y="3828"/>
                      <a:pt x="6" y="3893"/>
                    </a:cubicBezTo>
                    <a:cubicBezTo>
                      <a:pt x="1" y="4029"/>
                      <a:pt x="28" y="4165"/>
                      <a:pt x="82" y="4284"/>
                    </a:cubicBezTo>
                    <a:cubicBezTo>
                      <a:pt x="104" y="4339"/>
                      <a:pt x="131" y="4393"/>
                      <a:pt x="158" y="4447"/>
                    </a:cubicBezTo>
                    <a:cubicBezTo>
                      <a:pt x="197" y="4507"/>
                      <a:pt x="218" y="4567"/>
                      <a:pt x="256" y="4621"/>
                    </a:cubicBezTo>
                    <a:cubicBezTo>
                      <a:pt x="416" y="4840"/>
                      <a:pt x="628" y="4975"/>
                      <a:pt x="898" y="4975"/>
                    </a:cubicBezTo>
                    <a:cubicBezTo>
                      <a:pt x="903" y="4975"/>
                      <a:pt x="909" y="4975"/>
                      <a:pt x="914" y="4975"/>
                    </a:cubicBezTo>
                    <a:cubicBezTo>
                      <a:pt x="974" y="4980"/>
                      <a:pt x="1039" y="4991"/>
                      <a:pt x="1099" y="5002"/>
                    </a:cubicBezTo>
                    <a:cubicBezTo>
                      <a:pt x="1175" y="5002"/>
                      <a:pt x="1246" y="4996"/>
                      <a:pt x="1316" y="4980"/>
                    </a:cubicBezTo>
                    <a:cubicBezTo>
                      <a:pt x="1452" y="4953"/>
                      <a:pt x="1588" y="4909"/>
                      <a:pt x="1719" y="4855"/>
                    </a:cubicBezTo>
                    <a:cubicBezTo>
                      <a:pt x="1735" y="4844"/>
                      <a:pt x="1757" y="4839"/>
                      <a:pt x="1778" y="4828"/>
                    </a:cubicBezTo>
                    <a:lnTo>
                      <a:pt x="1778" y="4828"/>
                    </a:lnTo>
                    <a:cubicBezTo>
                      <a:pt x="1767" y="4871"/>
                      <a:pt x="1767" y="4920"/>
                      <a:pt x="1762" y="4969"/>
                    </a:cubicBezTo>
                    <a:cubicBezTo>
                      <a:pt x="1751" y="5105"/>
                      <a:pt x="1751" y="5241"/>
                      <a:pt x="1762" y="5377"/>
                    </a:cubicBezTo>
                    <a:cubicBezTo>
                      <a:pt x="1784" y="5502"/>
                      <a:pt x="1827" y="5616"/>
                      <a:pt x="1898" y="5719"/>
                    </a:cubicBezTo>
                    <a:cubicBezTo>
                      <a:pt x="1969" y="5817"/>
                      <a:pt x="2061" y="5899"/>
                      <a:pt x="2159" y="5969"/>
                    </a:cubicBezTo>
                    <a:cubicBezTo>
                      <a:pt x="2278" y="6046"/>
                      <a:pt x="2409" y="6100"/>
                      <a:pt x="2550" y="6116"/>
                    </a:cubicBezTo>
                    <a:cubicBezTo>
                      <a:pt x="2615" y="6127"/>
                      <a:pt x="2681" y="6138"/>
                      <a:pt x="2746" y="6138"/>
                    </a:cubicBezTo>
                    <a:cubicBezTo>
                      <a:pt x="2806" y="6138"/>
                      <a:pt x="2871" y="6166"/>
                      <a:pt x="2936" y="6166"/>
                    </a:cubicBezTo>
                    <a:cubicBezTo>
                      <a:pt x="2942" y="6166"/>
                      <a:pt x="2947" y="6166"/>
                      <a:pt x="2952" y="6165"/>
                    </a:cubicBezTo>
                    <a:cubicBezTo>
                      <a:pt x="3067" y="6160"/>
                      <a:pt x="3197" y="6078"/>
                      <a:pt x="3290" y="6013"/>
                    </a:cubicBezTo>
                    <a:cubicBezTo>
                      <a:pt x="3398" y="5948"/>
                      <a:pt x="3502" y="5861"/>
                      <a:pt x="3588" y="5768"/>
                    </a:cubicBezTo>
                    <a:cubicBezTo>
                      <a:pt x="3621" y="5725"/>
                      <a:pt x="3643" y="5681"/>
                      <a:pt x="3675" y="5643"/>
                    </a:cubicBezTo>
                    <a:cubicBezTo>
                      <a:pt x="3714" y="5605"/>
                      <a:pt x="3735" y="5562"/>
                      <a:pt x="3746" y="5507"/>
                    </a:cubicBezTo>
                    <a:cubicBezTo>
                      <a:pt x="3762" y="5371"/>
                      <a:pt x="3822" y="5252"/>
                      <a:pt x="3833" y="5121"/>
                    </a:cubicBezTo>
                    <a:cubicBezTo>
                      <a:pt x="3839" y="5056"/>
                      <a:pt x="3833" y="4991"/>
                      <a:pt x="3822" y="4926"/>
                    </a:cubicBezTo>
                    <a:cubicBezTo>
                      <a:pt x="3811" y="4861"/>
                      <a:pt x="3811" y="4790"/>
                      <a:pt x="3800" y="4719"/>
                    </a:cubicBezTo>
                    <a:cubicBezTo>
                      <a:pt x="3773" y="4562"/>
                      <a:pt x="3692" y="4420"/>
                      <a:pt x="3572" y="4312"/>
                    </a:cubicBezTo>
                    <a:cubicBezTo>
                      <a:pt x="3599" y="4214"/>
                      <a:pt x="3621" y="4110"/>
                      <a:pt x="3637" y="4007"/>
                    </a:cubicBezTo>
                    <a:cubicBezTo>
                      <a:pt x="3659" y="3893"/>
                      <a:pt x="3686" y="3773"/>
                      <a:pt x="3697" y="3659"/>
                    </a:cubicBezTo>
                    <a:cubicBezTo>
                      <a:pt x="3703" y="3545"/>
                      <a:pt x="3708" y="3431"/>
                      <a:pt x="3724" y="3317"/>
                    </a:cubicBezTo>
                    <a:cubicBezTo>
                      <a:pt x="3746" y="3241"/>
                      <a:pt x="3752" y="3159"/>
                      <a:pt x="3741" y="3078"/>
                    </a:cubicBezTo>
                    <a:lnTo>
                      <a:pt x="3757" y="3072"/>
                    </a:lnTo>
                    <a:lnTo>
                      <a:pt x="3790" y="3061"/>
                    </a:lnTo>
                    <a:cubicBezTo>
                      <a:pt x="3860" y="3034"/>
                      <a:pt x="3926" y="3007"/>
                      <a:pt x="3985" y="2974"/>
                    </a:cubicBezTo>
                    <a:cubicBezTo>
                      <a:pt x="4067" y="2936"/>
                      <a:pt x="4148" y="2915"/>
                      <a:pt x="4230" y="2887"/>
                    </a:cubicBezTo>
                    <a:cubicBezTo>
                      <a:pt x="4306" y="2855"/>
                      <a:pt x="4382" y="2822"/>
                      <a:pt x="4453" y="2784"/>
                    </a:cubicBezTo>
                    <a:cubicBezTo>
                      <a:pt x="4529" y="2746"/>
                      <a:pt x="4610" y="2713"/>
                      <a:pt x="4687" y="2675"/>
                    </a:cubicBezTo>
                    <a:cubicBezTo>
                      <a:pt x="4757" y="2643"/>
                      <a:pt x="4833" y="2610"/>
                      <a:pt x="4904" y="2583"/>
                    </a:cubicBezTo>
                    <a:cubicBezTo>
                      <a:pt x="4980" y="2561"/>
                      <a:pt x="5051" y="2534"/>
                      <a:pt x="5121" y="2501"/>
                    </a:cubicBezTo>
                    <a:cubicBezTo>
                      <a:pt x="5192" y="2458"/>
                      <a:pt x="5257" y="2409"/>
                      <a:pt x="5328" y="2360"/>
                    </a:cubicBezTo>
                    <a:cubicBezTo>
                      <a:pt x="5388" y="2322"/>
                      <a:pt x="5442" y="2273"/>
                      <a:pt x="5496" y="2224"/>
                    </a:cubicBezTo>
                    <a:cubicBezTo>
                      <a:pt x="5545" y="2170"/>
                      <a:pt x="5583" y="2105"/>
                      <a:pt x="5616" y="2034"/>
                    </a:cubicBezTo>
                    <a:cubicBezTo>
                      <a:pt x="5654" y="1963"/>
                      <a:pt x="5670" y="1882"/>
                      <a:pt x="5703" y="1806"/>
                    </a:cubicBezTo>
                    <a:cubicBezTo>
                      <a:pt x="5725" y="1735"/>
                      <a:pt x="5730" y="1659"/>
                      <a:pt x="5725" y="1588"/>
                    </a:cubicBezTo>
                    <a:cubicBezTo>
                      <a:pt x="5730" y="1496"/>
                      <a:pt x="5763" y="1420"/>
                      <a:pt x="5746" y="1327"/>
                    </a:cubicBezTo>
                    <a:lnTo>
                      <a:pt x="5741" y="1322"/>
                    </a:lnTo>
                    <a:cubicBezTo>
                      <a:pt x="5732" y="1293"/>
                      <a:pt x="5710" y="1277"/>
                      <a:pt x="5683" y="1277"/>
                    </a:cubicBezTo>
                    <a:cubicBezTo>
                      <a:pt x="5679" y="1277"/>
                      <a:pt x="5675" y="1278"/>
                      <a:pt x="5670" y="1278"/>
                    </a:cubicBezTo>
                    <a:cubicBezTo>
                      <a:pt x="5562" y="1316"/>
                      <a:pt x="5458" y="1360"/>
                      <a:pt x="5361" y="1420"/>
                    </a:cubicBezTo>
                    <a:cubicBezTo>
                      <a:pt x="5306" y="1447"/>
                      <a:pt x="5246" y="1463"/>
                      <a:pt x="5192" y="1490"/>
                    </a:cubicBezTo>
                    <a:lnTo>
                      <a:pt x="5002" y="1583"/>
                    </a:lnTo>
                    <a:cubicBezTo>
                      <a:pt x="4866" y="1653"/>
                      <a:pt x="4719" y="1702"/>
                      <a:pt x="4583" y="1768"/>
                    </a:cubicBezTo>
                    <a:cubicBezTo>
                      <a:pt x="4534" y="1800"/>
                      <a:pt x="4480" y="1827"/>
                      <a:pt x="4431" y="1855"/>
                    </a:cubicBezTo>
                    <a:cubicBezTo>
                      <a:pt x="4360" y="1882"/>
                      <a:pt x="4295" y="1914"/>
                      <a:pt x="4224" y="1942"/>
                    </a:cubicBezTo>
                    <a:cubicBezTo>
                      <a:pt x="4094" y="1996"/>
                      <a:pt x="3964" y="2050"/>
                      <a:pt x="3833" y="2105"/>
                    </a:cubicBezTo>
                    <a:cubicBezTo>
                      <a:pt x="3844" y="2072"/>
                      <a:pt x="3849" y="2045"/>
                      <a:pt x="3866" y="2012"/>
                    </a:cubicBezTo>
                    <a:cubicBezTo>
                      <a:pt x="3877" y="1974"/>
                      <a:pt x="3882" y="1936"/>
                      <a:pt x="3882" y="1898"/>
                    </a:cubicBezTo>
                    <a:cubicBezTo>
                      <a:pt x="3893" y="1795"/>
                      <a:pt x="3931" y="1702"/>
                      <a:pt x="3947" y="1604"/>
                    </a:cubicBezTo>
                    <a:cubicBezTo>
                      <a:pt x="3953" y="1556"/>
                      <a:pt x="3947" y="1512"/>
                      <a:pt x="3953" y="1469"/>
                    </a:cubicBezTo>
                    <a:cubicBezTo>
                      <a:pt x="3958" y="1420"/>
                      <a:pt x="3969" y="1376"/>
                      <a:pt x="3980" y="1333"/>
                    </a:cubicBezTo>
                    <a:cubicBezTo>
                      <a:pt x="3996" y="1235"/>
                      <a:pt x="4007" y="1132"/>
                      <a:pt x="4018" y="1034"/>
                    </a:cubicBezTo>
                    <a:cubicBezTo>
                      <a:pt x="4034" y="930"/>
                      <a:pt x="4056" y="854"/>
                      <a:pt x="4078" y="762"/>
                    </a:cubicBezTo>
                    <a:cubicBezTo>
                      <a:pt x="4094" y="675"/>
                      <a:pt x="4099" y="588"/>
                      <a:pt x="4116" y="496"/>
                    </a:cubicBezTo>
                    <a:cubicBezTo>
                      <a:pt x="4132" y="414"/>
                      <a:pt x="4154" y="333"/>
                      <a:pt x="4181" y="256"/>
                    </a:cubicBezTo>
                    <a:cubicBezTo>
                      <a:pt x="4208" y="186"/>
                      <a:pt x="4214" y="115"/>
                      <a:pt x="4203" y="44"/>
                    </a:cubicBezTo>
                    <a:cubicBezTo>
                      <a:pt x="4197" y="23"/>
                      <a:pt x="4181" y="12"/>
                      <a:pt x="4165" y="6"/>
                    </a:cubicBezTo>
                    <a:cubicBezTo>
                      <a:pt x="4136" y="2"/>
                      <a:pt x="4107" y="0"/>
                      <a:pt x="4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0"/>
              <p:cNvSpPr/>
              <p:nvPr/>
            </p:nvSpPr>
            <p:spPr>
              <a:xfrm>
                <a:off x="5218375" y="4715625"/>
                <a:ext cx="31150" cy="28600"/>
              </a:xfrm>
              <a:custGeom>
                <a:rect b="b" l="l" r="r" t="t"/>
                <a:pathLst>
                  <a:path extrusionOk="0" h="1144" w="1246">
                    <a:moveTo>
                      <a:pt x="702" y="134"/>
                    </a:moveTo>
                    <a:cubicBezTo>
                      <a:pt x="718" y="134"/>
                      <a:pt x="735" y="135"/>
                      <a:pt x="751" y="138"/>
                    </a:cubicBezTo>
                    <a:cubicBezTo>
                      <a:pt x="849" y="144"/>
                      <a:pt x="941" y="187"/>
                      <a:pt x="1012" y="258"/>
                    </a:cubicBezTo>
                    <a:cubicBezTo>
                      <a:pt x="1077" y="339"/>
                      <a:pt x="1104" y="442"/>
                      <a:pt x="1094" y="546"/>
                    </a:cubicBezTo>
                    <a:lnTo>
                      <a:pt x="1094" y="540"/>
                    </a:lnTo>
                    <a:cubicBezTo>
                      <a:pt x="1077" y="654"/>
                      <a:pt x="1045" y="763"/>
                      <a:pt x="1001" y="866"/>
                    </a:cubicBezTo>
                    <a:cubicBezTo>
                      <a:pt x="974" y="915"/>
                      <a:pt x="936" y="959"/>
                      <a:pt x="887" y="986"/>
                    </a:cubicBezTo>
                    <a:cubicBezTo>
                      <a:pt x="847" y="1002"/>
                      <a:pt x="802" y="1012"/>
                      <a:pt x="756" y="1012"/>
                    </a:cubicBezTo>
                    <a:cubicBezTo>
                      <a:pt x="740" y="1012"/>
                      <a:pt x="724" y="1011"/>
                      <a:pt x="708" y="1008"/>
                    </a:cubicBezTo>
                    <a:cubicBezTo>
                      <a:pt x="648" y="1008"/>
                      <a:pt x="583" y="1008"/>
                      <a:pt x="523" y="1002"/>
                    </a:cubicBezTo>
                    <a:cubicBezTo>
                      <a:pt x="515" y="1003"/>
                      <a:pt x="508" y="1003"/>
                      <a:pt x="500" y="1003"/>
                    </a:cubicBezTo>
                    <a:cubicBezTo>
                      <a:pt x="448" y="1003"/>
                      <a:pt x="397" y="987"/>
                      <a:pt x="354" y="953"/>
                    </a:cubicBezTo>
                    <a:cubicBezTo>
                      <a:pt x="294" y="883"/>
                      <a:pt x="251" y="796"/>
                      <a:pt x="229" y="703"/>
                    </a:cubicBezTo>
                    <a:cubicBezTo>
                      <a:pt x="191" y="600"/>
                      <a:pt x="191" y="486"/>
                      <a:pt x="229" y="383"/>
                    </a:cubicBezTo>
                    <a:cubicBezTo>
                      <a:pt x="273" y="279"/>
                      <a:pt x="371" y="225"/>
                      <a:pt x="474" y="182"/>
                    </a:cubicBezTo>
                    <a:cubicBezTo>
                      <a:pt x="496" y="171"/>
                      <a:pt x="523" y="160"/>
                      <a:pt x="544" y="149"/>
                    </a:cubicBezTo>
                    <a:cubicBezTo>
                      <a:pt x="561" y="154"/>
                      <a:pt x="577" y="154"/>
                      <a:pt x="593" y="154"/>
                    </a:cubicBezTo>
                    <a:cubicBezTo>
                      <a:pt x="615" y="154"/>
                      <a:pt x="631" y="149"/>
                      <a:pt x="653" y="138"/>
                    </a:cubicBezTo>
                    <a:cubicBezTo>
                      <a:pt x="670" y="135"/>
                      <a:pt x="686" y="134"/>
                      <a:pt x="702" y="134"/>
                    </a:cubicBezTo>
                    <a:close/>
                    <a:moveTo>
                      <a:pt x="724" y="0"/>
                    </a:moveTo>
                    <a:cubicBezTo>
                      <a:pt x="694" y="0"/>
                      <a:pt x="663" y="3"/>
                      <a:pt x="631" y="8"/>
                    </a:cubicBezTo>
                    <a:cubicBezTo>
                      <a:pt x="588" y="13"/>
                      <a:pt x="544" y="24"/>
                      <a:pt x="506" y="40"/>
                    </a:cubicBezTo>
                    <a:cubicBezTo>
                      <a:pt x="387" y="95"/>
                      <a:pt x="262" y="144"/>
                      <a:pt x="175" y="247"/>
                    </a:cubicBezTo>
                    <a:cubicBezTo>
                      <a:pt x="1" y="459"/>
                      <a:pt x="88" y="785"/>
                      <a:pt x="224" y="992"/>
                    </a:cubicBezTo>
                    <a:cubicBezTo>
                      <a:pt x="311" y="1122"/>
                      <a:pt x="436" y="1127"/>
                      <a:pt x="577" y="1138"/>
                    </a:cubicBezTo>
                    <a:cubicBezTo>
                      <a:pt x="626" y="1140"/>
                      <a:pt x="678" y="1144"/>
                      <a:pt x="731" y="1144"/>
                    </a:cubicBezTo>
                    <a:cubicBezTo>
                      <a:pt x="831" y="1144"/>
                      <a:pt x="933" y="1130"/>
                      <a:pt x="1012" y="1062"/>
                    </a:cubicBezTo>
                    <a:cubicBezTo>
                      <a:pt x="1137" y="953"/>
                      <a:pt x="1164" y="807"/>
                      <a:pt x="1202" y="654"/>
                    </a:cubicBezTo>
                    <a:cubicBezTo>
                      <a:pt x="1246" y="524"/>
                      <a:pt x="1235" y="388"/>
                      <a:pt x="1175" y="263"/>
                    </a:cubicBezTo>
                    <a:cubicBezTo>
                      <a:pt x="1110" y="127"/>
                      <a:pt x="979" y="40"/>
                      <a:pt x="838" y="13"/>
                    </a:cubicBezTo>
                    <a:cubicBezTo>
                      <a:pt x="799" y="4"/>
                      <a:pt x="762" y="0"/>
                      <a:pt x="7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0"/>
              <p:cNvSpPr/>
              <p:nvPr/>
            </p:nvSpPr>
            <p:spPr>
              <a:xfrm>
                <a:off x="5240125" y="4668200"/>
                <a:ext cx="11725" cy="11075"/>
              </a:xfrm>
              <a:custGeom>
                <a:rect b="b" l="l" r="r" t="t"/>
                <a:pathLst>
                  <a:path extrusionOk="0" h="443" w="469">
                    <a:moveTo>
                      <a:pt x="262" y="111"/>
                    </a:moveTo>
                    <a:cubicBezTo>
                      <a:pt x="305" y="127"/>
                      <a:pt x="343" y="160"/>
                      <a:pt x="370" y="203"/>
                    </a:cubicBezTo>
                    <a:cubicBezTo>
                      <a:pt x="397" y="252"/>
                      <a:pt x="370" y="290"/>
                      <a:pt x="321" y="307"/>
                    </a:cubicBezTo>
                    <a:cubicBezTo>
                      <a:pt x="272" y="328"/>
                      <a:pt x="224" y="334"/>
                      <a:pt x="175" y="334"/>
                    </a:cubicBezTo>
                    <a:cubicBezTo>
                      <a:pt x="126" y="328"/>
                      <a:pt x="120" y="296"/>
                      <a:pt x="115" y="247"/>
                    </a:cubicBezTo>
                    <a:cubicBezTo>
                      <a:pt x="109" y="225"/>
                      <a:pt x="109" y="203"/>
                      <a:pt x="120" y="181"/>
                    </a:cubicBezTo>
                    <a:cubicBezTo>
                      <a:pt x="164" y="176"/>
                      <a:pt x="196" y="122"/>
                      <a:pt x="240" y="111"/>
                    </a:cubicBezTo>
                    <a:lnTo>
                      <a:pt x="251" y="111"/>
                    </a:lnTo>
                    <a:cubicBezTo>
                      <a:pt x="251" y="113"/>
                      <a:pt x="251" y="113"/>
                      <a:pt x="252" y="113"/>
                    </a:cubicBezTo>
                    <a:cubicBezTo>
                      <a:pt x="254" y="113"/>
                      <a:pt x="258" y="111"/>
                      <a:pt x="262" y="111"/>
                    </a:cubicBezTo>
                    <a:close/>
                    <a:moveTo>
                      <a:pt x="253" y="1"/>
                    </a:moveTo>
                    <a:cubicBezTo>
                      <a:pt x="247" y="1"/>
                      <a:pt x="241" y="1"/>
                      <a:pt x="234" y="2"/>
                    </a:cubicBezTo>
                    <a:cubicBezTo>
                      <a:pt x="180" y="13"/>
                      <a:pt x="126" y="46"/>
                      <a:pt x="93" y="95"/>
                    </a:cubicBezTo>
                    <a:lnTo>
                      <a:pt x="88" y="95"/>
                    </a:lnTo>
                    <a:cubicBezTo>
                      <a:pt x="33" y="111"/>
                      <a:pt x="1" y="165"/>
                      <a:pt x="12" y="220"/>
                    </a:cubicBezTo>
                    <a:cubicBezTo>
                      <a:pt x="6" y="290"/>
                      <a:pt x="28" y="355"/>
                      <a:pt x="71" y="404"/>
                    </a:cubicBezTo>
                    <a:cubicBezTo>
                      <a:pt x="113" y="430"/>
                      <a:pt x="161" y="443"/>
                      <a:pt x="211" y="443"/>
                    </a:cubicBezTo>
                    <a:cubicBezTo>
                      <a:pt x="244" y="443"/>
                      <a:pt x="278" y="437"/>
                      <a:pt x="310" y="426"/>
                    </a:cubicBezTo>
                    <a:cubicBezTo>
                      <a:pt x="381" y="410"/>
                      <a:pt x="436" y="355"/>
                      <a:pt x="452" y="290"/>
                    </a:cubicBezTo>
                    <a:cubicBezTo>
                      <a:pt x="468" y="225"/>
                      <a:pt x="446" y="160"/>
                      <a:pt x="408" y="111"/>
                    </a:cubicBezTo>
                    <a:lnTo>
                      <a:pt x="408" y="116"/>
                    </a:lnTo>
                    <a:cubicBezTo>
                      <a:pt x="363" y="61"/>
                      <a:pt x="327" y="1"/>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0"/>
              <p:cNvSpPr/>
              <p:nvPr/>
            </p:nvSpPr>
            <p:spPr>
              <a:xfrm>
                <a:off x="5172600" y="4705325"/>
                <a:ext cx="3625" cy="7375"/>
              </a:xfrm>
              <a:custGeom>
                <a:rect b="b" l="l" r="r" t="t"/>
                <a:pathLst>
                  <a:path extrusionOk="0" h="295" w="145">
                    <a:moveTo>
                      <a:pt x="112" y="1"/>
                    </a:moveTo>
                    <a:cubicBezTo>
                      <a:pt x="98" y="1"/>
                      <a:pt x="84" y="8"/>
                      <a:pt x="82" y="23"/>
                    </a:cubicBezTo>
                    <a:lnTo>
                      <a:pt x="82" y="17"/>
                    </a:lnTo>
                    <a:cubicBezTo>
                      <a:pt x="65" y="104"/>
                      <a:pt x="0" y="186"/>
                      <a:pt x="38" y="278"/>
                    </a:cubicBezTo>
                    <a:cubicBezTo>
                      <a:pt x="43" y="290"/>
                      <a:pt x="52" y="295"/>
                      <a:pt x="61" y="295"/>
                    </a:cubicBezTo>
                    <a:cubicBezTo>
                      <a:pt x="73" y="295"/>
                      <a:pt x="86" y="287"/>
                      <a:pt x="92" y="278"/>
                    </a:cubicBezTo>
                    <a:cubicBezTo>
                      <a:pt x="109" y="262"/>
                      <a:pt x="98" y="257"/>
                      <a:pt x="98" y="246"/>
                    </a:cubicBezTo>
                    <a:cubicBezTo>
                      <a:pt x="98" y="219"/>
                      <a:pt x="98" y="191"/>
                      <a:pt x="103" y="164"/>
                    </a:cubicBezTo>
                    <a:cubicBezTo>
                      <a:pt x="120" y="121"/>
                      <a:pt x="131" y="77"/>
                      <a:pt x="141" y="28"/>
                    </a:cubicBezTo>
                    <a:cubicBezTo>
                      <a:pt x="144" y="11"/>
                      <a:pt x="128" y="1"/>
                      <a:pt x="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0"/>
              <p:cNvSpPr/>
              <p:nvPr/>
            </p:nvSpPr>
            <p:spPr>
              <a:xfrm>
                <a:off x="5174700" y="4709325"/>
                <a:ext cx="3350" cy="6450"/>
              </a:xfrm>
              <a:custGeom>
                <a:rect b="b" l="l" r="r" t="t"/>
                <a:pathLst>
                  <a:path extrusionOk="0" h="258" w="134">
                    <a:moveTo>
                      <a:pt x="104" y="0"/>
                    </a:moveTo>
                    <a:cubicBezTo>
                      <a:pt x="102" y="0"/>
                      <a:pt x="101" y="1"/>
                      <a:pt x="101" y="4"/>
                    </a:cubicBezTo>
                    <a:cubicBezTo>
                      <a:pt x="90" y="26"/>
                      <a:pt x="74" y="42"/>
                      <a:pt x="68" y="64"/>
                    </a:cubicBezTo>
                    <a:cubicBezTo>
                      <a:pt x="57" y="86"/>
                      <a:pt x="36" y="118"/>
                      <a:pt x="25" y="145"/>
                    </a:cubicBezTo>
                    <a:cubicBezTo>
                      <a:pt x="15" y="175"/>
                      <a:pt x="1" y="257"/>
                      <a:pt x="46" y="257"/>
                    </a:cubicBezTo>
                    <a:cubicBezTo>
                      <a:pt x="51" y="257"/>
                      <a:pt x="56" y="256"/>
                      <a:pt x="63" y="254"/>
                    </a:cubicBezTo>
                    <a:cubicBezTo>
                      <a:pt x="74" y="249"/>
                      <a:pt x="79" y="238"/>
                      <a:pt x="79" y="227"/>
                    </a:cubicBezTo>
                    <a:cubicBezTo>
                      <a:pt x="85" y="189"/>
                      <a:pt x="90" y="145"/>
                      <a:pt x="101" y="107"/>
                    </a:cubicBezTo>
                    <a:cubicBezTo>
                      <a:pt x="112" y="75"/>
                      <a:pt x="133" y="31"/>
                      <a:pt x="112" y="4"/>
                    </a:cubicBezTo>
                    <a:cubicBezTo>
                      <a:pt x="109" y="1"/>
                      <a:pt x="106" y="0"/>
                      <a:pt x="1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0"/>
              <p:cNvSpPr/>
              <p:nvPr/>
            </p:nvSpPr>
            <p:spPr>
              <a:xfrm>
                <a:off x="5177475" y="4712975"/>
                <a:ext cx="1650" cy="4175"/>
              </a:xfrm>
              <a:custGeom>
                <a:rect b="b" l="l" r="r" t="t"/>
                <a:pathLst>
                  <a:path extrusionOk="0" h="167" w="66">
                    <a:moveTo>
                      <a:pt x="42" y="1"/>
                    </a:moveTo>
                    <a:cubicBezTo>
                      <a:pt x="32" y="1"/>
                      <a:pt x="22" y="8"/>
                      <a:pt x="22" y="21"/>
                    </a:cubicBezTo>
                    <a:cubicBezTo>
                      <a:pt x="12" y="59"/>
                      <a:pt x="1" y="97"/>
                      <a:pt x="1" y="141"/>
                    </a:cubicBezTo>
                    <a:cubicBezTo>
                      <a:pt x="1" y="156"/>
                      <a:pt x="15" y="166"/>
                      <a:pt x="29" y="166"/>
                    </a:cubicBezTo>
                    <a:cubicBezTo>
                      <a:pt x="40" y="166"/>
                      <a:pt x="50" y="160"/>
                      <a:pt x="55" y="146"/>
                    </a:cubicBezTo>
                    <a:cubicBezTo>
                      <a:pt x="66" y="103"/>
                      <a:pt x="66" y="65"/>
                      <a:pt x="66" y="21"/>
                    </a:cubicBezTo>
                    <a:cubicBezTo>
                      <a:pt x="63" y="8"/>
                      <a:pt x="52" y="1"/>
                      <a:pt x="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0"/>
              <p:cNvSpPr/>
              <p:nvPr/>
            </p:nvSpPr>
            <p:spPr>
              <a:xfrm>
                <a:off x="5180375" y="4714975"/>
                <a:ext cx="2025" cy="3975"/>
              </a:xfrm>
              <a:custGeom>
                <a:rect b="b" l="l" r="r" t="t"/>
                <a:pathLst>
                  <a:path extrusionOk="0" h="159" w="81">
                    <a:moveTo>
                      <a:pt x="24" y="0"/>
                    </a:moveTo>
                    <a:cubicBezTo>
                      <a:pt x="13" y="0"/>
                      <a:pt x="0" y="29"/>
                      <a:pt x="15" y="39"/>
                    </a:cubicBezTo>
                    <a:cubicBezTo>
                      <a:pt x="15" y="55"/>
                      <a:pt x="15" y="66"/>
                      <a:pt x="10" y="83"/>
                    </a:cubicBezTo>
                    <a:cubicBezTo>
                      <a:pt x="10" y="104"/>
                      <a:pt x="10" y="126"/>
                      <a:pt x="21" y="142"/>
                    </a:cubicBezTo>
                    <a:cubicBezTo>
                      <a:pt x="26" y="153"/>
                      <a:pt x="42" y="159"/>
                      <a:pt x="53" y="159"/>
                    </a:cubicBezTo>
                    <a:cubicBezTo>
                      <a:pt x="64" y="153"/>
                      <a:pt x="70" y="153"/>
                      <a:pt x="75" y="148"/>
                    </a:cubicBezTo>
                    <a:cubicBezTo>
                      <a:pt x="80" y="137"/>
                      <a:pt x="80" y="126"/>
                      <a:pt x="75" y="121"/>
                    </a:cubicBezTo>
                    <a:lnTo>
                      <a:pt x="70" y="121"/>
                    </a:lnTo>
                    <a:lnTo>
                      <a:pt x="70" y="115"/>
                    </a:lnTo>
                    <a:lnTo>
                      <a:pt x="70" y="88"/>
                    </a:lnTo>
                    <a:cubicBezTo>
                      <a:pt x="75" y="72"/>
                      <a:pt x="75" y="61"/>
                      <a:pt x="70" y="45"/>
                    </a:cubicBezTo>
                    <a:cubicBezTo>
                      <a:pt x="70" y="34"/>
                      <a:pt x="64" y="23"/>
                      <a:pt x="59" y="12"/>
                    </a:cubicBezTo>
                    <a:cubicBezTo>
                      <a:pt x="53" y="1"/>
                      <a:pt x="42" y="1"/>
                      <a:pt x="26" y="1"/>
                    </a:cubicBezTo>
                    <a:cubicBezTo>
                      <a:pt x="25" y="1"/>
                      <a:pt x="24"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0"/>
              <p:cNvSpPr/>
              <p:nvPr/>
            </p:nvSpPr>
            <p:spPr>
              <a:xfrm>
                <a:off x="5195825" y="4716000"/>
                <a:ext cx="1800" cy="4100"/>
              </a:xfrm>
              <a:custGeom>
                <a:rect b="b" l="l" r="r" t="t"/>
                <a:pathLst>
                  <a:path extrusionOk="0" h="164" w="72">
                    <a:moveTo>
                      <a:pt x="36" y="1"/>
                    </a:moveTo>
                    <a:cubicBezTo>
                      <a:pt x="22" y="1"/>
                      <a:pt x="9" y="9"/>
                      <a:pt x="6" y="25"/>
                    </a:cubicBezTo>
                    <a:cubicBezTo>
                      <a:pt x="1" y="63"/>
                      <a:pt x="1" y="101"/>
                      <a:pt x="1" y="139"/>
                    </a:cubicBezTo>
                    <a:cubicBezTo>
                      <a:pt x="6" y="156"/>
                      <a:pt x="21" y="164"/>
                      <a:pt x="36" y="164"/>
                    </a:cubicBezTo>
                    <a:cubicBezTo>
                      <a:pt x="51" y="164"/>
                      <a:pt x="66" y="156"/>
                      <a:pt x="71" y="139"/>
                    </a:cubicBezTo>
                    <a:cubicBezTo>
                      <a:pt x="71" y="101"/>
                      <a:pt x="71" y="63"/>
                      <a:pt x="66" y="25"/>
                    </a:cubicBezTo>
                    <a:cubicBezTo>
                      <a:pt x="63" y="9"/>
                      <a:pt x="49" y="1"/>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0"/>
              <p:cNvSpPr/>
              <p:nvPr/>
            </p:nvSpPr>
            <p:spPr>
              <a:xfrm>
                <a:off x="5198000" y="4715800"/>
                <a:ext cx="2475" cy="3975"/>
              </a:xfrm>
              <a:custGeom>
                <a:rect b="b" l="l" r="r" t="t"/>
                <a:pathLst>
                  <a:path extrusionOk="0" h="159" w="99">
                    <a:moveTo>
                      <a:pt x="44" y="1"/>
                    </a:moveTo>
                    <a:cubicBezTo>
                      <a:pt x="11" y="1"/>
                      <a:pt x="1" y="44"/>
                      <a:pt x="22" y="60"/>
                    </a:cubicBezTo>
                    <a:lnTo>
                      <a:pt x="22" y="109"/>
                    </a:lnTo>
                    <a:cubicBezTo>
                      <a:pt x="22" y="125"/>
                      <a:pt x="37" y="159"/>
                      <a:pt x="61" y="159"/>
                    </a:cubicBezTo>
                    <a:cubicBezTo>
                      <a:pt x="62" y="159"/>
                      <a:pt x="64" y="159"/>
                      <a:pt x="66" y="158"/>
                    </a:cubicBezTo>
                    <a:cubicBezTo>
                      <a:pt x="93" y="147"/>
                      <a:pt x="93" y="126"/>
                      <a:pt x="98" y="104"/>
                    </a:cubicBezTo>
                    <a:cubicBezTo>
                      <a:pt x="98" y="77"/>
                      <a:pt x="98" y="55"/>
                      <a:pt x="88" y="28"/>
                    </a:cubicBezTo>
                    <a:cubicBezTo>
                      <a:pt x="82" y="12"/>
                      <a:pt x="71"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0"/>
              <p:cNvSpPr/>
              <p:nvPr/>
            </p:nvSpPr>
            <p:spPr>
              <a:xfrm>
                <a:off x="5216075" y="4738025"/>
                <a:ext cx="2475" cy="6675"/>
              </a:xfrm>
              <a:custGeom>
                <a:rect b="b" l="l" r="r" t="t"/>
                <a:pathLst>
                  <a:path extrusionOk="0" h="267" w="99">
                    <a:moveTo>
                      <a:pt x="64" y="1"/>
                    </a:moveTo>
                    <a:cubicBezTo>
                      <a:pt x="48" y="1"/>
                      <a:pt x="33" y="12"/>
                      <a:pt x="33" y="30"/>
                    </a:cubicBezTo>
                    <a:cubicBezTo>
                      <a:pt x="33" y="41"/>
                      <a:pt x="17" y="57"/>
                      <a:pt x="11" y="68"/>
                    </a:cubicBezTo>
                    <a:cubicBezTo>
                      <a:pt x="6" y="85"/>
                      <a:pt x="6" y="106"/>
                      <a:pt x="11" y="128"/>
                    </a:cubicBezTo>
                    <a:cubicBezTo>
                      <a:pt x="11" y="166"/>
                      <a:pt x="1" y="215"/>
                      <a:pt x="22" y="248"/>
                    </a:cubicBezTo>
                    <a:cubicBezTo>
                      <a:pt x="30" y="260"/>
                      <a:pt x="45" y="266"/>
                      <a:pt x="58" y="266"/>
                    </a:cubicBezTo>
                    <a:cubicBezTo>
                      <a:pt x="63" y="266"/>
                      <a:pt x="67" y="265"/>
                      <a:pt x="71" y="264"/>
                    </a:cubicBezTo>
                    <a:lnTo>
                      <a:pt x="77" y="259"/>
                    </a:lnTo>
                    <a:cubicBezTo>
                      <a:pt x="87" y="248"/>
                      <a:pt x="93" y="237"/>
                      <a:pt x="87" y="226"/>
                    </a:cubicBezTo>
                    <a:cubicBezTo>
                      <a:pt x="87" y="188"/>
                      <a:pt x="87" y="150"/>
                      <a:pt x="87" y="112"/>
                    </a:cubicBezTo>
                    <a:cubicBezTo>
                      <a:pt x="82" y="101"/>
                      <a:pt x="87" y="85"/>
                      <a:pt x="93" y="68"/>
                    </a:cubicBezTo>
                    <a:cubicBezTo>
                      <a:pt x="98" y="52"/>
                      <a:pt x="98" y="36"/>
                      <a:pt x="93" y="25"/>
                    </a:cubicBezTo>
                    <a:cubicBezTo>
                      <a:pt x="88" y="8"/>
                      <a:pt x="76" y="1"/>
                      <a:pt x="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0"/>
              <p:cNvSpPr/>
              <p:nvPr/>
            </p:nvSpPr>
            <p:spPr>
              <a:xfrm>
                <a:off x="5218250" y="4740875"/>
                <a:ext cx="3050" cy="4525"/>
              </a:xfrm>
              <a:custGeom>
                <a:rect b="b" l="l" r="r" t="t"/>
                <a:pathLst>
                  <a:path extrusionOk="0" h="181" w="122">
                    <a:moveTo>
                      <a:pt x="84" y="1"/>
                    </a:moveTo>
                    <a:cubicBezTo>
                      <a:pt x="78" y="1"/>
                      <a:pt x="71" y="3"/>
                      <a:pt x="66" y="9"/>
                    </a:cubicBezTo>
                    <a:cubicBezTo>
                      <a:pt x="49" y="30"/>
                      <a:pt x="33" y="58"/>
                      <a:pt x="22" y="85"/>
                    </a:cubicBezTo>
                    <a:cubicBezTo>
                      <a:pt x="6" y="112"/>
                      <a:pt x="0" y="161"/>
                      <a:pt x="33" y="177"/>
                    </a:cubicBezTo>
                    <a:cubicBezTo>
                      <a:pt x="38" y="180"/>
                      <a:pt x="43" y="181"/>
                      <a:pt x="48" y="181"/>
                    </a:cubicBezTo>
                    <a:cubicBezTo>
                      <a:pt x="65" y="181"/>
                      <a:pt x="82" y="167"/>
                      <a:pt x="82" y="150"/>
                    </a:cubicBezTo>
                    <a:cubicBezTo>
                      <a:pt x="82" y="112"/>
                      <a:pt x="87" y="74"/>
                      <a:pt x="109" y="41"/>
                    </a:cubicBezTo>
                    <a:cubicBezTo>
                      <a:pt x="121" y="21"/>
                      <a:pt x="103"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0"/>
              <p:cNvSpPr/>
              <p:nvPr/>
            </p:nvSpPr>
            <p:spPr>
              <a:xfrm>
                <a:off x="5221375" y="4743650"/>
                <a:ext cx="2200" cy="4450"/>
              </a:xfrm>
              <a:custGeom>
                <a:rect b="b" l="l" r="r" t="t"/>
                <a:pathLst>
                  <a:path extrusionOk="0" h="178" w="88">
                    <a:moveTo>
                      <a:pt x="49" y="1"/>
                    </a:moveTo>
                    <a:cubicBezTo>
                      <a:pt x="38" y="1"/>
                      <a:pt x="29" y="8"/>
                      <a:pt x="22" y="12"/>
                    </a:cubicBezTo>
                    <a:cubicBezTo>
                      <a:pt x="1" y="12"/>
                      <a:pt x="1" y="39"/>
                      <a:pt x="22" y="44"/>
                    </a:cubicBezTo>
                    <a:cubicBezTo>
                      <a:pt x="22" y="44"/>
                      <a:pt x="22" y="50"/>
                      <a:pt x="22" y="50"/>
                    </a:cubicBezTo>
                    <a:cubicBezTo>
                      <a:pt x="17" y="66"/>
                      <a:pt x="11" y="83"/>
                      <a:pt x="6" y="99"/>
                    </a:cubicBezTo>
                    <a:cubicBezTo>
                      <a:pt x="1" y="115"/>
                      <a:pt x="1" y="137"/>
                      <a:pt x="6" y="153"/>
                    </a:cubicBezTo>
                    <a:cubicBezTo>
                      <a:pt x="10" y="168"/>
                      <a:pt x="25" y="177"/>
                      <a:pt x="40" y="177"/>
                    </a:cubicBezTo>
                    <a:cubicBezTo>
                      <a:pt x="48" y="177"/>
                      <a:pt x="55" y="175"/>
                      <a:pt x="60" y="169"/>
                    </a:cubicBezTo>
                    <a:cubicBezTo>
                      <a:pt x="71" y="164"/>
                      <a:pt x="77" y="153"/>
                      <a:pt x="71" y="142"/>
                    </a:cubicBezTo>
                    <a:cubicBezTo>
                      <a:pt x="71" y="137"/>
                      <a:pt x="77" y="126"/>
                      <a:pt x="77" y="121"/>
                    </a:cubicBezTo>
                    <a:cubicBezTo>
                      <a:pt x="82" y="99"/>
                      <a:pt x="87" y="77"/>
                      <a:pt x="82" y="50"/>
                    </a:cubicBezTo>
                    <a:lnTo>
                      <a:pt x="82" y="50"/>
                    </a:lnTo>
                    <a:lnTo>
                      <a:pt x="87" y="55"/>
                    </a:lnTo>
                    <a:cubicBezTo>
                      <a:pt x="87" y="39"/>
                      <a:pt x="82" y="23"/>
                      <a:pt x="71" y="12"/>
                    </a:cubicBezTo>
                    <a:cubicBezTo>
                      <a:pt x="63" y="4"/>
                      <a:pt x="56"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0"/>
              <p:cNvSpPr/>
              <p:nvPr/>
            </p:nvSpPr>
            <p:spPr>
              <a:xfrm>
                <a:off x="5224950" y="4746125"/>
                <a:ext cx="1750" cy="3175"/>
              </a:xfrm>
              <a:custGeom>
                <a:rect b="b" l="l" r="r" t="t"/>
                <a:pathLst>
                  <a:path extrusionOk="0" h="127" w="70">
                    <a:moveTo>
                      <a:pt x="26" y="0"/>
                    </a:moveTo>
                    <a:cubicBezTo>
                      <a:pt x="14" y="0"/>
                      <a:pt x="1" y="13"/>
                      <a:pt x="4" y="27"/>
                    </a:cubicBezTo>
                    <a:cubicBezTo>
                      <a:pt x="10" y="49"/>
                      <a:pt x="10" y="70"/>
                      <a:pt x="10" y="98"/>
                    </a:cubicBezTo>
                    <a:cubicBezTo>
                      <a:pt x="10" y="117"/>
                      <a:pt x="25" y="126"/>
                      <a:pt x="40" y="126"/>
                    </a:cubicBezTo>
                    <a:cubicBezTo>
                      <a:pt x="55" y="126"/>
                      <a:pt x="70" y="117"/>
                      <a:pt x="70" y="98"/>
                    </a:cubicBezTo>
                    <a:cubicBezTo>
                      <a:pt x="70" y="65"/>
                      <a:pt x="59" y="38"/>
                      <a:pt x="42" y="11"/>
                    </a:cubicBezTo>
                    <a:cubicBezTo>
                      <a:pt x="39" y="3"/>
                      <a:pt x="33"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0"/>
              <p:cNvSpPr/>
              <p:nvPr/>
            </p:nvSpPr>
            <p:spPr>
              <a:xfrm>
                <a:off x="5239050" y="4687850"/>
                <a:ext cx="6125" cy="4125"/>
              </a:xfrm>
              <a:custGeom>
                <a:rect b="b" l="l" r="r" t="t"/>
                <a:pathLst>
                  <a:path extrusionOk="0" h="165" w="245">
                    <a:moveTo>
                      <a:pt x="191" y="0"/>
                    </a:moveTo>
                    <a:cubicBezTo>
                      <a:pt x="158" y="0"/>
                      <a:pt x="131" y="29"/>
                      <a:pt x="103" y="42"/>
                    </a:cubicBezTo>
                    <a:cubicBezTo>
                      <a:pt x="71" y="53"/>
                      <a:pt x="16" y="75"/>
                      <a:pt x="6" y="124"/>
                    </a:cubicBezTo>
                    <a:cubicBezTo>
                      <a:pt x="0" y="140"/>
                      <a:pt x="11" y="156"/>
                      <a:pt x="27" y="162"/>
                    </a:cubicBezTo>
                    <a:cubicBezTo>
                      <a:pt x="32" y="164"/>
                      <a:pt x="36" y="164"/>
                      <a:pt x="41" y="164"/>
                    </a:cubicBezTo>
                    <a:cubicBezTo>
                      <a:pt x="50" y="164"/>
                      <a:pt x="59" y="160"/>
                      <a:pt x="71" y="156"/>
                    </a:cubicBezTo>
                    <a:cubicBezTo>
                      <a:pt x="76" y="156"/>
                      <a:pt x="82" y="146"/>
                      <a:pt x="76" y="140"/>
                    </a:cubicBezTo>
                    <a:cubicBezTo>
                      <a:pt x="93" y="124"/>
                      <a:pt x="114" y="113"/>
                      <a:pt x="136" y="102"/>
                    </a:cubicBezTo>
                    <a:cubicBezTo>
                      <a:pt x="152" y="91"/>
                      <a:pt x="180" y="64"/>
                      <a:pt x="201" y="59"/>
                    </a:cubicBezTo>
                    <a:cubicBezTo>
                      <a:pt x="234" y="59"/>
                      <a:pt x="245" y="10"/>
                      <a:pt x="207" y="4"/>
                    </a:cubicBezTo>
                    <a:lnTo>
                      <a:pt x="212" y="4"/>
                    </a:lnTo>
                    <a:cubicBezTo>
                      <a:pt x="205" y="2"/>
                      <a:pt x="198"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0"/>
              <p:cNvSpPr/>
              <p:nvPr/>
            </p:nvSpPr>
            <p:spPr>
              <a:xfrm>
                <a:off x="5238500" y="4690925"/>
                <a:ext cx="5875" cy="4950"/>
              </a:xfrm>
              <a:custGeom>
                <a:rect b="b" l="l" r="r" t="t"/>
                <a:pathLst>
                  <a:path extrusionOk="0" h="198" w="235">
                    <a:moveTo>
                      <a:pt x="192" y="1"/>
                    </a:moveTo>
                    <a:cubicBezTo>
                      <a:pt x="186" y="1"/>
                      <a:pt x="179" y="4"/>
                      <a:pt x="174" y="12"/>
                    </a:cubicBezTo>
                    <a:lnTo>
                      <a:pt x="169" y="12"/>
                    </a:lnTo>
                    <a:cubicBezTo>
                      <a:pt x="142" y="44"/>
                      <a:pt x="104" y="66"/>
                      <a:pt x="66" y="88"/>
                    </a:cubicBezTo>
                    <a:cubicBezTo>
                      <a:pt x="38" y="110"/>
                      <a:pt x="0" y="142"/>
                      <a:pt x="0" y="175"/>
                    </a:cubicBezTo>
                    <a:cubicBezTo>
                      <a:pt x="0" y="186"/>
                      <a:pt x="6" y="191"/>
                      <a:pt x="17" y="197"/>
                    </a:cubicBezTo>
                    <a:cubicBezTo>
                      <a:pt x="19" y="197"/>
                      <a:pt x="22" y="197"/>
                      <a:pt x="24" y="197"/>
                    </a:cubicBezTo>
                    <a:cubicBezTo>
                      <a:pt x="58" y="197"/>
                      <a:pt x="84" y="162"/>
                      <a:pt x="115" y="137"/>
                    </a:cubicBezTo>
                    <a:cubicBezTo>
                      <a:pt x="153" y="115"/>
                      <a:pt x="185" y="88"/>
                      <a:pt x="218" y="55"/>
                    </a:cubicBezTo>
                    <a:cubicBezTo>
                      <a:pt x="234" y="34"/>
                      <a:pt x="213" y="1"/>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1" name="Google Shape;5871;p120"/>
          <p:cNvGrpSpPr/>
          <p:nvPr/>
        </p:nvGrpSpPr>
        <p:grpSpPr>
          <a:xfrm>
            <a:off x="740573" y="4019601"/>
            <a:ext cx="7662762" cy="274329"/>
            <a:chOff x="773786" y="4198076"/>
            <a:chExt cx="7662762" cy="274329"/>
          </a:xfrm>
        </p:grpSpPr>
        <p:grpSp>
          <p:nvGrpSpPr>
            <p:cNvPr id="5872" name="Google Shape;5872;p120"/>
            <p:cNvGrpSpPr/>
            <p:nvPr/>
          </p:nvGrpSpPr>
          <p:grpSpPr>
            <a:xfrm>
              <a:off x="773786" y="4223013"/>
              <a:ext cx="274309" cy="224455"/>
              <a:chOff x="3080900" y="4939275"/>
              <a:chExt cx="297225" cy="246925"/>
            </a:xfrm>
          </p:grpSpPr>
          <p:sp>
            <p:nvSpPr>
              <p:cNvPr id="5873" name="Google Shape;5873;p120"/>
              <p:cNvSpPr/>
              <p:nvPr/>
            </p:nvSpPr>
            <p:spPr>
              <a:xfrm>
                <a:off x="3080900" y="4939275"/>
                <a:ext cx="297225" cy="246925"/>
              </a:xfrm>
              <a:custGeom>
                <a:rect b="b" l="l" r="r" t="t"/>
                <a:pathLst>
                  <a:path extrusionOk="0" h="9877" w="11889">
                    <a:moveTo>
                      <a:pt x="3932" y="209"/>
                    </a:moveTo>
                    <a:cubicBezTo>
                      <a:pt x="4027" y="209"/>
                      <a:pt x="4137" y="282"/>
                      <a:pt x="4224" y="308"/>
                    </a:cubicBezTo>
                    <a:cubicBezTo>
                      <a:pt x="4322" y="346"/>
                      <a:pt x="4425" y="373"/>
                      <a:pt x="4534" y="395"/>
                    </a:cubicBezTo>
                    <a:cubicBezTo>
                      <a:pt x="4604" y="400"/>
                      <a:pt x="4670" y="417"/>
                      <a:pt x="4735" y="438"/>
                    </a:cubicBezTo>
                    <a:cubicBezTo>
                      <a:pt x="4648" y="466"/>
                      <a:pt x="4566" y="498"/>
                      <a:pt x="4474" y="536"/>
                    </a:cubicBezTo>
                    <a:cubicBezTo>
                      <a:pt x="4409" y="558"/>
                      <a:pt x="4338" y="574"/>
                      <a:pt x="4278" y="601"/>
                    </a:cubicBezTo>
                    <a:cubicBezTo>
                      <a:pt x="4246" y="618"/>
                      <a:pt x="4202" y="656"/>
                      <a:pt x="4170" y="667"/>
                    </a:cubicBezTo>
                    <a:cubicBezTo>
                      <a:pt x="4155" y="671"/>
                      <a:pt x="4145" y="673"/>
                      <a:pt x="4139" y="673"/>
                    </a:cubicBezTo>
                    <a:cubicBezTo>
                      <a:pt x="4120" y="673"/>
                      <a:pt x="4121" y="658"/>
                      <a:pt x="4093" y="634"/>
                    </a:cubicBezTo>
                    <a:cubicBezTo>
                      <a:pt x="3996" y="563"/>
                      <a:pt x="3887" y="509"/>
                      <a:pt x="3773" y="466"/>
                    </a:cubicBezTo>
                    <a:cubicBezTo>
                      <a:pt x="3669" y="420"/>
                      <a:pt x="3561" y="398"/>
                      <a:pt x="3449" y="398"/>
                    </a:cubicBezTo>
                    <a:cubicBezTo>
                      <a:pt x="3426" y="398"/>
                      <a:pt x="3404" y="399"/>
                      <a:pt x="3381" y="400"/>
                    </a:cubicBezTo>
                    <a:cubicBezTo>
                      <a:pt x="3381" y="400"/>
                      <a:pt x="3387" y="395"/>
                      <a:pt x="3387" y="389"/>
                    </a:cubicBezTo>
                    <a:lnTo>
                      <a:pt x="3392" y="395"/>
                    </a:lnTo>
                    <a:cubicBezTo>
                      <a:pt x="3414" y="346"/>
                      <a:pt x="3566" y="319"/>
                      <a:pt x="3610" y="302"/>
                    </a:cubicBezTo>
                    <a:cubicBezTo>
                      <a:pt x="3707" y="264"/>
                      <a:pt x="3811" y="232"/>
                      <a:pt x="3914" y="210"/>
                    </a:cubicBezTo>
                    <a:cubicBezTo>
                      <a:pt x="3920" y="209"/>
                      <a:pt x="3926" y="209"/>
                      <a:pt x="3932" y="209"/>
                    </a:cubicBezTo>
                    <a:close/>
                    <a:moveTo>
                      <a:pt x="8746" y="737"/>
                    </a:moveTo>
                    <a:cubicBezTo>
                      <a:pt x="8880" y="737"/>
                      <a:pt x="9036" y="775"/>
                      <a:pt x="9165" y="830"/>
                    </a:cubicBezTo>
                    <a:cubicBezTo>
                      <a:pt x="9116" y="835"/>
                      <a:pt x="9067" y="841"/>
                      <a:pt x="9024" y="846"/>
                    </a:cubicBezTo>
                    <a:cubicBezTo>
                      <a:pt x="8926" y="873"/>
                      <a:pt x="8833" y="906"/>
                      <a:pt x="8752" y="955"/>
                    </a:cubicBezTo>
                    <a:cubicBezTo>
                      <a:pt x="8714" y="938"/>
                      <a:pt x="8676" y="928"/>
                      <a:pt x="8638" y="917"/>
                    </a:cubicBezTo>
                    <a:cubicBezTo>
                      <a:pt x="8562" y="906"/>
                      <a:pt x="8480" y="900"/>
                      <a:pt x="8404" y="890"/>
                    </a:cubicBezTo>
                    <a:cubicBezTo>
                      <a:pt x="8333" y="884"/>
                      <a:pt x="8263" y="868"/>
                      <a:pt x="8197" y="846"/>
                    </a:cubicBezTo>
                    <a:cubicBezTo>
                      <a:pt x="8252" y="824"/>
                      <a:pt x="8312" y="808"/>
                      <a:pt x="8366" y="797"/>
                    </a:cubicBezTo>
                    <a:lnTo>
                      <a:pt x="8366" y="792"/>
                    </a:lnTo>
                    <a:cubicBezTo>
                      <a:pt x="8390" y="794"/>
                      <a:pt x="8415" y="796"/>
                      <a:pt x="8439" y="796"/>
                    </a:cubicBezTo>
                    <a:cubicBezTo>
                      <a:pt x="8464" y="796"/>
                      <a:pt x="8488" y="794"/>
                      <a:pt x="8513" y="792"/>
                    </a:cubicBezTo>
                    <a:cubicBezTo>
                      <a:pt x="8551" y="786"/>
                      <a:pt x="8589" y="759"/>
                      <a:pt x="8632" y="748"/>
                    </a:cubicBezTo>
                    <a:cubicBezTo>
                      <a:pt x="8668" y="741"/>
                      <a:pt x="8706" y="737"/>
                      <a:pt x="8746" y="737"/>
                    </a:cubicBezTo>
                    <a:close/>
                    <a:moveTo>
                      <a:pt x="6940" y="710"/>
                    </a:moveTo>
                    <a:cubicBezTo>
                      <a:pt x="6943" y="710"/>
                      <a:pt x="6945" y="710"/>
                      <a:pt x="6947" y="710"/>
                    </a:cubicBezTo>
                    <a:cubicBezTo>
                      <a:pt x="7002" y="716"/>
                      <a:pt x="7067" y="781"/>
                      <a:pt x="7116" y="797"/>
                    </a:cubicBezTo>
                    <a:cubicBezTo>
                      <a:pt x="7181" y="813"/>
                      <a:pt x="7252" y="830"/>
                      <a:pt x="7317" y="857"/>
                    </a:cubicBezTo>
                    <a:cubicBezTo>
                      <a:pt x="7355" y="879"/>
                      <a:pt x="7409" y="938"/>
                      <a:pt x="7464" y="944"/>
                    </a:cubicBezTo>
                    <a:cubicBezTo>
                      <a:pt x="7464" y="960"/>
                      <a:pt x="7464" y="977"/>
                      <a:pt x="7469" y="987"/>
                    </a:cubicBezTo>
                    <a:cubicBezTo>
                      <a:pt x="7429" y="979"/>
                      <a:pt x="7389" y="975"/>
                      <a:pt x="7350" y="975"/>
                    </a:cubicBezTo>
                    <a:cubicBezTo>
                      <a:pt x="7287" y="975"/>
                      <a:pt x="7225" y="986"/>
                      <a:pt x="7165" y="1009"/>
                    </a:cubicBezTo>
                    <a:cubicBezTo>
                      <a:pt x="7086" y="1031"/>
                      <a:pt x="7011" y="1071"/>
                      <a:pt x="6939" y="1071"/>
                    </a:cubicBezTo>
                    <a:cubicBezTo>
                      <a:pt x="6902" y="1071"/>
                      <a:pt x="6865" y="1060"/>
                      <a:pt x="6828" y="1031"/>
                    </a:cubicBezTo>
                    <a:cubicBezTo>
                      <a:pt x="6768" y="977"/>
                      <a:pt x="6692" y="944"/>
                      <a:pt x="6616" y="938"/>
                    </a:cubicBezTo>
                    <a:cubicBezTo>
                      <a:pt x="6534" y="933"/>
                      <a:pt x="6453" y="906"/>
                      <a:pt x="6376" y="873"/>
                    </a:cubicBezTo>
                    <a:cubicBezTo>
                      <a:pt x="6393" y="852"/>
                      <a:pt x="6420" y="846"/>
                      <a:pt x="6458" y="841"/>
                    </a:cubicBezTo>
                    <a:cubicBezTo>
                      <a:pt x="6583" y="824"/>
                      <a:pt x="6703" y="797"/>
                      <a:pt x="6822" y="759"/>
                    </a:cubicBezTo>
                    <a:cubicBezTo>
                      <a:pt x="6858" y="749"/>
                      <a:pt x="6903" y="710"/>
                      <a:pt x="6940" y="710"/>
                    </a:cubicBezTo>
                    <a:close/>
                    <a:moveTo>
                      <a:pt x="9355" y="928"/>
                    </a:moveTo>
                    <a:cubicBezTo>
                      <a:pt x="9421" y="971"/>
                      <a:pt x="9491" y="1020"/>
                      <a:pt x="9556" y="1064"/>
                    </a:cubicBezTo>
                    <a:lnTo>
                      <a:pt x="9453" y="1107"/>
                    </a:lnTo>
                    <a:cubicBezTo>
                      <a:pt x="9410" y="1080"/>
                      <a:pt x="9361" y="1058"/>
                      <a:pt x="9312" y="1036"/>
                    </a:cubicBezTo>
                    <a:cubicBezTo>
                      <a:pt x="9212" y="1008"/>
                      <a:pt x="9108" y="992"/>
                      <a:pt x="9004" y="992"/>
                    </a:cubicBezTo>
                    <a:cubicBezTo>
                      <a:pt x="8989" y="992"/>
                      <a:pt x="8974" y="992"/>
                      <a:pt x="8958" y="993"/>
                    </a:cubicBezTo>
                    <a:cubicBezTo>
                      <a:pt x="8980" y="982"/>
                      <a:pt x="9007" y="977"/>
                      <a:pt x="9035" y="977"/>
                    </a:cubicBezTo>
                    <a:cubicBezTo>
                      <a:pt x="9138" y="955"/>
                      <a:pt x="9252" y="955"/>
                      <a:pt x="9355" y="928"/>
                    </a:cubicBezTo>
                    <a:close/>
                    <a:moveTo>
                      <a:pt x="3376" y="471"/>
                    </a:moveTo>
                    <a:cubicBezTo>
                      <a:pt x="3523" y="520"/>
                      <a:pt x="3669" y="585"/>
                      <a:pt x="3811" y="661"/>
                    </a:cubicBezTo>
                    <a:lnTo>
                      <a:pt x="3816" y="667"/>
                    </a:lnTo>
                    <a:cubicBezTo>
                      <a:pt x="3881" y="694"/>
                      <a:pt x="3941" y="726"/>
                      <a:pt x="4001" y="770"/>
                    </a:cubicBezTo>
                    <a:lnTo>
                      <a:pt x="4017" y="775"/>
                    </a:lnTo>
                    <a:cubicBezTo>
                      <a:pt x="4077" y="884"/>
                      <a:pt x="4050" y="1047"/>
                      <a:pt x="4083" y="1167"/>
                    </a:cubicBezTo>
                    <a:cubicBezTo>
                      <a:pt x="4099" y="1232"/>
                      <a:pt x="4115" y="1297"/>
                      <a:pt x="4142" y="1362"/>
                    </a:cubicBezTo>
                    <a:cubicBezTo>
                      <a:pt x="4093" y="1362"/>
                      <a:pt x="4045" y="1352"/>
                      <a:pt x="4001" y="1335"/>
                    </a:cubicBezTo>
                    <a:cubicBezTo>
                      <a:pt x="3930" y="1303"/>
                      <a:pt x="3854" y="1281"/>
                      <a:pt x="3778" y="1265"/>
                    </a:cubicBezTo>
                    <a:cubicBezTo>
                      <a:pt x="3707" y="1254"/>
                      <a:pt x="3642" y="1265"/>
                      <a:pt x="3577" y="1243"/>
                    </a:cubicBezTo>
                    <a:cubicBezTo>
                      <a:pt x="3539" y="1232"/>
                      <a:pt x="3506" y="1221"/>
                      <a:pt x="3468" y="1210"/>
                    </a:cubicBezTo>
                    <a:lnTo>
                      <a:pt x="3468" y="1194"/>
                    </a:lnTo>
                    <a:cubicBezTo>
                      <a:pt x="3474" y="1145"/>
                      <a:pt x="3474" y="1091"/>
                      <a:pt x="3468" y="1042"/>
                    </a:cubicBezTo>
                    <a:cubicBezTo>
                      <a:pt x="3447" y="906"/>
                      <a:pt x="3414" y="781"/>
                      <a:pt x="3398" y="645"/>
                    </a:cubicBezTo>
                    <a:cubicBezTo>
                      <a:pt x="3398" y="607"/>
                      <a:pt x="3376" y="531"/>
                      <a:pt x="3376" y="471"/>
                    </a:cubicBezTo>
                    <a:close/>
                    <a:moveTo>
                      <a:pt x="5869" y="681"/>
                    </a:moveTo>
                    <a:cubicBezTo>
                      <a:pt x="5912" y="681"/>
                      <a:pt x="5957" y="687"/>
                      <a:pt x="6001" y="699"/>
                    </a:cubicBezTo>
                    <a:cubicBezTo>
                      <a:pt x="6019" y="700"/>
                      <a:pt x="6036" y="701"/>
                      <a:pt x="6054" y="701"/>
                    </a:cubicBezTo>
                    <a:cubicBezTo>
                      <a:pt x="6123" y="701"/>
                      <a:pt x="6193" y="694"/>
                      <a:pt x="6262" y="694"/>
                    </a:cubicBezTo>
                    <a:lnTo>
                      <a:pt x="6268" y="694"/>
                    </a:lnTo>
                    <a:cubicBezTo>
                      <a:pt x="6208" y="743"/>
                      <a:pt x="6170" y="808"/>
                      <a:pt x="6159" y="890"/>
                    </a:cubicBezTo>
                    <a:cubicBezTo>
                      <a:pt x="6137" y="1042"/>
                      <a:pt x="6132" y="1199"/>
                      <a:pt x="6137" y="1357"/>
                    </a:cubicBezTo>
                    <a:lnTo>
                      <a:pt x="6137" y="1390"/>
                    </a:lnTo>
                    <a:cubicBezTo>
                      <a:pt x="6056" y="1335"/>
                      <a:pt x="5925" y="1341"/>
                      <a:pt x="5833" y="1324"/>
                    </a:cubicBezTo>
                    <a:cubicBezTo>
                      <a:pt x="5757" y="1314"/>
                      <a:pt x="5686" y="1303"/>
                      <a:pt x="5621" y="1286"/>
                    </a:cubicBezTo>
                    <a:cubicBezTo>
                      <a:pt x="5567" y="1270"/>
                      <a:pt x="5523" y="1237"/>
                      <a:pt x="5474" y="1221"/>
                    </a:cubicBezTo>
                    <a:cubicBezTo>
                      <a:pt x="5433" y="1209"/>
                      <a:pt x="5393" y="1203"/>
                      <a:pt x="5352" y="1203"/>
                    </a:cubicBezTo>
                    <a:cubicBezTo>
                      <a:pt x="5338" y="1203"/>
                      <a:pt x="5325" y="1203"/>
                      <a:pt x="5311" y="1205"/>
                    </a:cubicBezTo>
                    <a:cubicBezTo>
                      <a:pt x="5297" y="1206"/>
                      <a:pt x="5284" y="1207"/>
                      <a:pt x="5270" y="1207"/>
                    </a:cubicBezTo>
                    <a:cubicBezTo>
                      <a:pt x="5230" y="1207"/>
                      <a:pt x="5189" y="1201"/>
                      <a:pt x="5148" y="1189"/>
                    </a:cubicBezTo>
                    <a:cubicBezTo>
                      <a:pt x="5134" y="1186"/>
                      <a:pt x="5119" y="1184"/>
                      <a:pt x="5104" y="1184"/>
                    </a:cubicBezTo>
                    <a:cubicBezTo>
                      <a:pt x="5088" y="1184"/>
                      <a:pt x="5072" y="1186"/>
                      <a:pt x="5056" y="1189"/>
                    </a:cubicBezTo>
                    <a:cubicBezTo>
                      <a:pt x="5050" y="1107"/>
                      <a:pt x="5028" y="1025"/>
                      <a:pt x="4996" y="949"/>
                    </a:cubicBezTo>
                    <a:cubicBezTo>
                      <a:pt x="5034" y="938"/>
                      <a:pt x="5066" y="933"/>
                      <a:pt x="5104" y="928"/>
                    </a:cubicBezTo>
                    <a:cubicBezTo>
                      <a:pt x="5181" y="917"/>
                      <a:pt x="5257" y="895"/>
                      <a:pt x="5327" y="862"/>
                    </a:cubicBezTo>
                    <a:cubicBezTo>
                      <a:pt x="5403" y="824"/>
                      <a:pt x="5480" y="792"/>
                      <a:pt x="5567" y="765"/>
                    </a:cubicBezTo>
                    <a:cubicBezTo>
                      <a:pt x="5648" y="743"/>
                      <a:pt x="5740" y="699"/>
                      <a:pt x="5827" y="683"/>
                    </a:cubicBezTo>
                    <a:cubicBezTo>
                      <a:pt x="5841" y="682"/>
                      <a:pt x="5855" y="681"/>
                      <a:pt x="5869" y="681"/>
                    </a:cubicBezTo>
                    <a:close/>
                    <a:moveTo>
                      <a:pt x="4762" y="569"/>
                    </a:moveTo>
                    <a:lnTo>
                      <a:pt x="4762" y="607"/>
                    </a:lnTo>
                    <a:lnTo>
                      <a:pt x="4757" y="612"/>
                    </a:lnTo>
                    <a:cubicBezTo>
                      <a:pt x="4773" y="699"/>
                      <a:pt x="4746" y="786"/>
                      <a:pt x="4751" y="884"/>
                    </a:cubicBezTo>
                    <a:cubicBezTo>
                      <a:pt x="4729" y="917"/>
                      <a:pt x="4740" y="966"/>
                      <a:pt x="4778" y="987"/>
                    </a:cubicBezTo>
                    <a:cubicBezTo>
                      <a:pt x="4795" y="1025"/>
                      <a:pt x="4811" y="1069"/>
                      <a:pt x="4822" y="1118"/>
                    </a:cubicBezTo>
                    <a:cubicBezTo>
                      <a:pt x="4827" y="1145"/>
                      <a:pt x="4827" y="1172"/>
                      <a:pt x="4833" y="1205"/>
                    </a:cubicBezTo>
                    <a:cubicBezTo>
                      <a:pt x="4729" y="1232"/>
                      <a:pt x="4632" y="1275"/>
                      <a:pt x="4539" y="1330"/>
                    </a:cubicBezTo>
                    <a:cubicBezTo>
                      <a:pt x="4485" y="1357"/>
                      <a:pt x="4409" y="1439"/>
                      <a:pt x="4349" y="1444"/>
                    </a:cubicBezTo>
                    <a:cubicBezTo>
                      <a:pt x="4333" y="1444"/>
                      <a:pt x="4322" y="1444"/>
                      <a:pt x="4305" y="1433"/>
                    </a:cubicBezTo>
                    <a:cubicBezTo>
                      <a:pt x="4360" y="1319"/>
                      <a:pt x="4273" y="1178"/>
                      <a:pt x="4235" y="1064"/>
                    </a:cubicBezTo>
                    <a:cubicBezTo>
                      <a:pt x="4208" y="977"/>
                      <a:pt x="4197" y="890"/>
                      <a:pt x="4164" y="808"/>
                    </a:cubicBezTo>
                    <a:cubicBezTo>
                      <a:pt x="4202" y="792"/>
                      <a:pt x="4240" y="765"/>
                      <a:pt x="4273" y="743"/>
                    </a:cubicBezTo>
                    <a:cubicBezTo>
                      <a:pt x="4360" y="683"/>
                      <a:pt x="4463" y="672"/>
                      <a:pt x="4555" y="640"/>
                    </a:cubicBezTo>
                    <a:cubicBezTo>
                      <a:pt x="4621" y="618"/>
                      <a:pt x="4691" y="596"/>
                      <a:pt x="4762" y="569"/>
                    </a:cubicBezTo>
                    <a:close/>
                    <a:moveTo>
                      <a:pt x="9736" y="1194"/>
                    </a:moveTo>
                    <a:cubicBezTo>
                      <a:pt x="9790" y="1237"/>
                      <a:pt x="9839" y="1286"/>
                      <a:pt x="9883" y="1335"/>
                    </a:cubicBezTo>
                    <a:cubicBezTo>
                      <a:pt x="9964" y="1422"/>
                      <a:pt x="10029" y="1526"/>
                      <a:pt x="10078" y="1634"/>
                    </a:cubicBezTo>
                    <a:cubicBezTo>
                      <a:pt x="9991" y="1640"/>
                      <a:pt x="9910" y="1651"/>
                      <a:pt x="9828" y="1667"/>
                    </a:cubicBezTo>
                    <a:cubicBezTo>
                      <a:pt x="9758" y="1689"/>
                      <a:pt x="9692" y="1710"/>
                      <a:pt x="9633" y="1738"/>
                    </a:cubicBezTo>
                    <a:cubicBezTo>
                      <a:pt x="9633" y="1694"/>
                      <a:pt x="9633" y="1656"/>
                      <a:pt x="9622" y="1613"/>
                    </a:cubicBezTo>
                    <a:cubicBezTo>
                      <a:pt x="9616" y="1487"/>
                      <a:pt x="9594" y="1362"/>
                      <a:pt x="9562" y="1243"/>
                    </a:cubicBezTo>
                    <a:cubicBezTo>
                      <a:pt x="9556" y="1237"/>
                      <a:pt x="9556" y="1232"/>
                      <a:pt x="9556" y="1232"/>
                    </a:cubicBezTo>
                    <a:lnTo>
                      <a:pt x="9578" y="1227"/>
                    </a:lnTo>
                    <a:cubicBezTo>
                      <a:pt x="9633" y="1216"/>
                      <a:pt x="9687" y="1210"/>
                      <a:pt x="9736" y="1194"/>
                    </a:cubicBezTo>
                    <a:close/>
                    <a:moveTo>
                      <a:pt x="6349" y="949"/>
                    </a:moveTo>
                    <a:cubicBezTo>
                      <a:pt x="6398" y="993"/>
                      <a:pt x="6453" y="1025"/>
                      <a:pt x="6518" y="1053"/>
                    </a:cubicBezTo>
                    <a:cubicBezTo>
                      <a:pt x="6588" y="1069"/>
                      <a:pt x="6654" y="1096"/>
                      <a:pt x="6713" y="1140"/>
                    </a:cubicBezTo>
                    <a:cubicBezTo>
                      <a:pt x="6746" y="1178"/>
                      <a:pt x="6790" y="1205"/>
                      <a:pt x="6833" y="1232"/>
                    </a:cubicBezTo>
                    <a:cubicBezTo>
                      <a:pt x="6861" y="1242"/>
                      <a:pt x="6888" y="1246"/>
                      <a:pt x="6916" y="1246"/>
                    </a:cubicBezTo>
                    <a:cubicBezTo>
                      <a:pt x="6981" y="1246"/>
                      <a:pt x="7045" y="1224"/>
                      <a:pt x="7110" y="1205"/>
                    </a:cubicBezTo>
                    <a:cubicBezTo>
                      <a:pt x="7235" y="1172"/>
                      <a:pt x="7360" y="1134"/>
                      <a:pt x="7485" y="1091"/>
                    </a:cubicBezTo>
                    <a:cubicBezTo>
                      <a:pt x="7491" y="1145"/>
                      <a:pt x="7502" y="1194"/>
                      <a:pt x="7507" y="1248"/>
                    </a:cubicBezTo>
                    <a:cubicBezTo>
                      <a:pt x="7523" y="1395"/>
                      <a:pt x="7540" y="1542"/>
                      <a:pt x="7567" y="1689"/>
                    </a:cubicBezTo>
                    <a:cubicBezTo>
                      <a:pt x="7542" y="1683"/>
                      <a:pt x="7517" y="1680"/>
                      <a:pt x="7492" y="1680"/>
                    </a:cubicBezTo>
                    <a:cubicBezTo>
                      <a:pt x="7305" y="1680"/>
                      <a:pt x="7106" y="1825"/>
                      <a:pt x="6958" y="1911"/>
                    </a:cubicBezTo>
                    <a:cubicBezTo>
                      <a:pt x="6974" y="1890"/>
                      <a:pt x="6980" y="1863"/>
                      <a:pt x="6974" y="1841"/>
                    </a:cubicBezTo>
                    <a:cubicBezTo>
                      <a:pt x="6953" y="1710"/>
                      <a:pt x="6936" y="1591"/>
                      <a:pt x="6925" y="1460"/>
                    </a:cubicBezTo>
                    <a:cubicBezTo>
                      <a:pt x="6925" y="1379"/>
                      <a:pt x="6893" y="1308"/>
                      <a:pt x="6833" y="1259"/>
                    </a:cubicBezTo>
                    <a:cubicBezTo>
                      <a:pt x="6828" y="1256"/>
                      <a:pt x="6823" y="1255"/>
                      <a:pt x="6818" y="1255"/>
                    </a:cubicBezTo>
                    <a:cubicBezTo>
                      <a:pt x="6795" y="1255"/>
                      <a:pt x="6776" y="1281"/>
                      <a:pt x="6790" y="1303"/>
                    </a:cubicBezTo>
                    <a:cubicBezTo>
                      <a:pt x="6844" y="1373"/>
                      <a:pt x="6795" y="1498"/>
                      <a:pt x="6784" y="1580"/>
                    </a:cubicBezTo>
                    <a:cubicBezTo>
                      <a:pt x="6757" y="1689"/>
                      <a:pt x="6773" y="1803"/>
                      <a:pt x="6817" y="1906"/>
                    </a:cubicBezTo>
                    <a:cubicBezTo>
                      <a:pt x="6822" y="1917"/>
                      <a:pt x="6828" y="1928"/>
                      <a:pt x="6839" y="1939"/>
                    </a:cubicBezTo>
                    <a:cubicBezTo>
                      <a:pt x="6757" y="1922"/>
                      <a:pt x="6675" y="1895"/>
                      <a:pt x="6599" y="1852"/>
                    </a:cubicBezTo>
                    <a:cubicBezTo>
                      <a:pt x="6512" y="1819"/>
                      <a:pt x="6425" y="1797"/>
                      <a:pt x="6338" y="1792"/>
                    </a:cubicBezTo>
                    <a:cubicBezTo>
                      <a:pt x="6366" y="1710"/>
                      <a:pt x="6371" y="1623"/>
                      <a:pt x="6344" y="1542"/>
                    </a:cubicBezTo>
                    <a:cubicBezTo>
                      <a:pt x="6306" y="1401"/>
                      <a:pt x="6344" y="1243"/>
                      <a:pt x="6344" y="1096"/>
                    </a:cubicBezTo>
                    <a:cubicBezTo>
                      <a:pt x="6344" y="1047"/>
                      <a:pt x="6344" y="998"/>
                      <a:pt x="6349" y="949"/>
                    </a:cubicBezTo>
                    <a:close/>
                    <a:moveTo>
                      <a:pt x="10143" y="1814"/>
                    </a:moveTo>
                    <a:cubicBezTo>
                      <a:pt x="10149" y="1852"/>
                      <a:pt x="10160" y="1884"/>
                      <a:pt x="10165" y="1917"/>
                    </a:cubicBezTo>
                    <a:cubicBezTo>
                      <a:pt x="10187" y="2042"/>
                      <a:pt x="10198" y="2162"/>
                      <a:pt x="10203" y="2287"/>
                    </a:cubicBezTo>
                    <a:lnTo>
                      <a:pt x="10192" y="2287"/>
                    </a:lnTo>
                    <a:cubicBezTo>
                      <a:pt x="10185" y="2286"/>
                      <a:pt x="10177" y="2286"/>
                      <a:pt x="10169" y="2286"/>
                    </a:cubicBezTo>
                    <a:cubicBezTo>
                      <a:pt x="10116" y="2286"/>
                      <a:pt x="10060" y="2302"/>
                      <a:pt x="10013" y="2330"/>
                    </a:cubicBezTo>
                    <a:cubicBezTo>
                      <a:pt x="9937" y="2363"/>
                      <a:pt x="9855" y="2395"/>
                      <a:pt x="9779" y="2433"/>
                    </a:cubicBezTo>
                    <a:cubicBezTo>
                      <a:pt x="9719" y="2461"/>
                      <a:pt x="9671" y="2493"/>
                      <a:pt x="9622" y="2531"/>
                    </a:cubicBezTo>
                    <a:lnTo>
                      <a:pt x="9616" y="2531"/>
                    </a:lnTo>
                    <a:lnTo>
                      <a:pt x="9616" y="2520"/>
                    </a:lnTo>
                    <a:cubicBezTo>
                      <a:pt x="9594" y="2308"/>
                      <a:pt x="9622" y="2091"/>
                      <a:pt x="9633" y="1873"/>
                    </a:cubicBezTo>
                    <a:cubicBezTo>
                      <a:pt x="9681" y="1868"/>
                      <a:pt x="9730" y="1857"/>
                      <a:pt x="9779" y="1846"/>
                    </a:cubicBezTo>
                    <a:cubicBezTo>
                      <a:pt x="9883" y="1825"/>
                      <a:pt x="9991" y="1814"/>
                      <a:pt x="10095" y="1814"/>
                    </a:cubicBezTo>
                    <a:close/>
                    <a:moveTo>
                      <a:pt x="10146" y="2496"/>
                    </a:moveTo>
                    <a:cubicBezTo>
                      <a:pt x="10164" y="2496"/>
                      <a:pt x="10182" y="2499"/>
                      <a:pt x="10198" y="2504"/>
                    </a:cubicBezTo>
                    <a:lnTo>
                      <a:pt x="10214" y="2504"/>
                    </a:lnTo>
                    <a:cubicBezTo>
                      <a:pt x="10214" y="2553"/>
                      <a:pt x="10220" y="2596"/>
                      <a:pt x="10225" y="2640"/>
                    </a:cubicBezTo>
                    <a:cubicBezTo>
                      <a:pt x="10241" y="2754"/>
                      <a:pt x="10247" y="2874"/>
                      <a:pt x="10236" y="2993"/>
                    </a:cubicBezTo>
                    <a:cubicBezTo>
                      <a:pt x="10236" y="3010"/>
                      <a:pt x="10236" y="3031"/>
                      <a:pt x="10230" y="3053"/>
                    </a:cubicBezTo>
                    <a:cubicBezTo>
                      <a:pt x="10180" y="3019"/>
                      <a:pt x="10120" y="3000"/>
                      <a:pt x="10059" y="3000"/>
                    </a:cubicBezTo>
                    <a:cubicBezTo>
                      <a:pt x="10013" y="3000"/>
                      <a:pt x="9968" y="3010"/>
                      <a:pt x="9926" y="3031"/>
                    </a:cubicBezTo>
                    <a:cubicBezTo>
                      <a:pt x="9834" y="3075"/>
                      <a:pt x="9752" y="3151"/>
                      <a:pt x="9654" y="3194"/>
                    </a:cubicBezTo>
                    <a:cubicBezTo>
                      <a:pt x="9654" y="3113"/>
                      <a:pt x="9660" y="3031"/>
                      <a:pt x="9665" y="2950"/>
                    </a:cubicBezTo>
                    <a:cubicBezTo>
                      <a:pt x="9665" y="2884"/>
                      <a:pt x="9665" y="2825"/>
                      <a:pt x="9665" y="2759"/>
                    </a:cubicBezTo>
                    <a:cubicBezTo>
                      <a:pt x="9660" y="2727"/>
                      <a:pt x="9654" y="2694"/>
                      <a:pt x="9643" y="2656"/>
                    </a:cubicBezTo>
                    <a:cubicBezTo>
                      <a:pt x="9671" y="2651"/>
                      <a:pt x="9698" y="2640"/>
                      <a:pt x="9725" y="2634"/>
                    </a:cubicBezTo>
                    <a:lnTo>
                      <a:pt x="9730" y="2634"/>
                    </a:lnTo>
                    <a:cubicBezTo>
                      <a:pt x="9823" y="2602"/>
                      <a:pt x="9921" y="2580"/>
                      <a:pt x="10013" y="2547"/>
                    </a:cubicBezTo>
                    <a:cubicBezTo>
                      <a:pt x="10040" y="2537"/>
                      <a:pt x="10067" y="2515"/>
                      <a:pt x="10095" y="2504"/>
                    </a:cubicBezTo>
                    <a:cubicBezTo>
                      <a:pt x="10111" y="2499"/>
                      <a:pt x="10129" y="2496"/>
                      <a:pt x="10146" y="2496"/>
                    </a:cubicBezTo>
                    <a:close/>
                    <a:moveTo>
                      <a:pt x="10209" y="3194"/>
                    </a:moveTo>
                    <a:cubicBezTo>
                      <a:pt x="10203" y="3232"/>
                      <a:pt x="10198" y="3270"/>
                      <a:pt x="10198" y="3308"/>
                    </a:cubicBezTo>
                    <a:cubicBezTo>
                      <a:pt x="10192" y="3417"/>
                      <a:pt x="10176" y="3526"/>
                      <a:pt x="10143" y="3629"/>
                    </a:cubicBezTo>
                    <a:cubicBezTo>
                      <a:pt x="10135" y="3626"/>
                      <a:pt x="10126" y="3625"/>
                      <a:pt x="10116" y="3625"/>
                    </a:cubicBezTo>
                    <a:cubicBezTo>
                      <a:pt x="10107" y="3625"/>
                      <a:pt x="10097" y="3626"/>
                      <a:pt x="10089" y="3629"/>
                    </a:cubicBezTo>
                    <a:cubicBezTo>
                      <a:pt x="10067" y="3624"/>
                      <a:pt x="10044" y="3622"/>
                      <a:pt x="10021" y="3622"/>
                    </a:cubicBezTo>
                    <a:cubicBezTo>
                      <a:pt x="9964" y="3622"/>
                      <a:pt x="9907" y="3636"/>
                      <a:pt x="9861" y="3667"/>
                    </a:cubicBezTo>
                    <a:cubicBezTo>
                      <a:pt x="9823" y="3689"/>
                      <a:pt x="9779" y="3711"/>
                      <a:pt x="9741" y="3738"/>
                    </a:cubicBezTo>
                    <a:cubicBezTo>
                      <a:pt x="9719" y="3754"/>
                      <a:pt x="9698" y="3776"/>
                      <a:pt x="9676" y="3798"/>
                    </a:cubicBezTo>
                    <a:cubicBezTo>
                      <a:pt x="9665" y="3673"/>
                      <a:pt x="9660" y="3542"/>
                      <a:pt x="9660" y="3412"/>
                    </a:cubicBezTo>
                    <a:lnTo>
                      <a:pt x="9660" y="3336"/>
                    </a:lnTo>
                    <a:cubicBezTo>
                      <a:pt x="9741" y="3325"/>
                      <a:pt x="9823" y="3298"/>
                      <a:pt x="9899" y="3265"/>
                    </a:cubicBezTo>
                    <a:cubicBezTo>
                      <a:pt x="9964" y="3238"/>
                      <a:pt x="10029" y="3227"/>
                      <a:pt x="10100" y="3222"/>
                    </a:cubicBezTo>
                    <a:cubicBezTo>
                      <a:pt x="10138" y="3222"/>
                      <a:pt x="10176" y="3211"/>
                      <a:pt x="10209" y="3194"/>
                    </a:cubicBezTo>
                    <a:close/>
                    <a:moveTo>
                      <a:pt x="10073" y="3841"/>
                    </a:moveTo>
                    <a:lnTo>
                      <a:pt x="10073" y="3841"/>
                    </a:lnTo>
                    <a:cubicBezTo>
                      <a:pt x="10062" y="3879"/>
                      <a:pt x="10046" y="3917"/>
                      <a:pt x="10035" y="3961"/>
                    </a:cubicBezTo>
                    <a:cubicBezTo>
                      <a:pt x="9997" y="4069"/>
                      <a:pt x="10008" y="4184"/>
                      <a:pt x="9948" y="4281"/>
                    </a:cubicBezTo>
                    <a:cubicBezTo>
                      <a:pt x="9893" y="4368"/>
                      <a:pt x="9806" y="4428"/>
                      <a:pt x="9714" y="4455"/>
                    </a:cubicBezTo>
                    <a:cubicBezTo>
                      <a:pt x="9703" y="4450"/>
                      <a:pt x="9698" y="4450"/>
                      <a:pt x="9687" y="4450"/>
                    </a:cubicBezTo>
                    <a:cubicBezTo>
                      <a:pt x="9687" y="4412"/>
                      <a:pt x="9687" y="4374"/>
                      <a:pt x="9692" y="4336"/>
                    </a:cubicBezTo>
                    <a:cubicBezTo>
                      <a:pt x="9698" y="4200"/>
                      <a:pt x="9692" y="4064"/>
                      <a:pt x="9681" y="3928"/>
                    </a:cubicBezTo>
                    <a:cubicBezTo>
                      <a:pt x="9763" y="3917"/>
                      <a:pt x="9844" y="3901"/>
                      <a:pt x="9921" y="3885"/>
                    </a:cubicBezTo>
                    <a:cubicBezTo>
                      <a:pt x="9970" y="3868"/>
                      <a:pt x="10024" y="3858"/>
                      <a:pt x="10073" y="3841"/>
                    </a:cubicBezTo>
                    <a:close/>
                    <a:moveTo>
                      <a:pt x="4272" y="3991"/>
                    </a:moveTo>
                    <a:cubicBezTo>
                      <a:pt x="4332" y="3991"/>
                      <a:pt x="4385" y="4007"/>
                      <a:pt x="4425" y="4048"/>
                    </a:cubicBezTo>
                    <a:cubicBezTo>
                      <a:pt x="4452" y="4080"/>
                      <a:pt x="4468" y="4118"/>
                      <a:pt x="4485" y="4156"/>
                    </a:cubicBezTo>
                    <a:cubicBezTo>
                      <a:pt x="4507" y="4200"/>
                      <a:pt x="4539" y="4233"/>
                      <a:pt x="4561" y="4276"/>
                    </a:cubicBezTo>
                    <a:lnTo>
                      <a:pt x="4566" y="4281"/>
                    </a:lnTo>
                    <a:cubicBezTo>
                      <a:pt x="4485" y="4320"/>
                      <a:pt x="4398" y="4347"/>
                      <a:pt x="4305" y="4358"/>
                    </a:cubicBezTo>
                    <a:cubicBezTo>
                      <a:pt x="4186" y="4379"/>
                      <a:pt x="4066" y="4417"/>
                      <a:pt x="3947" y="4445"/>
                    </a:cubicBezTo>
                    <a:cubicBezTo>
                      <a:pt x="3702" y="4504"/>
                      <a:pt x="3468" y="4602"/>
                      <a:pt x="3218" y="4662"/>
                    </a:cubicBezTo>
                    <a:cubicBezTo>
                      <a:pt x="2985" y="4716"/>
                      <a:pt x="2751" y="4776"/>
                      <a:pt x="2517" y="4831"/>
                    </a:cubicBezTo>
                    <a:cubicBezTo>
                      <a:pt x="2278" y="4885"/>
                      <a:pt x="2039" y="5004"/>
                      <a:pt x="1800" y="5015"/>
                    </a:cubicBezTo>
                    <a:cubicBezTo>
                      <a:pt x="1767" y="5015"/>
                      <a:pt x="1767" y="5064"/>
                      <a:pt x="1800" y="5064"/>
                    </a:cubicBezTo>
                    <a:cubicBezTo>
                      <a:pt x="1903" y="5064"/>
                      <a:pt x="2006" y="5043"/>
                      <a:pt x="2109" y="5037"/>
                    </a:cubicBezTo>
                    <a:cubicBezTo>
                      <a:pt x="2240" y="5021"/>
                      <a:pt x="2370" y="4994"/>
                      <a:pt x="2495" y="4961"/>
                    </a:cubicBezTo>
                    <a:cubicBezTo>
                      <a:pt x="2767" y="4907"/>
                      <a:pt x="3033" y="4836"/>
                      <a:pt x="3300" y="4776"/>
                    </a:cubicBezTo>
                    <a:cubicBezTo>
                      <a:pt x="3566" y="4711"/>
                      <a:pt x="3838" y="4608"/>
                      <a:pt x="4110" y="4542"/>
                    </a:cubicBezTo>
                    <a:cubicBezTo>
                      <a:pt x="4224" y="4521"/>
                      <a:pt x="4338" y="4499"/>
                      <a:pt x="4452" y="4472"/>
                    </a:cubicBezTo>
                    <a:cubicBezTo>
                      <a:pt x="4501" y="4461"/>
                      <a:pt x="4545" y="4439"/>
                      <a:pt x="4588" y="4412"/>
                    </a:cubicBezTo>
                    <a:lnTo>
                      <a:pt x="4588" y="4412"/>
                    </a:lnTo>
                    <a:cubicBezTo>
                      <a:pt x="4561" y="4493"/>
                      <a:pt x="4512" y="4570"/>
                      <a:pt x="4452" y="4635"/>
                    </a:cubicBezTo>
                    <a:cubicBezTo>
                      <a:pt x="4436" y="4657"/>
                      <a:pt x="4409" y="4716"/>
                      <a:pt x="4382" y="4733"/>
                    </a:cubicBezTo>
                    <a:cubicBezTo>
                      <a:pt x="4372" y="4736"/>
                      <a:pt x="4359" y="4737"/>
                      <a:pt x="4343" y="4737"/>
                    </a:cubicBezTo>
                    <a:cubicBezTo>
                      <a:pt x="4312" y="4737"/>
                      <a:pt x="4275" y="4733"/>
                      <a:pt x="4256" y="4733"/>
                    </a:cubicBezTo>
                    <a:cubicBezTo>
                      <a:pt x="4148" y="4749"/>
                      <a:pt x="4039" y="4776"/>
                      <a:pt x="3936" y="4809"/>
                    </a:cubicBezTo>
                    <a:cubicBezTo>
                      <a:pt x="3664" y="4879"/>
                      <a:pt x="3398" y="4939"/>
                      <a:pt x="3137" y="5026"/>
                    </a:cubicBezTo>
                    <a:cubicBezTo>
                      <a:pt x="3023" y="5064"/>
                      <a:pt x="2914" y="5097"/>
                      <a:pt x="2811" y="5135"/>
                    </a:cubicBezTo>
                    <a:cubicBezTo>
                      <a:pt x="2799" y="5131"/>
                      <a:pt x="2788" y="5129"/>
                      <a:pt x="2777" y="5129"/>
                    </a:cubicBezTo>
                    <a:cubicBezTo>
                      <a:pt x="2746" y="5129"/>
                      <a:pt x="2719" y="5145"/>
                      <a:pt x="2707" y="5173"/>
                    </a:cubicBezTo>
                    <a:cubicBezTo>
                      <a:pt x="2561" y="5238"/>
                      <a:pt x="2408" y="5249"/>
                      <a:pt x="2262" y="5293"/>
                    </a:cubicBezTo>
                    <a:cubicBezTo>
                      <a:pt x="2131" y="5325"/>
                      <a:pt x="2012" y="5358"/>
                      <a:pt x="1886" y="5385"/>
                    </a:cubicBezTo>
                    <a:cubicBezTo>
                      <a:pt x="1821" y="5401"/>
                      <a:pt x="1767" y="5423"/>
                      <a:pt x="1713" y="5456"/>
                    </a:cubicBezTo>
                    <a:cubicBezTo>
                      <a:pt x="1636" y="5488"/>
                      <a:pt x="1555" y="5510"/>
                      <a:pt x="1473" y="5510"/>
                    </a:cubicBezTo>
                    <a:cubicBezTo>
                      <a:pt x="1468" y="5461"/>
                      <a:pt x="1452" y="5418"/>
                      <a:pt x="1446" y="5358"/>
                    </a:cubicBezTo>
                    <a:cubicBezTo>
                      <a:pt x="1424" y="5238"/>
                      <a:pt x="1446" y="5129"/>
                      <a:pt x="1392" y="5015"/>
                    </a:cubicBezTo>
                    <a:cubicBezTo>
                      <a:pt x="1354" y="4939"/>
                      <a:pt x="1305" y="4874"/>
                      <a:pt x="1240" y="4820"/>
                    </a:cubicBezTo>
                    <a:cubicBezTo>
                      <a:pt x="1289" y="4803"/>
                      <a:pt x="1337" y="4787"/>
                      <a:pt x="1365" y="4776"/>
                    </a:cubicBezTo>
                    <a:cubicBezTo>
                      <a:pt x="1636" y="4695"/>
                      <a:pt x="1908" y="4640"/>
                      <a:pt x="2185" y="4586"/>
                    </a:cubicBezTo>
                    <a:cubicBezTo>
                      <a:pt x="2392" y="4542"/>
                      <a:pt x="2588" y="4499"/>
                      <a:pt x="2783" y="4439"/>
                    </a:cubicBezTo>
                    <a:cubicBezTo>
                      <a:pt x="2816" y="4439"/>
                      <a:pt x="2843" y="4428"/>
                      <a:pt x="2870" y="4412"/>
                    </a:cubicBezTo>
                    <a:lnTo>
                      <a:pt x="3001" y="4368"/>
                    </a:lnTo>
                    <a:cubicBezTo>
                      <a:pt x="3120" y="4330"/>
                      <a:pt x="3245" y="4303"/>
                      <a:pt x="3370" y="4281"/>
                    </a:cubicBezTo>
                    <a:cubicBezTo>
                      <a:pt x="3414" y="4265"/>
                      <a:pt x="3463" y="4249"/>
                      <a:pt x="3506" y="4233"/>
                    </a:cubicBezTo>
                    <a:cubicBezTo>
                      <a:pt x="3577" y="4200"/>
                      <a:pt x="3659" y="4178"/>
                      <a:pt x="3735" y="4162"/>
                    </a:cubicBezTo>
                    <a:cubicBezTo>
                      <a:pt x="3861" y="4129"/>
                      <a:pt x="4096" y="3991"/>
                      <a:pt x="4272" y="3991"/>
                    </a:cubicBezTo>
                    <a:close/>
                    <a:moveTo>
                      <a:pt x="941" y="4782"/>
                    </a:moveTo>
                    <a:lnTo>
                      <a:pt x="941" y="4782"/>
                    </a:lnTo>
                    <a:cubicBezTo>
                      <a:pt x="930" y="4803"/>
                      <a:pt x="941" y="4831"/>
                      <a:pt x="968" y="4841"/>
                    </a:cubicBezTo>
                    <a:cubicBezTo>
                      <a:pt x="1125" y="4907"/>
                      <a:pt x="1234" y="5059"/>
                      <a:pt x="1251" y="5227"/>
                    </a:cubicBezTo>
                    <a:cubicBezTo>
                      <a:pt x="1251" y="5363"/>
                      <a:pt x="1256" y="5521"/>
                      <a:pt x="1321" y="5635"/>
                    </a:cubicBezTo>
                    <a:cubicBezTo>
                      <a:pt x="1327" y="5646"/>
                      <a:pt x="1332" y="5651"/>
                      <a:pt x="1337" y="5657"/>
                    </a:cubicBezTo>
                    <a:cubicBezTo>
                      <a:pt x="1333" y="5661"/>
                      <a:pt x="1324" y="5670"/>
                      <a:pt x="1315" y="5672"/>
                    </a:cubicBezTo>
                    <a:lnTo>
                      <a:pt x="1315" y="5672"/>
                    </a:lnTo>
                    <a:cubicBezTo>
                      <a:pt x="1310" y="5662"/>
                      <a:pt x="1305" y="5651"/>
                      <a:pt x="1294" y="5646"/>
                    </a:cubicBezTo>
                    <a:cubicBezTo>
                      <a:pt x="1289" y="5640"/>
                      <a:pt x="1278" y="5640"/>
                      <a:pt x="1272" y="5635"/>
                    </a:cubicBezTo>
                    <a:cubicBezTo>
                      <a:pt x="1240" y="5564"/>
                      <a:pt x="1218" y="5483"/>
                      <a:pt x="1202" y="5407"/>
                    </a:cubicBezTo>
                    <a:cubicBezTo>
                      <a:pt x="1174" y="5303"/>
                      <a:pt x="1125" y="5211"/>
                      <a:pt x="1055" y="5135"/>
                    </a:cubicBezTo>
                    <a:cubicBezTo>
                      <a:pt x="995" y="5075"/>
                      <a:pt x="919" y="5032"/>
                      <a:pt x="870" y="4966"/>
                    </a:cubicBezTo>
                    <a:cubicBezTo>
                      <a:pt x="832" y="4912"/>
                      <a:pt x="837" y="4896"/>
                      <a:pt x="870" y="4841"/>
                    </a:cubicBezTo>
                    <a:cubicBezTo>
                      <a:pt x="886" y="4814"/>
                      <a:pt x="908" y="4792"/>
                      <a:pt x="941" y="4782"/>
                    </a:cubicBezTo>
                    <a:close/>
                    <a:moveTo>
                      <a:pt x="4680" y="2547"/>
                    </a:moveTo>
                    <a:cubicBezTo>
                      <a:pt x="4773" y="2547"/>
                      <a:pt x="4860" y="2580"/>
                      <a:pt x="4952" y="2586"/>
                    </a:cubicBezTo>
                    <a:cubicBezTo>
                      <a:pt x="5077" y="2596"/>
                      <a:pt x="5191" y="2640"/>
                      <a:pt x="5295" y="2705"/>
                    </a:cubicBezTo>
                    <a:cubicBezTo>
                      <a:pt x="5371" y="2749"/>
                      <a:pt x="5452" y="2765"/>
                      <a:pt x="5528" y="2803"/>
                    </a:cubicBezTo>
                    <a:cubicBezTo>
                      <a:pt x="5615" y="2863"/>
                      <a:pt x="5692" y="2933"/>
                      <a:pt x="5757" y="3020"/>
                    </a:cubicBezTo>
                    <a:cubicBezTo>
                      <a:pt x="5904" y="3183"/>
                      <a:pt x="6018" y="3379"/>
                      <a:pt x="6094" y="3586"/>
                    </a:cubicBezTo>
                    <a:cubicBezTo>
                      <a:pt x="6170" y="3803"/>
                      <a:pt x="6170" y="4048"/>
                      <a:pt x="6164" y="4271"/>
                    </a:cubicBezTo>
                    <a:cubicBezTo>
                      <a:pt x="6164" y="4396"/>
                      <a:pt x="6148" y="4597"/>
                      <a:pt x="6056" y="4689"/>
                    </a:cubicBezTo>
                    <a:cubicBezTo>
                      <a:pt x="6029" y="4711"/>
                      <a:pt x="6045" y="4754"/>
                      <a:pt x="6077" y="4754"/>
                    </a:cubicBezTo>
                    <a:cubicBezTo>
                      <a:pt x="6050" y="4847"/>
                      <a:pt x="6007" y="4934"/>
                      <a:pt x="5952" y="5015"/>
                    </a:cubicBezTo>
                    <a:cubicBezTo>
                      <a:pt x="5768" y="5271"/>
                      <a:pt x="5523" y="5472"/>
                      <a:pt x="5240" y="5602"/>
                    </a:cubicBezTo>
                    <a:cubicBezTo>
                      <a:pt x="5113" y="5657"/>
                      <a:pt x="4972" y="5681"/>
                      <a:pt x="4829" y="5681"/>
                    </a:cubicBezTo>
                    <a:cubicBezTo>
                      <a:pt x="4659" y="5681"/>
                      <a:pt x="4488" y="5648"/>
                      <a:pt x="4338" y="5592"/>
                    </a:cubicBezTo>
                    <a:cubicBezTo>
                      <a:pt x="4180" y="5532"/>
                      <a:pt x="4045" y="5434"/>
                      <a:pt x="3952" y="5298"/>
                    </a:cubicBezTo>
                    <a:cubicBezTo>
                      <a:pt x="3909" y="5227"/>
                      <a:pt x="3892" y="5146"/>
                      <a:pt x="3849" y="5075"/>
                    </a:cubicBezTo>
                    <a:cubicBezTo>
                      <a:pt x="3843" y="5064"/>
                      <a:pt x="3838" y="5059"/>
                      <a:pt x="3827" y="5048"/>
                    </a:cubicBezTo>
                    <a:cubicBezTo>
                      <a:pt x="3860" y="5043"/>
                      <a:pt x="3892" y="5032"/>
                      <a:pt x="3919" y="5026"/>
                    </a:cubicBezTo>
                    <a:cubicBezTo>
                      <a:pt x="4039" y="4999"/>
                      <a:pt x="4153" y="4977"/>
                      <a:pt x="4273" y="4961"/>
                    </a:cubicBezTo>
                    <a:cubicBezTo>
                      <a:pt x="4349" y="4961"/>
                      <a:pt x="4420" y="4950"/>
                      <a:pt x="4490" y="4923"/>
                    </a:cubicBezTo>
                    <a:cubicBezTo>
                      <a:pt x="4509" y="4973"/>
                      <a:pt x="4554" y="5008"/>
                      <a:pt x="4607" y="5008"/>
                    </a:cubicBezTo>
                    <a:cubicBezTo>
                      <a:pt x="4617" y="5008"/>
                      <a:pt x="4627" y="5007"/>
                      <a:pt x="4637" y="5004"/>
                    </a:cubicBezTo>
                    <a:cubicBezTo>
                      <a:pt x="4952" y="4923"/>
                      <a:pt x="4985" y="4428"/>
                      <a:pt x="4947" y="4167"/>
                    </a:cubicBezTo>
                    <a:cubicBezTo>
                      <a:pt x="4913" y="3945"/>
                      <a:pt x="4760" y="3723"/>
                      <a:pt x="4554" y="3723"/>
                    </a:cubicBezTo>
                    <a:cubicBezTo>
                      <a:pt x="4493" y="3723"/>
                      <a:pt x="4428" y="3742"/>
                      <a:pt x="4360" y="3787"/>
                    </a:cubicBezTo>
                    <a:cubicBezTo>
                      <a:pt x="4338" y="3784"/>
                      <a:pt x="4317" y="3783"/>
                      <a:pt x="4296" y="3783"/>
                    </a:cubicBezTo>
                    <a:cubicBezTo>
                      <a:pt x="4111" y="3783"/>
                      <a:pt x="3928" y="3881"/>
                      <a:pt x="3762" y="3944"/>
                    </a:cubicBezTo>
                    <a:cubicBezTo>
                      <a:pt x="3691" y="3972"/>
                      <a:pt x="3626" y="3993"/>
                      <a:pt x="3555" y="4015"/>
                    </a:cubicBezTo>
                    <a:cubicBezTo>
                      <a:pt x="3561" y="3944"/>
                      <a:pt x="3528" y="3879"/>
                      <a:pt x="3534" y="3809"/>
                    </a:cubicBezTo>
                    <a:cubicBezTo>
                      <a:pt x="3534" y="3776"/>
                      <a:pt x="3550" y="3749"/>
                      <a:pt x="3555" y="3716"/>
                    </a:cubicBezTo>
                    <a:cubicBezTo>
                      <a:pt x="3555" y="3711"/>
                      <a:pt x="3555" y="3705"/>
                      <a:pt x="3555" y="3700"/>
                    </a:cubicBezTo>
                    <a:cubicBezTo>
                      <a:pt x="3566" y="3673"/>
                      <a:pt x="3577" y="3640"/>
                      <a:pt x="3582" y="3607"/>
                    </a:cubicBezTo>
                    <a:cubicBezTo>
                      <a:pt x="3599" y="3499"/>
                      <a:pt x="3626" y="3385"/>
                      <a:pt x="3659" y="3276"/>
                    </a:cubicBezTo>
                    <a:cubicBezTo>
                      <a:pt x="3724" y="3069"/>
                      <a:pt x="3919" y="2868"/>
                      <a:pt x="4099" y="2749"/>
                    </a:cubicBezTo>
                    <a:cubicBezTo>
                      <a:pt x="4273" y="2629"/>
                      <a:pt x="4474" y="2558"/>
                      <a:pt x="4680" y="2547"/>
                    </a:cubicBezTo>
                    <a:close/>
                    <a:moveTo>
                      <a:pt x="729" y="4966"/>
                    </a:moveTo>
                    <a:cubicBezTo>
                      <a:pt x="756" y="5053"/>
                      <a:pt x="848" y="5119"/>
                      <a:pt x="913" y="5195"/>
                    </a:cubicBezTo>
                    <a:cubicBezTo>
                      <a:pt x="995" y="5282"/>
                      <a:pt x="1049" y="5401"/>
                      <a:pt x="1060" y="5526"/>
                    </a:cubicBezTo>
                    <a:cubicBezTo>
                      <a:pt x="1060" y="5564"/>
                      <a:pt x="1071" y="5608"/>
                      <a:pt x="1082" y="5646"/>
                    </a:cubicBezTo>
                    <a:cubicBezTo>
                      <a:pt x="995" y="5678"/>
                      <a:pt x="908" y="5744"/>
                      <a:pt x="832" y="5765"/>
                    </a:cubicBezTo>
                    <a:cubicBezTo>
                      <a:pt x="770" y="5785"/>
                      <a:pt x="708" y="5795"/>
                      <a:pt x="646" y="5795"/>
                    </a:cubicBezTo>
                    <a:cubicBezTo>
                      <a:pt x="605" y="5795"/>
                      <a:pt x="563" y="5790"/>
                      <a:pt x="522" y="5782"/>
                    </a:cubicBezTo>
                    <a:cubicBezTo>
                      <a:pt x="484" y="5765"/>
                      <a:pt x="446" y="5738"/>
                      <a:pt x="413" y="5717"/>
                    </a:cubicBezTo>
                    <a:cubicBezTo>
                      <a:pt x="381" y="5706"/>
                      <a:pt x="348" y="5689"/>
                      <a:pt x="316" y="5673"/>
                    </a:cubicBezTo>
                    <a:cubicBezTo>
                      <a:pt x="261" y="5630"/>
                      <a:pt x="261" y="5526"/>
                      <a:pt x="261" y="5456"/>
                    </a:cubicBezTo>
                    <a:cubicBezTo>
                      <a:pt x="272" y="5369"/>
                      <a:pt x="316" y="5287"/>
                      <a:pt x="386" y="5227"/>
                    </a:cubicBezTo>
                    <a:cubicBezTo>
                      <a:pt x="484" y="5124"/>
                      <a:pt x="598" y="5032"/>
                      <a:pt x="729" y="4966"/>
                    </a:cubicBezTo>
                    <a:close/>
                    <a:moveTo>
                      <a:pt x="11421" y="4907"/>
                    </a:moveTo>
                    <a:cubicBezTo>
                      <a:pt x="11486" y="4907"/>
                      <a:pt x="11513" y="4977"/>
                      <a:pt x="11540" y="5032"/>
                    </a:cubicBezTo>
                    <a:cubicBezTo>
                      <a:pt x="11562" y="5086"/>
                      <a:pt x="11627" y="5157"/>
                      <a:pt x="11649" y="5216"/>
                    </a:cubicBezTo>
                    <a:cubicBezTo>
                      <a:pt x="11665" y="5314"/>
                      <a:pt x="11649" y="5412"/>
                      <a:pt x="11606" y="5494"/>
                    </a:cubicBezTo>
                    <a:cubicBezTo>
                      <a:pt x="11568" y="5548"/>
                      <a:pt x="11453" y="5564"/>
                      <a:pt x="11394" y="5586"/>
                    </a:cubicBezTo>
                    <a:cubicBezTo>
                      <a:pt x="11247" y="5657"/>
                      <a:pt x="11116" y="5738"/>
                      <a:pt x="10964" y="5798"/>
                    </a:cubicBezTo>
                    <a:cubicBezTo>
                      <a:pt x="10975" y="5760"/>
                      <a:pt x="10986" y="5722"/>
                      <a:pt x="10986" y="5684"/>
                    </a:cubicBezTo>
                    <a:cubicBezTo>
                      <a:pt x="11002" y="5494"/>
                      <a:pt x="10932" y="5303"/>
                      <a:pt x="10872" y="5113"/>
                    </a:cubicBezTo>
                    <a:cubicBezTo>
                      <a:pt x="11013" y="5043"/>
                      <a:pt x="11176" y="5021"/>
                      <a:pt x="11318" y="4956"/>
                    </a:cubicBezTo>
                    <a:cubicBezTo>
                      <a:pt x="11345" y="4945"/>
                      <a:pt x="11388" y="4907"/>
                      <a:pt x="11421" y="4907"/>
                    </a:cubicBezTo>
                    <a:close/>
                    <a:moveTo>
                      <a:pt x="10258" y="3890"/>
                    </a:moveTo>
                    <a:cubicBezTo>
                      <a:pt x="10258" y="3901"/>
                      <a:pt x="10258" y="3917"/>
                      <a:pt x="10263" y="3928"/>
                    </a:cubicBezTo>
                    <a:cubicBezTo>
                      <a:pt x="10274" y="4015"/>
                      <a:pt x="10296" y="4097"/>
                      <a:pt x="10328" y="4178"/>
                    </a:cubicBezTo>
                    <a:cubicBezTo>
                      <a:pt x="10415" y="4385"/>
                      <a:pt x="10519" y="4575"/>
                      <a:pt x="10595" y="4787"/>
                    </a:cubicBezTo>
                    <a:cubicBezTo>
                      <a:pt x="10633" y="4879"/>
                      <a:pt x="10644" y="4972"/>
                      <a:pt x="10671" y="5070"/>
                    </a:cubicBezTo>
                    <a:cubicBezTo>
                      <a:pt x="10692" y="5162"/>
                      <a:pt x="10736" y="5271"/>
                      <a:pt x="10758" y="5374"/>
                    </a:cubicBezTo>
                    <a:cubicBezTo>
                      <a:pt x="10790" y="5477"/>
                      <a:pt x="10807" y="5586"/>
                      <a:pt x="10801" y="5689"/>
                    </a:cubicBezTo>
                    <a:lnTo>
                      <a:pt x="10801" y="5695"/>
                    </a:lnTo>
                    <a:cubicBezTo>
                      <a:pt x="10790" y="5765"/>
                      <a:pt x="10752" y="5825"/>
                      <a:pt x="10692" y="5874"/>
                    </a:cubicBezTo>
                    <a:cubicBezTo>
                      <a:pt x="10670" y="5892"/>
                      <a:pt x="10646" y="5899"/>
                      <a:pt x="10621" y="5899"/>
                    </a:cubicBezTo>
                    <a:cubicBezTo>
                      <a:pt x="10530" y="5899"/>
                      <a:pt x="10431" y="5801"/>
                      <a:pt x="10388" y="5733"/>
                    </a:cubicBezTo>
                    <a:cubicBezTo>
                      <a:pt x="10290" y="5575"/>
                      <a:pt x="10214" y="5407"/>
                      <a:pt x="10160" y="5233"/>
                    </a:cubicBezTo>
                    <a:cubicBezTo>
                      <a:pt x="10111" y="5075"/>
                      <a:pt x="10084" y="4912"/>
                      <a:pt x="10073" y="4749"/>
                    </a:cubicBezTo>
                    <a:cubicBezTo>
                      <a:pt x="10062" y="4667"/>
                      <a:pt x="10035" y="4591"/>
                      <a:pt x="9986" y="4526"/>
                    </a:cubicBezTo>
                    <a:cubicBezTo>
                      <a:pt x="10024" y="4488"/>
                      <a:pt x="10056" y="4450"/>
                      <a:pt x="10084" y="4407"/>
                    </a:cubicBezTo>
                    <a:cubicBezTo>
                      <a:pt x="10133" y="4330"/>
                      <a:pt x="10165" y="4243"/>
                      <a:pt x="10176" y="4156"/>
                    </a:cubicBezTo>
                    <a:cubicBezTo>
                      <a:pt x="10198" y="4064"/>
                      <a:pt x="10225" y="3977"/>
                      <a:pt x="10258" y="3890"/>
                    </a:cubicBezTo>
                    <a:close/>
                    <a:moveTo>
                      <a:pt x="3289" y="1216"/>
                    </a:moveTo>
                    <a:cubicBezTo>
                      <a:pt x="3294" y="1275"/>
                      <a:pt x="3311" y="1330"/>
                      <a:pt x="3338" y="1384"/>
                    </a:cubicBezTo>
                    <a:cubicBezTo>
                      <a:pt x="3350" y="1404"/>
                      <a:pt x="3371" y="1416"/>
                      <a:pt x="3392" y="1416"/>
                    </a:cubicBezTo>
                    <a:cubicBezTo>
                      <a:pt x="3400" y="1416"/>
                      <a:pt x="3407" y="1414"/>
                      <a:pt x="3414" y="1411"/>
                    </a:cubicBezTo>
                    <a:lnTo>
                      <a:pt x="3441" y="1401"/>
                    </a:lnTo>
                    <a:cubicBezTo>
                      <a:pt x="3452" y="1401"/>
                      <a:pt x="3463" y="1390"/>
                      <a:pt x="3468" y="1384"/>
                    </a:cubicBezTo>
                    <a:cubicBezTo>
                      <a:pt x="3490" y="1401"/>
                      <a:pt x="3512" y="1417"/>
                      <a:pt x="3539" y="1433"/>
                    </a:cubicBezTo>
                    <a:cubicBezTo>
                      <a:pt x="3604" y="1455"/>
                      <a:pt x="3675" y="1477"/>
                      <a:pt x="3746" y="1493"/>
                    </a:cubicBezTo>
                    <a:cubicBezTo>
                      <a:pt x="3827" y="1520"/>
                      <a:pt x="3903" y="1580"/>
                      <a:pt x="3990" y="1596"/>
                    </a:cubicBezTo>
                    <a:cubicBezTo>
                      <a:pt x="4039" y="1596"/>
                      <a:pt x="4088" y="1602"/>
                      <a:pt x="4131" y="1613"/>
                    </a:cubicBezTo>
                    <a:cubicBezTo>
                      <a:pt x="4159" y="1623"/>
                      <a:pt x="4180" y="1645"/>
                      <a:pt x="4202" y="1661"/>
                    </a:cubicBezTo>
                    <a:cubicBezTo>
                      <a:pt x="4245" y="1686"/>
                      <a:pt x="4286" y="1696"/>
                      <a:pt x="4324" y="1696"/>
                    </a:cubicBezTo>
                    <a:cubicBezTo>
                      <a:pt x="4432" y="1696"/>
                      <a:pt x="4528" y="1618"/>
                      <a:pt x="4632" y="1558"/>
                    </a:cubicBezTo>
                    <a:cubicBezTo>
                      <a:pt x="4729" y="1515"/>
                      <a:pt x="4822" y="1460"/>
                      <a:pt x="4903" y="1390"/>
                    </a:cubicBezTo>
                    <a:cubicBezTo>
                      <a:pt x="4914" y="1395"/>
                      <a:pt x="4926" y="1398"/>
                      <a:pt x="4937" y="1398"/>
                    </a:cubicBezTo>
                    <a:cubicBezTo>
                      <a:pt x="4960" y="1398"/>
                      <a:pt x="4981" y="1388"/>
                      <a:pt x="4996" y="1373"/>
                    </a:cubicBezTo>
                    <a:cubicBezTo>
                      <a:pt x="5023" y="1373"/>
                      <a:pt x="5056" y="1379"/>
                      <a:pt x="5083" y="1384"/>
                    </a:cubicBezTo>
                    <a:cubicBezTo>
                      <a:pt x="5132" y="1406"/>
                      <a:pt x="5175" y="1422"/>
                      <a:pt x="5219" y="1433"/>
                    </a:cubicBezTo>
                    <a:cubicBezTo>
                      <a:pt x="5295" y="1433"/>
                      <a:pt x="5365" y="1444"/>
                      <a:pt x="5436" y="1471"/>
                    </a:cubicBezTo>
                    <a:cubicBezTo>
                      <a:pt x="5556" y="1520"/>
                      <a:pt x="5681" y="1553"/>
                      <a:pt x="5806" y="1569"/>
                    </a:cubicBezTo>
                    <a:cubicBezTo>
                      <a:pt x="5877" y="1582"/>
                      <a:pt x="5956" y="1605"/>
                      <a:pt x="6029" y="1605"/>
                    </a:cubicBezTo>
                    <a:cubicBezTo>
                      <a:pt x="6078" y="1605"/>
                      <a:pt x="6125" y="1594"/>
                      <a:pt x="6164" y="1564"/>
                    </a:cubicBezTo>
                    <a:cubicBezTo>
                      <a:pt x="6186" y="1634"/>
                      <a:pt x="6208" y="1699"/>
                      <a:pt x="6235" y="1765"/>
                    </a:cubicBezTo>
                    <a:cubicBezTo>
                      <a:pt x="6219" y="1765"/>
                      <a:pt x="6203" y="1765"/>
                      <a:pt x="6186" y="1759"/>
                    </a:cubicBezTo>
                    <a:cubicBezTo>
                      <a:pt x="6184" y="1759"/>
                      <a:pt x="6182" y="1759"/>
                      <a:pt x="6179" y="1759"/>
                    </a:cubicBezTo>
                    <a:cubicBezTo>
                      <a:pt x="6133" y="1759"/>
                      <a:pt x="6095" y="1810"/>
                      <a:pt x="6116" y="1857"/>
                    </a:cubicBezTo>
                    <a:cubicBezTo>
                      <a:pt x="6116" y="1863"/>
                      <a:pt x="6121" y="1868"/>
                      <a:pt x="6121" y="1873"/>
                    </a:cubicBezTo>
                    <a:cubicBezTo>
                      <a:pt x="6132" y="1884"/>
                      <a:pt x="6143" y="1895"/>
                      <a:pt x="6159" y="1895"/>
                    </a:cubicBezTo>
                    <a:cubicBezTo>
                      <a:pt x="6268" y="1966"/>
                      <a:pt x="6393" y="1998"/>
                      <a:pt x="6512" y="2053"/>
                    </a:cubicBezTo>
                    <a:cubicBezTo>
                      <a:pt x="6619" y="2109"/>
                      <a:pt x="6745" y="2179"/>
                      <a:pt x="6881" y="2179"/>
                    </a:cubicBezTo>
                    <a:cubicBezTo>
                      <a:pt x="6890" y="2179"/>
                      <a:pt x="6900" y="2179"/>
                      <a:pt x="6909" y="2178"/>
                    </a:cubicBezTo>
                    <a:cubicBezTo>
                      <a:pt x="7034" y="2162"/>
                      <a:pt x="7127" y="2080"/>
                      <a:pt x="7235" y="2031"/>
                    </a:cubicBezTo>
                    <a:cubicBezTo>
                      <a:pt x="7371" y="1966"/>
                      <a:pt x="7551" y="1939"/>
                      <a:pt x="7643" y="1819"/>
                    </a:cubicBezTo>
                    <a:cubicBezTo>
                      <a:pt x="7714" y="1857"/>
                      <a:pt x="7790" y="1884"/>
                      <a:pt x="7866" y="1895"/>
                    </a:cubicBezTo>
                    <a:cubicBezTo>
                      <a:pt x="7871" y="2031"/>
                      <a:pt x="7866" y="2167"/>
                      <a:pt x="7855" y="2303"/>
                    </a:cubicBezTo>
                    <a:cubicBezTo>
                      <a:pt x="7850" y="2444"/>
                      <a:pt x="7888" y="2575"/>
                      <a:pt x="7893" y="2716"/>
                    </a:cubicBezTo>
                    <a:cubicBezTo>
                      <a:pt x="7893" y="2895"/>
                      <a:pt x="7850" y="3075"/>
                      <a:pt x="7850" y="3260"/>
                    </a:cubicBezTo>
                    <a:cubicBezTo>
                      <a:pt x="7844" y="3444"/>
                      <a:pt x="7850" y="3635"/>
                      <a:pt x="7844" y="3819"/>
                    </a:cubicBezTo>
                    <a:cubicBezTo>
                      <a:pt x="7839" y="4004"/>
                      <a:pt x="7828" y="4178"/>
                      <a:pt x="7839" y="4358"/>
                    </a:cubicBezTo>
                    <a:cubicBezTo>
                      <a:pt x="7844" y="4434"/>
                      <a:pt x="7871" y="4504"/>
                      <a:pt x="7877" y="4580"/>
                    </a:cubicBezTo>
                    <a:cubicBezTo>
                      <a:pt x="7882" y="4662"/>
                      <a:pt x="7882" y="4744"/>
                      <a:pt x="7877" y="4825"/>
                    </a:cubicBezTo>
                    <a:cubicBezTo>
                      <a:pt x="7871" y="5010"/>
                      <a:pt x="7871" y="5195"/>
                      <a:pt x="7866" y="5374"/>
                    </a:cubicBezTo>
                    <a:cubicBezTo>
                      <a:pt x="7866" y="5428"/>
                      <a:pt x="7860" y="5488"/>
                      <a:pt x="7860" y="5543"/>
                    </a:cubicBezTo>
                    <a:cubicBezTo>
                      <a:pt x="7833" y="5575"/>
                      <a:pt x="7828" y="5613"/>
                      <a:pt x="7844" y="5646"/>
                    </a:cubicBezTo>
                    <a:cubicBezTo>
                      <a:pt x="7850" y="5657"/>
                      <a:pt x="7855" y="5673"/>
                      <a:pt x="7855" y="5689"/>
                    </a:cubicBezTo>
                    <a:cubicBezTo>
                      <a:pt x="7855" y="5706"/>
                      <a:pt x="7855" y="5727"/>
                      <a:pt x="7860" y="5744"/>
                    </a:cubicBezTo>
                    <a:cubicBezTo>
                      <a:pt x="7860" y="5787"/>
                      <a:pt x="7850" y="5831"/>
                      <a:pt x="7850" y="5863"/>
                    </a:cubicBezTo>
                    <a:cubicBezTo>
                      <a:pt x="7850" y="5945"/>
                      <a:pt x="7855" y="6021"/>
                      <a:pt x="7877" y="6102"/>
                    </a:cubicBezTo>
                    <a:cubicBezTo>
                      <a:pt x="7888" y="6146"/>
                      <a:pt x="7898" y="6195"/>
                      <a:pt x="7898" y="6244"/>
                    </a:cubicBezTo>
                    <a:cubicBezTo>
                      <a:pt x="7888" y="6298"/>
                      <a:pt x="7877" y="6293"/>
                      <a:pt x="7828" y="6314"/>
                    </a:cubicBezTo>
                    <a:cubicBezTo>
                      <a:pt x="7752" y="6358"/>
                      <a:pt x="7670" y="6391"/>
                      <a:pt x="7583" y="6418"/>
                    </a:cubicBezTo>
                    <a:cubicBezTo>
                      <a:pt x="7480" y="6445"/>
                      <a:pt x="7398" y="6505"/>
                      <a:pt x="7301" y="6537"/>
                    </a:cubicBezTo>
                    <a:cubicBezTo>
                      <a:pt x="7270" y="6550"/>
                      <a:pt x="7240" y="6554"/>
                      <a:pt x="7210" y="6554"/>
                    </a:cubicBezTo>
                    <a:cubicBezTo>
                      <a:pt x="7133" y="6554"/>
                      <a:pt x="7056" y="6525"/>
                      <a:pt x="6974" y="6521"/>
                    </a:cubicBezTo>
                    <a:cubicBezTo>
                      <a:pt x="6953" y="6520"/>
                      <a:pt x="6931" y="6520"/>
                      <a:pt x="6910" y="6520"/>
                    </a:cubicBezTo>
                    <a:cubicBezTo>
                      <a:pt x="6826" y="6520"/>
                      <a:pt x="6747" y="6526"/>
                      <a:pt x="6665" y="6526"/>
                    </a:cubicBezTo>
                    <a:cubicBezTo>
                      <a:pt x="6550" y="6526"/>
                      <a:pt x="6447" y="6478"/>
                      <a:pt x="6328" y="6478"/>
                    </a:cubicBezTo>
                    <a:cubicBezTo>
                      <a:pt x="6213" y="6478"/>
                      <a:pt x="6099" y="6472"/>
                      <a:pt x="5991" y="6450"/>
                    </a:cubicBezTo>
                    <a:cubicBezTo>
                      <a:pt x="5865" y="6429"/>
                      <a:pt x="5740" y="6407"/>
                      <a:pt x="5615" y="6391"/>
                    </a:cubicBezTo>
                    <a:cubicBezTo>
                      <a:pt x="5376" y="6358"/>
                      <a:pt x="5132" y="6336"/>
                      <a:pt x="4887" y="6304"/>
                    </a:cubicBezTo>
                    <a:cubicBezTo>
                      <a:pt x="4642" y="6266"/>
                      <a:pt x="4414" y="6200"/>
                      <a:pt x="4170" y="6200"/>
                    </a:cubicBezTo>
                    <a:cubicBezTo>
                      <a:pt x="4154" y="6201"/>
                      <a:pt x="4138" y="6201"/>
                      <a:pt x="4122" y="6201"/>
                    </a:cubicBezTo>
                    <a:cubicBezTo>
                      <a:pt x="4019" y="6201"/>
                      <a:pt x="3915" y="6187"/>
                      <a:pt x="3816" y="6168"/>
                    </a:cubicBezTo>
                    <a:cubicBezTo>
                      <a:pt x="3702" y="6130"/>
                      <a:pt x="3582" y="6097"/>
                      <a:pt x="3463" y="6081"/>
                    </a:cubicBezTo>
                    <a:cubicBezTo>
                      <a:pt x="3392" y="6081"/>
                      <a:pt x="3322" y="6075"/>
                      <a:pt x="3251" y="6059"/>
                    </a:cubicBezTo>
                    <a:cubicBezTo>
                      <a:pt x="3191" y="6043"/>
                      <a:pt x="3137" y="6021"/>
                      <a:pt x="3077" y="6005"/>
                    </a:cubicBezTo>
                    <a:cubicBezTo>
                      <a:pt x="3033" y="5999"/>
                      <a:pt x="2990" y="5994"/>
                      <a:pt x="2946" y="5994"/>
                    </a:cubicBezTo>
                    <a:cubicBezTo>
                      <a:pt x="2919" y="5994"/>
                      <a:pt x="2906" y="6001"/>
                      <a:pt x="2899" y="6001"/>
                    </a:cubicBezTo>
                    <a:cubicBezTo>
                      <a:pt x="2892" y="6001"/>
                      <a:pt x="2892" y="5994"/>
                      <a:pt x="2892" y="5967"/>
                    </a:cubicBezTo>
                    <a:lnTo>
                      <a:pt x="2903" y="5967"/>
                    </a:lnTo>
                    <a:cubicBezTo>
                      <a:pt x="2914" y="5755"/>
                      <a:pt x="2908" y="5543"/>
                      <a:pt x="2881" y="5336"/>
                    </a:cubicBezTo>
                    <a:cubicBezTo>
                      <a:pt x="2925" y="5320"/>
                      <a:pt x="2974" y="5303"/>
                      <a:pt x="3017" y="5287"/>
                    </a:cubicBezTo>
                    <a:cubicBezTo>
                      <a:pt x="3240" y="5222"/>
                      <a:pt x="3457" y="5146"/>
                      <a:pt x="3680" y="5086"/>
                    </a:cubicBezTo>
                    <a:cubicBezTo>
                      <a:pt x="3751" y="5358"/>
                      <a:pt x="3936" y="5592"/>
                      <a:pt x="4191" y="5717"/>
                    </a:cubicBezTo>
                    <a:cubicBezTo>
                      <a:pt x="4383" y="5814"/>
                      <a:pt x="4613" y="5870"/>
                      <a:pt x="4838" y="5870"/>
                    </a:cubicBezTo>
                    <a:cubicBezTo>
                      <a:pt x="4977" y="5870"/>
                      <a:pt x="5114" y="5849"/>
                      <a:pt x="5240" y="5804"/>
                    </a:cubicBezTo>
                    <a:cubicBezTo>
                      <a:pt x="5577" y="5673"/>
                      <a:pt x="5865" y="5445"/>
                      <a:pt x="6077" y="5151"/>
                    </a:cubicBezTo>
                    <a:cubicBezTo>
                      <a:pt x="6175" y="5015"/>
                      <a:pt x="6246" y="4863"/>
                      <a:pt x="6289" y="4700"/>
                    </a:cubicBezTo>
                    <a:cubicBezTo>
                      <a:pt x="6317" y="4613"/>
                      <a:pt x="6366" y="4526"/>
                      <a:pt x="6387" y="4428"/>
                    </a:cubicBezTo>
                    <a:cubicBezTo>
                      <a:pt x="6404" y="4341"/>
                      <a:pt x="6404" y="4249"/>
                      <a:pt x="6382" y="4162"/>
                    </a:cubicBezTo>
                    <a:cubicBezTo>
                      <a:pt x="6376" y="4140"/>
                      <a:pt x="6360" y="4124"/>
                      <a:pt x="6338" y="4124"/>
                    </a:cubicBezTo>
                    <a:cubicBezTo>
                      <a:pt x="6338" y="4069"/>
                      <a:pt x="6333" y="4021"/>
                      <a:pt x="6333" y="3972"/>
                    </a:cubicBezTo>
                    <a:cubicBezTo>
                      <a:pt x="6311" y="3569"/>
                      <a:pt x="6154" y="3189"/>
                      <a:pt x="5876" y="2895"/>
                    </a:cubicBezTo>
                    <a:cubicBezTo>
                      <a:pt x="5806" y="2819"/>
                      <a:pt x="5730" y="2749"/>
                      <a:pt x="5648" y="2689"/>
                    </a:cubicBezTo>
                    <a:cubicBezTo>
                      <a:pt x="5577" y="2656"/>
                      <a:pt x="5507" y="2624"/>
                      <a:pt x="5431" y="2596"/>
                    </a:cubicBezTo>
                    <a:cubicBezTo>
                      <a:pt x="5338" y="2558"/>
                      <a:pt x="5262" y="2499"/>
                      <a:pt x="5170" y="2461"/>
                    </a:cubicBezTo>
                    <a:cubicBezTo>
                      <a:pt x="5066" y="2422"/>
                      <a:pt x="4969" y="2433"/>
                      <a:pt x="4860" y="2412"/>
                    </a:cubicBezTo>
                    <a:cubicBezTo>
                      <a:pt x="4800" y="2400"/>
                      <a:pt x="4739" y="2394"/>
                      <a:pt x="4677" y="2394"/>
                    </a:cubicBezTo>
                    <a:cubicBezTo>
                      <a:pt x="4377" y="2394"/>
                      <a:pt x="4072" y="2530"/>
                      <a:pt x="3860" y="2738"/>
                    </a:cubicBezTo>
                    <a:cubicBezTo>
                      <a:pt x="3697" y="2879"/>
                      <a:pt x="3572" y="3064"/>
                      <a:pt x="3512" y="3270"/>
                    </a:cubicBezTo>
                    <a:cubicBezTo>
                      <a:pt x="3490" y="3347"/>
                      <a:pt x="3479" y="3423"/>
                      <a:pt x="3463" y="3493"/>
                    </a:cubicBezTo>
                    <a:cubicBezTo>
                      <a:pt x="3447" y="3526"/>
                      <a:pt x="3436" y="3559"/>
                      <a:pt x="3436" y="3591"/>
                    </a:cubicBezTo>
                    <a:cubicBezTo>
                      <a:pt x="3441" y="3618"/>
                      <a:pt x="3441" y="3651"/>
                      <a:pt x="3436" y="3678"/>
                    </a:cubicBezTo>
                    <a:cubicBezTo>
                      <a:pt x="3430" y="3694"/>
                      <a:pt x="3414" y="3711"/>
                      <a:pt x="3403" y="3727"/>
                    </a:cubicBezTo>
                    <a:cubicBezTo>
                      <a:pt x="3376" y="3830"/>
                      <a:pt x="3387" y="3944"/>
                      <a:pt x="3436" y="4042"/>
                    </a:cubicBezTo>
                    <a:lnTo>
                      <a:pt x="3409" y="4053"/>
                    </a:lnTo>
                    <a:cubicBezTo>
                      <a:pt x="3338" y="4080"/>
                      <a:pt x="3262" y="4102"/>
                      <a:pt x="3186" y="4113"/>
                    </a:cubicBezTo>
                    <a:cubicBezTo>
                      <a:pt x="3110" y="4135"/>
                      <a:pt x="3028" y="4162"/>
                      <a:pt x="2957" y="4195"/>
                    </a:cubicBezTo>
                    <a:lnTo>
                      <a:pt x="2936" y="4205"/>
                    </a:lnTo>
                    <a:cubicBezTo>
                      <a:pt x="2957" y="3928"/>
                      <a:pt x="2919" y="3635"/>
                      <a:pt x="2919" y="3357"/>
                    </a:cubicBezTo>
                    <a:cubicBezTo>
                      <a:pt x="2930" y="3232"/>
                      <a:pt x="2925" y="3102"/>
                      <a:pt x="2914" y="2977"/>
                    </a:cubicBezTo>
                    <a:cubicBezTo>
                      <a:pt x="2903" y="2928"/>
                      <a:pt x="2887" y="2879"/>
                      <a:pt x="2860" y="2830"/>
                    </a:cubicBezTo>
                    <a:lnTo>
                      <a:pt x="2860" y="2787"/>
                    </a:lnTo>
                    <a:cubicBezTo>
                      <a:pt x="2854" y="2558"/>
                      <a:pt x="2881" y="2335"/>
                      <a:pt x="2876" y="2107"/>
                    </a:cubicBezTo>
                    <a:cubicBezTo>
                      <a:pt x="2870" y="1982"/>
                      <a:pt x="2876" y="1863"/>
                      <a:pt x="2881" y="1738"/>
                    </a:cubicBezTo>
                    <a:cubicBezTo>
                      <a:pt x="2887" y="1689"/>
                      <a:pt x="2892" y="1629"/>
                      <a:pt x="2898" y="1569"/>
                    </a:cubicBezTo>
                    <a:cubicBezTo>
                      <a:pt x="2979" y="1607"/>
                      <a:pt x="3061" y="1645"/>
                      <a:pt x="3148" y="1672"/>
                    </a:cubicBezTo>
                    <a:cubicBezTo>
                      <a:pt x="3256" y="1716"/>
                      <a:pt x="3365" y="1748"/>
                      <a:pt x="3474" y="1770"/>
                    </a:cubicBezTo>
                    <a:cubicBezTo>
                      <a:pt x="3572" y="1776"/>
                      <a:pt x="3664" y="1792"/>
                      <a:pt x="3756" y="1814"/>
                    </a:cubicBezTo>
                    <a:cubicBezTo>
                      <a:pt x="3838" y="1841"/>
                      <a:pt x="3909" y="1895"/>
                      <a:pt x="3996" y="1922"/>
                    </a:cubicBezTo>
                    <a:cubicBezTo>
                      <a:pt x="4202" y="1993"/>
                      <a:pt x="4441" y="1982"/>
                      <a:pt x="4659" y="2020"/>
                    </a:cubicBezTo>
                    <a:cubicBezTo>
                      <a:pt x="4762" y="2037"/>
                      <a:pt x="4865" y="2058"/>
                      <a:pt x="4974" y="2069"/>
                    </a:cubicBezTo>
                    <a:cubicBezTo>
                      <a:pt x="5094" y="2080"/>
                      <a:pt x="5219" y="2069"/>
                      <a:pt x="5344" y="2085"/>
                    </a:cubicBezTo>
                    <a:cubicBezTo>
                      <a:pt x="5556" y="2118"/>
                      <a:pt x="5768" y="2145"/>
                      <a:pt x="5980" y="2162"/>
                    </a:cubicBezTo>
                    <a:cubicBezTo>
                      <a:pt x="6213" y="2183"/>
                      <a:pt x="6436" y="2325"/>
                      <a:pt x="6670" y="2325"/>
                    </a:cubicBezTo>
                    <a:cubicBezTo>
                      <a:pt x="6713" y="2325"/>
                      <a:pt x="6762" y="2319"/>
                      <a:pt x="6811" y="2319"/>
                    </a:cubicBezTo>
                    <a:cubicBezTo>
                      <a:pt x="6877" y="2325"/>
                      <a:pt x="6942" y="2335"/>
                      <a:pt x="7007" y="2352"/>
                    </a:cubicBezTo>
                    <a:cubicBezTo>
                      <a:pt x="7017" y="2353"/>
                      <a:pt x="7026" y="2354"/>
                      <a:pt x="7036" y="2354"/>
                    </a:cubicBezTo>
                    <a:cubicBezTo>
                      <a:pt x="7059" y="2354"/>
                      <a:pt x="7082" y="2350"/>
                      <a:pt x="7105" y="2346"/>
                    </a:cubicBezTo>
                    <a:lnTo>
                      <a:pt x="7105" y="2346"/>
                    </a:lnTo>
                    <a:cubicBezTo>
                      <a:pt x="7105" y="2379"/>
                      <a:pt x="7099" y="2417"/>
                      <a:pt x="7105" y="2444"/>
                    </a:cubicBezTo>
                    <a:cubicBezTo>
                      <a:pt x="7121" y="2515"/>
                      <a:pt x="7127" y="2586"/>
                      <a:pt x="7121" y="2662"/>
                    </a:cubicBezTo>
                    <a:cubicBezTo>
                      <a:pt x="7110" y="2846"/>
                      <a:pt x="7110" y="3031"/>
                      <a:pt x="7110" y="3216"/>
                    </a:cubicBezTo>
                    <a:cubicBezTo>
                      <a:pt x="7094" y="3406"/>
                      <a:pt x="7094" y="3597"/>
                      <a:pt x="7110" y="3787"/>
                    </a:cubicBezTo>
                    <a:cubicBezTo>
                      <a:pt x="7121" y="3863"/>
                      <a:pt x="7143" y="3939"/>
                      <a:pt x="7148" y="4015"/>
                    </a:cubicBezTo>
                    <a:cubicBezTo>
                      <a:pt x="7154" y="4108"/>
                      <a:pt x="7143" y="4200"/>
                      <a:pt x="7143" y="4298"/>
                    </a:cubicBezTo>
                    <a:cubicBezTo>
                      <a:pt x="7137" y="4667"/>
                      <a:pt x="7148" y="5037"/>
                      <a:pt x="7094" y="5407"/>
                    </a:cubicBezTo>
                    <a:cubicBezTo>
                      <a:pt x="7072" y="5559"/>
                      <a:pt x="7061" y="5717"/>
                      <a:pt x="7056" y="5869"/>
                    </a:cubicBezTo>
                    <a:cubicBezTo>
                      <a:pt x="7056" y="6048"/>
                      <a:pt x="7018" y="6271"/>
                      <a:pt x="7072" y="6434"/>
                    </a:cubicBezTo>
                    <a:cubicBezTo>
                      <a:pt x="7083" y="6472"/>
                      <a:pt x="7114" y="6491"/>
                      <a:pt x="7146" y="6491"/>
                    </a:cubicBezTo>
                    <a:cubicBezTo>
                      <a:pt x="7177" y="6491"/>
                      <a:pt x="7208" y="6472"/>
                      <a:pt x="7219" y="6434"/>
                    </a:cubicBezTo>
                    <a:cubicBezTo>
                      <a:pt x="7279" y="6271"/>
                      <a:pt x="7235" y="6043"/>
                      <a:pt x="7235" y="5869"/>
                    </a:cubicBezTo>
                    <a:cubicBezTo>
                      <a:pt x="7230" y="5771"/>
                      <a:pt x="7230" y="5673"/>
                      <a:pt x="7241" y="5575"/>
                    </a:cubicBezTo>
                    <a:cubicBezTo>
                      <a:pt x="7252" y="5505"/>
                      <a:pt x="7268" y="5439"/>
                      <a:pt x="7273" y="5363"/>
                    </a:cubicBezTo>
                    <a:cubicBezTo>
                      <a:pt x="7290" y="5178"/>
                      <a:pt x="7311" y="4988"/>
                      <a:pt x="7311" y="4803"/>
                    </a:cubicBezTo>
                    <a:cubicBezTo>
                      <a:pt x="7311" y="4602"/>
                      <a:pt x="7306" y="4401"/>
                      <a:pt x="7311" y="4200"/>
                    </a:cubicBezTo>
                    <a:cubicBezTo>
                      <a:pt x="7322" y="4118"/>
                      <a:pt x="7317" y="4031"/>
                      <a:pt x="7311" y="3944"/>
                    </a:cubicBezTo>
                    <a:cubicBezTo>
                      <a:pt x="7301" y="3863"/>
                      <a:pt x="7273" y="3781"/>
                      <a:pt x="7268" y="3700"/>
                    </a:cubicBezTo>
                    <a:cubicBezTo>
                      <a:pt x="7257" y="3493"/>
                      <a:pt x="7262" y="3292"/>
                      <a:pt x="7262" y="3086"/>
                    </a:cubicBezTo>
                    <a:cubicBezTo>
                      <a:pt x="7268" y="2901"/>
                      <a:pt x="7262" y="2716"/>
                      <a:pt x="7246" y="2531"/>
                    </a:cubicBezTo>
                    <a:cubicBezTo>
                      <a:pt x="7235" y="2461"/>
                      <a:pt x="7203" y="2390"/>
                      <a:pt x="7159" y="2330"/>
                    </a:cubicBezTo>
                    <a:cubicBezTo>
                      <a:pt x="7176" y="2325"/>
                      <a:pt x="7186" y="2319"/>
                      <a:pt x="7203" y="2314"/>
                    </a:cubicBezTo>
                    <a:cubicBezTo>
                      <a:pt x="7382" y="2227"/>
                      <a:pt x="7523" y="2075"/>
                      <a:pt x="7719" y="2026"/>
                    </a:cubicBezTo>
                    <a:cubicBezTo>
                      <a:pt x="7741" y="2020"/>
                      <a:pt x="7735" y="1993"/>
                      <a:pt x="7719" y="1993"/>
                    </a:cubicBezTo>
                    <a:cubicBezTo>
                      <a:pt x="7545" y="2004"/>
                      <a:pt x="7426" y="2113"/>
                      <a:pt x="7279" y="2189"/>
                    </a:cubicBezTo>
                    <a:cubicBezTo>
                      <a:pt x="7221" y="2221"/>
                      <a:pt x="7168" y="2233"/>
                      <a:pt x="7115" y="2233"/>
                    </a:cubicBezTo>
                    <a:cubicBezTo>
                      <a:pt x="7053" y="2233"/>
                      <a:pt x="6990" y="2217"/>
                      <a:pt x="6920" y="2200"/>
                    </a:cubicBezTo>
                    <a:cubicBezTo>
                      <a:pt x="6866" y="2189"/>
                      <a:pt x="6811" y="2189"/>
                      <a:pt x="6757" y="2189"/>
                    </a:cubicBezTo>
                    <a:cubicBezTo>
                      <a:pt x="6703" y="2189"/>
                      <a:pt x="6648" y="2189"/>
                      <a:pt x="6594" y="2178"/>
                    </a:cubicBezTo>
                    <a:cubicBezTo>
                      <a:pt x="6382" y="2134"/>
                      <a:pt x="6192" y="2042"/>
                      <a:pt x="5980" y="2020"/>
                    </a:cubicBezTo>
                    <a:cubicBezTo>
                      <a:pt x="5768" y="2004"/>
                      <a:pt x="5539" y="1966"/>
                      <a:pt x="5316" y="1939"/>
                    </a:cubicBezTo>
                    <a:cubicBezTo>
                      <a:pt x="5202" y="1928"/>
                      <a:pt x="5088" y="1933"/>
                      <a:pt x="4974" y="1922"/>
                    </a:cubicBezTo>
                    <a:cubicBezTo>
                      <a:pt x="4844" y="1911"/>
                      <a:pt x="4719" y="1884"/>
                      <a:pt x="4594" y="1863"/>
                    </a:cubicBezTo>
                    <a:cubicBezTo>
                      <a:pt x="4392" y="1825"/>
                      <a:pt x="4159" y="1852"/>
                      <a:pt x="3974" y="1754"/>
                    </a:cubicBezTo>
                    <a:cubicBezTo>
                      <a:pt x="3822" y="1683"/>
                      <a:pt x="3659" y="1645"/>
                      <a:pt x="3490" y="1634"/>
                    </a:cubicBezTo>
                    <a:cubicBezTo>
                      <a:pt x="3370" y="1607"/>
                      <a:pt x="3251" y="1574"/>
                      <a:pt x="3137" y="1531"/>
                    </a:cubicBezTo>
                    <a:cubicBezTo>
                      <a:pt x="3104" y="1520"/>
                      <a:pt x="2990" y="1515"/>
                      <a:pt x="2908" y="1498"/>
                    </a:cubicBezTo>
                    <a:cubicBezTo>
                      <a:pt x="2919" y="1466"/>
                      <a:pt x="2930" y="1433"/>
                      <a:pt x="2946" y="1406"/>
                    </a:cubicBezTo>
                    <a:cubicBezTo>
                      <a:pt x="3012" y="1297"/>
                      <a:pt x="3169" y="1275"/>
                      <a:pt x="3289" y="1216"/>
                    </a:cubicBezTo>
                    <a:close/>
                    <a:moveTo>
                      <a:pt x="7735" y="966"/>
                    </a:moveTo>
                    <a:lnTo>
                      <a:pt x="7735" y="966"/>
                    </a:lnTo>
                    <a:cubicBezTo>
                      <a:pt x="7763" y="977"/>
                      <a:pt x="7795" y="982"/>
                      <a:pt x="7822" y="987"/>
                    </a:cubicBezTo>
                    <a:cubicBezTo>
                      <a:pt x="7888" y="993"/>
                      <a:pt x="7947" y="998"/>
                      <a:pt x="8013" y="1020"/>
                    </a:cubicBezTo>
                    <a:cubicBezTo>
                      <a:pt x="8067" y="1042"/>
                      <a:pt x="8121" y="1085"/>
                      <a:pt x="8181" y="1102"/>
                    </a:cubicBezTo>
                    <a:cubicBezTo>
                      <a:pt x="8322" y="1145"/>
                      <a:pt x="8475" y="1134"/>
                      <a:pt x="8616" y="1172"/>
                    </a:cubicBezTo>
                    <a:cubicBezTo>
                      <a:pt x="8670" y="1183"/>
                      <a:pt x="8714" y="1216"/>
                      <a:pt x="8763" y="1227"/>
                    </a:cubicBezTo>
                    <a:cubicBezTo>
                      <a:pt x="8844" y="1243"/>
                      <a:pt x="8926" y="1254"/>
                      <a:pt x="9007" y="1254"/>
                    </a:cubicBezTo>
                    <a:cubicBezTo>
                      <a:pt x="9073" y="1259"/>
                      <a:pt x="9138" y="1275"/>
                      <a:pt x="9203" y="1297"/>
                    </a:cubicBezTo>
                    <a:cubicBezTo>
                      <a:pt x="9230" y="1308"/>
                      <a:pt x="9257" y="1319"/>
                      <a:pt x="9285" y="1335"/>
                    </a:cubicBezTo>
                    <a:cubicBezTo>
                      <a:pt x="9285" y="1341"/>
                      <a:pt x="9290" y="1341"/>
                      <a:pt x="9295" y="1346"/>
                    </a:cubicBezTo>
                    <a:cubicBezTo>
                      <a:pt x="9312" y="1406"/>
                      <a:pt x="9323" y="1471"/>
                      <a:pt x="9328" y="1542"/>
                    </a:cubicBezTo>
                    <a:cubicBezTo>
                      <a:pt x="9339" y="1618"/>
                      <a:pt x="9344" y="1699"/>
                      <a:pt x="9350" y="1781"/>
                    </a:cubicBezTo>
                    <a:cubicBezTo>
                      <a:pt x="9350" y="2053"/>
                      <a:pt x="9285" y="2352"/>
                      <a:pt x="9350" y="2618"/>
                    </a:cubicBezTo>
                    <a:cubicBezTo>
                      <a:pt x="9377" y="2743"/>
                      <a:pt x="9388" y="2868"/>
                      <a:pt x="9382" y="2999"/>
                    </a:cubicBezTo>
                    <a:cubicBezTo>
                      <a:pt x="9372" y="3162"/>
                      <a:pt x="9377" y="3319"/>
                      <a:pt x="9377" y="3482"/>
                    </a:cubicBezTo>
                    <a:cubicBezTo>
                      <a:pt x="9377" y="3776"/>
                      <a:pt x="9421" y="4064"/>
                      <a:pt x="9410" y="4363"/>
                    </a:cubicBezTo>
                    <a:cubicBezTo>
                      <a:pt x="9404" y="4499"/>
                      <a:pt x="9399" y="4640"/>
                      <a:pt x="9404" y="4782"/>
                    </a:cubicBezTo>
                    <a:cubicBezTo>
                      <a:pt x="9410" y="4939"/>
                      <a:pt x="9448" y="5091"/>
                      <a:pt x="9459" y="5244"/>
                    </a:cubicBezTo>
                    <a:cubicBezTo>
                      <a:pt x="9480" y="5553"/>
                      <a:pt x="9459" y="5863"/>
                      <a:pt x="9459" y="6173"/>
                    </a:cubicBezTo>
                    <a:cubicBezTo>
                      <a:pt x="9459" y="6869"/>
                      <a:pt x="9410" y="7581"/>
                      <a:pt x="9513" y="8271"/>
                    </a:cubicBezTo>
                    <a:cubicBezTo>
                      <a:pt x="9497" y="8315"/>
                      <a:pt x="9475" y="8358"/>
                      <a:pt x="9448" y="8391"/>
                    </a:cubicBezTo>
                    <a:lnTo>
                      <a:pt x="9437" y="8396"/>
                    </a:lnTo>
                    <a:cubicBezTo>
                      <a:pt x="9355" y="8472"/>
                      <a:pt x="9263" y="8538"/>
                      <a:pt x="9165" y="8598"/>
                    </a:cubicBezTo>
                    <a:cubicBezTo>
                      <a:pt x="9105" y="8646"/>
                      <a:pt x="9040" y="8690"/>
                      <a:pt x="8980" y="8733"/>
                    </a:cubicBezTo>
                    <a:cubicBezTo>
                      <a:pt x="8991" y="8532"/>
                      <a:pt x="9013" y="8331"/>
                      <a:pt x="9013" y="8125"/>
                    </a:cubicBezTo>
                    <a:cubicBezTo>
                      <a:pt x="9013" y="8005"/>
                      <a:pt x="9018" y="7880"/>
                      <a:pt x="9018" y="7755"/>
                    </a:cubicBezTo>
                    <a:cubicBezTo>
                      <a:pt x="9018" y="7646"/>
                      <a:pt x="8975" y="7554"/>
                      <a:pt x="8969" y="7440"/>
                    </a:cubicBezTo>
                    <a:cubicBezTo>
                      <a:pt x="8969" y="7347"/>
                      <a:pt x="8969" y="7249"/>
                      <a:pt x="8953" y="7152"/>
                    </a:cubicBezTo>
                    <a:cubicBezTo>
                      <a:pt x="8937" y="7075"/>
                      <a:pt x="8926" y="7005"/>
                      <a:pt x="8926" y="6929"/>
                    </a:cubicBezTo>
                    <a:cubicBezTo>
                      <a:pt x="8926" y="6815"/>
                      <a:pt x="8926" y="6706"/>
                      <a:pt x="8920" y="6597"/>
                    </a:cubicBezTo>
                    <a:cubicBezTo>
                      <a:pt x="8904" y="6440"/>
                      <a:pt x="8882" y="6146"/>
                      <a:pt x="8681" y="6113"/>
                    </a:cubicBezTo>
                    <a:cubicBezTo>
                      <a:pt x="8671" y="6112"/>
                      <a:pt x="8661" y="6111"/>
                      <a:pt x="8650" y="6111"/>
                    </a:cubicBezTo>
                    <a:cubicBezTo>
                      <a:pt x="8523" y="6111"/>
                      <a:pt x="8389" y="6226"/>
                      <a:pt x="8274" y="6271"/>
                    </a:cubicBezTo>
                    <a:cubicBezTo>
                      <a:pt x="8230" y="6287"/>
                      <a:pt x="8181" y="6309"/>
                      <a:pt x="8138" y="6325"/>
                    </a:cubicBezTo>
                    <a:cubicBezTo>
                      <a:pt x="8143" y="6249"/>
                      <a:pt x="8138" y="6168"/>
                      <a:pt x="8116" y="6092"/>
                    </a:cubicBezTo>
                    <a:cubicBezTo>
                      <a:pt x="8100" y="6043"/>
                      <a:pt x="8089" y="5988"/>
                      <a:pt x="8078" y="5934"/>
                    </a:cubicBezTo>
                    <a:cubicBezTo>
                      <a:pt x="8089" y="5929"/>
                      <a:pt x="8094" y="5918"/>
                      <a:pt x="8100" y="5912"/>
                    </a:cubicBezTo>
                    <a:cubicBezTo>
                      <a:pt x="8170" y="5755"/>
                      <a:pt x="8132" y="5548"/>
                      <a:pt x="8132" y="5380"/>
                    </a:cubicBezTo>
                    <a:cubicBezTo>
                      <a:pt x="8132" y="5189"/>
                      <a:pt x="8127" y="4999"/>
                      <a:pt x="8127" y="4809"/>
                    </a:cubicBezTo>
                    <a:cubicBezTo>
                      <a:pt x="8132" y="4733"/>
                      <a:pt x="8132" y="4657"/>
                      <a:pt x="8127" y="4586"/>
                    </a:cubicBezTo>
                    <a:cubicBezTo>
                      <a:pt x="8116" y="4499"/>
                      <a:pt x="8089" y="4423"/>
                      <a:pt x="8078" y="4336"/>
                    </a:cubicBezTo>
                    <a:cubicBezTo>
                      <a:pt x="8062" y="4151"/>
                      <a:pt x="8078" y="3955"/>
                      <a:pt x="8078" y="3771"/>
                    </a:cubicBezTo>
                    <a:cubicBezTo>
                      <a:pt x="8078" y="3580"/>
                      <a:pt x="8072" y="3395"/>
                      <a:pt x="8078" y="3211"/>
                    </a:cubicBezTo>
                    <a:cubicBezTo>
                      <a:pt x="8083" y="3026"/>
                      <a:pt x="8127" y="2857"/>
                      <a:pt x="8116" y="2678"/>
                    </a:cubicBezTo>
                    <a:cubicBezTo>
                      <a:pt x="8105" y="2618"/>
                      <a:pt x="8094" y="2558"/>
                      <a:pt x="8083" y="2499"/>
                    </a:cubicBezTo>
                    <a:cubicBezTo>
                      <a:pt x="8067" y="2406"/>
                      <a:pt x="8067" y="2319"/>
                      <a:pt x="8072" y="2227"/>
                    </a:cubicBezTo>
                    <a:cubicBezTo>
                      <a:pt x="8078" y="2080"/>
                      <a:pt x="8100" y="1933"/>
                      <a:pt x="8056" y="1792"/>
                    </a:cubicBezTo>
                    <a:cubicBezTo>
                      <a:pt x="8045" y="1759"/>
                      <a:pt x="8024" y="1732"/>
                      <a:pt x="7991" y="1727"/>
                    </a:cubicBezTo>
                    <a:cubicBezTo>
                      <a:pt x="7926" y="1716"/>
                      <a:pt x="7866" y="1710"/>
                      <a:pt x="7806" y="1710"/>
                    </a:cubicBezTo>
                    <a:lnTo>
                      <a:pt x="7790" y="1710"/>
                    </a:lnTo>
                    <a:cubicBezTo>
                      <a:pt x="7806" y="1509"/>
                      <a:pt x="7790" y="1314"/>
                      <a:pt x="7752" y="1118"/>
                    </a:cubicBezTo>
                    <a:cubicBezTo>
                      <a:pt x="7746" y="1074"/>
                      <a:pt x="7741" y="1020"/>
                      <a:pt x="7735" y="966"/>
                    </a:cubicBezTo>
                    <a:close/>
                    <a:moveTo>
                      <a:pt x="8648" y="6221"/>
                    </a:moveTo>
                    <a:cubicBezTo>
                      <a:pt x="8660" y="6221"/>
                      <a:pt x="8671" y="6223"/>
                      <a:pt x="8681" y="6228"/>
                    </a:cubicBezTo>
                    <a:cubicBezTo>
                      <a:pt x="8833" y="6287"/>
                      <a:pt x="8806" y="6668"/>
                      <a:pt x="8806" y="6798"/>
                    </a:cubicBezTo>
                    <a:cubicBezTo>
                      <a:pt x="8795" y="6891"/>
                      <a:pt x="8795" y="6983"/>
                      <a:pt x="8806" y="7075"/>
                    </a:cubicBezTo>
                    <a:cubicBezTo>
                      <a:pt x="8823" y="7162"/>
                      <a:pt x="8833" y="7255"/>
                      <a:pt x="8833" y="7347"/>
                    </a:cubicBezTo>
                    <a:cubicBezTo>
                      <a:pt x="8828" y="7429"/>
                      <a:pt x="8839" y="7510"/>
                      <a:pt x="8855" y="7592"/>
                    </a:cubicBezTo>
                    <a:cubicBezTo>
                      <a:pt x="8899" y="7788"/>
                      <a:pt x="8871" y="8000"/>
                      <a:pt x="8871" y="8201"/>
                    </a:cubicBezTo>
                    <a:lnTo>
                      <a:pt x="8866" y="8206"/>
                    </a:lnTo>
                    <a:cubicBezTo>
                      <a:pt x="8866" y="8418"/>
                      <a:pt x="8833" y="8625"/>
                      <a:pt x="8823" y="8831"/>
                    </a:cubicBezTo>
                    <a:lnTo>
                      <a:pt x="8823" y="8842"/>
                    </a:lnTo>
                    <a:cubicBezTo>
                      <a:pt x="8730" y="8902"/>
                      <a:pt x="8638" y="8962"/>
                      <a:pt x="8545" y="9027"/>
                    </a:cubicBezTo>
                    <a:cubicBezTo>
                      <a:pt x="8339" y="9157"/>
                      <a:pt x="8121" y="9277"/>
                      <a:pt x="7898" y="9386"/>
                    </a:cubicBezTo>
                    <a:cubicBezTo>
                      <a:pt x="7822" y="9429"/>
                      <a:pt x="7746" y="9484"/>
                      <a:pt x="7676" y="9543"/>
                    </a:cubicBezTo>
                    <a:cubicBezTo>
                      <a:pt x="7589" y="9598"/>
                      <a:pt x="7496" y="9652"/>
                      <a:pt x="7398" y="9701"/>
                    </a:cubicBezTo>
                    <a:lnTo>
                      <a:pt x="7377" y="9690"/>
                    </a:lnTo>
                    <a:cubicBezTo>
                      <a:pt x="7431" y="9609"/>
                      <a:pt x="7393" y="9500"/>
                      <a:pt x="7301" y="9478"/>
                    </a:cubicBezTo>
                    <a:cubicBezTo>
                      <a:pt x="7306" y="9473"/>
                      <a:pt x="7311" y="9462"/>
                      <a:pt x="7311" y="9456"/>
                    </a:cubicBezTo>
                    <a:cubicBezTo>
                      <a:pt x="7388" y="9277"/>
                      <a:pt x="7317" y="9022"/>
                      <a:pt x="7301" y="8831"/>
                    </a:cubicBezTo>
                    <a:cubicBezTo>
                      <a:pt x="7273" y="8598"/>
                      <a:pt x="7273" y="8364"/>
                      <a:pt x="7301" y="8130"/>
                    </a:cubicBezTo>
                    <a:cubicBezTo>
                      <a:pt x="7360" y="7711"/>
                      <a:pt x="7317" y="7298"/>
                      <a:pt x="7290" y="6874"/>
                    </a:cubicBezTo>
                    <a:cubicBezTo>
                      <a:pt x="7290" y="6861"/>
                      <a:pt x="7280" y="6854"/>
                      <a:pt x="7271" y="6854"/>
                    </a:cubicBezTo>
                    <a:cubicBezTo>
                      <a:pt x="7261" y="6854"/>
                      <a:pt x="7252" y="6861"/>
                      <a:pt x="7252" y="6874"/>
                    </a:cubicBezTo>
                    <a:cubicBezTo>
                      <a:pt x="7224" y="7309"/>
                      <a:pt x="7214" y="7739"/>
                      <a:pt x="7159" y="8168"/>
                    </a:cubicBezTo>
                    <a:cubicBezTo>
                      <a:pt x="7132" y="8391"/>
                      <a:pt x="7132" y="8614"/>
                      <a:pt x="7159" y="8831"/>
                    </a:cubicBezTo>
                    <a:cubicBezTo>
                      <a:pt x="7170" y="8951"/>
                      <a:pt x="7181" y="9070"/>
                      <a:pt x="7186" y="9190"/>
                    </a:cubicBezTo>
                    <a:cubicBezTo>
                      <a:pt x="7186" y="9282"/>
                      <a:pt x="7203" y="9375"/>
                      <a:pt x="7230" y="9462"/>
                    </a:cubicBezTo>
                    <a:cubicBezTo>
                      <a:pt x="7235" y="9467"/>
                      <a:pt x="7235" y="9473"/>
                      <a:pt x="7235" y="9473"/>
                    </a:cubicBezTo>
                    <a:cubicBezTo>
                      <a:pt x="7176" y="9489"/>
                      <a:pt x="7132" y="9554"/>
                      <a:pt x="7143" y="9619"/>
                    </a:cubicBezTo>
                    <a:cubicBezTo>
                      <a:pt x="7067" y="9614"/>
                      <a:pt x="6991" y="9614"/>
                      <a:pt x="6909" y="9614"/>
                    </a:cubicBezTo>
                    <a:cubicBezTo>
                      <a:pt x="6800" y="9614"/>
                      <a:pt x="6703" y="9571"/>
                      <a:pt x="6599" y="9560"/>
                    </a:cubicBezTo>
                    <a:cubicBezTo>
                      <a:pt x="6557" y="9556"/>
                      <a:pt x="6514" y="9555"/>
                      <a:pt x="6471" y="9555"/>
                    </a:cubicBezTo>
                    <a:cubicBezTo>
                      <a:pt x="6424" y="9555"/>
                      <a:pt x="6377" y="9556"/>
                      <a:pt x="6330" y="9556"/>
                    </a:cubicBezTo>
                    <a:cubicBezTo>
                      <a:pt x="6303" y="9556"/>
                      <a:pt x="6277" y="9555"/>
                      <a:pt x="6251" y="9554"/>
                    </a:cubicBezTo>
                    <a:cubicBezTo>
                      <a:pt x="5980" y="9522"/>
                      <a:pt x="5713" y="9478"/>
                      <a:pt x="5452" y="9418"/>
                    </a:cubicBezTo>
                    <a:cubicBezTo>
                      <a:pt x="5213" y="9369"/>
                      <a:pt x="4974" y="9304"/>
                      <a:pt x="4746" y="9223"/>
                    </a:cubicBezTo>
                    <a:cubicBezTo>
                      <a:pt x="4517" y="9141"/>
                      <a:pt x="4284" y="9108"/>
                      <a:pt x="4061" y="9022"/>
                    </a:cubicBezTo>
                    <a:cubicBezTo>
                      <a:pt x="3952" y="8983"/>
                      <a:pt x="3843" y="8935"/>
                      <a:pt x="3735" y="8896"/>
                    </a:cubicBezTo>
                    <a:cubicBezTo>
                      <a:pt x="3615" y="8858"/>
                      <a:pt x="3495" y="8837"/>
                      <a:pt x="3376" y="8788"/>
                    </a:cubicBezTo>
                    <a:cubicBezTo>
                      <a:pt x="3294" y="8755"/>
                      <a:pt x="3202" y="8733"/>
                      <a:pt x="3120" y="8701"/>
                    </a:cubicBezTo>
                    <a:cubicBezTo>
                      <a:pt x="3055" y="8674"/>
                      <a:pt x="3066" y="8641"/>
                      <a:pt x="3061" y="8576"/>
                    </a:cubicBezTo>
                    <a:cubicBezTo>
                      <a:pt x="3061" y="8516"/>
                      <a:pt x="3061" y="8462"/>
                      <a:pt x="3055" y="8407"/>
                    </a:cubicBezTo>
                    <a:cubicBezTo>
                      <a:pt x="3017" y="8163"/>
                      <a:pt x="2968" y="7923"/>
                      <a:pt x="2974" y="7673"/>
                    </a:cubicBezTo>
                    <a:cubicBezTo>
                      <a:pt x="2974" y="7380"/>
                      <a:pt x="2974" y="7086"/>
                      <a:pt x="2974" y="6793"/>
                    </a:cubicBezTo>
                    <a:cubicBezTo>
                      <a:pt x="2974" y="6635"/>
                      <a:pt x="2995" y="6434"/>
                      <a:pt x="2963" y="6266"/>
                    </a:cubicBezTo>
                    <a:cubicBezTo>
                      <a:pt x="2979" y="6266"/>
                      <a:pt x="2995" y="6271"/>
                      <a:pt x="3017" y="6271"/>
                    </a:cubicBezTo>
                    <a:cubicBezTo>
                      <a:pt x="3148" y="6293"/>
                      <a:pt x="3262" y="6353"/>
                      <a:pt x="3398" y="6358"/>
                    </a:cubicBezTo>
                    <a:cubicBezTo>
                      <a:pt x="3555" y="6369"/>
                      <a:pt x="3697" y="6434"/>
                      <a:pt x="3849" y="6461"/>
                    </a:cubicBezTo>
                    <a:cubicBezTo>
                      <a:pt x="3956" y="6475"/>
                      <a:pt x="4060" y="6484"/>
                      <a:pt x="4166" y="6484"/>
                    </a:cubicBezTo>
                    <a:cubicBezTo>
                      <a:pt x="4189" y="6484"/>
                      <a:pt x="4212" y="6484"/>
                      <a:pt x="4235" y="6483"/>
                    </a:cubicBezTo>
                    <a:cubicBezTo>
                      <a:pt x="4392" y="6494"/>
                      <a:pt x="4545" y="6521"/>
                      <a:pt x="4697" y="6554"/>
                    </a:cubicBezTo>
                    <a:cubicBezTo>
                      <a:pt x="5001" y="6603"/>
                      <a:pt x="5306" y="6630"/>
                      <a:pt x="5605" y="6673"/>
                    </a:cubicBezTo>
                    <a:cubicBezTo>
                      <a:pt x="5740" y="6690"/>
                      <a:pt x="5871" y="6717"/>
                      <a:pt x="6001" y="6738"/>
                    </a:cubicBezTo>
                    <a:cubicBezTo>
                      <a:pt x="6132" y="6766"/>
                      <a:pt x="6279" y="6738"/>
                      <a:pt x="6415" y="6771"/>
                    </a:cubicBezTo>
                    <a:cubicBezTo>
                      <a:pt x="6523" y="6794"/>
                      <a:pt x="6636" y="6805"/>
                      <a:pt x="6749" y="6805"/>
                    </a:cubicBezTo>
                    <a:cubicBezTo>
                      <a:pt x="6771" y="6805"/>
                      <a:pt x="6794" y="6805"/>
                      <a:pt x="6817" y="6804"/>
                    </a:cubicBezTo>
                    <a:lnTo>
                      <a:pt x="6991" y="6804"/>
                    </a:lnTo>
                    <a:cubicBezTo>
                      <a:pt x="7056" y="6815"/>
                      <a:pt x="7127" y="6836"/>
                      <a:pt x="7192" y="6842"/>
                    </a:cubicBezTo>
                    <a:cubicBezTo>
                      <a:pt x="7306" y="6842"/>
                      <a:pt x="7415" y="6815"/>
                      <a:pt x="7513" y="6760"/>
                    </a:cubicBezTo>
                    <a:cubicBezTo>
                      <a:pt x="7621" y="6706"/>
                      <a:pt x="7746" y="6679"/>
                      <a:pt x="7860" y="6624"/>
                    </a:cubicBezTo>
                    <a:cubicBezTo>
                      <a:pt x="7947" y="6586"/>
                      <a:pt x="8029" y="6526"/>
                      <a:pt x="8089" y="6450"/>
                    </a:cubicBezTo>
                    <a:cubicBezTo>
                      <a:pt x="8159" y="6423"/>
                      <a:pt x="8225" y="6401"/>
                      <a:pt x="8290" y="6374"/>
                    </a:cubicBezTo>
                    <a:cubicBezTo>
                      <a:pt x="8366" y="6353"/>
                      <a:pt x="8437" y="6325"/>
                      <a:pt x="8507" y="6287"/>
                    </a:cubicBezTo>
                    <a:cubicBezTo>
                      <a:pt x="8543" y="6265"/>
                      <a:pt x="8597" y="6221"/>
                      <a:pt x="8648" y="6221"/>
                    </a:cubicBezTo>
                    <a:close/>
                    <a:moveTo>
                      <a:pt x="3940" y="1"/>
                    </a:moveTo>
                    <a:cubicBezTo>
                      <a:pt x="3926" y="1"/>
                      <a:pt x="3912" y="2"/>
                      <a:pt x="3898" y="4"/>
                    </a:cubicBezTo>
                    <a:cubicBezTo>
                      <a:pt x="3756" y="25"/>
                      <a:pt x="3621" y="69"/>
                      <a:pt x="3490" y="134"/>
                    </a:cubicBezTo>
                    <a:cubicBezTo>
                      <a:pt x="3403" y="167"/>
                      <a:pt x="3294" y="199"/>
                      <a:pt x="3235" y="270"/>
                    </a:cubicBezTo>
                    <a:cubicBezTo>
                      <a:pt x="3169" y="335"/>
                      <a:pt x="3186" y="466"/>
                      <a:pt x="3197" y="558"/>
                    </a:cubicBezTo>
                    <a:cubicBezTo>
                      <a:pt x="3202" y="688"/>
                      <a:pt x="3224" y="824"/>
                      <a:pt x="3245" y="955"/>
                    </a:cubicBezTo>
                    <a:cubicBezTo>
                      <a:pt x="3256" y="993"/>
                      <a:pt x="3262" y="1036"/>
                      <a:pt x="3262" y="1074"/>
                    </a:cubicBezTo>
                    <a:cubicBezTo>
                      <a:pt x="3110" y="1096"/>
                      <a:pt x="2930" y="1156"/>
                      <a:pt x="2832" y="1259"/>
                    </a:cubicBezTo>
                    <a:cubicBezTo>
                      <a:pt x="2686" y="1401"/>
                      <a:pt x="2696" y="1689"/>
                      <a:pt x="2686" y="1879"/>
                    </a:cubicBezTo>
                    <a:cubicBezTo>
                      <a:pt x="2680" y="2015"/>
                      <a:pt x="2680" y="2156"/>
                      <a:pt x="2669" y="2297"/>
                    </a:cubicBezTo>
                    <a:cubicBezTo>
                      <a:pt x="2658" y="2433"/>
                      <a:pt x="2631" y="2564"/>
                      <a:pt x="2615" y="2694"/>
                    </a:cubicBezTo>
                    <a:cubicBezTo>
                      <a:pt x="2599" y="2830"/>
                      <a:pt x="2599" y="2966"/>
                      <a:pt x="2593" y="3102"/>
                    </a:cubicBezTo>
                    <a:cubicBezTo>
                      <a:pt x="2588" y="3222"/>
                      <a:pt x="2571" y="3336"/>
                      <a:pt x="2626" y="3439"/>
                    </a:cubicBezTo>
                    <a:cubicBezTo>
                      <a:pt x="2626" y="3569"/>
                      <a:pt x="2626" y="3700"/>
                      <a:pt x="2620" y="3825"/>
                    </a:cubicBezTo>
                    <a:cubicBezTo>
                      <a:pt x="2609" y="3988"/>
                      <a:pt x="2615" y="4146"/>
                      <a:pt x="2626" y="4309"/>
                    </a:cubicBezTo>
                    <a:cubicBezTo>
                      <a:pt x="2408" y="4379"/>
                      <a:pt x="2185" y="4428"/>
                      <a:pt x="1963" y="4483"/>
                    </a:cubicBezTo>
                    <a:cubicBezTo>
                      <a:pt x="1794" y="4521"/>
                      <a:pt x="1626" y="4548"/>
                      <a:pt x="1463" y="4602"/>
                    </a:cubicBezTo>
                    <a:cubicBezTo>
                      <a:pt x="1437" y="4607"/>
                      <a:pt x="1104" y="4740"/>
                      <a:pt x="1051" y="4740"/>
                    </a:cubicBezTo>
                    <a:cubicBezTo>
                      <a:pt x="1047" y="4740"/>
                      <a:pt x="1045" y="4740"/>
                      <a:pt x="1044" y="4738"/>
                    </a:cubicBezTo>
                    <a:cubicBezTo>
                      <a:pt x="1039" y="4727"/>
                      <a:pt x="1028" y="4722"/>
                      <a:pt x="1017" y="4722"/>
                    </a:cubicBezTo>
                    <a:cubicBezTo>
                      <a:pt x="981" y="4682"/>
                      <a:pt x="944" y="4665"/>
                      <a:pt x="908" y="4665"/>
                    </a:cubicBezTo>
                    <a:cubicBezTo>
                      <a:pt x="837" y="4665"/>
                      <a:pt x="772" y="4733"/>
                      <a:pt x="729" y="4820"/>
                    </a:cubicBezTo>
                    <a:cubicBezTo>
                      <a:pt x="723" y="4836"/>
                      <a:pt x="718" y="4847"/>
                      <a:pt x="712" y="4863"/>
                    </a:cubicBezTo>
                    <a:cubicBezTo>
                      <a:pt x="696" y="4859"/>
                      <a:pt x="680" y="4858"/>
                      <a:pt x="664" y="4858"/>
                    </a:cubicBezTo>
                    <a:cubicBezTo>
                      <a:pt x="515" y="4858"/>
                      <a:pt x="359" y="5004"/>
                      <a:pt x="256" y="5097"/>
                    </a:cubicBezTo>
                    <a:cubicBezTo>
                      <a:pt x="87" y="5260"/>
                      <a:pt x="0" y="5477"/>
                      <a:pt x="82" y="5711"/>
                    </a:cubicBezTo>
                    <a:cubicBezTo>
                      <a:pt x="120" y="5820"/>
                      <a:pt x="196" y="5847"/>
                      <a:pt x="288" y="5896"/>
                    </a:cubicBezTo>
                    <a:cubicBezTo>
                      <a:pt x="408" y="5961"/>
                      <a:pt x="484" y="6016"/>
                      <a:pt x="625" y="6021"/>
                    </a:cubicBezTo>
                    <a:cubicBezTo>
                      <a:pt x="761" y="6021"/>
                      <a:pt x="897" y="5994"/>
                      <a:pt x="1017" y="5929"/>
                    </a:cubicBezTo>
                    <a:cubicBezTo>
                      <a:pt x="1077" y="5901"/>
                      <a:pt x="1131" y="5858"/>
                      <a:pt x="1191" y="5825"/>
                    </a:cubicBezTo>
                    <a:lnTo>
                      <a:pt x="1218" y="5814"/>
                    </a:lnTo>
                    <a:cubicBezTo>
                      <a:pt x="1249" y="5828"/>
                      <a:pt x="1283" y="5835"/>
                      <a:pt x="1315" y="5835"/>
                    </a:cubicBezTo>
                    <a:cubicBezTo>
                      <a:pt x="1388" y="5835"/>
                      <a:pt x="1450" y="5797"/>
                      <a:pt x="1446" y="5706"/>
                    </a:cubicBezTo>
                    <a:lnTo>
                      <a:pt x="1446" y="5706"/>
                    </a:lnTo>
                    <a:cubicBezTo>
                      <a:pt x="1449" y="5708"/>
                      <a:pt x="1452" y="5710"/>
                      <a:pt x="1454" y="5710"/>
                    </a:cubicBezTo>
                    <a:cubicBezTo>
                      <a:pt x="1457" y="5710"/>
                      <a:pt x="1460" y="5708"/>
                      <a:pt x="1463" y="5706"/>
                    </a:cubicBezTo>
                    <a:cubicBezTo>
                      <a:pt x="1480" y="5707"/>
                      <a:pt x="1497" y="5708"/>
                      <a:pt x="1514" y="5708"/>
                    </a:cubicBezTo>
                    <a:cubicBezTo>
                      <a:pt x="1616" y="5708"/>
                      <a:pt x="1717" y="5681"/>
                      <a:pt x="1810" y="5630"/>
                    </a:cubicBezTo>
                    <a:cubicBezTo>
                      <a:pt x="1930" y="5570"/>
                      <a:pt x="2066" y="5564"/>
                      <a:pt x="2191" y="5521"/>
                    </a:cubicBezTo>
                    <a:cubicBezTo>
                      <a:pt x="2316" y="5483"/>
                      <a:pt x="2452" y="5450"/>
                      <a:pt x="2582" y="5428"/>
                    </a:cubicBezTo>
                    <a:cubicBezTo>
                      <a:pt x="2609" y="5423"/>
                      <a:pt x="2637" y="5418"/>
                      <a:pt x="2658" y="5412"/>
                    </a:cubicBezTo>
                    <a:lnTo>
                      <a:pt x="2658" y="5412"/>
                    </a:lnTo>
                    <a:cubicBezTo>
                      <a:pt x="2658" y="5466"/>
                      <a:pt x="2653" y="5526"/>
                      <a:pt x="2653" y="5581"/>
                    </a:cubicBezTo>
                    <a:cubicBezTo>
                      <a:pt x="2642" y="5717"/>
                      <a:pt x="2620" y="5863"/>
                      <a:pt x="2626" y="5999"/>
                    </a:cubicBezTo>
                    <a:cubicBezTo>
                      <a:pt x="2626" y="6092"/>
                      <a:pt x="2664" y="6179"/>
                      <a:pt x="2740" y="6233"/>
                    </a:cubicBezTo>
                    <a:cubicBezTo>
                      <a:pt x="2762" y="6244"/>
                      <a:pt x="2778" y="6249"/>
                      <a:pt x="2800" y="6255"/>
                    </a:cubicBezTo>
                    <a:cubicBezTo>
                      <a:pt x="2794" y="6342"/>
                      <a:pt x="2767" y="6461"/>
                      <a:pt x="2767" y="6483"/>
                    </a:cubicBezTo>
                    <a:cubicBezTo>
                      <a:pt x="2751" y="6597"/>
                      <a:pt x="2745" y="6711"/>
                      <a:pt x="2745" y="6820"/>
                    </a:cubicBezTo>
                    <a:cubicBezTo>
                      <a:pt x="2740" y="7086"/>
                      <a:pt x="2745" y="7347"/>
                      <a:pt x="2729" y="7608"/>
                    </a:cubicBezTo>
                    <a:cubicBezTo>
                      <a:pt x="2724" y="7864"/>
                      <a:pt x="2740" y="8119"/>
                      <a:pt x="2783" y="8369"/>
                    </a:cubicBezTo>
                    <a:cubicBezTo>
                      <a:pt x="2811" y="8554"/>
                      <a:pt x="2751" y="8799"/>
                      <a:pt x="2946" y="8913"/>
                    </a:cubicBezTo>
                    <a:cubicBezTo>
                      <a:pt x="3028" y="8951"/>
                      <a:pt x="3120" y="8983"/>
                      <a:pt x="3207" y="9011"/>
                    </a:cubicBezTo>
                    <a:cubicBezTo>
                      <a:pt x="3322" y="9060"/>
                      <a:pt x="3441" y="9103"/>
                      <a:pt x="3561" y="9136"/>
                    </a:cubicBezTo>
                    <a:cubicBezTo>
                      <a:pt x="3789" y="9195"/>
                      <a:pt x="4001" y="9320"/>
                      <a:pt x="4229" y="9364"/>
                    </a:cubicBezTo>
                    <a:cubicBezTo>
                      <a:pt x="4479" y="9413"/>
                      <a:pt x="4708" y="9516"/>
                      <a:pt x="4947" y="9587"/>
                    </a:cubicBezTo>
                    <a:cubicBezTo>
                      <a:pt x="5202" y="9652"/>
                      <a:pt x="5463" y="9706"/>
                      <a:pt x="5724" y="9750"/>
                    </a:cubicBezTo>
                    <a:cubicBezTo>
                      <a:pt x="5871" y="9772"/>
                      <a:pt x="6012" y="9793"/>
                      <a:pt x="6159" y="9810"/>
                    </a:cubicBezTo>
                    <a:cubicBezTo>
                      <a:pt x="6190" y="9812"/>
                      <a:pt x="6221" y="9813"/>
                      <a:pt x="6251" y="9813"/>
                    </a:cubicBezTo>
                    <a:cubicBezTo>
                      <a:pt x="6335" y="9813"/>
                      <a:pt x="6417" y="9807"/>
                      <a:pt x="6499" y="9807"/>
                    </a:cubicBezTo>
                    <a:cubicBezTo>
                      <a:pt x="6529" y="9807"/>
                      <a:pt x="6559" y="9807"/>
                      <a:pt x="6588" y="9810"/>
                    </a:cubicBezTo>
                    <a:cubicBezTo>
                      <a:pt x="6700" y="9825"/>
                      <a:pt x="6798" y="9859"/>
                      <a:pt x="6916" y="9859"/>
                    </a:cubicBezTo>
                    <a:cubicBezTo>
                      <a:pt x="6925" y="9859"/>
                      <a:pt x="6933" y="9859"/>
                      <a:pt x="6942" y="9859"/>
                    </a:cubicBezTo>
                    <a:cubicBezTo>
                      <a:pt x="7015" y="9852"/>
                      <a:pt x="7110" y="9833"/>
                      <a:pt x="7198" y="9833"/>
                    </a:cubicBezTo>
                    <a:cubicBezTo>
                      <a:pt x="7254" y="9833"/>
                      <a:pt x="7307" y="9841"/>
                      <a:pt x="7349" y="9864"/>
                    </a:cubicBezTo>
                    <a:cubicBezTo>
                      <a:pt x="7363" y="9872"/>
                      <a:pt x="7377" y="9876"/>
                      <a:pt x="7390" y="9876"/>
                    </a:cubicBezTo>
                    <a:cubicBezTo>
                      <a:pt x="7404" y="9876"/>
                      <a:pt x="7417" y="9872"/>
                      <a:pt x="7431" y="9864"/>
                    </a:cubicBezTo>
                    <a:cubicBezTo>
                      <a:pt x="7529" y="9793"/>
                      <a:pt x="7643" y="9761"/>
                      <a:pt x="7741" y="9701"/>
                    </a:cubicBezTo>
                    <a:cubicBezTo>
                      <a:pt x="7844" y="9636"/>
                      <a:pt x="7953" y="9581"/>
                      <a:pt x="8062" y="9538"/>
                    </a:cubicBezTo>
                    <a:cubicBezTo>
                      <a:pt x="8295" y="9446"/>
                      <a:pt x="8518" y="9331"/>
                      <a:pt x="8725" y="9190"/>
                    </a:cubicBezTo>
                    <a:cubicBezTo>
                      <a:pt x="8942" y="9054"/>
                      <a:pt x="9160" y="8913"/>
                      <a:pt x="9366" y="8761"/>
                    </a:cubicBezTo>
                    <a:cubicBezTo>
                      <a:pt x="9459" y="8695"/>
                      <a:pt x="9551" y="8630"/>
                      <a:pt x="9638" y="8554"/>
                    </a:cubicBezTo>
                    <a:cubicBezTo>
                      <a:pt x="9703" y="8478"/>
                      <a:pt x="9703" y="8375"/>
                      <a:pt x="9758" y="8293"/>
                    </a:cubicBezTo>
                    <a:cubicBezTo>
                      <a:pt x="9774" y="8255"/>
                      <a:pt x="9779" y="8212"/>
                      <a:pt x="9763" y="8179"/>
                    </a:cubicBezTo>
                    <a:cubicBezTo>
                      <a:pt x="9763" y="8049"/>
                      <a:pt x="9736" y="7929"/>
                      <a:pt x="9730" y="7798"/>
                    </a:cubicBezTo>
                    <a:lnTo>
                      <a:pt x="9730" y="7315"/>
                    </a:lnTo>
                    <a:lnTo>
                      <a:pt x="9730" y="6260"/>
                    </a:lnTo>
                    <a:cubicBezTo>
                      <a:pt x="9730" y="5934"/>
                      <a:pt x="9752" y="5602"/>
                      <a:pt x="9730" y="5276"/>
                    </a:cubicBezTo>
                    <a:cubicBezTo>
                      <a:pt x="9719" y="5129"/>
                      <a:pt x="9687" y="4983"/>
                      <a:pt x="9676" y="4836"/>
                    </a:cubicBezTo>
                    <a:cubicBezTo>
                      <a:pt x="9676" y="4782"/>
                      <a:pt x="9671" y="4733"/>
                      <a:pt x="9671" y="4678"/>
                    </a:cubicBezTo>
                    <a:lnTo>
                      <a:pt x="9681" y="4678"/>
                    </a:lnTo>
                    <a:cubicBezTo>
                      <a:pt x="9763" y="4667"/>
                      <a:pt x="9839" y="4640"/>
                      <a:pt x="9904" y="4591"/>
                    </a:cubicBezTo>
                    <a:cubicBezTo>
                      <a:pt x="9937" y="4754"/>
                      <a:pt x="9910" y="4928"/>
                      <a:pt x="9942" y="5091"/>
                    </a:cubicBezTo>
                    <a:cubicBezTo>
                      <a:pt x="9991" y="5309"/>
                      <a:pt x="10067" y="5526"/>
                      <a:pt x="10171" y="5727"/>
                    </a:cubicBezTo>
                    <a:cubicBezTo>
                      <a:pt x="10247" y="5874"/>
                      <a:pt x="10345" y="6043"/>
                      <a:pt x="10524" y="6070"/>
                    </a:cubicBezTo>
                    <a:cubicBezTo>
                      <a:pt x="10546" y="6074"/>
                      <a:pt x="10569" y="6076"/>
                      <a:pt x="10591" y="6076"/>
                    </a:cubicBezTo>
                    <a:cubicBezTo>
                      <a:pt x="10657" y="6076"/>
                      <a:pt x="10721" y="6059"/>
                      <a:pt x="10774" y="6026"/>
                    </a:cubicBezTo>
                    <a:lnTo>
                      <a:pt x="10807" y="6026"/>
                    </a:lnTo>
                    <a:cubicBezTo>
                      <a:pt x="11106" y="5983"/>
                      <a:pt x="11350" y="5825"/>
                      <a:pt x="11622" y="5717"/>
                    </a:cubicBezTo>
                    <a:cubicBezTo>
                      <a:pt x="11720" y="5678"/>
                      <a:pt x="11791" y="5597"/>
                      <a:pt x="11807" y="5494"/>
                    </a:cubicBezTo>
                    <a:cubicBezTo>
                      <a:pt x="11839" y="5380"/>
                      <a:pt x="11888" y="5233"/>
                      <a:pt x="11823" y="5119"/>
                    </a:cubicBezTo>
                    <a:lnTo>
                      <a:pt x="11829" y="5119"/>
                    </a:lnTo>
                    <a:cubicBezTo>
                      <a:pt x="11801" y="5075"/>
                      <a:pt x="11758" y="5043"/>
                      <a:pt x="11731" y="4999"/>
                    </a:cubicBezTo>
                    <a:cubicBezTo>
                      <a:pt x="11704" y="4939"/>
                      <a:pt x="11676" y="4885"/>
                      <a:pt x="11638" y="4831"/>
                    </a:cubicBezTo>
                    <a:cubicBezTo>
                      <a:pt x="11594" y="4764"/>
                      <a:pt x="11518" y="4727"/>
                      <a:pt x="11441" y="4727"/>
                    </a:cubicBezTo>
                    <a:cubicBezTo>
                      <a:pt x="11423" y="4727"/>
                      <a:pt x="11406" y="4729"/>
                      <a:pt x="11388" y="4733"/>
                    </a:cubicBezTo>
                    <a:cubicBezTo>
                      <a:pt x="11334" y="4749"/>
                      <a:pt x="11280" y="4776"/>
                      <a:pt x="11231" y="4803"/>
                    </a:cubicBezTo>
                    <a:cubicBezTo>
                      <a:pt x="11171" y="4831"/>
                      <a:pt x="11106" y="4852"/>
                      <a:pt x="11040" y="4874"/>
                    </a:cubicBezTo>
                    <a:cubicBezTo>
                      <a:pt x="10964" y="4901"/>
                      <a:pt x="10894" y="4945"/>
                      <a:pt x="10839" y="5004"/>
                    </a:cubicBezTo>
                    <a:cubicBezTo>
                      <a:pt x="10834" y="4983"/>
                      <a:pt x="10828" y="4956"/>
                      <a:pt x="10823" y="4934"/>
                    </a:cubicBezTo>
                    <a:cubicBezTo>
                      <a:pt x="10752" y="4678"/>
                      <a:pt x="10649" y="4434"/>
                      <a:pt x="10519" y="4205"/>
                    </a:cubicBezTo>
                    <a:cubicBezTo>
                      <a:pt x="10459" y="4097"/>
                      <a:pt x="10410" y="3988"/>
                      <a:pt x="10366" y="3874"/>
                    </a:cubicBezTo>
                    <a:cubicBezTo>
                      <a:pt x="10350" y="3819"/>
                      <a:pt x="10328" y="3771"/>
                      <a:pt x="10307" y="3727"/>
                    </a:cubicBezTo>
                    <a:cubicBezTo>
                      <a:pt x="10323" y="3667"/>
                      <a:pt x="10334" y="3607"/>
                      <a:pt x="10350" y="3553"/>
                    </a:cubicBezTo>
                    <a:cubicBezTo>
                      <a:pt x="10383" y="3450"/>
                      <a:pt x="10366" y="3347"/>
                      <a:pt x="10377" y="3243"/>
                    </a:cubicBezTo>
                    <a:cubicBezTo>
                      <a:pt x="10415" y="3064"/>
                      <a:pt x="10426" y="2879"/>
                      <a:pt x="10415" y="2694"/>
                    </a:cubicBezTo>
                    <a:cubicBezTo>
                      <a:pt x="10404" y="2624"/>
                      <a:pt x="10394" y="2553"/>
                      <a:pt x="10383" y="2477"/>
                    </a:cubicBezTo>
                    <a:lnTo>
                      <a:pt x="10394" y="2471"/>
                    </a:lnTo>
                    <a:cubicBezTo>
                      <a:pt x="10426" y="2455"/>
                      <a:pt x="10426" y="2406"/>
                      <a:pt x="10394" y="2384"/>
                    </a:cubicBezTo>
                    <a:lnTo>
                      <a:pt x="10372" y="2374"/>
                    </a:lnTo>
                    <a:lnTo>
                      <a:pt x="10372" y="2330"/>
                    </a:lnTo>
                    <a:cubicBezTo>
                      <a:pt x="10372" y="2216"/>
                      <a:pt x="10366" y="2107"/>
                      <a:pt x="10355" y="1993"/>
                    </a:cubicBezTo>
                    <a:cubicBezTo>
                      <a:pt x="10334" y="1808"/>
                      <a:pt x="10274" y="1629"/>
                      <a:pt x="10187" y="1466"/>
                    </a:cubicBezTo>
                    <a:cubicBezTo>
                      <a:pt x="10100" y="1303"/>
                      <a:pt x="9975" y="1161"/>
                      <a:pt x="9823" y="1053"/>
                    </a:cubicBezTo>
                    <a:cubicBezTo>
                      <a:pt x="9736" y="987"/>
                      <a:pt x="9643" y="933"/>
                      <a:pt x="9556" y="868"/>
                    </a:cubicBezTo>
                    <a:cubicBezTo>
                      <a:pt x="9486" y="808"/>
                      <a:pt x="9404" y="754"/>
                      <a:pt x="9317" y="710"/>
                    </a:cubicBezTo>
                    <a:cubicBezTo>
                      <a:pt x="9139" y="631"/>
                      <a:pt x="8945" y="587"/>
                      <a:pt x="8749" y="587"/>
                    </a:cubicBezTo>
                    <a:cubicBezTo>
                      <a:pt x="8717" y="587"/>
                      <a:pt x="8686" y="588"/>
                      <a:pt x="8654" y="591"/>
                    </a:cubicBezTo>
                    <a:cubicBezTo>
                      <a:pt x="8611" y="596"/>
                      <a:pt x="8573" y="607"/>
                      <a:pt x="8534" y="618"/>
                    </a:cubicBezTo>
                    <a:cubicBezTo>
                      <a:pt x="8475" y="640"/>
                      <a:pt x="8415" y="645"/>
                      <a:pt x="8355" y="650"/>
                    </a:cubicBezTo>
                    <a:cubicBezTo>
                      <a:pt x="8236" y="661"/>
                      <a:pt x="8192" y="748"/>
                      <a:pt x="8100" y="797"/>
                    </a:cubicBezTo>
                    <a:cubicBezTo>
                      <a:pt x="8045" y="775"/>
                      <a:pt x="7996" y="759"/>
                      <a:pt x="7942" y="754"/>
                    </a:cubicBezTo>
                    <a:cubicBezTo>
                      <a:pt x="7866" y="754"/>
                      <a:pt x="7801" y="743"/>
                      <a:pt x="7730" y="732"/>
                    </a:cubicBezTo>
                    <a:cubicBezTo>
                      <a:pt x="7686" y="732"/>
                      <a:pt x="7648" y="732"/>
                      <a:pt x="7616" y="743"/>
                    </a:cubicBezTo>
                    <a:cubicBezTo>
                      <a:pt x="7572" y="721"/>
                      <a:pt x="7518" y="705"/>
                      <a:pt x="7480" y="683"/>
                    </a:cubicBezTo>
                    <a:cubicBezTo>
                      <a:pt x="7409" y="640"/>
                      <a:pt x="7333" y="612"/>
                      <a:pt x="7252" y="596"/>
                    </a:cubicBezTo>
                    <a:cubicBezTo>
                      <a:pt x="7132" y="570"/>
                      <a:pt x="7046" y="495"/>
                      <a:pt x="6933" y="495"/>
                    </a:cubicBezTo>
                    <a:cubicBezTo>
                      <a:pt x="6902" y="495"/>
                      <a:pt x="6869" y="500"/>
                      <a:pt x="6833" y="514"/>
                    </a:cubicBezTo>
                    <a:cubicBezTo>
                      <a:pt x="6806" y="525"/>
                      <a:pt x="6784" y="531"/>
                      <a:pt x="6757" y="542"/>
                    </a:cubicBezTo>
                    <a:cubicBezTo>
                      <a:pt x="6648" y="444"/>
                      <a:pt x="6491" y="428"/>
                      <a:pt x="6349" y="417"/>
                    </a:cubicBezTo>
                    <a:cubicBezTo>
                      <a:pt x="6335" y="416"/>
                      <a:pt x="6320" y="416"/>
                      <a:pt x="6305" y="416"/>
                    </a:cubicBezTo>
                    <a:cubicBezTo>
                      <a:pt x="6216" y="416"/>
                      <a:pt x="6128" y="428"/>
                      <a:pt x="6039" y="428"/>
                    </a:cubicBezTo>
                    <a:cubicBezTo>
                      <a:pt x="5963" y="411"/>
                      <a:pt x="5887" y="406"/>
                      <a:pt x="5811" y="406"/>
                    </a:cubicBezTo>
                    <a:cubicBezTo>
                      <a:pt x="5724" y="428"/>
                      <a:pt x="5637" y="455"/>
                      <a:pt x="5556" y="493"/>
                    </a:cubicBezTo>
                    <a:cubicBezTo>
                      <a:pt x="5458" y="520"/>
                      <a:pt x="5360" y="558"/>
                      <a:pt x="5268" y="601"/>
                    </a:cubicBezTo>
                    <a:cubicBezTo>
                      <a:pt x="5159" y="661"/>
                      <a:pt x="5045" y="699"/>
                      <a:pt x="4941" y="748"/>
                    </a:cubicBezTo>
                    <a:cubicBezTo>
                      <a:pt x="4941" y="748"/>
                      <a:pt x="4941" y="743"/>
                      <a:pt x="4941" y="737"/>
                    </a:cubicBezTo>
                    <a:cubicBezTo>
                      <a:pt x="4931" y="661"/>
                      <a:pt x="4909" y="591"/>
                      <a:pt x="4876" y="520"/>
                    </a:cubicBezTo>
                    <a:cubicBezTo>
                      <a:pt x="4909" y="504"/>
                      <a:pt x="4936" y="482"/>
                      <a:pt x="4963" y="460"/>
                    </a:cubicBezTo>
                    <a:cubicBezTo>
                      <a:pt x="4985" y="444"/>
                      <a:pt x="4979" y="411"/>
                      <a:pt x="4958" y="400"/>
                    </a:cubicBezTo>
                    <a:cubicBezTo>
                      <a:pt x="4963" y="368"/>
                      <a:pt x="4952" y="335"/>
                      <a:pt x="4931" y="313"/>
                    </a:cubicBezTo>
                    <a:cubicBezTo>
                      <a:pt x="4854" y="232"/>
                      <a:pt x="4746" y="216"/>
                      <a:pt x="4637" y="199"/>
                    </a:cubicBezTo>
                    <a:cubicBezTo>
                      <a:pt x="4501" y="172"/>
                      <a:pt x="4360" y="139"/>
                      <a:pt x="4229" y="90"/>
                    </a:cubicBezTo>
                    <a:cubicBezTo>
                      <a:pt x="4128" y="52"/>
                      <a:pt x="4044" y="1"/>
                      <a:pt x="39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0"/>
              <p:cNvSpPr/>
              <p:nvPr/>
            </p:nvSpPr>
            <p:spPr>
              <a:xfrm>
                <a:off x="3276850" y="5109450"/>
                <a:ext cx="11650" cy="13975"/>
              </a:xfrm>
              <a:custGeom>
                <a:rect b="b" l="l" r="r" t="t"/>
                <a:pathLst>
                  <a:path extrusionOk="0" h="559" w="466">
                    <a:moveTo>
                      <a:pt x="387" y="0"/>
                    </a:moveTo>
                    <a:cubicBezTo>
                      <a:pt x="368" y="0"/>
                      <a:pt x="350" y="9"/>
                      <a:pt x="338" y="29"/>
                    </a:cubicBezTo>
                    <a:cubicBezTo>
                      <a:pt x="305" y="73"/>
                      <a:pt x="262" y="111"/>
                      <a:pt x="234" y="160"/>
                    </a:cubicBezTo>
                    <a:cubicBezTo>
                      <a:pt x="207" y="209"/>
                      <a:pt x="175" y="258"/>
                      <a:pt x="142" y="307"/>
                    </a:cubicBezTo>
                    <a:cubicBezTo>
                      <a:pt x="93" y="366"/>
                      <a:pt x="1" y="459"/>
                      <a:pt x="55" y="540"/>
                    </a:cubicBezTo>
                    <a:cubicBezTo>
                      <a:pt x="64" y="549"/>
                      <a:pt x="76" y="558"/>
                      <a:pt x="90" y="558"/>
                    </a:cubicBezTo>
                    <a:cubicBezTo>
                      <a:pt x="93" y="558"/>
                      <a:pt x="96" y="558"/>
                      <a:pt x="99" y="557"/>
                    </a:cubicBezTo>
                    <a:cubicBezTo>
                      <a:pt x="175" y="546"/>
                      <a:pt x="240" y="421"/>
                      <a:pt x="283" y="361"/>
                    </a:cubicBezTo>
                    <a:cubicBezTo>
                      <a:pt x="311" y="323"/>
                      <a:pt x="332" y="279"/>
                      <a:pt x="343" y="236"/>
                    </a:cubicBezTo>
                    <a:cubicBezTo>
                      <a:pt x="370" y="182"/>
                      <a:pt x="403" y="133"/>
                      <a:pt x="436" y="89"/>
                    </a:cubicBezTo>
                    <a:cubicBezTo>
                      <a:pt x="465" y="41"/>
                      <a:pt x="426" y="0"/>
                      <a:pt x="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0"/>
              <p:cNvSpPr/>
              <p:nvPr/>
            </p:nvSpPr>
            <p:spPr>
              <a:xfrm>
                <a:off x="3278625" y="5118175"/>
                <a:ext cx="11250" cy="14150"/>
              </a:xfrm>
              <a:custGeom>
                <a:rect b="b" l="l" r="r" t="t"/>
                <a:pathLst>
                  <a:path extrusionOk="0" h="566" w="450">
                    <a:moveTo>
                      <a:pt x="380" y="1"/>
                    </a:moveTo>
                    <a:cubicBezTo>
                      <a:pt x="379" y="1"/>
                      <a:pt x="377" y="1"/>
                      <a:pt x="375" y="1"/>
                    </a:cubicBezTo>
                    <a:cubicBezTo>
                      <a:pt x="327" y="1"/>
                      <a:pt x="288" y="28"/>
                      <a:pt x="267" y="72"/>
                    </a:cubicBezTo>
                    <a:cubicBezTo>
                      <a:pt x="256" y="99"/>
                      <a:pt x="240" y="126"/>
                      <a:pt x="223" y="153"/>
                    </a:cubicBezTo>
                    <a:cubicBezTo>
                      <a:pt x="201" y="175"/>
                      <a:pt x="180" y="191"/>
                      <a:pt x="158" y="218"/>
                    </a:cubicBezTo>
                    <a:cubicBezTo>
                      <a:pt x="115" y="273"/>
                      <a:pt x="87" y="338"/>
                      <a:pt x="49" y="398"/>
                    </a:cubicBezTo>
                    <a:cubicBezTo>
                      <a:pt x="11" y="436"/>
                      <a:pt x="0" y="485"/>
                      <a:pt x="6" y="534"/>
                    </a:cubicBezTo>
                    <a:cubicBezTo>
                      <a:pt x="14" y="554"/>
                      <a:pt x="31" y="565"/>
                      <a:pt x="48" y="565"/>
                    </a:cubicBezTo>
                    <a:cubicBezTo>
                      <a:pt x="54" y="565"/>
                      <a:pt x="60" y="564"/>
                      <a:pt x="66" y="561"/>
                    </a:cubicBezTo>
                    <a:cubicBezTo>
                      <a:pt x="104" y="539"/>
                      <a:pt x="142" y="512"/>
                      <a:pt x="169" y="485"/>
                    </a:cubicBezTo>
                    <a:cubicBezTo>
                      <a:pt x="201" y="436"/>
                      <a:pt x="229" y="392"/>
                      <a:pt x="250" y="338"/>
                    </a:cubicBezTo>
                    <a:cubicBezTo>
                      <a:pt x="278" y="289"/>
                      <a:pt x="321" y="257"/>
                      <a:pt x="348" y="213"/>
                    </a:cubicBezTo>
                    <a:cubicBezTo>
                      <a:pt x="359" y="180"/>
                      <a:pt x="370" y="148"/>
                      <a:pt x="386" y="115"/>
                    </a:cubicBezTo>
                    <a:cubicBezTo>
                      <a:pt x="450" y="105"/>
                      <a:pt x="441" y="1"/>
                      <a:pt x="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0"/>
              <p:cNvSpPr/>
              <p:nvPr/>
            </p:nvSpPr>
            <p:spPr>
              <a:xfrm>
                <a:off x="3278625" y="5128600"/>
                <a:ext cx="8100" cy="10675"/>
              </a:xfrm>
              <a:custGeom>
                <a:rect b="b" l="l" r="r" t="t"/>
                <a:pathLst>
                  <a:path extrusionOk="0" h="427" w="324">
                    <a:moveTo>
                      <a:pt x="270" y="1"/>
                    </a:moveTo>
                    <a:cubicBezTo>
                      <a:pt x="241" y="1"/>
                      <a:pt x="210" y="18"/>
                      <a:pt x="207" y="52"/>
                    </a:cubicBezTo>
                    <a:cubicBezTo>
                      <a:pt x="196" y="122"/>
                      <a:pt x="104" y="177"/>
                      <a:pt x="71" y="231"/>
                    </a:cubicBezTo>
                    <a:cubicBezTo>
                      <a:pt x="33" y="285"/>
                      <a:pt x="0" y="356"/>
                      <a:pt x="28" y="416"/>
                    </a:cubicBezTo>
                    <a:cubicBezTo>
                      <a:pt x="33" y="427"/>
                      <a:pt x="44" y="427"/>
                      <a:pt x="55" y="427"/>
                    </a:cubicBezTo>
                    <a:cubicBezTo>
                      <a:pt x="125" y="394"/>
                      <a:pt x="163" y="307"/>
                      <a:pt x="207" y="253"/>
                    </a:cubicBezTo>
                    <a:cubicBezTo>
                      <a:pt x="261" y="198"/>
                      <a:pt x="305" y="128"/>
                      <a:pt x="321" y="52"/>
                    </a:cubicBezTo>
                    <a:cubicBezTo>
                      <a:pt x="324" y="17"/>
                      <a:pt x="298"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0"/>
              <p:cNvSpPr/>
              <p:nvPr/>
            </p:nvSpPr>
            <p:spPr>
              <a:xfrm>
                <a:off x="3277525" y="5143875"/>
                <a:ext cx="5200" cy="8600"/>
              </a:xfrm>
              <a:custGeom>
                <a:rect b="b" l="l" r="r" t="t"/>
                <a:pathLst>
                  <a:path extrusionOk="0" h="344" w="208">
                    <a:moveTo>
                      <a:pt x="142" y="0"/>
                    </a:moveTo>
                    <a:cubicBezTo>
                      <a:pt x="143" y="0"/>
                      <a:pt x="144" y="0"/>
                      <a:pt x="145" y="0"/>
                    </a:cubicBezTo>
                    <a:lnTo>
                      <a:pt x="145" y="0"/>
                    </a:lnTo>
                    <a:cubicBezTo>
                      <a:pt x="146" y="0"/>
                      <a:pt x="147" y="0"/>
                      <a:pt x="148" y="0"/>
                    </a:cubicBezTo>
                    <a:close/>
                    <a:moveTo>
                      <a:pt x="145" y="0"/>
                    </a:moveTo>
                    <a:cubicBezTo>
                      <a:pt x="108" y="2"/>
                      <a:pt x="77" y="34"/>
                      <a:pt x="77" y="71"/>
                    </a:cubicBezTo>
                    <a:cubicBezTo>
                      <a:pt x="72" y="104"/>
                      <a:pt x="66" y="136"/>
                      <a:pt x="61" y="169"/>
                    </a:cubicBezTo>
                    <a:cubicBezTo>
                      <a:pt x="55" y="185"/>
                      <a:pt x="50" y="207"/>
                      <a:pt x="44" y="223"/>
                    </a:cubicBezTo>
                    <a:cubicBezTo>
                      <a:pt x="44" y="223"/>
                      <a:pt x="39" y="232"/>
                      <a:pt x="38" y="235"/>
                    </a:cubicBezTo>
                    <a:lnTo>
                      <a:pt x="38" y="235"/>
                    </a:lnTo>
                    <a:cubicBezTo>
                      <a:pt x="32" y="237"/>
                      <a:pt x="22" y="253"/>
                      <a:pt x="22" y="253"/>
                    </a:cubicBezTo>
                    <a:cubicBezTo>
                      <a:pt x="21" y="253"/>
                      <a:pt x="22" y="252"/>
                      <a:pt x="23" y="250"/>
                    </a:cubicBezTo>
                    <a:lnTo>
                      <a:pt x="23" y="250"/>
                    </a:lnTo>
                    <a:cubicBezTo>
                      <a:pt x="1" y="272"/>
                      <a:pt x="6" y="316"/>
                      <a:pt x="33" y="332"/>
                    </a:cubicBezTo>
                    <a:cubicBezTo>
                      <a:pt x="49" y="340"/>
                      <a:pt x="64" y="343"/>
                      <a:pt x="77" y="343"/>
                    </a:cubicBezTo>
                    <a:cubicBezTo>
                      <a:pt x="177" y="343"/>
                      <a:pt x="203" y="148"/>
                      <a:pt x="207" y="71"/>
                    </a:cubicBezTo>
                    <a:cubicBezTo>
                      <a:pt x="207" y="34"/>
                      <a:pt x="182" y="2"/>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0"/>
              <p:cNvSpPr/>
              <p:nvPr/>
            </p:nvSpPr>
            <p:spPr>
              <a:xfrm>
                <a:off x="3295600" y="5012600"/>
                <a:ext cx="10525" cy="11500"/>
              </a:xfrm>
              <a:custGeom>
                <a:rect b="b" l="l" r="r" t="t"/>
                <a:pathLst>
                  <a:path extrusionOk="0" h="460" w="421">
                    <a:moveTo>
                      <a:pt x="312" y="0"/>
                    </a:moveTo>
                    <a:cubicBezTo>
                      <a:pt x="297" y="0"/>
                      <a:pt x="281" y="5"/>
                      <a:pt x="267" y="17"/>
                    </a:cubicBezTo>
                    <a:cubicBezTo>
                      <a:pt x="207" y="82"/>
                      <a:pt x="158" y="153"/>
                      <a:pt x="115" y="229"/>
                    </a:cubicBezTo>
                    <a:cubicBezTo>
                      <a:pt x="88" y="289"/>
                      <a:pt x="55" y="343"/>
                      <a:pt x="17" y="397"/>
                    </a:cubicBezTo>
                    <a:cubicBezTo>
                      <a:pt x="1" y="414"/>
                      <a:pt x="6" y="452"/>
                      <a:pt x="33" y="457"/>
                    </a:cubicBezTo>
                    <a:cubicBezTo>
                      <a:pt x="43" y="459"/>
                      <a:pt x="53" y="460"/>
                      <a:pt x="62" y="460"/>
                    </a:cubicBezTo>
                    <a:cubicBezTo>
                      <a:pt x="126" y="460"/>
                      <a:pt x="164" y="412"/>
                      <a:pt x="202" y="359"/>
                    </a:cubicBezTo>
                    <a:cubicBezTo>
                      <a:pt x="224" y="321"/>
                      <a:pt x="251" y="289"/>
                      <a:pt x="278" y="250"/>
                    </a:cubicBezTo>
                    <a:cubicBezTo>
                      <a:pt x="300" y="202"/>
                      <a:pt x="332" y="158"/>
                      <a:pt x="365" y="120"/>
                    </a:cubicBezTo>
                    <a:cubicBezTo>
                      <a:pt x="421" y="69"/>
                      <a:pt x="36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0"/>
              <p:cNvSpPr/>
              <p:nvPr/>
            </p:nvSpPr>
            <p:spPr>
              <a:xfrm>
                <a:off x="3295475" y="5021800"/>
                <a:ext cx="8850" cy="13250"/>
              </a:xfrm>
              <a:custGeom>
                <a:rect b="b" l="l" r="r" t="t"/>
                <a:pathLst>
                  <a:path extrusionOk="0" h="530" w="354">
                    <a:moveTo>
                      <a:pt x="291" y="1"/>
                    </a:moveTo>
                    <a:cubicBezTo>
                      <a:pt x="268" y="1"/>
                      <a:pt x="244" y="13"/>
                      <a:pt x="234" y="40"/>
                    </a:cubicBezTo>
                    <a:lnTo>
                      <a:pt x="240" y="40"/>
                    </a:lnTo>
                    <a:cubicBezTo>
                      <a:pt x="202" y="122"/>
                      <a:pt x="158" y="198"/>
                      <a:pt x="104" y="268"/>
                    </a:cubicBezTo>
                    <a:cubicBezTo>
                      <a:pt x="66" y="334"/>
                      <a:pt x="55" y="404"/>
                      <a:pt x="11" y="470"/>
                    </a:cubicBezTo>
                    <a:cubicBezTo>
                      <a:pt x="0" y="497"/>
                      <a:pt x="17" y="529"/>
                      <a:pt x="49" y="529"/>
                    </a:cubicBezTo>
                    <a:cubicBezTo>
                      <a:pt x="142" y="529"/>
                      <a:pt x="185" y="415"/>
                      <a:pt x="218" y="345"/>
                    </a:cubicBezTo>
                    <a:cubicBezTo>
                      <a:pt x="267" y="252"/>
                      <a:pt x="354" y="165"/>
                      <a:pt x="354" y="56"/>
                    </a:cubicBezTo>
                    <a:cubicBezTo>
                      <a:pt x="351" y="20"/>
                      <a:pt x="32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0"/>
              <p:cNvSpPr/>
              <p:nvPr/>
            </p:nvSpPr>
            <p:spPr>
              <a:xfrm>
                <a:off x="3190175" y="5066000"/>
                <a:ext cx="4500" cy="10375"/>
              </a:xfrm>
              <a:custGeom>
                <a:rect b="b" l="l" r="r" t="t"/>
                <a:pathLst>
                  <a:path extrusionOk="0" h="415" w="180">
                    <a:moveTo>
                      <a:pt x="72" y="0"/>
                    </a:moveTo>
                    <a:cubicBezTo>
                      <a:pt x="33" y="0"/>
                      <a:pt x="0" y="50"/>
                      <a:pt x="38" y="88"/>
                    </a:cubicBezTo>
                    <a:cubicBezTo>
                      <a:pt x="65" y="120"/>
                      <a:pt x="38" y="218"/>
                      <a:pt x="32" y="256"/>
                    </a:cubicBezTo>
                    <a:cubicBezTo>
                      <a:pt x="21" y="316"/>
                      <a:pt x="43" y="376"/>
                      <a:pt x="92" y="408"/>
                    </a:cubicBezTo>
                    <a:cubicBezTo>
                      <a:pt x="101" y="413"/>
                      <a:pt x="110" y="415"/>
                      <a:pt x="119" y="415"/>
                    </a:cubicBezTo>
                    <a:cubicBezTo>
                      <a:pt x="143" y="415"/>
                      <a:pt x="166" y="400"/>
                      <a:pt x="174" y="376"/>
                    </a:cubicBezTo>
                    <a:cubicBezTo>
                      <a:pt x="179" y="343"/>
                      <a:pt x="179" y="311"/>
                      <a:pt x="168" y="283"/>
                    </a:cubicBezTo>
                    <a:cubicBezTo>
                      <a:pt x="168" y="251"/>
                      <a:pt x="163" y="218"/>
                      <a:pt x="163" y="186"/>
                    </a:cubicBezTo>
                    <a:cubicBezTo>
                      <a:pt x="174" y="120"/>
                      <a:pt x="152" y="60"/>
                      <a:pt x="108" y="17"/>
                    </a:cubicBezTo>
                    <a:cubicBezTo>
                      <a:pt x="97" y="5"/>
                      <a:pt x="84" y="0"/>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0"/>
              <p:cNvSpPr/>
              <p:nvPr/>
            </p:nvSpPr>
            <p:spPr>
              <a:xfrm>
                <a:off x="3196425" y="5067350"/>
                <a:ext cx="4575" cy="8950"/>
              </a:xfrm>
              <a:custGeom>
                <a:rect b="b" l="l" r="r" t="t"/>
                <a:pathLst>
                  <a:path extrusionOk="0" h="358" w="183">
                    <a:moveTo>
                      <a:pt x="59" y="1"/>
                    </a:moveTo>
                    <a:cubicBezTo>
                      <a:pt x="10" y="1"/>
                      <a:pt x="1" y="67"/>
                      <a:pt x="32" y="99"/>
                    </a:cubicBezTo>
                    <a:cubicBezTo>
                      <a:pt x="32" y="137"/>
                      <a:pt x="16" y="175"/>
                      <a:pt x="16" y="213"/>
                    </a:cubicBezTo>
                    <a:cubicBezTo>
                      <a:pt x="11" y="267"/>
                      <a:pt x="38" y="322"/>
                      <a:pt x="87" y="349"/>
                    </a:cubicBezTo>
                    <a:cubicBezTo>
                      <a:pt x="96" y="355"/>
                      <a:pt x="106" y="357"/>
                      <a:pt x="115" y="357"/>
                    </a:cubicBezTo>
                    <a:cubicBezTo>
                      <a:pt x="150" y="357"/>
                      <a:pt x="182" y="321"/>
                      <a:pt x="174" y="278"/>
                    </a:cubicBezTo>
                    <a:lnTo>
                      <a:pt x="168" y="278"/>
                    </a:lnTo>
                    <a:cubicBezTo>
                      <a:pt x="152" y="202"/>
                      <a:pt x="174" y="115"/>
                      <a:pt x="146" y="45"/>
                    </a:cubicBezTo>
                    <a:cubicBezTo>
                      <a:pt x="141" y="17"/>
                      <a:pt x="114" y="1"/>
                      <a:pt x="92" y="1"/>
                    </a:cubicBezTo>
                    <a:lnTo>
                      <a:pt x="65" y="1"/>
                    </a:lnTo>
                    <a:cubicBezTo>
                      <a:pt x="63" y="1"/>
                      <a:pt x="61"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0"/>
              <p:cNvSpPr/>
              <p:nvPr/>
            </p:nvSpPr>
            <p:spPr>
              <a:xfrm>
                <a:off x="3201800" y="5068325"/>
                <a:ext cx="5225" cy="9800"/>
              </a:xfrm>
              <a:custGeom>
                <a:rect b="b" l="l" r="r" t="t"/>
                <a:pathLst>
                  <a:path extrusionOk="0" h="392" w="209">
                    <a:moveTo>
                      <a:pt x="96" y="0"/>
                    </a:moveTo>
                    <a:cubicBezTo>
                      <a:pt x="44" y="0"/>
                      <a:pt x="1" y="70"/>
                      <a:pt x="51" y="120"/>
                    </a:cubicBezTo>
                    <a:cubicBezTo>
                      <a:pt x="73" y="147"/>
                      <a:pt x="56" y="207"/>
                      <a:pt x="56" y="239"/>
                    </a:cubicBezTo>
                    <a:cubicBezTo>
                      <a:pt x="51" y="288"/>
                      <a:pt x="62" y="337"/>
                      <a:pt x="89" y="375"/>
                    </a:cubicBezTo>
                    <a:cubicBezTo>
                      <a:pt x="97" y="386"/>
                      <a:pt x="109" y="391"/>
                      <a:pt x="122" y="391"/>
                    </a:cubicBezTo>
                    <a:cubicBezTo>
                      <a:pt x="134" y="391"/>
                      <a:pt x="146" y="386"/>
                      <a:pt x="154" y="375"/>
                    </a:cubicBezTo>
                    <a:cubicBezTo>
                      <a:pt x="192" y="326"/>
                      <a:pt x="209" y="261"/>
                      <a:pt x="203" y="196"/>
                    </a:cubicBezTo>
                    <a:cubicBezTo>
                      <a:pt x="209" y="136"/>
                      <a:pt x="187" y="71"/>
                      <a:pt x="143" y="22"/>
                    </a:cubicBezTo>
                    <a:cubicBezTo>
                      <a:pt x="128" y="7"/>
                      <a:pt x="112" y="0"/>
                      <a:pt x="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0"/>
              <p:cNvSpPr/>
              <p:nvPr/>
            </p:nvSpPr>
            <p:spPr>
              <a:xfrm>
                <a:off x="3161750" y="5122525"/>
                <a:ext cx="51250" cy="19125"/>
              </a:xfrm>
              <a:custGeom>
                <a:rect b="b" l="l" r="r" t="t"/>
                <a:pathLst>
                  <a:path extrusionOk="0" h="765" w="2050">
                    <a:moveTo>
                      <a:pt x="1387" y="1"/>
                    </a:moveTo>
                    <a:cubicBezTo>
                      <a:pt x="1360" y="1"/>
                      <a:pt x="1334" y="4"/>
                      <a:pt x="1311" y="12"/>
                    </a:cubicBezTo>
                    <a:cubicBezTo>
                      <a:pt x="1153" y="61"/>
                      <a:pt x="1050" y="213"/>
                      <a:pt x="1055" y="376"/>
                    </a:cubicBezTo>
                    <a:cubicBezTo>
                      <a:pt x="1055" y="381"/>
                      <a:pt x="1055" y="387"/>
                      <a:pt x="1055" y="387"/>
                    </a:cubicBezTo>
                    <a:cubicBezTo>
                      <a:pt x="1006" y="371"/>
                      <a:pt x="952" y="365"/>
                      <a:pt x="903" y="365"/>
                    </a:cubicBezTo>
                    <a:cubicBezTo>
                      <a:pt x="838" y="376"/>
                      <a:pt x="783" y="409"/>
                      <a:pt x="740" y="458"/>
                    </a:cubicBezTo>
                    <a:cubicBezTo>
                      <a:pt x="756" y="354"/>
                      <a:pt x="729" y="218"/>
                      <a:pt x="604" y="218"/>
                    </a:cubicBezTo>
                    <a:cubicBezTo>
                      <a:pt x="512" y="218"/>
                      <a:pt x="430" y="305"/>
                      <a:pt x="376" y="398"/>
                    </a:cubicBezTo>
                    <a:cubicBezTo>
                      <a:pt x="381" y="349"/>
                      <a:pt x="359" y="300"/>
                      <a:pt x="321" y="267"/>
                    </a:cubicBezTo>
                    <a:cubicBezTo>
                      <a:pt x="297" y="248"/>
                      <a:pt x="268" y="239"/>
                      <a:pt x="239" y="239"/>
                    </a:cubicBezTo>
                    <a:cubicBezTo>
                      <a:pt x="210" y="239"/>
                      <a:pt x="180" y="248"/>
                      <a:pt x="153" y="267"/>
                    </a:cubicBezTo>
                    <a:cubicBezTo>
                      <a:pt x="60" y="338"/>
                      <a:pt x="6" y="447"/>
                      <a:pt x="1" y="566"/>
                    </a:cubicBezTo>
                    <a:cubicBezTo>
                      <a:pt x="3" y="591"/>
                      <a:pt x="22" y="603"/>
                      <a:pt x="40" y="603"/>
                    </a:cubicBezTo>
                    <a:cubicBezTo>
                      <a:pt x="58" y="603"/>
                      <a:pt x="74" y="591"/>
                      <a:pt x="71" y="566"/>
                    </a:cubicBezTo>
                    <a:cubicBezTo>
                      <a:pt x="77" y="485"/>
                      <a:pt x="115" y="409"/>
                      <a:pt x="180" y="349"/>
                    </a:cubicBezTo>
                    <a:cubicBezTo>
                      <a:pt x="195" y="334"/>
                      <a:pt x="210" y="328"/>
                      <a:pt x="224" y="328"/>
                    </a:cubicBezTo>
                    <a:cubicBezTo>
                      <a:pt x="255" y="328"/>
                      <a:pt x="281" y="360"/>
                      <a:pt x="289" y="398"/>
                    </a:cubicBezTo>
                    <a:cubicBezTo>
                      <a:pt x="289" y="436"/>
                      <a:pt x="310" y="463"/>
                      <a:pt x="338" y="479"/>
                    </a:cubicBezTo>
                    <a:cubicBezTo>
                      <a:pt x="338" y="485"/>
                      <a:pt x="338" y="490"/>
                      <a:pt x="338" y="496"/>
                    </a:cubicBezTo>
                    <a:cubicBezTo>
                      <a:pt x="327" y="535"/>
                      <a:pt x="361" y="568"/>
                      <a:pt x="395" y="568"/>
                    </a:cubicBezTo>
                    <a:cubicBezTo>
                      <a:pt x="413" y="568"/>
                      <a:pt x="430" y="559"/>
                      <a:pt x="441" y="539"/>
                    </a:cubicBezTo>
                    <a:cubicBezTo>
                      <a:pt x="457" y="507"/>
                      <a:pt x="479" y="474"/>
                      <a:pt x="506" y="447"/>
                    </a:cubicBezTo>
                    <a:cubicBezTo>
                      <a:pt x="522" y="425"/>
                      <a:pt x="571" y="371"/>
                      <a:pt x="599" y="371"/>
                    </a:cubicBezTo>
                    <a:cubicBezTo>
                      <a:pt x="599" y="371"/>
                      <a:pt x="609" y="381"/>
                      <a:pt x="609" y="381"/>
                    </a:cubicBezTo>
                    <a:lnTo>
                      <a:pt x="609" y="387"/>
                    </a:lnTo>
                    <a:cubicBezTo>
                      <a:pt x="615" y="398"/>
                      <a:pt x="615" y="403"/>
                      <a:pt x="620" y="414"/>
                    </a:cubicBezTo>
                    <a:cubicBezTo>
                      <a:pt x="626" y="452"/>
                      <a:pt x="642" y="485"/>
                      <a:pt x="653" y="523"/>
                    </a:cubicBezTo>
                    <a:cubicBezTo>
                      <a:pt x="658" y="534"/>
                      <a:pt x="664" y="539"/>
                      <a:pt x="675" y="545"/>
                    </a:cubicBezTo>
                    <a:cubicBezTo>
                      <a:pt x="653" y="588"/>
                      <a:pt x="637" y="637"/>
                      <a:pt x="626" y="686"/>
                    </a:cubicBezTo>
                    <a:cubicBezTo>
                      <a:pt x="619" y="732"/>
                      <a:pt x="658" y="764"/>
                      <a:pt x="694" y="764"/>
                    </a:cubicBezTo>
                    <a:cubicBezTo>
                      <a:pt x="717" y="764"/>
                      <a:pt x="739" y="751"/>
                      <a:pt x="745" y="719"/>
                    </a:cubicBezTo>
                    <a:cubicBezTo>
                      <a:pt x="767" y="642"/>
                      <a:pt x="827" y="523"/>
                      <a:pt x="903" y="507"/>
                    </a:cubicBezTo>
                    <a:cubicBezTo>
                      <a:pt x="916" y="504"/>
                      <a:pt x="929" y="503"/>
                      <a:pt x="942" y="503"/>
                    </a:cubicBezTo>
                    <a:cubicBezTo>
                      <a:pt x="990" y="503"/>
                      <a:pt x="1038" y="518"/>
                      <a:pt x="1077" y="539"/>
                    </a:cubicBezTo>
                    <a:cubicBezTo>
                      <a:pt x="1083" y="543"/>
                      <a:pt x="1089" y="545"/>
                      <a:pt x="1096" y="545"/>
                    </a:cubicBezTo>
                    <a:cubicBezTo>
                      <a:pt x="1107" y="545"/>
                      <a:pt x="1119" y="539"/>
                      <a:pt x="1126" y="528"/>
                    </a:cubicBezTo>
                    <a:cubicBezTo>
                      <a:pt x="1153" y="496"/>
                      <a:pt x="1148" y="441"/>
                      <a:pt x="1109" y="420"/>
                    </a:cubicBezTo>
                    <a:cubicBezTo>
                      <a:pt x="1126" y="414"/>
                      <a:pt x="1137" y="398"/>
                      <a:pt x="1142" y="376"/>
                    </a:cubicBezTo>
                    <a:cubicBezTo>
                      <a:pt x="1154" y="266"/>
                      <a:pt x="1280" y="140"/>
                      <a:pt x="1395" y="140"/>
                    </a:cubicBezTo>
                    <a:cubicBezTo>
                      <a:pt x="1433" y="140"/>
                      <a:pt x="1470" y="153"/>
                      <a:pt x="1501" y="186"/>
                    </a:cubicBezTo>
                    <a:cubicBezTo>
                      <a:pt x="1512" y="197"/>
                      <a:pt x="1528" y="197"/>
                      <a:pt x="1544" y="197"/>
                    </a:cubicBezTo>
                    <a:cubicBezTo>
                      <a:pt x="1539" y="229"/>
                      <a:pt x="1539" y="262"/>
                      <a:pt x="1544" y="295"/>
                    </a:cubicBezTo>
                    <a:cubicBezTo>
                      <a:pt x="1547" y="319"/>
                      <a:pt x="1565" y="331"/>
                      <a:pt x="1582" y="331"/>
                    </a:cubicBezTo>
                    <a:cubicBezTo>
                      <a:pt x="1600" y="331"/>
                      <a:pt x="1618" y="319"/>
                      <a:pt x="1620" y="295"/>
                    </a:cubicBezTo>
                    <a:cubicBezTo>
                      <a:pt x="1620" y="273"/>
                      <a:pt x="1620" y="251"/>
                      <a:pt x="1620" y="224"/>
                    </a:cubicBezTo>
                    <a:cubicBezTo>
                      <a:pt x="1625" y="212"/>
                      <a:pt x="1629" y="207"/>
                      <a:pt x="1634" y="207"/>
                    </a:cubicBezTo>
                    <a:cubicBezTo>
                      <a:pt x="1641" y="207"/>
                      <a:pt x="1651" y="215"/>
                      <a:pt x="1669" y="224"/>
                    </a:cubicBezTo>
                    <a:cubicBezTo>
                      <a:pt x="1707" y="240"/>
                      <a:pt x="1751" y="251"/>
                      <a:pt x="1794" y="262"/>
                    </a:cubicBezTo>
                    <a:cubicBezTo>
                      <a:pt x="1832" y="273"/>
                      <a:pt x="1876" y="289"/>
                      <a:pt x="1914" y="311"/>
                    </a:cubicBezTo>
                    <a:cubicBezTo>
                      <a:pt x="1930" y="331"/>
                      <a:pt x="1955" y="342"/>
                      <a:pt x="1980" y="342"/>
                    </a:cubicBezTo>
                    <a:cubicBezTo>
                      <a:pt x="1989" y="342"/>
                      <a:pt x="1998" y="341"/>
                      <a:pt x="2006" y="338"/>
                    </a:cubicBezTo>
                    <a:cubicBezTo>
                      <a:pt x="2034" y="333"/>
                      <a:pt x="2050" y="300"/>
                      <a:pt x="2034" y="273"/>
                    </a:cubicBezTo>
                    <a:lnTo>
                      <a:pt x="2039" y="273"/>
                    </a:lnTo>
                    <a:cubicBezTo>
                      <a:pt x="2012" y="235"/>
                      <a:pt x="2006" y="180"/>
                      <a:pt x="1941" y="153"/>
                    </a:cubicBezTo>
                    <a:cubicBezTo>
                      <a:pt x="1865" y="137"/>
                      <a:pt x="1794" y="126"/>
                      <a:pt x="1718" y="115"/>
                    </a:cubicBezTo>
                    <a:cubicBezTo>
                      <a:pt x="1694" y="112"/>
                      <a:pt x="1668" y="107"/>
                      <a:pt x="1644" y="107"/>
                    </a:cubicBezTo>
                    <a:cubicBezTo>
                      <a:pt x="1619" y="107"/>
                      <a:pt x="1596" y="112"/>
                      <a:pt x="1577" y="131"/>
                    </a:cubicBezTo>
                    <a:cubicBezTo>
                      <a:pt x="1569" y="43"/>
                      <a:pt x="1476" y="1"/>
                      <a:pt x="1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0"/>
              <p:cNvSpPr/>
              <p:nvPr/>
            </p:nvSpPr>
            <p:spPr>
              <a:xfrm>
                <a:off x="3190025" y="5138225"/>
                <a:ext cx="4500" cy="13000"/>
              </a:xfrm>
              <a:custGeom>
                <a:rect b="b" l="l" r="r" t="t"/>
                <a:pathLst>
                  <a:path extrusionOk="0" h="520" w="180">
                    <a:moveTo>
                      <a:pt x="78" y="1"/>
                    </a:moveTo>
                    <a:cubicBezTo>
                      <a:pt x="66" y="1"/>
                      <a:pt x="53" y="3"/>
                      <a:pt x="38" y="9"/>
                    </a:cubicBezTo>
                    <a:cubicBezTo>
                      <a:pt x="0" y="25"/>
                      <a:pt x="0" y="91"/>
                      <a:pt x="49" y="91"/>
                    </a:cubicBezTo>
                    <a:cubicBezTo>
                      <a:pt x="49" y="96"/>
                      <a:pt x="49" y="101"/>
                      <a:pt x="49" y="107"/>
                    </a:cubicBezTo>
                    <a:cubicBezTo>
                      <a:pt x="49" y="123"/>
                      <a:pt x="44" y="139"/>
                      <a:pt x="44" y="156"/>
                    </a:cubicBezTo>
                    <a:cubicBezTo>
                      <a:pt x="38" y="188"/>
                      <a:pt x="38" y="221"/>
                      <a:pt x="38" y="254"/>
                    </a:cubicBezTo>
                    <a:cubicBezTo>
                      <a:pt x="44" y="302"/>
                      <a:pt x="44" y="351"/>
                      <a:pt x="33" y="406"/>
                    </a:cubicBezTo>
                    <a:cubicBezTo>
                      <a:pt x="22" y="438"/>
                      <a:pt x="27" y="471"/>
                      <a:pt x="49" y="504"/>
                    </a:cubicBezTo>
                    <a:cubicBezTo>
                      <a:pt x="55" y="514"/>
                      <a:pt x="65" y="520"/>
                      <a:pt x="77" y="520"/>
                    </a:cubicBezTo>
                    <a:cubicBezTo>
                      <a:pt x="89" y="520"/>
                      <a:pt x="101" y="514"/>
                      <a:pt x="109" y="504"/>
                    </a:cubicBezTo>
                    <a:cubicBezTo>
                      <a:pt x="142" y="455"/>
                      <a:pt x="169" y="395"/>
                      <a:pt x="180" y="341"/>
                    </a:cubicBezTo>
                    <a:cubicBezTo>
                      <a:pt x="180" y="275"/>
                      <a:pt x="174" y="210"/>
                      <a:pt x="174" y="150"/>
                    </a:cubicBezTo>
                    <a:cubicBezTo>
                      <a:pt x="174" y="85"/>
                      <a:pt x="147"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0"/>
              <p:cNvSpPr/>
              <p:nvPr/>
            </p:nvSpPr>
            <p:spPr>
              <a:xfrm>
                <a:off x="3200350" y="5123925"/>
                <a:ext cx="27150" cy="26450"/>
              </a:xfrm>
              <a:custGeom>
                <a:rect b="b" l="l" r="r" t="t"/>
                <a:pathLst>
                  <a:path extrusionOk="0" h="1058" w="1086">
                    <a:moveTo>
                      <a:pt x="852" y="1"/>
                    </a:moveTo>
                    <a:cubicBezTo>
                      <a:pt x="830" y="1"/>
                      <a:pt x="806" y="4"/>
                      <a:pt x="783" y="10"/>
                    </a:cubicBezTo>
                    <a:cubicBezTo>
                      <a:pt x="642" y="48"/>
                      <a:pt x="604" y="179"/>
                      <a:pt x="522" y="282"/>
                    </a:cubicBezTo>
                    <a:cubicBezTo>
                      <a:pt x="506" y="304"/>
                      <a:pt x="506" y="336"/>
                      <a:pt x="522" y="358"/>
                    </a:cubicBezTo>
                    <a:cubicBezTo>
                      <a:pt x="500" y="374"/>
                      <a:pt x="479" y="396"/>
                      <a:pt x="457" y="418"/>
                    </a:cubicBezTo>
                    <a:cubicBezTo>
                      <a:pt x="375" y="516"/>
                      <a:pt x="413" y="603"/>
                      <a:pt x="468" y="701"/>
                    </a:cubicBezTo>
                    <a:cubicBezTo>
                      <a:pt x="359" y="701"/>
                      <a:pt x="256" y="744"/>
                      <a:pt x="180" y="815"/>
                    </a:cubicBezTo>
                    <a:lnTo>
                      <a:pt x="142" y="853"/>
                    </a:lnTo>
                    <a:cubicBezTo>
                      <a:pt x="125" y="850"/>
                      <a:pt x="109" y="849"/>
                      <a:pt x="93" y="849"/>
                    </a:cubicBezTo>
                    <a:cubicBezTo>
                      <a:pt x="76" y="849"/>
                      <a:pt x="60" y="850"/>
                      <a:pt x="44" y="853"/>
                    </a:cubicBezTo>
                    <a:cubicBezTo>
                      <a:pt x="0" y="858"/>
                      <a:pt x="0" y="923"/>
                      <a:pt x="44" y="929"/>
                    </a:cubicBezTo>
                    <a:lnTo>
                      <a:pt x="82" y="934"/>
                    </a:lnTo>
                    <a:cubicBezTo>
                      <a:pt x="55" y="967"/>
                      <a:pt x="66" y="1021"/>
                      <a:pt x="104" y="1043"/>
                    </a:cubicBezTo>
                    <a:cubicBezTo>
                      <a:pt x="118" y="1053"/>
                      <a:pt x="134" y="1057"/>
                      <a:pt x="149" y="1057"/>
                    </a:cubicBezTo>
                    <a:cubicBezTo>
                      <a:pt x="202" y="1057"/>
                      <a:pt x="252" y="1005"/>
                      <a:pt x="256" y="951"/>
                    </a:cubicBezTo>
                    <a:cubicBezTo>
                      <a:pt x="256" y="918"/>
                      <a:pt x="245" y="891"/>
                      <a:pt x="223" y="874"/>
                    </a:cubicBezTo>
                    <a:cubicBezTo>
                      <a:pt x="234" y="864"/>
                      <a:pt x="245" y="858"/>
                      <a:pt x="256" y="853"/>
                    </a:cubicBezTo>
                    <a:cubicBezTo>
                      <a:pt x="365" y="793"/>
                      <a:pt x="490" y="836"/>
                      <a:pt x="598" y="793"/>
                    </a:cubicBezTo>
                    <a:cubicBezTo>
                      <a:pt x="631" y="777"/>
                      <a:pt x="631" y="728"/>
                      <a:pt x="598" y="717"/>
                    </a:cubicBezTo>
                    <a:cubicBezTo>
                      <a:pt x="582" y="711"/>
                      <a:pt x="560" y="706"/>
                      <a:pt x="544" y="701"/>
                    </a:cubicBezTo>
                    <a:cubicBezTo>
                      <a:pt x="544" y="701"/>
                      <a:pt x="544" y="695"/>
                      <a:pt x="544" y="690"/>
                    </a:cubicBezTo>
                    <a:cubicBezTo>
                      <a:pt x="528" y="657"/>
                      <a:pt x="511" y="619"/>
                      <a:pt x="506" y="581"/>
                    </a:cubicBezTo>
                    <a:cubicBezTo>
                      <a:pt x="495" y="527"/>
                      <a:pt x="522" y="499"/>
                      <a:pt x="560" y="467"/>
                    </a:cubicBezTo>
                    <a:cubicBezTo>
                      <a:pt x="593" y="440"/>
                      <a:pt x="658" y="412"/>
                      <a:pt x="702" y="374"/>
                    </a:cubicBezTo>
                    <a:cubicBezTo>
                      <a:pt x="718" y="358"/>
                      <a:pt x="712" y="325"/>
                      <a:pt x="691" y="315"/>
                    </a:cubicBezTo>
                    <a:cubicBezTo>
                      <a:pt x="683" y="307"/>
                      <a:pt x="672" y="302"/>
                      <a:pt x="660" y="302"/>
                    </a:cubicBezTo>
                    <a:cubicBezTo>
                      <a:pt x="656" y="302"/>
                      <a:pt x="652" y="302"/>
                      <a:pt x="647" y="304"/>
                    </a:cubicBezTo>
                    <a:cubicBezTo>
                      <a:pt x="674" y="249"/>
                      <a:pt x="712" y="200"/>
                      <a:pt x="750" y="162"/>
                    </a:cubicBezTo>
                    <a:cubicBezTo>
                      <a:pt x="793" y="135"/>
                      <a:pt x="840" y="121"/>
                      <a:pt x="886" y="121"/>
                    </a:cubicBezTo>
                    <a:cubicBezTo>
                      <a:pt x="941" y="121"/>
                      <a:pt x="994" y="140"/>
                      <a:pt x="1039" y="179"/>
                    </a:cubicBezTo>
                    <a:cubicBezTo>
                      <a:pt x="1043" y="182"/>
                      <a:pt x="1047" y="183"/>
                      <a:pt x="1051" y="183"/>
                    </a:cubicBezTo>
                    <a:cubicBezTo>
                      <a:pt x="1069" y="183"/>
                      <a:pt x="1085" y="158"/>
                      <a:pt x="1077" y="141"/>
                    </a:cubicBezTo>
                    <a:lnTo>
                      <a:pt x="1077" y="141"/>
                    </a:lnTo>
                    <a:lnTo>
                      <a:pt x="1077" y="146"/>
                    </a:lnTo>
                    <a:cubicBezTo>
                      <a:pt x="1037" y="54"/>
                      <a:pt x="948" y="1"/>
                      <a:pt x="8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0"/>
              <p:cNvSpPr/>
              <p:nvPr/>
            </p:nvSpPr>
            <p:spPr>
              <a:xfrm>
                <a:off x="3225225" y="5127425"/>
                <a:ext cx="11825" cy="9675"/>
              </a:xfrm>
              <a:custGeom>
                <a:rect b="b" l="l" r="r" t="t"/>
                <a:pathLst>
                  <a:path extrusionOk="0" h="387" w="473">
                    <a:moveTo>
                      <a:pt x="297" y="1"/>
                    </a:moveTo>
                    <a:cubicBezTo>
                      <a:pt x="277" y="1"/>
                      <a:pt x="258" y="4"/>
                      <a:pt x="239" y="12"/>
                    </a:cubicBezTo>
                    <a:cubicBezTo>
                      <a:pt x="158" y="33"/>
                      <a:pt x="125" y="93"/>
                      <a:pt x="87" y="164"/>
                    </a:cubicBezTo>
                    <a:cubicBezTo>
                      <a:pt x="49" y="229"/>
                      <a:pt x="0" y="278"/>
                      <a:pt x="16" y="354"/>
                    </a:cubicBezTo>
                    <a:cubicBezTo>
                      <a:pt x="24" y="376"/>
                      <a:pt x="41" y="386"/>
                      <a:pt x="58" y="386"/>
                    </a:cubicBezTo>
                    <a:cubicBezTo>
                      <a:pt x="79" y="386"/>
                      <a:pt x="98" y="372"/>
                      <a:pt x="98" y="349"/>
                    </a:cubicBezTo>
                    <a:cubicBezTo>
                      <a:pt x="98" y="300"/>
                      <a:pt x="131" y="278"/>
                      <a:pt x="158" y="240"/>
                    </a:cubicBezTo>
                    <a:cubicBezTo>
                      <a:pt x="179" y="207"/>
                      <a:pt x="207" y="175"/>
                      <a:pt x="239" y="153"/>
                    </a:cubicBezTo>
                    <a:cubicBezTo>
                      <a:pt x="256" y="137"/>
                      <a:pt x="275" y="128"/>
                      <a:pt x="294" y="128"/>
                    </a:cubicBezTo>
                    <a:cubicBezTo>
                      <a:pt x="313" y="128"/>
                      <a:pt x="332" y="137"/>
                      <a:pt x="348" y="153"/>
                    </a:cubicBezTo>
                    <a:cubicBezTo>
                      <a:pt x="375" y="180"/>
                      <a:pt x="375" y="229"/>
                      <a:pt x="386" y="267"/>
                    </a:cubicBezTo>
                    <a:cubicBezTo>
                      <a:pt x="393" y="280"/>
                      <a:pt x="405" y="287"/>
                      <a:pt x="415" y="287"/>
                    </a:cubicBezTo>
                    <a:cubicBezTo>
                      <a:pt x="422" y="287"/>
                      <a:pt x="427" y="284"/>
                      <a:pt x="430" y="278"/>
                    </a:cubicBezTo>
                    <a:cubicBezTo>
                      <a:pt x="468" y="213"/>
                      <a:pt x="473" y="131"/>
                      <a:pt x="440" y="66"/>
                    </a:cubicBezTo>
                    <a:lnTo>
                      <a:pt x="440" y="66"/>
                    </a:lnTo>
                    <a:lnTo>
                      <a:pt x="440" y="71"/>
                    </a:lnTo>
                    <a:cubicBezTo>
                      <a:pt x="404" y="27"/>
                      <a:pt x="351" y="1"/>
                      <a:pt x="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0"/>
              <p:cNvSpPr/>
              <p:nvPr/>
            </p:nvSpPr>
            <p:spPr>
              <a:xfrm>
                <a:off x="3233475" y="5134900"/>
                <a:ext cx="12825" cy="12700"/>
              </a:xfrm>
              <a:custGeom>
                <a:rect b="b" l="l" r="r" t="t"/>
                <a:pathLst>
                  <a:path extrusionOk="0" h="508" w="513">
                    <a:moveTo>
                      <a:pt x="214" y="1"/>
                    </a:moveTo>
                    <a:cubicBezTo>
                      <a:pt x="132" y="12"/>
                      <a:pt x="67" y="55"/>
                      <a:pt x="29" y="126"/>
                    </a:cubicBezTo>
                    <a:cubicBezTo>
                      <a:pt x="0" y="167"/>
                      <a:pt x="42" y="214"/>
                      <a:pt x="83" y="214"/>
                    </a:cubicBezTo>
                    <a:cubicBezTo>
                      <a:pt x="97" y="214"/>
                      <a:pt x="110" y="208"/>
                      <a:pt x="121" y="196"/>
                    </a:cubicBezTo>
                    <a:cubicBezTo>
                      <a:pt x="141" y="172"/>
                      <a:pt x="169" y="135"/>
                      <a:pt x="202" y="135"/>
                    </a:cubicBezTo>
                    <a:cubicBezTo>
                      <a:pt x="206" y="135"/>
                      <a:pt x="210" y="135"/>
                      <a:pt x="214" y="137"/>
                    </a:cubicBezTo>
                    <a:cubicBezTo>
                      <a:pt x="252" y="147"/>
                      <a:pt x="284" y="202"/>
                      <a:pt x="301" y="234"/>
                    </a:cubicBezTo>
                    <a:cubicBezTo>
                      <a:pt x="350" y="316"/>
                      <a:pt x="366" y="414"/>
                      <a:pt x="409" y="495"/>
                    </a:cubicBezTo>
                    <a:cubicBezTo>
                      <a:pt x="415" y="503"/>
                      <a:pt x="424" y="508"/>
                      <a:pt x="434" y="508"/>
                    </a:cubicBezTo>
                    <a:cubicBezTo>
                      <a:pt x="443" y="508"/>
                      <a:pt x="453" y="503"/>
                      <a:pt x="458" y="495"/>
                    </a:cubicBezTo>
                    <a:cubicBezTo>
                      <a:pt x="513" y="376"/>
                      <a:pt x="447" y="207"/>
                      <a:pt x="377" y="104"/>
                    </a:cubicBezTo>
                    <a:cubicBezTo>
                      <a:pt x="339" y="44"/>
                      <a:pt x="279" y="6"/>
                      <a:pt x="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0"/>
              <p:cNvSpPr/>
              <p:nvPr/>
            </p:nvSpPr>
            <p:spPr>
              <a:xfrm>
                <a:off x="3232950" y="5146950"/>
                <a:ext cx="16175" cy="7600"/>
              </a:xfrm>
              <a:custGeom>
                <a:rect b="b" l="l" r="r" t="t"/>
                <a:pathLst>
                  <a:path extrusionOk="0" h="304" w="647">
                    <a:moveTo>
                      <a:pt x="327" y="0"/>
                    </a:moveTo>
                    <a:cubicBezTo>
                      <a:pt x="285" y="0"/>
                      <a:pt x="245" y="8"/>
                      <a:pt x="207" y="24"/>
                    </a:cubicBezTo>
                    <a:cubicBezTo>
                      <a:pt x="153" y="51"/>
                      <a:pt x="110" y="95"/>
                      <a:pt x="55" y="122"/>
                    </a:cubicBezTo>
                    <a:cubicBezTo>
                      <a:pt x="1" y="142"/>
                      <a:pt x="32" y="211"/>
                      <a:pt x="75" y="211"/>
                    </a:cubicBezTo>
                    <a:cubicBezTo>
                      <a:pt x="79" y="211"/>
                      <a:pt x="84" y="210"/>
                      <a:pt x="88" y="209"/>
                    </a:cubicBezTo>
                    <a:cubicBezTo>
                      <a:pt x="153" y="186"/>
                      <a:pt x="213" y="151"/>
                      <a:pt x="277" y="151"/>
                    </a:cubicBezTo>
                    <a:cubicBezTo>
                      <a:pt x="288" y="151"/>
                      <a:pt x="299" y="152"/>
                      <a:pt x="311" y="155"/>
                    </a:cubicBezTo>
                    <a:cubicBezTo>
                      <a:pt x="365" y="165"/>
                      <a:pt x="398" y="204"/>
                      <a:pt x="447" y="220"/>
                    </a:cubicBezTo>
                    <a:lnTo>
                      <a:pt x="458" y="220"/>
                    </a:lnTo>
                    <a:lnTo>
                      <a:pt x="458" y="231"/>
                    </a:lnTo>
                    <a:cubicBezTo>
                      <a:pt x="463" y="247"/>
                      <a:pt x="468" y="263"/>
                      <a:pt x="479" y="269"/>
                    </a:cubicBezTo>
                    <a:lnTo>
                      <a:pt x="485" y="274"/>
                    </a:lnTo>
                    <a:lnTo>
                      <a:pt x="501" y="291"/>
                    </a:lnTo>
                    <a:cubicBezTo>
                      <a:pt x="516" y="299"/>
                      <a:pt x="531" y="303"/>
                      <a:pt x="545" y="303"/>
                    </a:cubicBezTo>
                    <a:cubicBezTo>
                      <a:pt x="584" y="303"/>
                      <a:pt x="618" y="274"/>
                      <a:pt x="626" y="231"/>
                    </a:cubicBezTo>
                    <a:cubicBezTo>
                      <a:pt x="647" y="157"/>
                      <a:pt x="562" y="89"/>
                      <a:pt x="488" y="89"/>
                    </a:cubicBezTo>
                    <a:cubicBezTo>
                      <a:pt x="487" y="89"/>
                      <a:pt x="486" y="89"/>
                      <a:pt x="485" y="89"/>
                    </a:cubicBezTo>
                    <a:lnTo>
                      <a:pt x="485" y="89"/>
                    </a:lnTo>
                    <a:cubicBezTo>
                      <a:pt x="485" y="89"/>
                      <a:pt x="485" y="87"/>
                      <a:pt x="485" y="84"/>
                    </a:cubicBezTo>
                    <a:cubicBezTo>
                      <a:pt x="463" y="35"/>
                      <a:pt x="419" y="2"/>
                      <a:pt x="365" y="2"/>
                    </a:cubicBezTo>
                    <a:cubicBezTo>
                      <a:pt x="352" y="1"/>
                      <a:pt x="339" y="0"/>
                      <a:pt x="3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120"/>
            <p:cNvGrpSpPr/>
            <p:nvPr/>
          </p:nvGrpSpPr>
          <p:grpSpPr>
            <a:xfrm>
              <a:off x="1158624" y="4222281"/>
              <a:ext cx="274328" cy="225920"/>
              <a:chOff x="3352275" y="4999000"/>
              <a:chExt cx="308650" cy="255450"/>
            </a:xfrm>
          </p:grpSpPr>
          <p:sp>
            <p:nvSpPr>
              <p:cNvPr id="5890" name="Google Shape;5890;p120"/>
              <p:cNvSpPr/>
              <p:nvPr/>
            </p:nvSpPr>
            <p:spPr>
              <a:xfrm>
                <a:off x="3468725" y="5064975"/>
                <a:ext cx="90000" cy="109000"/>
              </a:xfrm>
              <a:custGeom>
                <a:rect b="b" l="l" r="r" t="t"/>
                <a:pathLst>
                  <a:path extrusionOk="0" h="4360" w="3600">
                    <a:moveTo>
                      <a:pt x="2663" y="1"/>
                    </a:moveTo>
                    <a:cubicBezTo>
                      <a:pt x="2616" y="1"/>
                      <a:pt x="2570" y="12"/>
                      <a:pt x="2529" y="36"/>
                    </a:cubicBezTo>
                    <a:cubicBezTo>
                      <a:pt x="2442" y="85"/>
                      <a:pt x="2382" y="161"/>
                      <a:pt x="2360" y="254"/>
                    </a:cubicBezTo>
                    <a:cubicBezTo>
                      <a:pt x="2349" y="297"/>
                      <a:pt x="2355" y="335"/>
                      <a:pt x="2349" y="379"/>
                    </a:cubicBezTo>
                    <a:cubicBezTo>
                      <a:pt x="2344" y="384"/>
                      <a:pt x="2344" y="395"/>
                      <a:pt x="2349" y="400"/>
                    </a:cubicBezTo>
                    <a:lnTo>
                      <a:pt x="2333" y="428"/>
                    </a:lnTo>
                    <a:cubicBezTo>
                      <a:pt x="2306" y="504"/>
                      <a:pt x="2279" y="580"/>
                      <a:pt x="2262" y="661"/>
                    </a:cubicBezTo>
                    <a:cubicBezTo>
                      <a:pt x="2235" y="743"/>
                      <a:pt x="2192" y="819"/>
                      <a:pt x="2154" y="895"/>
                    </a:cubicBezTo>
                    <a:cubicBezTo>
                      <a:pt x="2116" y="982"/>
                      <a:pt x="2083" y="1080"/>
                      <a:pt x="2034" y="1167"/>
                    </a:cubicBezTo>
                    <a:cubicBezTo>
                      <a:pt x="1996" y="1238"/>
                      <a:pt x="1931" y="1292"/>
                      <a:pt x="1887" y="1363"/>
                    </a:cubicBezTo>
                    <a:cubicBezTo>
                      <a:pt x="1838" y="1450"/>
                      <a:pt x="1800" y="1537"/>
                      <a:pt x="1768" y="1629"/>
                    </a:cubicBezTo>
                    <a:cubicBezTo>
                      <a:pt x="1740" y="1710"/>
                      <a:pt x="1675" y="1754"/>
                      <a:pt x="1626" y="1819"/>
                    </a:cubicBezTo>
                    <a:cubicBezTo>
                      <a:pt x="1523" y="1971"/>
                      <a:pt x="1425" y="2129"/>
                      <a:pt x="1344" y="2298"/>
                    </a:cubicBezTo>
                    <a:cubicBezTo>
                      <a:pt x="1240" y="2455"/>
                      <a:pt x="1115" y="2602"/>
                      <a:pt x="974" y="2732"/>
                    </a:cubicBezTo>
                    <a:cubicBezTo>
                      <a:pt x="844" y="2852"/>
                      <a:pt x="713" y="2961"/>
                      <a:pt x="594" y="3086"/>
                    </a:cubicBezTo>
                    <a:cubicBezTo>
                      <a:pt x="485" y="3200"/>
                      <a:pt x="398" y="3336"/>
                      <a:pt x="289" y="3450"/>
                    </a:cubicBezTo>
                    <a:cubicBezTo>
                      <a:pt x="273" y="3439"/>
                      <a:pt x="257" y="3434"/>
                      <a:pt x="240" y="3428"/>
                    </a:cubicBezTo>
                    <a:cubicBezTo>
                      <a:pt x="226" y="3424"/>
                      <a:pt x="211" y="3423"/>
                      <a:pt x="197" y="3423"/>
                    </a:cubicBezTo>
                    <a:cubicBezTo>
                      <a:pt x="89" y="3423"/>
                      <a:pt x="0" y="3524"/>
                      <a:pt x="34" y="3635"/>
                    </a:cubicBezTo>
                    <a:cubicBezTo>
                      <a:pt x="110" y="3847"/>
                      <a:pt x="262" y="4021"/>
                      <a:pt x="458" y="4135"/>
                    </a:cubicBezTo>
                    <a:cubicBezTo>
                      <a:pt x="499" y="4156"/>
                      <a:pt x="546" y="4166"/>
                      <a:pt x="593" y="4166"/>
                    </a:cubicBezTo>
                    <a:cubicBezTo>
                      <a:pt x="668" y="4166"/>
                      <a:pt x="743" y="4139"/>
                      <a:pt x="800" y="4086"/>
                    </a:cubicBezTo>
                    <a:cubicBezTo>
                      <a:pt x="806" y="4102"/>
                      <a:pt x="816" y="4119"/>
                      <a:pt x="822" y="4140"/>
                    </a:cubicBezTo>
                    <a:cubicBezTo>
                      <a:pt x="854" y="4254"/>
                      <a:pt x="963" y="4336"/>
                      <a:pt x="1083" y="4336"/>
                    </a:cubicBezTo>
                    <a:cubicBezTo>
                      <a:pt x="1112" y="4353"/>
                      <a:pt x="1147" y="4360"/>
                      <a:pt x="1182" y="4360"/>
                    </a:cubicBezTo>
                    <a:cubicBezTo>
                      <a:pt x="1192" y="4360"/>
                      <a:pt x="1203" y="4359"/>
                      <a:pt x="1213" y="4358"/>
                    </a:cubicBezTo>
                    <a:cubicBezTo>
                      <a:pt x="1360" y="4325"/>
                      <a:pt x="1458" y="4157"/>
                      <a:pt x="1458" y="4004"/>
                    </a:cubicBezTo>
                    <a:cubicBezTo>
                      <a:pt x="1463" y="3994"/>
                      <a:pt x="1469" y="3983"/>
                      <a:pt x="1474" y="3972"/>
                    </a:cubicBezTo>
                    <a:cubicBezTo>
                      <a:pt x="1507" y="3863"/>
                      <a:pt x="1512" y="3749"/>
                      <a:pt x="1496" y="3640"/>
                    </a:cubicBezTo>
                    <a:cubicBezTo>
                      <a:pt x="1556" y="3597"/>
                      <a:pt x="1610" y="3553"/>
                      <a:pt x="1659" y="3504"/>
                    </a:cubicBezTo>
                    <a:cubicBezTo>
                      <a:pt x="1702" y="3466"/>
                      <a:pt x="1740" y="3423"/>
                      <a:pt x="1773" y="3379"/>
                    </a:cubicBezTo>
                    <a:cubicBezTo>
                      <a:pt x="1795" y="3396"/>
                      <a:pt x="1817" y="3401"/>
                      <a:pt x="1844" y="3412"/>
                    </a:cubicBezTo>
                    <a:cubicBezTo>
                      <a:pt x="1876" y="3417"/>
                      <a:pt x="1909" y="3423"/>
                      <a:pt x="1942" y="3423"/>
                    </a:cubicBezTo>
                    <a:lnTo>
                      <a:pt x="1969" y="3423"/>
                    </a:lnTo>
                    <a:cubicBezTo>
                      <a:pt x="2012" y="3423"/>
                      <a:pt x="2056" y="3412"/>
                      <a:pt x="2099" y="3396"/>
                    </a:cubicBezTo>
                    <a:cubicBezTo>
                      <a:pt x="2132" y="3385"/>
                      <a:pt x="2159" y="3368"/>
                      <a:pt x="2181" y="3347"/>
                    </a:cubicBezTo>
                    <a:cubicBezTo>
                      <a:pt x="2241" y="3341"/>
                      <a:pt x="2295" y="3319"/>
                      <a:pt x="2338" y="3281"/>
                    </a:cubicBezTo>
                    <a:cubicBezTo>
                      <a:pt x="2387" y="3232"/>
                      <a:pt x="2425" y="3173"/>
                      <a:pt x="2442" y="3107"/>
                    </a:cubicBezTo>
                    <a:cubicBezTo>
                      <a:pt x="2447" y="3086"/>
                      <a:pt x="2453" y="3069"/>
                      <a:pt x="2458" y="3048"/>
                    </a:cubicBezTo>
                    <a:cubicBezTo>
                      <a:pt x="2461" y="3028"/>
                      <a:pt x="2463" y="3012"/>
                      <a:pt x="2464" y="3000"/>
                    </a:cubicBezTo>
                    <a:lnTo>
                      <a:pt x="2464" y="3000"/>
                    </a:lnTo>
                    <a:cubicBezTo>
                      <a:pt x="2465" y="2998"/>
                      <a:pt x="2466" y="2990"/>
                      <a:pt x="2469" y="2977"/>
                    </a:cubicBezTo>
                    <a:cubicBezTo>
                      <a:pt x="2491" y="2895"/>
                      <a:pt x="2480" y="2809"/>
                      <a:pt x="2436" y="2732"/>
                    </a:cubicBezTo>
                    <a:cubicBezTo>
                      <a:pt x="2420" y="2705"/>
                      <a:pt x="2404" y="2683"/>
                      <a:pt x="2382" y="2662"/>
                    </a:cubicBezTo>
                    <a:cubicBezTo>
                      <a:pt x="2485" y="2580"/>
                      <a:pt x="2583" y="2488"/>
                      <a:pt x="2670" y="2390"/>
                    </a:cubicBezTo>
                    <a:lnTo>
                      <a:pt x="2708" y="2346"/>
                    </a:lnTo>
                    <a:cubicBezTo>
                      <a:pt x="2730" y="2346"/>
                      <a:pt x="2757" y="2341"/>
                      <a:pt x="2779" y="2336"/>
                    </a:cubicBezTo>
                    <a:cubicBezTo>
                      <a:pt x="2800" y="2341"/>
                      <a:pt x="2824" y="2344"/>
                      <a:pt x="2847" y="2344"/>
                    </a:cubicBezTo>
                    <a:cubicBezTo>
                      <a:pt x="2870" y="2344"/>
                      <a:pt x="2893" y="2341"/>
                      <a:pt x="2915" y="2336"/>
                    </a:cubicBezTo>
                    <a:cubicBezTo>
                      <a:pt x="2980" y="2314"/>
                      <a:pt x="3040" y="2270"/>
                      <a:pt x="3072" y="2211"/>
                    </a:cubicBezTo>
                    <a:cubicBezTo>
                      <a:pt x="3089" y="2173"/>
                      <a:pt x="3105" y="2134"/>
                      <a:pt x="3110" y="2091"/>
                    </a:cubicBezTo>
                    <a:cubicBezTo>
                      <a:pt x="3116" y="2053"/>
                      <a:pt x="3116" y="2015"/>
                      <a:pt x="3105" y="1977"/>
                    </a:cubicBezTo>
                    <a:cubicBezTo>
                      <a:pt x="3094" y="1950"/>
                      <a:pt x="3083" y="1928"/>
                      <a:pt x="3072" y="1901"/>
                    </a:cubicBezTo>
                    <a:cubicBezTo>
                      <a:pt x="3040" y="1846"/>
                      <a:pt x="2996" y="1803"/>
                      <a:pt x="2936" y="1781"/>
                    </a:cubicBezTo>
                    <a:cubicBezTo>
                      <a:pt x="2925" y="1732"/>
                      <a:pt x="2915" y="1683"/>
                      <a:pt x="2898" y="1640"/>
                    </a:cubicBezTo>
                    <a:cubicBezTo>
                      <a:pt x="2974" y="1634"/>
                      <a:pt x="3040" y="1596"/>
                      <a:pt x="3083" y="1537"/>
                    </a:cubicBezTo>
                    <a:cubicBezTo>
                      <a:pt x="3132" y="1466"/>
                      <a:pt x="3170" y="1395"/>
                      <a:pt x="3203" y="1314"/>
                    </a:cubicBezTo>
                    <a:cubicBezTo>
                      <a:pt x="3232" y="1328"/>
                      <a:pt x="3266" y="1335"/>
                      <a:pt x="3299" y="1335"/>
                    </a:cubicBezTo>
                    <a:cubicBezTo>
                      <a:pt x="3316" y="1335"/>
                      <a:pt x="3333" y="1334"/>
                      <a:pt x="3349" y="1330"/>
                    </a:cubicBezTo>
                    <a:cubicBezTo>
                      <a:pt x="3420" y="1308"/>
                      <a:pt x="3480" y="1265"/>
                      <a:pt x="3518" y="1205"/>
                    </a:cubicBezTo>
                    <a:cubicBezTo>
                      <a:pt x="3540" y="1167"/>
                      <a:pt x="3556" y="1123"/>
                      <a:pt x="3567" y="1085"/>
                    </a:cubicBezTo>
                    <a:cubicBezTo>
                      <a:pt x="3600" y="982"/>
                      <a:pt x="3594" y="873"/>
                      <a:pt x="3545" y="781"/>
                    </a:cubicBezTo>
                    <a:cubicBezTo>
                      <a:pt x="3491" y="683"/>
                      <a:pt x="3393" y="629"/>
                      <a:pt x="3284" y="629"/>
                    </a:cubicBezTo>
                    <a:lnTo>
                      <a:pt x="3279" y="634"/>
                    </a:lnTo>
                    <a:cubicBezTo>
                      <a:pt x="3257" y="531"/>
                      <a:pt x="3208" y="438"/>
                      <a:pt x="3137" y="368"/>
                    </a:cubicBezTo>
                    <a:cubicBezTo>
                      <a:pt x="3051" y="265"/>
                      <a:pt x="2953" y="167"/>
                      <a:pt x="2855" y="80"/>
                    </a:cubicBezTo>
                    <a:cubicBezTo>
                      <a:pt x="2803" y="27"/>
                      <a:pt x="2733" y="1"/>
                      <a:pt x="2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0"/>
              <p:cNvSpPr/>
              <p:nvPr/>
            </p:nvSpPr>
            <p:spPr>
              <a:xfrm>
                <a:off x="3573525" y="5104875"/>
                <a:ext cx="45950" cy="54525"/>
              </a:xfrm>
              <a:custGeom>
                <a:rect b="b" l="l" r="r" t="t"/>
                <a:pathLst>
                  <a:path extrusionOk="0" h="2181" w="1838">
                    <a:moveTo>
                      <a:pt x="739" y="0"/>
                    </a:moveTo>
                    <a:cubicBezTo>
                      <a:pt x="593" y="0"/>
                      <a:pt x="473" y="109"/>
                      <a:pt x="457" y="250"/>
                    </a:cubicBezTo>
                    <a:cubicBezTo>
                      <a:pt x="283" y="381"/>
                      <a:pt x="158" y="560"/>
                      <a:pt x="92" y="761"/>
                    </a:cubicBezTo>
                    <a:cubicBezTo>
                      <a:pt x="22" y="995"/>
                      <a:pt x="0" y="1234"/>
                      <a:pt x="33" y="1473"/>
                    </a:cubicBezTo>
                    <a:cubicBezTo>
                      <a:pt x="54" y="1723"/>
                      <a:pt x="196" y="1941"/>
                      <a:pt x="408" y="2066"/>
                    </a:cubicBezTo>
                    <a:cubicBezTo>
                      <a:pt x="485" y="2111"/>
                      <a:pt x="573" y="2134"/>
                      <a:pt x="663" y="2134"/>
                    </a:cubicBezTo>
                    <a:cubicBezTo>
                      <a:pt x="681" y="2134"/>
                      <a:pt x="699" y="2133"/>
                      <a:pt x="718" y="2131"/>
                    </a:cubicBezTo>
                    <a:cubicBezTo>
                      <a:pt x="739" y="2137"/>
                      <a:pt x="761" y="2137"/>
                      <a:pt x="783" y="2142"/>
                    </a:cubicBezTo>
                    <a:cubicBezTo>
                      <a:pt x="783" y="2142"/>
                      <a:pt x="826" y="2147"/>
                      <a:pt x="848" y="2153"/>
                    </a:cubicBezTo>
                    <a:lnTo>
                      <a:pt x="924" y="2169"/>
                    </a:lnTo>
                    <a:cubicBezTo>
                      <a:pt x="950" y="2177"/>
                      <a:pt x="976" y="2180"/>
                      <a:pt x="1002" y="2180"/>
                    </a:cubicBezTo>
                    <a:cubicBezTo>
                      <a:pt x="1052" y="2180"/>
                      <a:pt x="1101" y="2167"/>
                      <a:pt x="1147" y="2142"/>
                    </a:cubicBezTo>
                    <a:cubicBezTo>
                      <a:pt x="1201" y="2104"/>
                      <a:pt x="1245" y="2055"/>
                      <a:pt x="1283" y="2006"/>
                    </a:cubicBezTo>
                    <a:cubicBezTo>
                      <a:pt x="1310" y="2017"/>
                      <a:pt x="1337" y="2028"/>
                      <a:pt x="1370" y="2033"/>
                    </a:cubicBezTo>
                    <a:cubicBezTo>
                      <a:pt x="1386" y="2035"/>
                      <a:pt x="1401" y="2036"/>
                      <a:pt x="1416" y="2036"/>
                    </a:cubicBezTo>
                    <a:cubicBezTo>
                      <a:pt x="1691" y="2036"/>
                      <a:pt x="1795" y="1711"/>
                      <a:pt x="1821" y="1484"/>
                    </a:cubicBezTo>
                    <a:cubicBezTo>
                      <a:pt x="1832" y="1365"/>
                      <a:pt x="1821" y="1245"/>
                      <a:pt x="1832" y="1131"/>
                    </a:cubicBezTo>
                    <a:cubicBezTo>
                      <a:pt x="1837" y="1071"/>
                      <a:pt x="1837" y="1011"/>
                      <a:pt x="1821" y="952"/>
                    </a:cubicBezTo>
                    <a:cubicBezTo>
                      <a:pt x="1816" y="946"/>
                      <a:pt x="1816" y="935"/>
                      <a:pt x="1810" y="930"/>
                    </a:cubicBezTo>
                    <a:cubicBezTo>
                      <a:pt x="1799" y="805"/>
                      <a:pt x="1767" y="685"/>
                      <a:pt x="1718" y="577"/>
                    </a:cubicBezTo>
                    <a:cubicBezTo>
                      <a:pt x="1707" y="533"/>
                      <a:pt x="1685" y="490"/>
                      <a:pt x="1663" y="451"/>
                    </a:cubicBezTo>
                    <a:cubicBezTo>
                      <a:pt x="1555" y="245"/>
                      <a:pt x="1348" y="114"/>
                      <a:pt x="1114" y="104"/>
                    </a:cubicBezTo>
                    <a:lnTo>
                      <a:pt x="1076" y="104"/>
                    </a:lnTo>
                    <a:cubicBezTo>
                      <a:pt x="1029" y="40"/>
                      <a:pt x="953" y="2"/>
                      <a:pt x="874" y="2"/>
                    </a:cubicBezTo>
                    <a:cubicBezTo>
                      <a:pt x="853" y="2"/>
                      <a:pt x="831" y="5"/>
                      <a:pt x="810" y="11"/>
                    </a:cubicBezTo>
                    <a:cubicBezTo>
                      <a:pt x="783" y="6"/>
                      <a:pt x="761" y="0"/>
                      <a:pt x="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0"/>
              <p:cNvSpPr/>
              <p:nvPr/>
            </p:nvSpPr>
            <p:spPr>
              <a:xfrm>
                <a:off x="3352275" y="4999000"/>
                <a:ext cx="308650" cy="255450"/>
              </a:xfrm>
              <a:custGeom>
                <a:rect b="b" l="l" r="r" t="t"/>
                <a:pathLst>
                  <a:path extrusionOk="0" h="10218" w="12346">
                    <a:moveTo>
                      <a:pt x="7412" y="250"/>
                    </a:moveTo>
                    <a:cubicBezTo>
                      <a:pt x="7557" y="250"/>
                      <a:pt x="7714" y="279"/>
                      <a:pt x="7812" y="381"/>
                    </a:cubicBezTo>
                    <a:cubicBezTo>
                      <a:pt x="7959" y="539"/>
                      <a:pt x="7937" y="816"/>
                      <a:pt x="7953" y="1012"/>
                    </a:cubicBezTo>
                    <a:cubicBezTo>
                      <a:pt x="7975" y="1218"/>
                      <a:pt x="7959" y="1430"/>
                      <a:pt x="7915" y="1637"/>
                    </a:cubicBezTo>
                    <a:cubicBezTo>
                      <a:pt x="7915" y="1648"/>
                      <a:pt x="7910" y="1659"/>
                      <a:pt x="7910" y="1675"/>
                    </a:cubicBezTo>
                    <a:cubicBezTo>
                      <a:pt x="7752" y="1675"/>
                      <a:pt x="7589" y="1680"/>
                      <a:pt x="7431" y="1691"/>
                    </a:cubicBezTo>
                    <a:cubicBezTo>
                      <a:pt x="7371" y="1697"/>
                      <a:pt x="7312" y="1708"/>
                      <a:pt x="7257" y="1735"/>
                    </a:cubicBezTo>
                    <a:cubicBezTo>
                      <a:pt x="7268" y="1572"/>
                      <a:pt x="7252" y="1409"/>
                      <a:pt x="7225" y="1246"/>
                    </a:cubicBezTo>
                    <a:cubicBezTo>
                      <a:pt x="7181" y="1039"/>
                      <a:pt x="7176" y="827"/>
                      <a:pt x="7138" y="621"/>
                    </a:cubicBezTo>
                    <a:cubicBezTo>
                      <a:pt x="7121" y="544"/>
                      <a:pt x="7078" y="430"/>
                      <a:pt x="7105" y="349"/>
                    </a:cubicBezTo>
                    <a:lnTo>
                      <a:pt x="7105" y="349"/>
                    </a:lnTo>
                    <a:lnTo>
                      <a:pt x="7105" y="354"/>
                    </a:lnTo>
                    <a:cubicBezTo>
                      <a:pt x="7132" y="273"/>
                      <a:pt x="7219" y="262"/>
                      <a:pt x="7295" y="256"/>
                    </a:cubicBezTo>
                    <a:cubicBezTo>
                      <a:pt x="7332" y="253"/>
                      <a:pt x="7372" y="250"/>
                      <a:pt x="7412" y="250"/>
                    </a:cubicBezTo>
                    <a:close/>
                    <a:moveTo>
                      <a:pt x="7073" y="2762"/>
                    </a:moveTo>
                    <a:cubicBezTo>
                      <a:pt x="7094" y="2773"/>
                      <a:pt x="7121" y="2784"/>
                      <a:pt x="7149" y="2795"/>
                    </a:cubicBezTo>
                    <a:cubicBezTo>
                      <a:pt x="7241" y="2844"/>
                      <a:pt x="7344" y="2882"/>
                      <a:pt x="7448" y="2909"/>
                    </a:cubicBezTo>
                    <a:cubicBezTo>
                      <a:pt x="7551" y="2931"/>
                      <a:pt x="7649" y="2958"/>
                      <a:pt x="7747" y="2991"/>
                    </a:cubicBezTo>
                    <a:cubicBezTo>
                      <a:pt x="7756" y="2995"/>
                      <a:pt x="7766" y="2998"/>
                      <a:pt x="7776" y="2998"/>
                    </a:cubicBezTo>
                    <a:cubicBezTo>
                      <a:pt x="7790" y="2998"/>
                      <a:pt x="7804" y="2992"/>
                      <a:pt x="7817" y="2980"/>
                    </a:cubicBezTo>
                    <a:cubicBezTo>
                      <a:pt x="7844" y="3050"/>
                      <a:pt x="7872" y="3121"/>
                      <a:pt x="7888" y="3197"/>
                    </a:cubicBezTo>
                    <a:cubicBezTo>
                      <a:pt x="7795" y="3203"/>
                      <a:pt x="7709" y="3241"/>
                      <a:pt x="7643" y="3300"/>
                    </a:cubicBezTo>
                    <a:cubicBezTo>
                      <a:pt x="7622" y="3295"/>
                      <a:pt x="7605" y="3289"/>
                      <a:pt x="7583" y="3284"/>
                    </a:cubicBezTo>
                    <a:cubicBezTo>
                      <a:pt x="7382" y="3235"/>
                      <a:pt x="7176" y="3241"/>
                      <a:pt x="6980" y="3170"/>
                    </a:cubicBezTo>
                    <a:cubicBezTo>
                      <a:pt x="6986" y="3143"/>
                      <a:pt x="6996" y="3116"/>
                      <a:pt x="7002" y="3088"/>
                    </a:cubicBezTo>
                    <a:cubicBezTo>
                      <a:pt x="7029" y="2980"/>
                      <a:pt x="7056" y="2871"/>
                      <a:pt x="7073" y="2762"/>
                    </a:cubicBezTo>
                    <a:close/>
                    <a:moveTo>
                      <a:pt x="7923" y="3346"/>
                    </a:moveTo>
                    <a:cubicBezTo>
                      <a:pt x="7961" y="3346"/>
                      <a:pt x="8000" y="3356"/>
                      <a:pt x="8035" y="3376"/>
                    </a:cubicBezTo>
                    <a:cubicBezTo>
                      <a:pt x="8203" y="3458"/>
                      <a:pt x="8187" y="3752"/>
                      <a:pt x="8046" y="3866"/>
                    </a:cubicBezTo>
                    <a:cubicBezTo>
                      <a:pt x="8019" y="3888"/>
                      <a:pt x="7991" y="3897"/>
                      <a:pt x="7964" y="3897"/>
                    </a:cubicBezTo>
                    <a:cubicBezTo>
                      <a:pt x="7898" y="3897"/>
                      <a:pt x="7834" y="3841"/>
                      <a:pt x="7795" y="3779"/>
                    </a:cubicBezTo>
                    <a:cubicBezTo>
                      <a:pt x="7774" y="3752"/>
                      <a:pt x="7709" y="3583"/>
                      <a:pt x="7725" y="3501"/>
                    </a:cubicBezTo>
                    <a:lnTo>
                      <a:pt x="7725" y="3501"/>
                    </a:lnTo>
                    <a:cubicBezTo>
                      <a:pt x="7732" y="3507"/>
                      <a:pt x="7740" y="3509"/>
                      <a:pt x="7748" y="3509"/>
                    </a:cubicBezTo>
                    <a:cubicBezTo>
                      <a:pt x="7767" y="3509"/>
                      <a:pt x="7786" y="3497"/>
                      <a:pt x="7790" y="3474"/>
                    </a:cubicBezTo>
                    <a:cubicBezTo>
                      <a:pt x="7790" y="3474"/>
                      <a:pt x="7790" y="3469"/>
                      <a:pt x="7790" y="3469"/>
                    </a:cubicBezTo>
                    <a:lnTo>
                      <a:pt x="7806" y="3474"/>
                    </a:lnTo>
                    <a:cubicBezTo>
                      <a:pt x="7808" y="3475"/>
                      <a:pt x="7810" y="3476"/>
                      <a:pt x="7812" y="3476"/>
                    </a:cubicBezTo>
                    <a:cubicBezTo>
                      <a:pt x="7821" y="3476"/>
                      <a:pt x="7827" y="3467"/>
                      <a:pt x="7823" y="3458"/>
                    </a:cubicBezTo>
                    <a:lnTo>
                      <a:pt x="7817" y="3458"/>
                    </a:lnTo>
                    <a:cubicBezTo>
                      <a:pt x="7812" y="3436"/>
                      <a:pt x="7795" y="3415"/>
                      <a:pt x="7779" y="3398"/>
                    </a:cubicBezTo>
                    <a:cubicBezTo>
                      <a:pt x="7820" y="3364"/>
                      <a:pt x="7871" y="3346"/>
                      <a:pt x="7923" y="3346"/>
                    </a:cubicBezTo>
                    <a:close/>
                    <a:moveTo>
                      <a:pt x="6942" y="3289"/>
                    </a:moveTo>
                    <a:cubicBezTo>
                      <a:pt x="7062" y="3355"/>
                      <a:pt x="7187" y="3398"/>
                      <a:pt x="7323" y="3425"/>
                    </a:cubicBezTo>
                    <a:cubicBezTo>
                      <a:pt x="7393" y="3436"/>
                      <a:pt x="7469" y="3442"/>
                      <a:pt x="7540" y="3453"/>
                    </a:cubicBezTo>
                    <a:cubicBezTo>
                      <a:pt x="7497" y="3610"/>
                      <a:pt x="7529" y="3779"/>
                      <a:pt x="7622" y="3915"/>
                    </a:cubicBezTo>
                    <a:cubicBezTo>
                      <a:pt x="7654" y="3958"/>
                      <a:pt x="7692" y="3996"/>
                      <a:pt x="7741" y="4023"/>
                    </a:cubicBezTo>
                    <a:cubicBezTo>
                      <a:pt x="7714" y="4078"/>
                      <a:pt x="7676" y="4121"/>
                      <a:pt x="7649" y="4176"/>
                    </a:cubicBezTo>
                    <a:cubicBezTo>
                      <a:pt x="7632" y="4214"/>
                      <a:pt x="7616" y="4257"/>
                      <a:pt x="7611" y="4301"/>
                    </a:cubicBezTo>
                    <a:cubicBezTo>
                      <a:pt x="7593" y="4297"/>
                      <a:pt x="7576" y="4295"/>
                      <a:pt x="7559" y="4295"/>
                    </a:cubicBezTo>
                    <a:cubicBezTo>
                      <a:pt x="7467" y="4295"/>
                      <a:pt x="7377" y="4342"/>
                      <a:pt x="7323" y="4420"/>
                    </a:cubicBezTo>
                    <a:cubicBezTo>
                      <a:pt x="7301" y="4420"/>
                      <a:pt x="7285" y="4426"/>
                      <a:pt x="7268" y="4431"/>
                    </a:cubicBezTo>
                    <a:cubicBezTo>
                      <a:pt x="7154" y="4371"/>
                      <a:pt x="7018" y="4339"/>
                      <a:pt x="6899" y="4279"/>
                    </a:cubicBezTo>
                    <a:cubicBezTo>
                      <a:pt x="6812" y="4235"/>
                      <a:pt x="6714" y="4192"/>
                      <a:pt x="6621" y="4154"/>
                    </a:cubicBezTo>
                    <a:cubicBezTo>
                      <a:pt x="6697" y="3980"/>
                      <a:pt x="6768" y="3806"/>
                      <a:pt x="6833" y="3632"/>
                    </a:cubicBezTo>
                    <a:cubicBezTo>
                      <a:pt x="6980" y="3665"/>
                      <a:pt x="7143" y="3686"/>
                      <a:pt x="7268" y="3757"/>
                    </a:cubicBezTo>
                    <a:cubicBezTo>
                      <a:pt x="7348" y="3802"/>
                      <a:pt x="7378" y="3912"/>
                      <a:pt x="7471" y="3912"/>
                    </a:cubicBezTo>
                    <a:cubicBezTo>
                      <a:pt x="7479" y="3912"/>
                      <a:pt x="7488" y="3911"/>
                      <a:pt x="7497" y="3909"/>
                    </a:cubicBezTo>
                    <a:cubicBezTo>
                      <a:pt x="7529" y="3898"/>
                      <a:pt x="7545" y="3860"/>
                      <a:pt x="7529" y="3828"/>
                    </a:cubicBezTo>
                    <a:cubicBezTo>
                      <a:pt x="7453" y="3697"/>
                      <a:pt x="7437" y="3616"/>
                      <a:pt x="7279" y="3567"/>
                    </a:cubicBezTo>
                    <a:cubicBezTo>
                      <a:pt x="7149" y="3523"/>
                      <a:pt x="7013" y="3501"/>
                      <a:pt x="6871" y="3501"/>
                    </a:cubicBezTo>
                    <a:cubicBezTo>
                      <a:pt x="6899" y="3436"/>
                      <a:pt x="6920" y="3360"/>
                      <a:pt x="6942" y="3289"/>
                    </a:cubicBezTo>
                    <a:close/>
                    <a:moveTo>
                      <a:pt x="6567" y="4268"/>
                    </a:moveTo>
                    <a:cubicBezTo>
                      <a:pt x="6703" y="4322"/>
                      <a:pt x="6839" y="4453"/>
                      <a:pt x="6969" y="4502"/>
                    </a:cubicBezTo>
                    <a:cubicBezTo>
                      <a:pt x="7018" y="4523"/>
                      <a:pt x="7094" y="4572"/>
                      <a:pt x="7170" y="4600"/>
                    </a:cubicBezTo>
                    <a:cubicBezTo>
                      <a:pt x="7160" y="4648"/>
                      <a:pt x="7154" y="4697"/>
                      <a:pt x="7154" y="4746"/>
                    </a:cubicBezTo>
                    <a:cubicBezTo>
                      <a:pt x="7056" y="4697"/>
                      <a:pt x="6953" y="4659"/>
                      <a:pt x="6850" y="4621"/>
                    </a:cubicBezTo>
                    <a:cubicBezTo>
                      <a:pt x="6779" y="4594"/>
                      <a:pt x="6703" y="4561"/>
                      <a:pt x="6632" y="4529"/>
                    </a:cubicBezTo>
                    <a:cubicBezTo>
                      <a:pt x="6567" y="4507"/>
                      <a:pt x="6507" y="4480"/>
                      <a:pt x="6453" y="4447"/>
                    </a:cubicBezTo>
                    <a:lnTo>
                      <a:pt x="6464" y="4431"/>
                    </a:lnTo>
                    <a:cubicBezTo>
                      <a:pt x="6507" y="4382"/>
                      <a:pt x="6540" y="4328"/>
                      <a:pt x="6567" y="4268"/>
                    </a:cubicBezTo>
                    <a:close/>
                    <a:moveTo>
                      <a:pt x="7550" y="4441"/>
                    </a:moveTo>
                    <a:cubicBezTo>
                      <a:pt x="7616" y="4441"/>
                      <a:pt x="7672" y="4491"/>
                      <a:pt x="7676" y="4583"/>
                    </a:cubicBezTo>
                    <a:cubicBezTo>
                      <a:pt x="7681" y="4719"/>
                      <a:pt x="7692" y="4937"/>
                      <a:pt x="7540" y="4975"/>
                    </a:cubicBezTo>
                    <a:cubicBezTo>
                      <a:pt x="7502" y="4975"/>
                      <a:pt x="7464" y="4969"/>
                      <a:pt x="7431" y="4958"/>
                    </a:cubicBezTo>
                    <a:cubicBezTo>
                      <a:pt x="7350" y="4926"/>
                      <a:pt x="7344" y="4773"/>
                      <a:pt x="7355" y="4703"/>
                    </a:cubicBezTo>
                    <a:cubicBezTo>
                      <a:pt x="7355" y="4621"/>
                      <a:pt x="7388" y="4545"/>
                      <a:pt x="7442" y="4485"/>
                    </a:cubicBezTo>
                    <a:cubicBezTo>
                      <a:pt x="7476" y="4455"/>
                      <a:pt x="7514" y="4441"/>
                      <a:pt x="7550" y="4441"/>
                    </a:cubicBezTo>
                    <a:close/>
                    <a:moveTo>
                      <a:pt x="6388" y="4561"/>
                    </a:moveTo>
                    <a:cubicBezTo>
                      <a:pt x="6475" y="4627"/>
                      <a:pt x="6567" y="4681"/>
                      <a:pt x="6665" y="4725"/>
                    </a:cubicBezTo>
                    <a:cubicBezTo>
                      <a:pt x="6787" y="4795"/>
                      <a:pt x="6951" y="4907"/>
                      <a:pt x="7106" y="4907"/>
                    </a:cubicBezTo>
                    <a:cubicBezTo>
                      <a:pt x="7129" y="4907"/>
                      <a:pt x="7153" y="4904"/>
                      <a:pt x="7176" y="4898"/>
                    </a:cubicBezTo>
                    <a:cubicBezTo>
                      <a:pt x="7176" y="4898"/>
                      <a:pt x="7176" y="4904"/>
                      <a:pt x="7176" y="4904"/>
                    </a:cubicBezTo>
                    <a:cubicBezTo>
                      <a:pt x="7187" y="4931"/>
                      <a:pt x="7203" y="4958"/>
                      <a:pt x="7219" y="4985"/>
                    </a:cubicBezTo>
                    <a:cubicBezTo>
                      <a:pt x="7187" y="5013"/>
                      <a:pt x="7160" y="5045"/>
                      <a:pt x="7143" y="5083"/>
                    </a:cubicBezTo>
                    <a:cubicBezTo>
                      <a:pt x="7121" y="5105"/>
                      <a:pt x="7111" y="5138"/>
                      <a:pt x="7100" y="5165"/>
                    </a:cubicBezTo>
                    <a:cubicBezTo>
                      <a:pt x="7056" y="5203"/>
                      <a:pt x="7018" y="5246"/>
                      <a:pt x="6996" y="5301"/>
                    </a:cubicBezTo>
                    <a:cubicBezTo>
                      <a:pt x="6996" y="5306"/>
                      <a:pt x="6991" y="5312"/>
                      <a:pt x="6991" y="5322"/>
                    </a:cubicBezTo>
                    <a:cubicBezTo>
                      <a:pt x="6913" y="5262"/>
                      <a:pt x="6826" y="5243"/>
                      <a:pt x="6725" y="5243"/>
                    </a:cubicBezTo>
                    <a:cubicBezTo>
                      <a:pt x="6698" y="5243"/>
                      <a:pt x="6671" y="5244"/>
                      <a:pt x="6643" y="5246"/>
                    </a:cubicBezTo>
                    <a:cubicBezTo>
                      <a:pt x="6627" y="5246"/>
                      <a:pt x="6616" y="5246"/>
                      <a:pt x="6600" y="5252"/>
                    </a:cubicBezTo>
                    <a:cubicBezTo>
                      <a:pt x="6551" y="5219"/>
                      <a:pt x="6502" y="5181"/>
                      <a:pt x="6458" y="5143"/>
                    </a:cubicBezTo>
                    <a:cubicBezTo>
                      <a:pt x="6377" y="5051"/>
                      <a:pt x="6279" y="4975"/>
                      <a:pt x="6192" y="4888"/>
                    </a:cubicBezTo>
                    <a:cubicBezTo>
                      <a:pt x="6257" y="4817"/>
                      <a:pt x="6312" y="4735"/>
                      <a:pt x="6350" y="4648"/>
                    </a:cubicBezTo>
                    <a:cubicBezTo>
                      <a:pt x="6366" y="4621"/>
                      <a:pt x="6377" y="4589"/>
                      <a:pt x="6388" y="4561"/>
                    </a:cubicBezTo>
                    <a:close/>
                    <a:moveTo>
                      <a:pt x="6100" y="5002"/>
                    </a:moveTo>
                    <a:cubicBezTo>
                      <a:pt x="6170" y="5089"/>
                      <a:pt x="6246" y="5170"/>
                      <a:pt x="6312" y="5252"/>
                    </a:cubicBezTo>
                    <a:cubicBezTo>
                      <a:pt x="6350" y="5301"/>
                      <a:pt x="6393" y="5344"/>
                      <a:pt x="6442" y="5382"/>
                    </a:cubicBezTo>
                    <a:cubicBezTo>
                      <a:pt x="6415" y="5431"/>
                      <a:pt x="6398" y="5486"/>
                      <a:pt x="6393" y="5540"/>
                    </a:cubicBezTo>
                    <a:cubicBezTo>
                      <a:pt x="6350" y="5513"/>
                      <a:pt x="6301" y="5496"/>
                      <a:pt x="6257" y="5475"/>
                    </a:cubicBezTo>
                    <a:cubicBezTo>
                      <a:pt x="6186" y="5442"/>
                      <a:pt x="6121" y="5404"/>
                      <a:pt x="6061" y="5350"/>
                    </a:cubicBezTo>
                    <a:cubicBezTo>
                      <a:pt x="6013" y="5306"/>
                      <a:pt x="5969" y="5252"/>
                      <a:pt x="5947" y="5192"/>
                    </a:cubicBezTo>
                    <a:cubicBezTo>
                      <a:pt x="5974" y="5154"/>
                      <a:pt x="6002" y="5121"/>
                      <a:pt x="6034" y="5083"/>
                    </a:cubicBezTo>
                    <a:cubicBezTo>
                      <a:pt x="6051" y="5056"/>
                      <a:pt x="6078" y="5029"/>
                      <a:pt x="6100" y="5002"/>
                    </a:cubicBezTo>
                    <a:close/>
                    <a:moveTo>
                      <a:pt x="6725" y="5399"/>
                    </a:moveTo>
                    <a:cubicBezTo>
                      <a:pt x="6828" y="5399"/>
                      <a:pt x="6882" y="5409"/>
                      <a:pt x="6948" y="5491"/>
                    </a:cubicBezTo>
                    <a:cubicBezTo>
                      <a:pt x="7029" y="5600"/>
                      <a:pt x="7045" y="5833"/>
                      <a:pt x="6942" y="5942"/>
                    </a:cubicBezTo>
                    <a:cubicBezTo>
                      <a:pt x="6903" y="5954"/>
                      <a:pt x="6863" y="5960"/>
                      <a:pt x="6823" y="5960"/>
                    </a:cubicBezTo>
                    <a:cubicBezTo>
                      <a:pt x="6774" y="5960"/>
                      <a:pt x="6726" y="5952"/>
                      <a:pt x="6681" y="5937"/>
                    </a:cubicBezTo>
                    <a:cubicBezTo>
                      <a:pt x="6632" y="5904"/>
                      <a:pt x="6594" y="5855"/>
                      <a:pt x="6572" y="5801"/>
                    </a:cubicBezTo>
                    <a:cubicBezTo>
                      <a:pt x="6567" y="5785"/>
                      <a:pt x="6567" y="5763"/>
                      <a:pt x="6567" y="5741"/>
                    </a:cubicBezTo>
                    <a:cubicBezTo>
                      <a:pt x="6567" y="5627"/>
                      <a:pt x="6616" y="5567"/>
                      <a:pt x="6703" y="5496"/>
                    </a:cubicBezTo>
                    <a:cubicBezTo>
                      <a:pt x="6725" y="5475"/>
                      <a:pt x="6725" y="5442"/>
                      <a:pt x="6703" y="5420"/>
                    </a:cubicBezTo>
                    <a:cubicBezTo>
                      <a:pt x="6703" y="5415"/>
                      <a:pt x="6703" y="5409"/>
                      <a:pt x="6703" y="5399"/>
                    </a:cubicBezTo>
                    <a:close/>
                    <a:moveTo>
                      <a:pt x="5860" y="5312"/>
                    </a:moveTo>
                    <a:cubicBezTo>
                      <a:pt x="5871" y="5322"/>
                      <a:pt x="5877" y="5333"/>
                      <a:pt x="5888" y="5350"/>
                    </a:cubicBezTo>
                    <a:cubicBezTo>
                      <a:pt x="5888" y="5361"/>
                      <a:pt x="5893" y="5377"/>
                      <a:pt x="5898" y="5388"/>
                    </a:cubicBezTo>
                    <a:cubicBezTo>
                      <a:pt x="5909" y="5404"/>
                      <a:pt x="5920" y="5420"/>
                      <a:pt x="5936" y="5437"/>
                    </a:cubicBezTo>
                    <a:cubicBezTo>
                      <a:pt x="5964" y="5475"/>
                      <a:pt x="5996" y="5507"/>
                      <a:pt x="6034" y="5540"/>
                    </a:cubicBezTo>
                    <a:cubicBezTo>
                      <a:pt x="6089" y="5589"/>
                      <a:pt x="6154" y="5632"/>
                      <a:pt x="6225" y="5665"/>
                    </a:cubicBezTo>
                    <a:cubicBezTo>
                      <a:pt x="6284" y="5698"/>
                      <a:pt x="6339" y="5736"/>
                      <a:pt x="6398" y="5768"/>
                    </a:cubicBezTo>
                    <a:cubicBezTo>
                      <a:pt x="6404" y="5823"/>
                      <a:pt x="6426" y="5877"/>
                      <a:pt x="6453" y="5931"/>
                    </a:cubicBezTo>
                    <a:cubicBezTo>
                      <a:pt x="6398" y="5969"/>
                      <a:pt x="6350" y="6018"/>
                      <a:pt x="6317" y="6078"/>
                    </a:cubicBezTo>
                    <a:cubicBezTo>
                      <a:pt x="6295" y="6111"/>
                      <a:pt x="6273" y="6143"/>
                      <a:pt x="6257" y="6176"/>
                    </a:cubicBezTo>
                    <a:cubicBezTo>
                      <a:pt x="6230" y="6214"/>
                      <a:pt x="6181" y="6306"/>
                      <a:pt x="6138" y="6317"/>
                    </a:cubicBezTo>
                    <a:cubicBezTo>
                      <a:pt x="6121" y="6306"/>
                      <a:pt x="6105" y="6295"/>
                      <a:pt x="6089" y="6290"/>
                    </a:cubicBezTo>
                    <a:cubicBezTo>
                      <a:pt x="6067" y="6279"/>
                      <a:pt x="6045" y="6268"/>
                      <a:pt x="6018" y="6263"/>
                    </a:cubicBezTo>
                    <a:cubicBezTo>
                      <a:pt x="6013" y="6247"/>
                      <a:pt x="6002" y="6236"/>
                      <a:pt x="5985" y="6236"/>
                    </a:cubicBezTo>
                    <a:cubicBezTo>
                      <a:pt x="5965" y="6232"/>
                      <a:pt x="5944" y="6230"/>
                      <a:pt x="5924" y="6230"/>
                    </a:cubicBezTo>
                    <a:cubicBezTo>
                      <a:pt x="5879" y="6230"/>
                      <a:pt x="5836" y="6239"/>
                      <a:pt x="5795" y="6257"/>
                    </a:cubicBezTo>
                    <a:cubicBezTo>
                      <a:pt x="5768" y="6181"/>
                      <a:pt x="5735" y="6111"/>
                      <a:pt x="5697" y="6035"/>
                    </a:cubicBezTo>
                    <a:cubicBezTo>
                      <a:pt x="5659" y="5964"/>
                      <a:pt x="5610" y="5888"/>
                      <a:pt x="5567" y="5812"/>
                    </a:cubicBezTo>
                    <a:cubicBezTo>
                      <a:pt x="5551" y="5774"/>
                      <a:pt x="5523" y="5736"/>
                      <a:pt x="5485" y="5708"/>
                    </a:cubicBezTo>
                    <a:cubicBezTo>
                      <a:pt x="5555" y="5649"/>
                      <a:pt x="5619" y="5585"/>
                      <a:pt x="5689" y="5521"/>
                    </a:cubicBezTo>
                    <a:lnTo>
                      <a:pt x="5689" y="5521"/>
                    </a:lnTo>
                    <a:cubicBezTo>
                      <a:pt x="5688" y="5522"/>
                      <a:pt x="5687" y="5523"/>
                      <a:pt x="5686" y="5524"/>
                    </a:cubicBezTo>
                    <a:lnTo>
                      <a:pt x="5692" y="5518"/>
                    </a:lnTo>
                    <a:lnTo>
                      <a:pt x="5692" y="5518"/>
                    </a:lnTo>
                    <a:cubicBezTo>
                      <a:pt x="5691" y="5519"/>
                      <a:pt x="5690" y="5520"/>
                      <a:pt x="5689" y="5521"/>
                    </a:cubicBezTo>
                    <a:lnTo>
                      <a:pt x="5689" y="5521"/>
                    </a:lnTo>
                    <a:cubicBezTo>
                      <a:pt x="5748" y="5456"/>
                      <a:pt x="5807" y="5387"/>
                      <a:pt x="5860" y="5312"/>
                    </a:cubicBezTo>
                    <a:close/>
                    <a:moveTo>
                      <a:pt x="5387" y="5795"/>
                    </a:moveTo>
                    <a:cubicBezTo>
                      <a:pt x="5387" y="5795"/>
                      <a:pt x="5393" y="5801"/>
                      <a:pt x="5398" y="5806"/>
                    </a:cubicBezTo>
                    <a:cubicBezTo>
                      <a:pt x="5447" y="5839"/>
                      <a:pt x="5496" y="6007"/>
                      <a:pt x="5518" y="6062"/>
                    </a:cubicBezTo>
                    <a:cubicBezTo>
                      <a:pt x="5545" y="6132"/>
                      <a:pt x="5572" y="6209"/>
                      <a:pt x="5605" y="6279"/>
                    </a:cubicBezTo>
                    <a:cubicBezTo>
                      <a:pt x="5616" y="6312"/>
                      <a:pt x="5632" y="6344"/>
                      <a:pt x="5648" y="6377"/>
                    </a:cubicBezTo>
                    <a:lnTo>
                      <a:pt x="5632" y="6399"/>
                    </a:lnTo>
                    <a:cubicBezTo>
                      <a:pt x="5545" y="6312"/>
                      <a:pt x="5469" y="6214"/>
                      <a:pt x="5404" y="6111"/>
                    </a:cubicBezTo>
                    <a:cubicBezTo>
                      <a:pt x="5360" y="6035"/>
                      <a:pt x="5317" y="5958"/>
                      <a:pt x="5284" y="5877"/>
                    </a:cubicBezTo>
                    <a:lnTo>
                      <a:pt x="5387" y="5795"/>
                    </a:lnTo>
                    <a:close/>
                    <a:moveTo>
                      <a:pt x="5165" y="5980"/>
                    </a:moveTo>
                    <a:cubicBezTo>
                      <a:pt x="5203" y="6094"/>
                      <a:pt x="5252" y="6198"/>
                      <a:pt x="5311" y="6301"/>
                    </a:cubicBezTo>
                    <a:cubicBezTo>
                      <a:pt x="5355" y="6382"/>
                      <a:pt x="5447" y="6529"/>
                      <a:pt x="5545" y="6567"/>
                    </a:cubicBezTo>
                    <a:cubicBezTo>
                      <a:pt x="5540" y="6589"/>
                      <a:pt x="5534" y="6611"/>
                      <a:pt x="5529" y="6638"/>
                    </a:cubicBezTo>
                    <a:cubicBezTo>
                      <a:pt x="5431" y="6677"/>
                      <a:pt x="5320" y="6735"/>
                      <a:pt x="5213" y="6735"/>
                    </a:cubicBezTo>
                    <a:cubicBezTo>
                      <a:pt x="5170" y="6735"/>
                      <a:pt x="5128" y="6726"/>
                      <a:pt x="5088" y="6703"/>
                    </a:cubicBezTo>
                    <a:cubicBezTo>
                      <a:pt x="5001" y="6649"/>
                      <a:pt x="4936" y="6546"/>
                      <a:pt x="4871" y="6459"/>
                    </a:cubicBezTo>
                    <a:cubicBezTo>
                      <a:pt x="4828" y="6404"/>
                      <a:pt x="4784" y="6350"/>
                      <a:pt x="4735" y="6295"/>
                    </a:cubicBezTo>
                    <a:cubicBezTo>
                      <a:pt x="4887" y="6203"/>
                      <a:pt x="5029" y="6100"/>
                      <a:pt x="5159" y="5986"/>
                    </a:cubicBezTo>
                    <a:lnTo>
                      <a:pt x="5165" y="5980"/>
                    </a:lnTo>
                    <a:close/>
                    <a:moveTo>
                      <a:pt x="5985" y="6413"/>
                    </a:moveTo>
                    <a:cubicBezTo>
                      <a:pt x="6042" y="6413"/>
                      <a:pt x="6099" y="6440"/>
                      <a:pt x="6138" y="6491"/>
                    </a:cubicBezTo>
                    <a:cubicBezTo>
                      <a:pt x="6192" y="6584"/>
                      <a:pt x="6203" y="6692"/>
                      <a:pt x="6170" y="6796"/>
                    </a:cubicBezTo>
                    <a:cubicBezTo>
                      <a:pt x="6159" y="6845"/>
                      <a:pt x="6127" y="6888"/>
                      <a:pt x="6083" y="6921"/>
                    </a:cubicBezTo>
                    <a:cubicBezTo>
                      <a:pt x="6018" y="6925"/>
                      <a:pt x="5956" y="6954"/>
                      <a:pt x="5892" y="6954"/>
                    </a:cubicBezTo>
                    <a:cubicBezTo>
                      <a:pt x="5876" y="6954"/>
                      <a:pt x="5860" y="6952"/>
                      <a:pt x="5844" y="6948"/>
                    </a:cubicBezTo>
                    <a:cubicBezTo>
                      <a:pt x="5708" y="6910"/>
                      <a:pt x="5676" y="6785"/>
                      <a:pt x="5714" y="6665"/>
                    </a:cubicBezTo>
                    <a:cubicBezTo>
                      <a:pt x="5730" y="6611"/>
                      <a:pt x="5757" y="6562"/>
                      <a:pt x="5795" y="6518"/>
                    </a:cubicBezTo>
                    <a:cubicBezTo>
                      <a:pt x="5811" y="6529"/>
                      <a:pt x="5828" y="6535"/>
                      <a:pt x="5844" y="6535"/>
                    </a:cubicBezTo>
                    <a:cubicBezTo>
                      <a:pt x="5848" y="6536"/>
                      <a:pt x="5852" y="6537"/>
                      <a:pt x="5856" y="6537"/>
                    </a:cubicBezTo>
                    <a:cubicBezTo>
                      <a:pt x="5877" y="6537"/>
                      <a:pt x="5892" y="6514"/>
                      <a:pt x="5888" y="6491"/>
                    </a:cubicBezTo>
                    <a:lnTo>
                      <a:pt x="5871" y="6453"/>
                    </a:lnTo>
                    <a:cubicBezTo>
                      <a:pt x="5905" y="6426"/>
                      <a:pt x="5945" y="6413"/>
                      <a:pt x="5985" y="6413"/>
                    </a:cubicBezTo>
                    <a:close/>
                    <a:moveTo>
                      <a:pt x="7405" y="1934"/>
                    </a:moveTo>
                    <a:cubicBezTo>
                      <a:pt x="7438" y="1934"/>
                      <a:pt x="7472" y="1941"/>
                      <a:pt x="7497" y="1941"/>
                    </a:cubicBezTo>
                    <a:cubicBezTo>
                      <a:pt x="7600" y="1941"/>
                      <a:pt x="7703" y="1947"/>
                      <a:pt x="7806" y="1947"/>
                    </a:cubicBezTo>
                    <a:lnTo>
                      <a:pt x="8013" y="1952"/>
                    </a:lnTo>
                    <a:cubicBezTo>
                      <a:pt x="8033" y="1960"/>
                      <a:pt x="8059" y="1965"/>
                      <a:pt x="8084" y="1965"/>
                    </a:cubicBezTo>
                    <a:cubicBezTo>
                      <a:pt x="8093" y="1965"/>
                      <a:pt x="8102" y="1965"/>
                      <a:pt x="8111" y="1963"/>
                    </a:cubicBezTo>
                    <a:cubicBezTo>
                      <a:pt x="8127" y="1963"/>
                      <a:pt x="8143" y="1958"/>
                      <a:pt x="8160" y="1952"/>
                    </a:cubicBezTo>
                    <a:lnTo>
                      <a:pt x="9008" y="1963"/>
                    </a:lnTo>
                    <a:cubicBezTo>
                      <a:pt x="9790" y="1974"/>
                      <a:pt x="10573" y="1985"/>
                      <a:pt x="11356" y="1985"/>
                    </a:cubicBezTo>
                    <a:cubicBezTo>
                      <a:pt x="11387" y="1985"/>
                      <a:pt x="11446" y="1977"/>
                      <a:pt x="11501" y="1977"/>
                    </a:cubicBezTo>
                    <a:cubicBezTo>
                      <a:pt x="11550" y="1977"/>
                      <a:pt x="11596" y="1983"/>
                      <a:pt x="11617" y="2007"/>
                    </a:cubicBezTo>
                    <a:cubicBezTo>
                      <a:pt x="11649" y="2045"/>
                      <a:pt x="11617" y="2213"/>
                      <a:pt x="11617" y="2257"/>
                    </a:cubicBezTo>
                    <a:cubicBezTo>
                      <a:pt x="11628" y="2349"/>
                      <a:pt x="11649" y="2442"/>
                      <a:pt x="11655" y="2534"/>
                    </a:cubicBezTo>
                    <a:cubicBezTo>
                      <a:pt x="11655" y="2702"/>
                      <a:pt x="11644" y="2866"/>
                      <a:pt x="11617" y="3029"/>
                    </a:cubicBezTo>
                    <a:cubicBezTo>
                      <a:pt x="11601" y="3213"/>
                      <a:pt x="11606" y="3393"/>
                      <a:pt x="11639" y="3578"/>
                    </a:cubicBezTo>
                    <a:cubicBezTo>
                      <a:pt x="11688" y="3931"/>
                      <a:pt x="11649" y="4295"/>
                      <a:pt x="11649" y="4654"/>
                    </a:cubicBezTo>
                    <a:cubicBezTo>
                      <a:pt x="11649" y="5045"/>
                      <a:pt x="11611" y="5437"/>
                      <a:pt x="11601" y="5828"/>
                    </a:cubicBezTo>
                    <a:cubicBezTo>
                      <a:pt x="11590" y="6257"/>
                      <a:pt x="11601" y="6687"/>
                      <a:pt x="11601" y="7116"/>
                    </a:cubicBezTo>
                    <a:lnTo>
                      <a:pt x="11601" y="7725"/>
                    </a:lnTo>
                    <a:cubicBezTo>
                      <a:pt x="11601" y="7823"/>
                      <a:pt x="11595" y="7921"/>
                      <a:pt x="11601" y="8019"/>
                    </a:cubicBezTo>
                    <a:cubicBezTo>
                      <a:pt x="11606" y="8051"/>
                      <a:pt x="11611" y="8084"/>
                      <a:pt x="11622" y="8116"/>
                    </a:cubicBezTo>
                    <a:cubicBezTo>
                      <a:pt x="11508" y="8116"/>
                      <a:pt x="11394" y="8127"/>
                      <a:pt x="11280" y="8138"/>
                    </a:cubicBezTo>
                    <a:cubicBezTo>
                      <a:pt x="11253" y="8127"/>
                      <a:pt x="11225" y="8116"/>
                      <a:pt x="11198" y="8116"/>
                    </a:cubicBezTo>
                    <a:cubicBezTo>
                      <a:pt x="11164" y="8114"/>
                      <a:pt x="11130" y="8113"/>
                      <a:pt x="11096" y="8113"/>
                    </a:cubicBezTo>
                    <a:cubicBezTo>
                      <a:pt x="10967" y="8113"/>
                      <a:pt x="10839" y="8129"/>
                      <a:pt x="10715" y="8155"/>
                    </a:cubicBezTo>
                    <a:cubicBezTo>
                      <a:pt x="10649" y="8164"/>
                      <a:pt x="10583" y="8167"/>
                      <a:pt x="10516" y="8167"/>
                    </a:cubicBezTo>
                    <a:cubicBezTo>
                      <a:pt x="10382" y="8167"/>
                      <a:pt x="10247" y="8155"/>
                      <a:pt x="10117" y="8155"/>
                    </a:cubicBezTo>
                    <a:cubicBezTo>
                      <a:pt x="9943" y="8155"/>
                      <a:pt x="9774" y="8165"/>
                      <a:pt x="9606" y="8187"/>
                    </a:cubicBezTo>
                    <a:cubicBezTo>
                      <a:pt x="9519" y="8194"/>
                      <a:pt x="9434" y="8196"/>
                      <a:pt x="9350" y="8196"/>
                    </a:cubicBezTo>
                    <a:cubicBezTo>
                      <a:pt x="9237" y="8196"/>
                      <a:pt x="9125" y="8193"/>
                      <a:pt x="9013" y="8193"/>
                    </a:cubicBezTo>
                    <a:cubicBezTo>
                      <a:pt x="8643" y="8193"/>
                      <a:pt x="8285" y="8182"/>
                      <a:pt x="7921" y="8149"/>
                    </a:cubicBezTo>
                    <a:cubicBezTo>
                      <a:pt x="7841" y="8141"/>
                      <a:pt x="7762" y="8138"/>
                      <a:pt x="7683" y="8138"/>
                    </a:cubicBezTo>
                    <a:cubicBezTo>
                      <a:pt x="7490" y="8138"/>
                      <a:pt x="7298" y="8155"/>
                      <a:pt x="7107" y="8155"/>
                    </a:cubicBezTo>
                    <a:cubicBezTo>
                      <a:pt x="7012" y="8155"/>
                      <a:pt x="6917" y="8151"/>
                      <a:pt x="6822" y="8138"/>
                    </a:cubicBezTo>
                    <a:cubicBezTo>
                      <a:pt x="6624" y="8111"/>
                      <a:pt x="6422" y="8104"/>
                      <a:pt x="6219" y="8104"/>
                    </a:cubicBezTo>
                    <a:cubicBezTo>
                      <a:pt x="6056" y="8104"/>
                      <a:pt x="5892" y="8109"/>
                      <a:pt x="5730" y="8111"/>
                    </a:cubicBezTo>
                    <a:cubicBezTo>
                      <a:pt x="5549" y="8111"/>
                      <a:pt x="5367" y="8109"/>
                      <a:pt x="5186" y="8109"/>
                    </a:cubicBezTo>
                    <a:cubicBezTo>
                      <a:pt x="5096" y="8109"/>
                      <a:pt x="5005" y="8109"/>
                      <a:pt x="4915" y="8111"/>
                    </a:cubicBezTo>
                    <a:cubicBezTo>
                      <a:pt x="4909" y="8089"/>
                      <a:pt x="4904" y="8073"/>
                      <a:pt x="4898" y="8051"/>
                    </a:cubicBezTo>
                    <a:cubicBezTo>
                      <a:pt x="4887" y="8030"/>
                      <a:pt x="4871" y="8008"/>
                      <a:pt x="4849" y="7991"/>
                    </a:cubicBezTo>
                    <a:cubicBezTo>
                      <a:pt x="4844" y="7959"/>
                      <a:pt x="4838" y="7932"/>
                      <a:pt x="4828" y="7899"/>
                    </a:cubicBezTo>
                    <a:cubicBezTo>
                      <a:pt x="4795" y="7807"/>
                      <a:pt x="4741" y="7720"/>
                      <a:pt x="4697" y="7627"/>
                    </a:cubicBezTo>
                    <a:cubicBezTo>
                      <a:pt x="4616" y="7432"/>
                      <a:pt x="4545" y="7230"/>
                      <a:pt x="4420" y="7051"/>
                    </a:cubicBezTo>
                    <a:cubicBezTo>
                      <a:pt x="4279" y="6845"/>
                      <a:pt x="4099" y="6665"/>
                      <a:pt x="3893" y="6529"/>
                    </a:cubicBezTo>
                    <a:cubicBezTo>
                      <a:pt x="3947" y="6518"/>
                      <a:pt x="4001" y="6507"/>
                      <a:pt x="4050" y="6491"/>
                    </a:cubicBezTo>
                    <a:cubicBezTo>
                      <a:pt x="4126" y="6475"/>
                      <a:pt x="4192" y="6431"/>
                      <a:pt x="4268" y="6421"/>
                    </a:cubicBezTo>
                    <a:cubicBezTo>
                      <a:pt x="4349" y="6410"/>
                      <a:pt x="4425" y="6399"/>
                      <a:pt x="4507" y="6382"/>
                    </a:cubicBezTo>
                    <a:cubicBezTo>
                      <a:pt x="4545" y="6372"/>
                      <a:pt x="4588" y="6355"/>
                      <a:pt x="4626" y="6339"/>
                    </a:cubicBezTo>
                    <a:cubicBezTo>
                      <a:pt x="4670" y="6442"/>
                      <a:pt x="4730" y="6540"/>
                      <a:pt x="4789" y="6627"/>
                    </a:cubicBezTo>
                    <a:cubicBezTo>
                      <a:pt x="4806" y="6654"/>
                      <a:pt x="4822" y="6676"/>
                      <a:pt x="4838" y="6703"/>
                    </a:cubicBezTo>
                    <a:cubicBezTo>
                      <a:pt x="4806" y="6660"/>
                      <a:pt x="4773" y="6616"/>
                      <a:pt x="4735" y="6573"/>
                    </a:cubicBezTo>
                    <a:cubicBezTo>
                      <a:pt x="4726" y="6562"/>
                      <a:pt x="4716" y="6558"/>
                      <a:pt x="4707" y="6558"/>
                    </a:cubicBezTo>
                    <a:cubicBezTo>
                      <a:pt x="4680" y="6558"/>
                      <a:pt x="4660" y="6598"/>
                      <a:pt x="4681" y="6627"/>
                    </a:cubicBezTo>
                    <a:cubicBezTo>
                      <a:pt x="4762" y="6725"/>
                      <a:pt x="4822" y="6828"/>
                      <a:pt x="4942" y="6883"/>
                    </a:cubicBezTo>
                    <a:cubicBezTo>
                      <a:pt x="4996" y="6904"/>
                      <a:pt x="5050" y="6921"/>
                      <a:pt x="5105" y="6931"/>
                    </a:cubicBezTo>
                    <a:cubicBezTo>
                      <a:pt x="5121" y="6931"/>
                      <a:pt x="5132" y="6926"/>
                      <a:pt x="5148" y="6926"/>
                    </a:cubicBezTo>
                    <a:cubicBezTo>
                      <a:pt x="5171" y="6929"/>
                      <a:pt x="5194" y="6931"/>
                      <a:pt x="5217" y="6931"/>
                    </a:cubicBezTo>
                    <a:cubicBezTo>
                      <a:pt x="5314" y="6931"/>
                      <a:pt x="5411" y="6903"/>
                      <a:pt x="5491" y="6850"/>
                    </a:cubicBezTo>
                    <a:lnTo>
                      <a:pt x="5491" y="6899"/>
                    </a:lnTo>
                    <a:cubicBezTo>
                      <a:pt x="5491" y="7046"/>
                      <a:pt x="5551" y="7187"/>
                      <a:pt x="5708" y="7203"/>
                    </a:cubicBezTo>
                    <a:cubicBezTo>
                      <a:pt x="5715" y="7204"/>
                      <a:pt x="5722" y="7204"/>
                      <a:pt x="5729" y="7204"/>
                    </a:cubicBezTo>
                    <a:cubicBezTo>
                      <a:pt x="5803" y="7204"/>
                      <a:pt x="5871" y="7178"/>
                      <a:pt x="5926" y="7138"/>
                    </a:cubicBezTo>
                    <a:cubicBezTo>
                      <a:pt x="5964" y="7116"/>
                      <a:pt x="6002" y="7095"/>
                      <a:pt x="6040" y="7078"/>
                    </a:cubicBezTo>
                    <a:cubicBezTo>
                      <a:pt x="6116" y="7057"/>
                      <a:pt x="6186" y="7008"/>
                      <a:pt x="6235" y="6942"/>
                    </a:cubicBezTo>
                    <a:cubicBezTo>
                      <a:pt x="6344" y="6779"/>
                      <a:pt x="6344" y="6567"/>
                      <a:pt x="6225" y="6404"/>
                    </a:cubicBezTo>
                    <a:cubicBezTo>
                      <a:pt x="6257" y="6393"/>
                      <a:pt x="6284" y="6382"/>
                      <a:pt x="6312" y="6366"/>
                    </a:cubicBezTo>
                    <a:cubicBezTo>
                      <a:pt x="6322" y="6361"/>
                      <a:pt x="6333" y="6361"/>
                      <a:pt x="6344" y="6355"/>
                    </a:cubicBezTo>
                    <a:cubicBezTo>
                      <a:pt x="6360" y="6344"/>
                      <a:pt x="6371" y="6328"/>
                      <a:pt x="6382" y="6312"/>
                    </a:cubicBezTo>
                    <a:lnTo>
                      <a:pt x="6404" y="6295"/>
                    </a:lnTo>
                    <a:cubicBezTo>
                      <a:pt x="6442" y="6263"/>
                      <a:pt x="6475" y="6230"/>
                      <a:pt x="6502" y="6187"/>
                    </a:cubicBezTo>
                    <a:cubicBezTo>
                      <a:pt x="6524" y="6154"/>
                      <a:pt x="6529" y="6111"/>
                      <a:pt x="6518" y="6073"/>
                    </a:cubicBezTo>
                    <a:cubicBezTo>
                      <a:pt x="6524" y="6062"/>
                      <a:pt x="6529" y="6045"/>
                      <a:pt x="6524" y="6035"/>
                    </a:cubicBezTo>
                    <a:lnTo>
                      <a:pt x="6534" y="6035"/>
                    </a:lnTo>
                    <a:cubicBezTo>
                      <a:pt x="6594" y="6105"/>
                      <a:pt x="6681" y="6143"/>
                      <a:pt x="6774" y="6154"/>
                    </a:cubicBezTo>
                    <a:cubicBezTo>
                      <a:pt x="6793" y="6157"/>
                      <a:pt x="6811" y="6158"/>
                      <a:pt x="6829" y="6158"/>
                    </a:cubicBezTo>
                    <a:cubicBezTo>
                      <a:pt x="7149" y="6158"/>
                      <a:pt x="7246" y="5754"/>
                      <a:pt x="7132" y="5491"/>
                    </a:cubicBezTo>
                    <a:cubicBezTo>
                      <a:pt x="7154" y="5464"/>
                      <a:pt x="7165" y="5437"/>
                      <a:pt x="7176" y="5404"/>
                    </a:cubicBezTo>
                    <a:cubicBezTo>
                      <a:pt x="7181" y="5377"/>
                      <a:pt x="7192" y="5350"/>
                      <a:pt x="7214" y="5328"/>
                    </a:cubicBezTo>
                    <a:cubicBezTo>
                      <a:pt x="7236" y="5301"/>
                      <a:pt x="7257" y="5274"/>
                      <a:pt x="7274" y="5246"/>
                    </a:cubicBezTo>
                    <a:lnTo>
                      <a:pt x="7279" y="5241"/>
                    </a:lnTo>
                    <a:lnTo>
                      <a:pt x="7279" y="5236"/>
                    </a:lnTo>
                    <a:cubicBezTo>
                      <a:pt x="7285" y="5230"/>
                      <a:pt x="7290" y="5219"/>
                      <a:pt x="7290" y="5214"/>
                    </a:cubicBezTo>
                    <a:cubicBezTo>
                      <a:pt x="7312" y="5187"/>
                      <a:pt x="7328" y="5154"/>
                      <a:pt x="7339" y="5127"/>
                    </a:cubicBezTo>
                    <a:cubicBezTo>
                      <a:pt x="7339" y="5121"/>
                      <a:pt x="7344" y="5110"/>
                      <a:pt x="7344" y="5105"/>
                    </a:cubicBezTo>
                    <a:cubicBezTo>
                      <a:pt x="7371" y="5121"/>
                      <a:pt x="7404" y="5127"/>
                      <a:pt x="7437" y="5132"/>
                    </a:cubicBezTo>
                    <a:cubicBezTo>
                      <a:pt x="7453" y="5134"/>
                      <a:pt x="7470" y="5136"/>
                      <a:pt x="7486" y="5136"/>
                    </a:cubicBezTo>
                    <a:cubicBezTo>
                      <a:pt x="7589" y="5136"/>
                      <a:pt x="7686" y="5092"/>
                      <a:pt x="7752" y="5013"/>
                    </a:cubicBezTo>
                    <a:cubicBezTo>
                      <a:pt x="7834" y="4915"/>
                      <a:pt x="7817" y="4784"/>
                      <a:pt x="7817" y="4670"/>
                    </a:cubicBezTo>
                    <a:cubicBezTo>
                      <a:pt x="7823" y="4594"/>
                      <a:pt x="7812" y="4518"/>
                      <a:pt x="7785" y="4442"/>
                    </a:cubicBezTo>
                    <a:cubicBezTo>
                      <a:pt x="7790" y="4436"/>
                      <a:pt x="7795" y="4431"/>
                      <a:pt x="7795" y="4420"/>
                    </a:cubicBezTo>
                    <a:cubicBezTo>
                      <a:pt x="7877" y="4322"/>
                      <a:pt x="8002" y="4219"/>
                      <a:pt x="7964" y="4083"/>
                    </a:cubicBezTo>
                    <a:cubicBezTo>
                      <a:pt x="8007" y="4083"/>
                      <a:pt x="8046" y="4078"/>
                      <a:pt x="8084" y="4072"/>
                    </a:cubicBezTo>
                    <a:cubicBezTo>
                      <a:pt x="8116" y="4061"/>
                      <a:pt x="8138" y="4029"/>
                      <a:pt x="8127" y="3996"/>
                    </a:cubicBezTo>
                    <a:cubicBezTo>
                      <a:pt x="8274" y="3871"/>
                      <a:pt x="8345" y="3675"/>
                      <a:pt x="8306" y="3485"/>
                    </a:cubicBezTo>
                    <a:cubicBezTo>
                      <a:pt x="8279" y="3355"/>
                      <a:pt x="8176" y="3251"/>
                      <a:pt x="8051" y="3213"/>
                    </a:cubicBezTo>
                    <a:cubicBezTo>
                      <a:pt x="8089" y="3012"/>
                      <a:pt x="7991" y="2751"/>
                      <a:pt x="7801" y="2659"/>
                    </a:cubicBezTo>
                    <a:cubicBezTo>
                      <a:pt x="7698" y="2620"/>
                      <a:pt x="7591" y="2598"/>
                      <a:pt x="7488" y="2598"/>
                    </a:cubicBezTo>
                    <a:cubicBezTo>
                      <a:pt x="7476" y="2598"/>
                      <a:pt x="7465" y="2599"/>
                      <a:pt x="7453" y="2599"/>
                    </a:cubicBezTo>
                    <a:cubicBezTo>
                      <a:pt x="7373" y="2599"/>
                      <a:pt x="7277" y="2569"/>
                      <a:pt x="7191" y="2569"/>
                    </a:cubicBezTo>
                    <a:cubicBezTo>
                      <a:pt x="7161" y="2569"/>
                      <a:pt x="7132" y="2573"/>
                      <a:pt x="7105" y="2583"/>
                    </a:cubicBezTo>
                    <a:lnTo>
                      <a:pt x="7121" y="2501"/>
                    </a:lnTo>
                    <a:cubicBezTo>
                      <a:pt x="7121" y="2480"/>
                      <a:pt x="7127" y="2452"/>
                      <a:pt x="7132" y="2431"/>
                    </a:cubicBezTo>
                    <a:lnTo>
                      <a:pt x="7143" y="2403"/>
                    </a:lnTo>
                    <a:cubicBezTo>
                      <a:pt x="7149" y="2403"/>
                      <a:pt x="7149" y="2398"/>
                      <a:pt x="7149" y="2393"/>
                    </a:cubicBezTo>
                    <a:cubicBezTo>
                      <a:pt x="7165" y="2393"/>
                      <a:pt x="7176" y="2382"/>
                      <a:pt x="7176" y="2365"/>
                    </a:cubicBezTo>
                    <a:cubicBezTo>
                      <a:pt x="7203" y="2289"/>
                      <a:pt x="7219" y="2208"/>
                      <a:pt x="7252" y="2132"/>
                    </a:cubicBezTo>
                    <a:cubicBezTo>
                      <a:pt x="7268" y="2083"/>
                      <a:pt x="7295" y="1985"/>
                      <a:pt x="7339" y="1952"/>
                    </a:cubicBezTo>
                    <a:cubicBezTo>
                      <a:pt x="7358" y="1938"/>
                      <a:pt x="7381" y="1934"/>
                      <a:pt x="7405" y="1934"/>
                    </a:cubicBezTo>
                    <a:close/>
                    <a:moveTo>
                      <a:pt x="3681" y="6556"/>
                    </a:moveTo>
                    <a:cubicBezTo>
                      <a:pt x="3784" y="6649"/>
                      <a:pt x="3876" y="6752"/>
                      <a:pt x="3958" y="6866"/>
                    </a:cubicBezTo>
                    <a:cubicBezTo>
                      <a:pt x="4083" y="7013"/>
                      <a:pt x="4192" y="7176"/>
                      <a:pt x="4284" y="7345"/>
                    </a:cubicBezTo>
                    <a:cubicBezTo>
                      <a:pt x="4371" y="7519"/>
                      <a:pt x="4425" y="7709"/>
                      <a:pt x="4507" y="7888"/>
                    </a:cubicBezTo>
                    <a:cubicBezTo>
                      <a:pt x="4534" y="7964"/>
                      <a:pt x="4556" y="8040"/>
                      <a:pt x="4572" y="8122"/>
                    </a:cubicBezTo>
                    <a:lnTo>
                      <a:pt x="4534" y="8122"/>
                    </a:lnTo>
                    <a:cubicBezTo>
                      <a:pt x="4197" y="8155"/>
                      <a:pt x="3855" y="8209"/>
                      <a:pt x="3512" y="8225"/>
                    </a:cubicBezTo>
                    <a:cubicBezTo>
                      <a:pt x="3126" y="8242"/>
                      <a:pt x="2751" y="8307"/>
                      <a:pt x="2365" y="8328"/>
                    </a:cubicBezTo>
                    <a:cubicBezTo>
                      <a:pt x="2193" y="8338"/>
                      <a:pt x="2016" y="8341"/>
                      <a:pt x="1838" y="8341"/>
                    </a:cubicBezTo>
                    <a:cubicBezTo>
                      <a:pt x="1622" y="8341"/>
                      <a:pt x="1405" y="8337"/>
                      <a:pt x="1191" y="8334"/>
                    </a:cubicBezTo>
                    <a:cubicBezTo>
                      <a:pt x="1022" y="8334"/>
                      <a:pt x="849" y="8312"/>
                      <a:pt x="680" y="8312"/>
                    </a:cubicBezTo>
                    <a:lnTo>
                      <a:pt x="626" y="8312"/>
                    </a:lnTo>
                    <a:cubicBezTo>
                      <a:pt x="572" y="8288"/>
                      <a:pt x="513" y="8275"/>
                      <a:pt x="456" y="8275"/>
                    </a:cubicBezTo>
                    <a:cubicBezTo>
                      <a:pt x="421" y="8275"/>
                      <a:pt x="387" y="8280"/>
                      <a:pt x="354" y="8290"/>
                    </a:cubicBezTo>
                    <a:cubicBezTo>
                      <a:pt x="348" y="8280"/>
                      <a:pt x="348" y="8269"/>
                      <a:pt x="348" y="8258"/>
                    </a:cubicBezTo>
                    <a:cubicBezTo>
                      <a:pt x="343" y="8225"/>
                      <a:pt x="343" y="8193"/>
                      <a:pt x="348" y="8160"/>
                    </a:cubicBezTo>
                    <a:lnTo>
                      <a:pt x="348" y="8165"/>
                    </a:lnTo>
                    <a:cubicBezTo>
                      <a:pt x="359" y="8095"/>
                      <a:pt x="376" y="8024"/>
                      <a:pt x="397" y="7959"/>
                    </a:cubicBezTo>
                    <a:cubicBezTo>
                      <a:pt x="457" y="7790"/>
                      <a:pt x="550" y="7600"/>
                      <a:pt x="707" y="7502"/>
                    </a:cubicBezTo>
                    <a:cubicBezTo>
                      <a:pt x="849" y="7421"/>
                      <a:pt x="990" y="7345"/>
                      <a:pt x="1142" y="7279"/>
                    </a:cubicBezTo>
                    <a:cubicBezTo>
                      <a:pt x="1289" y="7209"/>
                      <a:pt x="1425" y="7127"/>
                      <a:pt x="1561" y="7040"/>
                    </a:cubicBezTo>
                    <a:cubicBezTo>
                      <a:pt x="1702" y="6953"/>
                      <a:pt x="1876" y="6937"/>
                      <a:pt x="2039" y="6883"/>
                    </a:cubicBezTo>
                    <a:cubicBezTo>
                      <a:pt x="2126" y="6855"/>
                      <a:pt x="2213" y="6817"/>
                      <a:pt x="2300" y="6790"/>
                    </a:cubicBezTo>
                    <a:cubicBezTo>
                      <a:pt x="2403" y="6752"/>
                      <a:pt x="2517" y="6752"/>
                      <a:pt x="2626" y="6719"/>
                    </a:cubicBezTo>
                    <a:cubicBezTo>
                      <a:pt x="2680" y="6703"/>
                      <a:pt x="2735" y="6676"/>
                      <a:pt x="2795" y="6654"/>
                    </a:cubicBezTo>
                    <a:cubicBezTo>
                      <a:pt x="2835" y="6638"/>
                      <a:pt x="2875" y="6635"/>
                      <a:pt x="2916" y="6635"/>
                    </a:cubicBezTo>
                    <a:cubicBezTo>
                      <a:pt x="2936" y="6635"/>
                      <a:pt x="2957" y="6636"/>
                      <a:pt x="2978" y="6636"/>
                    </a:cubicBezTo>
                    <a:cubicBezTo>
                      <a:pt x="2999" y="6636"/>
                      <a:pt x="3022" y="6635"/>
                      <a:pt x="3045" y="6633"/>
                    </a:cubicBezTo>
                    <a:cubicBezTo>
                      <a:pt x="3121" y="6622"/>
                      <a:pt x="3186" y="6584"/>
                      <a:pt x="3267" y="6578"/>
                    </a:cubicBezTo>
                    <a:cubicBezTo>
                      <a:pt x="3302" y="6574"/>
                      <a:pt x="3336" y="6573"/>
                      <a:pt x="3370" y="6573"/>
                    </a:cubicBezTo>
                    <a:cubicBezTo>
                      <a:pt x="3407" y="6573"/>
                      <a:pt x="3445" y="6574"/>
                      <a:pt x="3482" y="6574"/>
                    </a:cubicBezTo>
                    <a:cubicBezTo>
                      <a:pt x="3503" y="6574"/>
                      <a:pt x="3524" y="6574"/>
                      <a:pt x="3545" y="6573"/>
                    </a:cubicBezTo>
                    <a:cubicBezTo>
                      <a:pt x="3588" y="6567"/>
                      <a:pt x="3637" y="6562"/>
                      <a:pt x="3681" y="6556"/>
                    </a:cubicBezTo>
                    <a:close/>
                    <a:moveTo>
                      <a:pt x="5135" y="8444"/>
                    </a:moveTo>
                    <a:cubicBezTo>
                      <a:pt x="5312" y="8444"/>
                      <a:pt x="5489" y="8447"/>
                      <a:pt x="5665" y="8454"/>
                    </a:cubicBezTo>
                    <a:cubicBezTo>
                      <a:pt x="5621" y="8682"/>
                      <a:pt x="5594" y="8910"/>
                      <a:pt x="5589" y="9144"/>
                    </a:cubicBezTo>
                    <a:lnTo>
                      <a:pt x="5589" y="9149"/>
                    </a:lnTo>
                    <a:cubicBezTo>
                      <a:pt x="5583" y="9285"/>
                      <a:pt x="5583" y="9421"/>
                      <a:pt x="5572" y="9557"/>
                    </a:cubicBezTo>
                    <a:cubicBezTo>
                      <a:pt x="5561" y="9644"/>
                      <a:pt x="5556" y="9736"/>
                      <a:pt x="5556" y="9829"/>
                    </a:cubicBezTo>
                    <a:lnTo>
                      <a:pt x="5322" y="9829"/>
                    </a:lnTo>
                    <a:cubicBezTo>
                      <a:pt x="5099" y="9829"/>
                      <a:pt x="4875" y="9827"/>
                      <a:pt x="4650" y="9827"/>
                    </a:cubicBezTo>
                    <a:cubicBezTo>
                      <a:pt x="4425" y="9827"/>
                      <a:pt x="4200" y="9829"/>
                      <a:pt x="3974" y="9834"/>
                    </a:cubicBezTo>
                    <a:cubicBezTo>
                      <a:pt x="3858" y="9840"/>
                      <a:pt x="3742" y="9844"/>
                      <a:pt x="3625" y="9844"/>
                    </a:cubicBezTo>
                    <a:cubicBezTo>
                      <a:pt x="3530" y="9844"/>
                      <a:pt x="3434" y="9842"/>
                      <a:pt x="3338" y="9834"/>
                    </a:cubicBezTo>
                    <a:cubicBezTo>
                      <a:pt x="3126" y="9823"/>
                      <a:pt x="2930" y="9769"/>
                      <a:pt x="2718" y="9758"/>
                    </a:cubicBezTo>
                    <a:cubicBezTo>
                      <a:pt x="2523" y="9758"/>
                      <a:pt x="2327" y="9764"/>
                      <a:pt x="2131" y="9785"/>
                    </a:cubicBezTo>
                    <a:cubicBezTo>
                      <a:pt x="2101" y="9786"/>
                      <a:pt x="2071" y="9786"/>
                      <a:pt x="2041" y="9786"/>
                    </a:cubicBezTo>
                    <a:cubicBezTo>
                      <a:pt x="1839" y="9786"/>
                      <a:pt x="1639" y="9771"/>
                      <a:pt x="1436" y="9747"/>
                    </a:cubicBezTo>
                    <a:cubicBezTo>
                      <a:pt x="1342" y="9739"/>
                      <a:pt x="1248" y="9738"/>
                      <a:pt x="1154" y="9738"/>
                    </a:cubicBezTo>
                    <a:cubicBezTo>
                      <a:pt x="1130" y="9738"/>
                      <a:pt x="1106" y="9738"/>
                      <a:pt x="1083" y="9738"/>
                    </a:cubicBezTo>
                    <a:cubicBezTo>
                      <a:pt x="965" y="9738"/>
                      <a:pt x="849" y="9736"/>
                      <a:pt x="734" y="9720"/>
                    </a:cubicBezTo>
                    <a:cubicBezTo>
                      <a:pt x="727" y="9719"/>
                      <a:pt x="715" y="9719"/>
                      <a:pt x="702" y="9719"/>
                    </a:cubicBezTo>
                    <a:cubicBezTo>
                      <a:pt x="667" y="9719"/>
                      <a:pt x="618" y="9721"/>
                      <a:pt x="574" y="9721"/>
                    </a:cubicBezTo>
                    <a:cubicBezTo>
                      <a:pt x="527" y="9721"/>
                      <a:pt x="485" y="9719"/>
                      <a:pt x="473" y="9709"/>
                    </a:cubicBezTo>
                    <a:cubicBezTo>
                      <a:pt x="430" y="9687"/>
                      <a:pt x="425" y="9552"/>
                      <a:pt x="425" y="9503"/>
                    </a:cubicBezTo>
                    <a:cubicBezTo>
                      <a:pt x="403" y="9296"/>
                      <a:pt x="386" y="9084"/>
                      <a:pt x="359" y="8877"/>
                    </a:cubicBezTo>
                    <a:cubicBezTo>
                      <a:pt x="354" y="8834"/>
                      <a:pt x="343" y="8796"/>
                      <a:pt x="332" y="8752"/>
                    </a:cubicBezTo>
                    <a:cubicBezTo>
                      <a:pt x="381" y="8747"/>
                      <a:pt x="430" y="8736"/>
                      <a:pt x="473" y="8709"/>
                    </a:cubicBezTo>
                    <a:cubicBezTo>
                      <a:pt x="517" y="8676"/>
                      <a:pt x="566" y="8649"/>
                      <a:pt x="615" y="8622"/>
                    </a:cubicBezTo>
                    <a:cubicBezTo>
                      <a:pt x="650" y="8608"/>
                      <a:pt x="691" y="8604"/>
                      <a:pt x="733" y="8604"/>
                    </a:cubicBezTo>
                    <a:cubicBezTo>
                      <a:pt x="789" y="8604"/>
                      <a:pt x="848" y="8611"/>
                      <a:pt x="897" y="8611"/>
                    </a:cubicBezTo>
                    <a:cubicBezTo>
                      <a:pt x="939" y="8612"/>
                      <a:pt x="980" y="8613"/>
                      <a:pt x="1021" y="8613"/>
                    </a:cubicBezTo>
                    <a:cubicBezTo>
                      <a:pt x="1185" y="8613"/>
                      <a:pt x="1346" y="8606"/>
                      <a:pt x="1512" y="8606"/>
                    </a:cubicBezTo>
                    <a:cubicBezTo>
                      <a:pt x="1682" y="8606"/>
                      <a:pt x="1853" y="8609"/>
                      <a:pt x="2024" y="8609"/>
                    </a:cubicBezTo>
                    <a:cubicBezTo>
                      <a:pt x="2252" y="8609"/>
                      <a:pt x="2481" y="8603"/>
                      <a:pt x="2708" y="8579"/>
                    </a:cubicBezTo>
                    <a:cubicBezTo>
                      <a:pt x="3088" y="8540"/>
                      <a:pt x="3469" y="8535"/>
                      <a:pt x="3849" y="8497"/>
                    </a:cubicBezTo>
                    <a:cubicBezTo>
                      <a:pt x="4276" y="8462"/>
                      <a:pt x="4706" y="8444"/>
                      <a:pt x="5135" y="8444"/>
                    </a:cubicBezTo>
                    <a:close/>
                    <a:moveTo>
                      <a:pt x="11285" y="8415"/>
                    </a:moveTo>
                    <a:cubicBezTo>
                      <a:pt x="11383" y="8421"/>
                      <a:pt x="11486" y="8426"/>
                      <a:pt x="11584" y="8426"/>
                    </a:cubicBezTo>
                    <a:cubicBezTo>
                      <a:pt x="11639" y="8426"/>
                      <a:pt x="11698" y="8421"/>
                      <a:pt x="11747" y="8421"/>
                    </a:cubicBezTo>
                    <a:cubicBezTo>
                      <a:pt x="11780" y="8437"/>
                      <a:pt x="11818" y="8437"/>
                      <a:pt x="11851" y="8437"/>
                    </a:cubicBezTo>
                    <a:cubicBezTo>
                      <a:pt x="11921" y="8459"/>
                      <a:pt x="11970" y="8513"/>
                      <a:pt x="11981" y="8627"/>
                    </a:cubicBezTo>
                    <a:cubicBezTo>
                      <a:pt x="12003" y="8823"/>
                      <a:pt x="11954" y="9019"/>
                      <a:pt x="11965" y="9220"/>
                    </a:cubicBezTo>
                    <a:lnTo>
                      <a:pt x="11970" y="9215"/>
                    </a:lnTo>
                    <a:cubicBezTo>
                      <a:pt x="11976" y="9323"/>
                      <a:pt x="11976" y="9432"/>
                      <a:pt x="11970" y="9541"/>
                    </a:cubicBezTo>
                    <a:cubicBezTo>
                      <a:pt x="11948" y="9628"/>
                      <a:pt x="11921" y="9709"/>
                      <a:pt x="11894" y="9791"/>
                    </a:cubicBezTo>
                    <a:cubicBezTo>
                      <a:pt x="11750" y="9772"/>
                      <a:pt x="11605" y="9765"/>
                      <a:pt x="11460" y="9765"/>
                    </a:cubicBezTo>
                    <a:cubicBezTo>
                      <a:pt x="11190" y="9765"/>
                      <a:pt x="10918" y="9789"/>
                      <a:pt x="10649" y="9807"/>
                    </a:cubicBezTo>
                    <a:cubicBezTo>
                      <a:pt x="10432" y="9823"/>
                      <a:pt x="10220" y="9867"/>
                      <a:pt x="10002" y="9867"/>
                    </a:cubicBezTo>
                    <a:lnTo>
                      <a:pt x="7285" y="9867"/>
                    </a:lnTo>
                    <a:cubicBezTo>
                      <a:pt x="7144" y="9867"/>
                      <a:pt x="6999" y="9875"/>
                      <a:pt x="6856" y="9875"/>
                    </a:cubicBezTo>
                    <a:cubicBezTo>
                      <a:pt x="6766" y="9875"/>
                      <a:pt x="6677" y="9872"/>
                      <a:pt x="6589" y="9861"/>
                    </a:cubicBezTo>
                    <a:cubicBezTo>
                      <a:pt x="6398" y="9834"/>
                      <a:pt x="6203" y="9818"/>
                      <a:pt x="6013" y="9818"/>
                    </a:cubicBezTo>
                    <a:lnTo>
                      <a:pt x="5866" y="9818"/>
                    </a:lnTo>
                    <a:cubicBezTo>
                      <a:pt x="5860" y="9774"/>
                      <a:pt x="5855" y="9731"/>
                      <a:pt x="5849" y="9693"/>
                    </a:cubicBezTo>
                    <a:cubicBezTo>
                      <a:pt x="5844" y="9535"/>
                      <a:pt x="5844" y="9383"/>
                      <a:pt x="5839" y="9225"/>
                    </a:cubicBezTo>
                    <a:lnTo>
                      <a:pt x="5839" y="9209"/>
                    </a:lnTo>
                    <a:cubicBezTo>
                      <a:pt x="5844" y="9209"/>
                      <a:pt x="5849" y="9215"/>
                      <a:pt x="5860" y="9215"/>
                    </a:cubicBezTo>
                    <a:cubicBezTo>
                      <a:pt x="5964" y="9225"/>
                      <a:pt x="6034" y="9301"/>
                      <a:pt x="6148" y="9307"/>
                    </a:cubicBezTo>
                    <a:cubicBezTo>
                      <a:pt x="6268" y="9312"/>
                      <a:pt x="6388" y="9334"/>
                      <a:pt x="6502" y="9356"/>
                    </a:cubicBezTo>
                    <a:cubicBezTo>
                      <a:pt x="6549" y="9362"/>
                      <a:pt x="6597" y="9365"/>
                      <a:pt x="6645" y="9365"/>
                    </a:cubicBezTo>
                    <a:cubicBezTo>
                      <a:pt x="6870" y="9365"/>
                      <a:pt x="7099" y="9307"/>
                      <a:pt x="7325" y="9307"/>
                    </a:cubicBezTo>
                    <a:cubicBezTo>
                      <a:pt x="7334" y="9307"/>
                      <a:pt x="7342" y="9307"/>
                      <a:pt x="7350" y="9307"/>
                    </a:cubicBezTo>
                    <a:cubicBezTo>
                      <a:pt x="7643" y="9307"/>
                      <a:pt x="7931" y="9323"/>
                      <a:pt x="8219" y="9323"/>
                    </a:cubicBezTo>
                    <a:cubicBezTo>
                      <a:pt x="8513" y="9323"/>
                      <a:pt x="8817" y="9274"/>
                      <a:pt x="9116" y="9269"/>
                    </a:cubicBezTo>
                    <a:lnTo>
                      <a:pt x="10089" y="9269"/>
                    </a:lnTo>
                    <a:cubicBezTo>
                      <a:pt x="10259" y="9269"/>
                      <a:pt x="10429" y="9277"/>
                      <a:pt x="10600" y="9277"/>
                    </a:cubicBezTo>
                    <a:cubicBezTo>
                      <a:pt x="10736" y="9277"/>
                      <a:pt x="10873" y="9272"/>
                      <a:pt x="11008" y="9253"/>
                    </a:cubicBezTo>
                    <a:cubicBezTo>
                      <a:pt x="11166" y="9242"/>
                      <a:pt x="11334" y="9231"/>
                      <a:pt x="11497" y="9231"/>
                    </a:cubicBezTo>
                    <a:cubicBezTo>
                      <a:pt x="11617" y="9225"/>
                      <a:pt x="11791" y="9209"/>
                      <a:pt x="11791" y="9051"/>
                    </a:cubicBezTo>
                    <a:cubicBezTo>
                      <a:pt x="11791" y="8988"/>
                      <a:pt x="11736" y="8945"/>
                      <a:pt x="11679" y="8945"/>
                    </a:cubicBezTo>
                    <a:cubicBezTo>
                      <a:pt x="11658" y="8945"/>
                      <a:pt x="11636" y="8951"/>
                      <a:pt x="11617" y="8964"/>
                    </a:cubicBezTo>
                    <a:cubicBezTo>
                      <a:pt x="11617" y="8964"/>
                      <a:pt x="11617" y="8970"/>
                      <a:pt x="11606" y="8975"/>
                    </a:cubicBezTo>
                    <a:cubicBezTo>
                      <a:pt x="11606" y="8975"/>
                      <a:pt x="11606" y="8975"/>
                      <a:pt x="11606" y="8975"/>
                    </a:cubicBezTo>
                    <a:lnTo>
                      <a:pt x="11606" y="8975"/>
                    </a:lnTo>
                    <a:cubicBezTo>
                      <a:pt x="11594" y="8979"/>
                      <a:pt x="11586" y="8983"/>
                      <a:pt x="11578" y="8983"/>
                    </a:cubicBezTo>
                    <a:cubicBezTo>
                      <a:pt x="11574" y="8983"/>
                      <a:pt x="11571" y="8982"/>
                      <a:pt x="11568" y="8981"/>
                    </a:cubicBezTo>
                    <a:cubicBezTo>
                      <a:pt x="11541" y="8981"/>
                      <a:pt x="11508" y="8986"/>
                      <a:pt x="11481" y="8986"/>
                    </a:cubicBezTo>
                    <a:lnTo>
                      <a:pt x="11242" y="8986"/>
                    </a:lnTo>
                    <a:cubicBezTo>
                      <a:pt x="11041" y="8986"/>
                      <a:pt x="10834" y="9030"/>
                      <a:pt x="10633" y="9030"/>
                    </a:cubicBezTo>
                    <a:cubicBezTo>
                      <a:pt x="10238" y="9030"/>
                      <a:pt x="9843" y="9018"/>
                      <a:pt x="9451" y="9018"/>
                    </a:cubicBezTo>
                    <a:cubicBezTo>
                      <a:pt x="9255" y="9018"/>
                      <a:pt x="9060" y="9021"/>
                      <a:pt x="8866" y="9030"/>
                    </a:cubicBezTo>
                    <a:cubicBezTo>
                      <a:pt x="8611" y="9046"/>
                      <a:pt x="8366" y="9084"/>
                      <a:pt x="8111" y="9084"/>
                    </a:cubicBezTo>
                    <a:cubicBezTo>
                      <a:pt x="7878" y="9084"/>
                      <a:pt x="7645" y="9072"/>
                      <a:pt x="7408" y="9072"/>
                    </a:cubicBezTo>
                    <a:cubicBezTo>
                      <a:pt x="7369" y="9072"/>
                      <a:pt x="7330" y="9072"/>
                      <a:pt x="7290" y="9073"/>
                    </a:cubicBezTo>
                    <a:cubicBezTo>
                      <a:pt x="7067" y="9078"/>
                      <a:pt x="6837" y="9144"/>
                      <a:pt x="6615" y="9144"/>
                    </a:cubicBezTo>
                    <a:cubicBezTo>
                      <a:pt x="6566" y="9144"/>
                      <a:pt x="6517" y="9141"/>
                      <a:pt x="6469" y="9133"/>
                    </a:cubicBezTo>
                    <a:cubicBezTo>
                      <a:pt x="6397" y="9113"/>
                      <a:pt x="6324" y="9102"/>
                      <a:pt x="6251" y="9102"/>
                    </a:cubicBezTo>
                    <a:cubicBezTo>
                      <a:pt x="6226" y="9102"/>
                      <a:pt x="6201" y="9103"/>
                      <a:pt x="6176" y="9106"/>
                    </a:cubicBezTo>
                    <a:cubicBezTo>
                      <a:pt x="6067" y="9106"/>
                      <a:pt x="5964" y="9106"/>
                      <a:pt x="5860" y="9095"/>
                    </a:cubicBezTo>
                    <a:cubicBezTo>
                      <a:pt x="5849" y="9095"/>
                      <a:pt x="5844" y="9095"/>
                      <a:pt x="5833" y="9100"/>
                    </a:cubicBezTo>
                    <a:cubicBezTo>
                      <a:pt x="5828" y="8981"/>
                      <a:pt x="5822" y="8861"/>
                      <a:pt x="5817" y="8742"/>
                    </a:cubicBezTo>
                    <a:cubicBezTo>
                      <a:pt x="5811" y="8644"/>
                      <a:pt x="5828" y="8546"/>
                      <a:pt x="5833" y="8448"/>
                    </a:cubicBezTo>
                    <a:lnTo>
                      <a:pt x="6138" y="8454"/>
                    </a:lnTo>
                    <a:cubicBezTo>
                      <a:pt x="6528" y="8458"/>
                      <a:pt x="6914" y="8504"/>
                      <a:pt x="7308" y="8504"/>
                    </a:cubicBezTo>
                    <a:cubicBezTo>
                      <a:pt x="7347" y="8504"/>
                      <a:pt x="7386" y="8503"/>
                      <a:pt x="7426" y="8502"/>
                    </a:cubicBezTo>
                    <a:cubicBezTo>
                      <a:pt x="7443" y="8502"/>
                      <a:pt x="7461" y="8502"/>
                      <a:pt x="7478" y="8502"/>
                    </a:cubicBezTo>
                    <a:cubicBezTo>
                      <a:pt x="7863" y="8502"/>
                      <a:pt x="8243" y="8557"/>
                      <a:pt x="8633" y="8557"/>
                    </a:cubicBezTo>
                    <a:lnTo>
                      <a:pt x="9328" y="8557"/>
                    </a:lnTo>
                    <a:cubicBezTo>
                      <a:pt x="9530" y="8557"/>
                      <a:pt x="9731" y="8524"/>
                      <a:pt x="9932" y="8513"/>
                    </a:cubicBezTo>
                    <a:cubicBezTo>
                      <a:pt x="9985" y="8509"/>
                      <a:pt x="10037" y="8508"/>
                      <a:pt x="10090" y="8508"/>
                    </a:cubicBezTo>
                    <a:cubicBezTo>
                      <a:pt x="10217" y="8508"/>
                      <a:pt x="10344" y="8516"/>
                      <a:pt x="10472" y="8516"/>
                    </a:cubicBezTo>
                    <a:cubicBezTo>
                      <a:pt x="10511" y="8516"/>
                      <a:pt x="10550" y="8515"/>
                      <a:pt x="10589" y="8513"/>
                    </a:cubicBezTo>
                    <a:cubicBezTo>
                      <a:pt x="10791" y="8502"/>
                      <a:pt x="10986" y="8448"/>
                      <a:pt x="11193" y="8443"/>
                    </a:cubicBezTo>
                    <a:cubicBezTo>
                      <a:pt x="11225" y="8443"/>
                      <a:pt x="11258" y="8432"/>
                      <a:pt x="11285" y="8415"/>
                    </a:cubicBezTo>
                    <a:close/>
                    <a:moveTo>
                      <a:pt x="7374" y="1"/>
                    </a:moveTo>
                    <a:cubicBezTo>
                      <a:pt x="7297" y="1"/>
                      <a:pt x="7219" y="8"/>
                      <a:pt x="7143" y="23"/>
                    </a:cubicBezTo>
                    <a:cubicBezTo>
                      <a:pt x="6687" y="115"/>
                      <a:pt x="6877" y="621"/>
                      <a:pt x="6915" y="941"/>
                    </a:cubicBezTo>
                    <a:cubicBezTo>
                      <a:pt x="6948" y="1224"/>
                      <a:pt x="7034" y="1485"/>
                      <a:pt x="7034" y="1773"/>
                    </a:cubicBezTo>
                    <a:cubicBezTo>
                      <a:pt x="7034" y="1909"/>
                      <a:pt x="7029" y="2045"/>
                      <a:pt x="7013" y="2181"/>
                    </a:cubicBezTo>
                    <a:cubicBezTo>
                      <a:pt x="6986" y="2273"/>
                      <a:pt x="6953" y="2360"/>
                      <a:pt x="6926" y="2447"/>
                    </a:cubicBezTo>
                    <a:cubicBezTo>
                      <a:pt x="6866" y="2637"/>
                      <a:pt x="6828" y="2833"/>
                      <a:pt x="6757" y="3018"/>
                    </a:cubicBezTo>
                    <a:cubicBezTo>
                      <a:pt x="6697" y="3192"/>
                      <a:pt x="6638" y="3360"/>
                      <a:pt x="6572" y="3529"/>
                    </a:cubicBezTo>
                    <a:cubicBezTo>
                      <a:pt x="6491" y="3708"/>
                      <a:pt x="6404" y="3882"/>
                      <a:pt x="6301" y="4051"/>
                    </a:cubicBezTo>
                    <a:cubicBezTo>
                      <a:pt x="6235" y="4176"/>
                      <a:pt x="6132" y="4273"/>
                      <a:pt x="6072" y="4404"/>
                    </a:cubicBezTo>
                    <a:cubicBezTo>
                      <a:pt x="5996" y="4578"/>
                      <a:pt x="5871" y="4686"/>
                      <a:pt x="5752" y="4833"/>
                    </a:cubicBezTo>
                    <a:cubicBezTo>
                      <a:pt x="5654" y="4958"/>
                      <a:pt x="5567" y="5094"/>
                      <a:pt x="5458" y="5214"/>
                    </a:cubicBezTo>
                    <a:cubicBezTo>
                      <a:pt x="5333" y="5339"/>
                      <a:pt x="5197" y="5458"/>
                      <a:pt x="5056" y="5567"/>
                    </a:cubicBezTo>
                    <a:cubicBezTo>
                      <a:pt x="4800" y="5779"/>
                      <a:pt x="4583" y="5991"/>
                      <a:pt x="4240" y="6029"/>
                    </a:cubicBezTo>
                    <a:cubicBezTo>
                      <a:pt x="4083" y="6040"/>
                      <a:pt x="3936" y="6127"/>
                      <a:pt x="3784" y="6165"/>
                    </a:cubicBezTo>
                    <a:cubicBezTo>
                      <a:pt x="3686" y="6192"/>
                      <a:pt x="3588" y="6219"/>
                      <a:pt x="3485" y="6230"/>
                    </a:cubicBezTo>
                    <a:cubicBezTo>
                      <a:pt x="3392" y="6236"/>
                      <a:pt x="3300" y="6230"/>
                      <a:pt x="3208" y="6247"/>
                    </a:cubicBezTo>
                    <a:cubicBezTo>
                      <a:pt x="3132" y="6252"/>
                      <a:pt x="3066" y="6285"/>
                      <a:pt x="2990" y="6301"/>
                    </a:cubicBezTo>
                    <a:cubicBezTo>
                      <a:pt x="2909" y="6301"/>
                      <a:pt x="2827" y="6306"/>
                      <a:pt x="2751" y="6317"/>
                    </a:cubicBezTo>
                    <a:cubicBezTo>
                      <a:pt x="2675" y="6339"/>
                      <a:pt x="2610" y="6388"/>
                      <a:pt x="2539" y="6410"/>
                    </a:cubicBezTo>
                    <a:cubicBezTo>
                      <a:pt x="2441" y="6437"/>
                      <a:pt x="2338" y="6437"/>
                      <a:pt x="2240" y="6469"/>
                    </a:cubicBezTo>
                    <a:cubicBezTo>
                      <a:pt x="2066" y="6524"/>
                      <a:pt x="1903" y="6594"/>
                      <a:pt x="1724" y="6643"/>
                    </a:cubicBezTo>
                    <a:cubicBezTo>
                      <a:pt x="1566" y="6687"/>
                      <a:pt x="1419" y="6758"/>
                      <a:pt x="1289" y="6855"/>
                    </a:cubicBezTo>
                    <a:cubicBezTo>
                      <a:pt x="1017" y="7057"/>
                      <a:pt x="642" y="7105"/>
                      <a:pt x="403" y="7355"/>
                    </a:cubicBezTo>
                    <a:cubicBezTo>
                      <a:pt x="185" y="7595"/>
                      <a:pt x="49" y="7894"/>
                      <a:pt x="11" y="8209"/>
                    </a:cubicBezTo>
                    <a:cubicBezTo>
                      <a:pt x="1" y="8328"/>
                      <a:pt x="22" y="8443"/>
                      <a:pt x="71" y="8551"/>
                    </a:cubicBezTo>
                    <a:cubicBezTo>
                      <a:pt x="55" y="8600"/>
                      <a:pt x="49" y="8655"/>
                      <a:pt x="55" y="8709"/>
                    </a:cubicBezTo>
                    <a:cubicBezTo>
                      <a:pt x="77" y="8932"/>
                      <a:pt x="131" y="9155"/>
                      <a:pt x="136" y="9378"/>
                    </a:cubicBezTo>
                    <a:cubicBezTo>
                      <a:pt x="142" y="9524"/>
                      <a:pt x="131" y="9687"/>
                      <a:pt x="196" y="9829"/>
                    </a:cubicBezTo>
                    <a:cubicBezTo>
                      <a:pt x="278" y="10003"/>
                      <a:pt x="425" y="9997"/>
                      <a:pt x="593" y="10008"/>
                    </a:cubicBezTo>
                    <a:cubicBezTo>
                      <a:pt x="696" y="10019"/>
                      <a:pt x="800" y="10046"/>
                      <a:pt x="897" y="10046"/>
                    </a:cubicBezTo>
                    <a:cubicBezTo>
                      <a:pt x="1039" y="10052"/>
                      <a:pt x="1180" y="10046"/>
                      <a:pt x="1316" y="10057"/>
                    </a:cubicBezTo>
                    <a:cubicBezTo>
                      <a:pt x="1523" y="10067"/>
                      <a:pt x="1720" y="10117"/>
                      <a:pt x="1927" y="10117"/>
                    </a:cubicBezTo>
                    <a:cubicBezTo>
                      <a:pt x="1937" y="10117"/>
                      <a:pt x="1947" y="10117"/>
                      <a:pt x="1957" y="10117"/>
                    </a:cubicBezTo>
                    <a:cubicBezTo>
                      <a:pt x="2173" y="10117"/>
                      <a:pt x="2384" y="10086"/>
                      <a:pt x="2598" y="10086"/>
                    </a:cubicBezTo>
                    <a:cubicBezTo>
                      <a:pt x="2638" y="10086"/>
                      <a:pt x="2678" y="10087"/>
                      <a:pt x="2718" y="10090"/>
                    </a:cubicBezTo>
                    <a:cubicBezTo>
                      <a:pt x="2947" y="10101"/>
                      <a:pt x="3164" y="10155"/>
                      <a:pt x="3392" y="10166"/>
                    </a:cubicBezTo>
                    <a:cubicBezTo>
                      <a:pt x="3470" y="10169"/>
                      <a:pt x="3548" y="10170"/>
                      <a:pt x="3626" y="10170"/>
                    </a:cubicBezTo>
                    <a:cubicBezTo>
                      <a:pt x="3800" y="10170"/>
                      <a:pt x="3976" y="10164"/>
                      <a:pt x="4148" y="10160"/>
                    </a:cubicBezTo>
                    <a:cubicBezTo>
                      <a:pt x="4313" y="10155"/>
                      <a:pt x="4478" y="10153"/>
                      <a:pt x="4644" y="10153"/>
                    </a:cubicBezTo>
                    <a:cubicBezTo>
                      <a:pt x="4976" y="10153"/>
                      <a:pt x="5310" y="10160"/>
                      <a:pt x="5643" y="10160"/>
                    </a:cubicBezTo>
                    <a:cubicBezTo>
                      <a:pt x="5791" y="10160"/>
                      <a:pt x="5947" y="10147"/>
                      <a:pt x="6101" y="10147"/>
                    </a:cubicBezTo>
                    <a:cubicBezTo>
                      <a:pt x="6191" y="10147"/>
                      <a:pt x="6280" y="10152"/>
                      <a:pt x="6366" y="10166"/>
                    </a:cubicBezTo>
                    <a:cubicBezTo>
                      <a:pt x="6589" y="10198"/>
                      <a:pt x="6817" y="10209"/>
                      <a:pt x="7045" y="10209"/>
                    </a:cubicBezTo>
                    <a:lnTo>
                      <a:pt x="9437" y="10209"/>
                    </a:lnTo>
                    <a:cubicBezTo>
                      <a:pt x="9594" y="10209"/>
                      <a:pt x="9755" y="10218"/>
                      <a:pt x="9914" y="10218"/>
                    </a:cubicBezTo>
                    <a:cubicBezTo>
                      <a:pt x="10041" y="10218"/>
                      <a:pt x="10167" y="10212"/>
                      <a:pt x="10291" y="10193"/>
                    </a:cubicBezTo>
                    <a:cubicBezTo>
                      <a:pt x="10568" y="10149"/>
                      <a:pt x="10845" y="10122"/>
                      <a:pt x="11122" y="10111"/>
                    </a:cubicBezTo>
                    <a:cubicBezTo>
                      <a:pt x="11405" y="10101"/>
                      <a:pt x="11688" y="10122"/>
                      <a:pt x="11965" y="10073"/>
                    </a:cubicBezTo>
                    <a:cubicBezTo>
                      <a:pt x="11985" y="10083"/>
                      <a:pt x="12006" y="10087"/>
                      <a:pt x="12027" y="10087"/>
                    </a:cubicBezTo>
                    <a:cubicBezTo>
                      <a:pt x="12079" y="10087"/>
                      <a:pt x="12128" y="10060"/>
                      <a:pt x="12155" y="10014"/>
                    </a:cubicBezTo>
                    <a:cubicBezTo>
                      <a:pt x="12318" y="9753"/>
                      <a:pt x="12291" y="9454"/>
                      <a:pt x="12285" y="9166"/>
                    </a:cubicBezTo>
                    <a:cubicBezTo>
                      <a:pt x="12280" y="8916"/>
                      <a:pt x="12345" y="8649"/>
                      <a:pt x="12253" y="8410"/>
                    </a:cubicBezTo>
                    <a:lnTo>
                      <a:pt x="12253" y="8410"/>
                    </a:lnTo>
                    <a:lnTo>
                      <a:pt x="12258" y="8415"/>
                    </a:lnTo>
                    <a:cubicBezTo>
                      <a:pt x="12215" y="8296"/>
                      <a:pt x="12122" y="8203"/>
                      <a:pt x="12008" y="8160"/>
                    </a:cubicBezTo>
                    <a:cubicBezTo>
                      <a:pt x="11997" y="8116"/>
                      <a:pt x="11986" y="8078"/>
                      <a:pt x="11976" y="8035"/>
                    </a:cubicBezTo>
                    <a:cubicBezTo>
                      <a:pt x="11965" y="7953"/>
                      <a:pt x="11965" y="7866"/>
                      <a:pt x="11970" y="7779"/>
                    </a:cubicBezTo>
                    <a:lnTo>
                      <a:pt x="11970" y="7116"/>
                    </a:lnTo>
                    <a:cubicBezTo>
                      <a:pt x="11970" y="6687"/>
                      <a:pt x="11959" y="6257"/>
                      <a:pt x="11970" y="5828"/>
                    </a:cubicBezTo>
                    <a:cubicBezTo>
                      <a:pt x="11976" y="5399"/>
                      <a:pt x="12014" y="4964"/>
                      <a:pt x="12014" y="4529"/>
                    </a:cubicBezTo>
                    <a:cubicBezTo>
                      <a:pt x="12014" y="4328"/>
                      <a:pt x="12014" y="4132"/>
                      <a:pt x="12019" y="3931"/>
                    </a:cubicBezTo>
                    <a:cubicBezTo>
                      <a:pt x="12025" y="3713"/>
                      <a:pt x="11970" y="3512"/>
                      <a:pt x="11959" y="3300"/>
                    </a:cubicBezTo>
                    <a:cubicBezTo>
                      <a:pt x="11948" y="3094"/>
                      <a:pt x="11992" y="2904"/>
                      <a:pt x="12003" y="2702"/>
                    </a:cubicBezTo>
                    <a:cubicBezTo>
                      <a:pt x="12014" y="2518"/>
                      <a:pt x="11954" y="2333"/>
                      <a:pt x="11959" y="2148"/>
                    </a:cubicBezTo>
                    <a:cubicBezTo>
                      <a:pt x="11965" y="2001"/>
                      <a:pt x="11959" y="1865"/>
                      <a:pt x="11845" y="1757"/>
                    </a:cubicBezTo>
                    <a:cubicBezTo>
                      <a:pt x="11731" y="1653"/>
                      <a:pt x="11579" y="1648"/>
                      <a:pt x="11443" y="1642"/>
                    </a:cubicBezTo>
                    <a:cubicBezTo>
                      <a:pt x="11350" y="1642"/>
                      <a:pt x="11257" y="1642"/>
                      <a:pt x="11164" y="1642"/>
                    </a:cubicBezTo>
                    <a:cubicBezTo>
                      <a:pt x="10399" y="1642"/>
                      <a:pt x="9638" y="1660"/>
                      <a:pt x="8872" y="1670"/>
                    </a:cubicBezTo>
                    <a:lnTo>
                      <a:pt x="8247" y="1670"/>
                    </a:lnTo>
                    <a:cubicBezTo>
                      <a:pt x="8258" y="1626"/>
                      <a:pt x="8263" y="1583"/>
                      <a:pt x="8274" y="1539"/>
                    </a:cubicBezTo>
                    <a:cubicBezTo>
                      <a:pt x="8279" y="1414"/>
                      <a:pt x="8274" y="1289"/>
                      <a:pt x="8263" y="1164"/>
                    </a:cubicBezTo>
                    <a:cubicBezTo>
                      <a:pt x="8252" y="1006"/>
                      <a:pt x="8219" y="854"/>
                      <a:pt x="8198" y="697"/>
                    </a:cubicBezTo>
                    <a:cubicBezTo>
                      <a:pt x="8176" y="599"/>
                      <a:pt x="8149" y="506"/>
                      <a:pt x="8105" y="414"/>
                    </a:cubicBezTo>
                    <a:cubicBezTo>
                      <a:pt x="7971" y="119"/>
                      <a:pt x="7677" y="1"/>
                      <a:pt x="7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0"/>
              <p:cNvSpPr/>
              <p:nvPr/>
            </p:nvSpPr>
            <p:spPr>
              <a:xfrm>
                <a:off x="3565500" y="5100500"/>
                <a:ext cx="61850" cy="63750"/>
              </a:xfrm>
              <a:custGeom>
                <a:rect b="b" l="l" r="r" t="t"/>
                <a:pathLst>
                  <a:path extrusionOk="0" h="2550" w="2474">
                    <a:moveTo>
                      <a:pt x="1182" y="218"/>
                    </a:moveTo>
                    <a:cubicBezTo>
                      <a:pt x="1234" y="218"/>
                      <a:pt x="1266" y="247"/>
                      <a:pt x="1316" y="257"/>
                    </a:cubicBezTo>
                    <a:lnTo>
                      <a:pt x="1321" y="257"/>
                    </a:lnTo>
                    <a:cubicBezTo>
                      <a:pt x="1289" y="279"/>
                      <a:pt x="1289" y="322"/>
                      <a:pt x="1321" y="338"/>
                    </a:cubicBezTo>
                    <a:cubicBezTo>
                      <a:pt x="1398" y="379"/>
                      <a:pt x="1479" y="401"/>
                      <a:pt x="1563" y="401"/>
                    </a:cubicBezTo>
                    <a:cubicBezTo>
                      <a:pt x="1580" y="401"/>
                      <a:pt x="1597" y="400"/>
                      <a:pt x="1615" y="398"/>
                    </a:cubicBezTo>
                    <a:cubicBezTo>
                      <a:pt x="1635" y="396"/>
                      <a:pt x="1655" y="395"/>
                      <a:pt x="1677" y="395"/>
                    </a:cubicBezTo>
                    <a:cubicBezTo>
                      <a:pt x="1759" y="395"/>
                      <a:pt x="1845" y="415"/>
                      <a:pt x="1897" y="480"/>
                    </a:cubicBezTo>
                    <a:cubicBezTo>
                      <a:pt x="1984" y="588"/>
                      <a:pt x="2017" y="784"/>
                      <a:pt x="2055" y="915"/>
                    </a:cubicBezTo>
                    <a:cubicBezTo>
                      <a:pt x="2099" y="1061"/>
                      <a:pt x="2131" y="1208"/>
                      <a:pt x="2147" y="1360"/>
                    </a:cubicBezTo>
                    <a:cubicBezTo>
                      <a:pt x="2164" y="1474"/>
                      <a:pt x="2153" y="1589"/>
                      <a:pt x="2115" y="1697"/>
                    </a:cubicBezTo>
                    <a:lnTo>
                      <a:pt x="2115" y="1703"/>
                    </a:lnTo>
                    <a:cubicBezTo>
                      <a:pt x="2066" y="1822"/>
                      <a:pt x="1935" y="1893"/>
                      <a:pt x="1838" y="1964"/>
                    </a:cubicBezTo>
                    <a:cubicBezTo>
                      <a:pt x="1637" y="2100"/>
                      <a:pt x="1422" y="2279"/>
                      <a:pt x="1175" y="2279"/>
                    </a:cubicBezTo>
                    <a:cubicBezTo>
                      <a:pt x="1127" y="2279"/>
                      <a:pt x="1078" y="2272"/>
                      <a:pt x="1028" y="2257"/>
                    </a:cubicBezTo>
                    <a:cubicBezTo>
                      <a:pt x="756" y="2165"/>
                      <a:pt x="533" y="1964"/>
                      <a:pt x="419" y="1703"/>
                    </a:cubicBezTo>
                    <a:cubicBezTo>
                      <a:pt x="299" y="1431"/>
                      <a:pt x="343" y="1089"/>
                      <a:pt x="446" y="817"/>
                    </a:cubicBezTo>
                    <a:cubicBezTo>
                      <a:pt x="538" y="561"/>
                      <a:pt x="783" y="387"/>
                      <a:pt x="1017" y="273"/>
                    </a:cubicBezTo>
                    <a:cubicBezTo>
                      <a:pt x="1066" y="246"/>
                      <a:pt x="1115" y="224"/>
                      <a:pt x="1169" y="219"/>
                    </a:cubicBezTo>
                    <a:cubicBezTo>
                      <a:pt x="1174" y="218"/>
                      <a:pt x="1178" y="218"/>
                      <a:pt x="1182" y="218"/>
                    </a:cubicBezTo>
                    <a:close/>
                    <a:moveTo>
                      <a:pt x="1160" y="1"/>
                    </a:moveTo>
                    <a:cubicBezTo>
                      <a:pt x="1130" y="1"/>
                      <a:pt x="1098" y="6"/>
                      <a:pt x="1060" y="18"/>
                    </a:cubicBezTo>
                    <a:cubicBezTo>
                      <a:pt x="816" y="99"/>
                      <a:pt x="593" y="241"/>
                      <a:pt x="419" y="431"/>
                    </a:cubicBezTo>
                    <a:cubicBezTo>
                      <a:pt x="71" y="833"/>
                      <a:pt x="0" y="1523"/>
                      <a:pt x="294" y="1975"/>
                    </a:cubicBezTo>
                    <a:cubicBezTo>
                      <a:pt x="441" y="2208"/>
                      <a:pt x="658" y="2393"/>
                      <a:pt x="914" y="2496"/>
                    </a:cubicBezTo>
                    <a:cubicBezTo>
                      <a:pt x="1008" y="2533"/>
                      <a:pt x="1103" y="2549"/>
                      <a:pt x="1195" y="2549"/>
                    </a:cubicBezTo>
                    <a:cubicBezTo>
                      <a:pt x="1379" y="2549"/>
                      <a:pt x="1557" y="2485"/>
                      <a:pt x="1723" y="2388"/>
                    </a:cubicBezTo>
                    <a:cubicBezTo>
                      <a:pt x="1941" y="2263"/>
                      <a:pt x="2234" y="2089"/>
                      <a:pt x="2354" y="1866"/>
                    </a:cubicBezTo>
                    <a:cubicBezTo>
                      <a:pt x="2474" y="1643"/>
                      <a:pt x="2441" y="1371"/>
                      <a:pt x="2387" y="1137"/>
                    </a:cubicBezTo>
                    <a:cubicBezTo>
                      <a:pt x="2349" y="953"/>
                      <a:pt x="2294" y="768"/>
                      <a:pt x="2229" y="588"/>
                    </a:cubicBezTo>
                    <a:cubicBezTo>
                      <a:pt x="2191" y="480"/>
                      <a:pt x="2153" y="344"/>
                      <a:pt x="2060" y="268"/>
                    </a:cubicBezTo>
                    <a:cubicBezTo>
                      <a:pt x="1957" y="181"/>
                      <a:pt x="1827" y="132"/>
                      <a:pt x="1685" y="132"/>
                    </a:cubicBezTo>
                    <a:cubicBezTo>
                      <a:pt x="1658" y="132"/>
                      <a:pt x="1631" y="143"/>
                      <a:pt x="1609" y="154"/>
                    </a:cubicBezTo>
                    <a:cubicBezTo>
                      <a:pt x="1582" y="126"/>
                      <a:pt x="1550" y="105"/>
                      <a:pt x="1517" y="83"/>
                    </a:cubicBezTo>
                    <a:cubicBezTo>
                      <a:pt x="1463" y="72"/>
                      <a:pt x="1414" y="56"/>
                      <a:pt x="1359" y="50"/>
                    </a:cubicBezTo>
                    <a:cubicBezTo>
                      <a:pt x="1281" y="24"/>
                      <a:pt x="1226" y="1"/>
                      <a:pt x="1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0"/>
              <p:cNvSpPr/>
              <p:nvPr/>
            </p:nvSpPr>
            <p:spPr>
              <a:xfrm>
                <a:off x="3405250" y="5222500"/>
                <a:ext cx="8075" cy="16275"/>
              </a:xfrm>
              <a:custGeom>
                <a:rect b="b" l="l" r="r" t="t"/>
                <a:pathLst>
                  <a:path extrusionOk="0" h="651" w="323">
                    <a:moveTo>
                      <a:pt x="110" y="0"/>
                    </a:moveTo>
                    <a:cubicBezTo>
                      <a:pt x="52" y="0"/>
                      <a:pt x="1" y="71"/>
                      <a:pt x="56" y="122"/>
                    </a:cubicBezTo>
                    <a:cubicBezTo>
                      <a:pt x="88" y="155"/>
                      <a:pt x="67" y="226"/>
                      <a:pt x="61" y="269"/>
                    </a:cubicBezTo>
                    <a:cubicBezTo>
                      <a:pt x="45" y="334"/>
                      <a:pt x="40" y="400"/>
                      <a:pt x="34" y="465"/>
                    </a:cubicBezTo>
                    <a:cubicBezTo>
                      <a:pt x="34" y="549"/>
                      <a:pt x="84" y="651"/>
                      <a:pt x="168" y="651"/>
                    </a:cubicBezTo>
                    <a:cubicBezTo>
                      <a:pt x="187" y="651"/>
                      <a:pt x="208" y="645"/>
                      <a:pt x="230" y="633"/>
                    </a:cubicBezTo>
                    <a:cubicBezTo>
                      <a:pt x="252" y="622"/>
                      <a:pt x="262" y="590"/>
                      <a:pt x="246" y="568"/>
                    </a:cubicBezTo>
                    <a:cubicBezTo>
                      <a:pt x="154" y="410"/>
                      <a:pt x="322" y="155"/>
                      <a:pt x="159" y="19"/>
                    </a:cubicBezTo>
                    <a:cubicBezTo>
                      <a:pt x="144" y="6"/>
                      <a:pt x="127" y="0"/>
                      <a:pt x="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0"/>
              <p:cNvSpPr/>
              <p:nvPr/>
            </p:nvSpPr>
            <p:spPr>
              <a:xfrm>
                <a:off x="3394800" y="5176100"/>
                <a:ext cx="40400" cy="17850"/>
              </a:xfrm>
              <a:custGeom>
                <a:rect b="b" l="l" r="r" t="t"/>
                <a:pathLst>
                  <a:path extrusionOk="0" h="714" w="1616">
                    <a:moveTo>
                      <a:pt x="1502" y="0"/>
                    </a:moveTo>
                    <a:cubicBezTo>
                      <a:pt x="1488" y="0"/>
                      <a:pt x="1474" y="9"/>
                      <a:pt x="1469" y="27"/>
                    </a:cubicBezTo>
                    <a:cubicBezTo>
                      <a:pt x="1431" y="255"/>
                      <a:pt x="1181" y="358"/>
                      <a:pt x="996" y="462"/>
                    </a:cubicBezTo>
                    <a:cubicBezTo>
                      <a:pt x="882" y="527"/>
                      <a:pt x="762" y="570"/>
                      <a:pt x="637" y="598"/>
                    </a:cubicBezTo>
                    <a:cubicBezTo>
                      <a:pt x="608" y="603"/>
                      <a:pt x="568" y="607"/>
                      <a:pt x="525" y="607"/>
                    </a:cubicBezTo>
                    <a:cubicBezTo>
                      <a:pt x="429" y="607"/>
                      <a:pt x="320" y="585"/>
                      <a:pt x="305" y="494"/>
                    </a:cubicBezTo>
                    <a:cubicBezTo>
                      <a:pt x="278" y="364"/>
                      <a:pt x="577" y="250"/>
                      <a:pt x="664" y="212"/>
                    </a:cubicBezTo>
                    <a:cubicBezTo>
                      <a:pt x="795" y="157"/>
                      <a:pt x="930" y="114"/>
                      <a:pt x="1056" y="54"/>
                    </a:cubicBezTo>
                    <a:cubicBezTo>
                      <a:pt x="1080" y="44"/>
                      <a:pt x="1069" y="4"/>
                      <a:pt x="1047" y="4"/>
                    </a:cubicBezTo>
                    <a:cubicBezTo>
                      <a:pt x="1044" y="4"/>
                      <a:pt x="1042" y="4"/>
                      <a:pt x="1039" y="5"/>
                    </a:cubicBezTo>
                    <a:cubicBezTo>
                      <a:pt x="876" y="76"/>
                      <a:pt x="1" y="293"/>
                      <a:pt x="256" y="598"/>
                    </a:cubicBezTo>
                    <a:cubicBezTo>
                      <a:pt x="327" y="683"/>
                      <a:pt x="427" y="714"/>
                      <a:pt x="535" y="714"/>
                    </a:cubicBezTo>
                    <a:cubicBezTo>
                      <a:pt x="710" y="714"/>
                      <a:pt x="906" y="632"/>
                      <a:pt x="1034" y="565"/>
                    </a:cubicBezTo>
                    <a:cubicBezTo>
                      <a:pt x="1240" y="456"/>
                      <a:pt x="1615" y="315"/>
                      <a:pt x="1534" y="21"/>
                    </a:cubicBezTo>
                    <a:lnTo>
                      <a:pt x="1534" y="21"/>
                    </a:lnTo>
                    <a:lnTo>
                      <a:pt x="1539" y="27"/>
                    </a:lnTo>
                    <a:cubicBezTo>
                      <a:pt x="1534" y="10"/>
                      <a:pt x="1518" y="0"/>
                      <a:pt x="1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0"/>
              <p:cNvSpPr/>
              <p:nvPr/>
            </p:nvSpPr>
            <p:spPr>
              <a:xfrm>
                <a:off x="3567800" y="5059175"/>
                <a:ext cx="15800" cy="11675"/>
              </a:xfrm>
              <a:custGeom>
                <a:rect b="b" l="l" r="r" t="t"/>
                <a:pathLst>
                  <a:path extrusionOk="0" h="467" w="632">
                    <a:moveTo>
                      <a:pt x="167" y="1"/>
                    </a:moveTo>
                    <a:cubicBezTo>
                      <a:pt x="157" y="1"/>
                      <a:pt x="146" y="4"/>
                      <a:pt x="137" y="13"/>
                    </a:cubicBezTo>
                    <a:cubicBezTo>
                      <a:pt x="1" y="138"/>
                      <a:pt x="137" y="350"/>
                      <a:pt x="262" y="426"/>
                    </a:cubicBezTo>
                    <a:cubicBezTo>
                      <a:pt x="312" y="453"/>
                      <a:pt x="367" y="466"/>
                      <a:pt x="422" y="466"/>
                    </a:cubicBezTo>
                    <a:cubicBezTo>
                      <a:pt x="468" y="466"/>
                      <a:pt x="513" y="457"/>
                      <a:pt x="555" y="437"/>
                    </a:cubicBezTo>
                    <a:cubicBezTo>
                      <a:pt x="631" y="393"/>
                      <a:pt x="615" y="323"/>
                      <a:pt x="582" y="257"/>
                    </a:cubicBezTo>
                    <a:cubicBezTo>
                      <a:pt x="577" y="247"/>
                      <a:pt x="567" y="241"/>
                      <a:pt x="558" y="241"/>
                    </a:cubicBezTo>
                    <a:cubicBezTo>
                      <a:pt x="548" y="241"/>
                      <a:pt x="539" y="247"/>
                      <a:pt x="533" y="257"/>
                    </a:cubicBezTo>
                    <a:cubicBezTo>
                      <a:pt x="523" y="285"/>
                      <a:pt x="512" y="312"/>
                      <a:pt x="485" y="323"/>
                    </a:cubicBezTo>
                    <a:cubicBezTo>
                      <a:pt x="457" y="336"/>
                      <a:pt x="427" y="343"/>
                      <a:pt x="397" y="343"/>
                    </a:cubicBezTo>
                    <a:cubicBezTo>
                      <a:pt x="366" y="343"/>
                      <a:pt x="335" y="336"/>
                      <a:pt x="305" y="323"/>
                    </a:cubicBezTo>
                    <a:cubicBezTo>
                      <a:pt x="234" y="279"/>
                      <a:pt x="115" y="154"/>
                      <a:pt x="196" y="73"/>
                    </a:cubicBezTo>
                    <a:cubicBezTo>
                      <a:pt x="230" y="43"/>
                      <a:pt x="202"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120"/>
            <p:cNvGrpSpPr/>
            <p:nvPr/>
          </p:nvGrpSpPr>
          <p:grpSpPr>
            <a:xfrm>
              <a:off x="1543471" y="4198085"/>
              <a:ext cx="274329" cy="274311"/>
              <a:chOff x="3658850" y="4998725"/>
              <a:chExt cx="217050" cy="220100"/>
            </a:xfrm>
          </p:grpSpPr>
          <p:sp>
            <p:nvSpPr>
              <p:cNvPr id="5898" name="Google Shape;5898;p120"/>
              <p:cNvSpPr/>
              <p:nvPr/>
            </p:nvSpPr>
            <p:spPr>
              <a:xfrm>
                <a:off x="3658850" y="4998725"/>
                <a:ext cx="217050" cy="220100"/>
              </a:xfrm>
              <a:custGeom>
                <a:rect b="b" l="l" r="r" t="t"/>
                <a:pathLst>
                  <a:path extrusionOk="0" h="8804" w="8682">
                    <a:moveTo>
                      <a:pt x="4148" y="301"/>
                    </a:moveTo>
                    <a:cubicBezTo>
                      <a:pt x="4154" y="301"/>
                      <a:pt x="4159" y="303"/>
                      <a:pt x="4165" y="305"/>
                    </a:cubicBezTo>
                    <a:lnTo>
                      <a:pt x="4029" y="392"/>
                    </a:lnTo>
                    <a:lnTo>
                      <a:pt x="4126" y="305"/>
                    </a:lnTo>
                    <a:lnTo>
                      <a:pt x="4132" y="305"/>
                    </a:lnTo>
                    <a:cubicBezTo>
                      <a:pt x="4137" y="303"/>
                      <a:pt x="4143" y="301"/>
                      <a:pt x="4148" y="301"/>
                    </a:cubicBezTo>
                    <a:close/>
                    <a:moveTo>
                      <a:pt x="2827" y="626"/>
                    </a:moveTo>
                    <a:lnTo>
                      <a:pt x="2827" y="626"/>
                    </a:lnTo>
                    <a:cubicBezTo>
                      <a:pt x="2795" y="659"/>
                      <a:pt x="2811" y="713"/>
                      <a:pt x="2860" y="718"/>
                    </a:cubicBezTo>
                    <a:cubicBezTo>
                      <a:pt x="2855" y="724"/>
                      <a:pt x="2844" y="735"/>
                      <a:pt x="2838" y="740"/>
                    </a:cubicBezTo>
                    <a:lnTo>
                      <a:pt x="2795" y="718"/>
                    </a:lnTo>
                    <a:cubicBezTo>
                      <a:pt x="2768" y="697"/>
                      <a:pt x="2740" y="680"/>
                      <a:pt x="2713" y="664"/>
                    </a:cubicBezTo>
                    <a:lnTo>
                      <a:pt x="2778" y="642"/>
                    </a:lnTo>
                    <a:lnTo>
                      <a:pt x="2827" y="626"/>
                    </a:lnTo>
                    <a:close/>
                    <a:moveTo>
                      <a:pt x="3909" y="664"/>
                    </a:moveTo>
                    <a:lnTo>
                      <a:pt x="3909" y="664"/>
                    </a:lnTo>
                    <a:cubicBezTo>
                      <a:pt x="3884" y="689"/>
                      <a:pt x="3858" y="709"/>
                      <a:pt x="3833" y="729"/>
                    </a:cubicBezTo>
                    <a:cubicBezTo>
                      <a:pt x="3795" y="757"/>
                      <a:pt x="3757" y="784"/>
                      <a:pt x="3719" y="805"/>
                    </a:cubicBezTo>
                    <a:cubicBezTo>
                      <a:pt x="3789" y="757"/>
                      <a:pt x="3849" y="702"/>
                      <a:pt x="3909" y="664"/>
                    </a:cubicBezTo>
                    <a:close/>
                    <a:moveTo>
                      <a:pt x="3561" y="501"/>
                    </a:moveTo>
                    <a:cubicBezTo>
                      <a:pt x="3534" y="523"/>
                      <a:pt x="3501" y="545"/>
                      <a:pt x="3474" y="566"/>
                    </a:cubicBezTo>
                    <a:lnTo>
                      <a:pt x="3469" y="566"/>
                    </a:lnTo>
                    <a:cubicBezTo>
                      <a:pt x="3387" y="615"/>
                      <a:pt x="3311" y="664"/>
                      <a:pt x="3240" y="724"/>
                    </a:cubicBezTo>
                    <a:cubicBezTo>
                      <a:pt x="3181" y="765"/>
                      <a:pt x="3217" y="855"/>
                      <a:pt x="3275" y="855"/>
                    </a:cubicBezTo>
                    <a:cubicBezTo>
                      <a:pt x="3286" y="855"/>
                      <a:pt x="3299" y="852"/>
                      <a:pt x="3311" y="844"/>
                    </a:cubicBezTo>
                    <a:lnTo>
                      <a:pt x="3322" y="833"/>
                    </a:lnTo>
                    <a:lnTo>
                      <a:pt x="3322" y="833"/>
                    </a:lnTo>
                    <a:cubicBezTo>
                      <a:pt x="3306" y="854"/>
                      <a:pt x="3300" y="882"/>
                      <a:pt x="3295" y="909"/>
                    </a:cubicBezTo>
                    <a:cubicBezTo>
                      <a:pt x="3268" y="903"/>
                      <a:pt x="3240" y="892"/>
                      <a:pt x="3208" y="882"/>
                    </a:cubicBezTo>
                    <a:cubicBezTo>
                      <a:pt x="3153" y="860"/>
                      <a:pt x="3094" y="838"/>
                      <a:pt x="3034" y="816"/>
                    </a:cubicBezTo>
                    <a:cubicBezTo>
                      <a:pt x="3126" y="767"/>
                      <a:pt x="3219" y="713"/>
                      <a:pt x="3306" y="653"/>
                    </a:cubicBezTo>
                    <a:lnTo>
                      <a:pt x="3311" y="659"/>
                    </a:lnTo>
                    <a:cubicBezTo>
                      <a:pt x="3398" y="604"/>
                      <a:pt x="3480" y="550"/>
                      <a:pt x="3561" y="501"/>
                    </a:cubicBezTo>
                    <a:close/>
                    <a:moveTo>
                      <a:pt x="3605" y="892"/>
                    </a:moveTo>
                    <a:cubicBezTo>
                      <a:pt x="3599" y="898"/>
                      <a:pt x="3594" y="909"/>
                      <a:pt x="3594" y="914"/>
                    </a:cubicBezTo>
                    <a:lnTo>
                      <a:pt x="3550" y="925"/>
                    </a:lnTo>
                    <a:cubicBezTo>
                      <a:pt x="3567" y="914"/>
                      <a:pt x="3583" y="903"/>
                      <a:pt x="3605" y="892"/>
                    </a:cubicBezTo>
                    <a:close/>
                    <a:moveTo>
                      <a:pt x="5523" y="517"/>
                    </a:moveTo>
                    <a:cubicBezTo>
                      <a:pt x="5567" y="528"/>
                      <a:pt x="5610" y="545"/>
                      <a:pt x="5649" y="561"/>
                    </a:cubicBezTo>
                    <a:cubicBezTo>
                      <a:pt x="5746" y="599"/>
                      <a:pt x="5844" y="642"/>
                      <a:pt x="5937" y="697"/>
                    </a:cubicBezTo>
                    <a:cubicBezTo>
                      <a:pt x="6040" y="757"/>
                      <a:pt x="6132" y="833"/>
                      <a:pt x="6241" y="887"/>
                    </a:cubicBezTo>
                    <a:cubicBezTo>
                      <a:pt x="6437" y="990"/>
                      <a:pt x="6627" y="1110"/>
                      <a:pt x="6801" y="1251"/>
                    </a:cubicBezTo>
                    <a:cubicBezTo>
                      <a:pt x="6866" y="1306"/>
                      <a:pt x="6953" y="1333"/>
                      <a:pt x="7018" y="1387"/>
                    </a:cubicBezTo>
                    <a:cubicBezTo>
                      <a:pt x="7100" y="1463"/>
                      <a:pt x="7176" y="1545"/>
                      <a:pt x="7247" y="1637"/>
                    </a:cubicBezTo>
                    <a:cubicBezTo>
                      <a:pt x="7312" y="1713"/>
                      <a:pt x="7399" y="1773"/>
                      <a:pt x="7469" y="1849"/>
                    </a:cubicBezTo>
                    <a:cubicBezTo>
                      <a:pt x="7513" y="1898"/>
                      <a:pt x="7551" y="1952"/>
                      <a:pt x="7589" y="2007"/>
                    </a:cubicBezTo>
                    <a:lnTo>
                      <a:pt x="7573" y="2001"/>
                    </a:lnTo>
                    <a:cubicBezTo>
                      <a:pt x="7532" y="1989"/>
                      <a:pt x="7488" y="1983"/>
                      <a:pt x="7444" y="1983"/>
                    </a:cubicBezTo>
                    <a:cubicBezTo>
                      <a:pt x="7429" y="1983"/>
                      <a:pt x="7414" y="1984"/>
                      <a:pt x="7399" y="1985"/>
                    </a:cubicBezTo>
                    <a:cubicBezTo>
                      <a:pt x="7393" y="1958"/>
                      <a:pt x="7383" y="1936"/>
                      <a:pt x="7372" y="1914"/>
                    </a:cubicBezTo>
                    <a:cubicBezTo>
                      <a:pt x="7357" y="1893"/>
                      <a:pt x="7333" y="1882"/>
                      <a:pt x="7309" y="1882"/>
                    </a:cubicBezTo>
                    <a:cubicBezTo>
                      <a:pt x="7291" y="1882"/>
                      <a:pt x="7272" y="1889"/>
                      <a:pt x="7258" y="1903"/>
                    </a:cubicBezTo>
                    <a:cubicBezTo>
                      <a:pt x="7236" y="1925"/>
                      <a:pt x="7214" y="1947"/>
                      <a:pt x="7192" y="1974"/>
                    </a:cubicBezTo>
                    <a:cubicBezTo>
                      <a:pt x="7105" y="1952"/>
                      <a:pt x="7013" y="1936"/>
                      <a:pt x="6920" y="1931"/>
                    </a:cubicBezTo>
                    <a:cubicBezTo>
                      <a:pt x="6915" y="1822"/>
                      <a:pt x="6834" y="1751"/>
                      <a:pt x="6741" y="1691"/>
                    </a:cubicBezTo>
                    <a:cubicBezTo>
                      <a:pt x="6594" y="1594"/>
                      <a:pt x="6453" y="1480"/>
                      <a:pt x="6328" y="1360"/>
                    </a:cubicBezTo>
                    <a:cubicBezTo>
                      <a:pt x="6257" y="1295"/>
                      <a:pt x="6187" y="1235"/>
                      <a:pt x="6111" y="1181"/>
                    </a:cubicBezTo>
                    <a:cubicBezTo>
                      <a:pt x="6034" y="1126"/>
                      <a:pt x="5947" y="1099"/>
                      <a:pt x="5871" y="1050"/>
                    </a:cubicBezTo>
                    <a:cubicBezTo>
                      <a:pt x="5795" y="985"/>
                      <a:pt x="5714" y="925"/>
                      <a:pt x="5632" y="871"/>
                    </a:cubicBezTo>
                    <a:cubicBezTo>
                      <a:pt x="5562" y="838"/>
                      <a:pt x="5475" y="822"/>
                      <a:pt x="5409" y="778"/>
                    </a:cubicBezTo>
                    <a:cubicBezTo>
                      <a:pt x="5382" y="751"/>
                      <a:pt x="5350" y="724"/>
                      <a:pt x="5311" y="713"/>
                    </a:cubicBezTo>
                    <a:lnTo>
                      <a:pt x="5426" y="615"/>
                    </a:lnTo>
                    <a:cubicBezTo>
                      <a:pt x="5464" y="583"/>
                      <a:pt x="5496" y="550"/>
                      <a:pt x="5523" y="517"/>
                    </a:cubicBezTo>
                    <a:close/>
                    <a:moveTo>
                      <a:pt x="6915" y="2094"/>
                    </a:moveTo>
                    <a:cubicBezTo>
                      <a:pt x="6904" y="2115"/>
                      <a:pt x="6888" y="2132"/>
                      <a:pt x="6872" y="2154"/>
                    </a:cubicBezTo>
                    <a:lnTo>
                      <a:pt x="6872" y="2159"/>
                    </a:lnTo>
                    <a:cubicBezTo>
                      <a:pt x="6866" y="2170"/>
                      <a:pt x="6855" y="2181"/>
                      <a:pt x="6850" y="2192"/>
                    </a:cubicBezTo>
                    <a:cubicBezTo>
                      <a:pt x="6843" y="2189"/>
                      <a:pt x="6836" y="2188"/>
                      <a:pt x="6830" y="2188"/>
                    </a:cubicBezTo>
                    <a:cubicBezTo>
                      <a:pt x="6822" y="2188"/>
                      <a:pt x="6815" y="2191"/>
                      <a:pt x="6812" y="2197"/>
                    </a:cubicBezTo>
                    <a:cubicBezTo>
                      <a:pt x="6812" y="2175"/>
                      <a:pt x="6817" y="2154"/>
                      <a:pt x="6828" y="2137"/>
                    </a:cubicBezTo>
                    <a:cubicBezTo>
                      <a:pt x="6850" y="2110"/>
                      <a:pt x="6882" y="2094"/>
                      <a:pt x="6915" y="2094"/>
                    </a:cubicBezTo>
                    <a:close/>
                    <a:moveTo>
                      <a:pt x="7622" y="2181"/>
                    </a:moveTo>
                    <a:cubicBezTo>
                      <a:pt x="7654" y="2186"/>
                      <a:pt x="7681" y="2197"/>
                      <a:pt x="7714" y="2197"/>
                    </a:cubicBezTo>
                    <a:lnTo>
                      <a:pt x="7730" y="2219"/>
                    </a:lnTo>
                    <a:cubicBezTo>
                      <a:pt x="7720" y="2235"/>
                      <a:pt x="7709" y="2251"/>
                      <a:pt x="7698" y="2268"/>
                    </a:cubicBezTo>
                    <a:cubicBezTo>
                      <a:pt x="7692" y="2262"/>
                      <a:pt x="7687" y="2262"/>
                      <a:pt x="7681" y="2262"/>
                    </a:cubicBezTo>
                    <a:cubicBezTo>
                      <a:pt x="7665" y="2257"/>
                      <a:pt x="7649" y="2257"/>
                      <a:pt x="7633" y="2257"/>
                    </a:cubicBezTo>
                    <a:cubicBezTo>
                      <a:pt x="7633" y="2241"/>
                      <a:pt x="7627" y="2224"/>
                      <a:pt x="7622" y="2213"/>
                    </a:cubicBezTo>
                    <a:cubicBezTo>
                      <a:pt x="7622" y="2202"/>
                      <a:pt x="7622" y="2192"/>
                      <a:pt x="7622" y="2181"/>
                    </a:cubicBezTo>
                    <a:close/>
                    <a:moveTo>
                      <a:pt x="7247" y="2148"/>
                    </a:moveTo>
                    <a:cubicBezTo>
                      <a:pt x="7225" y="2202"/>
                      <a:pt x="7198" y="2257"/>
                      <a:pt x="7181" y="2295"/>
                    </a:cubicBezTo>
                    <a:cubicBezTo>
                      <a:pt x="7149" y="2366"/>
                      <a:pt x="7122" y="2431"/>
                      <a:pt x="7094" y="2501"/>
                    </a:cubicBezTo>
                    <a:lnTo>
                      <a:pt x="7094" y="2496"/>
                    </a:lnTo>
                    <a:cubicBezTo>
                      <a:pt x="7100" y="2463"/>
                      <a:pt x="7105" y="2431"/>
                      <a:pt x="7116" y="2398"/>
                    </a:cubicBezTo>
                    <a:cubicBezTo>
                      <a:pt x="7116" y="2376"/>
                      <a:pt x="7122" y="2355"/>
                      <a:pt x="7127" y="2333"/>
                    </a:cubicBezTo>
                    <a:cubicBezTo>
                      <a:pt x="7160" y="2268"/>
                      <a:pt x="7198" y="2208"/>
                      <a:pt x="7241" y="2148"/>
                    </a:cubicBezTo>
                    <a:close/>
                    <a:moveTo>
                      <a:pt x="3914" y="2844"/>
                    </a:moveTo>
                    <a:lnTo>
                      <a:pt x="3931" y="2866"/>
                    </a:lnTo>
                    <a:cubicBezTo>
                      <a:pt x="3889" y="2914"/>
                      <a:pt x="3850" y="2963"/>
                      <a:pt x="3814" y="3014"/>
                    </a:cubicBezTo>
                    <a:lnTo>
                      <a:pt x="3814" y="3014"/>
                    </a:lnTo>
                    <a:cubicBezTo>
                      <a:pt x="3849" y="2958"/>
                      <a:pt x="3882" y="2901"/>
                      <a:pt x="3914" y="2844"/>
                    </a:cubicBezTo>
                    <a:close/>
                    <a:moveTo>
                      <a:pt x="490" y="3018"/>
                    </a:moveTo>
                    <a:cubicBezTo>
                      <a:pt x="490" y="3029"/>
                      <a:pt x="495" y="3040"/>
                      <a:pt x="501" y="3050"/>
                    </a:cubicBezTo>
                    <a:cubicBezTo>
                      <a:pt x="490" y="3061"/>
                      <a:pt x="479" y="3078"/>
                      <a:pt x="474" y="3088"/>
                    </a:cubicBezTo>
                    <a:cubicBezTo>
                      <a:pt x="479" y="3061"/>
                      <a:pt x="484" y="3040"/>
                      <a:pt x="490" y="3018"/>
                    </a:cubicBezTo>
                    <a:close/>
                    <a:moveTo>
                      <a:pt x="5624" y="2124"/>
                    </a:moveTo>
                    <a:cubicBezTo>
                      <a:pt x="5645" y="2124"/>
                      <a:pt x="5668" y="2128"/>
                      <a:pt x="5692" y="2137"/>
                    </a:cubicBezTo>
                    <a:cubicBezTo>
                      <a:pt x="5746" y="2159"/>
                      <a:pt x="5790" y="2192"/>
                      <a:pt x="5822" y="2235"/>
                    </a:cubicBezTo>
                    <a:cubicBezTo>
                      <a:pt x="5822" y="2246"/>
                      <a:pt x="5828" y="2257"/>
                      <a:pt x="5839" y="2262"/>
                    </a:cubicBezTo>
                    <a:cubicBezTo>
                      <a:pt x="5899" y="2273"/>
                      <a:pt x="5909" y="2447"/>
                      <a:pt x="5920" y="2491"/>
                    </a:cubicBezTo>
                    <a:cubicBezTo>
                      <a:pt x="5937" y="2578"/>
                      <a:pt x="5953" y="2665"/>
                      <a:pt x="5958" y="2751"/>
                    </a:cubicBezTo>
                    <a:cubicBezTo>
                      <a:pt x="5964" y="2838"/>
                      <a:pt x="5964" y="2925"/>
                      <a:pt x="5953" y="3012"/>
                    </a:cubicBezTo>
                    <a:lnTo>
                      <a:pt x="5888" y="3029"/>
                    </a:lnTo>
                    <a:cubicBezTo>
                      <a:pt x="5714" y="3034"/>
                      <a:pt x="5545" y="3056"/>
                      <a:pt x="5371" y="3088"/>
                    </a:cubicBezTo>
                    <a:cubicBezTo>
                      <a:pt x="5366" y="3067"/>
                      <a:pt x="5360" y="3045"/>
                      <a:pt x="5355" y="3018"/>
                    </a:cubicBezTo>
                    <a:cubicBezTo>
                      <a:pt x="5311" y="2882"/>
                      <a:pt x="5290" y="2735"/>
                      <a:pt x="5301" y="2594"/>
                    </a:cubicBezTo>
                    <a:cubicBezTo>
                      <a:pt x="5317" y="2458"/>
                      <a:pt x="5371" y="2333"/>
                      <a:pt x="5453" y="2230"/>
                    </a:cubicBezTo>
                    <a:cubicBezTo>
                      <a:pt x="5503" y="2167"/>
                      <a:pt x="5556" y="2124"/>
                      <a:pt x="5624" y="2124"/>
                    </a:cubicBezTo>
                    <a:close/>
                    <a:moveTo>
                      <a:pt x="8187" y="3078"/>
                    </a:moveTo>
                    <a:lnTo>
                      <a:pt x="8209" y="3154"/>
                    </a:lnTo>
                    <a:lnTo>
                      <a:pt x="8203" y="3154"/>
                    </a:lnTo>
                    <a:cubicBezTo>
                      <a:pt x="8198" y="3137"/>
                      <a:pt x="8187" y="3121"/>
                      <a:pt x="8171" y="3110"/>
                    </a:cubicBezTo>
                    <a:cubicBezTo>
                      <a:pt x="8176" y="3105"/>
                      <a:pt x="8176" y="3094"/>
                      <a:pt x="8182" y="3083"/>
                    </a:cubicBezTo>
                    <a:lnTo>
                      <a:pt x="8182" y="3088"/>
                    </a:lnTo>
                    <a:lnTo>
                      <a:pt x="8187" y="3078"/>
                    </a:lnTo>
                    <a:close/>
                    <a:moveTo>
                      <a:pt x="3529" y="3132"/>
                    </a:moveTo>
                    <a:lnTo>
                      <a:pt x="3512" y="3159"/>
                    </a:lnTo>
                    <a:cubicBezTo>
                      <a:pt x="3490" y="3192"/>
                      <a:pt x="3463" y="3230"/>
                      <a:pt x="3442" y="3262"/>
                    </a:cubicBezTo>
                    <a:lnTo>
                      <a:pt x="3425" y="3279"/>
                    </a:lnTo>
                    <a:lnTo>
                      <a:pt x="3420" y="3262"/>
                    </a:lnTo>
                    <a:cubicBezTo>
                      <a:pt x="3431" y="3246"/>
                      <a:pt x="3436" y="3235"/>
                      <a:pt x="3447" y="3219"/>
                    </a:cubicBezTo>
                    <a:lnTo>
                      <a:pt x="3529" y="3132"/>
                    </a:lnTo>
                    <a:close/>
                    <a:moveTo>
                      <a:pt x="5143" y="844"/>
                    </a:moveTo>
                    <a:cubicBezTo>
                      <a:pt x="5235" y="854"/>
                      <a:pt x="5333" y="827"/>
                      <a:pt x="5398" y="903"/>
                    </a:cubicBezTo>
                    <a:cubicBezTo>
                      <a:pt x="5403" y="910"/>
                      <a:pt x="5409" y="913"/>
                      <a:pt x="5415" y="913"/>
                    </a:cubicBezTo>
                    <a:cubicBezTo>
                      <a:pt x="5424" y="913"/>
                      <a:pt x="5433" y="906"/>
                      <a:pt x="5437" y="892"/>
                    </a:cubicBezTo>
                    <a:cubicBezTo>
                      <a:pt x="5437" y="887"/>
                      <a:pt x="5437" y="876"/>
                      <a:pt x="5437" y="865"/>
                    </a:cubicBezTo>
                    <a:cubicBezTo>
                      <a:pt x="5513" y="930"/>
                      <a:pt x="5589" y="979"/>
                      <a:pt x="5676" y="1050"/>
                    </a:cubicBezTo>
                    <a:cubicBezTo>
                      <a:pt x="5735" y="1104"/>
                      <a:pt x="5801" y="1148"/>
                      <a:pt x="5866" y="1191"/>
                    </a:cubicBezTo>
                    <a:cubicBezTo>
                      <a:pt x="5953" y="1229"/>
                      <a:pt x="6029" y="1278"/>
                      <a:pt x="6100" y="1338"/>
                    </a:cubicBezTo>
                    <a:cubicBezTo>
                      <a:pt x="6236" y="1463"/>
                      <a:pt x="6371" y="1594"/>
                      <a:pt x="6507" y="1713"/>
                    </a:cubicBezTo>
                    <a:cubicBezTo>
                      <a:pt x="6583" y="1778"/>
                      <a:pt x="6779" y="1838"/>
                      <a:pt x="6774" y="1958"/>
                    </a:cubicBezTo>
                    <a:cubicBezTo>
                      <a:pt x="6632" y="2023"/>
                      <a:pt x="6638" y="2213"/>
                      <a:pt x="6589" y="2349"/>
                    </a:cubicBezTo>
                    <a:cubicBezTo>
                      <a:pt x="6540" y="2463"/>
                      <a:pt x="6480" y="2572"/>
                      <a:pt x="6404" y="2665"/>
                    </a:cubicBezTo>
                    <a:cubicBezTo>
                      <a:pt x="6339" y="2773"/>
                      <a:pt x="6284" y="2893"/>
                      <a:pt x="6225" y="3002"/>
                    </a:cubicBezTo>
                    <a:cubicBezTo>
                      <a:pt x="6186" y="2991"/>
                      <a:pt x="6145" y="2985"/>
                      <a:pt x="6104" y="2985"/>
                    </a:cubicBezTo>
                    <a:cubicBezTo>
                      <a:pt x="6081" y="2985"/>
                      <a:pt x="6058" y="2987"/>
                      <a:pt x="6034" y="2991"/>
                    </a:cubicBezTo>
                    <a:cubicBezTo>
                      <a:pt x="6045" y="2893"/>
                      <a:pt x="6040" y="2790"/>
                      <a:pt x="6029" y="2686"/>
                    </a:cubicBezTo>
                    <a:cubicBezTo>
                      <a:pt x="6024" y="2610"/>
                      <a:pt x="6007" y="2344"/>
                      <a:pt x="5926" y="2246"/>
                    </a:cubicBezTo>
                    <a:cubicBezTo>
                      <a:pt x="5926" y="2241"/>
                      <a:pt x="5920" y="2241"/>
                      <a:pt x="5920" y="2235"/>
                    </a:cubicBezTo>
                    <a:cubicBezTo>
                      <a:pt x="5838" y="2152"/>
                      <a:pt x="5745" y="2055"/>
                      <a:pt x="5619" y="2055"/>
                    </a:cubicBezTo>
                    <a:cubicBezTo>
                      <a:pt x="5613" y="2055"/>
                      <a:pt x="5606" y="2055"/>
                      <a:pt x="5600" y="2056"/>
                    </a:cubicBezTo>
                    <a:cubicBezTo>
                      <a:pt x="5491" y="2061"/>
                      <a:pt x="5409" y="2154"/>
                      <a:pt x="5350" y="2235"/>
                    </a:cubicBezTo>
                    <a:cubicBezTo>
                      <a:pt x="5165" y="2496"/>
                      <a:pt x="5192" y="2811"/>
                      <a:pt x="5279" y="3099"/>
                    </a:cubicBezTo>
                    <a:cubicBezTo>
                      <a:pt x="5235" y="3110"/>
                      <a:pt x="5186" y="3121"/>
                      <a:pt x="5138" y="3132"/>
                    </a:cubicBezTo>
                    <a:cubicBezTo>
                      <a:pt x="5002" y="3170"/>
                      <a:pt x="4866" y="3219"/>
                      <a:pt x="4730" y="3262"/>
                    </a:cubicBezTo>
                    <a:cubicBezTo>
                      <a:pt x="4681" y="3279"/>
                      <a:pt x="4627" y="3290"/>
                      <a:pt x="4572" y="3306"/>
                    </a:cubicBezTo>
                    <a:lnTo>
                      <a:pt x="4561" y="3306"/>
                    </a:lnTo>
                    <a:cubicBezTo>
                      <a:pt x="4485" y="3165"/>
                      <a:pt x="4393" y="3034"/>
                      <a:pt x="4290" y="2920"/>
                    </a:cubicBezTo>
                    <a:cubicBezTo>
                      <a:pt x="4159" y="2768"/>
                      <a:pt x="4018" y="2632"/>
                      <a:pt x="3860" y="2507"/>
                    </a:cubicBezTo>
                    <a:cubicBezTo>
                      <a:pt x="3784" y="2442"/>
                      <a:pt x="3708" y="2382"/>
                      <a:pt x="3621" y="2333"/>
                    </a:cubicBezTo>
                    <a:cubicBezTo>
                      <a:pt x="3577" y="2306"/>
                      <a:pt x="3490" y="2311"/>
                      <a:pt x="3458" y="2284"/>
                    </a:cubicBezTo>
                    <a:lnTo>
                      <a:pt x="3447" y="2273"/>
                    </a:lnTo>
                    <a:cubicBezTo>
                      <a:pt x="3442" y="2241"/>
                      <a:pt x="3442" y="2192"/>
                      <a:pt x="3436" y="2175"/>
                    </a:cubicBezTo>
                    <a:cubicBezTo>
                      <a:pt x="3425" y="2099"/>
                      <a:pt x="3420" y="2023"/>
                      <a:pt x="3420" y="1952"/>
                    </a:cubicBezTo>
                    <a:cubicBezTo>
                      <a:pt x="3420" y="1800"/>
                      <a:pt x="3452" y="1659"/>
                      <a:pt x="3469" y="1512"/>
                    </a:cubicBezTo>
                    <a:cubicBezTo>
                      <a:pt x="3474" y="1409"/>
                      <a:pt x="3523" y="1327"/>
                      <a:pt x="3512" y="1229"/>
                    </a:cubicBezTo>
                    <a:cubicBezTo>
                      <a:pt x="3507" y="1191"/>
                      <a:pt x="3507" y="1159"/>
                      <a:pt x="3512" y="1121"/>
                    </a:cubicBezTo>
                    <a:cubicBezTo>
                      <a:pt x="3594" y="1110"/>
                      <a:pt x="3681" y="1094"/>
                      <a:pt x="3762" y="1066"/>
                    </a:cubicBezTo>
                    <a:cubicBezTo>
                      <a:pt x="3833" y="1050"/>
                      <a:pt x="3904" y="1034"/>
                      <a:pt x="3974" y="1017"/>
                    </a:cubicBezTo>
                    <a:cubicBezTo>
                      <a:pt x="3986" y="1040"/>
                      <a:pt x="4007" y="1052"/>
                      <a:pt x="4028" y="1052"/>
                    </a:cubicBezTo>
                    <a:cubicBezTo>
                      <a:pt x="4038" y="1052"/>
                      <a:pt x="4047" y="1050"/>
                      <a:pt x="4056" y="1045"/>
                    </a:cubicBezTo>
                    <a:lnTo>
                      <a:pt x="4061" y="1050"/>
                    </a:lnTo>
                    <a:cubicBezTo>
                      <a:pt x="4105" y="1034"/>
                      <a:pt x="4143" y="1012"/>
                      <a:pt x="4181" y="990"/>
                    </a:cubicBezTo>
                    <a:cubicBezTo>
                      <a:pt x="4219" y="990"/>
                      <a:pt x="4252" y="985"/>
                      <a:pt x="4290" y="985"/>
                    </a:cubicBezTo>
                    <a:cubicBezTo>
                      <a:pt x="4442" y="979"/>
                      <a:pt x="4594" y="952"/>
                      <a:pt x="4752" y="947"/>
                    </a:cubicBezTo>
                    <a:cubicBezTo>
                      <a:pt x="4763" y="947"/>
                      <a:pt x="4774" y="948"/>
                      <a:pt x="4786" y="948"/>
                    </a:cubicBezTo>
                    <a:cubicBezTo>
                      <a:pt x="4888" y="948"/>
                      <a:pt x="4990" y="926"/>
                      <a:pt x="5083" y="882"/>
                    </a:cubicBezTo>
                    <a:cubicBezTo>
                      <a:pt x="5105" y="871"/>
                      <a:pt x="5121" y="860"/>
                      <a:pt x="5143" y="844"/>
                    </a:cubicBezTo>
                    <a:close/>
                    <a:moveTo>
                      <a:pt x="4235" y="3192"/>
                    </a:moveTo>
                    <a:lnTo>
                      <a:pt x="4257" y="3224"/>
                    </a:lnTo>
                    <a:lnTo>
                      <a:pt x="4252" y="3224"/>
                    </a:lnTo>
                    <a:cubicBezTo>
                      <a:pt x="4219" y="3257"/>
                      <a:pt x="4192" y="3284"/>
                      <a:pt x="4165" y="3317"/>
                    </a:cubicBezTo>
                    <a:lnTo>
                      <a:pt x="4235" y="3192"/>
                    </a:lnTo>
                    <a:close/>
                    <a:moveTo>
                      <a:pt x="6741" y="3137"/>
                    </a:moveTo>
                    <a:cubicBezTo>
                      <a:pt x="6741" y="3148"/>
                      <a:pt x="6736" y="3165"/>
                      <a:pt x="6736" y="3175"/>
                    </a:cubicBezTo>
                    <a:cubicBezTo>
                      <a:pt x="6703" y="3235"/>
                      <a:pt x="6676" y="3295"/>
                      <a:pt x="6654" y="3355"/>
                    </a:cubicBezTo>
                    <a:lnTo>
                      <a:pt x="6638" y="3339"/>
                    </a:lnTo>
                    <a:cubicBezTo>
                      <a:pt x="6665" y="3279"/>
                      <a:pt x="6698" y="3219"/>
                      <a:pt x="6725" y="3165"/>
                    </a:cubicBezTo>
                    <a:lnTo>
                      <a:pt x="6741" y="3137"/>
                    </a:lnTo>
                    <a:close/>
                    <a:moveTo>
                      <a:pt x="2170" y="3186"/>
                    </a:moveTo>
                    <a:lnTo>
                      <a:pt x="2170" y="3186"/>
                    </a:lnTo>
                    <a:cubicBezTo>
                      <a:pt x="2148" y="3219"/>
                      <a:pt x="2126" y="3257"/>
                      <a:pt x="2115" y="3300"/>
                    </a:cubicBezTo>
                    <a:lnTo>
                      <a:pt x="2121" y="3300"/>
                    </a:lnTo>
                    <a:lnTo>
                      <a:pt x="2099" y="3360"/>
                    </a:lnTo>
                    <a:cubicBezTo>
                      <a:pt x="2093" y="3317"/>
                      <a:pt x="2088" y="3279"/>
                      <a:pt x="2077" y="3235"/>
                    </a:cubicBezTo>
                    <a:cubicBezTo>
                      <a:pt x="2110" y="3219"/>
                      <a:pt x="2142" y="3203"/>
                      <a:pt x="2170" y="3186"/>
                    </a:cubicBezTo>
                    <a:close/>
                    <a:moveTo>
                      <a:pt x="5915" y="3175"/>
                    </a:moveTo>
                    <a:lnTo>
                      <a:pt x="5909" y="3197"/>
                    </a:lnTo>
                    <a:cubicBezTo>
                      <a:pt x="5873" y="3308"/>
                      <a:pt x="5777" y="3431"/>
                      <a:pt x="5664" y="3431"/>
                    </a:cubicBezTo>
                    <a:cubicBezTo>
                      <a:pt x="5628" y="3431"/>
                      <a:pt x="5589" y="3418"/>
                      <a:pt x="5551" y="3387"/>
                    </a:cubicBezTo>
                    <a:cubicBezTo>
                      <a:pt x="5496" y="3344"/>
                      <a:pt x="5453" y="3290"/>
                      <a:pt x="5426" y="3224"/>
                    </a:cubicBezTo>
                    <a:cubicBezTo>
                      <a:pt x="5589" y="3197"/>
                      <a:pt x="5752" y="3181"/>
                      <a:pt x="5915" y="3175"/>
                    </a:cubicBezTo>
                    <a:close/>
                    <a:moveTo>
                      <a:pt x="6888" y="3697"/>
                    </a:moveTo>
                    <a:lnTo>
                      <a:pt x="6877" y="3724"/>
                    </a:lnTo>
                    <a:lnTo>
                      <a:pt x="6866" y="3703"/>
                    </a:lnTo>
                    <a:cubicBezTo>
                      <a:pt x="6877" y="3703"/>
                      <a:pt x="6882" y="3703"/>
                      <a:pt x="6888" y="3697"/>
                    </a:cubicBezTo>
                    <a:close/>
                    <a:moveTo>
                      <a:pt x="8317" y="3589"/>
                    </a:moveTo>
                    <a:cubicBezTo>
                      <a:pt x="8323" y="3627"/>
                      <a:pt x="8328" y="3670"/>
                      <a:pt x="8334" y="3714"/>
                    </a:cubicBezTo>
                    <a:cubicBezTo>
                      <a:pt x="8285" y="3752"/>
                      <a:pt x="8241" y="3801"/>
                      <a:pt x="8203" y="3860"/>
                    </a:cubicBezTo>
                    <a:cubicBezTo>
                      <a:pt x="8203" y="3860"/>
                      <a:pt x="8198" y="3866"/>
                      <a:pt x="8198" y="3871"/>
                    </a:cubicBezTo>
                    <a:cubicBezTo>
                      <a:pt x="8187" y="3860"/>
                      <a:pt x="8182" y="3855"/>
                      <a:pt x="8171" y="3850"/>
                    </a:cubicBezTo>
                    <a:cubicBezTo>
                      <a:pt x="8231" y="3768"/>
                      <a:pt x="8279" y="3681"/>
                      <a:pt x="8317" y="3589"/>
                    </a:cubicBezTo>
                    <a:close/>
                    <a:moveTo>
                      <a:pt x="2469" y="3877"/>
                    </a:moveTo>
                    <a:cubicBezTo>
                      <a:pt x="2485" y="3882"/>
                      <a:pt x="2501" y="3888"/>
                      <a:pt x="2517" y="3888"/>
                    </a:cubicBezTo>
                    <a:cubicBezTo>
                      <a:pt x="2490" y="3931"/>
                      <a:pt x="2458" y="3975"/>
                      <a:pt x="2431" y="4018"/>
                    </a:cubicBezTo>
                    <a:cubicBezTo>
                      <a:pt x="2436" y="3969"/>
                      <a:pt x="2447" y="3920"/>
                      <a:pt x="2458" y="3877"/>
                    </a:cubicBezTo>
                    <a:close/>
                    <a:moveTo>
                      <a:pt x="7062" y="3719"/>
                    </a:moveTo>
                    <a:cubicBezTo>
                      <a:pt x="7067" y="3741"/>
                      <a:pt x="7073" y="3757"/>
                      <a:pt x="7084" y="3773"/>
                    </a:cubicBezTo>
                    <a:cubicBezTo>
                      <a:pt x="7089" y="3779"/>
                      <a:pt x="7100" y="3784"/>
                      <a:pt x="7105" y="3790"/>
                    </a:cubicBezTo>
                    <a:cubicBezTo>
                      <a:pt x="7067" y="3833"/>
                      <a:pt x="7035" y="3882"/>
                      <a:pt x="7013" y="3931"/>
                    </a:cubicBezTo>
                    <a:cubicBezTo>
                      <a:pt x="7002" y="3953"/>
                      <a:pt x="7007" y="3980"/>
                      <a:pt x="7024" y="3996"/>
                    </a:cubicBezTo>
                    <a:cubicBezTo>
                      <a:pt x="7024" y="4002"/>
                      <a:pt x="7018" y="4013"/>
                      <a:pt x="7018" y="4018"/>
                    </a:cubicBezTo>
                    <a:cubicBezTo>
                      <a:pt x="6997" y="3975"/>
                      <a:pt x="6975" y="3926"/>
                      <a:pt x="6953" y="3882"/>
                    </a:cubicBezTo>
                    <a:cubicBezTo>
                      <a:pt x="6964" y="3877"/>
                      <a:pt x="6980" y="3871"/>
                      <a:pt x="6986" y="3860"/>
                    </a:cubicBezTo>
                    <a:cubicBezTo>
                      <a:pt x="7013" y="3822"/>
                      <a:pt x="7035" y="3784"/>
                      <a:pt x="7051" y="3741"/>
                    </a:cubicBezTo>
                    <a:cubicBezTo>
                      <a:pt x="7051" y="3735"/>
                      <a:pt x="7056" y="3724"/>
                      <a:pt x="7062" y="3719"/>
                    </a:cubicBezTo>
                    <a:close/>
                    <a:moveTo>
                      <a:pt x="7953" y="3926"/>
                    </a:moveTo>
                    <a:lnTo>
                      <a:pt x="7953" y="3926"/>
                    </a:lnTo>
                    <a:cubicBezTo>
                      <a:pt x="7942" y="3937"/>
                      <a:pt x="7937" y="3953"/>
                      <a:pt x="7932" y="3969"/>
                    </a:cubicBezTo>
                    <a:cubicBezTo>
                      <a:pt x="7900" y="4023"/>
                      <a:pt x="7943" y="4081"/>
                      <a:pt x="7999" y="4081"/>
                    </a:cubicBezTo>
                    <a:cubicBezTo>
                      <a:pt x="8010" y="4081"/>
                      <a:pt x="8023" y="4078"/>
                      <a:pt x="8035" y="4072"/>
                    </a:cubicBezTo>
                    <a:lnTo>
                      <a:pt x="8051" y="4067"/>
                    </a:lnTo>
                    <a:lnTo>
                      <a:pt x="8051" y="4067"/>
                    </a:lnTo>
                    <a:cubicBezTo>
                      <a:pt x="8040" y="4072"/>
                      <a:pt x="8040" y="4083"/>
                      <a:pt x="8035" y="4094"/>
                    </a:cubicBezTo>
                    <a:lnTo>
                      <a:pt x="8029" y="4094"/>
                    </a:lnTo>
                    <a:cubicBezTo>
                      <a:pt x="7980" y="4100"/>
                      <a:pt x="7932" y="4110"/>
                      <a:pt x="7883" y="4121"/>
                    </a:cubicBezTo>
                    <a:cubicBezTo>
                      <a:pt x="7850" y="4127"/>
                      <a:pt x="7823" y="4127"/>
                      <a:pt x="7790" y="4127"/>
                    </a:cubicBezTo>
                    <a:cubicBezTo>
                      <a:pt x="7812" y="4100"/>
                      <a:pt x="7834" y="4062"/>
                      <a:pt x="7855" y="4029"/>
                    </a:cubicBezTo>
                    <a:lnTo>
                      <a:pt x="7861" y="4034"/>
                    </a:lnTo>
                    <a:cubicBezTo>
                      <a:pt x="7888" y="3991"/>
                      <a:pt x="7921" y="3958"/>
                      <a:pt x="7953" y="3926"/>
                    </a:cubicBezTo>
                    <a:close/>
                    <a:moveTo>
                      <a:pt x="7258" y="4116"/>
                    </a:moveTo>
                    <a:cubicBezTo>
                      <a:pt x="7263" y="4127"/>
                      <a:pt x="7268" y="4132"/>
                      <a:pt x="7274" y="4138"/>
                    </a:cubicBezTo>
                    <a:lnTo>
                      <a:pt x="7247" y="4165"/>
                    </a:lnTo>
                    <a:cubicBezTo>
                      <a:pt x="7230" y="4181"/>
                      <a:pt x="7225" y="4208"/>
                      <a:pt x="7230" y="4230"/>
                    </a:cubicBezTo>
                    <a:cubicBezTo>
                      <a:pt x="7209" y="4225"/>
                      <a:pt x="7192" y="4219"/>
                      <a:pt x="7176" y="4214"/>
                    </a:cubicBezTo>
                    <a:cubicBezTo>
                      <a:pt x="7203" y="4181"/>
                      <a:pt x="7230" y="4154"/>
                      <a:pt x="7258" y="4116"/>
                    </a:cubicBezTo>
                    <a:close/>
                    <a:moveTo>
                      <a:pt x="1876" y="3545"/>
                    </a:moveTo>
                    <a:lnTo>
                      <a:pt x="1876" y="3741"/>
                    </a:lnTo>
                    <a:cubicBezTo>
                      <a:pt x="1876" y="3926"/>
                      <a:pt x="1909" y="4110"/>
                      <a:pt x="1914" y="4301"/>
                    </a:cubicBezTo>
                    <a:lnTo>
                      <a:pt x="1914" y="4322"/>
                    </a:lnTo>
                    <a:cubicBezTo>
                      <a:pt x="1892" y="4263"/>
                      <a:pt x="1876" y="4203"/>
                      <a:pt x="1865" y="4143"/>
                    </a:cubicBezTo>
                    <a:cubicBezTo>
                      <a:pt x="1833" y="3942"/>
                      <a:pt x="1838" y="3741"/>
                      <a:pt x="1876" y="3545"/>
                    </a:cubicBezTo>
                    <a:close/>
                    <a:moveTo>
                      <a:pt x="4154" y="3980"/>
                    </a:moveTo>
                    <a:lnTo>
                      <a:pt x="4154" y="3980"/>
                    </a:lnTo>
                    <a:cubicBezTo>
                      <a:pt x="4137" y="4013"/>
                      <a:pt x="4126" y="4040"/>
                      <a:pt x="4105" y="4072"/>
                    </a:cubicBezTo>
                    <a:cubicBezTo>
                      <a:pt x="4050" y="4181"/>
                      <a:pt x="3996" y="4284"/>
                      <a:pt x="3942" y="4388"/>
                    </a:cubicBezTo>
                    <a:lnTo>
                      <a:pt x="3914" y="4350"/>
                    </a:lnTo>
                    <a:lnTo>
                      <a:pt x="3985" y="4246"/>
                    </a:lnTo>
                    <a:lnTo>
                      <a:pt x="4154" y="3980"/>
                    </a:lnTo>
                    <a:close/>
                    <a:moveTo>
                      <a:pt x="3050" y="4206"/>
                    </a:moveTo>
                    <a:cubicBezTo>
                      <a:pt x="3050" y="4209"/>
                      <a:pt x="3050" y="4212"/>
                      <a:pt x="3050" y="4214"/>
                    </a:cubicBezTo>
                    <a:cubicBezTo>
                      <a:pt x="3050" y="4225"/>
                      <a:pt x="3045" y="4230"/>
                      <a:pt x="3039" y="4241"/>
                    </a:cubicBezTo>
                    <a:lnTo>
                      <a:pt x="2990" y="4317"/>
                    </a:lnTo>
                    <a:cubicBezTo>
                      <a:pt x="2974" y="4344"/>
                      <a:pt x="2952" y="4377"/>
                      <a:pt x="2931" y="4409"/>
                    </a:cubicBezTo>
                    <a:cubicBezTo>
                      <a:pt x="2958" y="4366"/>
                      <a:pt x="2980" y="4317"/>
                      <a:pt x="3007" y="4274"/>
                    </a:cubicBezTo>
                    <a:cubicBezTo>
                      <a:pt x="3021" y="4249"/>
                      <a:pt x="3036" y="4229"/>
                      <a:pt x="3050" y="4206"/>
                    </a:cubicBezTo>
                    <a:close/>
                    <a:moveTo>
                      <a:pt x="2681" y="4257"/>
                    </a:moveTo>
                    <a:lnTo>
                      <a:pt x="2681" y="4257"/>
                    </a:lnTo>
                    <a:cubicBezTo>
                      <a:pt x="2675" y="4284"/>
                      <a:pt x="2670" y="4306"/>
                      <a:pt x="2664" y="4328"/>
                    </a:cubicBezTo>
                    <a:cubicBezTo>
                      <a:pt x="2659" y="4350"/>
                      <a:pt x="2632" y="4366"/>
                      <a:pt x="2621" y="4382"/>
                    </a:cubicBezTo>
                    <a:cubicBezTo>
                      <a:pt x="2610" y="4388"/>
                      <a:pt x="2604" y="4404"/>
                      <a:pt x="2594" y="4420"/>
                    </a:cubicBezTo>
                    <a:cubicBezTo>
                      <a:pt x="2594" y="4409"/>
                      <a:pt x="2594" y="4404"/>
                      <a:pt x="2599" y="4393"/>
                    </a:cubicBezTo>
                    <a:cubicBezTo>
                      <a:pt x="2626" y="4344"/>
                      <a:pt x="2648" y="4301"/>
                      <a:pt x="2681" y="4257"/>
                    </a:cubicBezTo>
                    <a:close/>
                    <a:moveTo>
                      <a:pt x="2246" y="4072"/>
                    </a:moveTo>
                    <a:cubicBezTo>
                      <a:pt x="2235" y="4154"/>
                      <a:pt x="2224" y="4235"/>
                      <a:pt x="2213" y="4317"/>
                    </a:cubicBezTo>
                    <a:cubicBezTo>
                      <a:pt x="2175" y="4371"/>
                      <a:pt x="2142" y="4431"/>
                      <a:pt x="2126" y="4502"/>
                    </a:cubicBezTo>
                    <a:lnTo>
                      <a:pt x="2126" y="4371"/>
                    </a:lnTo>
                    <a:cubicBezTo>
                      <a:pt x="2132" y="4290"/>
                      <a:pt x="2137" y="4208"/>
                      <a:pt x="2142" y="4127"/>
                    </a:cubicBezTo>
                    <a:cubicBezTo>
                      <a:pt x="2180" y="4116"/>
                      <a:pt x="2213" y="4100"/>
                      <a:pt x="2246" y="4072"/>
                    </a:cubicBezTo>
                    <a:close/>
                    <a:moveTo>
                      <a:pt x="2137" y="4594"/>
                    </a:moveTo>
                    <a:cubicBezTo>
                      <a:pt x="2148" y="4611"/>
                      <a:pt x="2164" y="4627"/>
                      <a:pt x="2186" y="4627"/>
                    </a:cubicBezTo>
                    <a:lnTo>
                      <a:pt x="2180" y="4627"/>
                    </a:lnTo>
                    <a:lnTo>
                      <a:pt x="2180" y="4649"/>
                    </a:lnTo>
                    <a:lnTo>
                      <a:pt x="2153" y="4643"/>
                    </a:lnTo>
                    <a:lnTo>
                      <a:pt x="2137" y="4627"/>
                    </a:lnTo>
                    <a:lnTo>
                      <a:pt x="2137" y="4594"/>
                    </a:lnTo>
                    <a:close/>
                    <a:moveTo>
                      <a:pt x="3828" y="4485"/>
                    </a:moveTo>
                    <a:cubicBezTo>
                      <a:pt x="3838" y="4507"/>
                      <a:pt x="3844" y="4529"/>
                      <a:pt x="3849" y="4556"/>
                    </a:cubicBezTo>
                    <a:cubicBezTo>
                      <a:pt x="3828" y="4594"/>
                      <a:pt x="3811" y="4638"/>
                      <a:pt x="3789" y="4681"/>
                    </a:cubicBezTo>
                    <a:cubicBezTo>
                      <a:pt x="3762" y="4692"/>
                      <a:pt x="3735" y="4697"/>
                      <a:pt x="3708" y="4697"/>
                    </a:cubicBezTo>
                    <a:lnTo>
                      <a:pt x="3713" y="4670"/>
                    </a:lnTo>
                    <a:lnTo>
                      <a:pt x="3713" y="4665"/>
                    </a:lnTo>
                    <a:cubicBezTo>
                      <a:pt x="3751" y="4605"/>
                      <a:pt x="3789" y="4545"/>
                      <a:pt x="3828" y="4485"/>
                    </a:cubicBezTo>
                    <a:close/>
                    <a:moveTo>
                      <a:pt x="2572" y="4681"/>
                    </a:moveTo>
                    <a:cubicBezTo>
                      <a:pt x="2572" y="4692"/>
                      <a:pt x="2572" y="4697"/>
                      <a:pt x="2566" y="4708"/>
                    </a:cubicBezTo>
                    <a:lnTo>
                      <a:pt x="2545" y="4708"/>
                    </a:lnTo>
                    <a:cubicBezTo>
                      <a:pt x="2556" y="4697"/>
                      <a:pt x="2566" y="4692"/>
                      <a:pt x="2572" y="4681"/>
                    </a:cubicBezTo>
                    <a:close/>
                    <a:moveTo>
                      <a:pt x="3681" y="4861"/>
                    </a:moveTo>
                    <a:cubicBezTo>
                      <a:pt x="3675" y="4871"/>
                      <a:pt x="3664" y="4882"/>
                      <a:pt x="3659" y="4888"/>
                    </a:cubicBezTo>
                    <a:lnTo>
                      <a:pt x="3654" y="4888"/>
                    </a:lnTo>
                    <a:cubicBezTo>
                      <a:pt x="3654" y="4882"/>
                      <a:pt x="3664" y="4866"/>
                      <a:pt x="3664" y="4861"/>
                    </a:cubicBezTo>
                    <a:close/>
                    <a:moveTo>
                      <a:pt x="2338" y="4844"/>
                    </a:moveTo>
                    <a:lnTo>
                      <a:pt x="2338" y="4855"/>
                    </a:lnTo>
                    <a:cubicBezTo>
                      <a:pt x="2341" y="4902"/>
                      <a:pt x="2379" y="4930"/>
                      <a:pt x="2418" y="4930"/>
                    </a:cubicBezTo>
                    <a:cubicBezTo>
                      <a:pt x="2443" y="4930"/>
                      <a:pt x="2468" y="4919"/>
                      <a:pt x="2485" y="4893"/>
                    </a:cubicBezTo>
                    <a:cubicBezTo>
                      <a:pt x="2490" y="4882"/>
                      <a:pt x="2496" y="4877"/>
                      <a:pt x="2501" y="4866"/>
                    </a:cubicBezTo>
                    <a:lnTo>
                      <a:pt x="2534" y="4866"/>
                    </a:lnTo>
                    <a:cubicBezTo>
                      <a:pt x="2528" y="4893"/>
                      <a:pt x="2528" y="4926"/>
                      <a:pt x="2523" y="4958"/>
                    </a:cubicBezTo>
                    <a:lnTo>
                      <a:pt x="2485" y="4958"/>
                    </a:lnTo>
                    <a:cubicBezTo>
                      <a:pt x="2476" y="4959"/>
                      <a:pt x="2468" y="4959"/>
                      <a:pt x="2459" y="4959"/>
                    </a:cubicBezTo>
                    <a:cubicBezTo>
                      <a:pt x="2348" y="4959"/>
                      <a:pt x="2238" y="4927"/>
                      <a:pt x="2142" y="4866"/>
                    </a:cubicBezTo>
                    <a:cubicBezTo>
                      <a:pt x="2142" y="4863"/>
                      <a:pt x="2142" y="4862"/>
                      <a:pt x="2142" y="4861"/>
                    </a:cubicBezTo>
                    <a:cubicBezTo>
                      <a:pt x="2142" y="4855"/>
                      <a:pt x="2142" y="4850"/>
                      <a:pt x="2142" y="4850"/>
                    </a:cubicBezTo>
                    <a:cubicBezTo>
                      <a:pt x="2164" y="4861"/>
                      <a:pt x="2186" y="4871"/>
                      <a:pt x="2208" y="4871"/>
                    </a:cubicBezTo>
                    <a:cubicBezTo>
                      <a:pt x="2220" y="4877"/>
                      <a:pt x="2232" y="4879"/>
                      <a:pt x="2244" y="4879"/>
                    </a:cubicBezTo>
                    <a:cubicBezTo>
                      <a:pt x="2268" y="4879"/>
                      <a:pt x="2291" y="4868"/>
                      <a:pt x="2305" y="4850"/>
                    </a:cubicBezTo>
                    <a:lnTo>
                      <a:pt x="2316" y="4844"/>
                    </a:lnTo>
                    <a:close/>
                    <a:moveTo>
                      <a:pt x="2833" y="4882"/>
                    </a:moveTo>
                    <a:cubicBezTo>
                      <a:pt x="2816" y="4915"/>
                      <a:pt x="2806" y="4953"/>
                      <a:pt x="2800" y="4986"/>
                    </a:cubicBezTo>
                    <a:lnTo>
                      <a:pt x="2746" y="4975"/>
                    </a:lnTo>
                    <a:cubicBezTo>
                      <a:pt x="2757" y="4942"/>
                      <a:pt x="2762" y="4909"/>
                      <a:pt x="2773" y="4882"/>
                    </a:cubicBezTo>
                    <a:close/>
                    <a:moveTo>
                      <a:pt x="3387" y="4964"/>
                    </a:moveTo>
                    <a:cubicBezTo>
                      <a:pt x="3387" y="4975"/>
                      <a:pt x="3393" y="4980"/>
                      <a:pt x="3393" y="4991"/>
                    </a:cubicBezTo>
                    <a:lnTo>
                      <a:pt x="3333" y="4991"/>
                    </a:lnTo>
                    <a:lnTo>
                      <a:pt x="3344" y="4964"/>
                    </a:lnTo>
                    <a:cubicBezTo>
                      <a:pt x="3352" y="4967"/>
                      <a:pt x="3360" y="4968"/>
                      <a:pt x="3368" y="4968"/>
                    </a:cubicBezTo>
                    <a:cubicBezTo>
                      <a:pt x="3375" y="4968"/>
                      <a:pt x="3382" y="4967"/>
                      <a:pt x="3387" y="4964"/>
                    </a:cubicBezTo>
                    <a:close/>
                    <a:moveTo>
                      <a:pt x="3637" y="4931"/>
                    </a:moveTo>
                    <a:lnTo>
                      <a:pt x="3637" y="4931"/>
                    </a:lnTo>
                    <a:cubicBezTo>
                      <a:pt x="3633" y="4981"/>
                      <a:pt x="3676" y="5015"/>
                      <a:pt x="3718" y="5015"/>
                    </a:cubicBezTo>
                    <a:cubicBezTo>
                      <a:pt x="3736" y="5015"/>
                      <a:pt x="3753" y="5009"/>
                      <a:pt x="3768" y="4996"/>
                    </a:cubicBezTo>
                    <a:cubicBezTo>
                      <a:pt x="3784" y="4975"/>
                      <a:pt x="3806" y="4953"/>
                      <a:pt x="3817" y="4931"/>
                    </a:cubicBezTo>
                    <a:lnTo>
                      <a:pt x="3817" y="4931"/>
                    </a:lnTo>
                    <a:cubicBezTo>
                      <a:pt x="3811" y="4958"/>
                      <a:pt x="3795" y="4986"/>
                      <a:pt x="3768" y="5002"/>
                    </a:cubicBezTo>
                    <a:cubicBezTo>
                      <a:pt x="3745" y="5017"/>
                      <a:pt x="3709" y="5023"/>
                      <a:pt x="3669" y="5023"/>
                    </a:cubicBezTo>
                    <a:cubicBezTo>
                      <a:pt x="3625" y="5023"/>
                      <a:pt x="3574" y="5016"/>
                      <a:pt x="3529" y="5007"/>
                    </a:cubicBezTo>
                    <a:cubicBezTo>
                      <a:pt x="3550" y="4991"/>
                      <a:pt x="3561" y="4969"/>
                      <a:pt x="3572" y="4948"/>
                    </a:cubicBezTo>
                    <a:cubicBezTo>
                      <a:pt x="3579" y="4951"/>
                      <a:pt x="3587" y="4953"/>
                      <a:pt x="3595" y="4953"/>
                    </a:cubicBezTo>
                    <a:cubicBezTo>
                      <a:pt x="3611" y="4953"/>
                      <a:pt x="3626" y="4946"/>
                      <a:pt x="3637" y="4931"/>
                    </a:cubicBezTo>
                    <a:close/>
                    <a:moveTo>
                      <a:pt x="2529" y="766"/>
                    </a:moveTo>
                    <a:cubicBezTo>
                      <a:pt x="2566" y="766"/>
                      <a:pt x="2604" y="782"/>
                      <a:pt x="2637" y="811"/>
                    </a:cubicBezTo>
                    <a:cubicBezTo>
                      <a:pt x="2659" y="827"/>
                      <a:pt x="2675" y="849"/>
                      <a:pt x="2702" y="865"/>
                    </a:cubicBezTo>
                    <a:cubicBezTo>
                      <a:pt x="2762" y="903"/>
                      <a:pt x="2833" y="936"/>
                      <a:pt x="2903" y="963"/>
                    </a:cubicBezTo>
                    <a:cubicBezTo>
                      <a:pt x="3045" y="1034"/>
                      <a:pt x="3186" y="1088"/>
                      <a:pt x="3338" y="1132"/>
                    </a:cubicBezTo>
                    <a:cubicBezTo>
                      <a:pt x="3360" y="1132"/>
                      <a:pt x="3387" y="1137"/>
                      <a:pt x="3409" y="1137"/>
                    </a:cubicBezTo>
                    <a:cubicBezTo>
                      <a:pt x="3404" y="1181"/>
                      <a:pt x="3414" y="1219"/>
                      <a:pt x="3409" y="1257"/>
                    </a:cubicBezTo>
                    <a:cubicBezTo>
                      <a:pt x="3404" y="1306"/>
                      <a:pt x="3387" y="1349"/>
                      <a:pt x="3365" y="1393"/>
                    </a:cubicBezTo>
                    <a:cubicBezTo>
                      <a:pt x="3355" y="1452"/>
                      <a:pt x="3344" y="1507"/>
                      <a:pt x="3338" y="1566"/>
                    </a:cubicBezTo>
                    <a:cubicBezTo>
                      <a:pt x="3300" y="1822"/>
                      <a:pt x="3268" y="2056"/>
                      <a:pt x="3311" y="2311"/>
                    </a:cubicBezTo>
                    <a:cubicBezTo>
                      <a:pt x="3311" y="2317"/>
                      <a:pt x="3306" y="2322"/>
                      <a:pt x="3306" y="2327"/>
                    </a:cubicBezTo>
                    <a:cubicBezTo>
                      <a:pt x="3045" y="2366"/>
                      <a:pt x="2806" y="2567"/>
                      <a:pt x="2588" y="2692"/>
                    </a:cubicBezTo>
                    <a:cubicBezTo>
                      <a:pt x="2447" y="2768"/>
                      <a:pt x="2311" y="2849"/>
                      <a:pt x="2186" y="2947"/>
                    </a:cubicBezTo>
                    <a:cubicBezTo>
                      <a:pt x="2132" y="3002"/>
                      <a:pt x="2066" y="3045"/>
                      <a:pt x="1996" y="3083"/>
                    </a:cubicBezTo>
                    <a:cubicBezTo>
                      <a:pt x="1936" y="3105"/>
                      <a:pt x="1881" y="3143"/>
                      <a:pt x="1833" y="3186"/>
                    </a:cubicBezTo>
                    <a:cubicBezTo>
                      <a:pt x="1670" y="3377"/>
                      <a:pt x="1664" y="3746"/>
                      <a:pt x="1670" y="3985"/>
                    </a:cubicBezTo>
                    <a:cubicBezTo>
                      <a:pt x="1675" y="4132"/>
                      <a:pt x="1697" y="4279"/>
                      <a:pt x="1740" y="4426"/>
                    </a:cubicBezTo>
                    <a:cubicBezTo>
                      <a:pt x="1762" y="4507"/>
                      <a:pt x="1789" y="4583"/>
                      <a:pt x="1811" y="4665"/>
                    </a:cubicBezTo>
                    <a:cubicBezTo>
                      <a:pt x="1833" y="4746"/>
                      <a:pt x="1833" y="4817"/>
                      <a:pt x="1849" y="4888"/>
                    </a:cubicBezTo>
                    <a:cubicBezTo>
                      <a:pt x="1881" y="4986"/>
                      <a:pt x="1947" y="5067"/>
                      <a:pt x="2039" y="5116"/>
                    </a:cubicBezTo>
                    <a:cubicBezTo>
                      <a:pt x="2012" y="5160"/>
                      <a:pt x="1996" y="5208"/>
                      <a:pt x="1979" y="5257"/>
                    </a:cubicBezTo>
                    <a:cubicBezTo>
                      <a:pt x="1925" y="5399"/>
                      <a:pt x="1822" y="5513"/>
                      <a:pt x="1762" y="5654"/>
                    </a:cubicBezTo>
                    <a:cubicBezTo>
                      <a:pt x="1691" y="5806"/>
                      <a:pt x="1653" y="5969"/>
                      <a:pt x="1604" y="6127"/>
                    </a:cubicBezTo>
                    <a:cubicBezTo>
                      <a:pt x="1583" y="6187"/>
                      <a:pt x="1566" y="6247"/>
                      <a:pt x="1550" y="6306"/>
                    </a:cubicBezTo>
                    <a:cubicBezTo>
                      <a:pt x="1512" y="6296"/>
                      <a:pt x="1468" y="6290"/>
                      <a:pt x="1425" y="6279"/>
                    </a:cubicBezTo>
                    <a:lnTo>
                      <a:pt x="1425" y="6268"/>
                    </a:lnTo>
                    <a:cubicBezTo>
                      <a:pt x="1403" y="6225"/>
                      <a:pt x="1360" y="6198"/>
                      <a:pt x="1311" y="6198"/>
                    </a:cubicBezTo>
                    <a:cubicBezTo>
                      <a:pt x="1289" y="6198"/>
                      <a:pt x="1267" y="6203"/>
                      <a:pt x="1251" y="6214"/>
                    </a:cubicBezTo>
                    <a:lnTo>
                      <a:pt x="1126" y="6171"/>
                    </a:lnTo>
                    <a:cubicBezTo>
                      <a:pt x="1104" y="6133"/>
                      <a:pt x="1066" y="6111"/>
                      <a:pt x="1028" y="6094"/>
                    </a:cubicBezTo>
                    <a:cubicBezTo>
                      <a:pt x="1023" y="6093"/>
                      <a:pt x="1017" y="6092"/>
                      <a:pt x="1011" y="6092"/>
                    </a:cubicBezTo>
                    <a:cubicBezTo>
                      <a:pt x="993" y="6092"/>
                      <a:pt x="975" y="6099"/>
                      <a:pt x="963" y="6111"/>
                    </a:cubicBezTo>
                    <a:cubicBezTo>
                      <a:pt x="941" y="6105"/>
                      <a:pt x="914" y="6100"/>
                      <a:pt x="892" y="6094"/>
                    </a:cubicBezTo>
                    <a:cubicBezTo>
                      <a:pt x="881" y="6094"/>
                      <a:pt x="865" y="6089"/>
                      <a:pt x="854" y="6089"/>
                    </a:cubicBezTo>
                    <a:cubicBezTo>
                      <a:pt x="834" y="6063"/>
                      <a:pt x="805" y="6048"/>
                      <a:pt x="776" y="6048"/>
                    </a:cubicBezTo>
                    <a:cubicBezTo>
                      <a:pt x="757" y="6048"/>
                      <a:pt x="739" y="6054"/>
                      <a:pt x="724" y="6067"/>
                    </a:cubicBezTo>
                    <a:cubicBezTo>
                      <a:pt x="713" y="6073"/>
                      <a:pt x="707" y="6078"/>
                      <a:pt x="702" y="6084"/>
                    </a:cubicBezTo>
                    <a:cubicBezTo>
                      <a:pt x="675" y="6084"/>
                      <a:pt x="642" y="6084"/>
                      <a:pt x="610" y="6078"/>
                    </a:cubicBezTo>
                    <a:cubicBezTo>
                      <a:pt x="539" y="5877"/>
                      <a:pt x="479" y="5665"/>
                      <a:pt x="436" y="5459"/>
                    </a:cubicBezTo>
                    <a:cubicBezTo>
                      <a:pt x="327" y="4986"/>
                      <a:pt x="294" y="4502"/>
                      <a:pt x="332" y="4023"/>
                    </a:cubicBezTo>
                    <a:cubicBezTo>
                      <a:pt x="349" y="3850"/>
                      <a:pt x="370" y="3670"/>
                      <a:pt x="398" y="3496"/>
                    </a:cubicBezTo>
                    <a:cubicBezTo>
                      <a:pt x="414" y="3474"/>
                      <a:pt x="425" y="3447"/>
                      <a:pt x="430" y="3426"/>
                    </a:cubicBezTo>
                    <a:cubicBezTo>
                      <a:pt x="452" y="3377"/>
                      <a:pt x="484" y="3333"/>
                      <a:pt x="523" y="3300"/>
                    </a:cubicBezTo>
                    <a:cubicBezTo>
                      <a:pt x="561" y="3262"/>
                      <a:pt x="599" y="3224"/>
                      <a:pt x="631" y="3181"/>
                    </a:cubicBezTo>
                    <a:cubicBezTo>
                      <a:pt x="729" y="3192"/>
                      <a:pt x="822" y="3208"/>
                      <a:pt x="919" y="3219"/>
                    </a:cubicBezTo>
                    <a:cubicBezTo>
                      <a:pt x="1017" y="3224"/>
                      <a:pt x="1126" y="3273"/>
                      <a:pt x="1224" y="3290"/>
                    </a:cubicBezTo>
                    <a:cubicBezTo>
                      <a:pt x="1327" y="3300"/>
                      <a:pt x="1441" y="3300"/>
                      <a:pt x="1539" y="3349"/>
                    </a:cubicBezTo>
                    <a:cubicBezTo>
                      <a:pt x="1570" y="3370"/>
                      <a:pt x="1606" y="3380"/>
                      <a:pt x="1644" y="3380"/>
                    </a:cubicBezTo>
                    <a:cubicBezTo>
                      <a:pt x="1665" y="3380"/>
                      <a:pt x="1686" y="3377"/>
                      <a:pt x="1708" y="3371"/>
                    </a:cubicBezTo>
                    <a:cubicBezTo>
                      <a:pt x="1718" y="3366"/>
                      <a:pt x="1718" y="3344"/>
                      <a:pt x="1702" y="3344"/>
                    </a:cubicBezTo>
                    <a:cubicBezTo>
                      <a:pt x="1615" y="3344"/>
                      <a:pt x="1572" y="3246"/>
                      <a:pt x="1501" y="3208"/>
                    </a:cubicBezTo>
                    <a:cubicBezTo>
                      <a:pt x="1403" y="3154"/>
                      <a:pt x="1289" y="3159"/>
                      <a:pt x="1186" y="3132"/>
                    </a:cubicBezTo>
                    <a:cubicBezTo>
                      <a:pt x="1028" y="3083"/>
                      <a:pt x="870" y="3050"/>
                      <a:pt x="707" y="3029"/>
                    </a:cubicBezTo>
                    <a:cubicBezTo>
                      <a:pt x="745" y="2893"/>
                      <a:pt x="745" y="2719"/>
                      <a:pt x="637" y="2621"/>
                    </a:cubicBezTo>
                    <a:lnTo>
                      <a:pt x="648" y="2605"/>
                    </a:lnTo>
                    <a:cubicBezTo>
                      <a:pt x="756" y="2414"/>
                      <a:pt x="860" y="2230"/>
                      <a:pt x="963" y="2034"/>
                    </a:cubicBezTo>
                    <a:cubicBezTo>
                      <a:pt x="1066" y="1833"/>
                      <a:pt x="1224" y="1675"/>
                      <a:pt x="1376" y="1507"/>
                    </a:cubicBezTo>
                    <a:cubicBezTo>
                      <a:pt x="1534" y="1344"/>
                      <a:pt x="1686" y="1164"/>
                      <a:pt x="1898" y="1061"/>
                    </a:cubicBezTo>
                    <a:cubicBezTo>
                      <a:pt x="2104" y="963"/>
                      <a:pt x="2311" y="882"/>
                      <a:pt x="2501" y="767"/>
                    </a:cubicBezTo>
                    <a:lnTo>
                      <a:pt x="2512" y="767"/>
                    </a:lnTo>
                    <a:cubicBezTo>
                      <a:pt x="2518" y="767"/>
                      <a:pt x="2523" y="766"/>
                      <a:pt x="2529" y="766"/>
                    </a:cubicBezTo>
                    <a:close/>
                    <a:moveTo>
                      <a:pt x="1463" y="6486"/>
                    </a:moveTo>
                    <a:cubicBezTo>
                      <a:pt x="1485" y="6497"/>
                      <a:pt x="1501" y="6502"/>
                      <a:pt x="1523" y="6513"/>
                    </a:cubicBezTo>
                    <a:cubicBezTo>
                      <a:pt x="1517" y="6512"/>
                      <a:pt x="1511" y="6511"/>
                      <a:pt x="1505" y="6511"/>
                    </a:cubicBezTo>
                    <a:cubicBezTo>
                      <a:pt x="1490" y="6511"/>
                      <a:pt x="1475" y="6516"/>
                      <a:pt x="1463" y="6524"/>
                    </a:cubicBezTo>
                    <a:lnTo>
                      <a:pt x="1463" y="6486"/>
                    </a:lnTo>
                    <a:close/>
                    <a:moveTo>
                      <a:pt x="6111" y="3099"/>
                    </a:moveTo>
                    <a:cubicBezTo>
                      <a:pt x="6132" y="3099"/>
                      <a:pt x="6154" y="3105"/>
                      <a:pt x="6176" y="3116"/>
                    </a:cubicBezTo>
                    <a:cubicBezTo>
                      <a:pt x="6165" y="3148"/>
                      <a:pt x="6165" y="3186"/>
                      <a:pt x="6176" y="3224"/>
                    </a:cubicBezTo>
                    <a:cubicBezTo>
                      <a:pt x="6203" y="3295"/>
                      <a:pt x="6268" y="3322"/>
                      <a:pt x="6328" y="3355"/>
                    </a:cubicBezTo>
                    <a:cubicBezTo>
                      <a:pt x="6361" y="3371"/>
                      <a:pt x="6388" y="3387"/>
                      <a:pt x="6415" y="3415"/>
                    </a:cubicBezTo>
                    <a:cubicBezTo>
                      <a:pt x="6415" y="3420"/>
                      <a:pt x="6410" y="3426"/>
                      <a:pt x="6410" y="3431"/>
                    </a:cubicBezTo>
                    <a:cubicBezTo>
                      <a:pt x="6392" y="3488"/>
                      <a:pt x="6435" y="3524"/>
                      <a:pt x="6481" y="3524"/>
                    </a:cubicBezTo>
                    <a:cubicBezTo>
                      <a:pt x="6492" y="3524"/>
                      <a:pt x="6502" y="3522"/>
                      <a:pt x="6513" y="3518"/>
                    </a:cubicBezTo>
                    <a:cubicBezTo>
                      <a:pt x="6589" y="3627"/>
                      <a:pt x="6654" y="3746"/>
                      <a:pt x="6708" y="3871"/>
                    </a:cubicBezTo>
                    <a:cubicBezTo>
                      <a:pt x="6823" y="4100"/>
                      <a:pt x="6937" y="4437"/>
                      <a:pt x="7214" y="4453"/>
                    </a:cubicBezTo>
                    <a:cubicBezTo>
                      <a:pt x="7219" y="4458"/>
                      <a:pt x="7225" y="4464"/>
                      <a:pt x="7230" y="4469"/>
                    </a:cubicBezTo>
                    <a:cubicBezTo>
                      <a:pt x="7230" y="4529"/>
                      <a:pt x="7219" y="4583"/>
                      <a:pt x="7198" y="4632"/>
                    </a:cubicBezTo>
                    <a:cubicBezTo>
                      <a:pt x="7192" y="4714"/>
                      <a:pt x="7187" y="4790"/>
                      <a:pt x="7187" y="4866"/>
                    </a:cubicBezTo>
                    <a:cubicBezTo>
                      <a:pt x="7160" y="5051"/>
                      <a:pt x="7105" y="5230"/>
                      <a:pt x="7024" y="5399"/>
                    </a:cubicBezTo>
                    <a:cubicBezTo>
                      <a:pt x="6959" y="5551"/>
                      <a:pt x="6910" y="5709"/>
                      <a:pt x="6850" y="5866"/>
                    </a:cubicBezTo>
                    <a:cubicBezTo>
                      <a:pt x="6812" y="5969"/>
                      <a:pt x="6785" y="6089"/>
                      <a:pt x="6747" y="6198"/>
                    </a:cubicBezTo>
                    <a:cubicBezTo>
                      <a:pt x="6736" y="6198"/>
                      <a:pt x="6725" y="6198"/>
                      <a:pt x="6714" y="6203"/>
                    </a:cubicBezTo>
                    <a:cubicBezTo>
                      <a:pt x="6551" y="6263"/>
                      <a:pt x="6382" y="6296"/>
                      <a:pt x="6208" y="6301"/>
                    </a:cubicBezTo>
                    <a:cubicBezTo>
                      <a:pt x="6024" y="6317"/>
                      <a:pt x="5839" y="6345"/>
                      <a:pt x="5659" y="6388"/>
                    </a:cubicBezTo>
                    <a:cubicBezTo>
                      <a:pt x="5567" y="6404"/>
                      <a:pt x="5475" y="6432"/>
                      <a:pt x="5388" y="6453"/>
                    </a:cubicBezTo>
                    <a:cubicBezTo>
                      <a:pt x="5374" y="6445"/>
                      <a:pt x="5361" y="6441"/>
                      <a:pt x="5348" y="6441"/>
                    </a:cubicBezTo>
                    <a:cubicBezTo>
                      <a:pt x="5318" y="6441"/>
                      <a:pt x="5287" y="6461"/>
                      <a:pt x="5257" y="6491"/>
                    </a:cubicBezTo>
                    <a:cubicBezTo>
                      <a:pt x="5225" y="6497"/>
                      <a:pt x="5192" y="6508"/>
                      <a:pt x="5159" y="6513"/>
                    </a:cubicBezTo>
                    <a:cubicBezTo>
                      <a:pt x="5135" y="6519"/>
                      <a:pt x="5111" y="6520"/>
                      <a:pt x="5088" y="6520"/>
                    </a:cubicBezTo>
                    <a:cubicBezTo>
                      <a:pt x="5080" y="6520"/>
                      <a:pt x="5072" y="6520"/>
                      <a:pt x="5064" y="6520"/>
                    </a:cubicBezTo>
                    <a:cubicBezTo>
                      <a:pt x="5033" y="6520"/>
                      <a:pt x="5002" y="6521"/>
                      <a:pt x="4969" y="6535"/>
                    </a:cubicBezTo>
                    <a:lnTo>
                      <a:pt x="4964" y="6535"/>
                    </a:lnTo>
                    <a:cubicBezTo>
                      <a:pt x="4920" y="6426"/>
                      <a:pt x="4844" y="6328"/>
                      <a:pt x="4757" y="6247"/>
                    </a:cubicBezTo>
                    <a:cubicBezTo>
                      <a:pt x="4637" y="6127"/>
                      <a:pt x="4523" y="6002"/>
                      <a:pt x="4415" y="5866"/>
                    </a:cubicBezTo>
                    <a:cubicBezTo>
                      <a:pt x="4322" y="5741"/>
                      <a:pt x="4224" y="5616"/>
                      <a:pt x="4132" y="5491"/>
                    </a:cubicBezTo>
                    <a:cubicBezTo>
                      <a:pt x="4072" y="5393"/>
                      <a:pt x="3947" y="5301"/>
                      <a:pt x="3876" y="5198"/>
                    </a:cubicBezTo>
                    <a:cubicBezTo>
                      <a:pt x="3909" y="5176"/>
                      <a:pt x="3942" y="5149"/>
                      <a:pt x="3963" y="5116"/>
                    </a:cubicBezTo>
                    <a:cubicBezTo>
                      <a:pt x="4040" y="5013"/>
                      <a:pt x="4050" y="4882"/>
                      <a:pt x="4099" y="4768"/>
                    </a:cubicBezTo>
                    <a:cubicBezTo>
                      <a:pt x="4175" y="4594"/>
                      <a:pt x="4262" y="4426"/>
                      <a:pt x="4349" y="4263"/>
                    </a:cubicBezTo>
                    <a:cubicBezTo>
                      <a:pt x="4436" y="4110"/>
                      <a:pt x="4512" y="3958"/>
                      <a:pt x="4583" y="3801"/>
                    </a:cubicBezTo>
                    <a:cubicBezTo>
                      <a:pt x="4605" y="3719"/>
                      <a:pt x="4616" y="3632"/>
                      <a:pt x="4627" y="3551"/>
                    </a:cubicBezTo>
                    <a:cubicBezTo>
                      <a:pt x="4632" y="3502"/>
                      <a:pt x="4632" y="3458"/>
                      <a:pt x="4616" y="3415"/>
                    </a:cubicBezTo>
                    <a:lnTo>
                      <a:pt x="4654" y="3415"/>
                    </a:lnTo>
                    <a:cubicBezTo>
                      <a:pt x="4697" y="3409"/>
                      <a:pt x="4741" y="3387"/>
                      <a:pt x="4790" y="3382"/>
                    </a:cubicBezTo>
                    <a:cubicBezTo>
                      <a:pt x="4833" y="3371"/>
                      <a:pt x="4887" y="3355"/>
                      <a:pt x="4936" y="3344"/>
                    </a:cubicBezTo>
                    <a:cubicBezTo>
                      <a:pt x="5078" y="3317"/>
                      <a:pt x="5208" y="3284"/>
                      <a:pt x="5344" y="3246"/>
                    </a:cubicBezTo>
                    <a:cubicBezTo>
                      <a:pt x="5408" y="3383"/>
                      <a:pt x="5516" y="3517"/>
                      <a:pt x="5660" y="3517"/>
                    </a:cubicBezTo>
                    <a:cubicBezTo>
                      <a:pt x="5699" y="3517"/>
                      <a:pt x="5741" y="3507"/>
                      <a:pt x="5784" y="3485"/>
                    </a:cubicBezTo>
                    <a:cubicBezTo>
                      <a:pt x="5899" y="3420"/>
                      <a:pt x="5980" y="3306"/>
                      <a:pt x="6007" y="3170"/>
                    </a:cubicBezTo>
                    <a:lnTo>
                      <a:pt x="6040" y="3170"/>
                    </a:lnTo>
                    <a:cubicBezTo>
                      <a:pt x="6083" y="3170"/>
                      <a:pt x="6111" y="3137"/>
                      <a:pt x="6111" y="3099"/>
                    </a:cubicBezTo>
                    <a:close/>
                    <a:moveTo>
                      <a:pt x="6382" y="6508"/>
                    </a:moveTo>
                    <a:cubicBezTo>
                      <a:pt x="6371" y="6524"/>
                      <a:pt x="6361" y="6540"/>
                      <a:pt x="6350" y="6557"/>
                    </a:cubicBezTo>
                    <a:lnTo>
                      <a:pt x="6366" y="6508"/>
                    </a:lnTo>
                    <a:close/>
                    <a:moveTo>
                      <a:pt x="6214" y="6524"/>
                    </a:moveTo>
                    <a:cubicBezTo>
                      <a:pt x="6198" y="6562"/>
                      <a:pt x="6176" y="6595"/>
                      <a:pt x="6154" y="6627"/>
                    </a:cubicBezTo>
                    <a:lnTo>
                      <a:pt x="6154" y="6622"/>
                    </a:lnTo>
                    <a:cubicBezTo>
                      <a:pt x="6170" y="6589"/>
                      <a:pt x="6187" y="6557"/>
                      <a:pt x="6203" y="6524"/>
                    </a:cubicBezTo>
                    <a:close/>
                    <a:moveTo>
                      <a:pt x="1566" y="6540"/>
                    </a:moveTo>
                    <a:lnTo>
                      <a:pt x="1566" y="6540"/>
                    </a:lnTo>
                    <a:cubicBezTo>
                      <a:pt x="1615" y="6584"/>
                      <a:pt x="1659" y="6633"/>
                      <a:pt x="1697" y="6687"/>
                    </a:cubicBezTo>
                    <a:lnTo>
                      <a:pt x="1691" y="6687"/>
                    </a:lnTo>
                    <a:cubicBezTo>
                      <a:pt x="1675" y="6687"/>
                      <a:pt x="1659" y="6687"/>
                      <a:pt x="1642" y="6692"/>
                    </a:cubicBezTo>
                    <a:cubicBezTo>
                      <a:pt x="1631" y="6638"/>
                      <a:pt x="1604" y="6584"/>
                      <a:pt x="1566" y="6540"/>
                    </a:cubicBezTo>
                    <a:close/>
                    <a:moveTo>
                      <a:pt x="1066" y="6459"/>
                    </a:moveTo>
                    <a:lnTo>
                      <a:pt x="1066" y="6459"/>
                    </a:lnTo>
                    <a:cubicBezTo>
                      <a:pt x="1082" y="6535"/>
                      <a:pt x="1093" y="6611"/>
                      <a:pt x="1104" y="6687"/>
                    </a:cubicBezTo>
                    <a:lnTo>
                      <a:pt x="1104" y="6720"/>
                    </a:lnTo>
                    <a:cubicBezTo>
                      <a:pt x="1099" y="6676"/>
                      <a:pt x="1093" y="6633"/>
                      <a:pt x="1082" y="6584"/>
                    </a:cubicBezTo>
                    <a:cubicBezTo>
                      <a:pt x="1072" y="6540"/>
                      <a:pt x="1066" y="6502"/>
                      <a:pt x="1066" y="6459"/>
                    </a:cubicBezTo>
                    <a:close/>
                    <a:moveTo>
                      <a:pt x="6730" y="6535"/>
                    </a:moveTo>
                    <a:cubicBezTo>
                      <a:pt x="6741" y="6605"/>
                      <a:pt x="6747" y="6676"/>
                      <a:pt x="6741" y="6747"/>
                    </a:cubicBezTo>
                    <a:lnTo>
                      <a:pt x="6730" y="6654"/>
                    </a:lnTo>
                    <a:lnTo>
                      <a:pt x="6730" y="6535"/>
                    </a:lnTo>
                    <a:close/>
                    <a:moveTo>
                      <a:pt x="1289" y="6442"/>
                    </a:moveTo>
                    <a:lnTo>
                      <a:pt x="1305" y="6448"/>
                    </a:lnTo>
                    <a:cubicBezTo>
                      <a:pt x="1311" y="6589"/>
                      <a:pt x="1305" y="6730"/>
                      <a:pt x="1289" y="6866"/>
                    </a:cubicBezTo>
                    <a:cubicBezTo>
                      <a:pt x="1256" y="6769"/>
                      <a:pt x="1251" y="6665"/>
                      <a:pt x="1262" y="6562"/>
                    </a:cubicBezTo>
                    <a:cubicBezTo>
                      <a:pt x="1267" y="6518"/>
                      <a:pt x="1278" y="6480"/>
                      <a:pt x="1289" y="6442"/>
                    </a:cubicBezTo>
                    <a:close/>
                    <a:moveTo>
                      <a:pt x="5654" y="6730"/>
                    </a:moveTo>
                    <a:lnTo>
                      <a:pt x="5654" y="6730"/>
                    </a:lnTo>
                    <a:cubicBezTo>
                      <a:pt x="5616" y="6807"/>
                      <a:pt x="5578" y="6888"/>
                      <a:pt x="5534" y="6964"/>
                    </a:cubicBezTo>
                    <a:cubicBezTo>
                      <a:pt x="5545" y="6937"/>
                      <a:pt x="5556" y="6915"/>
                      <a:pt x="5572" y="6888"/>
                    </a:cubicBezTo>
                    <a:cubicBezTo>
                      <a:pt x="5600" y="6839"/>
                      <a:pt x="5621" y="6785"/>
                      <a:pt x="5654" y="6730"/>
                    </a:cubicBezTo>
                    <a:close/>
                    <a:moveTo>
                      <a:pt x="5273" y="6714"/>
                    </a:moveTo>
                    <a:cubicBezTo>
                      <a:pt x="5246" y="6801"/>
                      <a:pt x="5208" y="6888"/>
                      <a:pt x="5176" y="6970"/>
                    </a:cubicBezTo>
                    <a:cubicBezTo>
                      <a:pt x="5168" y="6962"/>
                      <a:pt x="5154" y="6957"/>
                      <a:pt x="5139" y="6957"/>
                    </a:cubicBezTo>
                    <a:cubicBezTo>
                      <a:pt x="5133" y="6957"/>
                      <a:pt x="5127" y="6957"/>
                      <a:pt x="5121" y="6959"/>
                    </a:cubicBezTo>
                    <a:lnTo>
                      <a:pt x="5148" y="6899"/>
                    </a:lnTo>
                    <a:cubicBezTo>
                      <a:pt x="5176" y="6839"/>
                      <a:pt x="5208" y="6785"/>
                      <a:pt x="5235" y="6725"/>
                    </a:cubicBezTo>
                    <a:lnTo>
                      <a:pt x="5273" y="6714"/>
                    </a:lnTo>
                    <a:close/>
                    <a:moveTo>
                      <a:pt x="1110" y="6785"/>
                    </a:moveTo>
                    <a:cubicBezTo>
                      <a:pt x="1110" y="6796"/>
                      <a:pt x="1115" y="6812"/>
                      <a:pt x="1115" y="6823"/>
                    </a:cubicBezTo>
                    <a:cubicBezTo>
                      <a:pt x="1120" y="6883"/>
                      <a:pt x="1131" y="6948"/>
                      <a:pt x="1153" y="7002"/>
                    </a:cubicBezTo>
                    <a:lnTo>
                      <a:pt x="1131" y="6986"/>
                    </a:lnTo>
                    <a:cubicBezTo>
                      <a:pt x="1115" y="6964"/>
                      <a:pt x="1099" y="6948"/>
                      <a:pt x="1088" y="6926"/>
                    </a:cubicBezTo>
                    <a:cubicBezTo>
                      <a:pt x="1093" y="6921"/>
                      <a:pt x="1104" y="6904"/>
                      <a:pt x="1104" y="6894"/>
                    </a:cubicBezTo>
                    <a:cubicBezTo>
                      <a:pt x="1110" y="6856"/>
                      <a:pt x="1110" y="6817"/>
                      <a:pt x="1110" y="6785"/>
                    </a:cubicBezTo>
                    <a:close/>
                    <a:moveTo>
                      <a:pt x="6730" y="6937"/>
                    </a:moveTo>
                    <a:lnTo>
                      <a:pt x="6730" y="7019"/>
                    </a:lnTo>
                    <a:cubicBezTo>
                      <a:pt x="6730" y="7008"/>
                      <a:pt x="6725" y="7002"/>
                      <a:pt x="6719" y="6991"/>
                    </a:cubicBezTo>
                    <a:cubicBezTo>
                      <a:pt x="6714" y="6986"/>
                      <a:pt x="6714" y="6981"/>
                      <a:pt x="6703" y="6975"/>
                    </a:cubicBezTo>
                    <a:cubicBezTo>
                      <a:pt x="6703" y="6964"/>
                      <a:pt x="6708" y="6953"/>
                      <a:pt x="6708" y="6942"/>
                    </a:cubicBezTo>
                    <a:cubicBezTo>
                      <a:pt x="6719" y="6942"/>
                      <a:pt x="6725" y="6937"/>
                      <a:pt x="6730" y="6937"/>
                    </a:cubicBezTo>
                    <a:close/>
                    <a:moveTo>
                      <a:pt x="6730" y="7100"/>
                    </a:moveTo>
                    <a:lnTo>
                      <a:pt x="6730" y="7127"/>
                    </a:lnTo>
                    <a:lnTo>
                      <a:pt x="6720" y="7127"/>
                    </a:lnTo>
                    <a:cubicBezTo>
                      <a:pt x="6721" y="7118"/>
                      <a:pt x="6726" y="7109"/>
                      <a:pt x="6730" y="7100"/>
                    </a:cubicBezTo>
                    <a:close/>
                    <a:moveTo>
                      <a:pt x="6002" y="6573"/>
                    </a:moveTo>
                    <a:cubicBezTo>
                      <a:pt x="5920" y="6741"/>
                      <a:pt x="5833" y="6904"/>
                      <a:pt x="5730" y="7062"/>
                    </a:cubicBezTo>
                    <a:cubicBezTo>
                      <a:pt x="5697" y="7127"/>
                      <a:pt x="5665" y="7187"/>
                      <a:pt x="5627" y="7252"/>
                    </a:cubicBezTo>
                    <a:lnTo>
                      <a:pt x="5600" y="7263"/>
                    </a:lnTo>
                    <a:cubicBezTo>
                      <a:pt x="5605" y="7252"/>
                      <a:pt x="5616" y="7241"/>
                      <a:pt x="5621" y="7231"/>
                    </a:cubicBezTo>
                    <a:cubicBezTo>
                      <a:pt x="5746" y="7008"/>
                      <a:pt x="5882" y="6796"/>
                      <a:pt x="6002" y="6573"/>
                    </a:cubicBezTo>
                    <a:close/>
                    <a:moveTo>
                      <a:pt x="1680" y="6921"/>
                    </a:moveTo>
                    <a:lnTo>
                      <a:pt x="1680" y="6942"/>
                    </a:lnTo>
                    <a:cubicBezTo>
                      <a:pt x="1680" y="7057"/>
                      <a:pt x="1664" y="7171"/>
                      <a:pt x="1642" y="7285"/>
                    </a:cubicBezTo>
                    <a:lnTo>
                      <a:pt x="1637" y="7285"/>
                    </a:lnTo>
                    <a:cubicBezTo>
                      <a:pt x="1648" y="7182"/>
                      <a:pt x="1664" y="7073"/>
                      <a:pt x="1670" y="6959"/>
                    </a:cubicBezTo>
                    <a:cubicBezTo>
                      <a:pt x="1670" y="6948"/>
                      <a:pt x="1675" y="6932"/>
                      <a:pt x="1680" y="6921"/>
                    </a:cubicBezTo>
                    <a:close/>
                    <a:moveTo>
                      <a:pt x="8361" y="4034"/>
                    </a:moveTo>
                    <a:cubicBezTo>
                      <a:pt x="8361" y="4110"/>
                      <a:pt x="8361" y="4187"/>
                      <a:pt x="8366" y="4263"/>
                    </a:cubicBezTo>
                    <a:cubicBezTo>
                      <a:pt x="8372" y="4388"/>
                      <a:pt x="8356" y="4513"/>
                      <a:pt x="8323" y="4632"/>
                    </a:cubicBezTo>
                    <a:lnTo>
                      <a:pt x="8323" y="4627"/>
                    </a:lnTo>
                    <a:cubicBezTo>
                      <a:pt x="8274" y="4844"/>
                      <a:pt x="8279" y="5073"/>
                      <a:pt x="8203" y="5285"/>
                    </a:cubicBezTo>
                    <a:cubicBezTo>
                      <a:pt x="8165" y="5393"/>
                      <a:pt x="8127" y="5502"/>
                      <a:pt x="8089" y="5611"/>
                    </a:cubicBezTo>
                    <a:cubicBezTo>
                      <a:pt x="8051" y="5719"/>
                      <a:pt x="7980" y="5834"/>
                      <a:pt x="7937" y="5953"/>
                    </a:cubicBezTo>
                    <a:cubicBezTo>
                      <a:pt x="7861" y="6149"/>
                      <a:pt x="7768" y="6339"/>
                      <a:pt x="7660" y="6518"/>
                    </a:cubicBezTo>
                    <a:cubicBezTo>
                      <a:pt x="7546" y="6720"/>
                      <a:pt x="7404" y="6904"/>
                      <a:pt x="7247" y="7073"/>
                    </a:cubicBezTo>
                    <a:cubicBezTo>
                      <a:pt x="7181" y="7154"/>
                      <a:pt x="7122" y="7241"/>
                      <a:pt x="7046" y="7318"/>
                    </a:cubicBezTo>
                    <a:lnTo>
                      <a:pt x="7035" y="7328"/>
                    </a:lnTo>
                    <a:cubicBezTo>
                      <a:pt x="7035" y="7323"/>
                      <a:pt x="7029" y="7318"/>
                      <a:pt x="7029" y="7312"/>
                    </a:cubicBezTo>
                    <a:cubicBezTo>
                      <a:pt x="6872" y="6986"/>
                      <a:pt x="7100" y="6518"/>
                      <a:pt x="6823" y="6236"/>
                    </a:cubicBezTo>
                    <a:lnTo>
                      <a:pt x="6817" y="6225"/>
                    </a:lnTo>
                    <a:cubicBezTo>
                      <a:pt x="6834" y="6198"/>
                      <a:pt x="6850" y="6171"/>
                      <a:pt x="6866" y="6143"/>
                    </a:cubicBezTo>
                    <a:cubicBezTo>
                      <a:pt x="6904" y="6051"/>
                      <a:pt x="6942" y="5964"/>
                      <a:pt x="6980" y="5877"/>
                    </a:cubicBezTo>
                    <a:cubicBezTo>
                      <a:pt x="7067" y="5687"/>
                      <a:pt x="7138" y="5497"/>
                      <a:pt x="7219" y="5306"/>
                    </a:cubicBezTo>
                    <a:cubicBezTo>
                      <a:pt x="7290" y="5121"/>
                      <a:pt x="7328" y="4931"/>
                      <a:pt x="7328" y="4741"/>
                    </a:cubicBezTo>
                    <a:cubicBezTo>
                      <a:pt x="7334" y="4643"/>
                      <a:pt x="7383" y="4540"/>
                      <a:pt x="7361" y="4442"/>
                    </a:cubicBezTo>
                    <a:cubicBezTo>
                      <a:pt x="7497" y="4409"/>
                      <a:pt x="7616" y="4360"/>
                      <a:pt x="7758" y="4360"/>
                    </a:cubicBezTo>
                    <a:cubicBezTo>
                      <a:pt x="7773" y="4361"/>
                      <a:pt x="7789" y="4362"/>
                      <a:pt x="7805" y="4362"/>
                    </a:cubicBezTo>
                    <a:cubicBezTo>
                      <a:pt x="7916" y="4362"/>
                      <a:pt x="8028" y="4345"/>
                      <a:pt x="8133" y="4317"/>
                    </a:cubicBezTo>
                    <a:cubicBezTo>
                      <a:pt x="8214" y="4290"/>
                      <a:pt x="8241" y="4214"/>
                      <a:pt x="8285" y="4143"/>
                    </a:cubicBezTo>
                    <a:cubicBezTo>
                      <a:pt x="8312" y="4105"/>
                      <a:pt x="8334" y="4072"/>
                      <a:pt x="8361" y="4034"/>
                    </a:cubicBezTo>
                    <a:close/>
                    <a:moveTo>
                      <a:pt x="1615" y="7426"/>
                    </a:moveTo>
                    <a:cubicBezTo>
                      <a:pt x="1615" y="7432"/>
                      <a:pt x="1615" y="7437"/>
                      <a:pt x="1615" y="7437"/>
                    </a:cubicBezTo>
                    <a:lnTo>
                      <a:pt x="1610" y="7432"/>
                    </a:lnTo>
                    <a:lnTo>
                      <a:pt x="1615" y="7426"/>
                    </a:lnTo>
                    <a:close/>
                    <a:moveTo>
                      <a:pt x="5061" y="7111"/>
                    </a:moveTo>
                    <a:lnTo>
                      <a:pt x="5061" y="7111"/>
                    </a:lnTo>
                    <a:cubicBezTo>
                      <a:pt x="5051" y="7165"/>
                      <a:pt x="5034" y="7225"/>
                      <a:pt x="5013" y="7279"/>
                    </a:cubicBezTo>
                    <a:cubicBezTo>
                      <a:pt x="4985" y="7345"/>
                      <a:pt x="4964" y="7415"/>
                      <a:pt x="4953" y="7491"/>
                    </a:cubicBezTo>
                    <a:cubicBezTo>
                      <a:pt x="4953" y="7497"/>
                      <a:pt x="4947" y="7502"/>
                      <a:pt x="4942" y="7508"/>
                    </a:cubicBezTo>
                    <a:cubicBezTo>
                      <a:pt x="4942" y="7513"/>
                      <a:pt x="4931" y="7530"/>
                      <a:pt x="4926" y="7546"/>
                    </a:cubicBezTo>
                    <a:lnTo>
                      <a:pt x="4882" y="7568"/>
                    </a:lnTo>
                    <a:cubicBezTo>
                      <a:pt x="4926" y="7470"/>
                      <a:pt x="4964" y="7372"/>
                      <a:pt x="5002" y="7274"/>
                    </a:cubicBezTo>
                    <a:cubicBezTo>
                      <a:pt x="5018" y="7220"/>
                      <a:pt x="5040" y="7165"/>
                      <a:pt x="5061" y="7111"/>
                    </a:cubicBezTo>
                    <a:close/>
                    <a:moveTo>
                      <a:pt x="1920" y="6970"/>
                    </a:moveTo>
                    <a:lnTo>
                      <a:pt x="1941" y="6991"/>
                    </a:lnTo>
                    <a:cubicBezTo>
                      <a:pt x="1936" y="7073"/>
                      <a:pt x="1909" y="7154"/>
                      <a:pt x="1898" y="7241"/>
                    </a:cubicBezTo>
                    <a:cubicBezTo>
                      <a:pt x="1887" y="7334"/>
                      <a:pt x="1887" y="7426"/>
                      <a:pt x="1865" y="7513"/>
                    </a:cubicBezTo>
                    <a:cubicBezTo>
                      <a:pt x="1854" y="7551"/>
                      <a:pt x="1849" y="7595"/>
                      <a:pt x="1854" y="7638"/>
                    </a:cubicBezTo>
                    <a:lnTo>
                      <a:pt x="1849" y="7638"/>
                    </a:lnTo>
                    <a:cubicBezTo>
                      <a:pt x="1827" y="7627"/>
                      <a:pt x="1805" y="7611"/>
                      <a:pt x="1789" y="7595"/>
                    </a:cubicBezTo>
                    <a:cubicBezTo>
                      <a:pt x="1854" y="7453"/>
                      <a:pt x="1860" y="7290"/>
                      <a:pt x="1881" y="7138"/>
                    </a:cubicBezTo>
                    <a:cubicBezTo>
                      <a:pt x="1892" y="7084"/>
                      <a:pt x="1903" y="7035"/>
                      <a:pt x="1914" y="6986"/>
                    </a:cubicBezTo>
                    <a:cubicBezTo>
                      <a:pt x="1920" y="6975"/>
                      <a:pt x="1920" y="6970"/>
                      <a:pt x="1920" y="6970"/>
                    </a:cubicBezTo>
                    <a:close/>
                    <a:moveTo>
                      <a:pt x="5735" y="7372"/>
                    </a:moveTo>
                    <a:lnTo>
                      <a:pt x="5735" y="7372"/>
                    </a:lnTo>
                    <a:cubicBezTo>
                      <a:pt x="5665" y="7491"/>
                      <a:pt x="5600" y="7606"/>
                      <a:pt x="5523" y="7725"/>
                    </a:cubicBezTo>
                    <a:cubicBezTo>
                      <a:pt x="5589" y="7606"/>
                      <a:pt x="5654" y="7491"/>
                      <a:pt x="5725" y="7377"/>
                    </a:cubicBezTo>
                    <a:lnTo>
                      <a:pt x="5735" y="7372"/>
                    </a:lnTo>
                    <a:close/>
                    <a:moveTo>
                      <a:pt x="2153" y="5170"/>
                    </a:moveTo>
                    <a:cubicBezTo>
                      <a:pt x="2202" y="5192"/>
                      <a:pt x="2257" y="5214"/>
                      <a:pt x="2311" y="5225"/>
                    </a:cubicBezTo>
                    <a:cubicBezTo>
                      <a:pt x="2341" y="5230"/>
                      <a:pt x="2372" y="5231"/>
                      <a:pt x="2402" y="5231"/>
                    </a:cubicBezTo>
                    <a:cubicBezTo>
                      <a:pt x="2452" y="5231"/>
                      <a:pt x="2502" y="5227"/>
                      <a:pt x="2551" y="5227"/>
                    </a:cubicBezTo>
                    <a:cubicBezTo>
                      <a:pt x="2572" y="5227"/>
                      <a:pt x="2594" y="5228"/>
                      <a:pt x="2615" y="5230"/>
                    </a:cubicBezTo>
                    <a:cubicBezTo>
                      <a:pt x="2681" y="5236"/>
                      <a:pt x="2740" y="5241"/>
                      <a:pt x="2806" y="5247"/>
                    </a:cubicBezTo>
                    <a:cubicBezTo>
                      <a:pt x="2822" y="5259"/>
                      <a:pt x="2839" y="5265"/>
                      <a:pt x="2858" y="5265"/>
                    </a:cubicBezTo>
                    <a:cubicBezTo>
                      <a:pt x="2871" y="5265"/>
                      <a:pt x="2884" y="5262"/>
                      <a:pt x="2898" y="5257"/>
                    </a:cubicBezTo>
                    <a:lnTo>
                      <a:pt x="3056" y="5263"/>
                    </a:lnTo>
                    <a:cubicBezTo>
                      <a:pt x="3072" y="5282"/>
                      <a:pt x="3095" y="5291"/>
                      <a:pt x="3118" y="5291"/>
                    </a:cubicBezTo>
                    <a:cubicBezTo>
                      <a:pt x="3141" y="5291"/>
                      <a:pt x="3164" y="5282"/>
                      <a:pt x="3181" y="5263"/>
                    </a:cubicBezTo>
                    <a:cubicBezTo>
                      <a:pt x="3349" y="5263"/>
                      <a:pt x="3512" y="5263"/>
                      <a:pt x="3675" y="5252"/>
                    </a:cubicBezTo>
                    <a:cubicBezTo>
                      <a:pt x="3719" y="5252"/>
                      <a:pt x="3762" y="5241"/>
                      <a:pt x="3800" y="5230"/>
                    </a:cubicBezTo>
                    <a:cubicBezTo>
                      <a:pt x="3844" y="5323"/>
                      <a:pt x="3914" y="5415"/>
                      <a:pt x="3958" y="5491"/>
                    </a:cubicBezTo>
                    <a:cubicBezTo>
                      <a:pt x="4056" y="5665"/>
                      <a:pt x="4165" y="5834"/>
                      <a:pt x="4284" y="5991"/>
                    </a:cubicBezTo>
                    <a:cubicBezTo>
                      <a:pt x="4398" y="6143"/>
                      <a:pt x="4540" y="6279"/>
                      <a:pt x="4665" y="6421"/>
                    </a:cubicBezTo>
                    <a:cubicBezTo>
                      <a:pt x="4697" y="6453"/>
                      <a:pt x="4724" y="6491"/>
                      <a:pt x="4752" y="6529"/>
                    </a:cubicBezTo>
                    <a:cubicBezTo>
                      <a:pt x="4779" y="6567"/>
                      <a:pt x="4790" y="6616"/>
                      <a:pt x="4817" y="6649"/>
                    </a:cubicBezTo>
                    <a:cubicBezTo>
                      <a:pt x="4822" y="6654"/>
                      <a:pt x="4828" y="6660"/>
                      <a:pt x="4839" y="6665"/>
                    </a:cubicBezTo>
                    <a:cubicBezTo>
                      <a:pt x="4773" y="6801"/>
                      <a:pt x="4746" y="6942"/>
                      <a:pt x="4665" y="7073"/>
                    </a:cubicBezTo>
                    <a:cubicBezTo>
                      <a:pt x="4583" y="7231"/>
                      <a:pt x="4512" y="7394"/>
                      <a:pt x="4464" y="7562"/>
                    </a:cubicBezTo>
                    <a:cubicBezTo>
                      <a:pt x="4464" y="7568"/>
                      <a:pt x="4458" y="7578"/>
                      <a:pt x="4453" y="7589"/>
                    </a:cubicBezTo>
                    <a:cubicBezTo>
                      <a:pt x="4431" y="7627"/>
                      <a:pt x="4420" y="7665"/>
                      <a:pt x="4409" y="7709"/>
                    </a:cubicBezTo>
                    <a:cubicBezTo>
                      <a:pt x="4404" y="7720"/>
                      <a:pt x="4398" y="7731"/>
                      <a:pt x="4393" y="7742"/>
                    </a:cubicBezTo>
                    <a:cubicBezTo>
                      <a:pt x="4326" y="7760"/>
                      <a:pt x="4259" y="7769"/>
                      <a:pt x="4191" y="7769"/>
                    </a:cubicBezTo>
                    <a:cubicBezTo>
                      <a:pt x="4159" y="7769"/>
                      <a:pt x="4127" y="7767"/>
                      <a:pt x="4094" y="7763"/>
                    </a:cubicBezTo>
                    <a:cubicBezTo>
                      <a:pt x="4029" y="7752"/>
                      <a:pt x="3958" y="7714"/>
                      <a:pt x="3893" y="7698"/>
                    </a:cubicBezTo>
                    <a:cubicBezTo>
                      <a:pt x="3811" y="7676"/>
                      <a:pt x="3730" y="7665"/>
                      <a:pt x="3648" y="7660"/>
                    </a:cubicBezTo>
                    <a:cubicBezTo>
                      <a:pt x="3469" y="7633"/>
                      <a:pt x="3289" y="7589"/>
                      <a:pt x="3115" y="7535"/>
                    </a:cubicBezTo>
                    <a:cubicBezTo>
                      <a:pt x="2963" y="7497"/>
                      <a:pt x="2806" y="7464"/>
                      <a:pt x="2659" y="7410"/>
                    </a:cubicBezTo>
                    <a:cubicBezTo>
                      <a:pt x="2653" y="7383"/>
                      <a:pt x="2643" y="7356"/>
                      <a:pt x="2632" y="7328"/>
                    </a:cubicBezTo>
                    <a:lnTo>
                      <a:pt x="2637" y="7328"/>
                    </a:lnTo>
                    <a:cubicBezTo>
                      <a:pt x="2604" y="7263"/>
                      <a:pt x="2550" y="7241"/>
                      <a:pt x="2507" y="7193"/>
                    </a:cubicBezTo>
                    <a:cubicBezTo>
                      <a:pt x="2463" y="7138"/>
                      <a:pt x="2420" y="7084"/>
                      <a:pt x="2371" y="7035"/>
                    </a:cubicBezTo>
                    <a:cubicBezTo>
                      <a:pt x="2278" y="6964"/>
                      <a:pt x="2175" y="6899"/>
                      <a:pt x="2088" y="6823"/>
                    </a:cubicBezTo>
                    <a:cubicBezTo>
                      <a:pt x="2073" y="6746"/>
                      <a:pt x="2033" y="6670"/>
                      <a:pt x="1966" y="6670"/>
                    </a:cubicBezTo>
                    <a:cubicBezTo>
                      <a:pt x="1961" y="6670"/>
                      <a:pt x="1957" y="6670"/>
                      <a:pt x="1952" y="6671"/>
                    </a:cubicBezTo>
                    <a:cubicBezTo>
                      <a:pt x="1887" y="6567"/>
                      <a:pt x="1805" y="6475"/>
                      <a:pt x="1718" y="6388"/>
                    </a:cubicBezTo>
                    <a:cubicBezTo>
                      <a:pt x="1708" y="6377"/>
                      <a:pt x="1691" y="6372"/>
                      <a:pt x="1680" y="6361"/>
                    </a:cubicBezTo>
                    <a:cubicBezTo>
                      <a:pt x="1718" y="6192"/>
                      <a:pt x="1784" y="6029"/>
                      <a:pt x="1838" y="5866"/>
                    </a:cubicBezTo>
                    <a:cubicBezTo>
                      <a:pt x="1892" y="5719"/>
                      <a:pt x="1963" y="5573"/>
                      <a:pt x="2045" y="5437"/>
                    </a:cubicBezTo>
                    <a:cubicBezTo>
                      <a:pt x="2077" y="5382"/>
                      <a:pt x="2099" y="5317"/>
                      <a:pt x="2115" y="5252"/>
                    </a:cubicBezTo>
                    <a:cubicBezTo>
                      <a:pt x="2126" y="5225"/>
                      <a:pt x="2137" y="5198"/>
                      <a:pt x="2153" y="5170"/>
                    </a:cubicBezTo>
                    <a:close/>
                    <a:moveTo>
                      <a:pt x="2132" y="7220"/>
                    </a:moveTo>
                    <a:lnTo>
                      <a:pt x="2132" y="7220"/>
                    </a:lnTo>
                    <a:cubicBezTo>
                      <a:pt x="2126" y="7274"/>
                      <a:pt x="2121" y="7328"/>
                      <a:pt x="2110" y="7377"/>
                    </a:cubicBezTo>
                    <a:cubicBezTo>
                      <a:pt x="2088" y="7491"/>
                      <a:pt x="2077" y="7606"/>
                      <a:pt x="2050" y="7720"/>
                    </a:cubicBezTo>
                    <a:cubicBezTo>
                      <a:pt x="2045" y="7739"/>
                      <a:pt x="2045" y="7754"/>
                      <a:pt x="2052" y="7769"/>
                    </a:cubicBezTo>
                    <a:lnTo>
                      <a:pt x="2052" y="7769"/>
                    </a:lnTo>
                    <a:lnTo>
                      <a:pt x="1990" y="7731"/>
                    </a:lnTo>
                    <a:cubicBezTo>
                      <a:pt x="2001" y="7720"/>
                      <a:pt x="2012" y="7709"/>
                      <a:pt x="2012" y="7698"/>
                    </a:cubicBezTo>
                    <a:cubicBezTo>
                      <a:pt x="2066" y="7535"/>
                      <a:pt x="2055" y="7366"/>
                      <a:pt x="2132" y="7220"/>
                    </a:cubicBezTo>
                    <a:close/>
                    <a:moveTo>
                      <a:pt x="5513" y="7459"/>
                    </a:moveTo>
                    <a:lnTo>
                      <a:pt x="5513" y="7459"/>
                    </a:lnTo>
                    <a:cubicBezTo>
                      <a:pt x="5485" y="7513"/>
                      <a:pt x="5453" y="7568"/>
                      <a:pt x="5420" y="7622"/>
                    </a:cubicBezTo>
                    <a:cubicBezTo>
                      <a:pt x="5404" y="7649"/>
                      <a:pt x="5360" y="7736"/>
                      <a:pt x="5317" y="7818"/>
                    </a:cubicBezTo>
                    <a:cubicBezTo>
                      <a:pt x="5350" y="7747"/>
                      <a:pt x="5382" y="7682"/>
                      <a:pt x="5415" y="7611"/>
                    </a:cubicBezTo>
                    <a:lnTo>
                      <a:pt x="5420" y="7611"/>
                    </a:lnTo>
                    <a:cubicBezTo>
                      <a:pt x="5442" y="7568"/>
                      <a:pt x="5464" y="7519"/>
                      <a:pt x="5485" y="7470"/>
                    </a:cubicBezTo>
                    <a:lnTo>
                      <a:pt x="5513" y="7459"/>
                    </a:lnTo>
                    <a:close/>
                    <a:moveTo>
                      <a:pt x="2202" y="7742"/>
                    </a:moveTo>
                    <a:cubicBezTo>
                      <a:pt x="2216" y="7767"/>
                      <a:pt x="2240" y="7780"/>
                      <a:pt x="2265" y="7780"/>
                    </a:cubicBezTo>
                    <a:cubicBezTo>
                      <a:pt x="2279" y="7780"/>
                      <a:pt x="2292" y="7776"/>
                      <a:pt x="2305" y="7769"/>
                    </a:cubicBezTo>
                    <a:cubicBezTo>
                      <a:pt x="2316" y="7785"/>
                      <a:pt x="2327" y="7796"/>
                      <a:pt x="2349" y="7801"/>
                    </a:cubicBezTo>
                    <a:cubicBezTo>
                      <a:pt x="2344" y="7833"/>
                      <a:pt x="2338" y="7871"/>
                      <a:pt x="2338" y="7908"/>
                    </a:cubicBezTo>
                    <a:lnTo>
                      <a:pt x="2338" y="7908"/>
                    </a:lnTo>
                    <a:cubicBezTo>
                      <a:pt x="2264" y="7887"/>
                      <a:pt x="2201" y="7855"/>
                      <a:pt x="2132" y="7823"/>
                    </a:cubicBezTo>
                    <a:lnTo>
                      <a:pt x="2121" y="7812"/>
                    </a:lnTo>
                    <a:lnTo>
                      <a:pt x="2121" y="7812"/>
                    </a:lnTo>
                    <a:cubicBezTo>
                      <a:pt x="2124" y="7813"/>
                      <a:pt x="2128" y="7813"/>
                      <a:pt x="2131" y="7813"/>
                    </a:cubicBezTo>
                    <a:cubicBezTo>
                      <a:pt x="2155" y="7813"/>
                      <a:pt x="2176" y="7798"/>
                      <a:pt x="2186" y="7774"/>
                    </a:cubicBezTo>
                    <a:cubicBezTo>
                      <a:pt x="2191" y="7763"/>
                      <a:pt x="2197" y="7752"/>
                      <a:pt x="2202" y="7742"/>
                    </a:cubicBezTo>
                    <a:close/>
                    <a:moveTo>
                      <a:pt x="4567" y="7894"/>
                    </a:moveTo>
                    <a:cubicBezTo>
                      <a:pt x="4572" y="7905"/>
                      <a:pt x="4583" y="7910"/>
                      <a:pt x="4589" y="7915"/>
                    </a:cubicBezTo>
                    <a:cubicBezTo>
                      <a:pt x="4578" y="7910"/>
                      <a:pt x="4561" y="7910"/>
                      <a:pt x="4550" y="7910"/>
                    </a:cubicBezTo>
                    <a:lnTo>
                      <a:pt x="4561" y="7894"/>
                    </a:lnTo>
                    <a:close/>
                    <a:moveTo>
                      <a:pt x="4946" y="8039"/>
                    </a:moveTo>
                    <a:lnTo>
                      <a:pt x="4946" y="8039"/>
                    </a:lnTo>
                    <a:cubicBezTo>
                      <a:pt x="4954" y="8041"/>
                      <a:pt x="4962" y="8041"/>
                      <a:pt x="4969" y="8041"/>
                    </a:cubicBezTo>
                    <a:lnTo>
                      <a:pt x="4969" y="8046"/>
                    </a:lnTo>
                    <a:lnTo>
                      <a:pt x="4946" y="8039"/>
                    </a:lnTo>
                    <a:close/>
                    <a:moveTo>
                      <a:pt x="5176" y="8030"/>
                    </a:moveTo>
                    <a:lnTo>
                      <a:pt x="5186" y="8035"/>
                    </a:lnTo>
                    <a:cubicBezTo>
                      <a:pt x="5197" y="8035"/>
                      <a:pt x="5203" y="8041"/>
                      <a:pt x="5214" y="8041"/>
                    </a:cubicBezTo>
                    <a:cubicBezTo>
                      <a:pt x="5203" y="8062"/>
                      <a:pt x="5197" y="8084"/>
                      <a:pt x="5192" y="8111"/>
                    </a:cubicBezTo>
                    <a:lnTo>
                      <a:pt x="5132" y="8089"/>
                    </a:lnTo>
                    <a:cubicBezTo>
                      <a:pt x="5148" y="8073"/>
                      <a:pt x="5159" y="8051"/>
                      <a:pt x="5176" y="8030"/>
                    </a:cubicBezTo>
                    <a:close/>
                    <a:moveTo>
                      <a:pt x="5382" y="8155"/>
                    </a:moveTo>
                    <a:lnTo>
                      <a:pt x="5382" y="8176"/>
                    </a:lnTo>
                    <a:lnTo>
                      <a:pt x="5371" y="8171"/>
                    </a:lnTo>
                    <a:lnTo>
                      <a:pt x="5382" y="8155"/>
                    </a:lnTo>
                    <a:close/>
                    <a:moveTo>
                      <a:pt x="5507" y="8214"/>
                    </a:moveTo>
                    <a:cubicBezTo>
                      <a:pt x="5507" y="8229"/>
                      <a:pt x="5512" y="8242"/>
                      <a:pt x="5520" y="8253"/>
                    </a:cubicBezTo>
                    <a:lnTo>
                      <a:pt x="5520" y="8253"/>
                    </a:lnTo>
                    <a:cubicBezTo>
                      <a:pt x="5509" y="8245"/>
                      <a:pt x="5498" y="8238"/>
                      <a:pt x="5485" y="8231"/>
                    </a:cubicBezTo>
                    <a:lnTo>
                      <a:pt x="5507" y="8214"/>
                    </a:lnTo>
                    <a:close/>
                    <a:moveTo>
                      <a:pt x="5643" y="8269"/>
                    </a:moveTo>
                    <a:cubicBezTo>
                      <a:pt x="5643" y="8291"/>
                      <a:pt x="5654" y="8307"/>
                      <a:pt x="5670" y="8323"/>
                    </a:cubicBezTo>
                    <a:lnTo>
                      <a:pt x="5589" y="8350"/>
                    </a:lnTo>
                    <a:cubicBezTo>
                      <a:pt x="5579" y="8319"/>
                      <a:pt x="5563" y="8294"/>
                      <a:pt x="5542" y="8272"/>
                    </a:cubicBezTo>
                    <a:lnTo>
                      <a:pt x="5542" y="8272"/>
                    </a:lnTo>
                    <a:cubicBezTo>
                      <a:pt x="5551" y="8277"/>
                      <a:pt x="5562" y="8280"/>
                      <a:pt x="5574" y="8280"/>
                    </a:cubicBezTo>
                    <a:cubicBezTo>
                      <a:pt x="5577" y="8280"/>
                      <a:pt x="5580" y="8280"/>
                      <a:pt x="5583" y="8280"/>
                    </a:cubicBezTo>
                    <a:cubicBezTo>
                      <a:pt x="5589" y="8281"/>
                      <a:pt x="5595" y="8282"/>
                      <a:pt x="5600" y="8282"/>
                    </a:cubicBezTo>
                    <a:cubicBezTo>
                      <a:pt x="5614" y="8282"/>
                      <a:pt x="5627" y="8277"/>
                      <a:pt x="5643" y="8269"/>
                    </a:cubicBezTo>
                    <a:close/>
                    <a:moveTo>
                      <a:pt x="2675" y="7540"/>
                    </a:moveTo>
                    <a:cubicBezTo>
                      <a:pt x="2800" y="7600"/>
                      <a:pt x="2925" y="7644"/>
                      <a:pt x="3061" y="7676"/>
                    </a:cubicBezTo>
                    <a:cubicBezTo>
                      <a:pt x="3230" y="7731"/>
                      <a:pt x="3409" y="7780"/>
                      <a:pt x="3583" y="7812"/>
                    </a:cubicBezTo>
                    <a:cubicBezTo>
                      <a:pt x="3681" y="7823"/>
                      <a:pt x="3779" y="7839"/>
                      <a:pt x="3871" y="7861"/>
                    </a:cubicBezTo>
                    <a:cubicBezTo>
                      <a:pt x="3947" y="7888"/>
                      <a:pt x="4023" y="7915"/>
                      <a:pt x="4099" y="7932"/>
                    </a:cubicBezTo>
                    <a:cubicBezTo>
                      <a:pt x="4132" y="7935"/>
                      <a:pt x="4165" y="7936"/>
                      <a:pt x="4197" y="7936"/>
                    </a:cubicBezTo>
                    <a:cubicBezTo>
                      <a:pt x="4230" y="7936"/>
                      <a:pt x="4262" y="7935"/>
                      <a:pt x="4295" y="7932"/>
                    </a:cubicBezTo>
                    <a:cubicBezTo>
                      <a:pt x="4295" y="7943"/>
                      <a:pt x="4295" y="7948"/>
                      <a:pt x="4295" y="7954"/>
                    </a:cubicBezTo>
                    <a:cubicBezTo>
                      <a:pt x="4311" y="8111"/>
                      <a:pt x="4464" y="8073"/>
                      <a:pt x="4567" y="8111"/>
                    </a:cubicBezTo>
                    <a:cubicBezTo>
                      <a:pt x="4757" y="8182"/>
                      <a:pt x="4953" y="8225"/>
                      <a:pt x="5143" y="8280"/>
                    </a:cubicBezTo>
                    <a:cubicBezTo>
                      <a:pt x="5257" y="8301"/>
                      <a:pt x="5371" y="8339"/>
                      <a:pt x="5475" y="8383"/>
                    </a:cubicBezTo>
                    <a:cubicBezTo>
                      <a:pt x="5350" y="8421"/>
                      <a:pt x="5219" y="8448"/>
                      <a:pt x="5089" y="8470"/>
                    </a:cubicBezTo>
                    <a:lnTo>
                      <a:pt x="5089" y="8475"/>
                    </a:lnTo>
                    <a:cubicBezTo>
                      <a:pt x="4980" y="8492"/>
                      <a:pt x="4866" y="8481"/>
                      <a:pt x="4757" y="8508"/>
                    </a:cubicBezTo>
                    <a:cubicBezTo>
                      <a:pt x="4691" y="8517"/>
                      <a:pt x="4624" y="8523"/>
                      <a:pt x="4557" y="8523"/>
                    </a:cubicBezTo>
                    <a:cubicBezTo>
                      <a:pt x="4508" y="8523"/>
                      <a:pt x="4459" y="8520"/>
                      <a:pt x="4409" y="8513"/>
                    </a:cubicBezTo>
                    <a:cubicBezTo>
                      <a:pt x="4170" y="8492"/>
                      <a:pt x="3936" y="8421"/>
                      <a:pt x="3697" y="8383"/>
                    </a:cubicBezTo>
                    <a:cubicBezTo>
                      <a:pt x="3599" y="8372"/>
                      <a:pt x="3501" y="8345"/>
                      <a:pt x="3409" y="8312"/>
                    </a:cubicBezTo>
                    <a:cubicBezTo>
                      <a:pt x="3300" y="8269"/>
                      <a:pt x="3181" y="8253"/>
                      <a:pt x="3067" y="8220"/>
                    </a:cubicBezTo>
                    <a:cubicBezTo>
                      <a:pt x="2931" y="8171"/>
                      <a:pt x="2795" y="8117"/>
                      <a:pt x="2664" y="8057"/>
                    </a:cubicBezTo>
                    <a:cubicBezTo>
                      <a:pt x="2697" y="7948"/>
                      <a:pt x="2670" y="7807"/>
                      <a:pt x="2670" y="7703"/>
                    </a:cubicBezTo>
                    <a:cubicBezTo>
                      <a:pt x="2670" y="7649"/>
                      <a:pt x="2675" y="7595"/>
                      <a:pt x="2675" y="7540"/>
                    </a:cubicBezTo>
                    <a:close/>
                    <a:moveTo>
                      <a:pt x="4181" y="1"/>
                    </a:moveTo>
                    <a:cubicBezTo>
                      <a:pt x="3925" y="1"/>
                      <a:pt x="3654" y="93"/>
                      <a:pt x="3409" y="159"/>
                    </a:cubicBezTo>
                    <a:cubicBezTo>
                      <a:pt x="3164" y="224"/>
                      <a:pt x="2893" y="289"/>
                      <a:pt x="2643" y="381"/>
                    </a:cubicBezTo>
                    <a:cubicBezTo>
                      <a:pt x="2414" y="474"/>
                      <a:pt x="2208" y="599"/>
                      <a:pt x="1985" y="702"/>
                    </a:cubicBezTo>
                    <a:cubicBezTo>
                      <a:pt x="1762" y="805"/>
                      <a:pt x="1610" y="952"/>
                      <a:pt x="1441" y="1115"/>
                    </a:cubicBezTo>
                    <a:cubicBezTo>
                      <a:pt x="1381" y="1170"/>
                      <a:pt x="1322" y="1229"/>
                      <a:pt x="1267" y="1295"/>
                    </a:cubicBezTo>
                    <a:lnTo>
                      <a:pt x="1126" y="1441"/>
                    </a:lnTo>
                    <a:cubicBezTo>
                      <a:pt x="963" y="1605"/>
                      <a:pt x="822" y="1789"/>
                      <a:pt x="713" y="1996"/>
                    </a:cubicBezTo>
                    <a:cubicBezTo>
                      <a:pt x="664" y="2088"/>
                      <a:pt x="615" y="2186"/>
                      <a:pt x="561" y="2273"/>
                    </a:cubicBezTo>
                    <a:cubicBezTo>
                      <a:pt x="495" y="2371"/>
                      <a:pt x="430" y="2469"/>
                      <a:pt x="376" y="2578"/>
                    </a:cubicBezTo>
                    <a:cubicBezTo>
                      <a:pt x="273" y="2817"/>
                      <a:pt x="202" y="3067"/>
                      <a:pt x="164" y="3322"/>
                    </a:cubicBezTo>
                    <a:cubicBezTo>
                      <a:pt x="88" y="3828"/>
                      <a:pt x="1" y="4350"/>
                      <a:pt x="77" y="4861"/>
                    </a:cubicBezTo>
                    <a:cubicBezTo>
                      <a:pt x="115" y="5116"/>
                      <a:pt x="142" y="5372"/>
                      <a:pt x="196" y="5632"/>
                    </a:cubicBezTo>
                    <a:cubicBezTo>
                      <a:pt x="245" y="5866"/>
                      <a:pt x="316" y="6094"/>
                      <a:pt x="419" y="6317"/>
                    </a:cubicBezTo>
                    <a:cubicBezTo>
                      <a:pt x="528" y="6535"/>
                      <a:pt x="653" y="6747"/>
                      <a:pt x="789" y="6953"/>
                    </a:cubicBezTo>
                    <a:cubicBezTo>
                      <a:pt x="832" y="7046"/>
                      <a:pt x="892" y="7133"/>
                      <a:pt x="968" y="7209"/>
                    </a:cubicBezTo>
                    <a:cubicBezTo>
                      <a:pt x="1044" y="7285"/>
                      <a:pt x="1110" y="7377"/>
                      <a:pt x="1191" y="7453"/>
                    </a:cubicBezTo>
                    <a:cubicBezTo>
                      <a:pt x="1273" y="7530"/>
                      <a:pt x="1365" y="7589"/>
                      <a:pt x="1447" y="7660"/>
                    </a:cubicBezTo>
                    <a:cubicBezTo>
                      <a:pt x="1534" y="7747"/>
                      <a:pt x="1631" y="7829"/>
                      <a:pt x="1735" y="7894"/>
                    </a:cubicBezTo>
                    <a:cubicBezTo>
                      <a:pt x="1833" y="7954"/>
                      <a:pt x="1925" y="8024"/>
                      <a:pt x="2023" y="8079"/>
                    </a:cubicBezTo>
                    <a:cubicBezTo>
                      <a:pt x="2132" y="8133"/>
                      <a:pt x="2257" y="8171"/>
                      <a:pt x="2371" y="8225"/>
                    </a:cubicBezTo>
                    <a:cubicBezTo>
                      <a:pt x="2583" y="8339"/>
                      <a:pt x="2811" y="8432"/>
                      <a:pt x="3050" y="8503"/>
                    </a:cubicBezTo>
                    <a:cubicBezTo>
                      <a:pt x="3164" y="8530"/>
                      <a:pt x="3273" y="8562"/>
                      <a:pt x="3382" y="8600"/>
                    </a:cubicBezTo>
                    <a:cubicBezTo>
                      <a:pt x="3501" y="8638"/>
                      <a:pt x="3621" y="8660"/>
                      <a:pt x="3741" y="8676"/>
                    </a:cubicBezTo>
                    <a:cubicBezTo>
                      <a:pt x="3996" y="8720"/>
                      <a:pt x="4241" y="8785"/>
                      <a:pt x="4496" y="8802"/>
                    </a:cubicBezTo>
                    <a:cubicBezTo>
                      <a:pt x="4523" y="8803"/>
                      <a:pt x="4550" y="8803"/>
                      <a:pt x="4576" y="8803"/>
                    </a:cubicBezTo>
                    <a:cubicBezTo>
                      <a:pt x="4662" y="8803"/>
                      <a:pt x="4745" y="8796"/>
                      <a:pt x="4828" y="8780"/>
                    </a:cubicBezTo>
                    <a:cubicBezTo>
                      <a:pt x="4953" y="8753"/>
                      <a:pt x="5078" y="8769"/>
                      <a:pt x="5203" y="8742"/>
                    </a:cubicBezTo>
                    <a:cubicBezTo>
                      <a:pt x="5447" y="8698"/>
                      <a:pt x="5687" y="8628"/>
                      <a:pt x="5915" y="8530"/>
                    </a:cubicBezTo>
                    <a:cubicBezTo>
                      <a:pt x="6143" y="8432"/>
                      <a:pt x="6361" y="8307"/>
                      <a:pt x="6562" y="8160"/>
                    </a:cubicBezTo>
                    <a:cubicBezTo>
                      <a:pt x="6654" y="8089"/>
                      <a:pt x="6757" y="8041"/>
                      <a:pt x="6844" y="7975"/>
                    </a:cubicBezTo>
                    <a:cubicBezTo>
                      <a:pt x="6920" y="7910"/>
                      <a:pt x="6986" y="7834"/>
                      <a:pt x="7051" y="7758"/>
                    </a:cubicBezTo>
                    <a:cubicBezTo>
                      <a:pt x="7127" y="7671"/>
                      <a:pt x="7219" y="7595"/>
                      <a:pt x="7296" y="7508"/>
                    </a:cubicBezTo>
                    <a:cubicBezTo>
                      <a:pt x="7372" y="7421"/>
                      <a:pt x="7453" y="7301"/>
                      <a:pt x="7540" y="7209"/>
                    </a:cubicBezTo>
                    <a:cubicBezTo>
                      <a:pt x="7698" y="7035"/>
                      <a:pt x="7834" y="6839"/>
                      <a:pt x="7948" y="6633"/>
                    </a:cubicBezTo>
                    <a:cubicBezTo>
                      <a:pt x="8002" y="6529"/>
                      <a:pt x="8057" y="6432"/>
                      <a:pt x="8111" y="6328"/>
                    </a:cubicBezTo>
                    <a:cubicBezTo>
                      <a:pt x="8165" y="6225"/>
                      <a:pt x="8203" y="6116"/>
                      <a:pt x="8236" y="6008"/>
                    </a:cubicBezTo>
                    <a:cubicBezTo>
                      <a:pt x="8274" y="5888"/>
                      <a:pt x="8339" y="5779"/>
                      <a:pt x="8377" y="5665"/>
                    </a:cubicBezTo>
                    <a:cubicBezTo>
                      <a:pt x="8421" y="5551"/>
                      <a:pt x="8475" y="5415"/>
                      <a:pt x="8513" y="5285"/>
                    </a:cubicBezTo>
                    <a:cubicBezTo>
                      <a:pt x="8546" y="5181"/>
                      <a:pt x="8562" y="5078"/>
                      <a:pt x="8578" y="4969"/>
                    </a:cubicBezTo>
                    <a:cubicBezTo>
                      <a:pt x="8589" y="4904"/>
                      <a:pt x="8584" y="4833"/>
                      <a:pt x="8600" y="4768"/>
                    </a:cubicBezTo>
                    <a:cubicBezTo>
                      <a:pt x="8611" y="4697"/>
                      <a:pt x="8627" y="4643"/>
                      <a:pt x="8638" y="4578"/>
                    </a:cubicBezTo>
                    <a:cubicBezTo>
                      <a:pt x="8682" y="4339"/>
                      <a:pt x="8682" y="4094"/>
                      <a:pt x="8649" y="3855"/>
                    </a:cubicBezTo>
                    <a:lnTo>
                      <a:pt x="8649" y="3855"/>
                    </a:lnTo>
                    <a:lnTo>
                      <a:pt x="8644" y="3860"/>
                    </a:lnTo>
                    <a:cubicBezTo>
                      <a:pt x="8633" y="3752"/>
                      <a:pt x="8616" y="3643"/>
                      <a:pt x="8606" y="3534"/>
                    </a:cubicBezTo>
                    <a:cubicBezTo>
                      <a:pt x="8589" y="3409"/>
                      <a:pt x="8562" y="3290"/>
                      <a:pt x="8519" y="3175"/>
                    </a:cubicBezTo>
                    <a:cubicBezTo>
                      <a:pt x="8486" y="3056"/>
                      <a:pt x="8464" y="2936"/>
                      <a:pt x="8415" y="2822"/>
                    </a:cubicBezTo>
                    <a:cubicBezTo>
                      <a:pt x="8372" y="2708"/>
                      <a:pt x="8312" y="2588"/>
                      <a:pt x="8263" y="2469"/>
                    </a:cubicBezTo>
                    <a:cubicBezTo>
                      <a:pt x="8165" y="2251"/>
                      <a:pt x="7980" y="2099"/>
                      <a:pt x="7872" y="1893"/>
                    </a:cubicBezTo>
                    <a:cubicBezTo>
                      <a:pt x="7768" y="1681"/>
                      <a:pt x="7573" y="1566"/>
                      <a:pt x="7431" y="1393"/>
                    </a:cubicBezTo>
                    <a:cubicBezTo>
                      <a:pt x="7361" y="1306"/>
                      <a:pt x="7285" y="1224"/>
                      <a:pt x="7198" y="1148"/>
                    </a:cubicBezTo>
                    <a:cubicBezTo>
                      <a:pt x="7116" y="1077"/>
                      <a:pt x="7007" y="1034"/>
                      <a:pt x="6920" y="958"/>
                    </a:cubicBezTo>
                    <a:cubicBezTo>
                      <a:pt x="6736" y="822"/>
                      <a:pt x="6540" y="697"/>
                      <a:pt x="6333" y="593"/>
                    </a:cubicBezTo>
                    <a:cubicBezTo>
                      <a:pt x="6230" y="539"/>
                      <a:pt x="6143" y="458"/>
                      <a:pt x="6034" y="403"/>
                    </a:cubicBezTo>
                    <a:cubicBezTo>
                      <a:pt x="5931" y="349"/>
                      <a:pt x="5801" y="294"/>
                      <a:pt x="5681" y="246"/>
                    </a:cubicBezTo>
                    <a:cubicBezTo>
                      <a:pt x="5562" y="208"/>
                      <a:pt x="5431" y="175"/>
                      <a:pt x="5306" y="148"/>
                    </a:cubicBezTo>
                    <a:cubicBezTo>
                      <a:pt x="5170" y="121"/>
                      <a:pt x="5034" y="83"/>
                      <a:pt x="4893" y="61"/>
                    </a:cubicBezTo>
                    <a:cubicBezTo>
                      <a:pt x="4806" y="44"/>
                      <a:pt x="4715" y="37"/>
                      <a:pt x="4627" y="37"/>
                    </a:cubicBezTo>
                    <a:cubicBezTo>
                      <a:pt x="4599" y="37"/>
                      <a:pt x="4572" y="38"/>
                      <a:pt x="4545" y="39"/>
                    </a:cubicBezTo>
                    <a:cubicBezTo>
                      <a:pt x="4538" y="39"/>
                      <a:pt x="4530" y="39"/>
                      <a:pt x="4523" y="39"/>
                    </a:cubicBezTo>
                    <a:cubicBezTo>
                      <a:pt x="4407" y="39"/>
                      <a:pt x="4299" y="1"/>
                      <a:pt x="4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0"/>
              <p:cNvSpPr/>
              <p:nvPr/>
            </p:nvSpPr>
            <p:spPr>
              <a:xfrm>
                <a:off x="3722850" y="5161325"/>
                <a:ext cx="7900" cy="10950"/>
              </a:xfrm>
              <a:custGeom>
                <a:rect b="b" l="l" r="r" t="t"/>
                <a:pathLst>
                  <a:path extrusionOk="0" h="438" w="316">
                    <a:moveTo>
                      <a:pt x="243" y="0"/>
                    </a:moveTo>
                    <a:cubicBezTo>
                      <a:pt x="231" y="0"/>
                      <a:pt x="219" y="4"/>
                      <a:pt x="208" y="14"/>
                    </a:cubicBezTo>
                    <a:lnTo>
                      <a:pt x="208" y="20"/>
                    </a:lnTo>
                    <a:cubicBezTo>
                      <a:pt x="159" y="80"/>
                      <a:pt x="115" y="150"/>
                      <a:pt x="88" y="226"/>
                    </a:cubicBezTo>
                    <a:cubicBezTo>
                      <a:pt x="61" y="281"/>
                      <a:pt x="1" y="352"/>
                      <a:pt x="39" y="417"/>
                    </a:cubicBezTo>
                    <a:cubicBezTo>
                      <a:pt x="46" y="430"/>
                      <a:pt x="60" y="437"/>
                      <a:pt x="75" y="437"/>
                    </a:cubicBezTo>
                    <a:cubicBezTo>
                      <a:pt x="85" y="437"/>
                      <a:pt x="96" y="434"/>
                      <a:pt x="104" y="428"/>
                    </a:cubicBezTo>
                    <a:cubicBezTo>
                      <a:pt x="191" y="335"/>
                      <a:pt x="191" y="178"/>
                      <a:pt x="278" y="85"/>
                    </a:cubicBezTo>
                    <a:cubicBezTo>
                      <a:pt x="316" y="48"/>
                      <a:pt x="283"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0"/>
              <p:cNvSpPr/>
              <p:nvPr/>
            </p:nvSpPr>
            <p:spPr>
              <a:xfrm>
                <a:off x="3731550" y="5168250"/>
                <a:ext cx="3700" cy="7500"/>
              </a:xfrm>
              <a:custGeom>
                <a:rect b="b" l="l" r="r" t="t"/>
                <a:pathLst>
                  <a:path extrusionOk="0" h="300" w="148">
                    <a:moveTo>
                      <a:pt x="69" y="0"/>
                    </a:moveTo>
                    <a:cubicBezTo>
                      <a:pt x="31" y="0"/>
                      <a:pt x="0" y="48"/>
                      <a:pt x="33" y="85"/>
                    </a:cubicBezTo>
                    <a:cubicBezTo>
                      <a:pt x="44" y="96"/>
                      <a:pt x="44" y="91"/>
                      <a:pt x="33" y="107"/>
                    </a:cubicBezTo>
                    <a:cubicBezTo>
                      <a:pt x="28" y="118"/>
                      <a:pt x="23" y="140"/>
                      <a:pt x="17" y="156"/>
                    </a:cubicBezTo>
                    <a:cubicBezTo>
                      <a:pt x="12" y="189"/>
                      <a:pt x="33" y="232"/>
                      <a:pt x="17" y="259"/>
                    </a:cubicBezTo>
                    <a:cubicBezTo>
                      <a:pt x="8" y="278"/>
                      <a:pt x="26" y="300"/>
                      <a:pt x="45" y="300"/>
                    </a:cubicBezTo>
                    <a:cubicBezTo>
                      <a:pt x="48" y="300"/>
                      <a:pt x="52" y="299"/>
                      <a:pt x="55" y="297"/>
                    </a:cubicBezTo>
                    <a:cubicBezTo>
                      <a:pt x="77" y="281"/>
                      <a:pt x="93" y="265"/>
                      <a:pt x="104" y="243"/>
                    </a:cubicBezTo>
                    <a:cubicBezTo>
                      <a:pt x="110" y="216"/>
                      <a:pt x="115" y="183"/>
                      <a:pt x="120" y="156"/>
                    </a:cubicBezTo>
                    <a:cubicBezTo>
                      <a:pt x="137" y="102"/>
                      <a:pt x="148" y="64"/>
                      <a:pt x="99" y="15"/>
                    </a:cubicBezTo>
                    <a:lnTo>
                      <a:pt x="104" y="15"/>
                    </a:lnTo>
                    <a:cubicBezTo>
                      <a:pt x="93" y="5"/>
                      <a:pt x="81"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0"/>
              <p:cNvSpPr/>
              <p:nvPr/>
            </p:nvSpPr>
            <p:spPr>
              <a:xfrm>
                <a:off x="3738900" y="5194075"/>
                <a:ext cx="7375" cy="9650"/>
              </a:xfrm>
              <a:custGeom>
                <a:rect b="b" l="l" r="r" t="t"/>
                <a:pathLst>
                  <a:path extrusionOk="0" h="386" w="295">
                    <a:moveTo>
                      <a:pt x="219" y="1"/>
                    </a:moveTo>
                    <a:cubicBezTo>
                      <a:pt x="208" y="1"/>
                      <a:pt x="196" y="5"/>
                      <a:pt x="185" y="15"/>
                    </a:cubicBezTo>
                    <a:lnTo>
                      <a:pt x="180" y="15"/>
                    </a:lnTo>
                    <a:cubicBezTo>
                      <a:pt x="104" y="74"/>
                      <a:pt x="0" y="335"/>
                      <a:pt x="142" y="379"/>
                    </a:cubicBezTo>
                    <a:cubicBezTo>
                      <a:pt x="148" y="383"/>
                      <a:pt x="155" y="385"/>
                      <a:pt x="161" y="385"/>
                    </a:cubicBezTo>
                    <a:cubicBezTo>
                      <a:pt x="180" y="385"/>
                      <a:pt x="199" y="371"/>
                      <a:pt x="207" y="352"/>
                    </a:cubicBezTo>
                    <a:cubicBezTo>
                      <a:pt x="218" y="330"/>
                      <a:pt x="202" y="297"/>
                      <a:pt x="202" y="270"/>
                    </a:cubicBezTo>
                    <a:cubicBezTo>
                      <a:pt x="191" y="205"/>
                      <a:pt x="212" y="134"/>
                      <a:pt x="256" y="85"/>
                    </a:cubicBezTo>
                    <a:cubicBezTo>
                      <a:pt x="294" y="51"/>
                      <a:pt x="259"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0"/>
              <p:cNvSpPr/>
              <p:nvPr/>
            </p:nvSpPr>
            <p:spPr>
              <a:xfrm>
                <a:off x="3748275" y="5197700"/>
                <a:ext cx="3025" cy="4150"/>
              </a:xfrm>
              <a:custGeom>
                <a:rect b="b" l="l" r="r" t="t"/>
                <a:pathLst>
                  <a:path extrusionOk="0" h="166" w="121">
                    <a:moveTo>
                      <a:pt x="64" y="0"/>
                    </a:moveTo>
                    <a:cubicBezTo>
                      <a:pt x="36" y="0"/>
                      <a:pt x="7" y="24"/>
                      <a:pt x="17" y="60"/>
                    </a:cubicBezTo>
                    <a:cubicBezTo>
                      <a:pt x="17" y="65"/>
                      <a:pt x="17" y="65"/>
                      <a:pt x="17" y="71"/>
                    </a:cubicBezTo>
                    <a:cubicBezTo>
                      <a:pt x="17" y="71"/>
                      <a:pt x="17" y="76"/>
                      <a:pt x="17" y="82"/>
                    </a:cubicBezTo>
                    <a:cubicBezTo>
                      <a:pt x="17" y="82"/>
                      <a:pt x="17" y="87"/>
                      <a:pt x="17" y="87"/>
                    </a:cubicBezTo>
                    <a:cubicBezTo>
                      <a:pt x="11" y="92"/>
                      <a:pt x="6" y="103"/>
                      <a:pt x="6" y="109"/>
                    </a:cubicBezTo>
                    <a:cubicBezTo>
                      <a:pt x="0" y="130"/>
                      <a:pt x="6" y="147"/>
                      <a:pt x="22" y="158"/>
                    </a:cubicBezTo>
                    <a:cubicBezTo>
                      <a:pt x="30" y="163"/>
                      <a:pt x="39" y="166"/>
                      <a:pt x="47" y="166"/>
                    </a:cubicBezTo>
                    <a:cubicBezTo>
                      <a:pt x="55" y="166"/>
                      <a:pt x="63" y="163"/>
                      <a:pt x="71" y="158"/>
                    </a:cubicBezTo>
                    <a:cubicBezTo>
                      <a:pt x="120" y="136"/>
                      <a:pt x="120" y="82"/>
                      <a:pt x="115" y="38"/>
                    </a:cubicBezTo>
                    <a:lnTo>
                      <a:pt x="109" y="38"/>
                    </a:lnTo>
                    <a:cubicBezTo>
                      <a:pt x="103" y="12"/>
                      <a:pt x="83" y="0"/>
                      <a:pt x="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0"/>
              <p:cNvSpPr/>
              <p:nvPr/>
            </p:nvSpPr>
            <p:spPr>
              <a:xfrm>
                <a:off x="3805275" y="5109450"/>
                <a:ext cx="7575" cy="7575"/>
              </a:xfrm>
              <a:custGeom>
                <a:rect b="b" l="l" r="r" t="t"/>
                <a:pathLst>
                  <a:path extrusionOk="0" h="303" w="303">
                    <a:moveTo>
                      <a:pt x="199" y="1"/>
                    </a:moveTo>
                    <a:cubicBezTo>
                      <a:pt x="189" y="1"/>
                      <a:pt x="177" y="4"/>
                      <a:pt x="167" y="13"/>
                    </a:cubicBezTo>
                    <a:cubicBezTo>
                      <a:pt x="150" y="24"/>
                      <a:pt x="145" y="46"/>
                      <a:pt x="156" y="62"/>
                    </a:cubicBezTo>
                    <a:cubicBezTo>
                      <a:pt x="156" y="73"/>
                      <a:pt x="161" y="78"/>
                      <a:pt x="167" y="84"/>
                    </a:cubicBezTo>
                    <a:lnTo>
                      <a:pt x="177" y="89"/>
                    </a:lnTo>
                    <a:cubicBezTo>
                      <a:pt x="177" y="100"/>
                      <a:pt x="183" y="111"/>
                      <a:pt x="183" y="122"/>
                    </a:cubicBezTo>
                    <a:cubicBezTo>
                      <a:pt x="188" y="143"/>
                      <a:pt x="188" y="171"/>
                      <a:pt x="183" y="198"/>
                    </a:cubicBezTo>
                    <a:cubicBezTo>
                      <a:pt x="179" y="213"/>
                      <a:pt x="172" y="219"/>
                      <a:pt x="164" y="219"/>
                    </a:cubicBezTo>
                    <a:cubicBezTo>
                      <a:pt x="152" y="219"/>
                      <a:pt x="138" y="206"/>
                      <a:pt x="129" y="192"/>
                    </a:cubicBezTo>
                    <a:cubicBezTo>
                      <a:pt x="101" y="160"/>
                      <a:pt x="85" y="122"/>
                      <a:pt x="80" y="84"/>
                    </a:cubicBezTo>
                    <a:cubicBezTo>
                      <a:pt x="77" y="65"/>
                      <a:pt x="61" y="56"/>
                      <a:pt x="45" y="56"/>
                    </a:cubicBezTo>
                    <a:cubicBezTo>
                      <a:pt x="23" y="56"/>
                      <a:pt x="0" y="70"/>
                      <a:pt x="4" y="95"/>
                    </a:cubicBezTo>
                    <a:cubicBezTo>
                      <a:pt x="14" y="160"/>
                      <a:pt x="42" y="220"/>
                      <a:pt x="90" y="268"/>
                    </a:cubicBezTo>
                    <a:cubicBezTo>
                      <a:pt x="113" y="291"/>
                      <a:pt x="142" y="302"/>
                      <a:pt x="172" y="302"/>
                    </a:cubicBezTo>
                    <a:cubicBezTo>
                      <a:pt x="206" y="302"/>
                      <a:pt x="241" y="287"/>
                      <a:pt x="264" y="258"/>
                    </a:cubicBezTo>
                    <a:cubicBezTo>
                      <a:pt x="297" y="209"/>
                      <a:pt x="302" y="149"/>
                      <a:pt x="292" y="95"/>
                    </a:cubicBezTo>
                    <a:cubicBezTo>
                      <a:pt x="283" y="60"/>
                      <a:pt x="243"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0"/>
              <p:cNvSpPr/>
              <p:nvPr/>
            </p:nvSpPr>
            <p:spPr>
              <a:xfrm>
                <a:off x="3801000" y="5132100"/>
                <a:ext cx="6825" cy="5275"/>
              </a:xfrm>
              <a:custGeom>
                <a:rect b="b" l="l" r="r" t="t"/>
                <a:pathLst>
                  <a:path extrusionOk="0" h="211" w="273">
                    <a:moveTo>
                      <a:pt x="65" y="1"/>
                    </a:moveTo>
                    <a:cubicBezTo>
                      <a:pt x="33" y="1"/>
                      <a:pt x="0" y="32"/>
                      <a:pt x="22" y="69"/>
                    </a:cubicBezTo>
                    <a:cubicBezTo>
                      <a:pt x="44" y="113"/>
                      <a:pt x="77" y="151"/>
                      <a:pt x="115" y="178"/>
                    </a:cubicBezTo>
                    <a:cubicBezTo>
                      <a:pt x="141" y="193"/>
                      <a:pt x="176" y="211"/>
                      <a:pt x="209" y="211"/>
                    </a:cubicBezTo>
                    <a:cubicBezTo>
                      <a:pt x="224" y="211"/>
                      <a:pt x="238" y="208"/>
                      <a:pt x="251" y="200"/>
                    </a:cubicBezTo>
                    <a:cubicBezTo>
                      <a:pt x="267" y="189"/>
                      <a:pt x="272" y="162"/>
                      <a:pt x="256" y="145"/>
                    </a:cubicBezTo>
                    <a:lnTo>
                      <a:pt x="261" y="145"/>
                    </a:lnTo>
                    <a:cubicBezTo>
                      <a:pt x="240" y="124"/>
                      <a:pt x="202" y="113"/>
                      <a:pt x="169" y="96"/>
                    </a:cubicBezTo>
                    <a:cubicBezTo>
                      <a:pt x="142" y="80"/>
                      <a:pt x="120" y="53"/>
                      <a:pt x="104" y="26"/>
                    </a:cubicBezTo>
                    <a:cubicBezTo>
                      <a:pt x="95" y="8"/>
                      <a:pt x="80"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120"/>
            <p:cNvGrpSpPr/>
            <p:nvPr/>
          </p:nvGrpSpPr>
          <p:grpSpPr>
            <a:xfrm>
              <a:off x="1928321" y="4213911"/>
              <a:ext cx="274324" cy="242660"/>
              <a:chOff x="4018025" y="4956475"/>
              <a:chExt cx="240825" cy="210350"/>
            </a:xfrm>
          </p:grpSpPr>
          <p:sp>
            <p:nvSpPr>
              <p:cNvPr id="5906" name="Google Shape;5906;p120"/>
              <p:cNvSpPr/>
              <p:nvPr/>
            </p:nvSpPr>
            <p:spPr>
              <a:xfrm>
                <a:off x="4190750" y="4970675"/>
                <a:ext cx="44050" cy="27300"/>
              </a:xfrm>
              <a:custGeom>
                <a:rect b="b" l="l" r="r" t="t"/>
                <a:pathLst>
                  <a:path extrusionOk="0" h="1092" w="1762">
                    <a:moveTo>
                      <a:pt x="1576" y="256"/>
                    </a:moveTo>
                    <a:cubicBezTo>
                      <a:pt x="1596" y="256"/>
                      <a:pt x="1609" y="268"/>
                      <a:pt x="1604" y="308"/>
                    </a:cubicBezTo>
                    <a:lnTo>
                      <a:pt x="1604" y="302"/>
                    </a:lnTo>
                    <a:cubicBezTo>
                      <a:pt x="1593" y="340"/>
                      <a:pt x="1577" y="378"/>
                      <a:pt x="1555" y="405"/>
                    </a:cubicBezTo>
                    <a:cubicBezTo>
                      <a:pt x="1517" y="454"/>
                      <a:pt x="1468" y="487"/>
                      <a:pt x="1419" y="514"/>
                    </a:cubicBezTo>
                    <a:cubicBezTo>
                      <a:pt x="1419" y="471"/>
                      <a:pt x="1419" y="422"/>
                      <a:pt x="1408" y="378"/>
                    </a:cubicBezTo>
                    <a:cubicBezTo>
                      <a:pt x="1408" y="357"/>
                      <a:pt x="1408" y="335"/>
                      <a:pt x="1403" y="318"/>
                    </a:cubicBezTo>
                    <a:cubicBezTo>
                      <a:pt x="1435" y="308"/>
                      <a:pt x="1463" y="297"/>
                      <a:pt x="1490" y="286"/>
                    </a:cubicBezTo>
                    <a:cubicBezTo>
                      <a:pt x="1517" y="274"/>
                      <a:pt x="1551" y="256"/>
                      <a:pt x="1576" y="256"/>
                    </a:cubicBezTo>
                    <a:close/>
                    <a:moveTo>
                      <a:pt x="821" y="134"/>
                    </a:moveTo>
                    <a:lnTo>
                      <a:pt x="821" y="134"/>
                    </a:lnTo>
                    <a:cubicBezTo>
                      <a:pt x="816" y="153"/>
                      <a:pt x="833" y="173"/>
                      <a:pt x="852" y="173"/>
                    </a:cubicBezTo>
                    <a:cubicBezTo>
                      <a:pt x="855" y="173"/>
                      <a:pt x="857" y="172"/>
                      <a:pt x="859" y="172"/>
                    </a:cubicBezTo>
                    <a:cubicBezTo>
                      <a:pt x="875" y="169"/>
                      <a:pt x="891" y="168"/>
                      <a:pt x="907" y="168"/>
                    </a:cubicBezTo>
                    <a:cubicBezTo>
                      <a:pt x="944" y="168"/>
                      <a:pt x="981" y="173"/>
                      <a:pt x="1017" y="173"/>
                    </a:cubicBezTo>
                    <a:cubicBezTo>
                      <a:pt x="1026" y="173"/>
                      <a:pt x="1035" y="173"/>
                      <a:pt x="1044" y="172"/>
                    </a:cubicBezTo>
                    <a:cubicBezTo>
                      <a:pt x="1071" y="169"/>
                      <a:pt x="1090" y="164"/>
                      <a:pt x="1109" y="164"/>
                    </a:cubicBezTo>
                    <a:cubicBezTo>
                      <a:pt x="1127" y="164"/>
                      <a:pt x="1145" y="169"/>
                      <a:pt x="1169" y="188"/>
                    </a:cubicBezTo>
                    <a:cubicBezTo>
                      <a:pt x="1256" y="253"/>
                      <a:pt x="1245" y="400"/>
                      <a:pt x="1245" y="503"/>
                    </a:cubicBezTo>
                    <a:cubicBezTo>
                      <a:pt x="1245" y="530"/>
                      <a:pt x="1245" y="563"/>
                      <a:pt x="1240" y="590"/>
                    </a:cubicBezTo>
                    <a:cubicBezTo>
                      <a:pt x="1142" y="617"/>
                      <a:pt x="1044" y="645"/>
                      <a:pt x="968" y="677"/>
                    </a:cubicBezTo>
                    <a:cubicBezTo>
                      <a:pt x="886" y="710"/>
                      <a:pt x="794" y="753"/>
                      <a:pt x="713" y="786"/>
                    </a:cubicBezTo>
                    <a:cubicBezTo>
                      <a:pt x="702" y="781"/>
                      <a:pt x="691" y="775"/>
                      <a:pt x="680" y="770"/>
                    </a:cubicBezTo>
                    <a:cubicBezTo>
                      <a:pt x="533" y="677"/>
                      <a:pt x="430" y="449"/>
                      <a:pt x="577" y="313"/>
                    </a:cubicBezTo>
                    <a:cubicBezTo>
                      <a:pt x="653" y="248"/>
                      <a:pt x="734" y="188"/>
                      <a:pt x="821" y="134"/>
                    </a:cubicBezTo>
                    <a:close/>
                    <a:moveTo>
                      <a:pt x="403" y="694"/>
                    </a:moveTo>
                    <a:cubicBezTo>
                      <a:pt x="430" y="759"/>
                      <a:pt x="473" y="819"/>
                      <a:pt x="533" y="862"/>
                    </a:cubicBezTo>
                    <a:cubicBezTo>
                      <a:pt x="456" y="903"/>
                      <a:pt x="359" y="955"/>
                      <a:pt x="282" y="955"/>
                    </a:cubicBezTo>
                    <a:cubicBezTo>
                      <a:pt x="267" y="955"/>
                      <a:pt x="253" y="953"/>
                      <a:pt x="240" y="949"/>
                    </a:cubicBezTo>
                    <a:cubicBezTo>
                      <a:pt x="196" y="938"/>
                      <a:pt x="202" y="944"/>
                      <a:pt x="218" y="895"/>
                    </a:cubicBezTo>
                    <a:cubicBezTo>
                      <a:pt x="234" y="862"/>
                      <a:pt x="250" y="835"/>
                      <a:pt x="278" y="808"/>
                    </a:cubicBezTo>
                    <a:cubicBezTo>
                      <a:pt x="316" y="764"/>
                      <a:pt x="354" y="726"/>
                      <a:pt x="403" y="694"/>
                    </a:cubicBezTo>
                    <a:close/>
                    <a:moveTo>
                      <a:pt x="1108" y="0"/>
                    </a:moveTo>
                    <a:cubicBezTo>
                      <a:pt x="1056" y="0"/>
                      <a:pt x="1004" y="15"/>
                      <a:pt x="957" y="47"/>
                    </a:cubicBezTo>
                    <a:cubicBezTo>
                      <a:pt x="941" y="40"/>
                      <a:pt x="923" y="37"/>
                      <a:pt x="903" y="37"/>
                    </a:cubicBezTo>
                    <a:cubicBezTo>
                      <a:pt x="816" y="37"/>
                      <a:pt x="702" y="96"/>
                      <a:pt x="653" y="123"/>
                    </a:cubicBezTo>
                    <a:cubicBezTo>
                      <a:pt x="571" y="161"/>
                      <a:pt x="495" y="215"/>
                      <a:pt x="430" y="280"/>
                    </a:cubicBezTo>
                    <a:cubicBezTo>
                      <a:pt x="375" y="373"/>
                      <a:pt x="354" y="476"/>
                      <a:pt x="370" y="585"/>
                    </a:cubicBezTo>
                    <a:cubicBezTo>
                      <a:pt x="370" y="590"/>
                      <a:pt x="370" y="601"/>
                      <a:pt x="375" y="607"/>
                    </a:cubicBezTo>
                    <a:cubicBezTo>
                      <a:pt x="212" y="612"/>
                      <a:pt x="0" y="840"/>
                      <a:pt x="66" y="998"/>
                    </a:cubicBezTo>
                    <a:cubicBezTo>
                      <a:pt x="96" y="1070"/>
                      <a:pt x="170" y="1092"/>
                      <a:pt x="245" y="1092"/>
                    </a:cubicBezTo>
                    <a:cubicBezTo>
                      <a:pt x="289" y="1092"/>
                      <a:pt x="334" y="1084"/>
                      <a:pt x="370" y="1074"/>
                    </a:cubicBezTo>
                    <a:cubicBezTo>
                      <a:pt x="473" y="1041"/>
                      <a:pt x="577" y="998"/>
                      <a:pt x="674" y="954"/>
                    </a:cubicBezTo>
                    <a:cubicBezTo>
                      <a:pt x="742" y="978"/>
                      <a:pt x="813" y="993"/>
                      <a:pt x="882" y="993"/>
                    </a:cubicBezTo>
                    <a:cubicBezTo>
                      <a:pt x="907" y="993"/>
                      <a:pt x="932" y="991"/>
                      <a:pt x="957" y="987"/>
                    </a:cubicBezTo>
                    <a:cubicBezTo>
                      <a:pt x="1104" y="965"/>
                      <a:pt x="1262" y="911"/>
                      <a:pt x="1348" y="786"/>
                    </a:cubicBezTo>
                    <a:cubicBezTo>
                      <a:pt x="1376" y="748"/>
                      <a:pt x="1392" y="704"/>
                      <a:pt x="1403" y="661"/>
                    </a:cubicBezTo>
                    <a:cubicBezTo>
                      <a:pt x="1544" y="601"/>
                      <a:pt x="1669" y="514"/>
                      <a:pt x="1724" y="367"/>
                    </a:cubicBezTo>
                    <a:cubicBezTo>
                      <a:pt x="1762" y="270"/>
                      <a:pt x="1751" y="150"/>
                      <a:pt x="1637" y="117"/>
                    </a:cubicBezTo>
                    <a:cubicBezTo>
                      <a:pt x="1618" y="114"/>
                      <a:pt x="1599" y="113"/>
                      <a:pt x="1580" y="113"/>
                    </a:cubicBezTo>
                    <a:cubicBezTo>
                      <a:pt x="1503" y="113"/>
                      <a:pt x="1432" y="139"/>
                      <a:pt x="1370" y="183"/>
                    </a:cubicBezTo>
                    <a:cubicBezTo>
                      <a:pt x="1343" y="112"/>
                      <a:pt x="1289" y="58"/>
                      <a:pt x="1223" y="25"/>
                    </a:cubicBezTo>
                    <a:cubicBezTo>
                      <a:pt x="1186" y="9"/>
                      <a:pt x="1147" y="0"/>
                      <a:pt x="1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0"/>
              <p:cNvSpPr/>
              <p:nvPr/>
            </p:nvSpPr>
            <p:spPr>
              <a:xfrm>
                <a:off x="4054050" y="5052400"/>
                <a:ext cx="24750" cy="21900"/>
              </a:xfrm>
              <a:custGeom>
                <a:rect b="b" l="l" r="r" t="t"/>
                <a:pathLst>
                  <a:path extrusionOk="0" h="876" w="990">
                    <a:moveTo>
                      <a:pt x="513" y="165"/>
                    </a:moveTo>
                    <a:cubicBezTo>
                      <a:pt x="544" y="165"/>
                      <a:pt x="577" y="174"/>
                      <a:pt x="620" y="197"/>
                    </a:cubicBezTo>
                    <a:cubicBezTo>
                      <a:pt x="783" y="295"/>
                      <a:pt x="897" y="566"/>
                      <a:pt x="690" y="675"/>
                    </a:cubicBezTo>
                    <a:lnTo>
                      <a:pt x="685" y="670"/>
                    </a:lnTo>
                    <a:cubicBezTo>
                      <a:pt x="603" y="702"/>
                      <a:pt x="516" y="724"/>
                      <a:pt x="435" y="730"/>
                    </a:cubicBezTo>
                    <a:cubicBezTo>
                      <a:pt x="420" y="732"/>
                      <a:pt x="406" y="733"/>
                      <a:pt x="392" y="733"/>
                    </a:cubicBezTo>
                    <a:cubicBezTo>
                      <a:pt x="289" y="733"/>
                      <a:pt x="197" y="667"/>
                      <a:pt x="169" y="566"/>
                    </a:cubicBezTo>
                    <a:cubicBezTo>
                      <a:pt x="141" y="490"/>
                      <a:pt x="152" y="403"/>
                      <a:pt x="201" y="333"/>
                    </a:cubicBezTo>
                    <a:cubicBezTo>
                      <a:pt x="228" y="284"/>
                      <a:pt x="266" y="240"/>
                      <a:pt x="304" y="202"/>
                    </a:cubicBezTo>
                    <a:cubicBezTo>
                      <a:pt x="312" y="204"/>
                      <a:pt x="319" y="204"/>
                      <a:pt x="327" y="204"/>
                    </a:cubicBezTo>
                    <a:cubicBezTo>
                      <a:pt x="349" y="204"/>
                      <a:pt x="371" y="199"/>
                      <a:pt x="391" y="191"/>
                    </a:cubicBezTo>
                    <a:cubicBezTo>
                      <a:pt x="441" y="177"/>
                      <a:pt x="476" y="165"/>
                      <a:pt x="513" y="165"/>
                    </a:cubicBezTo>
                    <a:close/>
                    <a:moveTo>
                      <a:pt x="505" y="0"/>
                    </a:moveTo>
                    <a:cubicBezTo>
                      <a:pt x="480" y="0"/>
                      <a:pt x="455" y="4"/>
                      <a:pt x="429" y="12"/>
                    </a:cubicBezTo>
                    <a:cubicBezTo>
                      <a:pt x="386" y="34"/>
                      <a:pt x="342" y="66"/>
                      <a:pt x="304" y="99"/>
                    </a:cubicBezTo>
                    <a:cubicBezTo>
                      <a:pt x="294" y="104"/>
                      <a:pt x="277" y="110"/>
                      <a:pt x="266" y="121"/>
                    </a:cubicBezTo>
                    <a:lnTo>
                      <a:pt x="261" y="121"/>
                    </a:lnTo>
                    <a:cubicBezTo>
                      <a:pt x="255" y="121"/>
                      <a:pt x="250" y="121"/>
                      <a:pt x="250" y="126"/>
                    </a:cubicBezTo>
                    <a:cubicBezTo>
                      <a:pt x="196" y="164"/>
                      <a:pt x="141" y="208"/>
                      <a:pt x="98" y="251"/>
                    </a:cubicBezTo>
                    <a:cubicBezTo>
                      <a:pt x="27" y="338"/>
                      <a:pt x="0" y="447"/>
                      <a:pt x="27" y="556"/>
                    </a:cubicBezTo>
                    <a:cubicBezTo>
                      <a:pt x="43" y="681"/>
                      <a:pt x="125" y="789"/>
                      <a:pt x="239" y="844"/>
                    </a:cubicBezTo>
                    <a:cubicBezTo>
                      <a:pt x="288" y="867"/>
                      <a:pt x="342" y="875"/>
                      <a:pt x="397" y="875"/>
                    </a:cubicBezTo>
                    <a:cubicBezTo>
                      <a:pt x="483" y="875"/>
                      <a:pt x="573" y="855"/>
                      <a:pt x="652" y="838"/>
                    </a:cubicBezTo>
                    <a:cubicBezTo>
                      <a:pt x="766" y="816"/>
                      <a:pt x="870" y="740"/>
                      <a:pt x="930" y="632"/>
                    </a:cubicBezTo>
                    <a:cubicBezTo>
                      <a:pt x="989" y="501"/>
                      <a:pt x="946" y="376"/>
                      <a:pt x="886" y="257"/>
                    </a:cubicBezTo>
                    <a:cubicBezTo>
                      <a:pt x="821" y="142"/>
                      <a:pt x="718" y="55"/>
                      <a:pt x="587" y="17"/>
                    </a:cubicBezTo>
                    <a:cubicBezTo>
                      <a:pt x="561" y="6"/>
                      <a:pt x="533" y="0"/>
                      <a:pt x="5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0"/>
              <p:cNvSpPr/>
              <p:nvPr/>
            </p:nvSpPr>
            <p:spPr>
              <a:xfrm>
                <a:off x="4018025" y="4972375"/>
                <a:ext cx="240825" cy="194450"/>
              </a:xfrm>
              <a:custGeom>
                <a:rect b="b" l="l" r="r" t="t"/>
                <a:pathLst>
                  <a:path extrusionOk="0" h="7778" w="9633">
                    <a:moveTo>
                      <a:pt x="8383" y="1675"/>
                    </a:moveTo>
                    <a:cubicBezTo>
                      <a:pt x="8464" y="1686"/>
                      <a:pt x="8546" y="1707"/>
                      <a:pt x="8622" y="1745"/>
                    </a:cubicBezTo>
                    <a:cubicBezTo>
                      <a:pt x="8709" y="1805"/>
                      <a:pt x="8698" y="1957"/>
                      <a:pt x="8698" y="2044"/>
                    </a:cubicBezTo>
                    <a:cubicBezTo>
                      <a:pt x="8698" y="2137"/>
                      <a:pt x="8709" y="2256"/>
                      <a:pt x="8638" y="2332"/>
                    </a:cubicBezTo>
                    <a:cubicBezTo>
                      <a:pt x="8591" y="2383"/>
                      <a:pt x="8487" y="2409"/>
                      <a:pt x="8396" y="2409"/>
                    </a:cubicBezTo>
                    <a:cubicBezTo>
                      <a:pt x="8361" y="2409"/>
                      <a:pt x="8328" y="2405"/>
                      <a:pt x="8301" y="2398"/>
                    </a:cubicBezTo>
                    <a:lnTo>
                      <a:pt x="8296" y="2398"/>
                    </a:lnTo>
                    <a:cubicBezTo>
                      <a:pt x="8219" y="2381"/>
                      <a:pt x="8187" y="2294"/>
                      <a:pt x="8149" y="2235"/>
                    </a:cubicBezTo>
                    <a:cubicBezTo>
                      <a:pt x="8078" y="2137"/>
                      <a:pt x="8018" y="2055"/>
                      <a:pt x="8073" y="1936"/>
                    </a:cubicBezTo>
                    <a:cubicBezTo>
                      <a:pt x="8127" y="1800"/>
                      <a:pt x="8252" y="1729"/>
                      <a:pt x="8383" y="1675"/>
                    </a:cubicBezTo>
                    <a:close/>
                    <a:moveTo>
                      <a:pt x="6651" y="1557"/>
                    </a:moveTo>
                    <a:cubicBezTo>
                      <a:pt x="6692" y="1557"/>
                      <a:pt x="6733" y="1565"/>
                      <a:pt x="6774" y="1582"/>
                    </a:cubicBezTo>
                    <a:cubicBezTo>
                      <a:pt x="6909" y="1647"/>
                      <a:pt x="7007" y="1718"/>
                      <a:pt x="7051" y="1876"/>
                    </a:cubicBezTo>
                    <a:cubicBezTo>
                      <a:pt x="7083" y="2006"/>
                      <a:pt x="7078" y="2202"/>
                      <a:pt x="6991" y="2311"/>
                    </a:cubicBezTo>
                    <a:cubicBezTo>
                      <a:pt x="6904" y="2403"/>
                      <a:pt x="6795" y="2468"/>
                      <a:pt x="6670" y="2501"/>
                    </a:cubicBezTo>
                    <a:lnTo>
                      <a:pt x="6676" y="2501"/>
                    </a:lnTo>
                    <a:cubicBezTo>
                      <a:pt x="6643" y="2508"/>
                      <a:pt x="6610" y="2512"/>
                      <a:pt x="6577" y="2512"/>
                    </a:cubicBezTo>
                    <a:cubicBezTo>
                      <a:pt x="6490" y="2512"/>
                      <a:pt x="6404" y="2486"/>
                      <a:pt x="6333" y="2430"/>
                    </a:cubicBezTo>
                    <a:cubicBezTo>
                      <a:pt x="6214" y="2349"/>
                      <a:pt x="6214" y="2191"/>
                      <a:pt x="6219" y="2055"/>
                    </a:cubicBezTo>
                    <a:cubicBezTo>
                      <a:pt x="6225" y="1794"/>
                      <a:pt x="6366" y="1653"/>
                      <a:pt x="6578" y="1566"/>
                    </a:cubicBezTo>
                    <a:cubicBezTo>
                      <a:pt x="6602" y="1560"/>
                      <a:pt x="6627" y="1557"/>
                      <a:pt x="6651" y="1557"/>
                    </a:cubicBezTo>
                    <a:close/>
                    <a:moveTo>
                      <a:pt x="3175" y="223"/>
                    </a:moveTo>
                    <a:cubicBezTo>
                      <a:pt x="3257" y="234"/>
                      <a:pt x="3333" y="250"/>
                      <a:pt x="3420" y="261"/>
                    </a:cubicBezTo>
                    <a:cubicBezTo>
                      <a:pt x="3572" y="278"/>
                      <a:pt x="3719" y="316"/>
                      <a:pt x="3860" y="381"/>
                    </a:cubicBezTo>
                    <a:cubicBezTo>
                      <a:pt x="3920" y="408"/>
                      <a:pt x="3974" y="446"/>
                      <a:pt x="4023" y="484"/>
                    </a:cubicBezTo>
                    <a:cubicBezTo>
                      <a:pt x="4094" y="517"/>
                      <a:pt x="4153" y="560"/>
                      <a:pt x="4213" y="609"/>
                    </a:cubicBezTo>
                    <a:cubicBezTo>
                      <a:pt x="4306" y="707"/>
                      <a:pt x="4387" y="821"/>
                      <a:pt x="4452" y="941"/>
                    </a:cubicBezTo>
                    <a:cubicBezTo>
                      <a:pt x="4529" y="1088"/>
                      <a:pt x="4572" y="1240"/>
                      <a:pt x="4632" y="1392"/>
                    </a:cubicBezTo>
                    <a:cubicBezTo>
                      <a:pt x="4681" y="1517"/>
                      <a:pt x="4664" y="1686"/>
                      <a:pt x="4664" y="1816"/>
                    </a:cubicBezTo>
                    <a:cubicBezTo>
                      <a:pt x="4654" y="1968"/>
                      <a:pt x="4610" y="2120"/>
                      <a:pt x="4539" y="2256"/>
                    </a:cubicBezTo>
                    <a:cubicBezTo>
                      <a:pt x="4507" y="2327"/>
                      <a:pt x="4480" y="2398"/>
                      <a:pt x="4442" y="2463"/>
                    </a:cubicBezTo>
                    <a:cubicBezTo>
                      <a:pt x="4404" y="2523"/>
                      <a:pt x="4365" y="2528"/>
                      <a:pt x="4317" y="2566"/>
                    </a:cubicBezTo>
                    <a:cubicBezTo>
                      <a:pt x="4197" y="2669"/>
                      <a:pt x="4066" y="2756"/>
                      <a:pt x="3925" y="2832"/>
                    </a:cubicBezTo>
                    <a:cubicBezTo>
                      <a:pt x="3712" y="2939"/>
                      <a:pt x="3495" y="3006"/>
                      <a:pt x="3265" y="3006"/>
                    </a:cubicBezTo>
                    <a:cubicBezTo>
                      <a:pt x="3201" y="3006"/>
                      <a:pt x="3137" y="3001"/>
                      <a:pt x="3072" y="2990"/>
                    </a:cubicBezTo>
                    <a:cubicBezTo>
                      <a:pt x="2784" y="2941"/>
                      <a:pt x="2550" y="2707"/>
                      <a:pt x="2327" y="2534"/>
                    </a:cubicBezTo>
                    <a:cubicBezTo>
                      <a:pt x="2082" y="2332"/>
                      <a:pt x="1930" y="2039"/>
                      <a:pt x="1903" y="1729"/>
                    </a:cubicBezTo>
                    <a:cubicBezTo>
                      <a:pt x="1887" y="1539"/>
                      <a:pt x="1914" y="1348"/>
                      <a:pt x="1985" y="1175"/>
                    </a:cubicBezTo>
                    <a:cubicBezTo>
                      <a:pt x="2050" y="1039"/>
                      <a:pt x="2159" y="930"/>
                      <a:pt x="2240" y="810"/>
                    </a:cubicBezTo>
                    <a:cubicBezTo>
                      <a:pt x="2441" y="522"/>
                      <a:pt x="2784" y="294"/>
                      <a:pt x="3132" y="267"/>
                    </a:cubicBezTo>
                    <a:cubicBezTo>
                      <a:pt x="3159" y="267"/>
                      <a:pt x="3175" y="250"/>
                      <a:pt x="3175" y="223"/>
                    </a:cubicBezTo>
                    <a:close/>
                    <a:moveTo>
                      <a:pt x="588" y="3070"/>
                    </a:moveTo>
                    <a:cubicBezTo>
                      <a:pt x="659" y="3070"/>
                      <a:pt x="724" y="3106"/>
                      <a:pt x="767" y="3164"/>
                    </a:cubicBezTo>
                    <a:cubicBezTo>
                      <a:pt x="854" y="3305"/>
                      <a:pt x="821" y="3566"/>
                      <a:pt x="647" y="3637"/>
                    </a:cubicBezTo>
                    <a:cubicBezTo>
                      <a:pt x="627" y="3646"/>
                      <a:pt x="603" y="3650"/>
                      <a:pt x="579" y="3650"/>
                    </a:cubicBezTo>
                    <a:cubicBezTo>
                      <a:pt x="443" y="3650"/>
                      <a:pt x="268" y="3523"/>
                      <a:pt x="245" y="3403"/>
                    </a:cubicBezTo>
                    <a:cubicBezTo>
                      <a:pt x="218" y="3278"/>
                      <a:pt x="365" y="3186"/>
                      <a:pt x="441" y="3088"/>
                    </a:cubicBezTo>
                    <a:cubicBezTo>
                      <a:pt x="451" y="3089"/>
                      <a:pt x="461" y="3090"/>
                      <a:pt x="471" y="3090"/>
                    </a:cubicBezTo>
                    <a:cubicBezTo>
                      <a:pt x="499" y="3090"/>
                      <a:pt x="526" y="3085"/>
                      <a:pt x="550" y="3077"/>
                    </a:cubicBezTo>
                    <a:cubicBezTo>
                      <a:pt x="555" y="3077"/>
                      <a:pt x="555" y="3077"/>
                      <a:pt x="560" y="3072"/>
                    </a:cubicBezTo>
                    <a:cubicBezTo>
                      <a:pt x="570" y="3070"/>
                      <a:pt x="579" y="3070"/>
                      <a:pt x="588" y="3070"/>
                    </a:cubicBezTo>
                    <a:close/>
                    <a:moveTo>
                      <a:pt x="5315" y="2791"/>
                    </a:moveTo>
                    <a:cubicBezTo>
                      <a:pt x="5361" y="2791"/>
                      <a:pt x="5407" y="2797"/>
                      <a:pt x="5453" y="2811"/>
                    </a:cubicBezTo>
                    <a:cubicBezTo>
                      <a:pt x="5455" y="2813"/>
                      <a:pt x="5459" y="2815"/>
                      <a:pt x="5463" y="2815"/>
                    </a:cubicBezTo>
                    <a:cubicBezTo>
                      <a:pt x="5468" y="2815"/>
                      <a:pt x="5472" y="2813"/>
                      <a:pt x="5474" y="2811"/>
                    </a:cubicBezTo>
                    <a:cubicBezTo>
                      <a:pt x="5502" y="2832"/>
                      <a:pt x="5529" y="2854"/>
                      <a:pt x="5540" y="2871"/>
                    </a:cubicBezTo>
                    <a:cubicBezTo>
                      <a:pt x="5643" y="2941"/>
                      <a:pt x="5703" y="3061"/>
                      <a:pt x="5703" y="3186"/>
                    </a:cubicBezTo>
                    <a:cubicBezTo>
                      <a:pt x="5708" y="3463"/>
                      <a:pt x="5550" y="3691"/>
                      <a:pt x="5273" y="3735"/>
                    </a:cubicBezTo>
                    <a:cubicBezTo>
                      <a:pt x="5264" y="3733"/>
                      <a:pt x="5255" y="3731"/>
                      <a:pt x="5247" y="3731"/>
                    </a:cubicBezTo>
                    <a:cubicBezTo>
                      <a:pt x="5234" y="3731"/>
                      <a:pt x="5223" y="3734"/>
                      <a:pt x="5213" y="3740"/>
                    </a:cubicBezTo>
                    <a:cubicBezTo>
                      <a:pt x="5199" y="3741"/>
                      <a:pt x="5184" y="3742"/>
                      <a:pt x="5169" y="3742"/>
                    </a:cubicBezTo>
                    <a:cubicBezTo>
                      <a:pt x="5043" y="3742"/>
                      <a:pt x="4924" y="3698"/>
                      <a:pt x="4866" y="3572"/>
                    </a:cubicBezTo>
                    <a:lnTo>
                      <a:pt x="4866" y="3572"/>
                    </a:lnTo>
                    <a:lnTo>
                      <a:pt x="4871" y="3577"/>
                    </a:lnTo>
                    <a:cubicBezTo>
                      <a:pt x="4817" y="3458"/>
                      <a:pt x="4757" y="3322"/>
                      <a:pt x="4773" y="3191"/>
                    </a:cubicBezTo>
                    <a:cubicBezTo>
                      <a:pt x="4789" y="3061"/>
                      <a:pt x="4931" y="2957"/>
                      <a:pt x="5029" y="2892"/>
                    </a:cubicBezTo>
                    <a:cubicBezTo>
                      <a:pt x="5111" y="2825"/>
                      <a:pt x="5212" y="2791"/>
                      <a:pt x="5315" y="2791"/>
                    </a:cubicBezTo>
                    <a:close/>
                    <a:moveTo>
                      <a:pt x="8949" y="3470"/>
                    </a:moveTo>
                    <a:cubicBezTo>
                      <a:pt x="9050" y="3470"/>
                      <a:pt x="9171" y="3487"/>
                      <a:pt x="9241" y="3545"/>
                    </a:cubicBezTo>
                    <a:cubicBezTo>
                      <a:pt x="9437" y="3708"/>
                      <a:pt x="9481" y="4104"/>
                      <a:pt x="9241" y="4246"/>
                    </a:cubicBezTo>
                    <a:lnTo>
                      <a:pt x="9241" y="4251"/>
                    </a:lnTo>
                    <a:cubicBezTo>
                      <a:pt x="9149" y="4307"/>
                      <a:pt x="9036" y="4337"/>
                      <a:pt x="8924" y="4337"/>
                    </a:cubicBezTo>
                    <a:cubicBezTo>
                      <a:pt x="8753" y="4337"/>
                      <a:pt x="8587" y="4266"/>
                      <a:pt x="8508" y="4104"/>
                    </a:cubicBezTo>
                    <a:cubicBezTo>
                      <a:pt x="8459" y="3985"/>
                      <a:pt x="8448" y="3854"/>
                      <a:pt x="8491" y="3735"/>
                    </a:cubicBezTo>
                    <a:cubicBezTo>
                      <a:pt x="8535" y="3632"/>
                      <a:pt x="8616" y="3545"/>
                      <a:pt x="8720" y="3496"/>
                    </a:cubicBezTo>
                    <a:cubicBezTo>
                      <a:pt x="8763" y="3490"/>
                      <a:pt x="8812" y="3479"/>
                      <a:pt x="8861" y="3474"/>
                    </a:cubicBezTo>
                    <a:cubicBezTo>
                      <a:pt x="8887" y="3471"/>
                      <a:pt x="8917" y="3470"/>
                      <a:pt x="8949" y="3470"/>
                    </a:cubicBezTo>
                    <a:close/>
                    <a:moveTo>
                      <a:pt x="3523" y="3256"/>
                    </a:moveTo>
                    <a:cubicBezTo>
                      <a:pt x="3528" y="3349"/>
                      <a:pt x="3556" y="3436"/>
                      <a:pt x="3561" y="3528"/>
                    </a:cubicBezTo>
                    <a:cubicBezTo>
                      <a:pt x="3561" y="3637"/>
                      <a:pt x="3572" y="3746"/>
                      <a:pt x="3583" y="3854"/>
                    </a:cubicBezTo>
                    <a:cubicBezTo>
                      <a:pt x="3621" y="4056"/>
                      <a:pt x="3594" y="4257"/>
                      <a:pt x="3626" y="4458"/>
                    </a:cubicBezTo>
                    <a:cubicBezTo>
                      <a:pt x="3648" y="4632"/>
                      <a:pt x="3659" y="4811"/>
                      <a:pt x="3653" y="4990"/>
                    </a:cubicBezTo>
                    <a:lnTo>
                      <a:pt x="3643" y="4990"/>
                    </a:lnTo>
                    <a:cubicBezTo>
                      <a:pt x="3632" y="4990"/>
                      <a:pt x="3632" y="5007"/>
                      <a:pt x="3643" y="5007"/>
                    </a:cubicBezTo>
                    <a:lnTo>
                      <a:pt x="3648" y="5012"/>
                    </a:lnTo>
                    <a:lnTo>
                      <a:pt x="3659" y="5012"/>
                    </a:lnTo>
                    <a:lnTo>
                      <a:pt x="3653" y="5202"/>
                    </a:lnTo>
                    <a:cubicBezTo>
                      <a:pt x="3648" y="5409"/>
                      <a:pt x="3670" y="5637"/>
                      <a:pt x="3626" y="5844"/>
                    </a:cubicBezTo>
                    <a:cubicBezTo>
                      <a:pt x="3604" y="5936"/>
                      <a:pt x="3594" y="6034"/>
                      <a:pt x="3588" y="6132"/>
                    </a:cubicBezTo>
                    <a:cubicBezTo>
                      <a:pt x="3577" y="6230"/>
                      <a:pt x="3523" y="6203"/>
                      <a:pt x="3441" y="6219"/>
                    </a:cubicBezTo>
                    <a:cubicBezTo>
                      <a:pt x="3410" y="6224"/>
                      <a:pt x="3329" y="6262"/>
                      <a:pt x="3287" y="6262"/>
                    </a:cubicBezTo>
                    <a:cubicBezTo>
                      <a:pt x="3279" y="6262"/>
                      <a:pt x="3272" y="6261"/>
                      <a:pt x="3267" y="6257"/>
                    </a:cubicBezTo>
                    <a:cubicBezTo>
                      <a:pt x="3240" y="6241"/>
                      <a:pt x="3251" y="6137"/>
                      <a:pt x="3251" y="6116"/>
                    </a:cubicBezTo>
                    <a:cubicBezTo>
                      <a:pt x="3251" y="6056"/>
                      <a:pt x="3251" y="5991"/>
                      <a:pt x="3251" y="5931"/>
                    </a:cubicBezTo>
                    <a:cubicBezTo>
                      <a:pt x="3262" y="5838"/>
                      <a:pt x="3267" y="5746"/>
                      <a:pt x="3262" y="5659"/>
                    </a:cubicBezTo>
                    <a:cubicBezTo>
                      <a:pt x="3257" y="5550"/>
                      <a:pt x="3229" y="5442"/>
                      <a:pt x="3224" y="5333"/>
                    </a:cubicBezTo>
                    <a:cubicBezTo>
                      <a:pt x="3213" y="5099"/>
                      <a:pt x="3219" y="4860"/>
                      <a:pt x="3219" y="4621"/>
                    </a:cubicBezTo>
                    <a:cubicBezTo>
                      <a:pt x="3202" y="4365"/>
                      <a:pt x="3202" y="4110"/>
                      <a:pt x="3219" y="3854"/>
                    </a:cubicBezTo>
                    <a:cubicBezTo>
                      <a:pt x="3224" y="3729"/>
                      <a:pt x="3224" y="3599"/>
                      <a:pt x="3219" y="3474"/>
                    </a:cubicBezTo>
                    <a:cubicBezTo>
                      <a:pt x="3219" y="3409"/>
                      <a:pt x="3229" y="3343"/>
                      <a:pt x="3235" y="3278"/>
                    </a:cubicBezTo>
                    <a:cubicBezTo>
                      <a:pt x="3327" y="3278"/>
                      <a:pt x="3425" y="3273"/>
                      <a:pt x="3523" y="3256"/>
                    </a:cubicBezTo>
                    <a:close/>
                    <a:moveTo>
                      <a:pt x="3778" y="6023"/>
                    </a:moveTo>
                    <a:cubicBezTo>
                      <a:pt x="3827" y="6050"/>
                      <a:pt x="3876" y="6067"/>
                      <a:pt x="3931" y="6078"/>
                    </a:cubicBezTo>
                    <a:cubicBezTo>
                      <a:pt x="3969" y="6083"/>
                      <a:pt x="4007" y="6083"/>
                      <a:pt x="4045" y="6089"/>
                    </a:cubicBezTo>
                    <a:cubicBezTo>
                      <a:pt x="4083" y="6094"/>
                      <a:pt x="4126" y="6110"/>
                      <a:pt x="4164" y="6127"/>
                    </a:cubicBezTo>
                    <a:cubicBezTo>
                      <a:pt x="4206" y="6143"/>
                      <a:pt x="4247" y="6150"/>
                      <a:pt x="4291" y="6150"/>
                    </a:cubicBezTo>
                    <a:cubicBezTo>
                      <a:pt x="4305" y="6150"/>
                      <a:pt x="4319" y="6150"/>
                      <a:pt x="4333" y="6148"/>
                    </a:cubicBezTo>
                    <a:cubicBezTo>
                      <a:pt x="4442" y="6148"/>
                      <a:pt x="4556" y="6159"/>
                      <a:pt x="4664" y="6181"/>
                    </a:cubicBezTo>
                    <a:cubicBezTo>
                      <a:pt x="4849" y="6208"/>
                      <a:pt x="5023" y="6252"/>
                      <a:pt x="5208" y="6295"/>
                    </a:cubicBezTo>
                    <a:cubicBezTo>
                      <a:pt x="5355" y="6333"/>
                      <a:pt x="5567" y="6349"/>
                      <a:pt x="5686" y="6458"/>
                    </a:cubicBezTo>
                    <a:cubicBezTo>
                      <a:pt x="5697" y="6464"/>
                      <a:pt x="5703" y="6474"/>
                      <a:pt x="5708" y="6480"/>
                    </a:cubicBezTo>
                    <a:cubicBezTo>
                      <a:pt x="5670" y="6480"/>
                      <a:pt x="5637" y="6496"/>
                      <a:pt x="5621" y="6529"/>
                    </a:cubicBezTo>
                    <a:cubicBezTo>
                      <a:pt x="5556" y="6545"/>
                      <a:pt x="5502" y="6572"/>
                      <a:pt x="5447" y="6610"/>
                    </a:cubicBezTo>
                    <a:cubicBezTo>
                      <a:pt x="5398" y="6638"/>
                      <a:pt x="5349" y="6665"/>
                      <a:pt x="5295" y="6686"/>
                    </a:cubicBezTo>
                    <a:cubicBezTo>
                      <a:pt x="5252" y="6697"/>
                      <a:pt x="5208" y="6686"/>
                      <a:pt x="5170" y="6703"/>
                    </a:cubicBezTo>
                    <a:cubicBezTo>
                      <a:pt x="5148" y="6714"/>
                      <a:pt x="5132" y="6725"/>
                      <a:pt x="5116" y="6735"/>
                    </a:cubicBezTo>
                    <a:cubicBezTo>
                      <a:pt x="5067" y="6763"/>
                      <a:pt x="5018" y="6779"/>
                      <a:pt x="4969" y="6784"/>
                    </a:cubicBezTo>
                    <a:cubicBezTo>
                      <a:pt x="4898" y="6795"/>
                      <a:pt x="4828" y="6822"/>
                      <a:pt x="4757" y="6833"/>
                    </a:cubicBezTo>
                    <a:cubicBezTo>
                      <a:pt x="4670" y="6855"/>
                      <a:pt x="4583" y="6866"/>
                      <a:pt x="4490" y="6877"/>
                    </a:cubicBezTo>
                    <a:cubicBezTo>
                      <a:pt x="4409" y="6877"/>
                      <a:pt x="4322" y="6888"/>
                      <a:pt x="4240" y="6904"/>
                    </a:cubicBezTo>
                    <a:cubicBezTo>
                      <a:pt x="4095" y="6933"/>
                      <a:pt x="3948" y="6947"/>
                      <a:pt x="3800" y="6947"/>
                    </a:cubicBezTo>
                    <a:cubicBezTo>
                      <a:pt x="3726" y="6947"/>
                      <a:pt x="3652" y="6944"/>
                      <a:pt x="3577" y="6936"/>
                    </a:cubicBezTo>
                    <a:cubicBezTo>
                      <a:pt x="3371" y="6915"/>
                      <a:pt x="3170" y="6893"/>
                      <a:pt x="2958" y="6888"/>
                    </a:cubicBezTo>
                    <a:cubicBezTo>
                      <a:pt x="2746" y="6882"/>
                      <a:pt x="2534" y="6860"/>
                      <a:pt x="2322" y="6828"/>
                    </a:cubicBezTo>
                    <a:cubicBezTo>
                      <a:pt x="1974" y="6768"/>
                      <a:pt x="1626" y="6692"/>
                      <a:pt x="1278" y="6616"/>
                    </a:cubicBezTo>
                    <a:cubicBezTo>
                      <a:pt x="1419" y="6540"/>
                      <a:pt x="1566" y="6491"/>
                      <a:pt x="1718" y="6464"/>
                    </a:cubicBezTo>
                    <a:cubicBezTo>
                      <a:pt x="1985" y="6398"/>
                      <a:pt x="2262" y="6404"/>
                      <a:pt x="2523" y="6328"/>
                    </a:cubicBezTo>
                    <a:cubicBezTo>
                      <a:pt x="2648" y="6284"/>
                      <a:pt x="2762" y="6235"/>
                      <a:pt x="2881" y="6192"/>
                    </a:cubicBezTo>
                    <a:cubicBezTo>
                      <a:pt x="2941" y="6170"/>
                      <a:pt x="3001" y="6159"/>
                      <a:pt x="3055" y="6143"/>
                    </a:cubicBezTo>
                    <a:cubicBezTo>
                      <a:pt x="3060" y="6293"/>
                      <a:pt x="3104" y="6461"/>
                      <a:pt x="3260" y="6461"/>
                    </a:cubicBezTo>
                    <a:cubicBezTo>
                      <a:pt x="3279" y="6461"/>
                      <a:pt x="3299" y="6458"/>
                      <a:pt x="3322" y="6453"/>
                    </a:cubicBezTo>
                    <a:cubicBezTo>
                      <a:pt x="3387" y="6436"/>
                      <a:pt x="3458" y="6415"/>
                      <a:pt x="3528" y="6404"/>
                    </a:cubicBezTo>
                    <a:cubicBezTo>
                      <a:pt x="3604" y="6404"/>
                      <a:pt x="3675" y="6377"/>
                      <a:pt x="3724" y="6322"/>
                    </a:cubicBezTo>
                    <a:cubicBezTo>
                      <a:pt x="3784" y="6252"/>
                      <a:pt x="3773" y="6154"/>
                      <a:pt x="3773" y="6072"/>
                    </a:cubicBezTo>
                    <a:lnTo>
                      <a:pt x="3778" y="6072"/>
                    </a:lnTo>
                    <a:lnTo>
                      <a:pt x="3778" y="6023"/>
                    </a:lnTo>
                    <a:close/>
                    <a:moveTo>
                      <a:pt x="1191" y="6676"/>
                    </a:moveTo>
                    <a:cubicBezTo>
                      <a:pt x="1528" y="6855"/>
                      <a:pt x="1914" y="6915"/>
                      <a:pt x="2278" y="6975"/>
                    </a:cubicBezTo>
                    <a:cubicBezTo>
                      <a:pt x="2708" y="7040"/>
                      <a:pt x="3142" y="7029"/>
                      <a:pt x="3572" y="7040"/>
                    </a:cubicBezTo>
                    <a:cubicBezTo>
                      <a:pt x="3615" y="7042"/>
                      <a:pt x="3658" y="7043"/>
                      <a:pt x="3701" y="7043"/>
                    </a:cubicBezTo>
                    <a:cubicBezTo>
                      <a:pt x="3859" y="7043"/>
                      <a:pt x="4016" y="7029"/>
                      <a:pt x="4170" y="7007"/>
                    </a:cubicBezTo>
                    <a:cubicBezTo>
                      <a:pt x="4274" y="6988"/>
                      <a:pt x="4378" y="6973"/>
                      <a:pt x="4481" y="6973"/>
                    </a:cubicBezTo>
                    <a:cubicBezTo>
                      <a:pt x="4497" y="6973"/>
                      <a:pt x="4513" y="6974"/>
                      <a:pt x="4529" y="6975"/>
                    </a:cubicBezTo>
                    <a:cubicBezTo>
                      <a:pt x="4626" y="6975"/>
                      <a:pt x="4708" y="6942"/>
                      <a:pt x="4800" y="6936"/>
                    </a:cubicBezTo>
                    <a:cubicBezTo>
                      <a:pt x="4876" y="6936"/>
                      <a:pt x="4947" y="6915"/>
                      <a:pt x="5018" y="6915"/>
                    </a:cubicBezTo>
                    <a:cubicBezTo>
                      <a:pt x="5056" y="6915"/>
                      <a:pt x="5088" y="6915"/>
                      <a:pt x="5121" y="6904"/>
                    </a:cubicBezTo>
                    <a:cubicBezTo>
                      <a:pt x="5154" y="6893"/>
                      <a:pt x="5175" y="6866"/>
                      <a:pt x="5203" y="6855"/>
                    </a:cubicBezTo>
                    <a:cubicBezTo>
                      <a:pt x="5246" y="6850"/>
                      <a:pt x="5290" y="6850"/>
                      <a:pt x="5333" y="6850"/>
                    </a:cubicBezTo>
                    <a:cubicBezTo>
                      <a:pt x="5371" y="6839"/>
                      <a:pt x="5409" y="6828"/>
                      <a:pt x="5447" y="6817"/>
                    </a:cubicBezTo>
                    <a:cubicBezTo>
                      <a:pt x="5540" y="6779"/>
                      <a:pt x="5637" y="6752"/>
                      <a:pt x="5735" y="6735"/>
                    </a:cubicBezTo>
                    <a:cubicBezTo>
                      <a:pt x="5746" y="6730"/>
                      <a:pt x="5762" y="6725"/>
                      <a:pt x="5773" y="6719"/>
                    </a:cubicBezTo>
                    <a:lnTo>
                      <a:pt x="5779" y="6725"/>
                    </a:lnTo>
                    <a:lnTo>
                      <a:pt x="5779" y="6844"/>
                    </a:lnTo>
                    <a:lnTo>
                      <a:pt x="5779" y="7127"/>
                    </a:lnTo>
                    <a:cubicBezTo>
                      <a:pt x="5779" y="7192"/>
                      <a:pt x="5811" y="7268"/>
                      <a:pt x="5746" y="7301"/>
                    </a:cubicBezTo>
                    <a:cubicBezTo>
                      <a:pt x="5708" y="7312"/>
                      <a:pt x="5670" y="7317"/>
                      <a:pt x="5632" y="7317"/>
                    </a:cubicBezTo>
                    <a:cubicBezTo>
                      <a:pt x="5583" y="7328"/>
                      <a:pt x="5540" y="7344"/>
                      <a:pt x="5496" y="7360"/>
                    </a:cubicBezTo>
                    <a:cubicBezTo>
                      <a:pt x="5463" y="7371"/>
                      <a:pt x="5431" y="7382"/>
                      <a:pt x="5398" y="7393"/>
                    </a:cubicBezTo>
                    <a:cubicBezTo>
                      <a:pt x="5385" y="7382"/>
                      <a:pt x="5368" y="7377"/>
                      <a:pt x="5352" y="7377"/>
                    </a:cubicBezTo>
                    <a:cubicBezTo>
                      <a:pt x="5336" y="7377"/>
                      <a:pt x="5319" y="7382"/>
                      <a:pt x="5306" y="7393"/>
                    </a:cubicBezTo>
                    <a:cubicBezTo>
                      <a:pt x="5257" y="7430"/>
                      <a:pt x="5193" y="7430"/>
                      <a:pt x="5129" y="7430"/>
                    </a:cubicBezTo>
                    <a:lnTo>
                      <a:pt x="5129" y="7430"/>
                    </a:lnTo>
                    <a:cubicBezTo>
                      <a:pt x="5108" y="7430"/>
                      <a:pt x="5087" y="7430"/>
                      <a:pt x="5067" y="7431"/>
                    </a:cubicBezTo>
                    <a:cubicBezTo>
                      <a:pt x="5012" y="7437"/>
                      <a:pt x="4958" y="7447"/>
                      <a:pt x="4904" y="7458"/>
                    </a:cubicBezTo>
                    <a:cubicBezTo>
                      <a:pt x="4871" y="7461"/>
                      <a:pt x="4838" y="7462"/>
                      <a:pt x="4806" y="7462"/>
                    </a:cubicBezTo>
                    <a:cubicBezTo>
                      <a:pt x="4773" y="7462"/>
                      <a:pt x="4741" y="7461"/>
                      <a:pt x="4708" y="7458"/>
                    </a:cubicBezTo>
                    <a:cubicBezTo>
                      <a:pt x="4601" y="7463"/>
                      <a:pt x="4504" y="7497"/>
                      <a:pt x="4399" y="7497"/>
                    </a:cubicBezTo>
                    <a:cubicBezTo>
                      <a:pt x="4391" y="7497"/>
                      <a:pt x="4384" y="7497"/>
                      <a:pt x="4376" y="7496"/>
                    </a:cubicBezTo>
                    <a:cubicBezTo>
                      <a:pt x="4246" y="7496"/>
                      <a:pt x="4110" y="7502"/>
                      <a:pt x="3980" y="7518"/>
                    </a:cubicBezTo>
                    <a:cubicBezTo>
                      <a:pt x="3777" y="7536"/>
                      <a:pt x="3574" y="7547"/>
                      <a:pt x="3375" y="7547"/>
                    </a:cubicBezTo>
                    <a:cubicBezTo>
                      <a:pt x="3333" y="7547"/>
                      <a:pt x="3292" y="7546"/>
                      <a:pt x="3251" y="7545"/>
                    </a:cubicBezTo>
                    <a:cubicBezTo>
                      <a:pt x="3137" y="7545"/>
                      <a:pt x="3028" y="7534"/>
                      <a:pt x="2920" y="7518"/>
                    </a:cubicBezTo>
                    <a:cubicBezTo>
                      <a:pt x="2795" y="7502"/>
                      <a:pt x="2664" y="7507"/>
                      <a:pt x="2539" y="7491"/>
                    </a:cubicBezTo>
                    <a:cubicBezTo>
                      <a:pt x="2414" y="7475"/>
                      <a:pt x="2289" y="7447"/>
                      <a:pt x="2169" y="7415"/>
                    </a:cubicBezTo>
                    <a:cubicBezTo>
                      <a:pt x="2050" y="7382"/>
                      <a:pt x="1930" y="7393"/>
                      <a:pt x="1816" y="7355"/>
                    </a:cubicBezTo>
                    <a:cubicBezTo>
                      <a:pt x="1702" y="7322"/>
                      <a:pt x="1599" y="7284"/>
                      <a:pt x="1484" y="7246"/>
                    </a:cubicBezTo>
                    <a:cubicBezTo>
                      <a:pt x="1430" y="7230"/>
                      <a:pt x="1376" y="7214"/>
                      <a:pt x="1321" y="7197"/>
                    </a:cubicBezTo>
                    <a:cubicBezTo>
                      <a:pt x="1256" y="7192"/>
                      <a:pt x="1196" y="7176"/>
                      <a:pt x="1142" y="7148"/>
                    </a:cubicBezTo>
                    <a:cubicBezTo>
                      <a:pt x="1082" y="7110"/>
                      <a:pt x="1088" y="7018"/>
                      <a:pt x="1088" y="6958"/>
                    </a:cubicBezTo>
                    <a:cubicBezTo>
                      <a:pt x="1082" y="6855"/>
                      <a:pt x="1077" y="6784"/>
                      <a:pt x="1153" y="6714"/>
                    </a:cubicBezTo>
                    <a:cubicBezTo>
                      <a:pt x="1169" y="6697"/>
                      <a:pt x="1180" y="6686"/>
                      <a:pt x="1191" y="6676"/>
                    </a:cubicBezTo>
                    <a:close/>
                    <a:moveTo>
                      <a:pt x="3135" y="0"/>
                    </a:moveTo>
                    <a:cubicBezTo>
                      <a:pt x="3106" y="0"/>
                      <a:pt x="3075" y="2"/>
                      <a:pt x="3045" y="6"/>
                    </a:cubicBezTo>
                    <a:cubicBezTo>
                      <a:pt x="3012" y="17"/>
                      <a:pt x="2974" y="28"/>
                      <a:pt x="2941" y="44"/>
                    </a:cubicBezTo>
                    <a:cubicBezTo>
                      <a:pt x="2887" y="44"/>
                      <a:pt x="2833" y="55"/>
                      <a:pt x="2778" y="66"/>
                    </a:cubicBezTo>
                    <a:cubicBezTo>
                      <a:pt x="2751" y="77"/>
                      <a:pt x="2724" y="93"/>
                      <a:pt x="2708" y="115"/>
                    </a:cubicBezTo>
                    <a:cubicBezTo>
                      <a:pt x="2670" y="147"/>
                      <a:pt x="2626" y="180"/>
                      <a:pt x="2583" y="207"/>
                    </a:cubicBezTo>
                    <a:cubicBezTo>
                      <a:pt x="2561" y="218"/>
                      <a:pt x="2550" y="240"/>
                      <a:pt x="2555" y="261"/>
                    </a:cubicBezTo>
                    <a:cubicBezTo>
                      <a:pt x="2425" y="337"/>
                      <a:pt x="2305" y="424"/>
                      <a:pt x="2197" y="522"/>
                    </a:cubicBezTo>
                    <a:cubicBezTo>
                      <a:pt x="2077" y="647"/>
                      <a:pt x="1968" y="778"/>
                      <a:pt x="1870" y="925"/>
                    </a:cubicBezTo>
                    <a:cubicBezTo>
                      <a:pt x="1773" y="1060"/>
                      <a:pt x="1707" y="1218"/>
                      <a:pt x="1686" y="1387"/>
                    </a:cubicBezTo>
                    <a:cubicBezTo>
                      <a:pt x="1658" y="1582"/>
                      <a:pt x="1631" y="1772"/>
                      <a:pt x="1686" y="1963"/>
                    </a:cubicBezTo>
                    <a:cubicBezTo>
                      <a:pt x="1735" y="2137"/>
                      <a:pt x="1805" y="2305"/>
                      <a:pt x="1903" y="2457"/>
                    </a:cubicBezTo>
                    <a:cubicBezTo>
                      <a:pt x="2099" y="2751"/>
                      <a:pt x="2419" y="2957"/>
                      <a:pt x="2718" y="3137"/>
                    </a:cubicBezTo>
                    <a:cubicBezTo>
                      <a:pt x="2843" y="3213"/>
                      <a:pt x="2985" y="3256"/>
                      <a:pt x="3132" y="3267"/>
                    </a:cubicBezTo>
                    <a:cubicBezTo>
                      <a:pt x="3121" y="3322"/>
                      <a:pt x="3110" y="3371"/>
                      <a:pt x="3110" y="3425"/>
                    </a:cubicBezTo>
                    <a:cubicBezTo>
                      <a:pt x="3110" y="3572"/>
                      <a:pt x="3104" y="3713"/>
                      <a:pt x="3088" y="3854"/>
                    </a:cubicBezTo>
                    <a:cubicBezTo>
                      <a:pt x="3055" y="4099"/>
                      <a:pt x="3039" y="4349"/>
                      <a:pt x="3045" y="4599"/>
                    </a:cubicBezTo>
                    <a:cubicBezTo>
                      <a:pt x="3045" y="4724"/>
                      <a:pt x="3034" y="4855"/>
                      <a:pt x="3028" y="4985"/>
                    </a:cubicBezTo>
                    <a:cubicBezTo>
                      <a:pt x="2920" y="4974"/>
                      <a:pt x="2805" y="4958"/>
                      <a:pt x="2697" y="4936"/>
                    </a:cubicBezTo>
                    <a:cubicBezTo>
                      <a:pt x="2566" y="4898"/>
                      <a:pt x="2436" y="4855"/>
                      <a:pt x="2311" y="4800"/>
                    </a:cubicBezTo>
                    <a:cubicBezTo>
                      <a:pt x="2180" y="4746"/>
                      <a:pt x="2126" y="4632"/>
                      <a:pt x="2028" y="4534"/>
                    </a:cubicBezTo>
                    <a:cubicBezTo>
                      <a:pt x="1914" y="4425"/>
                      <a:pt x="1838" y="4284"/>
                      <a:pt x="1822" y="4126"/>
                    </a:cubicBezTo>
                    <a:cubicBezTo>
                      <a:pt x="1819" y="4094"/>
                      <a:pt x="1792" y="4077"/>
                      <a:pt x="1766" y="4077"/>
                    </a:cubicBezTo>
                    <a:cubicBezTo>
                      <a:pt x="1740" y="4077"/>
                      <a:pt x="1716" y="4094"/>
                      <a:pt x="1718" y="4126"/>
                    </a:cubicBezTo>
                    <a:cubicBezTo>
                      <a:pt x="1735" y="4262"/>
                      <a:pt x="1783" y="4393"/>
                      <a:pt x="1865" y="4501"/>
                    </a:cubicBezTo>
                    <a:cubicBezTo>
                      <a:pt x="1925" y="4583"/>
                      <a:pt x="2001" y="4643"/>
                      <a:pt x="2055" y="4724"/>
                    </a:cubicBezTo>
                    <a:cubicBezTo>
                      <a:pt x="2088" y="4778"/>
                      <a:pt x="2126" y="4822"/>
                      <a:pt x="2180" y="4855"/>
                    </a:cubicBezTo>
                    <a:cubicBezTo>
                      <a:pt x="2273" y="4904"/>
                      <a:pt x="2376" y="4947"/>
                      <a:pt x="2479" y="4980"/>
                    </a:cubicBezTo>
                    <a:lnTo>
                      <a:pt x="2251" y="4980"/>
                    </a:lnTo>
                    <a:cubicBezTo>
                      <a:pt x="2227" y="4981"/>
                      <a:pt x="2202" y="4981"/>
                      <a:pt x="2178" y="4981"/>
                    </a:cubicBezTo>
                    <a:cubicBezTo>
                      <a:pt x="2061" y="4981"/>
                      <a:pt x="1944" y="4970"/>
                      <a:pt x="1827" y="4952"/>
                    </a:cubicBezTo>
                    <a:cubicBezTo>
                      <a:pt x="1702" y="4931"/>
                      <a:pt x="1582" y="4893"/>
                      <a:pt x="1463" y="4855"/>
                    </a:cubicBezTo>
                    <a:cubicBezTo>
                      <a:pt x="1338" y="4817"/>
                      <a:pt x="1224" y="4751"/>
                      <a:pt x="1126" y="4670"/>
                    </a:cubicBezTo>
                    <a:cubicBezTo>
                      <a:pt x="1088" y="4643"/>
                      <a:pt x="1055" y="4621"/>
                      <a:pt x="1017" y="4605"/>
                    </a:cubicBezTo>
                    <a:cubicBezTo>
                      <a:pt x="968" y="4561"/>
                      <a:pt x="925" y="4518"/>
                      <a:pt x="892" y="4469"/>
                    </a:cubicBezTo>
                    <a:cubicBezTo>
                      <a:pt x="745" y="4268"/>
                      <a:pt x="642" y="4045"/>
                      <a:pt x="582" y="3811"/>
                    </a:cubicBezTo>
                    <a:cubicBezTo>
                      <a:pt x="620" y="3811"/>
                      <a:pt x="664" y="3800"/>
                      <a:pt x="702" y="3784"/>
                    </a:cubicBezTo>
                    <a:cubicBezTo>
                      <a:pt x="810" y="3729"/>
                      <a:pt x="892" y="3632"/>
                      <a:pt x="930" y="3512"/>
                    </a:cubicBezTo>
                    <a:cubicBezTo>
                      <a:pt x="984" y="3392"/>
                      <a:pt x="979" y="3256"/>
                      <a:pt x="925" y="3137"/>
                    </a:cubicBezTo>
                    <a:cubicBezTo>
                      <a:pt x="892" y="3039"/>
                      <a:pt x="816" y="2963"/>
                      <a:pt x="718" y="2930"/>
                    </a:cubicBezTo>
                    <a:cubicBezTo>
                      <a:pt x="672" y="2913"/>
                      <a:pt x="634" y="2905"/>
                      <a:pt x="600" y="2905"/>
                    </a:cubicBezTo>
                    <a:cubicBezTo>
                      <a:pt x="536" y="2905"/>
                      <a:pt x="484" y="2932"/>
                      <a:pt x="414" y="2974"/>
                    </a:cubicBezTo>
                    <a:cubicBezTo>
                      <a:pt x="409" y="2972"/>
                      <a:pt x="404" y="2970"/>
                      <a:pt x="398" y="2970"/>
                    </a:cubicBezTo>
                    <a:cubicBezTo>
                      <a:pt x="389" y="2970"/>
                      <a:pt x="380" y="2973"/>
                      <a:pt x="370" y="2979"/>
                    </a:cubicBezTo>
                    <a:cubicBezTo>
                      <a:pt x="202" y="3072"/>
                      <a:pt x="1" y="3278"/>
                      <a:pt x="98" y="3490"/>
                    </a:cubicBezTo>
                    <a:cubicBezTo>
                      <a:pt x="180" y="3642"/>
                      <a:pt x="316" y="3757"/>
                      <a:pt x="484" y="3800"/>
                    </a:cubicBezTo>
                    <a:cubicBezTo>
                      <a:pt x="495" y="3909"/>
                      <a:pt x="528" y="4012"/>
                      <a:pt x="577" y="4115"/>
                    </a:cubicBezTo>
                    <a:cubicBezTo>
                      <a:pt x="620" y="4229"/>
                      <a:pt x="680" y="4344"/>
                      <a:pt x="745" y="4452"/>
                    </a:cubicBezTo>
                    <a:cubicBezTo>
                      <a:pt x="816" y="4539"/>
                      <a:pt x="881" y="4648"/>
                      <a:pt x="979" y="4702"/>
                    </a:cubicBezTo>
                    <a:cubicBezTo>
                      <a:pt x="1077" y="4778"/>
                      <a:pt x="1186" y="4844"/>
                      <a:pt x="1294" y="4904"/>
                    </a:cubicBezTo>
                    <a:cubicBezTo>
                      <a:pt x="1550" y="5012"/>
                      <a:pt x="1816" y="5072"/>
                      <a:pt x="2093" y="5077"/>
                    </a:cubicBezTo>
                    <a:cubicBezTo>
                      <a:pt x="2332" y="5077"/>
                      <a:pt x="2583" y="5077"/>
                      <a:pt x="2827" y="5061"/>
                    </a:cubicBezTo>
                    <a:cubicBezTo>
                      <a:pt x="2860" y="5067"/>
                      <a:pt x="2894" y="5069"/>
                      <a:pt x="2928" y="5069"/>
                    </a:cubicBezTo>
                    <a:cubicBezTo>
                      <a:pt x="2962" y="5069"/>
                      <a:pt x="2996" y="5067"/>
                      <a:pt x="3028" y="5061"/>
                    </a:cubicBezTo>
                    <a:lnTo>
                      <a:pt x="3028" y="5061"/>
                    </a:lnTo>
                    <a:cubicBezTo>
                      <a:pt x="3023" y="5181"/>
                      <a:pt x="3028" y="5300"/>
                      <a:pt x="3039" y="5420"/>
                    </a:cubicBezTo>
                    <a:cubicBezTo>
                      <a:pt x="3055" y="5534"/>
                      <a:pt x="3061" y="5654"/>
                      <a:pt x="3066" y="5773"/>
                    </a:cubicBezTo>
                    <a:cubicBezTo>
                      <a:pt x="3066" y="5838"/>
                      <a:pt x="3055" y="5898"/>
                      <a:pt x="3050" y="5963"/>
                    </a:cubicBezTo>
                    <a:cubicBezTo>
                      <a:pt x="3023" y="5958"/>
                      <a:pt x="2990" y="5958"/>
                      <a:pt x="2952" y="5958"/>
                    </a:cubicBezTo>
                    <a:cubicBezTo>
                      <a:pt x="2898" y="5963"/>
                      <a:pt x="2838" y="5980"/>
                      <a:pt x="2784" y="6002"/>
                    </a:cubicBezTo>
                    <a:cubicBezTo>
                      <a:pt x="2659" y="6040"/>
                      <a:pt x="2534" y="6094"/>
                      <a:pt x="2403" y="6127"/>
                    </a:cubicBezTo>
                    <a:cubicBezTo>
                      <a:pt x="2267" y="6154"/>
                      <a:pt x="2126" y="6175"/>
                      <a:pt x="1990" y="6181"/>
                    </a:cubicBezTo>
                    <a:cubicBezTo>
                      <a:pt x="1854" y="6192"/>
                      <a:pt x="1724" y="6214"/>
                      <a:pt x="1593" y="6246"/>
                    </a:cubicBezTo>
                    <a:cubicBezTo>
                      <a:pt x="1359" y="6284"/>
                      <a:pt x="1142" y="6393"/>
                      <a:pt x="968" y="6556"/>
                    </a:cubicBezTo>
                    <a:cubicBezTo>
                      <a:pt x="821" y="6708"/>
                      <a:pt x="827" y="6909"/>
                      <a:pt x="859" y="7110"/>
                    </a:cubicBezTo>
                    <a:cubicBezTo>
                      <a:pt x="897" y="7360"/>
                      <a:pt x="1104" y="7382"/>
                      <a:pt x="1316" y="7442"/>
                    </a:cubicBezTo>
                    <a:cubicBezTo>
                      <a:pt x="1446" y="7480"/>
                      <a:pt x="1577" y="7524"/>
                      <a:pt x="1707" y="7567"/>
                    </a:cubicBezTo>
                    <a:cubicBezTo>
                      <a:pt x="1838" y="7611"/>
                      <a:pt x="1968" y="7611"/>
                      <a:pt x="2099" y="7638"/>
                    </a:cubicBezTo>
                    <a:cubicBezTo>
                      <a:pt x="2229" y="7670"/>
                      <a:pt x="2360" y="7698"/>
                      <a:pt x="2490" y="7719"/>
                    </a:cubicBezTo>
                    <a:cubicBezTo>
                      <a:pt x="2642" y="7736"/>
                      <a:pt x="2795" y="7730"/>
                      <a:pt x="2947" y="7752"/>
                    </a:cubicBezTo>
                    <a:cubicBezTo>
                      <a:pt x="3067" y="7772"/>
                      <a:pt x="3189" y="7778"/>
                      <a:pt x="3312" y="7778"/>
                    </a:cubicBezTo>
                    <a:cubicBezTo>
                      <a:pt x="3459" y="7778"/>
                      <a:pt x="3608" y="7769"/>
                      <a:pt x="3757" y="7763"/>
                    </a:cubicBezTo>
                    <a:cubicBezTo>
                      <a:pt x="3920" y="7757"/>
                      <a:pt x="4077" y="7725"/>
                      <a:pt x="4240" y="7725"/>
                    </a:cubicBezTo>
                    <a:cubicBezTo>
                      <a:pt x="4297" y="7725"/>
                      <a:pt x="4357" y="7732"/>
                      <a:pt x="4415" y="7732"/>
                    </a:cubicBezTo>
                    <a:cubicBezTo>
                      <a:pt x="4429" y="7732"/>
                      <a:pt x="4444" y="7731"/>
                      <a:pt x="4458" y="7730"/>
                    </a:cubicBezTo>
                    <a:cubicBezTo>
                      <a:pt x="4529" y="7725"/>
                      <a:pt x="4621" y="7698"/>
                      <a:pt x="4702" y="7692"/>
                    </a:cubicBezTo>
                    <a:cubicBezTo>
                      <a:pt x="4717" y="7691"/>
                      <a:pt x="4732" y="7691"/>
                      <a:pt x="4747" y="7691"/>
                    </a:cubicBezTo>
                    <a:cubicBezTo>
                      <a:pt x="4786" y="7691"/>
                      <a:pt x="4825" y="7694"/>
                      <a:pt x="4865" y="7694"/>
                    </a:cubicBezTo>
                    <a:cubicBezTo>
                      <a:pt x="4879" y="7694"/>
                      <a:pt x="4894" y="7693"/>
                      <a:pt x="4909" y="7692"/>
                    </a:cubicBezTo>
                    <a:cubicBezTo>
                      <a:pt x="4974" y="7681"/>
                      <a:pt x="5040" y="7659"/>
                      <a:pt x="5105" y="7649"/>
                    </a:cubicBezTo>
                    <a:lnTo>
                      <a:pt x="5110" y="7649"/>
                    </a:lnTo>
                    <a:cubicBezTo>
                      <a:pt x="5208" y="7638"/>
                      <a:pt x="5306" y="7605"/>
                      <a:pt x="5398" y="7594"/>
                    </a:cubicBezTo>
                    <a:cubicBezTo>
                      <a:pt x="5496" y="7583"/>
                      <a:pt x="5605" y="7551"/>
                      <a:pt x="5708" y="7540"/>
                    </a:cubicBezTo>
                    <a:cubicBezTo>
                      <a:pt x="5795" y="7540"/>
                      <a:pt x="5882" y="7507"/>
                      <a:pt x="5947" y="7442"/>
                    </a:cubicBezTo>
                    <a:cubicBezTo>
                      <a:pt x="6067" y="7317"/>
                      <a:pt x="6013" y="7083"/>
                      <a:pt x="6018" y="6926"/>
                    </a:cubicBezTo>
                    <a:cubicBezTo>
                      <a:pt x="6018" y="6752"/>
                      <a:pt x="6034" y="6561"/>
                      <a:pt x="5953" y="6398"/>
                    </a:cubicBezTo>
                    <a:cubicBezTo>
                      <a:pt x="5860" y="6230"/>
                      <a:pt x="5681" y="6159"/>
                      <a:pt x="5502" y="6116"/>
                    </a:cubicBezTo>
                    <a:cubicBezTo>
                      <a:pt x="5290" y="6050"/>
                      <a:pt x="5078" y="6007"/>
                      <a:pt x="4860" y="5980"/>
                    </a:cubicBezTo>
                    <a:cubicBezTo>
                      <a:pt x="4746" y="5969"/>
                      <a:pt x="4626" y="5953"/>
                      <a:pt x="4512" y="5942"/>
                    </a:cubicBezTo>
                    <a:cubicBezTo>
                      <a:pt x="4505" y="5941"/>
                      <a:pt x="4497" y="5941"/>
                      <a:pt x="4490" y="5941"/>
                    </a:cubicBezTo>
                    <a:cubicBezTo>
                      <a:pt x="4431" y="5941"/>
                      <a:pt x="4365" y="5953"/>
                      <a:pt x="4304" y="5953"/>
                    </a:cubicBezTo>
                    <a:cubicBezTo>
                      <a:pt x="4274" y="5953"/>
                      <a:pt x="4245" y="5950"/>
                      <a:pt x="4219" y="5942"/>
                    </a:cubicBezTo>
                    <a:cubicBezTo>
                      <a:pt x="4176" y="5930"/>
                      <a:pt x="4132" y="5922"/>
                      <a:pt x="4086" y="5922"/>
                    </a:cubicBezTo>
                    <a:cubicBezTo>
                      <a:pt x="4051" y="5922"/>
                      <a:pt x="4015" y="5927"/>
                      <a:pt x="3980" y="5936"/>
                    </a:cubicBezTo>
                    <a:cubicBezTo>
                      <a:pt x="3936" y="5936"/>
                      <a:pt x="3893" y="5939"/>
                      <a:pt x="3849" y="5939"/>
                    </a:cubicBezTo>
                    <a:cubicBezTo>
                      <a:pt x="3827" y="5939"/>
                      <a:pt x="3806" y="5938"/>
                      <a:pt x="3784" y="5936"/>
                    </a:cubicBezTo>
                    <a:cubicBezTo>
                      <a:pt x="3795" y="5866"/>
                      <a:pt x="3800" y="5790"/>
                      <a:pt x="3800" y="5713"/>
                    </a:cubicBezTo>
                    <a:cubicBezTo>
                      <a:pt x="3789" y="5501"/>
                      <a:pt x="3773" y="5289"/>
                      <a:pt x="3773" y="5077"/>
                    </a:cubicBezTo>
                    <a:lnTo>
                      <a:pt x="3773" y="5077"/>
                    </a:lnTo>
                    <a:cubicBezTo>
                      <a:pt x="3784" y="5083"/>
                      <a:pt x="3800" y="5088"/>
                      <a:pt x="3811" y="5094"/>
                    </a:cubicBezTo>
                    <a:cubicBezTo>
                      <a:pt x="3811" y="5099"/>
                      <a:pt x="3811" y="5110"/>
                      <a:pt x="3811" y="5116"/>
                    </a:cubicBezTo>
                    <a:cubicBezTo>
                      <a:pt x="3806" y="5132"/>
                      <a:pt x="3816" y="5148"/>
                      <a:pt x="3833" y="5148"/>
                    </a:cubicBezTo>
                    <a:cubicBezTo>
                      <a:pt x="3931" y="5164"/>
                      <a:pt x="4023" y="5192"/>
                      <a:pt x="4115" y="5219"/>
                    </a:cubicBezTo>
                    <a:cubicBezTo>
                      <a:pt x="4197" y="5235"/>
                      <a:pt x="4273" y="5241"/>
                      <a:pt x="4355" y="5251"/>
                    </a:cubicBezTo>
                    <a:cubicBezTo>
                      <a:pt x="4539" y="5284"/>
                      <a:pt x="4724" y="5322"/>
                      <a:pt x="4909" y="5355"/>
                    </a:cubicBezTo>
                    <a:cubicBezTo>
                      <a:pt x="5083" y="5393"/>
                      <a:pt x="5257" y="5414"/>
                      <a:pt x="5431" y="5425"/>
                    </a:cubicBezTo>
                    <a:lnTo>
                      <a:pt x="6051" y="5425"/>
                    </a:lnTo>
                    <a:cubicBezTo>
                      <a:pt x="6257" y="5425"/>
                      <a:pt x="6453" y="5425"/>
                      <a:pt x="6654" y="5431"/>
                    </a:cubicBezTo>
                    <a:cubicBezTo>
                      <a:pt x="6850" y="5431"/>
                      <a:pt x="7045" y="5414"/>
                      <a:pt x="7236" y="5371"/>
                    </a:cubicBezTo>
                    <a:cubicBezTo>
                      <a:pt x="7426" y="5333"/>
                      <a:pt x="7616" y="5306"/>
                      <a:pt x="7806" y="5257"/>
                    </a:cubicBezTo>
                    <a:cubicBezTo>
                      <a:pt x="7986" y="5208"/>
                      <a:pt x="8154" y="5137"/>
                      <a:pt x="8317" y="5056"/>
                    </a:cubicBezTo>
                    <a:cubicBezTo>
                      <a:pt x="8491" y="4985"/>
                      <a:pt x="8649" y="4893"/>
                      <a:pt x="8790" y="4773"/>
                    </a:cubicBezTo>
                    <a:cubicBezTo>
                      <a:pt x="8883" y="4708"/>
                      <a:pt x="8953" y="4626"/>
                      <a:pt x="9013" y="4528"/>
                    </a:cubicBezTo>
                    <a:cubicBezTo>
                      <a:pt x="9209" y="4512"/>
                      <a:pt x="9388" y="4403"/>
                      <a:pt x="9497" y="4235"/>
                    </a:cubicBezTo>
                    <a:cubicBezTo>
                      <a:pt x="9633" y="4007"/>
                      <a:pt x="9551" y="3697"/>
                      <a:pt x="9399" y="3496"/>
                    </a:cubicBezTo>
                    <a:lnTo>
                      <a:pt x="9404" y="3490"/>
                    </a:lnTo>
                    <a:cubicBezTo>
                      <a:pt x="9307" y="3360"/>
                      <a:pt x="9171" y="3333"/>
                      <a:pt x="9019" y="3311"/>
                    </a:cubicBezTo>
                    <a:cubicBezTo>
                      <a:pt x="8991" y="3307"/>
                      <a:pt x="8964" y="3305"/>
                      <a:pt x="8937" y="3305"/>
                    </a:cubicBezTo>
                    <a:cubicBezTo>
                      <a:pt x="8883" y="3305"/>
                      <a:pt x="8828" y="3313"/>
                      <a:pt x="8774" y="3327"/>
                    </a:cubicBezTo>
                    <a:cubicBezTo>
                      <a:pt x="8692" y="3349"/>
                      <a:pt x="8611" y="3425"/>
                      <a:pt x="8524" y="3436"/>
                    </a:cubicBezTo>
                    <a:cubicBezTo>
                      <a:pt x="8491" y="3436"/>
                      <a:pt x="8480" y="3479"/>
                      <a:pt x="8513" y="3490"/>
                    </a:cubicBezTo>
                    <a:cubicBezTo>
                      <a:pt x="8469" y="3507"/>
                      <a:pt x="8437" y="3534"/>
                      <a:pt x="8410" y="3566"/>
                    </a:cubicBezTo>
                    <a:cubicBezTo>
                      <a:pt x="8334" y="3664"/>
                      <a:pt x="8290" y="3789"/>
                      <a:pt x="8290" y="3914"/>
                    </a:cubicBezTo>
                    <a:cubicBezTo>
                      <a:pt x="8279" y="4191"/>
                      <a:pt x="8464" y="4431"/>
                      <a:pt x="8730" y="4507"/>
                    </a:cubicBezTo>
                    <a:cubicBezTo>
                      <a:pt x="8785" y="4523"/>
                      <a:pt x="8845" y="4528"/>
                      <a:pt x="8904" y="4534"/>
                    </a:cubicBezTo>
                    <a:cubicBezTo>
                      <a:pt x="8828" y="4648"/>
                      <a:pt x="8671" y="4751"/>
                      <a:pt x="8567" y="4811"/>
                    </a:cubicBezTo>
                    <a:cubicBezTo>
                      <a:pt x="8469" y="4865"/>
                      <a:pt x="8372" y="4909"/>
                      <a:pt x="8268" y="4952"/>
                    </a:cubicBezTo>
                    <a:cubicBezTo>
                      <a:pt x="8160" y="5012"/>
                      <a:pt x="8051" y="5061"/>
                      <a:pt x="7937" y="5105"/>
                    </a:cubicBezTo>
                    <a:cubicBezTo>
                      <a:pt x="7719" y="5164"/>
                      <a:pt x="7496" y="5208"/>
                      <a:pt x="7279" y="5246"/>
                    </a:cubicBezTo>
                    <a:cubicBezTo>
                      <a:pt x="7149" y="5279"/>
                      <a:pt x="7018" y="5300"/>
                      <a:pt x="6888" y="5317"/>
                    </a:cubicBezTo>
                    <a:cubicBezTo>
                      <a:pt x="6848" y="5318"/>
                      <a:pt x="6808" y="5319"/>
                      <a:pt x="6768" y="5319"/>
                    </a:cubicBezTo>
                    <a:cubicBezTo>
                      <a:pt x="6688" y="5319"/>
                      <a:pt x="6607" y="5317"/>
                      <a:pt x="6523" y="5317"/>
                    </a:cubicBezTo>
                    <a:lnTo>
                      <a:pt x="5773" y="5317"/>
                    </a:lnTo>
                    <a:cubicBezTo>
                      <a:pt x="5666" y="5317"/>
                      <a:pt x="5557" y="5321"/>
                      <a:pt x="5449" y="5321"/>
                    </a:cubicBezTo>
                    <a:cubicBezTo>
                      <a:pt x="5327" y="5321"/>
                      <a:pt x="5206" y="5315"/>
                      <a:pt x="5088" y="5289"/>
                    </a:cubicBezTo>
                    <a:cubicBezTo>
                      <a:pt x="4876" y="5246"/>
                      <a:pt x="4664" y="5202"/>
                      <a:pt x="4452" y="5175"/>
                    </a:cubicBezTo>
                    <a:cubicBezTo>
                      <a:pt x="4371" y="5164"/>
                      <a:pt x="4289" y="5164"/>
                      <a:pt x="4208" y="5154"/>
                    </a:cubicBezTo>
                    <a:lnTo>
                      <a:pt x="4268" y="5148"/>
                    </a:lnTo>
                    <a:cubicBezTo>
                      <a:pt x="4474" y="5126"/>
                      <a:pt x="4686" y="5126"/>
                      <a:pt x="4882" y="5077"/>
                    </a:cubicBezTo>
                    <a:cubicBezTo>
                      <a:pt x="5295" y="4974"/>
                      <a:pt x="5714" y="4876"/>
                      <a:pt x="6121" y="4757"/>
                    </a:cubicBezTo>
                    <a:cubicBezTo>
                      <a:pt x="6513" y="4637"/>
                      <a:pt x="6893" y="4485"/>
                      <a:pt x="7257" y="4300"/>
                    </a:cubicBezTo>
                    <a:cubicBezTo>
                      <a:pt x="7404" y="4219"/>
                      <a:pt x="7540" y="4115"/>
                      <a:pt x="7665" y="3996"/>
                    </a:cubicBezTo>
                    <a:cubicBezTo>
                      <a:pt x="7795" y="3882"/>
                      <a:pt x="7888" y="3729"/>
                      <a:pt x="8007" y="3604"/>
                    </a:cubicBezTo>
                    <a:cubicBezTo>
                      <a:pt x="8279" y="3322"/>
                      <a:pt x="8573" y="2968"/>
                      <a:pt x="8600" y="2566"/>
                    </a:cubicBezTo>
                    <a:cubicBezTo>
                      <a:pt x="8600" y="2561"/>
                      <a:pt x="8600" y="2555"/>
                      <a:pt x="8600" y="2550"/>
                    </a:cubicBezTo>
                    <a:lnTo>
                      <a:pt x="8600" y="2534"/>
                    </a:lnTo>
                    <a:cubicBezTo>
                      <a:pt x="8649" y="2517"/>
                      <a:pt x="8698" y="2490"/>
                      <a:pt x="8736" y="2457"/>
                    </a:cubicBezTo>
                    <a:cubicBezTo>
                      <a:pt x="8850" y="2349"/>
                      <a:pt x="8855" y="2202"/>
                      <a:pt x="8855" y="2061"/>
                    </a:cubicBezTo>
                    <a:cubicBezTo>
                      <a:pt x="8855" y="1914"/>
                      <a:pt x="8855" y="1751"/>
                      <a:pt x="8752" y="1647"/>
                    </a:cubicBezTo>
                    <a:cubicBezTo>
                      <a:pt x="8700" y="1595"/>
                      <a:pt x="8632" y="1566"/>
                      <a:pt x="8563" y="1566"/>
                    </a:cubicBezTo>
                    <a:cubicBezTo>
                      <a:pt x="8539" y="1566"/>
                      <a:pt x="8515" y="1570"/>
                      <a:pt x="8491" y="1577"/>
                    </a:cubicBezTo>
                    <a:cubicBezTo>
                      <a:pt x="8453" y="1562"/>
                      <a:pt x="8412" y="1555"/>
                      <a:pt x="8372" y="1555"/>
                    </a:cubicBezTo>
                    <a:cubicBezTo>
                      <a:pt x="8293" y="1555"/>
                      <a:pt x="8215" y="1583"/>
                      <a:pt x="8154" y="1637"/>
                    </a:cubicBezTo>
                    <a:cubicBezTo>
                      <a:pt x="8046" y="1724"/>
                      <a:pt x="7942" y="1811"/>
                      <a:pt x="7910" y="1952"/>
                    </a:cubicBezTo>
                    <a:cubicBezTo>
                      <a:pt x="7872" y="2115"/>
                      <a:pt x="7964" y="2224"/>
                      <a:pt x="8046" y="2354"/>
                    </a:cubicBezTo>
                    <a:cubicBezTo>
                      <a:pt x="8116" y="2457"/>
                      <a:pt x="8165" y="2534"/>
                      <a:pt x="8301" y="2555"/>
                    </a:cubicBezTo>
                    <a:cubicBezTo>
                      <a:pt x="8331" y="2558"/>
                      <a:pt x="8363" y="2559"/>
                      <a:pt x="8397" y="2559"/>
                    </a:cubicBezTo>
                    <a:cubicBezTo>
                      <a:pt x="8430" y="2559"/>
                      <a:pt x="8464" y="2558"/>
                      <a:pt x="8497" y="2555"/>
                    </a:cubicBezTo>
                    <a:lnTo>
                      <a:pt x="8497" y="2555"/>
                    </a:lnTo>
                    <a:cubicBezTo>
                      <a:pt x="8469" y="2925"/>
                      <a:pt x="8203" y="3208"/>
                      <a:pt x="7975" y="3474"/>
                    </a:cubicBezTo>
                    <a:cubicBezTo>
                      <a:pt x="7926" y="3534"/>
                      <a:pt x="7866" y="3583"/>
                      <a:pt x="7817" y="3642"/>
                    </a:cubicBezTo>
                    <a:cubicBezTo>
                      <a:pt x="7774" y="3702"/>
                      <a:pt x="7719" y="3773"/>
                      <a:pt x="7660" y="3838"/>
                    </a:cubicBezTo>
                    <a:cubicBezTo>
                      <a:pt x="7600" y="3903"/>
                      <a:pt x="7540" y="3958"/>
                      <a:pt x="7469" y="4012"/>
                    </a:cubicBezTo>
                    <a:cubicBezTo>
                      <a:pt x="7410" y="4056"/>
                      <a:pt x="7361" y="4115"/>
                      <a:pt x="7301" y="4153"/>
                    </a:cubicBezTo>
                    <a:cubicBezTo>
                      <a:pt x="7149" y="4246"/>
                      <a:pt x="6996" y="4322"/>
                      <a:pt x="6833" y="4387"/>
                    </a:cubicBezTo>
                    <a:cubicBezTo>
                      <a:pt x="6649" y="4469"/>
                      <a:pt x="6458" y="4539"/>
                      <a:pt x="6263" y="4599"/>
                    </a:cubicBezTo>
                    <a:cubicBezTo>
                      <a:pt x="5969" y="4697"/>
                      <a:pt x="5665" y="4778"/>
                      <a:pt x="5360" y="4849"/>
                    </a:cubicBezTo>
                    <a:cubicBezTo>
                      <a:pt x="5719" y="4724"/>
                      <a:pt x="6056" y="4545"/>
                      <a:pt x="6355" y="4316"/>
                    </a:cubicBezTo>
                    <a:cubicBezTo>
                      <a:pt x="6659" y="4072"/>
                      <a:pt x="6969" y="3795"/>
                      <a:pt x="7154" y="3452"/>
                    </a:cubicBezTo>
                    <a:cubicBezTo>
                      <a:pt x="7252" y="3273"/>
                      <a:pt x="7377" y="3110"/>
                      <a:pt x="7458" y="2925"/>
                    </a:cubicBezTo>
                    <a:cubicBezTo>
                      <a:pt x="7545" y="2740"/>
                      <a:pt x="7562" y="2528"/>
                      <a:pt x="7611" y="2338"/>
                    </a:cubicBezTo>
                    <a:cubicBezTo>
                      <a:pt x="7676" y="2093"/>
                      <a:pt x="7730" y="1843"/>
                      <a:pt x="7774" y="1593"/>
                    </a:cubicBezTo>
                    <a:cubicBezTo>
                      <a:pt x="7790" y="1468"/>
                      <a:pt x="7828" y="1348"/>
                      <a:pt x="7839" y="1229"/>
                    </a:cubicBezTo>
                    <a:cubicBezTo>
                      <a:pt x="7850" y="1169"/>
                      <a:pt x="7812" y="1055"/>
                      <a:pt x="7850" y="1001"/>
                    </a:cubicBezTo>
                    <a:cubicBezTo>
                      <a:pt x="7883" y="967"/>
                      <a:pt x="7853" y="921"/>
                      <a:pt x="7817" y="921"/>
                    </a:cubicBezTo>
                    <a:cubicBezTo>
                      <a:pt x="7806" y="921"/>
                      <a:pt x="7795" y="925"/>
                      <a:pt x="7785" y="935"/>
                    </a:cubicBezTo>
                    <a:cubicBezTo>
                      <a:pt x="7757" y="968"/>
                      <a:pt x="7736" y="1011"/>
                      <a:pt x="7736" y="1055"/>
                    </a:cubicBezTo>
                    <a:cubicBezTo>
                      <a:pt x="7741" y="1137"/>
                      <a:pt x="7736" y="1223"/>
                      <a:pt x="7725" y="1305"/>
                    </a:cubicBezTo>
                    <a:cubicBezTo>
                      <a:pt x="7681" y="1517"/>
                      <a:pt x="7654" y="1729"/>
                      <a:pt x="7611" y="1941"/>
                    </a:cubicBezTo>
                    <a:cubicBezTo>
                      <a:pt x="7567" y="2153"/>
                      <a:pt x="7496" y="2376"/>
                      <a:pt x="7453" y="2599"/>
                    </a:cubicBezTo>
                    <a:cubicBezTo>
                      <a:pt x="7442" y="2697"/>
                      <a:pt x="7415" y="2789"/>
                      <a:pt x="7382" y="2887"/>
                    </a:cubicBezTo>
                    <a:cubicBezTo>
                      <a:pt x="7339" y="2979"/>
                      <a:pt x="7284" y="3066"/>
                      <a:pt x="7230" y="3153"/>
                    </a:cubicBezTo>
                    <a:cubicBezTo>
                      <a:pt x="7127" y="3316"/>
                      <a:pt x="7040" y="3485"/>
                      <a:pt x="6931" y="3642"/>
                    </a:cubicBezTo>
                    <a:cubicBezTo>
                      <a:pt x="6866" y="3719"/>
                      <a:pt x="6801" y="3795"/>
                      <a:pt x="6725" y="3860"/>
                    </a:cubicBezTo>
                    <a:cubicBezTo>
                      <a:pt x="6665" y="3941"/>
                      <a:pt x="6589" y="4012"/>
                      <a:pt x="6513" y="4077"/>
                    </a:cubicBezTo>
                    <a:cubicBezTo>
                      <a:pt x="6360" y="4213"/>
                      <a:pt x="6197" y="4338"/>
                      <a:pt x="6029" y="4447"/>
                    </a:cubicBezTo>
                    <a:cubicBezTo>
                      <a:pt x="6127" y="4360"/>
                      <a:pt x="6225" y="4273"/>
                      <a:pt x="6317" y="4186"/>
                    </a:cubicBezTo>
                    <a:cubicBezTo>
                      <a:pt x="6458" y="4039"/>
                      <a:pt x="6578" y="3865"/>
                      <a:pt x="6659" y="3675"/>
                    </a:cubicBezTo>
                    <a:cubicBezTo>
                      <a:pt x="6757" y="3485"/>
                      <a:pt x="6828" y="3278"/>
                      <a:pt x="6871" y="3066"/>
                    </a:cubicBezTo>
                    <a:cubicBezTo>
                      <a:pt x="6893" y="2968"/>
                      <a:pt x="6915" y="2871"/>
                      <a:pt x="6926" y="2767"/>
                    </a:cubicBezTo>
                    <a:cubicBezTo>
                      <a:pt x="6931" y="2718"/>
                      <a:pt x="6920" y="2669"/>
                      <a:pt x="6926" y="2620"/>
                    </a:cubicBezTo>
                    <a:cubicBezTo>
                      <a:pt x="6931" y="2582"/>
                      <a:pt x="6942" y="2572"/>
                      <a:pt x="6942" y="2544"/>
                    </a:cubicBezTo>
                    <a:lnTo>
                      <a:pt x="6991" y="2517"/>
                    </a:lnTo>
                    <a:cubicBezTo>
                      <a:pt x="7241" y="2360"/>
                      <a:pt x="7290" y="1995"/>
                      <a:pt x="7181" y="1734"/>
                    </a:cubicBezTo>
                    <a:cubicBezTo>
                      <a:pt x="7111" y="1566"/>
                      <a:pt x="6996" y="1490"/>
                      <a:pt x="6839" y="1414"/>
                    </a:cubicBezTo>
                    <a:cubicBezTo>
                      <a:pt x="6780" y="1382"/>
                      <a:pt x="6715" y="1362"/>
                      <a:pt x="6648" y="1362"/>
                    </a:cubicBezTo>
                    <a:cubicBezTo>
                      <a:pt x="6633" y="1362"/>
                      <a:pt x="6619" y="1363"/>
                      <a:pt x="6605" y="1365"/>
                    </a:cubicBezTo>
                    <a:cubicBezTo>
                      <a:pt x="6518" y="1381"/>
                      <a:pt x="6458" y="1446"/>
                      <a:pt x="6388" y="1495"/>
                    </a:cubicBezTo>
                    <a:cubicBezTo>
                      <a:pt x="6382" y="1501"/>
                      <a:pt x="6377" y="1512"/>
                      <a:pt x="6371" y="1522"/>
                    </a:cubicBezTo>
                    <a:cubicBezTo>
                      <a:pt x="6246" y="1582"/>
                      <a:pt x="6148" y="1696"/>
                      <a:pt x="6099" y="1832"/>
                    </a:cubicBezTo>
                    <a:cubicBezTo>
                      <a:pt x="6023" y="2061"/>
                      <a:pt x="6034" y="2408"/>
                      <a:pt x="6252" y="2555"/>
                    </a:cubicBezTo>
                    <a:cubicBezTo>
                      <a:pt x="6352" y="2623"/>
                      <a:pt x="6468" y="2659"/>
                      <a:pt x="6585" y="2659"/>
                    </a:cubicBezTo>
                    <a:cubicBezTo>
                      <a:pt x="6664" y="2659"/>
                      <a:pt x="6742" y="2642"/>
                      <a:pt x="6817" y="2610"/>
                    </a:cubicBezTo>
                    <a:lnTo>
                      <a:pt x="6817" y="2653"/>
                    </a:lnTo>
                    <a:cubicBezTo>
                      <a:pt x="6812" y="2756"/>
                      <a:pt x="6795" y="2865"/>
                      <a:pt x="6774" y="2968"/>
                    </a:cubicBezTo>
                    <a:cubicBezTo>
                      <a:pt x="6735" y="3169"/>
                      <a:pt x="6676" y="3365"/>
                      <a:pt x="6589" y="3555"/>
                    </a:cubicBezTo>
                    <a:cubicBezTo>
                      <a:pt x="6513" y="3746"/>
                      <a:pt x="6404" y="3920"/>
                      <a:pt x="6263" y="4072"/>
                    </a:cubicBezTo>
                    <a:cubicBezTo>
                      <a:pt x="6143" y="4191"/>
                      <a:pt x="6018" y="4306"/>
                      <a:pt x="5893" y="4414"/>
                    </a:cubicBezTo>
                    <a:cubicBezTo>
                      <a:pt x="5822" y="4480"/>
                      <a:pt x="5746" y="4539"/>
                      <a:pt x="5665" y="4588"/>
                    </a:cubicBezTo>
                    <a:cubicBezTo>
                      <a:pt x="5594" y="4626"/>
                      <a:pt x="5518" y="4648"/>
                      <a:pt x="5447" y="4681"/>
                    </a:cubicBezTo>
                    <a:cubicBezTo>
                      <a:pt x="5257" y="4762"/>
                      <a:pt x="5061" y="4827"/>
                      <a:pt x="4860" y="4887"/>
                    </a:cubicBezTo>
                    <a:cubicBezTo>
                      <a:pt x="4757" y="4914"/>
                      <a:pt x="4659" y="4942"/>
                      <a:pt x="4556" y="4958"/>
                    </a:cubicBezTo>
                    <a:cubicBezTo>
                      <a:pt x="4510" y="4961"/>
                      <a:pt x="4463" y="4961"/>
                      <a:pt x="4417" y="4961"/>
                    </a:cubicBezTo>
                    <a:cubicBezTo>
                      <a:pt x="4371" y="4961"/>
                      <a:pt x="4325" y="4961"/>
                      <a:pt x="4278" y="4963"/>
                    </a:cubicBezTo>
                    <a:lnTo>
                      <a:pt x="4262" y="4963"/>
                    </a:lnTo>
                    <a:cubicBezTo>
                      <a:pt x="4425" y="4920"/>
                      <a:pt x="4577" y="4844"/>
                      <a:pt x="4713" y="4735"/>
                    </a:cubicBezTo>
                    <a:cubicBezTo>
                      <a:pt x="4806" y="4664"/>
                      <a:pt x="4882" y="4583"/>
                      <a:pt x="4974" y="4512"/>
                    </a:cubicBezTo>
                    <a:cubicBezTo>
                      <a:pt x="5034" y="4452"/>
                      <a:pt x="5083" y="4376"/>
                      <a:pt x="5116" y="4289"/>
                    </a:cubicBezTo>
                    <a:cubicBezTo>
                      <a:pt x="5159" y="4197"/>
                      <a:pt x="5186" y="4099"/>
                      <a:pt x="5235" y="4007"/>
                    </a:cubicBezTo>
                    <a:cubicBezTo>
                      <a:pt x="5252" y="3974"/>
                      <a:pt x="5268" y="3936"/>
                      <a:pt x="5284" y="3909"/>
                    </a:cubicBezTo>
                    <a:cubicBezTo>
                      <a:pt x="5409" y="3887"/>
                      <a:pt x="5529" y="3838"/>
                      <a:pt x="5632" y="3762"/>
                    </a:cubicBezTo>
                    <a:cubicBezTo>
                      <a:pt x="5871" y="3555"/>
                      <a:pt x="5947" y="3213"/>
                      <a:pt x="5828" y="2925"/>
                    </a:cubicBezTo>
                    <a:cubicBezTo>
                      <a:pt x="5770" y="2805"/>
                      <a:pt x="5516" y="2568"/>
                      <a:pt x="5336" y="2568"/>
                    </a:cubicBezTo>
                    <a:cubicBezTo>
                      <a:pt x="5280" y="2568"/>
                      <a:pt x="5231" y="2591"/>
                      <a:pt x="5197" y="2648"/>
                    </a:cubicBezTo>
                    <a:cubicBezTo>
                      <a:pt x="5154" y="2648"/>
                      <a:pt x="5105" y="2659"/>
                      <a:pt x="5061" y="2675"/>
                    </a:cubicBezTo>
                    <a:cubicBezTo>
                      <a:pt x="4920" y="2740"/>
                      <a:pt x="4789" y="2838"/>
                      <a:pt x="4692" y="2963"/>
                    </a:cubicBezTo>
                    <a:cubicBezTo>
                      <a:pt x="4605" y="3072"/>
                      <a:pt x="4572" y="3218"/>
                      <a:pt x="4605" y="3360"/>
                    </a:cubicBezTo>
                    <a:cubicBezTo>
                      <a:pt x="4632" y="3496"/>
                      <a:pt x="4697" y="3697"/>
                      <a:pt x="4806" y="3795"/>
                    </a:cubicBezTo>
                    <a:cubicBezTo>
                      <a:pt x="4898" y="3871"/>
                      <a:pt x="5018" y="3914"/>
                      <a:pt x="5143" y="3920"/>
                    </a:cubicBezTo>
                    <a:cubicBezTo>
                      <a:pt x="5126" y="3952"/>
                      <a:pt x="5105" y="3990"/>
                      <a:pt x="5094" y="4028"/>
                    </a:cubicBezTo>
                    <a:cubicBezTo>
                      <a:pt x="5067" y="4104"/>
                      <a:pt x="5040" y="4175"/>
                      <a:pt x="5012" y="4251"/>
                    </a:cubicBezTo>
                    <a:cubicBezTo>
                      <a:pt x="4996" y="4306"/>
                      <a:pt x="4969" y="4360"/>
                      <a:pt x="4936" y="4409"/>
                    </a:cubicBezTo>
                    <a:cubicBezTo>
                      <a:pt x="4904" y="4441"/>
                      <a:pt x="4871" y="4469"/>
                      <a:pt x="4833" y="4490"/>
                    </a:cubicBezTo>
                    <a:cubicBezTo>
                      <a:pt x="4757" y="4561"/>
                      <a:pt x="4697" y="4626"/>
                      <a:pt x="4621" y="4692"/>
                    </a:cubicBezTo>
                    <a:cubicBezTo>
                      <a:pt x="4474" y="4800"/>
                      <a:pt x="4306" y="4871"/>
                      <a:pt x="4126" y="4904"/>
                    </a:cubicBezTo>
                    <a:cubicBezTo>
                      <a:pt x="4001" y="4931"/>
                      <a:pt x="3882" y="4936"/>
                      <a:pt x="3762" y="4958"/>
                    </a:cubicBezTo>
                    <a:lnTo>
                      <a:pt x="3762" y="4914"/>
                    </a:lnTo>
                    <a:cubicBezTo>
                      <a:pt x="3768" y="4773"/>
                      <a:pt x="3762" y="4626"/>
                      <a:pt x="3746" y="4485"/>
                    </a:cubicBezTo>
                    <a:cubicBezTo>
                      <a:pt x="3735" y="4338"/>
                      <a:pt x="3735" y="4197"/>
                      <a:pt x="3746" y="4050"/>
                    </a:cubicBezTo>
                    <a:cubicBezTo>
                      <a:pt x="3746" y="3920"/>
                      <a:pt x="3713" y="3789"/>
                      <a:pt x="3713" y="3659"/>
                    </a:cubicBezTo>
                    <a:cubicBezTo>
                      <a:pt x="3713" y="3512"/>
                      <a:pt x="3670" y="3360"/>
                      <a:pt x="3675" y="3218"/>
                    </a:cubicBezTo>
                    <a:cubicBezTo>
                      <a:pt x="3702" y="3208"/>
                      <a:pt x="3724" y="3202"/>
                      <a:pt x="3746" y="3191"/>
                    </a:cubicBezTo>
                    <a:cubicBezTo>
                      <a:pt x="3909" y="3131"/>
                      <a:pt x="4072" y="3055"/>
                      <a:pt x="4219" y="2963"/>
                    </a:cubicBezTo>
                    <a:cubicBezTo>
                      <a:pt x="4295" y="2914"/>
                      <a:pt x="4365" y="2854"/>
                      <a:pt x="4431" y="2794"/>
                    </a:cubicBezTo>
                    <a:cubicBezTo>
                      <a:pt x="4490" y="2740"/>
                      <a:pt x="4572" y="2713"/>
                      <a:pt x="4621" y="2642"/>
                    </a:cubicBezTo>
                    <a:cubicBezTo>
                      <a:pt x="4654" y="2572"/>
                      <a:pt x="4686" y="2506"/>
                      <a:pt x="4713" y="2436"/>
                    </a:cubicBezTo>
                    <a:cubicBezTo>
                      <a:pt x="4751" y="2349"/>
                      <a:pt x="4795" y="2262"/>
                      <a:pt x="4828" y="2175"/>
                    </a:cubicBezTo>
                    <a:cubicBezTo>
                      <a:pt x="4882" y="1995"/>
                      <a:pt x="4904" y="1811"/>
                      <a:pt x="4887" y="1631"/>
                    </a:cubicBezTo>
                    <a:cubicBezTo>
                      <a:pt x="4887" y="1550"/>
                      <a:pt x="4882" y="1468"/>
                      <a:pt x="4871" y="1387"/>
                    </a:cubicBezTo>
                    <a:cubicBezTo>
                      <a:pt x="4855" y="1305"/>
                      <a:pt x="4806" y="1234"/>
                      <a:pt x="4784" y="1153"/>
                    </a:cubicBezTo>
                    <a:cubicBezTo>
                      <a:pt x="4735" y="973"/>
                      <a:pt x="4654" y="805"/>
                      <a:pt x="4556" y="653"/>
                    </a:cubicBezTo>
                    <a:cubicBezTo>
                      <a:pt x="4496" y="582"/>
                      <a:pt x="4442" y="511"/>
                      <a:pt x="4376" y="446"/>
                    </a:cubicBezTo>
                    <a:cubicBezTo>
                      <a:pt x="4311" y="365"/>
                      <a:pt x="4235" y="343"/>
                      <a:pt x="4148" y="289"/>
                    </a:cubicBezTo>
                    <a:cubicBezTo>
                      <a:pt x="3985" y="174"/>
                      <a:pt x="3806" y="98"/>
                      <a:pt x="3610" y="55"/>
                    </a:cubicBezTo>
                    <a:cubicBezTo>
                      <a:pt x="3507" y="38"/>
                      <a:pt x="3403" y="33"/>
                      <a:pt x="3300" y="17"/>
                    </a:cubicBezTo>
                    <a:cubicBezTo>
                      <a:pt x="3244" y="6"/>
                      <a:pt x="3190" y="0"/>
                      <a:pt x="3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0"/>
              <p:cNvSpPr/>
              <p:nvPr/>
            </p:nvSpPr>
            <p:spPr>
              <a:xfrm>
                <a:off x="4075225" y="5011500"/>
                <a:ext cx="4650" cy="9875"/>
              </a:xfrm>
              <a:custGeom>
                <a:rect b="b" l="l" r="r" t="t"/>
                <a:pathLst>
                  <a:path extrusionOk="0" h="395" w="186">
                    <a:moveTo>
                      <a:pt x="148" y="0"/>
                    </a:moveTo>
                    <a:cubicBezTo>
                      <a:pt x="127" y="0"/>
                      <a:pt x="104" y="15"/>
                      <a:pt x="104" y="39"/>
                    </a:cubicBezTo>
                    <a:cubicBezTo>
                      <a:pt x="104" y="66"/>
                      <a:pt x="77" y="88"/>
                      <a:pt x="66" y="110"/>
                    </a:cubicBezTo>
                    <a:cubicBezTo>
                      <a:pt x="50" y="137"/>
                      <a:pt x="44" y="164"/>
                      <a:pt x="34" y="191"/>
                    </a:cubicBezTo>
                    <a:cubicBezTo>
                      <a:pt x="12" y="246"/>
                      <a:pt x="1" y="305"/>
                      <a:pt x="6" y="365"/>
                    </a:cubicBezTo>
                    <a:cubicBezTo>
                      <a:pt x="14" y="384"/>
                      <a:pt x="29" y="395"/>
                      <a:pt x="44" y="395"/>
                    </a:cubicBezTo>
                    <a:cubicBezTo>
                      <a:pt x="52" y="395"/>
                      <a:pt x="59" y="392"/>
                      <a:pt x="66" y="387"/>
                    </a:cubicBezTo>
                    <a:cubicBezTo>
                      <a:pt x="131" y="343"/>
                      <a:pt x="137" y="267"/>
                      <a:pt x="153" y="197"/>
                    </a:cubicBezTo>
                    <a:cubicBezTo>
                      <a:pt x="175" y="142"/>
                      <a:pt x="186" y="88"/>
                      <a:pt x="186" y="28"/>
                    </a:cubicBezTo>
                    <a:cubicBezTo>
                      <a:pt x="181" y="9"/>
                      <a:pt x="165" y="0"/>
                      <a:pt x="1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0"/>
              <p:cNvSpPr/>
              <p:nvPr/>
            </p:nvSpPr>
            <p:spPr>
              <a:xfrm>
                <a:off x="4077400" y="5017250"/>
                <a:ext cx="7300" cy="10650"/>
              </a:xfrm>
              <a:custGeom>
                <a:rect b="b" l="l" r="r" t="t"/>
                <a:pathLst>
                  <a:path extrusionOk="0" h="426" w="292">
                    <a:moveTo>
                      <a:pt x="223" y="0"/>
                    </a:moveTo>
                    <a:cubicBezTo>
                      <a:pt x="212" y="0"/>
                      <a:pt x="200" y="5"/>
                      <a:pt x="191" y="16"/>
                    </a:cubicBezTo>
                    <a:cubicBezTo>
                      <a:pt x="137" y="75"/>
                      <a:pt x="93" y="146"/>
                      <a:pt x="55" y="222"/>
                    </a:cubicBezTo>
                    <a:cubicBezTo>
                      <a:pt x="34" y="276"/>
                      <a:pt x="1" y="369"/>
                      <a:pt x="55" y="418"/>
                    </a:cubicBezTo>
                    <a:cubicBezTo>
                      <a:pt x="63" y="423"/>
                      <a:pt x="72" y="426"/>
                      <a:pt x="80" y="426"/>
                    </a:cubicBezTo>
                    <a:cubicBezTo>
                      <a:pt x="88" y="426"/>
                      <a:pt x="96" y="423"/>
                      <a:pt x="104" y="418"/>
                    </a:cubicBezTo>
                    <a:cubicBezTo>
                      <a:pt x="148" y="385"/>
                      <a:pt x="153" y="309"/>
                      <a:pt x="169" y="260"/>
                    </a:cubicBezTo>
                    <a:cubicBezTo>
                      <a:pt x="197" y="195"/>
                      <a:pt x="229" y="135"/>
                      <a:pt x="267" y="81"/>
                    </a:cubicBezTo>
                    <a:cubicBezTo>
                      <a:pt x="292" y="44"/>
                      <a:pt x="258" y="0"/>
                      <a:pt x="2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0"/>
              <p:cNvSpPr/>
              <p:nvPr/>
            </p:nvSpPr>
            <p:spPr>
              <a:xfrm>
                <a:off x="4082575" y="5023675"/>
                <a:ext cx="4375" cy="6200"/>
              </a:xfrm>
              <a:custGeom>
                <a:rect b="b" l="l" r="r" t="t"/>
                <a:pathLst>
                  <a:path extrusionOk="0" h="248" w="175">
                    <a:moveTo>
                      <a:pt x="90" y="0"/>
                    </a:moveTo>
                    <a:cubicBezTo>
                      <a:pt x="78" y="0"/>
                      <a:pt x="66" y="3"/>
                      <a:pt x="55" y="9"/>
                    </a:cubicBezTo>
                    <a:cubicBezTo>
                      <a:pt x="17" y="19"/>
                      <a:pt x="1" y="74"/>
                      <a:pt x="39" y="101"/>
                    </a:cubicBezTo>
                    <a:cubicBezTo>
                      <a:pt x="28" y="128"/>
                      <a:pt x="22" y="155"/>
                      <a:pt x="22" y="183"/>
                    </a:cubicBezTo>
                    <a:cubicBezTo>
                      <a:pt x="17" y="204"/>
                      <a:pt x="28" y="231"/>
                      <a:pt x="44" y="242"/>
                    </a:cubicBezTo>
                    <a:cubicBezTo>
                      <a:pt x="55" y="248"/>
                      <a:pt x="66" y="248"/>
                      <a:pt x="71" y="248"/>
                    </a:cubicBezTo>
                    <a:cubicBezTo>
                      <a:pt x="98" y="248"/>
                      <a:pt x="120" y="231"/>
                      <a:pt x="126" y="210"/>
                    </a:cubicBezTo>
                    <a:cubicBezTo>
                      <a:pt x="136" y="166"/>
                      <a:pt x="153" y="123"/>
                      <a:pt x="169" y="74"/>
                    </a:cubicBezTo>
                    <a:cubicBezTo>
                      <a:pt x="174" y="47"/>
                      <a:pt x="158" y="14"/>
                      <a:pt x="126" y="3"/>
                    </a:cubicBezTo>
                    <a:lnTo>
                      <a:pt x="126" y="9"/>
                    </a:lnTo>
                    <a:cubicBezTo>
                      <a:pt x="115" y="3"/>
                      <a:pt x="102"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0"/>
              <p:cNvSpPr/>
              <p:nvPr/>
            </p:nvSpPr>
            <p:spPr>
              <a:xfrm>
                <a:off x="4048325" y="4984700"/>
                <a:ext cx="10925" cy="6625"/>
              </a:xfrm>
              <a:custGeom>
                <a:rect b="b" l="l" r="r" t="t"/>
                <a:pathLst>
                  <a:path extrusionOk="0" h="265" w="437">
                    <a:moveTo>
                      <a:pt x="78" y="1"/>
                    </a:moveTo>
                    <a:cubicBezTo>
                      <a:pt x="38" y="1"/>
                      <a:pt x="1" y="25"/>
                      <a:pt x="1" y="78"/>
                    </a:cubicBezTo>
                    <a:cubicBezTo>
                      <a:pt x="1" y="78"/>
                      <a:pt x="1" y="84"/>
                      <a:pt x="1" y="84"/>
                    </a:cubicBezTo>
                    <a:cubicBezTo>
                      <a:pt x="6" y="122"/>
                      <a:pt x="28" y="149"/>
                      <a:pt x="61" y="160"/>
                    </a:cubicBezTo>
                    <a:cubicBezTo>
                      <a:pt x="99" y="176"/>
                      <a:pt x="131" y="187"/>
                      <a:pt x="169" y="209"/>
                    </a:cubicBezTo>
                    <a:cubicBezTo>
                      <a:pt x="207" y="220"/>
                      <a:pt x="245" y="236"/>
                      <a:pt x="283" y="252"/>
                    </a:cubicBezTo>
                    <a:cubicBezTo>
                      <a:pt x="297" y="261"/>
                      <a:pt x="311" y="265"/>
                      <a:pt x="324" y="265"/>
                    </a:cubicBezTo>
                    <a:cubicBezTo>
                      <a:pt x="392" y="265"/>
                      <a:pt x="437" y="162"/>
                      <a:pt x="359" y="116"/>
                    </a:cubicBezTo>
                    <a:lnTo>
                      <a:pt x="359" y="116"/>
                    </a:lnTo>
                    <a:lnTo>
                      <a:pt x="359" y="122"/>
                    </a:lnTo>
                    <a:cubicBezTo>
                      <a:pt x="316" y="94"/>
                      <a:pt x="267" y="73"/>
                      <a:pt x="218" y="56"/>
                    </a:cubicBezTo>
                    <a:cubicBezTo>
                      <a:pt x="180" y="40"/>
                      <a:pt x="158" y="24"/>
                      <a:pt x="126" y="13"/>
                    </a:cubicBezTo>
                    <a:cubicBezTo>
                      <a:pt x="111" y="5"/>
                      <a:pt x="94"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0"/>
              <p:cNvSpPr/>
              <p:nvPr/>
            </p:nvSpPr>
            <p:spPr>
              <a:xfrm>
                <a:off x="4071025" y="4962100"/>
                <a:ext cx="5050" cy="10900"/>
              </a:xfrm>
              <a:custGeom>
                <a:rect b="b" l="l" r="r" t="t"/>
                <a:pathLst>
                  <a:path extrusionOk="0" h="436" w="202">
                    <a:moveTo>
                      <a:pt x="116" y="1"/>
                    </a:moveTo>
                    <a:cubicBezTo>
                      <a:pt x="110" y="1"/>
                      <a:pt x="104" y="2"/>
                      <a:pt x="98" y="4"/>
                    </a:cubicBezTo>
                    <a:cubicBezTo>
                      <a:pt x="39" y="36"/>
                      <a:pt x="0" y="107"/>
                      <a:pt x="6" y="178"/>
                    </a:cubicBezTo>
                    <a:cubicBezTo>
                      <a:pt x="28" y="254"/>
                      <a:pt x="60" y="330"/>
                      <a:pt x="98" y="401"/>
                    </a:cubicBezTo>
                    <a:cubicBezTo>
                      <a:pt x="106" y="425"/>
                      <a:pt x="125" y="436"/>
                      <a:pt x="146" y="436"/>
                    </a:cubicBezTo>
                    <a:cubicBezTo>
                      <a:pt x="172" y="436"/>
                      <a:pt x="199" y="418"/>
                      <a:pt x="202" y="384"/>
                    </a:cubicBezTo>
                    <a:cubicBezTo>
                      <a:pt x="196" y="319"/>
                      <a:pt x="191" y="254"/>
                      <a:pt x="174" y="194"/>
                    </a:cubicBezTo>
                    <a:lnTo>
                      <a:pt x="169" y="194"/>
                    </a:lnTo>
                    <a:cubicBezTo>
                      <a:pt x="169" y="178"/>
                      <a:pt x="164" y="167"/>
                      <a:pt x="158" y="151"/>
                    </a:cubicBezTo>
                    <a:cubicBezTo>
                      <a:pt x="158" y="151"/>
                      <a:pt x="158" y="145"/>
                      <a:pt x="158" y="140"/>
                    </a:cubicBezTo>
                    <a:cubicBezTo>
                      <a:pt x="164" y="112"/>
                      <a:pt x="169" y="80"/>
                      <a:pt x="169" y="47"/>
                    </a:cubicBezTo>
                    <a:cubicBezTo>
                      <a:pt x="165" y="20"/>
                      <a:pt x="142" y="1"/>
                      <a:pt x="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0"/>
              <p:cNvSpPr/>
              <p:nvPr/>
            </p:nvSpPr>
            <p:spPr>
              <a:xfrm>
                <a:off x="4105875" y="4956475"/>
                <a:ext cx="7975" cy="9425"/>
              </a:xfrm>
              <a:custGeom>
                <a:rect b="b" l="l" r="r" t="t"/>
                <a:pathLst>
                  <a:path extrusionOk="0" h="377" w="319">
                    <a:moveTo>
                      <a:pt x="254" y="0"/>
                    </a:moveTo>
                    <a:cubicBezTo>
                      <a:pt x="177" y="11"/>
                      <a:pt x="112" y="55"/>
                      <a:pt x="74" y="120"/>
                    </a:cubicBezTo>
                    <a:cubicBezTo>
                      <a:pt x="36" y="180"/>
                      <a:pt x="14" y="250"/>
                      <a:pt x="3" y="321"/>
                    </a:cubicBezTo>
                    <a:cubicBezTo>
                      <a:pt x="0" y="357"/>
                      <a:pt x="31" y="377"/>
                      <a:pt x="61" y="377"/>
                    </a:cubicBezTo>
                    <a:cubicBezTo>
                      <a:pt x="86" y="377"/>
                      <a:pt x="110" y="364"/>
                      <a:pt x="118" y="337"/>
                    </a:cubicBezTo>
                    <a:cubicBezTo>
                      <a:pt x="129" y="305"/>
                      <a:pt x="145" y="283"/>
                      <a:pt x="167" y="261"/>
                    </a:cubicBezTo>
                    <a:cubicBezTo>
                      <a:pt x="188" y="240"/>
                      <a:pt x="205" y="218"/>
                      <a:pt x="226" y="196"/>
                    </a:cubicBezTo>
                    <a:cubicBezTo>
                      <a:pt x="270" y="153"/>
                      <a:pt x="319" y="104"/>
                      <a:pt x="308" y="38"/>
                    </a:cubicBezTo>
                    <a:cubicBezTo>
                      <a:pt x="297" y="17"/>
                      <a:pt x="275"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0"/>
              <p:cNvSpPr/>
              <p:nvPr/>
            </p:nvSpPr>
            <p:spPr>
              <a:xfrm>
                <a:off x="4129325" y="4971825"/>
                <a:ext cx="12525" cy="6150"/>
              </a:xfrm>
              <a:custGeom>
                <a:rect b="b" l="l" r="r" t="t"/>
                <a:pathLst>
                  <a:path extrusionOk="0" h="246" w="501">
                    <a:moveTo>
                      <a:pt x="296" y="1"/>
                    </a:moveTo>
                    <a:cubicBezTo>
                      <a:pt x="268" y="1"/>
                      <a:pt x="241" y="4"/>
                      <a:pt x="218" y="12"/>
                    </a:cubicBezTo>
                    <a:cubicBezTo>
                      <a:pt x="142" y="28"/>
                      <a:pt x="22" y="99"/>
                      <a:pt x="6" y="180"/>
                    </a:cubicBezTo>
                    <a:cubicBezTo>
                      <a:pt x="0" y="207"/>
                      <a:pt x="11" y="234"/>
                      <a:pt x="38" y="240"/>
                    </a:cubicBezTo>
                    <a:cubicBezTo>
                      <a:pt x="50" y="244"/>
                      <a:pt x="61" y="246"/>
                      <a:pt x="72" y="246"/>
                    </a:cubicBezTo>
                    <a:cubicBezTo>
                      <a:pt x="134" y="246"/>
                      <a:pt x="190" y="189"/>
                      <a:pt x="250" y="180"/>
                    </a:cubicBezTo>
                    <a:cubicBezTo>
                      <a:pt x="262" y="177"/>
                      <a:pt x="274" y="177"/>
                      <a:pt x="287" y="177"/>
                    </a:cubicBezTo>
                    <a:cubicBezTo>
                      <a:pt x="319" y="177"/>
                      <a:pt x="354" y="183"/>
                      <a:pt x="388" y="183"/>
                    </a:cubicBezTo>
                    <a:cubicBezTo>
                      <a:pt x="424" y="183"/>
                      <a:pt x="458" y="176"/>
                      <a:pt x="484" y="147"/>
                    </a:cubicBezTo>
                    <a:cubicBezTo>
                      <a:pt x="501" y="137"/>
                      <a:pt x="501" y="115"/>
                      <a:pt x="490" y="99"/>
                    </a:cubicBezTo>
                    <a:lnTo>
                      <a:pt x="495" y="99"/>
                    </a:lnTo>
                    <a:cubicBezTo>
                      <a:pt x="463" y="30"/>
                      <a:pt x="375"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0"/>
              <p:cNvSpPr/>
              <p:nvPr/>
            </p:nvSpPr>
            <p:spPr>
              <a:xfrm>
                <a:off x="4141975" y="4993075"/>
                <a:ext cx="14800" cy="6825"/>
              </a:xfrm>
              <a:custGeom>
                <a:rect b="b" l="l" r="r" t="t"/>
                <a:pathLst>
                  <a:path extrusionOk="0" h="273" w="592">
                    <a:moveTo>
                      <a:pt x="251" y="1"/>
                    </a:moveTo>
                    <a:cubicBezTo>
                      <a:pt x="159" y="1"/>
                      <a:pt x="73" y="29"/>
                      <a:pt x="27" y="91"/>
                    </a:cubicBezTo>
                    <a:cubicBezTo>
                      <a:pt x="0" y="132"/>
                      <a:pt x="41" y="172"/>
                      <a:pt x="80" y="172"/>
                    </a:cubicBezTo>
                    <a:cubicBezTo>
                      <a:pt x="88" y="172"/>
                      <a:pt x="96" y="171"/>
                      <a:pt x="103" y="167"/>
                    </a:cubicBezTo>
                    <a:cubicBezTo>
                      <a:pt x="115" y="161"/>
                      <a:pt x="132" y="159"/>
                      <a:pt x="151" y="159"/>
                    </a:cubicBezTo>
                    <a:cubicBezTo>
                      <a:pt x="202" y="159"/>
                      <a:pt x="270" y="176"/>
                      <a:pt x="310" y="183"/>
                    </a:cubicBezTo>
                    <a:cubicBezTo>
                      <a:pt x="380" y="205"/>
                      <a:pt x="451" y="243"/>
                      <a:pt x="522" y="270"/>
                    </a:cubicBezTo>
                    <a:cubicBezTo>
                      <a:pt x="526" y="272"/>
                      <a:pt x="530" y="272"/>
                      <a:pt x="534" y="272"/>
                    </a:cubicBezTo>
                    <a:cubicBezTo>
                      <a:pt x="566" y="272"/>
                      <a:pt x="592" y="234"/>
                      <a:pt x="587" y="200"/>
                    </a:cubicBezTo>
                    <a:cubicBezTo>
                      <a:pt x="563" y="75"/>
                      <a:pt x="400"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0"/>
              <p:cNvSpPr/>
              <p:nvPr/>
            </p:nvSpPr>
            <p:spPr>
              <a:xfrm>
                <a:off x="4147375" y="5007575"/>
                <a:ext cx="9425" cy="9875"/>
              </a:xfrm>
              <a:custGeom>
                <a:rect b="b" l="l" r="r" t="t"/>
                <a:pathLst>
                  <a:path extrusionOk="0" h="395" w="377">
                    <a:moveTo>
                      <a:pt x="102" y="1"/>
                    </a:moveTo>
                    <a:cubicBezTo>
                      <a:pt x="45" y="1"/>
                      <a:pt x="0" y="80"/>
                      <a:pt x="50" y="125"/>
                    </a:cubicBezTo>
                    <a:cubicBezTo>
                      <a:pt x="94" y="163"/>
                      <a:pt x="132" y="207"/>
                      <a:pt x="164" y="250"/>
                    </a:cubicBezTo>
                    <a:cubicBezTo>
                      <a:pt x="181" y="267"/>
                      <a:pt x="197" y="288"/>
                      <a:pt x="208" y="310"/>
                    </a:cubicBezTo>
                    <a:cubicBezTo>
                      <a:pt x="186" y="343"/>
                      <a:pt x="203" y="381"/>
                      <a:pt x="241" y="392"/>
                    </a:cubicBezTo>
                    <a:cubicBezTo>
                      <a:pt x="249" y="394"/>
                      <a:pt x="257" y="394"/>
                      <a:pt x="266" y="394"/>
                    </a:cubicBezTo>
                    <a:cubicBezTo>
                      <a:pt x="305" y="394"/>
                      <a:pt x="341" y="373"/>
                      <a:pt x="355" y="337"/>
                    </a:cubicBezTo>
                    <a:cubicBezTo>
                      <a:pt x="376" y="288"/>
                      <a:pt x="371" y="229"/>
                      <a:pt x="338" y="191"/>
                    </a:cubicBezTo>
                    <a:cubicBezTo>
                      <a:pt x="284" y="114"/>
                      <a:pt x="213" y="55"/>
                      <a:pt x="137" y="11"/>
                    </a:cubicBezTo>
                    <a:cubicBezTo>
                      <a:pt x="126" y="4"/>
                      <a:pt x="114" y="1"/>
                      <a:pt x="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0"/>
              <p:cNvSpPr/>
              <p:nvPr/>
            </p:nvSpPr>
            <p:spPr>
              <a:xfrm>
                <a:off x="4046150" y="5020175"/>
                <a:ext cx="9075" cy="8425"/>
              </a:xfrm>
              <a:custGeom>
                <a:rect b="b" l="l" r="r" t="t"/>
                <a:pathLst>
                  <a:path extrusionOk="0" h="337" w="363">
                    <a:moveTo>
                      <a:pt x="287" y="1"/>
                    </a:moveTo>
                    <a:cubicBezTo>
                      <a:pt x="277" y="1"/>
                      <a:pt x="267" y="4"/>
                      <a:pt x="256" y="13"/>
                    </a:cubicBezTo>
                    <a:lnTo>
                      <a:pt x="262" y="13"/>
                    </a:lnTo>
                    <a:cubicBezTo>
                      <a:pt x="207" y="45"/>
                      <a:pt x="148" y="67"/>
                      <a:pt x="99" y="105"/>
                    </a:cubicBezTo>
                    <a:cubicBezTo>
                      <a:pt x="28" y="149"/>
                      <a:pt x="1" y="230"/>
                      <a:pt x="28" y="301"/>
                    </a:cubicBezTo>
                    <a:cubicBezTo>
                      <a:pt x="39" y="326"/>
                      <a:pt x="60" y="337"/>
                      <a:pt x="82" y="337"/>
                    </a:cubicBezTo>
                    <a:cubicBezTo>
                      <a:pt x="113" y="337"/>
                      <a:pt x="146" y="316"/>
                      <a:pt x="158" y="284"/>
                    </a:cubicBezTo>
                    <a:cubicBezTo>
                      <a:pt x="158" y="268"/>
                      <a:pt x="169" y="246"/>
                      <a:pt x="180" y="230"/>
                    </a:cubicBezTo>
                    <a:cubicBezTo>
                      <a:pt x="191" y="214"/>
                      <a:pt x="207" y="203"/>
                      <a:pt x="224" y="192"/>
                    </a:cubicBezTo>
                    <a:cubicBezTo>
                      <a:pt x="256" y="159"/>
                      <a:pt x="294" y="132"/>
                      <a:pt x="327" y="100"/>
                    </a:cubicBezTo>
                    <a:cubicBezTo>
                      <a:pt x="362" y="64"/>
                      <a:pt x="330"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0"/>
              <p:cNvSpPr/>
              <p:nvPr/>
            </p:nvSpPr>
            <p:spPr>
              <a:xfrm>
                <a:off x="4054300" y="5038250"/>
                <a:ext cx="8425" cy="8025"/>
              </a:xfrm>
              <a:custGeom>
                <a:rect b="b" l="l" r="r" t="t"/>
                <a:pathLst>
                  <a:path extrusionOk="0" h="321" w="337">
                    <a:moveTo>
                      <a:pt x="250" y="0"/>
                    </a:moveTo>
                    <a:cubicBezTo>
                      <a:pt x="236" y="0"/>
                      <a:pt x="221" y="6"/>
                      <a:pt x="207" y="18"/>
                    </a:cubicBezTo>
                    <a:cubicBezTo>
                      <a:pt x="169" y="51"/>
                      <a:pt x="126" y="78"/>
                      <a:pt x="93" y="116"/>
                    </a:cubicBezTo>
                    <a:cubicBezTo>
                      <a:pt x="44" y="159"/>
                      <a:pt x="1" y="241"/>
                      <a:pt x="55" y="301"/>
                    </a:cubicBezTo>
                    <a:cubicBezTo>
                      <a:pt x="68" y="314"/>
                      <a:pt x="85" y="320"/>
                      <a:pt x="102" y="320"/>
                    </a:cubicBezTo>
                    <a:cubicBezTo>
                      <a:pt x="128" y="320"/>
                      <a:pt x="153" y="307"/>
                      <a:pt x="169" y="284"/>
                    </a:cubicBezTo>
                    <a:cubicBezTo>
                      <a:pt x="175" y="279"/>
                      <a:pt x="175" y="268"/>
                      <a:pt x="180" y="263"/>
                    </a:cubicBezTo>
                    <a:cubicBezTo>
                      <a:pt x="180" y="257"/>
                      <a:pt x="180" y="252"/>
                      <a:pt x="180" y="249"/>
                    </a:cubicBezTo>
                    <a:lnTo>
                      <a:pt x="180" y="249"/>
                    </a:lnTo>
                    <a:cubicBezTo>
                      <a:pt x="182" y="244"/>
                      <a:pt x="186" y="236"/>
                      <a:pt x="186" y="236"/>
                    </a:cubicBezTo>
                    <a:cubicBezTo>
                      <a:pt x="191" y="219"/>
                      <a:pt x="202" y="203"/>
                      <a:pt x="213" y="192"/>
                    </a:cubicBezTo>
                    <a:cubicBezTo>
                      <a:pt x="240" y="159"/>
                      <a:pt x="267" y="132"/>
                      <a:pt x="294" y="105"/>
                    </a:cubicBezTo>
                    <a:cubicBezTo>
                      <a:pt x="336" y="59"/>
                      <a:pt x="298"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0"/>
              <p:cNvSpPr/>
              <p:nvPr/>
            </p:nvSpPr>
            <p:spPr>
              <a:xfrm>
                <a:off x="4105675" y="4990450"/>
                <a:ext cx="17425" cy="20000"/>
              </a:xfrm>
              <a:custGeom>
                <a:rect b="b" l="l" r="r" t="t"/>
                <a:pathLst>
                  <a:path extrusionOk="0" h="800" w="697">
                    <a:moveTo>
                      <a:pt x="374" y="1"/>
                    </a:moveTo>
                    <a:cubicBezTo>
                      <a:pt x="299" y="1"/>
                      <a:pt x="224" y="36"/>
                      <a:pt x="158" y="98"/>
                    </a:cubicBezTo>
                    <a:cubicBezTo>
                      <a:pt x="6" y="245"/>
                      <a:pt x="1" y="424"/>
                      <a:pt x="109" y="598"/>
                    </a:cubicBezTo>
                    <a:cubicBezTo>
                      <a:pt x="178" y="706"/>
                      <a:pt x="250" y="799"/>
                      <a:pt x="363" y="799"/>
                    </a:cubicBezTo>
                    <a:cubicBezTo>
                      <a:pt x="393" y="799"/>
                      <a:pt x="426" y="793"/>
                      <a:pt x="463" y="778"/>
                    </a:cubicBezTo>
                    <a:cubicBezTo>
                      <a:pt x="609" y="707"/>
                      <a:pt x="696" y="544"/>
                      <a:pt x="669" y="381"/>
                    </a:cubicBezTo>
                    <a:lnTo>
                      <a:pt x="669" y="381"/>
                    </a:lnTo>
                    <a:lnTo>
                      <a:pt x="664" y="386"/>
                    </a:lnTo>
                    <a:cubicBezTo>
                      <a:pt x="658" y="367"/>
                      <a:pt x="641" y="356"/>
                      <a:pt x="624" y="356"/>
                    </a:cubicBezTo>
                    <a:cubicBezTo>
                      <a:pt x="608" y="356"/>
                      <a:pt x="593" y="365"/>
                      <a:pt x="588" y="386"/>
                    </a:cubicBezTo>
                    <a:cubicBezTo>
                      <a:pt x="582" y="473"/>
                      <a:pt x="550" y="555"/>
                      <a:pt x="501" y="631"/>
                    </a:cubicBezTo>
                    <a:cubicBezTo>
                      <a:pt x="469" y="677"/>
                      <a:pt x="409" y="723"/>
                      <a:pt x="349" y="723"/>
                    </a:cubicBezTo>
                    <a:cubicBezTo>
                      <a:pt x="338" y="723"/>
                      <a:pt x="327" y="721"/>
                      <a:pt x="316" y="718"/>
                    </a:cubicBezTo>
                    <a:cubicBezTo>
                      <a:pt x="262" y="696"/>
                      <a:pt x="229" y="636"/>
                      <a:pt x="202" y="593"/>
                    </a:cubicBezTo>
                    <a:cubicBezTo>
                      <a:pt x="120" y="479"/>
                      <a:pt x="66" y="359"/>
                      <a:pt x="153" y="229"/>
                    </a:cubicBezTo>
                    <a:cubicBezTo>
                      <a:pt x="207" y="142"/>
                      <a:pt x="288" y="76"/>
                      <a:pt x="373" y="76"/>
                    </a:cubicBezTo>
                    <a:cubicBezTo>
                      <a:pt x="416" y="76"/>
                      <a:pt x="459" y="93"/>
                      <a:pt x="501" y="131"/>
                    </a:cubicBezTo>
                    <a:cubicBezTo>
                      <a:pt x="509" y="138"/>
                      <a:pt x="518" y="141"/>
                      <a:pt x="527" y="141"/>
                    </a:cubicBezTo>
                    <a:cubicBezTo>
                      <a:pt x="558" y="141"/>
                      <a:pt x="585" y="102"/>
                      <a:pt x="555" y="76"/>
                    </a:cubicBezTo>
                    <a:cubicBezTo>
                      <a:pt x="498" y="25"/>
                      <a:pt x="436" y="1"/>
                      <a:pt x="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0"/>
              <p:cNvSpPr/>
              <p:nvPr/>
            </p:nvSpPr>
            <p:spPr>
              <a:xfrm>
                <a:off x="4113700" y="5023650"/>
                <a:ext cx="7600" cy="6425"/>
              </a:xfrm>
              <a:custGeom>
                <a:rect b="b" l="l" r="r" t="t"/>
                <a:pathLst>
                  <a:path extrusionOk="0" h="257" w="304">
                    <a:moveTo>
                      <a:pt x="39" y="0"/>
                    </a:moveTo>
                    <a:cubicBezTo>
                      <a:pt x="19" y="0"/>
                      <a:pt x="0" y="12"/>
                      <a:pt x="0" y="37"/>
                    </a:cubicBezTo>
                    <a:cubicBezTo>
                      <a:pt x="11" y="118"/>
                      <a:pt x="49" y="189"/>
                      <a:pt x="109" y="243"/>
                    </a:cubicBezTo>
                    <a:cubicBezTo>
                      <a:pt x="117" y="251"/>
                      <a:pt x="131" y="256"/>
                      <a:pt x="144" y="256"/>
                    </a:cubicBezTo>
                    <a:cubicBezTo>
                      <a:pt x="149" y="256"/>
                      <a:pt x="154" y="256"/>
                      <a:pt x="158" y="254"/>
                    </a:cubicBezTo>
                    <a:cubicBezTo>
                      <a:pt x="223" y="232"/>
                      <a:pt x="278" y="211"/>
                      <a:pt x="294" y="140"/>
                    </a:cubicBezTo>
                    <a:cubicBezTo>
                      <a:pt x="304" y="91"/>
                      <a:pt x="278" y="29"/>
                      <a:pt x="225" y="29"/>
                    </a:cubicBezTo>
                    <a:cubicBezTo>
                      <a:pt x="220" y="29"/>
                      <a:pt x="213" y="30"/>
                      <a:pt x="207" y="31"/>
                    </a:cubicBezTo>
                    <a:lnTo>
                      <a:pt x="201" y="31"/>
                    </a:lnTo>
                    <a:cubicBezTo>
                      <a:pt x="180" y="37"/>
                      <a:pt x="169" y="64"/>
                      <a:pt x="185" y="80"/>
                    </a:cubicBezTo>
                    <a:lnTo>
                      <a:pt x="185" y="91"/>
                    </a:lnTo>
                    <a:cubicBezTo>
                      <a:pt x="185" y="102"/>
                      <a:pt x="180" y="107"/>
                      <a:pt x="174" y="118"/>
                    </a:cubicBezTo>
                    <a:cubicBezTo>
                      <a:pt x="169" y="129"/>
                      <a:pt x="158" y="140"/>
                      <a:pt x="147" y="145"/>
                    </a:cubicBezTo>
                    <a:cubicBezTo>
                      <a:pt x="109" y="124"/>
                      <a:pt x="82" y="80"/>
                      <a:pt x="82" y="37"/>
                    </a:cubicBezTo>
                    <a:cubicBezTo>
                      <a:pt x="79" y="12"/>
                      <a:pt x="59"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0"/>
              <p:cNvSpPr/>
              <p:nvPr/>
            </p:nvSpPr>
            <p:spPr>
              <a:xfrm>
                <a:off x="4069925" y="5149375"/>
                <a:ext cx="3850" cy="6850"/>
              </a:xfrm>
              <a:custGeom>
                <a:rect b="b" l="l" r="r" t="t"/>
                <a:pathLst>
                  <a:path extrusionOk="0" h="274" w="154">
                    <a:moveTo>
                      <a:pt x="64" y="1"/>
                    </a:moveTo>
                    <a:cubicBezTo>
                      <a:pt x="53" y="1"/>
                      <a:pt x="42" y="3"/>
                      <a:pt x="34" y="9"/>
                    </a:cubicBezTo>
                    <a:cubicBezTo>
                      <a:pt x="17" y="14"/>
                      <a:pt x="6" y="36"/>
                      <a:pt x="12" y="52"/>
                    </a:cubicBezTo>
                    <a:cubicBezTo>
                      <a:pt x="6" y="85"/>
                      <a:pt x="1" y="117"/>
                      <a:pt x="1" y="145"/>
                    </a:cubicBezTo>
                    <a:cubicBezTo>
                      <a:pt x="1" y="188"/>
                      <a:pt x="17" y="226"/>
                      <a:pt x="50" y="259"/>
                    </a:cubicBezTo>
                    <a:cubicBezTo>
                      <a:pt x="60" y="269"/>
                      <a:pt x="73" y="274"/>
                      <a:pt x="86" y="274"/>
                    </a:cubicBezTo>
                    <a:cubicBezTo>
                      <a:pt x="109" y="274"/>
                      <a:pt x="132" y="259"/>
                      <a:pt x="142" y="232"/>
                    </a:cubicBezTo>
                    <a:cubicBezTo>
                      <a:pt x="153" y="194"/>
                      <a:pt x="137" y="161"/>
                      <a:pt x="126" y="123"/>
                    </a:cubicBezTo>
                    <a:cubicBezTo>
                      <a:pt x="126" y="79"/>
                      <a:pt x="115" y="41"/>
                      <a:pt x="93" y="9"/>
                    </a:cubicBezTo>
                    <a:cubicBezTo>
                      <a:pt x="85" y="3"/>
                      <a:pt x="74" y="1"/>
                      <a:pt x="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0"/>
              <p:cNvSpPr/>
              <p:nvPr/>
            </p:nvSpPr>
            <p:spPr>
              <a:xfrm>
                <a:off x="4074700" y="5150300"/>
                <a:ext cx="3825" cy="5700"/>
              </a:xfrm>
              <a:custGeom>
                <a:rect b="b" l="l" r="r" t="t"/>
                <a:pathLst>
                  <a:path extrusionOk="0" h="228" w="153">
                    <a:moveTo>
                      <a:pt x="66" y="0"/>
                    </a:moveTo>
                    <a:cubicBezTo>
                      <a:pt x="46" y="0"/>
                      <a:pt x="27" y="12"/>
                      <a:pt x="22" y="37"/>
                    </a:cubicBezTo>
                    <a:cubicBezTo>
                      <a:pt x="6" y="80"/>
                      <a:pt x="0" y="135"/>
                      <a:pt x="11" y="184"/>
                    </a:cubicBezTo>
                    <a:cubicBezTo>
                      <a:pt x="22" y="205"/>
                      <a:pt x="44" y="222"/>
                      <a:pt x="71" y="227"/>
                    </a:cubicBezTo>
                    <a:lnTo>
                      <a:pt x="98" y="227"/>
                    </a:lnTo>
                    <a:cubicBezTo>
                      <a:pt x="136" y="216"/>
                      <a:pt x="152" y="167"/>
                      <a:pt x="125" y="135"/>
                    </a:cubicBezTo>
                    <a:cubicBezTo>
                      <a:pt x="120" y="102"/>
                      <a:pt x="120" y="64"/>
                      <a:pt x="114" y="37"/>
                    </a:cubicBezTo>
                    <a:cubicBezTo>
                      <a:pt x="106" y="12"/>
                      <a:pt x="86"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0"/>
              <p:cNvSpPr/>
              <p:nvPr/>
            </p:nvSpPr>
            <p:spPr>
              <a:xfrm>
                <a:off x="4080675" y="5151375"/>
                <a:ext cx="3700" cy="5175"/>
              </a:xfrm>
              <a:custGeom>
                <a:rect b="b" l="l" r="r" t="t"/>
                <a:pathLst>
                  <a:path extrusionOk="0" h="207" w="148">
                    <a:moveTo>
                      <a:pt x="72" y="1"/>
                    </a:moveTo>
                    <a:cubicBezTo>
                      <a:pt x="49" y="1"/>
                      <a:pt x="28" y="13"/>
                      <a:pt x="22" y="37"/>
                    </a:cubicBezTo>
                    <a:cubicBezTo>
                      <a:pt x="11" y="86"/>
                      <a:pt x="0" y="157"/>
                      <a:pt x="38" y="190"/>
                    </a:cubicBezTo>
                    <a:cubicBezTo>
                      <a:pt x="45" y="200"/>
                      <a:pt x="59" y="206"/>
                      <a:pt x="74" y="206"/>
                    </a:cubicBezTo>
                    <a:cubicBezTo>
                      <a:pt x="82" y="206"/>
                      <a:pt x="91" y="204"/>
                      <a:pt x="98" y="200"/>
                    </a:cubicBezTo>
                    <a:cubicBezTo>
                      <a:pt x="98" y="195"/>
                      <a:pt x="104" y="190"/>
                      <a:pt x="104" y="190"/>
                    </a:cubicBezTo>
                    <a:cubicBezTo>
                      <a:pt x="147" y="157"/>
                      <a:pt x="131" y="86"/>
                      <a:pt x="125" y="37"/>
                    </a:cubicBezTo>
                    <a:cubicBezTo>
                      <a:pt x="117" y="13"/>
                      <a:pt x="94" y="1"/>
                      <a:pt x="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120"/>
            <p:cNvGrpSpPr/>
            <p:nvPr/>
          </p:nvGrpSpPr>
          <p:grpSpPr>
            <a:xfrm>
              <a:off x="2698014" y="4210545"/>
              <a:ext cx="274321" cy="249391"/>
              <a:chOff x="4320525" y="4998650"/>
              <a:chExt cx="208625" cy="187950"/>
            </a:xfrm>
          </p:grpSpPr>
          <p:sp>
            <p:nvSpPr>
              <p:cNvPr id="5926" name="Google Shape;5926;p120"/>
              <p:cNvSpPr/>
              <p:nvPr/>
            </p:nvSpPr>
            <p:spPr>
              <a:xfrm>
                <a:off x="4367000" y="5049025"/>
                <a:ext cx="4925" cy="25800"/>
              </a:xfrm>
              <a:custGeom>
                <a:rect b="b" l="l" r="r" t="t"/>
                <a:pathLst>
                  <a:path extrusionOk="0" h="1032" w="197">
                    <a:moveTo>
                      <a:pt x="62" y="1"/>
                    </a:moveTo>
                    <a:cubicBezTo>
                      <a:pt x="45" y="1"/>
                      <a:pt x="31" y="20"/>
                      <a:pt x="44" y="33"/>
                    </a:cubicBezTo>
                    <a:cubicBezTo>
                      <a:pt x="93" y="93"/>
                      <a:pt x="55" y="207"/>
                      <a:pt x="50" y="272"/>
                    </a:cubicBezTo>
                    <a:cubicBezTo>
                      <a:pt x="44" y="359"/>
                      <a:pt x="44" y="451"/>
                      <a:pt x="39" y="538"/>
                    </a:cubicBezTo>
                    <a:cubicBezTo>
                      <a:pt x="33" y="691"/>
                      <a:pt x="1" y="875"/>
                      <a:pt x="93" y="1011"/>
                    </a:cubicBezTo>
                    <a:cubicBezTo>
                      <a:pt x="98" y="1025"/>
                      <a:pt x="111" y="1032"/>
                      <a:pt x="123" y="1032"/>
                    </a:cubicBezTo>
                    <a:cubicBezTo>
                      <a:pt x="135" y="1032"/>
                      <a:pt x="147" y="1025"/>
                      <a:pt x="153" y="1011"/>
                    </a:cubicBezTo>
                    <a:cubicBezTo>
                      <a:pt x="196" y="930"/>
                      <a:pt x="164" y="865"/>
                      <a:pt x="153" y="778"/>
                    </a:cubicBezTo>
                    <a:cubicBezTo>
                      <a:pt x="137" y="663"/>
                      <a:pt x="142" y="538"/>
                      <a:pt x="137" y="424"/>
                    </a:cubicBezTo>
                    <a:cubicBezTo>
                      <a:pt x="137" y="337"/>
                      <a:pt x="137" y="250"/>
                      <a:pt x="131" y="163"/>
                    </a:cubicBezTo>
                    <a:cubicBezTo>
                      <a:pt x="137" y="103"/>
                      <a:pt x="115" y="49"/>
                      <a:pt x="77" y="6"/>
                    </a:cubicBezTo>
                    <a:cubicBezTo>
                      <a:pt x="72" y="2"/>
                      <a:pt x="67"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0"/>
              <p:cNvSpPr/>
              <p:nvPr/>
            </p:nvSpPr>
            <p:spPr>
              <a:xfrm>
                <a:off x="4377600" y="5044400"/>
                <a:ext cx="14425" cy="29825"/>
              </a:xfrm>
              <a:custGeom>
                <a:rect b="b" l="l" r="r" t="t"/>
                <a:pathLst>
                  <a:path extrusionOk="0" h="1193" w="577">
                    <a:moveTo>
                      <a:pt x="358" y="837"/>
                    </a:moveTo>
                    <a:cubicBezTo>
                      <a:pt x="397" y="837"/>
                      <a:pt x="386" y="926"/>
                      <a:pt x="381" y="963"/>
                    </a:cubicBezTo>
                    <a:lnTo>
                      <a:pt x="376" y="963"/>
                    </a:lnTo>
                    <a:cubicBezTo>
                      <a:pt x="368" y="1014"/>
                      <a:pt x="348" y="1048"/>
                      <a:pt x="309" y="1048"/>
                    </a:cubicBezTo>
                    <a:cubicBezTo>
                      <a:pt x="294" y="1048"/>
                      <a:pt x="277" y="1044"/>
                      <a:pt x="256" y="1033"/>
                    </a:cubicBezTo>
                    <a:cubicBezTo>
                      <a:pt x="213" y="1001"/>
                      <a:pt x="185" y="952"/>
                      <a:pt x="169" y="897"/>
                    </a:cubicBezTo>
                    <a:lnTo>
                      <a:pt x="169" y="897"/>
                    </a:lnTo>
                    <a:cubicBezTo>
                      <a:pt x="176" y="908"/>
                      <a:pt x="187" y="911"/>
                      <a:pt x="199" y="911"/>
                    </a:cubicBezTo>
                    <a:cubicBezTo>
                      <a:pt x="205" y="911"/>
                      <a:pt x="212" y="910"/>
                      <a:pt x="218" y="908"/>
                    </a:cubicBezTo>
                    <a:cubicBezTo>
                      <a:pt x="262" y="892"/>
                      <a:pt x="305" y="843"/>
                      <a:pt x="354" y="838"/>
                    </a:cubicBezTo>
                    <a:cubicBezTo>
                      <a:pt x="355" y="837"/>
                      <a:pt x="356" y="837"/>
                      <a:pt x="358" y="837"/>
                    </a:cubicBezTo>
                    <a:close/>
                    <a:moveTo>
                      <a:pt x="172" y="0"/>
                    </a:moveTo>
                    <a:cubicBezTo>
                      <a:pt x="164" y="0"/>
                      <a:pt x="156" y="6"/>
                      <a:pt x="153" y="17"/>
                    </a:cubicBezTo>
                    <a:cubicBezTo>
                      <a:pt x="142" y="158"/>
                      <a:pt x="50" y="283"/>
                      <a:pt x="28" y="424"/>
                    </a:cubicBezTo>
                    <a:cubicBezTo>
                      <a:pt x="6" y="544"/>
                      <a:pt x="1" y="669"/>
                      <a:pt x="6" y="794"/>
                    </a:cubicBezTo>
                    <a:cubicBezTo>
                      <a:pt x="22" y="974"/>
                      <a:pt x="110" y="1193"/>
                      <a:pt x="313" y="1193"/>
                    </a:cubicBezTo>
                    <a:cubicBezTo>
                      <a:pt x="324" y="1193"/>
                      <a:pt x="336" y="1192"/>
                      <a:pt x="349" y="1191"/>
                    </a:cubicBezTo>
                    <a:cubicBezTo>
                      <a:pt x="528" y="1175"/>
                      <a:pt x="577" y="930"/>
                      <a:pt x="528" y="783"/>
                    </a:cubicBezTo>
                    <a:cubicBezTo>
                      <a:pt x="501" y="700"/>
                      <a:pt x="448" y="667"/>
                      <a:pt x="389" y="667"/>
                    </a:cubicBezTo>
                    <a:cubicBezTo>
                      <a:pt x="295" y="667"/>
                      <a:pt x="188" y="753"/>
                      <a:pt x="158" y="854"/>
                    </a:cubicBezTo>
                    <a:cubicBezTo>
                      <a:pt x="126" y="723"/>
                      <a:pt x="120" y="587"/>
                      <a:pt x="131" y="457"/>
                    </a:cubicBezTo>
                    <a:cubicBezTo>
                      <a:pt x="137" y="305"/>
                      <a:pt x="196" y="169"/>
                      <a:pt x="191" y="17"/>
                    </a:cubicBezTo>
                    <a:cubicBezTo>
                      <a:pt x="188" y="6"/>
                      <a:pt x="180"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0"/>
              <p:cNvSpPr/>
              <p:nvPr/>
            </p:nvSpPr>
            <p:spPr>
              <a:xfrm>
                <a:off x="4362325" y="5081200"/>
                <a:ext cx="35150" cy="8500"/>
              </a:xfrm>
              <a:custGeom>
                <a:rect b="b" l="l" r="r" t="t"/>
                <a:pathLst>
                  <a:path extrusionOk="0" h="340" w="1406">
                    <a:moveTo>
                      <a:pt x="1249" y="0"/>
                    </a:moveTo>
                    <a:cubicBezTo>
                      <a:pt x="1189" y="0"/>
                      <a:pt x="1125" y="15"/>
                      <a:pt x="1074" y="23"/>
                    </a:cubicBezTo>
                    <a:cubicBezTo>
                      <a:pt x="1008" y="34"/>
                      <a:pt x="938" y="29"/>
                      <a:pt x="873" y="40"/>
                    </a:cubicBezTo>
                    <a:cubicBezTo>
                      <a:pt x="802" y="45"/>
                      <a:pt x="742" y="61"/>
                      <a:pt x="677" y="72"/>
                    </a:cubicBezTo>
                    <a:cubicBezTo>
                      <a:pt x="633" y="72"/>
                      <a:pt x="590" y="78"/>
                      <a:pt x="541" y="88"/>
                    </a:cubicBezTo>
                    <a:cubicBezTo>
                      <a:pt x="487" y="99"/>
                      <a:pt x="438" y="132"/>
                      <a:pt x="383" y="143"/>
                    </a:cubicBezTo>
                    <a:cubicBezTo>
                      <a:pt x="264" y="170"/>
                      <a:pt x="160" y="154"/>
                      <a:pt x="52" y="219"/>
                    </a:cubicBezTo>
                    <a:cubicBezTo>
                      <a:pt x="0" y="261"/>
                      <a:pt x="33" y="340"/>
                      <a:pt x="92" y="340"/>
                    </a:cubicBezTo>
                    <a:cubicBezTo>
                      <a:pt x="102" y="340"/>
                      <a:pt x="112" y="338"/>
                      <a:pt x="122" y="333"/>
                    </a:cubicBezTo>
                    <a:cubicBezTo>
                      <a:pt x="220" y="279"/>
                      <a:pt x="340" y="306"/>
                      <a:pt x="449" y="279"/>
                    </a:cubicBezTo>
                    <a:cubicBezTo>
                      <a:pt x="497" y="262"/>
                      <a:pt x="541" y="246"/>
                      <a:pt x="584" y="235"/>
                    </a:cubicBezTo>
                    <a:cubicBezTo>
                      <a:pt x="633" y="230"/>
                      <a:pt x="682" y="235"/>
                      <a:pt x="731" y="224"/>
                    </a:cubicBezTo>
                    <a:cubicBezTo>
                      <a:pt x="851" y="213"/>
                      <a:pt x="965" y="208"/>
                      <a:pt x="1079" y="192"/>
                    </a:cubicBezTo>
                    <a:cubicBezTo>
                      <a:pt x="1172" y="181"/>
                      <a:pt x="1318" y="197"/>
                      <a:pt x="1384" y="127"/>
                    </a:cubicBezTo>
                    <a:cubicBezTo>
                      <a:pt x="1405" y="105"/>
                      <a:pt x="1405" y="72"/>
                      <a:pt x="1384" y="50"/>
                    </a:cubicBezTo>
                    <a:lnTo>
                      <a:pt x="1389" y="50"/>
                    </a:lnTo>
                    <a:cubicBezTo>
                      <a:pt x="1353" y="12"/>
                      <a:pt x="1302"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0"/>
              <p:cNvSpPr/>
              <p:nvPr/>
            </p:nvSpPr>
            <p:spPr>
              <a:xfrm>
                <a:off x="4372300" y="5090950"/>
                <a:ext cx="21375" cy="26725"/>
              </a:xfrm>
              <a:custGeom>
                <a:rect b="b" l="l" r="r" t="t"/>
                <a:pathLst>
                  <a:path extrusionOk="0" h="1069" w="855">
                    <a:moveTo>
                      <a:pt x="316" y="0"/>
                    </a:moveTo>
                    <a:cubicBezTo>
                      <a:pt x="300" y="0"/>
                      <a:pt x="284" y="9"/>
                      <a:pt x="278" y="30"/>
                    </a:cubicBezTo>
                    <a:cubicBezTo>
                      <a:pt x="224" y="247"/>
                      <a:pt x="1" y="503"/>
                      <a:pt x="240" y="688"/>
                    </a:cubicBezTo>
                    <a:cubicBezTo>
                      <a:pt x="307" y="747"/>
                      <a:pt x="388" y="777"/>
                      <a:pt x="473" y="777"/>
                    </a:cubicBezTo>
                    <a:cubicBezTo>
                      <a:pt x="505" y="777"/>
                      <a:pt x="538" y="773"/>
                      <a:pt x="571" y="764"/>
                    </a:cubicBezTo>
                    <a:lnTo>
                      <a:pt x="637" y="737"/>
                    </a:lnTo>
                    <a:lnTo>
                      <a:pt x="637" y="737"/>
                    </a:lnTo>
                    <a:cubicBezTo>
                      <a:pt x="615" y="845"/>
                      <a:pt x="588" y="965"/>
                      <a:pt x="669" y="1052"/>
                    </a:cubicBezTo>
                    <a:cubicBezTo>
                      <a:pt x="677" y="1063"/>
                      <a:pt x="690" y="1068"/>
                      <a:pt x="702" y="1068"/>
                    </a:cubicBezTo>
                    <a:cubicBezTo>
                      <a:pt x="714" y="1068"/>
                      <a:pt x="726" y="1063"/>
                      <a:pt x="734" y="1052"/>
                    </a:cubicBezTo>
                    <a:cubicBezTo>
                      <a:pt x="773" y="1003"/>
                      <a:pt x="789" y="943"/>
                      <a:pt x="778" y="883"/>
                    </a:cubicBezTo>
                    <a:cubicBezTo>
                      <a:pt x="778" y="802"/>
                      <a:pt x="800" y="715"/>
                      <a:pt x="805" y="633"/>
                    </a:cubicBezTo>
                    <a:cubicBezTo>
                      <a:pt x="811" y="498"/>
                      <a:pt x="854" y="362"/>
                      <a:pt x="756" y="247"/>
                    </a:cubicBezTo>
                    <a:cubicBezTo>
                      <a:pt x="749" y="240"/>
                      <a:pt x="741" y="237"/>
                      <a:pt x="733" y="237"/>
                    </a:cubicBezTo>
                    <a:cubicBezTo>
                      <a:pt x="710" y="237"/>
                      <a:pt x="688" y="261"/>
                      <a:pt x="696" y="286"/>
                    </a:cubicBezTo>
                    <a:cubicBezTo>
                      <a:pt x="713" y="362"/>
                      <a:pt x="707" y="443"/>
                      <a:pt x="680" y="514"/>
                    </a:cubicBezTo>
                    <a:cubicBezTo>
                      <a:pt x="675" y="536"/>
                      <a:pt x="669" y="557"/>
                      <a:pt x="664" y="574"/>
                    </a:cubicBezTo>
                    <a:cubicBezTo>
                      <a:pt x="653" y="574"/>
                      <a:pt x="642" y="574"/>
                      <a:pt x="626" y="579"/>
                    </a:cubicBezTo>
                    <a:cubicBezTo>
                      <a:pt x="593" y="590"/>
                      <a:pt x="566" y="601"/>
                      <a:pt x="533" y="617"/>
                    </a:cubicBezTo>
                    <a:cubicBezTo>
                      <a:pt x="509" y="625"/>
                      <a:pt x="483" y="629"/>
                      <a:pt x="458" y="629"/>
                    </a:cubicBezTo>
                    <a:cubicBezTo>
                      <a:pt x="378" y="629"/>
                      <a:pt x="302" y="591"/>
                      <a:pt x="256" y="525"/>
                    </a:cubicBezTo>
                    <a:cubicBezTo>
                      <a:pt x="191" y="389"/>
                      <a:pt x="338" y="193"/>
                      <a:pt x="365" y="57"/>
                    </a:cubicBezTo>
                    <a:cubicBezTo>
                      <a:pt x="372" y="24"/>
                      <a:pt x="343" y="0"/>
                      <a:pt x="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0"/>
              <p:cNvSpPr/>
              <p:nvPr/>
            </p:nvSpPr>
            <p:spPr>
              <a:xfrm>
                <a:off x="4403750" y="5067050"/>
                <a:ext cx="17375" cy="24550"/>
              </a:xfrm>
              <a:custGeom>
                <a:rect b="b" l="l" r="r" t="t"/>
                <a:pathLst>
                  <a:path extrusionOk="0" h="982" w="695">
                    <a:moveTo>
                      <a:pt x="611" y="1"/>
                    </a:moveTo>
                    <a:cubicBezTo>
                      <a:pt x="599" y="1"/>
                      <a:pt x="585" y="9"/>
                      <a:pt x="585" y="24"/>
                    </a:cubicBezTo>
                    <a:cubicBezTo>
                      <a:pt x="585" y="89"/>
                      <a:pt x="482" y="192"/>
                      <a:pt x="449" y="258"/>
                    </a:cubicBezTo>
                    <a:cubicBezTo>
                      <a:pt x="411" y="323"/>
                      <a:pt x="379" y="388"/>
                      <a:pt x="341" y="448"/>
                    </a:cubicBezTo>
                    <a:cubicBezTo>
                      <a:pt x="237" y="372"/>
                      <a:pt x="112" y="290"/>
                      <a:pt x="80" y="171"/>
                    </a:cubicBezTo>
                    <a:cubicBezTo>
                      <a:pt x="73" y="151"/>
                      <a:pt x="59" y="143"/>
                      <a:pt x="45" y="143"/>
                    </a:cubicBezTo>
                    <a:cubicBezTo>
                      <a:pt x="23" y="143"/>
                      <a:pt x="0" y="163"/>
                      <a:pt x="4" y="192"/>
                    </a:cubicBezTo>
                    <a:cubicBezTo>
                      <a:pt x="25" y="345"/>
                      <a:pt x="156" y="464"/>
                      <a:pt x="265" y="573"/>
                    </a:cubicBezTo>
                    <a:cubicBezTo>
                      <a:pt x="194" y="682"/>
                      <a:pt x="145" y="807"/>
                      <a:pt x="118" y="937"/>
                    </a:cubicBezTo>
                    <a:cubicBezTo>
                      <a:pt x="118" y="966"/>
                      <a:pt x="147" y="982"/>
                      <a:pt x="172" y="982"/>
                    </a:cubicBezTo>
                    <a:cubicBezTo>
                      <a:pt x="176" y="982"/>
                      <a:pt x="180" y="981"/>
                      <a:pt x="183" y="981"/>
                    </a:cubicBezTo>
                    <a:cubicBezTo>
                      <a:pt x="248" y="970"/>
                      <a:pt x="276" y="888"/>
                      <a:pt x="308" y="834"/>
                    </a:cubicBezTo>
                    <a:cubicBezTo>
                      <a:pt x="330" y="785"/>
                      <a:pt x="352" y="741"/>
                      <a:pt x="373" y="693"/>
                    </a:cubicBezTo>
                    <a:cubicBezTo>
                      <a:pt x="411" y="736"/>
                      <a:pt x="449" y="779"/>
                      <a:pt x="488" y="828"/>
                    </a:cubicBezTo>
                    <a:cubicBezTo>
                      <a:pt x="516" y="866"/>
                      <a:pt x="564" y="900"/>
                      <a:pt x="614" y="900"/>
                    </a:cubicBezTo>
                    <a:cubicBezTo>
                      <a:pt x="630" y="900"/>
                      <a:pt x="646" y="896"/>
                      <a:pt x="661" y="888"/>
                    </a:cubicBezTo>
                    <a:cubicBezTo>
                      <a:pt x="689" y="872"/>
                      <a:pt x="694" y="839"/>
                      <a:pt x="678" y="818"/>
                    </a:cubicBezTo>
                    <a:cubicBezTo>
                      <a:pt x="618" y="709"/>
                      <a:pt x="542" y="616"/>
                      <a:pt x="444" y="540"/>
                    </a:cubicBezTo>
                    <a:lnTo>
                      <a:pt x="455" y="513"/>
                    </a:lnTo>
                    <a:cubicBezTo>
                      <a:pt x="493" y="421"/>
                      <a:pt x="526" y="323"/>
                      <a:pt x="564" y="230"/>
                    </a:cubicBezTo>
                    <a:cubicBezTo>
                      <a:pt x="596" y="160"/>
                      <a:pt x="645" y="100"/>
                      <a:pt x="634" y="18"/>
                    </a:cubicBezTo>
                    <a:cubicBezTo>
                      <a:pt x="632" y="6"/>
                      <a:pt x="622" y="1"/>
                      <a:pt x="6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0"/>
              <p:cNvSpPr/>
              <p:nvPr/>
            </p:nvSpPr>
            <p:spPr>
              <a:xfrm>
                <a:off x="4407900" y="509195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0"/>
              <p:cNvSpPr/>
              <p:nvPr/>
            </p:nvSpPr>
            <p:spPr>
              <a:xfrm>
                <a:off x="4425500" y="5058650"/>
                <a:ext cx="22925" cy="31000"/>
              </a:xfrm>
              <a:custGeom>
                <a:rect b="b" l="l" r="r" t="t"/>
                <a:pathLst>
                  <a:path extrusionOk="0" h="1240" w="917">
                    <a:moveTo>
                      <a:pt x="487" y="1"/>
                    </a:moveTo>
                    <a:cubicBezTo>
                      <a:pt x="467" y="1"/>
                      <a:pt x="447" y="4"/>
                      <a:pt x="427" y="12"/>
                    </a:cubicBezTo>
                    <a:cubicBezTo>
                      <a:pt x="362" y="34"/>
                      <a:pt x="330" y="104"/>
                      <a:pt x="259" y="121"/>
                    </a:cubicBezTo>
                    <a:cubicBezTo>
                      <a:pt x="232" y="126"/>
                      <a:pt x="215" y="148"/>
                      <a:pt x="215" y="175"/>
                    </a:cubicBezTo>
                    <a:cubicBezTo>
                      <a:pt x="210" y="251"/>
                      <a:pt x="156" y="289"/>
                      <a:pt x="177" y="371"/>
                    </a:cubicBezTo>
                    <a:cubicBezTo>
                      <a:pt x="182" y="385"/>
                      <a:pt x="194" y="392"/>
                      <a:pt x="207" y="392"/>
                    </a:cubicBezTo>
                    <a:cubicBezTo>
                      <a:pt x="222" y="392"/>
                      <a:pt x="237" y="381"/>
                      <a:pt x="237" y="360"/>
                    </a:cubicBezTo>
                    <a:cubicBezTo>
                      <a:pt x="243" y="311"/>
                      <a:pt x="292" y="273"/>
                      <a:pt x="319" y="229"/>
                    </a:cubicBezTo>
                    <a:cubicBezTo>
                      <a:pt x="340" y="224"/>
                      <a:pt x="357" y="219"/>
                      <a:pt x="379" y="208"/>
                    </a:cubicBezTo>
                    <a:cubicBezTo>
                      <a:pt x="406" y="189"/>
                      <a:pt x="441" y="148"/>
                      <a:pt x="477" y="148"/>
                    </a:cubicBezTo>
                    <a:cubicBezTo>
                      <a:pt x="484" y="148"/>
                      <a:pt x="491" y="150"/>
                      <a:pt x="498" y="153"/>
                    </a:cubicBezTo>
                    <a:cubicBezTo>
                      <a:pt x="596" y="208"/>
                      <a:pt x="482" y="436"/>
                      <a:pt x="455" y="512"/>
                    </a:cubicBezTo>
                    <a:cubicBezTo>
                      <a:pt x="411" y="615"/>
                      <a:pt x="357" y="713"/>
                      <a:pt x="286" y="800"/>
                    </a:cubicBezTo>
                    <a:cubicBezTo>
                      <a:pt x="221" y="893"/>
                      <a:pt x="145" y="974"/>
                      <a:pt x="58" y="1045"/>
                    </a:cubicBezTo>
                    <a:cubicBezTo>
                      <a:pt x="1" y="1086"/>
                      <a:pt x="8" y="1198"/>
                      <a:pt x="85" y="1198"/>
                    </a:cubicBezTo>
                    <a:cubicBezTo>
                      <a:pt x="89" y="1198"/>
                      <a:pt x="92" y="1197"/>
                      <a:pt x="96" y="1197"/>
                    </a:cubicBezTo>
                    <a:cubicBezTo>
                      <a:pt x="144" y="1194"/>
                      <a:pt x="192" y="1192"/>
                      <a:pt x="240" y="1192"/>
                    </a:cubicBezTo>
                    <a:cubicBezTo>
                      <a:pt x="351" y="1192"/>
                      <a:pt x="463" y="1201"/>
                      <a:pt x="569" y="1224"/>
                    </a:cubicBezTo>
                    <a:cubicBezTo>
                      <a:pt x="614" y="1233"/>
                      <a:pt x="661" y="1240"/>
                      <a:pt x="707" y="1240"/>
                    </a:cubicBezTo>
                    <a:cubicBezTo>
                      <a:pt x="775" y="1240"/>
                      <a:pt x="842" y="1224"/>
                      <a:pt x="900" y="1175"/>
                    </a:cubicBezTo>
                    <a:cubicBezTo>
                      <a:pt x="917" y="1159"/>
                      <a:pt x="917" y="1121"/>
                      <a:pt x="890" y="1110"/>
                    </a:cubicBezTo>
                    <a:cubicBezTo>
                      <a:pt x="846" y="1083"/>
                      <a:pt x="792" y="1067"/>
                      <a:pt x="743" y="1061"/>
                    </a:cubicBezTo>
                    <a:cubicBezTo>
                      <a:pt x="672" y="1050"/>
                      <a:pt x="612" y="1034"/>
                      <a:pt x="547" y="1023"/>
                    </a:cubicBezTo>
                    <a:cubicBezTo>
                      <a:pt x="509" y="1020"/>
                      <a:pt x="471" y="1019"/>
                      <a:pt x="434" y="1019"/>
                    </a:cubicBezTo>
                    <a:cubicBezTo>
                      <a:pt x="396" y="1019"/>
                      <a:pt x="360" y="1020"/>
                      <a:pt x="324" y="1023"/>
                    </a:cubicBezTo>
                    <a:cubicBezTo>
                      <a:pt x="471" y="849"/>
                      <a:pt x="580" y="648"/>
                      <a:pt x="650" y="431"/>
                    </a:cubicBezTo>
                    <a:cubicBezTo>
                      <a:pt x="694" y="295"/>
                      <a:pt x="726" y="132"/>
                      <a:pt x="591" y="34"/>
                    </a:cubicBezTo>
                    <a:cubicBezTo>
                      <a:pt x="559" y="13"/>
                      <a:pt x="523" y="1"/>
                      <a:pt x="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0"/>
              <p:cNvSpPr/>
              <p:nvPr/>
            </p:nvSpPr>
            <p:spPr>
              <a:xfrm>
                <a:off x="4448000" y="5065575"/>
                <a:ext cx="15375" cy="4575"/>
              </a:xfrm>
              <a:custGeom>
                <a:rect b="b" l="l" r="r" t="t"/>
                <a:pathLst>
                  <a:path extrusionOk="0" h="183" w="615">
                    <a:moveTo>
                      <a:pt x="458" y="1"/>
                    </a:moveTo>
                    <a:cubicBezTo>
                      <a:pt x="317" y="1"/>
                      <a:pt x="152" y="106"/>
                      <a:pt x="28" y="126"/>
                    </a:cubicBezTo>
                    <a:cubicBezTo>
                      <a:pt x="0" y="126"/>
                      <a:pt x="11" y="164"/>
                      <a:pt x="33" y="164"/>
                    </a:cubicBezTo>
                    <a:cubicBezTo>
                      <a:pt x="110" y="177"/>
                      <a:pt x="191" y="183"/>
                      <a:pt x="270" y="183"/>
                    </a:cubicBezTo>
                    <a:cubicBezTo>
                      <a:pt x="296" y="183"/>
                      <a:pt x="322" y="182"/>
                      <a:pt x="348" y="181"/>
                    </a:cubicBezTo>
                    <a:cubicBezTo>
                      <a:pt x="435" y="170"/>
                      <a:pt x="533" y="175"/>
                      <a:pt x="598" y="110"/>
                    </a:cubicBezTo>
                    <a:cubicBezTo>
                      <a:pt x="615" y="94"/>
                      <a:pt x="615" y="67"/>
                      <a:pt x="598" y="50"/>
                    </a:cubicBezTo>
                    <a:cubicBezTo>
                      <a:pt x="557" y="14"/>
                      <a:pt x="509" y="1"/>
                      <a:pt x="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0"/>
              <p:cNvSpPr/>
              <p:nvPr/>
            </p:nvSpPr>
            <p:spPr>
              <a:xfrm>
                <a:off x="4449350" y="5074200"/>
                <a:ext cx="14425" cy="4750"/>
              </a:xfrm>
              <a:custGeom>
                <a:rect b="b" l="l" r="r" t="t"/>
                <a:pathLst>
                  <a:path extrusionOk="0" h="190" w="577">
                    <a:moveTo>
                      <a:pt x="514" y="0"/>
                    </a:moveTo>
                    <a:cubicBezTo>
                      <a:pt x="502" y="0"/>
                      <a:pt x="489" y="5"/>
                      <a:pt x="479" y="15"/>
                    </a:cubicBezTo>
                    <a:cubicBezTo>
                      <a:pt x="446" y="10"/>
                      <a:pt x="408" y="10"/>
                      <a:pt x="376" y="10"/>
                    </a:cubicBezTo>
                    <a:cubicBezTo>
                      <a:pt x="338" y="10"/>
                      <a:pt x="294" y="15"/>
                      <a:pt x="256" y="26"/>
                    </a:cubicBezTo>
                    <a:cubicBezTo>
                      <a:pt x="218" y="31"/>
                      <a:pt x="186" y="42"/>
                      <a:pt x="153" y="53"/>
                    </a:cubicBezTo>
                    <a:cubicBezTo>
                      <a:pt x="109" y="69"/>
                      <a:pt x="77" y="102"/>
                      <a:pt x="33" y="124"/>
                    </a:cubicBezTo>
                    <a:cubicBezTo>
                      <a:pt x="12" y="129"/>
                      <a:pt x="1" y="162"/>
                      <a:pt x="28" y="173"/>
                    </a:cubicBezTo>
                    <a:cubicBezTo>
                      <a:pt x="50" y="189"/>
                      <a:pt x="77" y="189"/>
                      <a:pt x="104" y="189"/>
                    </a:cubicBezTo>
                    <a:cubicBezTo>
                      <a:pt x="158" y="184"/>
                      <a:pt x="207" y="184"/>
                      <a:pt x="262" y="184"/>
                    </a:cubicBezTo>
                    <a:cubicBezTo>
                      <a:pt x="360" y="178"/>
                      <a:pt x="457" y="184"/>
                      <a:pt x="539" y="135"/>
                    </a:cubicBezTo>
                    <a:cubicBezTo>
                      <a:pt x="566" y="118"/>
                      <a:pt x="577" y="91"/>
                      <a:pt x="572" y="64"/>
                    </a:cubicBezTo>
                    <a:cubicBezTo>
                      <a:pt x="572" y="53"/>
                      <a:pt x="566" y="48"/>
                      <a:pt x="561" y="37"/>
                    </a:cubicBezTo>
                    <a:cubicBezTo>
                      <a:pt x="554" y="13"/>
                      <a:pt x="534" y="0"/>
                      <a:pt x="5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0"/>
              <p:cNvSpPr/>
              <p:nvPr/>
            </p:nvSpPr>
            <p:spPr>
              <a:xfrm>
                <a:off x="4470825" y="5051975"/>
                <a:ext cx="25575" cy="36675"/>
              </a:xfrm>
              <a:custGeom>
                <a:rect b="b" l="l" r="r" t="t"/>
                <a:pathLst>
                  <a:path extrusionOk="0" h="1467" w="1023">
                    <a:moveTo>
                      <a:pt x="615" y="127"/>
                    </a:moveTo>
                    <a:lnTo>
                      <a:pt x="615" y="127"/>
                    </a:lnTo>
                    <a:cubicBezTo>
                      <a:pt x="593" y="159"/>
                      <a:pt x="609" y="197"/>
                      <a:pt x="647" y="208"/>
                    </a:cubicBezTo>
                    <a:cubicBezTo>
                      <a:pt x="702" y="214"/>
                      <a:pt x="751" y="236"/>
                      <a:pt x="794" y="274"/>
                    </a:cubicBezTo>
                    <a:cubicBezTo>
                      <a:pt x="870" y="361"/>
                      <a:pt x="783" y="475"/>
                      <a:pt x="718" y="535"/>
                    </a:cubicBezTo>
                    <a:cubicBezTo>
                      <a:pt x="664" y="589"/>
                      <a:pt x="615" y="649"/>
                      <a:pt x="566" y="708"/>
                    </a:cubicBezTo>
                    <a:cubicBezTo>
                      <a:pt x="533" y="687"/>
                      <a:pt x="506" y="665"/>
                      <a:pt x="474" y="649"/>
                    </a:cubicBezTo>
                    <a:cubicBezTo>
                      <a:pt x="359" y="567"/>
                      <a:pt x="169" y="431"/>
                      <a:pt x="327" y="301"/>
                    </a:cubicBezTo>
                    <a:cubicBezTo>
                      <a:pt x="381" y="252"/>
                      <a:pt x="446" y="208"/>
                      <a:pt x="512" y="170"/>
                    </a:cubicBezTo>
                    <a:cubicBezTo>
                      <a:pt x="539" y="149"/>
                      <a:pt x="577" y="132"/>
                      <a:pt x="615" y="127"/>
                    </a:cubicBezTo>
                    <a:close/>
                    <a:moveTo>
                      <a:pt x="571" y="910"/>
                    </a:moveTo>
                    <a:cubicBezTo>
                      <a:pt x="653" y="964"/>
                      <a:pt x="734" y="1029"/>
                      <a:pt x="702" y="1138"/>
                    </a:cubicBezTo>
                    <a:cubicBezTo>
                      <a:pt x="686" y="1192"/>
                      <a:pt x="609" y="1241"/>
                      <a:pt x="566" y="1274"/>
                    </a:cubicBezTo>
                    <a:cubicBezTo>
                      <a:pt x="544" y="1290"/>
                      <a:pt x="522" y="1301"/>
                      <a:pt x="495" y="1306"/>
                    </a:cubicBezTo>
                    <a:cubicBezTo>
                      <a:pt x="484" y="1312"/>
                      <a:pt x="474" y="1312"/>
                      <a:pt x="463" y="1317"/>
                    </a:cubicBezTo>
                    <a:cubicBezTo>
                      <a:pt x="448" y="1317"/>
                      <a:pt x="443" y="1319"/>
                      <a:pt x="441" y="1319"/>
                    </a:cubicBezTo>
                    <a:cubicBezTo>
                      <a:pt x="439" y="1319"/>
                      <a:pt x="442" y="1316"/>
                      <a:pt x="435" y="1301"/>
                    </a:cubicBezTo>
                    <a:cubicBezTo>
                      <a:pt x="430" y="1257"/>
                      <a:pt x="430" y="1209"/>
                      <a:pt x="452" y="1160"/>
                    </a:cubicBezTo>
                    <a:cubicBezTo>
                      <a:pt x="474" y="1089"/>
                      <a:pt x="506" y="1018"/>
                      <a:pt x="550" y="953"/>
                    </a:cubicBezTo>
                    <a:cubicBezTo>
                      <a:pt x="555" y="937"/>
                      <a:pt x="566" y="926"/>
                      <a:pt x="571" y="910"/>
                    </a:cubicBezTo>
                    <a:close/>
                    <a:moveTo>
                      <a:pt x="716" y="0"/>
                    </a:moveTo>
                    <a:cubicBezTo>
                      <a:pt x="597" y="0"/>
                      <a:pt x="507" y="16"/>
                      <a:pt x="397" y="89"/>
                    </a:cubicBezTo>
                    <a:cubicBezTo>
                      <a:pt x="305" y="149"/>
                      <a:pt x="191" y="197"/>
                      <a:pt x="136" y="295"/>
                    </a:cubicBezTo>
                    <a:cubicBezTo>
                      <a:pt x="1" y="529"/>
                      <a:pt x="300" y="719"/>
                      <a:pt x="468" y="839"/>
                    </a:cubicBezTo>
                    <a:cubicBezTo>
                      <a:pt x="468" y="844"/>
                      <a:pt x="463" y="850"/>
                      <a:pt x="457" y="855"/>
                    </a:cubicBezTo>
                    <a:cubicBezTo>
                      <a:pt x="392" y="948"/>
                      <a:pt x="343" y="1056"/>
                      <a:pt x="316" y="1170"/>
                    </a:cubicBezTo>
                    <a:cubicBezTo>
                      <a:pt x="300" y="1252"/>
                      <a:pt x="278" y="1366"/>
                      <a:pt x="354" y="1426"/>
                    </a:cubicBezTo>
                    <a:cubicBezTo>
                      <a:pt x="401" y="1453"/>
                      <a:pt x="455" y="1466"/>
                      <a:pt x="509" y="1466"/>
                    </a:cubicBezTo>
                    <a:cubicBezTo>
                      <a:pt x="554" y="1466"/>
                      <a:pt x="600" y="1457"/>
                      <a:pt x="642" y="1437"/>
                    </a:cubicBezTo>
                    <a:cubicBezTo>
                      <a:pt x="734" y="1382"/>
                      <a:pt x="849" y="1279"/>
                      <a:pt x="870" y="1170"/>
                    </a:cubicBezTo>
                    <a:cubicBezTo>
                      <a:pt x="908" y="987"/>
                      <a:pt x="807" y="873"/>
                      <a:pt x="672" y="776"/>
                    </a:cubicBezTo>
                    <a:lnTo>
                      <a:pt x="672" y="776"/>
                    </a:lnTo>
                    <a:cubicBezTo>
                      <a:pt x="720" y="717"/>
                      <a:pt x="774" y="669"/>
                      <a:pt x="827" y="621"/>
                    </a:cubicBezTo>
                    <a:cubicBezTo>
                      <a:pt x="936" y="524"/>
                      <a:pt x="1023" y="377"/>
                      <a:pt x="952" y="236"/>
                    </a:cubicBezTo>
                    <a:cubicBezTo>
                      <a:pt x="925" y="176"/>
                      <a:pt x="881" y="132"/>
                      <a:pt x="821" y="105"/>
                    </a:cubicBezTo>
                    <a:cubicBezTo>
                      <a:pt x="865" y="72"/>
                      <a:pt x="838" y="7"/>
                      <a:pt x="789" y="2"/>
                    </a:cubicBezTo>
                    <a:cubicBezTo>
                      <a:pt x="763" y="1"/>
                      <a:pt x="739" y="0"/>
                      <a:pt x="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0"/>
              <p:cNvSpPr/>
              <p:nvPr/>
            </p:nvSpPr>
            <p:spPr>
              <a:xfrm>
                <a:off x="4320525" y="4998650"/>
                <a:ext cx="208625" cy="187950"/>
              </a:xfrm>
              <a:custGeom>
                <a:rect b="b" l="l" r="r" t="t"/>
                <a:pathLst>
                  <a:path extrusionOk="0" h="7518" w="8345">
                    <a:moveTo>
                      <a:pt x="4583" y="162"/>
                    </a:moveTo>
                    <a:cubicBezTo>
                      <a:pt x="4632" y="183"/>
                      <a:pt x="4686" y="194"/>
                      <a:pt x="4741" y="205"/>
                    </a:cubicBezTo>
                    <a:cubicBezTo>
                      <a:pt x="4855" y="216"/>
                      <a:pt x="4963" y="232"/>
                      <a:pt x="5072" y="259"/>
                    </a:cubicBezTo>
                    <a:cubicBezTo>
                      <a:pt x="5262" y="303"/>
                      <a:pt x="5458" y="314"/>
                      <a:pt x="5643" y="374"/>
                    </a:cubicBezTo>
                    <a:cubicBezTo>
                      <a:pt x="5735" y="401"/>
                      <a:pt x="5822" y="439"/>
                      <a:pt x="5904" y="482"/>
                    </a:cubicBezTo>
                    <a:cubicBezTo>
                      <a:pt x="5991" y="515"/>
                      <a:pt x="6078" y="542"/>
                      <a:pt x="6165" y="564"/>
                    </a:cubicBezTo>
                    <a:cubicBezTo>
                      <a:pt x="6355" y="618"/>
                      <a:pt x="6524" y="760"/>
                      <a:pt x="6698" y="857"/>
                    </a:cubicBezTo>
                    <a:cubicBezTo>
                      <a:pt x="6866" y="950"/>
                      <a:pt x="7056" y="1015"/>
                      <a:pt x="7208" y="1140"/>
                    </a:cubicBezTo>
                    <a:cubicBezTo>
                      <a:pt x="7355" y="1271"/>
                      <a:pt x="7480" y="1417"/>
                      <a:pt x="7584" y="1586"/>
                    </a:cubicBezTo>
                    <a:cubicBezTo>
                      <a:pt x="7627" y="1656"/>
                      <a:pt x="7671" y="1733"/>
                      <a:pt x="7725" y="1803"/>
                    </a:cubicBezTo>
                    <a:cubicBezTo>
                      <a:pt x="7790" y="1885"/>
                      <a:pt x="7844" y="1966"/>
                      <a:pt x="7893" y="2059"/>
                    </a:cubicBezTo>
                    <a:cubicBezTo>
                      <a:pt x="7921" y="2135"/>
                      <a:pt x="7942" y="2216"/>
                      <a:pt x="7959" y="2298"/>
                    </a:cubicBezTo>
                    <a:cubicBezTo>
                      <a:pt x="7986" y="2396"/>
                      <a:pt x="8018" y="2488"/>
                      <a:pt x="8035" y="2591"/>
                    </a:cubicBezTo>
                    <a:cubicBezTo>
                      <a:pt x="8051" y="2689"/>
                      <a:pt x="8051" y="2787"/>
                      <a:pt x="8067" y="2885"/>
                    </a:cubicBezTo>
                    <a:cubicBezTo>
                      <a:pt x="8084" y="2983"/>
                      <a:pt x="8078" y="3086"/>
                      <a:pt x="8056" y="3184"/>
                    </a:cubicBezTo>
                    <a:lnTo>
                      <a:pt x="8062" y="3184"/>
                    </a:lnTo>
                    <a:cubicBezTo>
                      <a:pt x="8046" y="3276"/>
                      <a:pt x="8067" y="3363"/>
                      <a:pt x="8046" y="3456"/>
                    </a:cubicBezTo>
                    <a:cubicBezTo>
                      <a:pt x="8024" y="3548"/>
                      <a:pt x="7991" y="3646"/>
                      <a:pt x="7969" y="3738"/>
                    </a:cubicBezTo>
                    <a:cubicBezTo>
                      <a:pt x="7948" y="3836"/>
                      <a:pt x="7921" y="3929"/>
                      <a:pt x="7883" y="4016"/>
                    </a:cubicBezTo>
                    <a:cubicBezTo>
                      <a:pt x="7844" y="4103"/>
                      <a:pt x="7796" y="4184"/>
                      <a:pt x="7757" y="4271"/>
                    </a:cubicBezTo>
                    <a:cubicBezTo>
                      <a:pt x="7725" y="4358"/>
                      <a:pt x="7681" y="4434"/>
                      <a:pt x="7627" y="4510"/>
                    </a:cubicBezTo>
                    <a:cubicBezTo>
                      <a:pt x="7567" y="4586"/>
                      <a:pt x="7502" y="4657"/>
                      <a:pt x="7448" y="4733"/>
                    </a:cubicBezTo>
                    <a:cubicBezTo>
                      <a:pt x="7388" y="4820"/>
                      <a:pt x="7328" y="4896"/>
                      <a:pt x="7257" y="4972"/>
                    </a:cubicBezTo>
                    <a:cubicBezTo>
                      <a:pt x="7181" y="5038"/>
                      <a:pt x="7111" y="5108"/>
                      <a:pt x="7035" y="5168"/>
                    </a:cubicBezTo>
                    <a:cubicBezTo>
                      <a:pt x="6888" y="5304"/>
                      <a:pt x="6725" y="5396"/>
                      <a:pt x="6572" y="5516"/>
                    </a:cubicBezTo>
                    <a:cubicBezTo>
                      <a:pt x="6437" y="5625"/>
                      <a:pt x="6257" y="5674"/>
                      <a:pt x="6094" y="5744"/>
                    </a:cubicBezTo>
                    <a:cubicBezTo>
                      <a:pt x="5915" y="5815"/>
                      <a:pt x="5725" y="5869"/>
                      <a:pt x="5534" y="5902"/>
                    </a:cubicBezTo>
                    <a:cubicBezTo>
                      <a:pt x="5426" y="5929"/>
                      <a:pt x="5317" y="5967"/>
                      <a:pt x="5203" y="5989"/>
                    </a:cubicBezTo>
                    <a:cubicBezTo>
                      <a:pt x="5094" y="6011"/>
                      <a:pt x="4963" y="6000"/>
                      <a:pt x="4844" y="6016"/>
                    </a:cubicBezTo>
                    <a:cubicBezTo>
                      <a:pt x="4684" y="6035"/>
                      <a:pt x="4524" y="6043"/>
                      <a:pt x="4363" y="6043"/>
                    </a:cubicBezTo>
                    <a:cubicBezTo>
                      <a:pt x="4288" y="6043"/>
                      <a:pt x="4213" y="6041"/>
                      <a:pt x="4137" y="6038"/>
                    </a:cubicBezTo>
                    <a:cubicBezTo>
                      <a:pt x="4083" y="6032"/>
                      <a:pt x="4023" y="6021"/>
                      <a:pt x="3969" y="6016"/>
                    </a:cubicBezTo>
                    <a:cubicBezTo>
                      <a:pt x="3955" y="6015"/>
                      <a:pt x="3942" y="6014"/>
                      <a:pt x="3929" y="6014"/>
                    </a:cubicBezTo>
                    <a:cubicBezTo>
                      <a:pt x="3906" y="6014"/>
                      <a:pt x="3883" y="6016"/>
                      <a:pt x="3861" y="6016"/>
                    </a:cubicBezTo>
                    <a:cubicBezTo>
                      <a:pt x="3840" y="6016"/>
                      <a:pt x="3820" y="6015"/>
                      <a:pt x="3800" y="6011"/>
                    </a:cubicBezTo>
                    <a:cubicBezTo>
                      <a:pt x="3751" y="6000"/>
                      <a:pt x="3702" y="5994"/>
                      <a:pt x="3653" y="5989"/>
                    </a:cubicBezTo>
                    <a:lnTo>
                      <a:pt x="3501" y="5989"/>
                    </a:lnTo>
                    <a:cubicBezTo>
                      <a:pt x="3443" y="5989"/>
                      <a:pt x="3378" y="5976"/>
                      <a:pt x="3318" y="5976"/>
                    </a:cubicBezTo>
                    <a:cubicBezTo>
                      <a:pt x="3282" y="5976"/>
                      <a:pt x="3249" y="5980"/>
                      <a:pt x="3219" y="5994"/>
                    </a:cubicBezTo>
                    <a:cubicBezTo>
                      <a:pt x="3170" y="6005"/>
                      <a:pt x="3132" y="6049"/>
                      <a:pt x="3132" y="6097"/>
                    </a:cubicBezTo>
                    <a:cubicBezTo>
                      <a:pt x="3121" y="6201"/>
                      <a:pt x="3017" y="6320"/>
                      <a:pt x="2958" y="6402"/>
                    </a:cubicBezTo>
                    <a:cubicBezTo>
                      <a:pt x="2887" y="6505"/>
                      <a:pt x="2800" y="6598"/>
                      <a:pt x="2713" y="6690"/>
                    </a:cubicBezTo>
                    <a:cubicBezTo>
                      <a:pt x="2621" y="6788"/>
                      <a:pt x="2523" y="6875"/>
                      <a:pt x="2420" y="6951"/>
                    </a:cubicBezTo>
                    <a:cubicBezTo>
                      <a:pt x="2322" y="7022"/>
                      <a:pt x="2218" y="7076"/>
                      <a:pt x="2121" y="7136"/>
                    </a:cubicBezTo>
                    <a:cubicBezTo>
                      <a:pt x="1914" y="7239"/>
                      <a:pt x="1691" y="7304"/>
                      <a:pt x="1463" y="7331"/>
                    </a:cubicBezTo>
                    <a:cubicBezTo>
                      <a:pt x="1398" y="7342"/>
                      <a:pt x="1322" y="7348"/>
                      <a:pt x="1251" y="7359"/>
                    </a:cubicBezTo>
                    <a:cubicBezTo>
                      <a:pt x="1398" y="7250"/>
                      <a:pt x="1495" y="7076"/>
                      <a:pt x="1588" y="6929"/>
                    </a:cubicBezTo>
                    <a:cubicBezTo>
                      <a:pt x="1713" y="6717"/>
                      <a:pt x="1805" y="6494"/>
                      <a:pt x="1876" y="6261"/>
                    </a:cubicBezTo>
                    <a:cubicBezTo>
                      <a:pt x="1936" y="6087"/>
                      <a:pt x="2050" y="5837"/>
                      <a:pt x="1979" y="5652"/>
                    </a:cubicBezTo>
                    <a:cubicBezTo>
                      <a:pt x="1941" y="5565"/>
                      <a:pt x="1865" y="5500"/>
                      <a:pt x="1773" y="5483"/>
                    </a:cubicBezTo>
                    <a:cubicBezTo>
                      <a:pt x="1680" y="5451"/>
                      <a:pt x="1599" y="5407"/>
                      <a:pt x="1528" y="5347"/>
                    </a:cubicBezTo>
                    <a:cubicBezTo>
                      <a:pt x="1436" y="5288"/>
                      <a:pt x="1338" y="5233"/>
                      <a:pt x="1240" y="5184"/>
                    </a:cubicBezTo>
                    <a:cubicBezTo>
                      <a:pt x="1148" y="5119"/>
                      <a:pt x="1055" y="5043"/>
                      <a:pt x="974" y="4961"/>
                    </a:cubicBezTo>
                    <a:cubicBezTo>
                      <a:pt x="789" y="4804"/>
                      <a:pt x="680" y="4597"/>
                      <a:pt x="577" y="4380"/>
                    </a:cubicBezTo>
                    <a:cubicBezTo>
                      <a:pt x="522" y="4266"/>
                      <a:pt x="452" y="4162"/>
                      <a:pt x="403" y="4048"/>
                    </a:cubicBezTo>
                    <a:cubicBezTo>
                      <a:pt x="348" y="3929"/>
                      <a:pt x="310" y="3798"/>
                      <a:pt x="278" y="3673"/>
                    </a:cubicBezTo>
                    <a:cubicBezTo>
                      <a:pt x="218" y="3418"/>
                      <a:pt x="213" y="3157"/>
                      <a:pt x="267" y="2901"/>
                    </a:cubicBezTo>
                    <a:cubicBezTo>
                      <a:pt x="387" y="2423"/>
                      <a:pt x="566" y="1934"/>
                      <a:pt x="876" y="1542"/>
                    </a:cubicBezTo>
                    <a:cubicBezTo>
                      <a:pt x="1028" y="1363"/>
                      <a:pt x="1196" y="1205"/>
                      <a:pt x="1381" y="1059"/>
                    </a:cubicBezTo>
                    <a:cubicBezTo>
                      <a:pt x="1468" y="988"/>
                      <a:pt x="1566" y="917"/>
                      <a:pt x="1664" y="857"/>
                    </a:cubicBezTo>
                    <a:cubicBezTo>
                      <a:pt x="1767" y="787"/>
                      <a:pt x="1881" y="749"/>
                      <a:pt x="1990" y="689"/>
                    </a:cubicBezTo>
                    <a:cubicBezTo>
                      <a:pt x="2104" y="618"/>
                      <a:pt x="2218" y="558"/>
                      <a:pt x="2338" y="515"/>
                    </a:cubicBezTo>
                    <a:cubicBezTo>
                      <a:pt x="2474" y="466"/>
                      <a:pt x="2610" y="433"/>
                      <a:pt x="2740" y="390"/>
                    </a:cubicBezTo>
                    <a:cubicBezTo>
                      <a:pt x="3028" y="303"/>
                      <a:pt x="3322" y="243"/>
                      <a:pt x="3621" y="211"/>
                    </a:cubicBezTo>
                    <a:cubicBezTo>
                      <a:pt x="3904" y="178"/>
                      <a:pt x="4192" y="172"/>
                      <a:pt x="4480" y="167"/>
                    </a:cubicBezTo>
                    <a:lnTo>
                      <a:pt x="4583" y="162"/>
                    </a:lnTo>
                    <a:close/>
                    <a:moveTo>
                      <a:pt x="4042" y="1"/>
                    </a:moveTo>
                    <a:cubicBezTo>
                      <a:pt x="3928" y="1"/>
                      <a:pt x="3815" y="3"/>
                      <a:pt x="3702" y="9"/>
                    </a:cubicBezTo>
                    <a:cubicBezTo>
                      <a:pt x="3436" y="26"/>
                      <a:pt x="3175" y="69"/>
                      <a:pt x="2914" y="129"/>
                    </a:cubicBezTo>
                    <a:cubicBezTo>
                      <a:pt x="2778" y="162"/>
                      <a:pt x="2642" y="205"/>
                      <a:pt x="2507" y="243"/>
                    </a:cubicBezTo>
                    <a:cubicBezTo>
                      <a:pt x="2376" y="276"/>
                      <a:pt x="2251" y="314"/>
                      <a:pt x="2131" y="368"/>
                    </a:cubicBezTo>
                    <a:cubicBezTo>
                      <a:pt x="2023" y="417"/>
                      <a:pt x="1919" y="488"/>
                      <a:pt x="1811" y="537"/>
                    </a:cubicBezTo>
                    <a:cubicBezTo>
                      <a:pt x="1686" y="596"/>
                      <a:pt x="1566" y="662"/>
                      <a:pt x="1452" y="732"/>
                    </a:cubicBezTo>
                    <a:cubicBezTo>
                      <a:pt x="1245" y="874"/>
                      <a:pt x="1050" y="1037"/>
                      <a:pt x="876" y="1216"/>
                    </a:cubicBezTo>
                    <a:cubicBezTo>
                      <a:pt x="696" y="1396"/>
                      <a:pt x="550" y="1602"/>
                      <a:pt x="430" y="1820"/>
                    </a:cubicBezTo>
                    <a:cubicBezTo>
                      <a:pt x="305" y="2064"/>
                      <a:pt x="207" y="2314"/>
                      <a:pt x="131" y="2575"/>
                    </a:cubicBezTo>
                    <a:cubicBezTo>
                      <a:pt x="82" y="2700"/>
                      <a:pt x="50" y="2825"/>
                      <a:pt x="22" y="2956"/>
                    </a:cubicBezTo>
                    <a:cubicBezTo>
                      <a:pt x="6" y="3091"/>
                      <a:pt x="1" y="3233"/>
                      <a:pt x="11" y="3374"/>
                    </a:cubicBezTo>
                    <a:cubicBezTo>
                      <a:pt x="28" y="3646"/>
                      <a:pt x="88" y="3918"/>
                      <a:pt x="196" y="4168"/>
                    </a:cubicBezTo>
                    <a:cubicBezTo>
                      <a:pt x="251" y="4298"/>
                      <a:pt x="327" y="4412"/>
                      <a:pt x="387" y="4543"/>
                    </a:cubicBezTo>
                    <a:cubicBezTo>
                      <a:pt x="435" y="4662"/>
                      <a:pt x="501" y="4777"/>
                      <a:pt x="571" y="4885"/>
                    </a:cubicBezTo>
                    <a:cubicBezTo>
                      <a:pt x="631" y="4983"/>
                      <a:pt x="707" y="5070"/>
                      <a:pt x="794" y="5141"/>
                    </a:cubicBezTo>
                    <a:cubicBezTo>
                      <a:pt x="892" y="5244"/>
                      <a:pt x="995" y="5331"/>
                      <a:pt x="1110" y="5413"/>
                    </a:cubicBezTo>
                    <a:cubicBezTo>
                      <a:pt x="1207" y="5462"/>
                      <a:pt x="1300" y="5521"/>
                      <a:pt x="1392" y="5581"/>
                    </a:cubicBezTo>
                    <a:cubicBezTo>
                      <a:pt x="1474" y="5657"/>
                      <a:pt x="1566" y="5712"/>
                      <a:pt x="1675" y="5744"/>
                    </a:cubicBezTo>
                    <a:cubicBezTo>
                      <a:pt x="1691" y="5744"/>
                      <a:pt x="1707" y="5750"/>
                      <a:pt x="1729" y="5755"/>
                    </a:cubicBezTo>
                    <a:cubicBezTo>
                      <a:pt x="1729" y="5766"/>
                      <a:pt x="1735" y="5771"/>
                      <a:pt x="1735" y="5777"/>
                    </a:cubicBezTo>
                    <a:cubicBezTo>
                      <a:pt x="1735" y="5831"/>
                      <a:pt x="1729" y="5880"/>
                      <a:pt x="1713" y="5929"/>
                    </a:cubicBezTo>
                    <a:cubicBezTo>
                      <a:pt x="1686" y="6054"/>
                      <a:pt x="1648" y="6184"/>
                      <a:pt x="1610" y="6309"/>
                    </a:cubicBezTo>
                    <a:cubicBezTo>
                      <a:pt x="1534" y="6560"/>
                      <a:pt x="1414" y="6799"/>
                      <a:pt x="1262" y="7016"/>
                    </a:cubicBezTo>
                    <a:cubicBezTo>
                      <a:pt x="1202" y="7098"/>
                      <a:pt x="1137" y="7174"/>
                      <a:pt x="1066" y="7244"/>
                    </a:cubicBezTo>
                    <a:cubicBezTo>
                      <a:pt x="1012" y="7288"/>
                      <a:pt x="941" y="7353"/>
                      <a:pt x="957" y="7435"/>
                    </a:cubicBezTo>
                    <a:cubicBezTo>
                      <a:pt x="975" y="7503"/>
                      <a:pt x="1039" y="7518"/>
                      <a:pt x="1100" y="7518"/>
                    </a:cubicBezTo>
                    <a:cubicBezTo>
                      <a:pt x="1113" y="7518"/>
                      <a:pt x="1125" y="7517"/>
                      <a:pt x="1137" y="7516"/>
                    </a:cubicBezTo>
                    <a:cubicBezTo>
                      <a:pt x="1229" y="7505"/>
                      <a:pt x="1322" y="7505"/>
                      <a:pt x="1419" y="7494"/>
                    </a:cubicBezTo>
                    <a:cubicBezTo>
                      <a:pt x="1669" y="7473"/>
                      <a:pt x="1957" y="7429"/>
                      <a:pt x="2186" y="7315"/>
                    </a:cubicBezTo>
                    <a:cubicBezTo>
                      <a:pt x="2447" y="7185"/>
                      <a:pt x="2686" y="7016"/>
                      <a:pt x="2892" y="6815"/>
                    </a:cubicBezTo>
                    <a:cubicBezTo>
                      <a:pt x="3001" y="6717"/>
                      <a:pt x="3094" y="6608"/>
                      <a:pt x="3181" y="6494"/>
                    </a:cubicBezTo>
                    <a:cubicBezTo>
                      <a:pt x="3262" y="6396"/>
                      <a:pt x="3316" y="6282"/>
                      <a:pt x="3344" y="6157"/>
                    </a:cubicBezTo>
                    <a:lnTo>
                      <a:pt x="3398" y="6179"/>
                    </a:lnTo>
                    <a:cubicBezTo>
                      <a:pt x="3485" y="6201"/>
                      <a:pt x="3572" y="6212"/>
                      <a:pt x="3659" y="6217"/>
                    </a:cubicBezTo>
                    <a:cubicBezTo>
                      <a:pt x="3702" y="6223"/>
                      <a:pt x="3740" y="6239"/>
                      <a:pt x="3784" y="6244"/>
                    </a:cubicBezTo>
                    <a:cubicBezTo>
                      <a:pt x="3822" y="6250"/>
                      <a:pt x="3882" y="6250"/>
                      <a:pt x="3936" y="6255"/>
                    </a:cubicBezTo>
                    <a:cubicBezTo>
                      <a:pt x="4050" y="6266"/>
                      <a:pt x="4159" y="6288"/>
                      <a:pt x="4279" y="6288"/>
                    </a:cubicBezTo>
                    <a:cubicBezTo>
                      <a:pt x="4336" y="6290"/>
                      <a:pt x="4390" y="6290"/>
                      <a:pt x="4444" y="6290"/>
                    </a:cubicBezTo>
                    <a:cubicBezTo>
                      <a:pt x="4497" y="6290"/>
                      <a:pt x="4550" y="6290"/>
                      <a:pt x="4605" y="6293"/>
                    </a:cubicBezTo>
                    <a:cubicBezTo>
                      <a:pt x="4615" y="6294"/>
                      <a:pt x="4624" y="6294"/>
                      <a:pt x="4634" y="6294"/>
                    </a:cubicBezTo>
                    <a:cubicBezTo>
                      <a:pt x="4734" y="6294"/>
                      <a:pt x="4838" y="6271"/>
                      <a:pt x="4942" y="6266"/>
                    </a:cubicBezTo>
                    <a:cubicBezTo>
                      <a:pt x="5040" y="6266"/>
                      <a:pt x="5137" y="6261"/>
                      <a:pt x="5235" y="6244"/>
                    </a:cubicBezTo>
                    <a:cubicBezTo>
                      <a:pt x="5349" y="6223"/>
                      <a:pt x="5458" y="6190"/>
                      <a:pt x="5567" y="6163"/>
                    </a:cubicBezTo>
                    <a:cubicBezTo>
                      <a:pt x="5768" y="6125"/>
                      <a:pt x="5969" y="6070"/>
                      <a:pt x="6159" y="6000"/>
                    </a:cubicBezTo>
                    <a:cubicBezTo>
                      <a:pt x="6333" y="5924"/>
                      <a:pt x="6529" y="5869"/>
                      <a:pt x="6676" y="5760"/>
                    </a:cubicBezTo>
                    <a:cubicBezTo>
                      <a:pt x="7002" y="5532"/>
                      <a:pt x="7350" y="5304"/>
                      <a:pt x="7589" y="4978"/>
                    </a:cubicBezTo>
                    <a:cubicBezTo>
                      <a:pt x="7703" y="4820"/>
                      <a:pt x="7855" y="4684"/>
                      <a:pt x="7937" y="4505"/>
                    </a:cubicBezTo>
                    <a:cubicBezTo>
                      <a:pt x="8018" y="4325"/>
                      <a:pt x="8127" y="4146"/>
                      <a:pt x="8181" y="3950"/>
                    </a:cubicBezTo>
                    <a:cubicBezTo>
                      <a:pt x="8209" y="3853"/>
                      <a:pt x="8230" y="3755"/>
                      <a:pt x="8263" y="3662"/>
                    </a:cubicBezTo>
                    <a:cubicBezTo>
                      <a:pt x="8296" y="3564"/>
                      <a:pt x="8312" y="3461"/>
                      <a:pt x="8317" y="3358"/>
                    </a:cubicBezTo>
                    <a:cubicBezTo>
                      <a:pt x="8312" y="3314"/>
                      <a:pt x="8312" y="3265"/>
                      <a:pt x="8317" y="3222"/>
                    </a:cubicBezTo>
                    <a:cubicBezTo>
                      <a:pt x="8328" y="3173"/>
                      <a:pt x="8339" y="3124"/>
                      <a:pt x="8345" y="3075"/>
                    </a:cubicBezTo>
                    <a:cubicBezTo>
                      <a:pt x="8345" y="2966"/>
                      <a:pt x="8334" y="2863"/>
                      <a:pt x="8312" y="2760"/>
                    </a:cubicBezTo>
                    <a:lnTo>
                      <a:pt x="8317" y="2754"/>
                    </a:lnTo>
                    <a:cubicBezTo>
                      <a:pt x="8290" y="2548"/>
                      <a:pt x="8247" y="2341"/>
                      <a:pt x="8192" y="2140"/>
                    </a:cubicBezTo>
                    <a:cubicBezTo>
                      <a:pt x="8171" y="2059"/>
                      <a:pt x="8143" y="1977"/>
                      <a:pt x="8105" y="1896"/>
                    </a:cubicBezTo>
                    <a:cubicBezTo>
                      <a:pt x="8051" y="1809"/>
                      <a:pt x="7997" y="1722"/>
                      <a:pt x="7931" y="1640"/>
                    </a:cubicBezTo>
                    <a:cubicBezTo>
                      <a:pt x="7828" y="1472"/>
                      <a:pt x="7714" y="1314"/>
                      <a:pt x="7589" y="1162"/>
                    </a:cubicBezTo>
                    <a:cubicBezTo>
                      <a:pt x="7459" y="1004"/>
                      <a:pt x="7301" y="874"/>
                      <a:pt x="7122" y="776"/>
                    </a:cubicBezTo>
                    <a:cubicBezTo>
                      <a:pt x="6910" y="662"/>
                      <a:pt x="6698" y="548"/>
                      <a:pt x="6491" y="428"/>
                    </a:cubicBezTo>
                    <a:cubicBezTo>
                      <a:pt x="6399" y="374"/>
                      <a:pt x="6301" y="330"/>
                      <a:pt x="6203" y="303"/>
                    </a:cubicBezTo>
                    <a:cubicBezTo>
                      <a:pt x="6094" y="276"/>
                      <a:pt x="5985" y="232"/>
                      <a:pt x="5882" y="189"/>
                    </a:cubicBezTo>
                    <a:cubicBezTo>
                      <a:pt x="5676" y="102"/>
                      <a:pt x="5453" y="64"/>
                      <a:pt x="5235" y="64"/>
                    </a:cubicBezTo>
                    <a:cubicBezTo>
                      <a:pt x="5203" y="64"/>
                      <a:pt x="5175" y="64"/>
                      <a:pt x="5148" y="58"/>
                    </a:cubicBezTo>
                    <a:cubicBezTo>
                      <a:pt x="5099" y="47"/>
                      <a:pt x="5056" y="37"/>
                      <a:pt x="5012" y="31"/>
                    </a:cubicBezTo>
                    <a:cubicBezTo>
                      <a:pt x="4866" y="20"/>
                      <a:pt x="4713" y="9"/>
                      <a:pt x="4567" y="9"/>
                    </a:cubicBezTo>
                    <a:cubicBezTo>
                      <a:pt x="4392" y="6"/>
                      <a:pt x="4217" y="1"/>
                      <a:pt x="4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0"/>
              <p:cNvSpPr/>
              <p:nvPr/>
            </p:nvSpPr>
            <p:spPr>
              <a:xfrm>
                <a:off x="4436725" y="5133500"/>
                <a:ext cx="6125" cy="9825"/>
              </a:xfrm>
              <a:custGeom>
                <a:rect b="b" l="l" r="r" t="t"/>
                <a:pathLst>
                  <a:path extrusionOk="0" h="393" w="245">
                    <a:moveTo>
                      <a:pt x="34" y="1"/>
                    </a:moveTo>
                    <a:cubicBezTo>
                      <a:pt x="18" y="1"/>
                      <a:pt x="3" y="10"/>
                      <a:pt x="0" y="29"/>
                    </a:cubicBezTo>
                    <a:cubicBezTo>
                      <a:pt x="0" y="51"/>
                      <a:pt x="0" y="78"/>
                      <a:pt x="0" y="100"/>
                    </a:cubicBezTo>
                    <a:cubicBezTo>
                      <a:pt x="0" y="127"/>
                      <a:pt x="11" y="149"/>
                      <a:pt x="17" y="171"/>
                    </a:cubicBezTo>
                    <a:cubicBezTo>
                      <a:pt x="11" y="214"/>
                      <a:pt x="22" y="258"/>
                      <a:pt x="49" y="296"/>
                    </a:cubicBezTo>
                    <a:cubicBezTo>
                      <a:pt x="73" y="332"/>
                      <a:pt x="127" y="392"/>
                      <a:pt x="178" y="392"/>
                    </a:cubicBezTo>
                    <a:cubicBezTo>
                      <a:pt x="196" y="392"/>
                      <a:pt x="213" y="385"/>
                      <a:pt x="229" y="366"/>
                    </a:cubicBezTo>
                    <a:cubicBezTo>
                      <a:pt x="245" y="350"/>
                      <a:pt x="239" y="328"/>
                      <a:pt x="223" y="312"/>
                    </a:cubicBezTo>
                    <a:lnTo>
                      <a:pt x="218" y="318"/>
                    </a:lnTo>
                    <a:cubicBezTo>
                      <a:pt x="180" y="290"/>
                      <a:pt x="147" y="258"/>
                      <a:pt x="114" y="220"/>
                    </a:cubicBezTo>
                    <a:cubicBezTo>
                      <a:pt x="103" y="187"/>
                      <a:pt x="93" y="154"/>
                      <a:pt x="87" y="122"/>
                    </a:cubicBezTo>
                    <a:cubicBezTo>
                      <a:pt x="71" y="95"/>
                      <a:pt x="65" y="62"/>
                      <a:pt x="71" y="29"/>
                    </a:cubicBezTo>
                    <a:cubicBezTo>
                      <a:pt x="65" y="10"/>
                      <a:pt x="49" y="1"/>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0"/>
              <p:cNvSpPr/>
              <p:nvPr/>
            </p:nvSpPr>
            <p:spPr>
              <a:xfrm>
                <a:off x="4442675" y="5133600"/>
                <a:ext cx="8475" cy="8400"/>
              </a:xfrm>
              <a:custGeom>
                <a:rect b="b" l="l" r="r" t="t"/>
                <a:pathLst>
                  <a:path extrusionOk="0" h="336" w="339">
                    <a:moveTo>
                      <a:pt x="71" y="1"/>
                    </a:moveTo>
                    <a:cubicBezTo>
                      <a:pt x="35" y="1"/>
                      <a:pt x="0" y="36"/>
                      <a:pt x="29" y="69"/>
                    </a:cubicBezTo>
                    <a:cubicBezTo>
                      <a:pt x="61" y="118"/>
                      <a:pt x="77" y="199"/>
                      <a:pt x="121" y="254"/>
                    </a:cubicBezTo>
                    <a:cubicBezTo>
                      <a:pt x="146" y="304"/>
                      <a:pt x="199" y="336"/>
                      <a:pt x="259" y="336"/>
                    </a:cubicBezTo>
                    <a:cubicBezTo>
                      <a:pt x="264" y="336"/>
                      <a:pt x="268" y="336"/>
                      <a:pt x="273" y="335"/>
                    </a:cubicBezTo>
                    <a:cubicBezTo>
                      <a:pt x="338" y="324"/>
                      <a:pt x="322" y="237"/>
                      <a:pt x="273" y="221"/>
                    </a:cubicBezTo>
                    <a:cubicBezTo>
                      <a:pt x="241" y="199"/>
                      <a:pt x="219" y="172"/>
                      <a:pt x="197" y="140"/>
                    </a:cubicBezTo>
                    <a:cubicBezTo>
                      <a:pt x="170" y="91"/>
                      <a:pt x="137" y="53"/>
                      <a:pt x="105" y="15"/>
                    </a:cubicBezTo>
                    <a:cubicBezTo>
                      <a:pt x="95" y="5"/>
                      <a:pt x="83" y="1"/>
                      <a:pt x="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0"/>
              <p:cNvSpPr/>
              <p:nvPr/>
            </p:nvSpPr>
            <p:spPr>
              <a:xfrm>
                <a:off x="4450625" y="5131375"/>
                <a:ext cx="7725" cy="9600"/>
              </a:xfrm>
              <a:custGeom>
                <a:rect b="b" l="l" r="r" t="t"/>
                <a:pathLst>
                  <a:path extrusionOk="0" h="384" w="309">
                    <a:moveTo>
                      <a:pt x="66" y="1"/>
                    </a:moveTo>
                    <a:cubicBezTo>
                      <a:pt x="30" y="1"/>
                      <a:pt x="0" y="56"/>
                      <a:pt x="31" y="87"/>
                    </a:cubicBezTo>
                    <a:cubicBezTo>
                      <a:pt x="75" y="125"/>
                      <a:pt x="64" y="191"/>
                      <a:pt x="86" y="239"/>
                    </a:cubicBezTo>
                    <a:cubicBezTo>
                      <a:pt x="107" y="294"/>
                      <a:pt x="140" y="343"/>
                      <a:pt x="189" y="375"/>
                    </a:cubicBezTo>
                    <a:cubicBezTo>
                      <a:pt x="198" y="381"/>
                      <a:pt x="207" y="383"/>
                      <a:pt x="218" y="383"/>
                    </a:cubicBezTo>
                    <a:cubicBezTo>
                      <a:pt x="239" y="383"/>
                      <a:pt x="261" y="372"/>
                      <a:pt x="276" y="354"/>
                    </a:cubicBezTo>
                    <a:lnTo>
                      <a:pt x="281" y="348"/>
                    </a:lnTo>
                    <a:cubicBezTo>
                      <a:pt x="309" y="316"/>
                      <a:pt x="287" y="267"/>
                      <a:pt x="249" y="261"/>
                    </a:cubicBezTo>
                    <a:cubicBezTo>
                      <a:pt x="243" y="256"/>
                      <a:pt x="238" y="250"/>
                      <a:pt x="232" y="245"/>
                    </a:cubicBezTo>
                    <a:cubicBezTo>
                      <a:pt x="222" y="234"/>
                      <a:pt x="216" y="223"/>
                      <a:pt x="211" y="212"/>
                    </a:cubicBezTo>
                    <a:cubicBezTo>
                      <a:pt x="200" y="185"/>
                      <a:pt x="189" y="163"/>
                      <a:pt x="178" y="136"/>
                    </a:cubicBezTo>
                    <a:cubicBezTo>
                      <a:pt x="162" y="87"/>
                      <a:pt x="135" y="44"/>
                      <a:pt x="91" y="11"/>
                    </a:cubicBezTo>
                    <a:cubicBezTo>
                      <a:pt x="83" y="4"/>
                      <a:pt x="74" y="1"/>
                      <a:pt x="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0"/>
              <p:cNvSpPr/>
              <p:nvPr/>
            </p:nvSpPr>
            <p:spPr>
              <a:xfrm>
                <a:off x="4457350" y="5130400"/>
                <a:ext cx="7525" cy="6475"/>
              </a:xfrm>
              <a:custGeom>
                <a:rect b="b" l="l" r="r" t="t"/>
                <a:pathLst>
                  <a:path extrusionOk="0" h="259" w="301">
                    <a:moveTo>
                      <a:pt x="71" y="0"/>
                    </a:moveTo>
                    <a:cubicBezTo>
                      <a:pt x="32" y="0"/>
                      <a:pt x="0" y="45"/>
                      <a:pt x="34" y="83"/>
                    </a:cubicBezTo>
                    <a:cubicBezTo>
                      <a:pt x="67" y="121"/>
                      <a:pt x="83" y="170"/>
                      <a:pt x="121" y="208"/>
                    </a:cubicBezTo>
                    <a:cubicBezTo>
                      <a:pt x="144" y="231"/>
                      <a:pt x="185" y="259"/>
                      <a:pt x="221" y="259"/>
                    </a:cubicBezTo>
                    <a:cubicBezTo>
                      <a:pt x="237" y="259"/>
                      <a:pt x="251" y="254"/>
                      <a:pt x="262" y="240"/>
                    </a:cubicBezTo>
                    <a:cubicBezTo>
                      <a:pt x="300" y="197"/>
                      <a:pt x="230" y="153"/>
                      <a:pt x="208" y="126"/>
                    </a:cubicBezTo>
                    <a:cubicBezTo>
                      <a:pt x="175" y="83"/>
                      <a:pt x="143" y="45"/>
                      <a:pt x="105" y="12"/>
                    </a:cubicBezTo>
                    <a:cubicBezTo>
                      <a:pt x="94" y="4"/>
                      <a:pt x="82"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0"/>
              <p:cNvSpPr/>
              <p:nvPr/>
            </p:nvSpPr>
            <p:spPr>
              <a:xfrm>
                <a:off x="4476975" y="5121975"/>
                <a:ext cx="5025" cy="6150"/>
              </a:xfrm>
              <a:custGeom>
                <a:rect b="b" l="l" r="r" t="t"/>
                <a:pathLst>
                  <a:path extrusionOk="0" h="246" w="201">
                    <a:moveTo>
                      <a:pt x="66" y="0"/>
                    </a:moveTo>
                    <a:cubicBezTo>
                      <a:pt x="35" y="0"/>
                      <a:pt x="1" y="28"/>
                      <a:pt x="16" y="61"/>
                    </a:cubicBezTo>
                    <a:cubicBezTo>
                      <a:pt x="26" y="94"/>
                      <a:pt x="32" y="126"/>
                      <a:pt x="48" y="159"/>
                    </a:cubicBezTo>
                    <a:cubicBezTo>
                      <a:pt x="59" y="186"/>
                      <a:pt x="92" y="246"/>
                      <a:pt x="135" y="246"/>
                    </a:cubicBezTo>
                    <a:cubicBezTo>
                      <a:pt x="173" y="240"/>
                      <a:pt x="200" y="202"/>
                      <a:pt x="179" y="170"/>
                    </a:cubicBezTo>
                    <a:cubicBezTo>
                      <a:pt x="173" y="159"/>
                      <a:pt x="168" y="148"/>
                      <a:pt x="157" y="137"/>
                    </a:cubicBezTo>
                    <a:cubicBezTo>
                      <a:pt x="151" y="126"/>
                      <a:pt x="141" y="115"/>
                      <a:pt x="135" y="99"/>
                    </a:cubicBezTo>
                    <a:cubicBezTo>
                      <a:pt x="124" y="77"/>
                      <a:pt x="113" y="50"/>
                      <a:pt x="102" y="23"/>
                    </a:cubicBezTo>
                    <a:cubicBezTo>
                      <a:pt x="95" y="7"/>
                      <a:pt x="81"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0"/>
              <p:cNvSpPr/>
              <p:nvPr/>
            </p:nvSpPr>
            <p:spPr>
              <a:xfrm>
                <a:off x="4483600" y="5119125"/>
                <a:ext cx="4100" cy="8650"/>
              </a:xfrm>
              <a:custGeom>
                <a:rect b="b" l="l" r="r" t="t"/>
                <a:pathLst>
                  <a:path extrusionOk="0" h="346" w="164">
                    <a:moveTo>
                      <a:pt x="50" y="1"/>
                    </a:moveTo>
                    <a:cubicBezTo>
                      <a:pt x="48" y="1"/>
                      <a:pt x="46" y="1"/>
                      <a:pt x="44" y="1"/>
                    </a:cubicBezTo>
                    <a:cubicBezTo>
                      <a:pt x="11" y="7"/>
                      <a:pt x="1" y="45"/>
                      <a:pt x="28" y="66"/>
                    </a:cubicBezTo>
                    <a:cubicBezTo>
                      <a:pt x="49" y="83"/>
                      <a:pt x="44" y="159"/>
                      <a:pt x="44" y="186"/>
                    </a:cubicBezTo>
                    <a:cubicBezTo>
                      <a:pt x="39" y="219"/>
                      <a:pt x="39" y="257"/>
                      <a:pt x="44" y="289"/>
                    </a:cubicBezTo>
                    <a:cubicBezTo>
                      <a:pt x="33" y="311"/>
                      <a:pt x="39" y="333"/>
                      <a:pt x="60" y="338"/>
                    </a:cubicBezTo>
                    <a:lnTo>
                      <a:pt x="77" y="344"/>
                    </a:lnTo>
                    <a:cubicBezTo>
                      <a:pt x="80" y="345"/>
                      <a:pt x="83" y="346"/>
                      <a:pt x="86" y="346"/>
                    </a:cubicBezTo>
                    <a:cubicBezTo>
                      <a:pt x="96" y="346"/>
                      <a:pt x="107" y="341"/>
                      <a:pt x="115" y="333"/>
                    </a:cubicBezTo>
                    <a:cubicBezTo>
                      <a:pt x="153" y="278"/>
                      <a:pt x="164" y="202"/>
                      <a:pt x="147" y="137"/>
                    </a:cubicBezTo>
                    <a:cubicBezTo>
                      <a:pt x="137" y="89"/>
                      <a:pt x="116" y="1"/>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120"/>
            <p:cNvGrpSpPr/>
            <p:nvPr/>
          </p:nvGrpSpPr>
          <p:grpSpPr>
            <a:xfrm>
              <a:off x="3099314" y="4198081"/>
              <a:ext cx="241399" cy="274319"/>
              <a:chOff x="4669775" y="4956300"/>
              <a:chExt cx="197350" cy="229825"/>
            </a:xfrm>
          </p:grpSpPr>
          <p:sp>
            <p:nvSpPr>
              <p:cNvPr id="5944" name="Google Shape;5944;p120"/>
              <p:cNvSpPr/>
              <p:nvPr/>
            </p:nvSpPr>
            <p:spPr>
              <a:xfrm>
                <a:off x="4740450" y="5075425"/>
                <a:ext cx="56675" cy="28075"/>
              </a:xfrm>
              <a:custGeom>
                <a:rect b="b" l="l" r="r" t="t"/>
                <a:pathLst>
                  <a:path extrusionOk="0" h="1123" w="2267">
                    <a:moveTo>
                      <a:pt x="2123" y="1"/>
                    </a:moveTo>
                    <a:cubicBezTo>
                      <a:pt x="2099" y="1"/>
                      <a:pt x="2074" y="7"/>
                      <a:pt x="2050" y="20"/>
                    </a:cubicBezTo>
                    <a:cubicBezTo>
                      <a:pt x="1886" y="113"/>
                      <a:pt x="1696" y="156"/>
                      <a:pt x="1506" y="156"/>
                    </a:cubicBezTo>
                    <a:cubicBezTo>
                      <a:pt x="1408" y="167"/>
                      <a:pt x="1310" y="167"/>
                      <a:pt x="1207" y="167"/>
                    </a:cubicBezTo>
                    <a:cubicBezTo>
                      <a:pt x="1137" y="163"/>
                      <a:pt x="1071" y="150"/>
                      <a:pt x="1002" y="150"/>
                    </a:cubicBezTo>
                    <a:cubicBezTo>
                      <a:pt x="990" y="150"/>
                      <a:pt x="979" y="150"/>
                      <a:pt x="968" y="151"/>
                    </a:cubicBezTo>
                    <a:cubicBezTo>
                      <a:pt x="870" y="151"/>
                      <a:pt x="772" y="146"/>
                      <a:pt x="680" y="135"/>
                    </a:cubicBezTo>
                    <a:cubicBezTo>
                      <a:pt x="662" y="133"/>
                      <a:pt x="646" y="132"/>
                      <a:pt x="629" y="132"/>
                    </a:cubicBezTo>
                    <a:cubicBezTo>
                      <a:pt x="574" y="132"/>
                      <a:pt x="522" y="140"/>
                      <a:pt x="469" y="140"/>
                    </a:cubicBezTo>
                    <a:cubicBezTo>
                      <a:pt x="447" y="140"/>
                      <a:pt x="425" y="139"/>
                      <a:pt x="402" y="135"/>
                    </a:cubicBezTo>
                    <a:cubicBezTo>
                      <a:pt x="364" y="129"/>
                      <a:pt x="321" y="124"/>
                      <a:pt x="283" y="124"/>
                    </a:cubicBezTo>
                    <a:cubicBezTo>
                      <a:pt x="267" y="102"/>
                      <a:pt x="245" y="80"/>
                      <a:pt x="223" y="69"/>
                    </a:cubicBezTo>
                    <a:cubicBezTo>
                      <a:pt x="200" y="55"/>
                      <a:pt x="175" y="49"/>
                      <a:pt x="151" y="49"/>
                    </a:cubicBezTo>
                    <a:cubicBezTo>
                      <a:pt x="92" y="49"/>
                      <a:pt x="37" y="89"/>
                      <a:pt x="22" y="151"/>
                    </a:cubicBezTo>
                    <a:cubicBezTo>
                      <a:pt x="0" y="205"/>
                      <a:pt x="0" y="260"/>
                      <a:pt x="22" y="314"/>
                    </a:cubicBezTo>
                    <a:cubicBezTo>
                      <a:pt x="33" y="341"/>
                      <a:pt x="49" y="368"/>
                      <a:pt x="65" y="390"/>
                    </a:cubicBezTo>
                    <a:cubicBezTo>
                      <a:pt x="82" y="406"/>
                      <a:pt x="98" y="417"/>
                      <a:pt x="114" y="428"/>
                    </a:cubicBezTo>
                    <a:lnTo>
                      <a:pt x="120" y="434"/>
                    </a:lnTo>
                    <a:lnTo>
                      <a:pt x="131" y="439"/>
                    </a:lnTo>
                    <a:cubicBezTo>
                      <a:pt x="152" y="499"/>
                      <a:pt x="180" y="553"/>
                      <a:pt x="212" y="602"/>
                    </a:cubicBezTo>
                    <a:cubicBezTo>
                      <a:pt x="250" y="711"/>
                      <a:pt x="332" y="809"/>
                      <a:pt x="430" y="874"/>
                    </a:cubicBezTo>
                    <a:cubicBezTo>
                      <a:pt x="527" y="961"/>
                      <a:pt x="647" y="1021"/>
                      <a:pt x="778" y="1053"/>
                    </a:cubicBezTo>
                    <a:cubicBezTo>
                      <a:pt x="837" y="1075"/>
                      <a:pt x="897" y="1102"/>
                      <a:pt x="957" y="1119"/>
                    </a:cubicBezTo>
                    <a:cubicBezTo>
                      <a:pt x="995" y="1121"/>
                      <a:pt x="1033" y="1123"/>
                      <a:pt x="1071" y="1123"/>
                    </a:cubicBezTo>
                    <a:cubicBezTo>
                      <a:pt x="1109" y="1123"/>
                      <a:pt x="1147" y="1121"/>
                      <a:pt x="1185" y="1119"/>
                    </a:cubicBezTo>
                    <a:cubicBezTo>
                      <a:pt x="1212" y="1121"/>
                      <a:pt x="1240" y="1123"/>
                      <a:pt x="1267" y="1123"/>
                    </a:cubicBezTo>
                    <a:cubicBezTo>
                      <a:pt x="1294" y="1123"/>
                      <a:pt x="1321" y="1121"/>
                      <a:pt x="1348" y="1119"/>
                    </a:cubicBezTo>
                    <a:cubicBezTo>
                      <a:pt x="1408" y="1102"/>
                      <a:pt x="1468" y="1080"/>
                      <a:pt x="1522" y="1053"/>
                    </a:cubicBezTo>
                    <a:cubicBezTo>
                      <a:pt x="1642" y="994"/>
                      <a:pt x="1734" y="890"/>
                      <a:pt x="1838" y="814"/>
                    </a:cubicBezTo>
                    <a:cubicBezTo>
                      <a:pt x="1941" y="733"/>
                      <a:pt x="2039" y="640"/>
                      <a:pt x="2126" y="542"/>
                    </a:cubicBezTo>
                    <a:cubicBezTo>
                      <a:pt x="2202" y="466"/>
                      <a:pt x="2240" y="358"/>
                      <a:pt x="2234" y="249"/>
                    </a:cubicBezTo>
                    <a:cubicBezTo>
                      <a:pt x="2256" y="216"/>
                      <a:pt x="2262" y="178"/>
                      <a:pt x="2267" y="140"/>
                    </a:cubicBezTo>
                    <a:cubicBezTo>
                      <a:pt x="2263" y="58"/>
                      <a:pt x="2197" y="1"/>
                      <a:pt x="2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0"/>
              <p:cNvSpPr/>
              <p:nvPr/>
            </p:nvSpPr>
            <p:spPr>
              <a:xfrm>
                <a:off x="4759325" y="5048425"/>
                <a:ext cx="20550" cy="14725"/>
              </a:xfrm>
              <a:custGeom>
                <a:rect b="b" l="l" r="r" t="t"/>
                <a:pathLst>
                  <a:path extrusionOk="0" h="589" w="822">
                    <a:moveTo>
                      <a:pt x="349" y="1"/>
                    </a:moveTo>
                    <a:cubicBezTo>
                      <a:pt x="237" y="1"/>
                      <a:pt x="136" y="37"/>
                      <a:pt x="71" y="144"/>
                    </a:cubicBezTo>
                    <a:cubicBezTo>
                      <a:pt x="1" y="258"/>
                      <a:pt x="39" y="410"/>
                      <a:pt x="158" y="481"/>
                    </a:cubicBezTo>
                    <a:cubicBezTo>
                      <a:pt x="252" y="541"/>
                      <a:pt x="358" y="589"/>
                      <a:pt x="463" y="589"/>
                    </a:cubicBezTo>
                    <a:cubicBezTo>
                      <a:pt x="528" y="589"/>
                      <a:pt x="593" y="570"/>
                      <a:pt x="653" y="524"/>
                    </a:cubicBezTo>
                    <a:cubicBezTo>
                      <a:pt x="773" y="437"/>
                      <a:pt x="822" y="285"/>
                      <a:pt x="784" y="144"/>
                    </a:cubicBezTo>
                    <a:lnTo>
                      <a:pt x="784" y="138"/>
                    </a:lnTo>
                    <a:cubicBezTo>
                      <a:pt x="775" y="117"/>
                      <a:pt x="754" y="106"/>
                      <a:pt x="733" y="106"/>
                    </a:cubicBezTo>
                    <a:cubicBezTo>
                      <a:pt x="712" y="106"/>
                      <a:pt x="691" y="117"/>
                      <a:pt x="686" y="138"/>
                    </a:cubicBezTo>
                    <a:cubicBezTo>
                      <a:pt x="664" y="209"/>
                      <a:pt x="675" y="291"/>
                      <a:pt x="631" y="356"/>
                    </a:cubicBezTo>
                    <a:cubicBezTo>
                      <a:pt x="590" y="419"/>
                      <a:pt x="530" y="442"/>
                      <a:pt x="467" y="442"/>
                    </a:cubicBezTo>
                    <a:cubicBezTo>
                      <a:pt x="406" y="442"/>
                      <a:pt x="342" y="421"/>
                      <a:pt x="289" y="394"/>
                    </a:cubicBezTo>
                    <a:cubicBezTo>
                      <a:pt x="245" y="378"/>
                      <a:pt x="207" y="356"/>
                      <a:pt x="180" y="323"/>
                    </a:cubicBezTo>
                    <a:cubicBezTo>
                      <a:pt x="158" y="274"/>
                      <a:pt x="169" y="214"/>
                      <a:pt x="207" y="176"/>
                    </a:cubicBezTo>
                    <a:cubicBezTo>
                      <a:pt x="267" y="111"/>
                      <a:pt x="349" y="62"/>
                      <a:pt x="441" y="41"/>
                    </a:cubicBezTo>
                    <a:cubicBezTo>
                      <a:pt x="457" y="41"/>
                      <a:pt x="457" y="8"/>
                      <a:pt x="441" y="8"/>
                    </a:cubicBezTo>
                    <a:cubicBezTo>
                      <a:pt x="410" y="3"/>
                      <a:pt x="379" y="1"/>
                      <a:pt x="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0"/>
              <p:cNvSpPr/>
              <p:nvPr/>
            </p:nvSpPr>
            <p:spPr>
              <a:xfrm>
                <a:off x="4738275" y="5072950"/>
                <a:ext cx="65125" cy="34625"/>
              </a:xfrm>
              <a:custGeom>
                <a:rect b="b" l="l" r="r" t="t"/>
                <a:pathLst>
                  <a:path extrusionOk="0" h="1385" w="2605">
                    <a:moveTo>
                      <a:pt x="2316" y="81"/>
                    </a:moveTo>
                    <a:cubicBezTo>
                      <a:pt x="2316" y="86"/>
                      <a:pt x="2319" y="93"/>
                      <a:pt x="2323" y="99"/>
                    </a:cubicBezTo>
                    <a:lnTo>
                      <a:pt x="2323" y="99"/>
                    </a:lnTo>
                    <a:cubicBezTo>
                      <a:pt x="2320" y="95"/>
                      <a:pt x="2318" y="93"/>
                      <a:pt x="2317" y="93"/>
                    </a:cubicBezTo>
                    <a:cubicBezTo>
                      <a:pt x="2313" y="93"/>
                      <a:pt x="2323" y="116"/>
                      <a:pt x="2327" y="136"/>
                    </a:cubicBezTo>
                    <a:lnTo>
                      <a:pt x="2327" y="141"/>
                    </a:lnTo>
                    <a:cubicBezTo>
                      <a:pt x="2327" y="168"/>
                      <a:pt x="2327" y="196"/>
                      <a:pt x="2327" y="223"/>
                    </a:cubicBezTo>
                    <a:cubicBezTo>
                      <a:pt x="2321" y="283"/>
                      <a:pt x="2305" y="342"/>
                      <a:pt x="2294" y="408"/>
                    </a:cubicBezTo>
                    <a:cubicBezTo>
                      <a:pt x="2289" y="435"/>
                      <a:pt x="2278" y="467"/>
                      <a:pt x="2267" y="495"/>
                    </a:cubicBezTo>
                    <a:cubicBezTo>
                      <a:pt x="2257" y="493"/>
                      <a:pt x="2247" y="492"/>
                      <a:pt x="2236" y="492"/>
                    </a:cubicBezTo>
                    <a:cubicBezTo>
                      <a:pt x="2209" y="492"/>
                      <a:pt x="2181" y="497"/>
                      <a:pt x="2153" y="505"/>
                    </a:cubicBezTo>
                    <a:lnTo>
                      <a:pt x="2142" y="505"/>
                    </a:lnTo>
                    <a:cubicBezTo>
                      <a:pt x="2104" y="505"/>
                      <a:pt x="2071" y="516"/>
                      <a:pt x="2039" y="538"/>
                    </a:cubicBezTo>
                    <a:cubicBezTo>
                      <a:pt x="2022" y="538"/>
                      <a:pt x="2006" y="538"/>
                      <a:pt x="1990" y="533"/>
                    </a:cubicBezTo>
                    <a:cubicBezTo>
                      <a:pt x="1908" y="538"/>
                      <a:pt x="1827" y="549"/>
                      <a:pt x="1740" y="560"/>
                    </a:cubicBezTo>
                    <a:cubicBezTo>
                      <a:pt x="1664" y="565"/>
                      <a:pt x="1582" y="587"/>
                      <a:pt x="1501" y="592"/>
                    </a:cubicBezTo>
                    <a:cubicBezTo>
                      <a:pt x="1468" y="594"/>
                      <a:pt x="1435" y="595"/>
                      <a:pt x="1402" y="595"/>
                    </a:cubicBezTo>
                    <a:cubicBezTo>
                      <a:pt x="1337" y="595"/>
                      <a:pt x="1270" y="592"/>
                      <a:pt x="1202" y="592"/>
                    </a:cubicBezTo>
                    <a:cubicBezTo>
                      <a:pt x="1070" y="592"/>
                      <a:pt x="935" y="611"/>
                      <a:pt x="802" y="611"/>
                    </a:cubicBezTo>
                    <a:cubicBezTo>
                      <a:pt x="776" y="611"/>
                      <a:pt x="749" y="611"/>
                      <a:pt x="723" y="609"/>
                    </a:cubicBezTo>
                    <a:cubicBezTo>
                      <a:pt x="631" y="603"/>
                      <a:pt x="555" y="571"/>
                      <a:pt x="468" y="554"/>
                    </a:cubicBezTo>
                    <a:cubicBezTo>
                      <a:pt x="397" y="549"/>
                      <a:pt x="326" y="543"/>
                      <a:pt x="256" y="543"/>
                    </a:cubicBezTo>
                    <a:lnTo>
                      <a:pt x="239" y="543"/>
                    </a:lnTo>
                    <a:cubicBezTo>
                      <a:pt x="234" y="533"/>
                      <a:pt x="229" y="522"/>
                      <a:pt x="223" y="511"/>
                    </a:cubicBezTo>
                    <a:cubicBezTo>
                      <a:pt x="190" y="440"/>
                      <a:pt x="169" y="364"/>
                      <a:pt x="163" y="293"/>
                    </a:cubicBezTo>
                    <a:cubicBezTo>
                      <a:pt x="158" y="261"/>
                      <a:pt x="147" y="228"/>
                      <a:pt x="136" y="201"/>
                    </a:cubicBezTo>
                    <a:lnTo>
                      <a:pt x="136" y="201"/>
                    </a:lnTo>
                    <a:cubicBezTo>
                      <a:pt x="196" y="228"/>
                      <a:pt x="256" y="245"/>
                      <a:pt x="316" y="255"/>
                    </a:cubicBezTo>
                    <a:cubicBezTo>
                      <a:pt x="364" y="266"/>
                      <a:pt x="413" y="261"/>
                      <a:pt x="462" y="272"/>
                    </a:cubicBezTo>
                    <a:cubicBezTo>
                      <a:pt x="511" y="288"/>
                      <a:pt x="560" y="299"/>
                      <a:pt x="614" y="304"/>
                    </a:cubicBezTo>
                    <a:cubicBezTo>
                      <a:pt x="632" y="303"/>
                      <a:pt x="649" y="302"/>
                      <a:pt x="666" y="302"/>
                    </a:cubicBezTo>
                    <a:cubicBezTo>
                      <a:pt x="707" y="302"/>
                      <a:pt x="746" y="306"/>
                      <a:pt x="788" y="310"/>
                    </a:cubicBezTo>
                    <a:cubicBezTo>
                      <a:pt x="837" y="326"/>
                      <a:pt x="892" y="331"/>
                      <a:pt x="946" y="337"/>
                    </a:cubicBezTo>
                    <a:cubicBezTo>
                      <a:pt x="988" y="339"/>
                      <a:pt x="1030" y="339"/>
                      <a:pt x="1073" y="339"/>
                    </a:cubicBezTo>
                    <a:cubicBezTo>
                      <a:pt x="1157" y="339"/>
                      <a:pt x="1243" y="337"/>
                      <a:pt x="1327" y="337"/>
                    </a:cubicBezTo>
                    <a:cubicBezTo>
                      <a:pt x="1344" y="338"/>
                      <a:pt x="1362" y="338"/>
                      <a:pt x="1379" y="338"/>
                    </a:cubicBezTo>
                    <a:cubicBezTo>
                      <a:pt x="1463" y="338"/>
                      <a:pt x="1544" y="328"/>
                      <a:pt x="1626" y="310"/>
                    </a:cubicBezTo>
                    <a:cubicBezTo>
                      <a:pt x="1665" y="301"/>
                      <a:pt x="1706" y="300"/>
                      <a:pt x="1746" y="300"/>
                    </a:cubicBezTo>
                    <a:cubicBezTo>
                      <a:pt x="1757" y="300"/>
                      <a:pt x="1767" y="300"/>
                      <a:pt x="1777" y="300"/>
                    </a:cubicBezTo>
                    <a:cubicBezTo>
                      <a:pt x="1828" y="300"/>
                      <a:pt x="1878" y="299"/>
                      <a:pt x="1925" y="283"/>
                    </a:cubicBezTo>
                    <a:cubicBezTo>
                      <a:pt x="2017" y="245"/>
                      <a:pt x="2240" y="190"/>
                      <a:pt x="2316" y="81"/>
                    </a:cubicBezTo>
                    <a:close/>
                    <a:moveTo>
                      <a:pt x="2169" y="690"/>
                    </a:moveTo>
                    <a:cubicBezTo>
                      <a:pt x="2158" y="701"/>
                      <a:pt x="2153" y="712"/>
                      <a:pt x="2147" y="723"/>
                    </a:cubicBezTo>
                    <a:lnTo>
                      <a:pt x="2131" y="712"/>
                    </a:lnTo>
                    <a:cubicBezTo>
                      <a:pt x="2131" y="712"/>
                      <a:pt x="2131" y="712"/>
                      <a:pt x="2131" y="707"/>
                    </a:cubicBezTo>
                    <a:cubicBezTo>
                      <a:pt x="2147" y="701"/>
                      <a:pt x="2158" y="696"/>
                      <a:pt x="2169" y="690"/>
                    </a:cubicBezTo>
                    <a:close/>
                    <a:moveTo>
                      <a:pt x="1892" y="870"/>
                    </a:moveTo>
                    <a:cubicBezTo>
                      <a:pt x="1935" y="881"/>
                      <a:pt x="1979" y="886"/>
                      <a:pt x="2022" y="886"/>
                    </a:cubicBezTo>
                    <a:cubicBezTo>
                      <a:pt x="1935" y="967"/>
                      <a:pt x="1838" y="1033"/>
                      <a:pt x="1734" y="1087"/>
                    </a:cubicBezTo>
                    <a:cubicBezTo>
                      <a:pt x="1669" y="1125"/>
                      <a:pt x="1598" y="1163"/>
                      <a:pt x="1528" y="1190"/>
                    </a:cubicBezTo>
                    <a:cubicBezTo>
                      <a:pt x="1501" y="1194"/>
                      <a:pt x="1473" y="1196"/>
                      <a:pt x="1445" y="1196"/>
                    </a:cubicBezTo>
                    <a:cubicBezTo>
                      <a:pt x="1389" y="1196"/>
                      <a:pt x="1334" y="1189"/>
                      <a:pt x="1283" y="1174"/>
                    </a:cubicBezTo>
                    <a:cubicBezTo>
                      <a:pt x="1136" y="1147"/>
                      <a:pt x="968" y="1147"/>
                      <a:pt x="826" y="1098"/>
                    </a:cubicBezTo>
                    <a:cubicBezTo>
                      <a:pt x="761" y="1065"/>
                      <a:pt x="701" y="1033"/>
                      <a:pt x="647" y="989"/>
                    </a:cubicBezTo>
                    <a:cubicBezTo>
                      <a:pt x="593" y="957"/>
                      <a:pt x="549" y="919"/>
                      <a:pt x="511" y="870"/>
                    </a:cubicBezTo>
                    <a:lnTo>
                      <a:pt x="511" y="870"/>
                    </a:lnTo>
                    <a:cubicBezTo>
                      <a:pt x="582" y="886"/>
                      <a:pt x="653" y="897"/>
                      <a:pt x="729" y="897"/>
                    </a:cubicBezTo>
                    <a:cubicBezTo>
                      <a:pt x="913" y="902"/>
                      <a:pt x="1104" y="897"/>
                      <a:pt x="1294" y="908"/>
                    </a:cubicBezTo>
                    <a:cubicBezTo>
                      <a:pt x="1357" y="914"/>
                      <a:pt x="1420" y="917"/>
                      <a:pt x="1484" y="917"/>
                    </a:cubicBezTo>
                    <a:cubicBezTo>
                      <a:pt x="1589" y="917"/>
                      <a:pt x="1694" y="908"/>
                      <a:pt x="1799" y="891"/>
                    </a:cubicBezTo>
                    <a:cubicBezTo>
                      <a:pt x="1832" y="886"/>
                      <a:pt x="1865" y="881"/>
                      <a:pt x="1892" y="870"/>
                    </a:cubicBezTo>
                    <a:close/>
                    <a:moveTo>
                      <a:pt x="2395" y="1"/>
                    </a:moveTo>
                    <a:cubicBezTo>
                      <a:pt x="2384" y="1"/>
                      <a:pt x="2372" y="2"/>
                      <a:pt x="2359" y="5"/>
                    </a:cubicBezTo>
                    <a:lnTo>
                      <a:pt x="2354" y="5"/>
                    </a:lnTo>
                    <a:cubicBezTo>
                      <a:pt x="2343" y="5"/>
                      <a:pt x="2338" y="11"/>
                      <a:pt x="2332" y="16"/>
                    </a:cubicBezTo>
                    <a:cubicBezTo>
                      <a:pt x="2324" y="8"/>
                      <a:pt x="2316" y="3"/>
                      <a:pt x="2306" y="3"/>
                    </a:cubicBezTo>
                    <a:cubicBezTo>
                      <a:pt x="2303" y="3"/>
                      <a:pt x="2299" y="4"/>
                      <a:pt x="2294" y="5"/>
                    </a:cubicBezTo>
                    <a:cubicBezTo>
                      <a:pt x="2142" y="33"/>
                      <a:pt x="2011" y="109"/>
                      <a:pt x="1865" y="152"/>
                    </a:cubicBezTo>
                    <a:cubicBezTo>
                      <a:pt x="1821" y="163"/>
                      <a:pt x="1774" y="163"/>
                      <a:pt x="1725" y="163"/>
                    </a:cubicBezTo>
                    <a:cubicBezTo>
                      <a:pt x="1677" y="163"/>
                      <a:pt x="1628" y="163"/>
                      <a:pt x="1582" y="174"/>
                    </a:cubicBezTo>
                    <a:cubicBezTo>
                      <a:pt x="1513" y="188"/>
                      <a:pt x="1442" y="196"/>
                      <a:pt x="1371" y="196"/>
                    </a:cubicBezTo>
                    <a:cubicBezTo>
                      <a:pt x="1336" y="196"/>
                      <a:pt x="1301" y="194"/>
                      <a:pt x="1267" y="190"/>
                    </a:cubicBezTo>
                    <a:cubicBezTo>
                      <a:pt x="1194" y="190"/>
                      <a:pt x="1122" y="193"/>
                      <a:pt x="1049" y="193"/>
                    </a:cubicBezTo>
                    <a:cubicBezTo>
                      <a:pt x="1013" y="193"/>
                      <a:pt x="977" y="192"/>
                      <a:pt x="941" y="190"/>
                    </a:cubicBezTo>
                    <a:cubicBezTo>
                      <a:pt x="843" y="174"/>
                      <a:pt x="745" y="163"/>
                      <a:pt x="647" y="158"/>
                    </a:cubicBezTo>
                    <a:cubicBezTo>
                      <a:pt x="560" y="152"/>
                      <a:pt x="468" y="141"/>
                      <a:pt x="381" y="125"/>
                    </a:cubicBezTo>
                    <a:cubicBezTo>
                      <a:pt x="277" y="109"/>
                      <a:pt x="174" y="81"/>
                      <a:pt x="76" y="49"/>
                    </a:cubicBezTo>
                    <a:cubicBezTo>
                      <a:pt x="71" y="48"/>
                      <a:pt x="66" y="47"/>
                      <a:pt x="61" y="47"/>
                    </a:cubicBezTo>
                    <a:cubicBezTo>
                      <a:pt x="26" y="47"/>
                      <a:pt x="1" y="81"/>
                      <a:pt x="6" y="114"/>
                    </a:cubicBezTo>
                    <a:cubicBezTo>
                      <a:pt x="6" y="163"/>
                      <a:pt x="6" y="212"/>
                      <a:pt x="17" y="261"/>
                    </a:cubicBezTo>
                    <a:cubicBezTo>
                      <a:pt x="17" y="331"/>
                      <a:pt x="27" y="408"/>
                      <a:pt x="44" y="484"/>
                    </a:cubicBezTo>
                    <a:cubicBezTo>
                      <a:pt x="87" y="620"/>
                      <a:pt x="169" y="745"/>
                      <a:pt x="267" y="848"/>
                    </a:cubicBezTo>
                    <a:cubicBezTo>
                      <a:pt x="354" y="946"/>
                      <a:pt x="419" y="1065"/>
                      <a:pt x="533" y="1131"/>
                    </a:cubicBezTo>
                    <a:cubicBezTo>
                      <a:pt x="593" y="1163"/>
                      <a:pt x="647" y="1207"/>
                      <a:pt x="707" y="1239"/>
                    </a:cubicBezTo>
                    <a:cubicBezTo>
                      <a:pt x="772" y="1266"/>
                      <a:pt x="843" y="1288"/>
                      <a:pt x="919" y="1299"/>
                    </a:cubicBezTo>
                    <a:cubicBezTo>
                      <a:pt x="1071" y="1326"/>
                      <a:pt x="1229" y="1359"/>
                      <a:pt x="1392" y="1381"/>
                    </a:cubicBezTo>
                    <a:cubicBezTo>
                      <a:pt x="1412" y="1383"/>
                      <a:pt x="1432" y="1385"/>
                      <a:pt x="1452" y="1385"/>
                    </a:cubicBezTo>
                    <a:cubicBezTo>
                      <a:pt x="1586" y="1385"/>
                      <a:pt x="1697" y="1323"/>
                      <a:pt x="1816" y="1261"/>
                    </a:cubicBezTo>
                    <a:cubicBezTo>
                      <a:pt x="1957" y="1190"/>
                      <a:pt x="2082" y="1098"/>
                      <a:pt x="2191" y="984"/>
                    </a:cubicBezTo>
                    <a:cubicBezTo>
                      <a:pt x="2283" y="881"/>
                      <a:pt x="2359" y="766"/>
                      <a:pt x="2419" y="641"/>
                    </a:cubicBezTo>
                    <a:cubicBezTo>
                      <a:pt x="2460" y="564"/>
                      <a:pt x="2605" y="1"/>
                      <a:pt x="2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0"/>
              <p:cNvSpPr/>
              <p:nvPr/>
            </p:nvSpPr>
            <p:spPr>
              <a:xfrm>
                <a:off x="4726300" y="5045050"/>
                <a:ext cx="16075" cy="14425"/>
              </a:xfrm>
              <a:custGeom>
                <a:rect b="b" l="l" r="r" t="t"/>
                <a:pathLst>
                  <a:path extrusionOk="0" h="577" w="643">
                    <a:moveTo>
                      <a:pt x="348" y="1"/>
                    </a:moveTo>
                    <a:cubicBezTo>
                      <a:pt x="311" y="1"/>
                      <a:pt x="275" y="8"/>
                      <a:pt x="240" y="23"/>
                    </a:cubicBezTo>
                    <a:cubicBezTo>
                      <a:pt x="137" y="50"/>
                      <a:pt x="55" y="127"/>
                      <a:pt x="17" y="224"/>
                    </a:cubicBezTo>
                    <a:cubicBezTo>
                      <a:pt x="1" y="290"/>
                      <a:pt x="6" y="360"/>
                      <a:pt x="28" y="426"/>
                    </a:cubicBezTo>
                    <a:cubicBezTo>
                      <a:pt x="77" y="530"/>
                      <a:pt x="174" y="576"/>
                      <a:pt x="275" y="576"/>
                    </a:cubicBezTo>
                    <a:cubicBezTo>
                      <a:pt x="400" y="576"/>
                      <a:pt x="531" y="507"/>
                      <a:pt x="588" y="393"/>
                    </a:cubicBezTo>
                    <a:cubicBezTo>
                      <a:pt x="642" y="284"/>
                      <a:pt x="626" y="154"/>
                      <a:pt x="539" y="67"/>
                    </a:cubicBezTo>
                    <a:cubicBezTo>
                      <a:pt x="483" y="25"/>
                      <a:pt x="415"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0"/>
              <p:cNvSpPr/>
              <p:nvPr/>
            </p:nvSpPr>
            <p:spPr>
              <a:xfrm>
                <a:off x="4796300" y="5043550"/>
                <a:ext cx="15375" cy="13375"/>
              </a:xfrm>
              <a:custGeom>
                <a:rect b="b" l="l" r="r" t="t"/>
                <a:pathLst>
                  <a:path extrusionOk="0" h="535" w="615">
                    <a:moveTo>
                      <a:pt x="329" y="1"/>
                    </a:moveTo>
                    <a:cubicBezTo>
                      <a:pt x="238" y="1"/>
                      <a:pt x="144" y="54"/>
                      <a:pt x="82" y="132"/>
                    </a:cubicBezTo>
                    <a:cubicBezTo>
                      <a:pt x="28" y="197"/>
                      <a:pt x="0" y="284"/>
                      <a:pt x="22" y="371"/>
                    </a:cubicBezTo>
                    <a:cubicBezTo>
                      <a:pt x="45" y="469"/>
                      <a:pt x="132" y="535"/>
                      <a:pt x="228" y="535"/>
                    </a:cubicBezTo>
                    <a:cubicBezTo>
                      <a:pt x="245" y="535"/>
                      <a:pt x="261" y="533"/>
                      <a:pt x="278" y="529"/>
                    </a:cubicBezTo>
                    <a:lnTo>
                      <a:pt x="283" y="529"/>
                    </a:lnTo>
                    <a:cubicBezTo>
                      <a:pt x="291" y="530"/>
                      <a:pt x="300" y="530"/>
                      <a:pt x="309" y="530"/>
                    </a:cubicBezTo>
                    <a:cubicBezTo>
                      <a:pt x="350" y="530"/>
                      <a:pt x="394" y="520"/>
                      <a:pt x="430" y="502"/>
                    </a:cubicBezTo>
                    <a:cubicBezTo>
                      <a:pt x="582" y="415"/>
                      <a:pt x="615" y="208"/>
                      <a:pt x="500" y="83"/>
                    </a:cubicBezTo>
                    <a:lnTo>
                      <a:pt x="495" y="78"/>
                    </a:lnTo>
                    <a:cubicBezTo>
                      <a:pt x="447" y="24"/>
                      <a:pt x="389" y="1"/>
                      <a:pt x="3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0"/>
              <p:cNvSpPr/>
              <p:nvPr/>
            </p:nvSpPr>
            <p:spPr>
              <a:xfrm>
                <a:off x="4680400" y="5062850"/>
                <a:ext cx="8975" cy="7225"/>
              </a:xfrm>
              <a:custGeom>
                <a:rect b="b" l="l" r="r" t="t"/>
                <a:pathLst>
                  <a:path extrusionOk="0" h="289" w="359">
                    <a:moveTo>
                      <a:pt x="193" y="1"/>
                    </a:moveTo>
                    <a:cubicBezTo>
                      <a:pt x="169" y="1"/>
                      <a:pt x="145" y="6"/>
                      <a:pt x="125" y="18"/>
                    </a:cubicBezTo>
                    <a:cubicBezTo>
                      <a:pt x="114" y="18"/>
                      <a:pt x="103" y="23"/>
                      <a:pt x="92" y="23"/>
                    </a:cubicBezTo>
                    <a:lnTo>
                      <a:pt x="54" y="29"/>
                    </a:lnTo>
                    <a:cubicBezTo>
                      <a:pt x="38" y="29"/>
                      <a:pt x="10" y="40"/>
                      <a:pt x="10" y="67"/>
                    </a:cubicBezTo>
                    <a:cubicBezTo>
                      <a:pt x="10" y="72"/>
                      <a:pt x="5" y="83"/>
                      <a:pt x="5" y="94"/>
                    </a:cubicBezTo>
                    <a:cubicBezTo>
                      <a:pt x="0" y="124"/>
                      <a:pt x="22" y="149"/>
                      <a:pt x="51" y="149"/>
                    </a:cubicBezTo>
                    <a:cubicBezTo>
                      <a:pt x="54" y="149"/>
                      <a:pt x="57" y="149"/>
                      <a:pt x="59" y="148"/>
                    </a:cubicBezTo>
                    <a:cubicBezTo>
                      <a:pt x="65" y="154"/>
                      <a:pt x="70" y="154"/>
                      <a:pt x="76" y="159"/>
                    </a:cubicBezTo>
                    <a:cubicBezTo>
                      <a:pt x="76" y="165"/>
                      <a:pt x="81" y="170"/>
                      <a:pt x="87" y="176"/>
                    </a:cubicBezTo>
                    <a:lnTo>
                      <a:pt x="87" y="181"/>
                    </a:lnTo>
                    <a:cubicBezTo>
                      <a:pt x="92" y="230"/>
                      <a:pt x="130" y="268"/>
                      <a:pt x="179" y="284"/>
                    </a:cubicBezTo>
                    <a:cubicBezTo>
                      <a:pt x="189" y="287"/>
                      <a:pt x="199" y="288"/>
                      <a:pt x="209" y="288"/>
                    </a:cubicBezTo>
                    <a:cubicBezTo>
                      <a:pt x="265" y="288"/>
                      <a:pt x="317" y="252"/>
                      <a:pt x="331" y="192"/>
                    </a:cubicBezTo>
                    <a:cubicBezTo>
                      <a:pt x="358" y="121"/>
                      <a:pt x="320" y="40"/>
                      <a:pt x="250" y="13"/>
                    </a:cubicBezTo>
                    <a:lnTo>
                      <a:pt x="261" y="13"/>
                    </a:lnTo>
                    <a:cubicBezTo>
                      <a:pt x="238" y="5"/>
                      <a:pt x="215"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0"/>
              <p:cNvSpPr/>
              <p:nvPr/>
            </p:nvSpPr>
            <p:spPr>
              <a:xfrm>
                <a:off x="4846725" y="5051625"/>
                <a:ext cx="7075" cy="6975"/>
              </a:xfrm>
              <a:custGeom>
                <a:rect b="b" l="l" r="r" t="t"/>
                <a:pathLst>
                  <a:path extrusionOk="0" h="279" w="283">
                    <a:moveTo>
                      <a:pt x="154" y="1"/>
                    </a:moveTo>
                    <a:cubicBezTo>
                      <a:pt x="145" y="1"/>
                      <a:pt x="136" y="2"/>
                      <a:pt x="125" y="5"/>
                    </a:cubicBezTo>
                    <a:lnTo>
                      <a:pt x="98" y="16"/>
                    </a:lnTo>
                    <a:cubicBezTo>
                      <a:pt x="82" y="27"/>
                      <a:pt x="65" y="38"/>
                      <a:pt x="49" y="54"/>
                    </a:cubicBezTo>
                    <a:cubicBezTo>
                      <a:pt x="0" y="108"/>
                      <a:pt x="0" y="190"/>
                      <a:pt x="44" y="250"/>
                    </a:cubicBezTo>
                    <a:cubicBezTo>
                      <a:pt x="65" y="269"/>
                      <a:pt x="91" y="278"/>
                      <a:pt x="116" y="278"/>
                    </a:cubicBezTo>
                    <a:cubicBezTo>
                      <a:pt x="141" y="278"/>
                      <a:pt x="166" y="269"/>
                      <a:pt x="185" y="250"/>
                    </a:cubicBezTo>
                    <a:cubicBezTo>
                      <a:pt x="196" y="239"/>
                      <a:pt x="207" y="228"/>
                      <a:pt x="212" y="211"/>
                    </a:cubicBezTo>
                    <a:cubicBezTo>
                      <a:pt x="212" y="206"/>
                      <a:pt x="212" y="206"/>
                      <a:pt x="212" y="201"/>
                    </a:cubicBezTo>
                    <a:lnTo>
                      <a:pt x="217" y="195"/>
                    </a:lnTo>
                    <a:cubicBezTo>
                      <a:pt x="245" y="184"/>
                      <a:pt x="255" y="163"/>
                      <a:pt x="261" y="135"/>
                    </a:cubicBezTo>
                    <a:cubicBezTo>
                      <a:pt x="283" y="86"/>
                      <a:pt x="255" y="27"/>
                      <a:pt x="201" y="10"/>
                    </a:cubicBezTo>
                    <a:lnTo>
                      <a:pt x="190" y="10"/>
                    </a:lnTo>
                    <a:cubicBezTo>
                      <a:pt x="163" y="10"/>
                      <a:pt x="158" y="5"/>
                      <a:pt x="179" y="5"/>
                    </a:cubicBezTo>
                    <a:cubicBezTo>
                      <a:pt x="171" y="2"/>
                      <a:pt x="163"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0"/>
              <p:cNvSpPr/>
              <p:nvPr/>
            </p:nvSpPr>
            <p:spPr>
              <a:xfrm>
                <a:off x="4669775" y="4956300"/>
                <a:ext cx="197350" cy="229825"/>
              </a:xfrm>
              <a:custGeom>
                <a:rect b="b" l="l" r="r" t="t"/>
                <a:pathLst>
                  <a:path extrusionOk="0" h="9193" w="7894">
                    <a:moveTo>
                      <a:pt x="4708" y="196"/>
                    </a:moveTo>
                    <a:cubicBezTo>
                      <a:pt x="4874" y="196"/>
                      <a:pt x="5040" y="213"/>
                      <a:pt x="5203" y="247"/>
                    </a:cubicBezTo>
                    <a:cubicBezTo>
                      <a:pt x="5322" y="279"/>
                      <a:pt x="5436" y="317"/>
                      <a:pt x="5551" y="366"/>
                    </a:cubicBezTo>
                    <a:cubicBezTo>
                      <a:pt x="5654" y="410"/>
                      <a:pt x="5735" y="518"/>
                      <a:pt x="5811" y="600"/>
                    </a:cubicBezTo>
                    <a:cubicBezTo>
                      <a:pt x="5964" y="758"/>
                      <a:pt x="6110" y="921"/>
                      <a:pt x="6317" y="1002"/>
                    </a:cubicBezTo>
                    <a:cubicBezTo>
                      <a:pt x="6425" y="1041"/>
                      <a:pt x="6536" y="1063"/>
                      <a:pt x="6649" y="1063"/>
                    </a:cubicBezTo>
                    <a:cubicBezTo>
                      <a:pt x="6661" y="1063"/>
                      <a:pt x="6674" y="1063"/>
                      <a:pt x="6687" y="1062"/>
                    </a:cubicBezTo>
                    <a:cubicBezTo>
                      <a:pt x="6801" y="1073"/>
                      <a:pt x="6915" y="1105"/>
                      <a:pt x="7018" y="1160"/>
                    </a:cubicBezTo>
                    <a:cubicBezTo>
                      <a:pt x="7257" y="1274"/>
                      <a:pt x="7366" y="1475"/>
                      <a:pt x="7453" y="1720"/>
                    </a:cubicBezTo>
                    <a:cubicBezTo>
                      <a:pt x="7497" y="1807"/>
                      <a:pt x="7518" y="1905"/>
                      <a:pt x="7529" y="2002"/>
                    </a:cubicBezTo>
                    <a:cubicBezTo>
                      <a:pt x="7529" y="2149"/>
                      <a:pt x="7497" y="2290"/>
                      <a:pt x="7491" y="2432"/>
                    </a:cubicBezTo>
                    <a:cubicBezTo>
                      <a:pt x="7491" y="2573"/>
                      <a:pt x="7464" y="2714"/>
                      <a:pt x="7410" y="2839"/>
                    </a:cubicBezTo>
                    <a:cubicBezTo>
                      <a:pt x="7350" y="2954"/>
                      <a:pt x="7257" y="3046"/>
                      <a:pt x="7203" y="3166"/>
                    </a:cubicBezTo>
                    <a:cubicBezTo>
                      <a:pt x="7160" y="3258"/>
                      <a:pt x="7138" y="3356"/>
                      <a:pt x="7132" y="3454"/>
                    </a:cubicBezTo>
                    <a:cubicBezTo>
                      <a:pt x="7094" y="3421"/>
                      <a:pt x="7056" y="3388"/>
                      <a:pt x="7024" y="3356"/>
                    </a:cubicBezTo>
                    <a:cubicBezTo>
                      <a:pt x="7002" y="3220"/>
                      <a:pt x="6953" y="3095"/>
                      <a:pt x="6882" y="2981"/>
                    </a:cubicBezTo>
                    <a:cubicBezTo>
                      <a:pt x="6806" y="2878"/>
                      <a:pt x="6714" y="2791"/>
                      <a:pt x="6600" y="2725"/>
                    </a:cubicBezTo>
                    <a:lnTo>
                      <a:pt x="6594" y="2720"/>
                    </a:lnTo>
                    <a:cubicBezTo>
                      <a:pt x="6578" y="2714"/>
                      <a:pt x="6562" y="2704"/>
                      <a:pt x="6545" y="2698"/>
                    </a:cubicBezTo>
                    <a:cubicBezTo>
                      <a:pt x="6545" y="2682"/>
                      <a:pt x="6529" y="2671"/>
                      <a:pt x="6513" y="2666"/>
                    </a:cubicBezTo>
                    <a:cubicBezTo>
                      <a:pt x="6475" y="2655"/>
                      <a:pt x="6437" y="2644"/>
                      <a:pt x="6393" y="2638"/>
                    </a:cubicBezTo>
                    <a:cubicBezTo>
                      <a:pt x="6317" y="2617"/>
                      <a:pt x="6246" y="2579"/>
                      <a:pt x="6181" y="2535"/>
                    </a:cubicBezTo>
                    <a:cubicBezTo>
                      <a:pt x="6178" y="2532"/>
                      <a:pt x="6174" y="2530"/>
                      <a:pt x="6170" y="2530"/>
                    </a:cubicBezTo>
                    <a:cubicBezTo>
                      <a:pt x="6155" y="2530"/>
                      <a:pt x="6142" y="2549"/>
                      <a:pt x="6159" y="2562"/>
                    </a:cubicBezTo>
                    <a:cubicBezTo>
                      <a:pt x="6176" y="2579"/>
                      <a:pt x="6203" y="2600"/>
                      <a:pt x="6225" y="2617"/>
                    </a:cubicBezTo>
                    <a:cubicBezTo>
                      <a:pt x="6192" y="2611"/>
                      <a:pt x="6165" y="2606"/>
                      <a:pt x="6132" y="2600"/>
                    </a:cubicBezTo>
                    <a:cubicBezTo>
                      <a:pt x="5996" y="2568"/>
                      <a:pt x="5860" y="2551"/>
                      <a:pt x="5719" y="2530"/>
                    </a:cubicBezTo>
                    <a:cubicBezTo>
                      <a:pt x="5589" y="2502"/>
                      <a:pt x="5464" y="2459"/>
                      <a:pt x="5339" y="2415"/>
                    </a:cubicBezTo>
                    <a:cubicBezTo>
                      <a:pt x="5284" y="2405"/>
                      <a:pt x="5230" y="2383"/>
                      <a:pt x="5181" y="2356"/>
                    </a:cubicBezTo>
                    <a:cubicBezTo>
                      <a:pt x="5143" y="2329"/>
                      <a:pt x="5127" y="2307"/>
                      <a:pt x="5083" y="2301"/>
                    </a:cubicBezTo>
                    <a:cubicBezTo>
                      <a:pt x="5081" y="2301"/>
                      <a:pt x="5080" y="2301"/>
                      <a:pt x="5078" y="2301"/>
                    </a:cubicBezTo>
                    <a:cubicBezTo>
                      <a:pt x="5060" y="2301"/>
                      <a:pt x="5052" y="2329"/>
                      <a:pt x="5072" y="2334"/>
                    </a:cubicBezTo>
                    <a:cubicBezTo>
                      <a:pt x="5116" y="2345"/>
                      <a:pt x="5159" y="2421"/>
                      <a:pt x="5197" y="2448"/>
                    </a:cubicBezTo>
                    <a:cubicBezTo>
                      <a:pt x="5241" y="2486"/>
                      <a:pt x="5290" y="2519"/>
                      <a:pt x="5344" y="2546"/>
                    </a:cubicBezTo>
                    <a:cubicBezTo>
                      <a:pt x="5426" y="2595"/>
                      <a:pt x="5507" y="2638"/>
                      <a:pt x="5594" y="2671"/>
                    </a:cubicBezTo>
                    <a:lnTo>
                      <a:pt x="5529" y="2666"/>
                    </a:lnTo>
                    <a:cubicBezTo>
                      <a:pt x="5355" y="2660"/>
                      <a:pt x="5186" y="2633"/>
                      <a:pt x="5018" y="2573"/>
                    </a:cubicBezTo>
                    <a:cubicBezTo>
                      <a:pt x="4871" y="2519"/>
                      <a:pt x="4746" y="2426"/>
                      <a:pt x="4599" y="2383"/>
                    </a:cubicBezTo>
                    <a:cubicBezTo>
                      <a:pt x="4491" y="2350"/>
                      <a:pt x="4387" y="2296"/>
                      <a:pt x="4300" y="2225"/>
                    </a:cubicBezTo>
                    <a:lnTo>
                      <a:pt x="4300" y="2225"/>
                    </a:lnTo>
                    <a:cubicBezTo>
                      <a:pt x="4419" y="2262"/>
                      <a:pt x="4542" y="2282"/>
                      <a:pt x="4666" y="2282"/>
                    </a:cubicBezTo>
                    <a:cubicBezTo>
                      <a:pt x="4724" y="2282"/>
                      <a:pt x="4781" y="2277"/>
                      <a:pt x="4838" y="2269"/>
                    </a:cubicBezTo>
                    <a:cubicBezTo>
                      <a:pt x="4866" y="2258"/>
                      <a:pt x="4866" y="2220"/>
                      <a:pt x="4838" y="2209"/>
                    </a:cubicBezTo>
                    <a:cubicBezTo>
                      <a:pt x="4507" y="2160"/>
                      <a:pt x="4148" y="2111"/>
                      <a:pt x="3849" y="1948"/>
                    </a:cubicBezTo>
                    <a:cubicBezTo>
                      <a:pt x="3708" y="1872"/>
                      <a:pt x="3577" y="1774"/>
                      <a:pt x="3463" y="1665"/>
                    </a:cubicBezTo>
                    <a:cubicBezTo>
                      <a:pt x="3360" y="1551"/>
                      <a:pt x="3235" y="1377"/>
                      <a:pt x="3213" y="1225"/>
                    </a:cubicBezTo>
                    <a:cubicBezTo>
                      <a:pt x="3210" y="1200"/>
                      <a:pt x="3188" y="1186"/>
                      <a:pt x="3167" y="1186"/>
                    </a:cubicBezTo>
                    <a:cubicBezTo>
                      <a:pt x="3147" y="1186"/>
                      <a:pt x="3129" y="1199"/>
                      <a:pt x="3132" y="1225"/>
                    </a:cubicBezTo>
                    <a:cubicBezTo>
                      <a:pt x="3153" y="1388"/>
                      <a:pt x="3257" y="1535"/>
                      <a:pt x="3349" y="1665"/>
                    </a:cubicBezTo>
                    <a:cubicBezTo>
                      <a:pt x="3458" y="1796"/>
                      <a:pt x="3588" y="1910"/>
                      <a:pt x="3740" y="2002"/>
                    </a:cubicBezTo>
                    <a:cubicBezTo>
                      <a:pt x="3871" y="2078"/>
                      <a:pt x="4018" y="2144"/>
                      <a:pt x="4164" y="2187"/>
                    </a:cubicBezTo>
                    <a:cubicBezTo>
                      <a:pt x="4202" y="2242"/>
                      <a:pt x="4241" y="2296"/>
                      <a:pt x="4289" y="2350"/>
                    </a:cubicBezTo>
                    <a:cubicBezTo>
                      <a:pt x="4099" y="2296"/>
                      <a:pt x="3920" y="2225"/>
                      <a:pt x="3746" y="2133"/>
                    </a:cubicBezTo>
                    <a:cubicBezTo>
                      <a:pt x="3566" y="2046"/>
                      <a:pt x="3398" y="1937"/>
                      <a:pt x="3246" y="1807"/>
                    </a:cubicBezTo>
                    <a:cubicBezTo>
                      <a:pt x="3104" y="1682"/>
                      <a:pt x="2979" y="1535"/>
                      <a:pt x="2882" y="1372"/>
                    </a:cubicBezTo>
                    <a:cubicBezTo>
                      <a:pt x="2822" y="1279"/>
                      <a:pt x="2778" y="1187"/>
                      <a:pt x="2740" y="1084"/>
                    </a:cubicBezTo>
                    <a:cubicBezTo>
                      <a:pt x="2708" y="991"/>
                      <a:pt x="2680" y="899"/>
                      <a:pt x="2675" y="806"/>
                    </a:cubicBezTo>
                    <a:cubicBezTo>
                      <a:pt x="2789" y="736"/>
                      <a:pt x="2887" y="622"/>
                      <a:pt x="2996" y="556"/>
                    </a:cubicBezTo>
                    <a:lnTo>
                      <a:pt x="3012" y="546"/>
                    </a:lnTo>
                    <a:cubicBezTo>
                      <a:pt x="3023" y="546"/>
                      <a:pt x="3028" y="540"/>
                      <a:pt x="3034" y="535"/>
                    </a:cubicBezTo>
                    <a:cubicBezTo>
                      <a:pt x="3104" y="497"/>
                      <a:pt x="3181" y="464"/>
                      <a:pt x="3257" y="437"/>
                    </a:cubicBezTo>
                    <a:lnTo>
                      <a:pt x="3278" y="431"/>
                    </a:lnTo>
                    <a:lnTo>
                      <a:pt x="3311" y="426"/>
                    </a:lnTo>
                    <a:cubicBezTo>
                      <a:pt x="3420" y="399"/>
                      <a:pt x="3528" y="372"/>
                      <a:pt x="3632" y="334"/>
                    </a:cubicBezTo>
                    <a:cubicBezTo>
                      <a:pt x="3740" y="296"/>
                      <a:pt x="3855" y="268"/>
                      <a:pt x="3969" y="247"/>
                    </a:cubicBezTo>
                    <a:cubicBezTo>
                      <a:pt x="4116" y="219"/>
                      <a:pt x="4262" y="225"/>
                      <a:pt x="4409" y="214"/>
                    </a:cubicBezTo>
                    <a:cubicBezTo>
                      <a:pt x="4509" y="202"/>
                      <a:pt x="4609" y="196"/>
                      <a:pt x="4708" y="196"/>
                    </a:cubicBezTo>
                    <a:close/>
                    <a:moveTo>
                      <a:pt x="2593" y="350"/>
                    </a:moveTo>
                    <a:cubicBezTo>
                      <a:pt x="2572" y="388"/>
                      <a:pt x="2550" y="431"/>
                      <a:pt x="2523" y="469"/>
                    </a:cubicBezTo>
                    <a:cubicBezTo>
                      <a:pt x="2458" y="562"/>
                      <a:pt x="2430" y="676"/>
                      <a:pt x="2447" y="785"/>
                    </a:cubicBezTo>
                    <a:cubicBezTo>
                      <a:pt x="2456" y="831"/>
                      <a:pt x="2497" y="858"/>
                      <a:pt x="2543" y="858"/>
                    </a:cubicBezTo>
                    <a:cubicBezTo>
                      <a:pt x="2550" y="858"/>
                      <a:pt x="2558" y="857"/>
                      <a:pt x="2566" y="855"/>
                    </a:cubicBezTo>
                    <a:lnTo>
                      <a:pt x="2588" y="850"/>
                    </a:lnTo>
                    <a:cubicBezTo>
                      <a:pt x="2599" y="921"/>
                      <a:pt x="2615" y="997"/>
                      <a:pt x="2642" y="1067"/>
                    </a:cubicBezTo>
                    <a:cubicBezTo>
                      <a:pt x="2670" y="1171"/>
                      <a:pt x="2708" y="1269"/>
                      <a:pt x="2757" y="1361"/>
                    </a:cubicBezTo>
                    <a:cubicBezTo>
                      <a:pt x="2860" y="1557"/>
                      <a:pt x="2990" y="1731"/>
                      <a:pt x="3153" y="1877"/>
                    </a:cubicBezTo>
                    <a:cubicBezTo>
                      <a:pt x="3316" y="2024"/>
                      <a:pt x="3501" y="2149"/>
                      <a:pt x="3702" y="2247"/>
                    </a:cubicBezTo>
                    <a:cubicBezTo>
                      <a:pt x="3885" y="2328"/>
                      <a:pt x="4083" y="2433"/>
                      <a:pt x="4285" y="2433"/>
                    </a:cubicBezTo>
                    <a:cubicBezTo>
                      <a:pt x="4299" y="2433"/>
                      <a:pt x="4313" y="2433"/>
                      <a:pt x="4328" y="2432"/>
                    </a:cubicBezTo>
                    <a:cubicBezTo>
                      <a:pt x="4344" y="2432"/>
                      <a:pt x="4355" y="2421"/>
                      <a:pt x="4360" y="2410"/>
                    </a:cubicBezTo>
                    <a:cubicBezTo>
                      <a:pt x="4409" y="2448"/>
                      <a:pt x="4458" y="2481"/>
                      <a:pt x="4512" y="2508"/>
                    </a:cubicBezTo>
                    <a:cubicBezTo>
                      <a:pt x="4599" y="2546"/>
                      <a:pt x="4681" y="2589"/>
                      <a:pt x="4762" y="2638"/>
                    </a:cubicBezTo>
                    <a:cubicBezTo>
                      <a:pt x="4746" y="2638"/>
                      <a:pt x="4724" y="2633"/>
                      <a:pt x="4703" y="2627"/>
                    </a:cubicBezTo>
                    <a:lnTo>
                      <a:pt x="4311" y="2557"/>
                    </a:lnTo>
                    <a:cubicBezTo>
                      <a:pt x="4067" y="2519"/>
                      <a:pt x="3827" y="2448"/>
                      <a:pt x="3599" y="2350"/>
                    </a:cubicBezTo>
                    <a:cubicBezTo>
                      <a:pt x="3501" y="2301"/>
                      <a:pt x="3382" y="2280"/>
                      <a:pt x="3295" y="2214"/>
                    </a:cubicBezTo>
                    <a:cubicBezTo>
                      <a:pt x="3213" y="2138"/>
                      <a:pt x="3132" y="2062"/>
                      <a:pt x="3056" y="1981"/>
                    </a:cubicBezTo>
                    <a:cubicBezTo>
                      <a:pt x="2969" y="1894"/>
                      <a:pt x="2887" y="1801"/>
                      <a:pt x="2811" y="1703"/>
                    </a:cubicBezTo>
                    <a:cubicBezTo>
                      <a:pt x="2778" y="1665"/>
                      <a:pt x="2757" y="1627"/>
                      <a:pt x="2735" y="1589"/>
                    </a:cubicBezTo>
                    <a:cubicBezTo>
                      <a:pt x="2691" y="1464"/>
                      <a:pt x="2615" y="1356"/>
                      <a:pt x="2588" y="1220"/>
                    </a:cubicBezTo>
                    <a:cubicBezTo>
                      <a:pt x="2572" y="1127"/>
                      <a:pt x="2588" y="986"/>
                      <a:pt x="2523" y="910"/>
                    </a:cubicBezTo>
                    <a:cubicBezTo>
                      <a:pt x="2520" y="907"/>
                      <a:pt x="2516" y="905"/>
                      <a:pt x="2514" y="905"/>
                    </a:cubicBezTo>
                    <a:cubicBezTo>
                      <a:pt x="2507" y="905"/>
                      <a:pt x="2503" y="913"/>
                      <a:pt x="2507" y="921"/>
                    </a:cubicBezTo>
                    <a:cubicBezTo>
                      <a:pt x="2555" y="980"/>
                      <a:pt x="2545" y="1078"/>
                      <a:pt x="2555" y="1154"/>
                    </a:cubicBezTo>
                    <a:cubicBezTo>
                      <a:pt x="2561" y="1209"/>
                      <a:pt x="2572" y="1263"/>
                      <a:pt x="2583" y="1312"/>
                    </a:cubicBezTo>
                    <a:cubicBezTo>
                      <a:pt x="2588" y="1328"/>
                      <a:pt x="2593" y="1345"/>
                      <a:pt x="2599" y="1356"/>
                    </a:cubicBezTo>
                    <a:cubicBezTo>
                      <a:pt x="2590" y="1349"/>
                      <a:pt x="2579" y="1346"/>
                      <a:pt x="2568" y="1346"/>
                    </a:cubicBezTo>
                    <a:cubicBezTo>
                      <a:pt x="2553" y="1346"/>
                      <a:pt x="2538" y="1351"/>
                      <a:pt x="2528" y="1361"/>
                    </a:cubicBezTo>
                    <a:cubicBezTo>
                      <a:pt x="2528" y="1317"/>
                      <a:pt x="2528" y="1269"/>
                      <a:pt x="2517" y="1220"/>
                    </a:cubicBezTo>
                    <a:cubicBezTo>
                      <a:pt x="2515" y="1209"/>
                      <a:pt x="2507" y="1203"/>
                      <a:pt x="2498" y="1203"/>
                    </a:cubicBezTo>
                    <a:cubicBezTo>
                      <a:pt x="2489" y="1203"/>
                      <a:pt x="2479" y="1209"/>
                      <a:pt x="2474" y="1220"/>
                    </a:cubicBezTo>
                    <a:cubicBezTo>
                      <a:pt x="2436" y="1383"/>
                      <a:pt x="2387" y="1540"/>
                      <a:pt x="2316" y="1693"/>
                    </a:cubicBezTo>
                    <a:lnTo>
                      <a:pt x="2115" y="2100"/>
                    </a:lnTo>
                    <a:cubicBezTo>
                      <a:pt x="2050" y="2225"/>
                      <a:pt x="1974" y="2339"/>
                      <a:pt x="1892" y="2443"/>
                    </a:cubicBezTo>
                    <a:cubicBezTo>
                      <a:pt x="1822" y="2530"/>
                      <a:pt x="1745" y="2649"/>
                      <a:pt x="1642" y="2704"/>
                    </a:cubicBezTo>
                    <a:cubicBezTo>
                      <a:pt x="1593" y="2731"/>
                      <a:pt x="1620" y="2796"/>
                      <a:pt x="1669" y="2801"/>
                    </a:cubicBezTo>
                    <a:cubicBezTo>
                      <a:pt x="1674" y="2802"/>
                      <a:pt x="1678" y="2802"/>
                      <a:pt x="1683" y="2802"/>
                    </a:cubicBezTo>
                    <a:cubicBezTo>
                      <a:pt x="1827" y="2802"/>
                      <a:pt x="1922" y="2717"/>
                      <a:pt x="2012" y="2606"/>
                    </a:cubicBezTo>
                    <a:cubicBezTo>
                      <a:pt x="2104" y="2492"/>
                      <a:pt x="2191" y="2367"/>
                      <a:pt x="2256" y="2225"/>
                    </a:cubicBezTo>
                    <a:cubicBezTo>
                      <a:pt x="2327" y="2073"/>
                      <a:pt x="2392" y="1910"/>
                      <a:pt x="2447" y="1747"/>
                    </a:cubicBezTo>
                    <a:cubicBezTo>
                      <a:pt x="2485" y="1638"/>
                      <a:pt x="2507" y="1529"/>
                      <a:pt x="2523" y="1415"/>
                    </a:cubicBezTo>
                    <a:cubicBezTo>
                      <a:pt x="2593" y="1535"/>
                      <a:pt x="2626" y="1665"/>
                      <a:pt x="2697" y="1785"/>
                    </a:cubicBezTo>
                    <a:cubicBezTo>
                      <a:pt x="2762" y="1894"/>
                      <a:pt x="2833" y="1997"/>
                      <a:pt x="2909" y="2095"/>
                    </a:cubicBezTo>
                    <a:cubicBezTo>
                      <a:pt x="2990" y="2198"/>
                      <a:pt x="3077" y="2290"/>
                      <a:pt x="3170" y="2377"/>
                    </a:cubicBezTo>
                    <a:cubicBezTo>
                      <a:pt x="3262" y="2459"/>
                      <a:pt x="3376" y="2486"/>
                      <a:pt x="3485" y="2541"/>
                    </a:cubicBezTo>
                    <a:cubicBezTo>
                      <a:pt x="3719" y="2655"/>
                      <a:pt x="3969" y="2731"/>
                      <a:pt x="4230" y="2769"/>
                    </a:cubicBezTo>
                    <a:cubicBezTo>
                      <a:pt x="4407" y="2797"/>
                      <a:pt x="4606" y="2835"/>
                      <a:pt x="4798" y="2835"/>
                    </a:cubicBezTo>
                    <a:cubicBezTo>
                      <a:pt x="4900" y="2835"/>
                      <a:pt x="5000" y="2824"/>
                      <a:pt x="5094" y="2796"/>
                    </a:cubicBezTo>
                    <a:cubicBezTo>
                      <a:pt x="5094" y="2796"/>
                      <a:pt x="5099" y="2791"/>
                      <a:pt x="5105" y="2791"/>
                    </a:cubicBezTo>
                    <a:cubicBezTo>
                      <a:pt x="5234" y="2824"/>
                      <a:pt x="5369" y="2838"/>
                      <a:pt x="5503" y="2838"/>
                    </a:cubicBezTo>
                    <a:cubicBezTo>
                      <a:pt x="5544" y="2838"/>
                      <a:pt x="5586" y="2837"/>
                      <a:pt x="5627" y="2834"/>
                    </a:cubicBezTo>
                    <a:cubicBezTo>
                      <a:pt x="5708" y="2829"/>
                      <a:pt x="5844" y="2812"/>
                      <a:pt x="5920" y="2753"/>
                    </a:cubicBezTo>
                    <a:cubicBezTo>
                      <a:pt x="6029" y="2784"/>
                      <a:pt x="6141" y="2800"/>
                      <a:pt x="6254" y="2800"/>
                    </a:cubicBezTo>
                    <a:cubicBezTo>
                      <a:pt x="6317" y="2800"/>
                      <a:pt x="6380" y="2795"/>
                      <a:pt x="6442" y="2785"/>
                    </a:cubicBezTo>
                    <a:cubicBezTo>
                      <a:pt x="6524" y="2839"/>
                      <a:pt x="6594" y="2910"/>
                      <a:pt x="6654" y="2986"/>
                    </a:cubicBezTo>
                    <a:cubicBezTo>
                      <a:pt x="6594" y="2975"/>
                      <a:pt x="6540" y="2975"/>
                      <a:pt x="6480" y="2975"/>
                    </a:cubicBezTo>
                    <a:cubicBezTo>
                      <a:pt x="6377" y="2981"/>
                      <a:pt x="6274" y="2992"/>
                      <a:pt x="6170" y="3008"/>
                    </a:cubicBezTo>
                    <a:cubicBezTo>
                      <a:pt x="6072" y="3008"/>
                      <a:pt x="5975" y="3013"/>
                      <a:pt x="5877" y="3019"/>
                    </a:cubicBezTo>
                    <a:cubicBezTo>
                      <a:pt x="5727" y="3019"/>
                      <a:pt x="5586" y="2985"/>
                      <a:pt x="5438" y="2985"/>
                    </a:cubicBezTo>
                    <a:cubicBezTo>
                      <a:pt x="5419" y="2985"/>
                      <a:pt x="5401" y="2985"/>
                      <a:pt x="5382" y="2986"/>
                    </a:cubicBezTo>
                    <a:cubicBezTo>
                      <a:pt x="5311" y="2992"/>
                      <a:pt x="5230" y="3013"/>
                      <a:pt x="5154" y="3013"/>
                    </a:cubicBezTo>
                    <a:cubicBezTo>
                      <a:pt x="5083" y="3013"/>
                      <a:pt x="5012" y="2986"/>
                      <a:pt x="4936" y="2986"/>
                    </a:cubicBezTo>
                    <a:cubicBezTo>
                      <a:pt x="4849" y="2986"/>
                      <a:pt x="4768" y="3019"/>
                      <a:pt x="4675" y="3019"/>
                    </a:cubicBezTo>
                    <a:cubicBezTo>
                      <a:pt x="4642" y="3017"/>
                      <a:pt x="4608" y="3015"/>
                      <a:pt x="4574" y="3015"/>
                    </a:cubicBezTo>
                    <a:cubicBezTo>
                      <a:pt x="4525" y="3015"/>
                      <a:pt x="4476" y="3018"/>
                      <a:pt x="4425" y="3024"/>
                    </a:cubicBezTo>
                    <a:cubicBezTo>
                      <a:pt x="4393" y="3030"/>
                      <a:pt x="4366" y="3057"/>
                      <a:pt x="4360" y="3095"/>
                    </a:cubicBezTo>
                    <a:cubicBezTo>
                      <a:pt x="4355" y="3133"/>
                      <a:pt x="4355" y="3177"/>
                      <a:pt x="4355" y="3225"/>
                    </a:cubicBezTo>
                    <a:cubicBezTo>
                      <a:pt x="4349" y="3274"/>
                      <a:pt x="4322" y="3323"/>
                      <a:pt x="4322" y="3378"/>
                    </a:cubicBezTo>
                    <a:cubicBezTo>
                      <a:pt x="4317" y="3399"/>
                      <a:pt x="4317" y="3427"/>
                      <a:pt x="4322" y="3448"/>
                    </a:cubicBezTo>
                    <a:cubicBezTo>
                      <a:pt x="4241" y="3437"/>
                      <a:pt x="4170" y="3405"/>
                      <a:pt x="4088" y="3394"/>
                    </a:cubicBezTo>
                    <a:cubicBezTo>
                      <a:pt x="4037" y="3386"/>
                      <a:pt x="3986" y="3382"/>
                      <a:pt x="3936" y="3382"/>
                    </a:cubicBezTo>
                    <a:cubicBezTo>
                      <a:pt x="3886" y="3382"/>
                      <a:pt x="3836" y="3386"/>
                      <a:pt x="3784" y="3394"/>
                    </a:cubicBezTo>
                    <a:cubicBezTo>
                      <a:pt x="3697" y="3399"/>
                      <a:pt x="3615" y="3421"/>
                      <a:pt x="3534" y="3459"/>
                    </a:cubicBezTo>
                    <a:cubicBezTo>
                      <a:pt x="3512" y="3470"/>
                      <a:pt x="3490" y="3486"/>
                      <a:pt x="3474" y="3503"/>
                    </a:cubicBezTo>
                    <a:cubicBezTo>
                      <a:pt x="3474" y="3481"/>
                      <a:pt x="3474" y="3459"/>
                      <a:pt x="3474" y="3443"/>
                    </a:cubicBezTo>
                    <a:cubicBezTo>
                      <a:pt x="3474" y="3350"/>
                      <a:pt x="3507" y="3253"/>
                      <a:pt x="3458" y="3171"/>
                    </a:cubicBezTo>
                    <a:cubicBezTo>
                      <a:pt x="3409" y="3084"/>
                      <a:pt x="3316" y="3068"/>
                      <a:pt x="3229" y="3068"/>
                    </a:cubicBezTo>
                    <a:cubicBezTo>
                      <a:pt x="3126" y="3068"/>
                      <a:pt x="3028" y="3079"/>
                      <a:pt x="2930" y="3100"/>
                    </a:cubicBezTo>
                    <a:cubicBezTo>
                      <a:pt x="2914" y="3102"/>
                      <a:pt x="2898" y="3103"/>
                      <a:pt x="2882" y="3103"/>
                    </a:cubicBezTo>
                    <a:cubicBezTo>
                      <a:pt x="2839" y="3103"/>
                      <a:pt x="2795" y="3097"/>
                      <a:pt x="2751" y="3090"/>
                    </a:cubicBezTo>
                    <a:cubicBezTo>
                      <a:pt x="2701" y="3083"/>
                      <a:pt x="2652" y="3078"/>
                      <a:pt x="2604" y="3078"/>
                    </a:cubicBezTo>
                    <a:cubicBezTo>
                      <a:pt x="2573" y="3078"/>
                      <a:pt x="2543" y="3080"/>
                      <a:pt x="2512" y="3084"/>
                    </a:cubicBezTo>
                    <a:cubicBezTo>
                      <a:pt x="2371" y="3100"/>
                      <a:pt x="2229" y="3106"/>
                      <a:pt x="2088" y="3106"/>
                    </a:cubicBezTo>
                    <a:cubicBezTo>
                      <a:pt x="1930" y="3106"/>
                      <a:pt x="1784" y="3122"/>
                      <a:pt x="1631" y="3133"/>
                    </a:cubicBezTo>
                    <a:cubicBezTo>
                      <a:pt x="1512" y="3138"/>
                      <a:pt x="1398" y="3177"/>
                      <a:pt x="1305" y="3242"/>
                    </a:cubicBezTo>
                    <a:cubicBezTo>
                      <a:pt x="1278" y="3258"/>
                      <a:pt x="1251" y="3280"/>
                      <a:pt x="1224" y="3302"/>
                    </a:cubicBezTo>
                    <a:cubicBezTo>
                      <a:pt x="1218" y="3299"/>
                      <a:pt x="1212" y="3297"/>
                      <a:pt x="1205" y="3297"/>
                    </a:cubicBezTo>
                    <a:cubicBezTo>
                      <a:pt x="1187" y="3297"/>
                      <a:pt x="1166" y="3309"/>
                      <a:pt x="1158" y="3329"/>
                    </a:cubicBezTo>
                    <a:cubicBezTo>
                      <a:pt x="1153" y="3340"/>
                      <a:pt x="1148" y="3350"/>
                      <a:pt x="1137" y="3367"/>
                    </a:cubicBezTo>
                    <a:lnTo>
                      <a:pt x="1126" y="3372"/>
                    </a:lnTo>
                    <a:cubicBezTo>
                      <a:pt x="1061" y="3416"/>
                      <a:pt x="1001" y="3470"/>
                      <a:pt x="952" y="3535"/>
                    </a:cubicBezTo>
                    <a:cubicBezTo>
                      <a:pt x="936" y="3546"/>
                      <a:pt x="925" y="3557"/>
                      <a:pt x="914" y="3568"/>
                    </a:cubicBezTo>
                    <a:cubicBezTo>
                      <a:pt x="887" y="3595"/>
                      <a:pt x="865" y="3628"/>
                      <a:pt x="838" y="3655"/>
                    </a:cubicBezTo>
                    <a:lnTo>
                      <a:pt x="805" y="3693"/>
                    </a:lnTo>
                    <a:cubicBezTo>
                      <a:pt x="816" y="3622"/>
                      <a:pt x="832" y="3552"/>
                      <a:pt x="854" y="3486"/>
                    </a:cubicBezTo>
                    <a:cubicBezTo>
                      <a:pt x="903" y="3356"/>
                      <a:pt x="963" y="3225"/>
                      <a:pt x="1017" y="3100"/>
                    </a:cubicBezTo>
                    <a:cubicBezTo>
                      <a:pt x="1044" y="3041"/>
                      <a:pt x="1088" y="2986"/>
                      <a:pt x="1131" y="2937"/>
                    </a:cubicBezTo>
                    <a:cubicBezTo>
                      <a:pt x="1175" y="2883"/>
                      <a:pt x="1213" y="2818"/>
                      <a:pt x="1256" y="2763"/>
                    </a:cubicBezTo>
                    <a:cubicBezTo>
                      <a:pt x="1349" y="2671"/>
                      <a:pt x="1441" y="2579"/>
                      <a:pt x="1544" y="2492"/>
                    </a:cubicBezTo>
                    <a:lnTo>
                      <a:pt x="1544" y="2492"/>
                    </a:lnTo>
                    <a:cubicBezTo>
                      <a:pt x="1539" y="2497"/>
                      <a:pt x="1528" y="2508"/>
                      <a:pt x="1523" y="2513"/>
                    </a:cubicBezTo>
                    <a:cubicBezTo>
                      <a:pt x="1457" y="2589"/>
                      <a:pt x="1387" y="2660"/>
                      <a:pt x="1332" y="2742"/>
                    </a:cubicBezTo>
                    <a:cubicBezTo>
                      <a:pt x="1273" y="2823"/>
                      <a:pt x="1180" y="2861"/>
                      <a:pt x="1137" y="2954"/>
                    </a:cubicBezTo>
                    <a:cubicBezTo>
                      <a:pt x="1119" y="2981"/>
                      <a:pt x="1142" y="3012"/>
                      <a:pt x="1169" y="3012"/>
                    </a:cubicBezTo>
                    <a:cubicBezTo>
                      <a:pt x="1175" y="3012"/>
                      <a:pt x="1180" y="3011"/>
                      <a:pt x="1186" y="3008"/>
                    </a:cubicBezTo>
                    <a:cubicBezTo>
                      <a:pt x="1273" y="2959"/>
                      <a:pt x="1370" y="2921"/>
                      <a:pt x="1436" y="2839"/>
                    </a:cubicBezTo>
                    <a:cubicBezTo>
                      <a:pt x="1517" y="2725"/>
                      <a:pt x="1604" y="2622"/>
                      <a:pt x="1697" y="2513"/>
                    </a:cubicBezTo>
                    <a:cubicBezTo>
                      <a:pt x="1773" y="2437"/>
                      <a:pt x="1832" y="2350"/>
                      <a:pt x="1876" y="2247"/>
                    </a:cubicBezTo>
                    <a:cubicBezTo>
                      <a:pt x="1914" y="2144"/>
                      <a:pt x="1974" y="2030"/>
                      <a:pt x="1974" y="1915"/>
                    </a:cubicBezTo>
                    <a:cubicBezTo>
                      <a:pt x="1974" y="1886"/>
                      <a:pt x="1952" y="1871"/>
                      <a:pt x="1930" y="1871"/>
                    </a:cubicBezTo>
                    <a:cubicBezTo>
                      <a:pt x="1907" y="1871"/>
                      <a:pt x="1884" y="1886"/>
                      <a:pt x="1881" y="1915"/>
                    </a:cubicBezTo>
                    <a:cubicBezTo>
                      <a:pt x="1876" y="2019"/>
                      <a:pt x="1800" y="2144"/>
                      <a:pt x="1751" y="2231"/>
                    </a:cubicBezTo>
                    <a:cubicBezTo>
                      <a:pt x="1707" y="2312"/>
                      <a:pt x="1648" y="2383"/>
                      <a:pt x="1582" y="2448"/>
                    </a:cubicBezTo>
                    <a:cubicBezTo>
                      <a:pt x="1586" y="2436"/>
                      <a:pt x="1576" y="2427"/>
                      <a:pt x="1564" y="2427"/>
                    </a:cubicBezTo>
                    <a:cubicBezTo>
                      <a:pt x="1559" y="2427"/>
                      <a:pt x="1554" y="2429"/>
                      <a:pt x="1550" y="2432"/>
                    </a:cubicBezTo>
                    <a:cubicBezTo>
                      <a:pt x="1452" y="2530"/>
                      <a:pt x="1332" y="2606"/>
                      <a:pt x="1229" y="2704"/>
                    </a:cubicBezTo>
                    <a:cubicBezTo>
                      <a:pt x="1251" y="2660"/>
                      <a:pt x="1267" y="2622"/>
                      <a:pt x="1283" y="2579"/>
                    </a:cubicBezTo>
                    <a:cubicBezTo>
                      <a:pt x="1290" y="2551"/>
                      <a:pt x="1271" y="2534"/>
                      <a:pt x="1250" y="2534"/>
                    </a:cubicBezTo>
                    <a:cubicBezTo>
                      <a:pt x="1238" y="2534"/>
                      <a:pt x="1226" y="2540"/>
                      <a:pt x="1218" y="2551"/>
                    </a:cubicBezTo>
                    <a:cubicBezTo>
                      <a:pt x="1131" y="2687"/>
                      <a:pt x="1050" y="2823"/>
                      <a:pt x="952" y="2954"/>
                    </a:cubicBezTo>
                    <a:cubicBezTo>
                      <a:pt x="930" y="2986"/>
                      <a:pt x="903" y="3019"/>
                      <a:pt x="876" y="3062"/>
                    </a:cubicBezTo>
                    <a:cubicBezTo>
                      <a:pt x="892" y="2986"/>
                      <a:pt x="919" y="2916"/>
                      <a:pt x="952" y="2845"/>
                    </a:cubicBezTo>
                    <a:cubicBezTo>
                      <a:pt x="1001" y="2731"/>
                      <a:pt x="1061" y="2627"/>
                      <a:pt x="1131" y="2524"/>
                    </a:cubicBezTo>
                    <a:cubicBezTo>
                      <a:pt x="1169" y="2475"/>
                      <a:pt x="1202" y="2426"/>
                      <a:pt x="1229" y="2372"/>
                    </a:cubicBezTo>
                    <a:cubicBezTo>
                      <a:pt x="1229" y="2383"/>
                      <a:pt x="1238" y="2389"/>
                      <a:pt x="1249" y="2389"/>
                    </a:cubicBezTo>
                    <a:cubicBezTo>
                      <a:pt x="1255" y="2389"/>
                      <a:pt x="1261" y="2387"/>
                      <a:pt x="1267" y="2383"/>
                    </a:cubicBezTo>
                    <a:cubicBezTo>
                      <a:pt x="1343" y="2296"/>
                      <a:pt x="1392" y="2182"/>
                      <a:pt x="1463" y="2084"/>
                    </a:cubicBezTo>
                    <a:cubicBezTo>
                      <a:pt x="1523" y="1991"/>
                      <a:pt x="1599" y="1905"/>
                      <a:pt x="1686" y="1828"/>
                    </a:cubicBezTo>
                    <a:cubicBezTo>
                      <a:pt x="1691" y="1841"/>
                      <a:pt x="1704" y="1848"/>
                      <a:pt x="1716" y="1848"/>
                    </a:cubicBezTo>
                    <a:cubicBezTo>
                      <a:pt x="1729" y="1848"/>
                      <a:pt x="1743" y="1840"/>
                      <a:pt x="1745" y="1823"/>
                    </a:cubicBezTo>
                    <a:cubicBezTo>
                      <a:pt x="1751" y="1807"/>
                      <a:pt x="1751" y="1785"/>
                      <a:pt x="1745" y="1763"/>
                    </a:cubicBezTo>
                    <a:cubicBezTo>
                      <a:pt x="1741" y="1750"/>
                      <a:pt x="1726" y="1740"/>
                      <a:pt x="1711" y="1740"/>
                    </a:cubicBezTo>
                    <a:cubicBezTo>
                      <a:pt x="1708" y="1740"/>
                      <a:pt x="1705" y="1740"/>
                      <a:pt x="1702" y="1741"/>
                    </a:cubicBezTo>
                    <a:cubicBezTo>
                      <a:pt x="1593" y="1774"/>
                      <a:pt x="1523" y="1888"/>
                      <a:pt x="1452" y="1970"/>
                    </a:cubicBezTo>
                    <a:cubicBezTo>
                      <a:pt x="1376" y="2083"/>
                      <a:pt x="1306" y="2202"/>
                      <a:pt x="1246" y="2326"/>
                    </a:cubicBezTo>
                    <a:lnTo>
                      <a:pt x="1246" y="2326"/>
                    </a:lnTo>
                    <a:cubicBezTo>
                      <a:pt x="1256" y="2305"/>
                      <a:pt x="1256" y="2279"/>
                      <a:pt x="1256" y="2258"/>
                    </a:cubicBezTo>
                    <a:cubicBezTo>
                      <a:pt x="1256" y="2240"/>
                      <a:pt x="1244" y="2231"/>
                      <a:pt x="1230" y="2231"/>
                    </a:cubicBezTo>
                    <a:cubicBezTo>
                      <a:pt x="1219" y="2231"/>
                      <a:pt x="1207" y="2237"/>
                      <a:pt x="1202" y="2252"/>
                    </a:cubicBezTo>
                    <a:cubicBezTo>
                      <a:pt x="1169" y="2307"/>
                      <a:pt x="1131" y="2356"/>
                      <a:pt x="1088" y="2399"/>
                    </a:cubicBezTo>
                    <a:cubicBezTo>
                      <a:pt x="1050" y="2448"/>
                      <a:pt x="1006" y="2492"/>
                      <a:pt x="974" y="2541"/>
                    </a:cubicBezTo>
                    <a:cubicBezTo>
                      <a:pt x="903" y="2644"/>
                      <a:pt x="849" y="2753"/>
                      <a:pt x="805" y="2867"/>
                    </a:cubicBezTo>
                    <a:cubicBezTo>
                      <a:pt x="762" y="2986"/>
                      <a:pt x="729" y="3117"/>
                      <a:pt x="718" y="3247"/>
                    </a:cubicBezTo>
                    <a:cubicBezTo>
                      <a:pt x="696" y="3356"/>
                      <a:pt x="680" y="3475"/>
                      <a:pt x="675" y="3590"/>
                    </a:cubicBezTo>
                    <a:cubicBezTo>
                      <a:pt x="664" y="3622"/>
                      <a:pt x="658" y="3660"/>
                      <a:pt x="653" y="3698"/>
                    </a:cubicBezTo>
                    <a:cubicBezTo>
                      <a:pt x="653" y="3666"/>
                      <a:pt x="653" y="3633"/>
                      <a:pt x="647" y="3595"/>
                    </a:cubicBezTo>
                    <a:cubicBezTo>
                      <a:pt x="647" y="3475"/>
                      <a:pt x="637" y="3350"/>
                      <a:pt x="647" y="3225"/>
                    </a:cubicBezTo>
                    <a:cubicBezTo>
                      <a:pt x="664" y="3106"/>
                      <a:pt x="686" y="2981"/>
                      <a:pt x="713" y="2861"/>
                    </a:cubicBezTo>
                    <a:cubicBezTo>
                      <a:pt x="724" y="2801"/>
                      <a:pt x="734" y="2742"/>
                      <a:pt x="751" y="2676"/>
                    </a:cubicBezTo>
                    <a:cubicBezTo>
                      <a:pt x="762" y="2617"/>
                      <a:pt x="762" y="2535"/>
                      <a:pt x="800" y="2492"/>
                    </a:cubicBezTo>
                    <a:cubicBezTo>
                      <a:pt x="828" y="2455"/>
                      <a:pt x="802" y="2418"/>
                      <a:pt x="773" y="2418"/>
                    </a:cubicBezTo>
                    <a:cubicBezTo>
                      <a:pt x="763" y="2418"/>
                      <a:pt x="753" y="2422"/>
                      <a:pt x="745" y="2432"/>
                    </a:cubicBezTo>
                    <a:cubicBezTo>
                      <a:pt x="664" y="2519"/>
                      <a:pt x="658" y="2666"/>
                      <a:pt x="631" y="2774"/>
                    </a:cubicBezTo>
                    <a:cubicBezTo>
                      <a:pt x="593" y="2926"/>
                      <a:pt x="560" y="3073"/>
                      <a:pt x="544" y="3225"/>
                    </a:cubicBezTo>
                    <a:cubicBezTo>
                      <a:pt x="534" y="3315"/>
                      <a:pt x="528" y="3404"/>
                      <a:pt x="533" y="3493"/>
                    </a:cubicBezTo>
                    <a:lnTo>
                      <a:pt x="533" y="3493"/>
                    </a:lnTo>
                    <a:cubicBezTo>
                      <a:pt x="517" y="3364"/>
                      <a:pt x="517" y="3235"/>
                      <a:pt x="533" y="3106"/>
                    </a:cubicBezTo>
                    <a:cubicBezTo>
                      <a:pt x="544" y="2965"/>
                      <a:pt x="550" y="2823"/>
                      <a:pt x="566" y="2687"/>
                    </a:cubicBezTo>
                    <a:cubicBezTo>
                      <a:pt x="566" y="2666"/>
                      <a:pt x="615" y="2296"/>
                      <a:pt x="637" y="2290"/>
                    </a:cubicBezTo>
                    <a:cubicBezTo>
                      <a:pt x="675" y="2290"/>
                      <a:pt x="675" y="2231"/>
                      <a:pt x="637" y="2231"/>
                    </a:cubicBezTo>
                    <a:cubicBezTo>
                      <a:pt x="609" y="2231"/>
                      <a:pt x="582" y="2242"/>
                      <a:pt x="566" y="2269"/>
                    </a:cubicBezTo>
                    <a:cubicBezTo>
                      <a:pt x="555" y="2296"/>
                      <a:pt x="550" y="2329"/>
                      <a:pt x="550" y="2361"/>
                    </a:cubicBezTo>
                    <a:cubicBezTo>
                      <a:pt x="544" y="2399"/>
                      <a:pt x="533" y="2437"/>
                      <a:pt x="522" y="2470"/>
                    </a:cubicBezTo>
                    <a:cubicBezTo>
                      <a:pt x="484" y="2660"/>
                      <a:pt x="457" y="2850"/>
                      <a:pt x="446" y="3041"/>
                    </a:cubicBezTo>
                    <a:cubicBezTo>
                      <a:pt x="419" y="3198"/>
                      <a:pt x="419" y="3356"/>
                      <a:pt x="430" y="3519"/>
                    </a:cubicBezTo>
                    <a:cubicBezTo>
                      <a:pt x="419" y="3492"/>
                      <a:pt x="408" y="3465"/>
                      <a:pt x="397" y="3437"/>
                    </a:cubicBezTo>
                    <a:cubicBezTo>
                      <a:pt x="343" y="3291"/>
                      <a:pt x="289" y="3144"/>
                      <a:pt x="245" y="2992"/>
                    </a:cubicBezTo>
                    <a:cubicBezTo>
                      <a:pt x="147" y="2660"/>
                      <a:pt x="131" y="2296"/>
                      <a:pt x="267" y="1970"/>
                    </a:cubicBezTo>
                    <a:cubicBezTo>
                      <a:pt x="338" y="1828"/>
                      <a:pt x="419" y="1693"/>
                      <a:pt x="517" y="1573"/>
                    </a:cubicBezTo>
                    <a:cubicBezTo>
                      <a:pt x="615" y="1442"/>
                      <a:pt x="729" y="1323"/>
                      <a:pt x="859" y="1230"/>
                    </a:cubicBezTo>
                    <a:cubicBezTo>
                      <a:pt x="919" y="1198"/>
                      <a:pt x="979" y="1160"/>
                      <a:pt x="1033" y="1122"/>
                    </a:cubicBezTo>
                    <a:cubicBezTo>
                      <a:pt x="1082" y="1067"/>
                      <a:pt x="1137" y="1029"/>
                      <a:pt x="1202" y="1002"/>
                    </a:cubicBezTo>
                    <a:cubicBezTo>
                      <a:pt x="1235" y="995"/>
                      <a:pt x="1269" y="991"/>
                      <a:pt x="1303" y="991"/>
                    </a:cubicBezTo>
                    <a:cubicBezTo>
                      <a:pt x="1342" y="991"/>
                      <a:pt x="1381" y="996"/>
                      <a:pt x="1419" y="1008"/>
                    </a:cubicBezTo>
                    <a:cubicBezTo>
                      <a:pt x="1455" y="1016"/>
                      <a:pt x="1491" y="1020"/>
                      <a:pt x="1528" y="1020"/>
                    </a:cubicBezTo>
                    <a:cubicBezTo>
                      <a:pt x="1565" y="1020"/>
                      <a:pt x="1601" y="1016"/>
                      <a:pt x="1637" y="1008"/>
                    </a:cubicBezTo>
                    <a:lnTo>
                      <a:pt x="1702" y="1035"/>
                    </a:lnTo>
                    <a:cubicBezTo>
                      <a:pt x="1604" y="1067"/>
                      <a:pt x="1512" y="1105"/>
                      <a:pt x="1430" y="1154"/>
                    </a:cubicBezTo>
                    <a:cubicBezTo>
                      <a:pt x="1327" y="1214"/>
                      <a:pt x="1224" y="1279"/>
                      <a:pt x="1120" y="1339"/>
                    </a:cubicBezTo>
                    <a:cubicBezTo>
                      <a:pt x="1023" y="1388"/>
                      <a:pt x="941" y="1459"/>
                      <a:pt x="876" y="1540"/>
                    </a:cubicBezTo>
                    <a:cubicBezTo>
                      <a:pt x="862" y="1559"/>
                      <a:pt x="883" y="1581"/>
                      <a:pt x="900" y="1581"/>
                    </a:cubicBezTo>
                    <a:cubicBezTo>
                      <a:pt x="903" y="1581"/>
                      <a:pt x="906" y="1580"/>
                      <a:pt x="908" y="1578"/>
                    </a:cubicBezTo>
                    <a:cubicBezTo>
                      <a:pt x="1077" y="1459"/>
                      <a:pt x="1267" y="1366"/>
                      <a:pt x="1441" y="1258"/>
                    </a:cubicBezTo>
                    <a:cubicBezTo>
                      <a:pt x="1528" y="1203"/>
                      <a:pt x="1615" y="1160"/>
                      <a:pt x="1707" y="1122"/>
                    </a:cubicBezTo>
                    <a:cubicBezTo>
                      <a:pt x="1751" y="1105"/>
                      <a:pt x="1789" y="1089"/>
                      <a:pt x="1832" y="1078"/>
                    </a:cubicBezTo>
                    <a:cubicBezTo>
                      <a:pt x="1854" y="1084"/>
                      <a:pt x="1881" y="1089"/>
                      <a:pt x="1903" y="1095"/>
                    </a:cubicBezTo>
                    <a:cubicBezTo>
                      <a:pt x="1910" y="1097"/>
                      <a:pt x="1917" y="1098"/>
                      <a:pt x="1924" y="1098"/>
                    </a:cubicBezTo>
                    <a:cubicBezTo>
                      <a:pt x="1951" y="1098"/>
                      <a:pt x="1977" y="1082"/>
                      <a:pt x="1990" y="1057"/>
                    </a:cubicBezTo>
                    <a:lnTo>
                      <a:pt x="2066" y="1051"/>
                    </a:lnTo>
                    <a:lnTo>
                      <a:pt x="2066" y="1051"/>
                    </a:lnTo>
                    <a:cubicBezTo>
                      <a:pt x="2028" y="1067"/>
                      <a:pt x="1996" y="1089"/>
                      <a:pt x="1957" y="1111"/>
                    </a:cubicBezTo>
                    <a:cubicBezTo>
                      <a:pt x="1838" y="1171"/>
                      <a:pt x="1724" y="1241"/>
                      <a:pt x="1610" y="1312"/>
                    </a:cubicBezTo>
                    <a:cubicBezTo>
                      <a:pt x="1523" y="1366"/>
                      <a:pt x="1436" y="1426"/>
                      <a:pt x="1360" y="1491"/>
                    </a:cubicBezTo>
                    <a:cubicBezTo>
                      <a:pt x="1262" y="1573"/>
                      <a:pt x="1180" y="1671"/>
                      <a:pt x="1115" y="1780"/>
                    </a:cubicBezTo>
                    <a:cubicBezTo>
                      <a:pt x="1106" y="1798"/>
                      <a:pt x="1124" y="1820"/>
                      <a:pt x="1143" y="1820"/>
                    </a:cubicBezTo>
                    <a:cubicBezTo>
                      <a:pt x="1146" y="1820"/>
                      <a:pt x="1150" y="1819"/>
                      <a:pt x="1153" y="1818"/>
                    </a:cubicBezTo>
                    <a:cubicBezTo>
                      <a:pt x="1245" y="1769"/>
                      <a:pt x="1316" y="1671"/>
                      <a:pt x="1387" y="1595"/>
                    </a:cubicBezTo>
                    <a:cubicBezTo>
                      <a:pt x="1474" y="1524"/>
                      <a:pt x="1561" y="1453"/>
                      <a:pt x="1659" y="1394"/>
                    </a:cubicBezTo>
                    <a:lnTo>
                      <a:pt x="1713" y="1356"/>
                    </a:lnTo>
                    <a:lnTo>
                      <a:pt x="1713" y="1356"/>
                    </a:lnTo>
                    <a:cubicBezTo>
                      <a:pt x="1680" y="1388"/>
                      <a:pt x="1648" y="1426"/>
                      <a:pt x="1615" y="1459"/>
                    </a:cubicBezTo>
                    <a:cubicBezTo>
                      <a:pt x="1479" y="1611"/>
                      <a:pt x="1343" y="1785"/>
                      <a:pt x="1283" y="1981"/>
                    </a:cubicBezTo>
                    <a:cubicBezTo>
                      <a:pt x="1276" y="2006"/>
                      <a:pt x="1295" y="2021"/>
                      <a:pt x="1315" y="2021"/>
                    </a:cubicBezTo>
                    <a:cubicBezTo>
                      <a:pt x="1325" y="2021"/>
                      <a:pt x="1336" y="2017"/>
                      <a:pt x="1343" y="2008"/>
                    </a:cubicBezTo>
                    <a:cubicBezTo>
                      <a:pt x="1572" y="1698"/>
                      <a:pt x="1767" y="1350"/>
                      <a:pt x="2110" y="1149"/>
                    </a:cubicBezTo>
                    <a:cubicBezTo>
                      <a:pt x="2126" y="1144"/>
                      <a:pt x="2131" y="1127"/>
                      <a:pt x="2137" y="1116"/>
                    </a:cubicBezTo>
                    <a:cubicBezTo>
                      <a:pt x="2186" y="1089"/>
                      <a:pt x="2240" y="1073"/>
                      <a:pt x="2300" y="1062"/>
                    </a:cubicBezTo>
                    <a:cubicBezTo>
                      <a:pt x="2349" y="1057"/>
                      <a:pt x="2336" y="987"/>
                      <a:pt x="2290" y="976"/>
                    </a:cubicBezTo>
                    <a:lnTo>
                      <a:pt x="2290" y="976"/>
                    </a:lnTo>
                    <a:cubicBezTo>
                      <a:pt x="2330" y="964"/>
                      <a:pt x="2365" y="929"/>
                      <a:pt x="2365" y="883"/>
                    </a:cubicBezTo>
                    <a:cubicBezTo>
                      <a:pt x="2365" y="747"/>
                      <a:pt x="2436" y="605"/>
                      <a:pt x="2501" y="486"/>
                    </a:cubicBezTo>
                    <a:cubicBezTo>
                      <a:pt x="2523" y="437"/>
                      <a:pt x="2555" y="388"/>
                      <a:pt x="2593" y="350"/>
                    </a:cubicBezTo>
                    <a:close/>
                    <a:moveTo>
                      <a:pt x="6583" y="3170"/>
                    </a:moveTo>
                    <a:cubicBezTo>
                      <a:pt x="6595" y="3170"/>
                      <a:pt x="6596" y="3173"/>
                      <a:pt x="6600" y="3187"/>
                    </a:cubicBezTo>
                    <a:cubicBezTo>
                      <a:pt x="6605" y="3225"/>
                      <a:pt x="6605" y="3258"/>
                      <a:pt x="6600" y="3296"/>
                    </a:cubicBezTo>
                    <a:cubicBezTo>
                      <a:pt x="6600" y="3388"/>
                      <a:pt x="6600" y="3481"/>
                      <a:pt x="6589" y="3573"/>
                    </a:cubicBezTo>
                    <a:cubicBezTo>
                      <a:pt x="6572" y="3709"/>
                      <a:pt x="6545" y="3840"/>
                      <a:pt x="6513" y="3970"/>
                    </a:cubicBezTo>
                    <a:cubicBezTo>
                      <a:pt x="6496" y="4057"/>
                      <a:pt x="6480" y="4177"/>
                      <a:pt x="6415" y="4236"/>
                    </a:cubicBezTo>
                    <a:cubicBezTo>
                      <a:pt x="6382" y="4265"/>
                      <a:pt x="6340" y="4281"/>
                      <a:pt x="6298" y="4281"/>
                    </a:cubicBezTo>
                    <a:cubicBezTo>
                      <a:pt x="6291" y="4281"/>
                      <a:pt x="6285" y="4281"/>
                      <a:pt x="6279" y="4280"/>
                    </a:cubicBezTo>
                    <a:cubicBezTo>
                      <a:pt x="6197" y="4291"/>
                      <a:pt x="6116" y="4307"/>
                      <a:pt x="6029" y="4307"/>
                    </a:cubicBezTo>
                    <a:cubicBezTo>
                      <a:pt x="6011" y="4308"/>
                      <a:pt x="5993" y="4308"/>
                      <a:pt x="5975" y="4308"/>
                    </a:cubicBezTo>
                    <a:cubicBezTo>
                      <a:pt x="5826" y="4308"/>
                      <a:pt x="5685" y="4290"/>
                      <a:pt x="5534" y="4280"/>
                    </a:cubicBezTo>
                    <a:cubicBezTo>
                      <a:pt x="5509" y="4279"/>
                      <a:pt x="5483" y="4279"/>
                      <a:pt x="5458" y="4279"/>
                    </a:cubicBezTo>
                    <a:cubicBezTo>
                      <a:pt x="5376" y="4279"/>
                      <a:pt x="5293" y="4282"/>
                      <a:pt x="5210" y="4282"/>
                    </a:cubicBezTo>
                    <a:cubicBezTo>
                      <a:pt x="5149" y="4282"/>
                      <a:pt x="5089" y="4280"/>
                      <a:pt x="5029" y="4275"/>
                    </a:cubicBezTo>
                    <a:cubicBezTo>
                      <a:pt x="4947" y="4275"/>
                      <a:pt x="4866" y="4258"/>
                      <a:pt x="4790" y="4231"/>
                    </a:cubicBezTo>
                    <a:cubicBezTo>
                      <a:pt x="4730" y="4204"/>
                      <a:pt x="4686" y="4150"/>
                      <a:pt x="4670" y="4084"/>
                    </a:cubicBezTo>
                    <a:cubicBezTo>
                      <a:pt x="4637" y="4003"/>
                      <a:pt x="4621" y="3910"/>
                      <a:pt x="4621" y="3823"/>
                    </a:cubicBezTo>
                    <a:cubicBezTo>
                      <a:pt x="4621" y="3736"/>
                      <a:pt x="4588" y="3671"/>
                      <a:pt x="4583" y="3590"/>
                    </a:cubicBezTo>
                    <a:cubicBezTo>
                      <a:pt x="4583" y="3530"/>
                      <a:pt x="4567" y="3470"/>
                      <a:pt x="4539" y="3416"/>
                    </a:cubicBezTo>
                    <a:cubicBezTo>
                      <a:pt x="4529" y="3388"/>
                      <a:pt x="4518" y="3367"/>
                      <a:pt x="4512" y="3340"/>
                    </a:cubicBezTo>
                    <a:cubicBezTo>
                      <a:pt x="4518" y="3323"/>
                      <a:pt x="4529" y="3302"/>
                      <a:pt x="4534" y="3280"/>
                    </a:cubicBezTo>
                    <a:cubicBezTo>
                      <a:pt x="4539" y="3253"/>
                      <a:pt x="4539" y="3225"/>
                      <a:pt x="4534" y="3198"/>
                    </a:cubicBezTo>
                    <a:cubicBezTo>
                      <a:pt x="4581" y="3198"/>
                      <a:pt x="4628" y="3203"/>
                      <a:pt x="4675" y="3203"/>
                    </a:cubicBezTo>
                    <a:cubicBezTo>
                      <a:pt x="4699" y="3203"/>
                      <a:pt x="4723" y="3202"/>
                      <a:pt x="4746" y="3198"/>
                    </a:cubicBezTo>
                    <a:cubicBezTo>
                      <a:pt x="4822" y="3182"/>
                      <a:pt x="4904" y="3171"/>
                      <a:pt x="4980" y="3171"/>
                    </a:cubicBezTo>
                    <a:cubicBezTo>
                      <a:pt x="5050" y="3187"/>
                      <a:pt x="5116" y="3193"/>
                      <a:pt x="5186" y="3198"/>
                    </a:cubicBezTo>
                    <a:cubicBezTo>
                      <a:pt x="5262" y="3187"/>
                      <a:pt x="5339" y="3171"/>
                      <a:pt x="5415" y="3171"/>
                    </a:cubicBezTo>
                    <a:cubicBezTo>
                      <a:pt x="5426" y="3171"/>
                      <a:pt x="5436" y="3171"/>
                      <a:pt x="5447" y="3171"/>
                    </a:cubicBezTo>
                    <a:cubicBezTo>
                      <a:pt x="5600" y="3171"/>
                      <a:pt x="5752" y="3204"/>
                      <a:pt x="5909" y="3204"/>
                    </a:cubicBezTo>
                    <a:cubicBezTo>
                      <a:pt x="6015" y="3204"/>
                      <a:pt x="6122" y="3207"/>
                      <a:pt x="6228" y="3207"/>
                    </a:cubicBezTo>
                    <a:cubicBezTo>
                      <a:pt x="6308" y="3207"/>
                      <a:pt x="6387" y="3205"/>
                      <a:pt x="6464" y="3198"/>
                    </a:cubicBezTo>
                    <a:cubicBezTo>
                      <a:pt x="6486" y="3198"/>
                      <a:pt x="6507" y="3187"/>
                      <a:pt x="6524" y="3171"/>
                    </a:cubicBezTo>
                    <a:lnTo>
                      <a:pt x="6556" y="3171"/>
                    </a:lnTo>
                    <a:cubicBezTo>
                      <a:pt x="6569" y="3171"/>
                      <a:pt x="6577" y="3170"/>
                      <a:pt x="6583" y="3170"/>
                    </a:cubicBezTo>
                    <a:close/>
                    <a:moveTo>
                      <a:pt x="3261" y="3251"/>
                    </a:moveTo>
                    <a:cubicBezTo>
                      <a:pt x="3277" y="3251"/>
                      <a:pt x="3289" y="3253"/>
                      <a:pt x="3295" y="3258"/>
                    </a:cubicBezTo>
                    <a:cubicBezTo>
                      <a:pt x="3316" y="3274"/>
                      <a:pt x="3306" y="3334"/>
                      <a:pt x="3306" y="3361"/>
                    </a:cubicBezTo>
                    <a:cubicBezTo>
                      <a:pt x="3300" y="3465"/>
                      <a:pt x="3306" y="3562"/>
                      <a:pt x="3327" y="3666"/>
                    </a:cubicBezTo>
                    <a:cubicBezTo>
                      <a:pt x="3333" y="3726"/>
                      <a:pt x="3333" y="3785"/>
                      <a:pt x="3349" y="3845"/>
                    </a:cubicBezTo>
                    <a:cubicBezTo>
                      <a:pt x="3349" y="3856"/>
                      <a:pt x="3354" y="3872"/>
                      <a:pt x="3360" y="3889"/>
                    </a:cubicBezTo>
                    <a:cubicBezTo>
                      <a:pt x="3360" y="3932"/>
                      <a:pt x="3365" y="3976"/>
                      <a:pt x="3371" y="4019"/>
                    </a:cubicBezTo>
                    <a:lnTo>
                      <a:pt x="3371" y="4024"/>
                    </a:lnTo>
                    <a:cubicBezTo>
                      <a:pt x="3365" y="4035"/>
                      <a:pt x="3365" y="4046"/>
                      <a:pt x="3376" y="4052"/>
                    </a:cubicBezTo>
                    <a:cubicBezTo>
                      <a:pt x="3387" y="4128"/>
                      <a:pt x="3387" y="4198"/>
                      <a:pt x="3376" y="4275"/>
                    </a:cubicBezTo>
                    <a:cubicBezTo>
                      <a:pt x="3354" y="4394"/>
                      <a:pt x="3240" y="4394"/>
                      <a:pt x="3137" y="4394"/>
                    </a:cubicBezTo>
                    <a:cubicBezTo>
                      <a:pt x="3023" y="4394"/>
                      <a:pt x="2903" y="4389"/>
                      <a:pt x="2789" y="4389"/>
                    </a:cubicBezTo>
                    <a:cubicBezTo>
                      <a:pt x="2691" y="4389"/>
                      <a:pt x="2593" y="4400"/>
                      <a:pt x="2501" y="4421"/>
                    </a:cubicBezTo>
                    <a:cubicBezTo>
                      <a:pt x="2467" y="4425"/>
                      <a:pt x="2433" y="4427"/>
                      <a:pt x="2399" y="4427"/>
                    </a:cubicBezTo>
                    <a:cubicBezTo>
                      <a:pt x="2331" y="4427"/>
                      <a:pt x="2263" y="4421"/>
                      <a:pt x="2195" y="4421"/>
                    </a:cubicBezTo>
                    <a:cubicBezTo>
                      <a:pt x="2161" y="4421"/>
                      <a:pt x="2127" y="4423"/>
                      <a:pt x="2093" y="4427"/>
                    </a:cubicBezTo>
                    <a:cubicBezTo>
                      <a:pt x="2055" y="4431"/>
                      <a:pt x="2016" y="4432"/>
                      <a:pt x="1978" y="4432"/>
                    </a:cubicBezTo>
                    <a:cubicBezTo>
                      <a:pt x="1908" y="4432"/>
                      <a:pt x="1839" y="4426"/>
                      <a:pt x="1773" y="4416"/>
                    </a:cubicBezTo>
                    <a:cubicBezTo>
                      <a:pt x="1759" y="4414"/>
                      <a:pt x="1745" y="4414"/>
                      <a:pt x="1730" y="4414"/>
                    </a:cubicBezTo>
                    <a:cubicBezTo>
                      <a:pt x="1683" y="4414"/>
                      <a:pt x="1631" y="4420"/>
                      <a:pt x="1583" y="4420"/>
                    </a:cubicBezTo>
                    <a:cubicBezTo>
                      <a:pt x="1547" y="4420"/>
                      <a:pt x="1514" y="4417"/>
                      <a:pt x="1485" y="4405"/>
                    </a:cubicBezTo>
                    <a:cubicBezTo>
                      <a:pt x="1381" y="4372"/>
                      <a:pt x="1403" y="4204"/>
                      <a:pt x="1403" y="4117"/>
                    </a:cubicBezTo>
                    <a:cubicBezTo>
                      <a:pt x="1403" y="4008"/>
                      <a:pt x="1387" y="3894"/>
                      <a:pt x="1365" y="3785"/>
                    </a:cubicBezTo>
                    <a:cubicBezTo>
                      <a:pt x="1343" y="3704"/>
                      <a:pt x="1278" y="3562"/>
                      <a:pt x="1322" y="3481"/>
                    </a:cubicBezTo>
                    <a:lnTo>
                      <a:pt x="1322" y="3481"/>
                    </a:lnTo>
                    <a:lnTo>
                      <a:pt x="1322" y="3486"/>
                    </a:lnTo>
                    <a:cubicBezTo>
                      <a:pt x="1365" y="3405"/>
                      <a:pt x="1485" y="3361"/>
                      <a:pt x="1572" y="3350"/>
                    </a:cubicBezTo>
                    <a:cubicBezTo>
                      <a:pt x="1805" y="3318"/>
                      <a:pt x="2034" y="3318"/>
                      <a:pt x="2267" y="3312"/>
                    </a:cubicBezTo>
                    <a:cubicBezTo>
                      <a:pt x="2376" y="3307"/>
                      <a:pt x="2479" y="3285"/>
                      <a:pt x="2588" y="3280"/>
                    </a:cubicBezTo>
                    <a:cubicBezTo>
                      <a:pt x="2595" y="3279"/>
                      <a:pt x="2601" y="3279"/>
                      <a:pt x="2607" y="3279"/>
                    </a:cubicBezTo>
                    <a:cubicBezTo>
                      <a:pt x="2692" y="3279"/>
                      <a:pt x="2777" y="3305"/>
                      <a:pt x="2862" y="3305"/>
                    </a:cubicBezTo>
                    <a:cubicBezTo>
                      <a:pt x="2880" y="3305"/>
                      <a:pt x="2897" y="3304"/>
                      <a:pt x="2914" y="3302"/>
                    </a:cubicBezTo>
                    <a:cubicBezTo>
                      <a:pt x="3001" y="3285"/>
                      <a:pt x="3083" y="3263"/>
                      <a:pt x="3175" y="3258"/>
                    </a:cubicBezTo>
                    <a:cubicBezTo>
                      <a:pt x="3190" y="3258"/>
                      <a:pt x="3231" y="3251"/>
                      <a:pt x="3261" y="3251"/>
                    </a:cubicBezTo>
                    <a:close/>
                    <a:moveTo>
                      <a:pt x="6801" y="3405"/>
                    </a:moveTo>
                    <a:cubicBezTo>
                      <a:pt x="6806" y="3421"/>
                      <a:pt x="6812" y="3437"/>
                      <a:pt x="6817" y="3448"/>
                    </a:cubicBezTo>
                    <a:cubicBezTo>
                      <a:pt x="6828" y="3546"/>
                      <a:pt x="6850" y="3639"/>
                      <a:pt x="6882" y="3726"/>
                    </a:cubicBezTo>
                    <a:cubicBezTo>
                      <a:pt x="6882" y="3731"/>
                      <a:pt x="6882" y="3736"/>
                      <a:pt x="6888" y="3736"/>
                    </a:cubicBezTo>
                    <a:lnTo>
                      <a:pt x="6893" y="3736"/>
                    </a:lnTo>
                    <a:lnTo>
                      <a:pt x="6931" y="3758"/>
                    </a:lnTo>
                    <a:cubicBezTo>
                      <a:pt x="6937" y="3758"/>
                      <a:pt x="6937" y="3753"/>
                      <a:pt x="6937" y="3753"/>
                    </a:cubicBezTo>
                    <a:cubicBezTo>
                      <a:pt x="6944" y="3786"/>
                      <a:pt x="6976" y="3806"/>
                      <a:pt x="7008" y="3806"/>
                    </a:cubicBezTo>
                    <a:cubicBezTo>
                      <a:pt x="7023" y="3806"/>
                      <a:pt x="7038" y="3801"/>
                      <a:pt x="7051" y="3791"/>
                    </a:cubicBezTo>
                    <a:lnTo>
                      <a:pt x="7067" y="3774"/>
                    </a:lnTo>
                    <a:lnTo>
                      <a:pt x="7100" y="3791"/>
                    </a:lnTo>
                    <a:lnTo>
                      <a:pt x="7116" y="3791"/>
                    </a:lnTo>
                    <a:cubicBezTo>
                      <a:pt x="7165" y="3731"/>
                      <a:pt x="7219" y="3677"/>
                      <a:pt x="7274" y="3628"/>
                    </a:cubicBezTo>
                    <a:cubicBezTo>
                      <a:pt x="7282" y="3625"/>
                      <a:pt x="7290" y="3624"/>
                      <a:pt x="7298" y="3624"/>
                    </a:cubicBezTo>
                    <a:cubicBezTo>
                      <a:pt x="7306" y="3624"/>
                      <a:pt x="7314" y="3625"/>
                      <a:pt x="7323" y="3628"/>
                    </a:cubicBezTo>
                    <a:cubicBezTo>
                      <a:pt x="7404" y="3628"/>
                      <a:pt x="7442" y="3633"/>
                      <a:pt x="7480" y="3709"/>
                    </a:cubicBezTo>
                    <a:cubicBezTo>
                      <a:pt x="7507" y="3769"/>
                      <a:pt x="7545" y="3823"/>
                      <a:pt x="7535" y="3889"/>
                    </a:cubicBezTo>
                    <a:cubicBezTo>
                      <a:pt x="7507" y="4003"/>
                      <a:pt x="7486" y="4188"/>
                      <a:pt x="7377" y="4253"/>
                    </a:cubicBezTo>
                    <a:cubicBezTo>
                      <a:pt x="7340" y="4275"/>
                      <a:pt x="7304" y="4285"/>
                      <a:pt x="7272" y="4285"/>
                    </a:cubicBezTo>
                    <a:cubicBezTo>
                      <a:pt x="7187" y="4285"/>
                      <a:pt x="7123" y="4215"/>
                      <a:pt x="7100" y="4117"/>
                    </a:cubicBezTo>
                    <a:cubicBezTo>
                      <a:pt x="7088" y="4066"/>
                      <a:pt x="7053" y="4045"/>
                      <a:pt x="7016" y="4045"/>
                    </a:cubicBezTo>
                    <a:cubicBezTo>
                      <a:pt x="6965" y="4045"/>
                      <a:pt x="6910" y="4085"/>
                      <a:pt x="6904" y="4144"/>
                    </a:cubicBezTo>
                    <a:lnTo>
                      <a:pt x="6899" y="4139"/>
                    </a:lnTo>
                    <a:cubicBezTo>
                      <a:pt x="6899" y="4155"/>
                      <a:pt x="6893" y="4166"/>
                      <a:pt x="6888" y="4182"/>
                    </a:cubicBezTo>
                    <a:cubicBezTo>
                      <a:pt x="6839" y="4323"/>
                      <a:pt x="6795" y="4470"/>
                      <a:pt x="6741" y="4612"/>
                    </a:cubicBezTo>
                    <a:cubicBezTo>
                      <a:pt x="6649" y="4872"/>
                      <a:pt x="6534" y="5123"/>
                      <a:pt x="6393" y="5356"/>
                    </a:cubicBezTo>
                    <a:cubicBezTo>
                      <a:pt x="6252" y="5579"/>
                      <a:pt x="6089" y="5786"/>
                      <a:pt x="5920" y="5981"/>
                    </a:cubicBezTo>
                    <a:cubicBezTo>
                      <a:pt x="5741" y="6177"/>
                      <a:pt x="5513" y="6324"/>
                      <a:pt x="5262" y="6405"/>
                    </a:cubicBezTo>
                    <a:cubicBezTo>
                      <a:pt x="5148" y="6454"/>
                      <a:pt x="5023" y="6481"/>
                      <a:pt x="4898" y="6481"/>
                    </a:cubicBezTo>
                    <a:lnTo>
                      <a:pt x="4703" y="6481"/>
                    </a:lnTo>
                    <a:cubicBezTo>
                      <a:pt x="4637" y="6492"/>
                      <a:pt x="4578" y="6509"/>
                      <a:pt x="4512" y="6514"/>
                    </a:cubicBezTo>
                    <a:cubicBezTo>
                      <a:pt x="4404" y="6520"/>
                      <a:pt x="4296" y="6523"/>
                      <a:pt x="4188" y="6523"/>
                    </a:cubicBezTo>
                    <a:cubicBezTo>
                      <a:pt x="4007" y="6523"/>
                      <a:pt x="3826" y="6515"/>
                      <a:pt x="3643" y="6498"/>
                    </a:cubicBezTo>
                    <a:cubicBezTo>
                      <a:pt x="3354" y="6460"/>
                      <a:pt x="3077" y="6378"/>
                      <a:pt x="2811" y="6264"/>
                    </a:cubicBezTo>
                    <a:cubicBezTo>
                      <a:pt x="2686" y="6215"/>
                      <a:pt x="2566" y="6150"/>
                      <a:pt x="2441" y="6106"/>
                    </a:cubicBezTo>
                    <a:cubicBezTo>
                      <a:pt x="2381" y="6096"/>
                      <a:pt x="2327" y="6068"/>
                      <a:pt x="2273" y="6036"/>
                    </a:cubicBezTo>
                    <a:cubicBezTo>
                      <a:pt x="2208" y="5987"/>
                      <a:pt x="2142" y="5949"/>
                      <a:pt x="2083" y="5905"/>
                    </a:cubicBezTo>
                    <a:cubicBezTo>
                      <a:pt x="1968" y="5802"/>
                      <a:pt x="1860" y="5693"/>
                      <a:pt x="1756" y="5585"/>
                    </a:cubicBezTo>
                    <a:cubicBezTo>
                      <a:pt x="1637" y="5476"/>
                      <a:pt x="1539" y="5351"/>
                      <a:pt x="1463" y="5209"/>
                    </a:cubicBezTo>
                    <a:cubicBezTo>
                      <a:pt x="1430" y="5139"/>
                      <a:pt x="1392" y="5074"/>
                      <a:pt x="1354" y="5008"/>
                    </a:cubicBezTo>
                    <a:cubicBezTo>
                      <a:pt x="1311" y="4949"/>
                      <a:pt x="1273" y="4889"/>
                      <a:pt x="1240" y="4824"/>
                    </a:cubicBezTo>
                    <a:cubicBezTo>
                      <a:pt x="1196" y="4742"/>
                      <a:pt x="1169" y="4644"/>
                      <a:pt x="1093" y="4584"/>
                    </a:cubicBezTo>
                    <a:cubicBezTo>
                      <a:pt x="1088" y="4579"/>
                      <a:pt x="1082" y="4574"/>
                      <a:pt x="1077" y="4574"/>
                    </a:cubicBezTo>
                    <a:cubicBezTo>
                      <a:pt x="1077" y="4574"/>
                      <a:pt x="1077" y="4568"/>
                      <a:pt x="1077" y="4568"/>
                    </a:cubicBezTo>
                    <a:cubicBezTo>
                      <a:pt x="1077" y="4530"/>
                      <a:pt x="1055" y="4497"/>
                      <a:pt x="1023" y="4476"/>
                    </a:cubicBezTo>
                    <a:cubicBezTo>
                      <a:pt x="1006" y="4464"/>
                      <a:pt x="987" y="4459"/>
                      <a:pt x="968" y="4459"/>
                    </a:cubicBezTo>
                    <a:cubicBezTo>
                      <a:pt x="932" y="4459"/>
                      <a:pt x="897" y="4478"/>
                      <a:pt x="876" y="4514"/>
                    </a:cubicBezTo>
                    <a:cubicBezTo>
                      <a:pt x="843" y="4568"/>
                      <a:pt x="849" y="4595"/>
                      <a:pt x="794" y="4639"/>
                    </a:cubicBezTo>
                    <a:cubicBezTo>
                      <a:pt x="713" y="4701"/>
                      <a:pt x="629" y="4759"/>
                      <a:pt x="538" y="4759"/>
                    </a:cubicBezTo>
                    <a:cubicBezTo>
                      <a:pt x="495" y="4759"/>
                      <a:pt x="450" y="4746"/>
                      <a:pt x="403" y="4715"/>
                    </a:cubicBezTo>
                    <a:cubicBezTo>
                      <a:pt x="256" y="4612"/>
                      <a:pt x="256" y="4367"/>
                      <a:pt x="343" y="4231"/>
                    </a:cubicBezTo>
                    <a:cubicBezTo>
                      <a:pt x="392" y="4150"/>
                      <a:pt x="484" y="4095"/>
                      <a:pt x="582" y="4095"/>
                    </a:cubicBezTo>
                    <a:cubicBezTo>
                      <a:pt x="691" y="4095"/>
                      <a:pt x="718" y="4160"/>
                      <a:pt x="756" y="4247"/>
                    </a:cubicBezTo>
                    <a:cubicBezTo>
                      <a:pt x="761" y="4255"/>
                      <a:pt x="767" y="4258"/>
                      <a:pt x="773" y="4258"/>
                    </a:cubicBezTo>
                    <a:cubicBezTo>
                      <a:pt x="780" y="4258"/>
                      <a:pt x="786" y="4253"/>
                      <a:pt x="789" y="4247"/>
                    </a:cubicBezTo>
                    <a:cubicBezTo>
                      <a:pt x="811" y="4198"/>
                      <a:pt x="811" y="4144"/>
                      <a:pt x="789" y="4095"/>
                    </a:cubicBezTo>
                    <a:cubicBezTo>
                      <a:pt x="794" y="4090"/>
                      <a:pt x="800" y="4084"/>
                      <a:pt x="805" y="4084"/>
                    </a:cubicBezTo>
                    <a:cubicBezTo>
                      <a:pt x="816" y="4073"/>
                      <a:pt x="832" y="4063"/>
                      <a:pt x="838" y="4046"/>
                    </a:cubicBezTo>
                    <a:cubicBezTo>
                      <a:pt x="859" y="4030"/>
                      <a:pt x="870" y="4014"/>
                      <a:pt x="881" y="3997"/>
                    </a:cubicBezTo>
                    <a:cubicBezTo>
                      <a:pt x="908" y="3965"/>
                      <a:pt x="908" y="3927"/>
                      <a:pt x="892" y="3899"/>
                    </a:cubicBezTo>
                    <a:cubicBezTo>
                      <a:pt x="936" y="3845"/>
                      <a:pt x="984" y="3802"/>
                      <a:pt x="1023" y="3753"/>
                    </a:cubicBezTo>
                    <a:cubicBezTo>
                      <a:pt x="1055" y="3715"/>
                      <a:pt x="1093" y="3677"/>
                      <a:pt x="1126" y="3633"/>
                    </a:cubicBezTo>
                    <a:cubicBezTo>
                      <a:pt x="1137" y="3720"/>
                      <a:pt x="1169" y="3802"/>
                      <a:pt x="1191" y="3883"/>
                    </a:cubicBezTo>
                    <a:cubicBezTo>
                      <a:pt x="1224" y="4030"/>
                      <a:pt x="1202" y="4171"/>
                      <a:pt x="1224" y="4313"/>
                    </a:cubicBezTo>
                    <a:cubicBezTo>
                      <a:pt x="1235" y="4421"/>
                      <a:pt x="1294" y="4519"/>
                      <a:pt x="1387" y="4574"/>
                    </a:cubicBezTo>
                    <a:cubicBezTo>
                      <a:pt x="1436" y="4599"/>
                      <a:pt x="1490" y="4606"/>
                      <a:pt x="1546" y="4606"/>
                    </a:cubicBezTo>
                    <a:cubicBezTo>
                      <a:pt x="1603" y="4606"/>
                      <a:pt x="1662" y="4599"/>
                      <a:pt x="1717" y="4599"/>
                    </a:cubicBezTo>
                    <a:cubicBezTo>
                      <a:pt x="1732" y="4599"/>
                      <a:pt x="1747" y="4599"/>
                      <a:pt x="1762" y="4601"/>
                    </a:cubicBezTo>
                    <a:cubicBezTo>
                      <a:pt x="1822" y="4606"/>
                      <a:pt x="1881" y="4617"/>
                      <a:pt x="1941" y="4617"/>
                    </a:cubicBezTo>
                    <a:cubicBezTo>
                      <a:pt x="2017" y="4612"/>
                      <a:pt x="2093" y="4601"/>
                      <a:pt x="2175" y="4590"/>
                    </a:cubicBezTo>
                    <a:cubicBezTo>
                      <a:pt x="2316" y="4584"/>
                      <a:pt x="2463" y="4574"/>
                      <a:pt x="2604" y="4557"/>
                    </a:cubicBezTo>
                    <a:cubicBezTo>
                      <a:pt x="2669" y="4542"/>
                      <a:pt x="2735" y="4537"/>
                      <a:pt x="2802" y="4537"/>
                    </a:cubicBezTo>
                    <a:cubicBezTo>
                      <a:pt x="2904" y="4537"/>
                      <a:pt x="3006" y="4548"/>
                      <a:pt x="3104" y="4552"/>
                    </a:cubicBezTo>
                    <a:cubicBezTo>
                      <a:pt x="3129" y="4553"/>
                      <a:pt x="3154" y="4554"/>
                      <a:pt x="3179" y="4554"/>
                    </a:cubicBezTo>
                    <a:cubicBezTo>
                      <a:pt x="3283" y="4554"/>
                      <a:pt x="3389" y="4539"/>
                      <a:pt x="3463" y="4465"/>
                    </a:cubicBezTo>
                    <a:cubicBezTo>
                      <a:pt x="3545" y="4383"/>
                      <a:pt x="3545" y="4264"/>
                      <a:pt x="3539" y="4155"/>
                    </a:cubicBezTo>
                    <a:cubicBezTo>
                      <a:pt x="3539" y="4073"/>
                      <a:pt x="3550" y="3986"/>
                      <a:pt x="3539" y="3905"/>
                    </a:cubicBezTo>
                    <a:cubicBezTo>
                      <a:pt x="3539" y="3872"/>
                      <a:pt x="3528" y="3845"/>
                      <a:pt x="3512" y="3818"/>
                    </a:cubicBezTo>
                    <a:cubicBezTo>
                      <a:pt x="3512" y="3769"/>
                      <a:pt x="3512" y="3720"/>
                      <a:pt x="3507" y="3671"/>
                    </a:cubicBezTo>
                    <a:cubicBezTo>
                      <a:pt x="3539" y="3649"/>
                      <a:pt x="3572" y="3628"/>
                      <a:pt x="3610" y="3611"/>
                    </a:cubicBezTo>
                    <a:cubicBezTo>
                      <a:pt x="3686" y="3579"/>
                      <a:pt x="3773" y="3562"/>
                      <a:pt x="3860" y="3562"/>
                    </a:cubicBezTo>
                    <a:cubicBezTo>
                      <a:pt x="3880" y="3561"/>
                      <a:pt x="3899" y="3561"/>
                      <a:pt x="3919" y="3561"/>
                    </a:cubicBezTo>
                    <a:cubicBezTo>
                      <a:pt x="3989" y="3561"/>
                      <a:pt x="4060" y="3569"/>
                      <a:pt x="4132" y="3590"/>
                    </a:cubicBezTo>
                    <a:cubicBezTo>
                      <a:pt x="4208" y="3617"/>
                      <a:pt x="4295" y="3633"/>
                      <a:pt x="4382" y="3633"/>
                    </a:cubicBezTo>
                    <a:cubicBezTo>
                      <a:pt x="4393" y="3633"/>
                      <a:pt x="4409" y="3628"/>
                      <a:pt x="4420" y="3622"/>
                    </a:cubicBezTo>
                    <a:cubicBezTo>
                      <a:pt x="4425" y="3622"/>
                      <a:pt x="4436" y="3617"/>
                      <a:pt x="4442" y="3617"/>
                    </a:cubicBezTo>
                    <a:cubicBezTo>
                      <a:pt x="4442" y="3649"/>
                      <a:pt x="4447" y="3682"/>
                      <a:pt x="4463" y="3715"/>
                    </a:cubicBezTo>
                    <a:cubicBezTo>
                      <a:pt x="4474" y="3769"/>
                      <a:pt x="4474" y="3823"/>
                      <a:pt x="4469" y="3878"/>
                    </a:cubicBezTo>
                    <a:cubicBezTo>
                      <a:pt x="4474" y="3970"/>
                      <a:pt x="4491" y="4063"/>
                      <a:pt x="4523" y="4150"/>
                    </a:cubicBezTo>
                    <a:cubicBezTo>
                      <a:pt x="4561" y="4285"/>
                      <a:pt x="4670" y="4389"/>
                      <a:pt x="4811" y="4421"/>
                    </a:cubicBezTo>
                    <a:cubicBezTo>
                      <a:pt x="5029" y="4465"/>
                      <a:pt x="5241" y="4454"/>
                      <a:pt x="5458" y="4465"/>
                    </a:cubicBezTo>
                    <a:cubicBezTo>
                      <a:pt x="5649" y="4470"/>
                      <a:pt x="5830" y="4498"/>
                      <a:pt x="6024" y="4498"/>
                    </a:cubicBezTo>
                    <a:cubicBezTo>
                      <a:pt x="6040" y="4498"/>
                      <a:pt x="6056" y="4498"/>
                      <a:pt x="6072" y="4497"/>
                    </a:cubicBezTo>
                    <a:cubicBezTo>
                      <a:pt x="6165" y="4497"/>
                      <a:pt x="6257" y="4476"/>
                      <a:pt x="6355" y="4465"/>
                    </a:cubicBezTo>
                    <a:cubicBezTo>
                      <a:pt x="6420" y="4465"/>
                      <a:pt x="6480" y="4438"/>
                      <a:pt x="6529" y="4400"/>
                    </a:cubicBezTo>
                    <a:cubicBezTo>
                      <a:pt x="6616" y="4313"/>
                      <a:pt x="6676" y="4198"/>
                      <a:pt x="6692" y="4073"/>
                    </a:cubicBezTo>
                    <a:cubicBezTo>
                      <a:pt x="6736" y="3916"/>
                      <a:pt x="6768" y="3747"/>
                      <a:pt x="6790" y="3584"/>
                    </a:cubicBezTo>
                    <a:cubicBezTo>
                      <a:pt x="6795" y="3524"/>
                      <a:pt x="6795" y="3465"/>
                      <a:pt x="6801" y="3405"/>
                    </a:cubicBezTo>
                    <a:close/>
                    <a:moveTo>
                      <a:pt x="6187" y="5987"/>
                    </a:moveTo>
                    <a:cubicBezTo>
                      <a:pt x="6221" y="6021"/>
                      <a:pt x="6264" y="6042"/>
                      <a:pt x="6311" y="6042"/>
                    </a:cubicBezTo>
                    <a:cubicBezTo>
                      <a:pt x="6317" y="6042"/>
                      <a:pt x="6322" y="6042"/>
                      <a:pt x="6328" y="6041"/>
                    </a:cubicBezTo>
                    <a:lnTo>
                      <a:pt x="6322" y="6030"/>
                    </a:lnTo>
                    <a:cubicBezTo>
                      <a:pt x="6377" y="6019"/>
                      <a:pt x="6426" y="6014"/>
                      <a:pt x="6480" y="6009"/>
                    </a:cubicBezTo>
                    <a:cubicBezTo>
                      <a:pt x="6540" y="6014"/>
                      <a:pt x="6600" y="6025"/>
                      <a:pt x="6659" y="6036"/>
                    </a:cubicBezTo>
                    <a:cubicBezTo>
                      <a:pt x="6696" y="6039"/>
                      <a:pt x="6732" y="6041"/>
                      <a:pt x="6768" y="6041"/>
                    </a:cubicBezTo>
                    <a:cubicBezTo>
                      <a:pt x="6841" y="6041"/>
                      <a:pt x="6913" y="6034"/>
                      <a:pt x="6986" y="6019"/>
                    </a:cubicBezTo>
                    <a:cubicBezTo>
                      <a:pt x="6998" y="6019"/>
                      <a:pt x="7010" y="6019"/>
                      <a:pt x="7020" y="6019"/>
                    </a:cubicBezTo>
                    <a:cubicBezTo>
                      <a:pt x="7048" y="6019"/>
                      <a:pt x="7071" y="6022"/>
                      <a:pt x="7094" y="6041"/>
                    </a:cubicBezTo>
                    <a:cubicBezTo>
                      <a:pt x="7127" y="6063"/>
                      <a:pt x="7149" y="6106"/>
                      <a:pt x="7181" y="6134"/>
                    </a:cubicBezTo>
                    <a:cubicBezTo>
                      <a:pt x="7189" y="6142"/>
                      <a:pt x="7194" y="6147"/>
                      <a:pt x="7196" y="6147"/>
                    </a:cubicBezTo>
                    <a:cubicBezTo>
                      <a:pt x="7197" y="6147"/>
                      <a:pt x="7198" y="6146"/>
                      <a:pt x="7198" y="6144"/>
                    </a:cubicBezTo>
                    <a:lnTo>
                      <a:pt x="7198" y="6144"/>
                    </a:lnTo>
                    <a:cubicBezTo>
                      <a:pt x="7198" y="6161"/>
                      <a:pt x="7192" y="6188"/>
                      <a:pt x="7192" y="6210"/>
                    </a:cubicBezTo>
                    <a:cubicBezTo>
                      <a:pt x="7198" y="6264"/>
                      <a:pt x="7225" y="6308"/>
                      <a:pt x="7225" y="6356"/>
                    </a:cubicBezTo>
                    <a:cubicBezTo>
                      <a:pt x="7230" y="6411"/>
                      <a:pt x="7214" y="6454"/>
                      <a:pt x="7225" y="6503"/>
                    </a:cubicBezTo>
                    <a:cubicBezTo>
                      <a:pt x="7236" y="6558"/>
                      <a:pt x="7241" y="6530"/>
                      <a:pt x="7225" y="6590"/>
                    </a:cubicBezTo>
                    <a:cubicBezTo>
                      <a:pt x="7203" y="6704"/>
                      <a:pt x="7198" y="6818"/>
                      <a:pt x="7208" y="6933"/>
                    </a:cubicBezTo>
                    <a:cubicBezTo>
                      <a:pt x="7208" y="7003"/>
                      <a:pt x="7187" y="7079"/>
                      <a:pt x="7181" y="7156"/>
                    </a:cubicBezTo>
                    <a:cubicBezTo>
                      <a:pt x="7105" y="7090"/>
                      <a:pt x="7029" y="7025"/>
                      <a:pt x="6953" y="6960"/>
                    </a:cubicBezTo>
                    <a:cubicBezTo>
                      <a:pt x="6910" y="6922"/>
                      <a:pt x="6861" y="6889"/>
                      <a:pt x="6812" y="6862"/>
                    </a:cubicBezTo>
                    <a:cubicBezTo>
                      <a:pt x="6877" y="6742"/>
                      <a:pt x="6904" y="6617"/>
                      <a:pt x="6790" y="6487"/>
                    </a:cubicBezTo>
                    <a:cubicBezTo>
                      <a:pt x="6714" y="6416"/>
                      <a:pt x="6621" y="6367"/>
                      <a:pt x="6524" y="6346"/>
                    </a:cubicBezTo>
                    <a:cubicBezTo>
                      <a:pt x="6479" y="6327"/>
                      <a:pt x="6432" y="6319"/>
                      <a:pt x="6384" y="6319"/>
                    </a:cubicBezTo>
                    <a:cubicBezTo>
                      <a:pt x="6362" y="6319"/>
                      <a:pt x="6339" y="6320"/>
                      <a:pt x="6317" y="6324"/>
                    </a:cubicBezTo>
                    <a:cubicBezTo>
                      <a:pt x="6312" y="6321"/>
                      <a:pt x="6306" y="6320"/>
                      <a:pt x="6301" y="6320"/>
                    </a:cubicBezTo>
                    <a:cubicBezTo>
                      <a:pt x="6295" y="6320"/>
                      <a:pt x="6290" y="6321"/>
                      <a:pt x="6284" y="6324"/>
                    </a:cubicBezTo>
                    <a:cubicBezTo>
                      <a:pt x="6219" y="6340"/>
                      <a:pt x="6159" y="6373"/>
                      <a:pt x="6110" y="6427"/>
                    </a:cubicBezTo>
                    <a:cubicBezTo>
                      <a:pt x="6089" y="6411"/>
                      <a:pt x="6062" y="6405"/>
                      <a:pt x="6045" y="6394"/>
                    </a:cubicBezTo>
                    <a:cubicBezTo>
                      <a:pt x="6013" y="6373"/>
                      <a:pt x="5980" y="6356"/>
                      <a:pt x="5942" y="6346"/>
                    </a:cubicBezTo>
                    <a:cubicBezTo>
                      <a:pt x="5926" y="6340"/>
                      <a:pt x="5904" y="6340"/>
                      <a:pt x="5882" y="6335"/>
                    </a:cubicBezTo>
                    <a:cubicBezTo>
                      <a:pt x="5882" y="6329"/>
                      <a:pt x="5882" y="6324"/>
                      <a:pt x="5882" y="6318"/>
                    </a:cubicBezTo>
                    <a:cubicBezTo>
                      <a:pt x="5996" y="6221"/>
                      <a:pt x="6094" y="6106"/>
                      <a:pt x="6187" y="5987"/>
                    </a:cubicBezTo>
                    <a:close/>
                    <a:moveTo>
                      <a:pt x="5691" y="6447"/>
                    </a:moveTo>
                    <a:cubicBezTo>
                      <a:pt x="5674" y="6495"/>
                      <a:pt x="5653" y="6548"/>
                      <a:pt x="5627" y="6596"/>
                    </a:cubicBezTo>
                    <a:cubicBezTo>
                      <a:pt x="5567" y="6699"/>
                      <a:pt x="5496" y="6797"/>
                      <a:pt x="5442" y="6900"/>
                    </a:cubicBezTo>
                    <a:cubicBezTo>
                      <a:pt x="5317" y="7112"/>
                      <a:pt x="5159" y="7281"/>
                      <a:pt x="4915" y="7346"/>
                    </a:cubicBezTo>
                    <a:cubicBezTo>
                      <a:pt x="4877" y="7351"/>
                      <a:pt x="4839" y="7354"/>
                      <a:pt x="4800" y="7354"/>
                    </a:cubicBezTo>
                    <a:cubicBezTo>
                      <a:pt x="4728" y="7354"/>
                      <a:pt x="4654" y="7343"/>
                      <a:pt x="4583" y="7319"/>
                    </a:cubicBezTo>
                    <a:cubicBezTo>
                      <a:pt x="4496" y="7286"/>
                      <a:pt x="4420" y="7232"/>
                      <a:pt x="4355" y="7161"/>
                    </a:cubicBezTo>
                    <a:cubicBezTo>
                      <a:pt x="4284" y="7090"/>
                      <a:pt x="4268" y="6976"/>
                      <a:pt x="4208" y="6895"/>
                    </a:cubicBezTo>
                    <a:cubicBezTo>
                      <a:pt x="4170" y="6846"/>
                      <a:pt x="4175" y="6802"/>
                      <a:pt x="4164" y="6748"/>
                    </a:cubicBezTo>
                    <a:lnTo>
                      <a:pt x="4164" y="6737"/>
                    </a:lnTo>
                    <a:lnTo>
                      <a:pt x="4300" y="6737"/>
                    </a:lnTo>
                    <a:cubicBezTo>
                      <a:pt x="4431" y="6737"/>
                      <a:pt x="4567" y="6726"/>
                      <a:pt x="4703" y="6704"/>
                    </a:cubicBezTo>
                    <a:cubicBezTo>
                      <a:pt x="4849" y="6683"/>
                      <a:pt x="4996" y="6704"/>
                      <a:pt x="5143" y="6666"/>
                    </a:cubicBezTo>
                    <a:cubicBezTo>
                      <a:pt x="5336" y="6623"/>
                      <a:pt x="5519" y="6549"/>
                      <a:pt x="5691" y="6447"/>
                    </a:cubicBezTo>
                    <a:close/>
                    <a:moveTo>
                      <a:pt x="2295" y="6291"/>
                    </a:moveTo>
                    <a:lnTo>
                      <a:pt x="2316" y="6302"/>
                    </a:lnTo>
                    <a:cubicBezTo>
                      <a:pt x="2392" y="6324"/>
                      <a:pt x="2468" y="6356"/>
                      <a:pt x="2539" y="6389"/>
                    </a:cubicBezTo>
                    <a:cubicBezTo>
                      <a:pt x="2822" y="6514"/>
                      <a:pt x="3121" y="6612"/>
                      <a:pt x="3420" y="6683"/>
                    </a:cubicBezTo>
                    <a:cubicBezTo>
                      <a:pt x="3610" y="6721"/>
                      <a:pt x="3800" y="6737"/>
                      <a:pt x="3996" y="6737"/>
                    </a:cubicBezTo>
                    <a:cubicBezTo>
                      <a:pt x="3974" y="6764"/>
                      <a:pt x="3947" y="6791"/>
                      <a:pt x="3931" y="6808"/>
                    </a:cubicBezTo>
                    <a:cubicBezTo>
                      <a:pt x="3904" y="6840"/>
                      <a:pt x="3882" y="6878"/>
                      <a:pt x="3860" y="6911"/>
                    </a:cubicBezTo>
                    <a:cubicBezTo>
                      <a:pt x="3795" y="7009"/>
                      <a:pt x="3751" y="7156"/>
                      <a:pt x="3659" y="7232"/>
                    </a:cubicBezTo>
                    <a:cubicBezTo>
                      <a:pt x="3576" y="7291"/>
                      <a:pt x="3463" y="7359"/>
                      <a:pt x="3348" y="7359"/>
                    </a:cubicBezTo>
                    <a:cubicBezTo>
                      <a:pt x="3326" y="7359"/>
                      <a:pt x="3305" y="7356"/>
                      <a:pt x="3284" y="7351"/>
                    </a:cubicBezTo>
                    <a:cubicBezTo>
                      <a:pt x="3229" y="7340"/>
                      <a:pt x="3175" y="7329"/>
                      <a:pt x="3121" y="7324"/>
                    </a:cubicBezTo>
                    <a:cubicBezTo>
                      <a:pt x="3056" y="7308"/>
                      <a:pt x="2996" y="7270"/>
                      <a:pt x="2958" y="7221"/>
                    </a:cubicBezTo>
                    <a:cubicBezTo>
                      <a:pt x="2860" y="7128"/>
                      <a:pt x="2778" y="7020"/>
                      <a:pt x="2708" y="6900"/>
                    </a:cubicBezTo>
                    <a:cubicBezTo>
                      <a:pt x="2680" y="6846"/>
                      <a:pt x="2648" y="6791"/>
                      <a:pt x="2610" y="6737"/>
                    </a:cubicBezTo>
                    <a:cubicBezTo>
                      <a:pt x="2577" y="6693"/>
                      <a:pt x="2534" y="6655"/>
                      <a:pt x="2496" y="6612"/>
                    </a:cubicBezTo>
                    <a:cubicBezTo>
                      <a:pt x="2420" y="6514"/>
                      <a:pt x="2349" y="6405"/>
                      <a:pt x="2295" y="6291"/>
                    </a:cubicBezTo>
                    <a:close/>
                    <a:moveTo>
                      <a:pt x="6708" y="7003"/>
                    </a:moveTo>
                    <a:cubicBezTo>
                      <a:pt x="6861" y="7161"/>
                      <a:pt x="7029" y="7297"/>
                      <a:pt x="7187" y="7460"/>
                    </a:cubicBezTo>
                    <a:cubicBezTo>
                      <a:pt x="7393" y="7661"/>
                      <a:pt x="7578" y="7987"/>
                      <a:pt x="7578" y="8281"/>
                    </a:cubicBezTo>
                    <a:cubicBezTo>
                      <a:pt x="7578" y="8427"/>
                      <a:pt x="7632" y="8574"/>
                      <a:pt x="7611" y="8721"/>
                    </a:cubicBezTo>
                    <a:lnTo>
                      <a:pt x="7611" y="8726"/>
                    </a:lnTo>
                    <a:cubicBezTo>
                      <a:pt x="7605" y="8770"/>
                      <a:pt x="7594" y="8824"/>
                      <a:pt x="7545" y="8841"/>
                    </a:cubicBezTo>
                    <a:cubicBezTo>
                      <a:pt x="7532" y="8842"/>
                      <a:pt x="7518" y="8843"/>
                      <a:pt x="7505" y="8843"/>
                    </a:cubicBezTo>
                    <a:cubicBezTo>
                      <a:pt x="7464" y="8843"/>
                      <a:pt x="7423" y="8837"/>
                      <a:pt x="7382" y="8824"/>
                    </a:cubicBezTo>
                    <a:cubicBezTo>
                      <a:pt x="7290" y="8815"/>
                      <a:pt x="7195" y="8811"/>
                      <a:pt x="7101" y="8811"/>
                    </a:cubicBezTo>
                    <a:cubicBezTo>
                      <a:pt x="7024" y="8811"/>
                      <a:pt x="6947" y="8814"/>
                      <a:pt x="6871" y="8819"/>
                    </a:cubicBezTo>
                    <a:cubicBezTo>
                      <a:pt x="6774" y="8819"/>
                      <a:pt x="6673" y="8816"/>
                      <a:pt x="6574" y="8816"/>
                    </a:cubicBezTo>
                    <a:cubicBezTo>
                      <a:pt x="6524" y="8816"/>
                      <a:pt x="6475" y="8817"/>
                      <a:pt x="6426" y="8819"/>
                    </a:cubicBezTo>
                    <a:lnTo>
                      <a:pt x="6426" y="8726"/>
                    </a:lnTo>
                    <a:cubicBezTo>
                      <a:pt x="6426" y="8444"/>
                      <a:pt x="6393" y="8156"/>
                      <a:pt x="6437" y="7873"/>
                    </a:cubicBezTo>
                    <a:cubicBezTo>
                      <a:pt x="6453" y="7737"/>
                      <a:pt x="6437" y="7601"/>
                      <a:pt x="6464" y="7471"/>
                    </a:cubicBezTo>
                    <a:cubicBezTo>
                      <a:pt x="6507" y="7346"/>
                      <a:pt x="6562" y="7226"/>
                      <a:pt x="6632" y="7117"/>
                    </a:cubicBezTo>
                    <a:cubicBezTo>
                      <a:pt x="6654" y="7079"/>
                      <a:pt x="6681" y="7041"/>
                      <a:pt x="6708" y="7003"/>
                    </a:cubicBezTo>
                    <a:close/>
                    <a:moveTo>
                      <a:pt x="6378" y="6490"/>
                    </a:moveTo>
                    <a:cubicBezTo>
                      <a:pt x="6386" y="6490"/>
                      <a:pt x="6395" y="6491"/>
                      <a:pt x="6404" y="6492"/>
                    </a:cubicBezTo>
                    <a:cubicBezTo>
                      <a:pt x="6486" y="6509"/>
                      <a:pt x="6567" y="6541"/>
                      <a:pt x="6632" y="6596"/>
                    </a:cubicBezTo>
                    <a:cubicBezTo>
                      <a:pt x="6708" y="6661"/>
                      <a:pt x="6676" y="6753"/>
                      <a:pt x="6627" y="6824"/>
                    </a:cubicBezTo>
                    <a:cubicBezTo>
                      <a:pt x="6611" y="6824"/>
                      <a:pt x="6600" y="6829"/>
                      <a:pt x="6589" y="6835"/>
                    </a:cubicBezTo>
                    <a:cubicBezTo>
                      <a:pt x="6578" y="6840"/>
                      <a:pt x="6578" y="6857"/>
                      <a:pt x="6583" y="6867"/>
                    </a:cubicBezTo>
                    <a:lnTo>
                      <a:pt x="6589" y="6873"/>
                    </a:lnTo>
                    <a:cubicBezTo>
                      <a:pt x="6540" y="6944"/>
                      <a:pt x="6491" y="7020"/>
                      <a:pt x="6447" y="7096"/>
                    </a:cubicBezTo>
                    <a:cubicBezTo>
                      <a:pt x="6355" y="7281"/>
                      <a:pt x="6274" y="7444"/>
                      <a:pt x="6279" y="7650"/>
                    </a:cubicBezTo>
                    <a:cubicBezTo>
                      <a:pt x="6279" y="7748"/>
                      <a:pt x="6268" y="7840"/>
                      <a:pt x="6257" y="7933"/>
                    </a:cubicBezTo>
                    <a:cubicBezTo>
                      <a:pt x="6246" y="8052"/>
                      <a:pt x="6241" y="8167"/>
                      <a:pt x="6241" y="8286"/>
                    </a:cubicBezTo>
                    <a:lnTo>
                      <a:pt x="6241" y="8601"/>
                    </a:lnTo>
                    <a:lnTo>
                      <a:pt x="6241" y="8770"/>
                    </a:lnTo>
                    <a:cubicBezTo>
                      <a:pt x="6246" y="8797"/>
                      <a:pt x="6246" y="8824"/>
                      <a:pt x="6241" y="8846"/>
                    </a:cubicBezTo>
                    <a:cubicBezTo>
                      <a:pt x="6230" y="8857"/>
                      <a:pt x="6219" y="8868"/>
                      <a:pt x="6208" y="8884"/>
                    </a:cubicBezTo>
                    <a:cubicBezTo>
                      <a:pt x="6192" y="8886"/>
                      <a:pt x="6176" y="8886"/>
                      <a:pt x="6160" y="8886"/>
                    </a:cubicBezTo>
                    <a:cubicBezTo>
                      <a:pt x="6116" y="8886"/>
                      <a:pt x="6073" y="8881"/>
                      <a:pt x="6029" y="8873"/>
                    </a:cubicBezTo>
                    <a:cubicBezTo>
                      <a:pt x="5958" y="8873"/>
                      <a:pt x="5833" y="8873"/>
                      <a:pt x="5779" y="8813"/>
                    </a:cubicBezTo>
                    <a:cubicBezTo>
                      <a:pt x="5725" y="8754"/>
                      <a:pt x="5719" y="8650"/>
                      <a:pt x="5703" y="8585"/>
                    </a:cubicBezTo>
                    <a:cubicBezTo>
                      <a:pt x="5681" y="8476"/>
                      <a:pt x="5676" y="8368"/>
                      <a:pt x="5681" y="8259"/>
                    </a:cubicBezTo>
                    <a:cubicBezTo>
                      <a:pt x="5681" y="8156"/>
                      <a:pt x="5676" y="8052"/>
                      <a:pt x="5676" y="7955"/>
                    </a:cubicBezTo>
                    <a:cubicBezTo>
                      <a:pt x="5692" y="7846"/>
                      <a:pt x="5714" y="7737"/>
                      <a:pt x="5752" y="7634"/>
                    </a:cubicBezTo>
                    <a:cubicBezTo>
                      <a:pt x="5811" y="7395"/>
                      <a:pt x="5850" y="7156"/>
                      <a:pt x="5953" y="6927"/>
                    </a:cubicBezTo>
                    <a:cubicBezTo>
                      <a:pt x="6007" y="6802"/>
                      <a:pt x="6072" y="6683"/>
                      <a:pt x="6143" y="6568"/>
                    </a:cubicBezTo>
                    <a:cubicBezTo>
                      <a:pt x="6165" y="6563"/>
                      <a:pt x="6181" y="6541"/>
                      <a:pt x="6181" y="6520"/>
                    </a:cubicBezTo>
                    <a:lnTo>
                      <a:pt x="6203" y="6492"/>
                    </a:lnTo>
                    <a:cubicBezTo>
                      <a:pt x="6225" y="6503"/>
                      <a:pt x="6246" y="6509"/>
                      <a:pt x="6268" y="6509"/>
                    </a:cubicBezTo>
                    <a:cubicBezTo>
                      <a:pt x="6309" y="6509"/>
                      <a:pt x="6338" y="6490"/>
                      <a:pt x="6378" y="6490"/>
                    </a:cubicBezTo>
                    <a:close/>
                    <a:moveTo>
                      <a:pt x="5855" y="6498"/>
                    </a:moveTo>
                    <a:cubicBezTo>
                      <a:pt x="5877" y="6509"/>
                      <a:pt x="5904" y="6525"/>
                      <a:pt x="5926" y="6541"/>
                    </a:cubicBezTo>
                    <a:cubicBezTo>
                      <a:pt x="5947" y="6558"/>
                      <a:pt x="5964" y="6568"/>
                      <a:pt x="5991" y="6574"/>
                    </a:cubicBezTo>
                    <a:cubicBezTo>
                      <a:pt x="5947" y="6645"/>
                      <a:pt x="5909" y="6715"/>
                      <a:pt x="5882" y="6775"/>
                    </a:cubicBezTo>
                    <a:cubicBezTo>
                      <a:pt x="5768" y="7014"/>
                      <a:pt x="5681" y="7264"/>
                      <a:pt x="5627" y="7520"/>
                    </a:cubicBezTo>
                    <a:cubicBezTo>
                      <a:pt x="5599" y="7634"/>
                      <a:pt x="5551" y="7753"/>
                      <a:pt x="5534" y="7868"/>
                    </a:cubicBezTo>
                    <a:cubicBezTo>
                      <a:pt x="5523" y="7998"/>
                      <a:pt x="5518" y="8129"/>
                      <a:pt x="5529" y="8259"/>
                    </a:cubicBezTo>
                    <a:cubicBezTo>
                      <a:pt x="5518" y="8379"/>
                      <a:pt x="5523" y="8504"/>
                      <a:pt x="5545" y="8629"/>
                    </a:cubicBezTo>
                    <a:cubicBezTo>
                      <a:pt x="5561" y="8705"/>
                      <a:pt x="5578" y="8781"/>
                      <a:pt x="5605" y="8851"/>
                    </a:cubicBezTo>
                    <a:cubicBezTo>
                      <a:pt x="5561" y="8851"/>
                      <a:pt x="5518" y="8847"/>
                      <a:pt x="5476" y="8847"/>
                    </a:cubicBezTo>
                    <a:cubicBezTo>
                      <a:pt x="5455" y="8847"/>
                      <a:pt x="5435" y="8848"/>
                      <a:pt x="5415" y="8851"/>
                    </a:cubicBezTo>
                    <a:cubicBezTo>
                      <a:pt x="5349" y="8857"/>
                      <a:pt x="5273" y="8879"/>
                      <a:pt x="5197" y="8884"/>
                    </a:cubicBezTo>
                    <a:cubicBezTo>
                      <a:pt x="5174" y="8886"/>
                      <a:pt x="5148" y="8887"/>
                      <a:pt x="5121" y="8887"/>
                    </a:cubicBezTo>
                    <a:cubicBezTo>
                      <a:pt x="5066" y="8887"/>
                      <a:pt x="5007" y="8884"/>
                      <a:pt x="4953" y="8884"/>
                    </a:cubicBezTo>
                    <a:cubicBezTo>
                      <a:pt x="4919" y="8886"/>
                      <a:pt x="4885" y="8888"/>
                      <a:pt x="4851" y="8888"/>
                    </a:cubicBezTo>
                    <a:cubicBezTo>
                      <a:pt x="4804" y="8888"/>
                      <a:pt x="4756" y="8885"/>
                      <a:pt x="4708" y="8879"/>
                    </a:cubicBezTo>
                    <a:cubicBezTo>
                      <a:pt x="4643" y="8862"/>
                      <a:pt x="4578" y="8851"/>
                      <a:pt x="4507" y="8846"/>
                    </a:cubicBezTo>
                    <a:cubicBezTo>
                      <a:pt x="4436" y="8846"/>
                      <a:pt x="4366" y="8873"/>
                      <a:pt x="4295" y="8879"/>
                    </a:cubicBezTo>
                    <a:cubicBezTo>
                      <a:pt x="4265" y="8881"/>
                      <a:pt x="4235" y="8883"/>
                      <a:pt x="4205" y="8883"/>
                    </a:cubicBezTo>
                    <a:cubicBezTo>
                      <a:pt x="4175" y="8883"/>
                      <a:pt x="4145" y="8881"/>
                      <a:pt x="4116" y="8879"/>
                    </a:cubicBezTo>
                    <a:cubicBezTo>
                      <a:pt x="4105" y="8846"/>
                      <a:pt x="4099" y="8813"/>
                      <a:pt x="4094" y="8781"/>
                    </a:cubicBezTo>
                    <a:cubicBezTo>
                      <a:pt x="4094" y="8694"/>
                      <a:pt x="4094" y="8601"/>
                      <a:pt x="4094" y="8514"/>
                    </a:cubicBezTo>
                    <a:cubicBezTo>
                      <a:pt x="4094" y="8308"/>
                      <a:pt x="4116" y="8101"/>
                      <a:pt x="4116" y="7889"/>
                    </a:cubicBezTo>
                    <a:cubicBezTo>
                      <a:pt x="4116" y="7786"/>
                      <a:pt x="4110" y="7688"/>
                      <a:pt x="4110" y="7585"/>
                    </a:cubicBezTo>
                    <a:cubicBezTo>
                      <a:pt x="4110" y="7493"/>
                      <a:pt x="4121" y="7395"/>
                      <a:pt x="4132" y="7302"/>
                    </a:cubicBezTo>
                    <a:cubicBezTo>
                      <a:pt x="4137" y="7226"/>
                      <a:pt x="4132" y="7150"/>
                      <a:pt x="4110" y="7074"/>
                    </a:cubicBezTo>
                    <a:lnTo>
                      <a:pt x="4110" y="7074"/>
                    </a:lnTo>
                    <a:cubicBezTo>
                      <a:pt x="4126" y="7123"/>
                      <a:pt x="4143" y="7172"/>
                      <a:pt x="4170" y="7221"/>
                    </a:cubicBezTo>
                    <a:cubicBezTo>
                      <a:pt x="4306" y="7449"/>
                      <a:pt x="4583" y="7536"/>
                      <a:pt x="4833" y="7547"/>
                    </a:cubicBezTo>
                    <a:cubicBezTo>
                      <a:pt x="4839" y="7547"/>
                      <a:pt x="4844" y="7547"/>
                      <a:pt x="4850" y="7547"/>
                    </a:cubicBezTo>
                    <a:cubicBezTo>
                      <a:pt x="5111" y="7547"/>
                      <a:pt x="5385" y="7303"/>
                      <a:pt x="5518" y="7101"/>
                    </a:cubicBezTo>
                    <a:cubicBezTo>
                      <a:pt x="5599" y="6971"/>
                      <a:pt x="5676" y="6840"/>
                      <a:pt x="5752" y="6710"/>
                    </a:cubicBezTo>
                    <a:cubicBezTo>
                      <a:pt x="5795" y="6639"/>
                      <a:pt x="5828" y="6568"/>
                      <a:pt x="5855" y="6498"/>
                    </a:cubicBezTo>
                    <a:close/>
                    <a:moveTo>
                      <a:pt x="3958" y="7030"/>
                    </a:moveTo>
                    <a:lnTo>
                      <a:pt x="3963" y="7090"/>
                    </a:lnTo>
                    <a:cubicBezTo>
                      <a:pt x="3974" y="7183"/>
                      <a:pt x="3969" y="7281"/>
                      <a:pt x="3947" y="7373"/>
                    </a:cubicBezTo>
                    <a:lnTo>
                      <a:pt x="3952" y="7373"/>
                    </a:lnTo>
                    <a:cubicBezTo>
                      <a:pt x="3914" y="7558"/>
                      <a:pt x="3931" y="7743"/>
                      <a:pt x="3914" y="7933"/>
                    </a:cubicBezTo>
                    <a:cubicBezTo>
                      <a:pt x="3904" y="8118"/>
                      <a:pt x="3876" y="8319"/>
                      <a:pt x="3876" y="8514"/>
                    </a:cubicBezTo>
                    <a:cubicBezTo>
                      <a:pt x="3876" y="8607"/>
                      <a:pt x="3871" y="8694"/>
                      <a:pt x="3865" y="8781"/>
                    </a:cubicBezTo>
                    <a:cubicBezTo>
                      <a:pt x="3865" y="8813"/>
                      <a:pt x="3871" y="8851"/>
                      <a:pt x="3882" y="8879"/>
                    </a:cubicBezTo>
                    <a:lnTo>
                      <a:pt x="3534" y="8879"/>
                    </a:lnTo>
                    <a:cubicBezTo>
                      <a:pt x="3371" y="8879"/>
                      <a:pt x="3208" y="8895"/>
                      <a:pt x="3045" y="8895"/>
                    </a:cubicBezTo>
                    <a:cubicBezTo>
                      <a:pt x="3001" y="8895"/>
                      <a:pt x="2854" y="8868"/>
                      <a:pt x="2719" y="8868"/>
                    </a:cubicBezTo>
                    <a:cubicBezTo>
                      <a:pt x="2746" y="8770"/>
                      <a:pt x="2751" y="8661"/>
                      <a:pt x="2773" y="8569"/>
                    </a:cubicBezTo>
                    <a:cubicBezTo>
                      <a:pt x="2811" y="8395"/>
                      <a:pt x="2833" y="8226"/>
                      <a:pt x="2860" y="8052"/>
                    </a:cubicBezTo>
                    <a:cubicBezTo>
                      <a:pt x="2887" y="7900"/>
                      <a:pt x="2887" y="7743"/>
                      <a:pt x="2860" y="7596"/>
                    </a:cubicBezTo>
                    <a:cubicBezTo>
                      <a:pt x="2844" y="7520"/>
                      <a:pt x="2811" y="7444"/>
                      <a:pt x="2778" y="7378"/>
                    </a:cubicBezTo>
                    <a:cubicBezTo>
                      <a:pt x="2757" y="7329"/>
                      <a:pt x="2746" y="7281"/>
                      <a:pt x="2729" y="7237"/>
                    </a:cubicBezTo>
                    <a:lnTo>
                      <a:pt x="2729" y="7237"/>
                    </a:lnTo>
                    <a:cubicBezTo>
                      <a:pt x="2800" y="7340"/>
                      <a:pt x="2898" y="7422"/>
                      <a:pt x="3007" y="7487"/>
                    </a:cubicBezTo>
                    <a:cubicBezTo>
                      <a:pt x="3072" y="7514"/>
                      <a:pt x="3137" y="7498"/>
                      <a:pt x="3202" y="7520"/>
                    </a:cubicBezTo>
                    <a:cubicBezTo>
                      <a:pt x="3252" y="7536"/>
                      <a:pt x="3305" y="7543"/>
                      <a:pt x="3359" y="7543"/>
                    </a:cubicBezTo>
                    <a:cubicBezTo>
                      <a:pt x="3375" y="7543"/>
                      <a:pt x="3392" y="7543"/>
                      <a:pt x="3409" y="7541"/>
                    </a:cubicBezTo>
                    <a:cubicBezTo>
                      <a:pt x="3550" y="7514"/>
                      <a:pt x="3675" y="7449"/>
                      <a:pt x="3778" y="7346"/>
                    </a:cubicBezTo>
                    <a:cubicBezTo>
                      <a:pt x="3827" y="7297"/>
                      <a:pt x="3865" y="7242"/>
                      <a:pt x="3887" y="7177"/>
                    </a:cubicBezTo>
                    <a:cubicBezTo>
                      <a:pt x="3909" y="7123"/>
                      <a:pt x="3936" y="7079"/>
                      <a:pt x="3958" y="7030"/>
                    </a:cubicBezTo>
                    <a:close/>
                    <a:moveTo>
                      <a:pt x="1501" y="6933"/>
                    </a:moveTo>
                    <a:cubicBezTo>
                      <a:pt x="1550" y="7014"/>
                      <a:pt x="1599" y="7096"/>
                      <a:pt x="1637" y="7183"/>
                    </a:cubicBezTo>
                    <a:cubicBezTo>
                      <a:pt x="1680" y="7275"/>
                      <a:pt x="1735" y="7368"/>
                      <a:pt x="1784" y="7460"/>
                    </a:cubicBezTo>
                    <a:cubicBezTo>
                      <a:pt x="1822" y="7558"/>
                      <a:pt x="1860" y="7661"/>
                      <a:pt x="1887" y="7764"/>
                    </a:cubicBezTo>
                    <a:cubicBezTo>
                      <a:pt x="1952" y="7976"/>
                      <a:pt x="1979" y="8194"/>
                      <a:pt x="1979" y="8417"/>
                    </a:cubicBezTo>
                    <a:cubicBezTo>
                      <a:pt x="1985" y="8531"/>
                      <a:pt x="1974" y="8645"/>
                      <a:pt x="1941" y="8759"/>
                    </a:cubicBezTo>
                    <a:lnTo>
                      <a:pt x="1947" y="8759"/>
                    </a:lnTo>
                    <a:cubicBezTo>
                      <a:pt x="1930" y="8797"/>
                      <a:pt x="1919" y="8830"/>
                      <a:pt x="1909" y="8857"/>
                    </a:cubicBezTo>
                    <a:cubicBezTo>
                      <a:pt x="1877" y="8851"/>
                      <a:pt x="1845" y="8848"/>
                      <a:pt x="1813" y="8848"/>
                    </a:cubicBezTo>
                    <a:cubicBezTo>
                      <a:pt x="1791" y="8848"/>
                      <a:pt x="1768" y="8849"/>
                      <a:pt x="1745" y="8851"/>
                    </a:cubicBezTo>
                    <a:cubicBezTo>
                      <a:pt x="1664" y="8868"/>
                      <a:pt x="1577" y="8890"/>
                      <a:pt x="1495" y="8895"/>
                    </a:cubicBezTo>
                    <a:cubicBezTo>
                      <a:pt x="1470" y="8897"/>
                      <a:pt x="1445" y="8897"/>
                      <a:pt x="1419" y="8897"/>
                    </a:cubicBezTo>
                    <a:cubicBezTo>
                      <a:pt x="1297" y="8897"/>
                      <a:pt x="1178" y="8882"/>
                      <a:pt x="1059" y="8882"/>
                    </a:cubicBezTo>
                    <a:cubicBezTo>
                      <a:pt x="1034" y="8882"/>
                      <a:pt x="1009" y="8882"/>
                      <a:pt x="984" y="8884"/>
                    </a:cubicBezTo>
                    <a:cubicBezTo>
                      <a:pt x="898" y="8884"/>
                      <a:pt x="805" y="8900"/>
                      <a:pt x="724" y="8922"/>
                    </a:cubicBezTo>
                    <a:cubicBezTo>
                      <a:pt x="696" y="8938"/>
                      <a:pt x="664" y="8944"/>
                      <a:pt x="637" y="8955"/>
                    </a:cubicBezTo>
                    <a:cubicBezTo>
                      <a:pt x="627" y="8955"/>
                      <a:pt x="620" y="8955"/>
                      <a:pt x="616" y="8955"/>
                    </a:cubicBezTo>
                    <a:cubicBezTo>
                      <a:pt x="601" y="8955"/>
                      <a:pt x="611" y="8952"/>
                      <a:pt x="599" y="8922"/>
                    </a:cubicBezTo>
                    <a:cubicBezTo>
                      <a:pt x="588" y="8884"/>
                      <a:pt x="582" y="8846"/>
                      <a:pt x="582" y="8808"/>
                    </a:cubicBezTo>
                    <a:cubicBezTo>
                      <a:pt x="577" y="8775"/>
                      <a:pt x="566" y="8743"/>
                      <a:pt x="560" y="8710"/>
                    </a:cubicBezTo>
                    <a:cubicBezTo>
                      <a:pt x="550" y="8634"/>
                      <a:pt x="555" y="8558"/>
                      <a:pt x="571" y="8482"/>
                    </a:cubicBezTo>
                    <a:cubicBezTo>
                      <a:pt x="604" y="8313"/>
                      <a:pt x="604" y="8145"/>
                      <a:pt x="691" y="7982"/>
                    </a:cubicBezTo>
                    <a:cubicBezTo>
                      <a:pt x="729" y="7917"/>
                      <a:pt x="767" y="7857"/>
                      <a:pt x="805" y="7791"/>
                    </a:cubicBezTo>
                    <a:cubicBezTo>
                      <a:pt x="843" y="7732"/>
                      <a:pt x="908" y="7683"/>
                      <a:pt x="946" y="7618"/>
                    </a:cubicBezTo>
                    <a:cubicBezTo>
                      <a:pt x="990" y="7558"/>
                      <a:pt x="1017" y="7487"/>
                      <a:pt x="1055" y="7427"/>
                    </a:cubicBezTo>
                    <a:cubicBezTo>
                      <a:pt x="1093" y="7368"/>
                      <a:pt x="1153" y="7297"/>
                      <a:pt x="1202" y="7237"/>
                    </a:cubicBezTo>
                    <a:cubicBezTo>
                      <a:pt x="1251" y="7172"/>
                      <a:pt x="1305" y="7117"/>
                      <a:pt x="1365" y="7069"/>
                    </a:cubicBezTo>
                    <a:cubicBezTo>
                      <a:pt x="1403" y="7036"/>
                      <a:pt x="1457" y="6954"/>
                      <a:pt x="1501" y="6933"/>
                    </a:cubicBezTo>
                    <a:close/>
                    <a:moveTo>
                      <a:pt x="1909" y="6481"/>
                    </a:moveTo>
                    <a:cubicBezTo>
                      <a:pt x="1936" y="6481"/>
                      <a:pt x="1963" y="6489"/>
                      <a:pt x="1996" y="6509"/>
                    </a:cubicBezTo>
                    <a:cubicBezTo>
                      <a:pt x="2055" y="6547"/>
                      <a:pt x="2110" y="6596"/>
                      <a:pt x="2153" y="6650"/>
                    </a:cubicBezTo>
                    <a:cubicBezTo>
                      <a:pt x="2273" y="6786"/>
                      <a:pt x="2371" y="6933"/>
                      <a:pt x="2458" y="7090"/>
                    </a:cubicBezTo>
                    <a:cubicBezTo>
                      <a:pt x="2474" y="7134"/>
                      <a:pt x="2501" y="7177"/>
                      <a:pt x="2523" y="7221"/>
                    </a:cubicBezTo>
                    <a:cubicBezTo>
                      <a:pt x="2539" y="7237"/>
                      <a:pt x="2561" y="7259"/>
                      <a:pt x="2572" y="7275"/>
                    </a:cubicBezTo>
                    <a:cubicBezTo>
                      <a:pt x="2610" y="7346"/>
                      <a:pt x="2632" y="7438"/>
                      <a:pt x="2664" y="7509"/>
                    </a:cubicBezTo>
                    <a:cubicBezTo>
                      <a:pt x="2729" y="7677"/>
                      <a:pt x="2740" y="7868"/>
                      <a:pt x="2702" y="8042"/>
                    </a:cubicBezTo>
                    <a:cubicBezTo>
                      <a:pt x="2675" y="8221"/>
                      <a:pt x="2648" y="8389"/>
                      <a:pt x="2610" y="8563"/>
                    </a:cubicBezTo>
                    <a:cubicBezTo>
                      <a:pt x="2583" y="8661"/>
                      <a:pt x="2588" y="8792"/>
                      <a:pt x="2534" y="8884"/>
                    </a:cubicBezTo>
                    <a:cubicBezTo>
                      <a:pt x="2474" y="8900"/>
                      <a:pt x="2430" y="8928"/>
                      <a:pt x="2430" y="8976"/>
                    </a:cubicBezTo>
                    <a:cubicBezTo>
                      <a:pt x="2371" y="9004"/>
                      <a:pt x="2305" y="9020"/>
                      <a:pt x="2240" y="9025"/>
                    </a:cubicBezTo>
                    <a:cubicBezTo>
                      <a:pt x="2232" y="9026"/>
                      <a:pt x="2224" y="9026"/>
                      <a:pt x="2217" y="9026"/>
                    </a:cubicBezTo>
                    <a:cubicBezTo>
                      <a:pt x="2165" y="9026"/>
                      <a:pt x="2113" y="9012"/>
                      <a:pt x="2061" y="8993"/>
                    </a:cubicBezTo>
                    <a:cubicBezTo>
                      <a:pt x="2099" y="8971"/>
                      <a:pt x="2104" y="8917"/>
                      <a:pt x="2066" y="8895"/>
                    </a:cubicBezTo>
                    <a:cubicBezTo>
                      <a:pt x="2093" y="8835"/>
                      <a:pt x="2115" y="8775"/>
                      <a:pt x="2131" y="8716"/>
                    </a:cubicBezTo>
                    <a:cubicBezTo>
                      <a:pt x="2148" y="8596"/>
                      <a:pt x="2153" y="8476"/>
                      <a:pt x="2148" y="8357"/>
                    </a:cubicBezTo>
                    <a:cubicBezTo>
                      <a:pt x="2142" y="8107"/>
                      <a:pt x="2093" y="7857"/>
                      <a:pt x="2012" y="7623"/>
                    </a:cubicBezTo>
                    <a:cubicBezTo>
                      <a:pt x="1936" y="7406"/>
                      <a:pt x="1832" y="7194"/>
                      <a:pt x="1713" y="7003"/>
                    </a:cubicBezTo>
                    <a:cubicBezTo>
                      <a:pt x="1653" y="6895"/>
                      <a:pt x="1566" y="6808"/>
                      <a:pt x="1457" y="6753"/>
                    </a:cubicBezTo>
                    <a:cubicBezTo>
                      <a:pt x="1572" y="6688"/>
                      <a:pt x="1669" y="6606"/>
                      <a:pt x="1784" y="6530"/>
                    </a:cubicBezTo>
                    <a:cubicBezTo>
                      <a:pt x="1830" y="6501"/>
                      <a:pt x="1868" y="6481"/>
                      <a:pt x="1909" y="6481"/>
                    </a:cubicBezTo>
                    <a:close/>
                    <a:moveTo>
                      <a:pt x="4781" y="1"/>
                    </a:moveTo>
                    <a:cubicBezTo>
                      <a:pt x="4708" y="1"/>
                      <a:pt x="4634" y="5"/>
                      <a:pt x="4561" y="13"/>
                    </a:cubicBezTo>
                    <a:cubicBezTo>
                      <a:pt x="4224" y="51"/>
                      <a:pt x="3904" y="62"/>
                      <a:pt x="3583" y="171"/>
                    </a:cubicBezTo>
                    <a:cubicBezTo>
                      <a:pt x="3523" y="187"/>
                      <a:pt x="3463" y="203"/>
                      <a:pt x="3403" y="225"/>
                    </a:cubicBezTo>
                    <a:cubicBezTo>
                      <a:pt x="3378" y="220"/>
                      <a:pt x="3353" y="218"/>
                      <a:pt x="3327" y="218"/>
                    </a:cubicBezTo>
                    <a:cubicBezTo>
                      <a:pt x="3202" y="218"/>
                      <a:pt x="3072" y="268"/>
                      <a:pt x="2969" y="317"/>
                    </a:cubicBezTo>
                    <a:cubicBezTo>
                      <a:pt x="2876" y="366"/>
                      <a:pt x="2789" y="426"/>
                      <a:pt x="2708" y="497"/>
                    </a:cubicBezTo>
                    <a:lnTo>
                      <a:pt x="2691" y="508"/>
                    </a:lnTo>
                    <a:lnTo>
                      <a:pt x="2708" y="480"/>
                    </a:lnTo>
                    <a:cubicBezTo>
                      <a:pt x="2740" y="388"/>
                      <a:pt x="2784" y="306"/>
                      <a:pt x="2838" y="225"/>
                    </a:cubicBezTo>
                    <a:cubicBezTo>
                      <a:pt x="2882" y="181"/>
                      <a:pt x="2860" y="105"/>
                      <a:pt x="2805" y="89"/>
                    </a:cubicBezTo>
                    <a:cubicBezTo>
                      <a:pt x="2784" y="80"/>
                      <a:pt x="2761" y="76"/>
                      <a:pt x="2738" y="76"/>
                    </a:cubicBezTo>
                    <a:cubicBezTo>
                      <a:pt x="2601" y="76"/>
                      <a:pt x="2452" y="214"/>
                      <a:pt x="2387" y="312"/>
                    </a:cubicBezTo>
                    <a:cubicBezTo>
                      <a:pt x="2338" y="383"/>
                      <a:pt x="2295" y="453"/>
                      <a:pt x="2262" y="529"/>
                    </a:cubicBezTo>
                    <a:cubicBezTo>
                      <a:pt x="2262" y="475"/>
                      <a:pt x="2267" y="426"/>
                      <a:pt x="2262" y="372"/>
                    </a:cubicBezTo>
                    <a:cubicBezTo>
                      <a:pt x="2251" y="301"/>
                      <a:pt x="2262" y="230"/>
                      <a:pt x="2284" y="165"/>
                    </a:cubicBezTo>
                    <a:cubicBezTo>
                      <a:pt x="2300" y="132"/>
                      <a:pt x="2305" y="94"/>
                      <a:pt x="2300" y="56"/>
                    </a:cubicBezTo>
                    <a:cubicBezTo>
                      <a:pt x="2295" y="38"/>
                      <a:pt x="2282" y="30"/>
                      <a:pt x="2268" y="30"/>
                    </a:cubicBezTo>
                    <a:cubicBezTo>
                      <a:pt x="2249" y="30"/>
                      <a:pt x="2229" y="45"/>
                      <a:pt x="2229" y="67"/>
                    </a:cubicBezTo>
                    <a:cubicBezTo>
                      <a:pt x="2229" y="127"/>
                      <a:pt x="2148" y="187"/>
                      <a:pt x="2131" y="247"/>
                    </a:cubicBezTo>
                    <a:cubicBezTo>
                      <a:pt x="2110" y="323"/>
                      <a:pt x="2110" y="399"/>
                      <a:pt x="2099" y="475"/>
                    </a:cubicBezTo>
                    <a:cubicBezTo>
                      <a:pt x="2077" y="633"/>
                      <a:pt x="2110" y="796"/>
                      <a:pt x="2186" y="932"/>
                    </a:cubicBezTo>
                    <a:cubicBezTo>
                      <a:pt x="2198" y="962"/>
                      <a:pt x="2222" y="977"/>
                      <a:pt x="2248" y="980"/>
                    </a:cubicBezTo>
                    <a:lnTo>
                      <a:pt x="2248" y="980"/>
                    </a:lnTo>
                    <a:cubicBezTo>
                      <a:pt x="2202" y="991"/>
                      <a:pt x="2156" y="1005"/>
                      <a:pt x="2110" y="1024"/>
                    </a:cubicBezTo>
                    <a:cubicBezTo>
                      <a:pt x="2115" y="1008"/>
                      <a:pt x="2104" y="991"/>
                      <a:pt x="2088" y="991"/>
                    </a:cubicBezTo>
                    <a:lnTo>
                      <a:pt x="2001" y="986"/>
                    </a:lnTo>
                    <a:cubicBezTo>
                      <a:pt x="1996" y="937"/>
                      <a:pt x="1979" y="893"/>
                      <a:pt x="1957" y="850"/>
                    </a:cubicBezTo>
                    <a:cubicBezTo>
                      <a:pt x="1930" y="768"/>
                      <a:pt x="1919" y="681"/>
                      <a:pt x="1919" y="594"/>
                    </a:cubicBezTo>
                    <a:cubicBezTo>
                      <a:pt x="1914" y="535"/>
                      <a:pt x="1925" y="469"/>
                      <a:pt x="1947" y="404"/>
                    </a:cubicBezTo>
                    <a:cubicBezTo>
                      <a:pt x="1974" y="350"/>
                      <a:pt x="2012" y="301"/>
                      <a:pt x="2050" y="257"/>
                    </a:cubicBezTo>
                    <a:cubicBezTo>
                      <a:pt x="2072" y="219"/>
                      <a:pt x="2050" y="176"/>
                      <a:pt x="2012" y="165"/>
                    </a:cubicBezTo>
                    <a:cubicBezTo>
                      <a:pt x="1996" y="161"/>
                      <a:pt x="1982" y="160"/>
                      <a:pt x="1967" y="160"/>
                    </a:cubicBezTo>
                    <a:cubicBezTo>
                      <a:pt x="1819" y="160"/>
                      <a:pt x="1750" y="356"/>
                      <a:pt x="1740" y="480"/>
                    </a:cubicBezTo>
                    <a:cubicBezTo>
                      <a:pt x="1735" y="567"/>
                      <a:pt x="1735" y="654"/>
                      <a:pt x="1756" y="741"/>
                    </a:cubicBezTo>
                    <a:cubicBezTo>
                      <a:pt x="1762" y="779"/>
                      <a:pt x="1773" y="817"/>
                      <a:pt x="1784" y="855"/>
                    </a:cubicBezTo>
                    <a:cubicBezTo>
                      <a:pt x="1735" y="839"/>
                      <a:pt x="1686" y="823"/>
                      <a:pt x="1631" y="806"/>
                    </a:cubicBezTo>
                    <a:cubicBezTo>
                      <a:pt x="1561" y="796"/>
                      <a:pt x="1489" y="790"/>
                      <a:pt x="1415" y="790"/>
                    </a:cubicBezTo>
                    <a:cubicBezTo>
                      <a:pt x="1375" y="790"/>
                      <a:pt x="1335" y="792"/>
                      <a:pt x="1294" y="796"/>
                    </a:cubicBezTo>
                    <a:cubicBezTo>
                      <a:pt x="1262" y="796"/>
                      <a:pt x="1229" y="796"/>
                      <a:pt x="1196" y="806"/>
                    </a:cubicBezTo>
                    <a:lnTo>
                      <a:pt x="1169" y="806"/>
                    </a:lnTo>
                    <a:cubicBezTo>
                      <a:pt x="1158" y="806"/>
                      <a:pt x="1148" y="812"/>
                      <a:pt x="1137" y="823"/>
                    </a:cubicBezTo>
                    <a:cubicBezTo>
                      <a:pt x="1077" y="839"/>
                      <a:pt x="1028" y="872"/>
                      <a:pt x="979" y="915"/>
                    </a:cubicBezTo>
                    <a:cubicBezTo>
                      <a:pt x="919" y="970"/>
                      <a:pt x="854" y="1018"/>
                      <a:pt x="789" y="1062"/>
                    </a:cubicBezTo>
                    <a:cubicBezTo>
                      <a:pt x="642" y="1165"/>
                      <a:pt x="517" y="1290"/>
                      <a:pt x="419" y="1437"/>
                    </a:cubicBezTo>
                    <a:cubicBezTo>
                      <a:pt x="316" y="1568"/>
                      <a:pt x="229" y="1714"/>
                      <a:pt x="158" y="1866"/>
                    </a:cubicBezTo>
                    <a:cubicBezTo>
                      <a:pt x="22" y="2198"/>
                      <a:pt x="1" y="2562"/>
                      <a:pt x="93" y="2910"/>
                    </a:cubicBezTo>
                    <a:cubicBezTo>
                      <a:pt x="136" y="3090"/>
                      <a:pt x="196" y="3258"/>
                      <a:pt x="267" y="3427"/>
                    </a:cubicBezTo>
                    <a:cubicBezTo>
                      <a:pt x="300" y="3508"/>
                      <a:pt x="332" y="3590"/>
                      <a:pt x="370" y="3666"/>
                    </a:cubicBezTo>
                    <a:cubicBezTo>
                      <a:pt x="414" y="3742"/>
                      <a:pt x="463" y="3812"/>
                      <a:pt x="522" y="3883"/>
                    </a:cubicBezTo>
                    <a:cubicBezTo>
                      <a:pt x="527" y="3886"/>
                      <a:pt x="532" y="3888"/>
                      <a:pt x="537" y="3888"/>
                    </a:cubicBezTo>
                    <a:cubicBezTo>
                      <a:pt x="549" y="3888"/>
                      <a:pt x="560" y="3879"/>
                      <a:pt x="560" y="3867"/>
                    </a:cubicBezTo>
                    <a:cubicBezTo>
                      <a:pt x="560" y="3856"/>
                      <a:pt x="560" y="3845"/>
                      <a:pt x="560" y="3834"/>
                    </a:cubicBezTo>
                    <a:cubicBezTo>
                      <a:pt x="566" y="3840"/>
                      <a:pt x="577" y="3851"/>
                      <a:pt x="588" y="3856"/>
                    </a:cubicBezTo>
                    <a:cubicBezTo>
                      <a:pt x="593" y="3861"/>
                      <a:pt x="604" y="3872"/>
                      <a:pt x="615" y="3878"/>
                    </a:cubicBezTo>
                    <a:cubicBezTo>
                      <a:pt x="599" y="3905"/>
                      <a:pt x="593" y="3932"/>
                      <a:pt x="599" y="3965"/>
                    </a:cubicBezTo>
                    <a:cubicBezTo>
                      <a:pt x="577" y="3961"/>
                      <a:pt x="556" y="3959"/>
                      <a:pt x="535" y="3959"/>
                    </a:cubicBezTo>
                    <a:cubicBezTo>
                      <a:pt x="497" y="3959"/>
                      <a:pt x="460" y="3965"/>
                      <a:pt x="425" y="3976"/>
                    </a:cubicBezTo>
                    <a:cubicBezTo>
                      <a:pt x="196" y="4063"/>
                      <a:pt x="120" y="4323"/>
                      <a:pt x="153" y="4541"/>
                    </a:cubicBezTo>
                    <a:cubicBezTo>
                      <a:pt x="191" y="4764"/>
                      <a:pt x="348" y="4954"/>
                      <a:pt x="593" y="4954"/>
                    </a:cubicBezTo>
                    <a:cubicBezTo>
                      <a:pt x="718" y="4954"/>
                      <a:pt x="816" y="4889"/>
                      <a:pt x="908" y="4818"/>
                    </a:cubicBezTo>
                    <a:cubicBezTo>
                      <a:pt x="979" y="4780"/>
                      <a:pt x="1039" y="4715"/>
                      <a:pt x="1066" y="4639"/>
                    </a:cubicBezTo>
                    <a:cubicBezTo>
                      <a:pt x="1110" y="4715"/>
                      <a:pt x="1099" y="4840"/>
                      <a:pt x="1137" y="4921"/>
                    </a:cubicBezTo>
                    <a:cubicBezTo>
                      <a:pt x="1191" y="5057"/>
                      <a:pt x="1262" y="5193"/>
                      <a:pt x="1327" y="5329"/>
                    </a:cubicBezTo>
                    <a:cubicBezTo>
                      <a:pt x="1441" y="5536"/>
                      <a:pt x="1588" y="5726"/>
                      <a:pt x="1767" y="5894"/>
                    </a:cubicBezTo>
                    <a:lnTo>
                      <a:pt x="1718" y="5894"/>
                    </a:lnTo>
                    <a:cubicBezTo>
                      <a:pt x="1686" y="5897"/>
                      <a:pt x="1650" y="5897"/>
                      <a:pt x="1614" y="5897"/>
                    </a:cubicBezTo>
                    <a:cubicBezTo>
                      <a:pt x="1578" y="5897"/>
                      <a:pt x="1542" y="5897"/>
                      <a:pt x="1506" y="5900"/>
                    </a:cubicBezTo>
                    <a:cubicBezTo>
                      <a:pt x="1452" y="5911"/>
                      <a:pt x="1398" y="5927"/>
                      <a:pt x="1343" y="5949"/>
                    </a:cubicBezTo>
                    <a:cubicBezTo>
                      <a:pt x="1273" y="5960"/>
                      <a:pt x="1202" y="5965"/>
                      <a:pt x="1126" y="5971"/>
                    </a:cubicBezTo>
                    <a:cubicBezTo>
                      <a:pt x="1077" y="5976"/>
                      <a:pt x="1028" y="5987"/>
                      <a:pt x="984" y="5998"/>
                    </a:cubicBezTo>
                    <a:cubicBezTo>
                      <a:pt x="887" y="6014"/>
                      <a:pt x="811" y="6074"/>
                      <a:pt x="762" y="6155"/>
                    </a:cubicBezTo>
                    <a:cubicBezTo>
                      <a:pt x="669" y="6329"/>
                      <a:pt x="718" y="6563"/>
                      <a:pt x="696" y="6748"/>
                    </a:cubicBezTo>
                    <a:cubicBezTo>
                      <a:pt x="686" y="6867"/>
                      <a:pt x="696" y="6982"/>
                      <a:pt x="718" y="7096"/>
                    </a:cubicBezTo>
                    <a:cubicBezTo>
                      <a:pt x="739" y="7187"/>
                      <a:pt x="803" y="7252"/>
                      <a:pt x="883" y="7252"/>
                    </a:cubicBezTo>
                    <a:cubicBezTo>
                      <a:pt x="909" y="7252"/>
                      <a:pt x="935" y="7246"/>
                      <a:pt x="963" y="7232"/>
                    </a:cubicBezTo>
                    <a:cubicBezTo>
                      <a:pt x="1012" y="7204"/>
                      <a:pt x="1028" y="7139"/>
                      <a:pt x="1001" y="7090"/>
                    </a:cubicBezTo>
                    <a:cubicBezTo>
                      <a:pt x="984" y="7074"/>
                      <a:pt x="979" y="7052"/>
                      <a:pt x="974" y="7036"/>
                    </a:cubicBezTo>
                    <a:cubicBezTo>
                      <a:pt x="963" y="6987"/>
                      <a:pt x="963" y="6944"/>
                      <a:pt x="952" y="6900"/>
                    </a:cubicBezTo>
                    <a:cubicBezTo>
                      <a:pt x="925" y="6808"/>
                      <a:pt x="914" y="6710"/>
                      <a:pt x="908" y="6617"/>
                    </a:cubicBezTo>
                    <a:cubicBezTo>
                      <a:pt x="892" y="6503"/>
                      <a:pt x="843" y="6275"/>
                      <a:pt x="963" y="6199"/>
                    </a:cubicBezTo>
                    <a:cubicBezTo>
                      <a:pt x="1033" y="6161"/>
                      <a:pt x="1115" y="6144"/>
                      <a:pt x="1191" y="6139"/>
                    </a:cubicBezTo>
                    <a:cubicBezTo>
                      <a:pt x="1216" y="6136"/>
                      <a:pt x="1241" y="6136"/>
                      <a:pt x="1267" y="6136"/>
                    </a:cubicBezTo>
                    <a:cubicBezTo>
                      <a:pt x="1293" y="6136"/>
                      <a:pt x="1319" y="6136"/>
                      <a:pt x="1343" y="6134"/>
                    </a:cubicBezTo>
                    <a:cubicBezTo>
                      <a:pt x="1392" y="6128"/>
                      <a:pt x="1441" y="6090"/>
                      <a:pt x="1495" y="6079"/>
                    </a:cubicBezTo>
                    <a:cubicBezTo>
                      <a:pt x="1620" y="6041"/>
                      <a:pt x="1778" y="6063"/>
                      <a:pt x="1909" y="6025"/>
                    </a:cubicBezTo>
                    <a:cubicBezTo>
                      <a:pt x="1968" y="6074"/>
                      <a:pt x="2028" y="6117"/>
                      <a:pt x="2088" y="6161"/>
                    </a:cubicBezTo>
                    <a:cubicBezTo>
                      <a:pt x="2131" y="6231"/>
                      <a:pt x="2175" y="6302"/>
                      <a:pt x="2202" y="6373"/>
                    </a:cubicBezTo>
                    <a:cubicBezTo>
                      <a:pt x="2229" y="6427"/>
                      <a:pt x="2251" y="6487"/>
                      <a:pt x="2284" y="6536"/>
                    </a:cubicBezTo>
                    <a:cubicBezTo>
                      <a:pt x="2240" y="6487"/>
                      <a:pt x="2197" y="6443"/>
                      <a:pt x="2148" y="6400"/>
                    </a:cubicBezTo>
                    <a:cubicBezTo>
                      <a:pt x="2073" y="6343"/>
                      <a:pt x="1987" y="6302"/>
                      <a:pt x="1900" y="6302"/>
                    </a:cubicBezTo>
                    <a:cubicBezTo>
                      <a:pt x="1853" y="6302"/>
                      <a:pt x="1807" y="6314"/>
                      <a:pt x="1762" y="6340"/>
                    </a:cubicBezTo>
                    <a:cubicBezTo>
                      <a:pt x="1593" y="6427"/>
                      <a:pt x="1474" y="6574"/>
                      <a:pt x="1300" y="6650"/>
                    </a:cubicBezTo>
                    <a:cubicBezTo>
                      <a:pt x="1278" y="6666"/>
                      <a:pt x="1262" y="6688"/>
                      <a:pt x="1262" y="6721"/>
                    </a:cubicBezTo>
                    <a:cubicBezTo>
                      <a:pt x="1267" y="6780"/>
                      <a:pt x="1289" y="6846"/>
                      <a:pt x="1294" y="6905"/>
                    </a:cubicBezTo>
                    <a:lnTo>
                      <a:pt x="1267" y="6927"/>
                    </a:lnTo>
                    <a:cubicBezTo>
                      <a:pt x="1153" y="7014"/>
                      <a:pt x="1055" y="7123"/>
                      <a:pt x="974" y="7237"/>
                    </a:cubicBezTo>
                    <a:cubicBezTo>
                      <a:pt x="881" y="7351"/>
                      <a:pt x="827" y="7487"/>
                      <a:pt x="729" y="7590"/>
                    </a:cubicBezTo>
                    <a:cubicBezTo>
                      <a:pt x="631" y="7699"/>
                      <a:pt x="555" y="7824"/>
                      <a:pt x="495" y="7955"/>
                    </a:cubicBezTo>
                    <a:cubicBezTo>
                      <a:pt x="441" y="8107"/>
                      <a:pt x="397" y="8264"/>
                      <a:pt x="376" y="8422"/>
                    </a:cubicBezTo>
                    <a:cubicBezTo>
                      <a:pt x="354" y="8487"/>
                      <a:pt x="343" y="8558"/>
                      <a:pt x="338" y="8629"/>
                    </a:cubicBezTo>
                    <a:cubicBezTo>
                      <a:pt x="332" y="8705"/>
                      <a:pt x="343" y="8775"/>
                      <a:pt x="359" y="8846"/>
                    </a:cubicBezTo>
                    <a:cubicBezTo>
                      <a:pt x="376" y="8966"/>
                      <a:pt x="376" y="9102"/>
                      <a:pt x="495" y="9167"/>
                    </a:cubicBezTo>
                    <a:cubicBezTo>
                      <a:pt x="528" y="9186"/>
                      <a:pt x="565" y="9193"/>
                      <a:pt x="603" y="9193"/>
                    </a:cubicBezTo>
                    <a:cubicBezTo>
                      <a:pt x="698" y="9193"/>
                      <a:pt x="803" y="9150"/>
                      <a:pt x="892" y="9134"/>
                    </a:cubicBezTo>
                    <a:cubicBezTo>
                      <a:pt x="950" y="9124"/>
                      <a:pt x="1009" y="9121"/>
                      <a:pt x="1068" y="9121"/>
                    </a:cubicBezTo>
                    <a:cubicBezTo>
                      <a:pt x="1171" y="9121"/>
                      <a:pt x="1275" y="9131"/>
                      <a:pt x="1378" y="9131"/>
                    </a:cubicBezTo>
                    <a:cubicBezTo>
                      <a:pt x="1403" y="9131"/>
                      <a:pt x="1427" y="9130"/>
                      <a:pt x="1452" y="9129"/>
                    </a:cubicBezTo>
                    <a:cubicBezTo>
                      <a:pt x="1555" y="9123"/>
                      <a:pt x="1648" y="9107"/>
                      <a:pt x="1745" y="9085"/>
                    </a:cubicBezTo>
                    <a:cubicBezTo>
                      <a:pt x="1789" y="9080"/>
                      <a:pt x="1827" y="9063"/>
                      <a:pt x="1865" y="9053"/>
                    </a:cubicBezTo>
                    <a:cubicBezTo>
                      <a:pt x="1876" y="9074"/>
                      <a:pt x="1892" y="9091"/>
                      <a:pt x="1914" y="9096"/>
                    </a:cubicBezTo>
                    <a:cubicBezTo>
                      <a:pt x="1996" y="9112"/>
                      <a:pt x="2066" y="9156"/>
                      <a:pt x="2148" y="9172"/>
                    </a:cubicBezTo>
                    <a:cubicBezTo>
                      <a:pt x="2175" y="9176"/>
                      <a:pt x="2202" y="9178"/>
                      <a:pt x="2228" y="9178"/>
                    </a:cubicBezTo>
                    <a:cubicBezTo>
                      <a:pt x="2277" y="9178"/>
                      <a:pt x="2325" y="9172"/>
                      <a:pt x="2371" y="9161"/>
                    </a:cubicBezTo>
                    <a:cubicBezTo>
                      <a:pt x="2463" y="9145"/>
                      <a:pt x="2545" y="9102"/>
                      <a:pt x="2615" y="9042"/>
                    </a:cubicBezTo>
                    <a:lnTo>
                      <a:pt x="2653" y="9053"/>
                    </a:lnTo>
                    <a:cubicBezTo>
                      <a:pt x="2719" y="9063"/>
                      <a:pt x="2789" y="9069"/>
                      <a:pt x="2854" y="9080"/>
                    </a:cubicBezTo>
                    <a:cubicBezTo>
                      <a:pt x="3012" y="9107"/>
                      <a:pt x="3164" y="9118"/>
                      <a:pt x="3322" y="9118"/>
                    </a:cubicBezTo>
                    <a:lnTo>
                      <a:pt x="3838" y="9118"/>
                    </a:lnTo>
                    <a:cubicBezTo>
                      <a:pt x="3903" y="9122"/>
                      <a:pt x="3968" y="9124"/>
                      <a:pt x="4033" y="9124"/>
                    </a:cubicBezTo>
                    <a:cubicBezTo>
                      <a:pt x="4139" y="9124"/>
                      <a:pt x="4245" y="9119"/>
                      <a:pt x="4349" y="9112"/>
                    </a:cubicBezTo>
                    <a:cubicBezTo>
                      <a:pt x="4420" y="9091"/>
                      <a:pt x="4491" y="9085"/>
                      <a:pt x="4561" y="9085"/>
                    </a:cubicBezTo>
                    <a:cubicBezTo>
                      <a:pt x="4637" y="9102"/>
                      <a:pt x="4708" y="9112"/>
                      <a:pt x="4784" y="9118"/>
                    </a:cubicBezTo>
                    <a:cubicBezTo>
                      <a:pt x="4844" y="9122"/>
                      <a:pt x="4904" y="9124"/>
                      <a:pt x="4963" y="9124"/>
                    </a:cubicBezTo>
                    <a:cubicBezTo>
                      <a:pt x="5059" y="9124"/>
                      <a:pt x="5154" y="9119"/>
                      <a:pt x="5252" y="9112"/>
                    </a:cubicBezTo>
                    <a:cubicBezTo>
                      <a:pt x="5322" y="9096"/>
                      <a:pt x="5393" y="9085"/>
                      <a:pt x="5469" y="9080"/>
                    </a:cubicBezTo>
                    <a:cubicBezTo>
                      <a:pt x="5502" y="9082"/>
                      <a:pt x="5536" y="9084"/>
                      <a:pt x="5570" y="9084"/>
                    </a:cubicBezTo>
                    <a:cubicBezTo>
                      <a:pt x="5604" y="9084"/>
                      <a:pt x="5638" y="9082"/>
                      <a:pt x="5670" y="9080"/>
                    </a:cubicBezTo>
                    <a:cubicBezTo>
                      <a:pt x="5725" y="9069"/>
                      <a:pt x="5773" y="9047"/>
                      <a:pt x="5817" y="9025"/>
                    </a:cubicBezTo>
                    <a:cubicBezTo>
                      <a:pt x="5907" y="9050"/>
                      <a:pt x="6002" y="9062"/>
                      <a:pt x="6095" y="9062"/>
                    </a:cubicBezTo>
                    <a:cubicBezTo>
                      <a:pt x="6126" y="9062"/>
                      <a:pt x="6157" y="9061"/>
                      <a:pt x="6187" y="9058"/>
                    </a:cubicBezTo>
                    <a:cubicBezTo>
                      <a:pt x="6225" y="9053"/>
                      <a:pt x="6257" y="9047"/>
                      <a:pt x="6284" y="9036"/>
                    </a:cubicBezTo>
                    <a:lnTo>
                      <a:pt x="6306" y="9042"/>
                    </a:lnTo>
                    <a:cubicBezTo>
                      <a:pt x="6382" y="9049"/>
                      <a:pt x="6460" y="9051"/>
                      <a:pt x="6537" y="9051"/>
                    </a:cubicBezTo>
                    <a:cubicBezTo>
                      <a:pt x="6693" y="9051"/>
                      <a:pt x="6850" y="9042"/>
                      <a:pt x="7002" y="9042"/>
                    </a:cubicBezTo>
                    <a:cubicBezTo>
                      <a:pt x="7116" y="9042"/>
                      <a:pt x="7225" y="9042"/>
                      <a:pt x="7339" y="9047"/>
                    </a:cubicBezTo>
                    <a:cubicBezTo>
                      <a:pt x="7404" y="9058"/>
                      <a:pt x="7475" y="9074"/>
                      <a:pt x="7540" y="9074"/>
                    </a:cubicBezTo>
                    <a:cubicBezTo>
                      <a:pt x="7544" y="9074"/>
                      <a:pt x="7548" y="9075"/>
                      <a:pt x="7551" y="9075"/>
                    </a:cubicBezTo>
                    <a:cubicBezTo>
                      <a:pt x="7688" y="9075"/>
                      <a:pt x="7807" y="8978"/>
                      <a:pt x="7834" y="8841"/>
                    </a:cubicBezTo>
                    <a:cubicBezTo>
                      <a:pt x="7893" y="8656"/>
                      <a:pt x="7828" y="8476"/>
                      <a:pt x="7817" y="8286"/>
                    </a:cubicBezTo>
                    <a:lnTo>
                      <a:pt x="7812" y="8302"/>
                    </a:lnTo>
                    <a:cubicBezTo>
                      <a:pt x="7785" y="7938"/>
                      <a:pt x="7632" y="7590"/>
                      <a:pt x="7372" y="7335"/>
                    </a:cubicBezTo>
                    <a:lnTo>
                      <a:pt x="7355" y="7313"/>
                    </a:lnTo>
                    <a:cubicBezTo>
                      <a:pt x="7372" y="7308"/>
                      <a:pt x="7388" y="7291"/>
                      <a:pt x="7399" y="7275"/>
                    </a:cubicBezTo>
                    <a:cubicBezTo>
                      <a:pt x="7442" y="7156"/>
                      <a:pt x="7464" y="7030"/>
                      <a:pt x="7453" y="6905"/>
                    </a:cubicBezTo>
                    <a:cubicBezTo>
                      <a:pt x="7448" y="6846"/>
                      <a:pt x="7442" y="6786"/>
                      <a:pt x="7442" y="6726"/>
                    </a:cubicBezTo>
                    <a:cubicBezTo>
                      <a:pt x="7442" y="6666"/>
                      <a:pt x="7469" y="6617"/>
                      <a:pt x="7469" y="6563"/>
                    </a:cubicBezTo>
                    <a:cubicBezTo>
                      <a:pt x="7464" y="6514"/>
                      <a:pt x="7453" y="6471"/>
                      <a:pt x="7442" y="6427"/>
                    </a:cubicBezTo>
                    <a:cubicBezTo>
                      <a:pt x="7437" y="6373"/>
                      <a:pt x="7426" y="6318"/>
                      <a:pt x="7410" y="6264"/>
                    </a:cubicBezTo>
                    <a:cubicBezTo>
                      <a:pt x="7377" y="6161"/>
                      <a:pt x="7410" y="6052"/>
                      <a:pt x="7306" y="5976"/>
                    </a:cubicBezTo>
                    <a:cubicBezTo>
                      <a:pt x="7295" y="5965"/>
                      <a:pt x="7285" y="5965"/>
                      <a:pt x="7268" y="5954"/>
                    </a:cubicBezTo>
                    <a:cubicBezTo>
                      <a:pt x="7257" y="5943"/>
                      <a:pt x="7247" y="5916"/>
                      <a:pt x="7230" y="5894"/>
                    </a:cubicBezTo>
                    <a:cubicBezTo>
                      <a:pt x="7203" y="5867"/>
                      <a:pt x="7160" y="5845"/>
                      <a:pt x="7116" y="5835"/>
                    </a:cubicBezTo>
                    <a:cubicBezTo>
                      <a:pt x="7091" y="5830"/>
                      <a:pt x="7067" y="5828"/>
                      <a:pt x="7042" y="5828"/>
                    </a:cubicBezTo>
                    <a:cubicBezTo>
                      <a:pt x="6953" y="5828"/>
                      <a:pt x="6864" y="5853"/>
                      <a:pt x="6779" y="5862"/>
                    </a:cubicBezTo>
                    <a:cubicBezTo>
                      <a:pt x="6773" y="5862"/>
                      <a:pt x="6767" y="5862"/>
                      <a:pt x="6761" y="5862"/>
                    </a:cubicBezTo>
                    <a:cubicBezTo>
                      <a:pt x="6665" y="5862"/>
                      <a:pt x="6571" y="5833"/>
                      <a:pt x="6478" y="5833"/>
                    </a:cubicBezTo>
                    <a:cubicBezTo>
                      <a:pt x="6446" y="5833"/>
                      <a:pt x="6414" y="5836"/>
                      <a:pt x="6382" y="5845"/>
                    </a:cubicBezTo>
                    <a:cubicBezTo>
                      <a:pt x="6342" y="5856"/>
                      <a:pt x="6311" y="5884"/>
                      <a:pt x="6272" y="5884"/>
                    </a:cubicBezTo>
                    <a:cubicBezTo>
                      <a:pt x="6269" y="5884"/>
                      <a:pt x="6266" y="5884"/>
                      <a:pt x="6263" y="5884"/>
                    </a:cubicBezTo>
                    <a:lnTo>
                      <a:pt x="6257" y="5884"/>
                    </a:lnTo>
                    <a:cubicBezTo>
                      <a:pt x="6295" y="5835"/>
                      <a:pt x="6333" y="5786"/>
                      <a:pt x="6366" y="5737"/>
                    </a:cubicBezTo>
                    <a:cubicBezTo>
                      <a:pt x="6556" y="5498"/>
                      <a:pt x="6708" y="5231"/>
                      <a:pt x="6817" y="4943"/>
                    </a:cubicBezTo>
                    <a:cubicBezTo>
                      <a:pt x="6888" y="4780"/>
                      <a:pt x="6948" y="4606"/>
                      <a:pt x="7002" y="4438"/>
                    </a:cubicBezTo>
                    <a:cubicBezTo>
                      <a:pt x="7007" y="4416"/>
                      <a:pt x="7013" y="4394"/>
                      <a:pt x="7018" y="4372"/>
                    </a:cubicBezTo>
                    <a:cubicBezTo>
                      <a:pt x="7094" y="4439"/>
                      <a:pt x="7188" y="4474"/>
                      <a:pt x="7285" y="4474"/>
                    </a:cubicBezTo>
                    <a:cubicBezTo>
                      <a:pt x="7314" y="4474"/>
                      <a:pt x="7343" y="4471"/>
                      <a:pt x="7372" y="4465"/>
                    </a:cubicBezTo>
                    <a:cubicBezTo>
                      <a:pt x="7480" y="4438"/>
                      <a:pt x="7573" y="4362"/>
                      <a:pt x="7622" y="4258"/>
                    </a:cubicBezTo>
                    <a:cubicBezTo>
                      <a:pt x="7676" y="4144"/>
                      <a:pt x="7709" y="4019"/>
                      <a:pt x="7725" y="3889"/>
                    </a:cubicBezTo>
                    <a:cubicBezTo>
                      <a:pt x="7736" y="3774"/>
                      <a:pt x="7660" y="3693"/>
                      <a:pt x="7605" y="3595"/>
                    </a:cubicBezTo>
                    <a:cubicBezTo>
                      <a:pt x="7564" y="3512"/>
                      <a:pt x="7483" y="3459"/>
                      <a:pt x="7395" y="3459"/>
                    </a:cubicBezTo>
                    <a:cubicBezTo>
                      <a:pt x="7391" y="3459"/>
                      <a:pt x="7387" y="3459"/>
                      <a:pt x="7382" y="3459"/>
                    </a:cubicBezTo>
                    <a:lnTo>
                      <a:pt x="7355" y="3459"/>
                    </a:lnTo>
                    <a:cubicBezTo>
                      <a:pt x="7355" y="3432"/>
                      <a:pt x="7361" y="3410"/>
                      <a:pt x="7366" y="3388"/>
                    </a:cubicBezTo>
                    <a:cubicBezTo>
                      <a:pt x="7399" y="3269"/>
                      <a:pt x="7453" y="3160"/>
                      <a:pt x="7535" y="3062"/>
                    </a:cubicBezTo>
                    <a:cubicBezTo>
                      <a:pt x="7611" y="2954"/>
                      <a:pt x="7660" y="2823"/>
                      <a:pt x="7681" y="2693"/>
                    </a:cubicBezTo>
                    <a:cubicBezTo>
                      <a:pt x="7709" y="2551"/>
                      <a:pt x="7703" y="2410"/>
                      <a:pt x="7714" y="2274"/>
                    </a:cubicBezTo>
                    <a:cubicBezTo>
                      <a:pt x="7725" y="2133"/>
                      <a:pt x="7752" y="1986"/>
                      <a:pt x="7714" y="1839"/>
                    </a:cubicBezTo>
                    <a:cubicBezTo>
                      <a:pt x="7654" y="1606"/>
                      <a:pt x="7556" y="1345"/>
                      <a:pt x="7377" y="1171"/>
                    </a:cubicBezTo>
                    <a:cubicBezTo>
                      <a:pt x="7203" y="991"/>
                      <a:pt x="6969" y="872"/>
                      <a:pt x="6719" y="839"/>
                    </a:cubicBezTo>
                    <a:cubicBezTo>
                      <a:pt x="6572" y="823"/>
                      <a:pt x="6437" y="828"/>
                      <a:pt x="6301" y="752"/>
                    </a:cubicBezTo>
                    <a:cubicBezTo>
                      <a:pt x="6192" y="681"/>
                      <a:pt x="6089" y="594"/>
                      <a:pt x="6002" y="497"/>
                    </a:cubicBezTo>
                    <a:cubicBezTo>
                      <a:pt x="5920" y="421"/>
                      <a:pt x="5844" y="328"/>
                      <a:pt x="5757" y="257"/>
                    </a:cubicBezTo>
                    <a:cubicBezTo>
                      <a:pt x="5670" y="187"/>
                      <a:pt x="5534" y="149"/>
                      <a:pt x="5426" y="105"/>
                    </a:cubicBezTo>
                    <a:cubicBezTo>
                      <a:pt x="5218" y="36"/>
                      <a:pt x="4999" y="1"/>
                      <a:pt x="4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0"/>
              <p:cNvSpPr/>
              <p:nvPr/>
            </p:nvSpPr>
            <p:spPr>
              <a:xfrm>
                <a:off x="4764625" y="4995400"/>
                <a:ext cx="45150" cy="15650"/>
              </a:xfrm>
              <a:custGeom>
                <a:rect b="b" l="l" r="r" t="t"/>
                <a:pathLst>
                  <a:path extrusionOk="0" h="626" w="1806">
                    <a:moveTo>
                      <a:pt x="170" y="0"/>
                    </a:moveTo>
                    <a:cubicBezTo>
                      <a:pt x="162" y="0"/>
                      <a:pt x="155" y="3"/>
                      <a:pt x="148" y="9"/>
                    </a:cubicBezTo>
                    <a:cubicBezTo>
                      <a:pt x="1" y="161"/>
                      <a:pt x="495" y="373"/>
                      <a:pt x="577" y="411"/>
                    </a:cubicBezTo>
                    <a:cubicBezTo>
                      <a:pt x="713" y="471"/>
                      <a:pt x="854" y="514"/>
                      <a:pt x="996" y="547"/>
                    </a:cubicBezTo>
                    <a:cubicBezTo>
                      <a:pt x="1147" y="588"/>
                      <a:pt x="1316" y="626"/>
                      <a:pt x="1480" y="626"/>
                    </a:cubicBezTo>
                    <a:cubicBezTo>
                      <a:pt x="1581" y="626"/>
                      <a:pt x="1680" y="611"/>
                      <a:pt x="1773" y="574"/>
                    </a:cubicBezTo>
                    <a:cubicBezTo>
                      <a:pt x="1805" y="558"/>
                      <a:pt x="1800" y="509"/>
                      <a:pt x="1762" y="509"/>
                    </a:cubicBezTo>
                    <a:cubicBezTo>
                      <a:pt x="1673" y="509"/>
                      <a:pt x="1589" y="521"/>
                      <a:pt x="1498" y="521"/>
                    </a:cubicBezTo>
                    <a:cubicBezTo>
                      <a:pt x="1483" y="521"/>
                      <a:pt x="1468" y="521"/>
                      <a:pt x="1452" y="520"/>
                    </a:cubicBezTo>
                    <a:cubicBezTo>
                      <a:pt x="1338" y="514"/>
                      <a:pt x="1229" y="504"/>
                      <a:pt x="1121" y="476"/>
                    </a:cubicBezTo>
                    <a:cubicBezTo>
                      <a:pt x="979" y="449"/>
                      <a:pt x="838" y="417"/>
                      <a:pt x="702" y="368"/>
                    </a:cubicBezTo>
                    <a:cubicBezTo>
                      <a:pt x="642" y="346"/>
                      <a:pt x="126" y="129"/>
                      <a:pt x="196" y="58"/>
                    </a:cubicBezTo>
                    <a:cubicBezTo>
                      <a:pt x="218" y="32"/>
                      <a:pt x="196"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0"/>
              <p:cNvSpPr/>
              <p:nvPr/>
            </p:nvSpPr>
            <p:spPr>
              <a:xfrm>
                <a:off x="4779725" y="4988275"/>
                <a:ext cx="61200" cy="19300"/>
              </a:xfrm>
              <a:custGeom>
                <a:rect b="b" l="l" r="r" t="t"/>
                <a:pathLst>
                  <a:path extrusionOk="0" h="772" w="2448">
                    <a:moveTo>
                      <a:pt x="11" y="0"/>
                    </a:moveTo>
                    <a:cubicBezTo>
                      <a:pt x="0" y="0"/>
                      <a:pt x="0" y="17"/>
                      <a:pt x="11" y="17"/>
                    </a:cubicBezTo>
                    <a:cubicBezTo>
                      <a:pt x="114" y="22"/>
                      <a:pt x="218" y="49"/>
                      <a:pt x="321" y="60"/>
                    </a:cubicBezTo>
                    <a:cubicBezTo>
                      <a:pt x="424" y="71"/>
                      <a:pt x="533" y="82"/>
                      <a:pt x="642" y="98"/>
                    </a:cubicBezTo>
                    <a:cubicBezTo>
                      <a:pt x="848" y="131"/>
                      <a:pt x="1055" y="191"/>
                      <a:pt x="1256" y="240"/>
                    </a:cubicBezTo>
                    <a:cubicBezTo>
                      <a:pt x="1468" y="289"/>
                      <a:pt x="1669" y="365"/>
                      <a:pt x="1865" y="462"/>
                    </a:cubicBezTo>
                    <a:cubicBezTo>
                      <a:pt x="2044" y="555"/>
                      <a:pt x="2202" y="669"/>
                      <a:pt x="2381" y="767"/>
                    </a:cubicBezTo>
                    <a:cubicBezTo>
                      <a:pt x="2386" y="770"/>
                      <a:pt x="2392" y="771"/>
                      <a:pt x="2397" y="771"/>
                    </a:cubicBezTo>
                    <a:cubicBezTo>
                      <a:pt x="2422" y="771"/>
                      <a:pt x="2448" y="745"/>
                      <a:pt x="2430" y="718"/>
                    </a:cubicBezTo>
                    <a:lnTo>
                      <a:pt x="2425" y="718"/>
                    </a:lnTo>
                    <a:cubicBezTo>
                      <a:pt x="2310" y="566"/>
                      <a:pt x="2115" y="473"/>
                      <a:pt x="1952" y="392"/>
                    </a:cubicBezTo>
                    <a:cubicBezTo>
                      <a:pt x="1750" y="289"/>
                      <a:pt x="1538" y="212"/>
                      <a:pt x="1321" y="163"/>
                    </a:cubicBezTo>
                    <a:cubicBezTo>
                      <a:pt x="1109" y="120"/>
                      <a:pt x="903" y="77"/>
                      <a:pt x="685" y="49"/>
                    </a:cubicBezTo>
                    <a:cubicBezTo>
                      <a:pt x="576" y="38"/>
                      <a:pt x="468" y="28"/>
                      <a:pt x="359" y="22"/>
                    </a:cubicBezTo>
                    <a:cubicBezTo>
                      <a:pt x="250" y="22"/>
                      <a:pt x="131" y="6"/>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0"/>
              <p:cNvSpPr/>
              <p:nvPr/>
            </p:nvSpPr>
            <p:spPr>
              <a:xfrm>
                <a:off x="4806775" y="4982675"/>
                <a:ext cx="48300" cy="41875"/>
              </a:xfrm>
              <a:custGeom>
                <a:rect b="b" l="l" r="r" t="t"/>
                <a:pathLst>
                  <a:path extrusionOk="0" h="1675" w="1932">
                    <a:moveTo>
                      <a:pt x="53" y="0"/>
                    </a:moveTo>
                    <a:cubicBezTo>
                      <a:pt x="25" y="0"/>
                      <a:pt x="0" y="44"/>
                      <a:pt x="27" y="67"/>
                    </a:cubicBezTo>
                    <a:cubicBezTo>
                      <a:pt x="71" y="99"/>
                      <a:pt x="119" y="121"/>
                      <a:pt x="174" y="127"/>
                    </a:cubicBezTo>
                    <a:cubicBezTo>
                      <a:pt x="255" y="148"/>
                      <a:pt x="331" y="181"/>
                      <a:pt x="408" y="219"/>
                    </a:cubicBezTo>
                    <a:cubicBezTo>
                      <a:pt x="549" y="290"/>
                      <a:pt x="690" y="366"/>
                      <a:pt x="826" y="453"/>
                    </a:cubicBezTo>
                    <a:cubicBezTo>
                      <a:pt x="967" y="540"/>
                      <a:pt x="1103" y="643"/>
                      <a:pt x="1223" y="763"/>
                    </a:cubicBezTo>
                    <a:cubicBezTo>
                      <a:pt x="1277" y="811"/>
                      <a:pt x="1332" y="866"/>
                      <a:pt x="1381" y="926"/>
                    </a:cubicBezTo>
                    <a:cubicBezTo>
                      <a:pt x="1419" y="985"/>
                      <a:pt x="1473" y="1040"/>
                      <a:pt x="1533" y="1083"/>
                    </a:cubicBezTo>
                    <a:cubicBezTo>
                      <a:pt x="1565" y="1148"/>
                      <a:pt x="1598" y="1208"/>
                      <a:pt x="1636" y="1268"/>
                    </a:cubicBezTo>
                    <a:cubicBezTo>
                      <a:pt x="1718" y="1388"/>
                      <a:pt x="1761" y="1540"/>
                      <a:pt x="1843" y="1654"/>
                    </a:cubicBezTo>
                    <a:cubicBezTo>
                      <a:pt x="1852" y="1668"/>
                      <a:pt x="1865" y="1674"/>
                      <a:pt x="1878" y="1674"/>
                    </a:cubicBezTo>
                    <a:cubicBezTo>
                      <a:pt x="1904" y="1674"/>
                      <a:pt x="1931" y="1649"/>
                      <a:pt x="1924" y="1616"/>
                    </a:cubicBezTo>
                    <a:lnTo>
                      <a:pt x="1930" y="1611"/>
                    </a:lnTo>
                    <a:cubicBezTo>
                      <a:pt x="1897" y="1464"/>
                      <a:pt x="1843" y="1322"/>
                      <a:pt x="1761" y="1192"/>
                    </a:cubicBezTo>
                    <a:cubicBezTo>
                      <a:pt x="1663" y="1040"/>
                      <a:pt x="1587" y="877"/>
                      <a:pt x="1489" y="725"/>
                    </a:cubicBezTo>
                    <a:cubicBezTo>
                      <a:pt x="1402" y="589"/>
                      <a:pt x="1304" y="469"/>
                      <a:pt x="1190" y="366"/>
                    </a:cubicBezTo>
                    <a:cubicBezTo>
                      <a:pt x="1087" y="268"/>
                      <a:pt x="984" y="154"/>
                      <a:pt x="859" y="99"/>
                    </a:cubicBezTo>
                    <a:cubicBezTo>
                      <a:pt x="854" y="98"/>
                      <a:pt x="850" y="97"/>
                      <a:pt x="846" y="97"/>
                    </a:cubicBezTo>
                    <a:cubicBezTo>
                      <a:pt x="805" y="97"/>
                      <a:pt x="782" y="166"/>
                      <a:pt x="826" y="181"/>
                    </a:cubicBezTo>
                    <a:cubicBezTo>
                      <a:pt x="951" y="241"/>
                      <a:pt x="1054" y="382"/>
                      <a:pt x="1152" y="485"/>
                    </a:cubicBezTo>
                    <a:cubicBezTo>
                      <a:pt x="1207" y="545"/>
                      <a:pt x="1261" y="616"/>
                      <a:pt x="1310" y="686"/>
                    </a:cubicBezTo>
                    <a:lnTo>
                      <a:pt x="1304" y="681"/>
                    </a:lnTo>
                    <a:cubicBezTo>
                      <a:pt x="1190" y="567"/>
                      <a:pt x="1065" y="469"/>
                      <a:pt x="929" y="387"/>
                    </a:cubicBezTo>
                    <a:cubicBezTo>
                      <a:pt x="799" y="311"/>
                      <a:pt x="668" y="241"/>
                      <a:pt x="533" y="175"/>
                    </a:cubicBezTo>
                    <a:cubicBezTo>
                      <a:pt x="451" y="143"/>
                      <a:pt x="370" y="105"/>
                      <a:pt x="293" y="78"/>
                    </a:cubicBezTo>
                    <a:cubicBezTo>
                      <a:pt x="212" y="45"/>
                      <a:pt x="130" y="50"/>
                      <a:pt x="71" y="7"/>
                    </a:cubicBezTo>
                    <a:cubicBezTo>
                      <a:pt x="65" y="2"/>
                      <a:pt x="59"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0"/>
              <p:cNvSpPr/>
              <p:nvPr/>
            </p:nvSpPr>
            <p:spPr>
              <a:xfrm>
                <a:off x="4759325" y="5152750"/>
                <a:ext cx="4375" cy="5200"/>
              </a:xfrm>
              <a:custGeom>
                <a:rect b="b" l="l" r="r" t="t"/>
                <a:pathLst>
                  <a:path extrusionOk="0" h="208" w="175">
                    <a:moveTo>
                      <a:pt x="93" y="1"/>
                    </a:moveTo>
                    <a:cubicBezTo>
                      <a:pt x="86" y="1"/>
                      <a:pt x="78" y="2"/>
                      <a:pt x="71" y="4"/>
                    </a:cubicBezTo>
                    <a:cubicBezTo>
                      <a:pt x="50" y="10"/>
                      <a:pt x="28" y="26"/>
                      <a:pt x="17" y="42"/>
                    </a:cubicBezTo>
                    <a:cubicBezTo>
                      <a:pt x="6" y="59"/>
                      <a:pt x="6" y="75"/>
                      <a:pt x="6" y="91"/>
                    </a:cubicBezTo>
                    <a:lnTo>
                      <a:pt x="6" y="102"/>
                    </a:lnTo>
                    <a:cubicBezTo>
                      <a:pt x="1" y="118"/>
                      <a:pt x="1" y="135"/>
                      <a:pt x="6" y="151"/>
                    </a:cubicBezTo>
                    <a:cubicBezTo>
                      <a:pt x="12" y="167"/>
                      <a:pt x="23" y="184"/>
                      <a:pt x="39" y="194"/>
                    </a:cubicBezTo>
                    <a:lnTo>
                      <a:pt x="55" y="200"/>
                    </a:lnTo>
                    <a:cubicBezTo>
                      <a:pt x="65" y="205"/>
                      <a:pt x="76" y="207"/>
                      <a:pt x="88" y="207"/>
                    </a:cubicBezTo>
                    <a:cubicBezTo>
                      <a:pt x="114" y="207"/>
                      <a:pt x="142" y="194"/>
                      <a:pt x="153" y="167"/>
                    </a:cubicBezTo>
                    <a:cubicBezTo>
                      <a:pt x="175" y="129"/>
                      <a:pt x="175" y="80"/>
                      <a:pt x="153" y="37"/>
                    </a:cubicBezTo>
                    <a:lnTo>
                      <a:pt x="158" y="37"/>
                    </a:lnTo>
                    <a:cubicBezTo>
                      <a:pt x="146" y="15"/>
                      <a:pt x="119"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0"/>
              <p:cNvSpPr/>
              <p:nvPr/>
            </p:nvSpPr>
            <p:spPr>
              <a:xfrm>
                <a:off x="4757425" y="5166000"/>
                <a:ext cx="4100" cy="4275"/>
              </a:xfrm>
              <a:custGeom>
                <a:rect b="b" l="l" r="r" t="t"/>
                <a:pathLst>
                  <a:path extrusionOk="0" h="171" w="164">
                    <a:moveTo>
                      <a:pt x="88" y="0"/>
                    </a:moveTo>
                    <a:cubicBezTo>
                      <a:pt x="60" y="0"/>
                      <a:pt x="31" y="12"/>
                      <a:pt x="17" y="39"/>
                    </a:cubicBezTo>
                    <a:cubicBezTo>
                      <a:pt x="6" y="56"/>
                      <a:pt x="1" y="72"/>
                      <a:pt x="1" y="94"/>
                    </a:cubicBezTo>
                    <a:cubicBezTo>
                      <a:pt x="1" y="116"/>
                      <a:pt x="12" y="132"/>
                      <a:pt x="28" y="148"/>
                    </a:cubicBezTo>
                    <a:cubicBezTo>
                      <a:pt x="39" y="159"/>
                      <a:pt x="55" y="170"/>
                      <a:pt x="71" y="170"/>
                    </a:cubicBezTo>
                    <a:cubicBezTo>
                      <a:pt x="75" y="170"/>
                      <a:pt x="79" y="171"/>
                      <a:pt x="83" y="171"/>
                    </a:cubicBezTo>
                    <a:cubicBezTo>
                      <a:pt x="117" y="171"/>
                      <a:pt x="149" y="150"/>
                      <a:pt x="158" y="116"/>
                    </a:cubicBezTo>
                    <a:cubicBezTo>
                      <a:pt x="164" y="105"/>
                      <a:pt x="164" y="88"/>
                      <a:pt x="164" y="78"/>
                    </a:cubicBezTo>
                    <a:cubicBezTo>
                      <a:pt x="164" y="61"/>
                      <a:pt x="158" y="45"/>
                      <a:pt x="147" y="34"/>
                    </a:cubicBezTo>
                    <a:cubicBezTo>
                      <a:pt x="137" y="18"/>
                      <a:pt x="120" y="7"/>
                      <a:pt x="104" y="1"/>
                    </a:cubicBezTo>
                    <a:cubicBezTo>
                      <a:pt x="99" y="1"/>
                      <a:pt x="93"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0"/>
              <p:cNvSpPr/>
              <p:nvPr/>
            </p:nvSpPr>
            <p:spPr>
              <a:xfrm>
                <a:off x="4693275" y="5147000"/>
                <a:ext cx="10350" cy="6875"/>
              </a:xfrm>
              <a:custGeom>
                <a:rect b="b" l="l" r="r" t="t"/>
                <a:pathLst>
                  <a:path extrusionOk="0" h="275" w="414">
                    <a:moveTo>
                      <a:pt x="356" y="1"/>
                    </a:moveTo>
                    <a:cubicBezTo>
                      <a:pt x="350" y="1"/>
                      <a:pt x="344" y="2"/>
                      <a:pt x="338" y="6"/>
                    </a:cubicBezTo>
                    <a:cubicBezTo>
                      <a:pt x="262" y="44"/>
                      <a:pt x="191" y="77"/>
                      <a:pt x="115" y="109"/>
                    </a:cubicBezTo>
                    <a:cubicBezTo>
                      <a:pt x="61" y="136"/>
                      <a:pt x="1" y="180"/>
                      <a:pt x="28" y="250"/>
                    </a:cubicBezTo>
                    <a:cubicBezTo>
                      <a:pt x="37" y="268"/>
                      <a:pt x="51" y="274"/>
                      <a:pt x="66" y="274"/>
                    </a:cubicBezTo>
                    <a:cubicBezTo>
                      <a:pt x="79" y="274"/>
                      <a:pt x="91" y="269"/>
                      <a:pt x="99" y="261"/>
                    </a:cubicBezTo>
                    <a:cubicBezTo>
                      <a:pt x="191" y="196"/>
                      <a:pt x="295" y="147"/>
                      <a:pt x="382" y="71"/>
                    </a:cubicBezTo>
                    <a:cubicBezTo>
                      <a:pt x="413" y="44"/>
                      <a:pt x="388" y="1"/>
                      <a:pt x="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0"/>
              <p:cNvSpPr/>
              <p:nvPr/>
            </p:nvSpPr>
            <p:spPr>
              <a:xfrm>
                <a:off x="4690300" y="5153975"/>
                <a:ext cx="11550" cy="6700"/>
              </a:xfrm>
              <a:custGeom>
                <a:rect b="b" l="l" r="r" t="t"/>
                <a:pathLst>
                  <a:path extrusionOk="0" h="268" w="462">
                    <a:moveTo>
                      <a:pt x="384" y="0"/>
                    </a:moveTo>
                    <a:cubicBezTo>
                      <a:pt x="378" y="0"/>
                      <a:pt x="371" y="1"/>
                      <a:pt x="365" y="4"/>
                    </a:cubicBezTo>
                    <a:lnTo>
                      <a:pt x="359" y="4"/>
                    </a:lnTo>
                    <a:cubicBezTo>
                      <a:pt x="332" y="15"/>
                      <a:pt x="305" y="20"/>
                      <a:pt x="278" y="31"/>
                    </a:cubicBezTo>
                    <a:cubicBezTo>
                      <a:pt x="256" y="37"/>
                      <a:pt x="234" y="48"/>
                      <a:pt x="212" y="58"/>
                    </a:cubicBezTo>
                    <a:cubicBezTo>
                      <a:pt x="185" y="69"/>
                      <a:pt x="147" y="80"/>
                      <a:pt x="120" y="96"/>
                    </a:cubicBezTo>
                    <a:cubicBezTo>
                      <a:pt x="60" y="124"/>
                      <a:pt x="0" y="205"/>
                      <a:pt x="71" y="254"/>
                    </a:cubicBezTo>
                    <a:cubicBezTo>
                      <a:pt x="78" y="264"/>
                      <a:pt x="89" y="268"/>
                      <a:pt x="99" y="268"/>
                    </a:cubicBezTo>
                    <a:cubicBezTo>
                      <a:pt x="113" y="268"/>
                      <a:pt x="127" y="261"/>
                      <a:pt x="136" y="249"/>
                    </a:cubicBezTo>
                    <a:cubicBezTo>
                      <a:pt x="147" y="232"/>
                      <a:pt x="158" y="216"/>
                      <a:pt x="169" y="205"/>
                    </a:cubicBezTo>
                    <a:cubicBezTo>
                      <a:pt x="185" y="189"/>
                      <a:pt x="207" y="178"/>
                      <a:pt x="229" y="173"/>
                    </a:cubicBezTo>
                    <a:cubicBezTo>
                      <a:pt x="256" y="162"/>
                      <a:pt x="278" y="145"/>
                      <a:pt x="305" y="135"/>
                    </a:cubicBezTo>
                    <a:cubicBezTo>
                      <a:pt x="327" y="118"/>
                      <a:pt x="375" y="113"/>
                      <a:pt x="414" y="91"/>
                    </a:cubicBezTo>
                    <a:cubicBezTo>
                      <a:pt x="461" y="62"/>
                      <a:pt x="429" y="0"/>
                      <a:pt x="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0"/>
              <p:cNvSpPr/>
              <p:nvPr/>
            </p:nvSpPr>
            <p:spPr>
              <a:xfrm>
                <a:off x="4689325" y="5161000"/>
                <a:ext cx="10200" cy="6600"/>
              </a:xfrm>
              <a:custGeom>
                <a:rect b="b" l="l" r="r" t="t"/>
                <a:pathLst>
                  <a:path extrusionOk="0" h="264" w="408">
                    <a:moveTo>
                      <a:pt x="330" y="0"/>
                    </a:moveTo>
                    <a:cubicBezTo>
                      <a:pt x="322" y="0"/>
                      <a:pt x="314" y="2"/>
                      <a:pt x="306" y="6"/>
                    </a:cubicBezTo>
                    <a:lnTo>
                      <a:pt x="311" y="6"/>
                    </a:lnTo>
                    <a:cubicBezTo>
                      <a:pt x="289" y="22"/>
                      <a:pt x="268" y="33"/>
                      <a:pt x="251" y="55"/>
                    </a:cubicBezTo>
                    <a:cubicBezTo>
                      <a:pt x="230" y="71"/>
                      <a:pt x="202" y="82"/>
                      <a:pt x="175" y="82"/>
                    </a:cubicBezTo>
                    <a:cubicBezTo>
                      <a:pt x="126" y="93"/>
                      <a:pt x="77" y="120"/>
                      <a:pt x="39" y="158"/>
                    </a:cubicBezTo>
                    <a:cubicBezTo>
                      <a:pt x="0" y="202"/>
                      <a:pt x="32" y="264"/>
                      <a:pt x="82" y="264"/>
                    </a:cubicBezTo>
                    <a:cubicBezTo>
                      <a:pt x="87" y="264"/>
                      <a:pt x="93" y="263"/>
                      <a:pt x="99" y="261"/>
                    </a:cubicBezTo>
                    <a:cubicBezTo>
                      <a:pt x="126" y="256"/>
                      <a:pt x="148" y="239"/>
                      <a:pt x="170" y="223"/>
                    </a:cubicBezTo>
                    <a:cubicBezTo>
                      <a:pt x="186" y="207"/>
                      <a:pt x="213" y="196"/>
                      <a:pt x="235" y="196"/>
                    </a:cubicBezTo>
                    <a:cubicBezTo>
                      <a:pt x="295" y="180"/>
                      <a:pt x="317" y="131"/>
                      <a:pt x="366" y="104"/>
                    </a:cubicBezTo>
                    <a:cubicBezTo>
                      <a:pt x="408" y="66"/>
                      <a:pt x="377" y="0"/>
                      <a:pt x="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0"/>
              <p:cNvSpPr/>
              <p:nvPr/>
            </p:nvSpPr>
            <p:spPr>
              <a:xfrm>
                <a:off x="4785975" y="5164050"/>
                <a:ext cx="3950" cy="7850"/>
              </a:xfrm>
              <a:custGeom>
                <a:rect b="b" l="l" r="r" t="t"/>
                <a:pathLst>
                  <a:path extrusionOk="0" h="314" w="158">
                    <a:moveTo>
                      <a:pt x="114" y="1"/>
                    </a:moveTo>
                    <a:cubicBezTo>
                      <a:pt x="93" y="1"/>
                      <a:pt x="71" y="14"/>
                      <a:pt x="71" y="41"/>
                    </a:cubicBezTo>
                    <a:cubicBezTo>
                      <a:pt x="60" y="96"/>
                      <a:pt x="44" y="150"/>
                      <a:pt x="17" y="204"/>
                    </a:cubicBezTo>
                    <a:cubicBezTo>
                      <a:pt x="1" y="251"/>
                      <a:pt x="20" y="313"/>
                      <a:pt x="75" y="313"/>
                    </a:cubicBezTo>
                    <a:cubicBezTo>
                      <a:pt x="77" y="313"/>
                      <a:pt x="79" y="313"/>
                      <a:pt x="82" y="313"/>
                    </a:cubicBezTo>
                    <a:cubicBezTo>
                      <a:pt x="125" y="313"/>
                      <a:pt x="147" y="275"/>
                      <a:pt x="131" y="237"/>
                    </a:cubicBezTo>
                    <a:cubicBezTo>
                      <a:pt x="131" y="221"/>
                      <a:pt x="136" y="204"/>
                      <a:pt x="142" y="188"/>
                    </a:cubicBezTo>
                    <a:cubicBezTo>
                      <a:pt x="152" y="139"/>
                      <a:pt x="158" y="90"/>
                      <a:pt x="158" y="41"/>
                    </a:cubicBezTo>
                    <a:cubicBezTo>
                      <a:pt x="158" y="14"/>
                      <a:pt x="136" y="1"/>
                      <a:pt x="1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0"/>
              <p:cNvSpPr/>
              <p:nvPr/>
            </p:nvSpPr>
            <p:spPr>
              <a:xfrm>
                <a:off x="4791000" y="5165950"/>
                <a:ext cx="4775" cy="7400"/>
              </a:xfrm>
              <a:custGeom>
                <a:rect b="b" l="l" r="r" t="t"/>
                <a:pathLst>
                  <a:path extrusionOk="0" h="296" w="191">
                    <a:moveTo>
                      <a:pt x="23" y="274"/>
                    </a:moveTo>
                    <a:cubicBezTo>
                      <a:pt x="22" y="274"/>
                      <a:pt x="27" y="278"/>
                      <a:pt x="33" y="281"/>
                    </a:cubicBezTo>
                    <a:cubicBezTo>
                      <a:pt x="26" y="276"/>
                      <a:pt x="23" y="274"/>
                      <a:pt x="23" y="274"/>
                    </a:cubicBezTo>
                    <a:close/>
                    <a:moveTo>
                      <a:pt x="129" y="1"/>
                    </a:moveTo>
                    <a:cubicBezTo>
                      <a:pt x="101" y="1"/>
                      <a:pt x="74" y="20"/>
                      <a:pt x="76" y="58"/>
                    </a:cubicBezTo>
                    <a:cubicBezTo>
                      <a:pt x="76" y="85"/>
                      <a:pt x="60" y="96"/>
                      <a:pt x="44" y="118"/>
                    </a:cubicBezTo>
                    <a:cubicBezTo>
                      <a:pt x="22" y="150"/>
                      <a:pt x="6" y="183"/>
                      <a:pt x="0" y="226"/>
                    </a:cubicBezTo>
                    <a:cubicBezTo>
                      <a:pt x="0" y="248"/>
                      <a:pt x="17" y="270"/>
                      <a:pt x="33" y="281"/>
                    </a:cubicBezTo>
                    <a:cubicBezTo>
                      <a:pt x="38" y="286"/>
                      <a:pt x="49" y="292"/>
                      <a:pt x="55" y="292"/>
                    </a:cubicBezTo>
                    <a:cubicBezTo>
                      <a:pt x="59" y="294"/>
                      <a:pt x="65" y="295"/>
                      <a:pt x="70" y="295"/>
                    </a:cubicBezTo>
                    <a:cubicBezTo>
                      <a:pt x="78" y="295"/>
                      <a:pt x="86" y="292"/>
                      <a:pt x="93" y="286"/>
                    </a:cubicBezTo>
                    <a:lnTo>
                      <a:pt x="103" y="276"/>
                    </a:lnTo>
                    <a:lnTo>
                      <a:pt x="103" y="276"/>
                    </a:lnTo>
                    <a:cubicBezTo>
                      <a:pt x="102" y="277"/>
                      <a:pt x="101" y="278"/>
                      <a:pt x="101" y="278"/>
                    </a:cubicBezTo>
                    <a:cubicBezTo>
                      <a:pt x="101" y="278"/>
                      <a:pt x="120" y="258"/>
                      <a:pt x="120" y="253"/>
                    </a:cubicBezTo>
                    <a:cubicBezTo>
                      <a:pt x="120" y="253"/>
                      <a:pt x="131" y="232"/>
                      <a:pt x="136" y="221"/>
                    </a:cubicBezTo>
                    <a:cubicBezTo>
                      <a:pt x="168" y="173"/>
                      <a:pt x="189" y="115"/>
                      <a:pt x="191" y="57"/>
                    </a:cubicBezTo>
                    <a:lnTo>
                      <a:pt x="191" y="57"/>
                    </a:lnTo>
                    <a:cubicBezTo>
                      <a:pt x="191" y="57"/>
                      <a:pt x="191" y="58"/>
                      <a:pt x="191" y="58"/>
                    </a:cubicBezTo>
                    <a:lnTo>
                      <a:pt x="191" y="52"/>
                    </a:lnTo>
                    <a:cubicBezTo>
                      <a:pt x="191" y="54"/>
                      <a:pt x="191" y="56"/>
                      <a:pt x="191" y="57"/>
                    </a:cubicBezTo>
                    <a:lnTo>
                      <a:pt x="191" y="57"/>
                    </a:lnTo>
                    <a:cubicBezTo>
                      <a:pt x="188" y="20"/>
                      <a:pt x="158" y="1"/>
                      <a:pt x="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0"/>
              <p:cNvSpPr/>
              <p:nvPr/>
            </p:nvSpPr>
            <p:spPr>
              <a:xfrm>
                <a:off x="4707550" y="5075850"/>
                <a:ext cx="6150" cy="8375"/>
              </a:xfrm>
              <a:custGeom>
                <a:rect b="b" l="l" r="r" t="t"/>
                <a:pathLst>
                  <a:path extrusionOk="0" h="335" w="246">
                    <a:moveTo>
                      <a:pt x="205" y="1"/>
                    </a:moveTo>
                    <a:cubicBezTo>
                      <a:pt x="184" y="1"/>
                      <a:pt x="164" y="14"/>
                      <a:pt x="164" y="42"/>
                    </a:cubicBezTo>
                    <a:lnTo>
                      <a:pt x="164" y="36"/>
                    </a:lnTo>
                    <a:cubicBezTo>
                      <a:pt x="158" y="129"/>
                      <a:pt x="1" y="243"/>
                      <a:pt x="93" y="324"/>
                    </a:cubicBezTo>
                    <a:cubicBezTo>
                      <a:pt x="100" y="331"/>
                      <a:pt x="108" y="334"/>
                      <a:pt x="115" y="334"/>
                    </a:cubicBezTo>
                    <a:cubicBezTo>
                      <a:pt x="126" y="334"/>
                      <a:pt x="136" y="328"/>
                      <a:pt x="142" y="319"/>
                    </a:cubicBezTo>
                    <a:cubicBezTo>
                      <a:pt x="169" y="275"/>
                      <a:pt x="180" y="226"/>
                      <a:pt x="202" y="183"/>
                    </a:cubicBezTo>
                    <a:cubicBezTo>
                      <a:pt x="229" y="139"/>
                      <a:pt x="245" y="90"/>
                      <a:pt x="245" y="42"/>
                    </a:cubicBezTo>
                    <a:cubicBezTo>
                      <a:pt x="245" y="14"/>
                      <a:pt x="225"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0"/>
              <p:cNvSpPr/>
              <p:nvPr/>
            </p:nvSpPr>
            <p:spPr>
              <a:xfrm>
                <a:off x="4712575" y="5080275"/>
                <a:ext cx="5825" cy="6550"/>
              </a:xfrm>
              <a:custGeom>
                <a:rect b="b" l="l" r="r" t="t"/>
                <a:pathLst>
                  <a:path extrusionOk="0" h="262" w="233">
                    <a:moveTo>
                      <a:pt x="178" y="1"/>
                    </a:moveTo>
                    <a:cubicBezTo>
                      <a:pt x="169" y="1"/>
                      <a:pt x="161" y="4"/>
                      <a:pt x="153" y="11"/>
                    </a:cubicBezTo>
                    <a:cubicBezTo>
                      <a:pt x="142" y="22"/>
                      <a:pt x="131" y="33"/>
                      <a:pt x="126" y="44"/>
                    </a:cubicBezTo>
                    <a:cubicBezTo>
                      <a:pt x="126" y="55"/>
                      <a:pt x="126" y="60"/>
                      <a:pt x="120" y="71"/>
                    </a:cubicBezTo>
                    <a:cubicBezTo>
                      <a:pt x="115" y="87"/>
                      <a:pt x="77" y="109"/>
                      <a:pt x="66" y="125"/>
                    </a:cubicBezTo>
                    <a:cubicBezTo>
                      <a:pt x="33" y="158"/>
                      <a:pt x="1" y="229"/>
                      <a:pt x="55" y="261"/>
                    </a:cubicBezTo>
                    <a:cubicBezTo>
                      <a:pt x="66" y="261"/>
                      <a:pt x="77" y="261"/>
                      <a:pt x="88" y="256"/>
                    </a:cubicBezTo>
                    <a:cubicBezTo>
                      <a:pt x="115" y="229"/>
                      <a:pt x="126" y="180"/>
                      <a:pt x="153" y="153"/>
                    </a:cubicBezTo>
                    <a:cubicBezTo>
                      <a:pt x="169" y="142"/>
                      <a:pt x="180" y="131"/>
                      <a:pt x="191" y="115"/>
                    </a:cubicBezTo>
                    <a:cubicBezTo>
                      <a:pt x="197" y="104"/>
                      <a:pt x="197" y="77"/>
                      <a:pt x="207" y="66"/>
                    </a:cubicBezTo>
                    <a:cubicBezTo>
                      <a:pt x="233" y="36"/>
                      <a:pt x="206"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0"/>
              <p:cNvSpPr/>
              <p:nvPr/>
            </p:nvSpPr>
            <p:spPr>
              <a:xfrm>
                <a:off x="4717075" y="5085400"/>
                <a:ext cx="3700" cy="5350"/>
              </a:xfrm>
              <a:custGeom>
                <a:rect b="b" l="l" r="r" t="t"/>
                <a:pathLst>
                  <a:path extrusionOk="0" h="214" w="148">
                    <a:moveTo>
                      <a:pt x="87" y="0"/>
                    </a:moveTo>
                    <a:cubicBezTo>
                      <a:pt x="60" y="0"/>
                      <a:pt x="41" y="32"/>
                      <a:pt x="60" y="56"/>
                    </a:cubicBezTo>
                    <a:cubicBezTo>
                      <a:pt x="55" y="62"/>
                      <a:pt x="49" y="67"/>
                      <a:pt x="49" y="73"/>
                    </a:cubicBezTo>
                    <a:cubicBezTo>
                      <a:pt x="33" y="89"/>
                      <a:pt x="22" y="105"/>
                      <a:pt x="11" y="122"/>
                    </a:cubicBezTo>
                    <a:cubicBezTo>
                      <a:pt x="0" y="143"/>
                      <a:pt x="0" y="165"/>
                      <a:pt x="11" y="181"/>
                    </a:cubicBezTo>
                    <a:cubicBezTo>
                      <a:pt x="17" y="198"/>
                      <a:pt x="27" y="214"/>
                      <a:pt x="44" y="214"/>
                    </a:cubicBezTo>
                    <a:cubicBezTo>
                      <a:pt x="55" y="214"/>
                      <a:pt x="60" y="209"/>
                      <a:pt x="65" y="203"/>
                    </a:cubicBezTo>
                    <a:lnTo>
                      <a:pt x="71" y="192"/>
                    </a:lnTo>
                    <a:lnTo>
                      <a:pt x="71" y="192"/>
                    </a:lnTo>
                    <a:cubicBezTo>
                      <a:pt x="69" y="194"/>
                      <a:pt x="68" y="195"/>
                      <a:pt x="68" y="195"/>
                    </a:cubicBezTo>
                    <a:cubicBezTo>
                      <a:pt x="66" y="195"/>
                      <a:pt x="69" y="191"/>
                      <a:pt x="76" y="187"/>
                    </a:cubicBezTo>
                    <a:cubicBezTo>
                      <a:pt x="87" y="181"/>
                      <a:pt x="98" y="160"/>
                      <a:pt x="109" y="143"/>
                    </a:cubicBezTo>
                    <a:cubicBezTo>
                      <a:pt x="131" y="116"/>
                      <a:pt x="147" y="78"/>
                      <a:pt x="147" y="40"/>
                    </a:cubicBezTo>
                    <a:lnTo>
                      <a:pt x="147" y="35"/>
                    </a:lnTo>
                    <a:cubicBezTo>
                      <a:pt x="147" y="24"/>
                      <a:pt x="136" y="2"/>
                      <a:pt x="120" y="2"/>
                    </a:cubicBezTo>
                    <a:lnTo>
                      <a:pt x="98" y="2"/>
                    </a:lnTo>
                    <a:cubicBezTo>
                      <a:pt x="94" y="1"/>
                      <a:pt x="90" y="0"/>
                      <a:pt x="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120"/>
            <p:cNvGrpSpPr/>
            <p:nvPr/>
          </p:nvGrpSpPr>
          <p:grpSpPr>
            <a:xfrm>
              <a:off x="3485587" y="4198076"/>
              <a:ext cx="238530" cy="274329"/>
              <a:chOff x="5017125" y="4956325"/>
              <a:chExt cx="185800" cy="210650"/>
            </a:xfrm>
          </p:grpSpPr>
          <p:sp>
            <p:nvSpPr>
              <p:cNvPr id="5966" name="Google Shape;5966;p120"/>
              <p:cNvSpPr/>
              <p:nvPr/>
            </p:nvSpPr>
            <p:spPr>
              <a:xfrm>
                <a:off x="5072575" y="5066025"/>
                <a:ext cx="62400" cy="28550"/>
              </a:xfrm>
              <a:custGeom>
                <a:rect b="b" l="l" r="r" t="t"/>
                <a:pathLst>
                  <a:path extrusionOk="0" h="1142" w="2496">
                    <a:moveTo>
                      <a:pt x="620" y="538"/>
                    </a:moveTo>
                    <a:cubicBezTo>
                      <a:pt x="642" y="538"/>
                      <a:pt x="658" y="538"/>
                      <a:pt x="674" y="543"/>
                    </a:cubicBezTo>
                    <a:cubicBezTo>
                      <a:pt x="723" y="549"/>
                      <a:pt x="772" y="560"/>
                      <a:pt x="821" y="570"/>
                    </a:cubicBezTo>
                    <a:cubicBezTo>
                      <a:pt x="928" y="579"/>
                      <a:pt x="1034" y="588"/>
                      <a:pt x="1141" y="588"/>
                    </a:cubicBezTo>
                    <a:cubicBezTo>
                      <a:pt x="1165" y="588"/>
                      <a:pt x="1189" y="588"/>
                      <a:pt x="1212" y="587"/>
                    </a:cubicBezTo>
                    <a:cubicBezTo>
                      <a:pt x="1272" y="592"/>
                      <a:pt x="1338" y="598"/>
                      <a:pt x="1403" y="603"/>
                    </a:cubicBezTo>
                    <a:cubicBezTo>
                      <a:pt x="1457" y="598"/>
                      <a:pt x="1517" y="592"/>
                      <a:pt x="1577" y="587"/>
                    </a:cubicBezTo>
                    <a:cubicBezTo>
                      <a:pt x="1647" y="581"/>
                      <a:pt x="1718" y="581"/>
                      <a:pt x="1789" y="576"/>
                    </a:cubicBezTo>
                    <a:cubicBezTo>
                      <a:pt x="1805" y="576"/>
                      <a:pt x="1865" y="565"/>
                      <a:pt x="1908" y="560"/>
                    </a:cubicBezTo>
                    <a:lnTo>
                      <a:pt x="1908" y="560"/>
                    </a:lnTo>
                    <a:cubicBezTo>
                      <a:pt x="1897" y="576"/>
                      <a:pt x="1892" y="587"/>
                      <a:pt x="1892" y="603"/>
                    </a:cubicBezTo>
                    <a:cubicBezTo>
                      <a:pt x="1887" y="641"/>
                      <a:pt x="1897" y="674"/>
                      <a:pt x="1925" y="701"/>
                    </a:cubicBezTo>
                    <a:lnTo>
                      <a:pt x="1903" y="712"/>
                    </a:lnTo>
                    <a:lnTo>
                      <a:pt x="1897" y="712"/>
                    </a:lnTo>
                    <a:cubicBezTo>
                      <a:pt x="1816" y="728"/>
                      <a:pt x="1745" y="766"/>
                      <a:pt x="1680" y="820"/>
                    </a:cubicBezTo>
                    <a:cubicBezTo>
                      <a:pt x="1669" y="820"/>
                      <a:pt x="1658" y="826"/>
                      <a:pt x="1642" y="831"/>
                    </a:cubicBezTo>
                    <a:cubicBezTo>
                      <a:pt x="1566" y="853"/>
                      <a:pt x="1490" y="875"/>
                      <a:pt x="1414" y="886"/>
                    </a:cubicBezTo>
                    <a:cubicBezTo>
                      <a:pt x="1321" y="886"/>
                      <a:pt x="1229" y="875"/>
                      <a:pt x="1142" y="853"/>
                    </a:cubicBezTo>
                    <a:lnTo>
                      <a:pt x="1087" y="853"/>
                    </a:lnTo>
                    <a:cubicBezTo>
                      <a:pt x="1087" y="853"/>
                      <a:pt x="1077" y="848"/>
                      <a:pt x="1071" y="842"/>
                    </a:cubicBezTo>
                    <a:cubicBezTo>
                      <a:pt x="1033" y="831"/>
                      <a:pt x="995" y="826"/>
                      <a:pt x="957" y="810"/>
                    </a:cubicBezTo>
                    <a:cubicBezTo>
                      <a:pt x="881" y="777"/>
                      <a:pt x="816" y="734"/>
                      <a:pt x="767" y="674"/>
                    </a:cubicBezTo>
                    <a:cubicBezTo>
                      <a:pt x="718" y="630"/>
                      <a:pt x="669" y="587"/>
                      <a:pt x="620" y="538"/>
                    </a:cubicBezTo>
                    <a:close/>
                    <a:moveTo>
                      <a:pt x="157" y="1"/>
                    </a:moveTo>
                    <a:cubicBezTo>
                      <a:pt x="111" y="1"/>
                      <a:pt x="67" y="20"/>
                      <a:pt x="27" y="76"/>
                    </a:cubicBezTo>
                    <a:cubicBezTo>
                      <a:pt x="0" y="114"/>
                      <a:pt x="0" y="163"/>
                      <a:pt x="27" y="206"/>
                    </a:cubicBezTo>
                    <a:cubicBezTo>
                      <a:pt x="49" y="244"/>
                      <a:pt x="87" y="271"/>
                      <a:pt x="109" y="315"/>
                    </a:cubicBezTo>
                    <a:cubicBezTo>
                      <a:pt x="131" y="353"/>
                      <a:pt x="153" y="396"/>
                      <a:pt x="180" y="435"/>
                    </a:cubicBezTo>
                    <a:cubicBezTo>
                      <a:pt x="212" y="483"/>
                      <a:pt x="261" y="516"/>
                      <a:pt x="316" y="527"/>
                    </a:cubicBezTo>
                    <a:cubicBezTo>
                      <a:pt x="348" y="565"/>
                      <a:pt x="381" y="598"/>
                      <a:pt x="419" y="630"/>
                    </a:cubicBezTo>
                    <a:cubicBezTo>
                      <a:pt x="495" y="706"/>
                      <a:pt x="566" y="788"/>
                      <a:pt x="642" y="864"/>
                    </a:cubicBezTo>
                    <a:cubicBezTo>
                      <a:pt x="778" y="994"/>
                      <a:pt x="946" y="1076"/>
                      <a:pt x="1131" y="1109"/>
                    </a:cubicBezTo>
                    <a:cubicBezTo>
                      <a:pt x="1234" y="1130"/>
                      <a:pt x="1343" y="1141"/>
                      <a:pt x="1446" y="1141"/>
                    </a:cubicBezTo>
                    <a:cubicBezTo>
                      <a:pt x="1495" y="1136"/>
                      <a:pt x="1544" y="1125"/>
                      <a:pt x="1588" y="1109"/>
                    </a:cubicBezTo>
                    <a:cubicBezTo>
                      <a:pt x="1636" y="1092"/>
                      <a:pt x="1685" y="1092"/>
                      <a:pt x="1734" y="1081"/>
                    </a:cubicBezTo>
                    <a:cubicBezTo>
                      <a:pt x="1843" y="1054"/>
                      <a:pt x="1946" y="1000"/>
                      <a:pt x="2033" y="924"/>
                    </a:cubicBezTo>
                    <a:cubicBezTo>
                      <a:pt x="2099" y="875"/>
                      <a:pt x="2180" y="820"/>
                      <a:pt x="2207" y="739"/>
                    </a:cubicBezTo>
                    <a:cubicBezTo>
                      <a:pt x="2218" y="712"/>
                      <a:pt x="2207" y="685"/>
                      <a:pt x="2185" y="668"/>
                    </a:cubicBezTo>
                    <a:lnTo>
                      <a:pt x="2196" y="663"/>
                    </a:lnTo>
                    <a:cubicBezTo>
                      <a:pt x="2262" y="592"/>
                      <a:pt x="2321" y="522"/>
                      <a:pt x="2365" y="440"/>
                    </a:cubicBezTo>
                    <a:cubicBezTo>
                      <a:pt x="2381" y="429"/>
                      <a:pt x="2397" y="424"/>
                      <a:pt x="2414" y="413"/>
                    </a:cubicBezTo>
                    <a:cubicBezTo>
                      <a:pt x="2474" y="369"/>
                      <a:pt x="2495" y="288"/>
                      <a:pt x="2463" y="228"/>
                    </a:cubicBezTo>
                    <a:cubicBezTo>
                      <a:pt x="2468" y="212"/>
                      <a:pt x="2479" y="201"/>
                      <a:pt x="2484" y="185"/>
                    </a:cubicBezTo>
                    <a:cubicBezTo>
                      <a:pt x="2490" y="168"/>
                      <a:pt x="2484" y="152"/>
                      <a:pt x="2479" y="136"/>
                    </a:cubicBezTo>
                    <a:lnTo>
                      <a:pt x="2474" y="136"/>
                    </a:lnTo>
                    <a:cubicBezTo>
                      <a:pt x="2474" y="119"/>
                      <a:pt x="2474" y="108"/>
                      <a:pt x="2468" y="92"/>
                    </a:cubicBezTo>
                    <a:cubicBezTo>
                      <a:pt x="2459" y="64"/>
                      <a:pt x="2433" y="48"/>
                      <a:pt x="2408" y="48"/>
                    </a:cubicBezTo>
                    <a:cubicBezTo>
                      <a:pt x="2404" y="48"/>
                      <a:pt x="2401" y="48"/>
                      <a:pt x="2397" y="49"/>
                    </a:cubicBezTo>
                    <a:cubicBezTo>
                      <a:pt x="2359" y="59"/>
                      <a:pt x="2321" y="81"/>
                      <a:pt x="2300" y="108"/>
                    </a:cubicBezTo>
                    <a:cubicBezTo>
                      <a:pt x="2267" y="108"/>
                      <a:pt x="2234" y="114"/>
                      <a:pt x="2207" y="119"/>
                    </a:cubicBezTo>
                    <a:cubicBezTo>
                      <a:pt x="2120" y="136"/>
                      <a:pt x="2033" y="146"/>
                      <a:pt x="1946" y="168"/>
                    </a:cubicBezTo>
                    <a:cubicBezTo>
                      <a:pt x="1859" y="190"/>
                      <a:pt x="1778" y="206"/>
                      <a:pt x="1696" y="228"/>
                    </a:cubicBezTo>
                    <a:cubicBezTo>
                      <a:pt x="1658" y="239"/>
                      <a:pt x="1620" y="239"/>
                      <a:pt x="1582" y="250"/>
                    </a:cubicBezTo>
                    <a:cubicBezTo>
                      <a:pt x="1528" y="244"/>
                      <a:pt x="1479" y="244"/>
                      <a:pt x="1424" y="233"/>
                    </a:cubicBezTo>
                    <a:cubicBezTo>
                      <a:pt x="1310" y="223"/>
                      <a:pt x="1196" y="206"/>
                      <a:pt x="1082" y="185"/>
                    </a:cubicBezTo>
                    <a:cubicBezTo>
                      <a:pt x="973" y="157"/>
                      <a:pt x="865" y="136"/>
                      <a:pt x="756" y="108"/>
                    </a:cubicBezTo>
                    <a:cubicBezTo>
                      <a:pt x="707" y="98"/>
                      <a:pt x="653" y="87"/>
                      <a:pt x="604" y="76"/>
                    </a:cubicBezTo>
                    <a:cubicBezTo>
                      <a:pt x="567" y="76"/>
                      <a:pt x="531" y="78"/>
                      <a:pt x="495" y="78"/>
                    </a:cubicBezTo>
                    <a:cubicBezTo>
                      <a:pt x="477" y="78"/>
                      <a:pt x="459" y="78"/>
                      <a:pt x="441" y="76"/>
                    </a:cubicBezTo>
                    <a:cubicBezTo>
                      <a:pt x="344" y="69"/>
                      <a:pt x="246"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0"/>
              <p:cNvSpPr/>
              <p:nvPr/>
            </p:nvSpPr>
            <p:spPr>
              <a:xfrm>
                <a:off x="5097850" y="5041550"/>
                <a:ext cx="20550" cy="13825"/>
              </a:xfrm>
              <a:custGeom>
                <a:rect b="b" l="l" r="r" t="t"/>
                <a:pathLst>
                  <a:path extrusionOk="0" h="553" w="822">
                    <a:moveTo>
                      <a:pt x="267" y="0"/>
                    </a:moveTo>
                    <a:cubicBezTo>
                      <a:pt x="142" y="11"/>
                      <a:pt x="38" y="104"/>
                      <a:pt x="17" y="229"/>
                    </a:cubicBezTo>
                    <a:cubicBezTo>
                      <a:pt x="0" y="348"/>
                      <a:pt x="125" y="479"/>
                      <a:pt x="223" y="528"/>
                    </a:cubicBezTo>
                    <a:cubicBezTo>
                      <a:pt x="260" y="545"/>
                      <a:pt x="299" y="552"/>
                      <a:pt x="337" y="552"/>
                    </a:cubicBezTo>
                    <a:cubicBezTo>
                      <a:pt x="430" y="552"/>
                      <a:pt x="525" y="511"/>
                      <a:pt x="609" y="473"/>
                    </a:cubicBezTo>
                    <a:cubicBezTo>
                      <a:pt x="734" y="435"/>
                      <a:pt x="821" y="310"/>
                      <a:pt x="810" y="174"/>
                    </a:cubicBezTo>
                    <a:lnTo>
                      <a:pt x="810" y="174"/>
                    </a:lnTo>
                    <a:lnTo>
                      <a:pt x="810" y="180"/>
                    </a:lnTo>
                    <a:cubicBezTo>
                      <a:pt x="810" y="142"/>
                      <a:pt x="783" y="114"/>
                      <a:pt x="745" y="114"/>
                    </a:cubicBezTo>
                    <a:cubicBezTo>
                      <a:pt x="737" y="109"/>
                      <a:pt x="731" y="106"/>
                      <a:pt x="727" y="106"/>
                    </a:cubicBezTo>
                    <a:cubicBezTo>
                      <a:pt x="723" y="106"/>
                      <a:pt x="721" y="109"/>
                      <a:pt x="718" y="114"/>
                    </a:cubicBezTo>
                    <a:cubicBezTo>
                      <a:pt x="710" y="106"/>
                      <a:pt x="698" y="101"/>
                      <a:pt x="685" y="101"/>
                    </a:cubicBezTo>
                    <a:cubicBezTo>
                      <a:pt x="673" y="101"/>
                      <a:pt x="661" y="106"/>
                      <a:pt x="653" y="120"/>
                    </a:cubicBezTo>
                    <a:cubicBezTo>
                      <a:pt x="653" y="125"/>
                      <a:pt x="653" y="131"/>
                      <a:pt x="647" y="136"/>
                    </a:cubicBezTo>
                    <a:cubicBezTo>
                      <a:pt x="631" y="163"/>
                      <a:pt x="642" y="196"/>
                      <a:pt x="669" y="212"/>
                    </a:cubicBezTo>
                    <a:lnTo>
                      <a:pt x="691" y="223"/>
                    </a:lnTo>
                    <a:cubicBezTo>
                      <a:pt x="702" y="316"/>
                      <a:pt x="609" y="364"/>
                      <a:pt x="528" y="397"/>
                    </a:cubicBezTo>
                    <a:cubicBezTo>
                      <a:pt x="476" y="418"/>
                      <a:pt x="425" y="438"/>
                      <a:pt x="376" y="438"/>
                    </a:cubicBezTo>
                    <a:cubicBezTo>
                      <a:pt x="347" y="438"/>
                      <a:pt x="320" y="431"/>
                      <a:pt x="294" y="413"/>
                    </a:cubicBezTo>
                    <a:cubicBezTo>
                      <a:pt x="229" y="375"/>
                      <a:pt x="174" y="316"/>
                      <a:pt x="153" y="245"/>
                    </a:cubicBezTo>
                    <a:cubicBezTo>
                      <a:pt x="131" y="158"/>
                      <a:pt x="223" y="82"/>
                      <a:pt x="278" y="33"/>
                    </a:cubicBezTo>
                    <a:cubicBezTo>
                      <a:pt x="288" y="22"/>
                      <a:pt x="283" y="0"/>
                      <a:pt x="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0"/>
              <p:cNvSpPr/>
              <p:nvPr/>
            </p:nvSpPr>
            <p:spPr>
              <a:xfrm>
                <a:off x="5065950" y="5038275"/>
                <a:ext cx="18850" cy="14300"/>
              </a:xfrm>
              <a:custGeom>
                <a:rect b="b" l="l" r="r" t="t"/>
                <a:pathLst>
                  <a:path extrusionOk="0" h="572" w="754">
                    <a:moveTo>
                      <a:pt x="370" y="0"/>
                    </a:moveTo>
                    <a:cubicBezTo>
                      <a:pt x="364" y="0"/>
                      <a:pt x="358" y="0"/>
                      <a:pt x="352" y="1"/>
                    </a:cubicBezTo>
                    <a:cubicBezTo>
                      <a:pt x="350" y="1"/>
                      <a:pt x="348" y="1"/>
                      <a:pt x="346" y="1"/>
                    </a:cubicBezTo>
                    <a:cubicBezTo>
                      <a:pt x="111" y="1"/>
                      <a:pt x="0" y="285"/>
                      <a:pt x="162" y="452"/>
                    </a:cubicBezTo>
                    <a:cubicBezTo>
                      <a:pt x="227" y="523"/>
                      <a:pt x="320" y="561"/>
                      <a:pt x="412" y="566"/>
                    </a:cubicBezTo>
                    <a:cubicBezTo>
                      <a:pt x="439" y="572"/>
                      <a:pt x="461" y="572"/>
                      <a:pt x="488" y="572"/>
                    </a:cubicBezTo>
                    <a:cubicBezTo>
                      <a:pt x="602" y="555"/>
                      <a:pt x="695" y="468"/>
                      <a:pt x="711" y="349"/>
                    </a:cubicBezTo>
                    <a:cubicBezTo>
                      <a:pt x="753" y="154"/>
                      <a:pt x="546"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0"/>
              <p:cNvSpPr/>
              <p:nvPr/>
            </p:nvSpPr>
            <p:spPr>
              <a:xfrm>
                <a:off x="5132100" y="5037050"/>
                <a:ext cx="12900" cy="13500"/>
              </a:xfrm>
              <a:custGeom>
                <a:rect b="b" l="l" r="r" t="t"/>
                <a:pathLst>
                  <a:path extrusionOk="0" h="540" w="516">
                    <a:moveTo>
                      <a:pt x="279" y="1"/>
                    </a:moveTo>
                    <a:cubicBezTo>
                      <a:pt x="255" y="1"/>
                      <a:pt x="231" y="4"/>
                      <a:pt x="207" y="12"/>
                    </a:cubicBezTo>
                    <a:cubicBezTo>
                      <a:pt x="109" y="55"/>
                      <a:pt x="44" y="142"/>
                      <a:pt x="33" y="251"/>
                    </a:cubicBezTo>
                    <a:cubicBezTo>
                      <a:pt x="1" y="390"/>
                      <a:pt x="84" y="539"/>
                      <a:pt x="242" y="539"/>
                    </a:cubicBezTo>
                    <a:cubicBezTo>
                      <a:pt x="245" y="539"/>
                      <a:pt x="247" y="539"/>
                      <a:pt x="250" y="539"/>
                    </a:cubicBezTo>
                    <a:cubicBezTo>
                      <a:pt x="397" y="517"/>
                      <a:pt x="511" y="392"/>
                      <a:pt x="511" y="245"/>
                    </a:cubicBezTo>
                    <a:cubicBezTo>
                      <a:pt x="516" y="108"/>
                      <a:pt x="408"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0"/>
              <p:cNvSpPr/>
              <p:nvPr/>
            </p:nvSpPr>
            <p:spPr>
              <a:xfrm>
                <a:off x="5071350" y="5063650"/>
                <a:ext cx="67825" cy="34625"/>
              </a:xfrm>
              <a:custGeom>
                <a:rect b="b" l="l" r="r" t="t"/>
                <a:pathLst>
                  <a:path extrusionOk="0" h="1385" w="2713">
                    <a:moveTo>
                      <a:pt x="104" y="127"/>
                    </a:moveTo>
                    <a:lnTo>
                      <a:pt x="104" y="127"/>
                    </a:lnTo>
                    <a:cubicBezTo>
                      <a:pt x="142" y="144"/>
                      <a:pt x="180" y="160"/>
                      <a:pt x="223" y="171"/>
                    </a:cubicBezTo>
                    <a:cubicBezTo>
                      <a:pt x="267" y="182"/>
                      <a:pt x="305" y="193"/>
                      <a:pt x="348" y="203"/>
                    </a:cubicBezTo>
                    <a:cubicBezTo>
                      <a:pt x="365" y="205"/>
                      <a:pt x="381" y="206"/>
                      <a:pt x="399" y="206"/>
                    </a:cubicBezTo>
                    <a:cubicBezTo>
                      <a:pt x="433" y="206"/>
                      <a:pt x="470" y="203"/>
                      <a:pt x="506" y="203"/>
                    </a:cubicBezTo>
                    <a:cubicBezTo>
                      <a:pt x="631" y="214"/>
                      <a:pt x="745" y="285"/>
                      <a:pt x="870" y="301"/>
                    </a:cubicBezTo>
                    <a:cubicBezTo>
                      <a:pt x="933" y="307"/>
                      <a:pt x="995" y="309"/>
                      <a:pt x="1058" y="309"/>
                    </a:cubicBezTo>
                    <a:cubicBezTo>
                      <a:pt x="1120" y="309"/>
                      <a:pt x="1183" y="307"/>
                      <a:pt x="1245" y="301"/>
                    </a:cubicBezTo>
                    <a:lnTo>
                      <a:pt x="1626" y="301"/>
                    </a:lnTo>
                    <a:cubicBezTo>
                      <a:pt x="1740" y="296"/>
                      <a:pt x="1854" y="285"/>
                      <a:pt x="1968" y="263"/>
                    </a:cubicBezTo>
                    <a:cubicBezTo>
                      <a:pt x="2153" y="241"/>
                      <a:pt x="2338" y="231"/>
                      <a:pt x="2512" y="160"/>
                    </a:cubicBezTo>
                    <a:lnTo>
                      <a:pt x="2517" y="160"/>
                    </a:lnTo>
                    <a:cubicBezTo>
                      <a:pt x="2517" y="214"/>
                      <a:pt x="2512" y="269"/>
                      <a:pt x="2495" y="323"/>
                    </a:cubicBezTo>
                    <a:lnTo>
                      <a:pt x="2495" y="328"/>
                    </a:lnTo>
                    <a:cubicBezTo>
                      <a:pt x="2479" y="394"/>
                      <a:pt x="2463" y="464"/>
                      <a:pt x="2441" y="530"/>
                    </a:cubicBezTo>
                    <a:cubicBezTo>
                      <a:pt x="2424" y="528"/>
                      <a:pt x="2406" y="527"/>
                      <a:pt x="2389" y="527"/>
                    </a:cubicBezTo>
                    <a:cubicBezTo>
                      <a:pt x="2347" y="527"/>
                      <a:pt x="2306" y="531"/>
                      <a:pt x="2267" y="535"/>
                    </a:cubicBezTo>
                    <a:cubicBezTo>
                      <a:pt x="2253" y="534"/>
                      <a:pt x="2238" y="533"/>
                      <a:pt x="2224" y="533"/>
                    </a:cubicBezTo>
                    <a:cubicBezTo>
                      <a:pt x="2187" y="533"/>
                      <a:pt x="2151" y="538"/>
                      <a:pt x="2115" y="546"/>
                    </a:cubicBezTo>
                    <a:cubicBezTo>
                      <a:pt x="2070" y="558"/>
                      <a:pt x="2025" y="564"/>
                      <a:pt x="1980" y="564"/>
                    </a:cubicBezTo>
                    <a:cubicBezTo>
                      <a:pt x="1965" y="564"/>
                      <a:pt x="1950" y="564"/>
                      <a:pt x="1936" y="562"/>
                    </a:cubicBezTo>
                    <a:cubicBezTo>
                      <a:pt x="1887" y="568"/>
                      <a:pt x="1832" y="573"/>
                      <a:pt x="1783" y="589"/>
                    </a:cubicBezTo>
                    <a:cubicBezTo>
                      <a:pt x="1745" y="593"/>
                      <a:pt x="1704" y="597"/>
                      <a:pt x="1664" y="597"/>
                    </a:cubicBezTo>
                    <a:cubicBezTo>
                      <a:pt x="1647" y="597"/>
                      <a:pt x="1631" y="596"/>
                      <a:pt x="1615" y="595"/>
                    </a:cubicBezTo>
                    <a:cubicBezTo>
                      <a:pt x="1518" y="599"/>
                      <a:pt x="1430" y="621"/>
                      <a:pt x="1336" y="621"/>
                    </a:cubicBezTo>
                    <a:cubicBezTo>
                      <a:pt x="1303" y="621"/>
                      <a:pt x="1269" y="618"/>
                      <a:pt x="1234" y="611"/>
                    </a:cubicBezTo>
                    <a:cubicBezTo>
                      <a:pt x="1155" y="603"/>
                      <a:pt x="1075" y="598"/>
                      <a:pt x="996" y="598"/>
                    </a:cubicBezTo>
                    <a:cubicBezTo>
                      <a:pt x="966" y="598"/>
                      <a:pt x="937" y="599"/>
                      <a:pt x="908" y="600"/>
                    </a:cubicBezTo>
                    <a:cubicBezTo>
                      <a:pt x="794" y="600"/>
                      <a:pt x="680" y="584"/>
                      <a:pt x="571" y="557"/>
                    </a:cubicBezTo>
                    <a:cubicBezTo>
                      <a:pt x="528" y="551"/>
                      <a:pt x="479" y="546"/>
                      <a:pt x="435" y="540"/>
                    </a:cubicBezTo>
                    <a:cubicBezTo>
                      <a:pt x="392" y="540"/>
                      <a:pt x="348" y="524"/>
                      <a:pt x="310" y="497"/>
                    </a:cubicBezTo>
                    <a:cubicBezTo>
                      <a:pt x="288" y="486"/>
                      <a:pt x="267" y="475"/>
                      <a:pt x="245" y="470"/>
                    </a:cubicBezTo>
                    <a:cubicBezTo>
                      <a:pt x="191" y="356"/>
                      <a:pt x="142" y="247"/>
                      <a:pt x="104" y="127"/>
                    </a:cubicBezTo>
                    <a:close/>
                    <a:moveTo>
                      <a:pt x="2392" y="682"/>
                    </a:moveTo>
                    <a:cubicBezTo>
                      <a:pt x="2381" y="703"/>
                      <a:pt x="2370" y="725"/>
                      <a:pt x="2354" y="747"/>
                    </a:cubicBezTo>
                    <a:cubicBezTo>
                      <a:pt x="2365" y="731"/>
                      <a:pt x="2365" y="709"/>
                      <a:pt x="2365" y="693"/>
                    </a:cubicBezTo>
                    <a:cubicBezTo>
                      <a:pt x="2370" y="687"/>
                      <a:pt x="2381" y="687"/>
                      <a:pt x="2392" y="682"/>
                    </a:cubicBezTo>
                    <a:close/>
                    <a:moveTo>
                      <a:pt x="685" y="992"/>
                    </a:moveTo>
                    <a:cubicBezTo>
                      <a:pt x="810" y="1008"/>
                      <a:pt x="941" y="1030"/>
                      <a:pt x="1071" y="1041"/>
                    </a:cubicBezTo>
                    <a:cubicBezTo>
                      <a:pt x="1129" y="1044"/>
                      <a:pt x="1187" y="1048"/>
                      <a:pt x="1246" y="1048"/>
                    </a:cubicBezTo>
                    <a:cubicBezTo>
                      <a:pt x="1271" y="1048"/>
                      <a:pt x="1296" y="1048"/>
                      <a:pt x="1321" y="1046"/>
                    </a:cubicBezTo>
                    <a:cubicBezTo>
                      <a:pt x="1403" y="1046"/>
                      <a:pt x="1495" y="1024"/>
                      <a:pt x="1582" y="1019"/>
                    </a:cubicBezTo>
                    <a:cubicBezTo>
                      <a:pt x="1623" y="1016"/>
                      <a:pt x="1664" y="1015"/>
                      <a:pt x="1705" y="1015"/>
                    </a:cubicBezTo>
                    <a:cubicBezTo>
                      <a:pt x="1761" y="1015"/>
                      <a:pt x="1816" y="1017"/>
                      <a:pt x="1871" y="1017"/>
                    </a:cubicBezTo>
                    <a:cubicBezTo>
                      <a:pt x="1944" y="1017"/>
                      <a:pt x="2017" y="1014"/>
                      <a:pt x="2088" y="1002"/>
                    </a:cubicBezTo>
                    <a:lnTo>
                      <a:pt x="2131" y="997"/>
                    </a:lnTo>
                    <a:lnTo>
                      <a:pt x="2131" y="997"/>
                    </a:lnTo>
                    <a:cubicBezTo>
                      <a:pt x="2033" y="1073"/>
                      <a:pt x="1925" y="1127"/>
                      <a:pt x="1805" y="1166"/>
                    </a:cubicBezTo>
                    <a:cubicBezTo>
                      <a:pt x="1740" y="1198"/>
                      <a:pt x="1664" y="1214"/>
                      <a:pt x="1588" y="1225"/>
                    </a:cubicBezTo>
                    <a:cubicBezTo>
                      <a:pt x="1517" y="1225"/>
                      <a:pt x="1435" y="1209"/>
                      <a:pt x="1365" y="1204"/>
                    </a:cubicBezTo>
                    <a:cubicBezTo>
                      <a:pt x="1202" y="1193"/>
                      <a:pt x="1039" y="1166"/>
                      <a:pt x="886" y="1117"/>
                    </a:cubicBezTo>
                    <a:cubicBezTo>
                      <a:pt x="810" y="1084"/>
                      <a:pt x="740" y="1046"/>
                      <a:pt x="674" y="997"/>
                    </a:cubicBezTo>
                    <a:cubicBezTo>
                      <a:pt x="680" y="997"/>
                      <a:pt x="680" y="997"/>
                      <a:pt x="685" y="992"/>
                    </a:cubicBezTo>
                    <a:close/>
                    <a:moveTo>
                      <a:pt x="49" y="1"/>
                    </a:moveTo>
                    <a:cubicBezTo>
                      <a:pt x="43" y="1"/>
                      <a:pt x="36" y="5"/>
                      <a:pt x="33" y="13"/>
                    </a:cubicBezTo>
                    <a:lnTo>
                      <a:pt x="33" y="19"/>
                    </a:lnTo>
                    <a:cubicBezTo>
                      <a:pt x="11" y="29"/>
                      <a:pt x="6" y="57"/>
                      <a:pt x="22" y="73"/>
                    </a:cubicBezTo>
                    <a:cubicBezTo>
                      <a:pt x="0" y="318"/>
                      <a:pt x="136" y="595"/>
                      <a:pt x="267" y="796"/>
                    </a:cubicBezTo>
                    <a:cubicBezTo>
                      <a:pt x="414" y="1024"/>
                      <a:pt x="631" y="1204"/>
                      <a:pt x="892" y="1291"/>
                    </a:cubicBezTo>
                    <a:cubicBezTo>
                      <a:pt x="1033" y="1329"/>
                      <a:pt x="1180" y="1356"/>
                      <a:pt x="1327" y="1361"/>
                    </a:cubicBezTo>
                    <a:cubicBezTo>
                      <a:pt x="1412" y="1371"/>
                      <a:pt x="1496" y="1385"/>
                      <a:pt x="1580" y="1385"/>
                    </a:cubicBezTo>
                    <a:cubicBezTo>
                      <a:pt x="1636" y="1385"/>
                      <a:pt x="1691" y="1379"/>
                      <a:pt x="1745" y="1361"/>
                    </a:cubicBezTo>
                    <a:cubicBezTo>
                      <a:pt x="1870" y="1329"/>
                      <a:pt x="1990" y="1280"/>
                      <a:pt x="2104" y="1214"/>
                    </a:cubicBezTo>
                    <a:cubicBezTo>
                      <a:pt x="2234" y="1138"/>
                      <a:pt x="2311" y="1024"/>
                      <a:pt x="2408" y="915"/>
                    </a:cubicBezTo>
                    <a:cubicBezTo>
                      <a:pt x="2457" y="867"/>
                      <a:pt x="2495" y="807"/>
                      <a:pt x="2528" y="742"/>
                    </a:cubicBezTo>
                    <a:cubicBezTo>
                      <a:pt x="2555" y="671"/>
                      <a:pt x="2577" y="600"/>
                      <a:pt x="2593" y="530"/>
                    </a:cubicBezTo>
                    <a:cubicBezTo>
                      <a:pt x="2631" y="399"/>
                      <a:pt x="2713" y="225"/>
                      <a:pt x="2658" y="95"/>
                    </a:cubicBezTo>
                    <a:lnTo>
                      <a:pt x="2658" y="89"/>
                    </a:lnTo>
                    <a:cubicBezTo>
                      <a:pt x="2648" y="62"/>
                      <a:pt x="2631" y="46"/>
                      <a:pt x="2604" y="35"/>
                    </a:cubicBezTo>
                    <a:cubicBezTo>
                      <a:pt x="2599" y="35"/>
                      <a:pt x="2593" y="29"/>
                      <a:pt x="2588" y="24"/>
                    </a:cubicBezTo>
                    <a:cubicBezTo>
                      <a:pt x="2567" y="10"/>
                      <a:pt x="2546" y="5"/>
                      <a:pt x="2525" y="5"/>
                    </a:cubicBezTo>
                    <a:cubicBezTo>
                      <a:pt x="2470" y="5"/>
                      <a:pt x="2415" y="41"/>
                      <a:pt x="2360" y="57"/>
                    </a:cubicBezTo>
                    <a:cubicBezTo>
                      <a:pt x="2251" y="89"/>
                      <a:pt x="2142" y="78"/>
                      <a:pt x="2033" y="100"/>
                    </a:cubicBezTo>
                    <a:cubicBezTo>
                      <a:pt x="1925" y="127"/>
                      <a:pt x="1811" y="144"/>
                      <a:pt x="1696" y="149"/>
                    </a:cubicBezTo>
                    <a:lnTo>
                      <a:pt x="1338" y="149"/>
                    </a:lnTo>
                    <a:cubicBezTo>
                      <a:pt x="1218" y="149"/>
                      <a:pt x="1098" y="160"/>
                      <a:pt x="979" y="160"/>
                    </a:cubicBezTo>
                    <a:cubicBezTo>
                      <a:pt x="865" y="149"/>
                      <a:pt x="751" y="127"/>
                      <a:pt x="642" y="84"/>
                    </a:cubicBezTo>
                    <a:cubicBezTo>
                      <a:pt x="587" y="70"/>
                      <a:pt x="536" y="69"/>
                      <a:pt x="484" y="69"/>
                    </a:cubicBezTo>
                    <a:cubicBezTo>
                      <a:pt x="471" y="69"/>
                      <a:pt x="458" y="69"/>
                      <a:pt x="445" y="69"/>
                    </a:cubicBezTo>
                    <a:cubicBezTo>
                      <a:pt x="407" y="69"/>
                      <a:pt x="367" y="68"/>
                      <a:pt x="327" y="62"/>
                    </a:cubicBezTo>
                    <a:cubicBezTo>
                      <a:pt x="288" y="51"/>
                      <a:pt x="250" y="46"/>
                      <a:pt x="212" y="40"/>
                    </a:cubicBezTo>
                    <a:cubicBezTo>
                      <a:pt x="169" y="35"/>
                      <a:pt x="104" y="40"/>
                      <a:pt x="76" y="24"/>
                    </a:cubicBezTo>
                    <a:lnTo>
                      <a:pt x="66" y="19"/>
                    </a:lnTo>
                    <a:cubicBezTo>
                      <a:pt x="66" y="13"/>
                      <a:pt x="66" y="13"/>
                      <a:pt x="66" y="13"/>
                    </a:cubicBezTo>
                    <a:cubicBezTo>
                      <a:pt x="63" y="5"/>
                      <a:pt x="56"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0"/>
              <p:cNvSpPr/>
              <p:nvPr/>
            </p:nvSpPr>
            <p:spPr>
              <a:xfrm>
                <a:off x="5017125" y="4956325"/>
                <a:ext cx="185800" cy="210650"/>
              </a:xfrm>
              <a:custGeom>
                <a:rect b="b" l="l" r="r" t="t"/>
                <a:pathLst>
                  <a:path extrusionOk="0" h="8426" w="7432">
                    <a:moveTo>
                      <a:pt x="816" y="4518"/>
                    </a:moveTo>
                    <a:cubicBezTo>
                      <a:pt x="816" y="4550"/>
                      <a:pt x="816" y="4587"/>
                      <a:pt x="816" y="4624"/>
                    </a:cubicBezTo>
                    <a:lnTo>
                      <a:pt x="816" y="4624"/>
                    </a:lnTo>
                    <a:cubicBezTo>
                      <a:pt x="807" y="4620"/>
                      <a:pt x="798" y="4615"/>
                      <a:pt x="789" y="4611"/>
                    </a:cubicBezTo>
                    <a:lnTo>
                      <a:pt x="800" y="4583"/>
                    </a:lnTo>
                    <a:cubicBezTo>
                      <a:pt x="805" y="4562"/>
                      <a:pt x="810" y="4540"/>
                      <a:pt x="816" y="4518"/>
                    </a:cubicBezTo>
                    <a:close/>
                    <a:moveTo>
                      <a:pt x="990" y="4355"/>
                    </a:moveTo>
                    <a:cubicBezTo>
                      <a:pt x="979" y="4420"/>
                      <a:pt x="974" y="4496"/>
                      <a:pt x="974" y="4567"/>
                    </a:cubicBezTo>
                    <a:lnTo>
                      <a:pt x="974" y="4659"/>
                    </a:lnTo>
                    <a:lnTo>
                      <a:pt x="968" y="4659"/>
                    </a:lnTo>
                    <a:cubicBezTo>
                      <a:pt x="968" y="4632"/>
                      <a:pt x="963" y="4605"/>
                      <a:pt x="963" y="4578"/>
                    </a:cubicBezTo>
                    <a:cubicBezTo>
                      <a:pt x="957" y="4518"/>
                      <a:pt x="957" y="4453"/>
                      <a:pt x="974" y="4393"/>
                    </a:cubicBezTo>
                    <a:cubicBezTo>
                      <a:pt x="979" y="4377"/>
                      <a:pt x="984" y="4366"/>
                      <a:pt x="990" y="4355"/>
                    </a:cubicBezTo>
                    <a:close/>
                    <a:moveTo>
                      <a:pt x="984" y="4072"/>
                    </a:moveTo>
                    <a:cubicBezTo>
                      <a:pt x="1006" y="4143"/>
                      <a:pt x="1006" y="4214"/>
                      <a:pt x="995" y="4290"/>
                    </a:cubicBezTo>
                    <a:cubicBezTo>
                      <a:pt x="990" y="4284"/>
                      <a:pt x="983" y="4282"/>
                      <a:pt x="977" y="4282"/>
                    </a:cubicBezTo>
                    <a:cubicBezTo>
                      <a:pt x="964" y="4282"/>
                      <a:pt x="952" y="4292"/>
                      <a:pt x="952" y="4306"/>
                    </a:cubicBezTo>
                    <a:cubicBezTo>
                      <a:pt x="941" y="4339"/>
                      <a:pt x="925" y="4377"/>
                      <a:pt x="908" y="4409"/>
                    </a:cubicBezTo>
                    <a:cubicBezTo>
                      <a:pt x="903" y="4458"/>
                      <a:pt x="903" y="4507"/>
                      <a:pt x="908" y="4562"/>
                    </a:cubicBezTo>
                    <a:cubicBezTo>
                      <a:pt x="903" y="4600"/>
                      <a:pt x="903" y="4638"/>
                      <a:pt x="908" y="4676"/>
                    </a:cubicBezTo>
                    <a:lnTo>
                      <a:pt x="892" y="4665"/>
                    </a:lnTo>
                    <a:cubicBezTo>
                      <a:pt x="881" y="4632"/>
                      <a:pt x="876" y="4600"/>
                      <a:pt x="876" y="4562"/>
                    </a:cubicBezTo>
                    <a:cubicBezTo>
                      <a:pt x="870" y="4486"/>
                      <a:pt x="876" y="4409"/>
                      <a:pt x="876" y="4339"/>
                    </a:cubicBezTo>
                    <a:cubicBezTo>
                      <a:pt x="908" y="4246"/>
                      <a:pt x="941" y="4159"/>
                      <a:pt x="984" y="4072"/>
                    </a:cubicBezTo>
                    <a:close/>
                    <a:moveTo>
                      <a:pt x="946" y="4958"/>
                    </a:moveTo>
                    <a:lnTo>
                      <a:pt x="946" y="4958"/>
                    </a:lnTo>
                    <a:cubicBezTo>
                      <a:pt x="941" y="4964"/>
                      <a:pt x="935" y="4969"/>
                      <a:pt x="925" y="4975"/>
                    </a:cubicBezTo>
                    <a:cubicBezTo>
                      <a:pt x="930" y="4969"/>
                      <a:pt x="935" y="4964"/>
                      <a:pt x="946" y="4958"/>
                    </a:cubicBezTo>
                    <a:close/>
                    <a:moveTo>
                      <a:pt x="5692" y="5170"/>
                    </a:moveTo>
                    <a:lnTo>
                      <a:pt x="5692" y="5187"/>
                    </a:lnTo>
                    <a:cubicBezTo>
                      <a:pt x="5686" y="5187"/>
                      <a:pt x="5681" y="5192"/>
                      <a:pt x="5681" y="5198"/>
                    </a:cubicBezTo>
                    <a:cubicBezTo>
                      <a:pt x="5665" y="5236"/>
                      <a:pt x="5643" y="5263"/>
                      <a:pt x="5610" y="5290"/>
                    </a:cubicBezTo>
                    <a:cubicBezTo>
                      <a:pt x="5610" y="5285"/>
                      <a:pt x="5616" y="5285"/>
                      <a:pt x="5616" y="5279"/>
                    </a:cubicBezTo>
                    <a:cubicBezTo>
                      <a:pt x="5643" y="5241"/>
                      <a:pt x="5670" y="5208"/>
                      <a:pt x="5692" y="5170"/>
                    </a:cubicBezTo>
                    <a:close/>
                    <a:moveTo>
                      <a:pt x="767" y="4730"/>
                    </a:moveTo>
                    <a:cubicBezTo>
                      <a:pt x="827" y="4784"/>
                      <a:pt x="903" y="4833"/>
                      <a:pt x="963" y="4882"/>
                    </a:cubicBezTo>
                    <a:lnTo>
                      <a:pt x="963" y="4888"/>
                    </a:lnTo>
                    <a:cubicBezTo>
                      <a:pt x="963" y="4893"/>
                      <a:pt x="963" y="4899"/>
                      <a:pt x="963" y="4910"/>
                    </a:cubicBezTo>
                    <a:lnTo>
                      <a:pt x="952" y="4910"/>
                    </a:lnTo>
                    <a:cubicBezTo>
                      <a:pt x="870" y="4910"/>
                      <a:pt x="848" y="4975"/>
                      <a:pt x="848" y="5051"/>
                    </a:cubicBezTo>
                    <a:cubicBezTo>
                      <a:pt x="843" y="4969"/>
                      <a:pt x="843" y="4888"/>
                      <a:pt x="881" y="4877"/>
                    </a:cubicBezTo>
                    <a:cubicBezTo>
                      <a:pt x="917" y="4867"/>
                      <a:pt x="900" y="4828"/>
                      <a:pt x="870" y="4828"/>
                    </a:cubicBezTo>
                    <a:cubicBezTo>
                      <a:pt x="869" y="4828"/>
                      <a:pt x="867" y="4828"/>
                      <a:pt x="865" y="4828"/>
                    </a:cubicBezTo>
                    <a:cubicBezTo>
                      <a:pt x="745" y="4850"/>
                      <a:pt x="800" y="5122"/>
                      <a:pt x="810" y="5203"/>
                    </a:cubicBezTo>
                    <a:cubicBezTo>
                      <a:pt x="821" y="5268"/>
                      <a:pt x="838" y="5334"/>
                      <a:pt x="859" y="5393"/>
                    </a:cubicBezTo>
                    <a:cubicBezTo>
                      <a:pt x="848" y="5377"/>
                      <a:pt x="838" y="5361"/>
                      <a:pt x="832" y="5339"/>
                    </a:cubicBezTo>
                    <a:cubicBezTo>
                      <a:pt x="800" y="5268"/>
                      <a:pt x="772" y="5187"/>
                      <a:pt x="762" y="5111"/>
                    </a:cubicBezTo>
                    <a:cubicBezTo>
                      <a:pt x="745" y="4980"/>
                      <a:pt x="745" y="4855"/>
                      <a:pt x="767" y="4730"/>
                    </a:cubicBezTo>
                    <a:close/>
                    <a:moveTo>
                      <a:pt x="1044" y="4986"/>
                    </a:moveTo>
                    <a:cubicBezTo>
                      <a:pt x="1093" y="5062"/>
                      <a:pt x="1115" y="5149"/>
                      <a:pt x="1109" y="5241"/>
                    </a:cubicBezTo>
                    <a:cubicBezTo>
                      <a:pt x="1104" y="5306"/>
                      <a:pt x="1093" y="5372"/>
                      <a:pt x="1082" y="5437"/>
                    </a:cubicBezTo>
                    <a:cubicBezTo>
                      <a:pt x="1077" y="5453"/>
                      <a:pt x="1071" y="5464"/>
                      <a:pt x="1066" y="5475"/>
                    </a:cubicBezTo>
                    <a:cubicBezTo>
                      <a:pt x="1039" y="5426"/>
                      <a:pt x="1017" y="5377"/>
                      <a:pt x="1001" y="5328"/>
                    </a:cubicBezTo>
                    <a:cubicBezTo>
                      <a:pt x="963" y="5230"/>
                      <a:pt x="935" y="5127"/>
                      <a:pt x="919" y="5024"/>
                    </a:cubicBezTo>
                    <a:cubicBezTo>
                      <a:pt x="925" y="5024"/>
                      <a:pt x="930" y="5024"/>
                      <a:pt x="930" y="5029"/>
                    </a:cubicBezTo>
                    <a:cubicBezTo>
                      <a:pt x="974" y="5029"/>
                      <a:pt x="1017" y="5013"/>
                      <a:pt x="1044" y="4986"/>
                    </a:cubicBezTo>
                    <a:close/>
                    <a:moveTo>
                      <a:pt x="5839" y="4996"/>
                    </a:moveTo>
                    <a:cubicBezTo>
                      <a:pt x="5882" y="5024"/>
                      <a:pt x="5931" y="5045"/>
                      <a:pt x="5985" y="5051"/>
                    </a:cubicBezTo>
                    <a:cubicBezTo>
                      <a:pt x="6023" y="5056"/>
                      <a:pt x="6063" y="5059"/>
                      <a:pt x="6102" y="5059"/>
                    </a:cubicBezTo>
                    <a:cubicBezTo>
                      <a:pt x="6142" y="5059"/>
                      <a:pt x="6181" y="5056"/>
                      <a:pt x="6219" y="5051"/>
                    </a:cubicBezTo>
                    <a:lnTo>
                      <a:pt x="6219" y="5051"/>
                    </a:lnTo>
                    <a:cubicBezTo>
                      <a:pt x="6208" y="5073"/>
                      <a:pt x="6192" y="5094"/>
                      <a:pt x="6170" y="5111"/>
                    </a:cubicBezTo>
                    <a:cubicBezTo>
                      <a:pt x="6159" y="5127"/>
                      <a:pt x="6170" y="5149"/>
                      <a:pt x="6186" y="5154"/>
                    </a:cubicBezTo>
                    <a:cubicBezTo>
                      <a:pt x="6290" y="5149"/>
                      <a:pt x="6377" y="5100"/>
                      <a:pt x="6436" y="5024"/>
                    </a:cubicBezTo>
                    <a:cubicBezTo>
                      <a:pt x="6447" y="5013"/>
                      <a:pt x="6458" y="5007"/>
                      <a:pt x="6469" y="5002"/>
                    </a:cubicBezTo>
                    <a:cubicBezTo>
                      <a:pt x="6469" y="5002"/>
                      <a:pt x="6469" y="5007"/>
                      <a:pt x="6469" y="5007"/>
                    </a:cubicBezTo>
                    <a:cubicBezTo>
                      <a:pt x="6447" y="5051"/>
                      <a:pt x="6415" y="5094"/>
                      <a:pt x="6393" y="5138"/>
                    </a:cubicBezTo>
                    <a:lnTo>
                      <a:pt x="6393" y="5132"/>
                    </a:lnTo>
                    <a:cubicBezTo>
                      <a:pt x="6366" y="5208"/>
                      <a:pt x="6366" y="5268"/>
                      <a:pt x="6306" y="5328"/>
                    </a:cubicBezTo>
                    <a:cubicBezTo>
                      <a:pt x="6263" y="5377"/>
                      <a:pt x="6224" y="5426"/>
                      <a:pt x="6192" y="5475"/>
                    </a:cubicBezTo>
                    <a:cubicBezTo>
                      <a:pt x="6181" y="5491"/>
                      <a:pt x="6170" y="5502"/>
                      <a:pt x="6159" y="5513"/>
                    </a:cubicBezTo>
                    <a:lnTo>
                      <a:pt x="6154" y="5513"/>
                    </a:lnTo>
                    <a:cubicBezTo>
                      <a:pt x="6121" y="5502"/>
                      <a:pt x="6083" y="5497"/>
                      <a:pt x="6040" y="5491"/>
                    </a:cubicBezTo>
                    <a:cubicBezTo>
                      <a:pt x="5964" y="5480"/>
                      <a:pt x="5898" y="5431"/>
                      <a:pt x="5866" y="5361"/>
                    </a:cubicBezTo>
                    <a:cubicBezTo>
                      <a:pt x="5833" y="5285"/>
                      <a:pt x="5757" y="5078"/>
                      <a:pt x="5828" y="5007"/>
                    </a:cubicBezTo>
                    <a:cubicBezTo>
                      <a:pt x="5833" y="5007"/>
                      <a:pt x="5833" y="5002"/>
                      <a:pt x="5839" y="4996"/>
                    </a:cubicBezTo>
                    <a:close/>
                    <a:moveTo>
                      <a:pt x="571" y="4888"/>
                    </a:moveTo>
                    <a:lnTo>
                      <a:pt x="571" y="4888"/>
                    </a:lnTo>
                    <a:cubicBezTo>
                      <a:pt x="560" y="5002"/>
                      <a:pt x="577" y="5116"/>
                      <a:pt x="604" y="5225"/>
                    </a:cubicBezTo>
                    <a:cubicBezTo>
                      <a:pt x="642" y="5366"/>
                      <a:pt x="734" y="5556"/>
                      <a:pt x="887" y="5594"/>
                    </a:cubicBezTo>
                    <a:lnTo>
                      <a:pt x="897" y="5594"/>
                    </a:lnTo>
                    <a:cubicBezTo>
                      <a:pt x="930" y="5654"/>
                      <a:pt x="946" y="5719"/>
                      <a:pt x="946" y="5779"/>
                    </a:cubicBezTo>
                    <a:cubicBezTo>
                      <a:pt x="919" y="5777"/>
                      <a:pt x="892" y="5777"/>
                      <a:pt x="865" y="5777"/>
                    </a:cubicBezTo>
                    <a:cubicBezTo>
                      <a:pt x="811" y="5777"/>
                      <a:pt x="758" y="5779"/>
                      <a:pt x="707" y="5779"/>
                    </a:cubicBezTo>
                    <a:cubicBezTo>
                      <a:pt x="609" y="5779"/>
                      <a:pt x="473" y="5714"/>
                      <a:pt x="457" y="5605"/>
                    </a:cubicBezTo>
                    <a:cubicBezTo>
                      <a:pt x="424" y="5361"/>
                      <a:pt x="463" y="5111"/>
                      <a:pt x="571" y="4888"/>
                    </a:cubicBezTo>
                    <a:close/>
                    <a:moveTo>
                      <a:pt x="5705" y="5318"/>
                    </a:moveTo>
                    <a:cubicBezTo>
                      <a:pt x="5710" y="5351"/>
                      <a:pt x="5720" y="5380"/>
                      <a:pt x="5730" y="5410"/>
                    </a:cubicBezTo>
                    <a:cubicBezTo>
                      <a:pt x="5735" y="5420"/>
                      <a:pt x="5735" y="5431"/>
                      <a:pt x="5741" y="5442"/>
                    </a:cubicBezTo>
                    <a:cubicBezTo>
                      <a:pt x="5719" y="5502"/>
                      <a:pt x="5686" y="5562"/>
                      <a:pt x="5670" y="5622"/>
                    </a:cubicBezTo>
                    <a:cubicBezTo>
                      <a:pt x="5659" y="5681"/>
                      <a:pt x="5643" y="5758"/>
                      <a:pt x="5621" y="5817"/>
                    </a:cubicBezTo>
                    <a:lnTo>
                      <a:pt x="5621" y="5812"/>
                    </a:lnTo>
                    <a:cubicBezTo>
                      <a:pt x="5621" y="5796"/>
                      <a:pt x="5616" y="5779"/>
                      <a:pt x="5610" y="5758"/>
                    </a:cubicBezTo>
                    <a:cubicBezTo>
                      <a:pt x="5631" y="5609"/>
                      <a:pt x="5663" y="5461"/>
                      <a:pt x="5705" y="5318"/>
                    </a:cubicBezTo>
                    <a:close/>
                    <a:moveTo>
                      <a:pt x="5529" y="5393"/>
                    </a:moveTo>
                    <a:lnTo>
                      <a:pt x="5529" y="5393"/>
                    </a:lnTo>
                    <a:cubicBezTo>
                      <a:pt x="5523" y="5420"/>
                      <a:pt x="5518" y="5442"/>
                      <a:pt x="5512" y="5469"/>
                    </a:cubicBezTo>
                    <a:cubicBezTo>
                      <a:pt x="5469" y="5589"/>
                      <a:pt x="5393" y="5687"/>
                      <a:pt x="5398" y="5823"/>
                    </a:cubicBezTo>
                    <a:lnTo>
                      <a:pt x="5398" y="5828"/>
                    </a:lnTo>
                    <a:cubicBezTo>
                      <a:pt x="5377" y="5812"/>
                      <a:pt x="5355" y="5801"/>
                      <a:pt x="5333" y="5790"/>
                    </a:cubicBezTo>
                    <a:cubicBezTo>
                      <a:pt x="5306" y="5774"/>
                      <a:pt x="5273" y="5763"/>
                      <a:pt x="5246" y="5758"/>
                    </a:cubicBezTo>
                    <a:cubicBezTo>
                      <a:pt x="5306" y="5692"/>
                      <a:pt x="5349" y="5622"/>
                      <a:pt x="5404" y="5551"/>
                    </a:cubicBezTo>
                    <a:cubicBezTo>
                      <a:pt x="5442" y="5497"/>
                      <a:pt x="5485" y="5448"/>
                      <a:pt x="5529" y="5393"/>
                    </a:cubicBezTo>
                    <a:close/>
                    <a:moveTo>
                      <a:pt x="5779" y="5507"/>
                    </a:moveTo>
                    <a:cubicBezTo>
                      <a:pt x="5817" y="5556"/>
                      <a:pt x="5860" y="5594"/>
                      <a:pt x="5915" y="5616"/>
                    </a:cubicBezTo>
                    <a:cubicBezTo>
                      <a:pt x="5942" y="5627"/>
                      <a:pt x="5969" y="5638"/>
                      <a:pt x="5996" y="5643"/>
                    </a:cubicBezTo>
                    <a:cubicBezTo>
                      <a:pt x="6011" y="5668"/>
                      <a:pt x="6034" y="5688"/>
                      <a:pt x="6066" y="5688"/>
                    </a:cubicBezTo>
                    <a:cubicBezTo>
                      <a:pt x="6070" y="5688"/>
                      <a:pt x="6074" y="5687"/>
                      <a:pt x="6078" y="5687"/>
                    </a:cubicBezTo>
                    <a:cubicBezTo>
                      <a:pt x="6110" y="5687"/>
                      <a:pt x="6148" y="5681"/>
                      <a:pt x="6181" y="5660"/>
                    </a:cubicBezTo>
                    <a:lnTo>
                      <a:pt x="6181" y="5660"/>
                    </a:lnTo>
                    <a:cubicBezTo>
                      <a:pt x="6176" y="5687"/>
                      <a:pt x="6170" y="5709"/>
                      <a:pt x="6165" y="5736"/>
                    </a:cubicBezTo>
                    <a:cubicBezTo>
                      <a:pt x="6159" y="5725"/>
                      <a:pt x="6148" y="5714"/>
                      <a:pt x="6138" y="5709"/>
                    </a:cubicBezTo>
                    <a:cubicBezTo>
                      <a:pt x="6135" y="5706"/>
                      <a:pt x="6131" y="5705"/>
                      <a:pt x="6126" y="5705"/>
                    </a:cubicBezTo>
                    <a:cubicBezTo>
                      <a:pt x="6121" y="5705"/>
                      <a:pt x="6116" y="5706"/>
                      <a:pt x="6110" y="5709"/>
                    </a:cubicBezTo>
                    <a:cubicBezTo>
                      <a:pt x="5985" y="5823"/>
                      <a:pt x="5877" y="5969"/>
                      <a:pt x="5714" y="6029"/>
                    </a:cubicBezTo>
                    <a:lnTo>
                      <a:pt x="5714" y="6029"/>
                    </a:lnTo>
                    <a:cubicBezTo>
                      <a:pt x="5695" y="6009"/>
                      <a:pt x="5680" y="5989"/>
                      <a:pt x="5670" y="5970"/>
                    </a:cubicBezTo>
                    <a:cubicBezTo>
                      <a:pt x="5681" y="5915"/>
                      <a:pt x="5692" y="5861"/>
                      <a:pt x="5708" y="5806"/>
                    </a:cubicBezTo>
                    <a:cubicBezTo>
                      <a:pt x="5724" y="5736"/>
                      <a:pt x="5730" y="5649"/>
                      <a:pt x="5752" y="5578"/>
                    </a:cubicBezTo>
                    <a:cubicBezTo>
                      <a:pt x="5762" y="5556"/>
                      <a:pt x="5768" y="5535"/>
                      <a:pt x="5779" y="5507"/>
                    </a:cubicBezTo>
                    <a:close/>
                    <a:moveTo>
                      <a:pt x="1300" y="5844"/>
                    </a:moveTo>
                    <a:cubicBezTo>
                      <a:pt x="1305" y="5855"/>
                      <a:pt x="1311" y="5872"/>
                      <a:pt x="1311" y="5883"/>
                    </a:cubicBezTo>
                    <a:cubicBezTo>
                      <a:pt x="1343" y="5942"/>
                      <a:pt x="1332" y="6013"/>
                      <a:pt x="1283" y="6062"/>
                    </a:cubicBezTo>
                    <a:lnTo>
                      <a:pt x="1283" y="6056"/>
                    </a:lnTo>
                    <a:cubicBezTo>
                      <a:pt x="1300" y="5986"/>
                      <a:pt x="1305" y="5915"/>
                      <a:pt x="1300" y="5844"/>
                    </a:cubicBezTo>
                    <a:close/>
                    <a:moveTo>
                      <a:pt x="1218" y="5931"/>
                    </a:moveTo>
                    <a:cubicBezTo>
                      <a:pt x="1218" y="5953"/>
                      <a:pt x="1213" y="5980"/>
                      <a:pt x="1207" y="6008"/>
                    </a:cubicBezTo>
                    <a:cubicBezTo>
                      <a:pt x="1202" y="6029"/>
                      <a:pt x="1196" y="6051"/>
                      <a:pt x="1191" y="6067"/>
                    </a:cubicBezTo>
                    <a:cubicBezTo>
                      <a:pt x="1196" y="6024"/>
                      <a:pt x="1202" y="5975"/>
                      <a:pt x="1218" y="5931"/>
                    </a:cubicBezTo>
                    <a:close/>
                    <a:moveTo>
                      <a:pt x="2159" y="6073"/>
                    </a:moveTo>
                    <a:lnTo>
                      <a:pt x="2218" y="6100"/>
                    </a:lnTo>
                    <a:cubicBezTo>
                      <a:pt x="2218" y="6105"/>
                      <a:pt x="2218" y="6111"/>
                      <a:pt x="2224" y="6116"/>
                    </a:cubicBezTo>
                    <a:cubicBezTo>
                      <a:pt x="2229" y="6127"/>
                      <a:pt x="2240" y="6143"/>
                      <a:pt x="2245" y="6160"/>
                    </a:cubicBezTo>
                    <a:cubicBezTo>
                      <a:pt x="2218" y="6127"/>
                      <a:pt x="2180" y="6105"/>
                      <a:pt x="2159" y="6073"/>
                    </a:cubicBezTo>
                    <a:close/>
                    <a:moveTo>
                      <a:pt x="930" y="5888"/>
                    </a:moveTo>
                    <a:cubicBezTo>
                      <a:pt x="892" y="5991"/>
                      <a:pt x="816" y="6089"/>
                      <a:pt x="783" y="6198"/>
                    </a:cubicBezTo>
                    <a:cubicBezTo>
                      <a:pt x="745" y="6171"/>
                      <a:pt x="713" y="6127"/>
                      <a:pt x="696" y="6078"/>
                    </a:cubicBezTo>
                    <a:cubicBezTo>
                      <a:pt x="691" y="6035"/>
                      <a:pt x="691" y="5991"/>
                      <a:pt x="696" y="5948"/>
                    </a:cubicBezTo>
                    <a:lnTo>
                      <a:pt x="696" y="5926"/>
                    </a:lnTo>
                    <a:cubicBezTo>
                      <a:pt x="740" y="5926"/>
                      <a:pt x="783" y="5926"/>
                      <a:pt x="821" y="5915"/>
                    </a:cubicBezTo>
                    <a:cubicBezTo>
                      <a:pt x="854" y="5915"/>
                      <a:pt x="887" y="5910"/>
                      <a:pt x="914" y="5899"/>
                    </a:cubicBezTo>
                    <a:lnTo>
                      <a:pt x="930" y="5888"/>
                    </a:lnTo>
                    <a:close/>
                    <a:moveTo>
                      <a:pt x="3279" y="136"/>
                    </a:moveTo>
                    <a:cubicBezTo>
                      <a:pt x="3319" y="136"/>
                      <a:pt x="3359" y="138"/>
                      <a:pt x="3398" y="142"/>
                    </a:cubicBezTo>
                    <a:cubicBezTo>
                      <a:pt x="3409" y="142"/>
                      <a:pt x="3421" y="142"/>
                      <a:pt x="3432" y="142"/>
                    </a:cubicBezTo>
                    <a:cubicBezTo>
                      <a:pt x="3578" y="142"/>
                      <a:pt x="3723" y="174"/>
                      <a:pt x="3854" y="229"/>
                    </a:cubicBezTo>
                    <a:cubicBezTo>
                      <a:pt x="3990" y="305"/>
                      <a:pt x="4137" y="360"/>
                      <a:pt x="4289" y="387"/>
                    </a:cubicBezTo>
                    <a:cubicBezTo>
                      <a:pt x="4317" y="389"/>
                      <a:pt x="4345" y="390"/>
                      <a:pt x="4373" y="390"/>
                    </a:cubicBezTo>
                    <a:cubicBezTo>
                      <a:pt x="4481" y="390"/>
                      <a:pt x="4589" y="374"/>
                      <a:pt x="4697" y="343"/>
                    </a:cubicBezTo>
                    <a:cubicBezTo>
                      <a:pt x="4739" y="337"/>
                      <a:pt x="4782" y="333"/>
                      <a:pt x="4824" y="333"/>
                    </a:cubicBezTo>
                    <a:cubicBezTo>
                      <a:pt x="4951" y="333"/>
                      <a:pt x="5078" y="364"/>
                      <a:pt x="5192" y="425"/>
                    </a:cubicBezTo>
                    <a:cubicBezTo>
                      <a:pt x="5246" y="452"/>
                      <a:pt x="5284" y="501"/>
                      <a:pt x="5338" y="528"/>
                    </a:cubicBezTo>
                    <a:cubicBezTo>
                      <a:pt x="5387" y="561"/>
                      <a:pt x="5469" y="555"/>
                      <a:pt x="5534" y="583"/>
                    </a:cubicBezTo>
                    <a:cubicBezTo>
                      <a:pt x="5648" y="653"/>
                      <a:pt x="5762" y="729"/>
                      <a:pt x="5877" y="811"/>
                    </a:cubicBezTo>
                    <a:cubicBezTo>
                      <a:pt x="5931" y="849"/>
                      <a:pt x="5991" y="882"/>
                      <a:pt x="6051" y="920"/>
                    </a:cubicBezTo>
                    <a:cubicBezTo>
                      <a:pt x="6099" y="963"/>
                      <a:pt x="6148" y="1012"/>
                      <a:pt x="6181" y="1072"/>
                    </a:cubicBezTo>
                    <a:cubicBezTo>
                      <a:pt x="6377" y="1327"/>
                      <a:pt x="6534" y="1610"/>
                      <a:pt x="6648" y="1909"/>
                    </a:cubicBezTo>
                    <a:cubicBezTo>
                      <a:pt x="6692" y="2039"/>
                      <a:pt x="6774" y="2154"/>
                      <a:pt x="6882" y="2241"/>
                    </a:cubicBezTo>
                    <a:cubicBezTo>
                      <a:pt x="6991" y="2322"/>
                      <a:pt x="7132" y="2366"/>
                      <a:pt x="7181" y="2496"/>
                    </a:cubicBezTo>
                    <a:cubicBezTo>
                      <a:pt x="7306" y="2779"/>
                      <a:pt x="7268" y="3105"/>
                      <a:pt x="7078" y="3349"/>
                    </a:cubicBezTo>
                    <a:cubicBezTo>
                      <a:pt x="7034" y="3404"/>
                      <a:pt x="6986" y="3453"/>
                      <a:pt x="6942" y="3507"/>
                    </a:cubicBezTo>
                    <a:cubicBezTo>
                      <a:pt x="6893" y="3578"/>
                      <a:pt x="6850" y="3659"/>
                      <a:pt x="6795" y="3725"/>
                    </a:cubicBezTo>
                    <a:lnTo>
                      <a:pt x="6795" y="3730"/>
                    </a:lnTo>
                    <a:cubicBezTo>
                      <a:pt x="6687" y="3855"/>
                      <a:pt x="6616" y="3969"/>
                      <a:pt x="6654" y="4138"/>
                    </a:cubicBezTo>
                    <a:cubicBezTo>
                      <a:pt x="6687" y="4295"/>
                      <a:pt x="6659" y="4458"/>
                      <a:pt x="6589" y="4605"/>
                    </a:cubicBezTo>
                    <a:cubicBezTo>
                      <a:pt x="6589" y="4589"/>
                      <a:pt x="6583" y="4578"/>
                      <a:pt x="6583" y="4567"/>
                    </a:cubicBezTo>
                    <a:cubicBezTo>
                      <a:pt x="6581" y="4551"/>
                      <a:pt x="6568" y="4543"/>
                      <a:pt x="6553" y="4543"/>
                    </a:cubicBezTo>
                    <a:cubicBezTo>
                      <a:pt x="6534" y="4543"/>
                      <a:pt x="6513" y="4556"/>
                      <a:pt x="6513" y="4578"/>
                    </a:cubicBezTo>
                    <a:cubicBezTo>
                      <a:pt x="6513" y="4676"/>
                      <a:pt x="6415" y="4790"/>
                      <a:pt x="6355" y="4861"/>
                    </a:cubicBezTo>
                    <a:lnTo>
                      <a:pt x="6306" y="4915"/>
                    </a:lnTo>
                    <a:cubicBezTo>
                      <a:pt x="6301" y="4915"/>
                      <a:pt x="6290" y="4920"/>
                      <a:pt x="6284" y="4926"/>
                    </a:cubicBezTo>
                    <a:cubicBezTo>
                      <a:pt x="6208" y="4910"/>
                      <a:pt x="6132" y="4893"/>
                      <a:pt x="6051" y="4882"/>
                    </a:cubicBezTo>
                    <a:cubicBezTo>
                      <a:pt x="5947" y="4871"/>
                      <a:pt x="5882" y="4855"/>
                      <a:pt x="5860" y="4741"/>
                    </a:cubicBezTo>
                    <a:cubicBezTo>
                      <a:pt x="5844" y="4654"/>
                      <a:pt x="5844" y="4567"/>
                      <a:pt x="5860" y="4486"/>
                    </a:cubicBezTo>
                    <a:cubicBezTo>
                      <a:pt x="5871" y="4431"/>
                      <a:pt x="5904" y="4393"/>
                      <a:pt x="5915" y="4344"/>
                    </a:cubicBezTo>
                    <a:cubicBezTo>
                      <a:pt x="5996" y="4420"/>
                      <a:pt x="6099" y="4507"/>
                      <a:pt x="6208" y="4524"/>
                    </a:cubicBezTo>
                    <a:cubicBezTo>
                      <a:pt x="6211" y="4524"/>
                      <a:pt x="6214" y="4524"/>
                      <a:pt x="6217" y="4524"/>
                    </a:cubicBezTo>
                    <a:cubicBezTo>
                      <a:pt x="6241" y="4524"/>
                      <a:pt x="6261" y="4504"/>
                      <a:pt x="6252" y="4475"/>
                    </a:cubicBezTo>
                    <a:cubicBezTo>
                      <a:pt x="6235" y="4382"/>
                      <a:pt x="6148" y="4301"/>
                      <a:pt x="6078" y="4241"/>
                    </a:cubicBezTo>
                    <a:cubicBezTo>
                      <a:pt x="6072" y="4230"/>
                      <a:pt x="6067" y="4219"/>
                      <a:pt x="6056" y="4208"/>
                    </a:cubicBezTo>
                    <a:cubicBezTo>
                      <a:pt x="6040" y="4176"/>
                      <a:pt x="6023" y="4149"/>
                      <a:pt x="6007" y="4110"/>
                    </a:cubicBezTo>
                    <a:cubicBezTo>
                      <a:pt x="6002" y="4089"/>
                      <a:pt x="5980" y="4072"/>
                      <a:pt x="5958" y="4067"/>
                    </a:cubicBezTo>
                    <a:cubicBezTo>
                      <a:pt x="5954" y="4066"/>
                      <a:pt x="5950" y="4065"/>
                      <a:pt x="5945" y="4065"/>
                    </a:cubicBezTo>
                    <a:cubicBezTo>
                      <a:pt x="5932" y="4065"/>
                      <a:pt x="5919" y="4071"/>
                      <a:pt x="5915" y="4083"/>
                    </a:cubicBezTo>
                    <a:cubicBezTo>
                      <a:pt x="5887" y="4056"/>
                      <a:pt x="5860" y="4023"/>
                      <a:pt x="5839" y="3985"/>
                    </a:cubicBezTo>
                    <a:cubicBezTo>
                      <a:pt x="5779" y="3882"/>
                      <a:pt x="5741" y="3768"/>
                      <a:pt x="5730" y="3648"/>
                    </a:cubicBezTo>
                    <a:cubicBezTo>
                      <a:pt x="5730" y="3594"/>
                      <a:pt x="5741" y="3540"/>
                      <a:pt x="5741" y="3485"/>
                    </a:cubicBezTo>
                    <a:lnTo>
                      <a:pt x="5741" y="3436"/>
                    </a:lnTo>
                    <a:cubicBezTo>
                      <a:pt x="5779" y="3447"/>
                      <a:pt x="5817" y="3458"/>
                      <a:pt x="5855" y="3469"/>
                    </a:cubicBezTo>
                    <a:cubicBezTo>
                      <a:pt x="5902" y="3481"/>
                      <a:pt x="5950" y="3494"/>
                      <a:pt x="5996" y="3494"/>
                    </a:cubicBezTo>
                    <a:cubicBezTo>
                      <a:pt x="6034" y="3494"/>
                      <a:pt x="6070" y="3485"/>
                      <a:pt x="6105" y="3458"/>
                    </a:cubicBezTo>
                    <a:cubicBezTo>
                      <a:pt x="6154" y="3436"/>
                      <a:pt x="6154" y="3366"/>
                      <a:pt x="6105" y="3339"/>
                    </a:cubicBezTo>
                    <a:cubicBezTo>
                      <a:pt x="6067" y="3322"/>
                      <a:pt x="6034" y="3301"/>
                      <a:pt x="5996" y="3284"/>
                    </a:cubicBezTo>
                    <a:lnTo>
                      <a:pt x="5996" y="3284"/>
                    </a:lnTo>
                    <a:cubicBezTo>
                      <a:pt x="6013" y="3286"/>
                      <a:pt x="6030" y="3287"/>
                      <a:pt x="6047" y="3287"/>
                    </a:cubicBezTo>
                    <a:cubicBezTo>
                      <a:pt x="6127" y="3287"/>
                      <a:pt x="6208" y="3266"/>
                      <a:pt x="6284" y="3230"/>
                    </a:cubicBezTo>
                    <a:cubicBezTo>
                      <a:pt x="6299" y="3225"/>
                      <a:pt x="6291" y="3202"/>
                      <a:pt x="6274" y="3202"/>
                    </a:cubicBezTo>
                    <a:cubicBezTo>
                      <a:pt x="6272" y="3202"/>
                      <a:pt x="6270" y="3202"/>
                      <a:pt x="6268" y="3203"/>
                    </a:cubicBezTo>
                    <a:cubicBezTo>
                      <a:pt x="6209" y="3218"/>
                      <a:pt x="6151" y="3225"/>
                      <a:pt x="6094" y="3225"/>
                    </a:cubicBezTo>
                    <a:cubicBezTo>
                      <a:pt x="5867" y="3225"/>
                      <a:pt x="5658" y="3110"/>
                      <a:pt x="5502" y="2936"/>
                    </a:cubicBezTo>
                    <a:cubicBezTo>
                      <a:pt x="5409" y="2838"/>
                      <a:pt x="5338" y="2719"/>
                      <a:pt x="5284" y="2599"/>
                    </a:cubicBezTo>
                    <a:cubicBezTo>
                      <a:pt x="5224" y="2463"/>
                      <a:pt x="5148" y="2300"/>
                      <a:pt x="5148" y="2148"/>
                    </a:cubicBezTo>
                    <a:cubicBezTo>
                      <a:pt x="5148" y="2135"/>
                      <a:pt x="5137" y="2128"/>
                      <a:pt x="5126" y="2128"/>
                    </a:cubicBezTo>
                    <a:cubicBezTo>
                      <a:pt x="5116" y="2128"/>
                      <a:pt x="5105" y="2135"/>
                      <a:pt x="5105" y="2148"/>
                    </a:cubicBezTo>
                    <a:cubicBezTo>
                      <a:pt x="5099" y="2317"/>
                      <a:pt x="5181" y="2485"/>
                      <a:pt x="5241" y="2637"/>
                    </a:cubicBezTo>
                    <a:cubicBezTo>
                      <a:pt x="5284" y="2746"/>
                      <a:pt x="5344" y="2849"/>
                      <a:pt x="5420" y="2947"/>
                    </a:cubicBezTo>
                    <a:cubicBezTo>
                      <a:pt x="5393" y="2920"/>
                      <a:pt x="5366" y="2887"/>
                      <a:pt x="5344" y="2860"/>
                    </a:cubicBezTo>
                    <a:cubicBezTo>
                      <a:pt x="5295" y="2800"/>
                      <a:pt x="5257" y="2730"/>
                      <a:pt x="5235" y="2659"/>
                    </a:cubicBezTo>
                    <a:cubicBezTo>
                      <a:pt x="5213" y="2632"/>
                      <a:pt x="5197" y="2605"/>
                      <a:pt x="5175" y="2583"/>
                    </a:cubicBezTo>
                    <a:cubicBezTo>
                      <a:pt x="5148" y="2550"/>
                      <a:pt x="5126" y="2507"/>
                      <a:pt x="5110" y="2469"/>
                    </a:cubicBezTo>
                    <a:cubicBezTo>
                      <a:pt x="5061" y="2344"/>
                      <a:pt x="5023" y="2170"/>
                      <a:pt x="4871" y="2126"/>
                    </a:cubicBezTo>
                    <a:cubicBezTo>
                      <a:pt x="4817" y="2110"/>
                      <a:pt x="4757" y="2116"/>
                      <a:pt x="4697" y="2099"/>
                    </a:cubicBezTo>
                    <a:cubicBezTo>
                      <a:pt x="4615" y="2083"/>
                      <a:pt x="4539" y="2061"/>
                      <a:pt x="4463" y="2034"/>
                    </a:cubicBezTo>
                    <a:cubicBezTo>
                      <a:pt x="4311" y="1985"/>
                      <a:pt x="4153" y="1958"/>
                      <a:pt x="3990" y="1942"/>
                    </a:cubicBezTo>
                    <a:cubicBezTo>
                      <a:pt x="3637" y="1893"/>
                      <a:pt x="3273" y="1942"/>
                      <a:pt x="2920" y="1855"/>
                    </a:cubicBezTo>
                    <a:cubicBezTo>
                      <a:pt x="2827" y="1833"/>
                      <a:pt x="2746" y="1800"/>
                      <a:pt x="2664" y="1757"/>
                    </a:cubicBezTo>
                    <a:cubicBezTo>
                      <a:pt x="2593" y="1708"/>
                      <a:pt x="2534" y="1643"/>
                      <a:pt x="2490" y="1567"/>
                    </a:cubicBezTo>
                    <a:cubicBezTo>
                      <a:pt x="2381" y="1409"/>
                      <a:pt x="2349" y="1224"/>
                      <a:pt x="2251" y="1072"/>
                    </a:cubicBezTo>
                    <a:cubicBezTo>
                      <a:pt x="2246" y="1065"/>
                      <a:pt x="2240" y="1062"/>
                      <a:pt x="2234" y="1062"/>
                    </a:cubicBezTo>
                    <a:cubicBezTo>
                      <a:pt x="2226" y="1062"/>
                      <a:pt x="2218" y="1068"/>
                      <a:pt x="2218" y="1077"/>
                    </a:cubicBezTo>
                    <a:cubicBezTo>
                      <a:pt x="2191" y="1235"/>
                      <a:pt x="2213" y="1398"/>
                      <a:pt x="2278" y="1545"/>
                    </a:cubicBezTo>
                    <a:cubicBezTo>
                      <a:pt x="2332" y="1686"/>
                      <a:pt x="2430" y="1817"/>
                      <a:pt x="2561" y="1909"/>
                    </a:cubicBezTo>
                    <a:cubicBezTo>
                      <a:pt x="2702" y="1996"/>
                      <a:pt x="2860" y="2050"/>
                      <a:pt x="3028" y="2067"/>
                    </a:cubicBezTo>
                    <a:cubicBezTo>
                      <a:pt x="3208" y="2094"/>
                      <a:pt x="3392" y="2110"/>
                      <a:pt x="3572" y="2110"/>
                    </a:cubicBezTo>
                    <a:cubicBezTo>
                      <a:pt x="3710" y="2110"/>
                      <a:pt x="3840" y="2105"/>
                      <a:pt x="3971" y="2105"/>
                    </a:cubicBezTo>
                    <a:cubicBezTo>
                      <a:pt x="4037" y="2105"/>
                      <a:pt x="4103" y="2106"/>
                      <a:pt x="4170" y="2110"/>
                    </a:cubicBezTo>
                    <a:cubicBezTo>
                      <a:pt x="4257" y="2110"/>
                      <a:pt x="4349" y="2121"/>
                      <a:pt x="4431" y="2148"/>
                    </a:cubicBezTo>
                    <a:cubicBezTo>
                      <a:pt x="4518" y="2175"/>
                      <a:pt x="4594" y="2219"/>
                      <a:pt x="4675" y="2251"/>
                    </a:cubicBezTo>
                    <a:cubicBezTo>
                      <a:pt x="4724" y="2268"/>
                      <a:pt x="4795" y="2273"/>
                      <a:pt x="4827" y="2317"/>
                    </a:cubicBezTo>
                    <a:cubicBezTo>
                      <a:pt x="4849" y="2360"/>
                      <a:pt x="4860" y="2409"/>
                      <a:pt x="4871" y="2458"/>
                    </a:cubicBezTo>
                    <a:cubicBezTo>
                      <a:pt x="4882" y="2507"/>
                      <a:pt x="4909" y="2561"/>
                      <a:pt x="4925" y="2610"/>
                    </a:cubicBezTo>
                    <a:cubicBezTo>
                      <a:pt x="4958" y="2686"/>
                      <a:pt x="5012" y="2741"/>
                      <a:pt x="5039" y="2811"/>
                    </a:cubicBezTo>
                    <a:cubicBezTo>
                      <a:pt x="5067" y="2887"/>
                      <a:pt x="5110" y="2964"/>
                      <a:pt x="5165" y="3023"/>
                    </a:cubicBezTo>
                    <a:cubicBezTo>
                      <a:pt x="5284" y="3181"/>
                      <a:pt x="5442" y="3306"/>
                      <a:pt x="5616" y="3393"/>
                    </a:cubicBezTo>
                    <a:lnTo>
                      <a:pt x="5643" y="3404"/>
                    </a:lnTo>
                    <a:cubicBezTo>
                      <a:pt x="5637" y="3431"/>
                      <a:pt x="5637" y="3453"/>
                      <a:pt x="5632" y="3474"/>
                    </a:cubicBezTo>
                    <a:cubicBezTo>
                      <a:pt x="5616" y="3529"/>
                      <a:pt x="5599" y="3589"/>
                      <a:pt x="5594" y="3643"/>
                    </a:cubicBezTo>
                    <a:cubicBezTo>
                      <a:pt x="5583" y="3779"/>
                      <a:pt x="5605" y="3909"/>
                      <a:pt x="5659" y="4029"/>
                    </a:cubicBezTo>
                    <a:cubicBezTo>
                      <a:pt x="5714" y="4127"/>
                      <a:pt x="5779" y="4214"/>
                      <a:pt x="5860" y="4284"/>
                    </a:cubicBezTo>
                    <a:cubicBezTo>
                      <a:pt x="5855" y="4295"/>
                      <a:pt x="5849" y="4301"/>
                      <a:pt x="5849" y="4306"/>
                    </a:cubicBezTo>
                    <a:cubicBezTo>
                      <a:pt x="5849" y="4344"/>
                      <a:pt x="5795" y="4399"/>
                      <a:pt x="5784" y="4437"/>
                    </a:cubicBezTo>
                    <a:cubicBezTo>
                      <a:pt x="5762" y="4486"/>
                      <a:pt x="5746" y="4540"/>
                      <a:pt x="5735" y="4589"/>
                    </a:cubicBezTo>
                    <a:cubicBezTo>
                      <a:pt x="5719" y="4665"/>
                      <a:pt x="5714" y="4746"/>
                      <a:pt x="5730" y="4823"/>
                    </a:cubicBezTo>
                    <a:cubicBezTo>
                      <a:pt x="5686" y="4964"/>
                      <a:pt x="5583" y="5089"/>
                      <a:pt x="5496" y="5208"/>
                    </a:cubicBezTo>
                    <a:cubicBezTo>
                      <a:pt x="5387" y="5344"/>
                      <a:pt x="5279" y="5491"/>
                      <a:pt x="5159" y="5622"/>
                    </a:cubicBezTo>
                    <a:cubicBezTo>
                      <a:pt x="5034" y="5741"/>
                      <a:pt x="4882" y="5844"/>
                      <a:pt x="4724" y="5915"/>
                    </a:cubicBezTo>
                    <a:cubicBezTo>
                      <a:pt x="4556" y="5997"/>
                      <a:pt x="4382" y="6056"/>
                      <a:pt x="4202" y="6111"/>
                    </a:cubicBezTo>
                    <a:cubicBezTo>
                      <a:pt x="4018" y="6165"/>
                      <a:pt x="3827" y="6198"/>
                      <a:pt x="3632" y="6209"/>
                    </a:cubicBezTo>
                    <a:cubicBezTo>
                      <a:pt x="3611" y="6210"/>
                      <a:pt x="3590" y="6211"/>
                      <a:pt x="3569" y="6211"/>
                    </a:cubicBezTo>
                    <a:cubicBezTo>
                      <a:pt x="3501" y="6211"/>
                      <a:pt x="3430" y="6204"/>
                      <a:pt x="3360" y="6187"/>
                    </a:cubicBezTo>
                    <a:cubicBezTo>
                      <a:pt x="3273" y="6176"/>
                      <a:pt x="3180" y="6171"/>
                      <a:pt x="3088" y="6171"/>
                    </a:cubicBezTo>
                    <a:cubicBezTo>
                      <a:pt x="3006" y="6165"/>
                      <a:pt x="2925" y="6149"/>
                      <a:pt x="2843" y="6122"/>
                    </a:cubicBezTo>
                    <a:cubicBezTo>
                      <a:pt x="2740" y="6089"/>
                      <a:pt x="2642" y="6067"/>
                      <a:pt x="2539" y="6029"/>
                    </a:cubicBezTo>
                    <a:cubicBezTo>
                      <a:pt x="2365" y="5970"/>
                      <a:pt x="2191" y="5899"/>
                      <a:pt x="2033" y="5806"/>
                    </a:cubicBezTo>
                    <a:cubicBezTo>
                      <a:pt x="1947" y="5752"/>
                      <a:pt x="1865" y="5687"/>
                      <a:pt x="1778" y="5632"/>
                    </a:cubicBezTo>
                    <a:cubicBezTo>
                      <a:pt x="1680" y="5578"/>
                      <a:pt x="1599" y="5507"/>
                      <a:pt x="1533" y="5415"/>
                    </a:cubicBezTo>
                    <a:cubicBezTo>
                      <a:pt x="1490" y="5339"/>
                      <a:pt x="1441" y="5263"/>
                      <a:pt x="1387" y="5187"/>
                    </a:cubicBezTo>
                    <a:cubicBezTo>
                      <a:pt x="1343" y="5138"/>
                      <a:pt x="1294" y="5089"/>
                      <a:pt x="1251" y="5040"/>
                    </a:cubicBezTo>
                    <a:cubicBezTo>
                      <a:pt x="1229" y="4996"/>
                      <a:pt x="1213" y="4953"/>
                      <a:pt x="1186" y="4910"/>
                    </a:cubicBezTo>
                    <a:cubicBezTo>
                      <a:pt x="1169" y="4882"/>
                      <a:pt x="1142" y="4855"/>
                      <a:pt x="1120" y="4828"/>
                    </a:cubicBezTo>
                    <a:cubicBezTo>
                      <a:pt x="1131" y="4752"/>
                      <a:pt x="1137" y="4676"/>
                      <a:pt x="1131" y="4600"/>
                    </a:cubicBezTo>
                    <a:cubicBezTo>
                      <a:pt x="1126" y="4437"/>
                      <a:pt x="1202" y="4132"/>
                      <a:pt x="1012" y="4051"/>
                    </a:cubicBezTo>
                    <a:cubicBezTo>
                      <a:pt x="1009" y="4048"/>
                      <a:pt x="1006" y="4047"/>
                      <a:pt x="1003" y="4047"/>
                    </a:cubicBezTo>
                    <a:cubicBezTo>
                      <a:pt x="1001" y="4047"/>
                      <a:pt x="998" y="4048"/>
                      <a:pt x="995" y="4051"/>
                    </a:cubicBezTo>
                    <a:cubicBezTo>
                      <a:pt x="1066" y="3898"/>
                      <a:pt x="1153" y="3757"/>
                      <a:pt x="1251" y="3621"/>
                    </a:cubicBezTo>
                    <a:cubicBezTo>
                      <a:pt x="1359" y="3474"/>
                      <a:pt x="1463" y="3317"/>
                      <a:pt x="1555" y="3165"/>
                    </a:cubicBezTo>
                    <a:cubicBezTo>
                      <a:pt x="1599" y="3105"/>
                      <a:pt x="1626" y="3045"/>
                      <a:pt x="1669" y="2991"/>
                    </a:cubicBezTo>
                    <a:cubicBezTo>
                      <a:pt x="1724" y="2920"/>
                      <a:pt x="1767" y="2844"/>
                      <a:pt x="1805" y="2762"/>
                    </a:cubicBezTo>
                    <a:cubicBezTo>
                      <a:pt x="1887" y="2621"/>
                      <a:pt x="1952" y="2474"/>
                      <a:pt x="2006" y="2317"/>
                    </a:cubicBezTo>
                    <a:cubicBezTo>
                      <a:pt x="2055" y="2143"/>
                      <a:pt x="2099" y="1963"/>
                      <a:pt x="2137" y="1789"/>
                    </a:cubicBezTo>
                    <a:cubicBezTo>
                      <a:pt x="2159" y="1697"/>
                      <a:pt x="2169" y="1610"/>
                      <a:pt x="2175" y="1518"/>
                    </a:cubicBezTo>
                    <a:cubicBezTo>
                      <a:pt x="2175" y="1447"/>
                      <a:pt x="2175" y="1387"/>
                      <a:pt x="2186" y="1327"/>
                    </a:cubicBezTo>
                    <a:cubicBezTo>
                      <a:pt x="2197" y="1224"/>
                      <a:pt x="2218" y="1072"/>
                      <a:pt x="2126" y="996"/>
                    </a:cubicBezTo>
                    <a:cubicBezTo>
                      <a:pt x="2120" y="991"/>
                      <a:pt x="2113" y="989"/>
                      <a:pt x="2107" y="989"/>
                    </a:cubicBezTo>
                    <a:cubicBezTo>
                      <a:pt x="2086" y="989"/>
                      <a:pt x="2071" y="1012"/>
                      <a:pt x="2088" y="1028"/>
                    </a:cubicBezTo>
                    <a:cubicBezTo>
                      <a:pt x="2164" y="1115"/>
                      <a:pt x="2061" y="1300"/>
                      <a:pt x="2044" y="1398"/>
                    </a:cubicBezTo>
                    <a:cubicBezTo>
                      <a:pt x="2028" y="1463"/>
                      <a:pt x="2028" y="1534"/>
                      <a:pt x="2017" y="1599"/>
                    </a:cubicBezTo>
                    <a:cubicBezTo>
                      <a:pt x="1995" y="1697"/>
                      <a:pt x="1974" y="1795"/>
                      <a:pt x="1947" y="1893"/>
                    </a:cubicBezTo>
                    <a:cubicBezTo>
                      <a:pt x="1908" y="2072"/>
                      <a:pt x="1854" y="2251"/>
                      <a:pt x="1783" y="2420"/>
                    </a:cubicBezTo>
                    <a:cubicBezTo>
                      <a:pt x="1713" y="2578"/>
                      <a:pt x="1631" y="2724"/>
                      <a:pt x="1539" y="2866"/>
                    </a:cubicBezTo>
                    <a:cubicBezTo>
                      <a:pt x="1446" y="2996"/>
                      <a:pt x="1354" y="3121"/>
                      <a:pt x="1272" y="3257"/>
                    </a:cubicBezTo>
                    <a:cubicBezTo>
                      <a:pt x="1180" y="3415"/>
                      <a:pt x="1071" y="3556"/>
                      <a:pt x="974" y="3714"/>
                    </a:cubicBezTo>
                    <a:cubicBezTo>
                      <a:pt x="930" y="3784"/>
                      <a:pt x="881" y="3850"/>
                      <a:pt x="843" y="3926"/>
                    </a:cubicBezTo>
                    <a:cubicBezTo>
                      <a:pt x="810" y="4007"/>
                      <a:pt x="783" y="4083"/>
                      <a:pt x="751" y="4159"/>
                    </a:cubicBezTo>
                    <a:cubicBezTo>
                      <a:pt x="680" y="4333"/>
                      <a:pt x="626" y="4507"/>
                      <a:pt x="588" y="4687"/>
                    </a:cubicBezTo>
                    <a:cubicBezTo>
                      <a:pt x="577" y="4692"/>
                      <a:pt x="566" y="4698"/>
                      <a:pt x="560" y="4708"/>
                    </a:cubicBezTo>
                    <a:cubicBezTo>
                      <a:pt x="484" y="4828"/>
                      <a:pt x="419" y="4953"/>
                      <a:pt x="365" y="5083"/>
                    </a:cubicBezTo>
                    <a:cubicBezTo>
                      <a:pt x="359" y="5024"/>
                      <a:pt x="348" y="4964"/>
                      <a:pt x="332" y="4910"/>
                    </a:cubicBezTo>
                    <a:cubicBezTo>
                      <a:pt x="310" y="4828"/>
                      <a:pt x="294" y="4741"/>
                      <a:pt x="283" y="4654"/>
                    </a:cubicBezTo>
                    <a:cubicBezTo>
                      <a:pt x="278" y="4562"/>
                      <a:pt x="251" y="4458"/>
                      <a:pt x="245" y="4366"/>
                    </a:cubicBezTo>
                    <a:cubicBezTo>
                      <a:pt x="251" y="4274"/>
                      <a:pt x="245" y="4181"/>
                      <a:pt x="229" y="4089"/>
                    </a:cubicBezTo>
                    <a:cubicBezTo>
                      <a:pt x="202" y="3985"/>
                      <a:pt x="180" y="3877"/>
                      <a:pt x="164" y="3768"/>
                    </a:cubicBezTo>
                    <a:cubicBezTo>
                      <a:pt x="142" y="3556"/>
                      <a:pt x="251" y="3377"/>
                      <a:pt x="310" y="3176"/>
                    </a:cubicBezTo>
                    <a:cubicBezTo>
                      <a:pt x="343" y="3078"/>
                      <a:pt x="332" y="2980"/>
                      <a:pt x="348" y="2877"/>
                    </a:cubicBezTo>
                    <a:cubicBezTo>
                      <a:pt x="370" y="2773"/>
                      <a:pt x="370" y="2670"/>
                      <a:pt x="359" y="2561"/>
                    </a:cubicBezTo>
                    <a:cubicBezTo>
                      <a:pt x="343" y="2474"/>
                      <a:pt x="348" y="2376"/>
                      <a:pt x="376" y="2289"/>
                    </a:cubicBezTo>
                    <a:cubicBezTo>
                      <a:pt x="408" y="2192"/>
                      <a:pt x="452" y="2105"/>
                      <a:pt x="506" y="2018"/>
                    </a:cubicBezTo>
                    <a:cubicBezTo>
                      <a:pt x="560" y="1936"/>
                      <a:pt x="604" y="1849"/>
                      <a:pt x="658" y="1773"/>
                    </a:cubicBezTo>
                    <a:cubicBezTo>
                      <a:pt x="713" y="1692"/>
                      <a:pt x="789" y="1605"/>
                      <a:pt x="843" y="1512"/>
                    </a:cubicBezTo>
                    <a:cubicBezTo>
                      <a:pt x="941" y="1349"/>
                      <a:pt x="963" y="1153"/>
                      <a:pt x="1071" y="990"/>
                    </a:cubicBezTo>
                    <a:cubicBezTo>
                      <a:pt x="1191" y="811"/>
                      <a:pt x="1408" y="691"/>
                      <a:pt x="1599" y="583"/>
                    </a:cubicBezTo>
                    <a:cubicBezTo>
                      <a:pt x="1783" y="479"/>
                      <a:pt x="1995" y="425"/>
                      <a:pt x="2186" y="333"/>
                    </a:cubicBezTo>
                    <a:lnTo>
                      <a:pt x="2191" y="333"/>
                    </a:lnTo>
                    <a:cubicBezTo>
                      <a:pt x="2200" y="334"/>
                      <a:pt x="2209" y="335"/>
                      <a:pt x="2217" y="335"/>
                    </a:cubicBezTo>
                    <a:cubicBezTo>
                      <a:pt x="2241" y="335"/>
                      <a:pt x="2264" y="330"/>
                      <a:pt x="2284" y="322"/>
                    </a:cubicBezTo>
                    <a:cubicBezTo>
                      <a:pt x="2343" y="300"/>
                      <a:pt x="2403" y="284"/>
                      <a:pt x="2468" y="273"/>
                    </a:cubicBezTo>
                    <a:cubicBezTo>
                      <a:pt x="2610" y="235"/>
                      <a:pt x="2756" y="208"/>
                      <a:pt x="2903" y="186"/>
                    </a:cubicBezTo>
                    <a:cubicBezTo>
                      <a:pt x="2968" y="175"/>
                      <a:pt x="3045" y="159"/>
                      <a:pt x="3115" y="142"/>
                    </a:cubicBezTo>
                    <a:cubicBezTo>
                      <a:pt x="3169" y="139"/>
                      <a:pt x="3224" y="136"/>
                      <a:pt x="3279" y="136"/>
                    </a:cubicBezTo>
                    <a:close/>
                    <a:moveTo>
                      <a:pt x="5844" y="6127"/>
                    </a:moveTo>
                    <a:cubicBezTo>
                      <a:pt x="5844" y="6187"/>
                      <a:pt x="5839" y="6252"/>
                      <a:pt x="5839" y="6312"/>
                    </a:cubicBezTo>
                    <a:lnTo>
                      <a:pt x="5839" y="6133"/>
                    </a:lnTo>
                    <a:lnTo>
                      <a:pt x="5833" y="6127"/>
                    </a:lnTo>
                    <a:close/>
                    <a:moveTo>
                      <a:pt x="995" y="5567"/>
                    </a:moveTo>
                    <a:cubicBezTo>
                      <a:pt x="1012" y="5573"/>
                      <a:pt x="1028" y="5578"/>
                      <a:pt x="1039" y="5578"/>
                    </a:cubicBezTo>
                    <a:lnTo>
                      <a:pt x="1039" y="5584"/>
                    </a:lnTo>
                    <a:cubicBezTo>
                      <a:pt x="1047" y="5601"/>
                      <a:pt x="1062" y="5614"/>
                      <a:pt x="1082" y="5614"/>
                    </a:cubicBezTo>
                    <a:cubicBezTo>
                      <a:pt x="1087" y="5614"/>
                      <a:pt x="1093" y="5613"/>
                      <a:pt x="1099" y="5611"/>
                    </a:cubicBezTo>
                    <a:cubicBezTo>
                      <a:pt x="1126" y="5627"/>
                      <a:pt x="1153" y="5638"/>
                      <a:pt x="1180" y="5654"/>
                    </a:cubicBezTo>
                    <a:cubicBezTo>
                      <a:pt x="1186" y="5676"/>
                      <a:pt x="1196" y="5703"/>
                      <a:pt x="1202" y="5725"/>
                    </a:cubicBezTo>
                    <a:cubicBezTo>
                      <a:pt x="1207" y="5747"/>
                      <a:pt x="1213" y="5774"/>
                      <a:pt x="1213" y="5796"/>
                    </a:cubicBezTo>
                    <a:lnTo>
                      <a:pt x="1213" y="5801"/>
                    </a:lnTo>
                    <a:cubicBezTo>
                      <a:pt x="1164" y="5861"/>
                      <a:pt x="1131" y="5937"/>
                      <a:pt x="1120" y="6018"/>
                    </a:cubicBezTo>
                    <a:cubicBezTo>
                      <a:pt x="1104" y="6105"/>
                      <a:pt x="1099" y="6198"/>
                      <a:pt x="1099" y="6290"/>
                    </a:cubicBezTo>
                    <a:cubicBezTo>
                      <a:pt x="1071" y="6317"/>
                      <a:pt x="1039" y="6345"/>
                      <a:pt x="1006" y="6361"/>
                    </a:cubicBezTo>
                    <a:cubicBezTo>
                      <a:pt x="984" y="6377"/>
                      <a:pt x="990" y="6415"/>
                      <a:pt x="1012" y="6421"/>
                    </a:cubicBezTo>
                    <a:cubicBezTo>
                      <a:pt x="1031" y="6423"/>
                      <a:pt x="1048" y="6425"/>
                      <a:pt x="1066" y="6425"/>
                    </a:cubicBezTo>
                    <a:cubicBezTo>
                      <a:pt x="1084" y="6425"/>
                      <a:pt x="1101" y="6423"/>
                      <a:pt x="1120" y="6421"/>
                    </a:cubicBezTo>
                    <a:lnTo>
                      <a:pt x="1120" y="6421"/>
                    </a:lnTo>
                    <a:cubicBezTo>
                      <a:pt x="1088" y="6459"/>
                      <a:pt x="1060" y="6502"/>
                      <a:pt x="1039" y="6551"/>
                    </a:cubicBezTo>
                    <a:lnTo>
                      <a:pt x="1028" y="6540"/>
                    </a:lnTo>
                    <a:lnTo>
                      <a:pt x="1039" y="6529"/>
                    </a:lnTo>
                    <a:cubicBezTo>
                      <a:pt x="1058" y="6511"/>
                      <a:pt x="1040" y="6484"/>
                      <a:pt x="1021" y="6484"/>
                    </a:cubicBezTo>
                    <a:cubicBezTo>
                      <a:pt x="1018" y="6484"/>
                      <a:pt x="1015" y="6484"/>
                      <a:pt x="1012" y="6486"/>
                    </a:cubicBezTo>
                    <a:lnTo>
                      <a:pt x="995" y="6497"/>
                    </a:lnTo>
                    <a:cubicBezTo>
                      <a:pt x="963" y="6442"/>
                      <a:pt x="941" y="6383"/>
                      <a:pt x="935" y="6317"/>
                    </a:cubicBezTo>
                    <a:cubicBezTo>
                      <a:pt x="935" y="6307"/>
                      <a:pt x="925" y="6296"/>
                      <a:pt x="914" y="6296"/>
                    </a:cubicBezTo>
                    <a:cubicBezTo>
                      <a:pt x="946" y="6192"/>
                      <a:pt x="990" y="6095"/>
                      <a:pt x="1033" y="6002"/>
                    </a:cubicBezTo>
                    <a:cubicBezTo>
                      <a:pt x="1077" y="5926"/>
                      <a:pt x="1093" y="5834"/>
                      <a:pt x="1082" y="5741"/>
                    </a:cubicBezTo>
                    <a:cubicBezTo>
                      <a:pt x="1071" y="5676"/>
                      <a:pt x="1044" y="5616"/>
                      <a:pt x="995" y="5567"/>
                    </a:cubicBezTo>
                    <a:close/>
                    <a:moveTo>
                      <a:pt x="1267" y="5290"/>
                    </a:moveTo>
                    <a:cubicBezTo>
                      <a:pt x="1305" y="5339"/>
                      <a:pt x="1338" y="5388"/>
                      <a:pt x="1365" y="5437"/>
                    </a:cubicBezTo>
                    <a:cubicBezTo>
                      <a:pt x="1408" y="5524"/>
                      <a:pt x="1468" y="5605"/>
                      <a:pt x="1539" y="5665"/>
                    </a:cubicBezTo>
                    <a:cubicBezTo>
                      <a:pt x="1615" y="5730"/>
                      <a:pt x="1702" y="5785"/>
                      <a:pt x="1783" y="5844"/>
                    </a:cubicBezTo>
                    <a:cubicBezTo>
                      <a:pt x="1821" y="5877"/>
                      <a:pt x="1865" y="5910"/>
                      <a:pt x="1908" y="5937"/>
                    </a:cubicBezTo>
                    <a:lnTo>
                      <a:pt x="1887" y="5937"/>
                    </a:lnTo>
                    <a:cubicBezTo>
                      <a:pt x="1811" y="5937"/>
                      <a:pt x="1773" y="6008"/>
                      <a:pt x="1707" y="6040"/>
                    </a:cubicBezTo>
                    <a:cubicBezTo>
                      <a:pt x="1658" y="6056"/>
                      <a:pt x="1615" y="6095"/>
                      <a:pt x="1593" y="6143"/>
                    </a:cubicBezTo>
                    <a:cubicBezTo>
                      <a:pt x="1566" y="6122"/>
                      <a:pt x="1533" y="6111"/>
                      <a:pt x="1501" y="6105"/>
                    </a:cubicBezTo>
                    <a:cubicBezTo>
                      <a:pt x="1484" y="6105"/>
                      <a:pt x="1479" y="6122"/>
                      <a:pt x="1490" y="6138"/>
                    </a:cubicBezTo>
                    <a:cubicBezTo>
                      <a:pt x="1577" y="6209"/>
                      <a:pt x="1571" y="6339"/>
                      <a:pt x="1539" y="6442"/>
                    </a:cubicBezTo>
                    <a:cubicBezTo>
                      <a:pt x="1539" y="6448"/>
                      <a:pt x="1533" y="6453"/>
                      <a:pt x="1533" y="6464"/>
                    </a:cubicBezTo>
                    <a:cubicBezTo>
                      <a:pt x="1517" y="6470"/>
                      <a:pt x="1501" y="6475"/>
                      <a:pt x="1490" y="6480"/>
                    </a:cubicBezTo>
                    <a:cubicBezTo>
                      <a:pt x="1463" y="6497"/>
                      <a:pt x="1441" y="6519"/>
                      <a:pt x="1419" y="6546"/>
                    </a:cubicBezTo>
                    <a:cubicBezTo>
                      <a:pt x="1403" y="6562"/>
                      <a:pt x="1387" y="6578"/>
                      <a:pt x="1365" y="6589"/>
                    </a:cubicBezTo>
                    <a:cubicBezTo>
                      <a:pt x="1361" y="6588"/>
                      <a:pt x="1356" y="6587"/>
                      <a:pt x="1352" y="6587"/>
                    </a:cubicBezTo>
                    <a:cubicBezTo>
                      <a:pt x="1340" y="6587"/>
                      <a:pt x="1329" y="6592"/>
                      <a:pt x="1321" y="6600"/>
                    </a:cubicBezTo>
                    <a:cubicBezTo>
                      <a:pt x="1316" y="6595"/>
                      <a:pt x="1316" y="6595"/>
                      <a:pt x="1311" y="6589"/>
                    </a:cubicBezTo>
                    <a:cubicBezTo>
                      <a:pt x="1267" y="6540"/>
                      <a:pt x="1229" y="6480"/>
                      <a:pt x="1213" y="6415"/>
                    </a:cubicBezTo>
                    <a:cubicBezTo>
                      <a:pt x="1224" y="6399"/>
                      <a:pt x="1240" y="6383"/>
                      <a:pt x="1256" y="6366"/>
                    </a:cubicBezTo>
                    <a:cubicBezTo>
                      <a:pt x="1262" y="6361"/>
                      <a:pt x="1267" y="6350"/>
                      <a:pt x="1267" y="6339"/>
                    </a:cubicBezTo>
                    <a:cubicBezTo>
                      <a:pt x="1316" y="6285"/>
                      <a:pt x="1365" y="6225"/>
                      <a:pt x="1403" y="6165"/>
                    </a:cubicBezTo>
                    <a:cubicBezTo>
                      <a:pt x="1463" y="6105"/>
                      <a:pt x="1490" y="6024"/>
                      <a:pt x="1479" y="5948"/>
                    </a:cubicBezTo>
                    <a:cubicBezTo>
                      <a:pt x="1457" y="5855"/>
                      <a:pt x="1430" y="5768"/>
                      <a:pt x="1392" y="5681"/>
                    </a:cubicBezTo>
                    <a:cubicBezTo>
                      <a:pt x="1377" y="5649"/>
                      <a:pt x="1347" y="5632"/>
                      <a:pt x="1318" y="5632"/>
                    </a:cubicBezTo>
                    <a:cubicBezTo>
                      <a:pt x="1294" y="5632"/>
                      <a:pt x="1271" y="5643"/>
                      <a:pt x="1256" y="5665"/>
                    </a:cubicBezTo>
                    <a:cubicBezTo>
                      <a:pt x="1240" y="5632"/>
                      <a:pt x="1234" y="5594"/>
                      <a:pt x="1234" y="5556"/>
                    </a:cubicBezTo>
                    <a:cubicBezTo>
                      <a:pt x="1234" y="5540"/>
                      <a:pt x="1224" y="5524"/>
                      <a:pt x="1202" y="5524"/>
                    </a:cubicBezTo>
                    <a:cubicBezTo>
                      <a:pt x="1207" y="5513"/>
                      <a:pt x="1213" y="5507"/>
                      <a:pt x="1218" y="5502"/>
                    </a:cubicBezTo>
                    <a:cubicBezTo>
                      <a:pt x="1240" y="5437"/>
                      <a:pt x="1256" y="5372"/>
                      <a:pt x="1267" y="5301"/>
                    </a:cubicBezTo>
                    <a:cubicBezTo>
                      <a:pt x="1267" y="5295"/>
                      <a:pt x="1267" y="5290"/>
                      <a:pt x="1267" y="5290"/>
                    </a:cubicBezTo>
                    <a:close/>
                    <a:moveTo>
                      <a:pt x="5262" y="5980"/>
                    </a:moveTo>
                    <a:cubicBezTo>
                      <a:pt x="5309" y="6015"/>
                      <a:pt x="5356" y="6056"/>
                      <a:pt x="5417" y="6056"/>
                    </a:cubicBezTo>
                    <a:cubicBezTo>
                      <a:pt x="5433" y="6056"/>
                      <a:pt x="5450" y="6053"/>
                      <a:pt x="5469" y="6046"/>
                    </a:cubicBezTo>
                    <a:lnTo>
                      <a:pt x="5474" y="6046"/>
                    </a:lnTo>
                    <a:cubicBezTo>
                      <a:pt x="5485" y="6062"/>
                      <a:pt x="5496" y="6073"/>
                      <a:pt x="5507" y="6089"/>
                    </a:cubicBezTo>
                    <a:cubicBezTo>
                      <a:pt x="5518" y="6100"/>
                      <a:pt x="5534" y="6116"/>
                      <a:pt x="5550" y="6127"/>
                    </a:cubicBezTo>
                    <a:lnTo>
                      <a:pt x="5512" y="6171"/>
                    </a:lnTo>
                    <a:cubicBezTo>
                      <a:pt x="5491" y="6203"/>
                      <a:pt x="5463" y="6230"/>
                      <a:pt x="5436" y="6258"/>
                    </a:cubicBezTo>
                    <a:cubicBezTo>
                      <a:pt x="5415" y="6301"/>
                      <a:pt x="5387" y="6345"/>
                      <a:pt x="5371" y="6388"/>
                    </a:cubicBezTo>
                    <a:cubicBezTo>
                      <a:pt x="5322" y="6470"/>
                      <a:pt x="5257" y="6540"/>
                      <a:pt x="5203" y="6616"/>
                    </a:cubicBezTo>
                    <a:cubicBezTo>
                      <a:pt x="5203" y="6475"/>
                      <a:pt x="5230" y="6334"/>
                      <a:pt x="5235" y="6187"/>
                    </a:cubicBezTo>
                    <a:cubicBezTo>
                      <a:pt x="5230" y="6116"/>
                      <a:pt x="5241" y="6051"/>
                      <a:pt x="5262" y="5986"/>
                    </a:cubicBezTo>
                    <a:lnTo>
                      <a:pt x="5262" y="5980"/>
                    </a:lnTo>
                    <a:close/>
                    <a:moveTo>
                      <a:pt x="1158" y="6491"/>
                    </a:moveTo>
                    <a:cubicBezTo>
                      <a:pt x="1180" y="6540"/>
                      <a:pt x="1213" y="6584"/>
                      <a:pt x="1245" y="6627"/>
                    </a:cubicBezTo>
                    <a:cubicBezTo>
                      <a:pt x="1196" y="6627"/>
                      <a:pt x="1153" y="6616"/>
                      <a:pt x="1109" y="6600"/>
                    </a:cubicBezTo>
                    <a:cubicBezTo>
                      <a:pt x="1120" y="6562"/>
                      <a:pt x="1137" y="6524"/>
                      <a:pt x="1158" y="6491"/>
                    </a:cubicBezTo>
                    <a:close/>
                    <a:moveTo>
                      <a:pt x="1104" y="6747"/>
                    </a:moveTo>
                    <a:cubicBezTo>
                      <a:pt x="1131" y="6758"/>
                      <a:pt x="1158" y="6763"/>
                      <a:pt x="1180" y="6769"/>
                    </a:cubicBezTo>
                    <a:cubicBezTo>
                      <a:pt x="1191" y="6771"/>
                      <a:pt x="1200" y="6773"/>
                      <a:pt x="1209" y="6773"/>
                    </a:cubicBezTo>
                    <a:cubicBezTo>
                      <a:pt x="1218" y="6773"/>
                      <a:pt x="1226" y="6771"/>
                      <a:pt x="1234" y="6769"/>
                    </a:cubicBezTo>
                    <a:lnTo>
                      <a:pt x="1234" y="6769"/>
                    </a:lnTo>
                    <a:cubicBezTo>
                      <a:pt x="1207" y="6801"/>
                      <a:pt x="1186" y="6839"/>
                      <a:pt x="1175" y="6877"/>
                    </a:cubicBezTo>
                    <a:cubicBezTo>
                      <a:pt x="1153" y="6850"/>
                      <a:pt x="1131" y="6823"/>
                      <a:pt x="1120" y="6790"/>
                    </a:cubicBezTo>
                    <a:cubicBezTo>
                      <a:pt x="1115" y="6774"/>
                      <a:pt x="1109" y="6763"/>
                      <a:pt x="1104" y="6747"/>
                    </a:cubicBezTo>
                    <a:close/>
                    <a:moveTo>
                      <a:pt x="6311" y="5741"/>
                    </a:moveTo>
                    <a:cubicBezTo>
                      <a:pt x="6333" y="5763"/>
                      <a:pt x="6355" y="5774"/>
                      <a:pt x="6382" y="5774"/>
                    </a:cubicBezTo>
                    <a:cubicBezTo>
                      <a:pt x="6408" y="5776"/>
                      <a:pt x="6434" y="5777"/>
                      <a:pt x="6460" y="5777"/>
                    </a:cubicBezTo>
                    <a:cubicBezTo>
                      <a:pt x="6505" y="5777"/>
                      <a:pt x="6549" y="5773"/>
                      <a:pt x="6594" y="5763"/>
                    </a:cubicBezTo>
                    <a:cubicBezTo>
                      <a:pt x="6607" y="5761"/>
                      <a:pt x="6618" y="5760"/>
                      <a:pt x="6629" y="5760"/>
                    </a:cubicBezTo>
                    <a:cubicBezTo>
                      <a:pt x="6794" y="5760"/>
                      <a:pt x="6784" y="5946"/>
                      <a:pt x="6784" y="6084"/>
                    </a:cubicBezTo>
                    <a:cubicBezTo>
                      <a:pt x="6784" y="6296"/>
                      <a:pt x="6795" y="6524"/>
                      <a:pt x="6774" y="6741"/>
                    </a:cubicBezTo>
                    <a:cubicBezTo>
                      <a:pt x="6768" y="6790"/>
                      <a:pt x="6746" y="6839"/>
                      <a:pt x="6746" y="6894"/>
                    </a:cubicBezTo>
                    <a:cubicBezTo>
                      <a:pt x="6725" y="6877"/>
                      <a:pt x="6703" y="6861"/>
                      <a:pt x="6687" y="6839"/>
                    </a:cubicBezTo>
                    <a:cubicBezTo>
                      <a:pt x="6659" y="6801"/>
                      <a:pt x="6638" y="6763"/>
                      <a:pt x="6621" y="6720"/>
                    </a:cubicBezTo>
                    <a:cubicBezTo>
                      <a:pt x="6578" y="6654"/>
                      <a:pt x="6534" y="6589"/>
                      <a:pt x="6480" y="6529"/>
                    </a:cubicBezTo>
                    <a:cubicBezTo>
                      <a:pt x="6431" y="6480"/>
                      <a:pt x="6377" y="6432"/>
                      <a:pt x="6311" y="6393"/>
                    </a:cubicBezTo>
                    <a:cubicBezTo>
                      <a:pt x="6284" y="6372"/>
                      <a:pt x="6252" y="6355"/>
                      <a:pt x="6214" y="6339"/>
                    </a:cubicBezTo>
                    <a:cubicBezTo>
                      <a:pt x="6219" y="6312"/>
                      <a:pt x="6219" y="6285"/>
                      <a:pt x="6224" y="6263"/>
                    </a:cubicBezTo>
                    <a:cubicBezTo>
                      <a:pt x="6235" y="6160"/>
                      <a:pt x="6246" y="6062"/>
                      <a:pt x="6252" y="5964"/>
                    </a:cubicBezTo>
                    <a:cubicBezTo>
                      <a:pt x="6257" y="5899"/>
                      <a:pt x="6268" y="5839"/>
                      <a:pt x="6273" y="5774"/>
                    </a:cubicBezTo>
                    <a:cubicBezTo>
                      <a:pt x="6284" y="5774"/>
                      <a:pt x="6290" y="5768"/>
                      <a:pt x="6290" y="5768"/>
                    </a:cubicBezTo>
                    <a:cubicBezTo>
                      <a:pt x="6301" y="5758"/>
                      <a:pt x="6306" y="5752"/>
                      <a:pt x="6311" y="5741"/>
                    </a:cubicBezTo>
                    <a:close/>
                    <a:moveTo>
                      <a:pt x="1283" y="6769"/>
                    </a:moveTo>
                    <a:cubicBezTo>
                      <a:pt x="1272" y="6790"/>
                      <a:pt x="1262" y="6817"/>
                      <a:pt x="1256" y="6839"/>
                    </a:cubicBezTo>
                    <a:cubicBezTo>
                      <a:pt x="1251" y="6877"/>
                      <a:pt x="1245" y="6910"/>
                      <a:pt x="1240" y="6948"/>
                    </a:cubicBezTo>
                    <a:lnTo>
                      <a:pt x="1229" y="6937"/>
                    </a:lnTo>
                    <a:cubicBezTo>
                      <a:pt x="1234" y="6883"/>
                      <a:pt x="1245" y="6823"/>
                      <a:pt x="1262" y="6769"/>
                    </a:cubicBezTo>
                    <a:close/>
                    <a:moveTo>
                      <a:pt x="5088" y="5904"/>
                    </a:moveTo>
                    <a:lnTo>
                      <a:pt x="5099" y="5910"/>
                    </a:lnTo>
                    <a:cubicBezTo>
                      <a:pt x="5072" y="5948"/>
                      <a:pt x="5050" y="5980"/>
                      <a:pt x="5023" y="6018"/>
                    </a:cubicBezTo>
                    <a:cubicBezTo>
                      <a:pt x="4980" y="6078"/>
                      <a:pt x="4953" y="6143"/>
                      <a:pt x="4909" y="6209"/>
                    </a:cubicBezTo>
                    <a:cubicBezTo>
                      <a:pt x="4827" y="6345"/>
                      <a:pt x="4675" y="6442"/>
                      <a:pt x="4567" y="6557"/>
                    </a:cubicBezTo>
                    <a:cubicBezTo>
                      <a:pt x="4345" y="6773"/>
                      <a:pt x="4067" y="6990"/>
                      <a:pt x="3746" y="6990"/>
                    </a:cubicBezTo>
                    <a:cubicBezTo>
                      <a:pt x="3721" y="6990"/>
                      <a:pt x="3695" y="6989"/>
                      <a:pt x="3670" y="6986"/>
                    </a:cubicBezTo>
                    <a:cubicBezTo>
                      <a:pt x="3594" y="6981"/>
                      <a:pt x="3528" y="6959"/>
                      <a:pt x="3452" y="6953"/>
                    </a:cubicBezTo>
                    <a:cubicBezTo>
                      <a:pt x="3371" y="6953"/>
                      <a:pt x="3289" y="6937"/>
                      <a:pt x="3208" y="6910"/>
                    </a:cubicBezTo>
                    <a:cubicBezTo>
                      <a:pt x="3132" y="6883"/>
                      <a:pt x="3066" y="6845"/>
                      <a:pt x="2990" y="6817"/>
                    </a:cubicBezTo>
                    <a:cubicBezTo>
                      <a:pt x="2925" y="6807"/>
                      <a:pt x="2865" y="6785"/>
                      <a:pt x="2811" y="6752"/>
                    </a:cubicBezTo>
                    <a:cubicBezTo>
                      <a:pt x="2680" y="6644"/>
                      <a:pt x="2588" y="6480"/>
                      <a:pt x="2490" y="6350"/>
                    </a:cubicBezTo>
                    <a:cubicBezTo>
                      <a:pt x="2447" y="6290"/>
                      <a:pt x="2403" y="6236"/>
                      <a:pt x="2365" y="6171"/>
                    </a:cubicBezTo>
                    <a:lnTo>
                      <a:pt x="2354" y="6160"/>
                    </a:lnTo>
                    <a:lnTo>
                      <a:pt x="2360" y="6160"/>
                    </a:lnTo>
                    <a:cubicBezTo>
                      <a:pt x="2539" y="6241"/>
                      <a:pt x="2729" y="6307"/>
                      <a:pt x="2920" y="6355"/>
                    </a:cubicBezTo>
                    <a:cubicBezTo>
                      <a:pt x="3012" y="6372"/>
                      <a:pt x="3104" y="6377"/>
                      <a:pt x="3197" y="6377"/>
                    </a:cubicBezTo>
                    <a:cubicBezTo>
                      <a:pt x="3305" y="6377"/>
                      <a:pt x="3414" y="6415"/>
                      <a:pt x="3523" y="6415"/>
                    </a:cubicBezTo>
                    <a:cubicBezTo>
                      <a:pt x="3544" y="6416"/>
                      <a:pt x="3564" y="6416"/>
                      <a:pt x="3585" y="6416"/>
                    </a:cubicBezTo>
                    <a:cubicBezTo>
                      <a:pt x="3771" y="6416"/>
                      <a:pt x="3956" y="6394"/>
                      <a:pt x="4137" y="6350"/>
                    </a:cubicBezTo>
                    <a:cubicBezTo>
                      <a:pt x="4338" y="6296"/>
                      <a:pt x="4534" y="6220"/>
                      <a:pt x="4724" y="6133"/>
                    </a:cubicBezTo>
                    <a:cubicBezTo>
                      <a:pt x="4855" y="6073"/>
                      <a:pt x="4980" y="5997"/>
                      <a:pt x="5088" y="5904"/>
                    </a:cubicBezTo>
                    <a:close/>
                    <a:moveTo>
                      <a:pt x="571" y="6062"/>
                    </a:moveTo>
                    <a:cubicBezTo>
                      <a:pt x="582" y="6111"/>
                      <a:pt x="593" y="6154"/>
                      <a:pt x="609" y="6198"/>
                    </a:cubicBezTo>
                    <a:cubicBezTo>
                      <a:pt x="631" y="6247"/>
                      <a:pt x="669" y="6290"/>
                      <a:pt x="718" y="6317"/>
                    </a:cubicBezTo>
                    <a:cubicBezTo>
                      <a:pt x="740" y="6328"/>
                      <a:pt x="762" y="6328"/>
                      <a:pt x="783" y="6328"/>
                    </a:cubicBezTo>
                    <a:cubicBezTo>
                      <a:pt x="797" y="6356"/>
                      <a:pt x="822" y="6368"/>
                      <a:pt x="849" y="6368"/>
                    </a:cubicBezTo>
                    <a:cubicBezTo>
                      <a:pt x="854" y="6368"/>
                      <a:pt x="860" y="6367"/>
                      <a:pt x="865" y="6366"/>
                    </a:cubicBezTo>
                    <a:cubicBezTo>
                      <a:pt x="865" y="6432"/>
                      <a:pt x="876" y="6497"/>
                      <a:pt x="903" y="6562"/>
                    </a:cubicBezTo>
                    <a:cubicBezTo>
                      <a:pt x="723" y="6687"/>
                      <a:pt x="577" y="6856"/>
                      <a:pt x="479" y="7051"/>
                    </a:cubicBezTo>
                    <a:cubicBezTo>
                      <a:pt x="446" y="6877"/>
                      <a:pt x="435" y="6703"/>
                      <a:pt x="435" y="6535"/>
                    </a:cubicBezTo>
                    <a:cubicBezTo>
                      <a:pt x="435" y="6459"/>
                      <a:pt x="424" y="6383"/>
                      <a:pt x="424" y="6307"/>
                    </a:cubicBezTo>
                    <a:lnTo>
                      <a:pt x="424" y="6301"/>
                    </a:lnTo>
                    <a:cubicBezTo>
                      <a:pt x="424" y="6263"/>
                      <a:pt x="408" y="6138"/>
                      <a:pt x="441" y="6105"/>
                    </a:cubicBezTo>
                    <a:cubicBezTo>
                      <a:pt x="446" y="6095"/>
                      <a:pt x="517" y="6084"/>
                      <a:pt x="539" y="6078"/>
                    </a:cubicBezTo>
                    <a:cubicBezTo>
                      <a:pt x="550" y="6073"/>
                      <a:pt x="560" y="6067"/>
                      <a:pt x="571" y="6062"/>
                    </a:cubicBezTo>
                    <a:close/>
                    <a:moveTo>
                      <a:pt x="1403" y="6856"/>
                    </a:moveTo>
                    <a:cubicBezTo>
                      <a:pt x="1414" y="6926"/>
                      <a:pt x="1419" y="6991"/>
                      <a:pt x="1425" y="7057"/>
                    </a:cubicBezTo>
                    <a:lnTo>
                      <a:pt x="1403" y="7046"/>
                    </a:lnTo>
                    <a:lnTo>
                      <a:pt x="1403" y="6856"/>
                    </a:lnTo>
                    <a:close/>
                    <a:moveTo>
                      <a:pt x="6007" y="6024"/>
                    </a:moveTo>
                    <a:cubicBezTo>
                      <a:pt x="6007" y="6133"/>
                      <a:pt x="6012" y="6241"/>
                      <a:pt x="6018" y="6350"/>
                    </a:cubicBezTo>
                    <a:cubicBezTo>
                      <a:pt x="6018" y="6486"/>
                      <a:pt x="6023" y="6622"/>
                      <a:pt x="6023" y="6763"/>
                    </a:cubicBezTo>
                    <a:cubicBezTo>
                      <a:pt x="6023" y="6834"/>
                      <a:pt x="6018" y="6899"/>
                      <a:pt x="6007" y="6970"/>
                    </a:cubicBezTo>
                    <a:cubicBezTo>
                      <a:pt x="6007" y="6991"/>
                      <a:pt x="5996" y="7046"/>
                      <a:pt x="5980" y="7095"/>
                    </a:cubicBezTo>
                    <a:cubicBezTo>
                      <a:pt x="5974" y="7035"/>
                      <a:pt x="5969" y="6975"/>
                      <a:pt x="5964" y="6926"/>
                    </a:cubicBezTo>
                    <a:cubicBezTo>
                      <a:pt x="5953" y="6834"/>
                      <a:pt x="5942" y="6747"/>
                      <a:pt x="5942" y="6654"/>
                    </a:cubicBezTo>
                    <a:cubicBezTo>
                      <a:pt x="5931" y="6464"/>
                      <a:pt x="5942" y="6274"/>
                      <a:pt x="5936" y="6078"/>
                    </a:cubicBezTo>
                    <a:cubicBezTo>
                      <a:pt x="5964" y="6062"/>
                      <a:pt x="5985" y="6046"/>
                      <a:pt x="6007" y="6024"/>
                    </a:cubicBezTo>
                    <a:close/>
                    <a:moveTo>
                      <a:pt x="5116" y="6073"/>
                    </a:moveTo>
                    <a:lnTo>
                      <a:pt x="5116" y="6073"/>
                    </a:lnTo>
                    <a:cubicBezTo>
                      <a:pt x="5094" y="6138"/>
                      <a:pt x="5078" y="6203"/>
                      <a:pt x="5072" y="6268"/>
                    </a:cubicBezTo>
                    <a:cubicBezTo>
                      <a:pt x="4985" y="6404"/>
                      <a:pt x="4909" y="6546"/>
                      <a:pt x="4844" y="6698"/>
                    </a:cubicBezTo>
                    <a:cubicBezTo>
                      <a:pt x="4762" y="6899"/>
                      <a:pt x="4692" y="7095"/>
                      <a:pt x="4545" y="7258"/>
                    </a:cubicBezTo>
                    <a:cubicBezTo>
                      <a:pt x="4474" y="7328"/>
                      <a:pt x="4382" y="7377"/>
                      <a:pt x="4284" y="7388"/>
                    </a:cubicBezTo>
                    <a:cubicBezTo>
                      <a:pt x="4198" y="7405"/>
                      <a:pt x="4106" y="7430"/>
                      <a:pt x="4017" y="7430"/>
                    </a:cubicBezTo>
                    <a:cubicBezTo>
                      <a:pt x="3987" y="7430"/>
                      <a:pt x="3959" y="7428"/>
                      <a:pt x="3931" y="7421"/>
                    </a:cubicBezTo>
                    <a:cubicBezTo>
                      <a:pt x="3838" y="7405"/>
                      <a:pt x="3751" y="7367"/>
                      <a:pt x="3670" y="7312"/>
                    </a:cubicBezTo>
                    <a:cubicBezTo>
                      <a:pt x="3632" y="7280"/>
                      <a:pt x="3594" y="7241"/>
                      <a:pt x="3561" y="7203"/>
                    </a:cubicBezTo>
                    <a:cubicBezTo>
                      <a:pt x="3545" y="7171"/>
                      <a:pt x="3523" y="7144"/>
                      <a:pt x="3512" y="7111"/>
                    </a:cubicBezTo>
                    <a:lnTo>
                      <a:pt x="3512" y="7111"/>
                    </a:lnTo>
                    <a:cubicBezTo>
                      <a:pt x="3583" y="7127"/>
                      <a:pt x="3653" y="7138"/>
                      <a:pt x="3729" y="7144"/>
                    </a:cubicBezTo>
                    <a:cubicBezTo>
                      <a:pt x="3739" y="7144"/>
                      <a:pt x="3748" y="7144"/>
                      <a:pt x="3758" y="7144"/>
                    </a:cubicBezTo>
                    <a:cubicBezTo>
                      <a:pt x="3917" y="7144"/>
                      <a:pt x="4075" y="7101"/>
                      <a:pt x="4213" y="7019"/>
                    </a:cubicBezTo>
                    <a:cubicBezTo>
                      <a:pt x="4365" y="6915"/>
                      <a:pt x="4501" y="6796"/>
                      <a:pt x="4621" y="6654"/>
                    </a:cubicBezTo>
                    <a:cubicBezTo>
                      <a:pt x="4741" y="6529"/>
                      <a:pt x="4893" y="6426"/>
                      <a:pt x="4985" y="6285"/>
                    </a:cubicBezTo>
                    <a:cubicBezTo>
                      <a:pt x="5034" y="6214"/>
                      <a:pt x="5067" y="6138"/>
                      <a:pt x="5116" y="6073"/>
                    </a:cubicBezTo>
                    <a:close/>
                    <a:moveTo>
                      <a:pt x="2322" y="6355"/>
                    </a:moveTo>
                    <a:cubicBezTo>
                      <a:pt x="2354" y="6410"/>
                      <a:pt x="2398" y="6470"/>
                      <a:pt x="2430" y="6524"/>
                    </a:cubicBezTo>
                    <a:lnTo>
                      <a:pt x="2436" y="6524"/>
                    </a:lnTo>
                    <a:cubicBezTo>
                      <a:pt x="2517" y="6649"/>
                      <a:pt x="2631" y="6834"/>
                      <a:pt x="2767" y="6910"/>
                    </a:cubicBezTo>
                    <a:cubicBezTo>
                      <a:pt x="2833" y="6937"/>
                      <a:pt x="2898" y="6959"/>
                      <a:pt x="2968" y="6975"/>
                    </a:cubicBezTo>
                    <a:cubicBezTo>
                      <a:pt x="3050" y="7013"/>
                      <a:pt x="3132" y="7051"/>
                      <a:pt x="3218" y="7078"/>
                    </a:cubicBezTo>
                    <a:cubicBezTo>
                      <a:pt x="3262" y="7089"/>
                      <a:pt x="3305" y="7095"/>
                      <a:pt x="3354" y="7100"/>
                    </a:cubicBezTo>
                    <a:cubicBezTo>
                      <a:pt x="3344" y="7122"/>
                      <a:pt x="3333" y="7138"/>
                      <a:pt x="3322" y="7155"/>
                    </a:cubicBezTo>
                    <a:cubicBezTo>
                      <a:pt x="3289" y="7193"/>
                      <a:pt x="3257" y="7231"/>
                      <a:pt x="3218" y="7263"/>
                    </a:cubicBezTo>
                    <a:cubicBezTo>
                      <a:pt x="3170" y="7323"/>
                      <a:pt x="3126" y="7388"/>
                      <a:pt x="3072" y="7443"/>
                    </a:cubicBezTo>
                    <a:cubicBezTo>
                      <a:pt x="3045" y="7470"/>
                      <a:pt x="2985" y="7530"/>
                      <a:pt x="2941" y="7530"/>
                    </a:cubicBezTo>
                    <a:cubicBezTo>
                      <a:pt x="2903" y="7524"/>
                      <a:pt x="2871" y="7513"/>
                      <a:pt x="2838" y="7497"/>
                    </a:cubicBezTo>
                    <a:cubicBezTo>
                      <a:pt x="2767" y="7464"/>
                      <a:pt x="2702" y="7410"/>
                      <a:pt x="2664" y="7339"/>
                    </a:cubicBezTo>
                    <a:cubicBezTo>
                      <a:pt x="2621" y="7263"/>
                      <a:pt x="2583" y="7182"/>
                      <a:pt x="2550" y="7095"/>
                    </a:cubicBezTo>
                    <a:cubicBezTo>
                      <a:pt x="2517" y="7013"/>
                      <a:pt x="2474" y="6937"/>
                      <a:pt x="2441" y="6861"/>
                    </a:cubicBezTo>
                    <a:cubicBezTo>
                      <a:pt x="2436" y="6845"/>
                      <a:pt x="2430" y="6828"/>
                      <a:pt x="2425" y="6817"/>
                    </a:cubicBezTo>
                    <a:cubicBezTo>
                      <a:pt x="2419" y="6801"/>
                      <a:pt x="2419" y="6801"/>
                      <a:pt x="2419" y="6790"/>
                    </a:cubicBezTo>
                    <a:cubicBezTo>
                      <a:pt x="2409" y="6703"/>
                      <a:pt x="2392" y="6611"/>
                      <a:pt x="2371" y="6529"/>
                    </a:cubicBezTo>
                    <a:cubicBezTo>
                      <a:pt x="2349" y="6470"/>
                      <a:pt x="2338" y="6410"/>
                      <a:pt x="2322" y="6355"/>
                    </a:cubicBezTo>
                    <a:close/>
                    <a:moveTo>
                      <a:pt x="6138" y="5904"/>
                    </a:moveTo>
                    <a:cubicBezTo>
                      <a:pt x="6127" y="5997"/>
                      <a:pt x="6121" y="6089"/>
                      <a:pt x="6110" y="6187"/>
                    </a:cubicBezTo>
                    <a:cubicBezTo>
                      <a:pt x="6105" y="6279"/>
                      <a:pt x="6089" y="6399"/>
                      <a:pt x="6127" y="6497"/>
                    </a:cubicBezTo>
                    <a:cubicBezTo>
                      <a:pt x="6132" y="6505"/>
                      <a:pt x="6142" y="6509"/>
                      <a:pt x="6151" y="6509"/>
                    </a:cubicBezTo>
                    <a:cubicBezTo>
                      <a:pt x="6161" y="6509"/>
                      <a:pt x="6170" y="6505"/>
                      <a:pt x="6176" y="6497"/>
                    </a:cubicBezTo>
                    <a:cubicBezTo>
                      <a:pt x="6181" y="6480"/>
                      <a:pt x="6186" y="6464"/>
                      <a:pt x="6192" y="6448"/>
                    </a:cubicBezTo>
                    <a:cubicBezTo>
                      <a:pt x="6208" y="6470"/>
                      <a:pt x="6224" y="6491"/>
                      <a:pt x="6241" y="6513"/>
                    </a:cubicBezTo>
                    <a:cubicBezTo>
                      <a:pt x="6295" y="6557"/>
                      <a:pt x="6344" y="6611"/>
                      <a:pt x="6388" y="6665"/>
                    </a:cubicBezTo>
                    <a:cubicBezTo>
                      <a:pt x="6464" y="6763"/>
                      <a:pt x="6502" y="6888"/>
                      <a:pt x="6594" y="6975"/>
                    </a:cubicBezTo>
                    <a:cubicBezTo>
                      <a:pt x="6638" y="7013"/>
                      <a:pt x="6676" y="7062"/>
                      <a:pt x="6703" y="7116"/>
                    </a:cubicBezTo>
                    <a:cubicBezTo>
                      <a:pt x="6730" y="7182"/>
                      <a:pt x="6763" y="7241"/>
                      <a:pt x="6801" y="7301"/>
                    </a:cubicBezTo>
                    <a:cubicBezTo>
                      <a:pt x="6882" y="7421"/>
                      <a:pt x="6888" y="7595"/>
                      <a:pt x="6909" y="7736"/>
                    </a:cubicBezTo>
                    <a:cubicBezTo>
                      <a:pt x="6926" y="7834"/>
                      <a:pt x="6931" y="8008"/>
                      <a:pt x="6817" y="8057"/>
                    </a:cubicBezTo>
                    <a:cubicBezTo>
                      <a:pt x="6786" y="8068"/>
                      <a:pt x="6749" y="8071"/>
                      <a:pt x="6710" y="8071"/>
                    </a:cubicBezTo>
                    <a:cubicBezTo>
                      <a:pt x="6632" y="8071"/>
                      <a:pt x="6543" y="8057"/>
                      <a:pt x="6475" y="8057"/>
                    </a:cubicBezTo>
                    <a:cubicBezTo>
                      <a:pt x="6424" y="8051"/>
                      <a:pt x="6372" y="8048"/>
                      <a:pt x="6320" y="8048"/>
                    </a:cubicBezTo>
                    <a:cubicBezTo>
                      <a:pt x="6233" y="8048"/>
                      <a:pt x="6146" y="8056"/>
                      <a:pt x="6061" y="8073"/>
                    </a:cubicBezTo>
                    <a:cubicBezTo>
                      <a:pt x="6051" y="8076"/>
                      <a:pt x="6038" y="8077"/>
                      <a:pt x="6026" y="8077"/>
                    </a:cubicBezTo>
                    <a:cubicBezTo>
                      <a:pt x="6014" y="8077"/>
                      <a:pt x="6002" y="8076"/>
                      <a:pt x="5991" y="8073"/>
                    </a:cubicBezTo>
                    <a:cubicBezTo>
                      <a:pt x="5980" y="7954"/>
                      <a:pt x="5898" y="7839"/>
                      <a:pt x="5893" y="7725"/>
                    </a:cubicBezTo>
                    <a:cubicBezTo>
                      <a:pt x="5882" y="7638"/>
                      <a:pt x="5882" y="7551"/>
                      <a:pt x="5893" y="7459"/>
                    </a:cubicBezTo>
                    <a:cubicBezTo>
                      <a:pt x="5904" y="7377"/>
                      <a:pt x="5898" y="7296"/>
                      <a:pt x="5882" y="7214"/>
                    </a:cubicBezTo>
                    <a:lnTo>
                      <a:pt x="5882" y="7209"/>
                    </a:lnTo>
                    <a:cubicBezTo>
                      <a:pt x="5887" y="7193"/>
                      <a:pt x="5887" y="7182"/>
                      <a:pt x="5882" y="7165"/>
                    </a:cubicBezTo>
                    <a:cubicBezTo>
                      <a:pt x="5860" y="7122"/>
                      <a:pt x="5849" y="7068"/>
                      <a:pt x="5849" y="7019"/>
                    </a:cubicBezTo>
                    <a:cubicBezTo>
                      <a:pt x="5844" y="6975"/>
                      <a:pt x="5844" y="6932"/>
                      <a:pt x="5844" y="6888"/>
                    </a:cubicBezTo>
                    <a:lnTo>
                      <a:pt x="5844" y="6888"/>
                    </a:lnTo>
                    <a:cubicBezTo>
                      <a:pt x="5849" y="6932"/>
                      <a:pt x="5855" y="6981"/>
                      <a:pt x="5860" y="7024"/>
                    </a:cubicBezTo>
                    <a:cubicBezTo>
                      <a:pt x="5877" y="7100"/>
                      <a:pt x="5877" y="7176"/>
                      <a:pt x="5942" y="7231"/>
                    </a:cubicBezTo>
                    <a:cubicBezTo>
                      <a:pt x="5950" y="7237"/>
                      <a:pt x="5961" y="7240"/>
                      <a:pt x="5971" y="7240"/>
                    </a:cubicBezTo>
                    <a:cubicBezTo>
                      <a:pt x="5986" y="7240"/>
                      <a:pt x="6000" y="7233"/>
                      <a:pt x="6007" y="7220"/>
                    </a:cubicBezTo>
                    <a:cubicBezTo>
                      <a:pt x="6045" y="7133"/>
                      <a:pt x="6061" y="7035"/>
                      <a:pt x="6067" y="6943"/>
                    </a:cubicBezTo>
                    <a:cubicBezTo>
                      <a:pt x="6083" y="6807"/>
                      <a:pt x="6083" y="6671"/>
                      <a:pt x="6083" y="6540"/>
                    </a:cubicBezTo>
                    <a:cubicBezTo>
                      <a:pt x="6083" y="6399"/>
                      <a:pt x="6083" y="6258"/>
                      <a:pt x="6089" y="6111"/>
                    </a:cubicBezTo>
                    <a:cubicBezTo>
                      <a:pt x="6089" y="6051"/>
                      <a:pt x="6094" y="5997"/>
                      <a:pt x="6099" y="5937"/>
                    </a:cubicBezTo>
                    <a:cubicBezTo>
                      <a:pt x="6110" y="5926"/>
                      <a:pt x="6121" y="5915"/>
                      <a:pt x="6127" y="5904"/>
                    </a:cubicBezTo>
                    <a:close/>
                    <a:moveTo>
                      <a:pt x="5654" y="6198"/>
                    </a:moveTo>
                    <a:cubicBezTo>
                      <a:pt x="5670" y="6204"/>
                      <a:pt x="5684" y="6207"/>
                      <a:pt x="5698" y="6207"/>
                    </a:cubicBezTo>
                    <a:cubicBezTo>
                      <a:pt x="5708" y="6207"/>
                      <a:pt x="5719" y="6205"/>
                      <a:pt x="5730" y="6203"/>
                    </a:cubicBezTo>
                    <a:lnTo>
                      <a:pt x="5730" y="6203"/>
                    </a:lnTo>
                    <a:cubicBezTo>
                      <a:pt x="5670" y="6426"/>
                      <a:pt x="5632" y="6654"/>
                      <a:pt x="5578" y="6877"/>
                    </a:cubicBezTo>
                    <a:cubicBezTo>
                      <a:pt x="5568" y="6916"/>
                      <a:pt x="5533" y="7173"/>
                      <a:pt x="5624" y="7173"/>
                    </a:cubicBezTo>
                    <a:cubicBezTo>
                      <a:pt x="5635" y="7173"/>
                      <a:pt x="5649" y="7169"/>
                      <a:pt x="5665" y="7160"/>
                    </a:cubicBezTo>
                    <a:cubicBezTo>
                      <a:pt x="5675" y="7155"/>
                      <a:pt x="5681" y="7138"/>
                      <a:pt x="5681" y="7127"/>
                    </a:cubicBezTo>
                    <a:cubicBezTo>
                      <a:pt x="5659" y="7084"/>
                      <a:pt x="5648" y="7040"/>
                      <a:pt x="5654" y="6991"/>
                    </a:cubicBezTo>
                    <a:cubicBezTo>
                      <a:pt x="5665" y="6932"/>
                      <a:pt x="5675" y="6866"/>
                      <a:pt x="5692" y="6807"/>
                    </a:cubicBezTo>
                    <a:cubicBezTo>
                      <a:pt x="5708" y="6731"/>
                      <a:pt x="5724" y="6654"/>
                      <a:pt x="5735" y="6578"/>
                    </a:cubicBezTo>
                    <a:lnTo>
                      <a:pt x="5735" y="6578"/>
                    </a:lnTo>
                    <a:cubicBezTo>
                      <a:pt x="5735" y="6687"/>
                      <a:pt x="5735" y="6796"/>
                      <a:pt x="5730" y="6899"/>
                    </a:cubicBezTo>
                    <a:cubicBezTo>
                      <a:pt x="5730" y="6964"/>
                      <a:pt x="5724" y="7133"/>
                      <a:pt x="5784" y="7203"/>
                    </a:cubicBezTo>
                    <a:cubicBezTo>
                      <a:pt x="5714" y="7328"/>
                      <a:pt x="5714" y="7497"/>
                      <a:pt x="5703" y="7638"/>
                    </a:cubicBezTo>
                    <a:cubicBezTo>
                      <a:pt x="5692" y="7714"/>
                      <a:pt x="5697" y="7785"/>
                      <a:pt x="5714" y="7856"/>
                    </a:cubicBezTo>
                    <a:lnTo>
                      <a:pt x="5714" y="7850"/>
                    </a:lnTo>
                    <a:cubicBezTo>
                      <a:pt x="5730" y="7921"/>
                      <a:pt x="5762" y="7981"/>
                      <a:pt x="5779" y="8051"/>
                    </a:cubicBezTo>
                    <a:cubicBezTo>
                      <a:pt x="5779" y="8051"/>
                      <a:pt x="5779" y="8057"/>
                      <a:pt x="5779" y="8057"/>
                    </a:cubicBezTo>
                    <a:cubicBezTo>
                      <a:pt x="5741" y="8062"/>
                      <a:pt x="5708" y="8079"/>
                      <a:pt x="5681" y="8100"/>
                    </a:cubicBezTo>
                    <a:cubicBezTo>
                      <a:pt x="5632" y="8100"/>
                      <a:pt x="5583" y="8095"/>
                      <a:pt x="5540" y="8084"/>
                    </a:cubicBezTo>
                    <a:cubicBezTo>
                      <a:pt x="5480" y="8073"/>
                      <a:pt x="5425" y="8068"/>
                      <a:pt x="5366" y="8062"/>
                    </a:cubicBezTo>
                    <a:cubicBezTo>
                      <a:pt x="5355" y="8035"/>
                      <a:pt x="5333" y="8013"/>
                      <a:pt x="5306" y="8002"/>
                    </a:cubicBezTo>
                    <a:lnTo>
                      <a:pt x="5300" y="8002"/>
                    </a:lnTo>
                    <a:cubicBezTo>
                      <a:pt x="5257" y="7916"/>
                      <a:pt x="5230" y="7823"/>
                      <a:pt x="5219" y="7731"/>
                    </a:cubicBezTo>
                    <a:cubicBezTo>
                      <a:pt x="5219" y="7682"/>
                      <a:pt x="5219" y="7633"/>
                      <a:pt x="5213" y="7584"/>
                    </a:cubicBezTo>
                    <a:cubicBezTo>
                      <a:pt x="5230" y="7584"/>
                      <a:pt x="5235" y="7573"/>
                      <a:pt x="5241" y="7562"/>
                    </a:cubicBezTo>
                    <a:cubicBezTo>
                      <a:pt x="5273" y="7410"/>
                      <a:pt x="5241" y="7258"/>
                      <a:pt x="5219" y="7111"/>
                    </a:cubicBezTo>
                    <a:cubicBezTo>
                      <a:pt x="5208" y="7008"/>
                      <a:pt x="5208" y="6910"/>
                      <a:pt x="5203" y="6812"/>
                    </a:cubicBezTo>
                    <a:lnTo>
                      <a:pt x="5208" y="6801"/>
                    </a:lnTo>
                    <a:cubicBezTo>
                      <a:pt x="5246" y="6714"/>
                      <a:pt x="5290" y="6638"/>
                      <a:pt x="5338" y="6562"/>
                    </a:cubicBezTo>
                    <a:cubicBezTo>
                      <a:pt x="5393" y="6491"/>
                      <a:pt x="5442" y="6421"/>
                      <a:pt x="5480" y="6345"/>
                    </a:cubicBezTo>
                    <a:cubicBezTo>
                      <a:pt x="5507" y="6296"/>
                      <a:pt x="5534" y="6252"/>
                      <a:pt x="5567" y="6214"/>
                    </a:cubicBezTo>
                    <a:lnTo>
                      <a:pt x="5567" y="6214"/>
                    </a:lnTo>
                    <a:cubicBezTo>
                      <a:pt x="5550" y="6263"/>
                      <a:pt x="5523" y="6317"/>
                      <a:pt x="5507" y="6361"/>
                    </a:cubicBezTo>
                    <a:cubicBezTo>
                      <a:pt x="5463" y="6453"/>
                      <a:pt x="5431" y="6551"/>
                      <a:pt x="5404" y="6649"/>
                    </a:cubicBezTo>
                    <a:cubicBezTo>
                      <a:pt x="5371" y="6747"/>
                      <a:pt x="5333" y="6845"/>
                      <a:pt x="5300" y="6943"/>
                    </a:cubicBezTo>
                    <a:cubicBezTo>
                      <a:pt x="5268" y="7002"/>
                      <a:pt x="5257" y="7073"/>
                      <a:pt x="5268" y="7144"/>
                    </a:cubicBezTo>
                    <a:cubicBezTo>
                      <a:pt x="5273" y="7165"/>
                      <a:pt x="5290" y="7176"/>
                      <a:pt x="5311" y="7176"/>
                    </a:cubicBezTo>
                    <a:cubicBezTo>
                      <a:pt x="5355" y="7176"/>
                      <a:pt x="5377" y="7155"/>
                      <a:pt x="5371" y="7111"/>
                    </a:cubicBezTo>
                    <a:cubicBezTo>
                      <a:pt x="5371" y="7100"/>
                      <a:pt x="5360" y="7089"/>
                      <a:pt x="5349" y="7089"/>
                    </a:cubicBezTo>
                    <a:cubicBezTo>
                      <a:pt x="5366" y="7019"/>
                      <a:pt x="5382" y="6953"/>
                      <a:pt x="5415" y="6888"/>
                    </a:cubicBezTo>
                    <a:cubicBezTo>
                      <a:pt x="5447" y="6785"/>
                      <a:pt x="5480" y="6682"/>
                      <a:pt x="5507" y="6573"/>
                    </a:cubicBezTo>
                    <a:cubicBezTo>
                      <a:pt x="5534" y="6480"/>
                      <a:pt x="5578" y="6393"/>
                      <a:pt x="5605" y="6301"/>
                    </a:cubicBezTo>
                    <a:lnTo>
                      <a:pt x="5610" y="6290"/>
                    </a:lnTo>
                    <a:lnTo>
                      <a:pt x="5616" y="6301"/>
                    </a:lnTo>
                    <a:cubicBezTo>
                      <a:pt x="5618" y="6306"/>
                      <a:pt x="5624" y="6309"/>
                      <a:pt x="5630" y="6309"/>
                    </a:cubicBezTo>
                    <a:cubicBezTo>
                      <a:pt x="5637" y="6309"/>
                      <a:pt x="5645" y="6305"/>
                      <a:pt x="5648" y="6296"/>
                    </a:cubicBezTo>
                    <a:cubicBezTo>
                      <a:pt x="5654" y="6263"/>
                      <a:pt x="5654" y="6230"/>
                      <a:pt x="5654" y="6198"/>
                    </a:cubicBezTo>
                    <a:close/>
                    <a:moveTo>
                      <a:pt x="5034" y="6600"/>
                    </a:moveTo>
                    <a:lnTo>
                      <a:pt x="5029" y="6676"/>
                    </a:lnTo>
                    <a:cubicBezTo>
                      <a:pt x="5012" y="6807"/>
                      <a:pt x="5012" y="6943"/>
                      <a:pt x="5034" y="7073"/>
                    </a:cubicBezTo>
                    <a:cubicBezTo>
                      <a:pt x="5045" y="7155"/>
                      <a:pt x="5045" y="7241"/>
                      <a:pt x="5061" y="7323"/>
                    </a:cubicBezTo>
                    <a:cubicBezTo>
                      <a:pt x="5061" y="7350"/>
                      <a:pt x="5056" y="7383"/>
                      <a:pt x="5056" y="7410"/>
                    </a:cubicBezTo>
                    <a:cubicBezTo>
                      <a:pt x="5050" y="7524"/>
                      <a:pt x="5039" y="7633"/>
                      <a:pt x="5045" y="7747"/>
                    </a:cubicBezTo>
                    <a:cubicBezTo>
                      <a:pt x="5045" y="7829"/>
                      <a:pt x="5061" y="7910"/>
                      <a:pt x="5083" y="7992"/>
                    </a:cubicBezTo>
                    <a:cubicBezTo>
                      <a:pt x="4991" y="8002"/>
                      <a:pt x="4893" y="8030"/>
                      <a:pt x="4817" y="8035"/>
                    </a:cubicBezTo>
                    <a:cubicBezTo>
                      <a:pt x="4789" y="8037"/>
                      <a:pt x="4762" y="8038"/>
                      <a:pt x="4733" y="8038"/>
                    </a:cubicBezTo>
                    <a:cubicBezTo>
                      <a:pt x="4677" y="8038"/>
                      <a:pt x="4619" y="8035"/>
                      <a:pt x="4561" y="8035"/>
                    </a:cubicBezTo>
                    <a:cubicBezTo>
                      <a:pt x="4480" y="8035"/>
                      <a:pt x="4398" y="8046"/>
                      <a:pt x="4322" y="8062"/>
                    </a:cubicBezTo>
                    <a:cubicBezTo>
                      <a:pt x="4278" y="8065"/>
                      <a:pt x="4235" y="8066"/>
                      <a:pt x="4192" y="8066"/>
                    </a:cubicBezTo>
                    <a:cubicBezTo>
                      <a:pt x="4148" y="8066"/>
                      <a:pt x="4105" y="8065"/>
                      <a:pt x="4061" y="8062"/>
                    </a:cubicBezTo>
                    <a:cubicBezTo>
                      <a:pt x="3974" y="8062"/>
                      <a:pt x="3887" y="8073"/>
                      <a:pt x="3806" y="8084"/>
                    </a:cubicBezTo>
                    <a:cubicBezTo>
                      <a:pt x="3741" y="8092"/>
                      <a:pt x="3676" y="8094"/>
                      <a:pt x="3611" y="8094"/>
                    </a:cubicBezTo>
                    <a:cubicBezTo>
                      <a:pt x="3511" y="8094"/>
                      <a:pt x="3410" y="8089"/>
                      <a:pt x="3311" y="8089"/>
                    </a:cubicBezTo>
                    <a:cubicBezTo>
                      <a:pt x="3289" y="8089"/>
                      <a:pt x="3268" y="8089"/>
                      <a:pt x="3246" y="8089"/>
                    </a:cubicBezTo>
                    <a:cubicBezTo>
                      <a:pt x="3088" y="8095"/>
                      <a:pt x="2930" y="8128"/>
                      <a:pt x="2767" y="8138"/>
                    </a:cubicBezTo>
                    <a:cubicBezTo>
                      <a:pt x="2610" y="8149"/>
                      <a:pt x="2447" y="8166"/>
                      <a:pt x="2289" y="8166"/>
                    </a:cubicBezTo>
                    <a:cubicBezTo>
                      <a:pt x="2300" y="8138"/>
                      <a:pt x="2311" y="8106"/>
                      <a:pt x="2322" y="8073"/>
                    </a:cubicBezTo>
                    <a:cubicBezTo>
                      <a:pt x="2365" y="7975"/>
                      <a:pt x="2398" y="7872"/>
                      <a:pt x="2419" y="7763"/>
                    </a:cubicBezTo>
                    <a:cubicBezTo>
                      <a:pt x="2479" y="7562"/>
                      <a:pt x="2501" y="7356"/>
                      <a:pt x="2485" y="7149"/>
                    </a:cubicBezTo>
                    <a:lnTo>
                      <a:pt x="2485" y="7149"/>
                    </a:lnTo>
                    <a:cubicBezTo>
                      <a:pt x="2496" y="7171"/>
                      <a:pt x="2506" y="7198"/>
                      <a:pt x="2517" y="7225"/>
                    </a:cubicBezTo>
                    <a:cubicBezTo>
                      <a:pt x="2550" y="7312"/>
                      <a:pt x="2599" y="7399"/>
                      <a:pt x="2659" y="7475"/>
                    </a:cubicBezTo>
                    <a:cubicBezTo>
                      <a:pt x="2723" y="7559"/>
                      <a:pt x="2821" y="7619"/>
                      <a:pt x="2921" y="7619"/>
                    </a:cubicBezTo>
                    <a:cubicBezTo>
                      <a:pt x="2964" y="7619"/>
                      <a:pt x="3008" y="7608"/>
                      <a:pt x="3050" y="7584"/>
                    </a:cubicBezTo>
                    <a:cubicBezTo>
                      <a:pt x="3132" y="7524"/>
                      <a:pt x="3202" y="7459"/>
                      <a:pt x="3267" y="7377"/>
                    </a:cubicBezTo>
                    <a:cubicBezTo>
                      <a:pt x="3305" y="7334"/>
                      <a:pt x="3349" y="7301"/>
                      <a:pt x="3387" y="7258"/>
                    </a:cubicBezTo>
                    <a:cubicBezTo>
                      <a:pt x="3403" y="7247"/>
                      <a:pt x="3414" y="7231"/>
                      <a:pt x="3420" y="7214"/>
                    </a:cubicBezTo>
                    <a:cubicBezTo>
                      <a:pt x="3430" y="7236"/>
                      <a:pt x="3447" y="7258"/>
                      <a:pt x="3458" y="7280"/>
                    </a:cubicBezTo>
                    <a:cubicBezTo>
                      <a:pt x="3490" y="7323"/>
                      <a:pt x="3528" y="7367"/>
                      <a:pt x="3572" y="7399"/>
                    </a:cubicBezTo>
                    <a:cubicBezTo>
                      <a:pt x="3648" y="7459"/>
                      <a:pt x="3740" y="7502"/>
                      <a:pt x="3833" y="7530"/>
                    </a:cubicBezTo>
                    <a:cubicBezTo>
                      <a:pt x="3895" y="7550"/>
                      <a:pt x="3958" y="7560"/>
                      <a:pt x="4022" y="7560"/>
                    </a:cubicBezTo>
                    <a:cubicBezTo>
                      <a:pt x="4077" y="7560"/>
                      <a:pt x="4131" y="7553"/>
                      <a:pt x="4186" y="7540"/>
                    </a:cubicBezTo>
                    <a:cubicBezTo>
                      <a:pt x="4300" y="7519"/>
                      <a:pt x="4431" y="7508"/>
                      <a:pt x="4534" y="7437"/>
                    </a:cubicBezTo>
                    <a:cubicBezTo>
                      <a:pt x="4708" y="7323"/>
                      <a:pt x="4838" y="7095"/>
                      <a:pt x="4909" y="6899"/>
                    </a:cubicBezTo>
                    <a:cubicBezTo>
                      <a:pt x="4936" y="6828"/>
                      <a:pt x="4953" y="6752"/>
                      <a:pt x="4985" y="6682"/>
                    </a:cubicBezTo>
                    <a:cubicBezTo>
                      <a:pt x="5001" y="6654"/>
                      <a:pt x="5018" y="6627"/>
                      <a:pt x="5034" y="6600"/>
                    </a:cubicBezTo>
                    <a:close/>
                    <a:moveTo>
                      <a:pt x="2066" y="6024"/>
                    </a:moveTo>
                    <a:lnTo>
                      <a:pt x="2137" y="6062"/>
                    </a:lnTo>
                    <a:cubicBezTo>
                      <a:pt x="2131" y="6062"/>
                      <a:pt x="2131" y="6067"/>
                      <a:pt x="2137" y="6067"/>
                    </a:cubicBezTo>
                    <a:cubicBezTo>
                      <a:pt x="2229" y="6426"/>
                      <a:pt x="2305" y="6790"/>
                      <a:pt x="2349" y="7160"/>
                    </a:cubicBezTo>
                    <a:cubicBezTo>
                      <a:pt x="2365" y="7377"/>
                      <a:pt x="2332" y="7595"/>
                      <a:pt x="2267" y="7801"/>
                    </a:cubicBezTo>
                    <a:cubicBezTo>
                      <a:pt x="2235" y="7905"/>
                      <a:pt x="2197" y="8002"/>
                      <a:pt x="2153" y="8106"/>
                    </a:cubicBezTo>
                    <a:lnTo>
                      <a:pt x="2148" y="8100"/>
                    </a:lnTo>
                    <a:cubicBezTo>
                      <a:pt x="2142" y="8128"/>
                      <a:pt x="2131" y="8149"/>
                      <a:pt x="2120" y="8171"/>
                    </a:cubicBezTo>
                    <a:cubicBezTo>
                      <a:pt x="2110" y="8171"/>
                      <a:pt x="2099" y="8171"/>
                      <a:pt x="2088" y="8176"/>
                    </a:cubicBezTo>
                    <a:cubicBezTo>
                      <a:pt x="2055" y="8176"/>
                      <a:pt x="2017" y="8182"/>
                      <a:pt x="1985" y="8182"/>
                    </a:cubicBezTo>
                    <a:cubicBezTo>
                      <a:pt x="1941" y="8182"/>
                      <a:pt x="1898" y="8176"/>
                      <a:pt x="1849" y="8171"/>
                    </a:cubicBezTo>
                    <a:cubicBezTo>
                      <a:pt x="1778" y="8166"/>
                      <a:pt x="1713" y="8138"/>
                      <a:pt x="1653" y="8095"/>
                    </a:cubicBezTo>
                    <a:cubicBezTo>
                      <a:pt x="1593" y="8035"/>
                      <a:pt x="1631" y="7959"/>
                      <a:pt x="1653" y="7888"/>
                    </a:cubicBezTo>
                    <a:cubicBezTo>
                      <a:pt x="1680" y="7823"/>
                      <a:pt x="1718" y="7633"/>
                      <a:pt x="1642" y="7573"/>
                    </a:cubicBezTo>
                    <a:cubicBezTo>
                      <a:pt x="1658" y="7557"/>
                      <a:pt x="1642" y="7535"/>
                      <a:pt x="1631" y="7530"/>
                    </a:cubicBezTo>
                    <a:cubicBezTo>
                      <a:pt x="1550" y="7497"/>
                      <a:pt x="1550" y="7301"/>
                      <a:pt x="1539" y="7231"/>
                    </a:cubicBezTo>
                    <a:cubicBezTo>
                      <a:pt x="1533" y="7138"/>
                      <a:pt x="1517" y="7046"/>
                      <a:pt x="1512" y="6959"/>
                    </a:cubicBezTo>
                    <a:cubicBezTo>
                      <a:pt x="1506" y="6888"/>
                      <a:pt x="1495" y="6817"/>
                      <a:pt x="1479" y="6747"/>
                    </a:cubicBezTo>
                    <a:lnTo>
                      <a:pt x="1490" y="6747"/>
                    </a:lnTo>
                    <a:cubicBezTo>
                      <a:pt x="1506" y="6866"/>
                      <a:pt x="1533" y="6981"/>
                      <a:pt x="1571" y="7095"/>
                    </a:cubicBezTo>
                    <a:cubicBezTo>
                      <a:pt x="1604" y="7220"/>
                      <a:pt x="1609" y="7410"/>
                      <a:pt x="1718" y="7497"/>
                    </a:cubicBezTo>
                    <a:cubicBezTo>
                      <a:pt x="1725" y="7504"/>
                      <a:pt x="1733" y="7507"/>
                      <a:pt x="1742" y="7507"/>
                    </a:cubicBezTo>
                    <a:cubicBezTo>
                      <a:pt x="1760" y="7507"/>
                      <a:pt x="1778" y="7492"/>
                      <a:pt x="1778" y="7470"/>
                    </a:cubicBezTo>
                    <a:cubicBezTo>
                      <a:pt x="1773" y="7410"/>
                      <a:pt x="1756" y="7350"/>
                      <a:pt x="1735" y="7290"/>
                    </a:cubicBezTo>
                    <a:cubicBezTo>
                      <a:pt x="1713" y="7220"/>
                      <a:pt x="1696" y="7155"/>
                      <a:pt x="1675" y="7084"/>
                    </a:cubicBezTo>
                    <a:cubicBezTo>
                      <a:pt x="1631" y="6975"/>
                      <a:pt x="1593" y="6861"/>
                      <a:pt x="1566" y="6741"/>
                    </a:cubicBezTo>
                    <a:cubicBezTo>
                      <a:pt x="1664" y="6671"/>
                      <a:pt x="1702" y="6513"/>
                      <a:pt x="1702" y="6399"/>
                    </a:cubicBezTo>
                    <a:lnTo>
                      <a:pt x="1702" y="6355"/>
                    </a:lnTo>
                    <a:cubicBezTo>
                      <a:pt x="1713" y="6339"/>
                      <a:pt x="1718" y="6317"/>
                      <a:pt x="1718" y="6296"/>
                    </a:cubicBezTo>
                    <a:cubicBezTo>
                      <a:pt x="1718" y="6263"/>
                      <a:pt x="1724" y="6230"/>
                      <a:pt x="1729" y="6198"/>
                    </a:cubicBezTo>
                    <a:cubicBezTo>
                      <a:pt x="1740" y="6171"/>
                      <a:pt x="1773" y="6165"/>
                      <a:pt x="1800" y="6154"/>
                    </a:cubicBezTo>
                    <a:cubicBezTo>
                      <a:pt x="1821" y="6138"/>
                      <a:pt x="1843" y="6122"/>
                      <a:pt x="1865" y="6105"/>
                    </a:cubicBezTo>
                    <a:cubicBezTo>
                      <a:pt x="1887" y="6084"/>
                      <a:pt x="1919" y="6073"/>
                      <a:pt x="1952" y="6067"/>
                    </a:cubicBezTo>
                    <a:cubicBezTo>
                      <a:pt x="1990" y="6062"/>
                      <a:pt x="2028" y="6046"/>
                      <a:pt x="2066" y="6024"/>
                    </a:cubicBezTo>
                    <a:close/>
                    <a:moveTo>
                      <a:pt x="957" y="6644"/>
                    </a:moveTo>
                    <a:cubicBezTo>
                      <a:pt x="968" y="6665"/>
                      <a:pt x="990" y="6682"/>
                      <a:pt x="1006" y="6698"/>
                    </a:cubicBezTo>
                    <a:cubicBezTo>
                      <a:pt x="1006" y="6736"/>
                      <a:pt x="1017" y="6779"/>
                      <a:pt x="1028" y="6823"/>
                    </a:cubicBezTo>
                    <a:cubicBezTo>
                      <a:pt x="1055" y="6883"/>
                      <a:pt x="1093" y="6943"/>
                      <a:pt x="1137" y="6997"/>
                    </a:cubicBezTo>
                    <a:cubicBezTo>
                      <a:pt x="1115" y="7095"/>
                      <a:pt x="1082" y="7187"/>
                      <a:pt x="1044" y="7285"/>
                    </a:cubicBezTo>
                    <a:cubicBezTo>
                      <a:pt x="1022" y="7334"/>
                      <a:pt x="876" y="7617"/>
                      <a:pt x="990" y="7649"/>
                    </a:cubicBezTo>
                    <a:cubicBezTo>
                      <a:pt x="1001" y="7649"/>
                      <a:pt x="1006" y="7644"/>
                      <a:pt x="1012" y="7638"/>
                    </a:cubicBezTo>
                    <a:cubicBezTo>
                      <a:pt x="1022" y="7584"/>
                      <a:pt x="1044" y="7535"/>
                      <a:pt x="1066" y="7492"/>
                    </a:cubicBezTo>
                    <a:cubicBezTo>
                      <a:pt x="1099" y="7426"/>
                      <a:pt x="1126" y="7350"/>
                      <a:pt x="1153" y="7280"/>
                    </a:cubicBezTo>
                    <a:lnTo>
                      <a:pt x="1153" y="7280"/>
                    </a:lnTo>
                    <a:cubicBezTo>
                      <a:pt x="1147" y="7312"/>
                      <a:pt x="1142" y="7345"/>
                      <a:pt x="1137" y="7377"/>
                    </a:cubicBezTo>
                    <a:cubicBezTo>
                      <a:pt x="1126" y="7448"/>
                      <a:pt x="1109" y="7562"/>
                      <a:pt x="1158" y="7622"/>
                    </a:cubicBezTo>
                    <a:cubicBezTo>
                      <a:pt x="1176" y="7643"/>
                      <a:pt x="1195" y="7652"/>
                      <a:pt x="1214" y="7652"/>
                    </a:cubicBezTo>
                    <a:cubicBezTo>
                      <a:pt x="1249" y="7652"/>
                      <a:pt x="1282" y="7623"/>
                      <a:pt x="1300" y="7584"/>
                    </a:cubicBezTo>
                    <a:cubicBezTo>
                      <a:pt x="1309" y="7564"/>
                      <a:pt x="1297" y="7545"/>
                      <a:pt x="1279" y="7545"/>
                    </a:cubicBezTo>
                    <a:cubicBezTo>
                      <a:pt x="1277" y="7545"/>
                      <a:pt x="1275" y="7545"/>
                      <a:pt x="1272" y="7546"/>
                    </a:cubicBezTo>
                    <a:cubicBezTo>
                      <a:pt x="1253" y="7551"/>
                      <a:pt x="1245" y="7555"/>
                      <a:pt x="1240" y="7555"/>
                    </a:cubicBezTo>
                    <a:cubicBezTo>
                      <a:pt x="1234" y="7555"/>
                      <a:pt x="1232" y="7551"/>
                      <a:pt x="1224" y="7540"/>
                    </a:cubicBezTo>
                    <a:cubicBezTo>
                      <a:pt x="1202" y="7519"/>
                      <a:pt x="1224" y="7437"/>
                      <a:pt x="1224" y="7410"/>
                    </a:cubicBezTo>
                    <a:cubicBezTo>
                      <a:pt x="1229" y="7318"/>
                      <a:pt x="1245" y="7225"/>
                      <a:pt x="1267" y="7138"/>
                    </a:cubicBezTo>
                    <a:lnTo>
                      <a:pt x="1278" y="7106"/>
                    </a:lnTo>
                    <a:cubicBezTo>
                      <a:pt x="1289" y="7111"/>
                      <a:pt x="1300" y="7116"/>
                      <a:pt x="1311" y="7116"/>
                    </a:cubicBezTo>
                    <a:lnTo>
                      <a:pt x="1311" y="7198"/>
                    </a:lnTo>
                    <a:lnTo>
                      <a:pt x="1311" y="7448"/>
                    </a:lnTo>
                    <a:cubicBezTo>
                      <a:pt x="1300" y="7513"/>
                      <a:pt x="1311" y="7578"/>
                      <a:pt x="1343" y="7633"/>
                    </a:cubicBezTo>
                    <a:cubicBezTo>
                      <a:pt x="1351" y="7649"/>
                      <a:pt x="1366" y="7657"/>
                      <a:pt x="1382" y="7657"/>
                    </a:cubicBezTo>
                    <a:cubicBezTo>
                      <a:pt x="1387" y="7657"/>
                      <a:pt x="1392" y="7656"/>
                      <a:pt x="1398" y="7655"/>
                    </a:cubicBezTo>
                    <a:lnTo>
                      <a:pt x="1419" y="7649"/>
                    </a:lnTo>
                    <a:cubicBezTo>
                      <a:pt x="1441" y="7644"/>
                      <a:pt x="1452" y="7627"/>
                      <a:pt x="1452" y="7606"/>
                    </a:cubicBezTo>
                    <a:lnTo>
                      <a:pt x="1452" y="7589"/>
                    </a:lnTo>
                    <a:cubicBezTo>
                      <a:pt x="1452" y="7573"/>
                      <a:pt x="1441" y="7557"/>
                      <a:pt x="1425" y="7557"/>
                    </a:cubicBezTo>
                    <a:cubicBezTo>
                      <a:pt x="1408" y="7497"/>
                      <a:pt x="1408" y="7432"/>
                      <a:pt x="1414" y="7367"/>
                    </a:cubicBezTo>
                    <a:lnTo>
                      <a:pt x="1414" y="7144"/>
                    </a:lnTo>
                    <a:lnTo>
                      <a:pt x="1441" y="7144"/>
                    </a:lnTo>
                    <a:cubicBezTo>
                      <a:pt x="1452" y="7209"/>
                      <a:pt x="1457" y="7269"/>
                      <a:pt x="1468" y="7334"/>
                    </a:cubicBezTo>
                    <a:cubicBezTo>
                      <a:pt x="1474" y="7377"/>
                      <a:pt x="1501" y="7524"/>
                      <a:pt x="1555" y="7573"/>
                    </a:cubicBezTo>
                    <a:cubicBezTo>
                      <a:pt x="1561" y="7578"/>
                      <a:pt x="1561" y="7584"/>
                      <a:pt x="1566" y="7584"/>
                    </a:cubicBezTo>
                    <a:cubicBezTo>
                      <a:pt x="1626" y="7622"/>
                      <a:pt x="1544" y="7790"/>
                      <a:pt x="1528" y="7845"/>
                    </a:cubicBezTo>
                    <a:cubicBezTo>
                      <a:pt x="1490" y="7954"/>
                      <a:pt x="1452" y="8062"/>
                      <a:pt x="1528" y="8166"/>
                    </a:cubicBezTo>
                    <a:lnTo>
                      <a:pt x="1523" y="8171"/>
                    </a:lnTo>
                    <a:cubicBezTo>
                      <a:pt x="1539" y="8187"/>
                      <a:pt x="1555" y="8209"/>
                      <a:pt x="1571" y="8225"/>
                    </a:cubicBezTo>
                    <a:cubicBezTo>
                      <a:pt x="1421" y="8184"/>
                      <a:pt x="1258" y="8171"/>
                      <a:pt x="1098" y="8171"/>
                    </a:cubicBezTo>
                    <a:cubicBezTo>
                      <a:pt x="1003" y="8171"/>
                      <a:pt x="910" y="8176"/>
                      <a:pt x="821" y="8182"/>
                    </a:cubicBezTo>
                    <a:cubicBezTo>
                      <a:pt x="775" y="8185"/>
                      <a:pt x="714" y="8195"/>
                      <a:pt x="657" y="8195"/>
                    </a:cubicBezTo>
                    <a:cubicBezTo>
                      <a:pt x="614" y="8195"/>
                      <a:pt x="574" y="8190"/>
                      <a:pt x="544" y="8171"/>
                    </a:cubicBezTo>
                    <a:cubicBezTo>
                      <a:pt x="495" y="8138"/>
                      <a:pt x="501" y="8079"/>
                      <a:pt x="490" y="8024"/>
                    </a:cubicBezTo>
                    <a:cubicBezTo>
                      <a:pt x="473" y="7975"/>
                      <a:pt x="463" y="7926"/>
                      <a:pt x="457" y="7872"/>
                    </a:cubicBezTo>
                    <a:cubicBezTo>
                      <a:pt x="463" y="7807"/>
                      <a:pt x="479" y="7752"/>
                      <a:pt x="479" y="7687"/>
                    </a:cubicBezTo>
                    <a:cubicBezTo>
                      <a:pt x="479" y="7627"/>
                      <a:pt x="484" y="7573"/>
                      <a:pt x="495" y="7519"/>
                    </a:cubicBezTo>
                    <a:cubicBezTo>
                      <a:pt x="495" y="7453"/>
                      <a:pt x="506" y="7388"/>
                      <a:pt x="528" y="7328"/>
                    </a:cubicBezTo>
                    <a:cubicBezTo>
                      <a:pt x="550" y="7274"/>
                      <a:pt x="571" y="7220"/>
                      <a:pt x="588" y="7171"/>
                    </a:cubicBezTo>
                    <a:cubicBezTo>
                      <a:pt x="642" y="7046"/>
                      <a:pt x="718" y="6926"/>
                      <a:pt x="800" y="6817"/>
                    </a:cubicBezTo>
                    <a:cubicBezTo>
                      <a:pt x="838" y="6769"/>
                      <a:pt x="881" y="6720"/>
                      <a:pt x="930" y="6676"/>
                    </a:cubicBezTo>
                    <a:cubicBezTo>
                      <a:pt x="935" y="6665"/>
                      <a:pt x="946" y="6654"/>
                      <a:pt x="957" y="6644"/>
                    </a:cubicBezTo>
                    <a:close/>
                    <a:moveTo>
                      <a:pt x="3351" y="1"/>
                    </a:moveTo>
                    <a:cubicBezTo>
                      <a:pt x="3285" y="1"/>
                      <a:pt x="3219" y="4"/>
                      <a:pt x="3153" y="12"/>
                    </a:cubicBezTo>
                    <a:cubicBezTo>
                      <a:pt x="3066" y="23"/>
                      <a:pt x="2974" y="50"/>
                      <a:pt x="2881" y="66"/>
                    </a:cubicBezTo>
                    <a:cubicBezTo>
                      <a:pt x="2795" y="77"/>
                      <a:pt x="2708" y="88"/>
                      <a:pt x="2626" y="110"/>
                    </a:cubicBezTo>
                    <a:cubicBezTo>
                      <a:pt x="2544" y="137"/>
                      <a:pt x="2463" y="164"/>
                      <a:pt x="2387" y="202"/>
                    </a:cubicBezTo>
                    <a:cubicBezTo>
                      <a:pt x="2354" y="213"/>
                      <a:pt x="2327" y="224"/>
                      <a:pt x="2300" y="240"/>
                    </a:cubicBezTo>
                    <a:cubicBezTo>
                      <a:pt x="2278" y="262"/>
                      <a:pt x="2262" y="278"/>
                      <a:pt x="2235" y="295"/>
                    </a:cubicBezTo>
                    <a:cubicBezTo>
                      <a:pt x="2235" y="271"/>
                      <a:pt x="2218" y="255"/>
                      <a:pt x="2200" y="255"/>
                    </a:cubicBezTo>
                    <a:cubicBezTo>
                      <a:pt x="2197" y="255"/>
                      <a:pt x="2194" y="256"/>
                      <a:pt x="2191" y="256"/>
                    </a:cubicBezTo>
                    <a:cubicBezTo>
                      <a:pt x="2088" y="278"/>
                      <a:pt x="1979" y="284"/>
                      <a:pt x="1876" y="305"/>
                    </a:cubicBezTo>
                    <a:cubicBezTo>
                      <a:pt x="1773" y="327"/>
                      <a:pt x="1675" y="354"/>
                      <a:pt x="1582" y="398"/>
                    </a:cubicBezTo>
                    <a:cubicBezTo>
                      <a:pt x="1398" y="479"/>
                      <a:pt x="1229" y="583"/>
                      <a:pt x="1071" y="708"/>
                    </a:cubicBezTo>
                    <a:cubicBezTo>
                      <a:pt x="925" y="833"/>
                      <a:pt x="821" y="996"/>
                      <a:pt x="767" y="1181"/>
                    </a:cubicBezTo>
                    <a:cubicBezTo>
                      <a:pt x="723" y="1273"/>
                      <a:pt x="669" y="1360"/>
                      <a:pt x="598" y="1431"/>
                    </a:cubicBezTo>
                    <a:cubicBezTo>
                      <a:pt x="528" y="1512"/>
                      <a:pt x="463" y="1599"/>
                      <a:pt x="403" y="1686"/>
                    </a:cubicBezTo>
                    <a:cubicBezTo>
                      <a:pt x="283" y="1871"/>
                      <a:pt x="164" y="2045"/>
                      <a:pt x="104" y="2257"/>
                    </a:cubicBezTo>
                    <a:cubicBezTo>
                      <a:pt x="77" y="2344"/>
                      <a:pt x="71" y="2431"/>
                      <a:pt x="82" y="2523"/>
                    </a:cubicBezTo>
                    <a:cubicBezTo>
                      <a:pt x="98" y="2626"/>
                      <a:pt x="98" y="2735"/>
                      <a:pt x="82" y="2844"/>
                    </a:cubicBezTo>
                    <a:cubicBezTo>
                      <a:pt x="66" y="2953"/>
                      <a:pt x="82" y="3056"/>
                      <a:pt x="66" y="3165"/>
                    </a:cubicBezTo>
                    <a:cubicBezTo>
                      <a:pt x="39" y="3262"/>
                      <a:pt x="22" y="3360"/>
                      <a:pt x="11" y="3458"/>
                    </a:cubicBezTo>
                    <a:cubicBezTo>
                      <a:pt x="1" y="3670"/>
                      <a:pt x="22" y="3877"/>
                      <a:pt x="77" y="4078"/>
                    </a:cubicBezTo>
                    <a:cubicBezTo>
                      <a:pt x="104" y="4203"/>
                      <a:pt x="82" y="4317"/>
                      <a:pt x="98" y="4437"/>
                    </a:cubicBezTo>
                    <a:cubicBezTo>
                      <a:pt x="115" y="4540"/>
                      <a:pt x="126" y="4643"/>
                      <a:pt x="142" y="4746"/>
                    </a:cubicBezTo>
                    <a:cubicBezTo>
                      <a:pt x="158" y="4844"/>
                      <a:pt x="185" y="4937"/>
                      <a:pt x="207" y="5035"/>
                    </a:cubicBezTo>
                    <a:cubicBezTo>
                      <a:pt x="218" y="5067"/>
                      <a:pt x="278" y="5334"/>
                      <a:pt x="256" y="5344"/>
                    </a:cubicBezTo>
                    <a:cubicBezTo>
                      <a:pt x="229" y="5355"/>
                      <a:pt x="245" y="5388"/>
                      <a:pt x="267" y="5388"/>
                    </a:cubicBezTo>
                    <a:lnTo>
                      <a:pt x="289" y="5388"/>
                    </a:lnTo>
                    <a:cubicBezTo>
                      <a:pt x="299" y="5388"/>
                      <a:pt x="310" y="5382"/>
                      <a:pt x="316" y="5372"/>
                    </a:cubicBezTo>
                    <a:lnTo>
                      <a:pt x="316" y="5475"/>
                    </a:lnTo>
                    <a:cubicBezTo>
                      <a:pt x="305" y="5546"/>
                      <a:pt x="310" y="5616"/>
                      <a:pt x="327" y="5681"/>
                    </a:cubicBezTo>
                    <a:cubicBezTo>
                      <a:pt x="376" y="5790"/>
                      <a:pt x="468" y="5872"/>
                      <a:pt x="582" y="5910"/>
                    </a:cubicBezTo>
                    <a:lnTo>
                      <a:pt x="615" y="5921"/>
                    </a:lnTo>
                    <a:lnTo>
                      <a:pt x="615" y="5926"/>
                    </a:lnTo>
                    <a:cubicBezTo>
                      <a:pt x="615" y="5926"/>
                      <a:pt x="615" y="5931"/>
                      <a:pt x="615" y="5931"/>
                    </a:cubicBezTo>
                    <a:cubicBezTo>
                      <a:pt x="604" y="5931"/>
                      <a:pt x="593" y="5931"/>
                      <a:pt x="582" y="5937"/>
                    </a:cubicBezTo>
                    <a:cubicBezTo>
                      <a:pt x="484" y="5991"/>
                      <a:pt x="354" y="5926"/>
                      <a:pt x="305" y="6056"/>
                    </a:cubicBezTo>
                    <a:cubicBezTo>
                      <a:pt x="240" y="6214"/>
                      <a:pt x="278" y="6415"/>
                      <a:pt x="278" y="6584"/>
                    </a:cubicBezTo>
                    <a:cubicBezTo>
                      <a:pt x="278" y="6736"/>
                      <a:pt x="256" y="6888"/>
                      <a:pt x="256" y="7040"/>
                    </a:cubicBezTo>
                    <a:cubicBezTo>
                      <a:pt x="256" y="7144"/>
                      <a:pt x="289" y="7258"/>
                      <a:pt x="376" y="7290"/>
                    </a:cubicBezTo>
                    <a:lnTo>
                      <a:pt x="376" y="7296"/>
                    </a:lnTo>
                    <a:cubicBezTo>
                      <a:pt x="354" y="7367"/>
                      <a:pt x="338" y="7437"/>
                      <a:pt x="327" y="7508"/>
                    </a:cubicBezTo>
                    <a:cubicBezTo>
                      <a:pt x="310" y="7584"/>
                      <a:pt x="299" y="7655"/>
                      <a:pt x="299" y="7731"/>
                    </a:cubicBezTo>
                    <a:cubicBezTo>
                      <a:pt x="278" y="7801"/>
                      <a:pt x="267" y="7877"/>
                      <a:pt x="261" y="7948"/>
                    </a:cubicBezTo>
                    <a:cubicBezTo>
                      <a:pt x="267" y="8008"/>
                      <a:pt x="283" y="8068"/>
                      <a:pt x="289" y="8128"/>
                    </a:cubicBezTo>
                    <a:cubicBezTo>
                      <a:pt x="294" y="8198"/>
                      <a:pt x="321" y="8263"/>
                      <a:pt x="365" y="8312"/>
                    </a:cubicBezTo>
                    <a:cubicBezTo>
                      <a:pt x="444" y="8382"/>
                      <a:pt x="544" y="8424"/>
                      <a:pt x="646" y="8424"/>
                    </a:cubicBezTo>
                    <a:cubicBezTo>
                      <a:pt x="663" y="8424"/>
                      <a:pt x="680" y="8423"/>
                      <a:pt x="696" y="8421"/>
                    </a:cubicBezTo>
                    <a:cubicBezTo>
                      <a:pt x="814" y="8421"/>
                      <a:pt x="940" y="8426"/>
                      <a:pt x="1067" y="8426"/>
                    </a:cubicBezTo>
                    <a:cubicBezTo>
                      <a:pt x="1210" y="8426"/>
                      <a:pt x="1355" y="8420"/>
                      <a:pt x="1490" y="8394"/>
                    </a:cubicBezTo>
                    <a:cubicBezTo>
                      <a:pt x="1582" y="8383"/>
                      <a:pt x="1675" y="8361"/>
                      <a:pt x="1767" y="8350"/>
                    </a:cubicBezTo>
                    <a:lnTo>
                      <a:pt x="1789" y="8345"/>
                    </a:lnTo>
                    <a:lnTo>
                      <a:pt x="1827" y="8361"/>
                    </a:lnTo>
                    <a:cubicBezTo>
                      <a:pt x="1889" y="8381"/>
                      <a:pt x="1951" y="8391"/>
                      <a:pt x="2013" y="8391"/>
                    </a:cubicBezTo>
                    <a:cubicBezTo>
                      <a:pt x="2054" y="8391"/>
                      <a:pt x="2095" y="8386"/>
                      <a:pt x="2137" y="8378"/>
                    </a:cubicBezTo>
                    <a:cubicBezTo>
                      <a:pt x="2147" y="8383"/>
                      <a:pt x="2158" y="8386"/>
                      <a:pt x="2169" y="8386"/>
                    </a:cubicBezTo>
                    <a:cubicBezTo>
                      <a:pt x="2189" y="8386"/>
                      <a:pt x="2210" y="8377"/>
                      <a:pt x="2224" y="8356"/>
                    </a:cubicBezTo>
                    <a:cubicBezTo>
                      <a:pt x="2229" y="8345"/>
                      <a:pt x="2240" y="8329"/>
                      <a:pt x="2245" y="8312"/>
                    </a:cubicBezTo>
                    <a:lnTo>
                      <a:pt x="2256" y="8312"/>
                    </a:lnTo>
                    <a:cubicBezTo>
                      <a:pt x="2436" y="8318"/>
                      <a:pt x="2615" y="8329"/>
                      <a:pt x="2789" y="8340"/>
                    </a:cubicBezTo>
                    <a:cubicBezTo>
                      <a:pt x="2821" y="8342"/>
                      <a:pt x="2852" y="8344"/>
                      <a:pt x="2882" y="8344"/>
                    </a:cubicBezTo>
                    <a:cubicBezTo>
                      <a:pt x="3023" y="8344"/>
                      <a:pt x="3150" y="8318"/>
                      <a:pt x="3289" y="8318"/>
                    </a:cubicBezTo>
                    <a:cubicBezTo>
                      <a:pt x="3379" y="8323"/>
                      <a:pt x="3469" y="8326"/>
                      <a:pt x="3558" y="8326"/>
                    </a:cubicBezTo>
                    <a:cubicBezTo>
                      <a:pt x="3648" y="8326"/>
                      <a:pt x="3738" y="8323"/>
                      <a:pt x="3827" y="8318"/>
                    </a:cubicBezTo>
                    <a:cubicBezTo>
                      <a:pt x="3909" y="8307"/>
                      <a:pt x="3996" y="8296"/>
                      <a:pt x="4083" y="8296"/>
                    </a:cubicBezTo>
                    <a:cubicBezTo>
                      <a:pt x="4117" y="8298"/>
                      <a:pt x="4151" y="8300"/>
                      <a:pt x="4186" y="8300"/>
                    </a:cubicBezTo>
                    <a:cubicBezTo>
                      <a:pt x="4235" y="8300"/>
                      <a:pt x="4285" y="8297"/>
                      <a:pt x="4333" y="8291"/>
                    </a:cubicBezTo>
                    <a:cubicBezTo>
                      <a:pt x="4414" y="8280"/>
                      <a:pt x="4501" y="8269"/>
                      <a:pt x="4583" y="8269"/>
                    </a:cubicBezTo>
                    <a:cubicBezTo>
                      <a:pt x="4670" y="8269"/>
                      <a:pt x="4751" y="8263"/>
                      <a:pt x="4838" y="8253"/>
                    </a:cubicBezTo>
                    <a:cubicBezTo>
                      <a:pt x="4920" y="8247"/>
                      <a:pt x="4996" y="8231"/>
                      <a:pt x="5078" y="8220"/>
                    </a:cubicBezTo>
                    <a:cubicBezTo>
                      <a:pt x="5105" y="8214"/>
                      <a:pt x="5132" y="8209"/>
                      <a:pt x="5154" y="8209"/>
                    </a:cubicBezTo>
                    <a:cubicBezTo>
                      <a:pt x="5154" y="8209"/>
                      <a:pt x="5154" y="8214"/>
                      <a:pt x="5159" y="8220"/>
                    </a:cubicBezTo>
                    <a:cubicBezTo>
                      <a:pt x="5197" y="8279"/>
                      <a:pt x="5255" y="8286"/>
                      <a:pt x="5317" y="8286"/>
                    </a:cubicBezTo>
                    <a:cubicBezTo>
                      <a:pt x="5335" y="8286"/>
                      <a:pt x="5353" y="8285"/>
                      <a:pt x="5371" y="8285"/>
                    </a:cubicBezTo>
                    <a:cubicBezTo>
                      <a:pt x="5453" y="8285"/>
                      <a:pt x="5534" y="8307"/>
                      <a:pt x="5616" y="8312"/>
                    </a:cubicBezTo>
                    <a:cubicBezTo>
                      <a:pt x="5650" y="8317"/>
                      <a:pt x="5685" y="8320"/>
                      <a:pt x="5721" y="8320"/>
                    </a:cubicBezTo>
                    <a:cubicBezTo>
                      <a:pt x="5764" y="8320"/>
                      <a:pt x="5808" y="8316"/>
                      <a:pt x="5849" y="8307"/>
                    </a:cubicBezTo>
                    <a:cubicBezTo>
                      <a:pt x="5871" y="8307"/>
                      <a:pt x="5893" y="8312"/>
                      <a:pt x="5915" y="8318"/>
                    </a:cubicBezTo>
                    <a:cubicBezTo>
                      <a:pt x="5950" y="8329"/>
                      <a:pt x="5987" y="8334"/>
                      <a:pt x="6023" y="8334"/>
                    </a:cubicBezTo>
                    <a:cubicBezTo>
                      <a:pt x="6059" y="8334"/>
                      <a:pt x="6094" y="8329"/>
                      <a:pt x="6127" y="8318"/>
                    </a:cubicBezTo>
                    <a:cubicBezTo>
                      <a:pt x="6196" y="8298"/>
                      <a:pt x="6272" y="8292"/>
                      <a:pt x="6350" y="8292"/>
                    </a:cubicBezTo>
                    <a:cubicBezTo>
                      <a:pt x="6443" y="8292"/>
                      <a:pt x="6538" y="8301"/>
                      <a:pt x="6621" y="8307"/>
                    </a:cubicBezTo>
                    <a:cubicBezTo>
                      <a:pt x="6652" y="8308"/>
                      <a:pt x="6683" y="8309"/>
                      <a:pt x="6715" y="8309"/>
                    </a:cubicBezTo>
                    <a:cubicBezTo>
                      <a:pt x="6816" y="8309"/>
                      <a:pt x="6917" y="8296"/>
                      <a:pt x="6996" y="8225"/>
                    </a:cubicBezTo>
                    <a:cubicBezTo>
                      <a:pt x="7111" y="8111"/>
                      <a:pt x="7165" y="7954"/>
                      <a:pt x="7143" y="7796"/>
                    </a:cubicBezTo>
                    <a:cubicBezTo>
                      <a:pt x="7132" y="7709"/>
                      <a:pt x="7111" y="7622"/>
                      <a:pt x="7089" y="7535"/>
                    </a:cubicBezTo>
                    <a:cubicBezTo>
                      <a:pt x="7078" y="7453"/>
                      <a:pt x="7056" y="7372"/>
                      <a:pt x="7024" y="7296"/>
                    </a:cubicBezTo>
                    <a:cubicBezTo>
                      <a:pt x="6986" y="7214"/>
                      <a:pt x="6915" y="7160"/>
                      <a:pt x="6871" y="7084"/>
                    </a:cubicBezTo>
                    <a:cubicBezTo>
                      <a:pt x="6860" y="7068"/>
                      <a:pt x="6850" y="7051"/>
                      <a:pt x="6844" y="7035"/>
                    </a:cubicBezTo>
                    <a:lnTo>
                      <a:pt x="6844" y="7035"/>
                    </a:lnTo>
                    <a:cubicBezTo>
                      <a:pt x="6855" y="7038"/>
                      <a:pt x="6866" y="7039"/>
                      <a:pt x="6877" y="7039"/>
                    </a:cubicBezTo>
                    <a:cubicBezTo>
                      <a:pt x="6889" y="7039"/>
                      <a:pt x="6901" y="7038"/>
                      <a:pt x="6915" y="7035"/>
                    </a:cubicBezTo>
                    <a:cubicBezTo>
                      <a:pt x="6975" y="7024"/>
                      <a:pt x="7002" y="6953"/>
                      <a:pt x="6975" y="6899"/>
                    </a:cubicBezTo>
                    <a:cubicBezTo>
                      <a:pt x="6975" y="6883"/>
                      <a:pt x="6980" y="6872"/>
                      <a:pt x="6980" y="6856"/>
                    </a:cubicBezTo>
                    <a:cubicBezTo>
                      <a:pt x="6986" y="6828"/>
                      <a:pt x="6991" y="6796"/>
                      <a:pt x="6991" y="6769"/>
                    </a:cubicBezTo>
                    <a:cubicBezTo>
                      <a:pt x="7002" y="6665"/>
                      <a:pt x="6991" y="6557"/>
                      <a:pt x="6991" y="6453"/>
                    </a:cubicBezTo>
                    <a:cubicBezTo>
                      <a:pt x="6991" y="6258"/>
                      <a:pt x="7013" y="6040"/>
                      <a:pt x="6975" y="5850"/>
                    </a:cubicBezTo>
                    <a:cubicBezTo>
                      <a:pt x="6947" y="5714"/>
                      <a:pt x="6839" y="5605"/>
                      <a:pt x="6703" y="5578"/>
                    </a:cubicBezTo>
                    <a:cubicBezTo>
                      <a:pt x="6691" y="5577"/>
                      <a:pt x="6679" y="5577"/>
                      <a:pt x="6667" y="5577"/>
                    </a:cubicBezTo>
                    <a:cubicBezTo>
                      <a:pt x="6610" y="5577"/>
                      <a:pt x="6556" y="5587"/>
                      <a:pt x="6502" y="5605"/>
                    </a:cubicBezTo>
                    <a:cubicBezTo>
                      <a:pt x="6453" y="5632"/>
                      <a:pt x="6398" y="5649"/>
                      <a:pt x="6339" y="5660"/>
                    </a:cubicBezTo>
                    <a:cubicBezTo>
                      <a:pt x="6344" y="5616"/>
                      <a:pt x="6344" y="5573"/>
                      <a:pt x="6333" y="5529"/>
                    </a:cubicBezTo>
                    <a:cubicBezTo>
                      <a:pt x="6409" y="5459"/>
                      <a:pt x="6475" y="5377"/>
                      <a:pt x="6513" y="5279"/>
                    </a:cubicBezTo>
                    <a:cubicBezTo>
                      <a:pt x="6545" y="5176"/>
                      <a:pt x="6621" y="5056"/>
                      <a:pt x="6605" y="4948"/>
                    </a:cubicBezTo>
                    <a:cubicBezTo>
                      <a:pt x="6605" y="4931"/>
                      <a:pt x="6594" y="4915"/>
                      <a:pt x="6578" y="4904"/>
                    </a:cubicBezTo>
                    <a:cubicBezTo>
                      <a:pt x="6600" y="4882"/>
                      <a:pt x="6616" y="4866"/>
                      <a:pt x="6638" y="4850"/>
                    </a:cubicBezTo>
                    <a:cubicBezTo>
                      <a:pt x="6735" y="4752"/>
                      <a:pt x="6801" y="4627"/>
                      <a:pt x="6833" y="4486"/>
                    </a:cubicBezTo>
                    <a:cubicBezTo>
                      <a:pt x="6850" y="4420"/>
                      <a:pt x="6860" y="4350"/>
                      <a:pt x="6860" y="4284"/>
                    </a:cubicBezTo>
                    <a:cubicBezTo>
                      <a:pt x="6860" y="4203"/>
                      <a:pt x="6828" y="4121"/>
                      <a:pt x="6828" y="4045"/>
                    </a:cubicBezTo>
                    <a:cubicBezTo>
                      <a:pt x="6833" y="3964"/>
                      <a:pt x="6920" y="3893"/>
                      <a:pt x="6964" y="3833"/>
                    </a:cubicBezTo>
                    <a:cubicBezTo>
                      <a:pt x="7013" y="3773"/>
                      <a:pt x="7056" y="3697"/>
                      <a:pt x="7100" y="3627"/>
                    </a:cubicBezTo>
                    <a:cubicBezTo>
                      <a:pt x="7187" y="3518"/>
                      <a:pt x="7290" y="3420"/>
                      <a:pt x="7344" y="3295"/>
                    </a:cubicBezTo>
                    <a:cubicBezTo>
                      <a:pt x="7404" y="3143"/>
                      <a:pt x="7431" y="2980"/>
                      <a:pt x="7420" y="2817"/>
                    </a:cubicBezTo>
                    <a:cubicBezTo>
                      <a:pt x="7415" y="2670"/>
                      <a:pt x="7382" y="2529"/>
                      <a:pt x="7323" y="2393"/>
                    </a:cubicBezTo>
                    <a:cubicBezTo>
                      <a:pt x="7263" y="2268"/>
                      <a:pt x="7170" y="2197"/>
                      <a:pt x="7072" y="2105"/>
                    </a:cubicBezTo>
                    <a:cubicBezTo>
                      <a:pt x="7013" y="2056"/>
                      <a:pt x="6964" y="2001"/>
                      <a:pt x="6915" y="1942"/>
                    </a:cubicBezTo>
                    <a:cubicBezTo>
                      <a:pt x="6877" y="1871"/>
                      <a:pt x="6855" y="1789"/>
                      <a:pt x="6822" y="1719"/>
                    </a:cubicBezTo>
                    <a:cubicBezTo>
                      <a:pt x="6746" y="1567"/>
                      <a:pt x="6670" y="1420"/>
                      <a:pt x="6589" y="1273"/>
                    </a:cubicBezTo>
                    <a:cubicBezTo>
                      <a:pt x="6502" y="1132"/>
                      <a:pt x="6404" y="996"/>
                      <a:pt x="6301" y="871"/>
                    </a:cubicBezTo>
                    <a:cubicBezTo>
                      <a:pt x="6208" y="757"/>
                      <a:pt x="6072" y="697"/>
                      <a:pt x="5947" y="626"/>
                    </a:cubicBezTo>
                    <a:cubicBezTo>
                      <a:pt x="5822" y="555"/>
                      <a:pt x="5703" y="452"/>
                      <a:pt x="5561" y="403"/>
                    </a:cubicBezTo>
                    <a:cubicBezTo>
                      <a:pt x="5491" y="382"/>
                      <a:pt x="5436" y="387"/>
                      <a:pt x="5382" y="349"/>
                    </a:cubicBezTo>
                    <a:cubicBezTo>
                      <a:pt x="5328" y="305"/>
                      <a:pt x="5262" y="267"/>
                      <a:pt x="5197" y="246"/>
                    </a:cubicBezTo>
                    <a:cubicBezTo>
                      <a:pt x="5087" y="197"/>
                      <a:pt x="4965" y="172"/>
                      <a:pt x="4844" y="172"/>
                    </a:cubicBezTo>
                    <a:cubicBezTo>
                      <a:pt x="4804" y="172"/>
                      <a:pt x="4764" y="175"/>
                      <a:pt x="4724" y="180"/>
                    </a:cubicBezTo>
                    <a:cubicBezTo>
                      <a:pt x="4591" y="205"/>
                      <a:pt x="4473" y="247"/>
                      <a:pt x="4345" y="247"/>
                    </a:cubicBezTo>
                    <a:cubicBezTo>
                      <a:pt x="4301" y="247"/>
                      <a:pt x="4255" y="242"/>
                      <a:pt x="4208" y="229"/>
                    </a:cubicBezTo>
                    <a:cubicBezTo>
                      <a:pt x="4023" y="180"/>
                      <a:pt x="3882" y="77"/>
                      <a:pt x="3708" y="34"/>
                    </a:cubicBezTo>
                    <a:cubicBezTo>
                      <a:pt x="3592" y="13"/>
                      <a:pt x="3472" y="1"/>
                      <a:pt x="3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0"/>
              <p:cNvSpPr/>
              <p:nvPr/>
            </p:nvSpPr>
            <p:spPr>
              <a:xfrm>
                <a:off x="5058100" y="5121350"/>
                <a:ext cx="6350" cy="20675"/>
              </a:xfrm>
              <a:custGeom>
                <a:rect b="b" l="l" r="r" t="t"/>
                <a:pathLst>
                  <a:path extrusionOk="0" h="827" w="254">
                    <a:moveTo>
                      <a:pt x="59" y="1"/>
                    </a:moveTo>
                    <a:cubicBezTo>
                      <a:pt x="29" y="1"/>
                      <a:pt x="1" y="23"/>
                      <a:pt x="14" y="59"/>
                    </a:cubicBezTo>
                    <a:cubicBezTo>
                      <a:pt x="57" y="173"/>
                      <a:pt x="36" y="298"/>
                      <a:pt x="57" y="418"/>
                    </a:cubicBezTo>
                    <a:cubicBezTo>
                      <a:pt x="79" y="548"/>
                      <a:pt x="112" y="679"/>
                      <a:pt x="166" y="798"/>
                    </a:cubicBezTo>
                    <a:cubicBezTo>
                      <a:pt x="171" y="818"/>
                      <a:pt x="186" y="826"/>
                      <a:pt x="201" y="826"/>
                    </a:cubicBezTo>
                    <a:cubicBezTo>
                      <a:pt x="219" y="826"/>
                      <a:pt x="237" y="814"/>
                      <a:pt x="237" y="793"/>
                    </a:cubicBezTo>
                    <a:cubicBezTo>
                      <a:pt x="253" y="662"/>
                      <a:pt x="188" y="532"/>
                      <a:pt x="166" y="407"/>
                    </a:cubicBezTo>
                    <a:cubicBezTo>
                      <a:pt x="139" y="282"/>
                      <a:pt x="155" y="151"/>
                      <a:pt x="106" y="32"/>
                    </a:cubicBezTo>
                    <a:cubicBezTo>
                      <a:pt x="98" y="10"/>
                      <a:pt x="78"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0"/>
              <p:cNvSpPr/>
              <p:nvPr/>
            </p:nvSpPr>
            <p:spPr>
              <a:xfrm>
                <a:off x="5048700" y="4982550"/>
                <a:ext cx="17775" cy="46850"/>
              </a:xfrm>
              <a:custGeom>
                <a:rect b="b" l="l" r="r" t="t"/>
                <a:pathLst>
                  <a:path extrusionOk="0" h="1874" w="711">
                    <a:moveTo>
                      <a:pt x="676" y="0"/>
                    </a:moveTo>
                    <a:cubicBezTo>
                      <a:pt x="657" y="0"/>
                      <a:pt x="637" y="14"/>
                      <a:pt x="635" y="39"/>
                    </a:cubicBezTo>
                    <a:lnTo>
                      <a:pt x="640" y="39"/>
                    </a:lnTo>
                    <a:cubicBezTo>
                      <a:pt x="607" y="376"/>
                      <a:pt x="526" y="708"/>
                      <a:pt x="395" y="1023"/>
                    </a:cubicBezTo>
                    <a:cubicBezTo>
                      <a:pt x="341" y="1170"/>
                      <a:pt x="260" y="1306"/>
                      <a:pt x="194" y="1452"/>
                    </a:cubicBezTo>
                    <a:cubicBezTo>
                      <a:pt x="140" y="1583"/>
                      <a:pt x="80" y="1713"/>
                      <a:pt x="9" y="1838"/>
                    </a:cubicBezTo>
                    <a:cubicBezTo>
                      <a:pt x="0" y="1852"/>
                      <a:pt x="14" y="1874"/>
                      <a:pt x="32" y="1874"/>
                    </a:cubicBezTo>
                    <a:cubicBezTo>
                      <a:pt x="35" y="1874"/>
                      <a:pt x="39" y="1873"/>
                      <a:pt x="42" y="1871"/>
                    </a:cubicBezTo>
                    <a:cubicBezTo>
                      <a:pt x="140" y="1784"/>
                      <a:pt x="216" y="1675"/>
                      <a:pt x="260" y="1550"/>
                    </a:cubicBezTo>
                    <a:cubicBezTo>
                      <a:pt x="325" y="1393"/>
                      <a:pt x="412" y="1240"/>
                      <a:pt x="472" y="1083"/>
                    </a:cubicBezTo>
                    <a:cubicBezTo>
                      <a:pt x="607" y="751"/>
                      <a:pt x="689" y="398"/>
                      <a:pt x="711" y="39"/>
                    </a:cubicBezTo>
                    <a:cubicBezTo>
                      <a:pt x="711" y="13"/>
                      <a:pt x="694" y="0"/>
                      <a:pt x="6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0"/>
              <p:cNvSpPr/>
              <p:nvPr/>
            </p:nvSpPr>
            <p:spPr>
              <a:xfrm>
                <a:off x="5040200" y="4990850"/>
                <a:ext cx="18625" cy="38500"/>
              </a:xfrm>
              <a:custGeom>
                <a:rect b="b" l="l" r="r" t="t"/>
                <a:pathLst>
                  <a:path extrusionOk="0" h="1540" w="745">
                    <a:moveTo>
                      <a:pt x="710" y="0"/>
                    </a:moveTo>
                    <a:cubicBezTo>
                      <a:pt x="699" y="0"/>
                      <a:pt x="689" y="7"/>
                      <a:pt x="686" y="22"/>
                    </a:cubicBezTo>
                    <a:lnTo>
                      <a:pt x="692" y="22"/>
                    </a:lnTo>
                    <a:cubicBezTo>
                      <a:pt x="659" y="153"/>
                      <a:pt x="616" y="283"/>
                      <a:pt x="572" y="414"/>
                    </a:cubicBezTo>
                    <a:cubicBezTo>
                      <a:pt x="529" y="550"/>
                      <a:pt x="480" y="680"/>
                      <a:pt x="420" y="805"/>
                    </a:cubicBezTo>
                    <a:cubicBezTo>
                      <a:pt x="360" y="925"/>
                      <a:pt x="301" y="1044"/>
                      <a:pt x="235" y="1159"/>
                    </a:cubicBezTo>
                    <a:cubicBezTo>
                      <a:pt x="170" y="1273"/>
                      <a:pt x="83" y="1387"/>
                      <a:pt x="12" y="1506"/>
                    </a:cubicBezTo>
                    <a:cubicBezTo>
                      <a:pt x="0" y="1523"/>
                      <a:pt x="16" y="1539"/>
                      <a:pt x="31" y="1539"/>
                    </a:cubicBezTo>
                    <a:cubicBezTo>
                      <a:pt x="36" y="1539"/>
                      <a:pt x="41" y="1538"/>
                      <a:pt x="45" y="1534"/>
                    </a:cubicBezTo>
                    <a:cubicBezTo>
                      <a:pt x="252" y="1354"/>
                      <a:pt x="371" y="1072"/>
                      <a:pt x="485" y="827"/>
                    </a:cubicBezTo>
                    <a:cubicBezTo>
                      <a:pt x="540" y="707"/>
                      <a:pt x="589" y="588"/>
                      <a:pt x="621" y="463"/>
                    </a:cubicBezTo>
                    <a:cubicBezTo>
                      <a:pt x="670" y="321"/>
                      <a:pt x="708" y="180"/>
                      <a:pt x="741" y="33"/>
                    </a:cubicBezTo>
                    <a:cubicBezTo>
                      <a:pt x="744" y="14"/>
                      <a:pt x="726" y="0"/>
                      <a:pt x="7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0"/>
              <p:cNvSpPr/>
              <p:nvPr/>
            </p:nvSpPr>
            <p:spPr>
              <a:xfrm>
                <a:off x="5030025" y="5006250"/>
                <a:ext cx="17950" cy="50550"/>
              </a:xfrm>
              <a:custGeom>
                <a:rect b="b" l="l" r="r" t="t"/>
                <a:pathLst>
                  <a:path extrusionOk="0" h="2022" w="718">
                    <a:moveTo>
                      <a:pt x="694" y="1"/>
                    </a:moveTo>
                    <a:cubicBezTo>
                      <a:pt x="691" y="1"/>
                      <a:pt x="688" y="2"/>
                      <a:pt x="686" y="4"/>
                    </a:cubicBezTo>
                    <a:cubicBezTo>
                      <a:pt x="441" y="265"/>
                      <a:pt x="311" y="619"/>
                      <a:pt x="197" y="950"/>
                    </a:cubicBezTo>
                    <a:cubicBezTo>
                      <a:pt x="126" y="1130"/>
                      <a:pt x="66" y="1314"/>
                      <a:pt x="28" y="1499"/>
                    </a:cubicBezTo>
                    <a:cubicBezTo>
                      <a:pt x="12" y="1592"/>
                      <a:pt x="1" y="1679"/>
                      <a:pt x="6" y="1771"/>
                    </a:cubicBezTo>
                    <a:cubicBezTo>
                      <a:pt x="23" y="1853"/>
                      <a:pt x="50" y="1929"/>
                      <a:pt x="82" y="1999"/>
                    </a:cubicBezTo>
                    <a:cubicBezTo>
                      <a:pt x="90" y="2014"/>
                      <a:pt x="103" y="2021"/>
                      <a:pt x="116" y="2021"/>
                    </a:cubicBezTo>
                    <a:cubicBezTo>
                      <a:pt x="131" y="2021"/>
                      <a:pt x="145" y="2012"/>
                      <a:pt x="148" y="1994"/>
                    </a:cubicBezTo>
                    <a:cubicBezTo>
                      <a:pt x="153" y="1912"/>
                      <a:pt x="104" y="1836"/>
                      <a:pt x="99" y="1755"/>
                    </a:cubicBezTo>
                    <a:cubicBezTo>
                      <a:pt x="99" y="1662"/>
                      <a:pt x="110" y="1564"/>
                      <a:pt x="131" y="1477"/>
                    </a:cubicBezTo>
                    <a:cubicBezTo>
                      <a:pt x="164" y="1304"/>
                      <a:pt x="213" y="1140"/>
                      <a:pt x="273" y="972"/>
                    </a:cubicBezTo>
                    <a:cubicBezTo>
                      <a:pt x="322" y="803"/>
                      <a:pt x="381" y="635"/>
                      <a:pt x="458" y="477"/>
                    </a:cubicBezTo>
                    <a:cubicBezTo>
                      <a:pt x="534" y="320"/>
                      <a:pt x="615" y="167"/>
                      <a:pt x="713" y="26"/>
                    </a:cubicBezTo>
                    <a:cubicBezTo>
                      <a:pt x="717" y="13"/>
                      <a:pt x="705" y="1"/>
                      <a:pt x="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0"/>
              <p:cNvSpPr/>
              <p:nvPr/>
            </p:nvSpPr>
            <p:spPr>
              <a:xfrm>
                <a:off x="5149100" y="5017900"/>
                <a:ext cx="27650" cy="15600"/>
              </a:xfrm>
              <a:custGeom>
                <a:rect b="b" l="l" r="r" t="t"/>
                <a:pathLst>
                  <a:path extrusionOk="0" h="624" w="1106">
                    <a:moveTo>
                      <a:pt x="44" y="1"/>
                    </a:moveTo>
                    <a:cubicBezTo>
                      <a:pt x="18" y="1"/>
                      <a:pt x="0" y="42"/>
                      <a:pt x="32" y="60"/>
                    </a:cubicBezTo>
                    <a:cubicBezTo>
                      <a:pt x="130" y="120"/>
                      <a:pt x="184" y="234"/>
                      <a:pt x="277" y="305"/>
                    </a:cubicBezTo>
                    <a:cubicBezTo>
                      <a:pt x="380" y="381"/>
                      <a:pt x="483" y="452"/>
                      <a:pt x="592" y="511"/>
                    </a:cubicBezTo>
                    <a:cubicBezTo>
                      <a:pt x="671" y="549"/>
                      <a:pt x="827" y="624"/>
                      <a:pt x="953" y="624"/>
                    </a:cubicBezTo>
                    <a:cubicBezTo>
                      <a:pt x="1008" y="624"/>
                      <a:pt x="1057" y="609"/>
                      <a:pt x="1092" y="571"/>
                    </a:cubicBezTo>
                    <a:cubicBezTo>
                      <a:pt x="1105" y="558"/>
                      <a:pt x="1094" y="534"/>
                      <a:pt x="1074" y="534"/>
                    </a:cubicBezTo>
                    <a:cubicBezTo>
                      <a:pt x="1070" y="534"/>
                      <a:pt x="1065" y="535"/>
                      <a:pt x="1060" y="539"/>
                    </a:cubicBezTo>
                    <a:cubicBezTo>
                      <a:pt x="1043" y="547"/>
                      <a:pt x="1024" y="550"/>
                      <a:pt x="1003" y="550"/>
                    </a:cubicBezTo>
                    <a:cubicBezTo>
                      <a:pt x="944" y="550"/>
                      <a:pt x="873" y="522"/>
                      <a:pt x="820" y="506"/>
                    </a:cubicBezTo>
                    <a:cubicBezTo>
                      <a:pt x="706" y="473"/>
                      <a:pt x="598" y="430"/>
                      <a:pt x="500" y="365"/>
                    </a:cubicBezTo>
                    <a:cubicBezTo>
                      <a:pt x="407" y="316"/>
                      <a:pt x="326" y="256"/>
                      <a:pt x="244" y="185"/>
                    </a:cubicBezTo>
                    <a:cubicBezTo>
                      <a:pt x="190" y="120"/>
                      <a:pt x="130" y="55"/>
                      <a:pt x="59" y="6"/>
                    </a:cubicBezTo>
                    <a:cubicBezTo>
                      <a:pt x="54" y="2"/>
                      <a:pt x="49"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0"/>
              <p:cNvSpPr/>
              <p:nvPr/>
            </p:nvSpPr>
            <p:spPr>
              <a:xfrm>
                <a:off x="5153975" y="5015325"/>
                <a:ext cx="22775" cy="10050"/>
              </a:xfrm>
              <a:custGeom>
                <a:rect b="b" l="l" r="r" t="t"/>
                <a:pathLst>
                  <a:path extrusionOk="0" h="402" w="911">
                    <a:moveTo>
                      <a:pt x="52" y="1"/>
                    </a:moveTo>
                    <a:cubicBezTo>
                      <a:pt x="19" y="1"/>
                      <a:pt x="1" y="47"/>
                      <a:pt x="33" y="65"/>
                    </a:cubicBezTo>
                    <a:cubicBezTo>
                      <a:pt x="115" y="103"/>
                      <a:pt x="174" y="185"/>
                      <a:pt x="250" y="239"/>
                    </a:cubicBezTo>
                    <a:cubicBezTo>
                      <a:pt x="321" y="288"/>
                      <a:pt x="403" y="332"/>
                      <a:pt x="490" y="364"/>
                    </a:cubicBezTo>
                    <a:cubicBezTo>
                      <a:pt x="550" y="385"/>
                      <a:pt x="621" y="401"/>
                      <a:pt x="690" y="401"/>
                    </a:cubicBezTo>
                    <a:cubicBezTo>
                      <a:pt x="765" y="401"/>
                      <a:pt x="838" y="383"/>
                      <a:pt x="892" y="332"/>
                    </a:cubicBezTo>
                    <a:cubicBezTo>
                      <a:pt x="910" y="318"/>
                      <a:pt x="894" y="297"/>
                      <a:pt x="875" y="297"/>
                    </a:cubicBezTo>
                    <a:cubicBezTo>
                      <a:pt x="872" y="297"/>
                      <a:pt x="868" y="297"/>
                      <a:pt x="865" y="299"/>
                    </a:cubicBezTo>
                    <a:lnTo>
                      <a:pt x="870" y="299"/>
                    </a:lnTo>
                    <a:cubicBezTo>
                      <a:pt x="824" y="321"/>
                      <a:pt x="774" y="330"/>
                      <a:pt x="721" y="330"/>
                    </a:cubicBezTo>
                    <a:cubicBezTo>
                      <a:pt x="619" y="330"/>
                      <a:pt x="511" y="295"/>
                      <a:pt x="424" y="256"/>
                    </a:cubicBezTo>
                    <a:cubicBezTo>
                      <a:pt x="354" y="223"/>
                      <a:pt x="283" y="180"/>
                      <a:pt x="223" y="131"/>
                    </a:cubicBezTo>
                    <a:cubicBezTo>
                      <a:pt x="174" y="82"/>
                      <a:pt x="125" y="38"/>
                      <a:pt x="71" y="6"/>
                    </a:cubicBezTo>
                    <a:cubicBezTo>
                      <a:pt x="65" y="2"/>
                      <a:pt x="58" y="1"/>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0"/>
              <p:cNvSpPr/>
              <p:nvPr/>
            </p:nvSpPr>
            <p:spPr>
              <a:xfrm>
                <a:off x="5124750" y="4990850"/>
                <a:ext cx="40525" cy="21300"/>
              </a:xfrm>
              <a:custGeom>
                <a:rect b="b" l="l" r="r" t="t"/>
                <a:pathLst>
                  <a:path extrusionOk="0" h="852" w="1621">
                    <a:moveTo>
                      <a:pt x="29" y="0"/>
                    </a:moveTo>
                    <a:cubicBezTo>
                      <a:pt x="1" y="0"/>
                      <a:pt x="2" y="50"/>
                      <a:pt x="33" y="55"/>
                    </a:cubicBezTo>
                    <a:cubicBezTo>
                      <a:pt x="218" y="77"/>
                      <a:pt x="397" y="104"/>
                      <a:pt x="577" y="137"/>
                    </a:cubicBezTo>
                    <a:cubicBezTo>
                      <a:pt x="724" y="164"/>
                      <a:pt x="870" y="202"/>
                      <a:pt x="1012" y="251"/>
                    </a:cubicBezTo>
                    <a:cubicBezTo>
                      <a:pt x="1148" y="294"/>
                      <a:pt x="1273" y="365"/>
                      <a:pt x="1381" y="463"/>
                    </a:cubicBezTo>
                    <a:cubicBezTo>
                      <a:pt x="1479" y="571"/>
                      <a:pt x="1544" y="696"/>
                      <a:pt x="1588" y="838"/>
                    </a:cubicBezTo>
                    <a:cubicBezTo>
                      <a:pt x="1590" y="847"/>
                      <a:pt x="1597" y="852"/>
                      <a:pt x="1603" y="852"/>
                    </a:cubicBezTo>
                    <a:cubicBezTo>
                      <a:pt x="1612" y="852"/>
                      <a:pt x="1621" y="845"/>
                      <a:pt x="1621" y="832"/>
                    </a:cubicBezTo>
                    <a:cubicBezTo>
                      <a:pt x="1621" y="555"/>
                      <a:pt x="1370" y="321"/>
                      <a:pt x="1131" y="224"/>
                    </a:cubicBezTo>
                    <a:lnTo>
                      <a:pt x="1137" y="224"/>
                    </a:lnTo>
                    <a:cubicBezTo>
                      <a:pt x="789" y="77"/>
                      <a:pt x="408" y="44"/>
                      <a:pt x="33" y="1"/>
                    </a:cubicBezTo>
                    <a:cubicBezTo>
                      <a:pt x="32" y="0"/>
                      <a:pt x="30" y="0"/>
                      <a:pt x="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0"/>
              <p:cNvSpPr/>
              <p:nvPr/>
            </p:nvSpPr>
            <p:spPr>
              <a:xfrm>
                <a:off x="5144950" y="4984425"/>
                <a:ext cx="30100" cy="28925"/>
              </a:xfrm>
              <a:custGeom>
                <a:rect b="b" l="l" r="r" t="t"/>
                <a:pathLst>
                  <a:path extrusionOk="0" h="1157" w="1204">
                    <a:moveTo>
                      <a:pt x="32" y="0"/>
                    </a:moveTo>
                    <a:cubicBezTo>
                      <a:pt x="14" y="0"/>
                      <a:pt x="0" y="26"/>
                      <a:pt x="19" y="40"/>
                    </a:cubicBezTo>
                    <a:cubicBezTo>
                      <a:pt x="236" y="182"/>
                      <a:pt x="448" y="339"/>
                      <a:pt x="649" y="508"/>
                    </a:cubicBezTo>
                    <a:cubicBezTo>
                      <a:pt x="747" y="595"/>
                      <a:pt x="845" y="687"/>
                      <a:pt x="932" y="785"/>
                    </a:cubicBezTo>
                    <a:cubicBezTo>
                      <a:pt x="981" y="839"/>
                      <a:pt x="1019" y="899"/>
                      <a:pt x="1057" y="964"/>
                    </a:cubicBezTo>
                    <a:cubicBezTo>
                      <a:pt x="1095" y="1019"/>
                      <a:pt x="1128" y="1073"/>
                      <a:pt x="1155" y="1138"/>
                    </a:cubicBezTo>
                    <a:cubicBezTo>
                      <a:pt x="1157" y="1151"/>
                      <a:pt x="1168" y="1156"/>
                      <a:pt x="1178" y="1156"/>
                    </a:cubicBezTo>
                    <a:cubicBezTo>
                      <a:pt x="1191" y="1156"/>
                      <a:pt x="1204" y="1148"/>
                      <a:pt x="1204" y="1133"/>
                    </a:cubicBezTo>
                    <a:cubicBezTo>
                      <a:pt x="1198" y="1078"/>
                      <a:pt x="1182" y="1024"/>
                      <a:pt x="1150" y="981"/>
                    </a:cubicBezTo>
                    <a:cubicBezTo>
                      <a:pt x="1117" y="915"/>
                      <a:pt x="1079" y="850"/>
                      <a:pt x="1035" y="790"/>
                    </a:cubicBezTo>
                    <a:cubicBezTo>
                      <a:pt x="943" y="682"/>
                      <a:pt x="845" y="584"/>
                      <a:pt x="736" y="497"/>
                    </a:cubicBezTo>
                    <a:cubicBezTo>
                      <a:pt x="524" y="307"/>
                      <a:pt x="274" y="160"/>
                      <a:pt x="41" y="2"/>
                    </a:cubicBezTo>
                    <a:cubicBezTo>
                      <a:pt x="38" y="1"/>
                      <a:pt x="35"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0"/>
              <p:cNvSpPr/>
              <p:nvPr/>
            </p:nvSpPr>
            <p:spPr>
              <a:xfrm>
                <a:off x="5164625" y="4992575"/>
                <a:ext cx="14850" cy="23950"/>
              </a:xfrm>
              <a:custGeom>
                <a:rect b="b" l="l" r="r" t="t"/>
                <a:pathLst>
                  <a:path extrusionOk="0" h="958" w="594">
                    <a:moveTo>
                      <a:pt x="50" y="0"/>
                    </a:moveTo>
                    <a:cubicBezTo>
                      <a:pt x="23" y="0"/>
                      <a:pt x="1" y="39"/>
                      <a:pt x="26" y="68"/>
                    </a:cubicBezTo>
                    <a:cubicBezTo>
                      <a:pt x="161" y="220"/>
                      <a:pt x="276" y="394"/>
                      <a:pt x="357" y="589"/>
                    </a:cubicBezTo>
                    <a:cubicBezTo>
                      <a:pt x="406" y="709"/>
                      <a:pt x="428" y="872"/>
                      <a:pt x="536" y="954"/>
                    </a:cubicBezTo>
                    <a:cubicBezTo>
                      <a:pt x="542" y="957"/>
                      <a:pt x="547" y="958"/>
                      <a:pt x="552" y="958"/>
                    </a:cubicBezTo>
                    <a:cubicBezTo>
                      <a:pt x="574" y="958"/>
                      <a:pt x="593" y="932"/>
                      <a:pt x="580" y="910"/>
                    </a:cubicBezTo>
                    <a:cubicBezTo>
                      <a:pt x="493" y="774"/>
                      <a:pt x="466" y="611"/>
                      <a:pt x="395" y="464"/>
                    </a:cubicBezTo>
                    <a:cubicBezTo>
                      <a:pt x="308" y="301"/>
                      <a:pt x="205" y="149"/>
                      <a:pt x="74" y="13"/>
                    </a:cubicBezTo>
                    <a:cubicBezTo>
                      <a:pt x="67" y="4"/>
                      <a:pt x="58"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0"/>
              <p:cNvSpPr/>
              <p:nvPr/>
            </p:nvSpPr>
            <p:spPr>
              <a:xfrm>
                <a:off x="5049200" y="5068975"/>
                <a:ext cx="6100" cy="7925"/>
              </a:xfrm>
              <a:custGeom>
                <a:rect b="b" l="l" r="r" t="t"/>
                <a:pathLst>
                  <a:path extrusionOk="0" h="317" w="244">
                    <a:moveTo>
                      <a:pt x="180" y="1"/>
                    </a:moveTo>
                    <a:cubicBezTo>
                      <a:pt x="178" y="1"/>
                      <a:pt x="176" y="1"/>
                      <a:pt x="174" y="1"/>
                    </a:cubicBezTo>
                    <a:lnTo>
                      <a:pt x="174" y="7"/>
                    </a:lnTo>
                    <a:lnTo>
                      <a:pt x="163" y="7"/>
                    </a:lnTo>
                    <a:cubicBezTo>
                      <a:pt x="158" y="12"/>
                      <a:pt x="153" y="12"/>
                      <a:pt x="147" y="18"/>
                    </a:cubicBezTo>
                    <a:cubicBezTo>
                      <a:pt x="109" y="45"/>
                      <a:pt x="82" y="77"/>
                      <a:pt x="60" y="115"/>
                    </a:cubicBezTo>
                    <a:cubicBezTo>
                      <a:pt x="22" y="164"/>
                      <a:pt x="0" y="224"/>
                      <a:pt x="6" y="284"/>
                    </a:cubicBezTo>
                    <a:cubicBezTo>
                      <a:pt x="11" y="307"/>
                      <a:pt x="29" y="317"/>
                      <a:pt x="48" y="317"/>
                    </a:cubicBezTo>
                    <a:cubicBezTo>
                      <a:pt x="70" y="317"/>
                      <a:pt x="92" y="304"/>
                      <a:pt x="98" y="284"/>
                    </a:cubicBezTo>
                    <a:cubicBezTo>
                      <a:pt x="120" y="202"/>
                      <a:pt x="158" y="132"/>
                      <a:pt x="212" y="72"/>
                    </a:cubicBezTo>
                    <a:cubicBezTo>
                      <a:pt x="243" y="46"/>
                      <a:pt x="216" y="1"/>
                      <a:pt x="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0"/>
              <p:cNvSpPr/>
              <p:nvPr/>
            </p:nvSpPr>
            <p:spPr>
              <a:xfrm>
                <a:off x="5050000" y="5073200"/>
                <a:ext cx="7875" cy="7100"/>
              </a:xfrm>
              <a:custGeom>
                <a:rect b="b" l="l" r="r" t="t"/>
                <a:pathLst>
                  <a:path extrusionOk="0" h="284" w="315">
                    <a:moveTo>
                      <a:pt x="267" y="1"/>
                    </a:moveTo>
                    <a:cubicBezTo>
                      <a:pt x="257" y="1"/>
                      <a:pt x="248" y="4"/>
                      <a:pt x="240" y="12"/>
                    </a:cubicBezTo>
                    <a:cubicBezTo>
                      <a:pt x="186" y="66"/>
                      <a:pt x="1" y="186"/>
                      <a:pt x="83" y="278"/>
                    </a:cubicBezTo>
                    <a:cubicBezTo>
                      <a:pt x="87" y="282"/>
                      <a:pt x="92" y="284"/>
                      <a:pt x="98" y="284"/>
                    </a:cubicBezTo>
                    <a:cubicBezTo>
                      <a:pt x="108" y="284"/>
                      <a:pt x="117" y="279"/>
                      <a:pt x="121" y="273"/>
                    </a:cubicBezTo>
                    <a:cubicBezTo>
                      <a:pt x="131" y="262"/>
                      <a:pt x="142" y="251"/>
                      <a:pt x="153" y="240"/>
                    </a:cubicBezTo>
                    <a:cubicBezTo>
                      <a:pt x="169" y="224"/>
                      <a:pt x="180" y="202"/>
                      <a:pt x="197" y="186"/>
                    </a:cubicBezTo>
                    <a:cubicBezTo>
                      <a:pt x="229" y="142"/>
                      <a:pt x="267" y="99"/>
                      <a:pt x="294" y="55"/>
                    </a:cubicBezTo>
                    <a:cubicBezTo>
                      <a:pt x="314" y="24"/>
                      <a:pt x="291"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0"/>
              <p:cNvSpPr/>
              <p:nvPr/>
            </p:nvSpPr>
            <p:spPr>
              <a:xfrm>
                <a:off x="5055300" y="5078750"/>
                <a:ext cx="4250" cy="5900"/>
              </a:xfrm>
              <a:custGeom>
                <a:rect b="b" l="l" r="r" t="t"/>
                <a:pathLst>
                  <a:path extrusionOk="0" h="236" w="170">
                    <a:moveTo>
                      <a:pt x="103" y="1"/>
                    </a:moveTo>
                    <a:cubicBezTo>
                      <a:pt x="85" y="1"/>
                      <a:pt x="72" y="21"/>
                      <a:pt x="72" y="45"/>
                    </a:cubicBezTo>
                    <a:cubicBezTo>
                      <a:pt x="55" y="61"/>
                      <a:pt x="39" y="83"/>
                      <a:pt x="23" y="105"/>
                    </a:cubicBezTo>
                    <a:cubicBezTo>
                      <a:pt x="12" y="132"/>
                      <a:pt x="1" y="159"/>
                      <a:pt x="1" y="186"/>
                    </a:cubicBezTo>
                    <a:lnTo>
                      <a:pt x="1" y="192"/>
                    </a:lnTo>
                    <a:cubicBezTo>
                      <a:pt x="1" y="203"/>
                      <a:pt x="1" y="214"/>
                      <a:pt x="12" y="219"/>
                    </a:cubicBezTo>
                    <a:cubicBezTo>
                      <a:pt x="22" y="230"/>
                      <a:pt x="35" y="236"/>
                      <a:pt x="49" y="236"/>
                    </a:cubicBezTo>
                    <a:cubicBezTo>
                      <a:pt x="56" y="236"/>
                      <a:pt x="64" y="234"/>
                      <a:pt x="72" y="230"/>
                    </a:cubicBezTo>
                    <a:cubicBezTo>
                      <a:pt x="88" y="219"/>
                      <a:pt x="104" y="197"/>
                      <a:pt x="104" y="176"/>
                    </a:cubicBezTo>
                    <a:cubicBezTo>
                      <a:pt x="131" y="138"/>
                      <a:pt x="148" y="94"/>
                      <a:pt x="164" y="51"/>
                    </a:cubicBezTo>
                    <a:cubicBezTo>
                      <a:pt x="169" y="29"/>
                      <a:pt x="153" y="2"/>
                      <a:pt x="126" y="2"/>
                    </a:cubicBezTo>
                    <a:lnTo>
                      <a:pt x="110" y="2"/>
                    </a:lnTo>
                    <a:cubicBezTo>
                      <a:pt x="107" y="1"/>
                      <a:pt x="105" y="1"/>
                      <a:pt x="1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0"/>
              <p:cNvSpPr/>
              <p:nvPr/>
            </p:nvSpPr>
            <p:spPr>
              <a:xfrm>
                <a:off x="5094450" y="5150075"/>
                <a:ext cx="3700" cy="5600"/>
              </a:xfrm>
              <a:custGeom>
                <a:rect b="b" l="l" r="r" t="t"/>
                <a:pathLst>
                  <a:path extrusionOk="0" h="224" w="148">
                    <a:moveTo>
                      <a:pt x="56" y="1"/>
                    </a:moveTo>
                    <a:cubicBezTo>
                      <a:pt x="26" y="1"/>
                      <a:pt x="1" y="46"/>
                      <a:pt x="28" y="73"/>
                    </a:cubicBezTo>
                    <a:cubicBezTo>
                      <a:pt x="28" y="79"/>
                      <a:pt x="28" y="79"/>
                      <a:pt x="28" y="79"/>
                    </a:cubicBezTo>
                    <a:cubicBezTo>
                      <a:pt x="22" y="89"/>
                      <a:pt x="22" y="106"/>
                      <a:pt x="28" y="117"/>
                    </a:cubicBezTo>
                    <a:cubicBezTo>
                      <a:pt x="28" y="149"/>
                      <a:pt x="39" y="176"/>
                      <a:pt x="55" y="198"/>
                    </a:cubicBezTo>
                    <a:cubicBezTo>
                      <a:pt x="64" y="216"/>
                      <a:pt x="79" y="223"/>
                      <a:pt x="95" y="223"/>
                    </a:cubicBezTo>
                    <a:cubicBezTo>
                      <a:pt x="119" y="223"/>
                      <a:pt x="144" y="206"/>
                      <a:pt x="147" y="176"/>
                    </a:cubicBezTo>
                    <a:cubicBezTo>
                      <a:pt x="142" y="144"/>
                      <a:pt x="131" y="117"/>
                      <a:pt x="125" y="84"/>
                    </a:cubicBezTo>
                    <a:lnTo>
                      <a:pt x="125" y="89"/>
                    </a:lnTo>
                    <a:cubicBezTo>
                      <a:pt x="120" y="57"/>
                      <a:pt x="104" y="24"/>
                      <a:pt x="77" y="8"/>
                    </a:cubicBezTo>
                    <a:cubicBezTo>
                      <a:pt x="70" y="3"/>
                      <a:pt x="63"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0"/>
              <p:cNvSpPr/>
              <p:nvPr/>
            </p:nvSpPr>
            <p:spPr>
              <a:xfrm>
                <a:off x="5099750" y="5149750"/>
                <a:ext cx="2875" cy="5150"/>
              </a:xfrm>
              <a:custGeom>
                <a:rect b="b" l="l" r="r" t="t"/>
                <a:pathLst>
                  <a:path extrusionOk="0" h="206" w="115">
                    <a:moveTo>
                      <a:pt x="49" y="0"/>
                    </a:moveTo>
                    <a:cubicBezTo>
                      <a:pt x="32" y="0"/>
                      <a:pt x="14" y="13"/>
                      <a:pt x="11" y="37"/>
                    </a:cubicBezTo>
                    <a:cubicBezTo>
                      <a:pt x="0" y="75"/>
                      <a:pt x="0" y="108"/>
                      <a:pt x="0" y="146"/>
                    </a:cubicBezTo>
                    <a:cubicBezTo>
                      <a:pt x="6" y="168"/>
                      <a:pt x="17" y="184"/>
                      <a:pt x="39" y="200"/>
                    </a:cubicBezTo>
                    <a:cubicBezTo>
                      <a:pt x="49" y="206"/>
                      <a:pt x="60" y="206"/>
                      <a:pt x="71" y="206"/>
                    </a:cubicBezTo>
                    <a:cubicBezTo>
                      <a:pt x="82" y="206"/>
                      <a:pt x="87" y="200"/>
                      <a:pt x="93" y="200"/>
                    </a:cubicBezTo>
                    <a:cubicBezTo>
                      <a:pt x="109" y="195"/>
                      <a:pt x="115" y="173"/>
                      <a:pt x="104" y="162"/>
                    </a:cubicBezTo>
                    <a:cubicBezTo>
                      <a:pt x="104" y="162"/>
                      <a:pt x="104" y="157"/>
                      <a:pt x="104" y="151"/>
                    </a:cubicBezTo>
                    <a:lnTo>
                      <a:pt x="104" y="146"/>
                    </a:lnTo>
                    <a:cubicBezTo>
                      <a:pt x="98" y="135"/>
                      <a:pt x="98" y="124"/>
                      <a:pt x="93" y="119"/>
                    </a:cubicBezTo>
                    <a:cubicBezTo>
                      <a:pt x="93" y="92"/>
                      <a:pt x="87" y="64"/>
                      <a:pt x="87" y="37"/>
                    </a:cubicBezTo>
                    <a:cubicBezTo>
                      <a:pt x="85" y="13"/>
                      <a:pt x="67"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0"/>
              <p:cNvSpPr/>
              <p:nvPr/>
            </p:nvSpPr>
            <p:spPr>
              <a:xfrm>
                <a:off x="5105325" y="5150875"/>
                <a:ext cx="2750" cy="3950"/>
              </a:xfrm>
              <a:custGeom>
                <a:rect b="b" l="l" r="r" t="t"/>
                <a:pathLst>
                  <a:path extrusionOk="0" h="158" w="110">
                    <a:moveTo>
                      <a:pt x="48" y="1"/>
                    </a:moveTo>
                    <a:cubicBezTo>
                      <a:pt x="31" y="1"/>
                      <a:pt x="15" y="12"/>
                      <a:pt x="11" y="30"/>
                    </a:cubicBezTo>
                    <a:lnTo>
                      <a:pt x="6" y="41"/>
                    </a:lnTo>
                    <a:cubicBezTo>
                      <a:pt x="0" y="57"/>
                      <a:pt x="11" y="74"/>
                      <a:pt x="22" y="85"/>
                    </a:cubicBezTo>
                    <a:cubicBezTo>
                      <a:pt x="22" y="90"/>
                      <a:pt x="22" y="95"/>
                      <a:pt x="22" y="101"/>
                    </a:cubicBezTo>
                    <a:cubicBezTo>
                      <a:pt x="22" y="112"/>
                      <a:pt x="28" y="123"/>
                      <a:pt x="33" y="139"/>
                    </a:cubicBezTo>
                    <a:lnTo>
                      <a:pt x="38" y="144"/>
                    </a:lnTo>
                    <a:cubicBezTo>
                      <a:pt x="38" y="144"/>
                      <a:pt x="44" y="150"/>
                      <a:pt x="44" y="150"/>
                    </a:cubicBezTo>
                    <a:cubicBezTo>
                      <a:pt x="49" y="155"/>
                      <a:pt x="56" y="158"/>
                      <a:pt x="63" y="158"/>
                    </a:cubicBezTo>
                    <a:cubicBezTo>
                      <a:pt x="70" y="158"/>
                      <a:pt x="76" y="155"/>
                      <a:pt x="82" y="150"/>
                    </a:cubicBezTo>
                    <a:cubicBezTo>
                      <a:pt x="86" y="150"/>
                      <a:pt x="93" y="141"/>
                      <a:pt x="92" y="141"/>
                    </a:cubicBezTo>
                    <a:lnTo>
                      <a:pt x="92" y="141"/>
                    </a:lnTo>
                    <a:cubicBezTo>
                      <a:pt x="91" y="141"/>
                      <a:pt x="90" y="142"/>
                      <a:pt x="87" y="144"/>
                    </a:cubicBezTo>
                    <a:cubicBezTo>
                      <a:pt x="93" y="139"/>
                      <a:pt x="98" y="134"/>
                      <a:pt x="104" y="123"/>
                    </a:cubicBezTo>
                    <a:cubicBezTo>
                      <a:pt x="109" y="112"/>
                      <a:pt x="109" y="95"/>
                      <a:pt x="109" y="85"/>
                    </a:cubicBezTo>
                    <a:cubicBezTo>
                      <a:pt x="109" y="52"/>
                      <a:pt x="93" y="25"/>
                      <a:pt x="71" y="8"/>
                    </a:cubicBezTo>
                    <a:cubicBezTo>
                      <a:pt x="64" y="3"/>
                      <a:pt x="56" y="1"/>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120"/>
            <p:cNvGrpSpPr/>
            <p:nvPr/>
          </p:nvGrpSpPr>
          <p:grpSpPr>
            <a:xfrm>
              <a:off x="4273483" y="4198077"/>
              <a:ext cx="202128" cy="274327"/>
              <a:chOff x="5392475" y="4956275"/>
              <a:chExt cx="123550" cy="170400"/>
            </a:xfrm>
          </p:grpSpPr>
          <p:sp>
            <p:nvSpPr>
              <p:cNvPr id="5988" name="Google Shape;5988;p120"/>
              <p:cNvSpPr/>
              <p:nvPr/>
            </p:nvSpPr>
            <p:spPr>
              <a:xfrm>
                <a:off x="5392475" y="4956275"/>
                <a:ext cx="123550" cy="170400"/>
              </a:xfrm>
              <a:custGeom>
                <a:rect b="b" l="l" r="r" t="t"/>
                <a:pathLst>
                  <a:path extrusionOk="0" h="6816" w="4942">
                    <a:moveTo>
                      <a:pt x="4327" y="144"/>
                    </a:moveTo>
                    <a:cubicBezTo>
                      <a:pt x="4360" y="161"/>
                      <a:pt x="4381" y="177"/>
                      <a:pt x="4403" y="204"/>
                    </a:cubicBezTo>
                    <a:cubicBezTo>
                      <a:pt x="4452" y="286"/>
                      <a:pt x="4485" y="378"/>
                      <a:pt x="4501" y="470"/>
                    </a:cubicBezTo>
                    <a:cubicBezTo>
                      <a:pt x="4523" y="557"/>
                      <a:pt x="4545" y="650"/>
                      <a:pt x="4555" y="742"/>
                    </a:cubicBezTo>
                    <a:cubicBezTo>
                      <a:pt x="4577" y="846"/>
                      <a:pt x="4599" y="954"/>
                      <a:pt x="4610" y="1068"/>
                    </a:cubicBezTo>
                    <a:cubicBezTo>
                      <a:pt x="4610" y="1150"/>
                      <a:pt x="4621" y="1226"/>
                      <a:pt x="4631" y="1308"/>
                    </a:cubicBezTo>
                    <a:cubicBezTo>
                      <a:pt x="4642" y="1411"/>
                      <a:pt x="4631" y="1514"/>
                      <a:pt x="4631" y="1617"/>
                    </a:cubicBezTo>
                    <a:cubicBezTo>
                      <a:pt x="4637" y="1726"/>
                      <a:pt x="4659" y="1808"/>
                      <a:pt x="4659" y="1900"/>
                    </a:cubicBezTo>
                    <a:cubicBezTo>
                      <a:pt x="4659" y="1998"/>
                      <a:pt x="4653" y="2107"/>
                      <a:pt x="4653" y="2210"/>
                    </a:cubicBezTo>
                    <a:lnTo>
                      <a:pt x="4653" y="2536"/>
                    </a:lnTo>
                    <a:cubicBezTo>
                      <a:pt x="4648" y="2634"/>
                      <a:pt x="4648" y="2732"/>
                      <a:pt x="4648" y="2835"/>
                    </a:cubicBezTo>
                    <a:cubicBezTo>
                      <a:pt x="4659" y="2927"/>
                      <a:pt x="4675" y="3020"/>
                      <a:pt x="4680" y="3118"/>
                    </a:cubicBezTo>
                    <a:cubicBezTo>
                      <a:pt x="4686" y="3226"/>
                      <a:pt x="4680" y="3335"/>
                      <a:pt x="4680" y="3444"/>
                    </a:cubicBezTo>
                    <a:lnTo>
                      <a:pt x="4680" y="4074"/>
                    </a:lnTo>
                    <a:cubicBezTo>
                      <a:pt x="4675" y="4161"/>
                      <a:pt x="4680" y="4254"/>
                      <a:pt x="4691" y="4346"/>
                    </a:cubicBezTo>
                    <a:cubicBezTo>
                      <a:pt x="4713" y="4433"/>
                      <a:pt x="4718" y="4526"/>
                      <a:pt x="4708" y="4618"/>
                    </a:cubicBezTo>
                    <a:lnTo>
                      <a:pt x="4702" y="4623"/>
                    </a:lnTo>
                    <a:cubicBezTo>
                      <a:pt x="4702" y="4727"/>
                      <a:pt x="4697" y="4830"/>
                      <a:pt x="4680" y="4933"/>
                    </a:cubicBezTo>
                    <a:cubicBezTo>
                      <a:pt x="4664" y="5037"/>
                      <a:pt x="4659" y="5134"/>
                      <a:pt x="4670" y="5238"/>
                    </a:cubicBezTo>
                    <a:cubicBezTo>
                      <a:pt x="4680" y="5341"/>
                      <a:pt x="4675" y="5444"/>
                      <a:pt x="4653" y="5548"/>
                    </a:cubicBezTo>
                    <a:cubicBezTo>
                      <a:pt x="4637" y="5596"/>
                      <a:pt x="4621" y="5645"/>
                      <a:pt x="4615" y="5694"/>
                    </a:cubicBezTo>
                    <a:cubicBezTo>
                      <a:pt x="4610" y="5738"/>
                      <a:pt x="4610" y="5787"/>
                      <a:pt x="4621" y="5836"/>
                    </a:cubicBezTo>
                    <a:cubicBezTo>
                      <a:pt x="4610" y="5863"/>
                      <a:pt x="4610" y="5895"/>
                      <a:pt x="4631" y="5923"/>
                    </a:cubicBezTo>
                    <a:cubicBezTo>
                      <a:pt x="4523" y="5950"/>
                      <a:pt x="4409" y="5972"/>
                      <a:pt x="4294" y="5982"/>
                    </a:cubicBezTo>
                    <a:cubicBezTo>
                      <a:pt x="4207" y="6010"/>
                      <a:pt x="4121" y="6026"/>
                      <a:pt x="4034" y="6042"/>
                    </a:cubicBezTo>
                    <a:cubicBezTo>
                      <a:pt x="3974" y="6042"/>
                      <a:pt x="3909" y="6048"/>
                      <a:pt x="3854" y="6058"/>
                    </a:cubicBezTo>
                    <a:cubicBezTo>
                      <a:pt x="3783" y="6069"/>
                      <a:pt x="3713" y="6075"/>
                      <a:pt x="3642" y="6086"/>
                    </a:cubicBezTo>
                    <a:cubicBezTo>
                      <a:pt x="3523" y="6107"/>
                      <a:pt x="3408" y="6124"/>
                      <a:pt x="3289" y="6129"/>
                    </a:cubicBezTo>
                    <a:cubicBezTo>
                      <a:pt x="3196" y="6129"/>
                      <a:pt x="3099" y="6129"/>
                      <a:pt x="3006" y="6140"/>
                    </a:cubicBezTo>
                    <a:cubicBezTo>
                      <a:pt x="2940" y="6149"/>
                      <a:pt x="2875" y="6153"/>
                      <a:pt x="2810" y="6153"/>
                    </a:cubicBezTo>
                    <a:cubicBezTo>
                      <a:pt x="2757" y="6153"/>
                      <a:pt x="2704" y="6150"/>
                      <a:pt x="2653" y="6145"/>
                    </a:cubicBezTo>
                    <a:cubicBezTo>
                      <a:pt x="2414" y="6140"/>
                      <a:pt x="2174" y="6129"/>
                      <a:pt x="1935" y="6124"/>
                    </a:cubicBezTo>
                    <a:cubicBezTo>
                      <a:pt x="1884" y="6122"/>
                      <a:pt x="1832" y="6122"/>
                      <a:pt x="1779" y="6122"/>
                    </a:cubicBezTo>
                    <a:cubicBezTo>
                      <a:pt x="1686" y="6122"/>
                      <a:pt x="1593" y="6123"/>
                      <a:pt x="1500" y="6123"/>
                    </a:cubicBezTo>
                    <a:cubicBezTo>
                      <a:pt x="1414" y="6123"/>
                      <a:pt x="1329" y="6122"/>
                      <a:pt x="1245" y="6118"/>
                    </a:cubicBezTo>
                    <a:cubicBezTo>
                      <a:pt x="1022" y="6107"/>
                      <a:pt x="799" y="6080"/>
                      <a:pt x="576" y="6042"/>
                    </a:cubicBezTo>
                    <a:cubicBezTo>
                      <a:pt x="506" y="6037"/>
                      <a:pt x="435" y="6015"/>
                      <a:pt x="375" y="5977"/>
                    </a:cubicBezTo>
                    <a:cubicBezTo>
                      <a:pt x="343" y="5950"/>
                      <a:pt x="354" y="5933"/>
                      <a:pt x="354" y="5890"/>
                    </a:cubicBezTo>
                    <a:cubicBezTo>
                      <a:pt x="348" y="5852"/>
                      <a:pt x="343" y="5814"/>
                      <a:pt x="332" y="5776"/>
                    </a:cubicBezTo>
                    <a:cubicBezTo>
                      <a:pt x="326" y="5673"/>
                      <a:pt x="332" y="5569"/>
                      <a:pt x="337" y="5466"/>
                    </a:cubicBezTo>
                    <a:lnTo>
                      <a:pt x="337" y="5096"/>
                    </a:lnTo>
                    <a:cubicBezTo>
                      <a:pt x="337" y="4863"/>
                      <a:pt x="337" y="4629"/>
                      <a:pt x="337" y="4401"/>
                    </a:cubicBezTo>
                    <a:cubicBezTo>
                      <a:pt x="337" y="4292"/>
                      <a:pt x="337" y="4183"/>
                      <a:pt x="337" y="4074"/>
                    </a:cubicBezTo>
                    <a:cubicBezTo>
                      <a:pt x="332" y="3966"/>
                      <a:pt x="310" y="3846"/>
                      <a:pt x="310" y="3727"/>
                    </a:cubicBezTo>
                    <a:cubicBezTo>
                      <a:pt x="315" y="3667"/>
                      <a:pt x="315" y="3612"/>
                      <a:pt x="310" y="3553"/>
                    </a:cubicBezTo>
                    <a:cubicBezTo>
                      <a:pt x="305" y="3504"/>
                      <a:pt x="288" y="3455"/>
                      <a:pt x="283" y="3400"/>
                    </a:cubicBezTo>
                    <a:cubicBezTo>
                      <a:pt x="277" y="3286"/>
                      <a:pt x="277" y="3172"/>
                      <a:pt x="283" y="3058"/>
                    </a:cubicBezTo>
                    <a:cubicBezTo>
                      <a:pt x="283" y="2960"/>
                      <a:pt x="277" y="2862"/>
                      <a:pt x="261" y="2770"/>
                    </a:cubicBezTo>
                    <a:cubicBezTo>
                      <a:pt x="250" y="2661"/>
                      <a:pt x="245" y="2547"/>
                      <a:pt x="256" y="2438"/>
                    </a:cubicBezTo>
                    <a:cubicBezTo>
                      <a:pt x="256" y="2335"/>
                      <a:pt x="256" y="2232"/>
                      <a:pt x="261" y="2128"/>
                    </a:cubicBezTo>
                    <a:cubicBezTo>
                      <a:pt x="256" y="2014"/>
                      <a:pt x="250" y="1906"/>
                      <a:pt x="234" y="1797"/>
                    </a:cubicBezTo>
                    <a:cubicBezTo>
                      <a:pt x="207" y="1579"/>
                      <a:pt x="223" y="1357"/>
                      <a:pt x="218" y="1139"/>
                    </a:cubicBezTo>
                    <a:cubicBezTo>
                      <a:pt x="218" y="1047"/>
                      <a:pt x="245" y="954"/>
                      <a:pt x="245" y="862"/>
                    </a:cubicBezTo>
                    <a:cubicBezTo>
                      <a:pt x="250" y="759"/>
                      <a:pt x="261" y="655"/>
                      <a:pt x="277" y="552"/>
                    </a:cubicBezTo>
                    <a:cubicBezTo>
                      <a:pt x="283" y="509"/>
                      <a:pt x="310" y="498"/>
                      <a:pt x="343" y="465"/>
                    </a:cubicBezTo>
                    <a:cubicBezTo>
                      <a:pt x="375" y="438"/>
                      <a:pt x="413" y="405"/>
                      <a:pt x="446" y="373"/>
                    </a:cubicBezTo>
                    <a:cubicBezTo>
                      <a:pt x="506" y="331"/>
                      <a:pt x="582" y="305"/>
                      <a:pt x="661" y="305"/>
                    </a:cubicBezTo>
                    <a:cubicBezTo>
                      <a:pt x="674" y="305"/>
                      <a:pt x="688" y="306"/>
                      <a:pt x="701" y="307"/>
                    </a:cubicBezTo>
                    <a:cubicBezTo>
                      <a:pt x="750" y="305"/>
                      <a:pt x="799" y="303"/>
                      <a:pt x="848" y="303"/>
                    </a:cubicBezTo>
                    <a:cubicBezTo>
                      <a:pt x="897" y="303"/>
                      <a:pt x="946" y="305"/>
                      <a:pt x="995" y="307"/>
                    </a:cubicBezTo>
                    <a:cubicBezTo>
                      <a:pt x="1049" y="318"/>
                      <a:pt x="1104" y="324"/>
                      <a:pt x="1158" y="324"/>
                    </a:cubicBezTo>
                    <a:cubicBezTo>
                      <a:pt x="1212" y="324"/>
                      <a:pt x="1267" y="318"/>
                      <a:pt x="1321" y="307"/>
                    </a:cubicBezTo>
                    <a:cubicBezTo>
                      <a:pt x="1381" y="299"/>
                      <a:pt x="1441" y="298"/>
                      <a:pt x="1500" y="298"/>
                    </a:cubicBezTo>
                    <a:cubicBezTo>
                      <a:pt x="1530" y="298"/>
                      <a:pt x="1560" y="298"/>
                      <a:pt x="1590" y="298"/>
                    </a:cubicBezTo>
                    <a:cubicBezTo>
                      <a:pt x="1620" y="298"/>
                      <a:pt x="1650" y="298"/>
                      <a:pt x="1680" y="297"/>
                    </a:cubicBezTo>
                    <a:cubicBezTo>
                      <a:pt x="1729" y="297"/>
                      <a:pt x="1778" y="275"/>
                      <a:pt x="1832" y="269"/>
                    </a:cubicBezTo>
                    <a:cubicBezTo>
                      <a:pt x="1892" y="258"/>
                      <a:pt x="1957" y="258"/>
                      <a:pt x="2017" y="253"/>
                    </a:cubicBezTo>
                    <a:cubicBezTo>
                      <a:pt x="2147" y="242"/>
                      <a:pt x="2272" y="242"/>
                      <a:pt x="2397" y="242"/>
                    </a:cubicBezTo>
                    <a:cubicBezTo>
                      <a:pt x="2528" y="242"/>
                      <a:pt x="2647" y="220"/>
                      <a:pt x="2772" y="210"/>
                    </a:cubicBezTo>
                    <a:cubicBezTo>
                      <a:pt x="2791" y="209"/>
                      <a:pt x="2810" y="208"/>
                      <a:pt x="2828" y="208"/>
                    </a:cubicBezTo>
                    <a:cubicBezTo>
                      <a:pt x="2899" y="208"/>
                      <a:pt x="2966" y="213"/>
                      <a:pt x="3034" y="213"/>
                    </a:cubicBezTo>
                    <a:cubicBezTo>
                      <a:pt x="3064" y="213"/>
                      <a:pt x="3094" y="212"/>
                      <a:pt x="3126" y="210"/>
                    </a:cubicBezTo>
                    <a:cubicBezTo>
                      <a:pt x="3245" y="199"/>
                      <a:pt x="3365" y="188"/>
                      <a:pt x="3485" y="188"/>
                    </a:cubicBezTo>
                    <a:cubicBezTo>
                      <a:pt x="3756" y="188"/>
                      <a:pt x="4023" y="177"/>
                      <a:pt x="4289" y="155"/>
                    </a:cubicBezTo>
                    <a:cubicBezTo>
                      <a:pt x="4305" y="155"/>
                      <a:pt x="4316" y="155"/>
                      <a:pt x="4327" y="144"/>
                    </a:cubicBezTo>
                    <a:close/>
                    <a:moveTo>
                      <a:pt x="4588" y="6075"/>
                    </a:moveTo>
                    <a:lnTo>
                      <a:pt x="4588" y="6075"/>
                    </a:lnTo>
                    <a:cubicBezTo>
                      <a:pt x="4572" y="6102"/>
                      <a:pt x="4561" y="6135"/>
                      <a:pt x="4550" y="6167"/>
                    </a:cubicBezTo>
                    <a:cubicBezTo>
                      <a:pt x="4523" y="6232"/>
                      <a:pt x="4496" y="6330"/>
                      <a:pt x="4436" y="6374"/>
                    </a:cubicBezTo>
                    <a:cubicBezTo>
                      <a:pt x="4371" y="6423"/>
                      <a:pt x="4294" y="6412"/>
                      <a:pt x="4229" y="6428"/>
                    </a:cubicBezTo>
                    <a:cubicBezTo>
                      <a:pt x="4191" y="6434"/>
                      <a:pt x="4153" y="6455"/>
                      <a:pt x="4115" y="6461"/>
                    </a:cubicBezTo>
                    <a:cubicBezTo>
                      <a:pt x="4090" y="6467"/>
                      <a:pt x="4062" y="6470"/>
                      <a:pt x="4034" y="6470"/>
                    </a:cubicBezTo>
                    <a:cubicBezTo>
                      <a:pt x="4014" y="6470"/>
                      <a:pt x="3994" y="6468"/>
                      <a:pt x="3974" y="6466"/>
                    </a:cubicBezTo>
                    <a:cubicBezTo>
                      <a:pt x="3936" y="6472"/>
                      <a:pt x="3898" y="6477"/>
                      <a:pt x="3860" y="6488"/>
                    </a:cubicBezTo>
                    <a:cubicBezTo>
                      <a:pt x="3829" y="6492"/>
                      <a:pt x="3798" y="6496"/>
                      <a:pt x="3767" y="6496"/>
                    </a:cubicBezTo>
                    <a:cubicBezTo>
                      <a:pt x="3755" y="6496"/>
                      <a:pt x="3742" y="6495"/>
                      <a:pt x="3729" y="6493"/>
                    </a:cubicBezTo>
                    <a:cubicBezTo>
                      <a:pt x="3648" y="6493"/>
                      <a:pt x="3571" y="6521"/>
                      <a:pt x="3490" y="6526"/>
                    </a:cubicBezTo>
                    <a:cubicBezTo>
                      <a:pt x="3441" y="6526"/>
                      <a:pt x="3398" y="6531"/>
                      <a:pt x="3354" y="6542"/>
                    </a:cubicBezTo>
                    <a:cubicBezTo>
                      <a:pt x="3319" y="6546"/>
                      <a:pt x="3282" y="6550"/>
                      <a:pt x="3246" y="6550"/>
                    </a:cubicBezTo>
                    <a:cubicBezTo>
                      <a:pt x="3231" y="6550"/>
                      <a:pt x="3216" y="6549"/>
                      <a:pt x="3202" y="6548"/>
                    </a:cubicBezTo>
                    <a:cubicBezTo>
                      <a:pt x="3120" y="6553"/>
                      <a:pt x="3033" y="6569"/>
                      <a:pt x="2952" y="6580"/>
                    </a:cubicBezTo>
                    <a:cubicBezTo>
                      <a:pt x="2865" y="6591"/>
                      <a:pt x="2778" y="6602"/>
                      <a:pt x="2691" y="6602"/>
                    </a:cubicBezTo>
                    <a:cubicBezTo>
                      <a:pt x="2665" y="6600"/>
                      <a:pt x="2640" y="6600"/>
                      <a:pt x="2614" y="6600"/>
                    </a:cubicBezTo>
                    <a:cubicBezTo>
                      <a:pt x="2553" y="6600"/>
                      <a:pt x="2491" y="6604"/>
                      <a:pt x="2430" y="6607"/>
                    </a:cubicBezTo>
                    <a:cubicBezTo>
                      <a:pt x="2343" y="6624"/>
                      <a:pt x="2251" y="6629"/>
                      <a:pt x="2158" y="6629"/>
                    </a:cubicBezTo>
                    <a:cubicBezTo>
                      <a:pt x="2093" y="6627"/>
                      <a:pt x="2028" y="6627"/>
                      <a:pt x="1962" y="6627"/>
                    </a:cubicBezTo>
                    <a:cubicBezTo>
                      <a:pt x="1831" y="6627"/>
                      <a:pt x="1700" y="6629"/>
                      <a:pt x="1566" y="6629"/>
                    </a:cubicBezTo>
                    <a:cubicBezTo>
                      <a:pt x="1473" y="6629"/>
                      <a:pt x="1392" y="6613"/>
                      <a:pt x="1299" y="6602"/>
                    </a:cubicBezTo>
                    <a:cubicBezTo>
                      <a:pt x="1191" y="6591"/>
                      <a:pt x="1087" y="6597"/>
                      <a:pt x="979" y="6586"/>
                    </a:cubicBezTo>
                    <a:cubicBezTo>
                      <a:pt x="897" y="6580"/>
                      <a:pt x="821" y="6559"/>
                      <a:pt x="750" y="6515"/>
                    </a:cubicBezTo>
                    <a:cubicBezTo>
                      <a:pt x="674" y="6450"/>
                      <a:pt x="609" y="6374"/>
                      <a:pt x="560" y="6292"/>
                    </a:cubicBezTo>
                    <a:cubicBezTo>
                      <a:pt x="549" y="6270"/>
                      <a:pt x="527" y="6249"/>
                      <a:pt x="511" y="6232"/>
                    </a:cubicBezTo>
                    <a:lnTo>
                      <a:pt x="511" y="6232"/>
                    </a:lnTo>
                    <a:cubicBezTo>
                      <a:pt x="609" y="6254"/>
                      <a:pt x="712" y="6265"/>
                      <a:pt x="810" y="6281"/>
                    </a:cubicBezTo>
                    <a:cubicBezTo>
                      <a:pt x="1028" y="6304"/>
                      <a:pt x="1249" y="6315"/>
                      <a:pt x="1471" y="6315"/>
                    </a:cubicBezTo>
                    <a:cubicBezTo>
                      <a:pt x="1515" y="6315"/>
                      <a:pt x="1559" y="6315"/>
                      <a:pt x="1604" y="6314"/>
                    </a:cubicBezTo>
                    <a:cubicBezTo>
                      <a:pt x="1892" y="6314"/>
                      <a:pt x="2174" y="6303"/>
                      <a:pt x="2457" y="6292"/>
                    </a:cubicBezTo>
                    <a:cubicBezTo>
                      <a:pt x="2588" y="6287"/>
                      <a:pt x="2718" y="6287"/>
                      <a:pt x="2849" y="6281"/>
                    </a:cubicBezTo>
                    <a:cubicBezTo>
                      <a:pt x="2914" y="6281"/>
                      <a:pt x="2974" y="6270"/>
                      <a:pt x="3039" y="6260"/>
                    </a:cubicBezTo>
                    <a:cubicBezTo>
                      <a:pt x="3104" y="6249"/>
                      <a:pt x="3164" y="6249"/>
                      <a:pt x="3229" y="6249"/>
                    </a:cubicBezTo>
                    <a:cubicBezTo>
                      <a:pt x="3359" y="6249"/>
                      <a:pt x="3485" y="6232"/>
                      <a:pt x="3610" y="6211"/>
                    </a:cubicBezTo>
                    <a:cubicBezTo>
                      <a:pt x="3729" y="6189"/>
                      <a:pt x="3843" y="6178"/>
                      <a:pt x="3957" y="6151"/>
                    </a:cubicBezTo>
                    <a:cubicBezTo>
                      <a:pt x="4001" y="6162"/>
                      <a:pt x="4050" y="6162"/>
                      <a:pt x="4099" y="6162"/>
                    </a:cubicBezTo>
                    <a:cubicBezTo>
                      <a:pt x="4202" y="6156"/>
                      <a:pt x="4305" y="6113"/>
                      <a:pt x="4409" y="6102"/>
                    </a:cubicBezTo>
                    <a:cubicBezTo>
                      <a:pt x="4468" y="6091"/>
                      <a:pt x="4528" y="6086"/>
                      <a:pt x="4588" y="6075"/>
                    </a:cubicBezTo>
                    <a:close/>
                    <a:moveTo>
                      <a:pt x="3441" y="1"/>
                    </a:moveTo>
                    <a:cubicBezTo>
                      <a:pt x="3361" y="1"/>
                      <a:pt x="3280" y="6"/>
                      <a:pt x="3196" y="14"/>
                    </a:cubicBezTo>
                    <a:cubicBezTo>
                      <a:pt x="3130" y="20"/>
                      <a:pt x="3061" y="23"/>
                      <a:pt x="2991" y="23"/>
                    </a:cubicBezTo>
                    <a:cubicBezTo>
                      <a:pt x="2942" y="23"/>
                      <a:pt x="2893" y="22"/>
                      <a:pt x="2843" y="19"/>
                    </a:cubicBezTo>
                    <a:cubicBezTo>
                      <a:pt x="2729" y="19"/>
                      <a:pt x="2620" y="41"/>
                      <a:pt x="2506" y="46"/>
                    </a:cubicBezTo>
                    <a:cubicBezTo>
                      <a:pt x="2482" y="48"/>
                      <a:pt x="2457" y="48"/>
                      <a:pt x="2432" y="48"/>
                    </a:cubicBezTo>
                    <a:cubicBezTo>
                      <a:pt x="2363" y="48"/>
                      <a:pt x="2290" y="45"/>
                      <a:pt x="2219" y="45"/>
                    </a:cubicBezTo>
                    <a:cubicBezTo>
                      <a:pt x="2193" y="45"/>
                      <a:pt x="2167" y="45"/>
                      <a:pt x="2142" y="46"/>
                    </a:cubicBezTo>
                    <a:cubicBezTo>
                      <a:pt x="2033" y="52"/>
                      <a:pt x="1919" y="57"/>
                      <a:pt x="1810" y="68"/>
                    </a:cubicBezTo>
                    <a:cubicBezTo>
                      <a:pt x="1761" y="74"/>
                      <a:pt x="1712" y="90"/>
                      <a:pt x="1658" y="90"/>
                    </a:cubicBezTo>
                    <a:cubicBezTo>
                      <a:pt x="1642" y="92"/>
                      <a:pt x="1624" y="92"/>
                      <a:pt x="1605" y="92"/>
                    </a:cubicBezTo>
                    <a:cubicBezTo>
                      <a:pt x="1566" y="92"/>
                      <a:pt x="1524" y="90"/>
                      <a:pt x="1484" y="90"/>
                    </a:cubicBezTo>
                    <a:cubicBezTo>
                      <a:pt x="1375" y="90"/>
                      <a:pt x="1261" y="117"/>
                      <a:pt x="1153" y="117"/>
                    </a:cubicBezTo>
                    <a:cubicBezTo>
                      <a:pt x="1104" y="112"/>
                      <a:pt x="1055" y="101"/>
                      <a:pt x="1006" y="90"/>
                    </a:cubicBezTo>
                    <a:cubicBezTo>
                      <a:pt x="960" y="86"/>
                      <a:pt x="914" y="82"/>
                      <a:pt x="869" y="82"/>
                    </a:cubicBezTo>
                    <a:cubicBezTo>
                      <a:pt x="851" y="82"/>
                      <a:pt x="833" y="83"/>
                      <a:pt x="816" y="85"/>
                    </a:cubicBezTo>
                    <a:cubicBezTo>
                      <a:pt x="764" y="76"/>
                      <a:pt x="711" y="72"/>
                      <a:pt x="658" y="72"/>
                    </a:cubicBezTo>
                    <a:cubicBezTo>
                      <a:pt x="605" y="72"/>
                      <a:pt x="552" y="76"/>
                      <a:pt x="500" y="85"/>
                    </a:cubicBezTo>
                    <a:cubicBezTo>
                      <a:pt x="397" y="112"/>
                      <a:pt x="305" y="161"/>
                      <a:pt x="234" y="237"/>
                    </a:cubicBezTo>
                    <a:cubicBezTo>
                      <a:pt x="158" y="302"/>
                      <a:pt x="103" y="389"/>
                      <a:pt x="76" y="481"/>
                    </a:cubicBezTo>
                    <a:cubicBezTo>
                      <a:pt x="65" y="519"/>
                      <a:pt x="65" y="552"/>
                      <a:pt x="65" y="590"/>
                    </a:cubicBezTo>
                    <a:cubicBezTo>
                      <a:pt x="60" y="639"/>
                      <a:pt x="55" y="693"/>
                      <a:pt x="44" y="742"/>
                    </a:cubicBezTo>
                    <a:cubicBezTo>
                      <a:pt x="38" y="802"/>
                      <a:pt x="49" y="862"/>
                      <a:pt x="38" y="922"/>
                    </a:cubicBezTo>
                    <a:cubicBezTo>
                      <a:pt x="27" y="965"/>
                      <a:pt x="22" y="1009"/>
                      <a:pt x="16" y="1052"/>
                    </a:cubicBezTo>
                    <a:cubicBezTo>
                      <a:pt x="6" y="1172"/>
                      <a:pt x="16" y="1302"/>
                      <a:pt x="11" y="1422"/>
                    </a:cubicBezTo>
                    <a:cubicBezTo>
                      <a:pt x="6" y="1536"/>
                      <a:pt x="6" y="1655"/>
                      <a:pt x="11" y="1770"/>
                    </a:cubicBezTo>
                    <a:cubicBezTo>
                      <a:pt x="16" y="1884"/>
                      <a:pt x="38" y="1998"/>
                      <a:pt x="38" y="2118"/>
                    </a:cubicBezTo>
                    <a:cubicBezTo>
                      <a:pt x="27" y="2340"/>
                      <a:pt x="0" y="2574"/>
                      <a:pt x="33" y="2797"/>
                    </a:cubicBezTo>
                    <a:cubicBezTo>
                      <a:pt x="38" y="2846"/>
                      <a:pt x="55" y="2889"/>
                      <a:pt x="55" y="2938"/>
                    </a:cubicBezTo>
                    <a:cubicBezTo>
                      <a:pt x="55" y="2987"/>
                      <a:pt x="55" y="3042"/>
                      <a:pt x="55" y="3096"/>
                    </a:cubicBezTo>
                    <a:cubicBezTo>
                      <a:pt x="44" y="3216"/>
                      <a:pt x="49" y="3341"/>
                      <a:pt x="60" y="3466"/>
                    </a:cubicBezTo>
                    <a:cubicBezTo>
                      <a:pt x="71" y="3525"/>
                      <a:pt x="76" y="3580"/>
                      <a:pt x="82" y="3640"/>
                    </a:cubicBezTo>
                    <a:cubicBezTo>
                      <a:pt x="82" y="3688"/>
                      <a:pt x="76" y="3743"/>
                      <a:pt x="82" y="3797"/>
                    </a:cubicBezTo>
                    <a:cubicBezTo>
                      <a:pt x="82" y="3922"/>
                      <a:pt x="103" y="4047"/>
                      <a:pt x="103" y="4178"/>
                    </a:cubicBezTo>
                    <a:cubicBezTo>
                      <a:pt x="103" y="4661"/>
                      <a:pt x="87" y="5151"/>
                      <a:pt x="103" y="5634"/>
                    </a:cubicBezTo>
                    <a:cubicBezTo>
                      <a:pt x="103" y="5727"/>
                      <a:pt x="120" y="5819"/>
                      <a:pt x="142" y="5906"/>
                    </a:cubicBezTo>
                    <a:cubicBezTo>
                      <a:pt x="163" y="5999"/>
                      <a:pt x="174" y="6086"/>
                      <a:pt x="261" y="6145"/>
                    </a:cubicBezTo>
                    <a:cubicBezTo>
                      <a:pt x="288" y="6200"/>
                      <a:pt x="321" y="6249"/>
                      <a:pt x="359" y="6292"/>
                    </a:cubicBezTo>
                    <a:cubicBezTo>
                      <a:pt x="473" y="6428"/>
                      <a:pt x="544" y="6618"/>
                      <a:pt x="712" y="6700"/>
                    </a:cubicBezTo>
                    <a:cubicBezTo>
                      <a:pt x="903" y="6792"/>
                      <a:pt x="1098" y="6771"/>
                      <a:pt x="1299" y="6787"/>
                    </a:cubicBezTo>
                    <a:cubicBezTo>
                      <a:pt x="1403" y="6798"/>
                      <a:pt x="1500" y="6809"/>
                      <a:pt x="1604" y="6809"/>
                    </a:cubicBezTo>
                    <a:lnTo>
                      <a:pt x="1957" y="6809"/>
                    </a:lnTo>
                    <a:cubicBezTo>
                      <a:pt x="2035" y="6809"/>
                      <a:pt x="2114" y="6816"/>
                      <a:pt x="2192" y="6816"/>
                    </a:cubicBezTo>
                    <a:cubicBezTo>
                      <a:pt x="2211" y="6816"/>
                      <a:pt x="2231" y="6815"/>
                      <a:pt x="2251" y="6814"/>
                    </a:cubicBezTo>
                    <a:cubicBezTo>
                      <a:pt x="2354" y="6814"/>
                      <a:pt x="2468" y="6787"/>
                      <a:pt x="2577" y="6781"/>
                    </a:cubicBezTo>
                    <a:cubicBezTo>
                      <a:pt x="2623" y="6784"/>
                      <a:pt x="2668" y="6786"/>
                      <a:pt x="2713" y="6786"/>
                    </a:cubicBezTo>
                    <a:cubicBezTo>
                      <a:pt x="2757" y="6786"/>
                      <a:pt x="2802" y="6784"/>
                      <a:pt x="2849" y="6781"/>
                    </a:cubicBezTo>
                    <a:cubicBezTo>
                      <a:pt x="2946" y="6771"/>
                      <a:pt x="3050" y="6760"/>
                      <a:pt x="3148" y="6743"/>
                    </a:cubicBezTo>
                    <a:cubicBezTo>
                      <a:pt x="3245" y="6727"/>
                      <a:pt x="3338" y="6738"/>
                      <a:pt x="3436" y="6722"/>
                    </a:cubicBezTo>
                    <a:cubicBezTo>
                      <a:pt x="3479" y="6711"/>
                      <a:pt x="3528" y="6716"/>
                      <a:pt x="3577" y="6711"/>
                    </a:cubicBezTo>
                    <a:cubicBezTo>
                      <a:pt x="3626" y="6700"/>
                      <a:pt x="3680" y="6694"/>
                      <a:pt x="3735" y="6689"/>
                    </a:cubicBezTo>
                    <a:lnTo>
                      <a:pt x="3870" y="6689"/>
                    </a:lnTo>
                    <a:cubicBezTo>
                      <a:pt x="3909" y="6678"/>
                      <a:pt x="3952" y="6673"/>
                      <a:pt x="3995" y="6667"/>
                    </a:cubicBezTo>
                    <a:cubicBezTo>
                      <a:pt x="4020" y="6670"/>
                      <a:pt x="4046" y="6671"/>
                      <a:pt x="4072" y="6671"/>
                    </a:cubicBezTo>
                    <a:cubicBezTo>
                      <a:pt x="4097" y="6671"/>
                      <a:pt x="4123" y="6670"/>
                      <a:pt x="4148" y="6667"/>
                    </a:cubicBezTo>
                    <a:cubicBezTo>
                      <a:pt x="4197" y="6656"/>
                      <a:pt x="4246" y="6629"/>
                      <a:pt x="4294" y="6618"/>
                    </a:cubicBezTo>
                    <a:cubicBezTo>
                      <a:pt x="4298" y="6618"/>
                      <a:pt x="4302" y="6619"/>
                      <a:pt x="4306" y="6619"/>
                    </a:cubicBezTo>
                    <a:cubicBezTo>
                      <a:pt x="4507" y="6619"/>
                      <a:pt x="4676" y="6473"/>
                      <a:pt x="4713" y="6276"/>
                    </a:cubicBezTo>
                    <a:cubicBezTo>
                      <a:pt x="4751" y="6167"/>
                      <a:pt x="4789" y="6064"/>
                      <a:pt x="4827" y="5955"/>
                    </a:cubicBezTo>
                    <a:cubicBezTo>
                      <a:pt x="4849" y="5890"/>
                      <a:pt x="4882" y="5808"/>
                      <a:pt x="4860" y="5743"/>
                    </a:cubicBezTo>
                    <a:cubicBezTo>
                      <a:pt x="4860" y="5732"/>
                      <a:pt x="4854" y="5721"/>
                      <a:pt x="4843" y="5716"/>
                    </a:cubicBezTo>
                    <a:cubicBezTo>
                      <a:pt x="4849" y="5694"/>
                      <a:pt x="4860" y="5667"/>
                      <a:pt x="4865" y="5645"/>
                    </a:cubicBezTo>
                    <a:cubicBezTo>
                      <a:pt x="4898" y="5548"/>
                      <a:pt x="4914" y="5444"/>
                      <a:pt x="4909" y="5341"/>
                    </a:cubicBezTo>
                    <a:cubicBezTo>
                      <a:pt x="4909" y="5249"/>
                      <a:pt x="4892" y="5151"/>
                      <a:pt x="4903" y="5053"/>
                    </a:cubicBezTo>
                    <a:cubicBezTo>
                      <a:pt x="4920" y="4960"/>
                      <a:pt x="4930" y="4868"/>
                      <a:pt x="4936" y="4770"/>
                    </a:cubicBezTo>
                    <a:lnTo>
                      <a:pt x="4930" y="4759"/>
                    </a:lnTo>
                    <a:cubicBezTo>
                      <a:pt x="4930" y="4656"/>
                      <a:pt x="4941" y="4553"/>
                      <a:pt x="4936" y="4449"/>
                    </a:cubicBezTo>
                    <a:cubicBezTo>
                      <a:pt x="4930" y="4401"/>
                      <a:pt x="4925" y="4357"/>
                      <a:pt x="4914" y="4314"/>
                    </a:cubicBezTo>
                    <a:cubicBezTo>
                      <a:pt x="4903" y="4259"/>
                      <a:pt x="4898" y="4205"/>
                      <a:pt x="4903" y="4156"/>
                    </a:cubicBezTo>
                    <a:lnTo>
                      <a:pt x="4903" y="3476"/>
                    </a:lnTo>
                    <a:cubicBezTo>
                      <a:pt x="4903" y="3373"/>
                      <a:pt x="4909" y="3270"/>
                      <a:pt x="4903" y="3167"/>
                    </a:cubicBezTo>
                    <a:cubicBezTo>
                      <a:pt x="4898" y="3063"/>
                      <a:pt x="4882" y="2949"/>
                      <a:pt x="4871" y="2835"/>
                    </a:cubicBezTo>
                    <a:cubicBezTo>
                      <a:pt x="4865" y="2737"/>
                      <a:pt x="4865" y="2634"/>
                      <a:pt x="4876" y="2536"/>
                    </a:cubicBezTo>
                    <a:lnTo>
                      <a:pt x="4876" y="2177"/>
                    </a:lnTo>
                    <a:cubicBezTo>
                      <a:pt x="4876" y="2079"/>
                      <a:pt x="4876" y="1976"/>
                      <a:pt x="4876" y="1878"/>
                    </a:cubicBezTo>
                    <a:cubicBezTo>
                      <a:pt x="4871" y="1775"/>
                      <a:pt x="4843" y="1655"/>
                      <a:pt x="4843" y="1547"/>
                    </a:cubicBezTo>
                    <a:cubicBezTo>
                      <a:pt x="4843" y="1449"/>
                      <a:pt x="4838" y="1351"/>
                      <a:pt x="4827" y="1253"/>
                    </a:cubicBezTo>
                    <a:cubicBezTo>
                      <a:pt x="4811" y="1155"/>
                      <a:pt x="4822" y="1058"/>
                      <a:pt x="4800" y="954"/>
                    </a:cubicBezTo>
                    <a:cubicBezTo>
                      <a:pt x="4762" y="721"/>
                      <a:pt x="4702" y="487"/>
                      <a:pt x="4621" y="264"/>
                    </a:cubicBezTo>
                    <a:cubicBezTo>
                      <a:pt x="4588" y="166"/>
                      <a:pt x="4528" y="85"/>
                      <a:pt x="4441" y="30"/>
                    </a:cubicBezTo>
                    <a:cubicBezTo>
                      <a:pt x="4403" y="14"/>
                      <a:pt x="4362" y="6"/>
                      <a:pt x="4322" y="6"/>
                    </a:cubicBezTo>
                    <a:cubicBezTo>
                      <a:pt x="4281" y="6"/>
                      <a:pt x="4240" y="14"/>
                      <a:pt x="4202" y="30"/>
                    </a:cubicBezTo>
                    <a:cubicBezTo>
                      <a:pt x="3979" y="14"/>
                      <a:pt x="3751" y="3"/>
                      <a:pt x="3528" y="3"/>
                    </a:cubicBezTo>
                    <a:cubicBezTo>
                      <a:pt x="3499" y="2"/>
                      <a:pt x="3470" y="1"/>
                      <a:pt x="3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0"/>
              <p:cNvSpPr/>
              <p:nvPr/>
            </p:nvSpPr>
            <p:spPr>
              <a:xfrm>
                <a:off x="5405775" y="4969150"/>
                <a:ext cx="92300" cy="122125"/>
              </a:xfrm>
              <a:custGeom>
                <a:rect b="b" l="l" r="r" t="t"/>
                <a:pathLst>
                  <a:path extrusionOk="0" h="4885" w="3692">
                    <a:moveTo>
                      <a:pt x="2740" y="152"/>
                    </a:moveTo>
                    <a:cubicBezTo>
                      <a:pt x="2832" y="152"/>
                      <a:pt x="2927" y="157"/>
                      <a:pt x="3018" y="157"/>
                    </a:cubicBezTo>
                    <a:cubicBezTo>
                      <a:pt x="3065" y="157"/>
                      <a:pt x="3107" y="154"/>
                      <a:pt x="3149" y="154"/>
                    </a:cubicBezTo>
                    <a:cubicBezTo>
                      <a:pt x="3171" y="154"/>
                      <a:pt x="3192" y="155"/>
                      <a:pt x="3213" y="157"/>
                    </a:cubicBezTo>
                    <a:cubicBezTo>
                      <a:pt x="3262" y="157"/>
                      <a:pt x="3349" y="157"/>
                      <a:pt x="3382" y="200"/>
                    </a:cubicBezTo>
                    <a:cubicBezTo>
                      <a:pt x="3404" y="233"/>
                      <a:pt x="3393" y="287"/>
                      <a:pt x="3393" y="320"/>
                    </a:cubicBezTo>
                    <a:cubicBezTo>
                      <a:pt x="3387" y="379"/>
                      <a:pt x="3393" y="439"/>
                      <a:pt x="3398" y="499"/>
                    </a:cubicBezTo>
                    <a:cubicBezTo>
                      <a:pt x="3415" y="630"/>
                      <a:pt x="3442" y="760"/>
                      <a:pt x="3453" y="896"/>
                    </a:cubicBezTo>
                    <a:cubicBezTo>
                      <a:pt x="3463" y="1026"/>
                      <a:pt x="3463" y="1173"/>
                      <a:pt x="3463" y="1314"/>
                    </a:cubicBezTo>
                    <a:cubicBezTo>
                      <a:pt x="3463" y="1380"/>
                      <a:pt x="3463" y="1450"/>
                      <a:pt x="3463" y="1521"/>
                    </a:cubicBezTo>
                    <a:cubicBezTo>
                      <a:pt x="3469" y="1592"/>
                      <a:pt x="3485" y="1662"/>
                      <a:pt x="3491" y="1733"/>
                    </a:cubicBezTo>
                    <a:cubicBezTo>
                      <a:pt x="3496" y="1869"/>
                      <a:pt x="3474" y="2005"/>
                      <a:pt x="3491" y="2141"/>
                    </a:cubicBezTo>
                    <a:cubicBezTo>
                      <a:pt x="3496" y="2200"/>
                      <a:pt x="3512" y="2260"/>
                      <a:pt x="3518" y="2320"/>
                    </a:cubicBezTo>
                    <a:cubicBezTo>
                      <a:pt x="3518" y="2380"/>
                      <a:pt x="3518" y="2456"/>
                      <a:pt x="3518" y="2527"/>
                    </a:cubicBezTo>
                    <a:cubicBezTo>
                      <a:pt x="3518" y="2809"/>
                      <a:pt x="3496" y="3092"/>
                      <a:pt x="3507" y="3369"/>
                    </a:cubicBezTo>
                    <a:cubicBezTo>
                      <a:pt x="3507" y="3505"/>
                      <a:pt x="3534" y="3641"/>
                      <a:pt x="3534" y="3777"/>
                    </a:cubicBezTo>
                    <a:cubicBezTo>
                      <a:pt x="3534" y="3918"/>
                      <a:pt x="3529" y="4065"/>
                      <a:pt x="3512" y="4206"/>
                    </a:cubicBezTo>
                    <a:lnTo>
                      <a:pt x="3507" y="4201"/>
                    </a:lnTo>
                    <a:cubicBezTo>
                      <a:pt x="3502" y="4271"/>
                      <a:pt x="3507" y="4337"/>
                      <a:pt x="3507" y="4407"/>
                    </a:cubicBezTo>
                    <a:cubicBezTo>
                      <a:pt x="3496" y="4473"/>
                      <a:pt x="3480" y="4538"/>
                      <a:pt x="3458" y="4598"/>
                    </a:cubicBezTo>
                    <a:cubicBezTo>
                      <a:pt x="3458" y="4625"/>
                      <a:pt x="3453" y="4647"/>
                      <a:pt x="3442" y="4674"/>
                    </a:cubicBezTo>
                    <a:cubicBezTo>
                      <a:pt x="3431" y="4695"/>
                      <a:pt x="3442" y="4690"/>
                      <a:pt x="3409" y="4695"/>
                    </a:cubicBezTo>
                    <a:lnTo>
                      <a:pt x="3241" y="4695"/>
                    </a:lnTo>
                    <a:cubicBezTo>
                      <a:pt x="3105" y="4695"/>
                      <a:pt x="2974" y="4717"/>
                      <a:pt x="2838" y="4723"/>
                    </a:cubicBezTo>
                    <a:cubicBezTo>
                      <a:pt x="2825" y="4724"/>
                      <a:pt x="2811" y="4724"/>
                      <a:pt x="2797" y="4724"/>
                    </a:cubicBezTo>
                    <a:cubicBezTo>
                      <a:pt x="2682" y="4724"/>
                      <a:pt x="2567" y="4690"/>
                      <a:pt x="2452" y="4690"/>
                    </a:cubicBezTo>
                    <a:cubicBezTo>
                      <a:pt x="2445" y="4690"/>
                      <a:pt x="2438" y="4690"/>
                      <a:pt x="2431" y="4690"/>
                    </a:cubicBezTo>
                    <a:cubicBezTo>
                      <a:pt x="2295" y="4695"/>
                      <a:pt x="2164" y="4723"/>
                      <a:pt x="2028" y="4723"/>
                    </a:cubicBezTo>
                    <a:cubicBezTo>
                      <a:pt x="1893" y="4717"/>
                      <a:pt x="1773" y="4695"/>
                      <a:pt x="1642" y="4690"/>
                    </a:cubicBezTo>
                    <a:cubicBezTo>
                      <a:pt x="1612" y="4689"/>
                      <a:pt x="1582" y="4688"/>
                      <a:pt x="1552" y="4688"/>
                    </a:cubicBezTo>
                    <a:cubicBezTo>
                      <a:pt x="1414" y="4688"/>
                      <a:pt x="1274" y="4699"/>
                      <a:pt x="1136" y="4699"/>
                    </a:cubicBezTo>
                    <a:cubicBezTo>
                      <a:pt x="1045" y="4699"/>
                      <a:pt x="954" y="4694"/>
                      <a:pt x="865" y="4679"/>
                    </a:cubicBezTo>
                    <a:cubicBezTo>
                      <a:pt x="835" y="4676"/>
                      <a:pt x="805" y="4676"/>
                      <a:pt x="775" y="4676"/>
                    </a:cubicBezTo>
                    <a:cubicBezTo>
                      <a:pt x="744" y="4676"/>
                      <a:pt x="713" y="4676"/>
                      <a:pt x="680" y="4674"/>
                    </a:cubicBezTo>
                    <a:cubicBezTo>
                      <a:pt x="615" y="4668"/>
                      <a:pt x="539" y="4657"/>
                      <a:pt x="468" y="4647"/>
                    </a:cubicBezTo>
                    <a:cubicBezTo>
                      <a:pt x="425" y="4636"/>
                      <a:pt x="365" y="4647"/>
                      <a:pt x="338" y="4598"/>
                    </a:cubicBezTo>
                    <a:cubicBezTo>
                      <a:pt x="322" y="4554"/>
                      <a:pt x="322" y="4500"/>
                      <a:pt x="327" y="4456"/>
                    </a:cubicBezTo>
                    <a:cubicBezTo>
                      <a:pt x="343" y="4190"/>
                      <a:pt x="338" y="3929"/>
                      <a:pt x="316" y="3668"/>
                    </a:cubicBezTo>
                    <a:cubicBezTo>
                      <a:pt x="311" y="3527"/>
                      <a:pt x="311" y="3391"/>
                      <a:pt x="311" y="3250"/>
                    </a:cubicBezTo>
                    <a:cubicBezTo>
                      <a:pt x="305" y="3201"/>
                      <a:pt x="300" y="3152"/>
                      <a:pt x="289" y="3103"/>
                    </a:cubicBezTo>
                    <a:cubicBezTo>
                      <a:pt x="273" y="3038"/>
                      <a:pt x="289" y="2972"/>
                      <a:pt x="278" y="2913"/>
                    </a:cubicBezTo>
                    <a:cubicBezTo>
                      <a:pt x="262" y="2788"/>
                      <a:pt x="251" y="2663"/>
                      <a:pt x="235" y="2543"/>
                    </a:cubicBezTo>
                    <a:cubicBezTo>
                      <a:pt x="218" y="2418"/>
                      <a:pt x="229" y="2287"/>
                      <a:pt x="213" y="2157"/>
                    </a:cubicBezTo>
                    <a:cubicBezTo>
                      <a:pt x="191" y="2016"/>
                      <a:pt x="180" y="1874"/>
                      <a:pt x="175" y="1733"/>
                    </a:cubicBezTo>
                    <a:cubicBezTo>
                      <a:pt x="175" y="1603"/>
                      <a:pt x="159" y="1472"/>
                      <a:pt x="137" y="1342"/>
                    </a:cubicBezTo>
                    <a:cubicBezTo>
                      <a:pt x="120" y="1217"/>
                      <a:pt x="110" y="1086"/>
                      <a:pt x="115" y="961"/>
                    </a:cubicBezTo>
                    <a:cubicBezTo>
                      <a:pt x="148" y="961"/>
                      <a:pt x="175" y="934"/>
                      <a:pt x="169" y="901"/>
                    </a:cubicBezTo>
                    <a:cubicBezTo>
                      <a:pt x="169" y="771"/>
                      <a:pt x="164" y="640"/>
                      <a:pt x="169" y="515"/>
                    </a:cubicBezTo>
                    <a:cubicBezTo>
                      <a:pt x="175" y="450"/>
                      <a:pt x="180" y="390"/>
                      <a:pt x="191" y="331"/>
                    </a:cubicBezTo>
                    <a:cubicBezTo>
                      <a:pt x="202" y="298"/>
                      <a:pt x="213" y="206"/>
                      <a:pt x="245" y="184"/>
                    </a:cubicBezTo>
                    <a:cubicBezTo>
                      <a:pt x="256" y="177"/>
                      <a:pt x="273" y="174"/>
                      <a:pt x="293" y="174"/>
                    </a:cubicBezTo>
                    <a:cubicBezTo>
                      <a:pt x="331" y="174"/>
                      <a:pt x="380" y="184"/>
                      <a:pt x="409" y="184"/>
                    </a:cubicBezTo>
                    <a:cubicBezTo>
                      <a:pt x="468" y="184"/>
                      <a:pt x="528" y="178"/>
                      <a:pt x="588" y="162"/>
                    </a:cubicBezTo>
                    <a:cubicBezTo>
                      <a:pt x="605" y="160"/>
                      <a:pt x="622" y="159"/>
                      <a:pt x="640" y="159"/>
                    </a:cubicBezTo>
                    <a:cubicBezTo>
                      <a:pt x="745" y="159"/>
                      <a:pt x="856" y="195"/>
                      <a:pt x="963" y="195"/>
                    </a:cubicBezTo>
                    <a:cubicBezTo>
                      <a:pt x="1235" y="195"/>
                      <a:pt x="1507" y="184"/>
                      <a:pt x="1778" y="184"/>
                    </a:cubicBezTo>
                    <a:cubicBezTo>
                      <a:pt x="1876" y="184"/>
                      <a:pt x="1974" y="186"/>
                      <a:pt x="2070" y="186"/>
                    </a:cubicBezTo>
                    <a:cubicBezTo>
                      <a:pt x="2118" y="186"/>
                      <a:pt x="2166" y="186"/>
                      <a:pt x="2213" y="184"/>
                    </a:cubicBezTo>
                    <a:cubicBezTo>
                      <a:pt x="2344" y="184"/>
                      <a:pt x="2474" y="167"/>
                      <a:pt x="2605" y="157"/>
                    </a:cubicBezTo>
                    <a:cubicBezTo>
                      <a:pt x="2648" y="153"/>
                      <a:pt x="2693" y="152"/>
                      <a:pt x="2740" y="152"/>
                    </a:cubicBezTo>
                    <a:close/>
                    <a:moveTo>
                      <a:pt x="2792" y="1"/>
                    </a:moveTo>
                    <a:cubicBezTo>
                      <a:pt x="2706" y="1"/>
                      <a:pt x="2620" y="3"/>
                      <a:pt x="2534" y="10"/>
                    </a:cubicBezTo>
                    <a:cubicBezTo>
                      <a:pt x="2382" y="26"/>
                      <a:pt x="2235" y="32"/>
                      <a:pt x="2083" y="32"/>
                    </a:cubicBezTo>
                    <a:cubicBezTo>
                      <a:pt x="1839" y="32"/>
                      <a:pt x="1596" y="25"/>
                      <a:pt x="1349" y="25"/>
                    </a:cubicBezTo>
                    <a:cubicBezTo>
                      <a:pt x="1288" y="25"/>
                      <a:pt x="1226" y="25"/>
                      <a:pt x="1164" y="26"/>
                    </a:cubicBezTo>
                    <a:cubicBezTo>
                      <a:pt x="1129" y="27"/>
                      <a:pt x="1093" y="28"/>
                      <a:pt x="1058" y="28"/>
                    </a:cubicBezTo>
                    <a:cubicBezTo>
                      <a:pt x="952" y="28"/>
                      <a:pt x="848" y="22"/>
                      <a:pt x="746" y="10"/>
                    </a:cubicBezTo>
                    <a:cubicBezTo>
                      <a:pt x="717" y="5"/>
                      <a:pt x="687" y="3"/>
                      <a:pt x="658" y="3"/>
                    </a:cubicBezTo>
                    <a:cubicBezTo>
                      <a:pt x="555" y="3"/>
                      <a:pt x="450" y="26"/>
                      <a:pt x="349" y="26"/>
                    </a:cubicBezTo>
                    <a:cubicBezTo>
                      <a:pt x="251" y="26"/>
                      <a:pt x="159" y="26"/>
                      <a:pt x="110" y="124"/>
                    </a:cubicBezTo>
                    <a:cubicBezTo>
                      <a:pt x="104" y="135"/>
                      <a:pt x="99" y="146"/>
                      <a:pt x="93" y="157"/>
                    </a:cubicBezTo>
                    <a:cubicBezTo>
                      <a:pt x="88" y="162"/>
                      <a:pt x="82" y="167"/>
                      <a:pt x="82" y="178"/>
                    </a:cubicBezTo>
                    <a:lnTo>
                      <a:pt x="82" y="195"/>
                    </a:lnTo>
                    <a:cubicBezTo>
                      <a:pt x="55" y="287"/>
                      <a:pt x="39" y="385"/>
                      <a:pt x="39" y="483"/>
                    </a:cubicBezTo>
                    <a:lnTo>
                      <a:pt x="39" y="597"/>
                    </a:lnTo>
                    <a:cubicBezTo>
                      <a:pt x="39" y="662"/>
                      <a:pt x="28" y="727"/>
                      <a:pt x="17" y="787"/>
                    </a:cubicBezTo>
                    <a:cubicBezTo>
                      <a:pt x="12" y="858"/>
                      <a:pt x="12" y="923"/>
                      <a:pt x="6" y="994"/>
                    </a:cubicBezTo>
                    <a:cubicBezTo>
                      <a:pt x="1" y="1140"/>
                      <a:pt x="12" y="1287"/>
                      <a:pt x="33" y="1434"/>
                    </a:cubicBezTo>
                    <a:cubicBezTo>
                      <a:pt x="50" y="1586"/>
                      <a:pt x="44" y="1733"/>
                      <a:pt x="50" y="1885"/>
                    </a:cubicBezTo>
                    <a:cubicBezTo>
                      <a:pt x="61" y="2037"/>
                      <a:pt x="93" y="2168"/>
                      <a:pt x="99" y="2309"/>
                    </a:cubicBezTo>
                    <a:cubicBezTo>
                      <a:pt x="99" y="2380"/>
                      <a:pt x="93" y="2451"/>
                      <a:pt x="99" y="2521"/>
                    </a:cubicBezTo>
                    <a:cubicBezTo>
                      <a:pt x="104" y="2592"/>
                      <a:pt x="120" y="2673"/>
                      <a:pt x="120" y="2749"/>
                    </a:cubicBezTo>
                    <a:cubicBezTo>
                      <a:pt x="126" y="2798"/>
                      <a:pt x="131" y="2853"/>
                      <a:pt x="137" y="2907"/>
                    </a:cubicBezTo>
                    <a:cubicBezTo>
                      <a:pt x="148" y="2972"/>
                      <a:pt x="137" y="3043"/>
                      <a:pt x="148" y="3108"/>
                    </a:cubicBezTo>
                    <a:cubicBezTo>
                      <a:pt x="164" y="3250"/>
                      <a:pt x="175" y="3396"/>
                      <a:pt x="169" y="3538"/>
                    </a:cubicBezTo>
                    <a:cubicBezTo>
                      <a:pt x="191" y="3831"/>
                      <a:pt x="197" y="4130"/>
                      <a:pt x="186" y="4424"/>
                    </a:cubicBezTo>
                    <a:cubicBezTo>
                      <a:pt x="180" y="4516"/>
                      <a:pt x="169" y="4625"/>
                      <a:pt x="235" y="4701"/>
                    </a:cubicBezTo>
                    <a:cubicBezTo>
                      <a:pt x="305" y="4788"/>
                      <a:pt x="457" y="4788"/>
                      <a:pt x="561" y="4804"/>
                    </a:cubicBezTo>
                    <a:cubicBezTo>
                      <a:pt x="799" y="4838"/>
                      <a:pt x="1041" y="4854"/>
                      <a:pt x="1283" y="4854"/>
                    </a:cubicBezTo>
                    <a:cubicBezTo>
                      <a:pt x="1318" y="4854"/>
                      <a:pt x="1352" y="4854"/>
                      <a:pt x="1387" y="4853"/>
                    </a:cubicBezTo>
                    <a:cubicBezTo>
                      <a:pt x="1421" y="4852"/>
                      <a:pt x="1455" y="4851"/>
                      <a:pt x="1490" y="4851"/>
                    </a:cubicBezTo>
                    <a:cubicBezTo>
                      <a:pt x="1594" y="4851"/>
                      <a:pt x="1700" y="4857"/>
                      <a:pt x="1806" y="4869"/>
                    </a:cubicBezTo>
                    <a:cubicBezTo>
                      <a:pt x="1883" y="4878"/>
                      <a:pt x="1963" y="4882"/>
                      <a:pt x="2042" y="4882"/>
                    </a:cubicBezTo>
                    <a:cubicBezTo>
                      <a:pt x="2107" y="4882"/>
                      <a:pt x="2171" y="4880"/>
                      <a:pt x="2235" y="4875"/>
                    </a:cubicBezTo>
                    <a:cubicBezTo>
                      <a:pt x="2306" y="4864"/>
                      <a:pt x="2371" y="4853"/>
                      <a:pt x="2442" y="4853"/>
                    </a:cubicBezTo>
                    <a:cubicBezTo>
                      <a:pt x="2518" y="4853"/>
                      <a:pt x="2594" y="4864"/>
                      <a:pt x="2664" y="4880"/>
                    </a:cubicBezTo>
                    <a:cubicBezTo>
                      <a:pt x="2691" y="4883"/>
                      <a:pt x="2717" y="4884"/>
                      <a:pt x="2743" y="4884"/>
                    </a:cubicBezTo>
                    <a:cubicBezTo>
                      <a:pt x="2866" y="4884"/>
                      <a:pt x="2984" y="4858"/>
                      <a:pt x="3110" y="4853"/>
                    </a:cubicBezTo>
                    <a:cubicBezTo>
                      <a:pt x="3185" y="4853"/>
                      <a:pt x="3266" y="4864"/>
                      <a:pt x="3344" y="4864"/>
                    </a:cubicBezTo>
                    <a:cubicBezTo>
                      <a:pt x="3391" y="4864"/>
                      <a:pt x="3437" y="4860"/>
                      <a:pt x="3480" y="4848"/>
                    </a:cubicBezTo>
                    <a:cubicBezTo>
                      <a:pt x="3594" y="4810"/>
                      <a:pt x="3594" y="4701"/>
                      <a:pt x="3621" y="4609"/>
                    </a:cubicBezTo>
                    <a:cubicBezTo>
                      <a:pt x="3643" y="4538"/>
                      <a:pt x="3659" y="4473"/>
                      <a:pt x="3665" y="4402"/>
                    </a:cubicBezTo>
                    <a:cubicBezTo>
                      <a:pt x="3665" y="4320"/>
                      <a:pt x="3659" y="4244"/>
                      <a:pt x="3670" y="4163"/>
                    </a:cubicBezTo>
                    <a:cubicBezTo>
                      <a:pt x="3686" y="4011"/>
                      <a:pt x="3692" y="3858"/>
                      <a:pt x="3686" y="3706"/>
                    </a:cubicBezTo>
                    <a:lnTo>
                      <a:pt x="3686" y="3706"/>
                    </a:lnTo>
                    <a:lnTo>
                      <a:pt x="3686" y="3712"/>
                    </a:lnTo>
                    <a:cubicBezTo>
                      <a:pt x="3681" y="3565"/>
                      <a:pt x="3654" y="3424"/>
                      <a:pt x="3659" y="3277"/>
                    </a:cubicBezTo>
                    <a:cubicBezTo>
                      <a:pt x="3659" y="3130"/>
                      <a:pt x="3659" y="2967"/>
                      <a:pt x="3659" y="2815"/>
                    </a:cubicBezTo>
                    <a:lnTo>
                      <a:pt x="3659" y="2364"/>
                    </a:lnTo>
                    <a:cubicBezTo>
                      <a:pt x="3659" y="2211"/>
                      <a:pt x="3621" y="2086"/>
                      <a:pt x="3627" y="1940"/>
                    </a:cubicBezTo>
                    <a:cubicBezTo>
                      <a:pt x="3632" y="1869"/>
                      <a:pt x="3632" y="1793"/>
                      <a:pt x="3632" y="1722"/>
                    </a:cubicBezTo>
                    <a:cubicBezTo>
                      <a:pt x="3627" y="1646"/>
                      <a:pt x="3610" y="1570"/>
                      <a:pt x="3605" y="1494"/>
                    </a:cubicBezTo>
                    <a:lnTo>
                      <a:pt x="3605" y="1037"/>
                    </a:lnTo>
                    <a:cubicBezTo>
                      <a:pt x="3599" y="890"/>
                      <a:pt x="3583" y="744"/>
                      <a:pt x="3561" y="602"/>
                    </a:cubicBezTo>
                    <a:cubicBezTo>
                      <a:pt x="3545" y="526"/>
                      <a:pt x="3540" y="456"/>
                      <a:pt x="3534" y="379"/>
                    </a:cubicBezTo>
                    <a:cubicBezTo>
                      <a:pt x="3534" y="336"/>
                      <a:pt x="3545" y="287"/>
                      <a:pt x="3534" y="244"/>
                    </a:cubicBezTo>
                    <a:cubicBezTo>
                      <a:pt x="3521" y="30"/>
                      <a:pt x="3307" y="1"/>
                      <a:pt x="3119" y="1"/>
                    </a:cubicBezTo>
                    <a:cubicBezTo>
                      <a:pt x="3067" y="1"/>
                      <a:pt x="3017" y="3"/>
                      <a:pt x="2974" y="4"/>
                    </a:cubicBezTo>
                    <a:cubicBezTo>
                      <a:pt x="2913" y="2"/>
                      <a:pt x="2853" y="1"/>
                      <a:pt x="27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0"/>
              <p:cNvSpPr/>
              <p:nvPr/>
            </p:nvSpPr>
            <p:spPr>
              <a:xfrm>
                <a:off x="5448600" y="5092650"/>
                <a:ext cx="15750" cy="14350"/>
              </a:xfrm>
              <a:custGeom>
                <a:rect b="b" l="l" r="r" t="t"/>
                <a:pathLst>
                  <a:path extrusionOk="0" h="574" w="630">
                    <a:moveTo>
                      <a:pt x="299" y="103"/>
                    </a:moveTo>
                    <a:cubicBezTo>
                      <a:pt x="375" y="141"/>
                      <a:pt x="506" y="120"/>
                      <a:pt x="506" y="218"/>
                    </a:cubicBezTo>
                    <a:cubicBezTo>
                      <a:pt x="511" y="317"/>
                      <a:pt x="455" y="463"/>
                      <a:pt x="344" y="463"/>
                    </a:cubicBezTo>
                    <a:cubicBezTo>
                      <a:pt x="340" y="463"/>
                      <a:pt x="336" y="463"/>
                      <a:pt x="332" y="462"/>
                    </a:cubicBezTo>
                    <a:cubicBezTo>
                      <a:pt x="223" y="462"/>
                      <a:pt x="136" y="381"/>
                      <a:pt x="120" y="277"/>
                    </a:cubicBezTo>
                    <a:cubicBezTo>
                      <a:pt x="120" y="223"/>
                      <a:pt x="147" y="169"/>
                      <a:pt x="185" y="136"/>
                    </a:cubicBezTo>
                    <a:cubicBezTo>
                      <a:pt x="223" y="98"/>
                      <a:pt x="261" y="114"/>
                      <a:pt x="299" y="103"/>
                    </a:cubicBezTo>
                    <a:close/>
                    <a:moveTo>
                      <a:pt x="377" y="0"/>
                    </a:moveTo>
                    <a:cubicBezTo>
                      <a:pt x="340" y="0"/>
                      <a:pt x="305" y="12"/>
                      <a:pt x="277" y="38"/>
                    </a:cubicBezTo>
                    <a:lnTo>
                      <a:pt x="277" y="33"/>
                    </a:lnTo>
                    <a:cubicBezTo>
                      <a:pt x="255" y="16"/>
                      <a:pt x="229" y="8"/>
                      <a:pt x="204" y="8"/>
                    </a:cubicBezTo>
                    <a:cubicBezTo>
                      <a:pt x="182" y="8"/>
                      <a:pt x="160" y="14"/>
                      <a:pt x="141" y="27"/>
                    </a:cubicBezTo>
                    <a:cubicBezTo>
                      <a:pt x="76" y="76"/>
                      <a:pt x="27" y="152"/>
                      <a:pt x="16" y="234"/>
                    </a:cubicBezTo>
                    <a:cubicBezTo>
                      <a:pt x="0" y="408"/>
                      <a:pt x="136" y="560"/>
                      <a:pt x="310" y="571"/>
                    </a:cubicBezTo>
                    <a:cubicBezTo>
                      <a:pt x="322" y="573"/>
                      <a:pt x="334" y="573"/>
                      <a:pt x="345" y="573"/>
                    </a:cubicBezTo>
                    <a:cubicBezTo>
                      <a:pt x="519" y="573"/>
                      <a:pt x="615" y="386"/>
                      <a:pt x="625" y="223"/>
                    </a:cubicBezTo>
                    <a:cubicBezTo>
                      <a:pt x="629" y="112"/>
                      <a:pt x="493" y="0"/>
                      <a:pt x="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0"/>
              <p:cNvSpPr/>
              <p:nvPr/>
            </p:nvSpPr>
            <p:spPr>
              <a:xfrm>
                <a:off x="5428550" y="4985200"/>
                <a:ext cx="17850" cy="18325"/>
              </a:xfrm>
              <a:custGeom>
                <a:rect b="b" l="l" r="r" t="t"/>
                <a:pathLst>
                  <a:path extrusionOk="0" h="733" w="714">
                    <a:moveTo>
                      <a:pt x="267" y="1"/>
                    </a:moveTo>
                    <a:cubicBezTo>
                      <a:pt x="260" y="1"/>
                      <a:pt x="254" y="2"/>
                      <a:pt x="248" y="4"/>
                    </a:cubicBezTo>
                    <a:cubicBezTo>
                      <a:pt x="144" y="58"/>
                      <a:pt x="106" y="248"/>
                      <a:pt x="85" y="352"/>
                    </a:cubicBezTo>
                    <a:cubicBezTo>
                      <a:pt x="79" y="379"/>
                      <a:pt x="74" y="406"/>
                      <a:pt x="68" y="433"/>
                    </a:cubicBezTo>
                    <a:cubicBezTo>
                      <a:pt x="47" y="439"/>
                      <a:pt x="25" y="460"/>
                      <a:pt x="9" y="482"/>
                    </a:cubicBezTo>
                    <a:cubicBezTo>
                      <a:pt x="0" y="491"/>
                      <a:pt x="8" y="502"/>
                      <a:pt x="17" y="502"/>
                    </a:cubicBezTo>
                    <a:cubicBezTo>
                      <a:pt x="19" y="502"/>
                      <a:pt x="22" y="501"/>
                      <a:pt x="25" y="498"/>
                    </a:cubicBezTo>
                    <a:cubicBezTo>
                      <a:pt x="36" y="493"/>
                      <a:pt x="52" y="488"/>
                      <a:pt x="63" y="488"/>
                    </a:cubicBezTo>
                    <a:cubicBezTo>
                      <a:pt x="57" y="515"/>
                      <a:pt x="52" y="542"/>
                      <a:pt x="41" y="569"/>
                    </a:cubicBezTo>
                    <a:cubicBezTo>
                      <a:pt x="36" y="596"/>
                      <a:pt x="41" y="640"/>
                      <a:pt x="30" y="667"/>
                    </a:cubicBezTo>
                    <a:cubicBezTo>
                      <a:pt x="25" y="700"/>
                      <a:pt x="19" y="689"/>
                      <a:pt x="30" y="716"/>
                    </a:cubicBezTo>
                    <a:cubicBezTo>
                      <a:pt x="33" y="723"/>
                      <a:pt x="39" y="726"/>
                      <a:pt x="45" y="726"/>
                    </a:cubicBezTo>
                    <a:cubicBezTo>
                      <a:pt x="54" y="726"/>
                      <a:pt x="63" y="720"/>
                      <a:pt x="63" y="710"/>
                    </a:cubicBezTo>
                    <a:cubicBezTo>
                      <a:pt x="63" y="694"/>
                      <a:pt x="79" y="678"/>
                      <a:pt x="90" y="662"/>
                    </a:cubicBezTo>
                    <a:cubicBezTo>
                      <a:pt x="101" y="634"/>
                      <a:pt x="106" y="596"/>
                      <a:pt x="117" y="575"/>
                    </a:cubicBezTo>
                    <a:cubicBezTo>
                      <a:pt x="128" y="542"/>
                      <a:pt x="134" y="515"/>
                      <a:pt x="139" y="488"/>
                    </a:cubicBezTo>
                    <a:cubicBezTo>
                      <a:pt x="182" y="493"/>
                      <a:pt x="226" y="504"/>
                      <a:pt x="259" y="504"/>
                    </a:cubicBezTo>
                    <a:cubicBezTo>
                      <a:pt x="285" y="508"/>
                      <a:pt x="315" y="512"/>
                      <a:pt x="344" y="512"/>
                    </a:cubicBezTo>
                    <a:cubicBezTo>
                      <a:pt x="355" y="512"/>
                      <a:pt x="367" y="511"/>
                      <a:pt x="378" y="509"/>
                    </a:cubicBezTo>
                    <a:cubicBezTo>
                      <a:pt x="400" y="504"/>
                      <a:pt x="416" y="498"/>
                      <a:pt x="433" y="488"/>
                    </a:cubicBezTo>
                    <a:cubicBezTo>
                      <a:pt x="454" y="477"/>
                      <a:pt x="454" y="450"/>
                      <a:pt x="433" y="439"/>
                    </a:cubicBezTo>
                    <a:cubicBezTo>
                      <a:pt x="372" y="412"/>
                      <a:pt x="308" y="399"/>
                      <a:pt x="242" y="399"/>
                    </a:cubicBezTo>
                    <a:cubicBezTo>
                      <a:pt x="214" y="399"/>
                      <a:pt x="185" y="401"/>
                      <a:pt x="155" y="406"/>
                    </a:cubicBezTo>
                    <a:cubicBezTo>
                      <a:pt x="172" y="346"/>
                      <a:pt x="188" y="292"/>
                      <a:pt x="210" y="232"/>
                    </a:cubicBezTo>
                    <a:cubicBezTo>
                      <a:pt x="221" y="189"/>
                      <a:pt x="237" y="145"/>
                      <a:pt x="264" y="107"/>
                    </a:cubicBezTo>
                    <a:cubicBezTo>
                      <a:pt x="269" y="118"/>
                      <a:pt x="275" y="129"/>
                      <a:pt x="280" y="145"/>
                    </a:cubicBezTo>
                    <a:cubicBezTo>
                      <a:pt x="297" y="172"/>
                      <a:pt x="324" y="200"/>
                      <a:pt x="340" y="227"/>
                    </a:cubicBezTo>
                    <a:cubicBezTo>
                      <a:pt x="378" y="292"/>
                      <a:pt x="411" y="357"/>
                      <a:pt x="438" y="428"/>
                    </a:cubicBezTo>
                    <a:cubicBezTo>
                      <a:pt x="460" y="482"/>
                      <a:pt x="514" y="515"/>
                      <a:pt x="530" y="575"/>
                    </a:cubicBezTo>
                    <a:cubicBezTo>
                      <a:pt x="541" y="618"/>
                      <a:pt x="547" y="667"/>
                      <a:pt x="547" y="710"/>
                    </a:cubicBezTo>
                    <a:cubicBezTo>
                      <a:pt x="547" y="721"/>
                      <a:pt x="558" y="732"/>
                      <a:pt x="568" y="732"/>
                    </a:cubicBezTo>
                    <a:cubicBezTo>
                      <a:pt x="570" y="732"/>
                      <a:pt x="572" y="732"/>
                      <a:pt x="574" y="732"/>
                    </a:cubicBezTo>
                    <a:cubicBezTo>
                      <a:pt x="714" y="732"/>
                      <a:pt x="649" y="509"/>
                      <a:pt x="601" y="450"/>
                    </a:cubicBezTo>
                    <a:cubicBezTo>
                      <a:pt x="541" y="368"/>
                      <a:pt x="498" y="281"/>
                      <a:pt x="438" y="200"/>
                    </a:cubicBezTo>
                    <a:cubicBezTo>
                      <a:pt x="411" y="161"/>
                      <a:pt x="384" y="134"/>
                      <a:pt x="356" y="96"/>
                    </a:cubicBezTo>
                    <a:cubicBezTo>
                      <a:pt x="346" y="64"/>
                      <a:pt x="329" y="36"/>
                      <a:pt x="302" y="15"/>
                    </a:cubicBezTo>
                    <a:cubicBezTo>
                      <a:pt x="292" y="4"/>
                      <a:pt x="279"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0"/>
              <p:cNvSpPr/>
              <p:nvPr/>
            </p:nvSpPr>
            <p:spPr>
              <a:xfrm>
                <a:off x="5447650" y="4986225"/>
                <a:ext cx="14150" cy="19625"/>
              </a:xfrm>
              <a:custGeom>
                <a:rect b="b" l="l" r="r" t="t"/>
                <a:pathLst>
                  <a:path extrusionOk="0" h="785" w="566">
                    <a:moveTo>
                      <a:pt x="228" y="93"/>
                    </a:moveTo>
                    <a:cubicBezTo>
                      <a:pt x="252" y="93"/>
                      <a:pt x="273" y="102"/>
                      <a:pt x="283" y="126"/>
                    </a:cubicBezTo>
                    <a:cubicBezTo>
                      <a:pt x="305" y="197"/>
                      <a:pt x="228" y="327"/>
                      <a:pt x="190" y="387"/>
                    </a:cubicBezTo>
                    <a:cubicBezTo>
                      <a:pt x="172" y="419"/>
                      <a:pt x="197" y="468"/>
                      <a:pt x="231" y="468"/>
                    </a:cubicBezTo>
                    <a:cubicBezTo>
                      <a:pt x="237" y="468"/>
                      <a:pt x="244" y="466"/>
                      <a:pt x="250" y="463"/>
                    </a:cubicBezTo>
                    <a:cubicBezTo>
                      <a:pt x="277" y="454"/>
                      <a:pt x="313" y="440"/>
                      <a:pt x="347" y="440"/>
                    </a:cubicBezTo>
                    <a:cubicBezTo>
                      <a:pt x="375" y="440"/>
                      <a:pt x="401" y="450"/>
                      <a:pt x="419" y="479"/>
                    </a:cubicBezTo>
                    <a:cubicBezTo>
                      <a:pt x="435" y="523"/>
                      <a:pt x="424" y="572"/>
                      <a:pt x="391" y="610"/>
                    </a:cubicBezTo>
                    <a:cubicBezTo>
                      <a:pt x="371" y="638"/>
                      <a:pt x="339" y="654"/>
                      <a:pt x="304" y="654"/>
                    </a:cubicBezTo>
                    <a:cubicBezTo>
                      <a:pt x="292" y="654"/>
                      <a:pt x="279" y="652"/>
                      <a:pt x="266" y="648"/>
                    </a:cubicBezTo>
                    <a:cubicBezTo>
                      <a:pt x="239" y="642"/>
                      <a:pt x="212" y="631"/>
                      <a:pt x="185" y="621"/>
                    </a:cubicBezTo>
                    <a:cubicBezTo>
                      <a:pt x="163" y="561"/>
                      <a:pt x="147" y="501"/>
                      <a:pt x="141" y="441"/>
                    </a:cubicBezTo>
                    <a:cubicBezTo>
                      <a:pt x="147" y="392"/>
                      <a:pt x="141" y="338"/>
                      <a:pt x="136" y="289"/>
                    </a:cubicBezTo>
                    <a:cubicBezTo>
                      <a:pt x="125" y="245"/>
                      <a:pt x="109" y="207"/>
                      <a:pt x="98" y="164"/>
                    </a:cubicBezTo>
                    <a:cubicBezTo>
                      <a:pt x="98" y="153"/>
                      <a:pt x="93" y="148"/>
                      <a:pt x="87" y="137"/>
                    </a:cubicBezTo>
                    <a:cubicBezTo>
                      <a:pt x="93" y="137"/>
                      <a:pt x="98" y="137"/>
                      <a:pt x="109" y="131"/>
                    </a:cubicBezTo>
                    <a:cubicBezTo>
                      <a:pt x="136" y="118"/>
                      <a:pt x="187" y="93"/>
                      <a:pt x="228" y="93"/>
                    </a:cubicBezTo>
                    <a:close/>
                    <a:moveTo>
                      <a:pt x="252" y="1"/>
                    </a:moveTo>
                    <a:cubicBezTo>
                      <a:pt x="188" y="1"/>
                      <a:pt x="115" y="31"/>
                      <a:pt x="65" y="61"/>
                    </a:cubicBezTo>
                    <a:cubicBezTo>
                      <a:pt x="60" y="66"/>
                      <a:pt x="60" y="66"/>
                      <a:pt x="54" y="72"/>
                    </a:cubicBezTo>
                    <a:cubicBezTo>
                      <a:pt x="49" y="68"/>
                      <a:pt x="42" y="66"/>
                      <a:pt x="36" y="66"/>
                    </a:cubicBezTo>
                    <a:cubicBezTo>
                      <a:pt x="22" y="66"/>
                      <a:pt x="9" y="73"/>
                      <a:pt x="6" y="88"/>
                    </a:cubicBezTo>
                    <a:cubicBezTo>
                      <a:pt x="0" y="104"/>
                      <a:pt x="0" y="126"/>
                      <a:pt x="6" y="142"/>
                    </a:cubicBezTo>
                    <a:cubicBezTo>
                      <a:pt x="11" y="169"/>
                      <a:pt x="11" y="197"/>
                      <a:pt x="11" y="224"/>
                    </a:cubicBezTo>
                    <a:cubicBezTo>
                      <a:pt x="11" y="256"/>
                      <a:pt x="27" y="284"/>
                      <a:pt x="33" y="311"/>
                    </a:cubicBezTo>
                    <a:cubicBezTo>
                      <a:pt x="33" y="349"/>
                      <a:pt x="27" y="392"/>
                      <a:pt x="27" y="430"/>
                    </a:cubicBezTo>
                    <a:cubicBezTo>
                      <a:pt x="27" y="472"/>
                      <a:pt x="53" y="708"/>
                      <a:pt x="128" y="708"/>
                    </a:cubicBezTo>
                    <a:cubicBezTo>
                      <a:pt x="131" y="708"/>
                      <a:pt x="133" y="708"/>
                      <a:pt x="136" y="708"/>
                    </a:cubicBezTo>
                    <a:cubicBezTo>
                      <a:pt x="158" y="735"/>
                      <a:pt x="185" y="751"/>
                      <a:pt x="218" y="767"/>
                    </a:cubicBezTo>
                    <a:cubicBezTo>
                      <a:pt x="245" y="779"/>
                      <a:pt x="275" y="784"/>
                      <a:pt x="304" y="784"/>
                    </a:cubicBezTo>
                    <a:cubicBezTo>
                      <a:pt x="374" y="784"/>
                      <a:pt x="444" y="754"/>
                      <a:pt x="489" y="697"/>
                    </a:cubicBezTo>
                    <a:cubicBezTo>
                      <a:pt x="555" y="621"/>
                      <a:pt x="565" y="512"/>
                      <a:pt x="517" y="419"/>
                    </a:cubicBezTo>
                    <a:cubicBezTo>
                      <a:pt x="478" y="365"/>
                      <a:pt x="413" y="332"/>
                      <a:pt x="348" y="332"/>
                    </a:cubicBezTo>
                    <a:cubicBezTo>
                      <a:pt x="391" y="240"/>
                      <a:pt x="424" y="126"/>
                      <a:pt x="359" y="44"/>
                    </a:cubicBezTo>
                    <a:cubicBezTo>
                      <a:pt x="331" y="13"/>
                      <a:pt x="293"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0"/>
              <p:cNvSpPr/>
              <p:nvPr/>
            </p:nvSpPr>
            <p:spPr>
              <a:xfrm>
                <a:off x="5462325" y="4986075"/>
                <a:ext cx="17675" cy="17575"/>
              </a:xfrm>
              <a:custGeom>
                <a:rect b="b" l="l" r="r" t="t"/>
                <a:pathLst>
                  <a:path extrusionOk="0" h="703" w="707">
                    <a:moveTo>
                      <a:pt x="348" y="1"/>
                    </a:moveTo>
                    <a:cubicBezTo>
                      <a:pt x="343" y="1"/>
                      <a:pt x="337" y="1"/>
                      <a:pt x="332" y="1"/>
                    </a:cubicBezTo>
                    <a:cubicBezTo>
                      <a:pt x="267" y="18"/>
                      <a:pt x="212" y="61"/>
                      <a:pt x="169" y="116"/>
                    </a:cubicBezTo>
                    <a:cubicBezTo>
                      <a:pt x="71" y="230"/>
                      <a:pt x="0" y="404"/>
                      <a:pt x="98" y="545"/>
                    </a:cubicBezTo>
                    <a:cubicBezTo>
                      <a:pt x="174" y="643"/>
                      <a:pt x="299" y="703"/>
                      <a:pt x="430" y="703"/>
                    </a:cubicBezTo>
                    <a:cubicBezTo>
                      <a:pt x="527" y="703"/>
                      <a:pt x="707" y="659"/>
                      <a:pt x="701" y="529"/>
                    </a:cubicBezTo>
                    <a:lnTo>
                      <a:pt x="696" y="529"/>
                    </a:lnTo>
                    <a:cubicBezTo>
                      <a:pt x="696" y="496"/>
                      <a:pt x="671" y="475"/>
                      <a:pt x="645" y="475"/>
                    </a:cubicBezTo>
                    <a:cubicBezTo>
                      <a:pt x="633" y="475"/>
                      <a:pt x="620" y="480"/>
                      <a:pt x="609" y="491"/>
                    </a:cubicBezTo>
                    <a:cubicBezTo>
                      <a:pt x="552" y="536"/>
                      <a:pt x="481" y="559"/>
                      <a:pt x="411" y="559"/>
                    </a:cubicBezTo>
                    <a:cubicBezTo>
                      <a:pt x="355" y="559"/>
                      <a:pt x="299" y="544"/>
                      <a:pt x="250" y="512"/>
                    </a:cubicBezTo>
                    <a:cubicBezTo>
                      <a:pt x="158" y="453"/>
                      <a:pt x="169" y="338"/>
                      <a:pt x="223" y="251"/>
                    </a:cubicBezTo>
                    <a:cubicBezTo>
                      <a:pt x="261" y="189"/>
                      <a:pt x="321" y="116"/>
                      <a:pt x="389" y="116"/>
                    </a:cubicBezTo>
                    <a:cubicBezTo>
                      <a:pt x="409" y="116"/>
                      <a:pt x="430" y="122"/>
                      <a:pt x="451" y="137"/>
                    </a:cubicBezTo>
                    <a:cubicBezTo>
                      <a:pt x="457" y="141"/>
                      <a:pt x="464" y="142"/>
                      <a:pt x="469" y="142"/>
                    </a:cubicBezTo>
                    <a:cubicBezTo>
                      <a:pt x="500" y="142"/>
                      <a:pt x="523" y="100"/>
                      <a:pt x="500" y="78"/>
                    </a:cubicBezTo>
                    <a:cubicBezTo>
                      <a:pt x="460" y="28"/>
                      <a:pt x="407"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0"/>
              <p:cNvSpPr/>
              <p:nvPr/>
            </p:nvSpPr>
            <p:spPr>
              <a:xfrm>
                <a:off x="5422125" y="5019775"/>
                <a:ext cx="8125" cy="15200"/>
              </a:xfrm>
              <a:custGeom>
                <a:rect b="b" l="l" r="r" t="t"/>
                <a:pathLst>
                  <a:path extrusionOk="0" h="608" w="325">
                    <a:moveTo>
                      <a:pt x="178" y="1"/>
                    </a:moveTo>
                    <a:cubicBezTo>
                      <a:pt x="169" y="1"/>
                      <a:pt x="159" y="4"/>
                      <a:pt x="151" y="12"/>
                    </a:cubicBezTo>
                    <a:cubicBezTo>
                      <a:pt x="135" y="34"/>
                      <a:pt x="124" y="61"/>
                      <a:pt x="119" y="88"/>
                    </a:cubicBezTo>
                    <a:cubicBezTo>
                      <a:pt x="108" y="137"/>
                      <a:pt x="86" y="181"/>
                      <a:pt x="59" y="224"/>
                    </a:cubicBezTo>
                    <a:cubicBezTo>
                      <a:pt x="46" y="241"/>
                      <a:pt x="66" y="264"/>
                      <a:pt x="83" y="264"/>
                    </a:cubicBezTo>
                    <a:cubicBezTo>
                      <a:pt x="88" y="264"/>
                      <a:pt x="93" y="262"/>
                      <a:pt x="97" y="257"/>
                    </a:cubicBezTo>
                    <a:cubicBezTo>
                      <a:pt x="108" y="246"/>
                      <a:pt x="113" y="235"/>
                      <a:pt x="124" y="224"/>
                    </a:cubicBezTo>
                    <a:lnTo>
                      <a:pt x="124" y="224"/>
                    </a:lnTo>
                    <a:cubicBezTo>
                      <a:pt x="119" y="262"/>
                      <a:pt x="113" y="306"/>
                      <a:pt x="108" y="344"/>
                    </a:cubicBezTo>
                    <a:cubicBezTo>
                      <a:pt x="102" y="382"/>
                      <a:pt x="92" y="426"/>
                      <a:pt x="86" y="464"/>
                    </a:cubicBezTo>
                    <a:cubicBezTo>
                      <a:pt x="81" y="474"/>
                      <a:pt x="81" y="485"/>
                      <a:pt x="75" y="496"/>
                    </a:cubicBezTo>
                    <a:lnTo>
                      <a:pt x="70" y="507"/>
                    </a:lnTo>
                    <a:cubicBezTo>
                      <a:pt x="70" y="507"/>
                      <a:pt x="64" y="512"/>
                      <a:pt x="64" y="518"/>
                    </a:cubicBezTo>
                    <a:cubicBezTo>
                      <a:pt x="62" y="518"/>
                      <a:pt x="60" y="517"/>
                      <a:pt x="58" y="517"/>
                    </a:cubicBezTo>
                    <a:cubicBezTo>
                      <a:pt x="32" y="517"/>
                      <a:pt x="1" y="548"/>
                      <a:pt x="21" y="578"/>
                    </a:cubicBezTo>
                    <a:cubicBezTo>
                      <a:pt x="36" y="596"/>
                      <a:pt x="55" y="607"/>
                      <a:pt x="73" y="607"/>
                    </a:cubicBezTo>
                    <a:cubicBezTo>
                      <a:pt x="82" y="607"/>
                      <a:pt x="90" y="605"/>
                      <a:pt x="97" y="599"/>
                    </a:cubicBezTo>
                    <a:cubicBezTo>
                      <a:pt x="108" y="601"/>
                      <a:pt x="119" y="602"/>
                      <a:pt x="129" y="602"/>
                    </a:cubicBezTo>
                    <a:cubicBezTo>
                      <a:pt x="155" y="602"/>
                      <a:pt x="179" y="598"/>
                      <a:pt x="206" y="594"/>
                    </a:cubicBezTo>
                    <a:cubicBezTo>
                      <a:pt x="249" y="583"/>
                      <a:pt x="293" y="578"/>
                      <a:pt x="320" y="529"/>
                    </a:cubicBezTo>
                    <a:cubicBezTo>
                      <a:pt x="325" y="519"/>
                      <a:pt x="316" y="495"/>
                      <a:pt x="298" y="495"/>
                    </a:cubicBezTo>
                    <a:cubicBezTo>
                      <a:pt x="297" y="495"/>
                      <a:pt x="295" y="496"/>
                      <a:pt x="293" y="496"/>
                    </a:cubicBezTo>
                    <a:cubicBezTo>
                      <a:pt x="244" y="512"/>
                      <a:pt x="195" y="523"/>
                      <a:pt x="146" y="523"/>
                    </a:cubicBezTo>
                    <a:cubicBezTo>
                      <a:pt x="151" y="512"/>
                      <a:pt x="151" y="507"/>
                      <a:pt x="157" y="502"/>
                    </a:cubicBezTo>
                    <a:cubicBezTo>
                      <a:pt x="173" y="426"/>
                      <a:pt x="189" y="344"/>
                      <a:pt x="195" y="268"/>
                    </a:cubicBezTo>
                    <a:cubicBezTo>
                      <a:pt x="200" y="192"/>
                      <a:pt x="233" y="105"/>
                      <a:pt x="211" y="29"/>
                    </a:cubicBezTo>
                    <a:cubicBezTo>
                      <a:pt x="208" y="11"/>
                      <a:pt x="193"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0"/>
              <p:cNvSpPr/>
              <p:nvPr/>
            </p:nvSpPr>
            <p:spPr>
              <a:xfrm>
                <a:off x="5433225" y="5031225"/>
                <a:ext cx="1800" cy="1375"/>
              </a:xfrm>
              <a:custGeom>
                <a:rect b="b" l="l" r="r" t="t"/>
                <a:pathLst>
                  <a:path extrusionOk="0" h="55" w="72">
                    <a:moveTo>
                      <a:pt x="39" y="0"/>
                    </a:moveTo>
                    <a:cubicBezTo>
                      <a:pt x="1" y="0"/>
                      <a:pt x="1" y="54"/>
                      <a:pt x="39" y="54"/>
                    </a:cubicBezTo>
                    <a:cubicBezTo>
                      <a:pt x="72" y="54"/>
                      <a:pt x="72"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0"/>
              <p:cNvSpPr/>
              <p:nvPr/>
            </p:nvSpPr>
            <p:spPr>
              <a:xfrm>
                <a:off x="5420875" y="5043850"/>
                <a:ext cx="9400" cy="14075"/>
              </a:xfrm>
              <a:custGeom>
                <a:rect b="b" l="l" r="r" t="t"/>
                <a:pathLst>
                  <a:path extrusionOk="0" h="563" w="376">
                    <a:moveTo>
                      <a:pt x="277" y="1"/>
                    </a:moveTo>
                    <a:cubicBezTo>
                      <a:pt x="201" y="1"/>
                      <a:pt x="125" y="39"/>
                      <a:pt x="82" y="104"/>
                    </a:cubicBezTo>
                    <a:cubicBezTo>
                      <a:pt x="70" y="120"/>
                      <a:pt x="81" y="139"/>
                      <a:pt x="97" y="139"/>
                    </a:cubicBezTo>
                    <a:cubicBezTo>
                      <a:pt x="103" y="139"/>
                      <a:pt x="109" y="137"/>
                      <a:pt x="114" y="131"/>
                    </a:cubicBezTo>
                    <a:cubicBezTo>
                      <a:pt x="135" y="114"/>
                      <a:pt x="209" y="71"/>
                      <a:pt x="256" y="71"/>
                    </a:cubicBezTo>
                    <a:cubicBezTo>
                      <a:pt x="284" y="71"/>
                      <a:pt x="302" y="86"/>
                      <a:pt x="294" y="131"/>
                    </a:cubicBezTo>
                    <a:cubicBezTo>
                      <a:pt x="272" y="185"/>
                      <a:pt x="239" y="240"/>
                      <a:pt x="196" y="283"/>
                    </a:cubicBezTo>
                    <a:cubicBezTo>
                      <a:pt x="163" y="332"/>
                      <a:pt x="125" y="381"/>
                      <a:pt x="87" y="425"/>
                    </a:cubicBezTo>
                    <a:cubicBezTo>
                      <a:pt x="60" y="452"/>
                      <a:pt x="27" y="463"/>
                      <a:pt x="6" y="501"/>
                    </a:cubicBezTo>
                    <a:cubicBezTo>
                      <a:pt x="0" y="517"/>
                      <a:pt x="6" y="539"/>
                      <a:pt x="27" y="544"/>
                    </a:cubicBezTo>
                    <a:cubicBezTo>
                      <a:pt x="72" y="556"/>
                      <a:pt x="117" y="563"/>
                      <a:pt x="164" y="563"/>
                    </a:cubicBezTo>
                    <a:cubicBezTo>
                      <a:pt x="180" y="563"/>
                      <a:pt x="196" y="562"/>
                      <a:pt x="212" y="561"/>
                    </a:cubicBezTo>
                    <a:cubicBezTo>
                      <a:pt x="220" y="561"/>
                      <a:pt x="228" y="562"/>
                      <a:pt x="236" y="562"/>
                    </a:cubicBezTo>
                    <a:cubicBezTo>
                      <a:pt x="277" y="562"/>
                      <a:pt x="316" y="550"/>
                      <a:pt x="348" y="522"/>
                    </a:cubicBezTo>
                    <a:cubicBezTo>
                      <a:pt x="364" y="506"/>
                      <a:pt x="354" y="479"/>
                      <a:pt x="326" y="474"/>
                    </a:cubicBezTo>
                    <a:lnTo>
                      <a:pt x="326" y="474"/>
                    </a:lnTo>
                    <a:lnTo>
                      <a:pt x="332" y="479"/>
                    </a:lnTo>
                    <a:lnTo>
                      <a:pt x="185" y="479"/>
                    </a:lnTo>
                    <a:cubicBezTo>
                      <a:pt x="152" y="479"/>
                      <a:pt x="120" y="484"/>
                      <a:pt x="93" y="490"/>
                    </a:cubicBezTo>
                    <a:cubicBezTo>
                      <a:pt x="114" y="468"/>
                      <a:pt x="142" y="446"/>
                      <a:pt x="152" y="436"/>
                    </a:cubicBezTo>
                    <a:cubicBezTo>
                      <a:pt x="185" y="397"/>
                      <a:pt x="223" y="354"/>
                      <a:pt x="256" y="316"/>
                    </a:cubicBezTo>
                    <a:cubicBezTo>
                      <a:pt x="305" y="256"/>
                      <a:pt x="370" y="191"/>
                      <a:pt x="370" y="109"/>
                    </a:cubicBezTo>
                    <a:cubicBezTo>
                      <a:pt x="375" y="55"/>
                      <a:pt x="332" y="6"/>
                      <a:pt x="2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0"/>
              <p:cNvSpPr/>
              <p:nvPr/>
            </p:nvSpPr>
            <p:spPr>
              <a:xfrm>
                <a:off x="5432550" y="5054450"/>
                <a:ext cx="1800" cy="1800"/>
              </a:xfrm>
              <a:custGeom>
                <a:rect b="b" l="l" r="r" t="t"/>
                <a:pathLst>
                  <a:path extrusionOk="0" h="72" w="72">
                    <a:moveTo>
                      <a:pt x="39" y="1"/>
                    </a:moveTo>
                    <a:cubicBezTo>
                      <a:pt x="22" y="1"/>
                      <a:pt x="6" y="6"/>
                      <a:pt x="1" y="22"/>
                    </a:cubicBezTo>
                    <a:cubicBezTo>
                      <a:pt x="1" y="39"/>
                      <a:pt x="6" y="55"/>
                      <a:pt x="22" y="60"/>
                    </a:cubicBezTo>
                    <a:cubicBezTo>
                      <a:pt x="28" y="66"/>
                      <a:pt x="39" y="71"/>
                      <a:pt x="55" y="71"/>
                    </a:cubicBezTo>
                    <a:cubicBezTo>
                      <a:pt x="66" y="66"/>
                      <a:pt x="71" y="55"/>
                      <a:pt x="71" y="44"/>
                    </a:cubicBezTo>
                    <a:cubicBezTo>
                      <a:pt x="71" y="39"/>
                      <a:pt x="71" y="33"/>
                      <a:pt x="71" y="28"/>
                    </a:cubicBezTo>
                    <a:cubicBezTo>
                      <a:pt x="66" y="17"/>
                      <a:pt x="61" y="12"/>
                      <a:pt x="50" y="6"/>
                    </a:cubicBezTo>
                    <a:lnTo>
                      <a:pt x="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0"/>
              <p:cNvSpPr/>
              <p:nvPr/>
            </p:nvSpPr>
            <p:spPr>
              <a:xfrm>
                <a:off x="5435550" y="5018250"/>
                <a:ext cx="46350" cy="51525"/>
              </a:xfrm>
              <a:custGeom>
                <a:rect b="b" l="l" r="r" t="t"/>
                <a:pathLst>
                  <a:path extrusionOk="0" h="2061" w="1854">
                    <a:moveTo>
                      <a:pt x="1444" y="0"/>
                    </a:moveTo>
                    <a:cubicBezTo>
                      <a:pt x="1439" y="0"/>
                      <a:pt x="1434" y="2"/>
                      <a:pt x="1430" y="8"/>
                    </a:cubicBezTo>
                    <a:cubicBezTo>
                      <a:pt x="1338" y="188"/>
                      <a:pt x="1256" y="372"/>
                      <a:pt x="1174" y="557"/>
                    </a:cubicBezTo>
                    <a:cubicBezTo>
                      <a:pt x="1155" y="560"/>
                      <a:pt x="1138" y="561"/>
                      <a:pt x="1120" y="561"/>
                    </a:cubicBezTo>
                    <a:cubicBezTo>
                      <a:pt x="1102" y="561"/>
                      <a:pt x="1085" y="560"/>
                      <a:pt x="1066" y="557"/>
                    </a:cubicBezTo>
                    <a:cubicBezTo>
                      <a:pt x="1001" y="552"/>
                      <a:pt x="935" y="535"/>
                      <a:pt x="875" y="519"/>
                    </a:cubicBezTo>
                    <a:cubicBezTo>
                      <a:pt x="827" y="497"/>
                      <a:pt x="772" y="487"/>
                      <a:pt x="718" y="487"/>
                    </a:cubicBezTo>
                    <a:cubicBezTo>
                      <a:pt x="662" y="494"/>
                      <a:pt x="606" y="500"/>
                      <a:pt x="549" y="500"/>
                    </a:cubicBezTo>
                    <a:cubicBezTo>
                      <a:pt x="527" y="500"/>
                      <a:pt x="506" y="499"/>
                      <a:pt x="484" y="497"/>
                    </a:cubicBezTo>
                    <a:lnTo>
                      <a:pt x="234" y="497"/>
                    </a:lnTo>
                    <a:cubicBezTo>
                      <a:pt x="201" y="497"/>
                      <a:pt x="163" y="503"/>
                      <a:pt x="125" y="508"/>
                    </a:cubicBezTo>
                    <a:cubicBezTo>
                      <a:pt x="93" y="514"/>
                      <a:pt x="60" y="535"/>
                      <a:pt x="28" y="535"/>
                    </a:cubicBezTo>
                    <a:cubicBezTo>
                      <a:pt x="0" y="541"/>
                      <a:pt x="0" y="584"/>
                      <a:pt x="28" y="584"/>
                    </a:cubicBezTo>
                    <a:cubicBezTo>
                      <a:pt x="63" y="587"/>
                      <a:pt x="101" y="587"/>
                      <a:pt x="139" y="587"/>
                    </a:cubicBezTo>
                    <a:cubicBezTo>
                      <a:pt x="177" y="587"/>
                      <a:pt x="215" y="587"/>
                      <a:pt x="250" y="590"/>
                    </a:cubicBezTo>
                    <a:cubicBezTo>
                      <a:pt x="337" y="595"/>
                      <a:pt x="430" y="595"/>
                      <a:pt x="517" y="595"/>
                    </a:cubicBezTo>
                    <a:cubicBezTo>
                      <a:pt x="530" y="596"/>
                      <a:pt x="543" y="597"/>
                      <a:pt x="556" y="597"/>
                    </a:cubicBezTo>
                    <a:cubicBezTo>
                      <a:pt x="614" y="597"/>
                      <a:pt x="672" y="588"/>
                      <a:pt x="734" y="579"/>
                    </a:cubicBezTo>
                    <a:cubicBezTo>
                      <a:pt x="769" y="573"/>
                      <a:pt x="806" y="571"/>
                      <a:pt x="844" y="571"/>
                    </a:cubicBezTo>
                    <a:cubicBezTo>
                      <a:pt x="881" y="571"/>
                      <a:pt x="919" y="573"/>
                      <a:pt x="957" y="579"/>
                    </a:cubicBezTo>
                    <a:cubicBezTo>
                      <a:pt x="1022" y="590"/>
                      <a:pt x="1093" y="595"/>
                      <a:pt x="1158" y="595"/>
                    </a:cubicBezTo>
                    <a:cubicBezTo>
                      <a:pt x="1104" y="726"/>
                      <a:pt x="1044" y="856"/>
                      <a:pt x="990" y="987"/>
                    </a:cubicBezTo>
                    <a:cubicBezTo>
                      <a:pt x="919" y="1139"/>
                      <a:pt x="854" y="1286"/>
                      <a:pt x="783" y="1432"/>
                    </a:cubicBezTo>
                    <a:cubicBezTo>
                      <a:pt x="696" y="1432"/>
                      <a:pt x="593" y="1389"/>
                      <a:pt x="517" y="1378"/>
                    </a:cubicBezTo>
                    <a:cubicBezTo>
                      <a:pt x="457" y="1378"/>
                      <a:pt x="397" y="1383"/>
                      <a:pt x="332" y="1389"/>
                    </a:cubicBezTo>
                    <a:cubicBezTo>
                      <a:pt x="250" y="1400"/>
                      <a:pt x="163" y="1400"/>
                      <a:pt x="82" y="1405"/>
                    </a:cubicBezTo>
                    <a:cubicBezTo>
                      <a:pt x="55" y="1411"/>
                      <a:pt x="55" y="1449"/>
                      <a:pt x="82" y="1449"/>
                    </a:cubicBezTo>
                    <a:cubicBezTo>
                      <a:pt x="133" y="1455"/>
                      <a:pt x="186" y="1458"/>
                      <a:pt x="238" y="1458"/>
                    </a:cubicBezTo>
                    <a:cubicBezTo>
                      <a:pt x="275" y="1458"/>
                      <a:pt x="312" y="1456"/>
                      <a:pt x="348" y="1454"/>
                    </a:cubicBezTo>
                    <a:cubicBezTo>
                      <a:pt x="392" y="1449"/>
                      <a:pt x="435" y="1443"/>
                      <a:pt x="479" y="1443"/>
                    </a:cubicBezTo>
                    <a:cubicBezTo>
                      <a:pt x="528" y="1449"/>
                      <a:pt x="577" y="1460"/>
                      <a:pt x="620" y="1470"/>
                    </a:cubicBezTo>
                    <a:cubicBezTo>
                      <a:pt x="663" y="1481"/>
                      <a:pt x="712" y="1481"/>
                      <a:pt x="756" y="1481"/>
                    </a:cubicBezTo>
                    <a:cubicBezTo>
                      <a:pt x="723" y="1552"/>
                      <a:pt x="685" y="1617"/>
                      <a:pt x="653" y="1693"/>
                    </a:cubicBezTo>
                    <a:cubicBezTo>
                      <a:pt x="625" y="1742"/>
                      <a:pt x="604" y="1802"/>
                      <a:pt x="604" y="1862"/>
                    </a:cubicBezTo>
                    <a:cubicBezTo>
                      <a:pt x="604" y="1865"/>
                      <a:pt x="609" y="1868"/>
                      <a:pt x="614" y="1868"/>
                    </a:cubicBezTo>
                    <a:cubicBezTo>
                      <a:pt x="617" y="1868"/>
                      <a:pt x="620" y="1866"/>
                      <a:pt x="620" y="1862"/>
                    </a:cubicBezTo>
                    <a:cubicBezTo>
                      <a:pt x="620" y="1780"/>
                      <a:pt x="685" y="1693"/>
                      <a:pt x="718" y="1623"/>
                    </a:cubicBezTo>
                    <a:cubicBezTo>
                      <a:pt x="740" y="1574"/>
                      <a:pt x="767" y="1525"/>
                      <a:pt x="794" y="1476"/>
                    </a:cubicBezTo>
                    <a:cubicBezTo>
                      <a:pt x="827" y="1476"/>
                      <a:pt x="859" y="1460"/>
                      <a:pt x="886" y="1438"/>
                    </a:cubicBezTo>
                    <a:cubicBezTo>
                      <a:pt x="896" y="1428"/>
                      <a:pt x="889" y="1415"/>
                      <a:pt x="876" y="1415"/>
                    </a:cubicBezTo>
                    <a:cubicBezTo>
                      <a:pt x="874" y="1415"/>
                      <a:pt x="872" y="1415"/>
                      <a:pt x="870" y="1416"/>
                    </a:cubicBezTo>
                    <a:cubicBezTo>
                      <a:pt x="854" y="1427"/>
                      <a:pt x="837" y="1427"/>
                      <a:pt x="821" y="1432"/>
                    </a:cubicBezTo>
                    <a:cubicBezTo>
                      <a:pt x="821" y="1421"/>
                      <a:pt x="827" y="1416"/>
                      <a:pt x="832" y="1405"/>
                    </a:cubicBezTo>
                    <a:cubicBezTo>
                      <a:pt x="903" y="1258"/>
                      <a:pt x="973" y="1101"/>
                      <a:pt x="1044" y="949"/>
                    </a:cubicBezTo>
                    <a:cubicBezTo>
                      <a:pt x="1093" y="829"/>
                      <a:pt x="1147" y="709"/>
                      <a:pt x="1196" y="590"/>
                    </a:cubicBezTo>
                    <a:cubicBezTo>
                      <a:pt x="1254" y="586"/>
                      <a:pt x="1312" y="582"/>
                      <a:pt x="1369" y="582"/>
                    </a:cubicBezTo>
                    <a:cubicBezTo>
                      <a:pt x="1393" y="582"/>
                      <a:pt x="1417" y="583"/>
                      <a:pt x="1441" y="584"/>
                    </a:cubicBezTo>
                    <a:cubicBezTo>
                      <a:pt x="1484" y="584"/>
                      <a:pt x="1533" y="595"/>
                      <a:pt x="1588" y="601"/>
                    </a:cubicBezTo>
                    <a:cubicBezTo>
                      <a:pt x="1517" y="758"/>
                      <a:pt x="1457" y="921"/>
                      <a:pt x="1386" y="1074"/>
                    </a:cubicBezTo>
                    <a:cubicBezTo>
                      <a:pt x="1343" y="1182"/>
                      <a:pt x="1294" y="1286"/>
                      <a:pt x="1251" y="1389"/>
                    </a:cubicBezTo>
                    <a:cubicBezTo>
                      <a:pt x="1218" y="1389"/>
                      <a:pt x="1185" y="1383"/>
                      <a:pt x="1147" y="1383"/>
                    </a:cubicBezTo>
                    <a:cubicBezTo>
                      <a:pt x="1120" y="1389"/>
                      <a:pt x="1120" y="1427"/>
                      <a:pt x="1147" y="1432"/>
                    </a:cubicBezTo>
                    <a:lnTo>
                      <a:pt x="1234" y="1432"/>
                    </a:lnTo>
                    <a:cubicBezTo>
                      <a:pt x="1213" y="1476"/>
                      <a:pt x="1196" y="1525"/>
                      <a:pt x="1180" y="1568"/>
                    </a:cubicBezTo>
                    <a:cubicBezTo>
                      <a:pt x="1142" y="1661"/>
                      <a:pt x="1109" y="1748"/>
                      <a:pt x="1077" y="1840"/>
                    </a:cubicBezTo>
                    <a:cubicBezTo>
                      <a:pt x="1049" y="1911"/>
                      <a:pt x="1028" y="1981"/>
                      <a:pt x="1011" y="2052"/>
                    </a:cubicBezTo>
                    <a:cubicBezTo>
                      <a:pt x="1011" y="2057"/>
                      <a:pt x="1014" y="2060"/>
                      <a:pt x="1017" y="2060"/>
                    </a:cubicBezTo>
                    <a:cubicBezTo>
                      <a:pt x="1020" y="2060"/>
                      <a:pt x="1022" y="2057"/>
                      <a:pt x="1022" y="2052"/>
                    </a:cubicBezTo>
                    <a:cubicBezTo>
                      <a:pt x="1044" y="1981"/>
                      <a:pt x="1082" y="1916"/>
                      <a:pt x="1109" y="1845"/>
                    </a:cubicBezTo>
                    <a:cubicBezTo>
                      <a:pt x="1142" y="1758"/>
                      <a:pt x="1180" y="1666"/>
                      <a:pt x="1213" y="1574"/>
                    </a:cubicBezTo>
                    <a:cubicBezTo>
                      <a:pt x="1229" y="1525"/>
                      <a:pt x="1245" y="1481"/>
                      <a:pt x="1267" y="1432"/>
                    </a:cubicBezTo>
                    <a:cubicBezTo>
                      <a:pt x="1338" y="1440"/>
                      <a:pt x="1408" y="1445"/>
                      <a:pt x="1478" y="1445"/>
                    </a:cubicBezTo>
                    <a:cubicBezTo>
                      <a:pt x="1548" y="1445"/>
                      <a:pt x="1617" y="1440"/>
                      <a:pt x="1685" y="1432"/>
                    </a:cubicBezTo>
                    <a:cubicBezTo>
                      <a:pt x="1696" y="1427"/>
                      <a:pt x="1696" y="1411"/>
                      <a:pt x="1685" y="1405"/>
                    </a:cubicBezTo>
                    <a:cubicBezTo>
                      <a:pt x="1626" y="1397"/>
                      <a:pt x="1563" y="1392"/>
                      <a:pt x="1502" y="1392"/>
                    </a:cubicBezTo>
                    <a:cubicBezTo>
                      <a:pt x="1479" y="1392"/>
                      <a:pt x="1457" y="1393"/>
                      <a:pt x="1435" y="1394"/>
                    </a:cubicBezTo>
                    <a:cubicBezTo>
                      <a:pt x="1386" y="1394"/>
                      <a:pt x="1332" y="1389"/>
                      <a:pt x="1283" y="1383"/>
                    </a:cubicBezTo>
                    <a:cubicBezTo>
                      <a:pt x="1332" y="1269"/>
                      <a:pt x="1386" y="1155"/>
                      <a:pt x="1435" y="1041"/>
                    </a:cubicBezTo>
                    <a:cubicBezTo>
                      <a:pt x="1506" y="894"/>
                      <a:pt x="1555" y="742"/>
                      <a:pt x="1615" y="595"/>
                    </a:cubicBezTo>
                    <a:cubicBezTo>
                      <a:pt x="1628" y="597"/>
                      <a:pt x="1641" y="599"/>
                      <a:pt x="1655" y="599"/>
                    </a:cubicBezTo>
                    <a:cubicBezTo>
                      <a:pt x="1706" y="599"/>
                      <a:pt x="1755" y="582"/>
                      <a:pt x="1794" y="552"/>
                    </a:cubicBezTo>
                    <a:cubicBezTo>
                      <a:pt x="1808" y="538"/>
                      <a:pt x="1795" y="517"/>
                      <a:pt x="1780" y="517"/>
                    </a:cubicBezTo>
                    <a:cubicBezTo>
                      <a:pt x="1778" y="517"/>
                      <a:pt x="1775" y="517"/>
                      <a:pt x="1772" y="519"/>
                    </a:cubicBezTo>
                    <a:cubicBezTo>
                      <a:pt x="1736" y="542"/>
                      <a:pt x="1696" y="553"/>
                      <a:pt x="1655" y="553"/>
                    </a:cubicBezTo>
                    <a:cubicBezTo>
                      <a:pt x="1647" y="553"/>
                      <a:pt x="1639" y="553"/>
                      <a:pt x="1631" y="552"/>
                    </a:cubicBezTo>
                    <a:cubicBezTo>
                      <a:pt x="1696" y="383"/>
                      <a:pt x="1767" y="215"/>
                      <a:pt x="1854" y="57"/>
                    </a:cubicBezTo>
                    <a:cubicBezTo>
                      <a:pt x="1854" y="53"/>
                      <a:pt x="1851" y="49"/>
                      <a:pt x="1848" y="49"/>
                    </a:cubicBezTo>
                    <a:cubicBezTo>
                      <a:pt x="1846" y="49"/>
                      <a:pt x="1845" y="50"/>
                      <a:pt x="1843" y="52"/>
                    </a:cubicBezTo>
                    <a:lnTo>
                      <a:pt x="1838" y="63"/>
                    </a:lnTo>
                    <a:cubicBezTo>
                      <a:pt x="1745" y="220"/>
                      <a:pt x="1669" y="389"/>
                      <a:pt x="1604" y="557"/>
                    </a:cubicBezTo>
                    <a:lnTo>
                      <a:pt x="1555" y="557"/>
                    </a:lnTo>
                    <a:cubicBezTo>
                      <a:pt x="1479" y="546"/>
                      <a:pt x="1408" y="541"/>
                      <a:pt x="1332" y="541"/>
                    </a:cubicBezTo>
                    <a:cubicBezTo>
                      <a:pt x="1294" y="546"/>
                      <a:pt x="1251" y="546"/>
                      <a:pt x="1213" y="552"/>
                    </a:cubicBezTo>
                    <a:cubicBezTo>
                      <a:pt x="1289" y="378"/>
                      <a:pt x="1370" y="193"/>
                      <a:pt x="1457" y="19"/>
                    </a:cubicBezTo>
                    <a:cubicBezTo>
                      <a:pt x="1461" y="8"/>
                      <a:pt x="1453" y="0"/>
                      <a:pt x="1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0"/>
              <p:cNvSpPr/>
              <p:nvPr/>
            </p:nvSpPr>
            <p:spPr>
              <a:xfrm>
                <a:off x="5421625" y="5064325"/>
                <a:ext cx="9600" cy="14375"/>
              </a:xfrm>
              <a:custGeom>
                <a:rect b="b" l="l" r="r" t="t"/>
                <a:pathLst>
                  <a:path extrusionOk="0" h="575" w="384">
                    <a:moveTo>
                      <a:pt x="212" y="1"/>
                    </a:moveTo>
                    <a:cubicBezTo>
                      <a:pt x="148" y="1"/>
                      <a:pt x="76" y="36"/>
                      <a:pt x="25" y="62"/>
                    </a:cubicBezTo>
                    <a:cubicBezTo>
                      <a:pt x="0" y="72"/>
                      <a:pt x="15" y="113"/>
                      <a:pt x="38" y="113"/>
                    </a:cubicBezTo>
                    <a:cubicBezTo>
                      <a:pt x="41" y="113"/>
                      <a:pt x="44" y="112"/>
                      <a:pt x="46" y="111"/>
                    </a:cubicBezTo>
                    <a:cubicBezTo>
                      <a:pt x="80" y="98"/>
                      <a:pt x="148" y="65"/>
                      <a:pt x="201" y="65"/>
                    </a:cubicBezTo>
                    <a:cubicBezTo>
                      <a:pt x="233" y="65"/>
                      <a:pt x="259" y="77"/>
                      <a:pt x="269" y="111"/>
                    </a:cubicBezTo>
                    <a:cubicBezTo>
                      <a:pt x="280" y="149"/>
                      <a:pt x="253" y="214"/>
                      <a:pt x="253" y="258"/>
                    </a:cubicBezTo>
                    <a:cubicBezTo>
                      <a:pt x="253" y="323"/>
                      <a:pt x="280" y="367"/>
                      <a:pt x="242" y="426"/>
                    </a:cubicBezTo>
                    <a:cubicBezTo>
                      <a:pt x="242" y="431"/>
                      <a:pt x="174" y="505"/>
                      <a:pt x="146" y="505"/>
                    </a:cubicBezTo>
                    <a:cubicBezTo>
                      <a:pt x="143" y="505"/>
                      <a:pt x="141" y="504"/>
                      <a:pt x="139" y="503"/>
                    </a:cubicBezTo>
                    <a:cubicBezTo>
                      <a:pt x="134" y="498"/>
                      <a:pt x="127" y="495"/>
                      <a:pt x="120" y="495"/>
                    </a:cubicBezTo>
                    <a:cubicBezTo>
                      <a:pt x="112" y="495"/>
                      <a:pt x="104" y="499"/>
                      <a:pt x="101" y="508"/>
                    </a:cubicBezTo>
                    <a:cubicBezTo>
                      <a:pt x="101" y="513"/>
                      <a:pt x="101" y="513"/>
                      <a:pt x="101" y="519"/>
                    </a:cubicBezTo>
                    <a:cubicBezTo>
                      <a:pt x="90" y="530"/>
                      <a:pt x="95" y="546"/>
                      <a:pt x="106" y="557"/>
                    </a:cubicBezTo>
                    <a:cubicBezTo>
                      <a:pt x="118" y="569"/>
                      <a:pt x="132" y="574"/>
                      <a:pt x="147" y="574"/>
                    </a:cubicBezTo>
                    <a:cubicBezTo>
                      <a:pt x="184" y="574"/>
                      <a:pt x="224" y="542"/>
                      <a:pt x="247" y="519"/>
                    </a:cubicBezTo>
                    <a:cubicBezTo>
                      <a:pt x="286" y="492"/>
                      <a:pt x="313" y="448"/>
                      <a:pt x="324" y="405"/>
                    </a:cubicBezTo>
                    <a:cubicBezTo>
                      <a:pt x="334" y="367"/>
                      <a:pt x="329" y="323"/>
                      <a:pt x="318" y="285"/>
                    </a:cubicBezTo>
                    <a:cubicBezTo>
                      <a:pt x="302" y="209"/>
                      <a:pt x="383" y="100"/>
                      <a:pt x="302" y="35"/>
                    </a:cubicBezTo>
                    <a:lnTo>
                      <a:pt x="296" y="30"/>
                    </a:lnTo>
                    <a:cubicBezTo>
                      <a:pt x="272" y="9"/>
                      <a:pt x="243" y="1"/>
                      <a:pt x="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0"/>
              <p:cNvSpPr/>
              <p:nvPr/>
            </p:nvSpPr>
            <p:spPr>
              <a:xfrm>
                <a:off x="5433225" y="5074425"/>
                <a:ext cx="975" cy="850"/>
              </a:xfrm>
              <a:custGeom>
                <a:rect b="b" l="l" r="r" t="t"/>
                <a:pathLst>
                  <a:path extrusionOk="0" h="34" w="39">
                    <a:moveTo>
                      <a:pt x="23" y="1"/>
                    </a:moveTo>
                    <a:cubicBezTo>
                      <a:pt x="1" y="1"/>
                      <a:pt x="1" y="28"/>
                      <a:pt x="23" y="33"/>
                    </a:cubicBezTo>
                    <a:cubicBezTo>
                      <a:pt x="39" y="28"/>
                      <a:pt x="39"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0"/>
              <p:cNvSpPr/>
              <p:nvPr/>
            </p:nvSpPr>
            <p:spPr>
              <a:xfrm>
                <a:off x="5439225" y="5073000"/>
                <a:ext cx="41125" cy="3500"/>
              </a:xfrm>
              <a:custGeom>
                <a:rect b="b" l="l" r="r" t="t"/>
                <a:pathLst>
                  <a:path extrusionOk="0" h="140" w="1645">
                    <a:moveTo>
                      <a:pt x="1610" y="1"/>
                    </a:moveTo>
                    <a:cubicBezTo>
                      <a:pt x="1607" y="1"/>
                      <a:pt x="1602" y="2"/>
                      <a:pt x="1598" y="3"/>
                    </a:cubicBezTo>
                    <a:lnTo>
                      <a:pt x="1604" y="3"/>
                    </a:lnTo>
                    <a:cubicBezTo>
                      <a:pt x="1538" y="31"/>
                      <a:pt x="1468" y="41"/>
                      <a:pt x="1397" y="41"/>
                    </a:cubicBezTo>
                    <a:cubicBezTo>
                      <a:pt x="1334" y="41"/>
                      <a:pt x="1267" y="24"/>
                      <a:pt x="1203" y="24"/>
                    </a:cubicBezTo>
                    <a:cubicBezTo>
                      <a:pt x="1195" y="24"/>
                      <a:pt x="1188" y="24"/>
                      <a:pt x="1180" y="25"/>
                    </a:cubicBezTo>
                    <a:cubicBezTo>
                      <a:pt x="1062" y="35"/>
                      <a:pt x="953" y="98"/>
                      <a:pt x="836" y="98"/>
                    </a:cubicBezTo>
                    <a:cubicBezTo>
                      <a:pt x="824" y="98"/>
                      <a:pt x="812" y="97"/>
                      <a:pt x="799" y="96"/>
                    </a:cubicBezTo>
                    <a:cubicBezTo>
                      <a:pt x="767" y="96"/>
                      <a:pt x="734" y="90"/>
                      <a:pt x="701" y="79"/>
                    </a:cubicBezTo>
                    <a:cubicBezTo>
                      <a:pt x="669" y="69"/>
                      <a:pt x="636" y="52"/>
                      <a:pt x="609" y="41"/>
                    </a:cubicBezTo>
                    <a:cubicBezTo>
                      <a:pt x="577" y="35"/>
                      <a:pt x="545" y="32"/>
                      <a:pt x="513" y="32"/>
                    </a:cubicBezTo>
                    <a:cubicBezTo>
                      <a:pt x="491" y="32"/>
                      <a:pt x="468" y="34"/>
                      <a:pt x="446" y="36"/>
                    </a:cubicBezTo>
                    <a:cubicBezTo>
                      <a:pt x="375" y="36"/>
                      <a:pt x="299" y="47"/>
                      <a:pt x="228" y="47"/>
                    </a:cubicBezTo>
                    <a:cubicBezTo>
                      <a:pt x="152" y="47"/>
                      <a:pt x="98" y="69"/>
                      <a:pt x="33" y="69"/>
                    </a:cubicBezTo>
                    <a:cubicBezTo>
                      <a:pt x="0" y="69"/>
                      <a:pt x="0" y="112"/>
                      <a:pt x="33" y="112"/>
                    </a:cubicBezTo>
                    <a:cubicBezTo>
                      <a:pt x="43" y="113"/>
                      <a:pt x="53" y="113"/>
                      <a:pt x="63" y="113"/>
                    </a:cubicBezTo>
                    <a:cubicBezTo>
                      <a:pt x="122" y="113"/>
                      <a:pt x="179" y="101"/>
                      <a:pt x="239" y="101"/>
                    </a:cubicBezTo>
                    <a:cubicBezTo>
                      <a:pt x="310" y="101"/>
                      <a:pt x="381" y="96"/>
                      <a:pt x="451" y="79"/>
                    </a:cubicBezTo>
                    <a:cubicBezTo>
                      <a:pt x="500" y="63"/>
                      <a:pt x="549" y="58"/>
                      <a:pt x="603" y="58"/>
                    </a:cubicBezTo>
                    <a:cubicBezTo>
                      <a:pt x="636" y="69"/>
                      <a:pt x="663" y="79"/>
                      <a:pt x="696" y="96"/>
                    </a:cubicBezTo>
                    <a:cubicBezTo>
                      <a:pt x="750" y="117"/>
                      <a:pt x="810" y="128"/>
                      <a:pt x="870" y="139"/>
                    </a:cubicBezTo>
                    <a:cubicBezTo>
                      <a:pt x="935" y="134"/>
                      <a:pt x="995" y="123"/>
                      <a:pt x="1060" y="107"/>
                    </a:cubicBezTo>
                    <a:cubicBezTo>
                      <a:pt x="1093" y="101"/>
                      <a:pt x="1120" y="96"/>
                      <a:pt x="1152" y="90"/>
                    </a:cubicBezTo>
                    <a:cubicBezTo>
                      <a:pt x="1201" y="90"/>
                      <a:pt x="1256" y="96"/>
                      <a:pt x="1305" y="107"/>
                    </a:cubicBezTo>
                    <a:cubicBezTo>
                      <a:pt x="1335" y="110"/>
                      <a:pt x="1374" y="114"/>
                      <a:pt x="1415" y="114"/>
                    </a:cubicBezTo>
                    <a:cubicBezTo>
                      <a:pt x="1496" y="114"/>
                      <a:pt x="1584" y="99"/>
                      <a:pt x="1631" y="41"/>
                    </a:cubicBezTo>
                    <a:cubicBezTo>
                      <a:pt x="1645" y="23"/>
                      <a:pt x="1631" y="1"/>
                      <a:pt x="16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0"/>
              <p:cNvSpPr/>
              <p:nvPr/>
            </p:nvSpPr>
            <p:spPr>
              <a:xfrm>
                <a:off x="5409425" y="5098150"/>
                <a:ext cx="3725" cy="6000"/>
              </a:xfrm>
              <a:custGeom>
                <a:rect b="b" l="l" r="r" t="t"/>
                <a:pathLst>
                  <a:path extrusionOk="0" h="240" w="149">
                    <a:moveTo>
                      <a:pt x="43" y="0"/>
                    </a:moveTo>
                    <a:cubicBezTo>
                      <a:pt x="22" y="0"/>
                      <a:pt x="1" y="23"/>
                      <a:pt x="13" y="46"/>
                    </a:cubicBezTo>
                    <a:cubicBezTo>
                      <a:pt x="34" y="90"/>
                      <a:pt x="45" y="139"/>
                      <a:pt x="56" y="188"/>
                    </a:cubicBezTo>
                    <a:cubicBezTo>
                      <a:pt x="56" y="219"/>
                      <a:pt x="82" y="240"/>
                      <a:pt x="109" y="240"/>
                    </a:cubicBezTo>
                    <a:cubicBezTo>
                      <a:pt x="115" y="240"/>
                      <a:pt x="121" y="239"/>
                      <a:pt x="127" y="237"/>
                    </a:cubicBezTo>
                    <a:cubicBezTo>
                      <a:pt x="143" y="231"/>
                      <a:pt x="148" y="215"/>
                      <a:pt x="143" y="204"/>
                    </a:cubicBezTo>
                    <a:cubicBezTo>
                      <a:pt x="132" y="177"/>
                      <a:pt x="121" y="155"/>
                      <a:pt x="121" y="128"/>
                    </a:cubicBezTo>
                    <a:cubicBezTo>
                      <a:pt x="105" y="85"/>
                      <a:pt x="89" y="52"/>
                      <a:pt x="67" y="14"/>
                    </a:cubicBezTo>
                    <a:cubicBezTo>
                      <a:pt x="61" y="4"/>
                      <a:pt x="52" y="0"/>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0"/>
              <p:cNvSpPr/>
              <p:nvPr/>
            </p:nvSpPr>
            <p:spPr>
              <a:xfrm>
                <a:off x="5413950" y="5097675"/>
                <a:ext cx="4050" cy="6550"/>
              </a:xfrm>
              <a:custGeom>
                <a:rect b="b" l="l" r="r" t="t"/>
                <a:pathLst>
                  <a:path extrusionOk="0" h="262" w="162">
                    <a:moveTo>
                      <a:pt x="58" y="0"/>
                    </a:moveTo>
                    <a:cubicBezTo>
                      <a:pt x="33" y="0"/>
                      <a:pt x="12" y="35"/>
                      <a:pt x="33" y="60"/>
                    </a:cubicBezTo>
                    <a:cubicBezTo>
                      <a:pt x="92" y="114"/>
                      <a:pt x="0" y="239"/>
                      <a:pt x="109" y="261"/>
                    </a:cubicBezTo>
                    <a:cubicBezTo>
                      <a:pt x="111" y="261"/>
                      <a:pt x="113" y="262"/>
                      <a:pt x="115" y="262"/>
                    </a:cubicBezTo>
                    <a:cubicBezTo>
                      <a:pt x="144" y="262"/>
                      <a:pt x="162" y="227"/>
                      <a:pt x="141" y="201"/>
                    </a:cubicBezTo>
                    <a:lnTo>
                      <a:pt x="141" y="201"/>
                    </a:lnTo>
                    <a:lnTo>
                      <a:pt x="141" y="207"/>
                    </a:lnTo>
                    <a:cubicBezTo>
                      <a:pt x="120" y="190"/>
                      <a:pt x="130" y="142"/>
                      <a:pt x="130" y="114"/>
                    </a:cubicBezTo>
                    <a:cubicBezTo>
                      <a:pt x="125" y="76"/>
                      <a:pt x="109" y="38"/>
                      <a:pt x="82" y="11"/>
                    </a:cubicBezTo>
                    <a:cubicBezTo>
                      <a:pt x="74" y="4"/>
                      <a:pt x="66"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0"/>
              <p:cNvSpPr/>
              <p:nvPr/>
            </p:nvSpPr>
            <p:spPr>
              <a:xfrm>
                <a:off x="5418825" y="5098375"/>
                <a:ext cx="3150" cy="5900"/>
              </a:xfrm>
              <a:custGeom>
                <a:rect b="b" l="l" r="r" t="t"/>
                <a:pathLst>
                  <a:path extrusionOk="0" h="236" w="126">
                    <a:moveTo>
                      <a:pt x="47" y="1"/>
                    </a:moveTo>
                    <a:cubicBezTo>
                      <a:pt x="29" y="1"/>
                      <a:pt x="12" y="13"/>
                      <a:pt x="12" y="37"/>
                    </a:cubicBezTo>
                    <a:cubicBezTo>
                      <a:pt x="6" y="76"/>
                      <a:pt x="1" y="114"/>
                      <a:pt x="1" y="152"/>
                    </a:cubicBezTo>
                    <a:cubicBezTo>
                      <a:pt x="1" y="185"/>
                      <a:pt x="22" y="236"/>
                      <a:pt x="61" y="236"/>
                    </a:cubicBezTo>
                    <a:cubicBezTo>
                      <a:pt x="66" y="236"/>
                      <a:pt x="71" y="235"/>
                      <a:pt x="77" y="233"/>
                    </a:cubicBezTo>
                    <a:cubicBezTo>
                      <a:pt x="126" y="222"/>
                      <a:pt x="88" y="179"/>
                      <a:pt x="82" y="152"/>
                    </a:cubicBezTo>
                    <a:cubicBezTo>
                      <a:pt x="82" y="114"/>
                      <a:pt x="82" y="76"/>
                      <a:pt x="82" y="37"/>
                    </a:cubicBezTo>
                    <a:cubicBezTo>
                      <a:pt x="82" y="13"/>
                      <a:pt x="65" y="1"/>
                      <a:pt x="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0"/>
              <p:cNvSpPr/>
              <p:nvPr/>
            </p:nvSpPr>
            <p:spPr>
              <a:xfrm>
                <a:off x="5422675" y="5099275"/>
                <a:ext cx="3375" cy="5300"/>
              </a:xfrm>
              <a:custGeom>
                <a:rect b="b" l="l" r="r" t="t"/>
                <a:pathLst>
                  <a:path extrusionOk="0" h="212" w="135">
                    <a:moveTo>
                      <a:pt x="52" y="1"/>
                    </a:moveTo>
                    <a:cubicBezTo>
                      <a:pt x="23" y="1"/>
                      <a:pt x="0" y="36"/>
                      <a:pt x="21" y="61"/>
                    </a:cubicBezTo>
                    <a:cubicBezTo>
                      <a:pt x="15" y="88"/>
                      <a:pt x="21" y="116"/>
                      <a:pt x="26" y="143"/>
                    </a:cubicBezTo>
                    <a:cubicBezTo>
                      <a:pt x="37" y="165"/>
                      <a:pt x="53" y="192"/>
                      <a:pt x="80" y="208"/>
                    </a:cubicBezTo>
                    <a:cubicBezTo>
                      <a:pt x="84" y="210"/>
                      <a:pt x="89" y="211"/>
                      <a:pt x="94" y="211"/>
                    </a:cubicBezTo>
                    <a:cubicBezTo>
                      <a:pt x="103" y="211"/>
                      <a:pt x="112" y="207"/>
                      <a:pt x="119" y="197"/>
                    </a:cubicBezTo>
                    <a:cubicBezTo>
                      <a:pt x="135" y="170"/>
                      <a:pt x="119" y="143"/>
                      <a:pt x="108" y="116"/>
                    </a:cubicBezTo>
                    <a:lnTo>
                      <a:pt x="108" y="121"/>
                    </a:lnTo>
                    <a:cubicBezTo>
                      <a:pt x="97" y="88"/>
                      <a:pt x="102" y="61"/>
                      <a:pt x="91" y="29"/>
                    </a:cubicBezTo>
                    <a:cubicBezTo>
                      <a:pt x="86" y="12"/>
                      <a:pt x="75" y="1"/>
                      <a:pt x="59" y="1"/>
                    </a:cubicBezTo>
                    <a:cubicBezTo>
                      <a:pt x="57" y="1"/>
                      <a:pt x="54" y="1"/>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120"/>
            <p:cNvGrpSpPr/>
            <p:nvPr/>
          </p:nvGrpSpPr>
          <p:grpSpPr>
            <a:xfrm>
              <a:off x="4629238" y="4198081"/>
              <a:ext cx="222882" cy="274319"/>
              <a:chOff x="5669425" y="4917200"/>
              <a:chExt cx="116900" cy="145350"/>
            </a:xfrm>
          </p:grpSpPr>
          <p:sp>
            <p:nvSpPr>
              <p:cNvPr id="6007" name="Google Shape;6007;p120"/>
              <p:cNvSpPr/>
              <p:nvPr/>
            </p:nvSpPr>
            <p:spPr>
              <a:xfrm>
                <a:off x="5711125" y="4993325"/>
                <a:ext cx="35775" cy="14325"/>
              </a:xfrm>
              <a:custGeom>
                <a:rect b="b" l="l" r="r" t="t"/>
                <a:pathLst>
                  <a:path extrusionOk="0" h="573" w="1431">
                    <a:moveTo>
                      <a:pt x="84" y="0"/>
                    </a:moveTo>
                    <a:cubicBezTo>
                      <a:pt x="40" y="0"/>
                      <a:pt x="0" y="41"/>
                      <a:pt x="17" y="92"/>
                    </a:cubicBezTo>
                    <a:cubicBezTo>
                      <a:pt x="28" y="141"/>
                      <a:pt x="66" y="179"/>
                      <a:pt x="115" y="195"/>
                    </a:cubicBezTo>
                    <a:lnTo>
                      <a:pt x="142" y="195"/>
                    </a:lnTo>
                    <a:lnTo>
                      <a:pt x="153" y="201"/>
                    </a:lnTo>
                    <a:cubicBezTo>
                      <a:pt x="175" y="212"/>
                      <a:pt x="197" y="217"/>
                      <a:pt x="219" y="222"/>
                    </a:cubicBezTo>
                    <a:cubicBezTo>
                      <a:pt x="219" y="233"/>
                      <a:pt x="219" y="250"/>
                      <a:pt x="219" y="260"/>
                    </a:cubicBezTo>
                    <a:cubicBezTo>
                      <a:pt x="202" y="271"/>
                      <a:pt x="197" y="304"/>
                      <a:pt x="213" y="320"/>
                    </a:cubicBezTo>
                    <a:cubicBezTo>
                      <a:pt x="235" y="337"/>
                      <a:pt x="257" y="353"/>
                      <a:pt x="284" y="364"/>
                    </a:cubicBezTo>
                    <a:cubicBezTo>
                      <a:pt x="295" y="385"/>
                      <a:pt x="311" y="402"/>
                      <a:pt x="327" y="413"/>
                    </a:cubicBezTo>
                    <a:cubicBezTo>
                      <a:pt x="349" y="434"/>
                      <a:pt x="376" y="451"/>
                      <a:pt x="409" y="456"/>
                    </a:cubicBezTo>
                    <a:cubicBezTo>
                      <a:pt x="436" y="467"/>
                      <a:pt x="458" y="483"/>
                      <a:pt x="485" y="489"/>
                    </a:cubicBezTo>
                    <a:cubicBezTo>
                      <a:pt x="539" y="510"/>
                      <a:pt x="594" y="510"/>
                      <a:pt x="648" y="527"/>
                    </a:cubicBezTo>
                    <a:cubicBezTo>
                      <a:pt x="713" y="543"/>
                      <a:pt x="784" y="559"/>
                      <a:pt x="855" y="565"/>
                    </a:cubicBezTo>
                    <a:cubicBezTo>
                      <a:pt x="884" y="570"/>
                      <a:pt x="916" y="573"/>
                      <a:pt x="947" y="573"/>
                    </a:cubicBezTo>
                    <a:cubicBezTo>
                      <a:pt x="978" y="573"/>
                      <a:pt x="1009" y="570"/>
                      <a:pt x="1039" y="565"/>
                    </a:cubicBezTo>
                    <a:cubicBezTo>
                      <a:pt x="1088" y="549"/>
                      <a:pt x="1137" y="521"/>
                      <a:pt x="1175" y="483"/>
                    </a:cubicBezTo>
                    <a:cubicBezTo>
                      <a:pt x="1192" y="462"/>
                      <a:pt x="1208" y="440"/>
                      <a:pt x="1224" y="418"/>
                    </a:cubicBezTo>
                    <a:cubicBezTo>
                      <a:pt x="1240" y="402"/>
                      <a:pt x="1257" y="391"/>
                      <a:pt x="1273" y="375"/>
                    </a:cubicBezTo>
                    <a:cubicBezTo>
                      <a:pt x="1306" y="337"/>
                      <a:pt x="1327" y="288"/>
                      <a:pt x="1327" y="239"/>
                    </a:cubicBezTo>
                    <a:cubicBezTo>
                      <a:pt x="1327" y="233"/>
                      <a:pt x="1327" y="228"/>
                      <a:pt x="1327" y="228"/>
                    </a:cubicBezTo>
                    <a:lnTo>
                      <a:pt x="1333" y="217"/>
                    </a:lnTo>
                    <a:lnTo>
                      <a:pt x="1344" y="217"/>
                    </a:lnTo>
                    <a:cubicBezTo>
                      <a:pt x="1350" y="219"/>
                      <a:pt x="1357" y="220"/>
                      <a:pt x="1364" y="220"/>
                    </a:cubicBezTo>
                    <a:cubicBezTo>
                      <a:pt x="1394" y="220"/>
                      <a:pt x="1422" y="199"/>
                      <a:pt x="1431" y="168"/>
                    </a:cubicBezTo>
                    <a:cubicBezTo>
                      <a:pt x="1431" y="146"/>
                      <a:pt x="1431" y="130"/>
                      <a:pt x="1431" y="108"/>
                    </a:cubicBezTo>
                    <a:lnTo>
                      <a:pt x="1420" y="114"/>
                    </a:lnTo>
                    <a:cubicBezTo>
                      <a:pt x="1414" y="81"/>
                      <a:pt x="1393" y="59"/>
                      <a:pt x="1360" y="54"/>
                    </a:cubicBezTo>
                    <a:cubicBezTo>
                      <a:pt x="1338" y="51"/>
                      <a:pt x="1315" y="50"/>
                      <a:pt x="1292" y="50"/>
                    </a:cubicBezTo>
                    <a:cubicBezTo>
                      <a:pt x="1269" y="50"/>
                      <a:pt x="1246" y="51"/>
                      <a:pt x="1224" y="54"/>
                    </a:cubicBezTo>
                    <a:cubicBezTo>
                      <a:pt x="1164" y="54"/>
                      <a:pt x="1105" y="59"/>
                      <a:pt x="1050" y="65"/>
                    </a:cubicBezTo>
                    <a:cubicBezTo>
                      <a:pt x="1026" y="67"/>
                      <a:pt x="1001" y="68"/>
                      <a:pt x="977" y="68"/>
                    </a:cubicBezTo>
                    <a:cubicBezTo>
                      <a:pt x="876" y="68"/>
                      <a:pt x="776" y="53"/>
                      <a:pt x="675" y="48"/>
                    </a:cubicBezTo>
                    <a:cubicBezTo>
                      <a:pt x="615" y="48"/>
                      <a:pt x="556" y="48"/>
                      <a:pt x="501" y="43"/>
                    </a:cubicBezTo>
                    <a:cubicBezTo>
                      <a:pt x="484" y="42"/>
                      <a:pt x="466" y="41"/>
                      <a:pt x="449" y="41"/>
                    </a:cubicBezTo>
                    <a:cubicBezTo>
                      <a:pt x="401" y="41"/>
                      <a:pt x="355" y="46"/>
                      <a:pt x="311" y="54"/>
                    </a:cubicBezTo>
                    <a:cubicBezTo>
                      <a:pt x="273" y="54"/>
                      <a:pt x="240" y="59"/>
                      <a:pt x="208" y="65"/>
                    </a:cubicBezTo>
                    <a:cubicBezTo>
                      <a:pt x="175" y="48"/>
                      <a:pt x="153" y="27"/>
                      <a:pt x="121" y="10"/>
                    </a:cubicBezTo>
                    <a:cubicBezTo>
                      <a:pt x="109" y="3"/>
                      <a:pt x="96"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0"/>
              <p:cNvSpPr/>
              <p:nvPr/>
            </p:nvSpPr>
            <p:spPr>
              <a:xfrm>
                <a:off x="5721750" y="4976950"/>
                <a:ext cx="14875" cy="12175"/>
              </a:xfrm>
              <a:custGeom>
                <a:rect b="b" l="l" r="r" t="t"/>
                <a:pathLst>
                  <a:path extrusionOk="0" h="487" w="595">
                    <a:moveTo>
                      <a:pt x="124" y="0"/>
                    </a:moveTo>
                    <a:cubicBezTo>
                      <a:pt x="54" y="0"/>
                      <a:pt x="15" y="107"/>
                      <a:pt x="11" y="176"/>
                    </a:cubicBezTo>
                    <a:cubicBezTo>
                      <a:pt x="0" y="236"/>
                      <a:pt x="11" y="301"/>
                      <a:pt x="38" y="356"/>
                    </a:cubicBezTo>
                    <a:cubicBezTo>
                      <a:pt x="76" y="421"/>
                      <a:pt x="141" y="470"/>
                      <a:pt x="218" y="486"/>
                    </a:cubicBezTo>
                    <a:cubicBezTo>
                      <a:pt x="288" y="486"/>
                      <a:pt x="364" y="464"/>
                      <a:pt x="419" y="415"/>
                    </a:cubicBezTo>
                    <a:cubicBezTo>
                      <a:pt x="489" y="383"/>
                      <a:pt x="544" y="328"/>
                      <a:pt x="576" y="263"/>
                    </a:cubicBezTo>
                    <a:cubicBezTo>
                      <a:pt x="595" y="203"/>
                      <a:pt x="542" y="4"/>
                      <a:pt x="466" y="4"/>
                    </a:cubicBezTo>
                    <a:cubicBezTo>
                      <a:pt x="452" y="4"/>
                      <a:pt x="439" y="10"/>
                      <a:pt x="424" y="24"/>
                    </a:cubicBezTo>
                    <a:lnTo>
                      <a:pt x="430" y="29"/>
                    </a:lnTo>
                    <a:cubicBezTo>
                      <a:pt x="419" y="35"/>
                      <a:pt x="419" y="51"/>
                      <a:pt x="424" y="67"/>
                    </a:cubicBezTo>
                    <a:cubicBezTo>
                      <a:pt x="440" y="89"/>
                      <a:pt x="468" y="106"/>
                      <a:pt x="484" y="133"/>
                    </a:cubicBezTo>
                    <a:cubicBezTo>
                      <a:pt x="506" y="182"/>
                      <a:pt x="527" y="231"/>
                      <a:pt x="489" y="285"/>
                    </a:cubicBezTo>
                    <a:cubicBezTo>
                      <a:pt x="441" y="347"/>
                      <a:pt x="364" y="383"/>
                      <a:pt x="287" y="383"/>
                    </a:cubicBezTo>
                    <a:cubicBezTo>
                      <a:pt x="269" y="383"/>
                      <a:pt x="251" y="381"/>
                      <a:pt x="234" y="377"/>
                    </a:cubicBezTo>
                    <a:cubicBezTo>
                      <a:pt x="158" y="350"/>
                      <a:pt x="109" y="274"/>
                      <a:pt x="120" y="198"/>
                    </a:cubicBezTo>
                    <a:cubicBezTo>
                      <a:pt x="120" y="138"/>
                      <a:pt x="125" y="62"/>
                      <a:pt x="185" y="40"/>
                    </a:cubicBezTo>
                    <a:cubicBezTo>
                      <a:pt x="196" y="35"/>
                      <a:pt x="196" y="24"/>
                      <a:pt x="185" y="24"/>
                    </a:cubicBezTo>
                    <a:cubicBezTo>
                      <a:pt x="163" y="7"/>
                      <a:pt x="142"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0"/>
              <p:cNvSpPr/>
              <p:nvPr/>
            </p:nvSpPr>
            <p:spPr>
              <a:xfrm>
                <a:off x="5749875" y="4995600"/>
                <a:ext cx="25" cy="25"/>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0"/>
              <p:cNvSpPr/>
              <p:nvPr/>
            </p:nvSpPr>
            <p:spPr>
              <a:xfrm>
                <a:off x="5707750" y="4991150"/>
                <a:ext cx="42700" cy="18900"/>
              </a:xfrm>
              <a:custGeom>
                <a:rect b="b" l="l" r="r" t="t"/>
                <a:pathLst>
                  <a:path extrusionOk="0" h="756" w="1708">
                    <a:moveTo>
                      <a:pt x="212" y="130"/>
                    </a:moveTo>
                    <a:cubicBezTo>
                      <a:pt x="218" y="130"/>
                      <a:pt x="223" y="135"/>
                      <a:pt x="223" y="135"/>
                    </a:cubicBezTo>
                    <a:cubicBezTo>
                      <a:pt x="250" y="146"/>
                      <a:pt x="272" y="152"/>
                      <a:pt x="299" y="152"/>
                    </a:cubicBezTo>
                    <a:cubicBezTo>
                      <a:pt x="337" y="157"/>
                      <a:pt x="375" y="174"/>
                      <a:pt x="413" y="179"/>
                    </a:cubicBezTo>
                    <a:cubicBezTo>
                      <a:pt x="434" y="182"/>
                      <a:pt x="455" y="183"/>
                      <a:pt x="476" y="183"/>
                    </a:cubicBezTo>
                    <a:cubicBezTo>
                      <a:pt x="499" y="183"/>
                      <a:pt x="521" y="182"/>
                      <a:pt x="543" y="182"/>
                    </a:cubicBezTo>
                    <a:cubicBezTo>
                      <a:pt x="571" y="182"/>
                      <a:pt x="598" y="183"/>
                      <a:pt x="625" y="190"/>
                    </a:cubicBezTo>
                    <a:cubicBezTo>
                      <a:pt x="691" y="206"/>
                      <a:pt x="772" y="201"/>
                      <a:pt x="848" y="212"/>
                    </a:cubicBezTo>
                    <a:cubicBezTo>
                      <a:pt x="919" y="222"/>
                      <a:pt x="990" y="228"/>
                      <a:pt x="1060" y="228"/>
                    </a:cubicBezTo>
                    <a:cubicBezTo>
                      <a:pt x="1121" y="228"/>
                      <a:pt x="1185" y="235"/>
                      <a:pt x="1248" y="235"/>
                    </a:cubicBezTo>
                    <a:cubicBezTo>
                      <a:pt x="1263" y="235"/>
                      <a:pt x="1279" y="234"/>
                      <a:pt x="1294" y="233"/>
                    </a:cubicBezTo>
                    <a:cubicBezTo>
                      <a:pt x="1370" y="228"/>
                      <a:pt x="1430" y="212"/>
                      <a:pt x="1495" y="201"/>
                    </a:cubicBezTo>
                    <a:cubicBezTo>
                      <a:pt x="1506" y="201"/>
                      <a:pt x="1517" y="195"/>
                      <a:pt x="1528" y="190"/>
                    </a:cubicBezTo>
                    <a:lnTo>
                      <a:pt x="1528" y="190"/>
                    </a:lnTo>
                    <a:cubicBezTo>
                      <a:pt x="1522" y="228"/>
                      <a:pt x="1511" y="255"/>
                      <a:pt x="1495" y="288"/>
                    </a:cubicBezTo>
                    <a:lnTo>
                      <a:pt x="1490" y="288"/>
                    </a:lnTo>
                    <a:cubicBezTo>
                      <a:pt x="1483" y="277"/>
                      <a:pt x="1471" y="271"/>
                      <a:pt x="1459" y="271"/>
                    </a:cubicBezTo>
                    <a:cubicBezTo>
                      <a:pt x="1453" y="271"/>
                      <a:pt x="1446" y="273"/>
                      <a:pt x="1441" y="277"/>
                    </a:cubicBezTo>
                    <a:cubicBezTo>
                      <a:pt x="1348" y="277"/>
                      <a:pt x="1272" y="326"/>
                      <a:pt x="1174" y="331"/>
                    </a:cubicBezTo>
                    <a:cubicBezTo>
                      <a:pt x="1138" y="335"/>
                      <a:pt x="1101" y="336"/>
                      <a:pt x="1063" y="336"/>
                    </a:cubicBezTo>
                    <a:cubicBezTo>
                      <a:pt x="987" y="336"/>
                      <a:pt x="910" y="331"/>
                      <a:pt x="837" y="331"/>
                    </a:cubicBezTo>
                    <a:cubicBezTo>
                      <a:pt x="723" y="331"/>
                      <a:pt x="631" y="304"/>
                      <a:pt x="527" y="293"/>
                    </a:cubicBezTo>
                    <a:cubicBezTo>
                      <a:pt x="484" y="293"/>
                      <a:pt x="446" y="288"/>
                      <a:pt x="402" y="277"/>
                    </a:cubicBezTo>
                    <a:cubicBezTo>
                      <a:pt x="364" y="260"/>
                      <a:pt x="321" y="239"/>
                      <a:pt x="283" y="222"/>
                    </a:cubicBezTo>
                    <a:cubicBezTo>
                      <a:pt x="277" y="220"/>
                      <a:pt x="272" y="218"/>
                      <a:pt x="267" y="218"/>
                    </a:cubicBezTo>
                    <a:cubicBezTo>
                      <a:pt x="261" y="218"/>
                      <a:pt x="256" y="220"/>
                      <a:pt x="250" y="222"/>
                    </a:cubicBezTo>
                    <a:lnTo>
                      <a:pt x="250" y="217"/>
                    </a:lnTo>
                    <a:cubicBezTo>
                      <a:pt x="239" y="184"/>
                      <a:pt x="229" y="157"/>
                      <a:pt x="212" y="130"/>
                    </a:cubicBezTo>
                    <a:close/>
                    <a:moveTo>
                      <a:pt x="326" y="358"/>
                    </a:moveTo>
                    <a:cubicBezTo>
                      <a:pt x="364" y="380"/>
                      <a:pt x="402" y="396"/>
                      <a:pt x="446" y="402"/>
                    </a:cubicBezTo>
                    <a:cubicBezTo>
                      <a:pt x="560" y="413"/>
                      <a:pt x="669" y="445"/>
                      <a:pt x="783" y="451"/>
                    </a:cubicBezTo>
                    <a:cubicBezTo>
                      <a:pt x="843" y="453"/>
                      <a:pt x="907" y="455"/>
                      <a:pt x="971" y="455"/>
                    </a:cubicBezTo>
                    <a:cubicBezTo>
                      <a:pt x="1036" y="455"/>
                      <a:pt x="1101" y="453"/>
                      <a:pt x="1163" y="451"/>
                    </a:cubicBezTo>
                    <a:cubicBezTo>
                      <a:pt x="1218" y="451"/>
                      <a:pt x="1272" y="440"/>
                      <a:pt x="1327" y="424"/>
                    </a:cubicBezTo>
                    <a:cubicBezTo>
                      <a:pt x="1354" y="407"/>
                      <a:pt x="1381" y="396"/>
                      <a:pt x="1414" y="391"/>
                    </a:cubicBezTo>
                    <a:cubicBezTo>
                      <a:pt x="1424" y="391"/>
                      <a:pt x="1441" y="386"/>
                      <a:pt x="1452" y="386"/>
                    </a:cubicBezTo>
                    <a:cubicBezTo>
                      <a:pt x="1446" y="402"/>
                      <a:pt x="1435" y="424"/>
                      <a:pt x="1424" y="440"/>
                    </a:cubicBezTo>
                    <a:lnTo>
                      <a:pt x="1424" y="434"/>
                    </a:lnTo>
                    <a:cubicBezTo>
                      <a:pt x="1397" y="462"/>
                      <a:pt x="1365" y="489"/>
                      <a:pt x="1332" y="505"/>
                    </a:cubicBezTo>
                    <a:cubicBezTo>
                      <a:pt x="1267" y="554"/>
                      <a:pt x="1196" y="597"/>
                      <a:pt x="1120" y="630"/>
                    </a:cubicBezTo>
                    <a:cubicBezTo>
                      <a:pt x="1089" y="639"/>
                      <a:pt x="1059" y="642"/>
                      <a:pt x="1029" y="642"/>
                    </a:cubicBezTo>
                    <a:cubicBezTo>
                      <a:pt x="963" y="642"/>
                      <a:pt x="897" y="627"/>
                      <a:pt x="826" y="619"/>
                    </a:cubicBezTo>
                    <a:cubicBezTo>
                      <a:pt x="745" y="619"/>
                      <a:pt x="669" y="597"/>
                      <a:pt x="598" y="559"/>
                    </a:cubicBezTo>
                    <a:cubicBezTo>
                      <a:pt x="566" y="543"/>
                      <a:pt x="533" y="527"/>
                      <a:pt x="500" y="516"/>
                    </a:cubicBezTo>
                    <a:cubicBezTo>
                      <a:pt x="462" y="494"/>
                      <a:pt x="424" y="462"/>
                      <a:pt x="397" y="434"/>
                    </a:cubicBezTo>
                    <a:cubicBezTo>
                      <a:pt x="370" y="407"/>
                      <a:pt x="348" y="386"/>
                      <a:pt x="326" y="358"/>
                    </a:cubicBezTo>
                    <a:close/>
                    <a:moveTo>
                      <a:pt x="1602" y="1"/>
                    </a:moveTo>
                    <a:cubicBezTo>
                      <a:pt x="1573" y="1"/>
                      <a:pt x="1546" y="28"/>
                      <a:pt x="1555" y="59"/>
                    </a:cubicBezTo>
                    <a:lnTo>
                      <a:pt x="1549" y="70"/>
                    </a:lnTo>
                    <a:cubicBezTo>
                      <a:pt x="1539" y="81"/>
                      <a:pt x="1528" y="81"/>
                      <a:pt x="1517" y="87"/>
                    </a:cubicBezTo>
                    <a:cubicBezTo>
                      <a:pt x="1501" y="89"/>
                      <a:pt x="1486" y="91"/>
                      <a:pt x="1471" y="91"/>
                    </a:cubicBezTo>
                    <a:cubicBezTo>
                      <a:pt x="1457" y="91"/>
                      <a:pt x="1443" y="89"/>
                      <a:pt x="1430" y="87"/>
                    </a:cubicBezTo>
                    <a:cubicBezTo>
                      <a:pt x="1403" y="87"/>
                      <a:pt x="1375" y="92"/>
                      <a:pt x="1348" y="103"/>
                    </a:cubicBezTo>
                    <a:cubicBezTo>
                      <a:pt x="1279" y="112"/>
                      <a:pt x="1209" y="116"/>
                      <a:pt x="1139" y="116"/>
                    </a:cubicBezTo>
                    <a:cubicBezTo>
                      <a:pt x="1081" y="116"/>
                      <a:pt x="1024" y="113"/>
                      <a:pt x="968" y="108"/>
                    </a:cubicBezTo>
                    <a:cubicBezTo>
                      <a:pt x="908" y="108"/>
                      <a:pt x="848" y="92"/>
                      <a:pt x="783" y="92"/>
                    </a:cubicBezTo>
                    <a:cubicBezTo>
                      <a:pt x="723" y="92"/>
                      <a:pt x="663" y="81"/>
                      <a:pt x="604" y="76"/>
                    </a:cubicBezTo>
                    <a:cubicBezTo>
                      <a:pt x="595" y="75"/>
                      <a:pt x="585" y="75"/>
                      <a:pt x="576" y="75"/>
                    </a:cubicBezTo>
                    <a:cubicBezTo>
                      <a:pt x="540" y="75"/>
                      <a:pt x="503" y="79"/>
                      <a:pt x="464" y="79"/>
                    </a:cubicBezTo>
                    <a:cubicBezTo>
                      <a:pt x="447" y="79"/>
                      <a:pt x="430" y="79"/>
                      <a:pt x="413" y="76"/>
                    </a:cubicBezTo>
                    <a:cubicBezTo>
                      <a:pt x="392" y="70"/>
                      <a:pt x="364" y="59"/>
                      <a:pt x="337" y="59"/>
                    </a:cubicBezTo>
                    <a:cubicBezTo>
                      <a:pt x="324" y="57"/>
                      <a:pt x="311" y="55"/>
                      <a:pt x="299" y="55"/>
                    </a:cubicBezTo>
                    <a:cubicBezTo>
                      <a:pt x="287" y="55"/>
                      <a:pt x="275" y="57"/>
                      <a:pt x="261" y="59"/>
                    </a:cubicBezTo>
                    <a:cubicBezTo>
                      <a:pt x="245" y="54"/>
                      <a:pt x="229" y="51"/>
                      <a:pt x="212" y="51"/>
                    </a:cubicBezTo>
                    <a:cubicBezTo>
                      <a:pt x="196" y="51"/>
                      <a:pt x="180" y="54"/>
                      <a:pt x="163" y="59"/>
                    </a:cubicBezTo>
                    <a:cubicBezTo>
                      <a:pt x="170" y="28"/>
                      <a:pt x="145" y="7"/>
                      <a:pt x="121" y="7"/>
                    </a:cubicBezTo>
                    <a:cubicBezTo>
                      <a:pt x="108" y="7"/>
                      <a:pt x="95" y="13"/>
                      <a:pt x="87" y="27"/>
                    </a:cubicBezTo>
                    <a:cubicBezTo>
                      <a:pt x="60" y="70"/>
                      <a:pt x="0" y="141"/>
                      <a:pt x="49" y="195"/>
                    </a:cubicBezTo>
                    <a:cubicBezTo>
                      <a:pt x="57" y="203"/>
                      <a:pt x="68" y="207"/>
                      <a:pt x="79" y="207"/>
                    </a:cubicBezTo>
                    <a:cubicBezTo>
                      <a:pt x="90" y="207"/>
                      <a:pt x="101" y="203"/>
                      <a:pt x="109" y="195"/>
                    </a:cubicBezTo>
                    <a:cubicBezTo>
                      <a:pt x="114" y="184"/>
                      <a:pt x="120" y="174"/>
                      <a:pt x="125" y="163"/>
                    </a:cubicBezTo>
                    <a:cubicBezTo>
                      <a:pt x="142" y="222"/>
                      <a:pt x="169" y="282"/>
                      <a:pt x="196" y="337"/>
                    </a:cubicBezTo>
                    <a:cubicBezTo>
                      <a:pt x="239" y="429"/>
                      <a:pt x="299" y="505"/>
                      <a:pt x="381" y="565"/>
                    </a:cubicBezTo>
                    <a:cubicBezTo>
                      <a:pt x="413" y="592"/>
                      <a:pt x="451" y="614"/>
                      <a:pt x="495" y="630"/>
                    </a:cubicBezTo>
                    <a:cubicBezTo>
                      <a:pt x="533" y="646"/>
                      <a:pt x="555" y="674"/>
                      <a:pt x="593" y="684"/>
                    </a:cubicBezTo>
                    <a:cubicBezTo>
                      <a:pt x="642" y="701"/>
                      <a:pt x="691" y="712"/>
                      <a:pt x="739" y="717"/>
                    </a:cubicBezTo>
                    <a:cubicBezTo>
                      <a:pt x="788" y="728"/>
                      <a:pt x="843" y="733"/>
                      <a:pt x="897" y="744"/>
                    </a:cubicBezTo>
                    <a:cubicBezTo>
                      <a:pt x="933" y="752"/>
                      <a:pt x="968" y="755"/>
                      <a:pt x="1003" y="755"/>
                    </a:cubicBezTo>
                    <a:cubicBezTo>
                      <a:pt x="1071" y="755"/>
                      <a:pt x="1137" y="742"/>
                      <a:pt x="1202" y="717"/>
                    </a:cubicBezTo>
                    <a:cubicBezTo>
                      <a:pt x="1289" y="679"/>
                      <a:pt x="1365" y="636"/>
                      <a:pt x="1441" y="581"/>
                    </a:cubicBezTo>
                    <a:cubicBezTo>
                      <a:pt x="1511" y="532"/>
                      <a:pt x="1560" y="462"/>
                      <a:pt x="1582" y="380"/>
                    </a:cubicBezTo>
                    <a:cubicBezTo>
                      <a:pt x="1609" y="331"/>
                      <a:pt x="1626" y="282"/>
                      <a:pt x="1636" y="228"/>
                    </a:cubicBezTo>
                    <a:lnTo>
                      <a:pt x="1642" y="195"/>
                    </a:lnTo>
                    <a:cubicBezTo>
                      <a:pt x="1647" y="201"/>
                      <a:pt x="1654" y="203"/>
                      <a:pt x="1661" y="203"/>
                    </a:cubicBezTo>
                    <a:cubicBezTo>
                      <a:pt x="1668" y="203"/>
                      <a:pt x="1674" y="201"/>
                      <a:pt x="1680" y="195"/>
                    </a:cubicBezTo>
                    <a:lnTo>
                      <a:pt x="1685" y="190"/>
                    </a:lnTo>
                    <a:lnTo>
                      <a:pt x="1685" y="184"/>
                    </a:lnTo>
                    <a:cubicBezTo>
                      <a:pt x="1696" y="179"/>
                      <a:pt x="1702" y="168"/>
                      <a:pt x="1702" y="157"/>
                    </a:cubicBezTo>
                    <a:cubicBezTo>
                      <a:pt x="1707" y="135"/>
                      <a:pt x="1702" y="114"/>
                      <a:pt x="1691" y="92"/>
                    </a:cubicBezTo>
                    <a:lnTo>
                      <a:pt x="1691" y="87"/>
                    </a:lnTo>
                    <a:cubicBezTo>
                      <a:pt x="1685" y="70"/>
                      <a:pt x="1674" y="59"/>
                      <a:pt x="1669" y="48"/>
                    </a:cubicBezTo>
                    <a:lnTo>
                      <a:pt x="1664" y="43"/>
                    </a:lnTo>
                    <a:cubicBezTo>
                      <a:pt x="1653" y="27"/>
                      <a:pt x="1636" y="16"/>
                      <a:pt x="1620" y="5"/>
                    </a:cubicBezTo>
                    <a:cubicBezTo>
                      <a:pt x="1614" y="2"/>
                      <a:pt x="1608" y="1"/>
                      <a:pt x="1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0"/>
              <p:cNvSpPr/>
              <p:nvPr/>
            </p:nvSpPr>
            <p:spPr>
              <a:xfrm>
                <a:off x="5669425" y="4917200"/>
                <a:ext cx="116900" cy="145350"/>
              </a:xfrm>
              <a:custGeom>
                <a:rect b="b" l="l" r="r" t="t"/>
                <a:pathLst>
                  <a:path extrusionOk="0" h="5814" w="4676">
                    <a:moveTo>
                      <a:pt x="3561" y="1838"/>
                    </a:moveTo>
                    <a:cubicBezTo>
                      <a:pt x="3550" y="1919"/>
                      <a:pt x="3550" y="2001"/>
                      <a:pt x="3561" y="2077"/>
                    </a:cubicBezTo>
                    <a:cubicBezTo>
                      <a:pt x="3561" y="2186"/>
                      <a:pt x="3593" y="2289"/>
                      <a:pt x="3653" y="2376"/>
                    </a:cubicBezTo>
                    <a:cubicBezTo>
                      <a:pt x="3675" y="2419"/>
                      <a:pt x="3702" y="2452"/>
                      <a:pt x="3740" y="2479"/>
                    </a:cubicBezTo>
                    <a:cubicBezTo>
                      <a:pt x="3778" y="2501"/>
                      <a:pt x="3822" y="2512"/>
                      <a:pt x="3865" y="2512"/>
                    </a:cubicBezTo>
                    <a:cubicBezTo>
                      <a:pt x="3873" y="2513"/>
                      <a:pt x="3880" y="2513"/>
                      <a:pt x="3888" y="2513"/>
                    </a:cubicBezTo>
                    <a:cubicBezTo>
                      <a:pt x="3941" y="2513"/>
                      <a:pt x="3996" y="2496"/>
                      <a:pt x="4039" y="2463"/>
                    </a:cubicBezTo>
                    <a:cubicBezTo>
                      <a:pt x="4093" y="2479"/>
                      <a:pt x="4142" y="2496"/>
                      <a:pt x="4197" y="2517"/>
                    </a:cubicBezTo>
                    <a:cubicBezTo>
                      <a:pt x="4191" y="2539"/>
                      <a:pt x="4186" y="2566"/>
                      <a:pt x="4186" y="2593"/>
                    </a:cubicBezTo>
                    <a:cubicBezTo>
                      <a:pt x="4186" y="2616"/>
                      <a:pt x="4204" y="2630"/>
                      <a:pt x="4222" y="2630"/>
                    </a:cubicBezTo>
                    <a:cubicBezTo>
                      <a:pt x="4230" y="2630"/>
                      <a:pt x="4239" y="2627"/>
                      <a:pt x="4246" y="2621"/>
                    </a:cubicBezTo>
                    <a:cubicBezTo>
                      <a:pt x="4262" y="2604"/>
                      <a:pt x="4273" y="2588"/>
                      <a:pt x="4289" y="2572"/>
                    </a:cubicBezTo>
                    <a:cubicBezTo>
                      <a:pt x="4295" y="2577"/>
                      <a:pt x="4295" y="2577"/>
                      <a:pt x="4300" y="2582"/>
                    </a:cubicBezTo>
                    <a:cubicBezTo>
                      <a:pt x="4327" y="2621"/>
                      <a:pt x="4344" y="2664"/>
                      <a:pt x="4354" y="2713"/>
                    </a:cubicBezTo>
                    <a:cubicBezTo>
                      <a:pt x="4382" y="2827"/>
                      <a:pt x="4376" y="2941"/>
                      <a:pt x="4344" y="3050"/>
                    </a:cubicBezTo>
                    <a:cubicBezTo>
                      <a:pt x="4311" y="3159"/>
                      <a:pt x="4273" y="3262"/>
                      <a:pt x="4229" y="3360"/>
                    </a:cubicBezTo>
                    <a:cubicBezTo>
                      <a:pt x="4208" y="3403"/>
                      <a:pt x="4186" y="3447"/>
                      <a:pt x="4170" y="3490"/>
                    </a:cubicBezTo>
                    <a:cubicBezTo>
                      <a:pt x="4164" y="3523"/>
                      <a:pt x="4153" y="3555"/>
                      <a:pt x="4142" y="3583"/>
                    </a:cubicBezTo>
                    <a:cubicBezTo>
                      <a:pt x="4126" y="3610"/>
                      <a:pt x="4142" y="3642"/>
                      <a:pt x="4170" y="3653"/>
                    </a:cubicBezTo>
                    <a:cubicBezTo>
                      <a:pt x="4177" y="3656"/>
                      <a:pt x="4185" y="3657"/>
                      <a:pt x="4193" y="3657"/>
                    </a:cubicBezTo>
                    <a:cubicBezTo>
                      <a:pt x="4224" y="3657"/>
                      <a:pt x="4255" y="3639"/>
                      <a:pt x="4273" y="3604"/>
                    </a:cubicBezTo>
                    <a:cubicBezTo>
                      <a:pt x="4295" y="3561"/>
                      <a:pt x="4311" y="3507"/>
                      <a:pt x="4327" y="3463"/>
                    </a:cubicBezTo>
                    <a:cubicBezTo>
                      <a:pt x="4338" y="3441"/>
                      <a:pt x="4349" y="3420"/>
                      <a:pt x="4360" y="3392"/>
                    </a:cubicBezTo>
                    <a:cubicBezTo>
                      <a:pt x="4371" y="3420"/>
                      <a:pt x="4376" y="3447"/>
                      <a:pt x="4376" y="3469"/>
                    </a:cubicBezTo>
                    <a:cubicBezTo>
                      <a:pt x="4387" y="3523"/>
                      <a:pt x="4387" y="3577"/>
                      <a:pt x="4371" y="3626"/>
                    </a:cubicBezTo>
                    <a:cubicBezTo>
                      <a:pt x="4354" y="3675"/>
                      <a:pt x="4344" y="3724"/>
                      <a:pt x="4327" y="3778"/>
                    </a:cubicBezTo>
                    <a:cubicBezTo>
                      <a:pt x="4311" y="3827"/>
                      <a:pt x="4278" y="3860"/>
                      <a:pt x="4262" y="3903"/>
                    </a:cubicBezTo>
                    <a:cubicBezTo>
                      <a:pt x="4251" y="3952"/>
                      <a:pt x="4235" y="3996"/>
                      <a:pt x="4213" y="4039"/>
                    </a:cubicBezTo>
                    <a:cubicBezTo>
                      <a:pt x="4180" y="4094"/>
                      <a:pt x="4148" y="4143"/>
                      <a:pt x="4115" y="4186"/>
                    </a:cubicBezTo>
                    <a:cubicBezTo>
                      <a:pt x="4061" y="4257"/>
                      <a:pt x="4001" y="4317"/>
                      <a:pt x="3925" y="4360"/>
                    </a:cubicBezTo>
                    <a:cubicBezTo>
                      <a:pt x="3920" y="4344"/>
                      <a:pt x="3909" y="4327"/>
                      <a:pt x="3898" y="4311"/>
                    </a:cubicBezTo>
                    <a:cubicBezTo>
                      <a:pt x="3887" y="4284"/>
                      <a:pt x="3876" y="4262"/>
                      <a:pt x="3871" y="4235"/>
                    </a:cubicBezTo>
                    <a:cubicBezTo>
                      <a:pt x="3849" y="4197"/>
                      <a:pt x="3811" y="4170"/>
                      <a:pt x="3767" y="4164"/>
                    </a:cubicBezTo>
                    <a:cubicBezTo>
                      <a:pt x="3742" y="4156"/>
                      <a:pt x="3717" y="4149"/>
                      <a:pt x="3691" y="4145"/>
                    </a:cubicBezTo>
                    <a:lnTo>
                      <a:pt x="3691" y="4145"/>
                    </a:lnTo>
                    <a:cubicBezTo>
                      <a:pt x="3832" y="4114"/>
                      <a:pt x="3877" y="3882"/>
                      <a:pt x="3903" y="3767"/>
                    </a:cubicBezTo>
                    <a:cubicBezTo>
                      <a:pt x="3914" y="3719"/>
                      <a:pt x="3914" y="3664"/>
                      <a:pt x="3909" y="3615"/>
                    </a:cubicBezTo>
                    <a:lnTo>
                      <a:pt x="3909" y="3615"/>
                    </a:lnTo>
                    <a:lnTo>
                      <a:pt x="3920" y="3626"/>
                    </a:lnTo>
                    <a:cubicBezTo>
                      <a:pt x="3941" y="3659"/>
                      <a:pt x="3952" y="3702"/>
                      <a:pt x="3947" y="3746"/>
                    </a:cubicBezTo>
                    <a:cubicBezTo>
                      <a:pt x="3930" y="3784"/>
                      <a:pt x="3925" y="3827"/>
                      <a:pt x="3936" y="3865"/>
                    </a:cubicBezTo>
                    <a:cubicBezTo>
                      <a:pt x="3939" y="3887"/>
                      <a:pt x="3964" y="3903"/>
                      <a:pt x="3986" y="3903"/>
                    </a:cubicBezTo>
                    <a:cubicBezTo>
                      <a:pt x="3998" y="3903"/>
                      <a:pt x="4010" y="3898"/>
                      <a:pt x="4017" y="3887"/>
                    </a:cubicBezTo>
                    <a:cubicBezTo>
                      <a:pt x="4077" y="3833"/>
                      <a:pt x="4104" y="3746"/>
                      <a:pt x="4093" y="3664"/>
                    </a:cubicBezTo>
                    <a:cubicBezTo>
                      <a:pt x="4077" y="3577"/>
                      <a:pt x="4007" y="3501"/>
                      <a:pt x="3958" y="3425"/>
                    </a:cubicBezTo>
                    <a:cubicBezTo>
                      <a:pt x="3898" y="3338"/>
                      <a:pt x="3871" y="3235"/>
                      <a:pt x="3876" y="3126"/>
                    </a:cubicBezTo>
                    <a:cubicBezTo>
                      <a:pt x="3881" y="3077"/>
                      <a:pt x="3881" y="3028"/>
                      <a:pt x="3887" y="2979"/>
                    </a:cubicBezTo>
                    <a:lnTo>
                      <a:pt x="3925" y="2996"/>
                    </a:lnTo>
                    <a:cubicBezTo>
                      <a:pt x="3968" y="3015"/>
                      <a:pt x="4019" y="3058"/>
                      <a:pt x="4067" y="3058"/>
                    </a:cubicBezTo>
                    <a:cubicBezTo>
                      <a:pt x="4074" y="3058"/>
                      <a:pt x="4081" y="3057"/>
                      <a:pt x="4088" y="3055"/>
                    </a:cubicBezTo>
                    <a:cubicBezTo>
                      <a:pt x="4115" y="3045"/>
                      <a:pt x="4121" y="3012"/>
                      <a:pt x="4099" y="2996"/>
                    </a:cubicBezTo>
                    <a:cubicBezTo>
                      <a:pt x="4077" y="2985"/>
                      <a:pt x="4066" y="2963"/>
                      <a:pt x="4055" y="2941"/>
                    </a:cubicBezTo>
                    <a:cubicBezTo>
                      <a:pt x="4034" y="2925"/>
                      <a:pt x="4012" y="2909"/>
                      <a:pt x="3990" y="2892"/>
                    </a:cubicBezTo>
                    <a:cubicBezTo>
                      <a:pt x="3930" y="2860"/>
                      <a:pt x="3865" y="2838"/>
                      <a:pt x="3800" y="2805"/>
                    </a:cubicBezTo>
                    <a:cubicBezTo>
                      <a:pt x="3735" y="2778"/>
                      <a:pt x="3691" y="2713"/>
                      <a:pt x="3680" y="2642"/>
                    </a:cubicBezTo>
                    <a:lnTo>
                      <a:pt x="3680" y="2642"/>
                    </a:lnTo>
                    <a:cubicBezTo>
                      <a:pt x="3729" y="2663"/>
                      <a:pt x="3784" y="2675"/>
                      <a:pt x="3839" y="2675"/>
                    </a:cubicBezTo>
                    <a:cubicBezTo>
                      <a:pt x="3883" y="2675"/>
                      <a:pt x="3928" y="2668"/>
                      <a:pt x="3968" y="2653"/>
                    </a:cubicBezTo>
                    <a:cubicBezTo>
                      <a:pt x="4007" y="2642"/>
                      <a:pt x="4007" y="2588"/>
                      <a:pt x="3968" y="2582"/>
                    </a:cubicBezTo>
                    <a:cubicBezTo>
                      <a:pt x="3881" y="2550"/>
                      <a:pt x="3784" y="2544"/>
                      <a:pt x="3697" y="2517"/>
                    </a:cubicBezTo>
                    <a:lnTo>
                      <a:pt x="3664" y="2501"/>
                    </a:lnTo>
                    <a:lnTo>
                      <a:pt x="3664" y="2474"/>
                    </a:lnTo>
                    <a:cubicBezTo>
                      <a:pt x="3664" y="2453"/>
                      <a:pt x="3649" y="2441"/>
                      <a:pt x="3634" y="2441"/>
                    </a:cubicBezTo>
                    <a:cubicBezTo>
                      <a:pt x="3621" y="2441"/>
                      <a:pt x="3609" y="2448"/>
                      <a:pt x="3604" y="2463"/>
                    </a:cubicBezTo>
                    <a:cubicBezTo>
                      <a:pt x="3566" y="2430"/>
                      <a:pt x="3528" y="2392"/>
                      <a:pt x="3501" y="2349"/>
                    </a:cubicBezTo>
                    <a:cubicBezTo>
                      <a:pt x="3414" y="2218"/>
                      <a:pt x="3409" y="2061"/>
                      <a:pt x="3403" y="1908"/>
                    </a:cubicBezTo>
                    <a:cubicBezTo>
                      <a:pt x="3430" y="1903"/>
                      <a:pt x="3457" y="1898"/>
                      <a:pt x="3479" y="1892"/>
                    </a:cubicBezTo>
                    <a:cubicBezTo>
                      <a:pt x="3501" y="1887"/>
                      <a:pt x="3506" y="1865"/>
                      <a:pt x="3496" y="1849"/>
                    </a:cubicBezTo>
                    <a:cubicBezTo>
                      <a:pt x="3517" y="1849"/>
                      <a:pt x="3539" y="1843"/>
                      <a:pt x="3561" y="1838"/>
                    </a:cubicBezTo>
                    <a:close/>
                    <a:moveTo>
                      <a:pt x="2169" y="93"/>
                    </a:moveTo>
                    <a:cubicBezTo>
                      <a:pt x="2245" y="98"/>
                      <a:pt x="2316" y="109"/>
                      <a:pt x="2392" y="131"/>
                    </a:cubicBezTo>
                    <a:cubicBezTo>
                      <a:pt x="2457" y="142"/>
                      <a:pt x="2528" y="153"/>
                      <a:pt x="2593" y="158"/>
                    </a:cubicBezTo>
                    <a:cubicBezTo>
                      <a:pt x="2664" y="164"/>
                      <a:pt x="2745" y="169"/>
                      <a:pt x="2816" y="174"/>
                    </a:cubicBezTo>
                    <a:cubicBezTo>
                      <a:pt x="2903" y="180"/>
                      <a:pt x="2979" y="196"/>
                      <a:pt x="3066" y="207"/>
                    </a:cubicBezTo>
                    <a:cubicBezTo>
                      <a:pt x="3093" y="209"/>
                      <a:pt x="3121" y="211"/>
                      <a:pt x="3149" y="211"/>
                    </a:cubicBezTo>
                    <a:cubicBezTo>
                      <a:pt x="3189" y="211"/>
                      <a:pt x="3229" y="208"/>
                      <a:pt x="3267" y="202"/>
                    </a:cubicBezTo>
                    <a:cubicBezTo>
                      <a:pt x="3349" y="207"/>
                      <a:pt x="3425" y="240"/>
                      <a:pt x="3485" y="289"/>
                    </a:cubicBezTo>
                    <a:cubicBezTo>
                      <a:pt x="3523" y="327"/>
                      <a:pt x="3566" y="359"/>
                      <a:pt x="3615" y="386"/>
                    </a:cubicBezTo>
                    <a:cubicBezTo>
                      <a:pt x="3675" y="424"/>
                      <a:pt x="3729" y="473"/>
                      <a:pt x="3773" y="533"/>
                    </a:cubicBezTo>
                    <a:cubicBezTo>
                      <a:pt x="3816" y="588"/>
                      <a:pt x="3854" y="642"/>
                      <a:pt x="3892" y="696"/>
                    </a:cubicBezTo>
                    <a:cubicBezTo>
                      <a:pt x="3930" y="751"/>
                      <a:pt x="3963" y="810"/>
                      <a:pt x="3979" y="870"/>
                    </a:cubicBezTo>
                    <a:cubicBezTo>
                      <a:pt x="3990" y="935"/>
                      <a:pt x="3979" y="1001"/>
                      <a:pt x="3990" y="1066"/>
                    </a:cubicBezTo>
                    <a:cubicBezTo>
                      <a:pt x="4001" y="1131"/>
                      <a:pt x="4034" y="1191"/>
                      <a:pt x="4088" y="1224"/>
                    </a:cubicBezTo>
                    <a:cubicBezTo>
                      <a:pt x="4142" y="1267"/>
                      <a:pt x="4191" y="1316"/>
                      <a:pt x="4229" y="1376"/>
                    </a:cubicBezTo>
                    <a:cubicBezTo>
                      <a:pt x="4273" y="1441"/>
                      <a:pt x="4300" y="1517"/>
                      <a:pt x="4305" y="1593"/>
                    </a:cubicBezTo>
                    <a:cubicBezTo>
                      <a:pt x="4316" y="1675"/>
                      <a:pt x="4327" y="1756"/>
                      <a:pt x="4333" y="1838"/>
                    </a:cubicBezTo>
                    <a:cubicBezTo>
                      <a:pt x="4327" y="1925"/>
                      <a:pt x="4316" y="2017"/>
                      <a:pt x="4300" y="2104"/>
                    </a:cubicBezTo>
                    <a:cubicBezTo>
                      <a:pt x="4289" y="2191"/>
                      <a:pt x="4273" y="2278"/>
                      <a:pt x="4251" y="2360"/>
                    </a:cubicBezTo>
                    <a:cubicBezTo>
                      <a:pt x="4240" y="2403"/>
                      <a:pt x="4224" y="2447"/>
                      <a:pt x="4213" y="2490"/>
                    </a:cubicBezTo>
                    <a:cubicBezTo>
                      <a:pt x="4191" y="2474"/>
                      <a:pt x="4170" y="2463"/>
                      <a:pt x="4148" y="2457"/>
                    </a:cubicBezTo>
                    <a:cubicBezTo>
                      <a:pt x="4126" y="2447"/>
                      <a:pt x="4104" y="2436"/>
                      <a:pt x="4083" y="2425"/>
                    </a:cubicBezTo>
                    <a:lnTo>
                      <a:pt x="4088" y="2419"/>
                    </a:lnTo>
                    <a:cubicBezTo>
                      <a:pt x="4092" y="2407"/>
                      <a:pt x="4083" y="2394"/>
                      <a:pt x="4074" y="2394"/>
                    </a:cubicBezTo>
                    <a:cubicBezTo>
                      <a:pt x="4071" y="2394"/>
                      <a:pt x="4069" y="2395"/>
                      <a:pt x="4066" y="2398"/>
                    </a:cubicBezTo>
                    <a:lnTo>
                      <a:pt x="4050" y="2409"/>
                    </a:lnTo>
                    <a:cubicBezTo>
                      <a:pt x="4028" y="2392"/>
                      <a:pt x="4012" y="2370"/>
                      <a:pt x="3996" y="2349"/>
                    </a:cubicBezTo>
                    <a:cubicBezTo>
                      <a:pt x="3909" y="2245"/>
                      <a:pt x="3876" y="2104"/>
                      <a:pt x="3903" y="1974"/>
                    </a:cubicBezTo>
                    <a:cubicBezTo>
                      <a:pt x="3910" y="1954"/>
                      <a:pt x="3896" y="1942"/>
                      <a:pt x="3883" y="1942"/>
                    </a:cubicBezTo>
                    <a:cubicBezTo>
                      <a:pt x="3875" y="1942"/>
                      <a:pt x="3867" y="1947"/>
                      <a:pt x="3865" y="1957"/>
                    </a:cubicBezTo>
                    <a:cubicBezTo>
                      <a:pt x="3827" y="2093"/>
                      <a:pt x="3849" y="2235"/>
                      <a:pt x="3925" y="2349"/>
                    </a:cubicBezTo>
                    <a:cubicBezTo>
                      <a:pt x="3941" y="2381"/>
                      <a:pt x="3963" y="2409"/>
                      <a:pt x="3990" y="2436"/>
                    </a:cubicBezTo>
                    <a:cubicBezTo>
                      <a:pt x="3958" y="2448"/>
                      <a:pt x="3922" y="2454"/>
                      <a:pt x="3885" y="2454"/>
                    </a:cubicBezTo>
                    <a:cubicBezTo>
                      <a:pt x="3873" y="2454"/>
                      <a:pt x="3861" y="2453"/>
                      <a:pt x="3849" y="2452"/>
                    </a:cubicBezTo>
                    <a:cubicBezTo>
                      <a:pt x="3805" y="2452"/>
                      <a:pt x="3767" y="2430"/>
                      <a:pt x="3740" y="2392"/>
                    </a:cubicBezTo>
                    <a:cubicBezTo>
                      <a:pt x="3708" y="2360"/>
                      <a:pt x="3686" y="2322"/>
                      <a:pt x="3664" y="2284"/>
                    </a:cubicBezTo>
                    <a:cubicBezTo>
                      <a:pt x="3626" y="2207"/>
                      <a:pt x="3610" y="2120"/>
                      <a:pt x="3604" y="2033"/>
                    </a:cubicBezTo>
                    <a:cubicBezTo>
                      <a:pt x="3599" y="1968"/>
                      <a:pt x="3599" y="1898"/>
                      <a:pt x="3604" y="1827"/>
                    </a:cubicBezTo>
                    <a:cubicBezTo>
                      <a:pt x="3637" y="1811"/>
                      <a:pt x="3664" y="1789"/>
                      <a:pt x="3686" y="1756"/>
                    </a:cubicBezTo>
                    <a:cubicBezTo>
                      <a:pt x="3695" y="1743"/>
                      <a:pt x="3682" y="1726"/>
                      <a:pt x="3668" y="1726"/>
                    </a:cubicBezTo>
                    <a:cubicBezTo>
                      <a:pt x="3665" y="1726"/>
                      <a:pt x="3662" y="1727"/>
                      <a:pt x="3659" y="1729"/>
                    </a:cubicBezTo>
                    <a:lnTo>
                      <a:pt x="3610" y="1756"/>
                    </a:lnTo>
                    <a:cubicBezTo>
                      <a:pt x="3607" y="1755"/>
                      <a:pt x="3603" y="1754"/>
                      <a:pt x="3600" y="1754"/>
                    </a:cubicBezTo>
                    <a:cubicBezTo>
                      <a:pt x="3591" y="1754"/>
                      <a:pt x="3583" y="1759"/>
                      <a:pt x="3583" y="1767"/>
                    </a:cubicBezTo>
                    <a:lnTo>
                      <a:pt x="3583" y="1773"/>
                    </a:lnTo>
                    <a:cubicBezTo>
                      <a:pt x="3566" y="1783"/>
                      <a:pt x="3544" y="1789"/>
                      <a:pt x="3528" y="1794"/>
                    </a:cubicBezTo>
                    <a:cubicBezTo>
                      <a:pt x="3474" y="1805"/>
                      <a:pt x="3425" y="1811"/>
                      <a:pt x="3371" y="1811"/>
                    </a:cubicBezTo>
                    <a:cubicBezTo>
                      <a:pt x="3364" y="1811"/>
                      <a:pt x="3358" y="1811"/>
                      <a:pt x="3352" y="1811"/>
                    </a:cubicBezTo>
                    <a:cubicBezTo>
                      <a:pt x="3250" y="1811"/>
                      <a:pt x="3155" y="1768"/>
                      <a:pt x="3088" y="1696"/>
                    </a:cubicBezTo>
                    <a:cubicBezTo>
                      <a:pt x="3084" y="1692"/>
                      <a:pt x="3079" y="1691"/>
                      <a:pt x="3075" y="1691"/>
                    </a:cubicBezTo>
                    <a:cubicBezTo>
                      <a:pt x="3063" y="1691"/>
                      <a:pt x="3054" y="1706"/>
                      <a:pt x="3066" y="1718"/>
                    </a:cubicBezTo>
                    <a:cubicBezTo>
                      <a:pt x="3088" y="1740"/>
                      <a:pt x="3110" y="1767"/>
                      <a:pt x="3137" y="1783"/>
                    </a:cubicBezTo>
                    <a:cubicBezTo>
                      <a:pt x="2881" y="1740"/>
                      <a:pt x="2620" y="1675"/>
                      <a:pt x="2403" y="1512"/>
                    </a:cubicBezTo>
                    <a:cubicBezTo>
                      <a:pt x="2370" y="1490"/>
                      <a:pt x="2343" y="1457"/>
                      <a:pt x="2316" y="1425"/>
                    </a:cubicBezTo>
                    <a:cubicBezTo>
                      <a:pt x="2289" y="1392"/>
                      <a:pt x="2251" y="1370"/>
                      <a:pt x="2234" y="1321"/>
                    </a:cubicBezTo>
                    <a:cubicBezTo>
                      <a:pt x="2218" y="1289"/>
                      <a:pt x="2202" y="1256"/>
                      <a:pt x="2186" y="1229"/>
                    </a:cubicBezTo>
                    <a:cubicBezTo>
                      <a:pt x="2164" y="1191"/>
                      <a:pt x="2147" y="1147"/>
                      <a:pt x="2147" y="1104"/>
                    </a:cubicBezTo>
                    <a:cubicBezTo>
                      <a:pt x="2131" y="1001"/>
                      <a:pt x="2126" y="892"/>
                      <a:pt x="2126" y="789"/>
                    </a:cubicBezTo>
                    <a:cubicBezTo>
                      <a:pt x="2137" y="696"/>
                      <a:pt x="2131" y="604"/>
                      <a:pt x="2120" y="506"/>
                    </a:cubicBezTo>
                    <a:cubicBezTo>
                      <a:pt x="2118" y="501"/>
                      <a:pt x="2109" y="498"/>
                      <a:pt x="2102" y="498"/>
                    </a:cubicBezTo>
                    <a:cubicBezTo>
                      <a:pt x="2094" y="498"/>
                      <a:pt x="2088" y="501"/>
                      <a:pt x="2088" y="506"/>
                    </a:cubicBezTo>
                    <a:cubicBezTo>
                      <a:pt x="2033" y="723"/>
                      <a:pt x="2022" y="946"/>
                      <a:pt x="2055" y="1164"/>
                    </a:cubicBezTo>
                    <a:cubicBezTo>
                      <a:pt x="2060" y="1202"/>
                      <a:pt x="2071" y="1240"/>
                      <a:pt x="2093" y="1272"/>
                    </a:cubicBezTo>
                    <a:cubicBezTo>
                      <a:pt x="2109" y="1311"/>
                      <a:pt x="2131" y="1349"/>
                      <a:pt x="2147" y="1392"/>
                    </a:cubicBezTo>
                    <a:cubicBezTo>
                      <a:pt x="2164" y="1436"/>
                      <a:pt x="2196" y="1452"/>
                      <a:pt x="2229" y="1490"/>
                    </a:cubicBezTo>
                    <a:cubicBezTo>
                      <a:pt x="2251" y="1523"/>
                      <a:pt x="2283" y="1555"/>
                      <a:pt x="2316" y="1588"/>
                    </a:cubicBezTo>
                    <a:cubicBezTo>
                      <a:pt x="2398" y="1653"/>
                      <a:pt x="2484" y="1713"/>
                      <a:pt x="2582" y="1756"/>
                    </a:cubicBezTo>
                    <a:cubicBezTo>
                      <a:pt x="2675" y="1794"/>
                      <a:pt x="2767" y="1827"/>
                      <a:pt x="2870" y="1854"/>
                    </a:cubicBezTo>
                    <a:cubicBezTo>
                      <a:pt x="2968" y="1881"/>
                      <a:pt x="3072" y="1898"/>
                      <a:pt x="3175" y="1914"/>
                    </a:cubicBezTo>
                    <a:cubicBezTo>
                      <a:pt x="3207" y="1919"/>
                      <a:pt x="3241" y="1922"/>
                      <a:pt x="3276" y="1922"/>
                    </a:cubicBezTo>
                    <a:cubicBezTo>
                      <a:pt x="3311" y="1922"/>
                      <a:pt x="3346" y="1919"/>
                      <a:pt x="3381" y="1914"/>
                    </a:cubicBezTo>
                    <a:lnTo>
                      <a:pt x="3381" y="1914"/>
                    </a:lnTo>
                    <a:cubicBezTo>
                      <a:pt x="3365" y="2093"/>
                      <a:pt x="3338" y="2267"/>
                      <a:pt x="3441" y="2436"/>
                    </a:cubicBezTo>
                    <a:cubicBezTo>
                      <a:pt x="3479" y="2501"/>
                      <a:pt x="3534" y="2561"/>
                      <a:pt x="3604" y="2599"/>
                    </a:cubicBezTo>
                    <a:cubicBezTo>
                      <a:pt x="3604" y="2708"/>
                      <a:pt x="3610" y="2805"/>
                      <a:pt x="3708" y="2881"/>
                    </a:cubicBezTo>
                    <a:cubicBezTo>
                      <a:pt x="3740" y="2909"/>
                      <a:pt x="3778" y="2930"/>
                      <a:pt x="3822" y="2952"/>
                    </a:cubicBezTo>
                    <a:cubicBezTo>
                      <a:pt x="3805" y="2990"/>
                      <a:pt x="3800" y="3028"/>
                      <a:pt x="3789" y="3066"/>
                    </a:cubicBezTo>
                    <a:cubicBezTo>
                      <a:pt x="3778" y="3121"/>
                      <a:pt x="3767" y="3175"/>
                      <a:pt x="3767" y="3229"/>
                    </a:cubicBezTo>
                    <a:cubicBezTo>
                      <a:pt x="3766" y="3229"/>
                      <a:pt x="3764" y="3228"/>
                      <a:pt x="3762" y="3228"/>
                    </a:cubicBezTo>
                    <a:cubicBezTo>
                      <a:pt x="3749" y="3228"/>
                      <a:pt x="3741" y="3247"/>
                      <a:pt x="3751" y="3257"/>
                    </a:cubicBezTo>
                    <a:cubicBezTo>
                      <a:pt x="3756" y="3267"/>
                      <a:pt x="3762" y="3273"/>
                      <a:pt x="3773" y="3284"/>
                    </a:cubicBezTo>
                    <a:cubicBezTo>
                      <a:pt x="3773" y="3311"/>
                      <a:pt x="3778" y="3338"/>
                      <a:pt x="3784" y="3360"/>
                    </a:cubicBezTo>
                    <a:cubicBezTo>
                      <a:pt x="3800" y="3398"/>
                      <a:pt x="3811" y="3436"/>
                      <a:pt x="3833" y="3469"/>
                    </a:cubicBezTo>
                    <a:cubicBezTo>
                      <a:pt x="3833" y="3479"/>
                      <a:pt x="3833" y="3485"/>
                      <a:pt x="3838" y="3496"/>
                    </a:cubicBezTo>
                    <a:cubicBezTo>
                      <a:pt x="3854" y="3577"/>
                      <a:pt x="3860" y="3664"/>
                      <a:pt x="3843" y="3751"/>
                    </a:cubicBezTo>
                    <a:cubicBezTo>
                      <a:pt x="3827" y="3827"/>
                      <a:pt x="3800" y="3903"/>
                      <a:pt x="3773" y="3974"/>
                    </a:cubicBezTo>
                    <a:cubicBezTo>
                      <a:pt x="3756" y="4039"/>
                      <a:pt x="3718" y="4094"/>
                      <a:pt x="3664" y="4126"/>
                    </a:cubicBezTo>
                    <a:cubicBezTo>
                      <a:pt x="3658" y="4129"/>
                      <a:pt x="3657" y="4136"/>
                      <a:pt x="3659" y="4141"/>
                    </a:cubicBezTo>
                    <a:lnTo>
                      <a:pt x="3659" y="4141"/>
                    </a:lnTo>
                    <a:cubicBezTo>
                      <a:pt x="3647" y="4140"/>
                      <a:pt x="3635" y="4140"/>
                      <a:pt x="3623" y="4140"/>
                    </a:cubicBezTo>
                    <a:cubicBezTo>
                      <a:pt x="3574" y="4140"/>
                      <a:pt x="3525" y="4148"/>
                      <a:pt x="3479" y="4164"/>
                    </a:cubicBezTo>
                    <a:lnTo>
                      <a:pt x="3463" y="4137"/>
                    </a:lnTo>
                    <a:cubicBezTo>
                      <a:pt x="3447" y="4094"/>
                      <a:pt x="3436" y="4045"/>
                      <a:pt x="3430" y="3996"/>
                    </a:cubicBezTo>
                    <a:cubicBezTo>
                      <a:pt x="3425" y="3914"/>
                      <a:pt x="3414" y="3833"/>
                      <a:pt x="3398" y="3757"/>
                    </a:cubicBezTo>
                    <a:cubicBezTo>
                      <a:pt x="3452" y="3713"/>
                      <a:pt x="3496" y="3664"/>
                      <a:pt x="3534" y="3610"/>
                    </a:cubicBezTo>
                    <a:cubicBezTo>
                      <a:pt x="3566" y="3566"/>
                      <a:pt x="3599" y="3523"/>
                      <a:pt x="3626" y="3474"/>
                    </a:cubicBezTo>
                    <a:cubicBezTo>
                      <a:pt x="3631" y="3528"/>
                      <a:pt x="3631" y="3583"/>
                      <a:pt x="3626" y="3637"/>
                    </a:cubicBezTo>
                    <a:cubicBezTo>
                      <a:pt x="3626" y="3702"/>
                      <a:pt x="3615" y="3767"/>
                      <a:pt x="3599" y="3827"/>
                    </a:cubicBezTo>
                    <a:cubicBezTo>
                      <a:pt x="3583" y="3876"/>
                      <a:pt x="3566" y="3925"/>
                      <a:pt x="3550" y="3974"/>
                    </a:cubicBezTo>
                    <a:cubicBezTo>
                      <a:pt x="3544" y="4012"/>
                      <a:pt x="3517" y="4083"/>
                      <a:pt x="3474" y="4088"/>
                    </a:cubicBezTo>
                    <a:cubicBezTo>
                      <a:pt x="3463" y="4088"/>
                      <a:pt x="3463" y="4105"/>
                      <a:pt x="3474" y="4110"/>
                    </a:cubicBezTo>
                    <a:cubicBezTo>
                      <a:pt x="3482" y="4112"/>
                      <a:pt x="3490" y="4113"/>
                      <a:pt x="3497" y="4113"/>
                    </a:cubicBezTo>
                    <a:cubicBezTo>
                      <a:pt x="3572" y="4113"/>
                      <a:pt x="3601" y="4016"/>
                      <a:pt x="3621" y="3947"/>
                    </a:cubicBezTo>
                    <a:cubicBezTo>
                      <a:pt x="3626" y="3952"/>
                      <a:pt x="3631" y="3955"/>
                      <a:pt x="3637" y="3955"/>
                    </a:cubicBezTo>
                    <a:cubicBezTo>
                      <a:pt x="3642" y="3955"/>
                      <a:pt x="3648" y="3952"/>
                      <a:pt x="3653" y="3947"/>
                    </a:cubicBezTo>
                    <a:cubicBezTo>
                      <a:pt x="3713" y="3876"/>
                      <a:pt x="3751" y="3789"/>
                      <a:pt x="3767" y="3697"/>
                    </a:cubicBezTo>
                    <a:cubicBezTo>
                      <a:pt x="3800" y="3604"/>
                      <a:pt x="3805" y="3507"/>
                      <a:pt x="3778" y="3420"/>
                    </a:cubicBezTo>
                    <a:cubicBezTo>
                      <a:pt x="3773" y="3410"/>
                      <a:pt x="3764" y="3406"/>
                      <a:pt x="3756" y="3406"/>
                    </a:cubicBezTo>
                    <a:cubicBezTo>
                      <a:pt x="3746" y="3406"/>
                      <a:pt x="3737" y="3413"/>
                      <a:pt x="3740" y="3425"/>
                    </a:cubicBezTo>
                    <a:cubicBezTo>
                      <a:pt x="3773" y="3512"/>
                      <a:pt x="3740" y="3610"/>
                      <a:pt x="3718" y="3691"/>
                    </a:cubicBezTo>
                    <a:cubicBezTo>
                      <a:pt x="3697" y="3757"/>
                      <a:pt x="3675" y="3822"/>
                      <a:pt x="3642" y="3882"/>
                    </a:cubicBezTo>
                    <a:cubicBezTo>
                      <a:pt x="3664" y="3822"/>
                      <a:pt x="3675" y="3751"/>
                      <a:pt x="3675" y="3686"/>
                    </a:cubicBezTo>
                    <a:cubicBezTo>
                      <a:pt x="3680" y="3604"/>
                      <a:pt x="3675" y="3523"/>
                      <a:pt x="3653" y="3447"/>
                    </a:cubicBezTo>
                    <a:cubicBezTo>
                      <a:pt x="3653" y="3441"/>
                      <a:pt x="3653" y="3441"/>
                      <a:pt x="3648" y="3436"/>
                    </a:cubicBezTo>
                    <a:cubicBezTo>
                      <a:pt x="3680" y="3403"/>
                      <a:pt x="3702" y="3365"/>
                      <a:pt x="3718" y="3322"/>
                    </a:cubicBezTo>
                    <a:cubicBezTo>
                      <a:pt x="3718" y="3306"/>
                      <a:pt x="3705" y="3291"/>
                      <a:pt x="3691" y="3291"/>
                    </a:cubicBezTo>
                    <a:cubicBezTo>
                      <a:pt x="3685" y="3291"/>
                      <a:pt x="3680" y="3294"/>
                      <a:pt x="3675" y="3300"/>
                    </a:cubicBezTo>
                    <a:cubicBezTo>
                      <a:pt x="3648" y="3327"/>
                      <a:pt x="3615" y="3354"/>
                      <a:pt x="3583" y="3382"/>
                    </a:cubicBezTo>
                    <a:cubicBezTo>
                      <a:pt x="3550" y="3414"/>
                      <a:pt x="3517" y="3447"/>
                      <a:pt x="3479" y="3479"/>
                    </a:cubicBezTo>
                    <a:cubicBezTo>
                      <a:pt x="3403" y="3550"/>
                      <a:pt x="3327" y="3632"/>
                      <a:pt x="3245" y="3697"/>
                    </a:cubicBezTo>
                    <a:cubicBezTo>
                      <a:pt x="3202" y="3729"/>
                      <a:pt x="3153" y="3757"/>
                      <a:pt x="3110" y="3778"/>
                    </a:cubicBezTo>
                    <a:cubicBezTo>
                      <a:pt x="3055" y="3806"/>
                      <a:pt x="3017" y="3838"/>
                      <a:pt x="2974" y="3865"/>
                    </a:cubicBezTo>
                    <a:cubicBezTo>
                      <a:pt x="2870" y="3925"/>
                      <a:pt x="2767" y="3969"/>
                      <a:pt x="2658" y="3996"/>
                    </a:cubicBezTo>
                    <a:cubicBezTo>
                      <a:pt x="2555" y="4023"/>
                      <a:pt x="2452" y="4039"/>
                      <a:pt x="2349" y="4039"/>
                    </a:cubicBezTo>
                    <a:cubicBezTo>
                      <a:pt x="2245" y="4039"/>
                      <a:pt x="2147" y="4034"/>
                      <a:pt x="2050" y="4023"/>
                    </a:cubicBezTo>
                    <a:cubicBezTo>
                      <a:pt x="1827" y="3979"/>
                      <a:pt x="1620" y="3893"/>
                      <a:pt x="1435" y="3762"/>
                    </a:cubicBezTo>
                    <a:cubicBezTo>
                      <a:pt x="1327" y="3697"/>
                      <a:pt x="1223" y="3626"/>
                      <a:pt x="1131" y="3545"/>
                    </a:cubicBezTo>
                    <a:cubicBezTo>
                      <a:pt x="1093" y="3501"/>
                      <a:pt x="1060" y="3452"/>
                      <a:pt x="1033" y="3398"/>
                    </a:cubicBezTo>
                    <a:cubicBezTo>
                      <a:pt x="1006" y="3344"/>
                      <a:pt x="957" y="3300"/>
                      <a:pt x="930" y="3251"/>
                    </a:cubicBezTo>
                    <a:cubicBezTo>
                      <a:pt x="927" y="3246"/>
                      <a:pt x="923" y="3244"/>
                      <a:pt x="918" y="3244"/>
                    </a:cubicBezTo>
                    <a:cubicBezTo>
                      <a:pt x="913" y="3244"/>
                      <a:pt x="908" y="3248"/>
                      <a:pt x="908" y="3257"/>
                    </a:cubicBezTo>
                    <a:cubicBezTo>
                      <a:pt x="913" y="3291"/>
                      <a:pt x="918" y="3330"/>
                      <a:pt x="931" y="3366"/>
                    </a:cubicBezTo>
                    <a:lnTo>
                      <a:pt x="931" y="3366"/>
                    </a:lnTo>
                    <a:cubicBezTo>
                      <a:pt x="922" y="3342"/>
                      <a:pt x="913" y="3318"/>
                      <a:pt x="908" y="3289"/>
                    </a:cubicBezTo>
                    <a:cubicBezTo>
                      <a:pt x="892" y="3180"/>
                      <a:pt x="892" y="3066"/>
                      <a:pt x="908" y="2952"/>
                    </a:cubicBezTo>
                    <a:cubicBezTo>
                      <a:pt x="930" y="2724"/>
                      <a:pt x="995" y="2506"/>
                      <a:pt x="1115" y="2311"/>
                    </a:cubicBezTo>
                    <a:cubicBezTo>
                      <a:pt x="1174" y="2218"/>
                      <a:pt x="1240" y="2131"/>
                      <a:pt x="1316" y="2055"/>
                    </a:cubicBezTo>
                    <a:cubicBezTo>
                      <a:pt x="1392" y="1974"/>
                      <a:pt x="1441" y="1881"/>
                      <a:pt x="1511" y="1794"/>
                    </a:cubicBezTo>
                    <a:cubicBezTo>
                      <a:pt x="1647" y="1615"/>
                      <a:pt x="1762" y="1419"/>
                      <a:pt x="1848" y="1213"/>
                    </a:cubicBezTo>
                    <a:cubicBezTo>
                      <a:pt x="1892" y="1099"/>
                      <a:pt x="1914" y="973"/>
                      <a:pt x="1919" y="854"/>
                    </a:cubicBezTo>
                    <a:cubicBezTo>
                      <a:pt x="1925" y="789"/>
                      <a:pt x="1930" y="729"/>
                      <a:pt x="1935" y="669"/>
                    </a:cubicBezTo>
                    <a:cubicBezTo>
                      <a:pt x="1925" y="609"/>
                      <a:pt x="1914" y="550"/>
                      <a:pt x="1903" y="495"/>
                    </a:cubicBezTo>
                    <a:cubicBezTo>
                      <a:pt x="1903" y="487"/>
                      <a:pt x="1896" y="483"/>
                      <a:pt x="1889" y="483"/>
                    </a:cubicBezTo>
                    <a:cubicBezTo>
                      <a:pt x="1881" y="483"/>
                      <a:pt x="1873" y="487"/>
                      <a:pt x="1870" y="495"/>
                    </a:cubicBezTo>
                    <a:cubicBezTo>
                      <a:pt x="1865" y="544"/>
                      <a:pt x="1859" y="593"/>
                      <a:pt x="1854" y="642"/>
                    </a:cubicBezTo>
                    <a:cubicBezTo>
                      <a:pt x="1843" y="696"/>
                      <a:pt x="1827" y="756"/>
                      <a:pt x="1821" y="816"/>
                    </a:cubicBezTo>
                    <a:cubicBezTo>
                      <a:pt x="1816" y="941"/>
                      <a:pt x="1789" y="1060"/>
                      <a:pt x="1745" y="1180"/>
                    </a:cubicBezTo>
                    <a:cubicBezTo>
                      <a:pt x="1691" y="1289"/>
                      <a:pt x="1631" y="1392"/>
                      <a:pt x="1566" y="1495"/>
                    </a:cubicBezTo>
                    <a:cubicBezTo>
                      <a:pt x="1506" y="1593"/>
                      <a:pt x="1435" y="1680"/>
                      <a:pt x="1370" y="1773"/>
                    </a:cubicBezTo>
                    <a:cubicBezTo>
                      <a:pt x="1338" y="1821"/>
                      <a:pt x="1305" y="1870"/>
                      <a:pt x="1267" y="1919"/>
                    </a:cubicBezTo>
                    <a:cubicBezTo>
                      <a:pt x="1229" y="1963"/>
                      <a:pt x="1185" y="2006"/>
                      <a:pt x="1147" y="2050"/>
                    </a:cubicBezTo>
                    <a:cubicBezTo>
                      <a:pt x="1071" y="2131"/>
                      <a:pt x="1006" y="2224"/>
                      <a:pt x="952" y="2322"/>
                    </a:cubicBezTo>
                    <a:cubicBezTo>
                      <a:pt x="848" y="2523"/>
                      <a:pt x="789" y="2746"/>
                      <a:pt x="772" y="2974"/>
                    </a:cubicBezTo>
                    <a:cubicBezTo>
                      <a:pt x="761" y="3099"/>
                      <a:pt x="761" y="3218"/>
                      <a:pt x="783" y="3344"/>
                    </a:cubicBezTo>
                    <a:cubicBezTo>
                      <a:pt x="805" y="3463"/>
                      <a:pt x="881" y="3507"/>
                      <a:pt x="979" y="3561"/>
                    </a:cubicBezTo>
                    <a:cubicBezTo>
                      <a:pt x="984" y="3564"/>
                      <a:pt x="990" y="3565"/>
                      <a:pt x="995" y="3565"/>
                    </a:cubicBezTo>
                    <a:cubicBezTo>
                      <a:pt x="1001" y="3565"/>
                      <a:pt x="1006" y="3564"/>
                      <a:pt x="1011" y="3561"/>
                    </a:cubicBezTo>
                    <a:cubicBezTo>
                      <a:pt x="1071" y="3642"/>
                      <a:pt x="1153" y="3719"/>
                      <a:pt x="1240" y="3773"/>
                    </a:cubicBezTo>
                    <a:cubicBezTo>
                      <a:pt x="1316" y="3827"/>
                      <a:pt x="1392" y="3887"/>
                      <a:pt x="1468" y="3936"/>
                    </a:cubicBezTo>
                    <a:cubicBezTo>
                      <a:pt x="1468" y="3990"/>
                      <a:pt x="1452" y="4045"/>
                      <a:pt x="1430" y="4094"/>
                    </a:cubicBezTo>
                    <a:cubicBezTo>
                      <a:pt x="1403" y="4143"/>
                      <a:pt x="1354" y="4181"/>
                      <a:pt x="1327" y="4235"/>
                    </a:cubicBezTo>
                    <a:lnTo>
                      <a:pt x="1321" y="4251"/>
                    </a:lnTo>
                    <a:cubicBezTo>
                      <a:pt x="1300" y="4234"/>
                      <a:pt x="1277" y="4227"/>
                      <a:pt x="1253" y="4227"/>
                    </a:cubicBezTo>
                    <a:cubicBezTo>
                      <a:pt x="1178" y="4227"/>
                      <a:pt x="1095" y="4297"/>
                      <a:pt x="1049" y="4338"/>
                    </a:cubicBezTo>
                    <a:cubicBezTo>
                      <a:pt x="1001" y="4371"/>
                      <a:pt x="957" y="4414"/>
                      <a:pt x="924" y="4452"/>
                    </a:cubicBezTo>
                    <a:cubicBezTo>
                      <a:pt x="897" y="4485"/>
                      <a:pt x="881" y="4523"/>
                      <a:pt x="870" y="4561"/>
                    </a:cubicBezTo>
                    <a:cubicBezTo>
                      <a:pt x="859" y="4572"/>
                      <a:pt x="848" y="4577"/>
                      <a:pt x="843" y="4588"/>
                    </a:cubicBezTo>
                    <a:lnTo>
                      <a:pt x="772" y="4643"/>
                    </a:lnTo>
                    <a:cubicBezTo>
                      <a:pt x="729" y="4632"/>
                      <a:pt x="685" y="4621"/>
                      <a:pt x="636" y="4615"/>
                    </a:cubicBezTo>
                    <a:lnTo>
                      <a:pt x="636" y="4615"/>
                    </a:lnTo>
                    <a:lnTo>
                      <a:pt x="653" y="4626"/>
                    </a:lnTo>
                    <a:cubicBezTo>
                      <a:pt x="593" y="4615"/>
                      <a:pt x="533" y="4594"/>
                      <a:pt x="479" y="4567"/>
                    </a:cubicBezTo>
                    <a:cubicBezTo>
                      <a:pt x="424" y="4529"/>
                      <a:pt x="386" y="4474"/>
                      <a:pt x="365" y="4409"/>
                    </a:cubicBezTo>
                    <a:lnTo>
                      <a:pt x="365" y="4403"/>
                    </a:lnTo>
                    <a:lnTo>
                      <a:pt x="381" y="4414"/>
                    </a:lnTo>
                    <a:cubicBezTo>
                      <a:pt x="425" y="4431"/>
                      <a:pt x="488" y="4450"/>
                      <a:pt x="545" y="4450"/>
                    </a:cubicBezTo>
                    <a:cubicBezTo>
                      <a:pt x="580" y="4450"/>
                      <a:pt x="612" y="4444"/>
                      <a:pt x="636" y="4425"/>
                    </a:cubicBezTo>
                    <a:cubicBezTo>
                      <a:pt x="647" y="4414"/>
                      <a:pt x="653" y="4398"/>
                      <a:pt x="642" y="4387"/>
                    </a:cubicBezTo>
                    <a:cubicBezTo>
                      <a:pt x="593" y="4344"/>
                      <a:pt x="517" y="4349"/>
                      <a:pt x="457" y="4333"/>
                    </a:cubicBezTo>
                    <a:cubicBezTo>
                      <a:pt x="397" y="4317"/>
                      <a:pt x="348" y="4289"/>
                      <a:pt x="310" y="4240"/>
                    </a:cubicBezTo>
                    <a:lnTo>
                      <a:pt x="310" y="4219"/>
                    </a:lnTo>
                    <a:cubicBezTo>
                      <a:pt x="310" y="4202"/>
                      <a:pt x="294" y="4191"/>
                      <a:pt x="278" y="4191"/>
                    </a:cubicBezTo>
                    <a:cubicBezTo>
                      <a:pt x="261" y="4153"/>
                      <a:pt x="240" y="4115"/>
                      <a:pt x="229" y="4077"/>
                    </a:cubicBezTo>
                    <a:cubicBezTo>
                      <a:pt x="229" y="4066"/>
                      <a:pt x="218" y="4050"/>
                      <a:pt x="212" y="4023"/>
                    </a:cubicBezTo>
                    <a:lnTo>
                      <a:pt x="212" y="4023"/>
                    </a:lnTo>
                    <a:cubicBezTo>
                      <a:pt x="294" y="4154"/>
                      <a:pt x="417" y="4252"/>
                      <a:pt x="563" y="4252"/>
                    </a:cubicBezTo>
                    <a:cubicBezTo>
                      <a:pt x="610" y="4252"/>
                      <a:pt x="660" y="4241"/>
                      <a:pt x="712" y="4219"/>
                    </a:cubicBezTo>
                    <a:cubicBezTo>
                      <a:pt x="750" y="4197"/>
                      <a:pt x="734" y="4137"/>
                      <a:pt x="685" y="4132"/>
                    </a:cubicBezTo>
                    <a:cubicBezTo>
                      <a:pt x="672" y="4134"/>
                      <a:pt x="658" y="4135"/>
                      <a:pt x="645" y="4135"/>
                    </a:cubicBezTo>
                    <a:cubicBezTo>
                      <a:pt x="523" y="4135"/>
                      <a:pt x="406" y="4050"/>
                      <a:pt x="337" y="3952"/>
                    </a:cubicBezTo>
                    <a:cubicBezTo>
                      <a:pt x="245" y="3816"/>
                      <a:pt x="229" y="3642"/>
                      <a:pt x="299" y="3501"/>
                    </a:cubicBezTo>
                    <a:cubicBezTo>
                      <a:pt x="332" y="3425"/>
                      <a:pt x="381" y="3354"/>
                      <a:pt x="408" y="3278"/>
                    </a:cubicBezTo>
                    <a:cubicBezTo>
                      <a:pt x="430" y="3197"/>
                      <a:pt x="419" y="3110"/>
                      <a:pt x="370" y="3039"/>
                    </a:cubicBezTo>
                    <a:cubicBezTo>
                      <a:pt x="294" y="2887"/>
                      <a:pt x="207" y="2746"/>
                      <a:pt x="180" y="2572"/>
                    </a:cubicBezTo>
                    <a:cubicBezTo>
                      <a:pt x="153" y="2403"/>
                      <a:pt x="169" y="2235"/>
                      <a:pt x="229" y="2077"/>
                    </a:cubicBezTo>
                    <a:cubicBezTo>
                      <a:pt x="261" y="2001"/>
                      <a:pt x="305" y="1930"/>
                      <a:pt x="359" y="1865"/>
                    </a:cubicBezTo>
                    <a:cubicBezTo>
                      <a:pt x="386" y="1832"/>
                      <a:pt x="413" y="1805"/>
                      <a:pt x="441" y="1773"/>
                    </a:cubicBezTo>
                    <a:cubicBezTo>
                      <a:pt x="451" y="1762"/>
                      <a:pt x="462" y="1745"/>
                      <a:pt x="479" y="1740"/>
                    </a:cubicBezTo>
                    <a:cubicBezTo>
                      <a:pt x="500" y="1724"/>
                      <a:pt x="528" y="1729"/>
                      <a:pt x="549" y="1713"/>
                    </a:cubicBezTo>
                    <a:cubicBezTo>
                      <a:pt x="674" y="1631"/>
                      <a:pt x="750" y="1495"/>
                      <a:pt x="756" y="1349"/>
                    </a:cubicBezTo>
                    <a:cubicBezTo>
                      <a:pt x="750" y="1300"/>
                      <a:pt x="750" y="1251"/>
                      <a:pt x="756" y="1202"/>
                    </a:cubicBezTo>
                    <a:cubicBezTo>
                      <a:pt x="761" y="1164"/>
                      <a:pt x="772" y="1126"/>
                      <a:pt x="783" y="1093"/>
                    </a:cubicBezTo>
                    <a:cubicBezTo>
                      <a:pt x="799" y="995"/>
                      <a:pt x="837" y="903"/>
                      <a:pt x="881" y="810"/>
                    </a:cubicBezTo>
                    <a:cubicBezTo>
                      <a:pt x="973" y="647"/>
                      <a:pt x="1104" y="501"/>
                      <a:pt x="1261" y="397"/>
                    </a:cubicBezTo>
                    <a:cubicBezTo>
                      <a:pt x="1343" y="332"/>
                      <a:pt x="1435" y="283"/>
                      <a:pt x="1528" y="245"/>
                    </a:cubicBezTo>
                    <a:cubicBezTo>
                      <a:pt x="1620" y="207"/>
                      <a:pt x="1718" y="180"/>
                      <a:pt x="1810" y="142"/>
                    </a:cubicBezTo>
                    <a:cubicBezTo>
                      <a:pt x="1848" y="136"/>
                      <a:pt x="1881" y="136"/>
                      <a:pt x="1919" y="126"/>
                    </a:cubicBezTo>
                    <a:cubicBezTo>
                      <a:pt x="2001" y="109"/>
                      <a:pt x="2088" y="98"/>
                      <a:pt x="2169" y="93"/>
                    </a:cubicBezTo>
                    <a:close/>
                    <a:moveTo>
                      <a:pt x="3327" y="3833"/>
                    </a:moveTo>
                    <a:lnTo>
                      <a:pt x="3327" y="3833"/>
                    </a:lnTo>
                    <a:cubicBezTo>
                      <a:pt x="3305" y="3958"/>
                      <a:pt x="3316" y="4088"/>
                      <a:pt x="3365" y="4208"/>
                    </a:cubicBezTo>
                    <a:cubicBezTo>
                      <a:pt x="3409" y="4273"/>
                      <a:pt x="3403" y="4360"/>
                      <a:pt x="3360" y="4425"/>
                    </a:cubicBezTo>
                    <a:cubicBezTo>
                      <a:pt x="3327" y="4480"/>
                      <a:pt x="3294" y="4529"/>
                      <a:pt x="3273" y="4583"/>
                    </a:cubicBezTo>
                    <a:cubicBezTo>
                      <a:pt x="3245" y="4599"/>
                      <a:pt x="3218" y="4615"/>
                      <a:pt x="3197" y="4637"/>
                    </a:cubicBezTo>
                    <a:cubicBezTo>
                      <a:pt x="3137" y="4713"/>
                      <a:pt x="3066" y="4784"/>
                      <a:pt x="2995" y="4844"/>
                    </a:cubicBezTo>
                    <a:cubicBezTo>
                      <a:pt x="2957" y="4871"/>
                      <a:pt x="2919" y="4898"/>
                      <a:pt x="2876" y="4925"/>
                    </a:cubicBezTo>
                    <a:cubicBezTo>
                      <a:pt x="2832" y="4952"/>
                      <a:pt x="2778" y="4969"/>
                      <a:pt x="2724" y="4980"/>
                    </a:cubicBezTo>
                    <a:cubicBezTo>
                      <a:pt x="2686" y="4985"/>
                      <a:pt x="2648" y="4996"/>
                      <a:pt x="2610" y="5012"/>
                    </a:cubicBezTo>
                    <a:cubicBezTo>
                      <a:pt x="2578" y="5019"/>
                      <a:pt x="2544" y="5021"/>
                      <a:pt x="2509" y="5021"/>
                    </a:cubicBezTo>
                    <a:cubicBezTo>
                      <a:pt x="2485" y="5021"/>
                      <a:pt x="2460" y="5020"/>
                      <a:pt x="2436" y="5018"/>
                    </a:cubicBezTo>
                    <a:cubicBezTo>
                      <a:pt x="2332" y="5012"/>
                      <a:pt x="2234" y="5012"/>
                      <a:pt x="2137" y="5001"/>
                    </a:cubicBezTo>
                    <a:cubicBezTo>
                      <a:pt x="2028" y="4980"/>
                      <a:pt x="1930" y="4947"/>
                      <a:pt x="1843" y="4893"/>
                    </a:cubicBezTo>
                    <a:cubicBezTo>
                      <a:pt x="1745" y="4838"/>
                      <a:pt x="1664" y="4773"/>
                      <a:pt x="1604" y="4686"/>
                    </a:cubicBezTo>
                    <a:cubicBezTo>
                      <a:pt x="1577" y="4654"/>
                      <a:pt x="1555" y="4621"/>
                      <a:pt x="1533" y="4583"/>
                    </a:cubicBezTo>
                    <a:cubicBezTo>
                      <a:pt x="1533" y="4583"/>
                      <a:pt x="1533" y="4577"/>
                      <a:pt x="1528" y="4572"/>
                    </a:cubicBezTo>
                    <a:cubicBezTo>
                      <a:pt x="1517" y="4550"/>
                      <a:pt x="1506" y="4529"/>
                      <a:pt x="1490" y="4507"/>
                    </a:cubicBezTo>
                    <a:cubicBezTo>
                      <a:pt x="1473" y="4480"/>
                      <a:pt x="1457" y="4452"/>
                      <a:pt x="1441" y="4431"/>
                    </a:cubicBezTo>
                    <a:cubicBezTo>
                      <a:pt x="1435" y="4420"/>
                      <a:pt x="1408" y="4398"/>
                      <a:pt x="1414" y="4387"/>
                    </a:cubicBezTo>
                    <a:cubicBezTo>
                      <a:pt x="1425" y="4365"/>
                      <a:pt x="1441" y="4338"/>
                      <a:pt x="1457" y="4322"/>
                    </a:cubicBezTo>
                    <a:cubicBezTo>
                      <a:pt x="1479" y="4273"/>
                      <a:pt x="1522" y="4246"/>
                      <a:pt x="1544" y="4197"/>
                    </a:cubicBezTo>
                    <a:cubicBezTo>
                      <a:pt x="1571" y="4143"/>
                      <a:pt x="1582" y="4083"/>
                      <a:pt x="1582" y="4023"/>
                    </a:cubicBezTo>
                    <a:cubicBezTo>
                      <a:pt x="1680" y="4083"/>
                      <a:pt x="1789" y="4126"/>
                      <a:pt x="1897" y="4159"/>
                    </a:cubicBezTo>
                    <a:cubicBezTo>
                      <a:pt x="2037" y="4193"/>
                      <a:pt x="2178" y="4210"/>
                      <a:pt x="2319" y="4210"/>
                    </a:cubicBezTo>
                    <a:cubicBezTo>
                      <a:pt x="2404" y="4210"/>
                      <a:pt x="2488" y="4204"/>
                      <a:pt x="2571" y="4191"/>
                    </a:cubicBezTo>
                    <a:cubicBezTo>
                      <a:pt x="2696" y="4164"/>
                      <a:pt x="2822" y="4126"/>
                      <a:pt x="2936" y="4072"/>
                    </a:cubicBezTo>
                    <a:cubicBezTo>
                      <a:pt x="2990" y="4050"/>
                      <a:pt x="3039" y="4023"/>
                      <a:pt x="3088" y="3990"/>
                    </a:cubicBezTo>
                    <a:cubicBezTo>
                      <a:pt x="3137" y="3952"/>
                      <a:pt x="3197" y="3925"/>
                      <a:pt x="3245" y="3893"/>
                    </a:cubicBezTo>
                    <a:cubicBezTo>
                      <a:pt x="3273" y="3871"/>
                      <a:pt x="3300" y="3854"/>
                      <a:pt x="3327" y="3833"/>
                    </a:cubicBezTo>
                    <a:close/>
                    <a:moveTo>
                      <a:pt x="2474" y="5132"/>
                    </a:moveTo>
                    <a:cubicBezTo>
                      <a:pt x="2484" y="5143"/>
                      <a:pt x="2495" y="5154"/>
                      <a:pt x="2501" y="5170"/>
                    </a:cubicBezTo>
                    <a:cubicBezTo>
                      <a:pt x="2523" y="5197"/>
                      <a:pt x="2490" y="5224"/>
                      <a:pt x="2468" y="5235"/>
                    </a:cubicBezTo>
                    <a:lnTo>
                      <a:pt x="2468" y="5241"/>
                    </a:lnTo>
                    <a:cubicBezTo>
                      <a:pt x="2457" y="5241"/>
                      <a:pt x="2452" y="5246"/>
                      <a:pt x="2441" y="5251"/>
                    </a:cubicBezTo>
                    <a:cubicBezTo>
                      <a:pt x="2433" y="5249"/>
                      <a:pt x="2426" y="5247"/>
                      <a:pt x="2420" y="5247"/>
                    </a:cubicBezTo>
                    <a:cubicBezTo>
                      <a:pt x="2414" y="5247"/>
                      <a:pt x="2408" y="5249"/>
                      <a:pt x="2403" y="5251"/>
                    </a:cubicBezTo>
                    <a:cubicBezTo>
                      <a:pt x="2370" y="5241"/>
                      <a:pt x="2349" y="5219"/>
                      <a:pt x="2338" y="5197"/>
                    </a:cubicBezTo>
                    <a:cubicBezTo>
                      <a:pt x="2332" y="5186"/>
                      <a:pt x="2332" y="5175"/>
                      <a:pt x="2332" y="5164"/>
                    </a:cubicBezTo>
                    <a:lnTo>
                      <a:pt x="2332" y="5164"/>
                    </a:lnTo>
                    <a:cubicBezTo>
                      <a:pt x="2336" y="5175"/>
                      <a:pt x="2348" y="5181"/>
                      <a:pt x="2360" y="5181"/>
                    </a:cubicBezTo>
                    <a:cubicBezTo>
                      <a:pt x="2366" y="5181"/>
                      <a:pt x="2372" y="5179"/>
                      <a:pt x="2376" y="5175"/>
                    </a:cubicBezTo>
                    <a:cubicBezTo>
                      <a:pt x="2392" y="5159"/>
                      <a:pt x="2403" y="5148"/>
                      <a:pt x="2419" y="5143"/>
                    </a:cubicBezTo>
                    <a:lnTo>
                      <a:pt x="2430" y="5132"/>
                    </a:lnTo>
                    <a:close/>
                    <a:moveTo>
                      <a:pt x="2370" y="5320"/>
                    </a:moveTo>
                    <a:cubicBezTo>
                      <a:pt x="2376" y="5320"/>
                      <a:pt x="2381" y="5322"/>
                      <a:pt x="2387" y="5328"/>
                    </a:cubicBezTo>
                    <a:cubicBezTo>
                      <a:pt x="2389" y="5330"/>
                      <a:pt x="2393" y="5332"/>
                      <a:pt x="2398" y="5332"/>
                    </a:cubicBezTo>
                    <a:cubicBezTo>
                      <a:pt x="2402" y="5332"/>
                      <a:pt x="2406" y="5330"/>
                      <a:pt x="2408" y="5328"/>
                    </a:cubicBezTo>
                    <a:cubicBezTo>
                      <a:pt x="2419" y="5328"/>
                      <a:pt x="2425" y="5333"/>
                      <a:pt x="2430" y="5338"/>
                    </a:cubicBezTo>
                    <a:cubicBezTo>
                      <a:pt x="2446" y="5349"/>
                      <a:pt x="2463" y="5366"/>
                      <a:pt x="2474" y="5382"/>
                    </a:cubicBezTo>
                    <a:cubicBezTo>
                      <a:pt x="2490" y="5398"/>
                      <a:pt x="2495" y="5425"/>
                      <a:pt x="2484" y="5453"/>
                    </a:cubicBezTo>
                    <a:cubicBezTo>
                      <a:pt x="2468" y="5474"/>
                      <a:pt x="2441" y="5485"/>
                      <a:pt x="2419" y="5485"/>
                    </a:cubicBezTo>
                    <a:cubicBezTo>
                      <a:pt x="2359" y="5485"/>
                      <a:pt x="2294" y="5474"/>
                      <a:pt x="2311" y="5398"/>
                    </a:cubicBezTo>
                    <a:cubicBezTo>
                      <a:pt x="2315" y="5380"/>
                      <a:pt x="2342" y="5320"/>
                      <a:pt x="2370" y="5320"/>
                    </a:cubicBezTo>
                    <a:close/>
                    <a:moveTo>
                      <a:pt x="1289" y="4327"/>
                    </a:moveTo>
                    <a:cubicBezTo>
                      <a:pt x="1283" y="4333"/>
                      <a:pt x="1283" y="4344"/>
                      <a:pt x="1278" y="4355"/>
                    </a:cubicBezTo>
                    <a:cubicBezTo>
                      <a:pt x="1278" y="4398"/>
                      <a:pt x="1294" y="4442"/>
                      <a:pt x="1321" y="4480"/>
                    </a:cubicBezTo>
                    <a:cubicBezTo>
                      <a:pt x="1376" y="4550"/>
                      <a:pt x="1414" y="4626"/>
                      <a:pt x="1463" y="4697"/>
                    </a:cubicBezTo>
                    <a:cubicBezTo>
                      <a:pt x="1473" y="4735"/>
                      <a:pt x="1484" y="4779"/>
                      <a:pt x="1495" y="4817"/>
                    </a:cubicBezTo>
                    <a:cubicBezTo>
                      <a:pt x="1522" y="4871"/>
                      <a:pt x="1550" y="4925"/>
                      <a:pt x="1582" y="4980"/>
                    </a:cubicBezTo>
                    <a:cubicBezTo>
                      <a:pt x="1609" y="5029"/>
                      <a:pt x="1626" y="5083"/>
                      <a:pt x="1653" y="5132"/>
                    </a:cubicBezTo>
                    <a:cubicBezTo>
                      <a:pt x="1685" y="5181"/>
                      <a:pt x="1713" y="5235"/>
                      <a:pt x="1740" y="5290"/>
                    </a:cubicBezTo>
                    <a:cubicBezTo>
                      <a:pt x="1762" y="5338"/>
                      <a:pt x="1783" y="5393"/>
                      <a:pt x="1794" y="5447"/>
                    </a:cubicBezTo>
                    <a:cubicBezTo>
                      <a:pt x="1805" y="5496"/>
                      <a:pt x="1821" y="5540"/>
                      <a:pt x="1843" y="5583"/>
                    </a:cubicBezTo>
                    <a:cubicBezTo>
                      <a:pt x="1827" y="5594"/>
                      <a:pt x="1805" y="5599"/>
                      <a:pt x="1783" y="5605"/>
                    </a:cubicBezTo>
                    <a:lnTo>
                      <a:pt x="1789" y="5616"/>
                    </a:lnTo>
                    <a:cubicBezTo>
                      <a:pt x="1782" y="5616"/>
                      <a:pt x="1776" y="5616"/>
                      <a:pt x="1769" y="5616"/>
                    </a:cubicBezTo>
                    <a:cubicBezTo>
                      <a:pt x="1712" y="5616"/>
                      <a:pt x="1659" y="5594"/>
                      <a:pt x="1620" y="5550"/>
                    </a:cubicBezTo>
                    <a:cubicBezTo>
                      <a:pt x="1544" y="5485"/>
                      <a:pt x="1463" y="5425"/>
                      <a:pt x="1370" y="5382"/>
                    </a:cubicBezTo>
                    <a:cubicBezTo>
                      <a:pt x="1327" y="5360"/>
                      <a:pt x="1261" y="5371"/>
                      <a:pt x="1229" y="5344"/>
                    </a:cubicBezTo>
                    <a:cubicBezTo>
                      <a:pt x="1185" y="5306"/>
                      <a:pt x="1169" y="5246"/>
                      <a:pt x="1191" y="5197"/>
                    </a:cubicBezTo>
                    <a:cubicBezTo>
                      <a:pt x="1218" y="5154"/>
                      <a:pt x="1251" y="5121"/>
                      <a:pt x="1283" y="5094"/>
                    </a:cubicBezTo>
                    <a:cubicBezTo>
                      <a:pt x="1305" y="5067"/>
                      <a:pt x="1327" y="5045"/>
                      <a:pt x="1348" y="5029"/>
                    </a:cubicBezTo>
                    <a:cubicBezTo>
                      <a:pt x="1370" y="5018"/>
                      <a:pt x="1386" y="5007"/>
                      <a:pt x="1403" y="4991"/>
                    </a:cubicBezTo>
                    <a:cubicBezTo>
                      <a:pt x="1414" y="4974"/>
                      <a:pt x="1419" y="4958"/>
                      <a:pt x="1414" y="4936"/>
                    </a:cubicBezTo>
                    <a:cubicBezTo>
                      <a:pt x="1383" y="4875"/>
                      <a:pt x="1319" y="4838"/>
                      <a:pt x="1253" y="4838"/>
                    </a:cubicBezTo>
                    <a:cubicBezTo>
                      <a:pt x="1249" y="4838"/>
                      <a:pt x="1244" y="4838"/>
                      <a:pt x="1240" y="4838"/>
                    </a:cubicBezTo>
                    <a:cubicBezTo>
                      <a:pt x="1164" y="4833"/>
                      <a:pt x="984" y="4838"/>
                      <a:pt x="973" y="4741"/>
                    </a:cubicBezTo>
                    <a:cubicBezTo>
                      <a:pt x="973" y="4692"/>
                      <a:pt x="979" y="4643"/>
                      <a:pt x="995" y="4599"/>
                    </a:cubicBezTo>
                    <a:cubicBezTo>
                      <a:pt x="1017" y="4545"/>
                      <a:pt x="1049" y="4496"/>
                      <a:pt x="1098" y="4463"/>
                    </a:cubicBezTo>
                    <a:cubicBezTo>
                      <a:pt x="1136" y="4431"/>
                      <a:pt x="1169" y="4398"/>
                      <a:pt x="1207" y="4371"/>
                    </a:cubicBezTo>
                    <a:cubicBezTo>
                      <a:pt x="1234" y="4355"/>
                      <a:pt x="1261" y="4344"/>
                      <a:pt x="1289" y="4327"/>
                    </a:cubicBezTo>
                    <a:close/>
                    <a:moveTo>
                      <a:pt x="3587" y="4235"/>
                    </a:moveTo>
                    <a:cubicBezTo>
                      <a:pt x="3636" y="4235"/>
                      <a:pt x="3684" y="4241"/>
                      <a:pt x="3729" y="4251"/>
                    </a:cubicBezTo>
                    <a:cubicBezTo>
                      <a:pt x="3778" y="4262"/>
                      <a:pt x="3784" y="4273"/>
                      <a:pt x="3795" y="4317"/>
                    </a:cubicBezTo>
                    <a:cubicBezTo>
                      <a:pt x="3805" y="4360"/>
                      <a:pt x="3827" y="4376"/>
                      <a:pt x="3838" y="4409"/>
                    </a:cubicBezTo>
                    <a:cubicBezTo>
                      <a:pt x="3865" y="4545"/>
                      <a:pt x="3756" y="4702"/>
                      <a:pt x="3637" y="4751"/>
                    </a:cubicBezTo>
                    <a:cubicBezTo>
                      <a:pt x="3610" y="4757"/>
                      <a:pt x="3588" y="4784"/>
                      <a:pt x="3588" y="4817"/>
                    </a:cubicBezTo>
                    <a:cubicBezTo>
                      <a:pt x="3593" y="4860"/>
                      <a:pt x="3621" y="4898"/>
                      <a:pt x="3659" y="4925"/>
                    </a:cubicBezTo>
                    <a:cubicBezTo>
                      <a:pt x="3697" y="4963"/>
                      <a:pt x="3713" y="5023"/>
                      <a:pt x="3697" y="5072"/>
                    </a:cubicBezTo>
                    <a:cubicBezTo>
                      <a:pt x="3680" y="5181"/>
                      <a:pt x="3577" y="5257"/>
                      <a:pt x="3512" y="5338"/>
                    </a:cubicBezTo>
                    <a:cubicBezTo>
                      <a:pt x="3485" y="5382"/>
                      <a:pt x="3457" y="5436"/>
                      <a:pt x="3430" y="5485"/>
                    </a:cubicBezTo>
                    <a:cubicBezTo>
                      <a:pt x="3414" y="5512"/>
                      <a:pt x="3398" y="5545"/>
                      <a:pt x="3376" y="5572"/>
                    </a:cubicBezTo>
                    <a:cubicBezTo>
                      <a:pt x="3360" y="5605"/>
                      <a:pt x="3354" y="5610"/>
                      <a:pt x="3322" y="5616"/>
                    </a:cubicBezTo>
                    <a:cubicBezTo>
                      <a:pt x="3294" y="5616"/>
                      <a:pt x="3262" y="5632"/>
                      <a:pt x="3240" y="5632"/>
                    </a:cubicBezTo>
                    <a:cubicBezTo>
                      <a:pt x="3218" y="5632"/>
                      <a:pt x="3207" y="5616"/>
                      <a:pt x="3186" y="5605"/>
                    </a:cubicBezTo>
                    <a:cubicBezTo>
                      <a:pt x="3159" y="5599"/>
                      <a:pt x="3131" y="5599"/>
                      <a:pt x="3099" y="5594"/>
                    </a:cubicBezTo>
                    <a:cubicBezTo>
                      <a:pt x="3088" y="5588"/>
                      <a:pt x="3072" y="5583"/>
                      <a:pt x="3061" y="5572"/>
                    </a:cubicBezTo>
                    <a:cubicBezTo>
                      <a:pt x="3077" y="5545"/>
                      <a:pt x="3093" y="5507"/>
                      <a:pt x="3110" y="5474"/>
                    </a:cubicBezTo>
                    <a:cubicBezTo>
                      <a:pt x="3137" y="5420"/>
                      <a:pt x="3153" y="5360"/>
                      <a:pt x="3175" y="5306"/>
                    </a:cubicBezTo>
                    <a:cubicBezTo>
                      <a:pt x="3224" y="5181"/>
                      <a:pt x="3278" y="5061"/>
                      <a:pt x="3332" y="4942"/>
                    </a:cubicBezTo>
                    <a:cubicBezTo>
                      <a:pt x="3354" y="4876"/>
                      <a:pt x="3371" y="4811"/>
                      <a:pt x="3387" y="4746"/>
                    </a:cubicBezTo>
                    <a:cubicBezTo>
                      <a:pt x="3409" y="4686"/>
                      <a:pt x="3441" y="4621"/>
                      <a:pt x="3457" y="4556"/>
                    </a:cubicBezTo>
                    <a:cubicBezTo>
                      <a:pt x="3468" y="4523"/>
                      <a:pt x="3474" y="4485"/>
                      <a:pt x="3479" y="4447"/>
                    </a:cubicBezTo>
                    <a:cubicBezTo>
                      <a:pt x="3506" y="4393"/>
                      <a:pt x="3517" y="4327"/>
                      <a:pt x="3506" y="4268"/>
                    </a:cubicBezTo>
                    <a:lnTo>
                      <a:pt x="3506" y="4262"/>
                    </a:lnTo>
                    <a:lnTo>
                      <a:pt x="3506" y="4240"/>
                    </a:lnTo>
                    <a:cubicBezTo>
                      <a:pt x="3533" y="4237"/>
                      <a:pt x="3560" y="4235"/>
                      <a:pt x="3587" y="4235"/>
                    </a:cubicBezTo>
                    <a:close/>
                    <a:moveTo>
                      <a:pt x="865" y="4735"/>
                    </a:moveTo>
                    <a:lnTo>
                      <a:pt x="865" y="4735"/>
                    </a:lnTo>
                    <a:cubicBezTo>
                      <a:pt x="859" y="4811"/>
                      <a:pt x="908" y="4882"/>
                      <a:pt x="984" y="4909"/>
                    </a:cubicBezTo>
                    <a:cubicBezTo>
                      <a:pt x="1044" y="4925"/>
                      <a:pt x="1109" y="4942"/>
                      <a:pt x="1169" y="4942"/>
                    </a:cubicBezTo>
                    <a:cubicBezTo>
                      <a:pt x="1207" y="4942"/>
                      <a:pt x="1245" y="4942"/>
                      <a:pt x="1278" y="4947"/>
                    </a:cubicBezTo>
                    <a:cubicBezTo>
                      <a:pt x="1272" y="4952"/>
                      <a:pt x="1261" y="4958"/>
                      <a:pt x="1256" y="4969"/>
                    </a:cubicBezTo>
                    <a:cubicBezTo>
                      <a:pt x="1229" y="4991"/>
                      <a:pt x="1207" y="5018"/>
                      <a:pt x="1180" y="5039"/>
                    </a:cubicBezTo>
                    <a:cubicBezTo>
                      <a:pt x="1136" y="5078"/>
                      <a:pt x="1098" y="5126"/>
                      <a:pt x="1077" y="5186"/>
                    </a:cubicBezTo>
                    <a:cubicBezTo>
                      <a:pt x="1044" y="5295"/>
                      <a:pt x="1120" y="5463"/>
                      <a:pt x="1245" y="5474"/>
                    </a:cubicBezTo>
                    <a:cubicBezTo>
                      <a:pt x="1278" y="5474"/>
                      <a:pt x="1316" y="5480"/>
                      <a:pt x="1348" y="5496"/>
                    </a:cubicBezTo>
                    <a:cubicBezTo>
                      <a:pt x="1376" y="5512"/>
                      <a:pt x="1408" y="5534"/>
                      <a:pt x="1435" y="5550"/>
                    </a:cubicBezTo>
                    <a:cubicBezTo>
                      <a:pt x="1473" y="5583"/>
                      <a:pt x="1511" y="5610"/>
                      <a:pt x="1550" y="5643"/>
                    </a:cubicBezTo>
                    <a:cubicBezTo>
                      <a:pt x="1517" y="5643"/>
                      <a:pt x="1479" y="5637"/>
                      <a:pt x="1446" y="5632"/>
                    </a:cubicBezTo>
                    <a:cubicBezTo>
                      <a:pt x="1370" y="5626"/>
                      <a:pt x="1293" y="5623"/>
                      <a:pt x="1217" y="5623"/>
                    </a:cubicBezTo>
                    <a:cubicBezTo>
                      <a:pt x="1163" y="5623"/>
                      <a:pt x="1109" y="5624"/>
                      <a:pt x="1055" y="5627"/>
                    </a:cubicBezTo>
                    <a:lnTo>
                      <a:pt x="593" y="5627"/>
                    </a:lnTo>
                    <a:cubicBezTo>
                      <a:pt x="541" y="5629"/>
                      <a:pt x="490" y="5630"/>
                      <a:pt x="440" y="5630"/>
                    </a:cubicBezTo>
                    <a:cubicBezTo>
                      <a:pt x="352" y="5630"/>
                      <a:pt x="266" y="5626"/>
                      <a:pt x="180" y="5616"/>
                    </a:cubicBezTo>
                    <a:cubicBezTo>
                      <a:pt x="180" y="5578"/>
                      <a:pt x="191" y="5534"/>
                      <a:pt x="207" y="5496"/>
                    </a:cubicBezTo>
                    <a:cubicBezTo>
                      <a:pt x="223" y="5431"/>
                      <a:pt x="256" y="5366"/>
                      <a:pt x="299" y="5311"/>
                    </a:cubicBezTo>
                    <a:cubicBezTo>
                      <a:pt x="381" y="5203"/>
                      <a:pt x="473" y="5099"/>
                      <a:pt x="582" y="5007"/>
                    </a:cubicBezTo>
                    <a:cubicBezTo>
                      <a:pt x="680" y="4920"/>
                      <a:pt x="767" y="4822"/>
                      <a:pt x="865" y="4735"/>
                    </a:cubicBezTo>
                    <a:close/>
                    <a:moveTo>
                      <a:pt x="3332" y="4648"/>
                    </a:moveTo>
                    <a:lnTo>
                      <a:pt x="3332" y="4648"/>
                    </a:lnTo>
                    <a:cubicBezTo>
                      <a:pt x="3311" y="4686"/>
                      <a:pt x="3294" y="4730"/>
                      <a:pt x="3284" y="4773"/>
                    </a:cubicBezTo>
                    <a:cubicBezTo>
                      <a:pt x="3262" y="4844"/>
                      <a:pt x="3235" y="4909"/>
                      <a:pt x="3202" y="4974"/>
                    </a:cubicBezTo>
                    <a:cubicBezTo>
                      <a:pt x="3142" y="5094"/>
                      <a:pt x="3082" y="5213"/>
                      <a:pt x="3039" y="5333"/>
                    </a:cubicBezTo>
                    <a:cubicBezTo>
                      <a:pt x="3012" y="5404"/>
                      <a:pt x="2925" y="5512"/>
                      <a:pt x="2952" y="5588"/>
                    </a:cubicBezTo>
                    <a:lnTo>
                      <a:pt x="2963" y="5588"/>
                    </a:lnTo>
                    <a:cubicBezTo>
                      <a:pt x="2957" y="5599"/>
                      <a:pt x="2957" y="5616"/>
                      <a:pt x="2963" y="5627"/>
                    </a:cubicBezTo>
                    <a:lnTo>
                      <a:pt x="2963" y="5632"/>
                    </a:lnTo>
                    <a:lnTo>
                      <a:pt x="2952" y="5632"/>
                    </a:lnTo>
                    <a:cubicBezTo>
                      <a:pt x="2905" y="5632"/>
                      <a:pt x="2860" y="5630"/>
                      <a:pt x="2816" y="5630"/>
                    </a:cubicBezTo>
                    <a:cubicBezTo>
                      <a:pt x="2794" y="5630"/>
                      <a:pt x="2773" y="5630"/>
                      <a:pt x="2751" y="5632"/>
                    </a:cubicBezTo>
                    <a:cubicBezTo>
                      <a:pt x="2686" y="5632"/>
                      <a:pt x="2620" y="5648"/>
                      <a:pt x="2555" y="5648"/>
                    </a:cubicBezTo>
                    <a:lnTo>
                      <a:pt x="2147" y="5648"/>
                    </a:lnTo>
                    <a:cubicBezTo>
                      <a:pt x="2088" y="5648"/>
                      <a:pt x="2012" y="5643"/>
                      <a:pt x="1946" y="5643"/>
                    </a:cubicBezTo>
                    <a:cubicBezTo>
                      <a:pt x="1963" y="5632"/>
                      <a:pt x="1968" y="5610"/>
                      <a:pt x="1968" y="5594"/>
                    </a:cubicBezTo>
                    <a:cubicBezTo>
                      <a:pt x="1968" y="5534"/>
                      <a:pt x="1930" y="5491"/>
                      <a:pt x="1908" y="5436"/>
                    </a:cubicBezTo>
                    <a:cubicBezTo>
                      <a:pt x="1903" y="5415"/>
                      <a:pt x="1903" y="5387"/>
                      <a:pt x="1892" y="5366"/>
                    </a:cubicBezTo>
                    <a:cubicBezTo>
                      <a:pt x="1881" y="5338"/>
                      <a:pt x="1865" y="5311"/>
                      <a:pt x="1848" y="5290"/>
                    </a:cubicBezTo>
                    <a:cubicBezTo>
                      <a:pt x="1821" y="5230"/>
                      <a:pt x="1800" y="5170"/>
                      <a:pt x="1767" y="5121"/>
                    </a:cubicBezTo>
                    <a:cubicBezTo>
                      <a:pt x="1729" y="5067"/>
                      <a:pt x="1707" y="5001"/>
                      <a:pt x="1675" y="4942"/>
                    </a:cubicBezTo>
                    <a:lnTo>
                      <a:pt x="1664" y="4920"/>
                    </a:lnTo>
                    <a:lnTo>
                      <a:pt x="1664" y="4920"/>
                    </a:lnTo>
                    <a:cubicBezTo>
                      <a:pt x="1691" y="4942"/>
                      <a:pt x="1723" y="4963"/>
                      <a:pt x="1751" y="4980"/>
                    </a:cubicBezTo>
                    <a:cubicBezTo>
                      <a:pt x="1848" y="5039"/>
                      <a:pt x="1952" y="5083"/>
                      <a:pt x="2066" y="5105"/>
                    </a:cubicBezTo>
                    <a:cubicBezTo>
                      <a:pt x="2137" y="5116"/>
                      <a:pt x="2207" y="5121"/>
                      <a:pt x="2278" y="5126"/>
                    </a:cubicBezTo>
                    <a:cubicBezTo>
                      <a:pt x="2272" y="5159"/>
                      <a:pt x="2272" y="5192"/>
                      <a:pt x="2283" y="5219"/>
                    </a:cubicBezTo>
                    <a:cubicBezTo>
                      <a:pt x="2294" y="5241"/>
                      <a:pt x="2311" y="5262"/>
                      <a:pt x="2327" y="5279"/>
                    </a:cubicBezTo>
                    <a:cubicBezTo>
                      <a:pt x="2294" y="5295"/>
                      <a:pt x="2267" y="5322"/>
                      <a:pt x="2251" y="5360"/>
                    </a:cubicBezTo>
                    <a:cubicBezTo>
                      <a:pt x="2207" y="5447"/>
                      <a:pt x="2272" y="5550"/>
                      <a:pt x="2370" y="5550"/>
                    </a:cubicBezTo>
                    <a:cubicBezTo>
                      <a:pt x="2463" y="5550"/>
                      <a:pt x="2577" y="5507"/>
                      <a:pt x="2555" y="5393"/>
                    </a:cubicBezTo>
                    <a:cubicBezTo>
                      <a:pt x="2544" y="5355"/>
                      <a:pt x="2523" y="5317"/>
                      <a:pt x="2495" y="5284"/>
                    </a:cubicBezTo>
                    <a:lnTo>
                      <a:pt x="2501" y="5279"/>
                    </a:lnTo>
                    <a:cubicBezTo>
                      <a:pt x="2539" y="5262"/>
                      <a:pt x="2566" y="5219"/>
                      <a:pt x="2566" y="5175"/>
                    </a:cubicBezTo>
                    <a:cubicBezTo>
                      <a:pt x="2566" y="5159"/>
                      <a:pt x="2561" y="5143"/>
                      <a:pt x="2555" y="5132"/>
                    </a:cubicBezTo>
                    <a:cubicBezTo>
                      <a:pt x="2566" y="5132"/>
                      <a:pt x="2577" y="5132"/>
                      <a:pt x="2588" y="5126"/>
                    </a:cubicBezTo>
                    <a:cubicBezTo>
                      <a:pt x="2642" y="5121"/>
                      <a:pt x="2686" y="5088"/>
                      <a:pt x="2740" y="5083"/>
                    </a:cubicBezTo>
                    <a:cubicBezTo>
                      <a:pt x="2789" y="5078"/>
                      <a:pt x="2832" y="5061"/>
                      <a:pt x="2876" y="5039"/>
                    </a:cubicBezTo>
                    <a:cubicBezTo>
                      <a:pt x="2925" y="5012"/>
                      <a:pt x="2974" y="4980"/>
                      <a:pt x="3017" y="4942"/>
                    </a:cubicBezTo>
                    <a:cubicBezTo>
                      <a:pt x="3072" y="4909"/>
                      <a:pt x="3115" y="4871"/>
                      <a:pt x="3159" y="4827"/>
                    </a:cubicBezTo>
                    <a:cubicBezTo>
                      <a:pt x="3197" y="4784"/>
                      <a:pt x="3229" y="4741"/>
                      <a:pt x="3262" y="4692"/>
                    </a:cubicBezTo>
                    <a:lnTo>
                      <a:pt x="3278" y="4670"/>
                    </a:lnTo>
                    <a:cubicBezTo>
                      <a:pt x="3300" y="4664"/>
                      <a:pt x="3316" y="4659"/>
                      <a:pt x="3332" y="4648"/>
                    </a:cubicBezTo>
                    <a:close/>
                    <a:moveTo>
                      <a:pt x="3941" y="4583"/>
                    </a:moveTo>
                    <a:cubicBezTo>
                      <a:pt x="3963" y="4610"/>
                      <a:pt x="3990" y="4632"/>
                      <a:pt x="4012" y="4654"/>
                    </a:cubicBezTo>
                    <a:cubicBezTo>
                      <a:pt x="4093" y="4730"/>
                      <a:pt x="4175" y="4806"/>
                      <a:pt x="4251" y="4893"/>
                    </a:cubicBezTo>
                    <a:cubicBezTo>
                      <a:pt x="4322" y="4963"/>
                      <a:pt x="4382" y="5050"/>
                      <a:pt x="4425" y="5137"/>
                    </a:cubicBezTo>
                    <a:cubicBezTo>
                      <a:pt x="4463" y="5241"/>
                      <a:pt x="4490" y="5344"/>
                      <a:pt x="4512" y="5453"/>
                    </a:cubicBezTo>
                    <a:cubicBezTo>
                      <a:pt x="4523" y="5496"/>
                      <a:pt x="4490" y="5502"/>
                      <a:pt x="4452" y="5518"/>
                    </a:cubicBezTo>
                    <a:cubicBezTo>
                      <a:pt x="4420" y="5534"/>
                      <a:pt x="4387" y="5550"/>
                      <a:pt x="4365" y="5578"/>
                    </a:cubicBezTo>
                    <a:cubicBezTo>
                      <a:pt x="4322" y="5605"/>
                      <a:pt x="4273" y="5621"/>
                      <a:pt x="4229" y="5621"/>
                    </a:cubicBezTo>
                    <a:cubicBezTo>
                      <a:pt x="4170" y="5627"/>
                      <a:pt x="4115" y="5637"/>
                      <a:pt x="4055" y="5643"/>
                    </a:cubicBezTo>
                    <a:cubicBezTo>
                      <a:pt x="4001" y="5648"/>
                      <a:pt x="3947" y="5654"/>
                      <a:pt x="3887" y="5654"/>
                    </a:cubicBezTo>
                    <a:lnTo>
                      <a:pt x="3854" y="5654"/>
                    </a:lnTo>
                    <a:cubicBezTo>
                      <a:pt x="3800" y="5637"/>
                      <a:pt x="3740" y="5632"/>
                      <a:pt x="3680" y="5632"/>
                    </a:cubicBezTo>
                    <a:cubicBezTo>
                      <a:pt x="3640" y="5644"/>
                      <a:pt x="3596" y="5650"/>
                      <a:pt x="3551" y="5650"/>
                    </a:cubicBezTo>
                    <a:cubicBezTo>
                      <a:pt x="3536" y="5650"/>
                      <a:pt x="3521" y="5650"/>
                      <a:pt x="3506" y="5648"/>
                    </a:cubicBezTo>
                    <a:lnTo>
                      <a:pt x="3490" y="5648"/>
                    </a:lnTo>
                    <a:cubicBezTo>
                      <a:pt x="3523" y="5599"/>
                      <a:pt x="3550" y="5545"/>
                      <a:pt x="3577" y="5491"/>
                    </a:cubicBezTo>
                    <a:cubicBezTo>
                      <a:pt x="3637" y="5366"/>
                      <a:pt x="3767" y="5290"/>
                      <a:pt x="3811" y="5154"/>
                    </a:cubicBezTo>
                    <a:cubicBezTo>
                      <a:pt x="3833" y="5083"/>
                      <a:pt x="3838" y="5012"/>
                      <a:pt x="3822" y="4942"/>
                    </a:cubicBezTo>
                    <a:cubicBezTo>
                      <a:pt x="3816" y="4914"/>
                      <a:pt x="3800" y="4887"/>
                      <a:pt x="3778" y="4860"/>
                    </a:cubicBezTo>
                    <a:cubicBezTo>
                      <a:pt x="3773" y="4855"/>
                      <a:pt x="3762" y="4844"/>
                      <a:pt x="3756" y="4838"/>
                    </a:cubicBezTo>
                    <a:cubicBezTo>
                      <a:pt x="3843" y="4779"/>
                      <a:pt x="3909" y="4686"/>
                      <a:pt x="3941" y="4583"/>
                    </a:cubicBezTo>
                    <a:close/>
                    <a:moveTo>
                      <a:pt x="2165" y="0"/>
                    </a:moveTo>
                    <a:cubicBezTo>
                      <a:pt x="2109" y="0"/>
                      <a:pt x="2053" y="8"/>
                      <a:pt x="1995" y="22"/>
                    </a:cubicBezTo>
                    <a:cubicBezTo>
                      <a:pt x="1903" y="44"/>
                      <a:pt x="1810" y="77"/>
                      <a:pt x="1718" y="115"/>
                    </a:cubicBezTo>
                    <a:cubicBezTo>
                      <a:pt x="1713" y="115"/>
                      <a:pt x="1707" y="120"/>
                      <a:pt x="1707" y="126"/>
                    </a:cubicBezTo>
                    <a:cubicBezTo>
                      <a:pt x="1560" y="153"/>
                      <a:pt x="1425" y="202"/>
                      <a:pt x="1299" y="278"/>
                    </a:cubicBezTo>
                    <a:cubicBezTo>
                      <a:pt x="1142" y="370"/>
                      <a:pt x="1001" y="490"/>
                      <a:pt x="892" y="631"/>
                    </a:cubicBezTo>
                    <a:cubicBezTo>
                      <a:pt x="783" y="778"/>
                      <a:pt x="702" y="946"/>
                      <a:pt x="653" y="1126"/>
                    </a:cubicBezTo>
                    <a:cubicBezTo>
                      <a:pt x="620" y="1218"/>
                      <a:pt x="631" y="1316"/>
                      <a:pt x="593" y="1408"/>
                    </a:cubicBezTo>
                    <a:cubicBezTo>
                      <a:pt x="571" y="1463"/>
                      <a:pt x="517" y="1550"/>
                      <a:pt x="457" y="1571"/>
                    </a:cubicBezTo>
                    <a:cubicBezTo>
                      <a:pt x="375" y="1599"/>
                      <a:pt x="305" y="1658"/>
                      <a:pt x="250" y="1729"/>
                    </a:cubicBezTo>
                    <a:cubicBezTo>
                      <a:pt x="191" y="1805"/>
                      <a:pt x="142" y="1887"/>
                      <a:pt x="104" y="1968"/>
                    </a:cubicBezTo>
                    <a:cubicBezTo>
                      <a:pt x="28" y="2148"/>
                      <a:pt x="0" y="2343"/>
                      <a:pt x="28" y="2534"/>
                    </a:cubicBezTo>
                    <a:cubicBezTo>
                      <a:pt x="49" y="2718"/>
                      <a:pt x="114" y="2892"/>
                      <a:pt x="212" y="3050"/>
                    </a:cubicBezTo>
                    <a:cubicBezTo>
                      <a:pt x="234" y="3088"/>
                      <a:pt x="256" y="3126"/>
                      <a:pt x="272" y="3164"/>
                    </a:cubicBezTo>
                    <a:cubicBezTo>
                      <a:pt x="278" y="3213"/>
                      <a:pt x="267" y="3267"/>
                      <a:pt x="234" y="3305"/>
                    </a:cubicBezTo>
                    <a:cubicBezTo>
                      <a:pt x="191" y="3392"/>
                      <a:pt x="153" y="3479"/>
                      <a:pt x="131" y="3572"/>
                    </a:cubicBezTo>
                    <a:cubicBezTo>
                      <a:pt x="109" y="3686"/>
                      <a:pt x="120" y="3800"/>
                      <a:pt x="163" y="3903"/>
                    </a:cubicBezTo>
                    <a:cubicBezTo>
                      <a:pt x="142" y="4039"/>
                      <a:pt x="174" y="4175"/>
                      <a:pt x="250" y="4289"/>
                    </a:cubicBezTo>
                    <a:cubicBezTo>
                      <a:pt x="256" y="4300"/>
                      <a:pt x="261" y="4311"/>
                      <a:pt x="272" y="4317"/>
                    </a:cubicBezTo>
                    <a:cubicBezTo>
                      <a:pt x="283" y="4365"/>
                      <a:pt x="294" y="4403"/>
                      <a:pt x="310" y="4452"/>
                    </a:cubicBezTo>
                    <a:cubicBezTo>
                      <a:pt x="321" y="4523"/>
                      <a:pt x="359" y="4588"/>
                      <a:pt x="413" y="4632"/>
                    </a:cubicBezTo>
                    <a:cubicBezTo>
                      <a:pt x="500" y="4697"/>
                      <a:pt x="604" y="4735"/>
                      <a:pt x="712" y="4735"/>
                    </a:cubicBezTo>
                    <a:cubicBezTo>
                      <a:pt x="658" y="4784"/>
                      <a:pt x="609" y="4838"/>
                      <a:pt x="555" y="4882"/>
                    </a:cubicBezTo>
                    <a:cubicBezTo>
                      <a:pt x="500" y="4931"/>
                      <a:pt x="446" y="4974"/>
                      <a:pt x="397" y="5023"/>
                    </a:cubicBezTo>
                    <a:cubicBezTo>
                      <a:pt x="348" y="5078"/>
                      <a:pt x="299" y="5132"/>
                      <a:pt x="256" y="5186"/>
                    </a:cubicBezTo>
                    <a:cubicBezTo>
                      <a:pt x="207" y="5235"/>
                      <a:pt x="163" y="5290"/>
                      <a:pt x="131" y="5349"/>
                    </a:cubicBezTo>
                    <a:cubicBezTo>
                      <a:pt x="87" y="5447"/>
                      <a:pt x="38" y="5588"/>
                      <a:pt x="66" y="5697"/>
                    </a:cubicBezTo>
                    <a:cubicBezTo>
                      <a:pt x="71" y="5719"/>
                      <a:pt x="87" y="5735"/>
                      <a:pt x="114" y="5741"/>
                    </a:cubicBezTo>
                    <a:cubicBezTo>
                      <a:pt x="259" y="5771"/>
                      <a:pt x="409" y="5778"/>
                      <a:pt x="560" y="5778"/>
                    </a:cubicBezTo>
                    <a:cubicBezTo>
                      <a:pt x="680" y="5778"/>
                      <a:pt x="801" y="5773"/>
                      <a:pt x="919" y="5773"/>
                    </a:cubicBezTo>
                    <a:lnTo>
                      <a:pt x="1327" y="5773"/>
                    </a:lnTo>
                    <a:cubicBezTo>
                      <a:pt x="1386" y="5773"/>
                      <a:pt x="1446" y="5779"/>
                      <a:pt x="1511" y="5790"/>
                    </a:cubicBezTo>
                    <a:cubicBezTo>
                      <a:pt x="1571" y="5790"/>
                      <a:pt x="1631" y="5795"/>
                      <a:pt x="1691" y="5800"/>
                    </a:cubicBezTo>
                    <a:cubicBezTo>
                      <a:pt x="1707" y="5805"/>
                      <a:pt x="1725" y="5806"/>
                      <a:pt x="1743" y="5806"/>
                    </a:cubicBezTo>
                    <a:cubicBezTo>
                      <a:pt x="1772" y="5806"/>
                      <a:pt x="1802" y="5802"/>
                      <a:pt x="1832" y="5795"/>
                    </a:cubicBezTo>
                    <a:cubicBezTo>
                      <a:pt x="1865" y="5792"/>
                      <a:pt x="1899" y="5791"/>
                      <a:pt x="1933" y="5791"/>
                    </a:cubicBezTo>
                    <a:cubicBezTo>
                      <a:pt x="1968" y="5791"/>
                      <a:pt x="2003" y="5792"/>
                      <a:pt x="2039" y="5795"/>
                    </a:cubicBezTo>
                    <a:lnTo>
                      <a:pt x="2631" y="5795"/>
                    </a:lnTo>
                    <a:cubicBezTo>
                      <a:pt x="2696" y="5795"/>
                      <a:pt x="2767" y="5779"/>
                      <a:pt x="2843" y="5779"/>
                    </a:cubicBezTo>
                    <a:lnTo>
                      <a:pt x="3044" y="5779"/>
                    </a:lnTo>
                    <a:cubicBezTo>
                      <a:pt x="3115" y="5779"/>
                      <a:pt x="3180" y="5795"/>
                      <a:pt x="3251" y="5795"/>
                    </a:cubicBezTo>
                    <a:cubicBezTo>
                      <a:pt x="3265" y="5798"/>
                      <a:pt x="3278" y="5799"/>
                      <a:pt x="3292" y="5799"/>
                    </a:cubicBezTo>
                    <a:cubicBezTo>
                      <a:pt x="3307" y="5799"/>
                      <a:pt x="3322" y="5798"/>
                      <a:pt x="3338" y="5795"/>
                    </a:cubicBezTo>
                    <a:cubicBezTo>
                      <a:pt x="3371" y="5790"/>
                      <a:pt x="3409" y="5784"/>
                      <a:pt x="3447" y="5784"/>
                    </a:cubicBezTo>
                    <a:cubicBezTo>
                      <a:pt x="3490" y="5795"/>
                      <a:pt x="3539" y="5800"/>
                      <a:pt x="3583" y="5800"/>
                    </a:cubicBezTo>
                    <a:cubicBezTo>
                      <a:pt x="3648" y="5806"/>
                      <a:pt x="3708" y="5811"/>
                      <a:pt x="3773" y="5811"/>
                    </a:cubicBezTo>
                    <a:cubicBezTo>
                      <a:pt x="3801" y="5813"/>
                      <a:pt x="3830" y="5813"/>
                      <a:pt x="3858" y="5813"/>
                    </a:cubicBezTo>
                    <a:cubicBezTo>
                      <a:pt x="3951" y="5813"/>
                      <a:pt x="4046" y="5806"/>
                      <a:pt x="4137" y="5790"/>
                    </a:cubicBezTo>
                    <a:cubicBezTo>
                      <a:pt x="4257" y="5773"/>
                      <a:pt x="4376" y="5773"/>
                      <a:pt x="4469" y="5692"/>
                    </a:cubicBezTo>
                    <a:cubicBezTo>
                      <a:pt x="4534" y="5643"/>
                      <a:pt x="4637" y="5621"/>
                      <a:pt x="4664" y="5534"/>
                    </a:cubicBezTo>
                    <a:cubicBezTo>
                      <a:pt x="4675" y="5491"/>
                      <a:pt x="4670" y="5442"/>
                      <a:pt x="4659" y="5398"/>
                    </a:cubicBezTo>
                    <a:lnTo>
                      <a:pt x="4648" y="5387"/>
                    </a:lnTo>
                    <a:cubicBezTo>
                      <a:pt x="4632" y="5333"/>
                      <a:pt x="4615" y="5273"/>
                      <a:pt x="4599" y="5213"/>
                    </a:cubicBezTo>
                    <a:cubicBezTo>
                      <a:pt x="4566" y="5105"/>
                      <a:pt x="4512" y="5001"/>
                      <a:pt x="4441" y="4920"/>
                    </a:cubicBezTo>
                    <a:cubicBezTo>
                      <a:pt x="4360" y="4822"/>
                      <a:pt x="4273" y="4730"/>
                      <a:pt x="4180" y="4648"/>
                    </a:cubicBezTo>
                    <a:cubicBezTo>
                      <a:pt x="4137" y="4605"/>
                      <a:pt x="4088" y="4572"/>
                      <a:pt x="4039" y="4534"/>
                    </a:cubicBezTo>
                    <a:cubicBezTo>
                      <a:pt x="4012" y="4518"/>
                      <a:pt x="3990" y="4496"/>
                      <a:pt x="3963" y="4485"/>
                    </a:cubicBezTo>
                    <a:lnTo>
                      <a:pt x="3958" y="4485"/>
                    </a:lnTo>
                    <a:cubicBezTo>
                      <a:pt x="3958" y="4469"/>
                      <a:pt x="3952" y="4452"/>
                      <a:pt x="3952" y="4442"/>
                    </a:cubicBezTo>
                    <a:lnTo>
                      <a:pt x="3952" y="4442"/>
                    </a:lnTo>
                    <a:cubicBezTo>
                      <a:pt x="3969" y="4446"/>
                      <a:pt x="3987" y="4449"/>
                      <a:pt x="4006" y="4449"/>
                    </a:cubicBezTo>
                    <a:cubicBezTo>
                      <a:pt x="4029" y="4449"/>
                      <a:pt x="4053" y="4445"/>
                      <a:pt x="4077" y="4436"/>
                    </a:cubicBezTo>
                    <a:cubicBezTo>
                      <a:pt x="4132" y="4409"/>
                      <a:pt x="4180" y="4371"/>
                      <a:pt x="4219" y="4322"/>
                    </a:cubicBezTo>
                    <a:cubicBezTo>
                      <a:pt x="4267" y="4262"/>
                      <a:pt x="4311" y="4197"/>
                      <a:pt x="4354" y="4126"/>
                    </a:cubicBezTo>
                    <a:cubicBezTo>
                      <a:pt x="4371" y="4099"/>
                      <a:pt x="4382" y="4066"/>
                      <a:pt x="4392" y="4039"/>
                    </a:cubicBezTo>
                    <a:cubicBezTo>
                      <a:pt x="4398" y="4007"/>
                      <a:pt x="4403" y="3974"/>
                      <a:pt x="4414" y="3941"/>
                    </a:cubicBezTo>
                    <a:cubicBezTo>
                      <a:pt x="4447" y="3887"/>
                      <a:pt x="4469" y="3822"/>
                      <a:pt x="4479" y="3757"/>
                    </a:cubicBezTo>
                    <a:cubicBezTo>
                      <a:pt x="4501" y="3691"/>
                      <a:pt x="4507" y="3621"/>
                      <a:pt x="4507" y="3550"/>
                    </a:cubicBezTo>
                    <a:cubicBezTo>
                      <a:pt x="4496" y="3474"/>
                      <a:pt x="4447" y="3409"/>
                      <a:pt x="4382" y="3371"/>
                    </a:cubicBezTo>
                    <a:cubicBezTo>
                      <a:pt x="4420" y="3278"/>
                      <a:pt x="4452" y="3180"/>
                      <a:pt x="4474" y="3077"/>
                    </a:cubicBezTo>
                    <a:cubicBezTo>
                      <a:pt x="4507" y="2958"/>
                      <a:pt x="4496" y="2827"/>
                      <a:pt x="4458" y="2702"/>
                    </a:cubicBezTo>
                    <a:cubicBezTo>
                      <a:pt x="4436" y="2653"/>
                      <a:pt x="4414" y="2610"/>
                      <a:pt x="4382" y="2566"/>
                    </a:cubicBezTo>
                    <a:cubicBezTo>
                      <a:pt x="4365" y="2550"/>
                      <a:pt x="4349" y="2539"/>
                      <a:pt x="4333" y="2523"/>
                    </a:cubicBezTo>
                    <a:cubicBezTo>
                      <a:pt x="4382" y="2419"/>
                      <a:pt x="4420" y="2305"/>
                      <a:pt x="4436" y="2191"/>
                    </a:cubicBezTo>
                    <a:cubicBezTo>
                      <a:pt x="4479" y="2028"/>
                      <a:pt x="4490" y="1860"/>
                      <a:pt x="4479" y="1691"/>
                    </a:cubicBezTo>
                    <a:cubicBezTo>
                      <a:pt x="4469" y="1615"/>
                      <a:pt x="4463" y="1539"/>
                      <a:pt x="4447" y="1468"/>
                    </a:cubicBezTo>
                    <a:cubicBezTo>
                      <a:pt x="4431" y="1392"/>
                      <a:pt x="4392" y="1316"/>
                      <a:pt x="4344" y="1256"/>
                    </a:cubicBezTo>
                    <a:cubicBezTo>
                      <a:pt x="4300" y="1196"/>
                      <a:pt x="4251" y="1142"/>
                      <a:pt x="4191" y="1093"/>
                    </a:cubicBezTo>
                    <a:cubicBezTo>
                      <a:pt x="4137" y="1050"/>
                      <a:pt x="4153" y="984"/>
                      <a:pt x="4148" y="919"/>
                    </a:cubicBezTo>
                    <a:cubicBezTo>
                      <a:pt x="4142" y="756"/>
                      <a:pt x="4050" y="653"/>
                      <a:pt x="3963" y="528"/>
                    </a:cubicBezTo>
                    <a:cubicBezTo>
                      <a:pt x="3920" y="468"/>
                      <a:pt x="3871" y="414"/>
                      <a:pt x="3816" y="359"/>
                    </a:cubicBezTo>
                    <a:cubicBezTo>
                      <a:pt x="3795" y="338"/>
                      <a:pt x="3767" y="316"/>
                      <a:pt x="3735" y="294"/>
                    </a:cubicBezTo>
                    <a:cubicBezTo>
                      <a:pt x="3702" y="278"/>
                      <a:pt x="3669" y="261"/>
                      <a:pt x="3631" y="245"/>
                    </a:cubicBezTo>
                    <a:cubicBezTo>
                      <a:pt x="3588" y="212"/>
                      <a:pt x="3539" y="185"/>
                      <a:pt x="3485" y="164"/>
                    </a:cubicBezTo>
                    <a:cubicBezTo>
                      <a:pt x="3414" y="136"/>
                      <a:pt x="3343" y="120"/>
                      <a:pt x="3273" y="115"/>
                    </a:cubicBezTo>
                    <a:cubicBezTo>
                      <a:pt x="3242" y="118"/>
                      <a:pt x="3212" y="120"/>
                      <a:pt x="3182" y="120"/>
                    </a:cubicBezTo>
                    <a:cubicBezTo>
                      <a:pt x="3128" y="120"/>
                      <a:pt x="3075" y="114"/>
                      <a:pt x="3023" y="104"/>
                    </a:cubicBezTo>
                    <a:cubicBezTo>
                      <a:pt x="2941" y="87"/>
                      <a:pt x="2860" y="77"/>
                      <a:pt x="2778" y="71"/>
                    </a:cubicBezTo>
                    <a:cubicBezTo>
                      <a:pt x="2686" y="66"/>
                      <a:pt x="2599" y="60"/>
                      <a:pt x="2506" y="49"/>
                    </a:cubicBezTo>
                    <a:cubicBezTo>
                      <a:pt x="2419" y="39"/>
                      <a:pt x="2338" y="11"/>
                      <a:pt x="2251" y="6"/>
                    </a:cubicBezTo>
                    <a:cubicBezTo>
                      <a:pt x="2222" y="2"/>
                      <a:pt x="2193" y="0"/>
                      <a:pt x="2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0"/>
              <p:cNvSpPr/>
              <p:nvPr/>
            </p:nvSpPr>
            <p:spPr>
              <a:xfrm>
                <a:off x="5738875" y="4970600"/>
                <a:ext cx="8975" cy="8750"/>
              </a:xfrm>
              <a:custGeom>
                <a:rect b="b" l="l" r="r" t="t"/>
                <a:pathLst>
                  <a:path extrusionOk="0" h="350" w="359">
                    <a:moveTo>
                      <a:pt x="216" y="0"/>
                    </a:moveTo>
                    <a:cubicBezTo>
                      <a:pt x="200" y="0"/>
                      <a:pt x="184" y="4"/>
                      <a:pt x="169" y="12"/>
                    </a:cubicBezTo>
                    <a:cubicBezTo>
                      <a:pt x="158" y="12"/>
                      <a:pt x="147" y="12"/>
                      <a:pt x="136" y="17"/>
                    </a:cubicBezTo>
                    <a:cubicBezTo>
                      <a:pt x="125" y="22"/>
                      <a:pt x="114" y="22"/>
                      <a:pt x="103" y="28"/>
                    </a:cubicBezTo>
                    <a:cubicBezTo>
                      <a:pt x="87" y="39"/>
                      <a:pt x="76" y="44"/>
                      <a:pt x="65" y="61"/>
                    </a:cubicBezTo>
                    <a:cubicBezTo>
                      <a:pt x="11" y="120"/>
                      <a:pt x="0" y="207"/>
                      <a:pt x="44" y="278"/>
                    </a:cubicBezTo>
                    <a:cubicBezTo>
                      <a:pt x="71" y="325"/>
                      <a:pt x="122" y="350"/>
                      <a:pt x="174" y="350"/>
                    </a:cubicBezTo>
                    <a:cubicBezTo>
                      <a:pt x="213" y="350"/>
                      <a:pt x="252" y="335"/>
                      <a:pt x="283" y="305"/>
                    </a:cubicBezTo>
                    <a:cubicBezTo>
                      <a:pt x="348" y="240"/>
                      <a:pt x="359" y="137"/>
                      <a:pt x="310" y="61"/>
                    </a:cubicBezTo>
                    <a:cubicBezTo>
                      <a:pt x="299" y="44"/>
                      <a:pt x="283" y="28"/>
                      <a:pt x="266" y="17"/>
                    </a:cubicBezTo>
                    <a:cubicBezTo>
                      <a:pt x="252" y="5"/>
                      <a:pt x="234" y="0"/>
                      <a:pt x="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0"/>
              <p:cNvSpPr/>
              <p:nvPr/>
            </p:nvSpPr>
            <p:spPr>
              <a:xfrm>
                <a:off x="5706525" y="4970600"/>
                <a:ext cx="10200" cy="8875"/>
              </a:xfrm>
              <a:custGeom>
                <a:rect b="b" l="l" r="r" t="t"/>
                <a:pathLst>
                  <a:path extrusionOk="0" h="355" w="408">
                    <a:moveTo>
                      <a:pt x="218" y="1"/>
                    </a:moveTo>
                    <a:cubicBezTo>
                      <a:pt x="185" y="1"/>
                      <a:pt x="147" y="12"/>
                      <a:pt x="125" y="28"/>
                    </a:cubicBezTo>
                    <a:cubicBezTo>
                      <a:pt x="55" y="77"/>
                      <a:pt x="0" y="180"/>
                      <a:pt x="55" y="256"/>
                    </a:cubicBezTo>
                    <a:cubicBezTo>
                      <a:pt x="82" y="294"/>
                      <a:pt x="114" y="327"/>
                      <a:pt x="163" y="343"/>
                    </a:cubicBezTo>
                    <a:cubicBezTo>
                      <a:pt x="180" y="350"/>
                      <a:pt x="199" y="355"/>
                      <a:pt x="219" y="355"/>
                    </a:cubicBezTo>
                    <a:cubicBezTo>
                      <a:pt x="231" y="355"/>
                      <a:pt x="243" y="353"/>
                      <a:pt x="256" y="349"/>
                    </a:cubicBezTo>
                    <a:cubicBezTo>
                      <a:pt x="332" y="343"/>
                      <a:pt x="386" y="283"/>
                      <a:pt x="392" y="213"/>
                    </a:cubicBezTo>
                    <a:cubicBezTo>
                      <a:pt x="392" y="213"/>
                      <a:pt x="392" y="207"/>
                      <a:pt x="392" y="207"/>
                    </a:cubicBezTo>
                    <a:cubicBezTo>
                      <a:pt x="408" y="131"/>
                      <a:pt x="364" y="55"/>
                      <a:pt x="294" y="28"/>
                    </a:cubicBezTo>
                    <a:lnTo>
                      <a:pt x="294" y="33"/>
                    </a:lnTo>
                    <a:cubicBezTo>
                      <a:pt x="288" y="28"/>
                      <a:pt x="283" y="28"/>
                      <a:pt x="278" y="28"/>
                    </a:cubicBezTo>
                    <a:cubicBezTo>
                      <a:pt x="261" y="12"/>
                      <a:pt x="239" y="1"/>
                      <a:pt x="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0"/>
              <p:cNvSpPr/>
              <p:nvPr/>
            </p:nvSpPr>
            <p:spPr>
              <a:xfrm>
                <a:off x="5680300" y="4997250"/>
                <a:ext cx="17675" cy="25450"/>
              </a:xfrm>
              <a:custGeom>
                <a:rect b="b" l="l" r="r" t="t"/>
                <a:pathLst>
                  <a:path extrusionOk="0" h="1018" w="707">
                    <a:moveTo>
                      <a:pt x="147" y="0"/>
                    </a:moveTo>
                    <a:cubicBezTo>
                      <a:pt x="131" y="0"/>
                      <a:pt x="114" y="11"/>
                      <a:pt x="114" y="33"/>
                    </a:cubicBezTo>
                    <a:cubicBezTo>
                      <a:pt x="103" y="180"/>
                      <a:pt x="136" y="332"/>
                      <a:pt x="201" y="468"/>
                    </a:cubicBezTo>
                    <a:cubicBezTo>
                      <a:pt x="234" y="522"/>
                      <a:pt x="277" y="571"/>
                      <a:pt x="332" y="609"/>
                    </a:cubicBezTo>
                    <a:cubicBezTo>
                      <a:pt x="348" y="658"/>
                      <a:pt x="375" y="707"/>
                      <a:pt x="402" y="750"/>
                    </a:cubicBezTo>
                    <a:cubicBezTo>
                      <a:pt x="424" y="810"/>
                      <a:pt x="462" y="864"/>
                      <a:pt x="506" y="908"/>
                    </a:cubicBezTo>
                    <a:cubicBezTo>
                      <a:pt x="522" y="924"/>
                      <a:pt x="538" y="930"/>
                      <a:pt x="560" y="935"/>
                    </a:cubicBezTo>
                    <a:cubicBezTo>
                      <a:pt x="544" y="963"/>
                      <a:pt x="515" y="973"/>
                      <a:pt x="483" y="973"/>
                    </a:cubicBezTo>
                    <a:cubicBezTo>
                      <a:pt x="440" y="973"/>
                      <a:pt x="390" y="954"/>
                      <a:pt x="359" y="935"/>
                    </a:cubicBezTo>
                    <a:cubicBezTo>
                      <a:pt x="283" y="886"/>
                      <a:pt x="212" y="821"/>
                      <a:pt x="163" y="745"/>
                    </a:cubicBezTo>
                    <a:cubicBezTo>
                      <a:pt x="109" y="658"/>
                      <a:pt x="76" y="565"/>
                      <a:pt x="65" y="468"/>
                    </a:cubicBezTo>
                    <a:cubicBezTo>
                      <a:pt x="44" y="364"/>
                      <a:pt x="38" y="261"/>
                      <a:pt x="38" y="158"/>
                    </a:cubicBezTo>
                    <a:cubicBezTo>
                      <a:pt x="38" y="147"/>
                      <a:pt x="30" y="142"/>
                      <a:pt x="22" y="142"/>
                    </a:cubicBezTo>
                    <a:cubicBezTo>
                      <a:pt x="14" y="142"/>
                      <a:pt x="6" y="147"/>
                      <a:pt x="6" y="158"/>
                    </a:cubicBezTo>
                    <a:cubicBezTo>
                      <a:pt x="0" y="294"/>
                      <a:pt x="16" y="430"/>
                      <a:pt x="49" y="565"/>
                    </a:cubicBezTo>
                    <a:cubicBezTo>
                      <a:pt x="60" y="625"/>
                      <a:pt x="82" y="685"/>
                      <a:pt x="109" y="739"/>
                    </a:cubicBezTo>
                    <a:cubicBezTo>
                      <a:pt x="136" y="788"/>
                      <a:pt x="174" y="832"/>
                      <a:pt x="212" y="875"/>
                    </a:cubicBezTo>
                    <a:cubicBezTo>
                      <a:pt x="272" y="951"/>
                      <a:pt x="359" y="1000"/>
                      <a:pt x="457" y="1017"/>
                    </a:cubicBezTo>
                    <a:cubicBezTo>
                      <a:pt x="462" y="1017"/>
                      <a:pt x="467" y="1017"/>
                      <a:pt x="472" y="1017"/>
                    </a:cubicBezTo>
                    <a:cubicBezTo>
                      <a:pt x="525" y="1017"/>
                      <a:pt x="572" y="990"/>
                      <a:pt x="582" y="941"/>
                    </a:cubicBezTo>
                    <a:cubicBezTo>
                      <a:pt x="592" y="944"/>
                      <a:pt x="602" y="946"/>
                      <a:pt x="611" y="946"/>
                    </a:cubicBezTo>
                    <a:cubicBezTo>
                      <a:pt x="661" y="946"/>
                      <a:pt x="707" y="903"/>
                      <a:pt x="707" y="848"/>
                    </a:cubicBezTo>
                    <a:cubicBezTo>
                      <a:pt x="707" y="842"/>
                      <a:pt x="702" y="838"/>
                      <a:pt x="697" y="838"/>
                    </a:cubicBezTo>
                    <a:cubicBezTo>
                      <a:pt x="692" y="838"/>
                      <a:pt x="688" y="841"/>
                      <a:pt x="685" y="848"/>
                    </a:cubicBezTo>
                    <a:lnTo>
                      <a:pt x="685" y="843"/>
                    </a:lnTo>
                    <a:cubicBezTo>
                      <a:pt x="678" y="877"/>
                      <a:pt x="654" y="889"/>
                      <a:pt x="626" y="889"/>
                    </a:cubicBezTo>
                    <a:cubicBezTo>
                      <a:pt x="593" y="889"/>
                      <a:pt x="554" y="871"/>
                      <a:pt x="533" y="854"/>
                    </a:cubicBezTo>
                    <a:cubicBezTo>
                      <a:pt x="500" y="826"/>
                      <a:pt x="479" y="794"/>
                      <a:pt x="462" y="761"/>
                    </a:cubicBezTo>
                    <a:cubicBezTo>
                      <a:pt x="435" y="712"/>
                      <a:pt x="402" y="669"/>
                      <a:pt x="381" y="625"/>
                    </a:cubicBezTo>
                    <a:lnTo>
                      <a:pt x="381" y="625"/>
                    </a:lnTo>
                    <a:cubicBezTo>
                      <a:pt x="397" y="631"/>
                      <a:pt x="413" y="633"/>
                      <a:pt x="430" y="633"/>
                    </a:cubicBezTo>
                    <a:cubicBezTo>
                      <a:pt x="446" y="633"/>
                      <a:pt x="462" y="631"/>
                      <a:pt x="479" y="625"/>
                    </a:cubicBezTo>
                    <a:cubicBezTo>
                      <a:pt x="500" y="614"/>
                      <a:pt x="506" y="576"/>
                      <a:pt x="479" y="576"/>
                    </a:cubicBezTo>
                    <a:cubicBezTo>
                      <a:pt x="392" y="560"/>
                      <a:pt x="321" y="468"/>
                      <a:pt x="277" y="392"/>
                    </a:cubicBezTo>
                    <a:cubicBezTo>
                      <a:pt x="218" y="283"/>
                      <a:pt x="185" y="158"/>
                      <a:pt x="180" y="33"/>
                    </a:cubicBezTo>
                    <a:cubicBezTo>
                      <a:pt x="180" y="11"/>
                      <a:pt x="163" y="0"/>
                      <a:pt x="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0"/>
              <p:cNvSpPr/>
              <p:nvPr/>
            </p:nvSpPr>
            <p:spPr>
              <a:xfrm>
                <a:off x="5682325" y="4962525"/>
                <a:ext cx="13750" cy="47100"/>
              </a:xfrm>
              <a:custGeom>
                <a:rect b="b" l="l" r="r" t="t"/>
                <a:pathLst>
                  <a:path extrusionOk="0" h="1884" w="550">
                    <a:moveTo>
                      <a:pt x="407" y="0"/>
                    </a:moveTo>
                    <a:cubicBezTo>
                      <a:pt x="404" y="0"/>
                      <a:pt x="401" y="1"/>
                      <a:pt x="398" y="3"/>
                    </a:cubicBezTo>
                    <a:cubicBezTo>
                      <a:pt x="316" y="68"/>
                      <a:pt x="251" y="144"/>
                      <a:pt x="196" y="237"/>
                    </a:cubicBezTo>
                    <a:cubicBezTo>
                      <a:pt x="147" y="318"/>
                      <a:pt x="109" y="405"/>
                      <a:pt x="82" y="498"/>
                    </a:cubicBezTo>
                    <a:cubicBezTo>
                      <a:pt x="1" y="721"/>
                      <a:pt x="12" y="938"/>
                      <a:pt x="44" y="1172"/>
                    </a:cubicBezTo>
                    <a:cubicBezTo>
                      <a:pt x="44" y="1183"/>
                      <a:pt x="55" y="1189"/>
                      <a:pt x="67" y="1189"/>
                    </a:cubicBezTo>
                    <a:cubicBezTo>
                      <a:pt x="77" y="1189"/>
                      <a:pt x="88" y="1185"/>
                      <a:pt x="93" y="1177"/>
                    </a:cubicBezTo>
                    <a:lnTo>
                      <a:pt x="93" y="1193"/>
                    </a:lnTo>
                    <a:cubicBezTo>
                      <a:pt x="99" y="1242"/>
                      <a:pt x="104" y="1291"/>
                      <a:pt x="109" y="1340"/>
                    </a:cubicBezTo>
                    <a:cubicBezTo>
                      <a:pt x="126" y="1438"/>
                      <a:pt x="153" y="1536"/>
                      <a:pt x="191" y="1628"/>
                    </a:cubicBezTo>
                    <a:cubicBezTo>
                      <a:pt x="224" y="1710"/>
                      <a:pt x="278" y="1775"/>
                      <a:pt x="349" y="1824"/>
                    </a:cubicBezTo>
                    <a:cubicBezTo>
                      <a:pt x="378" y="1850"/>
                      <a:pt x="433" y="1883"/>
                      <a:pt x="480" y="1883"/>
                    </a:cubicBezTo>
                    <a:cubicBezTo>
                      <a:pt x="502" y="1883"/>
                      <a:pt x="523" y="1876"/>
                      <a:pt x="539" y="1857"/>
                    </a:cubicBezTo>
                    <a:cubicBezTo>
                      <a:pt x="550" y="1846"/>
                      <a:pt x="550" y="1835"/>
                      <a:pt x="539" y="1824"/>
                    </a:cubicBezTo>
                    <a:lnTo>
                      <a:pt x="544" y="1824"/>
                    </a:lnTo>
                    <a:cubicBezTo>
                      <a:pt x="523" y="1808"/>
                      <a:pt x="495" y="1791"/>
                      <a:pt x="468" y="1786"/>
                    </a:cubicBezTo>
                    <a:cubicBezTo>
                      <a:pt x="436" y="1770"/>
                      <a:pt x="408" y="1748"/>
                      <a:pt x="381" y="1726"/>
                    </a:cubicBezTo>
                    <a:cubicBezTo>
                      <a:pt x="316" y="1666"/>
                      <a:pt x="273" y="1590"/>
                      <a:pt x="251" y="1503"/>
                    </a:cubicBezTo>
                    <a:cubicBezTo>
                      <a:pt x="224" y="1422"/>
                      <a:pt x="202" y="1340"/>
                      <a:pt x="186" y="1259"/>
                    </a:cubicBezTo>
                    <a:cubicBezTo>
                      <a:pt x="175" y="1183"/>
                      <a:pt x="153" y="1112"/>
                      <a:pt x="120" y="1041"/>
                    </a:cubicBezTo>
                    <a:cubicBezTo>
                      <a:pt x="116" y="1033"/>
                      <a:pt x="110" y="1029"/>
                      <a:pt x="103" y="1029"/>
                    </a:cubicBezTo>
                    <a:cubicBezTo>
                      <a:pt x="93" y="1029"/>
                      <a:pt x="82" y="1039"/>
                      <a:pt x="82" y="1052"/>
                    </a:cubicBezTo>
                    <a:cubicBezTo>
                      <a:pt x="55" y="873"/>
                      <a:pt x="71" y="693"/>
                      <a:pt x="131" y="519"/>
                    </a:cubicBezTo>
                    <a:cubicBezTo>
                      <a:pt x="158" y="432"/>
                      <a:pt x="196" y="345"/>
                      <a:pt x="245" y="264"/>
                    </a:cubicBezTo>
                    <a:cubicBezTo>
                      <a:pt x="305" y="182"/>
                      <a:pt x="365" y="106"/>
                      <a:pt x="419" y="25"/>
                    </a:cubicBezTo>
                    <a:cubicBezTo>
                      <a:pt x="428" y="16"/>
                      <a:pt x="419" y="0"/>
                      <a:pt x="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0"/>
              <p:cNvSpPr/>
              <p:nvPr/>
            </p:nvSpPr>
            <p:spPr>
              <a:xfrm>
                <a:off x="5678300" y="4933450"/>
                <a:ext cx="27575" cy="43400"/>
              </a:xfrm>
              <a:custGeom>
                <a:rect b="b" l="l" r="r" t="t"/>
                <a:pathLst>
                  <a:path extrusionOk="0" h="1736" w="1103">
                    <a:moveTo>
                      <a:pt x="1056" y="0"/>
                    </a:moveTo>
                    <a:cubicBezTo>
                      <a:pt x="1052" y="0"/>
                      <a:pt x="1048" y="3"/>
                      <a:pt x="1048" y="8"/>
                    </a:cubicBezTo>
                    <a:cubicBezTo>
                      <a:pt x="1031" y="106"/>
                      <a:pt x="999" y="204"/>
                      <a:pt x="950" y="296"/>
                    </a:cubicBezTo>
                    <a:cubicBezTo>
                      <a:pt x="912" y="389"/>
                      <a:pt x="863" y="476"/>
                      <a:pt x="814" y="563"/>
                    </a:cubicBezTo>
                    <a:cubicBezTo>
                      <a:pt x="760" y="644"/>
                      <a:pt x="727" y="731"/>
                      <a:pt x="673" y="807"/>
                    </a:cubicBezTo>
                    <a:cubicBezTo>
                      <a:pt x="613" y="889"/>
                      <a:pt x="542" y="970"/>
                      <a:pt x="466" y="1036"/>
                    </a:cubicBezTo>
                    <a:cubicBezTo>
                      <a:pt x="466" y="1041"/>
                      <a:pt x="466" y="1041"/>
                      <a:pt x="466" y="1046"/>
                    </a:cubicBezTo>
                    <a:lnTo>
                      <a:pt x="428" y="1079"/>
                    </a:lnTo>
                    <a:cubicBezTo>
                      <a:pt x="395" y="1106"/>
                      <a:pt x="368" y="1139"/>
                      <a:pt x="336" y="1171"/>
                    </a:cubicBezTo>
                    <a:cubicBezTo>
                      <a:pt x="303" y="1199"/>
                      <a:pt x="265" y="1226"/>
                      <a:pt x="232" y="1258"/>
                    </a:cubicBezTo>
                    <a:cubicBezTo>
                      <a:pt x="173" y="1324"/>
                      <a:pt x="124" y="1394"/>
                      <a:pt x="80" y="1470"/>
                    </a:cubicBezTo>
                    <a:cubicBezTo>
                      <a:pt x="42" y="1547"/>
                      <a:pt x="48" y="1639"/>
                      <a:pt x="4" y="1710"/>
                    </a:cubicBezTo>
                    <a:cubicBezTo>
                      <a:pt x="0" y="1726"/>
                      <a:pt x="11" y="1736"/>
                      <a:pt x="23" y="1736"/>
                    </a:cubicBezTo>
                    <a:cubicBezTo>
                      <a:pt x="28" y="1736"/>
                      <a:pt x="32" y="1734"/>
                      <a:pt x="37" y="1731"/>
                    </a:cubicBezTo>
                    <a:cubicBezTo>
                      <a:pt x="75" y="1661"/>
                      <a:pt x="75" y="1574"/>
                      <a:pt x="113" y="1503"/>
                    </a:cubicBezTo>
                    <a:cubicBezTo>
                      <a:pt x="135" y="1465"/>
                      <a:pt x="156" y="1438"/>
                      <a:pt x="178" y="1405"/>
                    </a:cubicBezTo>
                    <a:cubicBezTo>
                      <a:pt x="211" y="1362"/>
                      <a:pt x="243" y="1318"/>
                      <a:pt x="276" y="1280"/>
                    </a:cubicBezTo>
                    <a:cubicBezTo>
                      <a:pt x="303" y="1253"/>
                      <a:pt x="336" y="1231"/>
                      <a:pt x="368" y="1204"/>
                    </a:cubicBezTo>
                    <a:cubicBezTo>
                      <a:pt x="395" y="1177"/>
                      <a:pt x="428" y="1139"/>
                      <a:pt x="461" y="1112"/>
                    </a:cubicBezTo>
                    <a:cubicBezTo>
                      <a:pt x="531" y="1057"/>
                      <a:pt x="597" y="998"/>
                      <a:pt x="651" y="932"/>
                    </a:cubicBezTo>
                    <a:cubicBezTo>
                      <a:pt x="656" y="921"/>
                      <a:pt x="651" y="916"/>
                      <a:pt x="646" y="911"/>
                    </a:cubicBezTo>
                    <a:cubicBezTo>
                      <a:pt x="667" y="889"/>
                      <a:pt x="684" y="862"/>
                      <a:pt x="705" y="834"/>
                    </a:cubicBezTo>
                    <a:cubicBezTo>
                      <a:pt x="765" y="753"/>
                      <a:pt x="814" y="666"/>
                      <a:pt x="863" y="579"/>
                    </a:cubicBezTo>
                    <a:cubicBezTo>
                      <a:pt x="917" y="487"/>
                      <a:pt x="966" y="389"/>
                      <a:pt x="1004" y="291"/>
                    </a:cubicBezTo>
                    <a:cubicBezTo>
                      <a:pt x="1031" y="226"/>
                      <a:pt x="1053" y="150"/>
                      <a:pt x="1070" y="79"/>
                    </a:cubicBezTo>
                    <a:lnTo>
                      <a:pt x="1070" y="79"/>
                    </a:lnTo>
                    <a:cubicBezTo>
                      <a:pt x="1080" y="182"/>
                      <a:pt x="1070" y="285"/>
                      <a:pt x="1042" y="383"/>
                    </a:cubicBezTo>
                    <a:cubicBezTo>
                      <a:pt x="1031" y="432"/>
                      <a:pt x="1021" y="481"/>
                      <a:pt x="1004" y="525"/>
                    </a:cubicBezTo>
                    <a:cubicBezTo>
                      <a:pt x="983" y="563"/>
                      <a:pt x="972" y="595"/>
                      <a:pt x="955" y="633"/>
                    </a:cubicBezTo>
                    <a:cubicBezTo>
                      <a:pt x="944" y="677"/>
                      <a:pt x="923" y="726"/>
                      <a:pt x="901" y="769"/>
                    </a:cubicBezTo>
                    <a:cubicBezTo>
                      <a:pt x="874" y="802"/>
                      <a:pt x="858" y="840"/>
                      <a:pt x="836" y="878"/>
                    </a:cubicBezTo>
                    <a:cubicBezTo>
                      <a:pt x="803" y="959"/>
                      <a:pt x="765" y="1036"/>
                      <a:pt x="716" y="1106"/>
                    </a:cubicBezTo>
                    <a:cubicBezTo>
                      <a:pt x="707" y="1115"/>
                      <a:pt x="713" y="1124"/>
                      <a:pt x="721" y="1124"/>
                    </a:cubicBezTo>
                    <a:cubicBezTo>
                      <a:pt x="723" y="1124"/>
                      <a:pt x="725" y="1124"/>
                      <a:pt x="727" y="1123"/>
                    </a:cubicBezTo>
                    <a:cubicBezTo>
                      <a:pt x="792" y="1057"/>
                      <a:pt x="847" y="987"/>
                      <a:pt x="879" y="900"/>
                    </a:cubicBezTo>
                    <a:cubicBezTo>
                      <a:pt x="896" y="856"/>
                      <a:pt x="917" y="818"/>
                      <a:pt x="944" y="780"/>
                    </a:cubicBezTo>
                    <a:cubicBezTo>
                      <a:pt x="966" y="737"/>
                      <a:pt x="988" y="693"/>
                      <a:pt x="999" y="644"/>
                    </a:cubicBezTo>
                    <a:cubicBezTo>
                      <a:pt x="1015" y="601"/>
                      <a:pt x="1037" y="557"/>
                      <a:pt x="1053" y="514"/>
                    </a:cubicBezTo>
                    <a:cubicBezTo>
                      <a:pt x="1064" y="465"/>
                      <a:pt x="1075" y="421"/>
                      <a:pt x="1080" y="378"/>
                    </a:cubicBezTo>
                    <a:cubicBezTo>
                      <a:pt x="1102" y="269"/>
                      <a:pt x="1102" y="166"/>
                      <a:pt x="1080" y="63"/>
                    </a:cubicBezTo>
                    <a:lnTo>
                      <a:pt x="1075" y="57"/>
                    </a:lnTo>
                    <a:cubicBezTo>
                      <a:pt x="1075" y="52"/>
                      <a:pt x="1070" y="52"/>
                      <a:pt x="1064" y="52"/>
                    </a:cubicBezTo>
                    <a:cubicBezTo>
                      <a:pt x="1064" y="35"/>
                      <a:pt x="1064" y="25"/>
                      <a:pt x="1064" y="8"/>
                    </a:cubicBezTo>
                    <a:cubicBezTo>
                      <a:pt x="1064" y="3"/>
                      <a:pt x="1060" y="0"/>
                      <a:pt x="10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0"/>
              <p:cNvSpPr/>
              <p:nvPr/>
            </p:nvSpPr>
            <p:spPr>
              <a:xfrm>
                <a:off x="5696675" y="4938250"/>
                <a:ext cx="11950" cy="25950"/>
              </a:xfrm>
              <a:custGeom>
                <a:rect b="b" l="l" r="r" t="t"/>
                <a:pathLst>
                  <a:path extrusionOk="0" h="1038" w="478">
                    <a:moveTo>
                      <a:pt x="457" y="0"/>
                    </a:moveTo>
                    <a:cubicBezTo>
                      <a:pt x="451" y="0"/>
                      <a:pt x="445" y="4"/>
                      <a:pt x="443" y="12"/>
                    </a:cubicBezTo>
                    <a:cubicBezTo>
                      <a:pt x="411" y="93"/>
                      <a:pt x="405" y="180"/>
                      <a:pt x="383" y="262"/>
                    </a:cubicBezTo>
                    <a:cubicBezTo>
                      <a:pt x="351" y="354"/>
                      <a:pt x="318" y="447"/>
                      <a:pt x="275" y="534"/>
                    </a:cubicBezTo>
                    <a:cubicBezTo>
                      <a:pt x="193" y="697"/>
                      <a:pt x="90" y="844"/>
                      <a:pt x="8" y="1007"/>
                    </a:cubicBezTo>
                    <a:cubicBezTo>
                      <a:pt x="1" y="1022"/>
                      <a:pt x="15" y="1037"/>
                      <a:pt x="27" y="1037"/>
                    </a:cubicBezTo>
                    <a:cubicBezTo>
                      <a:pt x="33" y="1037"/>
                      <a:pt x="38" y="1035"/>
                      <a:pt x="41" y="1028"/>
                    </a:cubicBezTo>
                    <a:cubicBezTo>
                      <a:pt x="106" y="947"/>
                      <a:pt x="161" y="865"/>
                      <a:pt x="209" y="784"/>
                    </a:cubicBezTo>
                    <a:cubicBezTo>
                      <a:pt x="253" y="702"/>
                      <a:pt x="291" y="626"/>
                      <a:pt x="335" y="545"/>
                    </a:cubicBezTo>
                    <a:cubicBezTo>
                      <a:pt x="373" y="463"/>
                      <a:pt x="400" y="382"/>
                      <a:pt x="421" y="300"/>
                    </a:cubicBezTo>
                    <a:cubicBezTo>
                      <a:pt x="443" y="208"/>
                      <a:pt x="443" y="110"/>
                      <a:pt x="470" y="23"/>
                    </a:cubicBezTo>
                    <a:cubicBezTo>
                      <a:pt x="477" y="9"/>
                      <a:pt x="467" y="0"/>
                      <a:pt x="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0"/>
              <p:cNvSpPr/>
              <p:nvPr/>
            </p:nvSpPr>
            <p:spPr>
              <a:xfrm>
                <a:off x="5748925" y="4945850"/>
                <a:ext cx="23400" cy="15150"/>
              </a:xfrm>
              <a:custGeom>
                <a:rect b="b" l="l" r="r" t="t"/>
                <a:pathLst>
                  <a:path extrusionOk="0" h="606" w="936">
                    <a:moveTo>
                      <a:pt x="11" y="1"/>
                    </a:moveTo>
                    <a:cubicBezTo>
                      <a:pt x="6" y="1"/>
                      <a:pt x="0" y="6"/>
                      <a:pt x="0" y="12"/>
                    </a:cubicBezTo>
                    <a:cubicBezTo>
                      <a:pt x="33" y="94"/>
                      <a:pt x="27" y="181"/>
                      <a:pt x="76" y="257"/>
                    </a:cubicBezTo>
                    <a:cubicBezTo>
                      <a:pt x="109" y="322"/>
                      <a:pt x="163" y="377"/>
                      <a:pt x="223" y="420"/>
                    </a:cubicBezTo>
                    <a:cubicBezTo>
                      <a:pt x="268" y="457"/>
                      <a:pt x="364" y="497"/>
                      <a:pt x="447" y="497"/>
                    </a:cubicBezTo>
                    <a:cubicBezTo>
                      <a:pt x="484" y="497"/>
                      <a:pt x="518" y="489"/>
                      <a:pt x="544" y="469"/>
                    </a:cubicBezTo>
                    <a:cubicBezTo>
                      <a:pt x="637" y="557"/>
                      <a:pt x="764" y="605"/>
                      <a:pt x="893" y="605"/>
                    </a:cubicBezTo>
                    <a:cubicBezTo>
                      <a:pt x="900" y="605"/>
                      <a:pt x="907" y="605"/>
                      <a:pt x="913" y="605"/>
                    </a:cubicBezTo>
                    <a:cubicBezTo>
                      <a:pt x="930" y="605"/>
                      <a:pt x="935" y="583"/>
                      <a:pt x="924" y="578"/>
                    </a:cubicBezTo>
                    <a:cubicBezTo>
                      <a:pt x="816" y="518"/>
                      <a:pt x="691" y="523"/>
                      <a:pt x="593" y="431"/>
                    </a:cubicBezTo>
                    <a:cubicBezTo>
                      <a:pt x="500" y="344"/>
                      <a:pt x="446" y="230"/>
                      <a:pt x="435" y="105"/>
                    </a:cubicBezTo>
                    <a:cubicBezTo>
                      <a:pt x="435" y="94"/>
                      <a:pt x="426" y="88"/>
                      <a:pt x="417" y="88"/>
                    </a:cubicBezTo>
                    <a:cubicBezTo>
                      <a:pt x="408" y="88"/>
                      <a:pt x="400" y="94"/>
                      <a:pt x="403" y="105"/>
                    </a:cubicBezTo>
                    <a:cubicBezTo>
                      <a:pt x="403" y="230"/>
                      <a:pt x="446" y="344"/>
                      <a:pt x="522" y="442"/>
                    </a:cubicBezTo>
                    <a:cubicBezTo>
                      <a:pt x="499" y="448"/>
                      <a:pt x="475" y="453"/>
                      <a:pt x="450" y="453"/>
                    </a:cubicBezTo>
                    <a:cubicBezTo>
                      <a:pt x="435" y="453"/>
                      <a:pt x="419" y="451"/>
                      <a:pt x="403" y="447"/>
                    </a:cubicBezTo>
                    <a:cubicBezTo>
                      <a:pt x="337" y="442"/>
                      <a:pt x="272" y="415"/>
                      <a:pt x="218" y="371"/>
                    </a:cubicBezTo>
                    <a:cubicBezTo>
                      <a:pt x="163" y="333"/>
                      <a:pt x="120" y="284"/>
                      <a:pt x="87" y="224"/>
                    </a:cubicBezTo>
                    <a:cubicBezTo>
                      <a:pt x="44" y="159"/>
                      <a:pt x="49" y="78"/>
                      <a:pt x="17" y="7"/>
                    </a:cubicBezTo>
                    <a:cubicBezTo>
                      <a:pt x="17" y="3"/>
                      <a:pt x="14"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0"/>
              <p:cNvSpPr/>
              <p:nvPr/>
            </p:nvSpPr>
            <p:spPr>
              <a:xfrm>
                <a:off x="5681125" y="5050100"/>
                <a:ext cx="2725" cy="5075"/>
              </a:xfrm>
              <a:custGeom>
                <a:rect b="b" l="l" r="r" t="t"/>
                <a:pathLst>
                  <a:path extrusionOk="0" h="203" w="109">
                    <a:moveTo>
                      <a:pt x="75" y="0"/>
                    </a:moveTo>
                    <a:cubicBezTo>
                      <a:pt x="58" y="0"/>
                      <a:pt x="41" y="14"/>
                      <a:pt x="43" y="32"/>
                    </a:cubicBezTo>
                    <a:lnTo>
                      <a:pt x="43" y="32"/>
                    </a:lnTo>
                    <a:cubicBezTo>
                      <a:pt x="43" y="32"/>
                      <a:pt x="43" y="32"/>
                      <a:pt x="43" y="32"/>
                    </a:cubicBezTo>
                    <a:cubicBezTo>
                      <a:pt x="42" y="32"/>
                      <a:pt x="38" y="44"/>
                      <a:pt x="38" y="44"/>
                    </a:cubicBezTo>
                    <a:cubicBezTo>
                      <a:pt x="38" y="50"/>
                      <a:pt x="32" y="60"/>
                      <a:pt x="27" y="66"/>
                    </a:cubicBezTo>
                    <a:cubicBezTo>
                      <a:pt x="22" y="88"/>
                      <a:pt x="16" y="104"/>
                      <a:pt x="11" y="120"/>
                    </a:cubicBezTo>
                    <a:cubicBezTo>
                      <a:pt x="0" y="161"/>
                      <a:pt x="19" y="202"/>
                      <a:pt x="58" y="202"/>
                    </a:cubicBezTo>
                    <a:cubicBezTo>
                      <a:pt x="60" y="202"/>
                      <a:pt x="63" y="202"/>
                      <a:pt x="65" y="202"/>
                    </a:cubicBezTo>
                    <a:cubicBezTo>
                      <a:pt x="98" y="202"/>
                      <a:pt x="109" y="164"/>
                      <a:pt x="81" y="147"/>
                    </a:cubicBezTo>
                    <a:lnTo>
                      <a:pt x="81" y="137"/>
                    </a:lnTo>
                    <a:cubicBezTo>
                      <a:pt x="81" y="126"/>
                      <a:pt x="81" y="109"/>
                      <a:pt x="87" y="99"/>
                    </a:cubicBezTo>
                    <a:cubicBezTo>
                      <a:pt x="98" y="71"/>
                      <a:pt x="103" y="44"/>
                      <a:pt x="103" y="22"/>
                    </a:cubicBezTo>
                    <a:cubicBezTo>
                      <a:pt x="99" y="7"/>
                      <a:pt x="87" y="0"/>
                      <a:pt x="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0"/>
              <p:cNvSpPr/>
              <p:nvPr/>
            </p:nvSpPr>
            <p:spPr>
              <a:xfrm>
                <a:off x="5683825" y="5049675"/>
                <a:ext cx="2325" cy="5350"/>
              </a:xfrm>
              <a:custGeom>
                <a:rect b="b" l="l" r="r" t="t"/>
                <a:pathLst>
                  <a:path extrusionOk="0" h="214" w="93">
                    <a:moveTo>
                      <a:pt x="48" y="0"/>
                    </a:moveTo>
                    <a:cubicBezTo>
                      <a:pt x="40" y="0"/>
                      <a:pt x="32" y="4"/>
                      <a:pt x="28" y="12"/>
                    </a:cubicBezTo>
                    <a:cubicBezTo>
                      <a:pt x="17" y="45"/>
                      <a:pt x="6" y="83"/>
                      <a:pt x="1" y="116"/>
                    </a:cubicBezTo>
                    <a:cubicBezTo>
                      <a:pt x="1" y="148"/>
                      <a:pt x="11" y="175"/>
                      <a:pt x="33" y="203"/>
                    </a:cubicBezTo>
                    <a:cubicBezTo>
                      <a:pt x="36" y="209"/>
                      <a:pt x="44" y="214"/>
                      <a:pt x="53" y="214"/>
                    </a:cubicBezTo>
                    <a:cubicBezTo>
                      <a:pt x="59" y="214"/>
                      <a:pt x="65" y="212"/>
                      <a:pt x="71" y="208"/>
                    </a:cubicBezTo>
                    <a:lnTo>
                      <a:pt x="77" y="208"/>
                    </a:lnTo>
                    <a:cubicBezTo>
                      <a:pt x="82" y="203"/>
                      <a:pt x="87" y="193"/>
                      <a:pt x="87" y="183"/>
                    </a:cubicBezTo>
                    <a:lnTo>
                      <a:pt x="87" y="183"/>
                    </a:lnTo>
                    <a:cubicBezTo>
                      <a:pt x="87" y="184"/>
                      <a:pt x="87" y="185"/>
                      <a:pt x="87" y="186"/>
                    </a:cubicBezTo>
                    <a:lnTo>
                      <a:pt x="87" y="181"/>
                    </a:lnTo>
                    <a:cubicBezTo>
                      <a:pt x="87" y="181"/>
                      <a:pt x="87" y="182"/>
                      <a:pt x="87" y="183"/>
                    </a:cubicBezTo>
                    <a:lnTo>
                      <a:pt x="87" y="183"/>
                    </a:lnTo>
                    <a:cubicBezTo>
                      <a:pt x="87" y="158"/>
                      <a:pt x="77" y="142"/>
                      <a:pt x="77" y="116"/>
                    </a:cubicBezTo>
                    <a:cubicBezTo>
                      <a:pt x="77" y="94"/>
                      <a:pt x="93" y="56"/>
                      <a:pt x="82" y="18"/>
                    </a:cubicBezTo>
                    <a:cubicBezTo>
                      <a:pt x="76" y="8"/>
                      <a:pt x="61" y="0"/>
                      <a:pt x="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0"/>
              <p:cNvSpPr/>
              <p:nvPr/>
            </p:nvSpPr>
            <p:spPr>
              <a:xfrm>
                <a:off x="5687900" y="5050775"/>
                <a:ext cx="2075" cy="4650"/>
              </a:xfrm>
              <a:custGeom>
                <a:rect b="b" l="l" r="r" t="t"/>
                <a:pathLst>
                  <a:path extrusionOk="0" h="186" w="83">
                    <a:moveTo>
                      <a:pt x="39" y="1"/>
                    </a:moveTo>
                    <a:cubicBezTo>
                      <a:pt x="29" y="1"/>
                      <a:pt x="20" y="6"/>
                      <a:pt x="17" y="17"/>
                    </a:cubicBezTo>
                    <a:cubicBezTo>
                      <a:pt x="1" y="66"/>
                      <a:pt x="1" y="120"/>
                      <a:pt x="17" y="169"/>
                    </a:cubicBezTo>
                    <a:cubicBezTo>
                      <a:pt x="20" y="180"/>
                      <a:pt x="30" y="186"/>
                      <a:pt x="42" y="186"/>
                    </a:cubicBezTo>
                    <a:cubicBezTo>
                      <a:pt x="54" y="186"/>
                      <a:pt x="66" y="180"/>
                      <a:pt x="71" y="169"/>
                    </a:cubicBezTo>
                    <a:cubicBezTo>
                      <a:pt x="82" y="120"/>
                      <a:pt x="82" y="66"/>
                      <a:pt x="71" y="17"/>
                    </a:cubicBezTo>
                    <a:lnTo>
                      <a:pt x="60" y="17"/>
                    </a:lnTo>
                    <a:cubicBezTo>
                      <a:pt x="58" y="6"/>
                      <a:pt x="48"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0"/>
              <p:cNvSpPr/>
              <p:nvPr/>
            </p:nvSpPr>
            <p:spPr>
              <a:xfrm>
                <a:off x="5765200" y="5050075"/>
                <a:ext cx="2775" cy="4950"/>
              </a:xfrm>
              <a:custGeom>
                <a:rect b="b" l="l" r="r" t="t"/>
                <a:pathLst>
                  <a:path extrusionOk="0" h="198" w="111">
                    <a:moveTo>
                      <a:pt x="39" y="1"/>
                    </a:moveTo>
                    <a:cubicBezTo>
                      <a:pt x="17" y="1"/>
                      <a:pt x="1" y="28"/>
                      <a:pt x="18" y="45"/>
                    </a:cubicBezTo>
                    <a:cubicBezTo>
                      <a:pt x="56" y="78"/>
                      <a:pt x="18" y="127"/>
                      <a:pt x="18" y="165"/>
                    </a:cubicBezTo>
                    <a:cubicBezTo>
                      <a:pt x="21" y="186"/>
                      <a:pt x="36" y="197"/>
                      <a:pt x="51" y="197"/>
                    </a:cubicBezTo>
                    <a:cubicBezTo>
                      <a:pt x="63" y="197"/>
                      <a:pt x="76" y="190"/>
                      <a:pt x="83" y="176"/>
                    </a:cubicBezTo>
                    <a:cubicBezTo>
                      <a:pt x="110" y="121"/>
                      <a:pt x="99" y="51"/>
                      <a:pt x="56" y="7"/>
                    </a:cubicBezTo>
                    <a:cubicBezTo>
                      <a:pt x="50" y="3"/>
                      <a:pt x="44"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0"/>
              <p:cNvSpPr/>
              <p:nvPr/>
            </p:nvSpPr>
            <p:spPr>
              <a:xfrm>
                <a:off x="5768225" y="5050100"/>
                <a:ext cx="3000" cy="5525"/>
              </a:xfrm>
              <a:custGeom>
                <a:rect b="b" l="l" r="r" t="t"/>
                <a:pathLst>
                  <a:path extrusionOk="0" h="221" w="120">
                    <a:moveTo>
                      <a:pt x="93" y="1"/>
                    </a:moveTo>
                    <a:cubicBezTo>
                      <a:pt x="83" y="1"/>
                      <a:pt x="74" y="6"/>
                      <a:pt x="71" y="17"/>
                    </a:cubicBezTo>
                    <a:cubicBezTo>
                      <a:pt x="49" y="77"/>
                      <a:pt x="0" y="153"/>
                      <a:pt x="44" y="213"/>
                    </a:cubicBezTo>
                    <a:cubicBezTo>
                      <a:pt x="49" y="218"/>
                      <a:pt x="57" y="221"/>
                      <a:pt x="65" y="221"/>
                    </a:cubicBezTo>
                    <a:cubicBezTo>
                      <a:pt x="74" y="221"/>
                      <a:pt x="82" y="218"/>
                      <a:pt x="87" y="213"/>
                    </a:cubicBezTo>
                    <a:cubicBezTo>
                      <a:pt x="103" y="180"/>
                      <a:pt x="93" y="142"/>
                      <a:pt x="103" y="109"/>
                    </a:cubicBezTo>
                    <a:cubicBezTo>
                      <a:pt x="114" y="82"/>
                      <a:pt x="120" y="50"/>
                      <a:pt x="114" y="17"/>
                    </a:cubicBezTo>
                    <a:cubicBezTo>
                      <a:pt x="112" y="6"/>
                      <a:pt x="102"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0"/>
              <p:cNvSpPr/>
              <p:nvPr/>
            </p:nvSpPr>
            <p:spPr>
              <a:xfrm>
                <a:off x="5707550" y="5025475"/>
                <a:ext cx="4575" cy="2500"/>
              </a:xfrm>
              <a:custGeom>
                <a:rect b="b" l="l" r="r" t="t"/>
                <a:pathLst>
                  <a:path extrusionOk="0" h="100" w="183">
                    <a:moveTo>
                      <a:pt x="34" y="0"/>
                    </a:moveTo>
                    <a:cubicBezTo>
                      <a:pt x="15" y="0"/>
                      <a:pt x="0" y="36"/>
                      <a:pt x="25" y="45"/>
                    </a:cubicBezTo>
                    <a:cubicBezTo>
                      <a:pt x="63" y="62"/>
                      <a:pt x="90" y="94"/>
                      <a:pt x="139" y="100"/>
                    </a:cubicBezTo>
                    <a:cubicBezTo>
                      <a:pt x="182" y="100"/>
                      <a:pt x="182" y="40"/>
                      <a:pt x="144" y="29"/>
                    </a:cubicBezTo>
                    <a:lnTo>
                      <a:pt x="144" y="29"/>
                    </a:lnTo>
                    <a:lnTo>
                      <a:pt x="144" y="34"/>
                    </a:lnTo>
                    <a:cubicBezTo>
                      <a:pt x="112" y="24"/>
                      <a:pt x="73" y="13"/>
                      <a:pt x="41" y="2"/>
                    </a:cubicBezTo>
                    <a:cubicBezTo>
                      <a:pt x="38" y="1"/>
                      <a:pt x="36" y="0"/>
                      <a:pt x="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0"/>
              <p:cNvSpPr/>
              <p:nvPr/>
            </p:nvSpPr>
            <p:spPr>
              <a:xfrm>
                <a:off x="5709775" y="5023325"/>
                <a:ext cx="4925" cy="2075"/>
              </a:xfrm>
              <a:custGeom>
                <a:rect b="b" l="l" r="r" t="t"/>
                <a:pathLst>
                  <a:path extrusionOk="0" h="83" w="197">
                    <a:moveTo>
                      <a:pt x="39" y="1"/>
                    </a:moveTo>
                    <a:cubicBezTo>
                      <a:pt x="12" y="6"/>
                      <a:pt x="1" y="50"/>
                      <a:pt x="33" y="55"/>
                    </a:cubicBezTo>
                    <a:cubicBezTo>
                      <a:pt x="71" y="66"/>
                      <a:pt x="115" y="77"/>
                      <a:pt x="153" y="82"/>
                    </a:cubicBezTo>
                    <a:cubicBezTo>
                      <a:pt x="180" y="82"/>
                      <a:pt x="196" y="39"/>
                      <a:pt x="169" y="28"/>
                    </a:cubicBezTo>
                    <a:cubicBezTo>
                      <a:pt x="131" y="6"/>
                      <a:pt x="88"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120"/>
            <p:cNvGrpSpPr/>
            <p:nvPr/>
          </p:nvGrpSpPr>
          <p:grpSpPr>
            <a:xfrm>
              <a:off x="5104047" y="4198080"/>
              <a:ext cx="233170" cy="274322"/>
              <a:chOff x="5885625" y="4881600"/>
              <a:chExt cx="157675" cy="181250"/>
            </a:xfrm>
          </p:grpSpPr>
          <p:sp>
            <p:nvSpPr>
              <p:cNvPr id="6027" name="Google Shape;6027;p120"/>
              <p:cNvSpPr/>
              <p:nvPr/>
            </p:nvSpPr>
            <p:spPr>
              <a:xfrm>
                <a:off x="5951000" y="4982950"/>
                <a:ext cx="32625" cy="8225"/>
              </a:xfrm>
              <a:custGeom>
                <a:rect b="b" l="l" r="r" t="t"/>
                <a:pathLst>
                  <a:path extrusionOk="0" h="329" w="1305">
                    <a:moveTo>
                      <a:pt x="965" y="0"/>
                    </a:moveTo>
                    <a:cubicBezTo>
                      <a:pt x="913" y="0"/>
                      <a:pt x="871" y="24"/>
                      <a:pt x="816" y="29"/>
                    </a:cubicBezTo>
                    <a:cubicBezTo>
                      <a:pt x="778" y="34"/>
                      <a:pt x="740" y="45"/>
                      <a:pt x="696" y="50"/>
                    </a:cubicBezTo>
                    <a:cubicBezTo>
                      <a:pt x="658" y="50"/>
                      <a:pt x="620" y="50"/>
                      <a:pt x="582" y="39"/>
                    </a:cubicBezTo>
                    <a:cubicBezTo>
                      <a:pt x="550" y="35"/>
                      <a:pt x="518" y="34"/>
                      <a:pt x="487" y="34"/>
                    </a:cubicBezTo>
                    <a:cubicBezTo>
                      <a:pt x="453" y="34"/>
                      <a:pt x="419" y="36"/>
                      <a:pt x="385" y="36"/>
                    </a:cubicBezTo>
                    <a:cubicBezTo>
                      <a:pt x="366" y="36"/>
                      <a:pt x="346" y="35"/>
                      <a:pt x="326" y="34"/>
                    </a:cubicBezTo>
                    <a:cubicBezTo>
                      <a:pt x="271" y="27"/>
                      <a:pt x="223" y="9"/>
                      <a:pt x="174" y="9"/>
                    </a:cubicBezTo>
                    <a:cubicBezTo>
                      <a:pt x="151" y="9"/>
                      <a:pt x="128" y="13"/>
                      <a:pt x="104" y="23"/>
                    </a:cubicBezTo>
                    <a:cubicBezTo>
                      <a:pt x="38" y="45"/>
                      <a:pt x="0" y="110"/>
                      <a:pt x="17" y="170"/>
                    </a:cubicBezTo>
                    <a:cubicBezTo>
                      <a:pt x="26" y="249"/>
                      <a:pt x="92" y="329"/>
                      <a:pt x="172" y="329"/>
                    </a:cubicBezTo>
                    <a:cubicBezTo>
                      <a:pt x="185" y="329"/>
                      <a:pt x="199" y="327"/>
                      <a:pt x="212" y="322"/>
                    </a:cubicBezTo>
                    <a:cubicBezTo>
                      <a:pt x="239" y="317"/>
                      <a:pt x="256" y="300"/>
                      <a:pt x="267" y="279"/>
                    </a:cubicBezTo>
                    <a:cubicBezTo>
                      <a:pt x="310" y="284"/>
                      <a:pt x="348" y="290"/>
                      <a:pt x="392" y="290"/>
                    </a:cubicBezTo>
                    <a:cubicBezTo>
                      <a:pt x="479" y="290"/>
                      <a:pt x="555" y="306"/>
                      <a:pt x="642" y="317"/>
                    </a:cubicBezTo>
                    <a:cubicBezTo>
                      <a:pt x="718" y="317"/>
                      <a:pt x="794" y="306"/>
                      <a:pt x="870" y="295"/>
                    </a:cubicBezTo>
                    <a:cubicBezTo>
                      <a:pt x="914" y="295"/>
                      <a:pt x="957" y="284"/>
                      <a:pt x="995" y="262"/>
                    </a:cubicBezTo>
                    <a:lnTo>
                      <a:pt x="1049" y="262"/>
                    </a:lnTo>
                    <a:cubicBezTo>
                      <a:pt x="1115" y="262"/>
                      <a:pt x="1180" y="246"/>
                      <a:pt x="1234" y="203"/>
                    </a:cubicBezTo>
                    <a:cubicBezTo>
                      <a:pt x="1305" y="132"/>
                      <a:pt x="1256" y="1"/>
                      <a:pt x="1147" y="1"/>
                    </a:cubicBezTo>
                    <a:lnTo>
                      <a:pt x="1147" y="7"/>
                    </a:lnTo>
                    <a:cubicBezTo>
                      <a:pt x="1115" y="7"/>
                      <a:pt x="1077" y="12"/>
                      <a:pt x="1044" y="18"/>
                    </a:cubicBezTo>
                    <a:cubicBezTo>
                      <a:pt x="1033" y="12"/>
                      <a:pt x="1022" y="7"/>
                      <a:pt x="1011" y="7"/>
                    </a:cubicBezTo>
                    <a:cubicBezTo>
                      <a:pt x="995" y="2"/>
                      <a:pt x="979" y="0"/>
                      <a:pt x="9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0"/>
              <p:cNvSpPr/>
              <p:nvPr/>
            </p:nvSpPr>
            <p:spPr>
              <a:xfrm>
                <a:off x="5942850" y="4954575"/>
                <a:ext cx="47175" cy="42775"/>
              </a:xfrm>
              <a:custGeom>
                <a:rect b="b" l="l" r="r" t="t"/>
                <a:pathLst>
                  <a:path extrusionOk="0" h="1711" w="1887">
                    <a:moveTo>
                      <a:pt x="1305" y="1169"/>
                    </a:moveTo>
                    <a:lnTo>
                      <a:pt x="1326" y="1191"/>
                    </a:lnTo>
                    <a:cubicBezTo>
                      <a:pt x="1342" y="1212"/>
                      <a:pt x="1365" y="1223"/>
                      <a:pt x="1390" y="1223"/>
                    </a:cubicBezTo>
                    <a:cubicBezTo>
                      <a:pt x="1409" y="1223"/>
                      <a:pt x="1429" y="1216"/>
                      <a:pt x="1446" y="1202"/>
                    </a:cubicBezTo>
                    <a:cubicBezTo>
                      <a:pt x="1462" y="1218"/>
                      <a:pt x="1473" y="1229"/>
                      <a:pt x="1495" y="1245"/>
                    </a:cubicBezTo>
                    <a:cubicBezTo>
                      <a:pt x="1479" y="1272"/>
                      <a:pt x="1468" y="1299"/>
                      <a:pt x="1457" y="1327"/>
                    </a:cubicBezTo>
                    <a:lnTo>
                      <a:pt x="1462" y="1327"/>
                    </a:lnTo>
                    <a:lnTo>
                      <a:pt x="1452" y="1348"/>
                    </a:lnTo>
                    <a:cubicBezTo>
                      <a:pt x="1443" y="1340"/>
                      <a:pt x="1430" y="1331"/>
                      <a:pt x="1417" y="1331"/>
                    </a:cubicBezTo>
                    <a:cubicBezTo>
                      <a:pt x="1414" y="1331"/>
                      <a:pt x="1411" y="1331"/>
                      <a:pt x="1408" y="1332"/>
                    </a:cubicBezTo>
                    <a:cubicBezTo>
                      <a:pt x="1245" y="1338"/>
                      <a:pt x="1076" y="1365"/>
                      <a:pt x="908" y="1370"/>
                    </a:cubicBezTo>
                    <a:cubicBezTo>
                      <a:pt x="745" y="1370"/>
                      <a:pt x="571" y="1376"/>
                      <a:pt x="402" y="1392"/>
                    </a:cubicBezTo>
                    <a:cubicBezTo>
                      <a:pt x="370" y="1354"/>
                      <a:pt x="337" y="1321"/>
                      <a:pt x="310" y="1289"/>
                    </a:cubicBezTo>
                    <a:cubicBezTo>
                      <a:pt x="332" y="1278"/>
                      <a:pt x="348" y="1272"/>
                      <a:pt x="364" y="1261"/>
                    </a:cubicBezTo>
                    <a:cubicBezTo>
                      <a:pt x="402" y="1245"/>
                      <a:pt x="435" y="1229"/>
                      <a:pt x="468" y="1213"/>
                    </a:cubicBezTo>
                    <a:cubicBezTo>
                      <a:pt x="488" y="1219"/>
                      <a:pt x="508" y="1224"/>
                      <a:pt x="527" y="1224"/>
                    </a:cubicBezTo>
                    <a:cubicBezTo>
                      <a:pt x="538" y="1224"/>
                      <a:pt x="550" y="1222"/>
                      <a:pt x="560" y="1218"/>
                    </a:cubicBezTo>
                    <a:cubicBezTo>
                      <a:pt x="582" y="1234"/>
                      <a:pt x="604" y="1245"/>
                      <a:pt x="631" y="1245"/>
                    </a:cubicBezTo>
                    <a:cubicBezTo>
                      <a:pt x="636" y="1246"/>
                      <a:pt x="642" y="1247"/>
                      <a:pt x="648" y="1247"/>
                    </a:cubicBezTo>
                    <a:cubicBezTo>
                      <a:pt x="676" y="1247"/>
                      <a:pt x="706" y="1236"/>
                      <a:pt x="729" y="1218"/>
                    </a:cubicBezTo>
                    <a:cubicBezTo>
                      <a:pt x="734" y="1229"/>
                      <a:pt x="745" y="1234"/>
                      <a:pt x="756" y="1240"/>
                    </a:cubicBezTo>
                    <a:cubicBezTo>
                      <a:pt x="779" y="1254"/>
                      <a:pt x="805" y="1261"/>
                      <a:pt x="831" y="1261"/>
                    </a:cubicBezTo>
                    <a:cubicBezTo>
                      <a:pt x="866" y="1261"/>
                      <a:pt x="899" y="1248"/>
                      <a:pt x="924" y="1223"/>
                    </a:cubicBezTo>
                    <a:lnTo>
                      <a:pt x="935" y="1213"/>
                    </a:lnTo>
                    <a:cubicBezTo>
                      <a:pt x="958" y="1240"/>
                      <a:pt x="992" y="1252"/>
                      <a:pt x="1025" y="1252"/>
                    </a:cubicBezTo>
                    <a:cubicBezTo>
                      <a:pt x="1031" y="1252"/>
                      <a:pt x="1038" y="1251"/>
                      <a:pt x="1044" y="1251"/>
                    </a:cubicBezTo>
                    <a:cubicBezTo>
                      <a:pt x="1082" y="1245"/>
                      <a:pt x="1109" y="1223"/>
                      <a:pt x="1131" y="1196"/>
                    </a:cubicBezTo>
                    <a:cubicBezTo>
                      <a:pt x="1153" y="1213"/>
                      <a:pt x="1185" y="1223"/>
                      <a:pt x="1212" y="1223"/>
                    </a:cubicBezTo>
                    <a:cubicBezTo>
                      <a:pt x="1250" y="1218"/>
                      <a:pt x="1283" y="1202"/>
                      <a:pt x="1305" y="1169"/>
                    </a:cubicBezTo>
                    <a:close/>
                    <a:moveTo>
                      <a:pt x="489" y="1452"/>
                    </a:moveTo>
                    <a:cubicBezTo>
                      <a:pt x="484" y="1457"/>
                      <a:pt x="484" y="1463"/>
                      <a:pt x="479" y="1463"/>
                    </a:cubicBezTo>
                    <a:lnTo>
                      <a:pt x="468" y="1452"/>
                    </a:lnTo>
                    <a:close/>
                    <a:moveTo>
                      <a:pt x="1163" y="1598"/>
                    </a:moveTo>
                    <a:cubicBezTo>
                      <a:pt x="1131" y="1604"/>
                      <a:pt x="1098" y="1609"/>
                      <a:pt x="1066" y="1609"/>
                    </a:cubicBezTo>
                    <a:lnTo>
                      <a:pt x="1109" y="1604"/>
                    </a:lnTo>
                    <a:cubicBezTo>
                      <a:pt x="1125" y="1604"/>
                      <a:pt x="1147" y="1598"/>
                      <a:pt x="1163" y="1598"/>
                    </a:cubicBezTo>
                    <a:close/>
                    <a:moveTo>
                      <a:pt x="788" y="0"/>
                    </a:moveTo>
                    <a:cubicBezTo>
                      <a:pt x="622" y="0"/>
                      <a:pt x="484" y="241"/>
                      <a:pt x="511" y="381"/>
                    </a:cubicBezTo>
                    <a:cubicBezTo>
                      <a:pt x="517" y="424"/>
                      <a:pt x="533" y="462"/>
                      <a:pt x="555" y="495"/>
                    </a:cubicBezTo>
                    <a:cubicBezTo>
                      <a:pt x="462" y="506"/>
                      <a:pt x="326" y="620"/>
                      <a:pt x="283" y="647"/>
                    </a:cubicBezTo>
                    <a:cubicBezTo>
                      <a:pt x="218" y="718"/>
                      <a:pt x="158" y="789"/>
                      <a:pt x="103" y="870"/>
                    </a:cubicBezTo>
                    <a:lnTo>
                      <a:pt x="93" y="892"/>
                    </a:lnTo>
                    <a:cubicBezTo>
                      <a:pt x="27" y="941"/>
                      <a:pt x="0" y="1028"/>
                      <a:pt x="11" y="1109"/>
                    </a:cubicBezTo>
                    <a:cubicBezTo>
                      <a:pt x="22" y="1136"/>
                      <a:pt x="38" y="1158"/>
                      <a:pt x="60" y="1174"/>
                    </a:cubicBezTo>
                    <a:cubicBezTo>
                      <a:pt x="76" y="1245"/>
                      <a:pt x="141" y="1294"/>
                      <a:pt x="212" y="1294"/>
                    </a:cubicBezTo>
                    <a:cubicBezTo>
                      <a:pt x="272" y="1403"/>
                      <a:pt x="359" y="1501"/>
                      <a:pt x="457" y="1577"/>
                    </a:cubicBezTo>
                    <a:cubicBezTo>
                      <a:pt x="522" y="1626"/>
                      <a:pt x="598" y="1658"/>
                      <a:pt x="674" y="1675"/>
                    </a:cubicBezTo>
                    <a:cubicBezTo>
                      <a:pt x="760" y="1697"/>
                      <a:pt x="846" y="1709"/>
                      <a:pt x="932" y="1709"/>
                    </a:cubicBezTo>
                    <a:cubicBezTo>
                      <a:pt x="950" y="1709"/>
                      <a:pt x="967" y="1708"/>
                      <a:pt x="984" y="1707"/>
                    </a:cubicBezTo>
                    <a:cubicBezTo>
                      <a:pt x="1024" y="1707"/>
                      <a:pt x="1067" y="1711"/>
                      <a:pt x="1108" y="1711"/>
                    </a:cubicBezTo>
                    <a:cubicBezTo>
                      <a:pt x="1157" y="1711"/>
                      <a:pt x="1204" y="1706"/>
                      <a:pt x="1245" y="1685"/>
                    </a:cubicBezTo>
                    <a:cubicBezTo>
                      <a:pt x="1272" y="1664"/>
                      <a:pt x="1299" y="1642"/>
                      <a:pt x="1326" y="1620"/>
                    </a:cubicBezTo>
                    <a:cubicBezTo>
                      <a:pt x="1359" y="1593"/>
                      <a:pt x="1392" y="1577"/>
                      <a:pt x="1430" y="1555"/>
                    </a:cubicBezTo>
                    <a:cubicBezTo>
                      <a:pt x="1484" y="1501"/>
                      <a:pt x="1528" y="1441"/>
                      <a:pt x="1549" y="1370"/>
                    </a:cubicBezTo>
                    <a:cubicBezTo>
                      <a:pt x="1566" y="1338"/>
                      <a:pt x="1577" y="1310"/>
                      <a:pt x="1587" y="1278"/>
                    </a:cubicBezTo>
                    <a:cubicBezTo>
                      <a:pt x="1620" y="1272"/>
                      <a:pt x="1647" y="1251"/>
                      <a:pt x="1653" y="1218"/>
                    </a:cubicBezTo>
                    <a:cubicBezTo>
                      <a:pt x="1691" y="1251"/>
                      <a:pt x="1734" y="1267"/>
                      <a:pt x="1778" y="1272"/>
                    </a:cubicBezTo>
                    <a:cubicBezTo>
                      <a:pt x="1843" y="1272"/>
                      <a:pt x="1886" y="1213"/>
                      <a:pt x="1870" y="1153"/>
                    </a:cubicBezTo>
                    <a:cubicBezTo>
                      <a:pt x="1821" y="1033"/>
                      <a:pt x="1761" y="924"/>
                      <a:pt x="1685" y="827"/>
                    </a:cubicBezTo>
                    <a:cubicBezTo>
                      <a:pt x="1620" y="734"/>
                      <a:pt x="1544" y="653"/>
                      <a:pt x="1452" y="582"/>
                    </a:cubicBezTo>
                    <a:cubicBezTo>
                      <a:pt x="1408" y="544"/>
                      <a:pt x="1348" y="522"/>
                      <a:pt x="1288" y="522"/>
                    </a:cubicBezTo>
                    <a:cubicBezTo>
                      <a:pt x="1337" y="468"/>
                      <a:pt x="1365" y="403"/>
                      <a:pt x="1370" y="332"/>
                    </a:cubicBezTo>
                    <a:cubicBezTo>
                      <a:pt x="1384" y="199"/>
                      <a:pt x="1289" y="31"/>
                      <a:pt x="1154" y="31"/>
                    </a:cubicBezTo>
                    <a:cubicBezTo>
                      <a:pt x="1130" y="31"/>
                      <a:pt x="1104" y="37"/>
                      <a:pt x="1076" y="49"/>
                    </a:cubicBezTo>
                    <a:cubicBezTo>
                      <a:pt x="1044" y="66"/>
                      <a:pt x="1044" y="109"/>
                      <a:pt x="1076" y="131"/>
                    </a:cubicBezTo>
                    <a:cubicBezTo>
                      <a:pt x="1169" y="174"/>
                      <a:pt x="1256" y="223"/>
                      <a:pt x="1223" y="343"/>
                    </a:cubicBezTo>
                    <a:cubicBezTo>
                      <a:pt x="1185" y="468"/>
                      <a:pt x="1038" y="517"/>
                      <a:pt x="924" y="522"/>
                    </a:cubicBezTo>
                    <a:cubicBezTo>
                      <a:pt x="910" y="523"/>
                      <a:pt x="895" y="523"/>
                      <a:pt x="881" y="523"/>
                    </a:cubicBezTo>
                    <a:cubicBezTo>
                      <a:pt x="776" y="523"/>
                      <a:pt x="678" y="501"/>
                      <a:pt x="631" y="392"/>
                    </a:cubicBezTo>
                    <a:cubicBezTo>
                      <a:pt x="576" y="267"/>
                      <a:pt x="707" y="120"/>
                      <a:pt x="810" y="71"/>
                    </a:cubicBezTo>
                    <a:cubicBezTo>
                      <a:pt x="848" y="49"/>
                      <a:pt x="826" y="0"/>
                      <a:pt x="794" y="0"/>
                    </a:cubicBezTo>
                    <a:cubicBezTo>
                      <a:pt x="792" y="0"/>
                      <a:pt x="790"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0"/>
              <p:cNvSpPr/>
              <p:nvPr/>
            </p:nvSpPr>
            <p:spPr>
              <a:xfrm>
                <a:off x="5885625" y="4881600"/>
                <a:ext cx="157675" cy="181250"/>
              </a:xfrm>
              <a:custGeom>
                <a:rect b="b" l="l" r="r" t="t"/>
                <a:pathLst>
                  <a:path extrusionOk="0" h="7250" w="6307">
                    <a:moveTo>
                      <a:pt x="2947" y="174"/>
                    </a:moveTo>
                    <a:cubicBezTo>
                      <a:pt x="2947" y="174"/>
                      <a:pt x="2947" y="180"/>
                      <a:pt x="2941" y="185"/>
                    </a:cubicBezTo>
                    <a:lnTo>
                      <a:pt x="2903" y="212"/>
                    </a:lnTo>
                    <a:lnTo>
                      <a:pt x="2903" y="185"/>
                    </a:lnTo>
                    <a:lnTo>
                      <a:pt x="2903" y="180"/>
                    </a:lnTo>
                    <a:lnTo>
                      <a:pt x="2947" y="174"/>
                    </a:lnTo>
                    <a:close/>
                    <a:moveTo>
                      <a:pt x="3191" y="169"/>
                    </a:moveTo>
                    <a:cubicBezTo>
                      <a:pt x="3208" y="169"/>
                      <a:pt x="3224" y="174"/>
                      <a:pt x="3240" y="174"/>
                    </a:cubicBezTo>
                    <a:cubicBezTo>
                      <a:pt x="3202" y="201"/>
                      <a:pt x="3159" y="223"/>
                      <a:pt x="3121" y="250"/>
                    </a:cubicBezTo>
                    <a:cubicBezTo>
                      <a:pt x="3148" y="229"/>
                      <a:pt x="3175" y="201"/>
                      <a:pt x="3191" y="169"/>
                    </a:cubicBezTo>
                    <a:close/>
                    <a:moveTo>
                      <a:pt x="3469" y="196"/>
                    </a:moveTo>
                    <a:lnTo>
                      <a:pt x="3529" y="207"/>
                    </a:lnTo>
                    <a:cubicBezTo>
                      <a:pt x="3474" y="234"/>
                      <a:pt x="3425" y="261"/>
                      <a:pt x="3382" y="288"/>
                    </a:cubicBezTo>
                    <a:cubicBezTo>
                      <a:pt x="3382" y="288"/>
                      <a:pt x="3382" y="283"/>
                      <a:pt x="3376" y="283"/>
                    </a:cubicBezTo>
                    <a:cubicBezTo>
                      <a:pt x="3414" y="261"/>
                      <a:pt x="3442" y="229"/>
                      <a:pt x="3469" y="196"/>
                    </a:cubicBezTo>
                    <a:close/>
                    <a:moveTo>
                      <a:pt x="3762" y="256"/>
                    </a:moveTo>
                    <a:lnTo>
                      <a:pt x="3876" y="283"/>
                    </a:lnTo>
                    <a:lnTo>
                      <a:pt x="3871" y="294"/>
                    </a:lnTo>
                    <a:cubicBezTo>
                      <a:pt x="3822" y="305"/>
                      <a:pt x="3779" y="316"/>
                      <a:pt x="3735" y="332"/>
                    </a:cubicBezTo>
                    <a:cubicBezTo>
                      <a:pt x="3719" y="343"/>
                      <a:pt x="3702" y="348"/>
                      <a:pt x="3686" y="359"/>
                    </a:cubicBezTo>
                    <a:cubicBezTo>
                      <a:pt x="3670" y="365"/>
                      <a:pt x="3659" y="375"/>
                      <a:pt x="3643" y="375"/>
                    </a:cubicBezTo>
                    <a:cubicBezTo>
                      <a:pt x="3686" y="343"/>
                      <a:pt x="3730" y="305"/>
                      <a:pt x="3762" y="256"/>
                    </a:cubicBezTo>
                    <a:close/>
                    <a:moveTo>
                      <a:pt x="2740" y="229"/>
                    </a:moveTo>
                    <a:lnTo>
                      <a:pt x="2740" y="229"/>
                    </a:lnTo>
                    <a:cubicBezTo>
                      <a:pt x="2724" y="278"/>
                      <a:pt x="2713" y="332"/>
                      <a:pt x="2702" y="381"/>
                    </a:cubicBezTo>
                    <a:cubicBezTo>
                      <a:pt x="2708" y="332"/>
                      <a:pt x="2702" y="288"/>
                      <a:pt x="2686" y="239"/>
                    </a:cubicBezTo>
                    <a:cubicBezTo>
                      <a:pt x="2702" y="239"/>
                      <a:pt x="2719" y="234"/>
                      <a:pt x="2740" y="229"/>
                    </a:cubicBezTo>
                    <a:close/>
                    <a:moveTo>
                      <a:pt x="3581" y="296"/>
                    </a:moveTo>
                    <a:lnTo>
                      <a:pt x="3567" y="310"/>
                    </a:lnTo>
                    <a:cubicBezTo>
                      <a:pt x="3539" y="337"/>
                      <a:pt x="3507" y="370"/>
                      <a:pt x="3480" y="397"/>
                    </a:cubicBezTo>
                    <a:cubicBezTo>
                      <a:pt x="3480" y="381"/>
                      <a:pt x="3480" y="365"/>
                      <a:pt x="3480" y="354"/>
                    </a:cubicBezTo>
                    <a:cubicBezTo>
                      <a:pt x="3512" y="330"/>
                      <a:pt x="3545" y="311"/>
                      <a:pt x="3581" y="296"/>
                    </a:cubicBezTo>
                    <a:close/>
                    <a:moveTo>
                      <a:pt x="2556" y="267"/>
                    </a:moveTo>
                    <a:lnTo>
                      <a:pt x="2556" y="267"/>
                    </a:lnTo>
                    <a:cubicBezTo>
                      <a:pt x="2550" y="272"/>
                      <a:pt x="2550" y="278"/>
                      <a:pt x="2550" y="278"/>
                    </a:cubicBezTo>
                    <a:cubicBezTo>
                      <a:pt x="2539" y="294"/>
                      <a:pt x="2528" y="310"/>
                      <a:pt x="2517" y="326"/>
                    </a:cubicBezTo>
                    <a:cubicBezTo>
                      <a:pt x="2513" y="313"/>
                      <a:pt x="2497" y="303"/>
                      <a:pt x="2480" y="303"/>
                    </a:cubicBezTo>
                    <a:cubicBezTo>
                      <a:pt x="2476" y="303"/>
                      <a:pt x="2472" y="304"/>
                      <a:pt x="2469" y="305"/>
                    </a:cubicBezTo>
                    <a:cubicBezTo>
                      <a:pt x="2398" y="316"/>
                      <a:pt x="2371" y="424"/>
                      <a:pt x="2349" y="484"/>
                    </a:cubicBezTo>
                    <a:cubicBezTo>
                      <a:pt x="2360" y="446"/>
                      <a:pt x="2365" y="413"/>
                      <a:pt x="2376" y="370"/>
                    </a:cubicBezTo>
                    <a:cubicBezTo>
                      <a:pt x="2382" y="354"/>
                      <a:pt x="2382" y="337"/>
                      <a:pt x="2392" y="321"/>
                    </a:cubicBezTo>
                    <a:cubicBezTo>
                      <a:pt x="2409" y="310"/>
                      <a:pt x="2425" y="305"/>
                      <a:pt x="2441" y="299"/>
                    </a:cubicBezTo>
                    <a:cubicBezTo>
                      <a:pt x="2479" y="283"/>
                      <a:pt x="2512" y="272"/>
                      <a:pt x="2556" y="267"/>
                    </a:cubicBezTo>
                    <a:close/>
                    <a:moveTo>
                      <a:pt x="4018" y="321"/>
                    </a:moveTo>
                    <a:cubicBezTo>
                      <a:pt x="4126" y="343"/>
                      <a:pt x="4241" y="381"/>
                      <a:pt x="4349" y="430"/>
                    </a:cubicBezTo>
                    <a:cubicBezTo>
                      <a:pt x="4322" y="457"/>
                      <a:pt x="4300" y="490"/>
                      <a:pt x="4284" y="522"/>
                    </a:cubicBezTo>
                    <a:cubicBezTo>
                      <a:pt x="4273" y="500"/>
                      <a:pt x="4257" y="484"/>
                      <a:pt x="4246" y="468"/>
                    </a:cubicBezTo>
                    <a:cubicBezTo>
                      <a:pt x="4246" y="441"/>
                      <a:pt x="4241" y="419"/>
                      <a:pt x="4224" y="397"/>
                    </a:cubicBezTo>
                    <a:cubicBezTo>
                      <a:pt x="4217" y="380"/>
                      <a:pt x="4202" y="372"/>
                      <a:pt x="4186" y="372"/>
                    </a:cubicBezTo>
                    <a:cubicBezTo>
                      <a:pt x="4177" y="372"/>
                      <a:pt x="4167" y="375"/>
                      <a:pt x="4159" y="381"/>
                    </a:cubicBezTo>
                    <a:cubicBezTo>
                      <a:pt x="4148" y="386"/>
                      <a:pt x="4137" y="392"/>
                      <a:pt x="4132" y="397"/>
                    </a:cubicBezTo>
                    <a:lnTo>
                      <a:pt x="4110" y="392"/>
                    </a:lnTo>
                    <a:cubicBezTo>
                      <a:pt x="4078" y="386"/>
                      <a:pt x="4039" y="381"/>
                      <a:pt x="4007" y="381"/>
                    </a:cubicBezTo>
                    <a:cubicBezTo>
                      <a:pt x="4007" y="370"/>
                      <a:pt x="4007" y="354"/>
                      <a:pt x="4007" y="343"/>
                    </a:cubicBezTo>
                    <a:lnTo>
                      <a:pt x="4012" y="348"/>
                    </a:lnTo>
                    <a:cubicBezTo>
                      <a:pt x="4012" y="337"/>
                      <a:pt x="4012" y="326"/>
                      <a:pt x="4018" y="321"/>
                    </a:cubicBezTo>
                    <a:close/>
                    <a:moveTo>
                      <a:pt x="4006" y="460"/>
                    </a:moveTo>
                    <a:cubicBezTo>
                      <a:pt x="4030" y="460"/>
                      <a:pt x="4055" y="465"/>
                      <a:pt x="4083" y="473"/>
                    </a:cubicBezTo>
                    <a:cubicBezTo>
                      <a:pt x="4072" y="484"/>
                      <a:pt x="4067" y="495"/>
                      <a:pt x="4061" y="506"/>
                    </a:cubicBezTo>
                    <a:cubicBezTo>
                      <a:pt x="4054" y="502"/>
                      <a:pt x="4046" y="498"/>
                      <a:pt x="4038" y="498"/>
                    </a:cubicBezTo>
                    <a:cubicBezTo>
                      <a:pt x="4035" y="498"/>
                      <a:pt x="4032" y="499"/>
                      <a:pt x="4029" y="500"/>
                    </a:cubicBezTo>
                    <a:cubicBezTo>
                      <a:pt x="4001" y="506"/>
                      <a:pt x="3974" y="522"/>
                      <a:pt x="3953" y="544"/>
                    </a:cubicBezTo>
                    <a:cubicBezTo>
                      <a:pt x="3963" y="517"/>
                      <a:pt x="3969" y="490"/>
                      <a:pt x="3980" y="462"/>
                    </a:cubicBezTo>
                    <a:cubicBezTo>
                      <a:pt x="3988" y="461"/>
                      <a:pt x="3997" y="460"/>
                      <a:pt x="4006" y="460"/>
                    </a:cubicBezTo>
                    <a:close/>
                    <a:moveTo>
                      <a:pt x="2463" y="680"/>
                    </a:moveTo>
                    <a:cubicBezTo>
                      <a:pt x="2463" y="685"/>
                      <a:pt x="2469" y="685"/>
                      <a:pt x="2469" y="691"/>
                    </a:cubicBezTo>
                    <a:cubicBezTo>
                      <a:pt x="2463" y="702"/>
                      <a:pt x="2463" y="712"/>
                      <a:pt x="2458" y="718"/>
                    </a:cubicBezTo>
                    <a:lnTo>
                      <a:pt x="2458" y="718"/>
                    </a:lnTo>
                    <a:cubicBezTo>
                      <a:pt x="2458" y="704"/>
                      <a:pt x="2458" y="694"/>
                      <a:pt x="2463" y="680"/>
                    </a:cubicBezTo>
                    <a:close/>
                    <a:moveTo>
                      <a:pt x="2985" y="609"/>
                    </a:moveTo>
                    <a:lnTo>
                      <a:pt x="2985" y="609"/>
                    </a:lnTo>
                    <a:cubicBezTo>
                      <a:pt x="2969" y="642"/>
                      <a:pt x="2958" y="680"/>
                      <a:pt x="2952" y="718"/>
                    </a:cubicBezTo>
                    <a:lnTo>
                      <a:pt x="2947" y="707"/>
                    </a:lnTo>
                    <a:cubicBezTo>
                      <a:pt x="2952" y="691"/>
                      <a:pt x="2952" y="680"/>
                      <a:pt x="2958" y="663"/>
                    </a:cubicBezTo>
                    <a:cubicBezTo>
                      <a:pt x="2963" y="647"/>
                      <a:pt x="2969" y="631"/>
                      <a:pt x="2969" y="615"/>
                    </a:cubicBezTo>
                    <a:lnTo>
                      <a:pt x="2985" y="609"/>
                    </a:lnTo>
                    <a:close/>
                    <a:moveTo>
                      <a:pt x="3534" y="528"/>
                    </a:moveTo>
                    <a:lnTo>
                      <a:pt x="3534" y="528"/>
                    </a:lnTo>
                    <a:cubicBezTo>
                      <a:pt x="3523" y="544"/>
                      <a:pt x="3512" y="566"/>
                      <a:pt x="3501" y="582"/>
                    </a:cubicBezTo>
                    <a:cubicBezTo>
                      <a:pt x="3474" y="636"/>
                      <a:pt x="3442" y="691"/>
                      <a:pt x="3414" y="745"/>
                    </a:cubicBezTo>
                    <a:lnTo>
                      <a:pt x="3414" y="647"/>
                    </a:lnTo>
                    <a:lnTo>
                      <a:pt x="3414" y="604"/>
                    </a:lnTo>
                    <a:lnTo>
                      <a:pt x="3431" y="566"/>
                    </a:lnTo>
                    <a:cubicBezTo>
                      <a:pt x="3463" y="560"/>
                      <a:pt x="3501" y="549"/>
                      <a:pt x="3534" y="528"/>
                    </a:cubicBezTo>
                    <a:close/>
                    <a:moveTo>
                      <a:pt x="2164" y="495"/>
                    </a:moveTo>
                    <a:lnTo>
                      <a:pt x="2164" y="620"/>
                    </a:lnTo>
                    <a:lnTo>
                      <a:pt x="2164" y="680"/>
                    </a:lnTo>
                    <a:lnTo>
                      <a:pt x="2137" y="702"/>
                    </a:lnTo>
                    <a:cubicBezTo>
                      <a:pt x="2110" y="718"/>
                      <a:pt x="2083" y="750"/>
                      <a:pt x="2050" y="767"/>
                    </a:cubicBezTo>
                    <a:lnTo>
                      <a:pt x="2050" y="761"/>
                    </a:lnTo>
                    <a:cubicBezTo>
                      <a:pt x="2061" y="729"/>
                      <a:pt x="2077" y="696"/>
                      <a:pt x="2083" y="674"/>
                    </a:cubicBezTo>
                    <a:lnTo>
                      <a:pt x="2088" y="680"/>
                    </a:lnTo>
                    <a:cubicBezTo>
                      <a:pt x="2099" y="647"/>
                      <a:pt x="2115" y="609"/>
                      <a:pt x="2132" y="582"/>
                    </a:cubicBezTo>
                    <a:cubicBezTo>
                      <a:pt x="2142" y="549"/>
                      <a:pt x="2153" y="522"/>
                      <a:pt x="2164" y="495"/>
                    </a:cubicBezTo>
                    <a:close/>
                    <a:moveTo>
                      <a:pt x="2604" y="571"/>
                    </a:moveTo>
                    <a:lnTo>
                      <a:pt x="2604" y="663"/>
                    </a:lnTo>
                    <a:lnTo>
                      <a:pt x="2572" y="745"/>
                    </a:lnTo>
                    <a:cubicBezTo>
                      <a:pt x="2566" y="761"/>
                      <a:pt x="2561" y="772"/>
                      <a:pt x="2556" y="788"/>
                    </a:cubicBezTo>
                    <a:cubicBezTo>
                      <a:pt x="2556" y="772"/>
                      <a:pt x="2556" y="756"/>
                      <a:pt x="2556" y="740"/>
                    </a:cubicBezTo>
                    <a:lnTo>
                      <a:pt x="2556" y="734"/>
                    </a:lnTo>
                    <a:cubicBezTo>
                      <a:pt x="2572" y="723"/>
                      <a:pt x="2577" y="702"/>
                      <a:pt x="2566" y="680"/>
                    </a:cubicBezTo>
                    <a:cubicBezTo>
                      <a:pt x="2577" y="653"/>
                      <a:pt x="2588" y="631"/>
                      <a:pt x="2594" y="604"/>
                    </a:cubicBezTo>
                    <a:cubicBezTo>
                      <a:pt x="2594" y="593"/>
                      <a:pt x="2604" y="582"/>
                      <a:pt x="2604" y="571"/>
                    </a:cubicBezTo>
                    <a:close/>
                    <a:moveTo>
                      <a:pt x="4762" y="729"/>
                    </a:moveTo>
                    <a:lnTo>
                      <a:pt x="4779" y="750"/>
                    </a:lnTo>
                    <a:cubicBezTo>
                      <a:pt x="4762" y="761"/>
                      <a:pt x="4746" y="778"/>
                      <a:pt x="4735" y="788"/>
                    </a:cubicBezTo>
                    <a:cubicBezTo>
                      <a:pt x="4746" y="772"/>
                      <a:pt x="4752" y="750"/>
                      <a:pt x="4762" y="729"/>
                    </a:cubicBezTo>
                    <a:close/>
                    <a:moveTo>
                      <a:pt x="4480" y="495"/>
                    </a:moveTo>
                    <a:cubicBezTo>
                      <a:pt x="4540" y="533"/>
                      <a:pt x="4605" y="577"/>
                      <a:pt x="4659" y="625"/>
                    </a:cubicBezTo>
                    <a:cubicBezTo>
                      <a:pt x="4627" y="669"/>
                      <a:pt x="4599" y="712"/>
                      <a:pt x="4578" y="767"/>
                    </a:cubicBezTo>
                    <a:cubicBezTo>
                      <a:pt x="4572" y="778"/>
                      <a:pt x="4567" y="788"/>
                      <a:pt x="4561" y="799"/>
                    </a:cubicBezTo>
                    <a:cubicBezTo>
                      <a:pt x="4567" y="783"/>
                      <a:pt x="4567" y="767"/>
                      <a:pt x="4572" y="750"/>
                    </a:cubicBezTo>
                    <a:cubicBezTo>
                      <a:pt x="4583" y="696"/>
                      <a:pt x="4588" y="620"/>
                      <a:pt x="4529" y="604"/>
                    </a:cubicBezTo>
                    <a:cubicBezTo>
                      <a:pt x="4520" y="601"/>
                      <a:pt x="4512" y="600"/>
                      <a:pt x="4504" y="600"/>
                    </a:cubicBezTo>
                    <a:cubicBezTo>
                      <a:pt x="4480" y="600"/>
                      <a:pt x="4458" y="611"/>
                      <a:pt x="4442" y="631"/>
                    </a:cubicBezTo>
                    <a:cubicBezTo>
                      <a:pt x="4458" y="587"/>
                      <a:pt x="4474" y="538"/>
                      <a:pt x="4480" y="495"/>
                    </a:cubicBezTo>
                    <a:close/>
                    <a:moveTo>
                      <a:pt x="4328" y="669"/>
                    </a:moveTo>
                    <a:lnTo>
                      <a:pt x="4328" y="669"/>
                    </a:lnTo>
                    <a:cubicBezTo>
                      <a:pt x="4322" y="691"/>
                      <a:pt x="4311" y="707"/>
                      <a:pt x="4306" y="729"/>
                    </a:cubicBezTo>
                    <a:cubicBezTo>
                      <a:pt x="4295" y="750"/>
                      <a:pt x="4295" y="767"/>
                      <a:pt x="4290" y="783"/>
                    </a:cubicBezTo>
                    <a:cubicBezTo>
                      <a:pt x="4279" y="799"/>
                      <a:pt x="4262" y="810"/>
                      <a:pt x="4246" y="827"/>
                    </a:cubicBezTo>
                    <a:lnTo>
                      <a:pt x="4251" y="816"/>
                    </a:lnTo>
                    <a:cubicBezTo>
                      <a:pt x="4273" y="767"/>
                      <a:pt x="4290" y="723"/>
                      <a:pt x="4311" y="680"/>
                    </a:cubicBezTo>
                    <a:cubicBezTo>
                      <a:pt x="4317" y="674"/>
                      <a:pt x="4322" y="674"/>
                      <a:pt x="4328" y="669"/>
                    </a:cubicBezTo>
                    <a:close/>
                    <a:moveTo>
                      <a:pt x="4121" y="609"/>
                    </a:moveTo>
                    <a:cubicBezTo>
                      <a:pt x="4121" y="609"/>
                      <a:pt x="4121" y="615"/>
                      <a:pt x="4121" y="615"/>
                    </a:cubicBezTo>
                    <a:cubicBezTo>
                      <a:pt x="4116" y="653"/>
                      <a:pt x="4105" y="685"/>
                      <a:pt x="4094" y="723"/>
                    </a:cubicBezTo>
                    <a:lnTo>
                      <a:pt x="4039" y="788"/>
                    </a:lnTo>
                    <a:lnTo>
                      <a:pt x="4001" y="837"/>
                    </a:lnTo>
                    <a:cubicBezTo>
                      <a:pt x="4007" y="827"/>
                      <a:pt x="4018" y="810"/>
                      <a:pt x="4023" y="794"/>
                    </a:cubicBezTo>
                    <a:cubicBezTo>
                      <a:pt x="4056" y="734"/>
                      <a:pt x="4088" y="674"/>
                      <a:pt x="4121" y="609"/>
                    </a:cubicBezTo>
                    <a:close/>
                    <a:moveTo>
                      <a:pt x="2115" y="848"/>
                    </a:moveTo>
                    <a:cubicBezTo>
                      <a:pt x="2115" y="857"/>
                      <a:pt x="2115" y="865"/>
                      <a:pt x="2115" y="874"/>
                    </a:cubicBezTo>
                    <a:lnTo>
                      <a:pt x="2115" y="874"/>
                    </a:lnTo>
                    <a:cubicBezTo>
                      <a:pt x="2112" y="869"/>
                      <a:pt x="2108" y="863"/>
                      <a:pt x="2104" y="859"/>
                    </a:cubicBezTo>
                    <a:lnTo>
                      <a:pt x="2115" y="848"/>
                    </a:lnTo>
                    <a:close/>
                    <a:moveTo>
                      <a:pt x="4469" y="772"/>
                    </a:moveTo>
                    <a:cubicBezTo>
                      <a:pt x="4458" y="810"/>
                      <a:pt x="4447" y="848"/>
                      <a:pt x="4436" y="886"/>
                    </a:cubicBezTo>
                    <a:lnTo>
                      <a:pt x="4415" y="881"/>
                    </a:lnTo>
                    <a:cubicBezTo>
                      <a:pt x="4431" y="848"/>
                      <a:pt x="4453" y="810"/>
                      <a:pt x="4469" y="772"/>
                    </a:cubicBezTo>
                    <a:close/>
                    <a:moveTo>
                      <a:pt x="3240" y="490"/>
                    </a:moveTo>
                    <a:cubicBezTo>
                      <a:pt x="3240" y="495"/>
                      <a:pt x="3240" y="500"/>
                      <a:pt x="3240" y="506"/>
                    </a:cubicBezTo>
                    <a:cubicBezTo>
                      <a:pt x="3240" y="522"/>
                      <a:pt x="3235" y="538"/>
                      <a:pt x="3235" y="555"/>
                    </a:cubicBezTo>
                    <a:cubicBezTo>
                      <a:pt x="3219" y="593"/>
                      <a:pt x="3208" y="625"/>
                      <a:pt x="3197" y="653"/>
                    </a:cubicBezTo>
                    <a:cubicBezTo>
                      <a:pt x="3164" y="740"/>
                      <a:pt x="3121" y="827"/>
                      <a:pt x="3083" y="914"/>
                    </a:cubicBezTo>
                    <a:cubicBezTo>
                      <a:pt x="3083" y="908"/>
                      <a:pt x="3077" y="903"/>
                      <a:pt x="3072" y="897"/>
                    </a:cubicBezTo>
                    <a:cubicBezTo>
                      <a:pt x="3072" y="892"/>
                      <a:pt x="3072" y="886"/>
                      <a:pt x="3072" y="886"/>
                    </a:cubicBezTo>
                    <a:lnTo>
                      <a:pt x="3072" y="881"/>
                    </a:lnTo>
                    <a:cubicBezTo>
                      <a:pt x="3110" y="767"/>
                      <a:pt x="3137" y="647"/>
                      <a:pt x="3164" y="528"/>
                    </a:cubicBezTo>
                    <a:lnTo>
                      <a:pt x="3240" y="490"/>
                    </a:lnTo>
                    <a:close/>
                    <a:moveTo>
                      <a:pt x="2909" y="848"/>
                    </a:moveTo>
                    <a:lnTo>
                      <a:pt x="2914" y="859"/>
                    </a:lnTo>
                    <a:cubicBezTo>
                      <a:pt x="2914" y="859"/>
                      <a:pt x="2914" y="865"/>
                      <a:pt x="2914" y="870"/>
                    </a:cubicBezTo>
                    <a:cubicBezTo>
                      <a:pt x="2903" y="892"/>
                      <a:pt x="2898" y="919"/>
                      <a:pt x="2887" y="946"/>
                    </a:cubicBezTo>
                    <a:cubicBezTo>
                      <a:pt x="2893" y="914"/>
                      <a:pt x="2903" y="875"/>
                      <a:pt x="2909" y="848"/>
                    </a:cubicBezTo>
                    <a:close/>
                    <a:moveTo>
                      <a:pt x="1773" y="680"/>
                    </a:moveTo>
                    <a:lnTo>
                      <a:pt x="1773" y="680"/>
                    </a:lnTo>
                    <a:cubicBezTo>
                      <a:pt x="1740" y="778"/>
                      <a:pt x="1702" y="875"/>
                      <a:pt x="1659" y="973"/>
                    </a:cubicBezTo>
                    <a:cubicBezTo>
                      <a:pt x="1659" y="941"/>
                      <a:pt x="1664" y="908"/>
                      <a:pt x="1669" y="875"/>
                    </a:cubicBezTo>
                    <a:cubicBezTo>
                      <a:pt x="1680" y="837"/>
                      <a:pt x="1686" y="799"/>
                      <a:pt x="1691" y="761"/>
                    </a:cubicBezTo>
                    <a:cubicBezTo>
                      <a:pt x="1718" y="734"/>
                      <a:pt x="1746" y="707"/>
                      <a:pt x="1773" y="680"/>
                    </a:cubicBezTo>
                    <a:close/>
                    <a:moveTo>
                      <a:pt x="2153" y="924"/>
                    </a:moveTo>
                    <a:cubicBezTo>
                      <a:pt x="2164" y="935"/>
                      <a:pt x="2180" y="935"/>
                      <a:pt x="2197" y="935"/>
                    </a:cubicBezTo>
                    <a:lnTo>
                      <a:pt x="2197" y="979"/>
                    </a:lnTo>
                    <a:lnTo>
                      <a:pt x="2175" y="957"/>
                    </a:lnTo>
                    <a:cubicBezTo>
                      <a:pt x="2170" y="946"/>
                      <a:pt x="2159" y="935"/>
                      <a:pt x="2153" y="924"/>
                    </a:cubicBezTo>
                    <a:close/>
                    <a:moveTo>
                      <a:pt x="4703" y="984"/>
                    </a:moveTo>
                    <a:lnTo>
                      <a:pt x="4703" y="984"/>
                    </a:lnTo>
                    <a:cubicBezTo>
                      <a:pt x="4697" y="995"/>
                      <a:pt x="4686" y="1006"/>
                      <a:pt x="4681" y="1017"/>
                    </a:cubicBezTo>
                    <a:lnTo>
                      <a:pt x="4670" y="1006"/>
                    </a:lnTo>
                    <a:cubicBezTo>
                      <a:pt x="4681" y="1000"/>
                      <a:pt x="4692" y="990"/>
                      <a:pt x="4703" y="984"/>
                    </a:cubicBezTo>
                    <a:close/>
                    <a:moveTo>
                      <a:pt x="3545" y="712"/>
                    </a:moveTo>
                    <a:lnTo>
                      <a:pt x="3545" y="729"/>
                    </a:lnTo>
                    <a:cubicBezTo>
                      <a:pt x="3512" y="816"/>
                      <a:pt x="3474" y="903"/>
                      <a:pt x="3442" y="990"/>
                    </a:cubicBezTo>
                    <a:lnTo>
                      <a:pt x="3436" y="990"/>
                    </a:lnTo>
                    <a:cubicBezTo>
                      <a:pt x="3431" y="1000"/>
                      <a:pt x="3425" y="1011"/>
                      <a:pt x="3420" y="1022"/>
                    </a:cubicBezTo>
                    <a:cubicBezTo>
                      <a:pt x="3420" y="1006"/>
                      <a:pt x="3414" y="984"/>
                      <a:pt x="3414" y="968"/>
                    </a:cubicBezTo>
                    <a:cubicBezTo>
                      <a:pt x="3447" y="897"/>
                      <a:pt x="3485" y="821"/>
                      <a:pt x="3523" y="750"/>
                    </a:cubicBezTo>
                    <a:cubicBezTo>
                      <a:pt x="3529" y="740"/>
                      <a:pt x="3534" y="723"/>
                      <a:pt x="3545" y="712"/>
                    </a:cubicBezTo>
                    <a:close/>
                    <a:moveTo>
                      <a:pt x="3181" y="908"/>
                    </a:moveTo>
                    <a:cubicBezTo>
                      <a:pt x="3181" y="946"/>
                      <a:pt x="3175" y="984"/>
                      <a:pt x="3175" y="1017"/>
                    </a:cubicBezTo>
                    <a:lnTo>
                      <a:pt x="3170" y="1039"/>
                    </a:lnTo>
                    <a:cubicBezTo>
                      <a:pt x="3159" y="1033"/>
                      <a:pt x="3153" y="1028"/>
                      <a:pt x="3143" y="1022"/>
                    </a:cubicBezTo>
                    <a:cubicBezTo>
                      <a:pt x="3153" y="984"/>
                      <a:pt x="3170" y="946"/>
                      <a:pt x="3181" y="908"/>
                    </a:cubicBezTo>
                    <a:close/>
                    <a:moveTo>
                      <a:pt x="4926" y="962"/>
                    </a:moveTo>
                    <a:cubicBezTo>
                      <a:pt x="4931" y="979"/>
                      <a:pt x="4936" y="995"/>
                      <a:pt x="4936" y="1011"/>
                    </a:cubicBezTo>
                    <a:cubicBezTo>
                      <a:pt x="4915" y="1028"/>
                      <a:pt x="4898" y="1048"/>
                      <a:pt x="4883" y="1072"/>
                    </a:cubicBezTo>
                    <a:lnTo>
                      <a:pt x="4883" y="1072"/>
                    </a:lnTo>
                    <a:cubicBezTo>
                      <a:pt x="4892" y="1057"/>
                      <a:pt x="4902" y="1041"/>
                      <a:pt x="4909" y="1022"/>
                    </a:cubicBezTo>
                    <a:cubicBezTo>
                      <a:pt x="4915" y="1006"/>
                      <a:pt x="4920" y="984"/>
                      <a:pt x="4926" y="962"/>
                    </a:cubicBezTo>
                    <a:close/>
                    <a:moveTo>
                      <a:pt x="2762" y="1066"/>
                    </a:moveTo>
                    <a:lnTo>
                      <a:pt x="2762" y="1066"/>
                    </a:lnTo>
                    <a:cubicBezTo>
                      <a:pt x="2756" y="1082"/>
                      <a:pt x="2750" y="1098"/>
                      <a:pt x="2745" y="1115"/>
                    </a:cubicBezTo>
                    <a:lnTo>
                      <a:pt x="2745" y="1115"/>
                    </a:lnTo>
                    <a:cubicBezTo>
                      <a:pt x="2746" y="1113"/>
                      <a:pt x="2746" y="1111"/>
                      <a:pt x="2746" y="1109"/>
                    </a:cubicBezTo>
                    <a:lnTo>
                      <a:pt x="2746" y="1082"/>
                    </a:lnTo>
                    <a:cubicBezTo>
                      <a:pt x="2751" y="1077"/>
                      <a:pt x="2757" y="1071"/>
                      <a:pt x="2762" y="1066"/>
                    </a:cubicBezTo>
                    <a:close/>
                    <a:moveTo>
                      <a:pt x="1593" y="859"/>
                    </a:moveTo>
                    <a:lnTo>
                      <a:pt x="1593" y="859"/>
                    </a:lnTo>
                    <a:cubicBezTo>
                      <a:pt x="1588" y="886"/>
                      <a:pt x="1582" y="919"/>
                      <a:pt x="1577" y="946"/>
                    </a:cubicBezTo>
                    <a:cubicBezTo>
                      <a:pt x="1566" y="995"/>
                      <a:pt x="1561" y="1044"/>
                      <a:pt x="1561" y="1093"/>
                    </a:cubicBezTo>
                    <a:cubicBezTo>
                      <a:pt x="1528" y="1115"/>
                      <a:pt x="1506" y="1147"/>
                      <a:pt x="1485" y="1174"/>
                    </a:cubicBezTo>
                    <a:cubicBezTo>
                      <a:pt x="1506" y="1115"/>
                      <a:pt x="1523" y="1044"/>
                      <a:pt x="1544" y="984"/>
                    </a:cubicBezTo>
                    <a:cubicBezTo>
                      <a:pt x="1561" y="946"/>
                      <a:pt x="1577" y="903"/>
                      <a:pt x="1593" y="859"/>
                    </a:cubicBezTo>
                    <a:close/>
                    <a:moveTo>
                      <a:pt x="2578" y="1089"/>
                    </a:moveTo>
                    <a:cubicBezTo>
                      <a:pt x="2583" y="1105"/>
                      <a:pt x="2594" y="1115"/>
                      <a:pt x="2610" y="1120"/>
                    </a:cubicBezTo>
                    <a:cubicBezTo>
                      <a:pt x="2610" y="1136"/>
                      <a:pt x="2610" y="1158"/>
                      <a:pt x="2615" y="1174"/>
                    </a:cubicBezTo>
                    <a:lnTo>
                      <a:pt x="2594" y="1158"/>
                    </a:lnTo>
                    <a:cubicBezTo>
                      <a:pt x="2585" y="1136"/>
                      <a:pt x="2580" y="1114"/>
                      <a:pt x="2578" y="1089"/>
                    </a:cubicBezTo>
                    <a:close/>
                    <a:moveTo>
                      <a:pt x="2458" y="1153"/>
                    </a:moveTo>
                    <a:cubicBezTo>
                      <a:pt x="2474" y="1169"/>
                      <a:pt x="2485" y="1185"/>
                      <a:pt x="2501" y="1196"/>
                    </a:cubicBezTo>
                    <a:cubicBezTo>
                      <a:pt x="2501" y="1207"/>
                      <a:pt x="2507" y="1212"/>
                      <a:pt x="2512" y="1223"/>
                    </a:cubicBezTo>
                    <a:cubicBezTo>
                      <a:pt x="2485" y="1212"/>
                      <a:pt x="2469" y="1202"/>
                      <a:pt x="2447" y="1191"/>
                    </a:cubicBezTo>
                    <a:cubicBezTo>
                      <a:pt x="2447" y="1185"/>
                      <a:pt x="2452" y="1180"/>
                      <a:pt x="2452" y="1174"/>
                    </a:cubicBezTo>
                    <a:lnTo>
                      <a:pt x="2458" y="1174"/>
                    </a:lnTo>
                    <a:cubicBezTo>
                      <a:pt x="2458" y="1169"/>
                      <a:pt x="2458" y="1158"/>
                      <a:pt x="2458" y="1153"/>
                    </a:cubicBezTo>
                    <a:close/>
                    <a:moveTo>
                      <a:pt x="4001" y="995"/>
                    </a:moveTo>
                    <a:lnTo>
                      <a:pt x="4001" y="995"/>
                    </a:lnTo>
                    <a:cubicBezTo>
                      <a:pt x="3996" y="1028"/>
                      <a:pt x="3996" y="1060"/>
                      <a:pt x="3996" y="1093"/>
                    </a:cubicBezTo>
                    <a:lnTo>
                      <a:pt x="3985" y="1104"/>
                    </a:lnTo>
                    <a:cubicBezTo>
                      <a:pt x="3953" y="1126"/>
                      <a:pt x="3914" y="1164"/>
                      <a:pt x="3866" y="1196"/>
                    </a:cubicBezTo>
                    <a:lnTo>
                      <a:pt x="3817" y="1223"/>
                    </a:lnTo>
                    <a:cubicBezTo>
                      <a:pt x="3887" y="1153"/>
                      <a:pt x="3947" y="1077"/>
                      <a:pt x="4001" y="995"/>
                    </a:cubicBezTo>
                    <a:close/>
                    <a:moveTo>
                      <a:pt x="2742" y="1127"/>
                    </a:moveTo>
                    <a:cubicBezTo>
                      <a:pt x="2732" y="1164"/>
                      <a:pt x="2725" y="1202"/>
                      <a:pt x="2719" y="1240"/>
                    </a:cubicBezTo>
                    <a:lnTo>
                      <a:pt x="2708" y="1234"/>
                    </a:lnTo>
                    <a:cubicBezTo>
                      <a:pt x="2708" y="1212"/>
                      <a:pt x="2708" y="1191"/>
                      <a:pt x="2708" y="1169"/>
                    </a:cubicBezTo>
                    <a:cubicBezTo>
                      <a:pt x="2708" y="1164"/>
                      <a:pt x="2708" y="1158"/>
                      <a:pt x="2708" y="1153"/>
                    </a:cubicBezTo>
                    <a:cubicBezTo>
                      <a:pt x="2723" y="1153"/>
                      <a:pt x="2736" y="1142"/>
                      <a:pt x="2742" y="1127"/>
                    </a:cubicBezTo>
                    <a:close/>
                    <a:moveTo>
                      <a:pt x="1452" y="1043"/>
                    </a:moveTo>
                    <a:lnTo>
                      <a:pt x="1452" y="1044"/>
                    </a:lnTo>
                    <a:cubicBezTo>
                      <a:pt x="1447" y="1109"/>
                      <a:pt x="1425" y="1174"/>
                      <a:pt x="1392" y="1234"/>
                    </a:cubicBezTo>
                    <a:cubicBezTo>
                      <a:pt x="1388" y="1238"/>
                      <a:pt x="1387" y="1245"/>
                      <a:pt x="1389" y="1250"/>
                    </a:cubicBezTo>
                    <a:lnTo>
                      <a:pt x="1389" y="1250"/>
                    </a:lnTo>
                    <a:cubicBezTo>
                      <a:pt x="1383" y="1242"/>
                      <a:pt x="1373" y="1234"/>
                      <a:pt x="1360" y="1234"/>
                    </a:cubicBezTo>
                    <a:cubicBezTo>
                      <a:pt x="1386" y="1172"/>
                      <a:pt x="1416" y="1105"/>
                      <a:pt x="1452" y="1043"/>
                    </a:cubicBezTo>
                    <a:close/>
                    <a:moveTo>
                      <a:pt x="1577" y="1158"/>
                    </a:moveTo>
                    <a:lnTo>
                      <a:pt x="1490" y="1283"/>
                    </a:lnTo>
                    <a:cubicBezTo>
                      <a:pt x="1512" y="1234"/>
                      <a:pt x="1539" y="1191"/>
                      <a:pt x="1577" y="1158"/>
                    </a:cubicBezTo>
                    <a:close/>
                    <a:moveTo>
                      <a:pt x="3490" y="1212"/>
                    </a:moveTo>
                    <a:cubicBezTo>
                      <a:pt x="3496" y="1229"/>
                      <a:pt x="3507" y="1234"/>
                      <a:pt x="3518" y="1240"/>
                    </a:cubicBezTo>
                    <a:lnTo>
                      <a:pt x="3501" y="1272"/>
                    </a:lnTo>
                    <a:lnTo>
                      <a:pt x="3490" y="1278"/>
                    </a:lnTo>
                    <a:lnTo>
                      <a:pt x="3452" y="1289"/>
                    </a:lnTo>
                    <a:cubicBezTo>
                      <a:pt x="3463" y="1267"/>
                      <a:pt x="3474" y="1245"/>
                      <a:pt x="3485" y="1223"/>
                    </a:cubicBezTo>
                    <a:lnTo>
                      <a:pt x="3490" y="1212"/>
                    </a:lnTo>
                    <a:close/>
                    <a:moveTo>
                      <a:pt x="4849" y="1251"/>
                    </a:moveTo>
                    <a:lnTo>
                      <a:pt x="4849" y="1251"/>
                    </a:lnTo>
                    <a:cubicBezTo>
                      <a:pt x="4839" y="1267"/>
                      <a:pt x="4833" y="1278"/>
                      <a:pt x="4828" y="1289"/>
                    </a:cubicBezTo>
                    <a:lnTo>
                      <a:pt x="4817" y="1272"/>
                    </a:lnTo>
                    <a:cubicBezTo>
                      <a:pt x="4828" y="1267"/>
                      <a:pt x="4839" y="1261"/>
                      <a:pt x="4849" y="1251"/>
                    </a:cubicBezTo>
                    <a:close/>
                    <a:moveTo>
                      <a:pt x="2893" y="1245"/>
                    </a:moveTo>
                    <a:lnTo>
                      <a:pt x="2893" y="1256"/>
                    </a:lnTo>
                    <a:cubicBezTo>
                      <a:pt x="2893" y="1267"/>
                      <a:pt x="2898" y="1283"/>
                      <a:pt x="2903" y="1294"/>
                    </a:cubicBezTo>
                    <a:lnTo>
                      <a:pt x="2876" y="1289"/>
                    </a:lnTo>
                    <a:cubicBezTo>
                      <a:pt x="2882" y="1272"/>
                      <a:pt x="2887" y="1261"/>
                      <a:pt x="2893" y="1245"/>
                    </a:cubicBezTo>
                    <a:close/>
                    <a:moveTo>
                      <a:pt x="3115" y="1115"/>
                    </a:moveTo>
                    <a:lnTo>
                      <a:pt x="3137" y="1136"/>
                    </a:lnTo>
                    <a:lnTo>
                      <a:pt x="3126" y="1174"/>
                    </a:lnTo>
                    <a:cubicBezTo>
                      <a:pt x="3110" y="1223"/>
                      <a:pt x="3105" y="1272"/>
                      <a:pt x="3115" y="1321"/>
                    </a:cubicBezTo>
                    <a:cubicBezTo>
                      <a:pt x="3088" y="1321"/>
                      <a:pt x="3066" y="1321"/>
                      <a:pt x="3045" y="1316"/>
                    </a:cubicBezTo>
                    <a:lnTo>
                      <a:pt x="3034" y="1305"/>
                    </a:lnTo>
                    <a:cubicBezTo>
                      <a:pt x="3056" y="1267"/>
                      <a:pt x="3072" y="1229"/>
                      <a:pt x="3088" y="1191"/>
                    </a:cubicBezTo>
                    <a:cubicBezTo>
                      <a:pt x="3094" y="1164"/>
                      <a:pt x="3105" y="1142"/>
                      <a:pt x="3115" y="1115"/>
                    </a:cubicBezTo>
                    <a:close/>
                    <a:moveTo>
                      <a:pt x="3344" y="1142"/>
                    </a:moveTo>
                    <a:cubicBezTo>
                      <a:pt x="3344" y="1153"/>
                      <a:pt x="3344" y="1158"/>
                      <a:pt x="3349" y="1169"/>
                    </a:cubicBezTo>
                    <a:cubicBezTo>
                      <a:pt x="3322" y="1212"/>
                      <a:pt x="3311" y="1267"/>
                      <a:pt x="3311" y="1321"/>
                    </a:cubicBezTo>
                    <a:cubicBezTo>
                      <a:pt x="3289" y="1321"/>
                      <a:pt x="3273" y="1321"/>
                      <a:pt x="3251" y="1327"/>
                    </a:cubicBezTo>
                    <a:lnTo>
                      <a:pt x="3251" y="1321"/>
                    </a:lnTo>
                    <a:cubicBezTo>
                      <a:pt x="3284" y="1267"/>
                      <a:pt x="3317" y="1207"/>
                      <a:pt x="3344" y="1142"/>
                    </a:cubicBezTo>
                    <a:close/>
                    <a:moveTo>
                      <a:pt x="4964" y="1370"/>
                    </a:moveTo>
                    <a:lnTo>
                      <a:pt x="4964" y="1370"/>
                    </a:lnTo>
                    <a:cubicBezTo>
                      <a:pt x="4958" y="1381"/>
                      <a:pt x="4953" y="1392"/>
                      <a:pt x="4947" y="1408"/>
                    </a:cubicBezTo>
                    <a:cubicBezTo>
                      <a:pt x="4945" y="1405"/>
                      <a:pt x="4942" y="1404"/>
                      <a:pt x="4939" y="1404"/>
                    </a:cubicBezTo>
                    <a:cubicBezTo>
                      <a:pt x="4936" y="1404"/>
                      <a:pt x="4934" y="1405"/>
                      <a:pt x="4931" y="1408"/>
                    </a:cubicBezTo>
                    <a:lnTo>
                      <a:pt x="4964" y="1370"/>
                    </a:lnTo>
                    <a:close/>
                    <a:moveTo>
                      <a:pt x="1389" y="1260"/>
                    </a:moveTo>
                    <a:cubicBezTo>
                      <a:pt x="1394" y="1270"/>
                      <a:pt x="1406" y="1274"/>
                      <a:pt x="1417" y="1274"/>
                    </a:cubicBezTo>
                    <a:cubicBezTo>
                      <a:pt x="1422" y="1274"/>
                      <a:pt x="1426" y="1274"/>
                      <a:pt x="1430" y="1272"/>
                    </a:cubicBezTo>
                    <a:lnTo>
                      <a:pt x="1430" y="1272"/>
                    </a:lnTo>
                    <a:cubicBezTo>
                      <a:pt x="1403" y="1327"/>
                      <a:pt x="1387" y="1381"/>
                      <a:pt x="1381" y="1441"/>
                    </a:cubicBezTo>
                    <a:cubicBezTo>
                      <a:pt x="1372" y="1423"/>
                      <a:pt x="1360" y="1412"/>
                      <a:pt x="1343" y="1412"/>
                    </a:cubicBezTo>
                    <a:cubicBezTo>
                      <a:pt x="1340" y="1412"/>
                      <a:pt x="1336" y="1413"/>
                      <a:pt x="1332" y="1414"/>
                    </a:cubicBezTo>
                    <a:cubicBezTo>
                      <a:pt x="1354" y="1370"/>
                      <a:pt x="1371" y="1327"/>
                      <a:pt x="1387" y="1283"/>
                    </a:cubicBezTo>
                    <a:cubicBezTo>
                      <a:pt x="1391" y="1274"/>
                      <a:pt x="1392" y="1269"/>
                      <a:pt x="1389" y="1260"/>
                    </a:cubicBezTo>
                    <a:close/>
                    <a:moveTo>
                      <a:pt x="5007" y="1495"/>
                    </a:moveTo>
                    <a:lnTo>
                      <a:pt x="5007" y="1522"/>
                    </a:lnTo>
                    <a:cubicBezTo>
                      <a:pt x="5002" y="1522"/>
                      <a:pt x="4996" y="1517"/>
                      <a:pt x="4991" y="1517"/>
                    </a:cubicBezTo>
                    <a:cubicBezTo>
                      <a:pt x="4996" y="1506"/>
                      <a:pt x="5002" y="1501"/>
                      <a:pt x="5007" y="1495"/>
                    </a:cubicBezTo>
                    <a:close/>
                    <a:moveTo>
                      <a:pt x="4898" y="1435"/>
                    </a:moveTo>
                    <a:lnTo>
                      <a:pt x="4898" y="1435"/>
                    </a:lnTo>
                    <a:cubicBezTo>
                      <a:pt x="4866" y="1484"/>
                      <a:pt x="4839" y="1539"/>
                      <a:pt x="4828" y="1593"/>
                    </a:cubicBezTo>
                    <a:lnTo>
                      <a:pt x="4828" y="1566"/>
                    </a:lnTo>
                    <a:cubicBezTo>
                      <a:pt x="4828" y="1533"/>
                      <a:pt x="4833" y="1495"/>
                      <a:pt x="4839" y="1468"/>
                    </a:cubicBezTo>
                    <a:cubicBezTo>
                      <a:pt x="4849" y="1468"/>
                      <a:pt x="4855" y="1463"/>
                      <a:pt x="4866" y="1457"/>
                    </a:cubicBezTo>
                    <a:cubicBezTo>
                      <a:pt x="4877" y="1452"/>
                      <a:pt x="4887" y="1446"/>
                      <a:pt x="4898" y="1435"/>
                    </a:cubicBezTo>
                    <a:close/>
                    <a:moveTo>
                      <a:pt x="1365" y="1577"/>
                    </a:moveTo>
                    <a:cubicBezTo>
                      <a:pt x="1360" y="1620"/>
                      <a:pt x="1360" y="1664"/>
                      <a:pt x="1365" y="1707"/>
                    </a:cubicBezTo>
                    <a:cubicBezTo>
                      <a:pt x="1354" y="1702"/>
                      <a:pt x="1349" y="1696"/>
                      <a:pt x="1338" y="1696"/>
                    </a:cubicBezTo>
                    <a:cubicBezTo>
                      <a:pt x="1338" y="1680"/>
                      <a:pt x="1338" y="1664"/>
                      <a:pt x="1343" y="1647"/>
                    </a:cubicBezTo>
                    <a:cubicBezTo>
                      <a:pt x="1349" y="1626"/>
                      <a:pt x="1354" y="1604"/>
                      <a:pt x="1365" y="1577"/>
                    </a:cubicBezTo>
                    <a:close/>
                    <a:moveTo>
                      <a:pt x="1251" y="1685"/>
                    </a:moveTo>
                    <a:lnTo>
                      <a:pt x="1251" y="1685"/>
                    </a:lnTo>
                    <a:cubicBezTo>
                      <a:pt x="1245" y="1729"/>
                      <a:pt x="1240" y="1778"/>
                      <a:pt x="1229" y="1827"/>
                    </a:cubicBezTo>
                    <a:cubicBezTo>
                      <a:pt x="1218" y="1865"/>
                      <a:pt x="1207" y="1908"/>
                      <a:pt x="1197" y="1946"/>
                    </a:cubicBezTo>
                    <a:cubicBezTo>
                      <a:pt x="1197" y="1881"/>
                      <a:pt x="1202" y="1816"/>
                      <a:pt x="1207" y="1751"/>
                    </a:cubicBezTo>
                    <a:lnTo>
                      <a:pt x="1213" y="1745"/>
                    </a:lnTo>
                    <a:cubicBezTo>
                      <a:pt x="1224" y="1723"/>
                      <a:pt x="1240" y="1702"/>
                      <a:pt x="1251" y="1685"/>
                    </a:cubicBezTo>
                    <a:close/>
                    <a:moveTo>
                      <a:pt x="5002" y="1598"/>
                    </a:moveTo>
                    <a:cubicBezTo>
                      <a:pt x="5002" y="1615"/>
                      <a:pt x="5002" y="1636"/>
                      <a:pt x="5002" y="1653"/>
                    </a:cubicBezTo>
                    <a:cubicBezTo>
                      <a:pt x="5002" y="1664"/>
                      <a:pt x="5002" y="1675"/>
                      <a:pt x="5007" y="1685"/>
                    </a:cubicBezTo>
                    <a:cubicBezTo>
                      <a:pt x="4974" y="1713"/>
                      <a:pt x="4953" y="1751"/>
                      <a:pt x="4942" y="1789"/>
                    </a:cubicBezTo>
                    <a:cubicBezTo>
                      <a:pt x="4926" y="1843"/>
                      <a:pt x="4909" y="1897"/>
                      <a:pt x="4887" y="1952"/>
                    </a:cubicBezTo>
                    <a:lnTo>
                      <a:pt x="4877" y="1952"/>
                    </a:lnTo>
                    <a:lnTo>
                      <a:pt x="4882" y="1930"/>
                    </a:lnTo>
                    <a:cubicBezTo>
                      <a:pt x="4904" y="1870"/>
                      <a:pt x="4926" y="1805"/>
                      <a:pt x="4953" y="1745"/>
                    </a:cubicBezTo>
                    <a:cubicBezTo>
                      <a:pt x="4964" y="1718"/>
                      <a:pt x="4974" y="1685"/>
                      <a:pt x="4985" y="1653"/>
                    </a:cubicBezTo>
                    <a:cubicBezTo>
                      <a:pt x="4985" y="1647"/>
                      <a:pt x="4985" y="1636"/>
                      <a:pt x="4991" y="1626"/>
                    </a:cubicBezTo>
                    <a:lnTo>
                      <a:pt x="4991" y="1631"/>
                    </a:lnTo>
                    <a:cubicBezTo>
                      <a:pt x="4996" y="1620"/>
                      <a:pt x="4996" y="1609"/>
                      <a:pt x="5002" y="1598"/>
                    </a:cubicBezTo>
                    <a:close/>
                    <a:moveTo>
                      <a:pt x="5029" y="1832"/>
                    </a:moveTo>
                    <a:lnTo>
                      <a:pt x="5029" y="1903"/>
                    </a:lnTo>
                    <a:lnTo>
                      <a:pt x="5023" y="1903"/>
                    </a:lnTo>
                    <a:lnTo>
                      <a:pt x="5023" y="1946"/>
                    </a:lnTo>
                    <a:cubicBezTo>
                      <a:pt x="5012" y="1946"/>
                      <a:pt x="5007" y="1952"/>
                      <a:pt x="5002" y="1963"/>
                    </a:cubicBezTo>
                    <a:cubicBezTo>
                      <a:pt x="4997" y="1970"/>
                      <a:pt x="4993" y="1977"/>
                      <a:pt x="4990" y="1984"/>
                    </a:cubicBezTo>
                    <a:lnTo>
                      <a:pt x="4990" y="1984"/>
                    </a:lnTo>
                    <a:cubicBezTo>
                      <a:pt x="5004" y="1934"/>
                      <a:pt x="5016" y="1881"/>
                      <a:pt x="5029" y="1832"/>
                    </a:cubicBezTo>
                    <a:close/>
                    <a:moveTo>
                      <a:pt x="1414" y="2006"/>
                    </a:moveTo>
                    <a:lnTo>
                      <a:pt x="1419" y="2017"/>
                    </a:lnTo>
                    <a:cubicBezTo>
                      <a:pt x="1425" y="2028"/>
                      <a:pt x="1425" y="2033"/>
                      <a:pt x="1430" y="2039"/>
                    </a:cubicBezTo>
                    <a:cubicBezTo>
                      <a:pt x="1425" y="2039"/>
                      <a:pt x="1414" y="2039"/>
                      <a:pt x="1414" y="2044"/>
                    </a:cubicBezTo>
                    <a:cubicBezTo>
                      <a:pt x="1414" y="2033"/>
                      <a:pt x="1414" y="2017"/>
                      <a:pt x="1414" y="2006"/>
                    </a:cubicBezTo>
                    <a:close/>
                    <a:moveTo>
                      <a:pt x="1362" y="1777"/>
                    </a:moveTo>
                    <a:lnTo>
                      <a:pt x="1362" y="1777"/>
                    </a:lnTo>
                    <a:cubicBezTo>
                      <a:pt x="1365" y="1799"/>
                      <a:pt x="1371" y="1818"/>
                      <a:pt x="1371" y="1838"/>
                    </a:cubicBezTo>
                    <a:cubicBezTo>
                      <a:pt x="1371" y="1843"/>
                      <a:pt x="1371" y="1843"/>
                      <a:pt x="1371" y="1848"/>
                    </a:cubicBezTo>
                    <a:cubicBezTo>
                      <a:pt x="1371" y="1854"/>
                      <a:pt x="1371" y="1854"/>
                      <a:pt x="1371" y="1859"/>
                    </a:cubicBezTo>
                    <a:cubicBezTo>
                      <a:pt x="1365" y="1957"/>
                      <a:pt x="1349" y="2050"/>
                      <a:pt x="1327" y="2142"/>
                    </a:cubicBezTo>
                    <a:cubicBezTo>
                      <a:pt x="1337" y="2020"/>
                      <a:pt x="1347" y="1899"/>
                      <a:pt x="1362" y="1777"/>
                    </a:cubicBezTo>
                    <a:close/>
                    <a:moveTo>
                      <a:pt x="4960" y="2074"/>
                    </a:moveTo>
                    <a:cubicBezTo>
                      <a:pt x="4946" y="2143"/>
                      <a:pt x="4943" y="2220"/>
                      <a:pt x="4936" y="2289"/>
                    </a:cubicBezTo>
                    <a:lnTo>
                      <a:pt x="4936" y="2300"/>
                    </a:lnTo>
                    <a:lnTo>
                      <a:pt x="4898" y="2229"/>
                    </a:lnTo>
                    <a:cubicBezTo>
                      <a:pt x="4920" y="2177"/>
                      <a:pt x="4941" y="2126"/>
                      <a:pt x="4960" y="2074"/>
                    </a:cubicBezTo>
                    <a:close/>
                    <a:moveTo>
                      <a:pt x="4882" y="2381"/>
                    </a:moveTo>
                    <a:lnTo>
                      <a:pt x="4898" y="2408"/>
                    </a:lnTo>
                    <a:cubicBezTo>
                      <a:pt x="4898" y="2414"/>
                      <a:pt x="4898" y="2419"/>
                      <a:pt x="4898" y="2419"/>
                    </a:cubicBezTo>
                    <a:cubicBezTo>
                      <a:pt x="4893" y="2408"/>
                      <a:pt x="4887" y="2392"/>
                      <a:pt x="4882" y="2381"/>
                    </a:cubicBezTo>
                    <a:close/>
                    <a:moveTo>
                      <a:pt x="1430" y="2099"/>
                    </a:moveTo>
                    <a:lnTo>
                      <a:pt x="1430" y="2099"/>
                    </a:lnTo>
                    <a:cubicBezTo>
                      <a:pt x="1419" y="2115"/>
                      <a:pt x="1430" y="2158"/>
                      <a:pt x="1430" y="2185"/>
                    </a:cubicBezTo>
                    <a:cubicBezTo>
                      <a:pt x="1425" y="2218"/>
                      <a:pt x="1419" y="2245"/>
                      <a:pt x="1409" y="2272"/>
                    </a:cubicBezTo>
                    <a:cubicBezTo>
                      <a:pt x="1392" y="2338"/>
                      <a:pt x="1376" y="2403"/>
                      <a:pt x="1349" y="2463"/>
                    </a:cubicBezTo>
                    <a:lnTo>
                      <a:pt x="1332" y="2517"/>
                    </a:lnTo>
                    <a:cubicBezTo>
                      <a:pt x="1349" y="2441"/>
                      <a:pt x="1365" y="2359"/>
                      <a:pt x="1376" y="2283"/>
                    </a:cubicBezTo>
                    <a:cubicBezTo>
                      <a:pt x="1381" y="2218"/>
                      <a:pt x="1392" y="2164"/>
                      <a:pt x="1403" y="2104"/>
                    </a:cubicBezTo>
                    <a:cubicBezTo>
                      <a:pt x="1406" y="2106"/>
                      <a:pt x="1409" y="2106"/>
                      <a:pt x="1413" y="2106"/>
                    </a:cubicBezTo>
                    <a:cubicBezTo>
                      <a:pt x="1420" y="2106"/>
                      <a:pt x="1426" y="2102"/>
                      <a:pt x="1430" y="2099"/>
                    </a:cubicBezTo>
                    <a:close/>
                    <a:moveTo>
                      <a:pt x="1267" y="2213"/>
                    </a:moveTo>
                    <a:lnTo>
                      <a:pt x="1267" y="2213"/>
                    </a:lnTo>
                    <a:cubicBezTo>
                      <a:pt x="1256" y="2278"/>
                      <a:pt x="1245" y="2349"/>
                      <a:pt x="1235" y="2419"/>
                    </a:cubicBezTo>
                    <a:lnTo>
                      <a:pt x="1235" y="2533"/>
                    </a:lnTo>
                    <a:cubicBezTo>
                      <a:pt x="1224" y="2474"/>
                      <a:pt x="1235" y="2414"/>
                      <a:pt x="1224" y="2359"/>
                    </a:cubicBezTo>
                    <a:cubicBezTo>
                      <a:pt x="1235" y="2311"/>
                      <a:pt x="1251" y="2262"/>
                      <a:pt x="1267" y="2213"/>
                    </a:cubicBezTo>
                    <a:close/>
                    <a:moveTo>
                      <a:pt x="4855" y="2495"/>
                    </a:moveTo>
                    <a:cubicBezTo>
                      <a:pt x="4860" y="2501"/>
                      <a:pt x="4860" y="2506"/>
                      <a:pt x="4866" y="2512"/>
                    </a:cubicBezTo>
                    <a:cubicBezTo>
                      <a:pt x="4866" y="2523"/>
                      <a:pt x="4860" y="2528"/>
                      <a:pt x="4860" y="2539"/>
                    </a:cubicBezTo>
                    <a:cubicBezTo>
                      <a:pt x="4860" y="2523"/>
                      <a:pt x="4860" y="2506"/>
                      <a:pt x="4855" y="2495"/>
                    </a:cubicBezTo>
                    <a:close/>
                    <a:moveTo>
                      <a:pt x="4648" y="2446"/>
                    </a:moveTo>
                    <a:cubicBezTo>
                      <a:pt x="4656" y="2454"/>
                      <a:pt x="4667" y="2459"/>
                      <a:pt x="4679" y="2459"/>
                    </a:cubicBezTo>
                    <a:cubicBezTo>
                      <a:pt x="4683" y="2459"/>
                      <a:pt x="4687" y="2459"/>
                      <a:pt x="4692" y="2457"/>
                    </a:cubicBezTo>
                    <a:cubicBezTo>
                      <a:pt x="4692" y="2468"/>
                      <a:pt x="4697" y="2479"/>
                      <a:pt x="4703" y="2490"/>
                    </a:cubicBezTo>
                    <a:cubicBezTo>
                      <a:pt x="4708" y="2528"/>
                      <a:pt x="4719" y="2566"/>
                      <a:pt x="4735" y="2604"/>
                    </a:cubicBezTo>
                    <a:cubicBezTo>
                      <a:pt x="4670" y="2593"/>
                      <a:pt x="4643" y="2517"/>
                      <a:pt x="4648" y="2446"/>
                    </a:cubicBezTo>
                    <a:close/>
                    <a:moveTo>
                      <a:pt x="4953" y="2648"/>
                    </a:moveTo>
                    <a:cubicBezTo>
                      <a:pt x="4953" y="2658"/>
                      <a:pt x="4942" y="2680"/>
                      <a:pt x="4936" y="2707"/>
                    </a:cubicBezTo>
                    <a:lnTo>
                      <a:pt x="4920" y="2707"/>
                    </a:lnTo>
                    <a:lnTo>
                      <a:pt x="4920" y="2696"/>
                    </a:lnTo>
                    <a:cubicBezTo>
                      <a:pt x="4931" y="2680"/>
                      <a:pt x="4942" y="2664"/>
                      <a:pt x="4953" y="2648"/>
                    </a:cubicBezTo>
                    <a:close/>
                    <a:moveTo>
                      <a:pt x="1311" y="2577"/>
                    </a:moveTo>
                    <a:cubicBezTo>
                      <a:pt x="1300" y="2604"/>
                      <a:pt x="1289" y="2626"/>
                      <a:pt x="1278" y="2653"/>
                    </a:cubicBezTo>
                    <a:cubicBezTo>
                      <a:pt x="1267" y="2675"/>
                      <a:pt x="1256" y="2696"/>
                      <a:pt x="1251" y="2713"/>
                    </a:cubicBezTo>
                    <a:lnTo>
                      <a:pt x="1245" y="2653"/>
                    </a:lnTo>
                    <a:lnTo>
                      <a:pt x="1245" y="2653"/>
                    </a:lnTo>
                    <a:cubicBezTo>
                      <a:pt x="1247" y="2654"/>
                      <a:pt x="1250" y="2654"/>
                      <a:pt x="1252" y="2654"/>
                    </a:cubicBezTo>
                    <a:cubicBezTo>
                      <a:pt x="1262" y="2654"/>
                      <a:pt x="1274" y="2646"/>
                      <a:pt x="1278" y="2637"/>
                    </a:cubicBezTo>
                    <a:cubicBezTo>
                      <a:pt x="1289" y="2620"/>
                      <a:pt x="1300" y="2599"/>
                      <a:pt x="1311" y="2577"/>
                    </a:cubicBezTo>
                    <a:close/>
                    <a:moveTo>
                      <a:pt x="1491" y="2144"/>
                    </a:moveTo>
                    <a:cubicBezTo>
                      <a:pt x="1498" y="2152"/>
                      <a:pt x="1507" y="2157"/>
                      <a:pt x="1516" y="2157"/>
                    </a:cubicBezTo>
                    <a:cubicBezTo>
                      <a:pt x="1523" y="2157"/>
                      <a:pt x="1529" y="2154"/>
                      <a:pt x="1534" y="2147"/>
                    </a:cubicBezTo>
                    <a:lnTo>
                      <a:pt x="1534" y="2147"/>
                    </a:lnTo>
                    <a:cubicBezTo>
                      <a:pt x="1528" y="2202"/>
                      <a:pt x="1517" y="2256"/>
                      <a:pt x="1501" y="2305"/>
                    </a:cubicBezTo>
                    <a:cubicBezTo>
                      <a:pt x="1474" y="2381"/>
                      <a:pt x="1447" y="2452"/>
                      <a:pt x="1425" y="2533"/>
                    </a:cubicBezTo>
                    <a:cubicBezTo>
                      <a:pt x="1409" y="2571"/>
                      <a:pt x="1392" y="2604"/>
                      <a:pt x="1376" y="2642"/>
                    </a:cubicBezTo>
                    <a:cubicBezTo>
                      <a:pt x="1365" y="2658"/>
                      <a:pt x="1354" y="2691"/>
                      <a:pt x="1338" y="2713"/>
                    </a:cubicBezTo>
                    <a:cubicBezTo>
                      <a:pt x="1381" y="2626"/>
                      <a:pt x="1414" y="2533"/>
                      <a:pt x="1441" y="2441"/>
                    </a:cubicBezTo>
                    <a:cubicBezTo>
                      <a:pt x="1463" y="2376"/>
                      <a:pt x="1479" y="2305"/>
                      <a:pt x="1490" y="2240"/>
                    </a:cubicBezTo>
                    <a:cubicBezTo>
                      <a:pt x="1495" y="2205"/>
                      <a:pt x="1495" y="2174"/>
                      <a:pt x="1491" y="2144"/>
                    </a:cubicBezTo>
                    <a:close/>
                    <a:moveTo>
                      <a:pt x="5295" y="2892"/>
                    </a:moveTo>
                    <a:cubicBezTo>
                      <a:pt x="5339" y="2892"/>
                      <a:pt x="5420" y="2892"/>
                      <a:pt x="5442" y="2941"/>
                    </a:cubicBezTo>
                    <a:cubicBezTo>
                      <a:pt x="5469" y="2985"/>
                      <a:pt x="5420" y="3028"/>
                      <a:pt x="5398" y="3061"/>
                    </a:cubicBezTo>
                    <a:cubicBezTo>
                      <a:pt x="5350" y="3153"/>
                      <a:pt x="5284" y="3229"/>
                      <a:pt x="5203" y="3294"/>
                    </a:cubicBezTo>
                    <a:cubicBezTo>
                      <a:pt x="5181" y="3305"/>
                      <a:pt x="5154" y="3316"/>
                      <a:pt x="5132" y="3322"/>
                    </a:cubicBezTo>
                    <a:cubicBezTo>
                      <a:pt x="5143" y="3284"/>
                      <a:pt x="5148" y="3245"/>
                      <a:pt x="5148" y="3213"/>
                    </a:cubicBezTo>
                    <a:cubicBezTo>
                      <a:pt x="5143" y="3153"/>
                      <a:pt x="5138" y="3093"/>
                      <a:pt x="5121" y="3039"/>
                    </a:cubicBezTo>
                    <a:cubicBezTo>
                      <a:pt x="5127" y="3012"/>
                      <a:pt x="5132" y="2985"/>
                      <a:pt x="5138" y="2957"/>
                    </a:cubicBezTo>
                    <a:lnTo>
                      <a:pt x="5138" y="2963"/>
                    </a:lnTo>
                    <a:cubicBezTo>
                      <a:pt x="5181" y="2925"/>
                      <a:pt x="5235" y="2898"/>
                      <a:pt x="5295" y="2892"/>
                    </a:cubicBezTo>
                    <a:close/>
                    <a:moveTo>
                      <a:pt x="934" y="2982"/>
                    </a:moveTo>
                    <a:cubicBezTo>
                      <a:pt x="950" y="2982"/>
                      <a:pt x="967" y="2986"/>
                      <a:pt x="985" y="2995"/>
                    </a:cubicBezTo>
                    <a:cubicBezTo>
                      <a:pt x="1044" y="3017"/>
                      <a:pt x="1104" y="3050"/>
                      <a:pt x="1164" y="3088"/>
                    </a:cubicBezTo>
                    <a:cubicBezTo>
                      <a:pt x="1186" y="3164"/>
                      <a:pt x="1202" y="3240"/>
                      <a:pt x="1213" y="3316"/>
                    </a:cubicBezTo>
                    <a:lnTo>
                      <a:pt x="1213" y="3327"/>
                    </a:lnTo>
                    <a:cubicBezTo>
                      <a:pt x="1213" y="3332"/>
                      <a:pt x="1213" y="3343"/>
                      <a:pt x="1213" y="3349"/>
                    </a:cubicBezTo>
                    <a:cubicBezTo>
                      <a:pt x="1207" y="3348"/>
                      <a:pt x="1201" y="3347"/>
                      <a:pt x="1195" y="3347"/>
                    </a:cubicBezTo>
                    <a:cubicBezTo>
                      <a:pt x="1133" y="3347"/>
                      <a:pt x="1072" y="3393"/>
                      <a:pt x="1010" y="3393"/>
                    </a:cubicBezTo>
                    <a:cubicBezTo>
                      <a:pt x="1007" y="3393"/>
                      <a:pt x="1004" y="3392"/>
                      <a:pt x="1001" y="3392"/>
                    </a:cubicBezTo>
                    <a:cubicBezTo>
                      <a:pt x="908" y="3392"/>
                      <a:pt x="805" y="3273"/>
                      <a:pt x="800" y="3180"/>
                    </a:cubicBezTo>
                    <a:cubicBezTo>
                      <a:pt x="791" y="3102"/>
                      <a:pt x="847" y="2982"/>
                      <a:pt x="934" y="2982"/>
                    </a:cubicBezTo>
                    <a:close/>
                    <a:moveTo>
                      <a:pt x="4322" y="4941"/>
                    </a:moveTo>
                    <a:cubicBezTo>
                      <a:pt x="4328" y="4952"/>
                      <a:pt x="4328" y="4963"/>
                      <a:pt x="4328" y="4979"/>
                    </a:cubicBezTo>
                    <a:cubicBezTo>
                      <a:pt x="4322" y="4969"/>
                      <a:pt x="4306" y="4958"/>
                      <a:pt x="4295" y="4958"/>
                    </a:cubicBezTo>
                    <a:cubicBezTo>
                      <a:pt x="4306" y="4952"/>
                      <a:pt x="4311" y="4947"/>
                      <a:pt x="4322" y="4941"/>
                    </a:cubicBezTo>
                    <a:close/>
                    <a:moveTo>
                      <a:pt x="1849" y="702"/>
                    </a:moveTo>
                    <a:cubicBezTo>
                      <a:pt x="1849" y="707"/>
                      <a:pt x="1843" y="718"/>
                      <a:pt x="1843" y="729"/>
                    </a:cubicBezTo>
                    <a:cubicBezTo>
                      <a:pt x="1827" y="794"/>
                      <a:pt x="1784" y="870"/>
                      <a:pt x="1800" y="941"/>
                    </a:cubicBezTo>
                    <a:cubicBezTo>
                      <a:pt x="1806" y="962"/>
                      <a:pt x="1822" y="973"/>
                      <a:pt x="1838" y="973"/>
                    </a:cubicBezTo>
                    <a:cubicBezTo>
                      <a:pt x="1851" y="973"/>
                      <a:pt x="1863" y="966"/>
                      <a:pt x="1871" y="952"/>
                    </a:cubicBezTo>
                    <a:cubicBezTo>
                      <a:pt x="1898" y="903"/>
                      <a:pt x="1920" y="854"/>
                      <a:pt x="1941" y="799"/>
                    </a:cubicBezTo>
                    <a:lnTo>
                      <a:pt x="1941" y="799"/>
                    </a:lnTo>
                    <a:cubicBezTo>
                      <a:pt x="1936" y="821"/>
                      <a:pt x="1936" y="843"/>
                      <a:pt x="1941" y="865"/>
                    </a:cubicBezTo>
                    <a:cubicBezTo>
                      <a:pt x="1947" y="886"/>
                      <a:pt x="1963" y="903"/>
                      <a:pt x="1985" y="903"/>
                    </a:cubicBezTo>
                    <a:cubicBezTo>
                      <a:pt x="2006" y="897"/>
                      <a:pt x="2034" y="892"/>
                      <a:pt x="2055" y="881"/>
                    </a:cubicBezTo>
                    <a:lnTo>
                      <a:pt x="2061" y="892"/>
                    </a:lnTo>
                    <a:cubicBezTo>
                      <a:pt x="2088" y="941"/>
                      <a:pt x="2121" y="984"/>
                      <a:pt x="2153" y="1022"/>
                    </a:cubicBezTo>
                    <a:cubicBezTo>
                      <a:pt x="2208" y="1098"/>
                      <a:pt x="2278" y="1164"/>
                      <a:pt x="2354" y="1212"/>
                    </a:cubicBezTo>
                    <a:cubicBezTo>
                      <a:pt x="2414" y="1261"/>
                      <a:pt x="2490" y="1299"/>
                      <a:pt x="2566" y="1321"/>
                    </a:cubicBezTo>
                    <a:cubicBezTo>
                      <a:pt x="2577" y="1338"/>
                      <a:pt x="2588" y="1348"/>
                      <a:pt x="2599" y="1359"/>
                    </a:cubicBezTo>
                    <a:cubicBezTo>
                      <a:pt x="2607" y="1367"/>
                      <a:pt x="2619" y="1371"/>
                      <a:pt x="2632" y="1371"/>
                    </a:cubicBezTo>
                    <a:cubicBezTo>
                      <a:pt x="2644" y="1371"/>
                      <a:pt x="2656" y="1367"/>
                      <a:pt x="2664" y="1359"/>
                    </a:cubicBezTo>
                    <a:cubicBezTo>
                      <a:pt x="2670" y="1354"/>
                      <a:pt x="2675" y="1348"/>
                      <a:pt x="2681" y="1338"/>
                    </a:cubicBezTo>
                    <a:lnTo>
                      <a:pt x="2697" y="1338"/>
                    </a:lnTo>
                    <a:lnTo>
                      <a:pt x="2729" y="1354"/>
                    </a:lnTo>
                    <a:lnTo>
                      <a:pt x="2751" y="1359"/>
                    </a:lnTo>
                    <a:cubicBezTo>
                      <a:pt x="2766" y="1374"/>
                      <a:pt x="2780" y="1381"/>
                      <a:pt x="2793" y="1381"/>
                    </a:cubicBezTo>
                    <a:cubicBezTo>
                      <a:pt x="2800" y="1381"/>
                      <a:pt x="2806" y="1379"/>
                      <a:pt x="2811" y="1376"/>
                    </a:cubicBezTo>
                    <a:cubicBezTo>
                      <a:pt x="2876" y="1392"/>
                      <a:pt x="2941" y="1403"/>
                      <a:pt x="3007" y="1414"/>
                    </a:cubicBezTo>
                    <a:cubicBezTo>
                      <a:pt x="3045" y="1419"/>
                      <a:pt x="3088" y="1424"/>
                      <a:pt x="3126" y="1424"/>
                    </a:cubicBezTo>
                    <a:cubicBezTo>
                      <a:pt x="3153" y="1435"/>
                      <a:pt x="3181" y="1441"/>
                      <a:pt x="3213" y="1446"/>
                    </a:cubicBezTo>
                    <a:cubicBezTo>
                      <a:pt x="3230" y="1447"/>
                      <a:pt x="3248" y="1447"/>
                      <a:pt x="3265" y="1447"/>
                    </a:cubicBezTo>
                    <a:cubicBezTo>
                      <a:pt x="3390" y="1447"/>
                      <a:pt x="3518" y="1429"/>
                      <a:pt x="3637" y="1386"/>
                    </a:cubicBezTo>
                    <a:cubicBezTo>
                      <a:pt x="3757" y="1359"/>
                      <a:pt x="3871" y="1305"/>
                      <a:pt x="3969" y="1229"/>
                    </a:cubicBezTo>
                    <a:cubicBezTo>
                      <a:pt x="4012" y="1202"/>
                      <a:pt x="4045" y="1169"/>
                      <a:pt x="4083" y="1136"/>
                    </a:cubicBezTo>
                    <a:lnTo>
                      <a:pt x="4099" y="1126"/>
                    </a:lnTo>
                    <a:cubicBezTo>
                      <a:pt x="4137" y="1098"/>
                      <a:pt x="4175" y="1071"/>
                      <a:pt x="4213" y="1049"/>
                    </a:cubicBezTo>
                    <a:lnTo>
                      <a:pt x="4213" y="1071"/>
                    </a:lnTo>
                    <a:cubicBezTo>
                      <a:pt x="4221" y="1091"/>
                      <a:pt x="4241" y="1105"/>
                      <a:pt x="4261" y="1105"/>
                    </a:cubicBezTo>
                    <a:cubicBezTo>
                      <a:pt x="4269" y="1105"/>
                      <a:pt x="4277" y="1103"/>
                      <a:pt x="4284" y="1098"/>
                    </a:cubicBezTo>
                    <a:cubicBezTo>
                      <a:pt x="4322" y="1077"/>
                      <a:pt x="4344" y="1039"/>
                      <a:pt x="4360" y="1000"/>
                    </a:cubicBezTo>
                    <a:cubicBezTo>
                      <a:pt x="4382" y="990"/>
                      <a:pt x="4404" y="990"/>
                      <a:pt x="4431" y="984"/>
                    </a:cubicBezTo>
                    <a:cubicBezTo>
                      <a:pt x="4442" y="1006"/>
                      <a:pt x="4463" y="1017"/>
                      <a:pt x="4491" y="1017"/>
                    </a:cubicBezTo>
                    <a:cubicBezTo>
                      <a:pt x="4507" y="1017"/>
                      <a:pt x="4518" y="1011"/>
                      <a:pt x="4529" y="995"/>
                    </a:cubicBezTo>
                    <a:cubicBezTo>
                      <a:pt x="4550" y="1011"/>
                      <a:pt x="4572" y="1033"/>
                      <a:pt x="4594" y="1049"/>
                    </a:cubicBezTo>
                    <a:cubicBezTo>
                      <a:pt x="4599" y="1066"/>
                      <a:pt x="4605" y="1082"/>
                      <a:pt x="4610" y="1098"/>
                    </a:cubicBezTo>
                    <a:cubicBezTo>
                      <a:pt x="4614" y="1105"/>
                      <a:pt x="4621" y="1110"/>
                      <a:pt x="4629" y="1110"/>
                    </a:cubicBezTo>
                    <a:cubicBezTo>
                      <a:pt x="4634" y="1110"/>
                      <a:pt x="4639" y="1108"/>
                      <a:pt x="4643" y="1104"/>
                    </a:cubicBezTo>
                    <a:lnTo>
                      <a:pt x="4643" y="1109"/>
                    </a:lnTo>
                    <a:cubicBezTo>
                      <a:pt x="4637" y="1126"/>
                      <a:pt x="4643" y="1142"/>
                      <a:pt x="4648" y="1164"/>
                    </a:cubicBezTo>
                    <a:cubicBezTo>
                      <a:pt x="4654" y="1174"/>
                      <a:pt x="4665" y="1180"/>
                      <a:pt x="4681" y="1185"/>
                    </a:cubicBezTo>
                    <a:cubicBezTo>
                      <a:pt x="4703" y="1256"/>
                      <a:pt x="4719" y="1332"/>
                      <a:pt x="4730" y="1408"/>
                    </a:cubicBezTo>
                    <a:cubicBezTo>
                      <a:pt x="4734" y="1417"/>
                      <a:pt x="4746" y="1426"/>
                      <a:pt x="4756" y="1426"/>
                    </a:cubicBezTo>
                    <a:cubicBezTo>
                      <a:pt x="4758" y="1426"/>
                      <a:pt x="4760" y="1425"/>
                      <a:pt x="4762" y="1424"/>
                    </a:cubicBezTo>
                    <a:lnTo>
                      <a:pt x="4762" y="1424"/>
                    </a:lnTo>
                    <a:cubicBezTo>
                      <a:pt x="4762" y="1457"/>
                      <a:pt x="4757" y="1484"/>
                      <a:pt x="4757" y="1506"/>
                    </a:cubicBezTo>
                    <a:cubicBezTo>
                      <a:pt x="4746" y="1571"/>
                      <a:pt x="4735" y="1631"/>
                      <a:pt x="4730" y="1696"/>
                    </a:cubicBezTo>
                    <a:cubicBezTo>
                      <a:pt x="4724" y="1745"/>
                      <a:pt x="4719" y="1794"/>
                      <a:pt x="4724" y="1843"/>
                    </a:cubicBezTo>
                    <a:cubicBezTo>
                      <a:pt x="4686" y="1941"/>
                      <a:pt x="4643" y="2044"/>
                      <a:pt x="4605" y="2142"/>
                    </a:cubicBezTo>
                    <a:cubicBezTo>
                      <a:pt x="4550" y="2294"/>
                      <a:pt x="4469" y="2544"/>
                      <a:pt x="4627" y="2658"/>
                    </a:cubicBezTo>
                    <a:cubicBezTo>
                      <a:pt x="4663" y="2686"/>
                      <a:pt x="4707" y="2698"/>
                      <a:pt x="4752" y="2698"/>
                    </a:cubicBezTo>
                    <a:cubicBezTo>
                      <a:pt x="4761" y="2698"/>
                      <a:pt x="4770" y="2697"/>
                      <a:pt x="4779" y="2696"/>
                    </a:cubicBezTo>
                    <a:cubicBezTo>
                      <a:pt x="4790" y="2707"/>
                      <a:pt x="4795" y="2718"/>
                      <a:pt x="4806" y="2724"/>
                    </a:cubicBezTo>
                    <a:cubicBezTo>
                      <a:pt x="4806" y="2773"/>
                      <a:pt x="4806" y="2821"/>
                      <a:pt x="4817" y="2870"/>
                    </a:cubicBezTo>
                    <a:cubicBezTo>
                      <a:pt x="4822" y="2892"/>
                      <a:pt x="4844" y="2903"/>
                      <a:pt x="4866" y="2908"/>
                    </a:cubicBezTo>
                    <a:cubicBezTo>
                      <a:pt x="4887" y="2903"/>
                      <a:pt x="4909" y="2892"/>
                      <a:pt x="4926" y="2881"/>
                    </a:cubicBezTo>
                    <a:lnTo>
                      <a:pt x="4926" y="2881"/>
                    </a:lnTo>
                    <a:cubicBezTo>
                      <a:pt x="4909" y="3017"/>
                      <a:pt x="4909" y="3159"/>
                      <a:pt x="4920" y="3300"/>
                    </a:cubicBezTo>
                    <a:cubicBezTo>
                      <a:pt x="4926" y="3316"/>
                      <a:pt x="4936" y="3332"/>
                      <a:pt x="4958" y="3338"/>
                    </a:cubicBezTo>
                    <a:cubicBezTo>
                      <a:pt x="4953" y="3371"/>
                      <a:pt x="4947" y="3409"/>
                      <a:pt x="4947" y="3441"/>
                    </a:cubicBezTo>
                    <a:cubicBezTo>
                      <a:pt x="4942" y="3496"/>
                      <a:pt x="4931" y="3550"/>
                      <a:pt x="4915" y="3599"/>
                    </a:cubicBezTo>
                    <a:cubicBezTo>
                      <a:pt x="4882" y="3702"/>
                      <a:pt x="4828" y="3794"/>
                      <a:pt x="4790" y="3898"/>
                    </a:cubicBezTo>
                    <a:cubicBezTo>
                      <a:pt x="4762" y="3996"/>
                      <a:pt x="4730" y="4088"/>
                      <a:pt x="4692" y="4186"/>
                    </a:cubicBezTo>
                    <a:cubicBezTo>
                      <a:pt x="4643" y="4267"/>
                      <a:pt x="4594" y="4354"/>
                      <a:pt x="4540" y="4436"/>
                    </a:cubicBezTo>
                    <a:cubicBezTo>
                      <a:pt x="4474" y="4523"/>
                      <a:pt x="4404" y="4604"/>
                      <a:pt x="4317" y="4675"/>
                    </a:cubicBezTo>
                    <a:cubicBezTo>
                      <a:pt x="4262" y="4740"/>
                      <a:pt x="4192" y="4789"/>
                      <a:pt x="4116" y="4827"/>
                    </a:cubicBezTo>
                    <a:cubicBezTo>
                      <a:pt x="4029" y="4860"/>
                      <a:pt x="3942" y="4893"/>
                      <a:pt x="3849" y="4914"/>
                    </a:cubicBezTo>
                    <a:cubicBezTo>
                      <a:pt x="3670" y="4969"/>
                      <a:pt x="3496" y="5050"/>
                      <a:pt x="3306" y="5077"/>
                    </a:cubicBezTo>
                    <a:cubicBezTo>
                      <a:pt x="3272" y="5081"/>
                      <a:pt x="3240" y="5083"/>
                      <a:pt x="3208" y="5083"/>
                    </a:cubicBezTo>
                    <a:cubicBezTo>
                      <a:pt x="3156" y="5083"/>
                      <a:pt x="3106" y="5079"/>
                      <a:pt x="3056" y="5072"/>
                    </a:cubicBezTo>
                    <a:cubicBezTo>
                      <a:pt x="3007" y="5061"/>
                      <a:pt x="2958" y="5039"/>
                      <a:pt x="2909" y="5028"/>
                    </a:cubicBezTo>
                    <a:cubicBezTo>
                      <a:pt x="2860" y="5018"/>
                      <a:pt x="2784" y="5018"/>
                      <a:pt x="2724" y="5007"/>
                    </a:cubicBezTo>
                    <a:cubicBezTo>
                      <a:pt x="2517" y="4941"/>
                      <a:pt x="2322" y="4860"/>
                      <a:pt x="2132" y="4757"/>
                    </a:cubicBezTo>
                    <a:cubicBezTo>
                      <a:pt x="1974" y="4681"/>
                      <a:pt x="1784" y="4583"/>
                      <a:pt x="1702" y="4420"/>
                    </a:cubicBezTo>
                    <a:lnTo>
                      <a:pt x="1724" y="4420"/>
                    </a:lnTo>
                    <a:cubicBezTo>
                      <a:pt x="1675" y="4327"/>
                      <a:pt x="1604" y="4240"/>
                      <a:pt x="1561" y="4148"/>
                    </a:cubicBezTo>
                    <a:cubicBezTo>
                      <a:pt x="1501" y="4034"/>
                      <a:pt x="1463" y="3909"/>
                      <a:pt x="1414" y="3789"/>
                    </a:cubicBezTo>
                    <a:cubicBezTo>
                      <a:pt x="1392" y="3729"/>
                      <a:pt x="1371" y="3669"/>
                      <a:pt x="1354" y="3610"/>
                    </a:cubicBezTo>
                    <a:cubicBezTo>
                      <a:pt x="1343" y="3550"/>
                      <a:pt x="1343" y="3485"/>
                      <a:pt x="1327" y="3425"/>
                    </a:cubicBezTo>
                    <a:cubicBezTo>
                      <a:pt x="1316" y="3381"/>
                      <a:pt x="1305" y="3338"/>
                      <a:pt x="1294" y="3289"/>
                    </a:cubicBezTo>
                    <a:cubicBezTo>
                      <a:pt x="1300" y="3235"/>
                      <a:pt x="1300" y="3180"/>
                      <a:pt x="1294" y="3126"/>
                    </a:cubicBezTo>
                    <a:cubicBezTo>
                      <a:pt x="1284" y="3061"/>
                      <a:pt x="1273" y="2995"/>
                      <a:pt x="1267" y="2930"/>
                    </a:cubicBezTo>
                    <a:cubicBezTo>
                      <a:pt x="1267" y="2887"/>
                      <a:pt x="1267" y="2843"/>
                      <a:pt x="1256" y="2800"/>
                    </a:cubicBezTo>
                    <a:cubicBezTo>
                      <a:pt x="1267" y="2800"/>
                      <a:pt x="1273" y="2800"/>
                      <a:pt x="1278" y="2794"/>
                    </a:cubicBezTo>
                    <a:cubicBezTo>
                      <a:pt x="1284" y="2783"/>
                      <a:pt x="1289" y="2778"/>
                      <a:pt x="1300" y="2767"/>
                    </a:cubicBezTo>
                    <a:cubicBezTo>
                      <a:pt x="1300" y="2785"/>
                      <a:pt x="1315" y="2796"/>
                      <a:pt x="1329" y="2796"/>
                    </a:cubicBezTo>
                    <a:cubicBezTo>
                      <a:pt x="1332" y="2796"/>
                      <a:pt x="1335" y="2795"/>
                      <a:pt x="1338" y="2794"/>
                    </a:cubicBezTo>
                    <a:cubicBezTo>
                      <a:pt x="1414" y="2783"/>
                      <a:pt x="1452" y="2702"/>
                      <a:pt x="1479" y="2642"/>
                    </a:cubicBezTo>
                    <a:cubicBezTo>
                      <a:pt x="1517" y="2544"/>
                      <a:pt x="1550" y="2452"/>
                      <a:pt x="1577" y="2354"/>
                    </a:cubicBezTo>
                    <a:cubicBezTo>
                      <a:pt x="1582" y="2338"/>
                      <a:pt x="1588" y="2321"/>
                      <a:pt x="1593" y="2305"/>
                    </a:cubicBezTo>
                    <a:lnTo>
                      <a:pt x="1593" y="2305"/>
                    </a:lnTo>
                    <a:cubicBezTo>
                      <a:pt x="1582" y="2376"/>
                      <a:pt x="1555" y="2441"/>
                      <a:pt x="1539" y="2506"/>
                    </a:cubicBezTo>
                    <a:cubicBezTo>
                      <a:pt x="1512" y="2593"/>
                      <a:pt x="1474" y="2669"/>
                      <a:pt x="1430" y="2745"/>
                    </a:cubicBezTo>
                    <a:cubicBezTo>
                      <a:pt x="1414" y="2783"/>
                      <a:pt x="1392" y="2816"/>
                      <a:pt x="1365" y="2843"/>
                    </a:cubicBezTo>
                    <a:cubicBezTo>
                      <a:pt x="1343" y="2854"/>
                      <a:pt x="1327" y="2876"/>
                      <a:pt x="1316" y="2892"/>
                    </a:cubicBezTo>
                    <a:cubicBezTo>
                      <a:pt x="1306" y="2912"/>
                      <a:pt x="1319" y="2936"/>
                      <a:pt x="1342" y="2936"/>
                    </a:cubicBezTo>
                    <a:cubicBezTo>
                      <a:pt x="1344" y="2936"/>
                      <a:pt x="1346" y="2936"/>
                      <a:pt x="1349" y="2936"/>
                    </a:cubicBezTo>
                    <a:cubicBezTo>
                      <a:pt x="1414" y="2919"/>
                      <a:pt x="1463" y="2876"/>
                      <a:pt x="1490" y="2816"/>
                    </a:cubicBezTo>
                    <a:cubicBezTo>
                      <a:pt x="1544" y="2729"/>
                      <a:pt x="1582" y="2637"/>
                      <a:pt x="1610" y="2544"/>
                    </a:cubicBezTo>
                    <a:cubicBezTo>
                      <a:pt x="1642" y="2457"/>
                      <a:pt x="1659" y="2370"/>
                      <a:pt x="1669" y="2278"/>
                    </a:cubicBezTo>
                    <a:cubicBezTo>
                      <a:pt x="1669" y="2229"/>
                      <a:pt x="1669" y="2180"/>
                      <a:pt x="1664" y="2137"/>
                    </a:cubicBezTo>
                    <a:cubicBezTo>
                      <a:pt x="1653" y="2093"/>
                      <a:pt x="1642" y="2055"/>
                      <a:pt x="1621" y="2017"/>
                    </a:cubicBezTo>
                    <a:cubicBezTo>
                      <a:pt x="1621" y="2012"/>
                      <a:pt x="1615" y="2006"/>
                      <a:pt x="1610" y="2006"/>
                    </a:cubicBezTo>
                    <a:cubicBezTo>
                      <a:pt x="1599" y="1919"/>
                      <a:pt x="1572" y="1832"/>
                      <a:pt x="1539" y="1756"/>
                    </a:cubicBezTo>
                    <a:cubicBezTo>
                      <a:pt x="1533" y="1745"/>
                      <a:pt x="1523" y="1740"/>
                      <a:pt x="1513" y="1740"/>
                    </a:cubicBezTo>
                    <a:cubicBezTo>
                      <a:pt x="1493" y="1740"/>
                      <a:pt x="1474" y="1757"/>
                      <a:pt x="1485" y="1778"/>
                    </a:cubicBezTo>
                    <a:cubicBezTo>
                      <a:pt x="1523" y="1876"/>
                      <a:pt x="1539" y="1979"/>
                      <a:pt x="1534" y="2082"/>
                    </a:cubicBezTo>
                    <a:cubicBezTo>
                      <a:pt x="1523" y="2028"/>
                      <a:pt x="1479" y="1968"/>
                      <a:pt x="1468" y="1919"/>
                    </a:cubicBezTo>
                    <a:cubicBezTo>
                      <a:pt x="1436" y="1816"/>
                      <a:pt x="1425" y="1713"/>
                      <a:pt x="1425" y="1609"/>
                    </a:cubicBezTo>
                    <a:cubicBezTo>
                      <a:pt x="1430" y="1544"/>
                      <a:pt x="1436" y="1484"/>
                      <a:pt x="1447" y="1424"/>
                    </a:cubicBezTo>
                    <a:cubicBezTo>
                      <a:pt x="1517" y="1343"/>
                      <a:pt x="1582" y="1256"/>
                      <a:pt x="1637" y="1164"/>
                    </a:cubicBezTo>
                    <a:cubicBezTo>
                      <a:pt x="1669" y="1120"/>
                      <a:pt x="1702" y="1071"/>
                      <a:pt x="1729" y="1022"/>
                    </a:cubicBezTo>
                    <a:cubicBezTo>
                      <a:pt x="1751" y="995"/>
                      <a:pt x="1767" y="957"/>
                      <a:pt x="1784" y="930"/>
                    </a:cubicBezTo>
                    <a:cubicBezTo>
                      <a:pt x="1794" y="919"/>
                      <a:pt x="1784" y="903"/>
                      <a:pt x="1773" y="903"/>
                    </a:cubicBezTo>
                    <a:cubicBezTo>
                      <a:pt x="1800" y="837"/>
                      <a:pt x="1827" y="767"/>
                      <a:pt x="1849" y="702"/>
                    </a:cubicBezTo>
                    <a:close/>
                    <a:moveTo>
                      <a:pt x="2240" y="5012"/>
                    </a:moveTo>
                    <a:cubicBezTo>
                      <a:pt x="2354" y="5066"/>
                      <a:pt x="2469" y="5115"/>
                      <a:pt x="2583" y="5153"/>
                    </a:cubicBezTo>
                    <a:cubicBezTo>
                      <a:pt x="2632" y="5175"/>
                      <a:pt x="2681" y="5191"/>
                      <a:pt x="2729" y="5202"/>
                    </a:cubicBezTo>
                    <a:cubicBezTo>
                      <a:pt x="2789" y="5213"/>
                      <a:pt x="2849" y="5208"/>
                      <a:pt x="2909" y="5224"/>
                    </a:cubicBezTo>
                    <a:cubicBezTo>
                      <a:pt x="3007" y="5257"/>
                      <a:pt x="3105" y="5273"/>
                      <a:pt x="3208" y="5278"/>
                    </a:cubicBezTo>
                    <a:cubicBezTo>
                      <a:pt x="3295" y="5278"/>
                      <a:pt x="3387" y="5268"/>
                      <a:pt x="3474" y="5246"/>
                    </a:cubicBezTo>
                    <a:cubicBezTo>
                      <a:pt x="3523" y="5235"/>
                      <a:pt x="3583" y="5224"/>
                      <a:pt x="3637" y="5208"/>
                    </a:cubicBezTo>
                    <a:cubicBezTo>
                      <a:pt x="3692" y="5197"/>
                      <a:pt x="3746" y="5159"/>
                      <a:pt x="3806" y="5143"/>
                    </a:cubicBezTo>
                    <a:lnTo>
                      <a:pt x="3958" y="5094"/>
                    </a:lnTo>
                    <a:lnTo>
                      <a:pt x="3958" y="5094"/>
                    </a:lnTo>
                    <a:lnTo>
                      <a:pt x="3953" y="5099"/>
                    </a:lnTo>
                    <a:cubicBezTo>
                      <a:pt x="3914" y="5143"/>
                      <a:pt x="3882" y="5191"/>
                      <a:pt x="3849" y="5246"/>
                    </a:cubicBezTo>
                    <a:cubicBezTo>
                      <a:pt x="3817" y="5295"/>
                      <a:pt x="3773" y="5338"/>
                      <a:pt x="3735" y="5382"/>
                    </a:cubicBezTo>
                    <a:cubicBezTo>
                      <a:pt x="3648" y="5480"/>
                      <a:pt x="3550" y="5556"/>
                      <a:pt x="3436" y="5615"/>
                    </a:cubicBezTo>
                    <a:cubicBezTo>
                      <a:pt x="3371" y="5648"/>
                      <a:pt x="3300" y="5670"/>
                      <a:pt x="3230" y="5686"/>
                    </a:cubicBezTo>
                    <a:cubicBezTo>
                      <a:pt x="3208" y="5697"/>
                      <a:pt x="3186" y="5702"/>
                      <a:pt x="3164" y="5708"/>
                    </a:cubicBezTo>
                    <a:lnTo>
                      <a:pt x="3170" y="5702"/>
                    </a:lnTo>
                    <a:cubicBezTo>
                      <a:pt x="3132" y="5697"/>
                      <a:pt x="3099" y="5692"/>
                      <a:pt x="3072" y="5675"/>
                    </a:cubicBezTo>
                    <a:cubicBezTo>
                      <a:pt x="2952" y="5637"/>
                      <a:pt x="2844" y="5594"/>
                      <a:pt x="2735" y="5534"/>
                    </a:cubicBezTo>
                    <a:cubicBezTo>
                      <a:pt x="2637" y="5474"/>
                      <a:pt x="2556" y="5393"/>
                      <a:pt x="2485" y="5306"/>
                    </a:cubicBezTo>
                    <a:cubicBezTo>
                      <a:pt x="2398" y="5208"/>
                      <a:pt x="2316" y="5115"/>
                      <a:pt x="2240" y="5012"/>
                    </a:cubicBezTo>
                    <a:close/>
                    <a:moveTo>
                      <a:pt x="3181" y="5882"/>
                    </a:moveTo>
                    <a:cubicBezTo>
                      <a:pt x="3181" y="5887"/>
                      <a:pt x="3186" y="5893"/>
                      <a:pt x="3191" y="5898"/>
                    </a:cubicBezTo>
                    <a:lnTo>
                      <a:pt x="3181" y="5898"/>
                    </a:lnTo>
                    <a:lnTo>
                      <a:pt x="3164" y="5893"/>
                    </a:lnTo>
                    <a:lnTo>
                      <a:pt x="3181" y="5882"/>
                    </a:lnTo>
                    <a:close/>
                    <a:moveTo>
                      <a:pt x="3295" y="6137"/>
                    </a:moveTo>
                    <a:lnTo>
                      <a:pt x="3306" y="6148"/>
                    </a:lnTo>
                    <a:cubicBezTo>
                      <a:pt x="3306" y="6154"/>
                      <a:pt x="3300" y="6154"/>
                      <a:pt x="3295" y="6159"/>
                    </a:cubicBezTo>
                    <a:lnTo>
                      <a:pt x="3295" y="6137"/>
                    </a:lnTo>
                    <a:close/>
                    <a:moveTo>
                      <a:pt x="4230" y="4990"/>
                    </a:moveTo>
                    <a:lnTo>
                      <a:pt x="4230" y="5001"/>
                    </a:lnTo>
                    <a:cubicBezTo>
                      <a:pt x="4197" y="5066"/>
                      <a:pt x="4192" y="5148"/>
                      <a:pt x="4159" y="5219"/>
                    </a:cubicBezTo>
                    <a:cubicBezTo>
                      <a:pt x="4143" y="5251"/>
                      <a:pt x="4132" y="5289"/>
                      <a:pt x="4121" y="5322"/>
                    </a:cubicBezTo>
                    <a:cubicBezTo>
                      <a:pt x="4121" y="5365"/>
                      <a:pt x="4116" y="5403"/>
                      <a:pt x="4105" y="5442"/>
                    </a:cubicBezTo>
                    <a:cubicBezTo>
                      <a:pt x="4088" y="5474"/>
                      <a:pt x="4050" y="5496"/>
                      <a:pt x="4034" y="5529"/>
                    </a:cubicBezTo>
                    <a:cubicBezTo>
                      <a:pt x="4012" y="5561"/>
                      <a:pt x="4001" y="5599"/>
                      <a:pt x="3991" y="5637"/>
                    </a:cubicBezTo>
                    <a:cubicBezTo>
                      <a:pt x="3963" y="5724"/>
                      <a:pt x="3925" y="5806"/>
                      <a:pt x="3876" y="5882"/>
                    </a:cubicBezTo>
                    <a:cubicBezTo>
                      <a:pt x="3827" y="5947"/>
                      <a:pt x="3789" y="6012"/>
                      <a:pt x="3751" y="6078"/>
                    </a:cubicBezTo>
                    <a:cubicBezTo>
                      <a:pt x="3735" y="6116"/>
                      <a:pt x="3713" y="6148"/>
                      <a:pt x="3686" y="6175"/>
                    </a:cubicBezTo>
                    <a:cubicBezTo>
                      <a:pt x="3665" y="6192"/>
                      <a:pt x="3645" y="6198"/>
                      <a:pt x="3624" y="6198"/>
                    </a:cubicBezTo>
                    <a:cubicBezTo>
                      <a:pt x="3598" y="6198"/>
                      <a:pt x="3572" y="6188"/>
                      <a:pt x="3545" y="6175"/>
                    </a:cubicBezTo>
                    <a:cubicBezTo>
                      <a:pt x="3458" y="6143"/>
                      <a:pt x="3387" y="6072"/>
                      <a:pt x="3355" y="5985"/>
                    </a:cubicBezTo>
                    <a:cubicBezTo>
                      <a:pt x="3349" y="5947"/>
                      <a:pt x="3344" y="5914"/>
                      <a:pt x="3333" y="5882"/>
                    </a:cubicBezTo>
                    <a:cubicBezTo>
                      <a:pt x="3322" y="5860"/>
                      <a:pt x="3311" y="5844"/>
                      <a:pt x="3300" y="5827"/>
                    </a:cubicBezTo>
                    <a:lnTo>
                      <a:pt x="3306" y="5827"/>
                    </a:lnTo>
                    <a:cubicBezTo>
                      <a:pt x="3371" y="5800"/>
                      <a:pt x="3442" y="5773"/>
                      <a:pt x="3507" y="5741"/>
                    </a:cubicBezTo>
                    <a:cubicBezTo>
                      <a:pt x="3637" y="5664"/>
                      <a:pt x="3751" y="5572"/>
                      <a:pt x="3849" y="5458"/>
                    </a:cubicBezTo>
                    <a:cubicBezTo>
                      <a:pt x="3898" y="5409"/>
                      <a:pt x="3947" y="5349"/>
                      <a:pt x="3985" y="5295"/>
                    </a:cubicBezTo>
                    <a:cubicBezTo>
                      <a:pt x="4018" y="5240"/>
                      <a:pt x="4050" y="5197"/>
                      <a:pt x="4094" y="5159"/>
                    </a:cubicBezTo>
                    <a:cubicBezTo>
                      <a:pt x="4143" y="5115"/>
                      <a:pt x="4213" y="5061"/>
                      <a:pt x="4224" y="4996"/>
                    </a:cubicBezTo>
                    <a:lnTo>
                      <a:pt x="4230" y="4990"/>
                    </a:lnTo>
                    <a:close/>
                    <a:moveTo>
                      <a:pt x="2213" y="5219"/>
                    </a:moveTo>
                    <a:lnTo>
                      <a:pt x="2213" y="5219"/>
                    </a:lnTo>
                    <a:cubicBezTo>
                      <a:pt x="2284" y="5306"/>
                      <a:pt x="2360" y="5387"/>
                      <a:pt x="2430" y="5469"/>
                    </a:cubicBezTo>
                    <a:cubicBezTo>
                      <a:pt x="2474" y="5523"/>
                      <a:pt x="2517" y="5572"/>
                      <a:pt x="2566" y="5615"/>
                    </a:cubicBezTo>
                    <a:cubicBezTo>
                      <a:pt x="2713" y="5713"/>
                      <a:pt x="2876" y="5789"/>
                      <a:pt x="3045" y="5844"/>
                    </a:cubicBezTo>
                    <a:cubicBezTo>
                      <a:pt x="3039" y="5844"/>
                      <a:pt x="3039" y="5849"/>
                      <a:pt x="3034" y="5849"/>
                    </a:cubicBezTo>
                    <a:lnTo>
                      <a:pt x="3028" y="5849"/>
                    </a:lnTo>
                    <a:cubicBezTo>
                      <a:pt x="2958" y="5909"/>
                      <a:pt x="2871" y="5958"/>
                      <a:pt x="2806" y="6023"/>
                    </a:cubicBezTo>
                    <a:cubicBezTo>
                      <a:pt x="2735" y="6094"/>
                      <a:pt x="2681" y="6148"/>
                      <a:pt x="2615" y="6208"/>
                    </a:cubicBezTo>
                    <a:cubicBezTo>
                      <a:pt x="2594" y="6224"/>
                      <a:pt x="2583" y="6234"/>
                      <a:pt x="2574" y="6234"/>
                    </a:cubicBezTo>
                    <a:cubicBezTo>
                      <a:pt x="2565" y="6234"/>
                      <a:pt x="2558" y="6224"/>
                      <a:pt x="2545" y="6203"/>
                    </a:cubicBezTo>
                    <a:cubicBezTo>
                      <a:pt x="2517" y="6154"/>
                      <a:pt x="2490" y="6126"/>
                      <a:pt x="2469" y="6094"/>
                    </a:cubicBezTo>
                    <a:cubicBezTo>
                      <a:pt x="2414" y="6001"/>
                      <a:pt x="2382" y="5904"/>
                      <a:pt x="2360" y="5806"/>
                    </a:cubicBezTo>
                    <a:cubicBezTo>
                      <a:pt x="2327" y="5702"/>
                      <a:pt x="2295" y="5599"/>
                      <a:pt x="2257" y="5496"/>
                    </a:cubicBezTo>
                    <a:cubicBezTo>
                      <a:pt x="2240" y="5447"/>
                      <a:pt x="2229" y="5398"/>
                      <a:pt x="2218" y="5355"/>
                    </a:cubicBezTo>
                    <a:lnTo>
                      <a:pt x="2218" y="5322"/>
                    </a:lnTo>
                    <a:cubicBezTo>
                      <a:pt x="2218" y="5289"/>
                      <a:pt x="2218" y="5251"/>
                      <a:pt x="2213" y="5219"/>
                    </a:cubicBezTo>
                    <a:close/>
                    <a:moveTo>
                      <a:pt x="3202" y="6474"/>
                    </a:moveTo>
                    <a:cubicBezTo>
                      <a:pt x="3202" y="6491"/>
                      <a:pt x="3208" y="6507"/>
                      <a:pt x="3208" y="6518"/>
                    </a:cubicBezTo>
                    <a:lnTo>
                      <a:pt x="3191" y="6518"/>
                    </a:lnTo>
                    <a:cubicBezTo>
                      <a:pt x="3191" y="6507"/>
                      <a:pt x="3191" y="6496"/>
                      <a:pt x="3186" y="6485"/>
                    </a:cubicBezTo>
                    <a:cubicBezTo>
                      <a:pt x="3191" y="6485"/>
                      <a:pt x="3197" y="6480"/>
                      <a:pt x="3202" y="6474"/>
                    </a:cubicBezTo>
                    <a:close/>
                    <a:moveTo>
                      <a:pt x="4376" y="4898"/>
                    </a:moveTo>
                    <a:cubicBezTo>
                      <a:pt x="4387" y="4920"/>
                      <a:pt x="4393" y="4941"/>
                      <a:pt x="4404" y="4963"/>
                    </a:cubicBezTo>
                    <a:cubicBezTo>
                      <a:pt x="4425" y="4996"/>
                      <a:pt x="4447" y="5023"/>
                      <a:pt x="4474" y="5045"/>
                    </a:cubicBezTo>
                    <a:cubicBezTo>
                      <a:pt x="4550" y="5132"/>
                      <a:pt x="4616" y="5219"/>
                      <a:pt x="4675" y="5317"/>
                    </a:cubicBezTo>
                    <a:cubicBezTo>
                      <a:pt x="4730" y="5409"/>
                      <a:pt x="4784" y="5496"/>
                      <a:pt x="4849" y="5583"/>
                    </a:cubicBezTo>
                    <a:cubicBezTo>
                      <a:pt x="4898" y="5648"/>
                      <a:pt x="4964" y="5708"/>
                      <a:pt x="5012" y="5773"/>
                    </a:cubicBezTo>
                    <a:cubicBezTo>
                      <a:pt x="4953" y="5838"/>
                      <a:pt x="4887" y="5887"/>
                      <a:pt x="4806" y="5914"/>
                    </a:cubicBezTo>
                    <a:cubicBezTo>
                      <a:pt x="4741" y="5947"/>
                      <a:pt x="4621" y="5985"/>
                      <a:pt x="4578" y="6056"/>
                    </a:cubicBezTo>
                    <a:cubicBezTo>
                      <a:pt x="4496" y="6197"/>
                      <a:pt x="4703" y="6344"/>
                      <a:pt x="4806" y="6404"/>
                    </a:cubicBezTo>
                    <a:cubicBezTo>
                      <a:pt x="4822" y="6415"/>
                      <a:pt x="4893" y="6431"/>
                      <a:pt x="4904" y="6447"/>
                    </a:cubicBezTo>
                    <a:cubicBezTo>
                      <a:pt x="4920" y="6480"/>
                      <a:pt x="4822" y="6550"/>
                      <a:pt x="4800" y="6561"/>
                    </a:cubicBezTo>
                    <a:cubicBezTo>
                      <a:pt x="4714" y="6610"/>
                      <a:pt x="4637" y="6686"/>
                      <a:pt x="4588" y="6773"/>
                    </a:cubicBezTo>
                    <a:lnTo>
                      <a:pt x="4594" y="6779"/>
                    </a:lnTo>
                    <a:cubicBezTo>
                      <a:pt x="4572" y="6828"/>
                      <a:pt x="4545" y="6877"/>
                      <a:pt x="4518" y="6920"/>
                    </a:cubicBezTo>
                    <a:cubicBezTo>
                      <a:pt x="4498" y="6946"/>
                      <a:pt x="4485" y="6953"/>
                      <a:pt x="4467" y="6953"/>
                    </a:cubicBezTo>
                    <a:cubicBezTo>
                      <a:pt x="4454" y="6953"/>
                      <a:pt x="4440" y="6949"/>
                      <a:pt x="4420" y="6947"/>
                    </a:cubicBezTo>
                    <a:cubicBezTo>
                      <a:pt x="4376" y="6942"/>
                      <a:pt x="4328" y="6936"/>
                      <a:pt x="4279" y="6936"/>
                    </a:cubicBezTo>
                    <a:lnTo>
                      <a:pt x="4251" y="6936"/>
                    </a:lnTo>
                    <a:cubicBezTo>
                      <a:pt x="4273" y="6893"/>
                      <a:pt x="4290" y="6844"/>
                      <a:pt x="4300" y="6795"/>
                    </a:cubicBezTo>
                    <a:cubicBezTo>
                      <a:pt x="4328" y="6681"/>
                      <a:pt x="4344" y="6572"/>
                      <a:pt x="4344" y="6458"/>
                    </a:cubicBezTo>
                    <a:cubicBezTo>
                      <a:pt x="4338" y="6393"/>
                      <a:pt x="4338" y="6328"/>
                      <a:pt x="4338" y="6262"/>
                    </a:cubicBezTo>
                    <a:cubicBezTo>
                      <a:pt x="4338" y="6203"/>
                      <a:pt x="4360" y="6148"/>
                      <a:pt x="4360" y="6088"/>
                    </a:cubicBezTo>
                    <a:cubicBezTo>
                      <a:pt x="4360" y="6023"/>
                      <a:pt x="4371" y="5958"/>
                      <a:pt x="4382" y="5898"/>
                    </a:cubicBezTo>
                    <a:cubicBezTo>
                      <a:pt x="4382" y="5833"/>
                      <a:pt x="4382" y="5773"/>
                      <a:pt x="4382" y="5713"/>
                    </a:cubicBezTo>
                    <a:cubicBezTo>
                      <a:pt x="4382" y="5654"/>
                      <a:pt x="4398" y="5605"/>
                      <a:pt x="4398" y="5545"/>
                    </a:cubicBezTo>
                    <a:cubicBezTo>
                      <a:pt x="4404" y="5490"/>
                      <a:pt x="4393" y="5447"/>
                      <a:pt x="4398" y="5398"/>
                    </a:cubicBezTo>
                    <a:cubicBezTo>
                      <a:pt x="4409" y="5327"/>
                      <a:pt x="4415" y="5262"/>
                      <a:pt x="4420" y="5191"/>
                    </a:cubicBezTo>
                    <a:cubicBezTo>
                      <a:pt x="4420" y="5126"/>
                      <a:pt x="4425" y="4969"/>
                      <a:pt x="4349" y="4914"/>
                    </a:cubicBezTo>
                    <a:lnTo>
                      <a:pt x="4376" y="4898"/>
                    </a:lnTo>
                    <a:close/>
                    <a:moveTo>
                      <a:pt x="3148" y="6936"/>
                    </a:moveTo>
                    <a:cubicBezTo>
                      <a:pt x="3148" y="6942"/>
                      <a:pt x="3153" y="6953"/>
                      <a:pt x="3153" y="6958"/>
                    </a:cubicBezTo>
                    <a:lnTo>
                      <a:pt x="3137" y="6958"/>
                    </a:lnTo>
                    <a:cubicBezTo>
                      <a:pt x="3143" y="6953"/>
                      <a:pt x="3143" y="6942"/>
                      <a:pt x="3148" y="6936"/>
                    </a:cubicBezTo>
                    <a:close/>
                    <a:moveTo>
                      <a:pt x="3382" y="6942"/>
                    </a:moveTo>
                    <a:cubicBezTo>
                      <a:pt x="3398" y="6953"/>
                      <a:pt x="3414" y="6958"/>
                      <a:pt x="3436" y="6958"/>
                    </a:cubicBezTo>
                    <a:cubicBezTo>
                      <a:pt x="3411" y="6958"/>
                      <a:pt x="3385" y="6963"/>
                      <a:pt x="3360" y="6963"/>
                    </a:cubicBezTo>
                    <a:lnTo>
                      <a:pt x="3360" y="6963"/>
                    </a:lnTo>
                    <a:lnTo>
                      <a:pt x="3360" y="6958"/>
                    </a:lnTo>
                    <a:cubicBezTo>
                      <a:pt x="3365" y="6953"/>
                      <a:pt x="3376" y="6947"/>
                      <a:pt x="3382" y="6942"/>
                    </a:cubicBezTo>
                    <a:close/>
                    <a:moveTo>
                      <a:pt x="4317" y="5170"/>
                    </a:moveTo>
                    <a:lnTo>
                      <a:pt x="4317" y="5170"/>
                    </a:lnTo>
                    <a:cubicBezTo>
                      <a:pt x="4311" y="5213"/>
                      <a:pt x="4306" y="5257"/>
                      <a:pt x="4295" y="5300"/>
                    </a:cubicBezTo>
                    <a:cubicBezTo>
                      <a:pt x="4284" y="5355"/>
                      <a:pt x="4273" y="5409"/>
                      <a:pt x="4273" y="5469"/>
                    </a:cubicBezTo>
                    <a:cubicBezTo>
                      <a:pt x="4262" y="5577"/>
                      <a:pt x="4241" y="5681"/>
                      <a:pt x="4241" y="5789"/>
                    </a:cubicBezTo>
                    <a:cubicBezTo>
                      <a:pt x="4241" y="5849"/>
                      <a:pt x="4230" y="5909"/>
                      <a:pt x="4219" y="5963"/>
                    </a:cubicBezTo>
                    <a:lnTo>
                      <a:pt x="4213" y="5963"/>
                    </a:lnTo>
                    <a:cubicBezTo>
                      <a:pt x="4208" y="6007"/>
                      <a:pt x="4208" y="6056"/>
                      <a:pt x="4208" y="6105"/>
                    </a:cubicBezTo>
                    <a:cubicBezTo>
                      <a:pt x="4208" y="6148"/>
                      <a:pt x="4186" y="6192"/>
                      <a:pt x="4181" y="6241"/>
                    </a:cubicBezTo>
                    <a:cubicBezTo>
                      <a:pt x="4175" y="6295"/>
                      <a:pt x="4175" y="6349"/>
                      <a:pt x="4181" y="6404"/>
                    </a:cubicBezTo>
                    <a:cubicBezTo>
                      <a:pt x="4181" y="6512"/>
                      <a:pt x="4170" y="6621"/>
                      <a:pt x="4148" y="6724"/>
                    </a:cubicBezTo>
                    <a:cubicBezTo>
                      <a:pt x="4132" y="6800"/>
                      <a:pt x="4121" y="6877"/>
                      <a:pt x="4110" y="6947"/>
                    </a:cubicBezTo>
                    <a:cubicBezTo>
                      <a:pt x="4099" y="6953"/>
                      <a:pt x="4088" y="6964"/>
                      <a:pt x="4083" y="6974"/>
                    </a:cubicBezTo>
                    <a:cubicBezTo>
                      <a:pt x="4039" y="6974"/>
                      <a:pt x="3996" y="6974"/>
                      <a:pt x="3953" y="6969"/>
                    </a:cubicBezTo>
                    <a:cubicBezTo>
                      <a:pt x="3840" y="6965"/>
                      <a:pt x="3733" y="6943"/>
                      <a:pt x="3623" y="6943"/>
                    </a:cubicBezTo>
                    <a:cubicBezTo>
                      <a:pt x="3585" y="6943"/>
                      <a:pt x="3546" y="6946"/>
                      <a:pt x="3507" y="6953"/>
                    </a:cubicBezTo>
                    <a:lnTo>
                      <a:pt x="3469" y="6958"/>
                    </a:lnTo>
                    <a:cubicBezTo>
                      <a:pt x="3501" y="6953"/>
                      <a:pt x="3523" y="6920"/>
                      <a:pt x="3523" y="6887"/>
                    </a:cubicBezTo>
                    <a:cubicBezTo>
                      <a:pt x="3512" y="6790"/>
                      <a:pt x="3425" y="6773"/>
                      <a:pt x="3387" y="6697"/>
                    </a:cubicBezTo>
                    <a:cubicBezTo>
                      <a:pt x="3344" y="6605"/>
                      <a:pt x="3327" y="6507"/>
                      <a:pt x="3278" y="6425"/>
                    </a:cubicBezTo>
                    <a:lnTo>
                      <a:pt x="3278" y="6420"/>
                    </a:lnTo>
                    <a:lnTo>
                      <a:pt x="3289" y="6404"/>
                    </a:lnTo>
                    <a:cubicBezTo>
                      <a:pt x="3338" y="6360"/>
                      <a:pt x="3382" y="6306"/>
                      <a:pt x="3414" y="6246"/>
                    </a:cubicBezTo>
                    <a:cubicBezTo>
                      <a:pt x="3442" y="6262"/>
                      <a:pt x="3463" y="6273"/>
                      <a:pt x="3490" y="6284"/>
                    </a:cubicBezTo>
                    <a:cubicBezTo>
                      <a:pt x="3537" y="6307"/>
                      <a:pt x="3586" y="6327"/>
                      <a:pt x="3635" y="6327"/>
                    </a:cubicBezTo>
                    <a:cubicBezTo>
                      <a:pt x="3665" y="6327"/>
                      <a:pt x="3695" y="6319"/>
                      <a:pt x="3724" y="6300"/>
                    </a:cubicBezTo>
                    <a:cubicBezTo>
                      <a:pt x="3795" y="6246"/>
                      <a:pt x="3855" y="6175"/>
                      <a:pt x="3887" y="6088"/>
                    </a:cubicBezTo>
                    <a:cubicBezTo>
                      <a:pt x="3931" y="6001"/>
                      <a:pt x="3996" y="5931"/>
                      <a:pt x="4045" y="5844"/>
                    </a:cubicBezTo>
                    <a:cubicBezTo>
                      <a:pt x="4067" y="5800"/>
                      <a:pt x="4083" y="5751"/>
                      <a:pt x="4099" y="5702"/>
                    </a:cubicBezTo>
                    <a:cubicBezTo>
                      <a:pt x="4116" y="5643"/>
                      <a:pt x="4148" y="5588"/>
                      <a:pt x="4192" y="5545"/>
                    </a:cubicBezTo>
                    <a:cubicBezTo>
                      <a:pt x="4257" y="5469"/>
                      <a:pt x="4235" y="5376"/>
                      <a:pt x="4273" y="5289"/>
                    </a:cubicBezTo>
                    <a:cubicBezTo>
                      <a:pt x="4290" y="5251"/>
                      <a:pt x="4306" y="5208"/>
                      <a:pt x="4317" y="5170"/>
                    </a:cubicBezTo>
                    <a:close/>
                    <a:moveTo>
                      <a:pt x="4969" y="5452"/>
                    </a:moveTo>
                    <a:lnTo>
                      <a:pt x="4969" y="5452"/>
                    </a:lnTo>
                    <a:cubicBezTo>
                      <a:pt x="5072" y="5518"/>
                      <a:pt x="5181" y="5583"/>
                      <a:pt x="5284" y="5654"/>
                    </a:cubicBezTo>
                    <a:cubicBezTo>
                      <a:pt x="5317" y="5675"/>
                      <a:pt x="5344" y="5702"/>
                      <a:pt x="5377" y="5724"/>
                    </a:cubicBezTo>
                    <a:cubicBezTo>
                      <a:pt x="5404" y="5735"/>
                      <a:pt x="5436" y="5751"/>
                      <a:pt x="5464" y="5773"/>
                    </a:cubicBezTo>
                    <a:cubicBezTo>
                      <a:pt x="5507" y="5811"/>
                      <a:pt x="5545" y="5860"/>
                      <a:pt x="5589" y="5898"/>
                    </a:cubicBezTo>
                    <a:cubicBezTo>
                      <a:pt x="5708" y="5996"/>
                      <a:pt x="5817" y="6105"/>
                      <a:pt x="5909" y="6230"/>
                    </a:cubicBezTo>
                    <a:cubicBezTo>
                      <a:pt x="5980" y="6349"/>
                      <a:pt x="6034" y="6485"/>
                      <a:pt x="6056" y="6627"/>
                    </a:cubicBezTo>
                    <a:cubicBezTo>
                      <a:pt x="6078" y="6686"/>
                      <a:pt x="6089" y="6746"/>
                      <a:pt x="6105" y="6806"/>
                    </a:cubicBezTo>
                    <a:cubicBezTo>
                      <a:pt x="6105" y="6839"/>
                      <a:pt x="6111" y="6893"/>
                      <a:pt x="6094" y="6904"/>
                    </a:cubicBezTo>
                    <a:lnTo>
                      <a:pt x="6089" y="6909"/>
                    </a:lnTo>
                    <a:cubicBezTo>
                      <a:pt x="6079" y="6915"/>
                      <a:pt x="6066" y="6917"/>
                      <a:pt x="6051" y="6917"/>
                    </a:cubicBezTo>
                    <a:cubicBezTo>
                      <a:pt x="6005" y="6917"/>
                      <a:pt x="5942" y="6898"/>
                      <a:pt x="5909" y="6898"/>
                    </a:cubicBezTo>
                    <a:cubicBezTo>
                      <a:pt x="5844" y="6904"/>
                      <a:pt x="5773" y="6920"/>
                      <a:pt x="5708" y="6926"/>
                    </a:cubicBezTo>
                    <a:cubicBezTo>
                      <a:pt x="5540" y="6931"/>
                      <a:pt x="5366" y="6920"/>
                      <a:pt x="5214" y="6980"/>
                    </a:cubicBezTo>
                    <a:cubicBezTo>
                      <a:pt x="5208" y="6980"/>
                      <a:pt x="5203" y="6985"/>
                      <a:pt x="5203" y="6985"/>
                    </a:cubicBezTo>
                    <a:lnTo>
                      <a:pt x="5148" y="6985"/>
                    </a:lnTo>
                    <a:cubicBezTo>
                      <a:pt x="5078" y="6985"/>
                      <a:pt x="5007" y="6980"/>
                      <a:pt x="4936" y="6964"/>
                    </a:cubicBezTo>
                    <a:cubicBezTo>
                      <a:pt x="4879" y="6960"/>
                      <a:pt x="4818" y="6956"/>
                      <a:pt x="4757" y="6956"/>
                    </a:cubicBezTo>
                    <a:cubicBezTo>
                      <a:pt x="4732" y="6956"/>
                      <a:pt x="4706" y="6957"/>
                      <a:pt x="4681" y="6958"/>
                    </a:cubicBezTo>
                    <a:lnTo>
                      <a:pt x="4686" y="6942"/>
                    </a:lnTo>
                    <a:cubicBezTo>
                      <a:pt x="4708" y="6877"/>
                      <a:pt x="4741" y="6817"/>
                      <a:pt x="4784" y="6762"/>
                    </a:cubicBezTo>
                    <a:cubicBezTo>
                      <a:pt x="4828" y="6719"/>
                      <a:pt x="4893" y="6686"/>
                      <a:pt x="4942" y="6643"/>
                    </a:cubicBezTo>
                    <a:cubicBezTo>
                      <a:pt x="5029" y="6572"/>
                      <a:pt x="5116" y="6442"/>
                      <a:pt x="5012" y="6344"/>
                    </a:cubicBezTo>
                    <a:cubicBezTo>
                      <a:pt x="4974" y="6317"/>
                      <a:pt x="4931" y="6300"/>
                      <a:pt x="4887" y="6279"/>
                    </a:cubicBezTo>
                    <a:cubicBezTo>
                      <a:pt x="4844" y="6251"/>
                      <a:pt x="4800" y="6224"/>
                      <a:pt x="4768" y="6186"/>
                    </a:cubicBezTo>
                    <a:cubicBezTo>
                      <a:pt x="4752" y="6175"/>
                      <a:pt x="4735" y="6159"/>
                      <a:pt x="4724" y="6143"/>
                    </a:cubicBezTo>
                    <a:lnTo>
                      <a:pt x="4724" y="6143"/>
                    </a:lnTo>
                    <a:cubicBezTo>
                      <a:pt x="4725" y="6144"/>
                      <a:pt x="4726" y="6144"/>
                      <a:pt x="4728" y="6144"/>
                    </a:cubicBezTo>
                    <a:cubicBezTo>
                      <a:pt x="4736" y="6144"/>
                      <a:pt x="4753" y="6131"/>
                      <a:pt x="4762" y="6126"/>
                    </a:cubicBezTo>
                    <a:cubicBezTo>
                      <a:pt x="4833" y="6099"/>
                      <a:pt x="4898" y="6067"/>
                      <a:pt x="4964" y="6034"/>
                    </a:cubicBezTo>
                    <a:cubicBezTo>
                      <a:pt x="5051" y="5991"/>
                      <a:pt x="5203" y="5882"/>
                      <a:pt x="5203" y="5773"/>
                    </a:cubicBezTo>
                    <a:cubicBezTo>
                      <a:pt x="5203" y="5713"/>
                      <a:pt x="5143" y="5659"/>
                      <a:pt x="5105" y="5615"/>
                    </a:cubicBezTo>
                    <a:cubicBezTo>
                      <a:pt x="5056" y="5561"/>
                      <a:pt x="5012" y="5507"/>
                      <a:pt x="4969" y="5452"/>
                    </a:cubicBezTo>
                    <a:close/>
                    <a:moveTo>
                      <a:pt x="1371" y="5654"/>
                    </a:moveTo>
                    <a:lnTo>
                      <a:pt x="1371" y="5654"/>
                    </a:lnTo>
                    <a:cubicBezTo>
                      <a:pt x="1332" y="5708"/>
                      <a:pt x="1305" y="5773"/>
                      <a:pt x="1300" y="5838"/>
                    </a:cubicBezTo>
                    <a:cubicBezTo>
                      <a:pt x="1289" y="6018"/>
                      <a:pt x="1468" y="6018"/>
                      <a:pt x="1593" y="6034"/>
                    </a:cubicBezTo>
                    <a:cubicBezTo>
                      <a:pt x="1664" y="6039"/>
                      <a:pt x="1724" y="6056"/>
                      <a:pt x="1784" y="6083"/>
                    </a:cubicBezTo>
                    <a:cubicBezTo>
                      <a:pt x="1822" y="6099"/>
                      <a:pt x="1854" y="6121"/>
                      <a:pt x="1881" y="6148"/>
                    </a:cubicBezTo>
                    <a:lnTo>
                      <a:pt x="1887" y="6154"/>
                    </a:lnTo>
                    <a:cubicBezTo>
                      <a:pt x="1887" y="6159"/>
                      <a:pt x="1881" y="6159"/>
                      <a:pt x="1876" y="6159"/>
                    </a:cubicBezTo>
                    <a:cubicBezTo>
                      <a:pt x="1822" y="6186"/>
                      <a:pt x="1773" y="6213"/>
                      <a:pt x="1729" y="6251"/>
                    </a:cubicBezTo>
                    <a:cubicBezTo>
                      <a:pt x="1669" y="6306"/>
                      <a:pt x="1599" y="6355"/>
                      <a:pt x="1523" y="6393"/>
                    </a:cubicBezTo>
                    <a:cubicBezTo>
                      <a:pt x="1419" y="6436"/>
                      <a:pt x="1197" y="6545"/>
                      <a:pt x="1251" y="6692"/>
                    </a:cubicBezTo>
                    <a:cubicBezTo>
                      <a:pt x="1273" y="6757"/>
                      <a:pt x="1343" y="6784"/>
                      <a:pt x="1398" y="6817"/>
                    </a:cubicBezTo>
                    <a:cubicBezTo>
                      <a:pt x="1468" y="6855"/>
                      <a:pt x="1550" y="6877"/>
                      <a:pt x="1621" y="6920"/>
                    </a:cubicBezTo>
                    <a:cubicBezTo>
                      <a:pt x="1669" y="6947"/>
                      <a:pt x="1708" y="6991"/>
                      <a:pt x="1724" y="7040"/>
                    </a:cubicBezTo>
                    <a:lnTo>
                      <a:pt x="1691" y="7034"/>
                    </a:lnTo>
                    <a:cubicBezTo>
                      <a:pt x="1621" y="7034"/>
                      <a:pt x="1555" y="7023"/>
                      <a:pt x="1490" y="7012"/>
                    </a:cubicBezTo>
                    <a:cubicBezTo>
                      <a:pt x="1419" y="7012"/>
                      <a:pt x="1343" y="7018"/>
                      <a:pt x="1273" y="7034"/>
                    </a:cubicBezTo>
                    <a:cubicBezTo>
                      <a:pt x="1202" y="7040"/>
                      <a:pt x="1130" y="7042"/>
                      <a:pt x="1058" y="7042"/>
                    </a:cubicBezTo>
                    <a:cubicBezTo>
                      <a:pt x="986" y="7042"/>
                      <a:pt x="914" y="7040"/>
                      <a:pt x="843" y="7034"/>
                    </a:cubicBezTo>
                    <a:cubicBezTo>
                      <a:pt x="767" y="7034"/>
                      <a:pt x="696" y="7029"/>
                      <a:pt x="620" y="7023"/>
                    </a:cubicBezTo>
                    <a:cubicBezTo>
                      <a:pt x="539" y="7023"/>
                      <a:pt x="457" y="7023"/>
                      <a:pt x="376" y="7034"/>
                    </a:cubicBezTo>
                    <a:cubicBezTo>
                      <a:pt x="358" y="7034"/>
                      <a:pt x="313" y="7041"/>
                      <a:pt x="277" y="7041"/>
                    </a:cubicBezTo>
                    <a:cubicBezTo>
                      <a:pt x="259" y="7041"/>
                      <a:pt x="243" y="7040"/>
                      <a:pt x="234" y="7034"/>
                    </a:cubicBezTo>
                    <a:lnTo>
                      <a:pt x="234" y="7034"/>
                    </a:lnTo>
                    <a:cubicBezTo>
                      <a:pt x="235" y="7035"/>
                      <a:pt x="236" y="7035"/>
                      <a:pt x="236" y="7035"/>
                    </a:cubicBezTo>
                    <a:cubicBezTo>
                      <a:pt x="245" y="7035"/>
                      <a:pt x="246" y="7001"/>
                      <a:pt x="251" y="6991"/>
                    </a:cubicBezTo>
                    <a:cubicBezTo>
                      <a:pt x="262" y="6953"/>
                      <a:pt x="272" y="6920"/>
                      <a:pt x="283" y="6893"/>
                    </a:cubicBezTo>
                    <a:cubicBezTo>
                      <a:pt x="289" y="6828"/>
                      <a:pt x="305" y="6762"/>
                      <a:pt x="332" y="6708"/>
                    </a:cubicBezTo>
                    <a:cubicBezTo>
                      <a:pt x="365" y="6648"/>
                      <a:pt x="403" y="6588"/>
                      <a:pt x="441" y="6540"/>
                    </a:cubicBezTo>
                    <a:cubicBezTo>
                      <a:pt x="490" y="6485"/>
                      <a:pt x="528" y="6431"/>
                      <a:pt x="571" y="6371"/>
                    </a:cubicBezTo>
                    <a:cubicBezTo>
                      <a:pt x="620" y="6306"/>
                      <a:pt x="680" y="6246"/>
                      <a:pt x="740" y="6186"/>
                    </a:cubicBezTo>
                    <a:cubicBezTo>
                      <a:pt x="843" y="6083"/>
                      <a:pt x="957" y="5991"/>
                      <a:pt x="1077" y="5909"/>
                    </a:cubicBezTo>
                    <a:cubicBezTo>
                      <a:pt x="1180" y="5827"/>
                      <a:pt x="1278" y="5746"/>
                      <a:pt x="1371" y="5654"/>
                    </a:cubicBezTo>
                    <a:close/>
                    <a:moveTo>
                      <a:pt x="2039" y="4947"/>
                    </a:moveTo>
                    <a:lnTo>
                      <a:pt x="2039" y="4952"/>
                    </a:lnTo>
                    <a:cubicBezTo>
                      <a:pt x="2039" y="4958"/>
                      <a:pt x="2039" y="4963"/>
                      <a:pt x="2039" y="4969"/>
                    </a:cubicBezTo>
                    <a:cubicBezTo>
                      <a:pt x="2061" y="5012"/>
                      <a:pt x="2077" y="5061"/>
                      <a:pt x="2088" y="5110"/>
                    </a:cubicBezTo>
                    <a:cubicBezTo>
                      <a:pt x="2088" y="5115"/>
                      <a:pt x="2088" y="5126"/>
                      <a:pt x="2093" y="5132"/>
                    </a:cubicBezTo>
                    <a:cubicBezTo>
                      <a:pt x="2099" y="5186"/>
                      <a:pt x="2093" y="5246"/>
                      <a:pt x="2104" y="5300"/>
                    </a:cubicBezTo>
                    <a:cubicBezTo>
                      <a:pt x="2110" y="5338"/>
                      <a:pt x="2110" y="5376"/>
                      <a:pt x="2121" y="5414"/>
                    </a:cubicBezTo>
                    <a:cubicBezTo>
                      <a:pt x="2121" y="5469"/>
                      <a:pt x="2126" y="5529"/>
                      <a:pt x="2137" y="5588"/>
                    </a:cubicBezTo>
                    <a:cubicBezTo>
                      <a:pt x="2153" y="5675"/>
                      <a:pt x="2164" y="5762"/>
                      <a:pt x="2175" y="5849"/>
                    </a:cubicBezTo>
                    <a:cubicBezTo>
                      <a:pt x="2186" y="5936"/>
                      <a:pt x="2186" y="6018"/>
                      <a:pt x="2197" y="6099"/>
                    </a:cubicBezTo>
                    <a:cubicBezTo>
                      <a:pt x="2208" y="6192"/>
                      <a:pt x="2213" y="6284"/>
                      <a:pt x="2218" y="6371"/>
                    </a:cubicBezTo>
                    <a:cubicBezTo>
                      <a:pt x="2218" y="6458"/>
                      <a:pt x="2240" y="6550"/>
                      <a:pt x="2235" y="6637"/>
                    </a:cubicBezTo>
                    <a:cubicBezTo>
                      <a:pt x="2235" y="6670"/>
                      <a:pt x="2235" y="6708"/>
                      <a:pt x="2235" y="6746"/>
                    </a:cubicBezTo>
                    <a:cubicBezTo>
                      <a:pt x="2240" y="6779"/>
                      <a:pt x="2257" y="6811"/>
                      <a:pt x="2262" y="6844"/>
                    </a:cubicBezTo>
                    <a:cubicBezTo>
                      <a:pt x="2262" y="6904"/>
                      <a:pt x="2262" y="6964"/>
                      <a:pt x="2262" y="7018"/>
                    </a:cubicBezTo>
                    <a:lnTo>
                      <a:pt x="2262" y="7023"/>
                    </a:lnTo>
                    <a:cubicBezTo>
                      <a:pt x="2251" y="7022"/>
                      <a:pt x="2240" y="7021"/>
                      <a:pt x="2230" y="7021"/>
                    </a:cubicBezTo>
                    <a:cubicBezTo>
                      <a:pt x="2204" y="7021"/>
                      <a:pt x="2180" y="7025"/>
                      <a:pt x="2153" y="7029"/>
                    </a:cubicBezTo>
                    <a:cubicBezTo>
                      <a:pt x="2093" y="7040"/>
                      <a:pt x="2034" y="7040"/>
                      <a:pt x="1968" y="7040"/>
                    </a:cubicBezTo>
                    <a:cubicBezTo>
                      <a:pt x="1952" y="7040"/>
                      <a:pt x="1944" y="7042"/>
                      <a:pt x="1938" y="7042"/>
                    </a:cubicBezTo>
                    <a:cubicBezTo>
                      <a:pt x="1932" y="7042"/>
                      <a:pt x="1928" y="7040"/>
                      <a:pt x="1920" y="7029"/>
                    </a:cubicBezTo>
                    <a:cubicBezTo>
                      <a:pt x="1903" y="7002"/>
                      <a:pt x="1892" y="6980"/>
                      <a:pt x="1887" y="6953"/>
                    </a:cubicBezTo>
                    <a:cubicBezTo>
                      <a:pt x="1860" y="6893"/>
                      <a:pt x="1816" y="6844"/>
                      <a:pt x="1767" y="6811"/>
                    </a:cubicBezTo>
                    <a:cubicBezTo>
                      <a:pt x="1702" y="6768"/>
                      <a:pt x="1637" y="6741"/>
                      <a:pt x="1561" y="6724"/>
                    </a:cubicBezTo>
                    <a:cubicBezTo>
                      <a:pt x="1534" y="6719"/>
                      <a:pt x="1501" y="6708"/>
                      <a:pt x="1474" y="6697"/>
                    </a:cubicBezTo>
                    <a:cubicBezTo>
                      <a:pt x="1447" y="6681"/>
                      <a:pt x="1419" y="6670"/>
                      <a:pt x="1387" y="6659"/>
                    </a:cubicBezTo>
                    <a:cubicBezTo>
                      <a:pt x="1387" y="6627"/>
                      <a:pt x="1550" y="6556"/>
                      <a:pt x="1577" y="6545"/>
                    </a:cubicBezTo>
                    <a:cubicBezTo>
                      <a:pt x="1642" y="6518"/>
                      <a:pt x="1702" y="6485"/>
                      <a:pt x="1756" y="6442"/>
                    </a:cubicBezTo>
                    <a:cubicBezTo>
                      <a:pt x="1800" y="6398"/>
                      <a:pt x="1849" y="6366"/>
                      <a:pt x="1903" y="6333"/>
                    </a:cubicBezTo>
                    <a:cubicBezTo>
                      <a:pt x="1947" y="6311"/>
                      <a:pt x="1990" y="6284"/>
                      <a:pt x="2028" y="6251"/>
                    </a:cubicBezTo>
                    <a:cubicBezTo>
                      <a:pt x="2104" y="6159"/>
                      <a:pt x="2045" y="6061"/>
                      <a:pt x="1963" y="5996"/>
                    </a:cubicBezTo>
                    <a:cubicBezTo>
                      <a:pt x="1865" y="5920"/>
                      <a:pt x="1746" y="5876"/>
                      <a:pt x="1621" y="5860"/>
                    </a:cubicBezTo>
                    <a:cubicBezTo>
                      <a:pt x="1566" y="5860"/>
                      <a:pt x="1512" y="5849"/>
                      <a:pt x="1463" y="5838"/>
                    </a:cubicBezTo>
                    <a:cubicBezTo>
                      <a:pt x="1452" y="5800"/>
                      <a:pt x="1523" y="5724"/>
                      <a:pt x="1539" y="5697"/>
                    </a:cubicBezTo>
                    <a:cubicBezTo>
                      <a:pt x="1593" y="5632"/>
                      <a:pt x="1642" y="5561"/>
                      <a:pt x="1680" y="5490"/>
                    </a:cubicBezTo>
                    <a:cubicBezTo>
                      <a:pt x="1697" y="5458"/>
                      <a:pt x="1713" y="5420"/>
                      <a:pt x="1735" y="5387"/>
                    </a:cubicBezTo>
                    <a:cubicBezTo>
                      <a:pt x="1756" y="5371"/>
                      <a:pt x="1778" y="5344"/>
                      <a:pt x="1789" y="5317"/>
                    </a:cubicBezTo>
                    <a:cubicBezTo>
                      <a:pt x="1827" y="5240"/>
                      <a:pt x="1871" y="5170"/>
                      <a:pt x="1920" y="5105"/>
                    </a:cubicBezTo>
                    <a:cubicBezTo>
                      <a:pt x="1958" y="5050"/>
                      <a:pt x="1996" y="4996"/>
                      <a:pt x="2039" y="4947"/>
                    </a:cubicBezTo>
                    <a:close/>
                    <a:moveTo>
                      <a:pt x="2898" y="6121"/>
                    </a:moveTo>
                    <a:cubicBezTo>
                      <a:pt x="2914" y="6165"/>
                      <a:pt x="2920" y="6219"/>
                      <a:pt x="2941" y="6268"/>
                    </a:cubicBezTo>
                    <a:cubicBezTo>
                      <a:pt x="2963" y="6333"/>
                      <a:pt x="2996" y="6393"/>
                      <a:pt x="3028" y="6447"/>
                    </a:cubicBezTo>
                    <a:cubicBezTo>
                      <a:pt x="2947" y="6616"/>
                      <a:pt x="2789" y="6806"/>
                      <a:pt x="2854" y="6996"/>
                    </a:cubicBezTo>
                    <a:lnTo>
                      <a:pt x="2822" y="7007"/>
                    </a:lnTo>
                    <a:cubicBezTo>
                      <a:pt x="2784" y="7018"/>
                      <a:pt x="2740" y="7023"/>
                      <a:pt x="2702" y="7029"/>
                    </a:cubicBezTo>
                    <a:cubicBezTo>
                      <a:pt x="2670" y="7029"/>
                      <a:pt x="2642" y="7029"/>
                      <a:pt x="2615" y="7034"/>
                    </a:cubicBezTo>
                    <a:cubicBezTo>
                      <a:pt x="2588" y="7040"/>
                      <a:pt x="2561" y="7045"/>
                      <a:pt x="2534" y="7045"/>
                    </a:cubicBezTo>
                    <a:cubicBezTo>
                      <a:pt x="2501" y="7045"/>
                      <a:pt x="2474" y="7040"/>
                      <a:pt x="2441" y="7040"/>
                    </a:cubicBezTo>
                    <a:cubicBezTo>
                      <a:pt x="2452" y="6904"/>
                      <a:pt x="2409" y="6768"/>
                      <a:pt x="2403" y="6632"/>
                    </a:cubicBezTo>
                    <a:cubicBezTo>
                      <a:pt x="2403" y="6540"/>
                      <a:pt x="2376" y="6447"/>
                      <a:pt x="2371" y="6355"/>
                    </a:cubicBezTo>
                    <a:cubicBezTo>
                      <a:pt x="2365" y="6290"/>
                      <a:pt x="2360" y="6219"/>
                      <a:pt x="2349" y="6148"/>
                    </a:cubicBezTo>
                    <a:lnTo>
                      <a:pt x="2349" y="6148"/>
                    </a:lnTo>
                    <a:cubicBezTo>
                      <a:pt x="2365" y="6175"/>
                      <a:pt x="2387" y="6203"/>
                      <a:pt x="2403" y="6230"/>
                    </a:cubicBezTo>
                    <a:cubicBezTo>
                      <a:pt x="2447" y="6284"/>
                      <a:pt x="2479" y="6366"/>
                      <a:pt x="2561" y="6371"/>
                    </a:cubicBezTo>
                    <a:cubicBezTo>
                      <a:pt x="2567" y="6372"/>
                      <a:pt x="2572" y="6372"/>
                      <a:pt x="2578" y="6372"/>
                    </a:cubicBezTo>
                    <a:cubicBezTo>
                      <a:pt x="2649" y="6372"/>
                      <a:pt x="2695" y="6308"/>
                      <a:pt x="2740" y="6268"/>
                    </a:cubicBezTo>
                    <a:cubicBezTo>
                      <a:pt x="2789" y="6230"/>
                      <a:pt x="2844" y="6170"/>
                      <a:pt x="2898" y="6121"/>
                    </a:cubicBezTo>
                    <a:close/>
                    <a:moveTo>
                      <a:pt x="3070" y="0"/>
                    </a:moveTo>
                    <a:cubicBezTo>
                      <a:pt x="3015" y="0"/>
                      <a:pt x="2958" y="8"/>
                      <a:pt x="2903" y="22"/>
                    </a:cubicBezTo>
                    <a:lnTo>
                      <a:pt x="2865" y="33"/>
                    </a:lnTo>
                    <a:cubicBezTo>
                      <a:pt x="2857" y="27"/>
                      <a:pt x="2849" y="25"/>
                      <a:pt x="2841" y="25"/>
                    </a:cubicBezTo>
                    <a:cubicBezTo>
                      <a:pt x="2833" y="25"/>
                      <a:pt x="2825" y="27"/>
                      <a:pt x="2816" y="33"/>
                    </a:cubicBezTo>
                    <a:cubicBezTo>
                      <a:pt x="2811" y="38"/>
                      <a:pt x="2806" y="44"/>
                      <a:pt x="2800" y="55"/>
                    </a:cubicBezTo>
                    <a:lnTo>
                      <a:pt x="2664" y="87"/>
                    </a:lnTo>
                    <a:cubicBezTo>
                      <a:pt x="2588" y="109"/>
                      <a:pt x="2507" y="120"/>
                      <a:pt x="2430" y="142"/>
                    </a:cubicBezTo>
                    <a:cubicBezTo>
                      <a:pt x="2365" y="163"/>
                      <a:pt x="2305" y="196"/>
                      <a:pt x="2251" y="234"/>
                    </a:cubicBezTo>
                    <a:cubicBezTo>
                      <a:pt x="2170" y="272"/>
                      <a:pt x="2093" y="305"/>
                      <a:pt x="2012" y="343"/>
                    </a:cubicBezTo>
                    <a:cubicBezTo>
                      <a:pt x="2001" y="343"/>
                      <a:pt x="1996" y="348"/>
                      <a:pt x="1985" y="354"/>
                    </a:cubicBezTo>
                    <a:cubicBezTo>
                      <a:pt x="1977" y="351"/>
                      <a:pt x="1970" y="350"/>
                      <a:pt x="1964" y="350"/>
                    </a:cubicBezTo>
                    <a:cubicBezTo>
                      <a:pt x="1958" y="350"/>
                      <a:pt x="1952" y="351"/>
                      <a:pt x="1947" y="354"/>
                    </a:cubicBezTo>
                    <a:cubicBezTo>
                      <a:pt x="1920" y="365"/>
                      <a:pt x="1892" y="386"/>
                      <a:pt x="1881" y="413"/>
                    </a:cubicBezTo>
                    <a:cubicBezTo>
                      <a:pt x="1800" y="462"/>
                      <a:pt x="1718" y="522"/>
                      <a:pt x="1648" y="593"/>
                    </a:cubicBezTo>
                    <a:cubicBezTo>
                      <a:pt x="1642" y="593"/>
                      <a:pt x="1637" y="593"/>
                      <a:pt x="1631" y="598"/>
                    </a:cubicBezTo>
                    <a:cubicBezTo>
                      <a:pt x="1610" y="615"/>
                      <a:pt x="1588" y="642"/>
                      <a:pt x="1577" y="669"/>
                    </a:cubicBezTo>
                    <a:cubicBezTo>
                      <a:pt x="1496" y="729"/>
                      <a:pt x="1425" y="805"/>
                      <a:pt x="1365" y="892"/>
                    </a:cubicBezTo>
                    <a:cubicBezTo>
                      <a:pt x="1284" y="1033"/>
                      <a:pt x="1207" y="1180"/>
                      <a:pt x="1148" y="1332"/>
                    </a:cubicBezTo>
                    <a:cubicBezTo>
                      <a:pt x="1082" y="1495"/>
                      <a:pt x="1050" y="1664"/>
                      <a:pt x="1044" y="1838"/>
                    </a:cubicBezTo>
                    <a:cubicBezTo>
                      <a:pt x="1023" y="1876"/>
                      <a:pt x="1001" y="1914"/>
                      <a:pt x="979" y="1946"/>
                    </a:cubicBezTo>
                    <a:cubicBezTo>
                      <a:pt x="957" y="1972"/>
                      <a:pt x="988" y="2009"/>
                      <a:pt x="1017" y="2009"/>
                    </a:cubicBezTo>
                    <a:cubicBezTo>
                      <a:pt x="1025" y="2009"/>
                      <a:pt x="1032" y="2006"/>
                      <a:pt x="1039" y="2001"/>
                    </a:cubicBezTo>
                    <a:lnTo>
                      <a:pt x="1039" y="2001"/>
                    </a:lnTo>
                    <a:cubicBezTo>
                      <a:pt x="1028" y="2126"/>
                      <a:pt x="1039" y="2251"/>
                      <a:pt x="1061" y="2376"/>
                    </a:cubicBezTo>
                    <a:cubicBezTo>
                      <a:pt x="1082" y="2446"/>
                      <a:pt x="1077" y="2523"/>
                      <a:pt x="1093" y="2599"/>
                    </a:cubicBezTo>
                    <a:cubicBezTo>
                      <a:pt x="1110" y="2675"/>
                      <a:pt x="1110" y="2756"/>
                      <a:pt x="1120" y="2832"/>
                    </a:cubicBezTo>
                    <a:cubicBezTo>
                      <a:pt x="1126" y="2865"/>
                      <a:pt x="1131" y="2892"/>
                      <a:pt x="1131" y="2925"/>
                    </a:cubicBezTo>
                    <a:cubicBezTo>
                      <a:pt x="1104" y="2903"/>
                      <a:pt x="1072" y="2887"/>
                      <a:pt x="1039" y="2870"/>
                    </a:cubicBezTo>
                    <a:cubicBezTo>
                      <a:pt x="998" y="2849"/>
                      <a:pt x="958" y="2839"/>
                      <a:pt x="919" y="2839"/>
                    </a:cubicBezTo>
                    <a:cubicBezTo>
                      <a:pt x="803" y="2839"/>
                      <a:pt x="703" y="2927"/>
                      <a:pt x="658" y="3050"/>
                    </a:cubicBezTo>
                    <a:cubicBezTo>
                      <a:pt x="599" y="3224"/>
                      <a:pt x="691" y="3403"/>
                      <a:pt x="832" y="3506"/>
                    </a:cubicBezTo>
                    <a:cubicBezTo>
                      <a:pt x="889" y="3541"/>
                      <a:pt x="952" y="3557"/>
                      <a:pt x="1014" y="3557"/>
                    </a:cubicBezTo>
                    <a:cubicBezTo>
                      <a:pt x="1090" y="3557"/>
                      <a:pt x="1166" y="3532"/>
                      <a:pt x="1229" y="3485"/>
                    </a:cubicBezTo>
                    <a:cubicBezTo>
                      <a:pt x="1235" y="3604"/>
                      <a:pt x="1251" y="3718"/>
                      <a:pt x="1278" y="3838"/>
                    </a:cubicBezTo>
                    <a:cubicBezTo>
                      <a:pt x="1311" y="3947"/>
                      <a:pt x="1349" y="4061"/>
                      <a:pt x="1387" y="4170"/>
                    </a:cubicBezTo>
                    <a:cubicBezTo>
                      <a:pt x="1430" y="4267"/>
                      <a:pt x="1485" y="4360"/>
                      <a:pt x="1539" y="4452"/>
                    </a:cubicBezTo>
                    <a:cubicBezTo>
                      <a:pt x="1577" y="4539"/>
                      <a:pt x="1626" y="4615"/>
                      <a:pt x="1691" y="4681"/>
                    </a:cubicBezTo>
                    <a:cubicBezTo>
                      <a:pt x="1767" y="4757"/>
                      <a:pt x="1854" y="4822"/>
                      <a:pt x="1947" y="4876"/>
                    </a:cubicBezTo>
                    <a:lnTo>
                      <a:pt x="1985" y="4898"/>
                    </a:lnTo>
                    <a:cubicBezTo>
                      <a:pt x="1887" y="4958"/>
                      <a:pt x="1805" y="5034"/>
                      <a:pt x="1735" y="5126"/>
                    </a:cubicBezTo>
                    <a:cubicBezTo>
                      <a:pt x="1708" y="5153"/>
                      <a:pt x="1691" y="5186"/>
                      <a:pt x="1669" y="5219"/>
                    </a:cubicBezTo>
                    <a:cubicBezTo>
                      <a:pt x="1653" y="5230"/>
                      <a:pt x="1637" y="5246"/>
                      <a:pt x="1621" y="5262"/>
                    </a:cubicBezTo>
                    <a:cubicBezTo>
                      <a:pt x="1566" y="5317"/>
                      <a:pt x="1506" y="5360"/>
                      <a:pt x="1452" y="5414"/>
                    </a:cubicBezTo>
                    <a:cubicBezTo>
                      <a:pt x="1392" y="5463"/>
                      <a:pt x="1327" y="5512"/>
                      <a:pt x="1267" y="5567"/>
                    </a:cubicBezTo>
                    <a:cubicBezTo>
                      <a:pt x="1191" y="5626"/>
                      <a:pt x="1120" y="5702"/>
                      <a:pt x="1044" y="5757"/>
                    </a:cubicBezTo>
                    <a:cubicBezTo>
                      <a:pt x="908" y="5860"/>
                      <a:pt x="762" y="5936"/>
                      <a:pt x="637" y="6056"/>
                    </a:cubicBezTo>
                    <a:cubicBezTo>
                      <a:pt x="577" y="6110"/>
                      <a:pt x="517" y="6170"/>
                      <a:pt x="463" y="6235"/>
                    </a:cubicBezTo>
                    <a:cubicBezTo>
                      <a:pt x="414" y="6300"/>
                      <a:pt x="365" y="6371"/>
                      <a:pt x="305" y="6431"/>
                    </a:cubicBezTo>
                    <a:cubicBezTo>
                      <a:pt x="262" y="6485"/>
                      <a:pt x="224" y="6545"/>
                      <a:pt x="191" y="6605"/>
                    </a:cubicBezTo>
                    <a:cubicBezTo>
                      <a:pt x="147" y="6675"/>
                      <a:pt x="120" y="6752"/>
                      <a:pt x="109" y="6833"/>
                    </a:cubicBezTo>
                    <a:cubicBezTo>
                      <a:pt x="77" y="6947"/>
                      <a:pt x="1" y="7083"/>
                      <a:pt x="109" y="7181"/>
                    </a:cubicBezTo>
                    <a:cubicBezTo>
                      <a:pt x="160" y="7231"/>
                      <a:pt x="228" y="7246"/>
                      <a:pt x="299" y="7246"/>
                    </a:cubicBezTo>
                    <a:cubicBezTo>
                      <a:pt x="374" y="7246"/>
                      <a:pt x="450" y="7230"/>
                      <a:pt x="512" y="7224"/>
                    </a:cubicBezTo>
                    <a:cubicBezTo>
                      <a:pt x="588" y="7224"/>
                      <a:pt x="669" y="7230"/>
                      <a:pt x="745" y="7235"/>
                    </a:cubicBezTo>
                    <a:cubicBezTo>
                      <a:pt x="774" y="7237"/>
                      <a:pt x="804" y="7238"/>
                      <a:pt x="834" y="7238"/>
                    </a:cubicBezTo>
                    <a:cubicBezTo>
                      <a:pt x="893" y="7238"/>
                      <a:pt x="954" y="7235"/>
                      <a:pt x="1012" y="7235"/>
                    </a:cubicBezTo>
                    <a:cubicBezTo>
                      <a:pt x="1058" y="7238"/>
                      <a:pt x="1104" y="7239"/>
                      <a:pt x="1151" y="7239"/>
                    </a:cubicBezTo>
                    <a:cubicBezTo>
                      <a:pt x="1198" y="7239"/>
                      <a:pt x="1245" y="7238"/>
                      <a:pt x="1294" y="7235"/>
                    </a:cubicBezTo>
                    <a:cubicBezTo>
                      <a:pt x="1338" y="7230"/>
                      <a:pt x="1381" y="7214"/>
                      <a:pt x="1430" y="7208"/>
                    </a:cubicBezTo>
                    <a:cubicBezTo>
                      <a:pt x="1474" y="7208"/>
                      <a:pt x="1517" y="7214"/>
                      <a:pt x="1566" y="7230"/>
                    </a:cubicBezTo>
                    <a:cubicBezTo>
                      <a:pt x="1610" y="7235"/>
                      <a:pt x="1653" y="7235"/>
                      <a:pt x="1702" y="7235"/>
                    </a:cubicBezTo>
                    <a:cubicBezTo>
                      <a:pt x="1746" y="7235"/>
                      <a:pt x="1789" y="7241"/>
                      <a:pt x="1838" y="7246"/>
                    </a:cubicBezTo>
                    <a:cubicBezTo>
                      <a:pt x="1854" y="7248"/>
                      <a:pt x="1870" y="7250"/>
                      <a:pt x="1885" y="7250"/>
                    </a:cubicBezTo>
                    <a:cubicBezTo>
                      <a:pt x="1908" y="7250"/>
                      <a:pt x="1930" y="7247"/>
                      <a:pt x="1952" y="7241"/>
                    </a:cubicBezTo>
                    <a:cubicBezTo>
                      <a:pt x="1987" y="7244"/>
                      <a:pt x="2024" y="7246"/>
                      <a:pt x="2061" y="7246"/>
                    </a:cubicBezTo>
                    <a:cubicBezTo>
                      <a:pt x="2153" y="7246"/>
                      <a:pt x="2247" y="7233"/>
                      <a:pt x="2316" y="7186"/>
                    </a:cubicBezTo>
                    <a:cubicBezTo>
                      <a:pt x="2324" y="7190"/>
                      <a:pt x="2332" y="7192"/>
                      <a:pt x="2341" y="7192"/>
                    </a:cubicBezTo>
                    <a:cubicBezTo>
                      <a:pt x="2357" y="7192"/>
                      <a:pt x="2373" y="7186"/>
                      <a:pt x="2387" y="7176"/>
                    </a:cubicBezTo>
                    <a:cubicBezTo>
                      <a:pt x="2414" y="7176"/>
                      <a:pt x="2436" y="7181"/>
                      <a:pt x="2458" y="7186"/>
                    </a:cubicBezTo>
                    <a:cubicBezTo>
                      <a:pt x="2490" y="7192"/>
                      <a:pt x="2517" y="7197"/>
                      <a:pt x="2550" y="7203"/>
                    </a:cubicBezTo>
                    <a:cubicBezTo>
                      <a:pt x="2583" y="7203"/>
                      <a:pt x="2610" y="7192"/>
                      <a:pt x="2637" y="7192"/>
                    </a:cubicBezTo>
                    <a:cubicBezTo>
                      <a:pt x="2642" y="7191"/>
                      <a:pt x="2649" y="7190"/>
                      <a:pt x="2656" y="7190"/>
                    </a:cubicBezTo>
                    <a:cubicBezTo>
                      <a:pt x="2683" y="7190"/>
                      <a:pt x="2721" y="7197"/>
                      <a:pt x="2751" y="7197"/>
                    </a:cubicBezTo>
                    <a:cubicBezTo>
                      <a:pt x="2789" y="7192"/>
                      <a:pt x="2822" y="7186"/>
                      <a:pt x="2860" y="7176"/>
                    </a:cubicBezTo>
                    <a:cubicBezTo>
                      <a:pt x="2931" y="7159"/>
                      <a:pt x="3001" y="7148"/>
                      <a:pt x="3077" y="7143"/>
                    </a:cubicBezTo>
                    <a:cubicBezTo>
                      <a:pt x="3159" y="7143"/>
                      <a:pt x="3240" y="7154"/>
                      <a:pt x="3327" y="7154"/>
                    </a:cubicBezTo>
                    <a:cubicBezTo>
                      <a:pt x="3403" y="7154"/>
                      <a:pt x="3485" y="7148"/>
                      <a:pt x="3561" y="7132"/>
                    </a:cubicBezTo>
                    <a:cubicBezTo>
                      <a:pt x="3579" y="7131"/>
                      <a:pt x="3597" y="7130"/>
                      <a:pt x="3615" y="7130"/>
                    </a:cubicBezTo>
                    <a:cubicBezTo>
                      <a:pt x="3670" y="7130"/>
                      <a:pt x="3727" y="7136"/>
                      <a:pt x="3784" y="7148"/>
                    </a:cubicBezTo>
                    <a:cubicBezTo>
                      <a:pt x="3866" y="7159"/>
                      <a:pt x="3947" y="7165"/>
                      <a:pt x="4029" y="7165"/>
                    </a:cubicBezTo>
                    <a:cubicBezTo>
                      <a:pt x="4076" y="7166"/>
                      <a:pt x="4124" y="7167"/>
                      <a:pt x="4172" y="7167"/>
                    </a:cubicBezTo>
                    <a:cubicBezTo>
                      <a:pt x="4287" y="7167"/>
                      <a:pt x="4403" y="7163"/>
                      <a:pt x="4518" y="7159"/>
                    </a:cubicBezTo>
                    <a:cubicBezTo>
                      <a:pt x="4548" y="7158"/>
                      <a:pt x="4578" y="7158"/>
                      <a:pt x="4607" y="7158"/>
                    </a:cubicBezTo>
                    <a:cubicBezTo>
                      <a:pt x="4746" y="7158"/>
                      <a:pt x="4885" y="7168"/>
                      <a:pt x="5023" y="7181"/>
                    </a:cubicBezTo>
                    <a:cubicBezTo>
                      <a:pt x="5076" y="7187"/>
                      <a:pt x="5129" y="7189"/>
                      <a:pt x="5182" y="7189"/>
                    </a:cubicBezTo>
                    <a:cubicBezTo>
                      <a:pt x="5224" y="7189"/>
                      <a:pt x="5267" y="7188"/>
                      <a:pt x="5310" y="7188"/>
                    </a:cubicBezTo>
                    <a:cubicBezTo>
                      <a:pt x="5350" y="7188"/>
                      <a:pt x="5391" y="7189"/>
                      <a:pt x="5431" y="7192"/>
                    </a:cubicBezTo>
                    <a:cubicBezTo>
                      <a:pt x="5450" y="7194"/>
                      <a:pt x="5469" y="7195"/>
                      <a:pt x="5488" y="7195"/>
                    </a:cubicBezTo>
                    <a:cubicBezTo>
                      <a:pt x="5567" y="7195"/>
                      <a:pt x="5643" y="7177"/>
                      <a:pt x="5708" y="7138"/>
                    </a:cubicBezTo>
                    <a:cubicBezTo>
                      <a:pt x="5801" y="7121"/>
                      <a:pt x="5899" y="7121"/>
                      <a:pt x="5991" y="7121"/>
                    </a:cubicBezTo>
                    <a:cubicBezTo>
                      <a:pt x="6010" y="7122"/>
                      <a:pt x="6030" y="7123"/>
                      <a:pt x="6049" y="7123"/>
                    </a:cubicBezTo>
                    <a:cubicBezTo>
                      <a:pt x="6129" y="7123"/>
                      <a:pt x="6209" y="7109"/>
                      <a:pt x="6257" y="7034"/>
                    </a:cubicBezTo>
                    <a:cubicBezTo>
                      <a:pt x="6295" y="6947"/>
                      <a:pt x="6306" y="6855"/>
                      <a:pt x="6279" y="6762"/>
                    </a:cubicBezTo>
                    <a:lnTo>
                      <a:pt x="6279" y="6752"/>
                    </a:lnTo>
                    <a:cubicBezTo>
                      <a:pt x="6268" y="6697"/>
                      <a:pt x="6252" y="6637"/>
                      <a:pt x="6230" y="6583"/>
                    </a:cubicBezTo>
                    <a:cubicBezTo>
                      <a:pt x="6219" y="6518"/>
                      <a:pt x="6203" y="6458"/>
                      <a:pt x="6181" y="6398"/>
                    </a:cubicBezTo>
                    <a:cubicBezTo>
                      <a:pt x="6143" y="6284"/>
                      <a:pt x="6083" y="6175"/>
                      <a:pt x="6007" y="6083"/>
                    </a:cubicBezTo>
                    <a:cubicBezTo>
                      <a:pt x="5926" y="5985"/>
                      <a:pt x="5833" y="5898"/>
                      <a:pt x="5735" y="5817"/>
                    </a:cubicBezTo>
                    <a:cubicBezTo>
                      <a:pt x="5654" y="5741"/>
                      <a:pt x="5583" y="5643"/>
                      <a:pt x="5480" y="5599"/>
                    </a:cubicBezTo>
                    <a:cubicBezTo>
                      <a:pt x="5415" y="5572"/>
                      <a:pt x="5360" y="5523"/>
                      <a:pt x="5295" y="5490"/>
                    </a:cubicBezTo>
                    <a:cubicBezTo>
                      <a:pt x="5235" y="5452"/>
                      <a:pt x="5170" y="5420"/>
                      <a:pt x="5105" y="5382"/>
                    </a:cubicBezTo>
                    <a:cubicBezTo>
                      <a:pt x="5040" y="5344"/>
                      <a:pt x="4969" y="5311"/>
                      <a:pt x="4904" y="5278"/>
                    </a:cubicBezTo>
                    <a:cubicBezTo>
                      <a:pt x="4882" y="5268"/>
                      <a:pt x="4844" y="5257"/>
                      <a:pt x="4811" y="5240"/>
                    </a:cubicBezTo>
                    <a:cubicBezTo>
                      <a:pt x="4757" y="5159"/>
                      <a:pt x="4703" y="5083"/>
                      <a:pt x="4643" y="5007"/>
                    </a:cubicBezTo>
                    <a:cubicBezTo>
                      <a:pt x="4594" y="4952"/>
                      <a:pt x="4534" y="4914"/>
                      <a:pt x="4491" y="4860"/>
                    </a:cubicBezTo>
                    <a:cubicBezTo>
                      <a:pt x="4480" y="4844"/>
                      <a:pt x="4469" y="4833"/>
                      <a:pt x="4458" y="4822"/>
                    </a:cubicBezTo>
                    <a:lnTo>
                      <a:pt x="4567" y="4708"/>
                    </a:lnTo>
                    <a:cubicBezTo>
                      <a:pt x="4643" y="4626"/>
                      <a:pt x="4714" y="4528"/>
                      <a:pt x="4762" y="4425"/>
                    </a:cubicBezTo>
                    <a:cubicBezTo>
                      <a:pt x="4828" y="4322"/>
                      <a:pt x="4877" y="4213"/>
                      <a:pt x="4915" y="4104"/>
                    </a:cubicBezTo>
                    <a:cubicBezTo>
                      <a:pt x="4953" y="3979"/>
                      <a:pt x="4996" y="3865"/>
                      <a:pt x="5051" y="3746"/>
                    </a:cubicBezTo>
                    <a:cubicBezTo>
                      <a:pt x="5078" y="3686"/>
                      <a:pt x="5099" y="3621"/>
                      <a:pt x="5110" y="3550"/>
                    </a:cubicBezTo>
                    <a:cubicBezTo>
                      <a:pt x="5116" y="3534"/>
                      <a:pt x="5116" y="3512"/>
                      <a:pt x="5116" y="3496"/>
                    </a:cubicBezTo>
                    <a:cubicBezTo>
                      <a:pt x="5203" y="3479"/>
                      <a:pt x="5284" y="3441"/>
                      <a:pt x="5344" y="3376"/>
                    </a:cubicBezTo>
                    <a:cubicBezTo>
                      <a:pt x="5409" y="3311"/>
                      <a:pt x="5469" y="3240"/>
                      <a:pt x="5518" y="3164"/>
                    </a:cubicBezTo>
                    <a:cubicBezTo>
                      <a:pt x="5551" y="3104"/>
                      <a:pt x="5605" y="3028"/>
                      <a:pt x="5600" y="2957"/>
                    </a:cubicBezTo>
                    <a:cubicBezTo>
                      <a:pt x="5587" y="2827"/>
                      <a:pt x="5442" y="2780"/>
                      <a:pt x="5324" y="2780"/>
                    </a:cubicBezTo>
                    <a:cubicBezTo>
                      <a:pt x="5294" y="2780"/>
                      <a:pt x="5265" y="2783"/>
                      <a:pt x="5241" y="2789"/>
                    </a:cubicBezTo>
                    <a:cubicBezTo>
                      <a:pt x="5208" y="2800"/>
                      <a:pt x="5176" y="2811"/>
                      <a:pt x="5148" y="2821"/>
                    </a:cubicBezTo>
                    <a:cubicBezTo>
                      <a:pt x="5159" y="2778"/>
                      <a:pt x="5170" y="2735"/>
                      <a:pt x="5170" y="2691"/>
                    </a:cubicBezTo>
                    <a:cubicBezTo>
                      <a:pt x="5165" y="2658"/>
                      <a:pt x="5170" y="2626"/>
                      <a:pt x="5181" y="2593"/>
                    </a:cubicBezTo>
                    <a:cubicBezTo>
                      <a:pt x="5186" y="2561"/>
                      <a:pt x="5186" y="2528"/>
                      <a:pt x="5186" y="2495"/>
                    </a:cubicBezTo>
                    <a:lnTo>
                      <a:pt x="5197" y="2446"/>
                    </a:lnTo>
                    <a:cubicBezTo>
                      <a:pt x="5208" y="2425"/>
                      <a:pt x="5214" y="2397"/>
                      <a:pt x="5219" y="2376"/>
                    </a:cubicBezTo>
                    <a:cubicBezTo>
                      <a:pt x="5224" y="2343"/>
                      <a:pt x="5224" y="2316"/>
                      <a:pt x="5224" y="2283"/>
                    </a:cubicBezTo>
                    <a:cubicBezTo>
                      <a:pt x="5230" y="2251"/>
                      <a:pt x="5235" y="2224"/>
                      <a:pt x="5241" y="2191"/>
                    </a:cubicBezTo>
                    <a:cubicBezTo>
                      <a:pt x="5252" y="2126"/>
                      <a:pt x="5290" y="2033"/>
                      <a:pt x="5224" y="1984"/>
                    </a:cubicBezTo>
                    <a:lnTo>
                      <a:pt x="5214" y="1984"/>
                    </a:lnTo>
                    <a:cubicBezTo>
                      <a:pt x="5214" y="1914"/>
                      <a:pt x="5214" y="1838"/>
                      <a:pt x="5208" y="1772"/>
                    </a:cubicBezTo>
                    <a:cubicBezTo>
                      <a:pt x="5197" y="1685"/>
                      <a:pt x="5186" y="1604"/>
                      <a:pt x="5186" y="1517"/>
                    </a:cubicBezTo>
                    <a:cubicBezTo>
                      <a:pt x="5181" y="1446"/>
                      <a:pt x="5176" y="1376"/>
                      <a:pt x="5159" y="1305"/>
                    </a:cubicBezTo>
                    <a:cubicBezTo>
                      <a:pt x="5154" y="1240"/>
                      <a:pt x="5148" y="1169"/>
                      <a:pt x="5138" y="1104"/>
                    </a:cubicBezTo>
                    <a:cubicBezTo>
                      <a:pt x="5121" y="957"/>
                      <a:pt x="5056" y="821"/>
                      <a:pt x="4958" y="712"/>
                    </a:cubicBezTo>
                    <a:cubicBezTo>
                      <a:pt x="4784" y="484"/>
                      <a:pt x="4545" y="316"/>
                      <a:pt x="4279" y="229"/>
                    </a:cubicBezTo>
                    <a:cubicBezTo>
                      <a:pt x="4132" y="174"/>
                      <a:pt x="3974" y="147"/>
                      <a:pt x="3822" y="109"/>
                    </a:cubicBezTo>
                    <a:cubicBezTo>
                      <a:pt x="3741" y="87"/>
                      <a:pt x="3659" y="71"/>
                      <a:pt x="3577" y="60"/>
                    </a:cubicBezTo>
                    <a:cubicBezTo>
                      <a:pt x="3501" y="38"/>
                      <a:pt x="3431" y="27"/>
                      <a:pt x="3355" y="27"/>
                    </a:cubicBezTo>
                    <a:cubicBezTo>
                      <a:pt x="3289" y="22"/>
                      <a:pt x="3219" y="17"/>
                      <a:pt x="3153" y="6"/>
                    </a:cubicBezTo>
                    <a:cubicBezTo>
                      <a:pt x="3126" y="2"/>
                      <a:pt x="3098" y="0"/>
                      <a:pt x="30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0"/>
              <p:cNvSpPr/>
              <p:nvPr/>
            </p:nvSpPr>
            <p:spPr>
              <a:xfrm>
                <a:off x="5938225" y="4947275"/>
                <a:ext cx="11700" cy="12050"/>
              </a:xfrm>
              <a:custGeom>
                <a:rect b="b" l="l" r="r" t="t"/>
                <a:pathLst>
                  <a:path extrusionOk="0" h="482" w="468">
                    <a:moveTo>
                      <a:pt x="196" y="1"/>
                    </a:moveTo>
                    <a:cubicBezTo>
                      <a:pt x="170" y="1"/>
                      <a:pt x="144" y="15"/>
                      <a:pt x="131" y="37"/>
                    </a:cubicBezTo>
                    <a:cubicBezTo>
                      <a:pt x="76" y="113"/>
                      <a:pt x="0" y="178"/>
                      <a:pt x="22" y="281"/>
                    </a:cubicBezTo>
                    <a:cubicBezTo>
                      <a:pt x="33" y="347"/>
                      <a:pt x="71" y="406"/>
                      <a:pt x="125" y="445"/>
                    </a:cubicBezTo>
                    <a:cubicBezTo>
                      <a:pt x="163" y="469"/>
                      <a:pt x="207" y="481"/>
                      <a:pt x="250" y="481"/>
                    </a:cubicBezTo>
                    <a:cubicBezTo>
                      <a:pt x="293" y="481"/>
                      <a:pt x="335" y="469"/>
                      <a:pt x="370" y="445"/>
                    </a:cubicBezTo>
                    <a:cubicBezTo>
                      <a:pt x="441" y="390"/>
                      <a:pt x="468" y="298"/>
                      <a:pt x="441" y="211"/>
                    </a:cubicBezTo>
                    <a:lnTo>
                      <a:pt x="441" y="211"/>
                    </a:lnTo>
                    <a:lnTo>
                      <a:pt x="441" y="216"/>
                    </a:lnTo>
                    <a:cubicBezTo>
                      <a:pt x="430" y="135"/>
                      <a:pt x="375" y="64"/>
                      <a:pt x="305" y="31"/>
                    </a:cubicBezTo>
                    <a:cubicBezTo>
                      <a:pt x="288" y="26"/>
                      <a:pt x="278" y="26"/>
                      <a:pt x="261" y="26"/>
                    </a:cubicBezTo>
                    <a:cubicBezTo>
                      <a:pt x="250" y="15"/>
                      <a:pt x="234" y="10"/>
                      <a:pt x="218" y="4"/>
                    </a:cubicBezTo>
                    <a:cubicBezTo>
                      <a:pt x="211" y="2"/>
                      <a:pt x="204"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0"/>
              <p:cNvSpPr/>
              <p:nvPr/>
            </p:nvSpPr>
            <p:spPr>
              <a:xfrm>
                <a:off x="5981525" y="4946900"/>
                <a:ext cx="11075" cy="10850"/>
              </a:xfrm>
              <a:custGeom>
                <a:rect b="b" l="l" r="r" t="t"/>
                <a:pathLst>
                  <a:path extrusionOk="0" h="434" w="443">
                    <a:moveTo>
                      <a:pt x="245" y="1"/>
                    </a:moveTo>
                    <a:cubicBezTo>
                      <a:pt x="220" y="1"/>
                      <a:pt x="194" y="7"/>
                      <a:pt x="171" y="19"/>
                    </a:cubicBezTo>
                    <a:cubicBezTo>
                      <a:pt x="155" y="25"/>
                      <a:pt x="138" y="30"/>
                      <a:pt x="127" y="41"/>
                    </a:cubicBezTo>
                    <a:cubicBezTo>
                      <a:pt x="78" y="74"/>
                      <a:pt x="40" y="123"/>
                      <a:pt x="24" y="177"/>
                    </a:cubicBezTo>
                    <a:cubicBezTo>
                      <a:pt x="0" y="312"/>
                      <a:pt x="108" y="433"/>
                      <a:pt x="235" y="433"/>
                    </a:cubicBezTo>
                    <a:cubicBezTo>
                      <a:pt x="251" y="433"/>
                      <a:pt x="268" y="431"/>
                      <a:pt x="285" y="427"/>
                    </a:cubicBezTo>
                    <a:cubicBezTo>
                      <a:pt x="437" y="378"/>
                      <a:pt x="443" y="193"/>
                      <a:pt x="372" y="74"/>
                    </a:cubicBezTo>
                    <a:lnTo>
                      <a:pt x="377" y="74"/>
                    </a:lnTo>
                    <a:cubicBezTo>
                      <a:pt x="348" y="26"/>
                      <a:pt x="297"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0"/>
              <p:cNvSpPr/>
              <p:nvPr/>
            </p:nvSpPr>
            <p:spPr>
              <a:xfrm>
                <a:off x="5905200" y="5045650"/>
                <a:ext cx="2600" cy="4750"/>
              </a:xfrm>
              <a:custGeom>
                <a:rect b="b" l="l" r="r" t="t"/>
                <a:pathLst>
                  <a:path extrusionOk="0" h="190" w="104">
                    <a:moveTo>
                      <a:pt x="68" y="1"/>
                    </a:moveTo>
                    <a:cubicBezTo>
                      <a:pt x="51" y="1"/>
                      <a:pt x="33" y="13"/>
                      <a:pt x="33" y="37"/>
                    </a:cubicBezTo>
                    <a:lnTo>
                      <a:pt x="38" y="32"/>
                    </a:lnTo>
                    <a:lnTo>
                      <a:pt x="38" y="32"/>
                    </a:lnTo>
                    <a:cubicBezTo>
                      <a:pt x="33" y="59"/>
                      <a:pt x="28" y="81"/>
                      <a:pt x="11" y="103"/>
                    </a:cubicBezTo>
                    <a:cubicBezTo>
                      <a:pt x="0" y="124"/>
                      <a:pt x="0" y="146"/>
                      <a:pt x="11" y="168"/>
                    </a:cubicBezTo>
                    <a:cubicBezTo>
                      <a:pt x="11" y="179"/>
                      <a:pt x="22" y="190"/>
                      <a:pt x="33" y="190"/>
                    </a:cubicBezTo>
                    <a:lnTo>
                      <a:pt x="44" y="190"/>
                    </a:lnTo>
                    <a:cubicBezTo>
                      <a:pt x="49" y="190"/>
                      <a:pt x="60" y="179"/>
                      <a:pt x="60" y="173"/>
                    </a:cubicBezTo>
                    <a:cubicBezTo>
                      <a:pt x="60" y="174"/>
                      <a:pt x="60" y="174"/>
                      <a:pt x="61" y="174"/>
                    </a:cubicBezTo>
                    <a:cubicBezTo>
                      <a:pt x="62" y="174"/>
                      <a:pt x="66" y="162"/>
                      <a:pt x="66" y="162"/>
                    </a:cubicBezTo>
                    <a:cubicBezTo>
                      <a:pt x="71" y="157"/>
                      <a:pt x="71" y="152"/>
                      <a:pt x="71" y="146"/>
                    </a:cubicBezTo>
                    <a:cubicBezTo>
                      <a:pt x="77" y="135"/>
                      <a:pt x="82" y="124"/>
                      <a:pt x="87" y="108"/>
                    </a:cubicBezTo>
                    <a:cubicBezTo>
                      <a:pt x="98" y="86"/>
                      <a:pt x="104" y="59"/>
                      <a:pt x="104" y="37"/>
                    </a:cubicBezTo>
                    <a:cubicBezTo>
                      <a:pt x="104" y="13"/>
                      <a:pt x="86"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0"/>
              <p:cNvSpPr/>
              <p:nvPr/>
            </p:nvSpPr>
            <p:spPr>
              <a:xfrm>
                <a:off x="5909225" y="5047250"/>
                <a:ext cx="3200" cy="4025"/>
              </a:xfrm>
              <a:custGeom>
                <a:rect b="b" l="l" r="r" t="t"/>
                <a:pathLst>
                  <a:path extrusionOk="0" h="161" w="128">
                    <a:moveTo>
                      <a:pt x="68" y="1"/>
                    </a:moveTo>
                    <a:cubicBezTo>
                      <a:pt x="51" y="1"/>
                      <a:pt x="30" y="6"/>
                      <a:pt x="19" y="17"/>
                    </a:cubicBezTo>
                    <a:cubicBezTo>
                      <a:pt x="1" y="30"/>
                      <a:pt x="13" y="59"/>
                      <a:pt x="30" y="59"/>
                    </a:cubicBezTo>
                    <a:cubicBezTo>
                      <a:pt x="33" y="59"/>
                      <a:pt x="37" y="58"/>
                      <a:pt x="41" y="55"/>
                    </a:cubicBezTo>
                    <a:lnTo>
                      <a:pt x="46" y="55"/>
                    </a:lnTo>
                    <a:cubicBezTo>
                      <a:pt x="46" y="60"/>
                      <a:pt x="46" y="66"/>
                      <a:pt x="46" y="71"/>
                    </a:cubicBezTo>
                    <a:cubicBezTo>
                      <a:pt x="46" y="98"/>
                      <a:pt x="41" y="131"/>
                      <a:pt x="57" y="153"/>
                    </a:cubicBezTo>
                    <a:cubicBezTo>
                      <a:pt x="65" y="158"/>
                      <a:pt x="73" y="161"/>
                      <a:pt x="81" y="161"/>
                    </a:cubicBezTo>
                    <a:cubicBezTo>
                      <a:pt x="88" y="161"/>
                      <a:pt x="95" y="158"/>
                      <a:pt x="100" y="153"/>
                    </a:cubicBezTo>
                    <a:cubicBezTo>
                      <a:pt x="128" y="131"/>
                      <a:pt x="117" y="71"/>
                      <a:pt x="106" y="39"/>
                    </a:cubicBezTo>
                    <a:cubicBezTo>
                      <a:pt x="100" y="22"/>
                      <a:pt x="89" y="6"/>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0"/>
              <p:cNvSpPr/>
              <p:nvPr/>
            </p:nvSpPr>
            <p:spPr>
              <a:xfrm>
                <a:off x="5920825" y="4965550"/>
                <a:ext cx="4600" cy="6850"/>
              </a:xfrm>
              <a:custGeom>
                <a:rect b="b" l="l" r="r" t="t"/>
                <a:pathLst>
                  <a:path extrusionOk="0" h="274" w="184">
                    <a:moveTo>
                      <a:pt x="140" y="1"/>
                    </a:moveTo>
                    <a:cubicBezTo>
                      <a:pt x="129" y="1"/>
                      <a:pt x="118" y="6"/>
                      <a:pt x="109" y="18"/>
                    </a:cubicBezTo>
                    <a:lnTo>
                      <a:pt x="115" y="13"/>
                    </a:lnTo>
                    <a:lnTo>
                      <a:pt x="115" y="13"/>
                    </a:lnTo>
                    <a:cubicBezTo>
                      <a:pt x="71" y="61"/>
                      <a:pt x="39" y="116"/>
                      <a:pt x="17" y="170"/>
                    </a:cubicBezTo>
                    <a:cubicBezTo>
                      <a:pt x="1" y="197"/>
                      <a:pt x="1" y="224"/>
                      <a:pt x="11" y="252"/>
                    </a:cubicBezTo>
                    <a:cubicBezTo>
                      <a:pt x="19" y="266"/>
                      <a:pt x="31" y="273"/>
                      <a:pt x="44" y="273"/>
                    </a:cubicBezTo>
                    <a:cubicBezTo>
                      <a:pt x="51" y="273"/>
                      <a:pt x="59" y="272"/>
                      <a:pt x="66" y="268"/>
                    </a:cubicBezTo>
                    <a:cubicBezTo>
                      <a:pt x="77" y="263"/>
                      <a:pt x="77" y="252"/>
                      <a:pt x="71" y="241"/>
                    </a:cubicBezTo>
                    <a:lnTo>
                      <a:pt x="71" y="224"/>
                    </a:lnTo>
                    <a:cubicBezTo>
                      <a:pt x="82" y="203"/>
                      <a:pt x="88" y="181"/>
                      <a:pt x="98" y="165"/>
                    </a:cubicBezTo>
                    <a:cubicBezTo>
                      <a:pt x="120" y="121"/>
                      <a:pt x="142" y="83"/>
                      <a:pt x="169" y="51"/>
                    </a:cubicBezTo>
                    <a:cubicBezTo>
                      <a:pt x="184" y="24"/>
                      <a:pt x="163" y="1"/>
                      <a:pt x="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0"/>
              <p:cNvSpPr/>
              <p:nvPr/>
            </p:nvSpPr>
            <p:spPr>
              <a:xfrm>
                <a:off x="5922600" y="4971275"/>
                <a:ext cx="25" cy="300"/>
              </a:xfrm>
              <a:custGeom>
                <a:rect b="b" l="l" r="r" t="t"/>
                <a:pathLst>
                  <a:path extrusionOk="0" h="12" w="1">
                    <a:moveTo>
                      <a:pt x="0" y="12"/>
                    </a:moveTo>
                    <a:lnTo>
                      <a:pt x="0" y="12"/>
                    </a:lnTo>
                    <a:cubicBezTo>
                      <a:pt x="0" y="12"/>
                      <a:pt x="0" y="1"/>
                      <a:pt x="0" y="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0"/>
              <p:cNvSpPr/>
              <p:nvPr/>
            </p:nvSpPr>
            <p:spPr>
              <a:xfrm>
                <a:off x="5923275" y="4969725"/>
                <a:ext cx="3400" cy="4500"/>
              </a:xfrm>
              <a:custGeom>
                <a:rect b="b" l="l" r="r" t="t"/>
                <a:pathLst>
                  <a:path extrusionOk="0" h="180" w="136">
                    <a:moveTo>
                      <a:pt x="95" y="1"/>
                    </a:moveTo>
                    <a:cubicBezTo>
                      <a:pt x="82" y="1"/>
                      <a:pt x="70" y="8"/>
                      <a:pt x="66" y="25"/>
                    </a:cubicBezTo>
                    <a:lnTo>
                      <a:pt x="60" y="25"/>
                    </a:lnTo>
                    <a:cubicBezTo>
                      <a:pt x="60" y="30"/>
                      <a:pt x="44" y="36"/>
                      <a:pt x="38" y="41"/>
                    </a:cubicBezTo>
                    <a:cubicBezTo>
                      <a:pt x="28" y="52"/>
                      <a:pt x="22" y="63"/>
                      <a:pt x="17" y="74"/>
                    </a:cubicBezTo>
                    <a:cubicBezTo>
                      <a:pt x="0" y="101"/>
                      <a:pt x="0" y="134"/>
                      <a:pt x="17" y="161"/>
                    </a:cubicBezTo>
                    <a:cubicBezTo>
                      <a:pt x="21" y="174"/>
                      <a:pt x="30" y="179"/>
                      <a:pt x="40" y="179"/>
                    </a:cubicBezTo>
                    <a:cubicBezTo>
                      <a:pt x="54" y="179"/>
                      <a:pt x="70" y="168"/>
                      <a:pt x="76" y="155"/>
                    </a:cubicBezTo>
                    <a:cubicBezTo>
                      <a:pt x="82" y="134"/>
                      <a:pt x="87" y="112"/>
                      <a:pt x="93" y="96"/>
                    </a:cubicBezTo>
                    <a:cubicBezTo>
                      <a:pt x="109" y="79"/>
                      <a:pt x="120" y="63"/>
                      <a:pt x="125" y="41"/>
                    </a:cubicBezTo>
                    <a:cubicBezTo>
                      <a:pt x="135" y="18"/>
                      <a:pt x="115"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0"/>
              <p:cNvSpPr/>
              <p:nvPr/>
            </p:nvSpPr>
            <p:spPr>
              <a:xfrm>
                <a:off x="5924225" y="4973950"/>
                <a:ext cx="3225" cy="4075"/>
              </a:xfrm>
              <a:custGeom>
                <a:rect b="b" l="l" r="r" t="t"/>
                <a:pathLst>
                  <a:path extrusionOk="0" h="163" w="129">
                    <a:moveTo>
                      <a:pt x="108" y="0"/>
                    </a:moveTo>
                    <a:cubicBezTo>
                      <a:pt x="102" y="0"/>
                      <a:pt x="97" y="2"/>
                      <a:pt x="93" y="8"/>
                    </a:cubicBezTo>
                    <a:cubicBezTo>
                      <a:pt x="82" y="24"/>
                      <a:pt x="55" y="41"/>
                      <a:pt x="38" y="57"/>
                    </a:cubicBezTo>
                    <a:cubicBezTo>
                      <a:pt x="11" y="73"/>
                      <a:pt x="0" y="106"/>
                      <a:pt x="6" y="139"/>
                    </a:cubicBezTo>
                    <a:cubicBezTo>
                      <a:pt x="11" y="155"/>
                      <a:pt x="22" y="162"/>
                      <a:pt x="35" y="162"/>
                    </a:cubicBezTo>
                    <a:cubicBezTo>
                      <a:pt x="51" y="162"/>
                      <a:pt x="68" y="149"/>
                      <a:pt x="71" y="128"/>
                    </a:cubicBezTo>
                    <a:cubicBezTo>
                      <a:pt x="77" y="111"/>
                      <a:pt x="82" y="90"/>
                      <a:pt x="98" y="73"/>
                    </a:cubicBezTo>
                    <a:cubicBezTo>
                      <a:pt x="109" y="57"/>
                      <a:pt x="120" y="41"/>
                      <a:pt x="125" y="19"/>
                    </a:cubicBezTo>
                    <a:cubicBezTo>
                      <a:pt x="129" y="8"/>
                      <a:pt x="119"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120"/>
            <p:cNvGrpSpPr/>
            <p:nvPr/>
          </p:nvGrpSpPr>
          <p:grpSpPr>
            <a:xfrm>
              <a:off x="5478476" y="4198077"/>
              <a:ext cx="254001" cy="274328"/>
              <a:chOff x="2922175" y="5316500"/>
              <a:chExt cx="226000" cy="249525"/>
            </a:xfrm>
          </p:grpSpPr>
          <p:sp>
            <p:nvSpPr>
              <p:cNvPr id="6039" name="Google Shape;6039;p120"/>
              <p:cNvSpPr/>
              <p:nvPr/>
            </p:nvSpPr>
            <p:spPr>
              <a:xfrm>
                <a:off x="3014975" y="5405775"/>
                <a:ext cx="28700" cy="16425"/>
              </a:xfrm>
              <a:custGeom>
                <a:rect b="b" l="l" r="r" t="t"/>
                <a:pathLst>
                  <a:path extrusionOk="0" h="657" w="1148">
                    <a:moveTo>
                      <a:pt x="345" y="0"/>
                    </a:moveTo>
                    <a:cubicBezTo>
                      <a:pt x="335" y="0"/>
                      <a:pt x="325" y="3"/>
                      <a:pt x="316" y="10"/>
                    </a:cubicBezTo>
                    <a:cubicBezTo>
                      <a:pt x="175" y="135"/>
                      <a:pt x="1" y="380"/>
                      <a:pt x="202" y="543"/>
                    </a:cubicBezTo>
                    <a:cubicBezTo>
                      <a:pt x="278" y="592"/>
                      <a:pt x="365" y="624"/>
                      <a:pt x="463" y="635"/>
                    </a:cubicBezTo>
                    <a:cubicBezTo>
                      <a:pt x="528" y="650"/>
                      <a:pt x="593" y="657"/>
                      <a:pt x="660" y="657"/>
                    </a:cubicBezTo>
                    <a:cubicBezTo>
                      <a:pt x="694" y="657"/>
                      <a:pt x="727" y="655"/>
                      <a:pt x="762" y="651"/>
                    </a:cubicBezTo>
                    <a:cubicBezTo>
                      <a:pt x="952" y="619"/>
                      <a:pt x="1137" y="505"/>
                      <a:pt x="1142" y="293"/>
                    </a:cubicBezTo>
                    <a:cubicBezTo>
                      <a:pt x="1148" y="211"/>
                      <a:pt x="1121" y="130"/>
                      <a:pt x="1066" y="70"/>
                    </a:cubicBezTo>
                    <a:cubicBezTo>
                      <a:pt x="1044" y="45"/>
                      <a:pt x="1014" y="33"/>
                      <a:pt x="984" y="33"/>
                    </a:cubicBezTo>
                    <a:cubicBezTo>
                      <a:pt x="948" y="33"/>
                      <a:pt x="913" y="51"/>
                      <a:pt x="892" y="86"/>
                    </a:cubicBezTo>
                    <a:cubicBezTo>
                      <a:pt x="876" y="108"/>
                      <a:pt x="887" y="135"/>
                      <a:pt x="909" y="146"/>
                    </a:cubicBezTo>
                    <a:cubicBezTo>
                      <a:pt x="979" y="189"/>
                      <a:pt x="1007" y="276"/>
                      <a:pt x="974" y="353"/>
                    </a:cubicBezTo>
                    <a:cubicBezTo>
                      <a:pt x="941" y="467"/>
                      <a:pt x="756" y="510"/>
                      <a:pt x="653" y="510"/>
                    </a:cubicBezTo>
                    <a:cubicBezTo>
                      <a:pt x="544" y="510"/>
                      <a:pt x="436" y="494"/>
                      <a:pt x="338" y="456"/>
                    </a:cubicBezTo>
                    <a:cubicBezTo>
                      <a:pt x="148" y="385"/>
                      <a:pt x="300" y="173"/>
                      <a:pt x="387" y="75"/>
                    </a:cubicBezTo>
                    <a:cubicBezTo>
                      <a:pt x="408" y="41"/>
                      <a:pt x="379"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0"/>
              <p:cNvSpPr/>
              <p:nvPr/>
            </p:nvSpPr>
            <p:spPr>
              <a:xfrm>
                <a:off x="3003300" y="5421900"/>
                <a:ext cx="52475" cy="13575"/>
              </a:xfrm>
              <a:custGeom>
                <a:rect b="b" l="l" r="r" t="t"/>
                <a:pathLst>
                  <a:path extrusionOk="0" h="543" w="2099">
                    <a:moveTo>
                      <a:pt x="280" y="1"/>
                    </a:moveTo>
                    <a:cubicBezTo>
                      <a:pt x="269" y="1"/>
                      <a:pt x="257" y="4"/>
                      <a:pt x="245" y="12"/>
                    </a:cubicBezTo>
                    <a:cubicBezTo>
                      <a:pt x="180" y="55"/>
                      <a:pt x="120" y="110"/>
                      <a:pt x="71" y="170"/>
                    </a:cubicBezTo>
                    <a:cubicBezTo>
                      <a:pt x="28" y="235"/>
                      <a:pt x="0" y="311"/>
                      <a:pt x="6" y="387"/>
                    </a:cubicBezTo>
                    <a:cubicBezTo>
                      <a:pt x="17" y="425"/>
                      <a:pt x="49" y="452"/>
                      <a:pt x="87" y="452"/>
                    </a:cubicBezTo>
                    <a:cubicBezTo>
                      <a:pt x="136" y="447"/>
                      <a:pt x="180" y="414"/>
                      <a:pt x="196" y="365"/>
                    </a:cubicBezTo>
                    <a:cubicBezTo>
                      <a:pt x="305" y="441"/>
                      <a:pt x="435" y="485"/>
                      <a:pt x="566" y="490"/>
                    </a:cubicBezTo>
                    <a:cubicBezTo>
                      <a:pt x="685" y="496"/>
                      <a:pt x="799" y="528"/>
                      <a:pt x="919" y="539"/>
                    </a:cubicBezTo>
                    <a:cubicBezTo>
                      <a:pt x="944" y="541"/>
                      <a:pt x="968" y="542"/>
                      <a:pt x="993" y="542"/>
                    </a:cubicBezTo>
                    <a:cubicBezTo>
                      <a:pt x="1076" y="542"/>
                      <a:pt x="1160" y="533"/>
                      <a:pt x="1242" y="533"/>
                    </a:cubicBezTo>
                    <a:cubicBezTo>
                      <a:pt x="1256" y="533"/>
                      <a:pt x="1270" y="533"/>
                      <a:pt x="1283" y="534"/>
                    </a:cubicBezTo>
                    <a:cubicBezTo>
                      <a:pt x="1342" y="535"/>
                      <a:pt x="1398" y="538"/>
                      <a:pt x="1453" y="538"/>
                    </a:cubicBezTo>
                    <a:cubicBezTo>
                      <a:pt x="1576" y="538"/>
                      <a:pt x="1692" y="527"/>
                      <a:pt x="1816" y="474"/>
                    </a:cubicBezTo>
                    <a:cubicBezTo>
                      <a:pt x="1865" y="452"/>
                      <a:pt x="1908" y="430"/>
                      <a:pt x="1952" y="398"/>
                    </a:cubicBezTo>
                    <a:lnTo>
                      <a:pt x="1957" y="409"/>
                    </a:lnTo>
                    <a:cubicBezTo>
                      <a:pt x="1970" y="416"/>
                      <a:pt x="1985" y="420"/>
                      <a:pt x="1999" y="420"/>
                    </a:cubicBezTo>
                    <a:cubicBezTo>
                      <a:pt x="2026" y="420"/>
                      <a:pt x="2054" y="407"/>
                      <a:pt x="2071" y="382"/>
                    </a:cubicBezTo>
                    <a:cubicBezTo>
                      <a:pt x="2099" y="349"/>
                      <a:pt x="2093" y="300"/>
                      <a:pt x="2066" y="273"/>
                    </a:cubicBezTo>
                    <a:lnTo>
                      <a:pt x="2066" y="278"/>
                    </a:lnTo>
                    <a:lnTo>
                      <a:pt x="2055" y="267"/>
                    </a:lnTo>
                    <a:cubicBezTo>
                      <a:pt x="2061" y="246"/>
                      <a:pt x="2055" y="218"/>
                      <a:pt x="2044" y="202"/>
                    </a:cubicBezTo>
                    <a:cubicBezTo>
                      <a:pt x="2040" y="186"/>
                      <a:pt x="2028" y="176"/>
                      <a:pt x="2013" y="176"/>
                    </a:cubicBezTo>
                    <a:cubicBezTo>
                      <a:pt x="2007" y="176"/>
                      <a:pt x="2001" y="178"/>
                      <a:pt x="1995" y="180"/>
                    </a:cubicBezTo>
                    <a:cubicBezTo>
                      <a:pt x="1990" y="164"/>
                      <a:pt x="1979" y="148"/>
                      <a:pt x="1974" y="131"/>
                    </a:cubicBezTo>
                    <a:cubicBezTo>
                      <a:pt x="1968" y="121"/>
                      <a:pt x="1957" y="115"/>
                      <a:pt x="1947" y="115"/>
                    </a:cubicBezTo>
                    <a:cubicBezTo>
                      <a:pt x="1937" y="115"/>
                      <a:pt x="1927" y="121"/>
                      <a:pt x="1925" y="131"/>
                    </a:cubicBezTo>
                    <a:cubicBezTo>
                      <a:pt x="1914" y="153"/>
                      <a:pt x="1898" y="175"/>
                      <a:pt x="1892" y="197"/>
                    </a:cubicBezTo>
                    <a:cubicBezTo>
                      <a:pt x="1892" y="202"/>
                      <a:pt x="1887" y="208"/>
                      <a:pt x="1887" y="218"/>
                    </a:cubicBezTo>
                    <a:cubicBezTo>
                      <a:pt x="1881" y="229"/>
                      <a:pt x="1881" y="240"/>
                      <a:pt x="1881" y="246"/>
                    </a:cubicBezTo>
                    <a:cubicBezTo>
                      <a:pt x="1821" y="278"/>
                      <a:pt x="1762" y="300"/>
                      <a:pt x="1702" y="322"/>
                    </a:cubicBezTo>
                    <a:cubicBezTo>
                      <a:pt x="1625" y="348"/>
                      <a:pt x="1550" y="354"/>
                      <a:pt x="1474" y="354"/>
                    </a:cubicBezTo>
                    <a:cubicBezTo>
                      <a:pt x="1404" y="354"/>
                      <a:pt x="1333" y="348"/>
                      <a:pt x="1260" y="348"/>
                    </a:cubicBezTo>
                    <a:cubicBezTo>
                      <a:pt x="1246" y="348"/>
                      <a:pt x="1232" y="348"/>
                      <a:pt x="1218" y="349"/>
                    </a:cubicBezTo>
                    <a:cubicBezTo>
                      <a:pt x="1134" y="349"/>
                      <a:pt x="1050" y="371"/>
                      <a:pt x="966" y="371"/>
                    </a:cubicBezTo>
                    <a:cubicBezTo>
                      <a:pt x="958" y="371"/>
                      <a:pt x="949" y="371"/>
                      <a:pt x="941" y="371"/>
                    </a:cubicBezTo>
                    <a:cubicBezTo>
                      <a:pt x="843" y="371"/>
                      <a:pt x="756" y="349"/>
                      <a:pt x="664" y="338"/>
                    </a:cubicBezTo>
                    <a:cubicBezTo>
                      <a:pt x="566" y="338"/>
                      <a:pt x="468" y="322"/>
                      <a:pt x="375" y="289"/>
                    </a:cubicBezTo>
                    <a:cubicBezTo>
                      <a:pt x="332" y="273"/>
                      <a:pt x="294" y="246"/>
                      <a:pt x="250" y="224"/>
                    </a:cubicBezTo>
                    <a:cubicBezTo>
                      <a:pt x="272" y="186"/>
                      <a:pt x="294" y="148"/>
                      <a:pt x="327" y="115"/>
                    </a:cubicBezTo>
                    <a:cubicBezTo>
                      <a:pt x="367" y="71"/>
                      <a:pt x="330" y="1"/>
                      <a:pt x="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0"/>
              <p:cNvSpPr/>
              <p:nvPr/>
            </p:nvSpPr>
            <p:spPr>
              <a:xfrm>
                <a:off x="2988475" y="5398200"/>
                <a:ext cx="22575" cy="13650"/>
              </a:xfrm>
              <a:custGeom>
                <a:rect b="b" l="l" r="r" t="t"/>
                <a:pathLst>
                  <a:path extrusionOk="0" h="546" w="903">
                    <a:moveTo>
                      <a:pt x="477" y="0"/>
                    </a:moveTo>
                    <a:cubicBezTo>
                      <a:pt x="455" y="0"/>
                      <a:pt x="432" y="3"/>
                      <a:pt x="409" y="9"/>
                    </a:cubicBezTo>
                    <a:cubicBezTo>
                      <a:pt x="207" y="58"/>
                      <a:pt x="1" y="340"/>
                      <a:pt x="180" y="525"/>
                    </a:cubicBezTo>
                    <a:cubicBezTo>
                      <a:pt x="191" y="539"/>
                      <a:pt x="207" y="545"/>
                      <a:pt x="224" y="545"/>
                    </a:cubicBezTo>
                    <a:cubicBezTo>
                      <a:pt x="241" y="545"/>
                      <a:pt x="259" y="539"/>
                      <a:pt x="273" y="525"/>
                    </a:cubicBezTo>
                    <a:cubicBezTo>
                      <a:pt x="319" y="469"/>
                      <a:pt x="360" y="250"/>
                      <a:pt x="468" y="250"/>
                    </a:cubicBezTo>
                    <a:cubicBezTo>
                      <a:pt x="475" y="250"/>
                      <a:pt x="482" y="251"/>
                      <a:pt x="490" y="253"/>
                    </a:cubicBezTo>
                    <a:cubicBezTo>
                      <a:pt x="523" y="264"/>
                      <a:pt x="545" y="313"/>
                      <a:pt x="561" y="335"/>
                    </a:cubicBezTo>
                    <a:cubicBezTo>
                      <a:pt x="593" y="389"/>
                      <a:pt x="637" y="433"/>
                      <a:pt x="691" y="460"/>
                    </a:cubicBezTo>
                    <a:cubicBezTo>
                      <a:pt x="711" y="471"/>
                      <a:pt x="731" y="476"/>
                      <a:pt x="751" y="476"/>
                    </a:cubicBezTo>
                    <a:cubicBezTo>
                      <a:pt x="834" y="476"/>
                      <a:pt x="903" y="385"/>
                      <a:pt x="854" y="297"/>
                    </a:cubicBezTo>
                    <a:lnTo>
                      <a:pt x="854" y="297"/>
                    </a:lnTo>
                    <a:lnTo>
                      <a:pt x="854" y="302"/>
                    </a:lnTo>
                    <a:cubicBezTo>
                      <a:pt x="782" y="153"/>
                      <a:pt x="647"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0"/>
              <p:cNvSpPr/>
              <p:nvPr/>
            </p:nvSpPr>
            <p:spPr>
              <a:xfrm>
                <a:off x="3048150" y="5397325"/>
                <a:ext cx="21500" cy="13325"/>
              </a:xfrm>
              <a:custGeom>
                <a:rect b="b" l="l" r="r" t="t"/>
                <a:pathLst>
                  <a:path extrusionOk="0" h="533" w="860">
                    <a:moveTo>
                      <a:pt x="430" y="0"/>
                    </a:moveTo>
                    <a:cubicBezTo>
                      <a:pt x="299" y="0"/>
                      <a:pt x="174" y="65"/>
                      <a:pt x="98" y="174"/>
                    </a:cubicBezTo>
                    <a:cubicBezTo>
                      <a:pt x="33" y="261"/>
                      <a:pt x="0" y="413"/>
                      <a:pt x="120" y="473"/>
                    </a:cubicBezTo>
                    <a:cubicBezTo>
                      <a:pt x="132" y="478"/>
                      <a:pt x="144" y="481"/>
                      <a:pt x="156" y="481"/>
                    </a:cubicBezTo>
                    <a:cubicBezTo>
                      <a:pt x="183" y="481"/>
                      <a:pt x="208" y="468"/>
                      <a:pt x="223" y="446"/>
                    </a:cubicBezTo>
                    <a:lnTo>
                      <a:pt x="250" y="408"/>
                    </a:lnTo>
                    <a:cubicBezTo>
                      <a:pt x="256" y="402"/>
                      <a:pt x="261" y="392"/>
                      <a:pt x="261" y="381"/>
                    </a:cubicBezTo>
                    <a:cubicBezTo>
                      <a:pt x="294" y="327"/>
                      <a:pt x="343" y="270"/>
                      <a:pt x="398" y="270"/>
                    </a:cubicBezTo>
                    <a:cubicBezTo>
                      <a:pt x="416" y="270"/>
                      <a:pt x="433" y="275"/>
                      <a:pt x="451" y="288"/>
                    </a:cubicBezTo>
                    <a:cubicBezTo>
                      <a:pt x="484" y="315"/>
                      <a:pt x="495" y="370"/>
                      <a:pt x="511" y="408"/>
                    </a:cubicBezTo>
                    <a:cubicBezTo>
                      <a:pt x="544" y="462"/>
                      <a:pt x="593" y="506"/>
                      <a:pt x="653" y="527"/>
                    </a:cubicBezTo>
                    <a:cubicBezTo>
                      <a:pt x="664" y="531"/>
                      <a:pt x="676" y="532"/>
                      <a:pt x="688" y="532"/>
                    </a:cubicBezTo>
                    <a:cubicBezTo>
                      <a:pt x="735" y="532"/>
                      <a:pt x="777" y="507"/>
                      <a:pt x="799" y="468"/>
                    </a:cubicBezTo>
                    <a:cubicBezTo>
                      <a:pt x="859" y="381"/>
                      <a:pt x="761" y="277"/>
                      <a:pt x="723" y="196"/>
                    </a:cubicBezTo>
                    <a:lnTo>
                      <a:pt x="723" y="201"/>
                    </a:lnTo>
                    <a:cubicBezTo>
                      <a:pt x="669" y="82"/>
                      <a:pt x="555" y="6"/>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0"/>
              <p:cNvSpPr/>
              <p:nvPr/>
            </p:nvSpPr>
            <p:spPr>
              <a:xfrm>
                <a:off x="3039450" y="5491900"/>
                <a:ext cx="39975" cy="8400"/>
              </a:xfrm>
              <a:custGeom>
                <a:rect b="b" l="l" r="r" t="t"/>
                <a:pathLst>
                  <a:path extrusionOk="0" h="336" w="1599">
                    <a:moveTo>
                      <a:pt x="1557" y="0"/>
                    </a:moveTo>
                    <a:cubicBezTo>
                      <a:pt x="1551" y="0"/>
                      <a:pt x="1545" y="2"/>
                      <a:pt x="1539" y="6"/>
                    </a:cubicBezTo>
                    <a:cubicBezTo>
                      <a:pt x="1430" y="49"/>
                      <a:pt x="1316" y="71"/>
                      <a:pt x="1202" y="77"/>
                    </a:cubicBezTo>
                    <a:cubicBezTo>
                      <a:pt x="1077" y="93"/>
                      <a:pt x="962" y="147"/>
                      <a:pt x="832" y="147"/>
                    </a:cubicBezTo>
                    <a:cubicBezTo>
                      <a:pt x="712" y="147"/>
                      <a:pt x="593" y="169"/>
                      <a:pt x="473" y="207"/>
                    </a:cubicBezTo>
                    <a:cubicBezTo>
                      <a:pt x="408" y="223"/>
                      <a:pt x="343" y="245"/>
                      <a:pt x="278" y="261"/>
                    </a:cubicBezTo>
                    <a:cubicBezTo>
                      <a:pt x="191" y="278"/>
                      <a:pt x="109" y="289"/>
                      <a:pt x="22" y="289"/>
                    </a:cubicBezTo>
                    <a:cubicBezTo>
                      <a:pt x="0" y="289"/>
                      <a:pt x="0" y="321"/>
                      <a:pt x="22" y="321"/>
                    </a:cubicBezTo>
                    <a:cubicBezTo>
                      <a:pt x="84" y="331"/>
                      <a:pt x="145" y="335"/>
                      <a:pt x="206" y="335"/>
                    </a:cubicBezTo>
                    <a:cubicBezTo>
                      <a:pt x="284" y="335"/>
                      <a:pt x="361" y="328"/>
                      <a:pt x="441" y="316"/>
                    </a:cubicBezTo>
                    <a:cubicBezTo>
                      <a:pt x="522" y="305"/>
                      <a:pt x="609" y="289"/>
                      <a:pt x="691" y="278"/>
                    </a:cubicBezTo>
                    <a:cubicBezTo>
                      <a:pt x="778" y="261"/>
                      <a:pt x="843" y="272"/>
                      <a:pt x="924" y="261"/>
                    </a:cubicBezTo>
                    <a:cubicBezTo>
                      <a:pt x="1049" y="251"/>
                      <a:pt x="1169" y="207"/>
                      <a:pt x="1294" y="185"/>
                    </a:cubicBezTo>
                    <a:cubicBezTo>
                      <a:pt x="1403" y="185"/>
                      <a:pt x="1506" y="136"/>
                      <a:pt x="1577" y="55"/>
                    </a:cubicBezTo>
                    <a:cubicBezTo>
                      <a:pt x="1599" y="33"/>
                      <a:pt x="1581" y="0"/>
                      <a:pt x="15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0"/>
              <p:cNvSpPr/>
              <p:nvPr/>
            </p:nvSpPr>
            <p:spPr>
              <a:xfrm>
                <a:off x="2922175" y="5316500"/>
                <a:ext cx="226000" cy="249525"/>
              </a:xfrm>
              <a:custGeom>
                <a:rect b="b" l="l" r="r" t="t"/>
                <a:pathLst>
                  <a:path extrusionOk="0" h="9981" w="9040">
                    <a:moveTo>
                      <a:pt x="4806" y="195"/>
                    </a:moveTo>
                    <a:lnTo>
                      <a:pt x="4735" y="233"/>
                    </a:lnTo>
                    <a:cubicBezTo>
                      <a:pt x="4735" y="222"/>
                      <a:pt x="4729" y="211"/>
                      <a:pt x="4729" y="200"/>
                    </a:cubicBezTo>
                    <a:lnTo>
                      <a:pt x="4806" y="195"/>
                    </a:lnTo>
                    <a:close/>
                    <a:moveTo>
                      <a:pt x="5175" y="156"/>
                    </a:moveTo>
                    <a:cubicBezTo>
                      <a:pt x="5229" y="162"/>
                      <a:pt x="5273" y="178"/>
                      <a:pt x="5311" y="211"/>
                    </a:cubicBezTo>
                    <a:cubicBezTo>
                      <a:pt x="5355" y="260"/>
                      <a:pt x="5398" y="298"/>
                      <a:pt x="5447" y="341"/>
                    </a:cubicBezTo>
                    <a:lnTo>
                      <a:pt x="5420" y="363"/>
                    </a:lnTo>
                    <a:cubicBezTo>
                      <a:pt x="5414" y="309"/>
                      <a:pt x="5371" y="260"/>
                      <a:pt x="5316" y="249"/>
                    </a:cubicBezTo>
                    <a:cubicBezTo>
                      <a:pt x="5300" y="244"/>
                      <a:pt x="5283" y="243"/>
                      <a:pt x="5266" y="243"/>
                    </a:cubicBezTo>
                    <a:cubicBezTo>
                      <a:pt x="5243" y="243"/>
                      <a:pt x="5219" y="246"/>
                      <a:pt x="5197" y="249"/>
                    </a:cubicBezTo>
                    <a:cubicBezTo>
                      <a:pt x="5202" y="216"/>
                      <a:pt x="5191" y="184"/>
                      <a:pt x="5175" y="156"/>
                    </a:cubicBezTo>
                    <a:close/>
                    <a:moveTo>
                      <a:pt x="3305" y="466"/>
                    </a:moveTo>
                    <a:lnTo>
                      <a:pt x="3305" y="466"/>
                    </a:lnTo>
                    <a:cubicBezTo>
                      <a:pt x="3300" y="477"/>
                      <a:pt x="3300" y="483"/>
                      <a:pt x="3294" y="494"/>
                    </a:cubicBezTo>
                    <a:cubicBezTo>
                      <a:pt x="3289" y="494"/>
                      <a:pt x="3289" y="499"/>
                      <a:pt x="3283" y="504"/>
                    </a:cubicBezTo>
                    <a:cubicBezTo>
                      <a:pt x="3240" y="532"/>
                      <a:pt x="3202" y="570"/>
                      <a:pt x="3175" y="613"/>
                    </a:cubicBezTo>
                    <a:cubicBezTo>
                      <a:pt x="3169" y="608"/>
                      <a:pt x="3164" y="602"/>
                      <a:pt x="3164" y="602"/>
                    </a:cubicBezTo>
                    <a:cubicBezTo>
                      <a:pt x="3175" y="570"/>
                      <a:pt x="3197" y="537"/>
                      <a:pt x="3224" y="510"/>
                    </a:cubicBezTo>
                    <a:lnTo>
                      <a:pt x="3224" y="515"/>
                    </a:lnTo>
                    <a:cubicBezTo>
                      <a:pt x="3235" y="499"/>
                      <a:pt x="3245" y="483"/>
                      <a:pt x="3256" y="472"/>
                    </a:cubicBezTo>
                    <a:lnTo>
                      <a:pt x="3305" y="466"/>
                    </a:lnTo>
                    <a:close/>
                    <a:moveTo>
                      <a:pt x="2539" y="635"/>
                    </a:moveTo>
                    <a:lnTo>
                      <a:pt x="2539" y="635"/>
                    </a:lnTo>
                    <a:cubicBezTo>
                      <a:pt x="2522" y="662"/>
                      <a:pt x="2512" y="684"/>
                      <a:pt x="2501" y="711"/>
                    </a:cubicBezTo>
                    <a:lnTo>
                      <a:pt x="2474" y="722"/>
                    </a:lnTo>
                    <a:cubicBezTo>
                      <a:pt x="2468" y="700"/>
                      <a:pt x="2479" y="673"/>
                      <a:pt x="2506" y="657"/>
                    </a:cubicBezTo>
                    <a:lnTo>
                      <a:pt x="2506" y="662"/>
                    </a:lnTo>
                    <a:cubicBezTo>
                      <a:pt x="2512" y="651"/>
                      <a:pt x="2528" y="640"/>
                      <a:pt x="2539" y="635"/>
                    </a:cubicBezTo>
                    <a:close/>
                    <a:moveTo>
                      <a:pt x="5762" y="359"/>
                    </a:moveTo>
                    <a:cubicBezTo>
                      <a:pt x="5787" y="359"/>
                      <a:pt x="5813" y="362"/>
                      <a:pt x="5838" y="368"/>
                    </a:cubicBezTo>
                    <a:cubicBezTo>
                      <a:pt x="5958" y="390"/>
                      <a:pt x="6045" y="461"/>
                      <a:pt x="6148" y="504"/>
                    </a:cubicBezTo>
                    <a:cubicBezTo>
                      <a:pt x="6251" y="537"/>
                      <a:pt x="6333" y="619"/>
                      <a:pt x="6371" y="722"/>
                    </a:cubicBezTo>
                    <a:cubicBezTo>
                      <a:pt x="6393" y="771"/>
                      <a:pt x="6414" y="820"/>
                      <a:pt x="6431" y="869"/>
                    </a:cubicBezTo>
                    <a:cubicBezTo>
                      <a:pt x="6407" y="837"/>
                      <a:pt x="6368" y="817"/>
                      <a:pt x="6328" y="817"/>
                    </a:cubicBezTo>
                    <a:cubicBezTo>
                      <a:pt x="6314" y="817"/>
                      <a:pt x="6299" y="819"/>
                      <a:pt x="6284" y="825"/>
                    </a:cubicBezTo>
                    <a:cubicBezTo>
                      <a:pt x="6251" y="836"/>
                      <a:pt x="6219" y="847"/>
                      <a:pt x="6192" y="863"/>
                    </a:cubicBezTo>
                    <a:cubicBezTo>
                      <a:pt x="6251" y="820"/>
                      <a:pt x="6289" y="749"/>
                      <a:pt x="6300" y="673"/>
                    </a:cubicBezTo>
                    <a:cubicBezTo>
                      <a:pt x="6296" y="587"/>
                      <a:pt x="6227" y="528"/>
                      <a:pt x="6154" y="528"/>
                    </a:cubicBezTo>
                    <a:cubicBezTo>
                      <a:pt x="6130" y="528"/>
                      <a:pt x="6106" y="535"/>
                      <a:pt x="6083" y="548"/>
                    </a:cubicBezTo>
                    <a:lnTo>
                      <a:pt x="6039" y="570"/>
                    </a:lnTo>
                    <a:cubicBezTo>
                      <a:pt x="6050" y="483"/>
                      <a:pt x="5985" y="407"/>
                      <a:pt x="5898" y="407"/>
                    </a:cubicBezTo>
                    <a:cubicBezTo>
                      <a:pt x="5822" y="412"/>
                      <a:pt x="5746" y="445"/>
                      <a:pt x="5692" y="499"/>
                    </a:cubicBezTo>
                    <a:cubicBezTo>
                      <a:pt x="5719" y="455"/>
                      <a:pt x="5724" y="407"/>
                      <a:pt x="5708" y="363"/>
                    </a:cubicBezTo>
                    <a:cubicBezTo>
                      <a:pt x="5726" y="361"/>
                      <a:pt x="5744" y="359"/>
                      <a:pt x="5762" y="359"/>
                    </a:cubicBezTo>
                    <a:close/>
                    <a:moveTo>
                      <a:pt x="6594" y="1032"/>
                    </a:moveTo>
                    <a:cubicBezTo>
                      <a:pt x="6632" y="1086"/>
                      <a:pt x="6659" y="1146"/>
                      <a:pt x="6681" y="1211"/>
                    </a:cubicBezTo>
                    <a:cubicBezTo>
                      <a:pt x="6686" y="1227"/>
                      <a:pt x="6692" y="1244"/>
                      <a:pt x="6692" y="1260"/>
                    </a:cubicBezTo>
                    <a:cubicBezTo>
                      <a:pt x="6678" y="1255"/>
                      <a:pt x="6665" y="1252"/>
                      <a:pt x="6650" y="1252"/>
                    </a:cubicBezTo>
                    <a:cubicBezTo>
                      <a:pt x="6636" y="1252"/>
                      <a:pt x="6621" y="1255"/>
                      <a:pt x="6605" y="1260"/>
                    </a:cubicBezTo>
                    <a:cubicBezTo>
                      <a:pt x="6588" y="1265"/>
                      <a:pt x="6572" y="1271"/>
                      <a:pt x="6556" y="1282"/>
                    </a:cubicBezTo>
                    <a:cubicBezTo>
                      <a:pt x="6572" y="1206"/>
                      <a:pt x="6529" y="1130"/>
                      <a:pt x="6453" y="1108"/>
                    </a:cubicBezTo>
                    <a:cubicBezTo>
                      <a:pt x="6463" y="1086"/>
                      <a:pt x="6469" y="1070"/>
                      <a:pt x="6474" y="1048"/>
                    </a:cubicBezTo>
                    <a:cubicBezTo>
                      <a:pt x="6479" y="1049"/>
                      <a:pt x="6483" y="1050"/>
                      <a:pt x="6487" y="1050"/>
                    </a:cubicBezTo>
                    <a:cubicBezTo>
                      <a:pt x="6499" y="1050"/>
                      <a:pt x="6511" y="1045"/>
                      <a:pt x="6523" y="1037"/>
                    </a:cubicBezTo>
                    <a:cubicBezTo>
                      <a:pt x="6532" y="1044"/>
                      <a:pt x="6542" y="1047"/>
                      <a:pt x="6553" y="1047"/>
                    </a:cubicBezTo>
                    <a:cubicBezTo>
                      <a:pt x="6567" y="1047"/>
                      <a:pt x="6581" y="1041"/>
                      <a:pt x="6594" y="1032"/>
                    </a:cubicBezTo>
                    <a:close/>
                    <a:moveTo>
                      <a:pt x="3822" y="1059"/>
                    </a:moveTo>
                    <a:lnTo>
                      <a:pt x="3822" y="1059"/>
                    </a:lnTo>
                    <a:cubicBezTo>
                      <a:pt x="3729" y="1140"/>
                      <a:pt x="3637" y="1222"/>
                      <a:pt x="3534" y="1293"/>
                    </a:cubicBezTo>
                    <a:lnTo>
                      <a:pt x="3528" y="1298"/>
                    </a:lnTo>
                    <a:cubicBezTo>
                      <a:pt x="3550" y="1265"/>
                      <a:pt x="3555" y="1227"/>
                      <a:pt x="3544" y="1189"/>
                    </a:cubicBezTo>
                    <a:lnTo>
                      <a:pt x="3561" y="1178"/>
                    </a:lnTo>
                    <a:cubicBezTo>
                      <a:pt x="3620" y="1146"/>
                      <a:pt x="3680" y="1119"/>
                      <a:pt x="3746" y="1097"/>
                    </a:cubicBezTo>
                    <a:cubicBezTo>
                      <a:pt x="3773" y="1086"/>
                      <a:pt x="3794" y="1070"/>
                      <a:pt x="3822" y="1059"/>
                    </a:cubicBezTo>
                    <a:close/>
                    <a:moveTo>
                      <a:pt x="3805" y="1575"/>
                    </a:moveTo>
                    <a:cubicBezTo>
                      <a:pt x="3811" y="1597"/>
                      <a:pt x="3822" y="1619"/>
                      <a:pt x="3838" y="1635"/>
                    </a:cubicBezTo>
                    <a:cubicBezTo>
                      <a:pt x="3822" y="1668"/>
                      <a:pt x="3805" y="1695"/>
                      <a:pt x="3789" y="1722"/>
                    </a:cubicBezTo>
                    <a:cubicBezTo>
                      <a:pt x="3789" y="1679"/>
                      <a:pt x="3794" y="1635"/>
                      <a:pt x="3794" y="1586"/>
                    </a:cubicBezTo>
                    <a:lnTo>
                      <a:pt x="3805" y="1575"/>
                    </a:lnTo>
                    <a:close/>
                    <a:moveTo>
                      <a:pt x="7072" y="1988"/>
                    </a:moveTo>
                    <a:cubicBezTo>
                      <a:pt x="7078" y="2005"/>
                      <a:pt x="7083" y="2021"/>
                      <a:pt x="7089" y="2037"/>
                    </a:cubicBezTo>
                    <a:cubicBezTo>
                      <a:pt x="7067" y="2043"/>
                      <a:pt x="7056" y="2054"/>
                      <a:pt x="7040" y="2064"/>
                    </a:cubicBezTo>
                    <a:cubicBezTo>
                      <a:pt x="7050" y="2037"/>
                      <a:pt x="7061" y="2010"/>
                      <a:pt x="7072" y="1988"/>
                    </a:cubicBezTo>
                    <a:close/>
                    <a:moveTo>
                      <a:pt x="1886" y="1983"/>
                    </a:moveTo>
                    <a:cubicBezTo>
                      <a:pt x="1908" y="1997"/>
                      <a:pt x="1932" y="2005"/>
                      <a:pt x="1957" y="2005"/>
                    </a:cubicBezTo>
                    <a:cubicBezTo>
                      <a:pt x="1970" y="2005"/>
                      <a:pt x="1983" y="2003"/>
                      <a:pt x="1995" y="1999"/>
                    </a:cubicBezTo>
                    <a:lnTo>
                      <a:pt x="2052" y="1990"/>
                    </a:lnTo>
                    <a:lnTo>
                      <a:pt x="2052" y="1990"/>
                    </a:lnTo>
                    <a:cubicBezTo>
                      <a:pt x="2031" y="2000"/>
                      <a:pt x="2010" y="2010"/>
                      <a:pt x="1984" y="2016"/>
                    </a:cubicBezTo>
                    <a:cubicBezTo>
                      <a:pt x="1974" y="2012"/>
                      <a:pt x="1964" y="2010"/>
                      <a:pt x="1955" y="2010"/>
                    </a:cubicBezTo>
                    <a:cubicBezTo>
                      <a:pt x="1922" y="2010"/>
                      <a:pt x="1892" y="2030"/>
                      <a:pt x="1876" y="2059"/>
                    </a:cubicBezTo>
                    <a:lnTo>
                      <a:pt x="1870" y="2064"/>
                    </a:lnTo>
                    <a:cubicBezTo>
                      <a:pt x="1843" y="2075"/>
                      <a:pt x="1821" y="2086"/>
                      <a:pt x="1800" y="2103"/>
                    </a:cubicBezTo>
                    <a:cubicBezTo>
                      <a:pt x="1800" y="2070"/>
                      <a:pt x="1794" y="2037"/>
                      <a:pt x="1794" y="2005"/>
                    </a:cubicBezTo>
                    <a:lnTo>
                      <a:pt x="1827" y="1999"/>
                    </a:lnTo>
                    <a:cubicBezTo>
                      <a:pt x="1848" y="1994"/>
                      <a:pt x="1865" y="1988"/>
                      <a:pt x="1886" y="1983"/>
                    </a:cubicBezTo>
                    <a:close/>
                    <a:moveTo>
                      <a:pt x="6556" y="2864"/>
                    </a:moveTo>
                    <a:lnTo>
                      <a:pt x="6556" y="2864"/>
                    </a:lnTo>
                    <a:cubicBezTo>
                      <a:pt x="6545" y="2891"/>
                      <a:pt x="6540" y="2912"/>
                      <a:pt x="6534" y="2940"/>
                    </a:cubicBezTo>
                    <a:cubicBezTo>
                      <a:pt x="6518" y="2918"/>
                      <a:pt x="6501" y="2902"/>
                      <a:pt x="6491" y="2880"/>
                    </a:cubicBezTo>
                    <a:lnTo>
                      <a:pt x="6485" y="2880"/>
                    </a:lnTo>
                    <a:cubicBezTo>
                      <a:pt x="6512" y="2880"/>
                      <a:pt x="6534" y="2874"/>
                      <a:pt x="6556" y="2864"/>
                    </a:cubicBezTo>
                    <a:close/>
                    <a:moveTo>
                      <a:pt x="2941" y="2902"/>
                    </a:moveTo>
                    <a:cubicBezTo>
                      <a:pt x="2919" y="2929"/>
                      <a:pt x="2898" y="2956"/>
                      <a:pt x="2876" y="2989"/>
                    </a:cubicBezTo>
                    <a:cubicBezTo>
                      <a:pt x="2892" y="2961"/>
                      <a:pt x="2914" y="2929"/>
                      <a:pt x="2930" y="2902"/>
                    </a:cubicBezTo>
                    <a:close/>
                    <a:moveTo>
                      <a:pt x="7230" y="2994"/>
                    </a:moveTo>
                    <a:cubicBezTo>
                      <a:pt x="7241" y="3021"/>
                      <a:pt x="7252" y="3048"/>
                      <a:pt x="7257" y="3081"/>
                    </a:cubicBezTo>
                    <a:cubicBezTo>
                      <a:pt x="7246" y="3059"/>
                      <a:pt x="7235" y="3043"/>
                      <a:pt x="7219" y="3032"/>
                    </a:cubicBezTo>
                    <a:cubicBezTo>
                      <a:pt x="7224" y="3021"/>
                      <a:pt x="7224" y="3005"/>
                      <a:pt x="7230" y="2994"/>
                    </a:cubicBezTo>
                    <a:close/>
                    <a:moveTo>
                      <a:pt x="6284" y="2929"/>
                    </a:moveTo>
                    <a:cubicBezTo>
                      <a:pt x="6331" y="3054"/>
                      <a:pt x="6403" y="3170"/>
                      <a:pt x="6501" y="3261"/>
                    </a:cubicBezTo>
                    <a:lnTo>
                      <a:pt x="6501" y="3261"/>
                    </a:lnTo>
                    <a:cubicBezTo>
                      <a:pt x="6493" y="3257"/>
                      <a:pt x="6485" y="3255"/>
                      <a:pt x="6485" y="3255"/>
                    </a:cubicBezTo>
                    <a:cubicBezTo>
                      <a:pt x="6463" y="3233"/>
                      <a:pt x="6442" y="3206"/>
                      <a:pt x="6414" y="3184"/>
                    </a:cubicBezTo>
                    <a:cubicBezTo>
                      <a:pt x="6355" y="3103"/>
                      <a:pt x="6300" y="3016"/>
                      <a:pt x="6251" y="2929"/>
                    </a:cubicBezTo>
                    <a:close/>
                    <a:moveTo>
                      <a:pt x="6670" y="3364"/>
                    </a:moveTo>
                    <a:lnTo>
                      <a:pt x="6703" y="3374"/>
                    </a:lnTo>
                    <a:cubicBezTo>
                      <a:pt x="6686" y="3402"/>
                      <a:pt x="6675" y="3429"/>
                      <a:pt x="6670" y="3456"/>
                    </a:cubicBezTo>
                    <a:cubicBezTo>
                      <a:pt x="6670" y="3423"/>
                      <a:pt x="6670" y="3391"/>
                      <a:pt x="6670" y="3364"/>
                    </a:cubicBezTo>
                    <a:close/>
                    <a:moveTo>
                      <a:pt x="2115" y="3347"/>
                    </a:moveTo>
                    <a:cubicBezTo>
                      <a:pt x="2115" y="3353"/>
                      <a:pt x="2115" y="3358"/>
                      <a:pt x="2115" y="3358"/>
                    </a:cubicBezTo>
                    <a:cubicBezTo>
                      <a:pt x="2115" y="3364"/>
                      <a:pt x="2115" y="3369"/>
                      <a:pt x="2109" y="3380"/>
                    </a:cubicBezTo>
                    <a:cubicBezTo>
                      <a:pt x="2093" y="3451"/>
                      <a:pt x="2050" y="3505"/>
                      <a:pt x="2028" y="3570"/>
                    </a:cubicBezTo>
                    <a:cubicBezTo>
                      <a:pt x="2022" y="3559"/>
                      <a:pt x="2022" y="3543"/>
                      <a:pt x="2017" y="3532"/>
                    </a:cubicBezTo>
                    <a:cubicBezTo>
                      <a:pt x="2006" y="3483"/>
                      <a:pt x="1995" y="3434"/>
                      <a:pt x="1995" y="3385"/>
                    </a:cubicBezTo>
                    <a:cubicBezTo>
                      <a:pt x="2033" y="3374"/>
                      <a:pt x="2077" y="3364"/>
                      <a:pt x="2115" y="3347"/>
                    </a:cubicBezTo>
                    <a:close/>
                    <a:moveTo>
                      <a:pt x="7040" y="3559"/>
                    </a:moveTo>
                    <a:cubicBezTo>
                      <a:pt x="6985" y="3625"/>
                      <a:pt x="6925" y="3679"/>
                      <a:pt x="6866" y="3739"/>
                    </a:cubicBezTo>
                    <a:cubicBezTo>
                      <a:pt x="6860" y="3722"/>
                      <a:pt x="6855" y="3706"/>
                      <a:pt x="6844" y="3695"/>
                    </a:cubicBezTo>
                    <a:cubicBezTo>
                      <a:pt x="6833" y="3679"/>
                      <a:pt x="6822" y="3668"/>
                      <a:pt x="6811" y="3663"/>
                    </a:cubicBezTo>
                    <a:cubicBezTo>
                      <a:pt x="6822" y="3657"/>
                      <a:pt x="6833" y="3657"/>
                      <a:pt x="6844" y="3652"/>
                    </a:cubicBezTo>
                    <a:cubicBezTo>
                      <a:pt x="6898" y="3635"/>
                      <a:pt x="6947" y="3603"/>
                      <a:pt x="6991" y="3570"/>
                    </a:cubicBezTo>
                    <a:cubicBezTo>
                      <a:pt x="7007" y="3570"/>
                      <a:pt x="7023" y="3565"/>
                      <a:pt x="7040" y="3559"/>
                    </a:cubicBezTo>
                    <a:close/>
                    <a:moveTo>
                      <a:pt x="3952" y="1929"/>
                    </a:moveTo>
                    <a:cubicBezTo>
                      <a:pt x="3963" y="1950"/>
                      <a:pt x="3979" y="1972"/>
                      <a:pt x="4001" y="1988"/>
                    </a:cubicBezTo>
                    <a:cubicBezTo>
                      <a:pt x="4028" y="2043"/>
                      <a:pt x="4061" y="2097"/>
                      <a:pt x="4093" y="2151"/>
                    </a:cubicBezTo>
                    <a:cubicBezTo>
                      <a:pt x="4099" y="2184"/>
                      <a:pt x="4121" y="2217"/>
                      <a:pt x="4153" y="2238"/>
                    </a:cubicBezTo>
                    <a:cubicBezTo>
                      <a:pt x="4175" y="2282"/>
                      <a:pt x="4208" y="2315"/>
                      <a:pt x="4240" y="2342"/>
                    </a:cubicBezTo>
                    <a:cubicBezTo>
                      <a:pt x="4300" y="2407"/>
                      <a:pt x="4376" y="2450"/>
                      <a:pt x="4463" y="2456"/>
                    </a:cubicBezTo>
                    <a:cubicBezTo>
                      <a:pt x="4490" y="2499"/>
                      <a:pt x="4539" y="2527"/>
                      <a:pt x="4594" y="2532"/>
                    </a:cubicBezTo>
                    <a:lnTo>
                      <a:pt x="4610" y="2532"/>
                    </a:lnTo>
                    <a:cubicBezTo>
                      <a:pt x="4659" y="2570"/>
                      <a:pt x="4708" y="2603"/>
                      <a:pt x="4762" y="2630"/>
                    </a:cubicBezTo>
                    <a:cubicBezTo>
                      <a:pt x="4833" y="2673"/>
                      <a:pt x="4903" y="2711"/>
                      <a:pt x="4979" y="2749"/>
                    </a:cubicBezTo>
                    <a:cubicBezTo>
                      <a:pt x="5104" y="2825"/>
                      <a:pt x="5243" y="2864"/>
                      <a:pt x="5387" y="2864"/>
                    </a:cubicBezTo>
                    <a:cubicBezTo>
                      <a:pt x="5419" y="2864"/>
                      <a:pt x="5452" y="2862"/>
                      <a:pt x="5485" y="2858"/>
                    </a:cubicBezTo>
                    <a:cubicBezTo>
                      <a:pt x="5545" y="2836"/>
                      <a:pt x="5545" y="2755"/>
                      <a:pt x="5485" y="2739"/>
                    </a:cubicBezTo>
                    <a:lnTo>
                      <a:pt x="5463" y="2733"/>
                    </a:lnTo>
                    <a:lnTo>
                      <a:pt x="5490" y="2711"/>
                    </a:lnTo>
                    <a:cubicBezTo>
                      <a:pt x="5523" y="2733"/>
                      <a:pt x="5556" y="2749"/>
                      <a:pt x="5588" y="2766"/>
                    </a:cubicBezTo>
                    <a:cubicBezTo>
                      <a:pt x="5713" y="2825"/>
                      <a:pt x="5849" y="2869"/>
                      <a:pt x="5985" y="2902"/>
                    </a:cubicBezTo>
                    <a:cubicBezTo>
                      <a:pt x="6007" y="2978"/>
                      <a:pt x="6034" y="3048"/>
                      <a:pt x="6067" y="3114"/>
                    </a:cubicBezTo>
                    <a:cubicBezTo>
                      <a:pt x="6121" y="3244"/>
                      <a:pt x="6203" y="3358"/>
                      <a:pt x="6311" y="3451"/>
                    </a:cubicBezTo>
                    <a:cubicBezTo>
                      <a:pt x="6342" y="3478"/>
                      <a:pt x="6382" y="3493"/>
                      <a:pt x="6423" y="3493"/>
                    </a:cubicBezTo>
                    <a:cubicBezTo>
                      <a:pt x="6447" y="3493"/>
                      <a:pt x="6472" y="3488"/>
                      <a:pt x="6496" y="3478"/>
                    </a:cubicBezTo>
                    <a:lnTo>
                      <a:pt x="6496" y="3478"/>
                    </a:lnTo>
                    <a:cubicBezTo>
                      <a:pt x="6491" y="3505"/>
                      <a:pt x="6491" y="3532"/>
                      <a:pt x="6491" y="3559"/>
                    </a:cubicBezTo>
                    <a:cubicBezTo>
                      <a:pt x="6496" y="3657"/>
                      <a:pt x="6540" y="3744"/>
                      <a:pt x="6616" y="3809"/>
                    </a:cubicBezTo>
                    <a:cubicBezTo>
                      <a:pt x="6561" y="3956"/>
                      <a:pt x="6458" y="4087"/>
                      <a:pt x="6393" y="4233"/>
                    </a:cubicBezTo>
                    <a:cubicBezTo>
                      <a:pt x="6360" y="4331"/>
                      <a:pt x="6311" y="4424"/>
                      <a:pt x="6251" y="4505"/>
                    </a:cubicBezTo>
                    <a:cubicBezTo>
                      <a:pt x="6181" y="4581"/>
                      <a:pt x="6116" y="4663"/>
                      <a:pt x="6056" y="4744"/>
                    </a:cubicBezTo>
                    <a:cubicBezTo>
                      <a:pt x="5942" y="4918"/>
                      <a:pt x="5773" y="5038"/>
                      <a:pt x="5610" y="5163"/>
                    </a:cubicBezTo>
                    <a:cubicBezTo>
                      <a:pt x="5447" y="5288"/>
                      <a:pt x="5246" y="5359"/>
                      <a:pt x="5050" y="5435"/>
                    </a:cubicBezTo>
                    <a:cubicBezTo>
                      <a:pt x="4947" y="5467"/>
                      <a:pt x="4838" y="5489"/>
                      <a:pt x="4735" y="5494"/>
                    </a:cubicBezTo>
                    <a:cubicBezTo>
                      <a:pt x="4626" y="5516"/>
                      <a:pt x="4517" y="5527"/>
                      <a:pt x="4409" y="5538"/>
                    </a:cubicBezTo>
                    <a:cubicBezTo>
                      <a:pt x="4305" y="5533"/>
                      <a:pt x="4202" y="5522"/>
                      <a:pt x="4099" y="5505"/>
                    </a:cubicBezTo>
                    <a:cubicBezTo>
                      <a:pt x="3996" y="5489"/>
                      <a:pt x="3898" y="5467"/>
                      <a:pt x="3800" y="5440"/>
                    </a:cubicBezTo>
                    <a:cubicBezTo>
                      <a:pt x="3702" y="5407"/>
                      <a:pt x="3604" y="5369"/>
                      <a:pt x="3517" y="5321"/>
                    </a:cubicBezTo>
                    <a:cubicBezTo>
                      <a:pt x="3430" y="5282"/>
                      <a:pt x="3327" y="5272"/>
                      <a:pt x="3245" y="5228"/>
                    </a:cubicBezTo>
                    <a:cubicBezTo>
                      <a:pt x="3164" y="5185"/>
                      <a:pt x="3077" y="5087"/>
                      <a:pt x="2995" y="5022"/>
                    </a:cubicBezTo>
                    <a:cubicBezTo>
                      <a:pt x="2908" y="4962"/>
                      <a:pt x="2800" y="4907"/>
                      <a:pt x="2713" y="4842"/>
                    </a:cubicBezTo>
                    <a:cubicBezTo>
                      <a:pt x="2609" y="4766"/>
                      <a:pt x="2517" y="4679"/>
                      <a:pt x="2430" y="4581"/>
                    </a:cubicBezTo>
                    <a:lnTo>
                      <a:pt x="2425" y="4581"/>
                    </a:lnTo>
                    <a:cubicBezTo>
                      <a:pt x="2349" y="4489"/>
                      <a:pt x="2316" y="4386"/>
                      <a:pt x="2256" y="4288"/>
                    </a:cubicBezTo>
                    <a:cubicBezTo>
                      <a:pt x="2191" y="4190"/>
                      <a:pt x="2142" y="4087"/>
                      <a:pt x="2109" y="3972"/>
                    </a:cubicBezTo>
                    <a:lnTo>
                      <a:pt x="2109" y="3962"/>
                    </a:lnTo>
                    <a:cubicBezTo>
                      <a:pt x="2137" y="3934"/>
                      <a:pt x="2158" y="3907"/>
                      <a:pt x="2185" y="3875"/>
                    </a:cubicBezTo>
                    <a:cubicBezTo>
                      <a:pt x="2210" y="3850"/>
                      <a:pt x="2190" y="3808"/>
                      <a:pt x="2158" y="3808"/>
                    </a:cubicBezTo>
                    <a:cubicBezTo>
                      <a:pt x="2155" y="3808"/>
                      <a:pt x="2151" y="3808"/>
                      <a:pt x="2147" y="3809"/>
                    </a:cubicBezTo>
                    <a:cubicBezTo>
                      <a:pt x="2120" y="3815"/>
                      <a:pt x="2098" y="3820"/>
                      <a:pt x="2077" y="3831"/>
                    </a:cubicBezTo>
                    <a:cubicBezTo>
                      <a:pt x="2071" y="3815"/>
                      <a:pt x="2071" y="3798"/>
                      <a:pt x="2066" y="3782"/>
                    </a:cubicBezTo>
                    <a:lnTo>
                      <a:pt x="2082" y="3777"/>
                    </a:lnTo>
                    <a:cubicBezTo>
                      <a:pt x="2131" y="3760"/>
                      <a:pt x="2142" y="3695"/>
                      <a:pt x="2104" y="3663"/>
                    </a:cubicBezTo>
                    <a:cubicBezTo>
                      <a:pt x="2137" y="3597"/>
                      <a:pt x="2213" y="3554"/>
                      <a:pt x="2251" y="3489"/>
                    </a:cubicBezTo>
                    <a:lnTo>
                      <a:pt x="2278" y="3489"/>
                    </a:lnTo>
                    <a:cubicBezTo>
                      <a:pt x="2425" y="3451"/>
                      <a:pt x="2550" y="3326"/>
                      <a:pt x="2658" y="3228"/>
                    </a:cubicBezTo>
                    <a:cubicBezTo>
                      <a:pt x="2724" y="3162"/>
                      <a:pt x="2789" y="3103"/>
                      <a:pt x="2849" y="3032"/>
                    </a:cubicBezTo>
                    <a:lnTo>
                      <a:pt x="2849" y="3032"/>
                    </a:lnTo>
                    <a:lnTo>
                      <a:pt x="2811" y="3081"/>
                    </a:lnTo>
                    <a:cubicBezTo>
                      <a:pt x="2789" y="3108"/>
                      <a:pt x="2811" y="3146"/>
                      <a:pt x="2849" y="3146"/>
                    </a:cubicBezTo>
                    <a:cubicBezTo>
                      <a:pt x="3006" y="3146"/>
                      <a:pt x="3137" y="3043"/>
                      <a:pt x="3229" y="2923"/>
                    </a:cubicBezTo>
                    <a:cubicBezTo>
                      <a:pt x="3343" y="2787"/>
                      <a:pt x="3441" y="2635"/>
                      <a:pt x="3523" y="2472"/>
                    </a:cubicBezTo>
                    <a:lnTo>
                      <a:pt x="3539" y="2440"/>
                    </a:lnTo>
                    <a:cubicBezTo>
                      <a:pt x="3620" y="2347"/>
                      <a:pt x="3697" y="2255"/>
                      <a:pt x="3773" y="2168"/>
                    </a:cubicBezTo>
                    <a:cubicBezTo>
                      <a:pt x="3838" y="2092"/>
                      <a:pt x="3898" y="2010"/>
                      <a:pt x="3952" y="1929"/>
                    </a:cubicBezTo>
                    <a:close/>
                    <a:moveTo>
                      <a:pt x="5817" y="5299"/>
                    </a:moveTo>
                    <a:lnTo>
                      <a:pt x="5817" y="5299"/>
                    </a:lnTo>
                    <a:cubicBezTo>
                      <a:pt x="5811" y="5310"/>
                      <a:pt x="5806" y="5315"/>
                      <a:pt x="5800" y="5326"/>
                    </a:cubicBezTo>
                    <a:cubicBezTo>
                      <a:pt x="5779" y="5407"/>
                      <a:pt x="5751" y="5489"/>
                      <a:pt x="5719" y="5571"/>
                    </a:cubicBezTo>
                    <a:cubicBezTo>
                      <a:pt x="5670" y="5647"/>
                      <a:pt x="5621" y="5717"/>
                      <a:pt x="5577" y="5799"/>
                    </a:cubicBezTo>
                    <a:cubicBezTo>
                      <a:pt x="5561" y="5821"/>
                      <a:pt x="5550" y="5842"/>
                      <a:pt x="5534" y="5870"/>
                    </a:cubicBezTo>
                    <a:cubicBezTo>
                      <a:pt x="5507" y="5870"/>
                      <a:pt x="5485" y="5886"/>
                      <a:pt x="5474" y="5913"/>
                    </a:cubicBezTo>
                    <a:cubicBezTo>
                      <a:pt x="5458" y="5940"/>
                      <a:pt x="5420" y="5967"/>
                      <a:pt x="5398" y="5989"/>
                    </a:cubicBezTo>
                    <a:cubicBezTo>
                      <a:pt x="5371" y="6016"/>
                      <a:pt x="5344" y="6043"/>
                      <a:pt x="5322" y="6071"/>
                    </a:cubicBezTo>
                    <a:cubicBezTo>
                      <a:pt x="5295" y="6103"/>
                      <a:pt x="5273" y="6136"/>
                      <a:pt x="5251" y="6168"/>
                    </a:cubicBezTo>
                    <a:cubicBezTo>
                      <a:pt x="5191" y="6120"/>
                      <a:pt x="5099" y="6130"/>
                      <a:pt x="5023" y="6109"/>
                    </a:cubicBezTo>
                    <a:cubicBezTo>
                      <a:pt x="4974" y="6092"/>
                      <a:pt x="4931" y="6071"/>
                      <a:pt x="4887" y="6049"/>
                    </a:cubicBezTo>
                    <a:cubicBezTo>
                      <a:pt x="4844" y="6027"/>
                      <a:pt x="4795" y="6022"/>
                      <a:pt x="4751" y="5995"/>
                    </a:cubicBezTo>
                    <a:cubicBezTo>
                      <a:pt x="4653" y="5940"/>
                      <a:pt x="4550" y="5826"/>
                      <a:pt x="4436" y="5772"/>
                    </a:cubicBezTo>
                    <a:cubicBezTo>
                      <a:pt x="4599" y="5761"/>
                      <a:pt x="4762" y="5739"/>
                      <a:pt x="4920" y="5712"/>
                    </a:cubicBezTo>
                    <a:cubicBezTo>
                      <a:pt x="5039" y="5690"/>
                      <a:pt x="5159" y="5652"/>
                      <a:pt x="5273" y="5603"/>
                    </a:cubicBezTo>
                    <a:cubicBezTo>
                      <a:pt x="5387" y="5565"/>
                      <a:pt x="5496" y="5516"/>
                      <a:pt x="5605" y="5462"/>
                    </a:cubicBezTo>
                    <a:cubicBezTo>
                      <a:pt x="5675" y="5413"/>
                      <a:pt x="5746" y="5359"/>
                      <a:pt x="5817" y="5299"/>
                    </a:cubicBezTo>
                    <a:close/>
                    <a:moveTo>
                      <a:pt x="2859" y="5217"/>
                    </a:moveTo>
                    <a:lnTo>
                      <a:pt x="2859" y="5217"/>
                    </a:lnTo>
                    <a:cubicBezTo>
                      <a:pt x="2898" y="5244"/>
                      <a:pt x="2936" y="5272"/>
                      <a:pt x="2968" y="5299"/>
                    </a:cubicBezTo>
                    <a:cubicBezTo>
                      <a:pt x="3039" y="5375"/>
                      <a:pt x="3120" y="5429"/>
                      <a:pt x="3218" y="5467"/>
                    </a:cubicBezTo>
                    <a:cubicBezTo>
                      <a:pt x="3332" y="5505"/>
                      <a:pt x="3447" y="5554"/>
                      <a:pt x="3561" y="5603"/>
                    </a:cubicBezTo>
                    <a:cubicBezTo>
                      <a:pt x="3659" y="5652"/>
                      <a:pt x="3767" y="5668"/>
                      <a:pt x="3860" y="5706"/>
                    </a:cubicBezTo>
                    <a:cubicBezTo>
                      <a:pt x="3963" y="5739"/>
                      <a:pt x="4066" y="5755"/>
                      <a:pt x="4170" y="5755"/>
                    </a:cubicBezTo>
                    <a:cubicBezTo>
                      <a:pt x="4137" y="5783"/>
                      <a:pt x="4104" y="5804"/>
                      <a:pt x="4072" y="5826"/>
                    </a:cubicBezTo>
                    <a:lnTo>
                      <a:pt x="4072" y="5831"/>
                    </a:lnTo>
                    <a:cubicBezTo>
                      <a:pt x="3963" y="5891"/>
                      <a:pt x="3854" y="5962"/>
                      <a:pt x="3751" y="6043"/>
                    </a:cubicBezTo>
                    <a:cubicBezTo>
                      <a:pt x="3669" y="6103"/>
                      <a:pt x="3582" y="6190"/>
                      <a:pt x="3479" y="6201"/>
                    </a:cubicBezTo>
                    <a:cubicBezTo>
                      <a:pt x="3447" y="6201"/>
                      <a:pt x="3419" y="6190"/>
                      <a:pt x="3398" y="6174"/>
                    </a:cubicBezTo>
                    <a:cubicBezTo>
                      <a:pt x="3370" y="6065"/>
                      <a:pt x="3273" y="5967"/>
                      <a:pt x="3207" y="5875"/>
                    </a:cubicBezTo>
                    <a:cubicBezTo>
                      <a:pt x="3142" y="5761"/>
                      <a:pt x="3082" y="5647"/>
                      <a:pt x="3028" y="5527"/>
                    </a:cubicBezTo>
                    <a:cubicBezTo>
                      <a:pt x="2963" y="5429"/>
                      <a:pt x="2908" y="5326"/>
                      <a:pt x="2859" y="5217"/>
                    </a:cubicBezTo>
                    <a:close/>
                    <a:moveTo>
                      <a:pt x="4583" y="6114"/>
                    </a:moveTo>
                    <a:cubicBezTo>
                      <a:pt x="4626" y="6152"/>
                      <a:pt x="4675" y="6179"/>
                      <a:pt x="4729" y="6201"/>
                    </a:cubicBezTo>
                    <a:cubicBezTo>
                      <a:pt x="4789" y="6223"/>
                      <a:pt x="4871" y="6266"/>
                      <a:pt x="4963" y="6299"/>
                    </a:cubicBezTo>
                    <a:cubicBezTo>
                      <a:pt x="4865" y="6337"/>
                      <a:pt x="4778" y="6380"/>
                      <a:pt x="4691" y="6429"/>
                    </a:cubicBezTo>
                    <a:cubicBezTo>
                      <a:pt x="4632" y="6462"/>
                      <a:pt x="4572" y="6489"/>
                      <a:pt x="4512" y="6522"/>
                    </a:cubicBezTo>
                    <a:cubicBezTo>
                      <a:pt x="4512" y="6484"/>
                      <a:pt x="4507" y="6446"/>
                      <a:pt x="4501" y="6413"/>
                    </a:cubicBezTo>
                    <a:cubicBezTo>
                      <a:pt x="4496" y="6397"/>
                      <a:pt x="4485" y="6380"/>
                      <a:pt x="4474" y="6364"/>
                    </a:cubicBezTo>
                    <a:cubicBezTo>
                      <a:pt x="4534" y="6337"/>
                      <a:pt x="4572" y="6277"/>
                      <a:pt x="4583" y="6212"/>
                    </a:cubicBezTo>
                    <a:cubicBezTo>
                      <a:pt x="4583" y="6179"/>
                      <a:pt x="4583" y="6147"/>
                      <a:pt x="4583" y="6114"/>
                    </a:cubicBezTo>
                    <a:close/>
                    <a:moveTo>
                      <a:pt x="3936" y="6103"/>
                    </a:moveTo>
                    <a:cubicBezTo>
                      <a:pt x="3936" y="6168"/>
                      <a:pt x="3968" y="6234"/>
                      <a:pt x="4023" y="6272"/>
                    </a:cubicBezTo>
                    <a:lnTo>
                      <a:pt x="4055" y="6304"/>
                    </a:lnTo>
                    <a:cubicBezTo>
                      <a:pt x="4066" y="6315"/>
                      <a:pt x="4077" y="6326"/>
                      <a:pt x="4093" y="6342"/>
                    </a:cubicBezTo>
                    <a:cubicBezTo>
                      <a:pt x="4083" y="6348"/>
                      <a:pt x="4072" y="6353"/>
                      <a:pt x="4061" y="6364"/>
                    </a:cubicBezTo>
                    <a:lnTo>
                      <a:pt x="4061" y="6370"/>
                    </a:lnTo>
                    <a:cubicBezTo>
                      <a:pt x="4017" y="6402"/>
                      <a:pt x="4028" y="6446"/>
                      <a:pt x="4012" y="6484"/>
                    </a:cubicBezTo>
                    <a:cubicBezTo>
                      <a:pt x="3990" y="6527"/>
                      <a:pt x="3952" y="6544"/>
                      <a:pt x="3930" y="6576"/>
                    </a:cubicBezTo>
                    <a:lnTo>
                      <a:pt x="3930" y="6582"/>
                    </a:lnTo>
                    <a:cubicBezTo>
                      <a:pt x="3832" y="6484"/>
                      <a:pt x="3724" y="6391"/>
                      <a:pt x="3604" y="6315"/>
                    </a:cubicBezTo>
                    <a:cubicBezTo>
                      <a:pt x="3648" y="6299"/>
                      <a:pt x="3691" y="6277"/>
                      <a:pt x="3729" y="6255"/>
                    </a:cubicBezTo>
                    <a:cubicBezTo>
                      <a:pt x="3794" y="6212"/>
                      <a:pt x="3849" y="6163"/>
                      <a:pt x="3909" y="6120"/>
                    </a:cubicBezTo>
                    <a:lnTo>
                      <a:pt x="3936" y="6103"/>
                    </a:lnTo>
                    <a:close/>
                    <a:moveTo>
                      <a:pt x="4246" y="6821"/>
                    </a:moveTo>
                    <a:lnTo>
                      <a:pt x="4246" y="6821"/>
                    </a:lnTo>
                    <a:cubicBezTo>
                      <a:pt x="4235" y="6837"/>
                      <a:pt x="4229" y="6853"/>
                      <a:pt x="4218" y="6870"/>
                    </a:cubicBezTo>
                    <a:cubicBezTo>
                      <a:pt x="4213" y="6859"/>
                      <a:pt x="4202" y="6848"/>
                      <a:pt x="4186" y="6832"/>
                    </a:cubicBezTo>
                    <a:cubicBezTo>
                      <a:pt x="4208" y="6832"/>
                      <a:pt x="4224" y="6826"/>
                      <a:pt x="4246" y="6821"/>
                    </a:cubicBezTo>
                    <a:close/>
                    <a:moveTo>
                      <a:pt x="3088" y="6223"/>
                    </a:moveTo>
                    <a:cubicBezTo>
                      <a:pt x="3137" y="6228"/>
                      <a:pt x="3191" y="6239"/>
                      <a:pt x="3240" y="6255"/>
                    </a:cubicBezTo>
                    <a:cubicBezTo>
                      <a:pt x="3256" y="6261"/>
                      <a:pt x="3273" y="6266"/>
                      <a:pt x="3283" y="6272"/>
                    </a:cubicBezTo>
                    <a:lnTo>
                      <a:pt x="3316" y="6283"/>
                    </a:lnTo>
                    <a:cubicBezTo>
                      <a:pt x="3332" y="6294"/>
                      <a:pt x="3343" y="6304"/>
                      <a:pt x="3360" y="6315"/>
                    </a:cubicBezTo>
                    <a:cubicBezTo>
                      <a:pt x="3381" y="6326"/>
                      <a:pt x="3403" y="6337"/>
                      <a:pt x="3430" y="6342"/>
                    </a:cubicBezTo>
                    <a:cubicBezTo>
                      <a:pt x="3550" y="6408"/>
                      <a:pt x="3659" y="6495"/>
                      <a:pt x="3762" y="6592"/>
                    </a:cubicBezTo>
                    <a:cubicBezTo>
                      <a:pt x="3800" y="6631"/>
                      <a:pt x="3843" y="6669"/>
                      <a:pt x="3887" y="6712"/>
                    </a:cubicBezTo>
                    <a:cubicBezTo>
                      <a:pt x="3887" y="6761"/>
                      <a:pt x="3925" y="6799"/>
                      <a:pt x="3968" y="6815"/>
                    </a:cubicBezTo>
                    <a:lnTo>
                      <a:pt x="3996" y="6815"/>
                    </a:lnTo>
                    <a:cubicBezTo>
                      <a:pt x="4028" y="6848"/>
                      <a:pt x="4055" y="6881"/>
                      <a:pt x="4083" y="6913"/>
                    </a:cubicBezTo>
                    <a:lnTo>
                      <a:pt x="4083" y="6919"/>
                    </a:lnTo>
                    <a:cubicBezTo>
                      <a:pt x="4006" y="6902"/>
                      <a:pt x="3925" y="6881"/>
                      <a:pt x="3849" y="6859"/>
                    </a:cubicBezTo>
                    <a:cubicBezTo>
                      <a:pt x="3599" y="6810"/>
                      <a:pt x="3343" y="6783"/>
                      <a:pt x="3088" y="6734"/>
                    </a:cubicBezTo>
                    <a:cubicBezTo>
                      <a:pt x="2865" y="6685"/>
                      <a:pt x="2658" y="6598"/>
                      <a:pt x="2441" y="6538"/>
                    </a:cubicBezTo>
                    <a:cubicBezTo>
                      <a:pt x="2327" y="6511"/>
                      <a:pt x="2213" y="6484"/>
                      <a:pt x="2098" y="6467"/>
                    </a:cubicBezTo>
                    <a:cubicBezTo>
                      <a:pt x="2071" y="6462"/>
                      <a:pt x="2044" y="6457"/>
                      <a:pt x="2017" y="6457"/>
                    </a:cubicBezTo>
                    <a:cubicBezTo>
                      <a:pt x="2022" y="6457"/>
                      <a:pt x="2028" y="6451"/>
                      <a:pt x="2039" y="6446"/>
                    </a:cubicBezTo>
                    <a:cubicBezTo>
                      <a:pt x="2131" y="6397"/>
                      <a:pt x="2229" y="6353"/>
                      <a:pt x="2332" y="6321"/>
                    </a:cubicBezTo>
                    <a:cubicBezTo>
                      <a:pt x="2452" y="6294"/>
                      <a:pt x="2571" y="6288"/>
                      <a:pt x="2691" y="6272"/>
                    </a:cubicBezTo>
                    <a:cubicBezTo>
                      <a:pt x="2821" y="6239"/>
                      <a:pt x="2952" y="6223"/>
                      <a:pt x="3088" y="6223"/>
                    </a:cubicBezTo>
                    <a:close/>
                    <a:moveTo>
                      <a:pt x="5763" y="6297"/>
                    </a:moveTo>
                    <a:cubicBezTo>
                      <a:pt x="5974" y="6297"/>
                      <a:pt x="6188" y="6336"/>
                      <a:pt x="6360" y="6457"/>
                    </a:cubicBezTo>
                    <a:cubicBezTo>
                      <a:pt x="6414" y="6511"/>
                      <a:pt x="6463" y="6571"/>
                      <a:pt x="6507" y="6631"/>
                    </a:cubicBezTo>
                    <a:cubicBezTo>
                      <a:pt x="6398" y="6652"/>
                      <a:pt x="6295" y="6696"/>
                      <a:pt x="6186" y="6728"/>
                    </a:cubicBezTo>
                    <a:cubicBezTo>
                      <a:pt x="5969" y="6794"/>
                      <a:pt x="5751" y="6837"/>
                      <a:pt x="5528" y="6870"/>
                    </a:cubicBezTo>
                    <a:cubicBezTo>
                      <a:pt x="5316" y="6908"/>
                      <a:pt x="5099" y="6930"/>
                      <a:pt x="4887" y="6930"/>
                    </a:cubicBezTo>
                    <a:cubicBezTo>
                      <a:pt x="4795" y="6930"/>
                      <a:pt x="4708" y="6940"/>
                      <a:pt x="4621" y="6962"/>
                    </a:cubicBezTo>
                    <a:cubicBezTo>
                      <a:pt x="4583" y="6968"/>
                      <a:pt x="4539" y="6968"/>
                      <a:pt x="4496" y="6973"/>
                    </a:cubicBezTo>
                    <a:cubicBezTo>
                      <a:pt x="4447" y="6989"/>
                      <a:pt x="4398" y="6995"/>
                      <a:pt x="4343" y="6995"/>
                    </a:cubicBezTo>
                    <a:cubicBezTo>
                      <a:pt x="4322" y="6962"/>
                      <a:pt x="4295" y="6940"/>
                      <a:pt x="4256" y="6930"/>
                    </a:cubicBezTo>
                    <a:cubicBezTo>
                      <a:pt x="4300" y="6891"/>
                      <a:pt x="4338" y="6853"/>
                      <a:pt x="4376" y="6815"/>
                    </a:cubicBezTo>
                    <a:cubicBezTo>
                      <a:pt x="4387" y="6815"/>
                      <a:pt x="4398" y="6821"/>
                      <a:pt x="4409" y="6821"/>
                    </a:cubicBezTo>
                    <a:cubicBezTo>
                      <a:pt x="4479" y="6821"/>
                      <a:pt x="4534" y="6756"/>
                      <a:pt x="4517" y="6685"/>
                    </a:cubicBezTo>
                    <a:cubicBezTo>
                      <a:pt x="4594" y="6636"/>
                      <a:pt x="4675" y="6587"/>
                      <a:pt x="4757" y="6549"/>
                    </a:cubicBezTo>
                    <a:cubicBezTo>
                      <a:pt x="5017" y="6413"/>
                      <a:pt x="5306" y="6326"/>
                      <a:pt x="5599" y="6304"/>
                    </a:cubicBezTo>
                    <a:cubicBezTo>
                      <a:pt x="5653" y="6300"/>
                      <a:pt x="5708" y="6297"/>
                      <a:pt x="5763" y="6297"/>
                    </a:cubicBezTo>
                    <a:close/>
                    <a:moveTo>
                      <a:pt x="1745" y="7147"/>
                    </a:moveTo>
                    <a:lnTo>
                      <a:pt x="1756" y="7158"/>
                    </a:lnTo>
                    <a:cubicBezTo>
                      <a:pt x="1751" y="7228"/>
                      <a:pt x="1767" y="7294"/>
                      <a:pt x="1794" y="7353"/>
                    </a:cubicBezTo>
                    <a:cubicBezTo>
                      <a:pt x="1843" y="7430"/>
                      <a:pt x="1914" y="7489"/>
                      <a:pt x="2001" y="7511"/>
                    </a:cubicBezTo>
                    <a:cubicBezTo>
                      <a:pt x="2050" y="7522"/>
                      <a:pt x="2098" y="7533"/>
                      <a:pt x="2147" y="7533"/>
                    </a:cubicBezTo>
                    <a:cubicBezTo>
                      <a:pt x="2147" y="7533"/>
                      <a:pt x="2176" y="7538"/>
                      <a:pt x="2194" y="7538"/>
                    </a:cubicBezTo>
                    <a:cubicBezTo>
                      <a:pt x="2202" y="7538"/>
                      <a:pt x="2208" y="7537"/>
                      <a:pt x="2208" y="7534"/>
                    </a:cubicBezTo>
                    <a:lnTo>
                      <a:pt x="2208" y="7534"/>
                    </a:lnTo>
                    <a:cubicBezTo>
                      <a:pt x="2211" y="7551"/>
                      <a:pt x="2180" y="7582"/>
                      <a:pt x="2169" y="7593"/>
                    </a:cubicBezTo>
                    <a:cubicBezTo>
                      <a:pt x="2118" y="7636"/>
                      <a:pt x="2019" y="7646"/>
                      <a:pt x="1932" y="7646"/>
                    </a:cubicBezTo>
                    <a:cubicBezTo>
                      <a:pt x="1888" y="7646"/>
                      <a:pt x="1847" y="7643"/>
                      <a:pt x="1816" y="7642"/>
                    </a:cubicBezTo>
                    <a:cubicBezTo>
                      <a:pt x="1723" y="7636"/>
                      <a:pt x="1631" y="7604"/>
                      <a:pt x="1555" y="7544"/>
                    </a:cubicBezTo>
                    <a:cubicBezTo>
                      <a:pt x="1452" y="7451"/>
                      <a:pt x="1495" y="7348"/>
                      <a:pt x="1588" y="7267"/>
                    </a:cubicBezTo>
                    <a:cubicBezTo>
                      <a:pt x="1631" y="7228"/>
                      <a:pt x="1674" y="7190"/>
                      <a:pt x="1723" y="7158"/>
                    </a:cubicBezTo>
                    <a:lnTo>
                      <a:pt x="1745" y="7147"/>
                    </a:lnTo>
                    <a:close/>
                    <a:moveTo>
                      <a:pt x="6985" y="7196"/>
                    </a:moveTo>
                    <a:lnTo>
                      <a:pt x="6985" y="7196"/>
                    </a:lnTo>
                    <a:cubicBezTo>
                      <a:pt x="7078" y="7288"/>
                      <a:pt x="6904" y="7500"/>
                      <a:pt x="6849" y="7555"/>
                    </a:cubicBezTo>
                    <a:cubicBezTo>
                      <a:pt x="6779" y="7620"/>
                      <a:pt x="6692" y="7663"/>
                      <a:pt x="6599" y="7680"/>
                    </a:cubicBezTo>
                    <a:cubicBezTo>
                      <a:pt x="6571" y="7685"/>
                      <a:pt x="6530" y="7691"/>
                      <a:pt x="6489" y="7691"/>
                    </a:cubicBezTo>
                    <a:cubicBezTo>
                      <a:pt x="6411" y="7691"/>
                      <a:pt x="6331" y="7671"/>
                      <a:pt x="6328" y="7593"/>
                    </a:cubicBezTo>
                    <a:cubicBezTo>
                      <a:pt x="6322" y="7430"/>
                      <a:pt x="6697" y="7419"/>
                      <a:pt x="6800" y="7375"/>
                    </a:cubicBezTo>
                    <a:cubicBezTo>
                      <a:pt x="6871" y="7353"/>
                      <a:pt x="6925" y="7310"/>
                      <a:pt x="6969" y="7250"/>
                    </a:cubicBezTo>
                    <a:cubicBezTo>
                      <a:pt x="6980" y="7234"/>
                      <a:pt x="6985" y="7212"/>
                      <a:pt x="6985" y="7196"/>
                    </a:cubicBezTo>
                    <a:close/>
                    <a:moveTo>
                      <a:pt x="6996" y="7642"/>
                    </a:moveTo>
                    <a:cubicBezTo>
                      <a:pt x="7012" y="7691"/>
                      <a:pt x="7018" y="7745"/>
                      <a:pt x="7007" y="7799"/>
                    </a:cubicBezTo>
                    <a:lnTo>
                      <a:pt x="7012" y="7799"/>
                    </a:lnTo>
                    <a:cubicBezTo>
                      <a:pt x="7007" y="7848"/>
                      <a:pt x="7002" y="7897"/>
                      <a:pt x="6991" y="7941"/>
                    </a:cubicBezTo>
                    <a:lnTo>
                      <a:pt x="6980" y="7973"/>
                    </a:lnTo>
                    <a:cubicBezTo>
                      <a:pt x="6964" y="7989"/>
                      <a:pt x="6953" y="8011"/>
                      <a:pt x="6947" y="8033"/>
                    </a:cubicBezTo>
                    <a:cubicBezTo>
                      <a:pt x="6920" y="8066"/>
                      <a:pt x="6871" y="8082"/>
                      <a:pt x="6828" y="8082"/>
                    </a:cubicBezTo>
                    <a:cubicBezTo>
                      <a:pt x="6793" y="8086"/>
                      <a:pt x="6759" y="8087"/>
                      <a:pt x="6725" y="8087"/>
                    </a:cubicBezTo>
                    <a:cubicBezTo>
                      <a:pt x="6688" y="8087"/>
                      <a:pt x="6651" y="8086"/>
                      <a:pt x="6613" y="8086"/>
                    </a:cubicBezTo>
                    <a:cubicBezTo>
                      <a:pt x="6592" y="8086"/>
                      <a:pt x="6571" y="8086"/>
                      <a:pt x="6550" y="8087"/>
                    </a:cubicBezTo>
                    <a:cubicBezTo>
                      <a:pt x="6517" y="8090"/>
                      <a:pt x="6477" y="8095"/>
                      <a:pt x="6436" y="8095"/>
                    </a:cubicBezTo>
                    <a:cubicBezTo>
                      <a:pt x="6391" y="8095"/>
                      <a:pt x="6346" y="8089"/>
                      <a:pt x="6311" y="8066"/>
                    </a:cubicBezTo>
                    <a:cubicBezTo>
                      <a:pt x="6230" y="8011"/>
                      <a:pt x="6306" y="7962"/>
                      <a:pt x="6355" y="7913"/>
                    </a:cubicBezTo>
                    <a:lnTo>
                      <a:pt x="6425" y="7848"/>
                    </a:lnTo>
                    <a:cubicBezTo>
                      <a:pt x="6458" y="7854"/>
                      <a:pt x="6491" y="7854"/>
                      <a:pt x="6523" y="7854"/>
                    </a:cubicBezTo>
                    <a:cubicBezTo>
                      <a:pt x="6703" y="7848"/>
                      <a:pt x="6871" y="7772"/>
                      <a:pt x="6996" y="7642"/>
                    </a:cubicBezTo>
                    <a:close/>
                    <a:moveTo>
                      <a:pt x="1501" y="7718"/>
                    </a:moveTo>
                    <a:cubicBezTo>
                      <a:pt x="1571" y="7756"/>
                      <a:pt x="1642" y="7788"/>
                      <a:pt x="1723" y="7805"/>
                    </a:cubicBezTo>
                    <a:cubicBezTo>
                      <a:pt x="1780" y="7817"/>
                      <a:pt x="1841" y="7823"/>
                      <a:pt x="1902" y="7823"/>
                    </a:cubicBezTo>
                    <a:cubicBezTo>
                      <a:pt x="1922" y="7823"/>
                      <a:pt x="1942" y="7822"/>
                      <a:pt x="1963" y="7821"/>
                    </a:cubicBezTo>
                    <a:cubicBezTo>
                      <a:pt x="1963" y="7881"/>
                      <a:pt x="1984" y="7946"/>
                      <a:pt x="2022" y="7995"/>
                    </a:cubicBezTo>
                    <a:cubicBezTo>
                      <a:pt x="2039" y="8022"/>
                      <a:pt x="2060" y="8044"/>
                      <a:pt x="2077" y="8071"/>
                    </a:cubicBezTo>
                    <a:cubicBezTo>
                      <a:pt x="2082" y="8082"/>
                      <a:pt x="2098" y="8109"/>
                      <a:pt x="2104" y="8120"/>
                    </a:cubicBezTo>
                    <a:cubicBezTo>
                      <a:pt x="2077" y="8120"/>
                      <a:pt x="2050" y="8131"/>
                      <a:pt x="2022" y="8136"/>
                    </a:cubicBezTo>
                    <a:cubicBezTo>
                      <a:pt x="1984" y="8147"/>
                      <a:pt x="1941" y="8153"/>
                      <a:pt x="1903" y="8153"/>
                    </a:cubicBezTo>
                    <a:cubicBezTo>
                      <a:pt x="1872" y="8154"/>
                      <a:pt x="1841" y="8155"/>
                      <a:pt x="1810" y="8155"/>
                    </a:cubicBezTo>
                    <a:cubicBezTo>
                      <a:pt x="1749" y="8155"/>
                      <a:pt x="1687" y="8153"/>
                      <a:pt x="1626" y="8153"/>
                    </a:cubicBezTo>
                    <a:cubicBezTo>
                      <a:pt x="1560" y="8153"/>
                      <a:pt x="1457" y="8153"/>
                      <a:pt x="1408" y="8093"/>
                    </a:cubicBezTo>
                    <a:cubicBezTo>
                      <a:pt x="1343" y="8006"/>
                      <a:pt x="1381" y="7745"/>
                      <a:pt x="1495" y="7718"/>
                    </a:cubicBezTo>
                    <a:close/>
                    <a:moveTo>
                      <a:pt x="6931" y="8245"/>
                    </a:moveTo>
                    <a:cubicBezTo>
                      <a:pt x="6931" y="8256"/>
                      <a:pt x="6925" y="8267"/>
                      <a:pt x="6920" y="8278"/>
                    </a:cubicBezTo>
                    <a:cubicBezTo>
                      <a:pt x="6887" y="8354"/>
                      <a:pt x="6828" y="8413"/>
                      <a:pt x="6746" y="8441"/>
                    </a:cubicBezTo>
                    <a:cubicBezTo>
                      <a:pt x="6675" y="8452"/>
                      <a:pt x="6605" y="8457"/>
                      <a:pt x="6534" y="8457"/>
                    </a:cubicBezTo>
                    <a:cubicBezTo>
                      <a:pt x="6516" y="8459"/>
                      <a:pt x="6498" y="8461"/>
                      <a:pt x="6480" y="8461"/>
                    </a:cubicBezTo>
                    <a:cubicBezTo>
                      <a:pt x="6456" y="8461"/>
                      <a:pt x="6431" y="8458"/>
                      <a:pt x="6409" y="8452"/>
                    </a:cubicBezTo>
                    <a:cubicBezTo>
                      <a:pt x="6322" y="8413"/>
                      <a:pt x="6333" y="8327"/>
                      <a:pt x="6376" y="8256"/>
                    </a:cubicBezTo>
                    <a:lnTo>
                      <a:pt x="6376" y="8256"/>
                    </a:lnTo>
                    <a:cubicBezTo>
                      <a:pt x="6440" y="8262"/>
                      <a:pt x="6504" y="8265"/>
                      <a:pt x="6569" y="8265"/>
                    </a:cubicBezTo>
                    <a:cubicBezTo>
                      <a:pt x="6614" y="8265"/>
                      <a:pt x="6661" y="8264"/>
                      <a:pt x="6708" y="8261"/>
                    </a:cubicBezTo>
                    <a:cubicBezTo>
                      <a:pt x="6726" y="8263"/>
                      <a:pt x="6744" y="8263"/>
                      <a:pt x="6763" y="8263"/>
                    </a:cubicBezTo>
                    <a:cubicBezTo>
                      <a:pt x="6819" y="8263"/>
                      <a:pt x="6878" y="8257"/>
                      <a:pt x="6931" y="8245"/>
                    </a:cubicBezTo>
                    <a:close/>
                    <a:moveTo>
                      <a:pt x="1403" y="8283"/>
                    </a:moveTo>
                    <a:cubicBezTo>
                      <a:pt x="1473" y="8310"/>
                      <a:pt x="1549" y="8327"/>
                      <a:pt x="1626" y="8327"/>
                    </a:cubicBezTo>
                    <a:cubicBezTo>
                      <a:pt x="1696" y="8333"/>
                      <a:pt x="1766" y="8336"/>
                      <a:pt x="1835" y="8336"/>
                    </a:cubicBezTo>
                    <a:cubicBezTo>
                      <a:pt x="1883" y="8336"/>
                      <a:pt x="1932" y="8334"/>
                      <a:pt x="1979" y="8332"/>
                    </a:cubicBezTo>
                    <a:lnTo>
                      <a:pt x="1979" y="8332"/>
                    </a:lnTo>
                    <a:cubicBezTo>
                      <a:pt x="2017" y="8419"/>
                      <a:pt x="2060" y="8511"/>
                      <a:pt x="1935" y="8544"/>
                    </a:cubicBezTo>
                    <a:cubicBezTo>
                      <a:pt x="1930" y="8538"/>
                      <a:pt x="1925" y="8533"/>
                      <a:pt x="1914" y="8528"/>
                    </a:cubicBezTo>
                    <a:cubicBezTo>
                      <a:pt x="1905" y="8521"/>
                      <a:pt x="1896" y="8518"/>
                      <a:pt x="1886" y="8518"/>
                    </a:cubicBezTo>
                    <a:cubicBezTo>
                      <a:pt x="1863" y="8518"/>
                      <a:pt x="1841" y="8534"/>
                      <a:pt x="1838" y="8560"/>
                    </a:cubicBezTo>
                    <a:cubicBezTo>
                      <a:pt x="1783" y="8560"/>
                      <a:pt x="1729" y="8555"/>
                      <a:pt x="1680" y="8555"/>
                    </a:cubicBezTo>
                    <a:cubicBezTo>
                      <a:pt x="1620" y="8555"/>
                      <a:pt x="1555" y="8544"/>
                      <a:pt x="1495" y="8517"/>
                    </a:cubicBezTo>
                    <a:cubicBezTo>
                      <a:pt x="1435" y="8495"/>
                      <a:pt x="1397" y="8468"/>
                      <a:pt x="1392" y="8403"/>
                    </a:cubicBezTo>
                    <a:cubicBezTo>
                      <a:pt x="1386" y="8365"/>
                      <a:pt x="1392" y="8321"/>
                      <a:pt x="1403" y="8283"/>
                    </a:cubicBezTo>
                    <a:close/>
                    <a:moveTo>
                      <a:pt x="2609" y="5049"/>
                    </a:moveTo>
                    <a:lnTo>
                      <a:pt x="2642" y="5070"/>
                    </a:lnTo>
                    <a:lnTo>
                      <a:pt x="2680" y="5098"/>
                    </a:lnTo>
                    <a:cubicBezTo>
                      <a:pt x="2696" y="5179"/>
                      <a:pt x="2691" y="5277"/>
                      <a:pt x="2713" y="5342"/>
                    </a:cubicBezTo>
                    <a:cubicBezTo>
                      <a:pt x="2751" y="5478"/>
                      <a:pt x="2843" y="5592"/>
                      <a:pt x="2892" y="5723"/>
                    </a:cubicBezTo>
                    <a:cubicBezTo>
                      <a:pt x="2941" y="5837"/>
                      <a:pt x="3001" y="5951"/>
                      <a:pt x="3066" y="6054"/>
                    </a:cubicBezTo>
                    <a:lnTo>
                      <a:pt x="3099" y="6109"/>
                    </a:lnTo>
                    <a:cubicBezTo>
                      <a:pt x="3076" y="6107"/>
                      <a:pt x="3053" y="6106"/>
                      <a:pt x="3029" y="6106"/>
                    </a:cubicBezTo>
                    <a:cubicBezTo>
                      <a:pt x="2856" y="6106"/>
                      <a:pt x="2678" y="6155"/>
                      <a:pt x="2501" y="6174"/>
                    </a:cubicBezTo>
                    <a:cubicBezTo>
                      <a:pt x="2381" y="6185"/>
                      <a:pt x="2262" y="6212"/>
                      <a:pt x="2153" y="6255"/>
                    </a:cubicBezTo>
                    <a:cubicBezTo>
                      <a:pt x="2060" y="6299"/>
                      <a:pt x="1979" y="6353"/>
                      <a:pt x="1892" y="6391"/>
                    </a:cubicBezTo>
                    <a:cubicBezTo>
                      <a:pt x="1876" y="6375"/>
                      <a:pt x="1859" y="6364"/>
                      <a:pt x="1843" y="6353"/>
                    </a:cubicBezTo>
                    <a:cubicBezTo>
                      <a:pt x="1828" y="6344"/>
                      <a:pt x="1812" y="6340"/>
                      <a:pt x="1796" y="6340"/>
                    </a:cubicBezTo>
                    <a:cubicBezTo>
                      <a:pt x="1763" y="6340"/>
                      <a:pt x="1731" y="6357"/>
                      <a:pt x="1713" y="6386"/>
                    </a:cubicBezTo>
                    <a:cubicBezTo>
                      <a:pt x="1658" y="6506"/>
                      <a:pt x="1669" y="6658"/>
                      <a:pt x="1691" y="6783"/>
                    </a:cubicBezTo>
                    <a:cubicBezTo>
                      <a:pt x="1683" y="6782"/>
                      <a:pt x="1674" y="6782"/>
                      <a:pt x="1666" y="6782"/>
                    </a:cubicBezTo>
                    <a:cubicBezTo>
                      <a:pt x="1496" y="6782"/>
                      <a:pt x="1290" y="6832"/>
                      <a:pt x="1212" y="6843"/>
                    </a:cubicBezTo>
                    <a:cubicBezTo>
                      <a:pt x="1174" y="6853"/>
                      <a:pt x="1174" y="6897"/>
                      <a:pt x="1212" y="6908"/>
                    </a:cubicBezTo>
                    <a:cubicBezTo>
                      <a:pt x="1278" y="6913"/>
                      <a:pt x="1354" y="6924"/>
                      <a:pt x="1424" y="6930"/>
                    </a:cubicBezTo>
                    <a:cubicBezTo>
                      <a:pt x="1337" y="6968"/>
                      <a:pt x="1256" y="7011"/>
                      <a:pt x="1180" y="7060"/>
                    </a:cubicBezTo>
                    <a:cubicBezTo>
                      <a:pt x="1044" y="7136"/>
                      <a:pt x="848" y="7239"/>
                      <a:pt x="908" y="7424"/>
                    </a:cubicBezTo>
                    <a:cubicBezTo>
                      <a:pt x="911" y="7440"/>
                      <a:pt x="924" y="7448"/>
                      <a:pt x="937" y="7448"/>
                    </a:cubicBezTo>
                    <a:cubicBezTo>
                      <a:pt x="946" y="7448"/>
                      <a:pt x="956" y="7444"/>
                      <a:pt x="962" y="7435"/>
                    </a:cubicBezTo>
                    <a:cubicBezTo>
                      <a:pt x="1000" y="7375"/>
                      <a:pt x="1049" y="7326"/>
                      <a:pt x="1104" y="7283"/>
                    </a:cubicBezTo>
                    <a:cubicBezTo>
                      <a:pt x="1158" y="7250"/>
                      <a:pt x="1223" y="7228"/>
                      <a:pt x="1278" y="7196"/>
                    </a:cubicBezTo>
                    <a:cubicBezTo>
                      <a:pt x="1332" y="7169"/>
                      <a:pt x="1397" y="7125"/>
                      <a:pt x="1457" y="7093"/>
                    </a:cubicBezTo>
                    <a:cubicBezTo>
                      <a:pt x="1522" y="7060"/>
                      <a:pt x="1588" y="7038"/>
                      <a:pt x="1664" y="7027"/>
                    </a:cubicBezTo>
                    <a:lnTo>
                      <a:pt x="1664" y="7027"/>
                    </a:lnTo>
                    <a:cubicBezTo>
                      <a:pt x="1631" y="7038"/>
                      <a:pt x="1604" y="7055"/>
                      <a:pt x="1588" y="7071"/>
                    </a:cubicBezTo>
                    <a:cubicBezTo>
                      <a:pt x="1435" y="7169"/>
                      <a:pt x="1278" y="7315"/>
                      <a:pt x="1343" y="7511"/>
                    </a:cubicBezTo>
                    <a:cubicBezTo>
                      <a:pt x="1354" y="7549"/>
                      <a:pt x="1376" y="7582"/>
                      <a:pt x="1397" y="7614"/>
                    </a:cubicBezTo>
                    <a:cubicBezTo>
                      <a:pt x="1261" y="7669"/>
                      <a:pt x="1218" y="7864"/>
                      <a:pt x="1223" y="8000"/>
                    </a:cubicBezTo>
                    <a:cubicBezTo>
                      <a:pt x="1218" y="8082"/>
                      <a:pt x="1250" y="8158"/>
                      <a:pt x="1310" y="8212"/>
                    </a:cubicBezTo>
                    <a:cubicBezTo>
                      <a:pt x="1283" y="8245"/>
                      <a:pt x="1261" y="8283"/>
                      <a:pt x="1250" y="8321"/>
                    </a:cubicBezTo>
                    <a:cubicBezTo>
                      <a:pt x="1207" y="8408"/>
                      <a:pt x="1223" y="8517"/>
                      <a:pt x="1289" y="8593"/>
                    </a:cubicBezTo>
                    <a:cubicBezTo>
                      <a:pt x="1327" y="8631"/>
                      <a:pt x="1376" y="8664"/>
                      <a:pt x="1424" y="8685"/>
                    </a:cubicBezTo>
                    <a:lnTo>
                      <a:pt x="1386" y="8691"/>
                    </a:lnTo>
                    <a:lnTo>
                      <a:pt x="1386" y="8696"/>
                    </a:lnTo>
                    <a:cubicBezTo>
                      <a:pt x="1337" y="8707"/>
                      <a:pt x="1289" y="8712"/>
                      <a:pt x="1240" y="8712"/>
                    </a:cubicBezTo>
                    <a:cubicBezTo>
                      <a:pt x="1191" y="8712"/>
                      <a:pt x="1142" y="8707"/>
                      <a:pt x="1093" y="8696"/>
                    </a:cubicBezTo>
                    <a:cubicBezTo>
                      <a:pt x="995" y="8664"/>
                      <a:pt x="897" y="8642"/>
                      <a:pt x="794" y="8631"/>
                    </a:cubicBezTo>
                    <a:cubicBezTo>
                      <a:pt x="691" y="8631"/>
                      <a:pt x="587" y="8615"/>
                      <a:pt x="489" y="8577"/>
                    </a:cubicBezTo>
                    <a:cubicBezTo>
                      <a:pt x="435" y="8560"/>
                      <a:pt x="386" y="8544"/>
                      <a:pt x="332" y="8533"/>
                    </a:cubicBezTo>
                    <a:cubicBezTo>
                      <a:pt x="305" y="8528"/>
                      <a:pt x="239" y="8528"/>
                      <a:pt x="218" y="8506"/>
                    </a:cubicBezTo>
                    <a:cubicBezTo>
                      <a:pt x="185" y="8468"/>
                      <a:pt x="261" y="8343"/>
                      <a:pt x="272" y="8299"/>
                    </a:cubicBezTo>
                    <a:cubicBezTo>
                      <a:pt x="310" y="8201"/>
                      <a:pt x="299" y="8098"/>
                      <a:pt x="326" y="7995"/>
                    </a:cubicBezTo>
                    <a:cubicBezTo>
                      <a:pt x="354" y="7908"/>
                      <a:pt x="386" y="7816"/>
                      <a:pt x="435" y="7734"/>
                    </a:cubicBezTo>
                    <a:cubicBezTo>
                      <a:pt x="484" y="7636"/>
                      <a:pt x="528" y="7533"/>
                      <a:pt x="566" y="7430"/>
                    </a:cubicBezTo>
                    <a:cubicBezTo>
                      <a:pt x="598" y="7321"/>
                      <a:pt x="647" y="7223"/>
                      <a:pt x="701" y="7125"/>
                    </a:cubicBezTo>
                    <a:cubicBezTo>
                      <a:pt x="756" y="7038"/>
                      <a:pt x="821" y="6962"/>
                      <a:pt x="875" y="6881"/>
                    </a:cubicBezTo>
                    <a:cubicBezTo>
                      <a:pt x="1000" y="6696"/>
                      <a:pt x="1142" y="6527"/>
                      <a:pt x="1299" y="6370"/>
                    </a:cubicBezTo>
                    <a:cubicBezTo>
                      <a:pt x="1457" y="6212"/>
                      <a:pt x="1582" y="6033"/>
                      <a:pt x="1740" y="5875"/>
                    </a:cubicBezTo>
                    <a:cubicBezTo>
                      <a:pt x="1930" y="5690"/>
                      <a:pt x="2120" y="5505"/>
                      <a:pt x="2310" y="5321"/>
                    </a:cubicBezTo>
                    <a:cubicBezTo>
                      <a:pt x="2392" y="5239"/>
                      <a:pt x="2479" y="5168"/>
                      <a:pt x="2561" y="5092"/>
                    </a:cubicBezTo>
                    <a:cubicBezTo>
                      <a:pt x="2577" y="5076"/>
                      <a:pt x="2593" y="5065"/>
                      <a:pt x="2609" y="5049"/>
                    </a:cubicBezTo>
                    <a:close/>
                    <a:moveTo>
                      <a:pt x="6366" y="4690"/>
                    </a:moveTo>
                    <a:cubicBezTo>
                      <a:pt x="6376" y="4739"/>
                      <a:pt x="6404" y="4782"/>
                      <a:pt x="6447" y="4810"/>
                    </a:cubicBezTo>
                    <a:cubicBezTo>
                      <a:pt x="6512" y="4864"/>
                      <a:pt x="6567" y="4929"/>
                      <a:pt x="6621" y="5000"/>
                    </a:cubicBezTo>
                    <a:cubicBezTo>
                      <a:pt x="6779" y="5185"/>
                      <a:pt x="6942" y="5369"/>
                      <a:pt x="7116" y="5543"/>
                    </a:cubicBezTo>
                    <a:cubicBezTo>
                      <a:pt x="7197" y="5630"/>
                      <a:pt x="7284" y="5712"/>
                      <a:pt x="7366" y="5799"/>
                    </a:cubicBezTo>
                    <a:cubicBezTo>
                      <a:pt x="7431" y="5875"/>
                      <a:pt x="7469" y="5962"/>
                      <a:pt x="7551" y="6022"/>
                    </a:cubicBezTo>
                    <a:cubicBezTo>
                      <a:pt x="7594" y="6060"/>
                      <a:pt x="7638" y="6071"/>
                      <a:pt x="7665" y="6125"/>
                    </a:cubicBezTo>
                    <a:cubicBezTo>
                      <a:pt x="7686" y="6168"/>
                      <a:pt x="7708" y="6212"/>
                      <a:pt x="7735" y="6250"/>
                    </a:cubicBezTo>
                    <a:cubicBezTo>
                      <a:pt x="7768" y="6283"/>
                      <a:pt x="7801" y="6315"/>
                      <a:pt x="7839" y="6337"/>
                    </a:cubicBezTo>
                    <a:cubicBezTo>
                      <a:pt x="7893" y="6380"/>
                      <a:pt x="7937" y="6424"/>
                      <a:pt x="7975" y="6484"/>
                    </a:cubicBezTo>
                    <a:cubicBezTo>
                      <a:pt x="8045" y="6576"/>
                      <a:pt x="8105" y="6674"/>
                      <a:pt x="8170" y="6772"/>
                    </a:cubicBezTo>
                    <a:cubicBezTo>
                      <a:pt x="8230" y="6875"/>
                      <a:pt x="8312" y="6968"/>
                      <a:pt x="8382" y="7065"/>
                    </a:cubicBezTo>
                    <a:cubicBezTo>
                      <a:pt x="8426" y="7147"/>
                      <a:pt x="8469" y="7228"/>
                      <a:pt x="8502" y="7315"/>
                    </a:cubicBezTo>
                    <a:cubicBezTo>
                      <a:pt x="8562" y="7419"/>
                      <a:pt x="8611" y="7527"/>
                      <a:pt x="8649" y="7647"/>
                    </a:cubicBezTo>
                    <a:cubicBezTo>
                      <a:pt x="8676" y="7750"/>
                      <a:pt x="8687" y="7859"/>
                      <a:pt x="8692" y="7968"/>
                    </a:cubicBezTo>
                    <a:cubicBezTo>
                      <a:pt x="8698" y="8066"/>
                      <a:pt x="8746" y="8131"/>
                      <a:pt x="8714" y="8229"/>
                    </a:cubicBezTo>
                    <a:lnTo>
                      <a:pt x="8714" y="8245"/>
                    </a:lnTo>
                    <a:cubicBezTo>
                      <a:pt x="8681" y="8343"/>
                      <a:pt x="8627" y="8370"/>
                      <a:pt x="8545" y="8430"/>
                    </a:cubicBezTo>
                    <a:cubicBezTo>
                      <a:pt x="8453" y="8500"/>
                      <a:pt x="8355" y="8555"/>
                      <a:pt x="8246" y="8598"/>
                    </a:cubicBezTo>
                    <a:cubicBezTo>
                      <a:pt x="8127" y="8642"/>
                      <a:pt x="8002" y="8712"/>
                      <a:pt x="7871" y="8734"/>
                    </a:cubicBezTo>
                    <a:cubicBezTo>
                      <a:pt x="7841" y="8739"/>
                      <a:pt x="7811" y="8741"/>
                      <a:pt x="7781" y="8741"/>
                    </a:cubicBezTo>
                    <a:cubicBezTo>
                      <a:pt x="7723" y="8741"/>
                      <a:pt x="7666" y="8735"/>
                      <a:pt x="7608" y="8735"/>
                    </a:cubicBezTo>
                    <a:cubicBezTo>
                      <a:pt x="7573" y="8735"/>
                      <a:pt x="7538" y="8737"/>
                      <a:pt x="7502" y="8745"/>
                    </a:cubicBezTo>
                    <a:cubicBezTo>
                      <a:pt x="7466" y="8754"/>
                      <a:pt x="7431" y="8770"/>
                      <a:pt x="7393" y="8770"/>
                    </a:cubicBezTo>
                    <a:cubicBezTo>
                      <a:pt x="7384" y="8770"/>
                      <a:pt x="7375" y="8769"/>
                      <a:pt x="7366" y="8767"/>
                    </a:cubicBezTo>
                    <a:cubicBezTo>
                      <a:pt x="7322" y="8756"/>
                      <a:pt x="7290" y="8718"/>
                      <a:pt x="7246" y="8712"/>
                    </a:cubicBezTo>
                    <a:cubicBezTo>
                      <a:pt x="7216" y="8706"/>
                      <a:pt x="7184" y="8701"/>
                      <a:pt x="7152" y="8701"/>
                    </a:cubicBezTo>
                    <a:cubicBezTo>
                      <a:pt x="7132" y="8701"/>
                      <a:pt x="7113" y="8703"/>
                      <a:pt x="7094" y="8707"/>
                    </a:cubicBezTo>
                    <a:cubicBezTo>
                      <a:pt x="7034" y="8712"/>
                      <a:pt x="6980" y="8750"/>
                      <a:pt x="6925" y="8750"/>
                    </a:cubicBezTo>
                    <a:cubicBezTo>
                      <a:pt x="6887" y="8750"/>
                      <a:pt x="6855" y="8772"/>
                      <a:pt x="6838" y="8805"/>
                    </a:cubicBezTo>
                    <a:lnTo>
                      <a:pt x="6838" y="8647"/>
                    </a:lnTo>
                    <a:cubicBezTo>
                      <a:pt x="6838" y="8631"/>
                      <a:pt x="6838" y="8620"/>
                      <a:pt x="6833" y="8609"/>
                    </a:cubicBezTo>
                    <a:cubicBezTo>
                      <a:pt x="6925" y="8571"/>
                      <a:pt x="7002" y="8506"/>
                      <a:pt x="7056" y="8424"/>
                    </a:cubicBezTo>
                    <a:cubicBezTo>
                      <a:pt x="7094" y="8359"/>
                      <a:pt x="7116" y="8288"/>
                      <a:pt x="7121" y="8212"/>
                    </a:cubicBezTo>
                    <a:cubicBezTo>
                      <a:pt x="7137" y="8163"/>
                      <a:pt x="7137" y="8115"/>
                      <a:pt x="7132" y="8066"/>
                    </a:cubicBezTo>
                    <a:cubicBezTo>
                      <a:pt x="7148" y="8022"/>
                      <a:pt x="7159" y="7979"/>
                      <a:pt x="7170" y="7930"/>
                    </a:cubicBezTo>
                    <a:cubicBezTo>
                      <a:pt x="7192" y="7826"/>
                      <a:pt x="7224" y="7571"/>
                      <a:pt x="7110" y="7495"/>
                    </a:cubicBezTo>
                    <a:cubicBezTo>
                      <a:pt x="7116" y="7479"/>
                      <a:pt x="7127" y="7462"/>
                      <a:pt x="7137" y="7446"/>
                    </a:cubicBezTo>
                    <a:cubicBezTo>
                      <a:pt x="7186" y="7353"/>
                      <a:pt x="7192" y="7239"/>
                      <a:pt x="7148" y="7141"/>
                    </a:cubicBezTo>
                    <a:cubicBezTo>
                      <a:pt x="7143" y="7131"/>
                      <a:pt x="7137" y="7125"/>
                      <a:pt x="7132" y="7114"/>
                    </a:cubicBezTo>
                    <a:lnTo>
                      <a:pt x="7241" y="7114"/>
                    </a:lnTo>
                    <a:cubicBezTo>
                      <a:pt x="7344" y="7114"/>
                      <a:pt x="7447" y="7125"/>
                      <a:pt x="7551" y="7158"/>
                    </a:cubicBezTo>
                    <a:cubicBezTo>
                      <a:pt x="7615" y="7186"/>
                      <a:pt x="7676" y="7221"/>
                      <a:pt x="7750" y="7221"/>
                    </a:cubicBezTo>
                    <a:cubicBezTo>
                      <a:pt x="7763" y="7221"/>
                      <a:pt x="7776" y="7220"/>
                      <a:pt x="7790" y="7218"/>
                    </a:cubicBezTo>
                    <a:cubicBezTo>
                      <a:pt x="7817" y="7212"/>
                      <a:pt x="7828" y="7180"/>
                      <a:pt x="7817" y="7152"/>
                    </a:cubicBezTo>
                    <a:cubicBezTo>
                      <a:pt x="7801" y="7125"/>
                      <a:pt x="7784" y="7098"/>
                      <a:pt x="7763" y="7076"/>
                    </a:cubicBezTo>
                    <a:lnTo>
                      <a:pt x="7763" y="7076"/>
                    </a:lnTo>
                    <a:cubicBezTo>
                      <a:pt x="7767" y="7078"/>
                      <a:pt x="7771" y="7079"/>
                      <a:pt x="7776" y="7079"/>
                    </a:cubicBezTo>
                    <a:cubicBezTo>
                      <a:pt x="7800" y="7079"/>
                      <a:pt x="7826" y="7055"/>
                      <a:pt x="7817" y="7027"/>
                    </a:cubicBezTo>
                    <a:cubicBezTo>
                      <a:pt x="7757" y="6876"/>
                      <a:pt x="7584" y="6834"/>
                      <a:pt x="7406" y="6834"/>
                    </a:cubicBezTo>
                    <a:cubicBezTo>
                      <a:pt x="7263" y="6834"/>
                      <a:pt x="7118" y="6861"/>
                      <a:pt x="7023" y="6881"/>
                    </a:cubicBezTo>
                    <a:cubicBezTo>
                      <a:pt x="7002" y="6886"/>
                      <a:pt x="7002" y="6919"/>
                      <a:pt x="7023" y="6924"/>
                    </a:cubicBezTo>
                    <a:cubicBezTo>
                      <a:pt x="7121" y="6940"/>
                      <a:pt x="7224" y="6951"/>
                      <a:pt x="7322" y="6957"/>
                    </a:cubicBezTo>
                    <a:cubicBezTo>
                      <a:pt x="7305" y="6956"/>
                      <a:pt x="7287" y="6955"/>
                      <a:pt x="7269" y="6955"/>
                    </a:cubicBezTo>
                    <a:cubicBezTo>
                      <a:pt x="7184" y="6955"/>
                      <a:pt x="7098" y="6966"/>
                      <a:pt x="7012" y="6984"/>
                    </a:cubicBezTo>
                    <a:cubicBezTo>
                      <a:pt x="6958" y="7000"/>
                      <a:pt x="6909" y="7033"/>
                      <a:pt x="6860" y="7049"/>
                    </a:cubicBezTo>
                    <a:cubicBezTo>
                      <a:pt x="6849" y="6995"/>
                      <a:pt x="6855" y="6940"/>
                      <a:pt x="6871" y="6886"/>
                    </a:cubicBezTo>
                    <a:cubicBezTo>
                      <a:pt x="6887" y="6848"/>
                      <a:pt x="6904" y="6810"/>
                      <a:pt x="6915" y="6772"/>
                    </a:cubicBezTo>
                    <a:cubicBezTo>
                      <a:pt x="6920" y="6734"/>
                      <a:pt x="6898" y="6679"/>
                      <a:pt x="6915" y="6647"/>
                    </a:cubicBezTo>
                    <a:cubicBezTo>
                      <a:pt x="6946" y="6588"/>
                      <a:pt x="6899" y="6530"/>
                      <a:pt x="6845" y="6530"/>
                    </a:cubicBezTo>
                    <a:cubicBezTo>
                      <a:pt x="6834" y="6530"/>
                      <a:pt x="6823" y="6532"/>
                      <a:pt x="6811" y="6538"/>
                    </a:cubicBezTo>
                    <a:cubicBezTo>
                      <a:pt x="6773" y="6560"/>
                      <a:pt x="6735" y="6571"/>
                      <a:pt x="6697" y="6582"/>
                    </a:cubicBezTo>
                    <a:cubicBezTo>
                      <a:pt x="6643" y="6538"/>
                      <a:pt x="6610" y="6457"/>
                      <a:pt x="6561" y="6402"/>
                    </a:cubicBezTo>
                    <a:cubicBezTo>
                      <a:pt x="6485" y="6326"/>
                      <a:pt x="6393" y="6266"/>
                      <a:pt x="6289" y="6228"/>
                    </a:cubicBezTo>
                    <a:cubicBezTo>
                      <a:pt x="6121" y="6162"/>
                      <a:pt x="5942" y="6131"/>
                      <a:pt x="5763" y="6131"/>
                    </a:cubicBezTo>
                    <a:cubicBezTo>
                      <a:pt x="5677" y="6131"/>
                      <a:pt x="5591" y="6138"/>
                      <a:pt x="5507" y="6152"/>
                    </a:cubicBezTo>
                    <a:lnTo>
                      <a:pt x="5447" y="6158"/>
                    </a:lnTo>
                    <a:cubicBezTo>
                      <a:pt x="5458" y="6141"/>
                      <a:pt x="5469" y="6125"/>
                      <a:pt x="5480" y="6109"/>
                    </a:cubicBezTo>
                    <a:lnTo>
                      <a:pt x="5507" y="6076"/>
                    </a:lnTo>
                    <a:cubicBezTo>
                      <a:pt x="5512" y="6082"/>
                      <a:pt x="5518" y="6087"/>
                      <a:pt x="5528" y="6092"/>
                    </a:cubicBezTo>
                    <a:cubicBezTo>
                      <a:pt x="5540" y="6107"/>
                      <a:pt x="5557" y="6114"/>
                      <a:pt x="5573" y="6114"/>
                    </a:cubicBezTo>
                    <a:cubicBezTo>
                      <a:pt x="5594" y="6114"/>
                      <a:pt x="5614" y="6103"/>
                      <a:pt x="5626" y="6082"/>
                    </a:cubicBezTo>
                    <a:cubicBezTo>
                      <a:pt x="5697" y="5984"/>
                      <a:pt x="5735" y="5853"/>
                      <a:pt x="5800" y="5750"/>
                    </a:cubicBezTo>
                    <a:cubicBezTo>
                      <a:pt x="5844" y="5685"/>
                      <a:pt x="5882" y="5619"/>
                      <a:pt x="5909" y="5543"/>
                    </a:cubicBezTo>
                    <a:cubicBezTo>
                      <a:pt x="5936" y="5478"/>
                      <a:pt x="5936" y="5402"/>
                      <a:pt x="5974" y="5342"/>
                    </a:cubicBezTo>
                    <a:cubicBezTo>
                      <a:pt x="6050" y="5228"/>
                      <a:pt x="6088" y="5103"/>
                      <a:pt x="6159" y="4989"/>
                    </a:cubicBezTo>
                    <a:cubicBezTo>
                      <a:pt x="6164" y="4983"/>
                      <a:pt x="6170" y="4973"/>
                      <a:pt x="6170" y="4967"/>
                    </a:cubicBezTo>
                    <a:cubicBezTo>
                      <a:pt x="6230" y="4886"/>
                      <a:pt x="6273" y="4799"/>
                      <a:pt x="6338" y="4723"/>
                    </a:cubicBezTo>
                    <a:lnTo>
                      <a:pt x="6366" y="4690"/>
                    </a:lnTo>
                    <a:close/>
                    <a:moveTo>
                      <a:pt x="1892" y="6582"/>
                    </a:moveTo>
                    <a:lnTo>
                      <a:pt x="1892" y="6582"/>
                    </a:lnTo>
                    <a:cubicBezTo>
                      <a:pt x="1914" y="6592"/>
                      <a:pt x="1935" y="6598"/>
                      <a:pt x="1963" y="6603"/>
                    </a:cubicBezTo>
                    <a:cubicBezTo>
                      <a:pt x="2050" y="6620"/>
                      <a:pt x="2137" y="6631"/>
                      <a:pt x="2223" y="6647"/>
                    </a:cubicBezTo>
                    <a:cubicBezTo>
                      <a:pt x="2397" y="6679"/>
                      <a:pt x="2577" y="6728"/>
                      <a:pt x="2745" y="6794"/>
                    </a:cubicBezTo>
                    <a:cubicBezTo>
                      <a:pt x="3093" y="6919"/>
                      <a:pt x="3452" y="7022"/>
                      <a:pt x="3805" y="7120"/>
                    </a:cubicBezTo>
                    <a:cubicBezTo>
                      <a:pt x="3838" y="7131"/>
                      <a:pt x="3876" y="7141"/>
                      <a:pt x="3909" y="7152"/>
                    </a:cubicBezTo>
                    <a:cubicBezTo>
                      <a:pt x="3903" y="7245"/>
                      <a:pt x="3898" y="7343"/>
                      <a:pt x="3887" y="7440"/>
                    </a:cubicBezTo>
                    <a:cubicBezTo>
                      <a:pt x="3881" y="7538"/>
                      <a:pt x="3849" y="7647"/>
                      <a:pt x="3838" y="7750"/>
                    </a:cubicBezTo>
                    <a:cubicBezTo>
                      <a:pt x="3827" y="7854"/>
                      <a:pt x="3838" y="7973"/>
                      <a:pt x="3832" y="8082"/>
                    </a:cubicBezTo>
                    <a:cubicBezTo>
                      <a:pt x="3816" y="8180"/>
                      <a:pt x="3816" y="8283"/>
                      <a:pt x="3832" y="8386"/>
                    </a:cubicBezTo>
                    <a:cubicBezTo>
                      <a:pt x="3865" y="8506"/>
                      <a:pt x="3887" y="8631"/>
                      <a:pt x="3903" y="8756"/>
                    </a:cubicBezTo>
                    <a:cubicBezTo>
                      <a:pt x="3898" y="8865"/>
                      <a:pt x="3898" y="8973"/>
                      <a:pt x="3909" y="9082"/>
                    </a:cubicBezTo>
                    <a:cubicBezTo>
                      <a:pt x="3936" y="9191"/>
                      <a:pt x="3952" y="9300"/>
                      <a:pt x="3963" y="9414"/>
                    </a:cubicBezTo>
                    <a:cubicBezTo>
                      <a:pt x="3958" y="9490"/>
                      <a:pt x="3963" y="9560"/>
                      <a:pt x="3979" y="9631"/>
                    </a:cubicBezTo>
                    <a:cubicBezTo>
                      <a:pt x="3930" y="9620"/>
                      <a:pt x="3876" y="9604"/>
                      <a:pt x="3827" y="9588"/>
                    </a:cubicBezTo>
                    <a:cubicBezTo>
                      <a:pt x="3631" y="9528"/>
                      <a:pt x="3430" y="9495"/>
                      <a:pt x="3240" y="9425"/>
                    </a:cubicBezTo>
                    <a:cubicBezTo>
                      <a:pt x="3050" y="9354"/>
                      <a:pt x="2865" y="9305"/>
                      <a:pt x="2680" y="9240"/>
                    </a:cubicBezTo>
                    <a:cubicBezTo>
                      <a:pt x="2566" y="9196"/>
                      <a:pt x="2457" y="9169"/>
                      <a:pt x="2343" y="9136"/>
                    </a:cubicBezTo>
                    <a:cubicBezTo>
                      <a:pt x="2272" y="9115"/>
                      <a:pt x="2126" y="9093"/>
                      <a:pt x="2082" y="9022"/>
                    </a:cubicBezTo>
                    <a:cubicBezTo>
                      <a:pt x="2055" y="8979"/>
                      <a:pt x="2071" y="8914"/>
                      <a:pt x="2066" y="8865"/>
                    </a:cubicBezTo>
                    <a:cubicBezTo>
                      <a:pt x="2060" y="8821"/>
                      <a:pt x="2050" y="8778"/>
                      <a:pt x="2039" y="8734"/>
                    </a:cubicBezTo>
                    <a:lnTo>
                      <a:pt x="2033" y="8723"/>
                    </a:lnTo>
                    <a:cubicBezTo>
                      <a:pt x="2126" y="8685"/>
                      <a:pt x="2196" y="8598"/>
                      <a:pt x="2218" y="8495"/>
                    </a:cubicBezTo>
                    <a:cubicBezTo>
                      <a:pt x="2229" y="8424"/>
                      <a:pt x="2218" y="8348"/>
                      <a:pt x="2185" y="8283"/>
                    </a:cubicBezTo>
                    <a:cubicBezTo>
                      <a:pt x="2218" y="8261"/>
                      <a:pt x="2251" y="8234"/>
                      <a:pt x="2272" y="8201"/>
                    </a:cubicBezTo>
                    <a:cubicBezTo>
                      <a:pt x="2300" y="8131"/>
                      <a:pt x="2294" y="8055"/>
                      <a:pt x="2251" y="7989"/>
                    </a:cubicBezTo>
                    <a:cubicBezTo>
                      <a:pt x="2229" y="7951"/>
                      <a:pt x="2126" y="7859"/>
                      <a:pt x="2153" y="7816"/>
                    </a:cubicBezTo>
                    <a:cubicBezTo>
                      <a:pt x="2153" y="7810"/>
                      <a:pt x="2158" y="7799"/>
                      <a:pt x="2158" y="7794"/>
                    </a:cubicBezTo>
                    <a:cubicBezTo>
                      <a:pt x="2196" y="7783"/>
                      <a:pt x="2229" y="7772"/>
                      <a:pt x="2262" y="7750"/>
                    </a:cubicBezTo>
                    <a:cubicBezTo>
                      <a:pt x="2387" y="7669"/>
                      <a:pt x="2463" y="7457"/>
                      <a:pt x="2294" y="7375"/>
                    </a:cubicBezTo>
                    <a:cubicBezTo>
                      <a:pt x="2207" y="7337"/>
                      <a:pt x="2098" y="7359"/>
                      <a:pt x="2017" y="7310"/>
                    </a:cubicBezTo>
                    <a:cubicBezTo>
                      <a:pt x="1919" y="7245"/>
                      <a:pt x="1990" y="7125"/>
                      <a:pt x="1919" y="7049"/>
                    </a:cubicBezTo>
                    <a:cubicBezTo>
                      <a:pt x="1919" y="7049"/>
                      <a:pt x="1914" y="7049"/>
                      <a:pt x="1914" y="7044"/>
                    </a:cubicBezTo>
                    <a:cubicBezTo>
                      <a:pt x="1919" y="6973"/>
                      <a:pt x="1914" y="6902"/>
                      <a:pt x="1903" y="6832"/>
                    </a:cubicBezTo>
                    <a:lnTo>
                      <a:pt x="1897" y="6804"/>
                    </a:lnTo>
                    <a:lnTo>
                      <a:pt x="1897" y="6804"/>
                    </a:lnTo>
                    <a:cubicBezTo>
                      <a:pt x="1930" y="6832"/>
                      <a:pt x="1973" y="6843"/>
                      <a:pt x="2006" y="6870"/>
                    </a:cubicBezTo>
                    <a:cubicBezTo>
                      <a:pt x="2060" y="6902"/>
                      <a:pt x="2115" y="6930"/>
                      <a:pt x="2180" y="6940"/>
                    </a:cubicBezTo>
                    <a:cubicBezTo>
                      <a:pt x="2365" y="6995"/>
                      <a:pt x="2544" y="7049"/>
                      <a:pt x="2729" y="7103"/>
                    </a:cubicBezTo>
                    <a:cubicBezTo>
                      <a:pt x="2898" y="7163"/>
                      <a:pt x="3071" y="7212"/>
                      <a:pt x="3251" y="7250"/>
                    </a:cubicBezTo>
                    <a:cubicBezTo>
                      <a:pt x="3289" y="7256"/>
                      <a:pt x="3328" y="7258"/>
                      <a:pt x="3368" y="7258"/>
                    </a:cubicBezTo>
                    <a:cubicBezTo>
                      <a:pt x="3407" y="7258"/>
                      <a:pt x="3447" y="7256"/>
                      <a:pt x="3485" y="7250"/>
                    </a:cubicBezTo>
                    <a:cubicBezTo>
                      <a:pt x="3575" y="7250"/>
                      <a:pt x="3656" y="7278"/>
                      <a:pt x="3741" y="7278"/>
                    </a:cubicBezTo>
                    <a:cubicBezTo>
                      <a:pt x="3748" y="7278"/>
                      <a:pt x="3755" y="7278"/>
                      <a:pt x="3762" y="7277"/>
                    </a:cubicBezTo>
                    <a:cubicBezTo>
                      <a:pt x="3789" y="7277"/>
                      <a:pt x="3794" y="7239"/>
                      <a:pt x="3767" y="7234"/>
                    </a:cubicBezTo>
                    <a:cubicBezTo>
                      <a:pt x="3691" y="7218"/>
                      <a:pt x="3620" y="7196"/>
                      <a:pt x="3544" y="7185"/>
                    </a:cubicBezTo>
                    <a:cubicBezTo>
                      <a:pt x="3447" y="7185"/>
                      <a:pt x="3349" y="7174"/>
                      <a:pt x="3256" y="7158"/>
                    </a:cubicBezTo>
                    <a:cubicBezTo>
                      <a:pt x="3099" y="7114"/>
                      <a:pt x="2941" y="7055"/>
                      <a:pt x="2783" y="7006"/>
                    </a:cubicBezTo>
                    <a:cubicBezTo>
                      <a:pt x="2626" y="6962"/>
                      <a:pt x="2446" y="6908"/>
                      <a:pt x="2278" y="6870"/>
                    </a:cubicBezTo>
                    <a:cubicBezTo>
                      <a:pt x="2196" y="6853"/>
                      <a:pt x="2115" y="6826"/>
                      <a:pt x="2039" y="6788"/>
                    </a:cubicBezTo>
                    <a:cubicBezTo>
                      <a:pt x="2001" y="6772"/>
                      <a:pt x="1935" y="6788"/>
                      <a:pt x="1903" y="6766"/>
                    </a:cubicBezTo>
                    <a:cubicBezTo>
                      <a:pt x="1903" y="6761"/>
                      <a:pt x="1897" y="6761"/>
                      <a:pt x="1897" y="6761"/>
                    </a:cubicBezTo>
                    <a:cubicBezTo>
                      <a:pt x="1892" y="6701"/>
                      <a:pt x="1886" y="6641"/>
                      <a:pt x="1892" y="6582"/>
                    </a:cubicBezTo>
                    <a:close/>
                    <a:moveTo>
                      <a:pt x="6719" y="6739"/>
                    </a:moveTo>
                    <a:cubicBezTo>
                      <a:pt x="6697" y="6777"/>
                      <a:pt x="6675" y="6815"/>
                      <a:pt x="6659" y="6853"/>
                    </a:cubicBezTo>
                    <a:cubicBezTo>
                      <a:pt x="6616" y="6978"/>
                      <a:pt x="6637" y="7125"/>
                      <a:pt x="6637" y="7250"/>
                    </a:cubicBezTo>
                    <a:lnTo>
                      <a:pt x="6637" y="7256"/>
                    </a:lnTo>
                    <a:cubicBezTo>
                      <a:pt x="6605" y="7261"/>
                      <a:pt x="6567" y="7267"/>
                      <a:pt x="6540" y="7277"/>
                    </a:cubicBezTo>
                    <a:cubicBezTo>
                      <a:pt x="6420" y="7288"/>
                      <a:pt x="6311" y="7343"/>
                      <a:pt x="6224" y="7430"/>
                    </a:cubicBezTo>
                    <a:cubicBezTo>
                      <a:pt x="6154" y="7511"/>
                      <a:pt x="6143" y="7636"/>
                      <a:pt x="6208" y="7729"/>
                    </a:cubicBezTo>
                    <a:cubicBezTo>
                      <a:pt x="6224" y="7756"/>
                      <a:pt x="6251" y="7777"/>
                      <a:pt x="6279" y="7799"/>
                    </a:cubicBezTo>
                    <a:cubicBezTo>
                      <a:pt x="6175" y="7854"/>
                      <a:pt x="6088" y="7946"/>
                      <a:pt x="6116" y="8060"/>
                    </a:cubicBezTo>
                    <a:cubicBezTo>
                      <a:pt x="6137" y="8153"/>
                      <a:pt x="6208" y="8223"/>
                      <a:pt x="6306" y="8240"/>
                    </a:cubicBezTo>
                    <a:cubicBezTo>
                      <a:pt x="6257" y="8283"/>
                      <a:pt x="6219" y="8343"/>
                      <a:pt x="6208" y="8408"/>
                    </a:cubicBezTo>
                    <a:cubicBezTo>
                      <a:pt x="6197" y="8479"/>
                      <a:pt x="6224" y="8544"/>
                      <a:pt x="6284" y="8587"/>
                    </a:cubicBezTo>
                    <a:cubicBezTo>
                      <a:pt x="6352" y="8638"/>
                      <a:pt x="6442" y="8649"/>
                      <a:pt x="6530" y="8649"/>
                    </a:cubicBezTo>
                    <a:cubicBezTo>
                      <a:pt x="6555" y="8649"/>
                      <a:pt x="6580" y="8648"/>
                      <a:pt x="6605" y="8647"/>
                    </a:cubicBezTo>
                    <a:cubicBezTo>
                      <a:pt x="6605" y="8696"/>
                      <a:pt x="6637" y="8794"/>
                      <a:pt x="6605" y="8837"/>
                    </a:cubicBezTo>
                    <a:lnTo>
                      <a:pt x="6610" y="8837"/>
                    </a:lnTo>
                    <a:cubicBezTo>
                      <a:pt x="6572" y="8892"/>
                      <a:pt x="6420" y="8908"/>
                      <a:pt x="6366" y="8924"/>
                    </a:cubicBezTo>
                    <a:cubicBezTo>
                      <a:pt x="6295" y="8962"/>
                      <a:pt x="6219" y="8995"/>
                      <a:pt x="6143" y="9017"/>
                    </a:cubicBezTo>
                    <a:cubicBezTo>
                      <a:pt x="6050" y="9039"/>
                      <a:pt x="5963" y="9071"/>
                      <a:pt x="5882" y="9115"/>
                    </a:cubicBezTo>
                    <a:cubicBezTo>
                      <a:pt x="5795" y="9158"/>
                      <a:pt x="5713" y="9207"/>
                      <a:pt x="5621" y="9245"/>
                    </a:cubicBezTo>
                    <a:cubicBezTo>
                      <a:pt x="5534" y="9289"/>
                      <a:pt x="5441" y="9300"/>
                      <a:pt x="5349" y="9338"/>
                    </a:cubicBezTo>
                    <a:cubicBezTo>
                      <a:pt x="5262" y="9370"/>
                      <a:pt x="5191" y="9419"/>
                      <a:pt x="5104" y="9452"/>
                    </a:cubicBezTo>
                    <a:cubicBezTo>
                      <a:pt x="5007" y="9484"/>
                      <a:pt x="4903" y="9517"/>
                      <a:pt x="4811" y="9560"/>
                    </a:cubicBezTo>
                    <a:cubicBezTo>
                      <a:pt x="4740" y="9593"/>
                      <a:pt x="4664" y="9637"/>
                      <a:pt x="4588" y="9675"/>
                    </a:cubicBezTo>
                    <a:cubicBezTo>
                      <a:pt x="4588" y="9609"/>
                      <a:pt x="4599" y="9544"/>
                      <a:pt x="4599" y="9479"/>
                    </a:cubicBezTo>
                    <a:lnTo>
                      <a:pt x="4599" y="9131"/>
                    </a:lnTo>
                    <a:cubicBezTo>
                      <a:pt x="4594" y="8897"/>
                      <a:pt x="4599" y="8658"/>
                      <a:pt x="4621" y="8430"/>
                    </a:cubicBezTo>
                    <a:cubicBezTo>
                      <a:pt x="4637" y="8185"/>
                      <a:pt x="4637" y="7946"/>
                      <a:pt x="4626" y="7701"/>
                    </a:cubicBezTo>
                    <a:cubicBezTo>
                      <a:pt x="4632" y="7598"/>
                      <a:pt x="4632" y="7489"/>
                      <a:pt x="4615" y="7386"/>
                    </a:cubicBezTo>
                    <a:cubicBezTo>
                      <a:pt x="4599" y="7299"/>
                      <a:pt x="4566" y="7223"/>
                      <a:pt x="4550" y="7141"/>
                    </a:cubicBezTo>
                    <a:cubicBezTo>
                      <a:pt x="4594" y="7136"/>
                      <a:pt x="4637" y="7125"/>
                      <a:pt x="4686" y="7114"/>
                    </a:cubicBezTo>
                    <a:cubicBezTo>
                      <a:pt x="4849" y="7071"/>
                      <a:pt x="5028" y="7098"/>
                      <a:pt x="5197" y="7076"/>
                    </a:cubicBezTo>
                    <a:cubicBezTo>
                      <a:pt x="5365" y="7060"/>
                      <a:pt x="5545" y="7033"/>
                      <a:pt x="5719" y="7000"/>
                    </a:cubicBezTo>
                    <a:cubicBezTo>
                      <a:pt x="5931" y="6962"/>
                      <a:pt x="6143" y="6908"/>
                      <a:pt x="6349" y="6843"/>
                    </a:cubicBezTo>
                    <a:cubicBezTo>
                      <a:pt x="6463" y="6799"/>
                      <a:pt x="6578" y="6777"/>
                      <a:pt x="6697" y="6750"/>
                    </a:cubicBezTo>
                    <a:cubicBezTo>
                      <a:pt x="6703" y="6745"/>
                      <a:pt x="6713" y="6745"/>
                      <a:pt x="6719" y="6739"/>
                    </a:cubicBezTo>
                    <a:close/>
                    <a:moveTo>
                      <a:pt x="4479" y="7147"/>
                    </a:moveTo>
                    <a:lnTo>
                      <a:pt x="4479" y="7147"/>
                    </a:lnTo>
                    <a:cubicBezTo>
                      <a:pt x="4463" y="7212"/>
                      <a:pt x="4463" y="7277"/>
                      <a:pt x="4468" y="7343"/>
                    </a:cubicBezTo>
                    <a:lnTo>
                      <a:pt x="4463" y="7343"/>
                    </a:lnTo>
                    <a:cubicBezTo>
                      <a:pt x="4474" y="7462"/>
                      <a:pt x="4474" y="7582"/>
                      <a:pt x="4468" y="7701"/>
                    </a:cubicBezTo>
                    <a:cubicBezTo>
                      <a:pt x="4474" y="7957"/>
                      <a:pt x="4468" y="8212"/>
                      <a:pt x="4447" y="8468"/>
                    </a:cubicBezTo>
                    <a:cubicBezTo>
                      <a:pt x="4425" y="8702"/>
                      <a:pt x="4420" y="8935"/>
                      <a:pt x="4425" y="9174"/>
                    </a:cubicBezTo>
                    <a:cubicBezTo>
                      <a:pt x="4425" y="9294"/>
                      <a:pt x="4425" y="9408"/>
                      <a:pt x="4425" y="9528"/>
                    </a:cubicBezTo>
                    <a:cubicBezTo>
                      <a:pt x="4420" y="9598"/>
                      <a:pt x="4420" y="9664"/>
                      <a:pt x="4425" y="9734"/>
                    </a:cubicBezTo>
                    <a:cubicBezTo>
                      <a:pt x="4398" y="9740"/>
                      <a:pt x="4376" y="9740"/>
                      <a:pt x="4349" y="9740"/>
                    </a:cubicBezTo>
                    <a:cubicBezTo>
                      <a:pt x="4278" y="9734"/>
                      <a:pt x="4202" y="9713"/>
                      <a:pt x="4137" y="9680"/>
                    </a:cubicBezTo>
                    <a:cubicBezTo>
                      <a:pt x="4142" y="9669"/>
                      <a:pt x="4142" y="9658"/>
                      <a:pt x="4137" y="9647"/>
                    </a:cubicBezTo>
                    <a:cubicBezTo>
                      <a:pt x="4121" y="9544"/>
                      <a:pt x="4110" y="9441"/>
                      <a:pt x="4110" y="9338"/>
                    </a:cubicBezTo>
                    <a:cubicBezTo>
                      <a:pt x="4099" y="9234"/>
                      <a:pt x="4083" y="9136"/>
                      <a:pt x="4061" y="9039"/>
                    </a:cubicBezTo>
                    <a:cubicBezTo>
                      <a:pt x="4039" y="8930"/>
                      <a:pt x="4061" y="8821"/>
                      <a:pt x="4050" y="8707"/>
                    </a:cubicBezTo>
                    <a:cubicBezTo>
                      <a:pt x="4034" y="8593"/>
                      <a:pt x="4012" y="8479"/>
                      <a:pt x="3985" y="8365"/>
                    </a:cubicBezTo>
                    <a:cubicBezTo>
                      <a:pt x="3963" y="8267"/>
                      <a:pt x="3963" y="8163"/>
                      <a:pt x="3968" y="8060"/>
                    </a:cubicBezTo>
                    <a:cubicBezTo>
                      <a:pt x="3968" y="7957"/>
                      <a:pt x="3952" y="7854"/>
                      <a:pt x="3952" y="7750"/>
                    </a:cubicBezTo>
                    <a:cubicBezTo>
                      <a:pt x="3958" y="7642"/>
                      <a:pt x="3979" y="7544"/>
                      <a:pt x="3979" y="7440"/>
                    </a:cubicBezTo>
                    <a:cubicBezTo>
                      <a:pt x="3979" y="7348"/>
                      <a:pt x="3974" y="7256"/>
                      <a:pt x="3968" y="7169"/>
                    </a:cubicBezTo>
                    <a:lnTo>
                      <a:pt x="3968" y="7169"/>
                    </a:lnTo>
                    <a:lnTo>
                      <a:pt x="4050" y="7190"/>
                    </a:lnTo>
                    <a:cubicBezTo>
                      <a:pt x="4076" y="7197"/>
                      <a:pt x="4104" y="7200"/>
                      <a:pt x="4131" y="7200"/>
                    </a:cubicBezTo>
                    <a:cubicBezTo>
                      <a:pt x="4176" y="7200"/>
                      <a:pt x="4221" y="7191"/>
                      <a:pt x="4262" y="7174"/>
                    </a:cubicBezTo>
                    <a:cubicBezTo>
                      <a:pt x="4338" y="7163"/>
                      <a:pt x="4409" y="7152"/>
                      <a:pt x="4479" y="7147"/>
                    </a:cubicBezTo>
                    <a:close/>
                    <a:moveTo>
                      <a:pt x="5163" y="1"/>
                    </a:moveTo>
                    <a:cubicBezTo>
                      <a:pt x="5135" y="1"/>
                      <a:pt x="5107" y="4"/>
                      <a:pt x="5077" y="10"/>
                    </a:cubicBezTo>
                    <a:cubicBezTo>
                      <a:pt x="4941" y="37"/>
                      <a:pt x="4800" y="70"/>
                      <a:pt x="4664" y="102"/>
                    </a:cubicBezTo>
                    <a:cubicBezTo>
                      <a:pt x="4604" y="108"/>
                      <a:pt x="4550" y="118"/>
                      <a:pt x="4490" y="140"/>
                    </a:cubicBezTo>
                    <a:cubicBezTo>
                      <a:pt x="4452" y="151"/>
                      <a:pt x="4420" y="167"/>
                      <a:pt x="4382" y="184"/>
                    </a:cubicBezTo>
                    <a:lnTo>
                      <a:pt x="4365" y="178"/>
                    </a:lnTo>
                    <a:cubicBezTo>
                      <a:pt x="4371" y="156"/>
                      <a:pt x="4360" y="129"/>
                      <a:pt x="4338" y="118"/>
                    </a:cubicBezTo>
                    <a:cubicBezTo>
                      <a:pt x="4283" y="91"/>
                      <a:pt x="4220" y="80"/>
                      <a:pt x="4155" y="80"/>
                    </a:cubicBezTo>
                    <a:cubicBezTo>
                      <a:pt x="4066" y="80"/>
                      <a:pt x="3976" y="101"/>
                      <a:pt x="3903" y="129"/>
                    </a:cubicBezTo>
                    <a:cubicBezTo>
                      <a:pt x="3822" y="162"/>
                      <a:pt x="3724" y="227"/>
                      <a:pt x="3707" y="309"/>
                    </a:cubicBezTo>
                    <a:lnTo>
                      <a:pt x="3702" y="303"/>
                    </a:lnTo>
                    <a:cubicBezTo>
                      <a:pt x="3707" y="282"/>
                      <a:pt x="3702" y="254"/>
                      <a:pt x="3691" y="233"/>
                    </a:cubicBezTo>
                    <a:lnTo>
                      <a:pt x="3713" y="211"/>
                    </a:lnTo>
                    <a:cubicBezTo>
                      <a:pt x="3751" y="189"/>
                      <a:pt x="3740" y="140"/>
                      <a:pt x="3702" y="129"/>
                    </a:cubicBezTo>
                    <a:cubicBezTo>
                      <a:pt x="3685" y="122"/>
                      <a:pt x="3667" y="118"/>
                      <a:pt x="3649" y="118"/>
                    </a:cubicBezTo>
                    <a:cubicBezTo>
                      <a:pt x="3616" y="118"/>
                      <a:pt x="3583" y="130"/>
                      <a:pt x="3555" y="151"/>
                    </a:cubicBezTo>
                    <a:cubicBezTo>
                      <a:pt x="3542" y="150"/>
                      <a:pt x="3528" y="150"/>
                      <a:pt x="3514" y="150"/>
                    </a:cubicBezTo>
                    <a:cubicBezTo>
                      <a:pt x="3443" y="150"/>
                      <a:pt x="3375" y="163"/>
                      <a:pt x="3311" y="195"/>
                    </a:cubicBezTo>
                    <a:cubicBezTo>
                      <a:pt x="3267" y="200"/>
                      <a:pt x="3218" y="205"/>
                      <a:pt x="3175" y="216"/>
                    </a:cubicBezTo>
                    <a:cubicBezTo>
                      <a:pt x="3191" y="173"/>
                      <a:pt x="3207" y="129"/>
                      <a:pt x="3224" y="80"/>
                    </a:cubicBezTo>
                    <a:cubicBezTo>
                      <a:pt x="3243" y="41"/>
                      <a:pt x="3206" y="20"/>
                      <a:pt x="3174" y="20"/>
                    </a:cubicBezTo>
                    <a:cubicBezTo>
                      <a:pt x="3171" y="20"/>
                      <a:pt x="3167" y="20"/>
                      <a:pt x="3164" y="21"/>
                    </a:cubicBezTo>
                    <a:cubicBezTo>
                      <a:pt x="3153" y="26"/>
                      <a:pt x="3142" y="31"/>
                      <a:pt x="3126" y="37"/>
                    </a:cubicBezTo>
                    <a:cubicBezTo>
                      <a:pt x="3119" y="35"/>
                      <a:pt x="3112" y="33"/>
                      <a:pt x="3106" y="33"/>
                    </a:cubicBezTo>
                    <a:cubicBezTo>
                      <a:pt x="3096" y="33"/>
                      <a:pt x="3086" y="36"/>
                      <a:pt x="3077" y="42"/>
                    </a:cubicBezTo>
                    <a:cubicBezTo>
                      <a:pt x="3006" y="97"/>
                      <a:pt x="2925" y="118"/>
                      <a:pt x="2870" y="178"/>
                    </a:cubicBezTo>
                    <a:cubicBezTo>
                      <a:pt x="2827" y="238"/>
                      <a:pt x="2800" y="303"/>
                      <a:pt x="2783" y="374"/>
                    </a:cubicBezTo>
                    <a:cubicBezTo>
                      <a:pt x="2783" y="379"/>
                      <a:pt x="2778" y="385"/>
                      <a:pt x="2778" y="390"/>
                    </a:cubicBezTo>
                    <a:cubicBezTo>
                      <a:pt x="2756" y="407"/>
                      <a:pt x="2734" y="423"/>
                      <a:pt x="2707" y="439"/>
                    </a:cubicBezTo>
                    <a:cubicBezTo>
                      <a:pt x="2666" y="413"/>
                      <a:pt x="2616" y="397"/>
                      <a:pt x="2566" y="397"/>
                    </a:cubicBezTo>
                    <a:cubicBezTo>
                      <a:pt x="2544" y="397"/>
                      <a:pt x="2522" y="400"/>
                      <a:pt x="2501" y="407"/>
                    </a:cubicBezTo>
                    <a:cubicBezTo>
                      <a:pt x="2370" y="434"/>
                      <a:pt x="2272" y="537"/>
                      <a:pt x="2256" y="667"/>
                    </a:cubicBezTo>
                    <a:cubicBezTo>
                      <a:pt x="2256" y="700"/>
                      <a:pt x="2256" y="727"/>
                      <a:pt x="2267" y="754"/>
                    </a:cubicBezTo>
                    <a:cubicBezTo>
                      <a:pt x="2229" y="754"/>
                      <a:pt x="2196" y="776"/>
                      <a:pt x="2180" y="803"/>
                    </a:cubicBezTo>
                    <a:cubicBezTo>
                      <a:pt x="2175" y="814"/>
                      <a:pt x="2169" y="820"/>
                      <a:pt x="2158" y="831"/>
                    </a:cubicBezTo>
                    <a:cubicBezTo>
                      <a:pt x="2120" y="820"/>
                      <a:pt x="2082" y="820"/>
                      <a:pt x="2044" y="814"/>
                    </a:cubicBezTo>
                    <a:cubicBezTo>
                      <a:pt x="2039" y="814"/>
                      <a:pt x="2033" y="814"/>
                      <a:pt x="2028" y="814"/>
                    </a:cubicBezTo>
                    <a:cubicBezTo>
                      <a:pt x="1849" y="814"/>
                      <a:pt x="1682" y="900"/>
                      <a:pt x="1577" y="1037"/>
                    </a:cubicBezTo>
                    <a:cubicBezTo>
                      <a:pt x="1452" y="1189"/>
                      <a:pt x="1414" y="1390"/>
                      <a:pt x="1462" y="1575"/>
                    </a:cubicBezTo>
                    <a:cubicBezTo>
                      <a:pt x="1446" y="1640"/>
                      <a:pt x="1430" y="1711"/>
                      <a:pt x="1424" y="1782"/>
                    </a:cubicBezTo>
                    <a:cubicBezTo>
                      <a:pt x="1408" y="1896"/>
                      <a:pt x="1403" y="2016"/>
                      <a:pt x="1414" y="2135"/>
                    </a:cubicBezTo>
                    <a:cubicBezTo>
                      <a:pt x="1414" y="2173"/>
                      <a:pt x="1419" y="2206"/>
                      <a:pt x="1430" y="2244"/>
                    </a:cubicBezTo>
                    <a:cubicBezTo>
                      <a:pt x="1348" y="2434"/>
                      <a:pt x="1337" y="2652"/>
                      <a:pt x="1403" y="2853"/>
                    </a:cubicBezTo>
                    <a:cubicBezTo>
                      <a:pt x="1354" y="2923"/>
                      <a:pt x="1327" y="3010"/>
                      <a:pt x="1316" y="3097"/>
                    </a:cubicBezTo>
                    <a:cubicBezTo>
                      <a:pt x="1283" y="3282"/>
                      <a:pt x="1316" y="3478"/>
                      <a:pt x="1414" y="3641"/>
                    </a:cubicBezTo>
                    <a:cubicBezTo>
                      <a:pt x="1495" y="3766"/>
                      <a:pt x="1566" y="3956"/>
                      <a:pt x="1713" y="4021"/>
                    </a:cubicBezTo>
                    <a:cubicBezTo>
                      <a:pt x="1745" y="4038"/>
                      <a:pt x="1780" y="4046"/>
                      <a:pt x="1816" y="4046"/>
                    </a:cubicBezTo>
                    <a:cubicBezTo>
                      <a:pt x="1851" y="4046"/>
                      <a:pt x="1886" y="4038"/>
                      <a:pt x="1919" y="4021"/>
                    </a:cubicBezTo>
                    <a:cubicBezTo>
                      <a:pt x="1930" y="4108"/>
                      <a:pt x="1957" y="4190"/>
                      <a:pt x="1995" y="4266"/>
                    </a:cubicBezTo>
                    <a:cubicBezTo>
                      <a:pt x="2098" y="4473"/>
                      <a:pt x="2191" y="4663"/>
                      <a:pt x="2354" y="4831"/>
                    </a:cubicBezTo>
                    <a:cubicBezTo>
                      <a:pt x="2397" y="4875"/>
                      <a:pt x="2441" y="4918"/>
                      <a:pt x="2490" y="4956"/>
                    </a:cubicBezTo>
                    <a:lnTo>
                      <a:pt x="2441" y="4989"/>
                    </a:lnTo>
                    <a:cubicBezTo>
                      <a:pt x="2349" y="5060"/>
                      <a:pt x="2256" y="5130"/>
                      <a:pt x="2169" y="5206"/>
                    </a:cubicBezTo>
                    <a:cubicBezTo>
                      <a:pt x="1973" y="5375"/>
                      <a:pt x="1783" y="5554"/>
                      <a:pt x="1593" y="5728"/>
                    </a:cubicBezTo>
                    <a:cubicBezTo>
                      <a:pt x="1403" y="5902"/>
                      <a:pt x="1250" y="6087"/>
                      <a:pt x="1077" y="6261"/>
                    </a:cubicBezTo>
                    <a:cubicBezTo>
                      <a:pt x="913" y="6429"/>
                      <a:pt x="767" y="6609"/>
                      <a:pt x="631" y="6799"/>
                    </a:cubicBezTo>
                    <a:cubicBezTo>
                      <a:pt x="560" y="6875"/>
                      <a:pt x="500" y="6962"/>
                      <a:pt x="441" y="7055"/>
                    </a:cubicBezTo>
                    <a:cubicBezTo>
                      <a:pt x="386" y="7163"/>
                      <a:pt x="337" y="7277"/>
                      <a:pt x="299" y="7397"/>
                    </a:cubicBezTo>
                    <a:cubicBezTo>
                      <a:pt x="218" y="7604"/>
                      <a:pt x="71" y="7783"/>
                      <a:pt x="60" y="8011"/>
                    </a:cubicBezTo>
                    <a:cubicBezTo>
                      <a:pt x="71" y="8115"/>
                      <a:pt x="65" y="8218"/>
                      <a:pt x="49" y="8321"/>
                    </a:cubicBezTo>
                    <a:cubicBezTo>
                      <a:pt x="33" y="8403"/>
                      <a:pt x="0" y="8495"/>
                      <a:pt x="38" y="8571"/>
                    </a:cubicBezTo>
                    <a:cubicBezTo>
                      <a:pt x="71" y="8631"/>
                      <a:pt x="125" y="8674"/>
                      <a:pt x="191" y="8691"/>
                    </a:cubicBezTo>
                    <a:cubicBezTo>
                      <a:pt x="299" y="8729"/>
                      <a:pt x="403" y="8772"/>
                      <a:pt x="506" y="8805"/>
                    </a:cubicBezTo>
                    <a:cubicBezTo>
                      <a:pt x="566" y="8827"/>
                      <a:pt x="620" y="8837"/>
                      <a:pt x="680" y="8848"/>
                    </a:cubicBezTo>
                    <a:cubicBezTo>
                      <a:pt x="704" y="8852"/>
                      <a:pt x="728" y="8853"/>
                      <a:pt x="752" y="8853"/>
                    </a:cubicBezTo>
                    <a:cubicBezTo>
                      <a:pt x="778" y="8853"/>
                      <a:pt x="805" y="8852"/>
                      <a:pt x="831" y="8852"/>
                    </a:cubicBezTo>
                    <a:cubicBezTo>
                      <a:pt x="846" y="8852"/>
                      <a:pt x="861" y="8853"/>
                      <a:pt x="875" y="8854"/>
                    </a:cubicBezTo>
                    <a:cubicBezTo>
                      <a:pt x="982" y="8873"/>
                      <a:pt x="1084" y="8910"/>
                      <a:pt x="1194" y="8910"/>
                    </a:cubicBezTo>
                    <a:cubicBezTo>
                      <a:pt x="1207" y="8910"/>
                      <a:pt x="1221" y="8909"/>
                      <a:pt x="1234" y="8908"/>
                    </a:cubicBezTo>
                    <a:cubicBezTo>
                      <a:pt x="1354" y="8897"/>
                      <a:pt x="1468" y="8876"/>
                      <a:pt x="1582" y="8843"/>
                    </a:cubicBezTo>
                    <a:cubicBezTo>
                      <a:pt x="1605" y="8837"/>
                      <a:pt x="1628" y="8835"/>
                      <a:pt x="1651" y="8835"/>
                    </a:cubicBezTo>
                    <a:cubicBezTo>
                      <a:pt x="1704" y="8835"/>
                      <a:pt x="1757" y="8845"/>
                      <a:pt x="1809" y="8845"/>
                    </a:cubicBezTo>
                    <a:cubicBezTo>
                      <a:pt x="1822" y="8845"/>
                      <a:pt x="1835" y="8845"/>
                      <a:pt x="1848" y="8843"/>
                    </a:cubicBezTo>
                    <a:lnTo>
                      <a:pt x="1848" y="8865"/>
                    </a:lnTo>
                    <a:cubicBezTo>
                      <a:pt x="1827" y="8962"/>
                      <a:pt x="1843" y="9071"/>
                      <a:pt x="1892" y="9158"/>
                    </a:cubicBezTo>
                    <a:cubicBezTo>
                      <a:pt x="1995" y="9310"/>
                      <a:pt x="2234" y="9348"/>
                      <a:pt x="2397" y="9397"/>
                    </a:cubicBezTo>
                    <a:cubicBezTo>
                      <a:pt x="2501" y="9425"/>
                      <a:pt x="2604" y="9463"/>
                      <a:pt x="2707" y="9506"/>
                    </a:cubicBezTo>
                    <a:cubicBezTo>
                      <a:pt x="2827" y="9544"/>
                      <a:pt x="2946" y="9571"/>
                      <a:pt x="3061" y="9615"/>
                    </a:cubicBezTo>
                    <a:cubicBezTo>
                      <a:pt x="3164" y="9647"/>
                      <a:pt x="3262" y="9691"/>
                      <a:pt x="3365" y="9718"/>
                    </a:cubicBezTo>
                    <a:cubicBezTo>
                      <a:pt x="3463" y="9745"/>
                      <a:pt x="3577" y="9762"/>
                      <a:pt x="3680" y="9794"/>
                    </a:cubicBezTo>
                    <a:cubicBezTo>
                      <a:pt x="3789" y="9821"/>
                      <a:pt x="3892" y="9859"/>
                      <a:pt x="3996" y="9887"/>
                    </a:cubicBezTo>
                    <a:cubicBezTo>
                      <a:pt x="4104" y="9914"/>
                      <a:pt x="4202" y="9974"/>
                      <a:pt x="4305" y="9979"/>
                    </a:cubicBezTo>
                    <a:cubicBezTo>
                      <a:pt x="4319" y="9980"/>
                      <a:pt x="4333" y="9981"/>
                      <a:pt x="4348" y="9981"/>
                    </a:cubicBezTo>
                    <a:cubicBezTo>
                      <a:pt x="4507" y="9981"/>
                      <a:pt x="4692" y="9901"/>
                      <a:pt x="4822" y="9821"/>
                    </a:cubicBezTo>
                    <a:cubicBezTo>
                      <a:pt x="5007" y="9713"/>
                      <a:pt x="5219" y="9664"/>
                      <a:pt x="5409" y="9560"/>
                    </a:cubicBezTo>
                    <a:cubicBezTo>
                      <a:pt x="5490" y="9517"/>
                      <a:pt x="5594" y="9501"/>
                      <a:pt x="5686" y="9463"/>
                    </a:cubicBezTo>
                    <a:cubicBezTo>
                      <a:pt x="5789" y="9419"/>
                      <a:pt x="5893" y="9359"/>
                      <a:pt x="5996" y="9305"/>
                    </a:cubicBezTo>
                    <a:cubicBezTo>
                      <a:pt x="6050" y="9272"/>
                      <a:pt x="6116" y="9245"/>
                      <a:pt x="6175" y="9229"/>
                    </a:cubicBezTo>
                    <a:cubicBezTo>
                      <a:pt x="6230" y="9223"/>
                      <a:pt x="6284" y="9207"/>
                      <a:pt x="6333" y="9185"/>
                    </a:cubicBezTo>
                    <a:cubicBezTo>
                      <a:pt x="6425" y="9147"/>
                      <a:pt x="6518" y="9109"/>
                      <a:pt x="6616" y="9088"/>
                    </a:cubicBezTo>
                    <a:cubicBezTo>
                      <a:pt x="6697" y="9066"/>
                      <a:pt x="6773" y="9006"/>
                      <a:pt x="6817" y="8930"/>
                    </a:cubicBezTo>
                    <a:cubicBezTo>
                      <a:pt x="6828" y="8908"/>
                      <a:pt x="6833" y="8892"/>
                      <a:pt x="6838" y="8870"/>
                    </a:cubicBezTo>
                    <a:cubicBezTo>
                      <a:pt x="6844" y="8914"/>
                      <a:pt x="6882" y="8946"/>
                      <a:pt x="6931" y="8952"/>
                    </a:cubicBezTo>
                    <a:cubicBezTo>
                      <a:pt x="6935" y="8952"/>
                      <a:pt x="6939" y="8952"/>
                      <a:pt x="6943" y="8952"/>
                    </a:cubicBezTo>
                    <a:cubicBezTo>
                      <a:pt x="7014" y="8952"/>
                      <a:pt x="7083" y="8918"/>
                      <a:pt x="7153" y="8918"/>
                    </a:cubicBezTo>
                    <a:cubicBezTo>
                      <a:pt x="7175" y="8918"/>
                      <a:pt x="7197" y="8921"/>
                      <a:pt x="7219" y="8930"/>
                    </a:cubicBezTo>
                    <a:cubicBezTo>
                      <a:pt x="7257" y="8946"/>
                      <a:pt x="7284" y="8979"/>
                      <a:pt x="7322" y="8990"/>
                    </a:cubicBezTo>
                    <a:cubicBezTo>
                      <a:pt x="7345" y="8996"/>
                      <a:pt x="7368" y="9000"/>
                      <a:pt x="7391" y="9000"/>
                    </a:cubicBezTo>
                    <a:cubicBezTo>
                      <a:pt x="7422" y="9000"/>
                      <a:pt x="7454" y="8994"/>
                      <a:pt x="7485" y="8984"/>
                    </a:cubicBezTo>
                    <a:cubicBezTo>
                      <a:pt x="7542" y="8971"/>
                      <a:pt x="7600" y="8968"/>
                      <a:pt x="7657" y="8968"/>
                    </a:cubicBezTo>
                    <a:cubicBezTo>
                      <a:pt x="7696" y="8968"/>
                      <a:pt x="7735" y="8969"/>
                      <a:pt x="7774" y="8969"/>
                    </a:cubicBezTo>
                    <a:cubicBezTo>
                      <a:pt x="7794" y="8969"/>
                      <a:pt x="7813" y="8969"/>
                      <a:pt x="7833" y="8968"/>
                    </a:cubicBezTo>
                    <a:cubicBezTo>
                      <a:pt x="7953" y="8957"/>
                      <a:pt x="8067" y="8924"/>
                      <a:pt x="8176" y="8870"/>
                    </a:cubicBezTo>
                    <a:cubicBezTo>
                      <a:pt x="8284" y="8827"/>
                      <a:pt x="8399" y="8794"/>
                      <a:pt x="8507" y="8740"/>
                    </a:cubicBezTo>
                    <a:cubicBezTo>
                      <a:pt x="8556" y="8718"/>
                      <a:pt x="8600" y="8691"/>
                      <a:pt x="8643" y="8664"/>
                    </a:cubicBezTo>
                    <a:cubicBezTo>
                      <a:pt x="8687" y="8636"/>
                      <a:pt x="8757" y="8609"/>
                      <a:pt x="8812" y="8577"/>
                    </a:cubicBezTo>
                    <a:cubicBezTo>
                      <a:pt x="8969" y="8473"/>
                      <a:pt x="9040" y="8218"/>
                      <a:pt x="8991" y="8038"/>
                    </a:cubicBezTo>
                    <a:cubicBezTo>
                      <a:pt x="8969" y="7930"/>
                      <a:pt x="8953" y="7826"/>
                      <a:pt x="8942" y="7718"/>
                    </a:cubicBezTo>
                    <a:cubicBezTo>
                      <a:pt x="8920" y="7593"/>
                      <a:pt x="8882" y="7473"/>
                      <a:pt x="8823" y="7359"/>
                    </a:cubicBezTo>
                    <a:cubicBezTo>
                      <a:pt x="8774" y="7261"/>
                      <a:pt x="8725" y="7163"/>
                      <a:pt x="8676" y="7060"/>
                    </a:cubicBezTo>
                    <a:cubicBezTo>
                      <a:pt x="8621" y="6962"/>
                      <a:pt x="8556" y="6870"/>
                      <a:pt x="8486" y="6783"/>
                    </a:cubicBezTo>
                    <a:cubicBezTo>
                      <a:pt x="8328" y="6582"/>
                      <a:pt x="8219" y="6310"/>
                      <a:pt x="8007" y="6158"/>
                    </a:cubicBezTo>
                    <a:cubicBezTo>
                      <a:pt x="7964" y="6136"/>
                      <a:pt x="7926" y="6098"/>
                      <a:pt x="7904" y="6054"/>
                    </a:cubicBezTo>
                    <a:cubicBezTo>
                      <a:pt x="7882" y="6011"/>
                      <a:pt x="7855" y="5973"/>
                      <a:pt x="7828" y="5935"/>
                    </a:cubicBezTo>
                    <a:cubicBezTo>
                      <a:pt x="7790" y="5897"/>
                      <a:pt x="7746" y="5864"/>
                      <a:pt x="7703" y="5842"/>
                    </a:cubicBezTo>
                    <a:cubicBezTo>
                      <a:pt x="7659" y="5799"/>
                      <a:pt x="7621" y="5755"/>
                      <a:pt x="7589" y="5706"/>
                    </a:cubicBezTo>
                    <a:cubicBezTo>
                      <a:pt x="7496" y="5598"/>
                      <a:pt x="7398" y="5500"/>
                      <a:pt x="7290" y="5407"/>
                    </a:cubicBezTo>
                    <a:cubicBezTo>
                      <a:pt x="7181" y="5304"/>
                      <a:pt x="7067" y="5190"/>
                      <a:pt x="6958" y="5081"/>
                    </a:cubicBezTo>
                    <a:cubicBezTo>
                      <a:pt x="6866" y="4978"/>
                      <a:pt x="6762" y="4886"/>
                      <a:pt x="6654" y="4804"/>
                    </a:cubicBezTo>
                    <a:cubicBezTo>
                      <a:pt x="6621" y="4782"/>
                      <a:pt x="6583" y="4761"/>
                      <a:pt x="6545" y="4744"/>
                    </a:cubicBezTo>
                    <a:cubicBezTo>
                      <a:pt x="6507" y="4733"/>
                      <a:pt x="6425" y="4728"/>
                      <a:pt x="6404" y="4690"/>
                    </a:cubicBezTo>
                    <a:cubicBezTo>
                      <a:pt x="6398" y="4685"/>
                      <a:pt x="6387" y="4679"/>
                      <a:pt x="6382" y="4679"/>
                    </a:cubicBezTo>
                    <a:cubicBezTo>
                      <a:pt x="6453" y="4598"/>
                      <a:pt x="6507" y="4511"/>
                      <a:pt x="6550" y="4413"/>
                    </a:cubicBezTo>
                    <a:cubicBezTo>
                      <a:pt x="6605" y="4293"/>
                      <a:pt x="6659" y="4184"/>
                      <a:pt x="6719" y="4070"/>
                    </a:cubicBezTo>
                    <a:cubicBezTo>
                      <a:pt x="6806" y="4054"/>
                      <a:pt x="6887" y="4016"/>
                      <a:pt x="6953" y="3962"/>
                    </a:cubicBezTo>
                    <a:cubicBezTo>
                      <a:pt x="7105" y="3858"/>
                      <a:pt x="7230" y="3728"/>
                      <a:pt x="7333" y="3576"/>
                    </a:cubicBezTo>
                    <a:cubicBezTo>
                      <a:pt x="7431" y="3434"/>
                      <a:pt x="7507" y="3298"/>
                      <a:pt x="7469" y="3119"/>
                    </a:cubicBezTo>
                    <a:cubicBezTo>
                      <a:pt x="7436" y="3005"/>
                      <a:pt x="7371" y="2902"/>
                      <a:pt x="7279" y="2820"/>
                    </a:cubicBezTo>
                    <a:cubicBezTo>
                      <a:pt x="7344" y="2635"/>
                      <a:pt x="7371" y="2434"/>
                      <a:pt x="7360" y="2238"/>
                    </a:cubicBezTo>
                    <a:cubicBezTo>
                      <a:pt x="7349" y="2032"/>
                      <a:pt x="7252" y="1755"/>
                      <a:pt x="7040" y="1695"/>
                    </a:cubicBezTo>
                    <a:cubicBezTo>
                      <a:pt x="7002" y="1619"/>
                      <a:pt x="6969" y="1543"/>
                      <a:pt x="6953" y="1461"/>
                    </a:cubicBezTo>
                    <a:cubicBezTo>
                      <a:pt x="6920" y="1320"/>
                      <a:pt x="6904" y="1162"/>
                      <a:pt x="6833" y="1032"/>
                    </a:cubicBezTo>
                    <a:cubicBezTo>
                      <a:pt x="6795" y="956"/>
                      <a:pt x="6724" y="890"/>
                      <a:pt x="6637" y="858"/>
                    </a:cubicBezTo>
                    <a:cubicBezTo>
                      <a:pt x="6637" y="646"/>
                      <a:pt x="6480" y="396"/>
                      <a:pt x="6306" y="330"/>
                    </a:cubicBezTo>
                    <a:cubicBezTo>
                      <a:pt x="6170" y="276"/>
                      <a:pt x="6034" y="205"/>
                      <a:pt x="5882" y="195"/>
                    </a:cubicBezTo>
                    <a:cubicBezTo>
                      <a:pt x="5858" y="191"/>
                      <a:pt x="5835" y="189"/>
                      <a:pt x="5811" y="189"/>
                    </a:cubicBezTo>
                    <a:cubicBezTo>
                      <a:pt x="5765" y="189"/>
                      <a:pt x="5719" y="196"/>
                      <a:pt x="5675" y="211"/>
                    </a:cubicBezTo>
                    <a:cubicBezTo>
                      <a:pt x="5643" y="222"/>
                      <a:pt x="5615" y="243"/>
                      <a:pt x="5588" y="265"/>
                    </a:cubicBezTo>
                    <a:cubicBezTo>
                      <a:pt x="5572" y="265"/>
                      <a:pt x="5550" y="265"/>
                      <a:pt x="5534" y="276"/>
                    </a:cubicBezTo>
                    <a:cubicBezTo>
                      <a:pt x="5468" y="112"/>
                      <a:pt x="5334" y="1"/>
                      <a:pt x="5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0"/>
              <p:cNvSpPr/>
              <p:nvPr/>
            </p:nvSpPr>
            <p:spPr>
              <a:xfrm>
                <a:off x="2983875" y="5531000"/>
                <a:ext cx="4375" cy="11275"/>
              </a:xfrm>
              <a:custGeom>
                <a:rect b="b" l="l" r="r" t="t"/>
                <a:pathLst>
                  <a:path extrusionOk="0" h="451" w="175">
                    <a:moveTo>
                      <a:pt x="120" y="1"/>
                    </a:moveTo>
                    <a:cubicBezTo>
                      <a:pt x="97" y="1"/>
                      <a:pt x="73" y="16"/>
                      <a:pt x="71" y="45"/>
                    </a:cubicBezTo>
                    <a:cubicBezTo>
                      <a:pt x="60" y="127"/>
                      <a:pt x="38" y="209"/>
                      <a:pt x="11" y="290"/>
                    </a:cubicBezTo>
                    <a:cubicBezTo>
                      <a:pt x="0" y="350"/>
                      <a:pt x="6" y="437"/>
                      <a:pt x="82" y="448"/>
                    </a:cubicBezTo>
                    <a:cubicBezTo>
                      <a:pt x="87" y="449"/>
                      <a:pt x="92" y="450"/>
                      <a:pt x="96" y="450"/>
                    </a:cubicBezTo>
                    <a:cubicBezTo>
                      <a:pt x="123" y="450"/>
                      <a:pt x="147" y="426"/>
                      <a:pt x="147" y="399"/>
                    </a:cubicBezTo>
                    <a:cubicBezTo>
                      <a:pt x="152" y="382"/>
                      <a:pt x="152" y="372"/>
                      <a:pt x="147" y="355"/>
                    </a:cubicBezTo>
                    <a:cubicBezTo>
                      <a:pt x="147" y="350"/>
                      <a:pt x="141" y="344"/>
                      <a:pt x="136" y="339"/>
                    </a:cubicBezTo>
                    <a:cubicBezTo>
                      <a:pt x="141" y="306"/>
                      <a:pt x="147" y="279"/>
                      <a:pt x="152" y="247"/>
                    </a:cubicBezTo>
                    <a:cubicBezTo>
                      <a:pt x="169" y="181"/>
                      <a:pt x="174" y="111"/>
                      <a:pt x="174" y="45"/>
                    </a:cubicBezTo>
                    <a:lnTo>
                      <a:pt x="169" y="45"/>
                    </a:lnTo>
                    <a:cubicBezTo>
                      <a:pt x="166" y="16"/>
                      <a:pt x="143"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0"/>
              <p:cNvSpPr/>
              <p:nvPr/>
            </p:nvSpPr>
            <p:spPr>
              <a:xfrm>
                <a:off x="2988350" y="5532675"/>
                <a:ext cx="3275" cy="8200"/>
              </a:xfrm>
              <a:custGeom>
                <a:rect b="b" l="l" r="r" t="t"/>
                <a:pathLst>
                  <a:path extrusionOk="0" h="328" w="131">
                    <a:moveTo>
                      <a:pt x="69" y="1"/>
                    </a:moveTo>
                    <a:cubicBezTo>
                      <a:pt x="51" y="1"/>
                      <a:pt x="35" y="10"/>
                      <a:pt x="33" y="33"/>
                    </a:cubicBezTo>
                    <a:cubicBezTo>
                      <a:pt x="11" y="114"/>
                      <a:pt x="0" y="201"/>
                      <a:pt x="6" y="288"/>
                    </a:cubicBezTo>
                    <a:cubicBezTo>
                      <a:pt x="11" y="315"/>
                      <a:pt x="31" y="327"/>
                      <a:pt x="51" y="327"/>
                    </a:cubicBezTo>
                    <a:cubicBezTo>
                      <a:pt x="73" y="327"/>
                      <a:pt x="95" y="313"/>
                      <a:pt x="104" y="288"/>
                    </a:cubicBezTo>
                    <a:cubicBezTo>
                      <a:pt x="126" y="212"/>
                      <a:pt x="131" y="125"/>
                      <a:pt x="126" y="44"/>
                    </a:cubicBezTo>
                    <a:cubicBezTo>
                      <a:pt x="122" y="18"/>
                      <a:pt x="94"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0"/>
              <p:cNvSpPr/>
              <p:nvPr/>
            </p:nvSpPr>
            <p:spPr>
              <a:xfrm>
                <a:off x="2992975" y="5537050"/>
                <a:ext cx="4225" cy="7875"/>
              </a:xfrm>
              <a:custGeom>
                <a:rect b="b" l="l" r="r" t="t"/>
                <a:pathLst>
                  <a:path extrusionOk="0" h="315" w="169">
                    <a:moveTo>
                      <a:pt x="96" y="0"/>
                    </a:moveTo>
                    <a:cubicBezTo>
                      <a:pt x="80" y="0"/>
                      <a:pt x="66" y="12"/>
                      <a:pt x="66" y="32"/>
                    </a:cubicBezTo>
                    <a:cubicBezTo>
                      <a:pt x="66" y="54"/>
                      <a:pt x="71" y="81"/>
                      <a:pt x="71" y="102"/>
                    </a:cubicBezTo>
                    <a:cubicBezTo>
                      <a:pt x="66" y="130"/>
                      <a:pt x="49" y="157"/>
                      <a:pt x="38" y="179"/>
                    </a:cubicBezTo>
                    <a:cubicBezTo>
                      <a:pt x="0" y="227"/>
                      <a:pt x="27" y="298"/>
                      <a:pt x="87" y="314"/>
                    </a:cubicBezTo>
                    <a:cubicBezTo>
                      <a:pt x="104" y="314"/>
                      <a:pt x="120" y="309"/>
                      <a:pt x="125" y="293"/>
                    </a:cubicBezTo>
                    <a:cubicBezTo>
                      <a:pt x="131" y="276"/>
                      <a:pt x="136" y="255"/>
                      <a:pt x="142" y="238"/>
                    </a:cubicBezTo>
                    <a:cubicBezTo>
                      <a:pt x="153" y="211"/>
                      <a:pt x="158" y="184"/>
                      <a:pt x="163" y="157"/>
                    </a:cubicBezTo>
                    <a:cubicBezTo>
                      <a:pt x="169" y="135"/>
                      <a:pt x="169" y="108"/>
                      <a:pt x="163" y="86"/>
                    </a:cubicBezTo>
                    <a:lnTo>
                      <a:pt x="169" y="81"/>
                    </a:lnTo>
                    <a:cubicBezTo>
                      <a:pt x="158" y="54"/>
                      <a:pt x="136" y="37"/>
                      <a:pt x="125" y="15"/>
                    </a:cubicBezTo>
                    <a:cubicBezTo>
                      <a:pt x="117" y="5"/>
                      <a:pt x="106" y="0"/>
                      <a:pt x="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0"/>
              <p:cNvSpPr/>
              <p:nvPr/>
            </p:nvSpPr>
            <p:spPr>
              <a:xfrm>
                <a:off x="3045425" y="5537700"/>
                <a:ext cx="5200" cy="8650"/>
              </a:xfrm>
              <a:custGeom>
                <a:rect b="b" l="l" r="r" t="t"/>
                <a:pathLst>
                  <a:path extrusionOk="0" h="346" w="208">
                    <a:moveTo>
                      <a:pt x="149" y="0"/>
                    </a:moveTo>
                    <a:cubicBezTo>
                      <a:pt x="124" y="0"/>
                      <a:pt x="101" y="17"/>
                      <a:pt x="104" y="49"/>
                    </a:cubicBezTo>
                    <a:cubicBezTo>
                      <a:pt x="109" y="136"/>
                      <a:pt x="1" y="234"/>
                      <a:pt x="71" y="321"/>
                    </a:cubicBezTo>
                    <a:cubicBezTo>
                      <a:pt x="81" y="337"/>
                      <a:pt x="98" y="345"/>
                      <a:pt x="114" y="345"/>
                    </a:cubicBezTo>
                    <a:cubicBezTo>
                      <a:pt x="126" y="345"/>
                      <a:pt x="138" y="341"/>
                      <a:pt x="147" y="332"/>
                    </a:cubicBezTo>
                    <a:lnTo>
                      <a:pt x="153" y="326"/>
                    </a:lnTo>
                    <a:cubicBezTo>
                      <a:pt x="164" y="310"/>
                      <a:pt x="169" y="294"/>
                      <a:pt x="158" y="283"/>
                    </a:cubicBezTo>
                    <a:cubicBezTo>
                      <a:pt x="147" y="261"/>
                      <a:pt x="174" y="196"/>
                      <a:pt x="180" y="174"/>
                    </a:cubicBezTo>
                    <a:cubicBezTo>
                      <a:pt x="196" y="136"/>
                      <a:pt x="207" y="93"/>
                      <a:pt x="202" y="49"/>
                    </a:cubicBezTo>
                    <a:cubicBezTo>
                      <a:pt x="199" y="17"/>
                      <a:pt x="173" y="0"/>
                      <a:pt x="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0"/>
              <p:cNvSpPr/>
              <p:nvPr/>
            </p:nvSpPr>
            <p:spPr>
              <a:xfrm>
                <a:off x="3051550" y="5538075"/>
                <a:ext cx="4775" cy="8075"/>
              </a:xfrm>
              <a:custGeom>
                <a:rect b="b" l="l" r="r" t="t"/>
                <a:pathLst>
                  <a:path extrusionOk="0" h="323" w="191">
                    <a:moveTo>
                      <a:pt x="116" y="0"/>
                    </a:moveTo>
                    <a:cubicBezTo>
                      <a:pt x="81" y="0"/>
                      <a:pt x="45" y="29"/>
                      <a:pt x="54" y="72"/>
                    </a:cubicBezTo>
                    <a:cubicBezTo>
                      <a:pt x="76" y="148"/>
                      <a:pt x="0" y="208"/>
                      <a:pt x="6" y="284"/>
                    </a:cubicBezTo>
                    <a:cubicBezTo>
                      <a:pt x="6" y="306"/>
                      <a:pt x="22" y="322"/>
                      <a:pt x="44" y="322"/>
                    </a:cubicBezTo>
                    <a:cubicBezTo>
                      <a:pt x="46" y="323"/>
                      <a:pt x="48" y="323"/>
                      <a:pt x="50" y="323"/>
                    </a:cubicBezTo>
                    <a:cubicBezTo>
                      <a:pt x="101" y="323"/>
                      <a:pt x="132" y="266"/>
                      <a:pt x="152" y="225"/>
                    </a:cubicBezTo>
                    <a:cubicBezTo>
                      <a:pt x="185" y="170"/>
                      <a:pt x="190" y="105"/>
                      <a:pt x="169" y="40"/>
                    </a:cubicBezTo>
                    <a:cubicBezTo>
                      <a:pt x="160" y="12"/>
                      <a:pt x="138" y="0"/>
                      <a:pt x="1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120"/>
            <p:cNvGrpSpPr/>
            <p:nvPr/>
          </p:nvGrpSpPr>
          <p:grpSpPr>
            <a:xfrm>
              <a:off x="5853167" y="4198078"/>
              <a:ext cx="274308" cy="274325"/>
              <a:chOff x="3243825" y="5316425"/>
              <a:chExt cx="250350" cy="249750"/>
            </a:xfrm>
          </p:grpSpPr>
          <p:sp>
            <p:nvSpPr>
              <p:cNvPr id="6051" name="Google Shape;6051;p120"/>
              <p:cNvSpPr/>
              <p:nvPr/>
            </p:nvSpPr>
            <p:spPr>
              <a:xfrm>
                <a:off x="3243825" y="5316425"/>
                <a:ext cx="250350" cy="249750"/>
              </a:xfrm>
              <a:custGeom>
                <a:rect b="b" l="l" r="r" t="t"/>
                <a:pathLst>
                  <a:path extrusionOk="0" h="9990" w="10014">
                    <a:moveTo>
                      <a:pt x="5322" y="458"/>
                    </a:moveTo>
                    <a:lnTo>
                      <a:pt x="5366" y="491"/>
                    </a:lnTo>
                    <a:cubicBezTo>
                      <a:pt x="5469" y="573"/>
                      <a:pt x="5562" y="665"/>
                      <a:pt x="5665" y="741"/>
                    </a:cubicBezTo>
                    <a:cubicBezTo>
                      <a:pt x="5757" y="812"/>
                      <a:pt x="5855" y="877"/>
                      <a:pt x="5942" y="953"/>
                    </a:cubicBezTo>
                    <a:lnTo>
                      <a:pt x="5964" y="969"/>
                    </a:lnTo>
                    <a:cubicBezTo>
                      <a:pt x="5850" y="969"/>
                      <a:pt x="5741" y="969"/>
                      <a:pt x="5627" y="959"/>
                    </a:cubicBezTo>
                    <a:cubicBezTo>
                      <a:pt x="5404" y="948"/>
                      <a:pt x="5159" y="959"/>
                      <a:pt x="4936" y="915"/>
                    </a:cubicBezTo>
                    <a:cubicBezTo>
                      <a:pt x="4836" y="896"/>
                      <a:pt x="4733" y="892"/>
                      <a:pt x="4628" y="892"/>
                    </a:cubicBezTo>
                    <a:cubicBezTo>
                      <a:pt x="4550" y="892"/>
                      <a:pt x="4470" y="894"/>
                      <a:pt x="4391" y="894"/>
                    </a:cubicBezTo>
                    <a:cubicBezTo>
                      <a:pt x="4364" y="894"/>
                      <a:pt x="4338" y="894"/>
                      <a:pt x="4311" y="893"/>
                    </a:cubicBezTo>
                    <a:lnTo>
                      <a:pt x="4116" y="893"/>
                    </a:lnTo>
                    <a:cubicBezTo>
                      <a:pt x="4175" y="855"/>
                      <a:pt x="4235" y="812"/>
                      <a:pt x="4295" y="774"/>
                    </a:cubicBezTo>
                    <a:lnTo>
                      <a:pt x="4301" y="774"/>
                    </a:lnTo>
                    <a:cubicBezTo>
                      <a:pt x="4371" y="736"/>
                      <a:pt x="4447" y="709"/>
                      <a:pt x="4529" y="687"/>
                    </a:cubicBezTo>
                    <a:cubicBezTo>
                      <a:pt x="4665" y="654"/>
                      <a:pt x="4773" y="556"/>
                      <a:pt x="4898" y="497"/>
                    </a:cubicBezTo>
                    <a:cubicBezTo>
                      <a:pt x="4915" y="491"/>
                      <a:pt x="4931" y="480"/>
                      <a:pt x="4947" y="469"/>
                    </a:cubicBezTo>
                    <a:cubicBezTo>
                      <a:pt x="4969" y="497"/>
                      <a:pt x="4991" y="518"/>
                      <a:pt x="5013" y="535"/>
                    </a:cubicBezTo>
                    <a:cubicBezTo>
                      <a:pt x="5048" y="556"/>
                      <a:pt x="5087" y="567"/>
                      <a:pt x="5127" y="567"/>
                    </a:cubicBezTo>
                    <a:cubicBezTo>
                      <a:pt x="5168" y="567"/>
                      <a:pt x="5208" y="556"/>
                      <a:pt x="5246" y="535"/>
                    </a:cubicBezTo>
                    <a:cubicBezTo>
                      <a:pt x="5274" y="518"/>
                      <a:pt x="5301" y="491"/>
                      <a:pt x="5322" y="458"/>
                    </a:cubicBezTo>
                    <a:close/>
                    <a:moveTo>
                      <a:pt x="4169" y="1143"/>
                    </a:moveTo>
                    <a:cubicBezTo>
                      <a:pt x="4178" y="1143"/>
                      <a:pt x="4188" y="1143"/>
                      <a:pt x="4197" y="1143"/>
                    </a:cubicBezTo>
                    <a:lnTo>
                      <a:pt x="4752" y="1143"/>
                    </a:lnTo>
                    <a:cubicBezTo>
                      <a:pt x="4833" y="1143"/>
                      <a:pt x="4915" y="1176"/>
                      <a:pt x="5002" y="1187"/>
                    </a:cubicBezTo>
                    <a:cubicBezTo>
                      <a:pt x="5094" y="1192"/>
                      <a:pt x="5192" y="1192"/>
                      <a:pt x="5290" y="1198"/>
                    </a:cubicBezTo>
                    <a:cubicBezTo>
                      <a:pt x="5486" y="1203"/>
                      <a:pt x="5681" y="1225"/>
                      <a:pt x="5877" y="1225"/>
                    </a:cubicBezTo>
                    <a:lnTo>
                      <a:pt x="6480" y="1225"/>
                    </a:lnTo>
                    <a:cubicBezTo>
                      <a:pt x="6601" y="1225"/>
                      <a:pt x="6722" y="1219"/>
                      <a:pt x="6841" y="1219"/>
                    </a:cubicBezTo>
                    <a:cubicBezTo>
                      <a:pt x="6921" y="1219"/>
                      <a:pt x="7000" y="1222"/>
                      <a:pt x="7078" y="1230"/>
                    </a:cubicBezTo>
                    <a:cubicBezTo>
                      <a:pt x="7171" y="1241"/>
                      <a:pt x="7252" y="1263"/>
                      <a:pt x="7345" y="1263"/>
                    </a:cubicBezTo>
                    <a:cubicBezTo>
                      <a:pt x="7377" y="1265"/>
                      <a:pt x="7410" y="1265"/>
                      <a:pt x="7444" y="1265"/>
                    </a:cubicBezTo>
                    <a:cubicBezTo>
                      <a:pt x="7511" y="1265"/>
                      <a:pt x="7578" y="1263"/>
                      <a:pt x="7644" y="1263"/>
                    </a:cubicBezTo>
                    <a:cubicBezTo>
                      <a:pt x="7839" y="1263"/>
                      <a:pt x="8029" y="1263"/>
                      <a:pt x="8220" y="1285"/>
                    </a:cubicBezTo>
                    <a:cubicBezTo>
                      <a:pt x="8365" y="1299"/>
                      <a:pt x="8510" y="1302"/>
                      <a:pt x="8655" y="1302"/>
                    </a:cubicBezTo>
                    <a:cubicBezTo>
                      <a:pt x="8727" y="1302"/>
                      <a:pt x="8800" y="1301"/>
                      <a:pt x="8872" y="1301"/>
                    </a:cubicBezTo>
                    <a:cubicBezTo>
                      <a:pt x="8906" y="1302"/>
                      <a:pt x="8939" y="1302"/>
                      <a:pt x="8973" y="1302"/>
                    </a:cubicBezTo>
                    <a:cubicBezTo>
                      <a:pt x="9142" y="1302"/>
                      <a:pt x="9313" y="1291"/>
                      <a:pt x="9481" y="1268"/>
                    </a:cubicBezTo>
                    <a:cubicBezTo>
                      <a:pt x="9530" y="1263"/>
                      <a:pt x="9579" y="1263"/>
                      <a:pt x="9633" y="1258"/>
                    </a:cubicBezTo>
                    <a:lnTo>
                      <a:pt x="9693" y="1258"/>
                    </a:lnTo>
                    <a:cubicBezTo>
                      <a:pt x="9715" y="1258"/>
                      <a:pt x="9736" y="1252"/>
                      <a:pt x="9763" y="1247"/>
                    </a:cubicBezTo>
                    <a:lnTo>
                      <a:pt x="9763" y="1247"/>
                    </a:lnTo>
                    <a:cubicBezTo>
                      <a:pt x="9763" y="1268"/>
                      <a:pt x="9758" y="1290"/>
                      <a:pt x="9758" y="1306"/>
                    </a:cubicBezTo>
                    <a:lnTo>
                      <a:pt x="9763" y="1301"/>
                    </a:lnTo>
                    <a:lnTo>
                      <a:pt x="9763" y="1301"/>
                    </a:lnTo>
                    <a:cubicBezTo>
                      <a:pt x="9763" y="1345"/>
                      <a:pt x="9758" y="1388"/>
                      <a:pt x="9753" y="1431"/>
                    </a:cubicBezTo>
                    <a:cubicBezTo>
                      <a:pt x="9742" y="1513"/>
                      <a:pt x="9725" y="1589"/>
                      <a:pt x="9720" y="1671"/>
                    </a:cubicBezTo>
                    <a:cubicBezTo>
                      <a:pt x="9720" y="1698"/>
                      <a:pt x="9720" y="1736"/>
                      <a:pt x="9715" y="1768"/>
                    </a:cubicBezTo>
                    <a:cubicBezTo>
                      <a:pt x="9638" y="1752"/>
                      <a:pt x="9562" y="1725"/>
                      <a:pt x="9492" y="1720"/>
                    </a:cubicBezTo>
                    <a:cubicBezTo>
                      <a:pt x="9466" y="1717"/>
                      <a:pt x="9441" y="1715"/>
                      <a:pt x="9416" y="1715"/>
                    </a:cubicBezTo>
                    <a:cubicBezTo>
                      <a:pt x="9344" y="1715"/>
                      <a:pt x="9272" y="1727"/>
                      <a:pt x="9204" y="1747"/>
                    </a:cubicBezTo>
                    <a:lnTo>
                      <a:pt x="9144" y="1747"/>
                    </a:lnTo>
                    <a:cubicBezTo>
                      <a:pt x="9100" y="1747"/>
                      <a:pt x="9054" y="1744"/>
                      <a:pt x="9009" y="1744"/>
                    </a:cubicBezTo>
                    <a:cubicBezTo>
                      <a:pt x="8987" y="1744"/>
                      <a:pt x="8964" y="1745"/>
                      <a:pt x="8943" y="1747"/>
                    </a:cubicBezTo>
                    <a:cubicBezTo>
                      <a:pt x="8872" y="1758"/>
                      <a:pt x="8801" y="1779"/>
                      <a:pt x="8725" y="1785"/>
                    </a:cubicBezTo>
                    <a:cubicBezTo>
                      <a:pt x="8710" y="1786"/>
                      <a:pt x="8696" y="1786"/>
                      <a:pt x="8682" y="1786"/>
                    </a:cubicBezTo>
                    <a:cubicBezTo>
                      <a:pt x="8645" y="1786"/>
                      <a:pt x="8612" y="1783"/>
                      <a:pt x="8578" y="1783"/>
                    </a:cubicBezTo>
                    <a:cubicBezTo>
                      <a:pt x="8565" y="1783"/>
                      <a:pt x="8553" y="1784"/>
                      <a:pt x="8540" y="1785"/>
                    </a:cubicBezTo>
                    <a:cubicBezTo>
                      <a:pt x="8475" y="1790"/>
                      <a:pt x="8415" y="1801"/>
                      <a:pt x="8350" y="1817"/>
                    </a:cubicBezTo>
                    <a:cubicBezTo>
                      <a:pt x="8296" y="1817"/>
                      <a:pt x="8241" y="1812"/>
                      <a:pt x="8187" y="1807"/>
                    </a:cubicBezTo>
                    <a:cubicBezTo>
                      <a:pt x="8171" y="1805"/>
                      <a:pt x="8155" y="1804"/>
                      <a:pt x="8140" y="1804"/>
                    </a:cubicBezTo>
                    <a:cubicBezTo>
                      <a:pt x="8098" y="1804"/>
                      <a:pt x="8057" y="1809"/>
                      <a:pt x="8013" y="1817"/>
                    </a:cubicBezTo>
                    <a:cubicBezTo>
                      <a:pt x="7920" y="1826"/>
                      <a:pt x="7829" y="1830"/>
                      <a:pt x="7738" y="1830"/>
                    </a:cubicBezTo>
                    <a:cubicBezTo>
                      <a:pt x="7663" y="1830"/>
                      <a:pt x="7589" y="1828"/>
                      <a:pt x="7513" y="1823"/>
                    </a:cubicBezTo>
                    <a:cubicBezTo>
                      <a:pt x="7339" y="1823"/>
                      <a:pt x="7165" y="1823"/>
                      <a:pt x="6991" y="1828"/>
                    </a:cubicBezTo>
                    <a:cubicBezTo>
                      <a:pt x="6888" y="1832"/>
                      <a:pt x="6785" y="1834"/>
                      <a:pt x="6683" y="1834"/>
                    </a:cubicBezTo>
                    <a:cubicBezTo>
                      <a:pt x="6478" y="1834"/>
                      <a:pt x="6274" y="1826"/>
                      <a:pt x="6067" y="1812"/>
                    </a:cubicBezTo>
                    <a:cubicBezTo>
                      <a:pt x="5962" y="1803"/>
                      <a:pt x="5855" y="1800"/>
                      <a:pt x="5748" y="1800"/>
                    </a:cubicBezTo>
                    <a:cubicBezTo>
                      <a:pt x="5533" y="1800"/>
                      <a:pt x="5315" y="1812"/>
                      <a:pt x="5105" y="1812"/>
                    </a:cubicBezTo>
                    <a:lnTo>
                      <a:pt x="4121" y="1812"/>
                    </a:lnTo>
                    <a:cubicBezTo>
                      <a:pt x="3817" y="1812"/>
                      <a:pt x="3507" y="1823"/>
                      <a:pt x="3197" y="1823"/>
                    </a:cubicBezTo>
                    <a:cubicBezTo>
                      <a:pt x="3061" y="1823"/>
                      <a:pt x="2931" y="1779"/>
                      <a:pt x="2795" y="1779"/>
                    </a:cubicBezTo>
                    <a:lnTo>
                      <a:pt x="2284" y="1779"/>
                    </a:lnTo>
                    <a:cubicBezTo>
                      <a:pt x="2161" y="1779"/>
                      <a:pt x="2037" y="1784"/>
                      <a:pt x="1914" y="1784"/>
                    </a:cubicBezTo>
                    <a:cubicBezTo>
                      <a:pt x="1853" y="1784"/>
                      <a:pt x="1791" y="1783"/>
                      <a:pt x="1729" y="1779"/>
                    </a:cubicBezTo>
                    <a:cubicBezTo>
                      <a:pt x="1539" y="1763"/>
                      <a:pt x="1365" y="1752"/>
                      <a:pt x="1186" y="1752"/>
                    </a:cubicBezTo>
                    <a:cubicBezTo>
                      <a:pt x="1001" y="1752"/>
                      <a:pt x="827" y="1752"/>
                      <a:pt x="648" y="1758"/>
                    </a:cubicBezTo>
                    <a:cubicBezTo>
                      <a:pt x="566" y="1758"/>
                      <a:pt x="479" y="1768"/>
                      <a:pt x="392" y="1768"/>
                    </a:cubicBezTo>
                    <a:cubicBezTo>
                      <a:pt x="327" y="1768"/>
                      <a:pt x="256" y="1752"/>
                      <a:pt x="191" y="1752"/>
                    </a:cubicBezTo>
                    <a:cubicBezTo>
                      <a:pt x="196" y="1720"/>
                      <a:pt x="202" y="1687"/>
                      <a:pt x="207" y="1649"/>
                    </a:cubicBezTo>
                    <a:cubicBezTo>
                      <a:pt x="207" y="1567"/>
                      <a:pt x="213" y="1486"/>
                      <a:pt x="229" y="1404"/>
                    </a:cubicBezTo>
                    <a:cubicBezTo>
                      <a:pt x="240" y="1339"/>
                      <a:pt x="245" y="1274"/>
                      <a:pt x="240" y="1209"/>
                    </a:cubicBezTo>
                    <a:cubicBezTo>
                      <a:pt x="240" y="1198"/>
                      <a:pt x="240" y="1181"/>
                      <a:pt x="240" y="1171"/>
                    </a:cubicBezTo>
                    <a:cubicBezTo>
                      <a:pt x="264" y="1163"/>
                      <a:pt x="285" y="1158"/>
                      <a:pt x="307" y="1158"/>
                    </a:cubicBezTo>
                    <a:cubicBezTo>
                      <a:pt x="315" y="1158"/>
                      <a:pt x="324" y="1158"/>
                      <a:pt x="332" y="1160"/>
                    </a:cubicBezTo>
                    <a:cubicBezTo>
                      <a:pt x="379" y="1159"/>
                      <a:pt x="425" y="1159"/>
                      <a:pt x="472" y="1159"/>
                    </a:cubicBezTo>
                    <a:cubicBezTo>
                      <a:pt x="758" y="1159"/>
                      <a:pt x="1047" y="1171"/>
                      <a:pt x="1333" y="1176"/>
                    </a:cubicBezTo>
                    <a:cubicBezTo>
                      <a:pt x="1693" y="1181"/>
                      <a:pt x="2053" y="1215"/>
                      <a:pt x="2418" y="1215"/>
                    </a:cubicBezTo>
                    <a:cubicBezTo>
                      <a:pt x="2444" y="1215"/>
                      <a:pt x="2470" y="1214"/>
                      <a:pt x="2496" y="1214"/>
                    </a:cubicBezTo>
                    <a:cubicBezTo>
                      <a:pt x="2840" y="1204"/>
                      <a:pt x="3189" y="1186"/>
                      <a:pt x="3537" y="1186"/>
                    </a:cubicBezTo>
                    <a:cubicBezTo>
                      <a:pt x="3580" y="1186"/>
                      <a:pt x="3622" y="1186"/>
                      <a:pt x="3665" y="1187"/>
                    </a:cubicBezTo>
                    <a:cubicBezTo>
                      <a:pt x="3834" y="1187"/>
                      <a:pt x="4000" y="1143"/>
                      <a:pt x="4169" y="1143"/>
                    </a:cubicBezTo>
                    <a:close/>
                    <a:moveTo>
                      <a:pt x="6969" y="3622"/>
                    </a:moveTo>
                    <a:lnTo>
                      <a:pt x="6969" y="3622"/>
                    </a:lnTo>
                    <a:cubicBezTo>
                      <a:pt x="6915" y="3676"/>
                      <a:pt x="6888" y="3753"/>
                      <a:pt x="6883" y="3829"/>
                    </a:cubicBezTo>
                    <a:cubicBezTo>
                      <a:pt x="6828" y="3856"/>
                      <a:pt x="6774" y="3888"/>
                      <a:pt x="6725" y="3932"/>
                    </a:cubicBezTo>
                    <a:lnTo>
                      <a:pt x="6719" y="3927"/>
                    </a:lnTo>
                    <a:cubicBezTo>
                      <a:pt x="6686" y="3911"/>
                      <a:pt x="6655" y="3904"/>
                      <a:pt x="6626" y="3904"/>
                    </a:cubicBezTo>
                    <a:cubicBezTo>
                      <a:pt x="6544" y="3904"/>
                      <a:pt x="6478" y="3958"/>
                      <a:pt x="6426" y="4030"/>
                    </a:cubicBezTo>
                    <a:cubicBezTo>
                      <a:pt x="6399" y="4041"/>
                      <a:pt x="6377" y="4046"/>
                      <a:pt x="6350" y="4057"/>
                    </a:cubicBezTo>
                    <a:lnTo>
                      <a:pt x="6328" y="4057"/>
                    </a:lnTo>
                    <a:cubicBezTo>
                      <a:pt x="6323" y="4057"/>
                      <a:pt x="6317" y="4062"/>
                      <a:pt x="6312" y="4062"/>
                    </a:cubicBezTo>
                    <a:cubicBezTo>
                      <a:pt x="6415" y="3943"/>
                      <a:pt x="6524" y="3834"/>
                      <a:pt x="6638" y="3731"/>
                    </a:cubicBezTo>
                    <a:cubicBezTo>
                      <a:pt x="6654" y="3720"/>
                      <a:pt x="6660" y="3704"/>
                      <a:pt x="6660" y="3687"/>
                    </a:cubicBezTo>
                    <a:lnTo>
                      <a:pt x="6660" y="3693"/>
                    </a:lnTo>
                    <a:cubicBezTo>
                      <a:pt x="6757" y="3666"/>
                      <a:pt x="6866" y="3638"/>
                      <a:pt x="6969" y="3622"/>
                    </a:cubicBezTo>
                    <a:close/>
                    <a:moveTo>
                      <a:pt x="6877" y="4253"/>
                    </a:moveTo>
                    <a:lnTo>
                      <a:pt x="6877" y="4253"/>
                    </a:lnTo>
                    <a:cubicBezTo>
                      <a:pt x="6839" y="4394"/>
                      <a:pt x="6812" y="4541"/>
                      <a:pt x="6779" y="4671"/>
                    </a:cubicBezTo>
                    <a:cubicBezTo>
                      <a:pt x="6768" y="4709"/>
                      <a:pt x="6763" y="4753"/>
                      <a:pt x="6752" y="4802"/>
                    </a:cubicBezTo>
                    <a:cubicBezTo>
                      <a:pt x="6714" y="4709"/>
                      <a:pt x="6796" y="4530"/>
                      <a:pt x="6817" y="4448"/>
                    </a:cubicBezTo>
                    <a:cubicBezTo>
                      <a:pt x="6834" y="4383"/>
                      <a:pt x="6850" y="4318"/>
                      <a:pt x="6877" y="4253"/>
                    </a:cubicBezTo>
                    <a:close/>
                    <a:moveTo>
                      <a:pt x="6757" y="5106"/>
                    </a:moveTo>
                    <a:cubicBezTo>
                      <a:pt x="6763" y="5128"/>
                      <a:pt x="6768" y="5144"/>
                      <a:pt x="6779" y="5160"/>
                    </a:cubicBezTo>
                    <a:cubicBezTo>
                      <a:pt x="6757" y="5150"/>
                      <a:pt x="6736" y="5133"/>
                      <a:pt x="6719" y="5117"/>
                    </a:cubicBezTo>
                    <a:lnTo>
                      <a:pt x="6703" y="5106"/>
                    </a:lnTo>
                    <a:close/>
                    <a:moveTo>
                      <a:pt x="6459" y="4796"/>
                    </a:moveTo>
                    <a:lnTo>
                      <a:pt x="6459" y="4818"/>
                    </a:lnTo>
                    <a:cubicBezTo>
                      <a:pt x="6437" y="4981"/>
                      <a:pt x="6431" y="5139"/>
                      <a:pt x="6551" y="5275"/>
                    </a:cubicBezTo>
                    <a:cubicBezTo>
                      <a:pt x="6545" y="5275"/>
                      <a:pt x="6540" y="5280"/>
                      <a:pt x="6540" y="5280"/>
                    </a:cubicBezTo>
                    <a:cubicBezTo>
                      <a:pt x="6355" y="5237"/>
                      <a:pt x="6214" y="5079"/>
                      <a:pt x="6198" y="4889"/>
                    </a:cubicBezTo>
                    <a:lnTo>
                      <a:pt x="6198" y="4867"/>
                    </a:lnTo>
                    <a:cubicBezTo>
                      <a:pt x="6222" y="4885"/>
                      <a:pt x="6254" y="4895"/>
                      <a:pt x="6286" y="4895"/>
                    </a:cubicBezTo>
                    <a:cubicBezTo>
                      <a:pt x="6310" y="4895"/>
                      <a:pt x="6334" y="4890"/>
                      <a:pt x="6355" y="4878"/>
                    </a:cubicBezTo>
                    <a:cubicBezTo>
                      <a:pt x="6393" y="4861"/>
                      <a:pt x="6431" y="4834"/>
                      <a:pt x="6459" y="4796"/>
                    </a:cubicBezTo>
                    <a:close/>
                    <a:moveTo>
                      <a:pt x="7633" y="5340"/>
                    </a:moveTo>
                    <a:cubicBezTo>
                      <a:pt x="7638" y="5383"/>
                      <a:pt x="7644" y="5427"/>
                      <a:pt x="7649" y="5465"/>
                    </a:cubicBezTo>
                    <a:cubicBezTo>
                      <a:pt x="7644" y="5497"/>
                      <a:pt x="7638" y="5525"/>
                      <a:pt x="7633" y="5552"/>
                    </a:cubicBezTo>
                    <a:lnTo>
                      <a:pt x="7633" y="5340"/>
                    </a:lnTo>
                    <a:close/>
                    <a:moveTo>
                      <a:pt x="7366" y="3600"/>
                    </a:moveTo>
                    <a:lnTo>
                      <a:pt x="7366" y="3600"/>
                    </a:lnTo>
                    <a:cubicBezTo>
                      <a:pt x="7491" y="3606"/>
                      <a:pt x="7616" y="3622"/>
                      <a:pt x="7741" y="3649"/>
                    </a:cubicBezTo>
                    <a:cubicBezTo>
                      <a:pt x="7997" y="3693"/>
                      <a:pt x="8133" y="3888"/>
                      <a:pt x="8328" y="4046"/>
                    </a:cubicBezTo>
                    <a:cubicBezTo>
                      <a:pt x="8415" y="4111"/>
                      <a:pt x="8524" y="4182"/>
                      <a:pt x="8557" y="4291"/>
                    </a:cubicBezTo>
                    <a:cubicBezTo>
                      <a:pt x="8573" y="4389"/>
                      <a:pt x="8600" y="4481"/>
                      <a:pt x="8644" y="4562"/>
                    </a:cubicBezTo>
                    <a:cubicBezTo>
                      <a:pt x="8693" y="4639"/>
                      <a:pt x="8769" y="4671"/>
                      <a:pt x="8823" y="4736"/>
                    </a:cubicBezTo>
                    <a:cubicBezTo>
                      <a:pt x="8850" y="4769"/>
                      <a:pt x="8861" y="4802"/>
                      <a:pt x="8872" y="4840"/>
                    </a:cubicBezTo>
                    <a:cubicBezTo>
                      <a:pt x="8888" y="4877"/>
                      <a:pt x="8909" y="4914"/>
                      <a:pt x="8936" y="4947"/>
                    </a:cubicBezTo>
                    <a:lnTo>
                      <a:pt x="8936" y="4947"/>
                    </a:lnTo>
                    <a:cubicBezTo>
                      <a:pt x="8936" y="4947"/>
                      <a:pt x="8936" y="4947"/>
                      <a:pt x="8936" y="4947"/>
                    </a:cubicBezTo>
                    <a:lnTo>
                      <a:pt x="8936" y="4947"/>
                    </a:lnTo>
                    <a:cubicBezTo>
                      <a:pt x="8933" y="4947"/>
                      <a:pt x="8970" y="5030"/>
                      <a:pt x="8970" y="5035"/>
                    </a:cubicBezTo>
                    <a:lnTo>
                      <a:pt x="8975" y="5041"/>
                    </a:lnTo>
                    <a:cubicBezTo>
                      <a:pt x="8992" y="5084"/>
                      <a:pt x="9019" y="5128"/>
                      <a:pt x="9035" y="5177"/>
                    </a:cubicBezTo>
                    <a:cubicBezTo>
                      <a:pt x="9068" y="5285"/>
                      <a:pt x="9084" y="5400"/>
                      <a:pt x="9079" y="5514"/>
                    </a:cubicBezTo>
                    <a:lnTo>
                      <a:pt x="9079" y="5568"/>
                    </a:lnTo>
                    <a:cubicBezTo>
                      <a:pt x="9051" y="5421"/>
                      <a:pt x="9024" y="5280"/>
                      <a:pt x="8986" y="5144"/>
                    </a:cubicBezTo>
                    <a:cubicBezTo>
                      <a:pt x="8964" y="5073"/>
                      <a:pt x="8899" y="5019"/>
                      <a:pt x="8823" y="5019"/>
                    </a:cubicBezTo>
                    <a:lnTo>
                      <a:pt x="8796" y="5019"/>
                    </a:lnTo>
                    <a:cubicBezTo>
                      <a:pt x="8725" y="4905"/>
                      <a:pt x="8622" y="4774"/>
                      <a:pt x="8497" y="4726"/>
                    </a:cubicBezTo>
                    <a:cubicBezTo>
                      <a:pt x="8524" y="4633"/>
                      <a:pt x="8519" y="4541"/>
                      <a:pt x="8486" y="4454"/>
                    </a:cubicBezTo>
                    <a:cubicBezTo>
                      <a:pt x="8383" y="4106"/>
                      <a:pt x="8073" y="3753"/>
                      <a:pt x="7703" y="3676"/>
                    </a:cubicBezTo>
                    <a:cubicBezTo>
                      <a:pt x="7668" y="3670"/>
                      <a:pt x="7631" y="3667"/>
                      <a:pt x="7595" y="3667"/>
                    </a:cubicBezTo>
                    <a:cubicBezTo>
                      <a:pt x="7569" y="3667"/>
                      <a:pt x="7543" y="3669"/>
                      <a:pt x="7518" y="3671"/>
                    </a:cubicBezTo>
                    <a:cubicBezTo>
                      <a:pt x="7475" y="3649"/>
                      <a:pt x="7426" y="3628"/>
                      <a:pt x="7383" y="3606"/>
                    </a:cubicBezTo>
                    <a:lnTo>
                      <a:pt x="7366" y="3600"/>
                    </a:lnTo>
                    <a:close/>
                    <a:moveTo>
                      <a:pt x="2191" y="3426"/>
                    </a:moveTo>
                    <a:cubicBezTo>
                      <a:pt x="2240" y="3475"/>
                      <a:pt x="2289" y="3524"/>
                      <a:pt x="2338" y="3568"/>
                    </a:cubicBezTo>
                    <a:cubicBezTo>
                      <a:pt x="2398" y="3622"/>
                      <a:pt x="2447" y="3687"/>
                      <a:pt x="2507" y="3742"/>
                    </a:cubicBezTo>
                    <a:cubicBezTo>
                      <a:pt x="2566" y="3796"/>
                      <a:pt x="2621" y="3840"/>
                      <a:pt x="2675" y="3894"/>
                    </a:cubicBezTo>
                    <a:cubicBezTo>
                      <a:pt x="2806" y="4030"/>
                      <a:pt x="2871" y="4198"/>
                      <a:pt x="2980" y="4345"/>
                    </a:cubicBezTo>
                    <a:cubicBezTo>
                      <a:pt x="3088" y="4497"/>
                      <a:pt x="3197" y="4633"/>
                      <a:pt x="3317" y="4769"/>
                    </a:cubicBezTo>
                    <a:cubicBezTo>
                      <a:pt x="3414" y="4889"/>
                      <a:pt x="3529" y="4981"/>
                      <a:pt x="3637" y="5090"/>
                    </a:cubicBezTo>
                    <a:cubicBezTo>
                      <a:pt x="3697" y="5150"/>
                      <a:pt x="3751" y="5226"/>
                      <a:pt x="3811" y="5285"/>
                    </a:cubicBezTo>
                    <a:cubicBezTo>
                      <a:pt x="3866" y="5345"/>
                      <a:pt x="3925" y="5394"/>
                      <a:pt x="3996" y="5438"/>
                    </a:cubicBezTo>
                    <a:cubicBezTo>
                      <a:pt x="3985" y="5465"/>
                      <a:pt x="3980" y="5503"/>
                      <a:pt x="3985" y="5536"/>
                    </a:cubicBezTo>
                    <a:cubicBezTo>
                      <a:pt x="3985" y="5557"/>
                      <a:pt x="3985" y="5579"/>
                      <a:pt x="3996" y="5606"/>
                    </a:cubicBezTo>
                    <a:cubicBezTo>
                      <a:pt x="3920" y="5519"/>
                      <a:pt x="3844" y="5443"/>
                      <a:pt x="3762" y="5367"/>
                    </a:cubicBezTo>
                    <a:cubicBezTo>
                      <a:pt x="3654" y="5253"/>
                      <a:pt x="3545" y="5150"/>
                      <a:pt x="3431" y="5041"/>
                    </a:cubicBezTo>
                    <a:cubicBezTo>
                      <a:pt x="3366" y="4986"/>
                      <a:pt x="3295" y="4932"/>
                      <a:pt x="3241" y="4867"/>
                    </a:cubicBezTo>
                    <a:cubicBezTo>
                      <a:pt x="3192" y="4818"/>
                      <a:pt x="3164" y="4753"/>
                      <a:pt x="3121" y="4704"/>
                    </a:cubicBezTo>
                    <a:cubicBezTo>
                      <a:pt x="3067" y="4649"/>
                      <a:pt x="3023" y="4590"/>
                      <a:pt x="2980" y="4524"/>
                    </a:cubicBezTo>
                    <a:cubicBezTo>
                      <a:pt x="2952" y="4465"/>
                      <a:pt x="2920" y="4410"/>
                      <a:pt x="2882" y="4350"/>
                    </a:cubicBezTo>
                    <a:cubicBezTo>
                      <a:pt x="2800" y="4242"/>
                      <a:pt x="2713" y="4133"/>
                      <a:pt x="2626" y="4024"/>
                    </a:cubicBezTo>
                    <a:cubicBezTo>
                      <a:pt x="2528" y="3899"/>
                      <a:pt x="2414" y="3801"/>
                      <a:pt x="2327" y="3676"/>
                    </a:cubicBezTo>
                    <a:cubicBezTo>
                      <a:pt x="2289" y="3633"/>
                      <a:pt x="2251" y="3589"/>
                      <a:pt x="2208" y="3557"/>
                    </a:cubicBezTo>
                    <a:cubicBezTo>
                      <a:pt x="2191" y="3535"/>
                      <a:pt x="2170" y="3508"/>
                      <a:pt x="2153" y="3486"/>
                    </a:cubicBezTo>
                    <a:cubicBezTo>
                      <a:pt x="2153" y="3486"/>
                      <a:pt x="2159" y="3481"/>
                      <a:pt x="2159" y="3475"/>
                    </a:cubicBezTo>
                    <a:cubicBezTo>
                      <a:pt x="2170" y="3459"/>
                      <a:pt x="2181" y="3443"/>
                      <a:pt x="2191" y="3426"/>
                    </a:cubicBezTo>
                    <a:close/>
                    <a:moveTo>
                      <a:pt x="7209" y="5242"/>
                    </a:moveTo>
                    <a:cubicBezTo>
                      <a:pt x="7214" y="5291"/>
                      <a:pt x="7230" y="5334"/>
                      <a:pt x="7252" y="5378"/>
                    </a:cubicBezTo>
                    <a:cubicBezTo>
                      <a:pt x="7268" y="5416"/>
                      <a:pt x="7296" y="5443"/>
                      <a:pt x="7334" y="5465"/>
                    </a:cubicBezTo>
                    <a:cubicBezTo>
                      <a:pt x="7323" y="5617"/>
                      <a:pt x="7323" y="5786"/>
                      <a:pt x="7388" y="5911"/>
                    </a:cubicBezTo>
                    <a:cubicBezTo>
                      <a:pt x="7279" y="5829"/>
                      <a:pt x="7209" y="5709"/>
                      <a:pt x="7187" y="5579"/>
                    </a:cubicBezTo>
                    <a:cubicBezTo>
                      <a:pt x="7171" y="5492"/>
                      <a:pt x="7198" y="5416"/>
                      <a:pt x="7203" y="5329"/>
                    </a:cubicBezTo>
                    <a:lnTo>
                      <a:pt x="7203" y="5242"/>
                    </a:lnTo>
                    <a:close/>
                    <a:moveTo>
                      <a:pt x="7779" y="6041"/>
                    </a:moveTo>
                    <a:cubicBezTo>
                      <a:pt x="7807" y="6117"/>
                      <a:pt x="7845" y="6188"/>
                      <a:pt x="7899" y="6258"/>
                    </a:cubicBezTo>
                    <a:cubicBezTo>
                      <a:pt x="7834" y="6220"/>
                      <a:pt x="7774" y="6177"/>
                      <a:pt x="7725" y="6128"/>
                    </a:cubicBezTo>
                    <a:cubicBezTo>
                      <a:pt x="7709" y="6112"/>
                      <a:pt x="7698" y="6101"/>
                      <a:pt x="7682" y="6090"/>
                    </a:cubicBezTo>
                    <a:cubicBezTo>
                      <a:pt x="7714" y="6085"/>
                      <a:pt x="7752" y="6068"/>
                      <a:pt x="7779" y="6041"/>
                    </a:cubicBezTo>
                    <a:close/>
                    <a:moveTo>
                      <a:pt x="8182" y="6204"/>
                    </a:moveTo>
                    <a:cubicBezTo>
                      <a:pt x="8198" y="6275"/>
                      <a:pt x="8241" y="6335"/>
                      <a:pt x="8301" y="6373"/>
                    </a:cubicBezTo>
                    <a:cubicBezTo>
                      <a:pt x="8324" y="6391"/>
                      <a:pt x="8350" y="6401"/>
                      <a:pt x="8380" y="6401"/>
                    </a:cubicBezTo>
                    <a:cubicBezTo>
                      <a:pt x="8386" y="6401"/>
                      <a:pt x="8393" y="6401"/>
                      <a:pt x="8399" y="6400"/>
                    </a:cubicBezTo>
                    <a:lnTo>
                      <a:pt x="8399" y="6400"/>
                    </a:lnTo>
                    <a:cubicBezTo>
                      <a:pt x="8361" y="6476"/>
                      <a:pt x="8328" y="6557"/>
                      <a:pt x="8296" y="6639"/>
                    </a:cubicBezTo>
                    <a:cubicBezTo>
                      <a:pt x="8236" y="6579"/>
                      <a:pt x="8203" y="6503"/>
                      <a:pt x="8144" y="6443"/>
                    </a:cubicBezTo>
                    <a:cubicBezTo>
                      <a:pt x="8095" y="6394"/>
                      <a:pt x="8046" y="6356"/>
                      <a:pt x="7991" y="6324"/>
                    </a:cubicBezTo>
                    <a:lnTo>
                      <a:pt x="7991" y="6324"/>
                    </a:lnTo>
                    <a:cubicBezTo>
                      <a:pt x="7996" y="6324"/>
                      <a:pt x="8001" y="6324"/>
                      <a:pt x="8005" y="6324"/>
                    </a:cubicBezTo>
                    <a:cubicBezTo>
                      <a:pt x="8082" y="6324"/>
                      <a:pt x="8156" y="6281"/>
                      <a:pt x="8182" y="6204"/>
                    </a:cubicBezTo>
                    <a:close/>
                    <a:moveTo>
                      <a:pt x="5920" y="4807"/>
                    </a:moveTo>
                    <a:lnTo>
                      <a:pt x="5920" y="4900"/>
                    </a:lnTo>
                    <a:cubicBezTo>
                      <a:pt x="5920" y="4954"/>
                      <a:pt x="5920" y="5014"/>
                      <a:pt x="5926" y="5073"/>
                    </a:cubicBezTo>
                    <a:cubicBezTo>
                      <a:pt x="5926" y="5130"/>
                      <a:pt x="5975" y="5174"/>
                      <a:pt x="6034" y="5174"/>
                    </a:cubicBezTo>
                    <a:cubicBezTo>
                      <a:pt x="6043" y="5174"/>
                      <a:pt x="6052" y="5173"/>
                      <a:pt x="6062" y="5171"/>
                    </a:cubicBezTo>
                    <a:cubicBezTo>
                      <a:pt x="6105" y="5258"/>
                      <a:pt x="6170" y="5329"/>
                      <a:pt x="6257" y="5383"/>
                    </a:cubicBezTo>
                    <a:cubicBezTo>
                      <a:pt x="6298" y="5406"/>
                      <a:pt x="6372" y="5425"/>
                      <a:pt x="6440" y="5425"/>
                    </a:cubicBezTo>
                    <a:cubicBezTo>
                      <a:pt x="6520" y="5425"/>
                      <a:pt x="6591" y="5399"/>
                      <a:pt x="6594" y="5324"/>
                    </a:cubicBezTo>
                    <a:cubicBezTo>
                      <a:pt x="6660" y="5383"/>
                      <a:pt x="6747" y="5416"/>
                      <a:pt x="6834" y="5416"/>
                    </a:cubicBezTo>
                    <a:cubicBezTo>
                      <a:pt x="6883" y="5416"/>
                      <a:pt x="6931" y="5405"/>
                      <a:pt x="6975" y="5378"/>
                    </a:cubicBezTo>
                    <a:lnTo>
                      <a:pt x="6975" y="5378"/>
                    </a:lnTo>
                    <a:cubicBezTo>
                      <a:pt x="6975" y="5383"/>
                      <a:pt x="6969" y="5394"/>
                      <a:pt x="6969" y="5405"/>
                    </a:cubicBezTo>
                    <a:cubicBezTo>
                      <a:pt x="6866" y="5758"/>
                      <a:pt x="7116" y="6085"/>
                      <a:pt x="7426" y="6231"/>
                    </a:cubicBezTo>
                    <a:cubicBezTo>
                      <a:pt x="7453" y="6242"/>
                      <a:pt x="7491" y="6253"/>
                      <a:pt x="7518" y="6269"/>
                    </a:cubicBezTo>
                    <a:cubicBezTo>
                      <a:pt x="7546" y="6286"/>
                      <a:pt x="7589" y="6329"/>
                      <a:pt x="7622" y="6351"/>
                    </a:cubicBezTo>
                    <a:cubicBezTo>
                      <a:pt x="7692" y="6394"/>
                      <a:pt x="7769" y="6438"/>
                      <a:pt x="7839" y="6487"/>
                    </a:cubicBezTo>
                    <a:cubicBezTo>
                      <a:pt x="7883" y="6525"/>
                      <a:pt x="7921" y="6568"/>
                      <a:pt x="7953" y="6612"/>
                    </a:cubicBezTo>
                    <a:cubicBezTo>
                      <a:pt x="7899" y="6644"/>
                      <a:pt x="7845" y="6672"/>
                      <a:pt x="7790" y="6693"/>
                    </a:cubicBezTo>
                    <a:cubicBezTo>
                      <a:pt x="7654" y="6769"/>
                      <a:pt x="7508" y="6829"/>
                      <a:pt x="7361" y="6878"/>
                    </a:cubicBezTo>
                    <a:cubicBezTo>
                      <a:pt x="7315" y="6890"/>
                      <a:pt x="7270" y="6894"/>
                      <a:pt x="7226" y="6894"/>
                    </a:cubicBezTo>
                    <a:cubicBezTo>
                      <a:pt x="7120" y="6894"/>
                      <a:pt x="7016" y="6871"/>
                      <a:pt x="6910" y="6867"/>
                    </a:cubicBezTo>
                    <a:cubicBezTo>
                      <a:pt x="6897" y="6868"/>
                      <a:pt x="6884" y="6869"/>
                      <a:pt x="6871" y="6869"/>
                    </a:cubicBezTo>
                    <a:cubicBezTo>
                      <a:pt x="6807" y="6869"/>
                      <a:pt x="6740" y="6857"/>
                      <a:pt x="6681" y="6835"/>
                    </a:cubicBezTo>
                    <a:cubicBezTo>
                      <a:pt x="6611" y="6813"/>
                      <a:pt x="6562" y="6769"/>
                      <a:pt x="6497" y="6742"/>
                    </a:cubicBezTo>
                    <a:cubicBezTo>
                      <a:pt x="6437" y="6731"/>
                      <a:pt x="6382" y="6693"/>
                      <a:pt x="6344" y="6650"/>
                    </a:cubicBezTo>
                    <a:cubicBezTo>
                      <a:pt x="6317" y="6606"/>
                      <a:pt x="6279" y="6563"/>
                      <a:pt x="6247" y="6525"/>
                    </a:cubicBezTo>
                    <a:cubicBezTo>
                      <a:pt x="6219" y="6481"/>
                      <a:pt x="6214" y="6422"/>
                      <a:pt x="6181" y="6373"/>
                    </a:cubicBezTo>
                    <a:cubicBezTo>
                      <a:pt x="6149" y="6324"/>
                      <a:pt x="6127" y="6253"/>
                      <a:pt x="6089" y="6193"/>
                    </a:cubicBezTo>
                    <a:cubicBezTo>
                      <a:pt x="6002" y="6041"/>
                      <a:pt x="6024" y="5878"/>
                      <a:pt x="6029" y="5709"/>
                    </a:cubicBezTo>
                    <a:cubicBezTo>
                      <a:pt x="6024" y="5552"/>
                      <a:pt x="6029" y="5394"/>
                      <a:pt x="6051" y="5237"/>
                    </a:cubicBezTo>
                    <a:cubicBezTo>
                      <a:pt x="6051" y="5221"/>
                      <a:pt x="6040" y="5206"/>
                      <a:pt x="6026" y="5206"/>
                    </a:cubicBezTo>
                    <a:cubicBezTo>
                      <a:pt x="6020" y="5206"/>
                      <a:pt x="6014" y="5208"/>
                      <a:pt x="6007" y="5215"/>
                    </a:cubicBezTo>
                    <a:lnTo>
                      <a:pt x="6013" y="5215"/>
                    </a:lnTo>
                    <a:cubicBezTo>
                      <a:pt x="6007" y="5226"/>
                      <a:pt x="5996" y="5237"/>
                      <a:pt x="5991" y="5242"/>
                    </a:cubicBezTo>
                    <a:lnTo>
                      <a:pt x="5986" y="5242"/>
                    </a:lnTo>
                    <a:cubicBezTo>
                      <a:pt x="5904" y="5155"/>
                      <a:pt x="5866" y="5030"/>
                      <a:pt x="5893" y="4910"/>
                    </a:cubicBezTo>
                    <a:cubicBezTo>
                      <a:pt x="5899" y="4878"/>
                      <a:pt x="5910" y="4845"/>
                      <a:pt x="5920" y="4807"/>
                    </a:cubicBezTo>
                    <a:close/>
                    <a:moveTo>
                      <a:pt x="8747" y="7177"/>
                    </a:moveTo>
                    <a:cubicBezTo>
                      <a:pt x="8752" y="7188"/>
                      <a:pt x="8769" y="7204"/>
                      <a:pt x="8780" y="7215"/>
                    </a:cubicBezTo>
                    <a:cubicBezTo>
                      <a:pt x="8758" y="7248"/>
                      <a:pt x="8725" y="7275"/>
                      <a:pt x="8687" y="7297"/>
                    </a:cubicBezTo>
                    <a:cubicBezTo>
                      <a:pt x="8665" y="7302"/>
                      <a:pt x="8649" y="7313"/>
                      <a:pt x="8627" y="7324"/>
                    </a:cubicBezTo>
                    <a:lnTo>
                      <a:pt x="8589" y="7324"/>
                    </a:lnTo>
                    <a:cubicBezTo>
                      <a:pt x="8649" y="7280"/>
                      <a:pt x="8704" y="7231"/>
                      <a:pt x="8747" y="7177"/>
                    </a:cubicBezTo>
                    <a:close/>
                    <a:moveTo>
                      <a:pt x="7932" y="6884"/>
                    </a:moveTo>
                    <a:lnTo>
                      <a:pt x="7932" y="6884"/>
                    </a:lnTo>
                    <a:cubicBezTo>
                      <a:pt x="7894" y="6927"/>
                      <a:pt x="7850" y="6971"/>
                      <a:pt x="7807" y="7019"/>
                    </a:cubicBezTo>
                    <a:cubicBezTo>
                      <a:pt x="7682" y="7155"/>
                      <a:pt x="7546" y="7340"/>
                      <a:pt x="7350" y="7367"/>
                    </a:cubicBezTo>
                    <a:cubicBezTo>
                      <a:pt x="7267" y="7377"/>
                      <a:pt x="7168" y="7389"/>
                      <a:pt x="7072" y="7389"/>
                    </a:cubicBezTo>
                    <a:cubicBezTo>
                      <a:pt x="7006" y="7389"/>
                      <a:pt x="6940" y="7383"/>
                      <a:pt x="6883" y="7367"/>
                    </a:cubicBezTo>
                    <a:cubicBezTo>
                      <a:pt x="6747" y="7329"/>
                      <a:pt x="6730" y="7210"/>
                      <a:pt x="6714" y="7090"/>
                    </a:cubicBezTo>
                    <a:lnTo>
                      <a:pt x="6714" y="7090"/>
                    </a:lnTo>
                    <a:cubicBezTo>
                      <a:pt x="6736" y="7096"/>
                      <a:pt x="6757" y="7101"/>
                      <a:pt x="6779" y="7101"/>
                    </a:cubicBezTo>
                    <a:cubicBezTo>
                      <a:pt x="6872" y="7112"/>
                      <a:pt x="6964" y="7117"/>
                      <a:pt x="7056" y="7134"/>
                    </a:cubicBezTo>
                    <a:cubicBezTo>
                      <a:pt x="7103" y="7139"/>
                      <a:pt x="7149" y="7142"/>
                      <a:pt x="7195" y="7142"/>
                    </a:cubicBezTo>
                    <a:cubicBezTo>
                      <a:pt x="7241" y="7142"/>
                      <a:pt x="7287" y="7139"/>
                      <a:pt x="7334" y="7134"/>
                    </a:cubicBezTo>
                    <a:cubicBezTo>
                      <a:pt x="7513" y="7096"/>
                      <a:pt x="7682" y="7030"/>
                      <a:pt x="7839" y="6933"/>
                    </a:cubicBezTo>
                    <a:cubicBezTo>
                      <a:pt x="7866" y="6916"/>
                      <a:pt x="7899" y="6900"/>
                      <a:pt x="7932" y="6884"/>
                    </a:cubicBezTo>
                    <a:close/>
                    <a:moveTo>
                      <a:pt x="9160" y="6117"/>
                    </a:moveTo>
                    <a:cubicBezTo>
                      <a:pt x="9160" y="6119"/>
                      <a:pt x="9161" y="6123"/>
                      <a:pt x="9166" y="6123"/>
                    </a:cubicBezTo>
                    <a:cubicBezTo>
                      <a:pt x="9231" y="6204"/>
                      <a:pt x="9301" y="6275"/>
                      <a:pt x="9383" y="6340"/>
                    </a:cubicBezTo>
                    <a:cubicBezTo>
                      <a:pt x="9399" y="6351"/>
                      <a:pt x="9410" y="6367"/>
                      <a:pt x="9426" y="6383"/>
                    </a:cubicBezTo>
                    <a:cubicBezTo>
                      <a:pt x="9399" y="6443"/>
                      <a:pt x="9416" y="6509"/>
                      <a:pt x="9459" y="6552"/>
                    </a:cubicBezTo>
                    <a:cubicBezTo>
                      <a:pt x="9468" y="6561"/>
                      <a:pt x="9479" y="6565"/>
                      <a:pt x="9490" y="6565"/>
                    </a:cubicBezTo>
                    <a:cubicBezTo>
                      <a:pt x="9499" y="6565"/>
                      <a:pt x="9509" y="6562"/>
                      <a:pt x="9519" y="6557"/>
                    </a:cubicBezTo>
                    <a:cubicBezTo>
                      <a:pt x="9524" y="6552"/>
                      <a:pt x="9535" y="6547"/>
                      <a:pt x="9546" y="6536"/>
                    </a:cubicBezTo>
                    <a:cubicBezTo>
                      <a:pt x="9562" y="6557"/>
                      <a:pt x="9573" y="6585"/>
                      <a:pt x="9590" y="6612"/>
                    </a:cubicBezTo>
                    <a:cubicBezTo>
                      <a:pt x="9644" y="6710"/>
                      <a:pt x="9660" y="6824"/>
                      <a:pt x="9644" y="6938"/>
                    </a:cubicBezTo>
                    <a:cubicBezTo>
                      <a:pt x="9617" y="7058"/>
                      <a:pt x="9524" y="7150"/>
                      <a:pt x="9448" y="7242"/>
                    </a:cubicBezTo>
                    <a:cubicBezTo>
                      <a:pt x="9378" y="7329"/>
                      <a:pt x="9296" y="7400"/>
                      <a:pt x="9198" y="7460"/>
                    </a:cubicBezTo>
                    <a:cubicBezTo>
                      <a:pt x="9149" y="7487"/>
                      <a:pt x="9100" y="7520"/>
                      <a:pt x="9051" y="7547"/>
                    </a:cubicBezTo>
                    <a:cubicBezTo>
                      <a:pt x="9111" y="7460"/>
                      <a:pt x="9149" y="7356"/>
                      <a:pt x="9155" y="7248"/>
                    </a:cubicBezTo>
                    <a:cubicBezTo>
                      <a:pt x="9280" y="7014"/>
                      <a:pt x="9388" y="6726"/>
                      <a:pt x="9214" y="6487"/>
                    </a:cubicBezTo>
                    <a:cubicBezTo>
                      <a:pt x="9204" y="6465"/>
                      <a:pt x="9187" y="6449"/>
                      <a:pt x="9166" y="6432"/>
                    </a:cubicBezTo>
                    <a:cubicBezTo>
                      <a:pt x="9166" y="6329"/>
                      <a:pt x="9166" y="6221"/>
                      <a:pt x="9160" y="6117"/>
                    </a:cubicBezTo>
                    <a:close/>
                    <a:moveTo>
                      <a:pt x="566" y="1932"/>
                    </a:moveTo>
                    <a:cubicBezTo>
                      <a:pt x="729" y="1942"/>
                      <a:pt x="892" y="1942"/>
                      <a:pt x="1055" y="1942"/>
                    </a:cubicBezTo>
                    <a:cubicBezTo>
                      <a:pt x="1371" y="1942"/>
                      <a:pt x="1691" y="1980"/>
                      <a:pt x="2007" y="1980"/>
                    </a:cubicBezTo>
                    <a:lnTo>
                      <a:pt x="2469" y="1980"/>
                    </a:lnTo>
                    <a:cubicBezTo>
                      <a:pt x="2510" y="1979"/>
                      <a:pt x="2550" y="1979"/>
                      <a:pt x="2591" y="1979"/>
                    </a:cubicBezTo>
                    <a:cubicBezTo>
                      <a:pt x="2722" y="1979"/>
                      <a:pt x="2851" y="1986"/>
                      <a:pt x="2980" y="2002"/>
                    </a:cubicBezTo>
                    <a:cubicBezTo>
                      <a:pt x="3116" y="2028"/>
                      <a:pt x="3256" y="2034"/>
                      <a:pt x="3397" y="2034"/>
                    </a:cubicBezTo>
                    <a:cubicBezTo>
                      <a:pt x="3529" y="2034"/>
                      <a:pt x="3662" y="2029"/>
                      <a:pt x="3793" y="2029"/>
                    </a:cubicBezTo>
                    <a:cubicBezTo>
                      <a:pt x="3817" y="2029"/>
                      <a:pt x="3841" y="2029"/>
                      <a:pt x="3866" y="2029"/>
                    </a:cubicBezTo>
                    <a:cubicBezTo>
                      <a:pt x="4529" y="2029"/>
                      <a:pt x="5187" y="2035"/>
                      <a:pt x="5850" y="2040"/>
                    </a:cubicBezTo>
                    <a:cubicBezTo>
                      <a:pt x="5996" y="2040"/>
                      <a:pt x="6138" y="2062"/>
                      <a:pt x="6285" y="2073"/>
                    </a:cubicBezTo>
                    <a:cubicBezTo>
                      <a:pt x="6369" y="2078"/>
                      <a:pt x="6453" y="2080"/>
                      <a:pt x="6537" y="2080"/>
                    </a:cubicBezTo>
                    <a:cubicBezTo>
                      <a:pt x="6622" y="2080"/>
                      <a:pt x="6706" y="2078"/>
                      <a:pt x="6790" y="2078"/>
                    </a:cubicBezTo>
                    <a:cubicBezTo>
                      <a:pt x="7122" y="2078"/>
                      <a:pt x="7459" y="2078"/>
                      <a:pt x="7796" y="2084"/>
                    </a:cubicBezTo>
                    <a:cubicBezTo>
                      <a:pt x="7908" y="2084"/>
                      <a:pt x="8015" y="2070"/>
                      <a:pt x="8123" y="2070"/>
                    </a:cubicBezTo>
                    <a:cubicBezTo>
                      <a:pt x="8166" y="2070"/>
                      <a:pt x="8209" y="2072"/>
                      <a:pt x="8252" y="2078"/>
                    </a:cubicBezTo>
                    <a:cubicBezTo>
                      <a:pt x="8270" y="2080"/>
                      <a:pt x="8287" y="2080"/>
                      <a:pt x="8304" y="2080"/>
                    </a:cubicBezTo>
                    <a:cubicBezTo>
                      <a:pt x="8356" y="2080"/>
                      <a:pt x="8405" y="2074"/>
                      <a:pt x="8453" y="2062"/>
                    </a:cubicBezTo>
                    <a:cubicBezTo>
                      <a:pt x="8505" y="2054"/>
                      <a:pt x="8560" y="2049"/>
                      <a:pt x="8613" y="2049"/>
                    </a:cubicBezTo>
                    <a:cubicBezTo>
                      <a:pt x="8633" y="2049"/>
                      <a:pt x="8652" y="2050"/>
                      <a:pt x="8671" y="2051"/>
                    </a:cubicBezTo>
                    <a:cubicBezTo>
                      <a:pt x="8742" y="2051"/>
                      <a:pt x="8818" y="2040"/>
                      <a:pt x="8883" y="2024"/>
                    </a:cubicBezTo>
                    <a:cubicBezTo>
                      <a:pt x="8927" y="2018"/>
                      <a:pt x="8970" y="2015"/>
                      <a:pt x="9012" y="2015"/>
                    </a:cubicBezTo>
                    <a:cubicBezTo>
                      <a:pt x="9042" y="2015"/>
                      <a:pt x="9071" y="2016"/>
                      <a:pt x="9100" y="2019"/>
                    </a:cubicBezTo>
                    <a:cubicBezTo>
                      <a:pt x="9182" y="2019"/>
                      <a:pt x="9263" y="2013"/>
                      <a:pt x="9345" y="2002"/>
                    </a:cubicBezTo>
                    <a:cubicBezTo>
                      <a:pt x="9383" y="2002"/>
                      <a:pt x="9421" y="1991"/>
                      <a:pt x="9459" y="1975"/>
                    </a:cubicBezTo>
                    <a:cubicBezTo>
                      <a:pt x="9530" y="1991"/>
                      <a:pt x="9595" y="2019"/>
                      <a:pt x="9666" y="2035"/>
                    </a:cubicBezTo>
                    <a:cubicBezTo>
                      <a:pt x="9660" y="2133"/>
                      <a:pt x="9649" y="2220"/>
                      <a:pt x="9633" y="2312"/>
                    </a:cubicBezTo>
                    <a:lnTo>
                      <a:pt x="9633" y="2307"/>
                    </a:lnTo>
                    <a:cubicBezTo>
                      <a:pt x="9617" y="2486"/>
                      <a:pt x="9584" y="2665"/>
                      <a:pt x="9584" y="2845"/>
                    </a:cubicBezTo>
                    <a:cubicBezTo>
                      <a:pt x="9590" y="3068"/>
                      <a:pt x="9546" y="3291"/>
                      <a:pt x="9551" y="3519"/>
                    </a:cubicBezTo>
                    <a:cubicBezTo>
                      <a:pt x="9551" y="3638"/>
                      <a:pt x="9551" y="3758"/>
                      <a:pt x="9557" y="3872"/>
                    </a:cubicBezTo>
                    <a:cubicBezTo>
                      <a:pt x="9551" y="3975"/>
                      <a:pt x="9541" y="4084"/>
                      <a:pt x="9524" y="4187"/>
                    </a:cubicBezTo>
                    <a:cubicBezTo>
                      <a:pt x="9508" y="4405"/>
                      <a:pt x="9503" y="4628"/>
                      <a:pt x="9513" y="4851"/>
                    </a:cubicBezTo>
                    <a:cubicBezTo>
                      <a:pt x="9513" y="4954"/>
                      <a:pt x="9530" y="5057"/>
                      <a:pt x="9524" y="5160"/>
                    </a:cubicBezTo>
                    <a:cubicBezTo>
                      <a:pt x="9519" y="5269"/>
                      <a:pt x="9486" y="5351"/>
                      <a:pt x="9481" y="5449"/>
                    </a:cubicBezTo>
                    <a:cubicBezTo>
                      <a:pt x="9481" y="5563"/>
                      <a:pt x="9481" y="5671"/>
                      <a:pt x="9470" y="5786"/>
                    </a:cubicBezTo>
                    <a:cubicBezTo>
                      <a:pt x="9448" y="5873"/>
                      <a:pt x="9443" y="5959"/>
                      <a:pt x="9443" y="6041"/>
                    </a:cubicBezTo>
                    <a:cubicBezTo>
                      <a:pt x="9356" y="5949"/>
                      <a:pt x="9339" y="5873"/>
                      <a:pt x="9339" y="5731"/>
                    </a:cubicBezTo>
                    <a:cubicBezTo>
                      <a:pt x="9339" y="5476"/>
                      <a:pt x="9356" y="5215"/>
                      <a:pt x="9231" y="4986"/>
                    </a:cubicBezTo>
                    <a:cubicBezTo>
                      <a:pt x="9204" y="4932"/>
                      <a:pt x="9182" y="4867"/>
                      <a:pt x="9155" y="4818"/>
                    </a:cubicBezTo>
                    <a:cubicBezTo>
                      <a:pt x="9133" y="4791"/>
                      <a:pt x="9117" y="4769"/>
                      <a:pt x="9100" y="4742"/>
                    </a:cubicBezTo>
                    <a:cubicBezTo>
                      <a:pt x="9057" y="4649"/>
                      <a:pt x="8992" y="4568"/>
                      <a:pt x="8910" y="4508"/>
                    </a:cubicBezTo>
                    <a:cubicBezTo>
                      <a:pt x="8812" y="4437"/>
                      <a:pt x="8780" y="4356"/>
                      <a:pt x="8720" y="4253"/>
                    </a:cubicBezTo>
                    <a:cubicBezTo>
                      <a:pt x="8655" y="4160"/>
                      <a:pt x="8578" y="4079"/>
                      <a:pt x="8481" y="4013"/>
                    </a:cubicBezTo>
                    <a:cubicBezTo>
                      <a:pt x="8280" y="3872"/>
                      <a:pt x="8106" y="3655"/>
                      <a:pt x="7866" y="3568"/>
                    </a:cubicBezTo>
                    <a:cubicBezTo>
                      <a:pt x="7682" y="3498"/>
                      <a:pt x="7485" y="3463"/>
                      <a:pt x="7287" y="3463"/>
                    </a:cubicBezTo>
                    <a:cubicBezTo>
                      <a:pt x="7194" y="3463"/>
                      <a:pt x="7100" y="3470"/>
                      <a:pt x="7008" y="3486"/>
                    </a:cubicBezTo>
                    <a:cubicBezTo>
                      <a:pt x="6768" y="3530"/>
                      <a:pt x="6480" y="3579"/>
                      <a:pt x="6317" y="3780"/>
                    </a:cubicBezTo>
                    <a:cubicBezTo>
                      <a:pt x="6301" y="3796"/>
                      <a:pt x="6306" y="3829"/>
                      <a:pt x="6328" y="3845"/>
                    </a:cubicBezTo>
                    <a:cubicBezTo>
                      <a:pt x="6236" y="3916"/>
                      <a:pt x="6149" y="3997"/>
                      <a:pt x="6073" y="4084"/>
                    </a:cubicBezTo>
                    <a:cubicBezTo>
                      <a:pt x="5953" y="4231"/>
                      <a:pt x="5855" y="4394"/>
                      <a:pt x="5784" y="4573"/>
                    </a:cubicBezTo>
                    <a:cubicBezTo>
                      <a:pt x="5719" y="4731"/>
                      <a:pt x="5621" y="4921"/>
                      <a:pt x="5681" y="5095"/>
                    </a:cubicBezTo>
                    <a:cubicBezTo>
                      <a:pt x="5719" y="5215"/>
                      <a:pt x="5828" y="5302"/>
                      <a:pt x="5953" y="5307"/>
                    </a:cubicBezTo>
                    <a:cubicBezTo>
                      <a:pt x="5904" y="5427"/>
                      <a:pt x="5877" y="5552"/>
                      <a:pt x="5882" y="5677"/>
                    </a:cubicBezTo>
                    <a:cubicBezTo>
                      <a:pt x="5871" y="5845"/>
                      <a:pt x="5844" y="6036"/>
                      <a:pt x="5910" y="6193"/>
                    </a:cubicBezTo>
                    <a:cubicBezTo>
                      <a:pt x="5926" y="6242"/>
                      <a:pt x="5958" y="6280"/>
                      <a:pt x="5975" y="6329"/>
                    </a:cubicBezTo>
                    <a:cubicBezTo>
                      <a:pt x="5980" y="6373"/>
                      <a:pt x="5996" y="6411"/>
                      <a:pt x="6013" y="6449"/>
                    </a:cubicBezTo>
                    <a:cubicBezTo>
                      <a:pt x="6029" y="6465"/>
                      <a:pt x="6040" y="6487"/>
                      <a:pt x="6051" y="6509"/>
                    </a:cubicBezTo>
                    <a:cubicBezTo>
                      <a:pt x="6051" y="6547"/>
                      <a:pt x="6062" y="6579"/>
                      <a:pt x="6073" y="6612"/>
                    </a:cubicBezTo>
                    <a:cubicBezTo>
                      <a:pt x="6083" y="6628"/>
                      <a:pt x="6094" y="6644"/>
                      <a:pt x="6105" y="6661"/>
                    </a:cubicBezTo>
                    <a:lnTo>
                      <a:pt x="6062" y="6650"/>
                    </a:lnTo>
                    <a:cubicBezTo>
                      <a:pt x="5980" y="6617"/>
                      <a:pt x="5899" y="6568"/>
                      <a:pt x="5828" y="6509"/>
                    </a:cubicBezTo>
                    <a:cubicBezTo>
                      <a:pt x="5719" y="6411"/>
                      <a:pt x="5594" y="6340"/>
                      <a:pt x="5458" y="6291"/>
                    </a:cubicBezTo>
                    <a:cubicBezTo>
                      <a:pt x="5388" y="6269"/>
                      <a:pt x="5312" y="6242"/>
                      <a:pt x="5246" y="6210"/>
                    </a:cubicBezTo>
                    <a:cubicBezTo>
                      <a:pt x="5176" y="6171"/>
                      <a:pt x="5116" y="6128"/>
                      <a:pt x="5067" y="6074"/>
                    </a:cubicBezTo>
                    <a:cubicBezTo>
                      <a:pt x="5016" y="6026"/>
                      <a:pt x="4946" y="5989"/>
                      <a:pt x="4879" y="5989"/>
                    </a:cubicBezTo>
                    <a:cubicBezTo>
                      <a:pt x="4838" y="5989"/>
                      <a:pt x="4797" y="6003"/>
                      <a:pt x="4763" y="6036"/>
                    </a:cubicBezTo>
                    <a:cubicBezTo>
                      <a:pt x="4659" y="6133"/>
                      <a:pt x="4632" y="6329"/>
                      <a:pt x="4572" y="6454"/>
                    </a:cubicBezTo>
                    <a:cubicBezTo>
                      <a:pt x="4523" y="6557"/>
                      <a:pt x="4480" y="6661"/>
                      <a:pt x="4431" y="6759"/>
                    </a:cubicBezTo>
                    <a:lnTo>
                      <a:pt x="4377" y="6742"/>
                    </a:lnTo>
                    <a:lnTo>
                      <a:pt x="4393" y="6737"/>
                    </a:lnTo>
                    <a:cubicBezTo>
                      <a:pt x="4447" y="6704"/>
                      <a:pt x="4447" y="6628"/>
                      <a:pt x="4393" y="6595"/>
                    </a:cubicBezTo>
                    <a:cubicBezTo>
                      <a:pt x="4268" y="6519"/>
                      <a:pt x="4099" y="6579"/>
                      <a:pt x="4002" y="6454"/>
                    </a:cubicBezTo>
                    <a:cubicBezTo>
                      <a:pt x="3985" y="6438"/>
                      <a:pt x="3947" y="6389"/>
                      <a:pt x="3953" y="6367"/>
                    </a:cubicBezTo>
                    <a:cubicBezTo>
                      <a:pt x="3953" y="6345"/>
                      <a:pt x="3963" y="6340"/>
                      <a:pt x="3996" y="6329"/>
                    </a:cubicBezTo>
                    <a:cubicBezTo>
                      <a:pt x="4045" y="6313"/>
                      <a:pt x="4083" y="6291"/>
                      <a:pt x="4121" y="6253"/>
                    </a:cubicBezTo>
                    <a:cubicBezTo>
                      <a:pt x="4159" y="6215"/>
                      <a:pt x="4154" y="6144"/>
                      <a:pt x="4099" y="6117"/>
                    </a:cubicBezTo>
                    <a:cubicBezTo>
                      <a:pt x="4034" y="6074"/>
                      <a:pt x="3904" y="6030"/>
                      <a:pt x="3936" y="5927"/>
                    </a:cubicBezTo>
                    <a:cubicBezTo>
                      <a:pt x="3963" y="5845"/>
                      <a:pt x="4089" y="5824"/>
                      <a:pt x="4159" y="5813"/>
                    </a:cubicBezTo>
                    <a:cubicBezTo>
                      <a:pt x="4203" y="5802"/>
                      <a:pt x="4224" y="5753"/>
                      <a:pt x="4214" y="5709"/>
                    </a:cubicBezTo>
                    <a:cubicBezTo>
                      <a:pt x="4203" y="5644"/>
                      <a:pt x="4089" y="5530"/>
                      <a:pt x="4170" y="5481"/>
                    </a:cubicBezTo>
                    <a:cubicBezTo>
                      <a:pt x="4183" y="5474"/>
                      <a:pt x="4196" y="5470"/>
                      <a:pt x="4210" y="5470"/>
                    </a:cubicBezTo>
                    <a:cubicBezTo>
                      <a:pt x="4288" y="5470"/>
                      <a:pt x="4382" y="5570"/>
                      <a:pt x="4415" y="5612"/>
                    </a:cubicBezTo>
                    <a:cubicBezTo>
                      <a:pt x="4480" y="5666"/>
                      <a:pt x="4529" y="5742"/>
                      <a:pt x="4556" y="5824"/>
                    </a:cubicBezTo>
                    <a:cubicBezTo>
                      <a:pt x="4583" y="5927"/>
                      <a:pt x="4616" y="6036"/>
                      <a:pt x="4654" y="6133"/>
                    </a:cubicBezTo>
                    <a:cubicBezTo>
                      <a:pt x="4657" y="6144"/>
                      <a:pt x="4665" y="6150"/>
                      <a:pt x="4673" y="6150"/>
                    </a:cubicBezTo>
                    <a:cubicBezTo>
                      <a:pt x="4681" y="6150"/>
                      <a:pt x="4689" y="6144"/>
                      <a:pt x="4692" y="6133"/>
                    </a:cubicBezTo>
                    <a:cubicBezTo>
                      <a:pt x="4784" y="5845"/>
                      <a:pt x="4665" y="5530"/>
                      <a:pt x="4404" y="5367"/>
                    </a:cubicBezTo>
                    <a:cubicBezTo>
                      <a:pt x="4346" y="5332"/>
                      <a:pt x="4272" y="5306"/>
                      <a:pt x="4201" y="5306"/>
                    </a:cubicBezTo>
                    <a:cubicBezTo>
                      <a:pt x="4151" y="5306"/>
                      <a:pt x="4102" y="5319"/>
                      <a:pt x="4061" y="5351"/>
                    </a:cubicBezTo>
                    <a:lnTo>
                      <a:pt x="4045" y="5340"/>
                    </a:lnTo>
                    <a:cubicBezTo>
                      <a:pt x="4018" y="5318"/>
                      <a:pt x="3991" y="5296"/>
                      <a:pt x="3969" y="5264"/>
                    </a:cubicBezTo>
                    <a:cubicBezTo>
                      <a:pt x="3909" y="5204"/>
                      <a:pt x="3860" y="5128"/>
                      <a:pt x="3811" y="5063"/>
                    </a:cubicBezTo>
                    <a:cubicBezTo>
                      <a:pt x="3665" y="4872"/>
                      <a:pt x="3480" y="4715"/>
                      <a:pt x="3333" y="4524"/>
                    </a:cubicBezTo>
                    <a:cubicBezTo>
                      <a:pt x="3235" y="4405"/>
                      <a:pt x="3148" y="4285"/>
                      <a:pt x="3067" y="4155"/>
                    </a:cubicBezTo>
                    <a:cubicBezTo>
                      <a:pt x="3001" y="4030"/>
                      <a:pt x="2920" y="3910"/>
                      <a:pt x="2833" y="3801"/>
                    </a:cubicBezTo>
                    <a:cubicBezTo>
                      <a:pt x="2735" y="3693"/>
                      <a:pt x="2621" y="3611"/>
                      <a:pt x="2523" y="3503"/>
                    </a:cubicBezTo>
                    <a:cubicBezTo>
                      <a:pt x="2447" y="3416"/>
                      <a:pt x="2338" y="3350"/>
                      <a:pt x="2284" y="3242"/>
                    </a:cubicBezTo>
                    <a:cubicBezTo>
                      <a:pt x="2267" y="3215"/>
                      <a:pt x="2239" y="3203"/>
                      <a:pt x="2211" y="3203"/>
                    </a:cubicBezTo>
                    <a:cubicBezTo>
                      <a:pt x="2176" y="3203"/>
                      <a:pt x="2141" y="3224"/>
                      <a:pt x="2132" y="3263"/>
                    </a:cubicBezTo>
                    <a:cubicBezTo>
                      <a:pt x="2126" y="3296"/>
                      <a:pt x="2061" y="3323"/>
                      <a:pt x="2045" y="3356"/>
                    </a:cubicBezTo>
                    <a:cubicBezTo>
                      <a:pt x="2017" y="3394"/>
                      <a:pt x="2023" y="3443"/>
                      <a:pt x="2050" y="3481"/>
                    </a:cubicBezTo>
                    <a:cubicBezTo>
                      <a:pt x="2072" y="3546"/>
                      <a:pt x="2115" y="3600"/>
                      <a:pt x="2170" y="3644"/>
                    </a:cubicBezTo>
                    <a:cubicBezTo>
                      <a:pt x="2219" y="3698"/>
                      <a:pt x="2262" y="3758"/>
                      <a:pt x="2300" y="3823"/>
                    </a:cubicBezTo>
                    <a:cubicBezTo>
                      <a:pt x="2344" y="3872"/>
                      <a:pt x="2387" y="3916"/>
                      <a:pt x="2436" y="3959"/>
                    </a:cubicBezTo>
                    <a:cubicBezTo>
                      <a:pt x="2534" y="4068"/>
                      <a:pt x="2621" y="4182"/>
                      <a:pt x="2708" y="4302"/>
                    </a:cubicBezTo>
                    <a:cubicBezTo>
                      <a:pt x="2757" y="4356"/>
                      <a:pt x="2800" y="4416"/>
                      <a:pt x="2838" y="4476"/>
                    </a:cubicBezTo>
                    <a:cubicBezTo>
                      <a:pt x="2871" y="4535"/>
                      <a:pt x="2904" y="4595"/>
                      <a:pt x="2936" y="4649"/>
                    </a:cubicBezTo>
                    <a:cubicBezTo>
                      <a:pt x="2980" y="4709"/>
                      <a:pt x="3034" y="4753"/>
                      <a:pt x="3077" y="4813"/>
                    </a:cubicBezTo>
                    <a:cubicBezTo>
                      <a:pt x="3110" y="4856"/>
                      <a:pt x="3132" y="4905"/>
                      <a:pt x="3170" y="4943"/>
                    </a:cubicBezTo>
                    <a:cubicBezTo>
                      <a:pt x="3273" y="5057"/>
                      <a:pt x="3398" y="5160"/>
                      <a:pt x="3507" y="5275"/>
                    </a:cubicBezTo>
                    <a:cubicBezTo>
                      <a:pt x="3621" y="5383"/>
                      <a:pt x="3713" y="5497"/>
                      <a:pt x="3817" y="5606"/>
                    </a:cubicBezTo>
                    <a:cubicBezTo>
                      <a:pt x="3855" y="5639"/>
                      <a:pt x="3882" y="5682"/>
                      <a:pt x="3909" y="5726"/>
                    </a:cubicBezTo>
                    <a:cubicBezTo>
                      <a:pt x="3844" y="5764"/>
                      <a:pt x="3800" y="5824"/>
                      <a:pt x="3779" y="5894"/>
                    </a:cubicBezTo>
                    <a:cubicBezTo>
                      <a:pt x="3773" y="6003"/>
                      <a:pt x="3817" y="6106"/>
                      <a:pt x="3898" y="6177"/>
                    </a:cubicBezTo>
                    <a:cubicBezTo>
                      <a:pt x="3860" y="6188"/>
                      <a:pt x="3828" y="6210"/>
                      <a:pt x="3800" y="6237"/>
                    </a:cubicBezTo>
                    <a:cubicBezTo>
                      <a:pt x="3741" y="6324"/>
                      <a:pt x="3768" y="6443"/>
                      <a:pt x="3811" y="6530"/>
                    </a:cubicBezTo>
                    <a:cubicBezTo>
                      <a:pt x="3882" y="6688"/>
                      <a:pt x="4034" y="6786"/>
                      <a:pt x="4208" y="6786"/>
                    </a:cubicBezTo>
                    <a:cubicBezTo>
                      <a:pt x="4268" y="6802"/>
                      <a:pt x="4328" y="6851"/>
                      <a:pt x="4387" y="6867"/>
                    </a:cubicBezTo>
                    <a:cubicBezTo>
                      <a:pt x="4355" y="6949"/>
                      <a:pt x="4387" y="7047"/>
                      <a:pt x="4469" y="7085"/>
                    </a:cubicBezTo>
                    <a:cubicBezTo>
                      <a:pt x="4741" y="7253"/>
                      <a:pt x="5051" y="7356"/>
                      <a:pt x="5322" y="7520"/>
                    </a:cubicBezTo>
                    <a:cubicBezTo>
                      <a:pt x="5382" y="7552"/>
                      <a:pt x="5442" y="7574"/>
                      <a:pt x="5502" y="7601"/>
                    </a:cubicBezTo>
                    <a:cubicBezTo>
                      <a:pt x="5572" y="7639"/>
                      <a:pt x="5638" y="7688"/>
                      <a:pt x="5692" y="7742"/>
                    </a:cubicBezTo>
                    <a:cubicBezTo>
                      <a:pt x="5801" y="7835"/>
                      <a:pt x="5953" y="7900"/>
                      <a:pt x="6002" y="8041"/>
                    </a:cubicBezTo>
                    <a:cubicBezTo>
                      <a:pt x="6013" y="8069"/>
                      <a:pt x="6018" y="8096"/>
                      <a:pt x="6018" y="8118"/>
                    </a:cubicBezTo>
                    <a:lnTo>
                      <a:pt x="6015" y="8121"/>
                    </a:lnTo>
                    <a:lnTo>
                      <a:pt x="6015" y="8121"/>
                    </a:lnTo>
                    <a:cubicBezTo>
                      <a:pt x="6016" y="8117"/>
                      <a:pt x="6001" y="8116"/>
                      <a:pt x="5983" y="8116"/>
                    </a:cubicBezTo>
                    <a:cubicBezTo>
                      <a:pt x="5963" y="8116"/>
                      <a:pt x="5939" y="8118"/>
                      <a:pt x="5937" y="8118"/>
                    </a:cubicBezTo>
                    <a:cubicBezTo>
                      <a:pt x="5915" y="8120"/>
                      <a:pt x="5893" y="8122"/>
                      <a:pt x="5871" y="8122"/>
                    </a:cubicBezTo>
                    <a:cubicBezTo>
                      <a:pt x="5850" y="8122"/>
                      <a:pt x="5828" y="8120"/>
                      <a:pt x="5806" y="8118"/>
                    </a:cubicBezTo>
                    <a:cubicBezTo>
                      <a:pt x="5703" y="8107"/>
                      <a:pt x="5605" y="8085"/>
                      <a:pt x="5502" y="8074"/>
                    </a:cubicBezTo>
                    <a:cubicBezTo>
                      <a:pt x="5420" y="8067"/>
                      <a:pt x="5338" y="8065"/>
                      <a:pt x="5255" y="8065"/>
                    </a:cubicBezTo>
                    <a:cubicBezTo>
                      <a:pt x="5145" y="8065"/>
                      <a:pt x="5034" y="8069"/>
                      <a:pt x="4926" y="8069"/>
                    </a:cubicBezTo>
                    <a:cubicBezTo>
                      <a:pt x="4850" y="8074"/>
                      <a:pt x="4768" y="8085"/>
                      <a:pt x="4692" y="8101"/>
                    </a:cubicBezTo>
                    <a:cubicBezTo>
                      <a:pt x="4610" y="8113"/>
                      <a:pt x="4532" y="8120"/>
                      <a:pt x="4452" y="8120"/>
                    </a:cubicBezTo>
                    <a:cubicBezTo>
                      <a:pt x="4425" y="8120"/>
                      <a:pt x="4398" y="8119"/>
                      <a:pt x="4371" y="8118"/>
                    </a:cubicBezTo>
                    <a:cubicBezTo>
                      <a:pt x="4322" y="8116"/>
                      <a:pt x="4274" y="8116"/>
                      <a:pt x="4226" y="8116"/>
                    </a:cubicBezTo>
                    <a:cubicBezTo>
                      <a:pt x="4070" y="8116"/>
                      <a:pt x="3916" y="8123"/>
                      <a:pt x="3762" y="8139"/>
                    </a:cubicBezTo>
                    <a:cubicBezTo>
                      <a:pt x="3641" y="8152"/>
                      <a:pt x="3520" y="8157"/>
                      <a:pt x="3399" y="8157"/>
                    </a:cubicBezTo>
                    <a:cubicBezTo>
                      <a:pt x="3314" y="8157"/>
                      <a:pt x="3228" y="8155"/>
                      <a:pt x="3143" y="8150"/>
                    </a:cubicBezTo>
                    <a:cubicBezTo>
                      <a:pt x="3050" y="8150"/>
                      <a:pt x="2958" y="8150"/>
                      <a:pt x="2865" y="8145"/>
                    </a:cubicBezTo>
                    <a:cubicBezTo>
                      <a:pt x="2773" y="8139"/>
                      <a:pt x="2664" y="8112"/>
                      <a:pt x="2566" y="8112"/>
                    </a:cubicBezTo>
                    <a:cubicBezTo>
                      <a:pt x="2365" y="8112"/>
                      <a:pt x="2170" y="8107"/>
                      <a:pt x="1969" y="8090"/>
                    </a:cubicBezTo>
                    <a:cubicBezTo>
                      <a:pt x="1876" y="8074"/>
                      <a:pt x="1778" y="8079"/>
                      <a:pt x="1680" y="8069"/>
                    </a:cubicBezTo>
                    <a:cubicBezTo>
                      <a:pt x="1583" y="8052"/>
                      <a:pt x="1474" y="8041"/>
                      <a:pt x="1371" y="8036"/>
                    </a:cubicBezTo>
                    <a:cubicBezTo>
                      <a:pt x="1209" y="8036"/>
                      <a:pt x="1046" y="8047"/>
                      <a:pt x="886" y="8047"/>
                    </a:cubicBezTo>
                    <a:cubicBezTo>
                      <a:pt x="826" y="8047"/>
                      <a:pt x="767" y="8046"/>
                      <a:pt x="707" y="8041"/>
                    </a:cubicBezTo>
                    <a:cubicBezTo>
                      <a:pt x="648" y="8041"/>
                      <a:pt x="533" y="8041"/>
                      <a:pt x="501" y="7992"/>
                    </a:cubicBezTo>
                    <a:cubicBezTo>
                      <a:pt x="501" y="7992"/>
                      <a:pt x="501" y="7987"/>
                      <a:pt x="495" y="7982"/>
                    </a:cubicBezTo>
                    <a:cubicBezTo>
                      <a:pt x="550" y="7808"/>
                      <a:pt x="495" y="7607"/>
                      <a:pt x="495" y="7427"/>
                    </a:cubicBezTo>
                    <a:lnTo>
                      <a:pt x="495" y="6813"/>
                    </a:lnTo>
                    <a:cubicBezTo>
                      <a:pt x="495" y="6710"/>
                      <a:pt x="495" y="6601"/>
                      <a:pt x="495" y="6498"/>
                    </a:cubicBezTo>
                    <a:cubicBezTo>
                      <a:pt x="495" y="6405"/>
                      <a:pt x="523" y="6318"/>
                      <a:pt x="533" y="6226"/>
                    </a:cubicBezTo>
                    <a:cubicBezTo>
                      <a:pt x="544" y="6025"/>
                      <a:pt x="544" y="5824"/>
                      <a:pt x="533" y="5622"/>
                    </a:cubicBezTo>
                    <a:cubicBezTo>
                      <a:pt x="528" y="5193"/>
                      <a:pt x="528" y="4764"/>
                      <a:pt x="523" y="4334"/>
                    </a:cubicBezTo>
                    <a:cubicBezTo>
                      <a:pt x="523" y="4122"/>
                      <a:pt x="550" y="3916"/>
                      <a:pt x="555" y="3704"/>
                    </a:cubicBezTo>
                    <a:cubicBezTo>
                      <a:pt x="555" y="3492"/>
                      <a:pt x="555" y="3296"/>
                      <a:pt x="544" y="3095"/>
                    </a:cubicBezTo>
                    <a:cubicBezTo>
                      <a:pt x="539" y="2981"/>
                      <a:pt x="544" y="2861"/>
                      <a:pt x="550" y="2747"/>
                    </a:cubicBezTo>
                    <a:cubicBezTo>
                      <a:pt x="566" y="2638"/>
                      <a:pt x="577" y="2535"/>
                      <a:pt x="577" y="2426"/>
                    </a:cubicBezTo>
                    <a:cubicBezTo>
                      <a:pt x="577" y="2318"/>
                      <a:pt x="566" y="2203"/>
                      <a:pt x="561" y="2095"/>
                    </a:cubicBezTo>
                    <a:cubicBezTo>
                      <a:pt x="555" y="2040"/>
                      <a:pt x="544" y="1986"/>
                      <a:pt x="517" y="1932"/>
                    </a:cubicBezTo>
                    <a:close/>
                    <a:moveTo>
                      <a:pt x="9383" y="7634"/>
                    </a:moveTo>
                    <a:cubicBezTo>
                      <a:pt x="9383" y="7650"/>
                      <a:pt x="9378" y="7666"/>
                      <a:pt x="9372" y="7683"/>
                    </a:cubicBezTo>
                    <a:cubicBezTo>
                      <a:pt x="9345" y="7742"/>
                      <a:pt x="9329" y="7808"/>
                      <a:pt x="9318" y="7873"/>
                    </a:cubicBezTo>
                    <a:cubicBezTo>
                      <a:pt x="9312" y="7922"/>
                      <a:pt x="9345" y="8139"/>
                      <a:pt x="9296" y="8161"/>
                    </a:cubicBezTo>
                    <a:cubicBezTo>
                      <a:pt x="9285" y="8166"/>
                      <a:pt x="9274" y="8172"/>
                      <a:pt x="9269" y="8177"/>
                    </a:cubicBezTo>
                    <a:cubicBezTo>
                      <a:pt x="9263" y="8161"/>
                      <a:pt x="9258" y="8139"/>
                      <a:pt x="9253" y="8118"/>
                    </a:cubicBezTo>
                    <a:cubicBezTo>
                      <a:pt x="9225" y="8020"/>
                      <a:pt x="9149" y="7944"/>
                      <a:pt x="9117" y="7846"/>
                    </a:cubicBezTo>
                    <a:cubicBezTo>
                      <a:pt x="9106" y="7824"/>
                      <a:pt x="9100" y="7797"/>
                      <a:pt x="9095" y="7770"/>
                    </a:cubicBezTo>
                    <a:cubicBezTo>
                      <a:pt x="9198" y="7742"/>
                      <a:pt x="9296" y="7699"/>
                      <a:pt x="9383" y="7634"/>
                    </a:cubicBezTo>
                    <a:close/>
                    <a:moveTo>
                      <a:pt x="4893" y="6226"/>
                    </a:moveTo>
                    <a:cubicBezTo>
                      <a:pt x="4936" y="6264"/>
                      <a:pt x="4969" y="6318"/>
                      <a:pt x="5018" y="6351"/>
                    </a:cubicBezTo>
                    <a:cubicBezTo>
                      <a:pt x="5143" y="6432"/>
                      <a:pt x="5279" y="6498"/>
                      <a:pt x="5426" y="6541"/>
                    </a:cubicBezTo>
                    <a:cubicBezTo>
                      <a:pt x="5583" y="6601"/>
                      <a:pt x="5687" y="6721"/>
                      <a:pt x="5833" y="6807"/>
                    </a:cubicBezTo>
                    <a:cubicBezTo>
                      <a:pt x="5980" y="6889"/>
                      <a:pt x="6121" y="6900"/>
                      <a:pt x="6263" y="6965"/>
                    </a:cubicBezTo>
                    <a:cubicBezTo>
                      <a:pt x="6343" y="7001"/>
                      <a:pt x="6427" y="7055"/>
                      <a:pt x="6518" y="7055"/>
                    </a:cubicBezTo>
                    <a:cubicBezTo>
                      <a:pt x="6538" y="7055"/>
                      <a:pt x="6558" y="7052"/>
                      <a:pt x="6578" y="7047"/>
                    </a:cubicBezTo>
                    <a:lnTo>
                      <a:pt x="6578" y="7047"/>
                    </a:lnTo>
                    <a:cubicBezTo>
                      <a:pt x="6562" y="7210"/>
                      <a:pt x="6578" y="7373"/>
                      <a:pt x="6730" y="7476"/>
                    </a:cubicBezTo>
                    <a:cubicBezTo>
                      <a:pt x="6824" y="7539"/>
                      <a:pt x="6943" y="7554"/>
                      <a:pt x="7063" y="7554"/>
                    </a:cubicBezTo>
                    <a:cubicBezTo>
                      <a:pt x="7151" y="7554"/>
                      <a:pt x="7239" y="7546"/>
                      <a:pt x="7317" y="7541"/>
                    </a:cubicBezTo>
                    <a:cubicBezTo>
                      <a:pt x="7546" y="7525"/>
                      <a:pt x="7730" y="7362"/>
                      <a:pt x="7877" y="7193"/>
                    </a:cubicBezTo>
                    <a:cubicBezTo>
                      <a:pt x="7964" y="7106"/>
                      <a:pt x="8046" y="7009"/>
                      <a:pt x="8116" y="6900"/>
                    </a:cubicBezTo>
                    <a:lnTo>
                      <a:pt x="8138" y="6867"/>
                    </a:lnTo>
                    <a:cubicBezTo>
                      <a:pt x="8144" y="6878"/>
                      <a:pt x="8149" y="6889"/>
                      <a:pt x="8154" y="6905"/>
                    </a:cubicBezTo>
                    <a:cubicBezTo>
                      <a:pt x="8198" y="7068"/>
                      <a:pt x="8100" y="7210"/>
                      <a:pt x="8002" y="7329"/>
                    </a:cubicBezTo>
                    <a:cubicBezTo>
                      <a:pt x="7953" y="7384"/>
                      <a:pt x="7926" y="7449"/>
                      <a:pt x="7877" y="7509"/>
                    </a:cubicBezTo>
                    <a:cubicBezTo>
                      <a:pt x="7823" y="7579"/>
                      <a:pt x="7774" y="7661"/>
                      <a:pt x="7730" y="7748"/>
                    </a:cubicBezTo>
                    <a:cubicBezTo>
                      <a:pt x="7712" y="7784"/>
                      <a:pt x="7743" y="7824"/>
                      <a:pt x="7779" y="7824"/>
                    </a:cubicBezTo>
                    <a:cubicBezTo>
                      <a:pt x="7786" y="7824"/>
                      <a:pt x="7794" y="7822"/>
                      <a:pt x="7801" y="7819"/>
                    </a:cubicBezTo>
                    <a:cubicBezTo>
                      <a:pt x="7883" y="7764"/>
                      <a:pt x="7953" y="7704"/>
                      <a:pt x="8024" y="7634"/>
                    </a:cubicBezTo>
                    <a:cubicBezTo>
                      <a:pt x="8068" y="7596"/>
                      <a:pt x="8106" y="7558"/>
                      <a:pt x="8144" y="7514"/>
                    </a:cubicBezTo>
                    <a:cubicBezTo>
                      <a:pt x="8149" y="7541"/>
                      <a:pt x="8160" y="7574"/>
                      <a:pt x="8171" y="7601"/>
                    </a:cubicBezTo>
                    <a:cubicBezTo>
                      <a:pt x="8182" y="7607"/>
                      <a:pt x="8187" y="7617"/>
                      <a:pt x="8193" y="7628"/>
                    </a:cubicBezTo>
                    <a:cubicBezTo>
                      <a:pt x="8165" y="7650"/>
                      <a:pt x="8138" y="7672"/>
                      <a:pt x="8106" y="7688"/>
                    </a:cubicBezTo>
                    <a:cubicBezTo>
                      <a:pt x="8035" y="7710"/>
                      <a:pt x="7975" y="7699"/>
                      <a:pt x="7915" y="7748"/>
                    </a:cubicBezTo>
                    <a:cubicBezTo>
                      <a:pt x="7857" y="7793"/>
                      <a:pt x="7891" y="7886"/>
                      <a:pt x="7951" y="7886"/>
                    </a:cubicBezTo>
                    <a:cubicBezTo>
                      <a:pt x="7964" y="7886"/>
                      <a:pt x="7977" y="7882"/>
                      <a:pt x="7991" y="7873"/>
                    </a:cubicBezTo>
                    <a:cubicBezTo>
                      <a:pt x="8051" y="7829"/>
                      <a:pt x="8127" y="7851"/>
                      <a:pt x="8193" y="7824"/>
                    </a:cubicBezTo>
                    <a:cubicBezTo>
                      <a:pt x="8247" y="7797"/>
                      <a:pt x="8296" y="7764"/>
                      <a:pt x="8345" y="7721"/>
                    </a:cubicBezTo>
                    <a:cubicBezTo>
                      <a:pt x="8388" y="7732"/>
                      <a:pt x="8432" y="7737"/>
                      <a:pt x="8481" y="7737"/>
                    </a:cubicBezTo>
                    <a:cubicBezTo>
                      <a:pt x="8502" y="7737"/>
                      <a:pt x="8524" y="7732"/>
                      <a:pt x="8546" y="7726"/>
                    </a:cubicBezTo>
                    <a:lnTo>
                      <a:pt x="8546" y="7726"/>
                    </a:lnTo>
                    <a:cubicBezTo>
                      <a:pt x="8486" y="7764"/>
                      <a:pt x="8421" y="7786"/>
                      <a:pt x="8350" y="7791"/>
                    </a:cubicBezTo>
                    <a:cubicBezTo>
                      <a:pt x="8241" y="7802"/>
                      <a:pt x="8241" y="7960"/>
                      <a:pt x="8350" y="7971"/>
                    </a:cubicBezTo>
                    <a:cubicBezTo>
                      <a:pt x="8356" y="7971"/>
                      <a:pt x="8362" y="7971"/>
                      <a:pt x="8367" y="7971"/>
                    </a:cubicBezTo>
                    <a:cubicBezTo>
                      <a:pt x="8566" y="7971"/>
                      <a:pt x="8719" y="7880"/>
                      <a:pt x="8867" y="7759"/>
                    </a:cubicBezTo>
                    <a:lnTo>
                      <a:pt x="8872" y="7759"/>
                    </a:lnTo>
                    <a:lnTo>
                      <a:pt x="8883" y="7764"/>
                    </a:lnTo>
                    <a:cubicBezTo>
                      <a:pt x="8899" y="7867"/>
                      <a:pt x="8932" y="7965"/>
                      <a:pt x="8986" y="8058"/>
                    </a:cubicBezTo>
                    <a:cubicBezTo>
                      <a:pt x="9079" y="8199"/>
                      <a:pt x="9089" y="8384"/>
                      <a:pt x="9133" y="8547"/>
                    </a:cubicBezTo>
                    <a:cubicBezTo>
                      <a:pt x="9198" y="8721"/>
                      <a:pt x="9236" y="8900"/>
                      <a:pt x="9247" y="9091"/>
                    </a:cubicBezTo>
                    <a:cubicBezTo>
                      <a:pt x="9247" y="9177"/>
                      <a:pt x="9247" y="9270"/>
                      <a:pt x="9247" y="9362"/>
                    </a:cubicBezTo>
                    <a:cubicBezTo>
                      <a:pt x="9263" y="9444"/>
                      <a:pt x="9263" y="9531"/>
                      <a:pt x="9247" y="9612"/>
                    </a:cubicBezTo>
                    <a:lnTo>
                      <a:pt x="9247" y="9607"/>
                    </a:lnTo>
                    <a:cubicBezTo>
                      <a:pt x="9238" y="9636"/>
                      <a:pt x="9230" y="9642"/>
                      <a:pt x="9215" y="9642"/>
                    </a:cubicBezTo>
                    <a:cubicBezTo>
                      <a:pt x="9204" y="9642"/>
                      <a:pt x="9191" y="9639"/>
                      <a:pt x="9172" y="9639"/>
                    </a:cubicBezTo>
                    <a:cubicBezTo>
                      <a:pt x="9166" y="9639"/>
                      <a:pt x="9161" y="9639"/>
                      <a:pt x="9155" y="9640"/>
                    </a:cubicBezTo>
                    <a:cubicBezTo>
                      <a:pt x="9083" y="9644"/>
                      <a:pt x="9012" y="9674"/>
                      <a:pt x="8937" y="9674"/>
                    </a:cubicBezTo>
                    <a:cubicBezTo>
                      <a:pt x="8926" y="9674"/>
                      <a:pt x="8915" y="9673"/>
                      <a:pt x="8905" y="9672"/>
                    </a:cubicBezTo>
                    <a:cubicBezTo>
                      <a:pt x="8829" y="9650"/>
                      <a:pt x="8747" y="9640"/>
                      <a:pt x="8671" y="9640"/>
                    </a:cubicBezTo>
                    <a:cubicBezTo>
                      <a:pt x="8606" y="9645"/>
                      <a:pt x="8546" y="9672"/>
                      <a:pt x="8481" y="9678"/>
                    </a:cubicBezTo>
                    <a:cubicBezTo>
                      <a:pt x="8432" y="9683"/>
                      <a:pt x="8377" y="9688"/>
                      <a:pt x="8328" y="9688"/>
                    </a:cubicBezTo>
                    <a:lnTo>
                      <a:pt x="8290" y="9688"/>
                    </a:lnTo>
                    <a:cubicBezTo>
                      <a:pt x="8296" y="9645"/>
                      <a:pt x="8290" y="9574"/>
                      <a:pt x="8290" y="9542"/>
                    </a:cubicBezTo>
                    <a:cubicBezTo>
                      <a:pt x="8296" y="9476"/>
                      <a:pt x="8296" y="9406"/>
                      <a:pt x="8290" y="9341"/>
                    </a:cubicBezTo>
                    <a:cubicBezTo>
                      <a:pt x="8280" y="9134"/>
                      <a:pt x="8312" y="8933"/>
                      <a:pt x="8301" y="8726"/>
                    </a:cubicBezTo>
                    <a:cubicBezTo>
                      <a:pt x="8290" y="8503"/>
                      <a:pt x="8274" y="8281"/>
                      <a:pt x="8252" y="8052"/>
                    </a:cubicBezTo>
                    <a:cubicBezTo>
                      <a:pt x="8247" y="8031"/>
                      <a:pt x="8228" y="8020"/>
                      <a:pt x="8210" y="8020"/>
                    </a:cubicBezTo>
                    <a:cubicBezTo>
                      <a:pt x="8191" y="8020"/>
                      <a:pt x="8174" y="8031"/>
                      <a:pt x="8171" y="8052"/>
                    </a:cubicBezTo>
                    <a:cubicBezTo>
                      <a:pt x="8144" y="8286"/>
                      <a:pt x="8133" y="8520"/>
                      <a:pt x="8116" y="8753"/>
                    </a:cubicBezTo>
                    <a:cubicBezTo>
                      <a:pt x="8106" y="8971"/>
                      <a:pt x="8051" y="9183"/>
                      <a:pt x="8051" y="9406"/>
                    </a:cubicBezTo>
                    <a:cubicBezTo>
                      <a:pt x="8051" y="9525"/>
                      <a:pt x="8008" y="9667"/>
                      <a:pt x="8040" y="9781"/>
                    </a:cubicBezTo>
                    <a:cubicBezTo>
                      <a:pt x="7953" y="9743"/>
                      <a:pt x="7866" y="9721"/>
                      <a:pt x="7774" y="9716"/>
                    </a:cubicBezTo>
                    <a:cubicBezTo>
                      <a:pt x="7756" y="9714"/>
                      <a:pt x="7738" y="9714"/>
                      <a:pt x="7721" y="9714"/>
                    </a:cubicBezTo>
                    <a:cubicBezTo>
                      <a:pt x="7577" y="9714"/>
                      <a:pt x="7441" y="9749"/>
                      <a:pt x="7296" y="9759"/>
                    </a:cubicBezTo>
                    <a:cubicBezTo>
                      <a:pt x="7138" y="9759"/>
                      <a:pt x="6980" y="9743"/>
                      <a:pt x="6828" y="9716"/>
                    </a:cubicBezTo>
                    <a:cubicBezTo>
                      <a:pt x="6643" y="9699"/>
                      <a:pt x="6464" y="9672"/>
                      <a:pt x="6285" y="9629"/>
                    </a:cubicBezTo>
                    <a:cubicBezTo>
                      <a:pt x="6230" y="9612"/>
                      <a:pt x="6176" y="9596"/>
                      <a:pt x="6116" y="9591"/>
                    </a:cubicBezTo>
                    <a:cubicBezTo>
                      <a:pt x="6107" y="9591"/>
                      <a:pt x="6085" y="9579"/>
                      <a:pt x="6080" y="9579"/>
                    </a:cubicBezTo>
                    <a:cubicBezTo>
                      <a:pt x="6079" y="9579"/>
                      <a:pt x="6078" y="9579"/>
                      <a:pt x="6078" y="9580"/>
                    </a:cubicBezTo>
                    <a:cubicBezTo>
                      <a:pt x="6073" y="9553"/>
                      <a:pt x="6067" y="9520"/>
                      <a:pt x="6062" y="9493"/>
                    </a:cubicBezTo>
                    <a:cubicBezTo>
                      <a:pt x="6045" y="9341"/>
                      <a:pt x="6089" y="9188"/>
                      <a:pt x="6116" y="9042"/>
                    </a:cubicBezTo>
                    <a:cubicBezTo>
                      <a:pt x="6143" y="8889"/>
                      <a:pt x="6187" y="8721"/>
                      <a:pt x="6203" y="8563"/>
                    </a:cubicBezTo>
                    <a:cubicBezTo>
                      <a:pt x="6230" y="8422"/>
                      <a:pt x="6247" y="8281"/>
                      <a:pt x="6257" y="8139"/>
                    </a:cubicBezTo>
                    <a:cubicBezTo>
                      <a:pt x="6263" y="8009"/>
                      <a:pt x="6225" y="7884"/>
                      <a:pt x="6149" y="7786"/>
                    </a:cubicBezTo>
                    <a:cubicBezTo>
                      <a:pt x="6067" y="7683"/>
                      <a:pt x="5942" y="7628"/>
                      <a:pt x="5833" y="7552"/>
                    </a:cubicBezTo>
                    <a:cubicBezTo>
                      <a:pt x="5730" y="7471"/>
                      <a:pt x="5616" y="7411"/>
                      <a:pt x="5491" y="7373"/>
                    </a:cubicBezTo>
                    <a:cubicBezTo>
                      <a:pt x="5355" y="7324"/>
                      <a:pt x="5219" y="7248"/>
                      <a:pt x="5083" y="7188"/>
                    </a:cubicBezTo>
                    <a:cubicBezTo>
                      <a:pt x="4931" y="7128"/>
                      <a:pt x="4790" y="7058"/>
                      <a:pt x="4648" y="6981"/>
                    </a:cubicBezTo>
                    <a:cubicBezTo>
                      <a:pt x="4626" y="6968"/>
                      <a:pt x="4587" y="6937"/>
                      <a:pt x="4569" y="6937"/>
                    </a:cubicBezTo>
                    <a:cubicBezTo>
                      <a:pt x="4567" y="6937"/>
                      <a:pt x="4565" y="6938"/>
                      <a:pt x="4563" y="6940"/>
                    </a:cubicBezTo>
                    <a:lnTo>
                      <a:pt x="4563" y="6940"/>
                    </a:lnTo>
                    <a:cubicBezTo>
                      <a:pt x="4574" y="6919"/>
                      <a:pt x="4584" y="6899"/>
                      <a:pt x="4599" y="6878"/>
                    </a:cubicBezTo>
                    <a:cubicBezTo>
                      <a:pt x="4621" y="6835"/>
                      <a:pt x="4638" y="6791"/>
                      <a:pt x="4654" y="6748"/>
                    </a:cubicBezTo>
                    <a:cubicBezTo>
                      <a:pt x="4719" y="6612"/>
                      <a:pt x="4790" y="6481"/>
                      <a:pt x="4844" y="6345"/>
                    </a:cubicBezTo>
                    <a:cubicBezTo>
                      <a:pt x="4855" y="6313"/>
                      <a:pt x="4871" y="6286"/>
                      <a:pt x="4882" y="6253"/>
                    </a:cubicBezTo>
                    <a:lnTo>
                      <a:pt x="4893" y="6231"/>
                    </a:lnTo>
                    <a:lnTo>
                      <a:pt x="4893" y="6226"/>
                    </a:lnTo>
                    <a:close/>
                    <a:moveTo>
                      <a:pt x="5164" y="0"/>
                    </a:moveTo>
                    <a:cubicBezTo>
                      <a:pt x="5146" y="0"/>
                      <a:pt x="5128" y="3"/>
                      <a:pt x="5110" y="7"/>
                    </a:cubicBezTo>
                    <a:cubicBezTo>
                      <a:pt x="5034" y="29"/>
                      <a:pt x="4975" y="78"/>
                      <a:pt x="4942" y="149"/>
                    </a:cubicBezTo>
                    <a:cubicBezTo>
                      <a:pt x="4893" y="192"/>
                      <a:pt x="4866" y="257"/>
                      <a:pt x="4877" y="317"/>
                    </a:cubicBezTo>
                    <a:cubicBezTo>
                      <a:pt x="4844" y="339"/>
                      <a:pt x="4811" y="355"/>
                      <a:pt x="4779" y="371"/>
                    </a:cubicBezTo>
                    <a:cubicBezTo>
                      <a:pt x="4654" y="431"/>
                      <a:pt x="4567" y="513"/>
                      <a:pt x="4431" y="551"/>
                    </a:cubicBezTo>
                    <a:cubicBezTo>
                      <a:pt x="4311" y="589"/>
                      <a:pt x="4192" y="649"/>
                      <a:pt x="4094" y="730"/>
                    </a:cubicBezTo>
                    <a:cubicBezTo>
                      <a:pt x="4002" y="806"/>
                      <a:pt x="3898" y="872"/>
                      <a:pt x="3790" y="926"/>
                    </a:cubicBezTo>
                    <a:cubicBezTo>
                      <a:pt x="3751" y="937"/>
                      <a:pt x="3713" y="937"/>
                      <a:pt x="3670" y="937"/>
                    </a:cubicBezTo>
                    <a:cubicBezTo>
                      <a:pt x="3442" y="937"/>
                      <a:pt x="3213" y="937"/>
                      <a:pt x="2985" y="953"/>
                    </a:cubicBezTo>
                    <a:cubicBezTo>
                      <a:pt x="2757" y="964"/>
                      <a:pt x="2507" y="975"/>
                      <a:pt x="2268" y="980"/>
                    </a:cubicBezTo>
                    <a:cubicBezTo>
                      <a:pt x="2060" y="980"/>
                      <a:pt x="1856" y="947"/>
                      <a:pt x="1649" y="947"/>
                    </a:cubicBezTo>
                    <a:cubicBezTo>
                      <a:pt x="1634" y="947"/>
                      <a:pt x="1619" y="947"/>
                      <a:pt x="1604" y="948"/>
                    </a:cubicBezTo>
                    <a:cubicBezTo>
                      <a:pt x="1343" y="948"/>
                      <a:pt x="1077" y="953"/>
                      <a:pt x="816" y="953"/>
                    </a:cubicBezTo>
                    <a:cubicBezTo>
                      <a:pt x="674" y="953"/>
                      <a:pt x="525" y="937"/>
                      <a:pt x="383" y="937"/>
                    </a:cubicBezTo>
                    <a:cubicBezTo>
                      <a:pt x="340" y="937"/>
                      <a:pt x="298" y="938"/>
                      <a:pt x="256" y="942"/>
                    </a:cubicBezTo>
                    <a:cubicBezTo>
                      <a:pt x="71" y="964"/>
                      <a:pt x="23" y="1078"/>
                      <a:pt x="28" y="1252"/>
                    </a:cubicBezTo>
                    <a:cubicBezTo>
                      <a:pt x="28" y="1350"/>
                      <a:pt x="1" y="1442"/>
                      <a:pt x="1" y="1540"/>
                    </a:cubicBezTo>
                    <a:cubicBezTo>
                      <a:pt x="1" y="1660"/>
                      <a:pt x="23" y="1779"/>
                      <a:pt x="50" y="1894"/>
                    </a:cubicBezTo>
                    <a:cubicBezTo>
                      <a:pt x="58" y="1923"/>
                      <a:pt x="82" y="1938"/>
                      <a:pt x="107" y="1938"/>
                    </a:cubicBezTo>
                    <a:cubicBezTo>
                      <a:pt x="131" y="1938"/>
                      <a:pt x="156" y="1923"/>
                      <a:pt x="164" y="1894"/>
                    </a:cubicBezTo>
                    <a:cubicBezTo>
                      <a:pt x="164" y="1888"/>
                      <a:pt x="169" y="1877"/>
                      <a:pt x="175" y="1866"/>
                    </a:cubicBezTo>
                    <a:cubicBezTo>
                      <a:pt x="267" y="1883"/>
                      <a:pt x="354" y="1904"/>
                      <a:pt x="447" y="1921"/>
                    </a:cubicBezTo>
                    <a:cubicBezTo>
                      <a:pt x="452" y="2073"/>
                      <a:pt x="430" y="2225"/>
                      <a:pt x="425" y="2383"/>
                    </a:cubicBezTo>
                    <a:cubicBezTo>
                      <a:pt x="419" y="2573"/>
                      <a:pt x="381" y="2763"/>
                      <a:pt x="376" y="2959"/>
                    </a:cubicBezTo>
                    <a:cubicBezTo>
                      <a:pt x="376" y="3155"/>
                      <a:pt x="376" y="3361"/>
                      <a:pt x="376" y="3562"/>
                    </a:cubicBezTo>
                    <a:cubicBezTo>
                      <a:pt x="376" y="3774"/>
                      <a:pt x="338" y="3981"/>
                      <a:pt x="338" y="4193"/>
                    </a:cubicBezTo>
                    <a:lnTo>
                      <a:pt x="327" y="5476"/>
                    </a:lnTo>
                    <a:lnTo>
                      <a:pt x="327" y="6079"/>
                    </a:lnTo>
                    <a:cubicBezTo>
                      <a:pt x="327" y="6280"/>
                      <a:pt x="289" y="6460"/>
                      <a:pt x="289" y="6650"/>
                    </a:cubicBezTo>
                    <a:lnTo>
                      <a:pt x="289" y="7329"/>
                    </a:lnTo>
                    <a:cubicBezTo>
                      <a:pt x="289" y="7558"/>
                      <a:pt x="289" y="7780"/>
                      <a:pt x="365" y="7992"/>
                    </a:cubicBezTo>
                    <a:cubicBezTo>
                      <a:pt x="360" y="8074"/>
                      <a:pt x="403" y="8145"/>
                      <a:pt x="479" y="8166"/>
                    </a:cubicBezTo>
                    <a:cubicBezTo>
                      <a:pt x="587" y="8210"/>
                      <a:pt x="712" y="8216"/>
                      <a:pt x="831" y="8216"/>
                    </a:cubicBezTo>
                    <a:cubicBezTo>
                      <a:pt x="874" y="8216"/>
                      <a:pt x="917" y="8215"/>
                      <a:pt x="957" y="8215"/>
                    </a:cubicBezTo>
                    <a:cubicBezTo>
                      <a:pt x="1019" y="8212"/>
                      <a:pt x="1080" y="8211"/>
                      <a:pt x="1142" y="8211"/>
                    </a:cubicBezTo>
                    <a:cubicBezTo>
                      <a:pt x="1311" y="8211"/>
                      <a:pt x="1481" y="8221"/>
                      <a:pt x="1648" y="8237"/>
                    </a:cubicBezTo>
                    <a:cubicBezTo>
                      <a:pt x="1746" y="8253"/>
                      <a:pt x="1844" y="8248"/>
                      <a:pt x="1947" y="8259"/>
                    </a:cubicBezTo>
                    <a:cubicBezTo>
                      <a:pt x="2050" y="8275"/>
                      <a:pt x="2153" y="8286"/>
                      <a:pt x="2257" y="8286"/>
                    </a:cubicBezTo>
                    <a:cubicBezTo>
                      <a:pt x="2670" y="8286"/>
                      <a:pt x="3083" y="8335"/>
                      <a:pt x="3501" y="8335"/>
                    </a:cubicBezTo>
                    <a:cubicBezTo>
                      <a:pt x="3719" y="8335"/>
                      <a:pt x="3931" y="8291"/>
                      <a:pt x="4143" y="8291"/>
                    </a:cubicBezTo>
                    <a:cubicBezTo>
                      <a:pt x="4236" y="8291"/>
                      <a:pt x="4327" y="8294"/>
                      <a:pt x="4418" y="8294"/>
                    </a:cubicBezTo>
                    <a:cubicBezTo>
                      <a:pt x="4538" y="8294"/>
                      <a:pt x="4658" y="8289"/>
                      <a:pt x="4779" y="8264"/>
                    </a:cubicBezTo>
                    <a:cubicBezTo>
                      <a:pt x="4858" y="8256"/>
                      <a:pt x="4941" y="8251"/>
                      <a:pt x="5024" y="8251"/>
                    </a:cubicBezTo>
                    <a:cubicBezTo>
                      <a:pt x="5055" y="8251"/>
                      <a:pt x="5085" y="8252"/>
                      <a:pt x="5116" y="8253"/>
                    </a:cubicBezTo>
                    <a:cubicBezTo>
                      <a:pt x="5192" y="8253"/>
                      <a:pt x="5270" y="8251"/>
                      <a:pt x="5348" y="8251"/>
                    </a:cubicBezTo>
                    <a:cubicBezTo>
                      <a:pt x="5387" y="8251"/>
                      <a:pt x="5426" y="8252"/>
                      <a:pt x="5464" y="8253"/>
                    </a:cubicBezTo>
                    <a:cubicBezTo>
                      <a:pt x="5573" y="8257"/>
                      <a:pt x="5738" y="8309"/>
                      <a:pt x="5878" y="8309"/>
                    </a:cubicBezTo>
                    <a:cubicBezTo>
                      <a:pt x="5927" y="8309"/>
                      <a:pt x="5973" y="8303"/>
                      <a:pt x="6013" y="8286"/>
                    </a:cubicBezTo>
                    <a:lnTo>
                      <a:pt x="6013" y="8286"/>
                    </a:lnTo>
                    <a:cubicBezTo>
                      <a:pt x="6007" y="8351"/>
                      <a:pt x="5991" y="8416"/>
                      <a:pt x="5986" y="8482"/>
                    </a:cubicBezTo>
                    <a:cubicBezTo>
                      <a:pt x="5964" y="8661"/>
                      <a:pt x="5926" y="8840"/>
                      <a:pt x="5893" y="9025"/>
                    </a:cubicBezTo>
                    <a:cubicBezTo>
                      <a:pt x="5855" y="9221"/>
                      <a:pt x="5741" y="9650"/>
                      <a:pt x="5975" y="9775"/>
                    </a:cubicBezTo>
                    <a:cubicBezTo>
                      <a:pt x="6035" y="9797"/>
                      <a:pt x="6094" y="9813"/>
                      <a:pt x="6154" y="9819"/>
                    </a:cubicBezTo>
                    <a:cubicBezTo>
                      <a:pt x="6252" y="9841"/>
                      <a:pt x="6344" y="9868"/>
                      <a:pt x="6442" y="9884"/>
                    </a:cubicBezTo>
                    <a:cubicBezTo>
                      <a:pt x="6643" y="9911"/>
                      <a:pt x="6850" y="9944"/>
                      <a:pt x="7051" y="9971"/>
                    </a:cubicBezTo>
                    <a:cubicBezTo>
                      <a:pt x="7124" y="9983"/>
                      <a:pt x="7198" y="9989"/>
                      <a:pt x="7271" y="9989"/>
                    </a:cubicBezTo>
                    <a:cubicBezTo>
                      <a:pt x="7296" y="9989"/>
                      <a:pt x="7320" y="9989"/>
                      <a:pt x="7345" y="9987"/>
                    </a:cubicBezTo>
                    <a:cubicBezTo>
                      <a:pt x="7437" y="9982"/>
                      <a:pt x="7529" y="9960"/>
                      <a:pt x="7622" y="9955"/>
                    </a:cubicBezTo>
                    <a:cubicBezTo>
                      <a:pt x="7639" y="9954"/>
                      <a:pt x="7657" y="9953"/>
                      <a:pt x="7675" y="9953"/>
                    </a:cubicBezTo>
                    <a:cubicBezTo>
                      <a:pt x="7754" y="9953"/>
                      <a:pt x="7836" y="9962"/>
                      <a:pt x="7917" y="9962"/>
                    </a:cubicBezTo>
                    <a:cubicBezTo>
                      <a:pt x="7988" y="9962"/>
                      <a:pt x="8058" y="9955"/>
                      <a:pt x="8122" y="9928"/>
                    </a:cubicBezTo>
                    <a:cubicBezTo>
                      <a:pt x="8133" y="9928"/>
                      <a:pt x="8144" y="9917"/>
                      <a:pt x="8149" y="9911"/>
                    </a:cubicBezTo>
                    <a:cubicBezTo>
                      <a:pt x="8201" y="9931"/>
                      <a:pt x="8260" y="9943"/>
                      <a:pt x="8318" y="9943"/>
                    </a:cubicBezTo>
                    <a:cubicBezTo>
                      <a:pt x="8338" y="9943"/>
                      <a:pt x="8358" y="9941"/>
                      <a:pt x="8377" y="9938"/>
                    </a:cubicBezTo>
                    <a:cubicBezTo>
                      <a:pt x="8432" y="9938"/>
                      <a:pt x="8492" y="9938"/>
                      <a:pt x="8546" y="9928"/>
                    </a:cubicBezTo>
                    <a:cubicBezTo>
                      <a:pt x="8589" y="9922"/>
                      <a:pt x="8627" y="9906"/>
                      <a:pt x="8671" y="9900"/>
                    </a:cubicBezTo>
                    <a:cubicBezTo>
                      <a:pt x="8688" y="9897"/>
                      <a:pt x="8704" y="9896"/>
                      <a:pt x="8721" y="9896"/>
                    </a:cubicBezTo>
                    <a:cubicBezTo>
                      <a:pt x="8764" y="9896"/>
                      <a:pt x="8806" y="9905"/>
                      <a:pt x="8845" y="9917"/>
                    </a:cubicBezTo>
                    <a:cubicBezTo>
                      <a:pt x="8877" y="9923"/>
                      <a:pt x="8911" y="9926"/>
                      <a:pt x="8945" y="9926"/>
                    </a:cubicBezTo>
                    <a:cubicBezTo>
                      <a:pt x="9001" y="9926"/>
                      <a:pt x="9059" y="9917"/>
                      <a:pt x="9117" y="9900"/>
                    </a:cubicBezTo>
                    <a:cubicBezTo>
                      <a:pt x="9187" y="9890"/>
                      <a:pt x="9263" y="9873"/>
                      <a:pt x="9329" y="9841"/>
                    </a:cubicBezTo>
                    <a:cubicBezTo>
                      <a:pt x="9470" y="9770"/>
                      <a:pt x="9465" y="9591"/>
                      <a:pt x="9465" y="9455"/>
                    </a:cubicBezTo>
                    <a:cubicBezTo>
                      <a:pt x="9454" y="9248"/>
                      <a:pt x="9481" y="9047"/>
                      <a:pt x="9443" y="8840"/>
                    </a:cubicBezTo>
                    <a:cubicBezTo>
                      <a:pt x="9416" y="8715"/>
                      <a:pt x="9383" y="8585"/>
                      <a:pt x="9339" y="8460"/>
                    </a:cubicBezTo>
                    <a:cubicBezTo>
                      <a:pt x="9323" y="8411"/>
                      <a:pt x="9312" y="8357"/>
                      <a:pt x="9301" y="8308"/>
                    </a:cubicBezTo>
                    <a:lnTo>
                      <a:pt x="9318" y="8308"/>
                    </a:lnTo>
                    <a:cubicBezTo>
                      <a:pt x="9481" y="8297"/>
                      <a:pt x="9481" y="8096"/>
                      <a:pt x="9475" y="7976"/>
                    </a:cubicBezTo>
                    <a:cubicBezTo>
                      <a:pt x="9470" y="7889"/>
                      <a:pt x="9486" y="7802"/>
                      <a:pt x="9513" y="7715"/>
                    </a:cubicBezTo>
                    <a:cubicBezTo>
                      <a:pt x="9535" y="7655"/>
                      <a:pt x="9535" y="7590"/>
                      <a:pt x="9513" y="7530"/>
                    </a:cubicBezTo>
                    <a:cubicBezTo>
                      <a:pt x="9590" y="7454"/>
                      <a:pt x="9655" y="7378"/>
                      <a:pt x="9720" y="7291"/>
                    </a:cubicBezTo>
                    <a:cubicBezTo>
                      <a:pt x="9796" y="7204"/>
                      <a:pt x="9856" y="7096"/>
                      <a:pt x="9883" y="6981"/>
                    </a:cubicBezTo>
                    <a:cubicBezTo>
                      <a:pt x="9932" y="6748"/>
                      <a:pt x="9845" y="6509"/>
                      <a:pt x="9709" y="6324"/>
                    </a:cubicBezTo>
                    <a:cubicBezTo>
                      <a:pt x="9682" y="6286"/>
                      <a:pt x="9655" y="6253"/>
                      <a:pt x="9628" y="6220"/>
                    </a:cubicBezTo>
                    <a:cubicBezTo>
                      <a:pt x="9628" y="6166"/>
                      <a:pt x="9622" y="6112"/>
                      <a:pt x="9622" y="6068"/>
                    </a:cubicBezTo>
                    <a:cubicBezTo>
                      <a:pt x="9622" y="5965"/>
                      <a:pt x="9633" y="5867"/>
                      <a:pt x="9649" y="5769"/>
                    </a:cubicBezTo>
                    <a:cubicBezTo>
                      <a:pt x="9666" y="5655"/>
                      <a:pt x="9644" y="5541"/>
                      <a:pt x="9655" y="5427"/>
                    </a:cubicBezTo>
                    <a:cubicBezTo>
                      <a:pt x="9677" y="5329"/>
                      <a:pt x="9693" y="5226"/>
                      <a:pt x="9698" y="5122"/>
                    </a:cubicBezTo>
                    <a:cubicBezTo>
                      <a:pt x="9698" y="5008"/>
                      <a:pt x="9687" y="4894"/>
                      <a:pt x="9687" y="4780"/>
                    </a:cubicBezTo>
                    <a:cubicBezTo>
                      <a:pt x="9682" y="4546"/>
                      <a:pt x="9693" y="4302"/>
                      <a:pt x="9720" y="4068"/>
                    </a:cubicBezTo>
                    <a:cubicBezTo>
                      <a:pt x="9753" y="3840"/>
                      <a:pt x="9720" y="3606"/>
                      <a:pt x="9720" y="3377"/>
                    </a:cubicBezTo>
                    <a:cubicBezTo>
                      <a:pt x="9720" y="3258"/>
                      <a:pt x="9742" y="3138"/>
                      <a:pt x="9753" y="3013"/>
                    </a:cubicBezTo>
                    <a:cubicBezTo>
                      <a:pt x="9763" y="2894"/>
                      <a:pt x="9747" y="2774"/>
                      <a:pt x="9769" y="2655"/>
                    </a:cubicBezTo>
                    <a:cubicBezTo>
                      <a:pt x="9785" y="2497"/>
                      <a:pt x="9796" y="2334"/>
                      <a:pt x="9796" y="2176"/>
                    </a:cubicBezTo>
                    <a:cubicBezTo>
                      <a:pt x="9796" y="2133"/>
                      <a:pt x="9796" y="2089"/>
                      <a:pt x="9791" y="2040"/>
                    </a:cubicBezTo>
                    <a:cubicBezTo>
                      <a:pt x="9932" y="2024"/>
                      <a:pt x="9959" y="1894"/>
                      <a:pt x="9970" y="1747"/>
                    </a:cubicBezTo>
                    <a:lnTo>
                      <a:pt x="9970" y="1752"/>
                    </a:lnTo>
                    <a:cubicBezTo>
                      <a:pt x="9981" y="1584"/>
                      <a:pt x="10014" y="1421"/>
                      <a:pt x="10014" y="1252"/>
                    </a:cubicBezTo>
                    <a:cubicBezTo>
                      <a:pt x="10014" y="1067"/>
                      <a:pt x="9894" y="997"/>
                      <a:pt x="9720" y="991"/>
                    </a:cubicBezTo>
                    <a:cubicBezTo>
                      <a:pt x="9622" y="991"/>
                      <a:pt x="9519" y="997"/>
                      <a:pt x="9421" y="1013"/>
                    </a:cubicBezTo>
                    <a:cubicBezTo>
                      <a:pt x="9334" y="1030"/>
                      <a:pt x="9243" y="1037"/>
                      <a:pt x="9155" y="1037"/>
                    </a:cubicBezTo>
                    <a:cubicBezTo>
                      <a:pt x="9127" y="1037"/>
                      <a:pt x="9100" y="1036"/>
                      <a:pt x="9073" y="1035"/>
                    </a:cubicBezTo>
                    <a:cubicBezTo>
                      <a:pt x="9021" y="1033"/>
                      <a:pt x="8970" y="1033"/>
                      <a:pt x="8919" y="1033"/>
                    </a:cubicBezTo>
                    <a:cubicBezTo>
                      <a:pt x="8827" y="1033"/>
                      <a:pt x="8736" y="1034"/>
                      <a:pt x="8645" y="1034"/>
                    </a:cubicBezTo>
                    <a:cubicBezTo>
                      <a:pt x="8562" y="1034"/>
                      <a:pt x="8478" y="1033"/>
                      <a:pt x="8394" y="1029"/>
                    </a:cubicBezTo>
                    <a:cubicBezTo>
                      <a:pt x="8165" y="1024"/>
                      <a:pt x="7959" y="997"/>
                      <a:pt x="7741" y="997"/>
                    </a:cubicBezTo>
                    <a:lnTo>
                      <a:pt x="7393" y="997"/>
                    </a:lnTo>
                    <a:cubicBezTo>
                      <a:pt x="7274" y="997"/>
                      <a:pt x="7160" y="969"/>
                      <a:pt x="7046" y="964"/>
                    </a:cubicBezTo>
                    <a:cubicBezTo>
                      <a:pt x="6944" y="959"/>
                      <a:pt x="6843" y="958"/>
                      <a:pt x="6742" y="958"/>
                    </a:cubicBezTo>
                    <a:cubicBezTo>
                      <a:pt x="6604" y="958"/>
                      <a:pt x="6466" y="961"/>
                      <a:pt x="6328" y="964"/>
                    </a:cubicBezTo>
                    <a:cubicBezTo>
                      <a:pt x="6355" y="882"/>
                      <a:pt x="6295" y="795"/>
                      <a:pt x="6208" y="790"/>
                    </a:cubicBezTo>
                    <a:cubicBezTo>
                      <a:pt x="6132" y="785"/>
                      <a:pt x="6067" y="709"/>
                      <a:pt x="6013" y="670"/>
                    </a:cubicBezTo>
                    <a:cubicBezTo>
                      <a:pt x="5920" y="605"/>
                      <a:pt x="5823" y="551"/>
                      <a:pt x="5736" y="486"/>
                    </a:cubicBezTo>
                    <a:cubicBezTo>
                      <a:pt x="5654" y="420"/>
                      <a:pt x="5567" y="355"/>
                      <a:pt x="5480" y="301"/>
                    </a:cubicBezTo>
                    <a:cubicBezTo>
                      <a:pt x="5447" y="285"/>
                      <a:pt x="5415" y="268"/>
                      <a:pt x="5382" y="252"/>
                    </a:cubicBezTo>
                    <a:cubicBezTo>
                      <a:pt x="5382" y="208"/>
                      <a:pt x="5377" y="170"/>
                      <a:pt x="5360" y="132"/>
                    </a:cubicBezTo>
                    <a:cubicBezTo>
                      <a:pt x="5325" y="51"/>
                      <a:pt x="5248" y="0"/>
                      <a:pt x="5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0"/>
              <p:cNvSpPr/>
              <p:nvPr/>
            </p:nvSpPr>
            <p:spPr>
              <a:xfrm>
                <a:off x="3262450" y="5375750"/>
                <a:ext cx="41525" cy="79675"/>
              </a:xfrm>
              <a:custGeom>
                <a:rect b="b" l="l" r="r" t="t"/>
                <a:pathLst>
                  <a:path extrusionOk="0" h="3187" w="1661">
                    <a:moveTo>
                      <a:pt x="1299" y="0"/>
                    </a:moveTo>
                    <a:cubicBezTo>
                      <a:pt x="1240" y="0"/>
                      <a:pt x="1180" y="10"/>
                      <a:pt x="1120" y="26"/>
                    </a:cubicBezTo>
                    <a:cubicBezTo>
                      <a:pt x="1039" y="42"/>
                      <a:pt x="963" y="64"/>
                      <a:pt x="887" y="91"/>
                    </a:cubicBezTo>
                    <a:cubicBezTo>
                      <a:pt x="794" y="129"/>
                      <a:pt x="723" y="189"/>
                      <a:pt x="631" y="227"/>
                    </a:cubicBezTo>
                    <a:cubicBezTo>
                      <a:pt x="555" y="254"/>
                      <a:pt x="484" y="298"/>
                      <a:pt x="419" y="352"/>
                    </a:cubicBezTo>
                    <a:cubicBezTo>
                      <a:pt x="278" y="450"/>
                      <a:pt x="164" y="575"/>
                      <a:pt x="71" y="716"/>
                    </a:cubicBezTo>
                    <a:cubicBezTo>
                      <a:pt x="0" y="847"/>
                      <a:pt x="39" y="961"/>
                      <a:pt x="126" y="1070"/>
                    </a:cubicBezTo>
                    <a:cubicBezTo>
                      <a:pt x="365" y="1342"/>
                      <a:pt x="762" y="1347"/>
                      <a:pt x="1050" y="1543"/>
                    </a:cubicBezTo>
                    <a:cubicBezTo>
                      <a:pt x="1147" y="1608"/>
                      <a:pt x="1126" y="1722"/>
                      <a:pt x="1180" y="1809"/>
                    </a:cubicBezTo>
                    <a:cubicBezTo>
                      <a:pt x="1234" y="1901"/>
                      <a:pt x="1305" y="1972"/>
                      <a:pt x="1332" y="2070"/>
                    </a:cubicBezTo>
                    <a:cubicBezTo>
                      <a:pt x="1370" y="2249"/>
                      <a:pt x="1180" y="2396"/>
                      <a:pt x="1196" y="2575"/>
                    </a:cubicBezTo>
                    <a:cubicBezTo>
                      <a:pt x="1207" y="2717"/>
                      <a:pt x="1349" y="2739"/>
                      <a:pt x="1425" y="2842"/>
                    </a:cubicBezTo>
                    <a:cubicBezTo>
                      <a:pt x="1479" y="2918"/>
                      <a:pt x="1403" y="2994"/>
                      <a:pt x="1441" y="3076"/>
                    </a:cubicBezTo>
                    <a:cubicBezTo>
                      <a:pt x="1479" y="3157"/>
                      <a:pt x="1555" y="3135"/>
                      <a:pt x="1615" y="3184"/>
                    </a:cubicBezTo>
                    <a:cubicBezTo>
                      <a:pt x="1618" y="3186"/>
                      <a:pt x="1621" y="3186"/>
                      <a:pt x="1624" y="3186"/>
                    </a:cubicBezTo>
                    <a:cubicBezTo>
                      <a:pt x="1643" y="3186"/>
                      <a:pt x="1661" y="3160"/>
                      <a:pt x="1642" y="3146"/>
                    </a:cubicBezTo>
                    <a:lnTo>
                      <a:pt x="1648" y="3146"/>
                    </a:lnTo>
                    <a:cubicBezTo>
                      <a:pt x="1626" y="3130"/>
                      <a:pt x="1609" y="3124"/>
                      <a:pt x="1593" y="3108"/>
                    </a:cubicBezTo>
                    <a:cubicBezTo>
                      <a:pt x="1550" y="3081"/>
                      <a:pt x="1523" y="3043"/>
                      <a:pt x="1506" y="2994"/>
                    </a:cubicBezTo>
                    <a:cubicBezTo>
                      <a:pt x="1506" y="2983"/>
                      <a:pt x="1517" y="2967"/>
                      <a:pt x="1517" y="2956"/>
                    </a:cubicBezTo>
                    <a:cubicBezTo>
                      <a:pt x="1528" y="2912"/>
                      <a:pt x="1523" y="2869"/>
                      <a:pt x="1506" y="2825"/>
                    </a:cubicBezTo>
                    <a:cubicBezTo>
                      <a:pt x="1452" y="2733"/>
                      <a:pt x="1338" y="2717"/>
                      <a:pt x="1278" y="2635"/>
                    </a:cubicBezTo>
                    <a:cubicBezTo>
                      <a:pt x="1169" y="2488"/>
                      <a:pt x="1376" y="2304"/>
                      <a:pt x="1397" y="2157"/>
                    </a:cubicBezTo>
                    <a:cubicBezTo>
                      <a:pt x="1414" y="2021"/>
                      <a:pt x="1327" y="1912"/>
                      <a:pt x="1256" y="1809"/>
                    </a:cubicBezTo>
                    <a:cubicBezTo>
                      <a:pt x="1175" y="1689"/>
                      <a:pt x="1207" y="1554"/>
                      <a:pt x="1071" y="1472"/>
                    </a:cubicBezTo>
                    <a:cubicBezTo>
                      <a:pt x="925" y="1390"/>
                      <a:pt x="762" y="1363"/>
                      <a:pt x="615" y="1293"/>
                    </a:cubicBezTo>
                    <a:cubicBezTo>
                      <a:pt x="463" y="1222"/>
                      <a:pt x="299" y="1184"/>
                      <a:pt x="174" y="1048"/>
                    </a:cubicBezTo>
                    <a:cubicBezTo>
                      <a:pt x="98" y="956"/>
                      <a:pt x="55" y="858"/>
                      <a:pt x="115" y="744"/>
                    </a:cubicBezTo>
                    <a:cubicBezTo>
                      <a:pt x="158" y="673"/>
                      <a:pt x="212" y="608"/>
                      <a:pt x="278" y="548"/>
                    </a:cubicBezTo>
                    <a:cubicBezTo>
                      <a:pt x="354" y="466"/>
                      <a:pt x="435" y="396"/>
                      <a:pt x="528" y="336"/>
                    </a:cubicBezTo>
                    <a:cubicBezTo>
                      <a:pt x="609" y="287"/>
                      <a:pt x="702" y="265"/>
                      <a:pt x="783" y="211"/>
                    </a:cubicBezTo>
                    <a:cubicBezTo>
                      <a:pt x="859" y="157"/>
                      <a:pt x="946" y="113"/>
                      <a:pt x="1039" y="91"/>
                    </a:cubicBezTo>
                    <a:cubicBezTo>
                      <a:pt x="1082" y="80"/>
                      <a:pt x="1115" y="70"/>
                      <a:pt x="1153" y="53"/>
                    </a:cubicBezTo>
                    <a:cubicBezTo>
                      <a:pt x="1206" y="41"/>
                      <a:pt x="1259" y="35"/>
                      <a:pt x="1312" y="35"/>
                    </a:cubicBezTo>
                    <a:cubicBezTo>
                      <a:pt x="1330" y="35"/>
                      <a:pt x="1347" y="36"/>
                      <a:pt x="1365" y="37"/>
                    </a:cubicBezTo>
                    <a:cubicBezTo>
                      <a:pt x="1387" y="37"/>
                      <a:pt x="1387" y="4"/>
                      <a:pt x="1365" y="4"/>
                    </a:cubicBezTo>
                    <a:cubicBezTo>
                      <a:pt x="1343" y="1"/>
                      <a:pt x="1321" y="0"/>
                      <a:pt x="1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0"/>
              <p:cNvSpPr/>
              <p:nvPr/>
            </p:nvSpPr>
            <p:spPr>
              <a:xfrm>
                <a:off x="3305250" y="5436750"/>
                <a:ext cx="7650" cy="17825"/>
              </a:xfrm>
              <a:custGeom>
                <a:rect b="b" l="l" r="r" t="t"/>
                <a:pathLst>
                  <a:path extrusionOk="0" h="713" w="306">
                    <a:moveTo>
                      <a:pt x="273" y="0"/>
                    </a:moveTo>
                    <a:cubicBezTo>
                      <a:pt x="262" y="0"/>
                      <a:pt x="252" y="5"/>
                      <a:pt x="245" y="16"/>
                    </a:cubicBezTo>
                    <a:cubicBezTo>
                      <a:pt x="224" y="59"/>
                      <a:pt x="175" y="97"/>
                      <a:pt x="148" y="141"/>
                    </a:cubicBezTo>
                    <a:cubicBezTo>
                      <a:pt x="115" y="201"/>
                      <a:pt x="88" y="255"/>
                      <a:pt x="66" y="315"/>
                    </a:cubicBezTo>
                    <a:cubicBezTo>
                      <a:pt x="17" y="440"/>
                      <a:pt x="1" y="570"/>
                      <a:pt x="17" y="701"/>
                    </a:cubicBezTo>
                    <a:cubicBezTo>
                      <a:pt x="20" y="709"/>
                      <a:pt x="28" y="713"/>
                      <a:pt x="35" y="713"/>
                    </a:cubicBezTo>
                    <a:cubicBezTo>
                      <a:pt x="43" y="713"/>
                      <a:pt x="50" y="709"/>
                      <a:pt x="50" y="701"/>
                    </a:cubicBezTo>
                    <a:cubicBezTo>
                      <a:pt x="77" y="565"/>
                      <a:pt x="109" y="434"/>
                      <a:pt x="153" y="299"/>
                    </a:cubicBezTo>
                    <a:cubicBezTo>
                      <a:pt x="180" y="233"/>
                      <a:pt x="213" y="173"/>
                      <a:pt x="256" y="119"/>
                    </a:cubicBezTo>
                    <a:cubicBezTo>
                      <a:pt x="289" y="81"/>
                      <a:pt x="305" y="81"/>
                      <a:pt x="305" y="32"/>
                    </a:cubicBezTo>
                    <a:cubicBezTo>
                      <a:pt x="305" y="12"/>
                      <a:pt x="289"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0"/>
              <p:cNvSpPr/>
              <p:nvPr/>
            </p:nvSpPr>
            <p:spPr>
              <a:xfrm>
                <a:off x="3322625" y="5386250"/>
                <a:ext cx="16775" cy="36350"/>
              </a:xfrm>
              <a:custGeom>
                <a:rect b="b" l="l" r="r" t="t"/>
                <a:pathLst>
                  <a:path extrusionOk="0" h="1454" w="671">
                    <a:moveTo>
                      <a:pt x="84" y="0"/>
                    </a:moveTo>
                    <a:cubicBezTo>
                      <a:pt x="65" y="0"/>
                      <a:pt x="45" y="3"/>
                      <a:pt x="23" y="8"/>
                    </a:cubicBezTo>
                    <a:cubicBezTo>
                      <a:pt x="2" y="14"/>
                      <a:pt x="2" y="46"/>
                      <a:pt x="23" y="52"/>
                    </a:cubicBezTo>
                    <a:cubicBezTo>
                      <a:pt x="61" y="57"/>
                      <a:pt x="99" y="68"/>
                      <a:pt x="132" y="84"/>
                    </a:cubicBezTo>
                    <a:cubicBezTo>
                      <a:pt x="170" y="101"/>
                      <a:pt x="192" y="155"/>
                      <a:pt x="219" y="188"/>
                    </a:cubicBezTo>
                    <a:cubicBezTo>
                      <a:pt x="268" y="242"/>
                      <a:pt x="317" y="302"/>
                      <a:pt x="360" y="362"/>
                    </a:cubicBezTo>
                    <a:cubicBezTo>
                      <a:pt x="404" y="427"/>
                      <a:pt x="447" y="498"/>
                      <a:pt x="480" y="568"/>
                    </a:cubicBezTo>
                    <a:cubicBezTo>
                      <a:pt x="502" y="623"/>
                      <a:pt x="534" y="655"/>
                      <a:pt x="561" y="704"/>
                    </a:cubicBezTo>
                    <a:cubicBezTo>
                      <a:pt x="643" y="867"/>
                      <a:pt x="447" y="1052"/>
                      <a:pt x="339" y="1150"/>
                    </a:cubicBezTo>
                    <a:cubicBezTo>
                      <a:pt x="230" y="1248"/>
                      <a:pt x="121" y="1324"/>
                      <a:pt x="18" y="1416"/>
                    </a:cubicBezTo>
                    <a:cubicBezTo>
                      <a:pt x="0" y="1429"/>
                      <a:pt x="15" y="1453"/>
                      <a:pt x="32" y="1453"/>
                    </a:cubicBezTo>
                    <a:cubicBezTo>
                      <a:pt x="37" y="1453"/>
                      <a:pt x="41" y="1452"/>
                      <a:pt x="45" y="1449"/>
                    </a:cubicBezTo>
                    <a:cubicBezTo>
                      <a:pt x="208" y="1318"/>
                      <a:pt x="377" y="1204"/>
                      <a:pt x="513" y="1047"/>
                    </a:cubicBezTo>
                    <a:cubicBezTo>
                      <a:pt x="589" y="954"/>
                      <a:pt x="670" y="829"/>
                      <a:pt x="621" y="704"/>
                    </a:cubicBezTo>
                    <a:cubicBezTo>
                      <a:pt x="605" y="671"/>
                      <a:pt x="583" y="633"/>
                      <a:pt x="556" y="606"/>
                    </a:cubicBezTo>
                    <a:cubicBezTo>
                      <a:pt x="529" y="557"/>
                      <a:pt x="518" y="503"/>
                      <a:pt x="491" y="459"/>
                    </a:cubicBezTo>
                    <a:cubicBezTo>
                      <a:pt x="447" y="383"/>
                      <a:pt x="398" y="307"/>
                      <a:pt x="344" y="237"/>
                    </a:cubicBezTo>
                    <a:cubicBezTo>
                      <a:pt x="263" y="127"/>
                      <a:pt x="215"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0"/>
              <p:cNvSpPr/>
              <p:nvPr/>
            </p:nvSpPr>
            <p:spPr>
              <a:xfrm>
                <a:off x="3275775" y="5452175"/>
                <a:ext cx="36100" cy="55550"/>
              </a:xfrm>
              <a:custGeom>
                <a:rect b="b" l="l" r="r" t="t"/>
                <a:pathLst>
                  <a:path extrusionOk="0" h="2222" w="1444">
                    <a:moveTo>
                      <a:pt x="838" y="0"/>
                    </a:moveTo>
                    <a:cubicBezTo>
                      <a:pt x="833" y="0"/>
                      <a:pt x="828" y="5"/>
                      <a:pt x="832" y="13"/>
                    </a:cubicBezTo>
                    <a:cubicBezTo>
                      <a:pt x="881" y="89"/>
                      <a:pt x="913" y="138"/>
                      <a:pt x="854" y="220"/>
                    </a:cubicBezTo>
                    <a:cubicBezTo>
                      <a:pt x="799" y="285"/>
                      <a:pt x="734" y="345"/>
                      <a:pt x="663" y="388"/>
                    </a:cubicBezTo>
                    <a:cubicBezTo>
                      <a:pt x="593" y="432"/>
                      <a:pt x="517" y="470"/>
                      <a:pt x="441" y="502"/>
                    </a:cubicBezTo>
                    <a:cubicBezTo>
                      <a:pt x="386" y="535"/>
                      <a:pt x="332" y="578"/>
                      <a:pt x="283" y="627"/>
                    </a:cubicBezTo>
                    <a:cubicBezTo>
                      <a:pt x="180" y="725"/>
                      <a:pt x="71" y="801"/>
                      <a:pt x="33" y="948"/>
                    </a:cubicBezTo>
                    <a:cubicBezTo>
                      <a:pt x="0" y="1051"/>
                      <a:pt x="38" y="1165"/>
                      <a:pt x="131" y="1231"/>
                    </a:cubicBezTo>
                    <a:cubicBezTo>
                      <a:pt x="256" y="1323"/>
                      <a:pt x="419" y="1361"/>
                      <a:pt x="566" y="1399"/>
                    </a:cubicBezTo>
                    <a:cubicBezTo>
                      <a:pt x="767" y="1448"/>
                      <a:pt x="941" y="1584"/>
                      <a:pt x="1038" y="1774"/>
                    </a:cubicBezTo>
                    <a:cubicBezTo>
                      <a:pt x="1098" y="1899"/>
                      <a:pt x="1120" y="2068"/>
                      <a:pt x="1218" y="2171"/>
                    </a:cubicBezTo>
                    <a:cubicBezTo>
                      <a:pt x="1242" y="2204"/>
                      <a:pt x="1278" y="2221"/>
                      <a:pt x="1316" y="2221"/>
                    </a:cubicBezTo>
                    <a:cubicBezTo>
                      <a:pt x="1321" y="2221"/>
                      <a:pt x="1327" y="2221"/>
                      <a:pt x="1332" y="2220"/>
                    </a:cubicBezTo>
                    <a:cubicBezTo>
                      <a:pt x="1381" y="2209"/>
                      <a:pt x="1386" y="2177"/>
                      <a:pt x="1419" y="2149"/>
                    </a:cubicBezTo>
                    <a:cubicBezTo>
                      <a:pt x="1443" y="2135"/>
                      <a:pt x="1433" y="2099"/>
                      <a:pt x="1407" y="2099"/>
                    </a:cubicBezTo>
                    <a:cubicBezTo>
                      <a:pt x="1404" y="2099"/>
                      <a:pt x="1401" y="2099"/>
                      <a:pt x="1397" y="2100"/>
                    </a:cubicBezTo>
                    <a:cubicBezTo>
                      <a:pt x="1381" y="2100"/>
                      <a:pt x="1365" y="2117"/>
                      <a:pt x="1348" y="2117"/>
                    </a:cubicBezTo>
                    <a:cubicBezTo>
                      <a:pt x="1342" y="2117"/>
                      <a:pt x="1336" y="2118"/>
                      <a:pt x="1330" y="2118"/>
                    </a:cubicBezTo>
                    <a:cubicBezTo>
                      <a:pt x="1290" y="2118"/>
                      <a:pt x="1274" y="2100"/>
                      <a:pt x="1250" y="2057"/>
                    </a:cubicBezTo>
                    <a:cubicBezTo>
                      <a:pt x="1218" y="1986"/>
                      <a:pt x="1185" y="1916"/>
                      <a:pt x="1163" y="1845"/>
                    </a:cubicBezTo>
                    <a:cubicBezTo>
                      <a:pt x="1120" y="1720"/>
                      <a:pt x="1044" y="1606"/>
                      <a:pt x="941" y="1519"/>
                    </a:cubicBezTo>
                    <a:cubicBezTo>
                      <a:pt x="832" y="1421"/>
                      <a:pt x="701" y="1356"/>
                      <a:pt x="560" y="1323"/>
                    </a:cubicBezTo>
                    <a:cubicBezTo>
                      <a:pt x="419" y="1296"/>
                      <a:pt x="131" y="1225"/>
                      <a:pt x="87" y="1062"/>
                    </a:cubicBezTo>
                    <a:cubicBezTo>
                      <a:pt x="49" y="899"/>
                      <a:pt x="218" y="769"/>
                      <a:pt x="321" y="671"/>
                    </a:cubicBezTo>
                    <a:cubicBezTo>
                      <a:pt x="381" y="606"/>
                      <a:pt x="451" y="557"/>
                      <a:pt x="527" y="524"/>
                    </a:cubicBezTo>
                    <a:cubicBezTo>
                      <a:pt x="593" y="491"/>
                      <a:pt x="658" y="453"/>
                      <a:pt x="718" y="415"/>
                    </a:cubicBezTo>
                    <a:cubicBezTo>
                      <a:pt x="805" y="361"/>
                      <a:pt x="908" y="301"/>
                      <a:pt x="946" y="198"/>
                    </a:cubicBezTo>
                    <a:cubicBezTo>
                      <a:pt x="973" y="106"/>
                      <a:pt x="903" y="62"/>
                      <a:pt x="843" y="2"/>
                    </a:cubicBezTo>
                    <a:cubicBezTo>
                      <a:pt x="841" y="1"/>
                      <a:pt x="839" y="0"/>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0"/>
              <p:cNvSpPr/>
              <p:nvPr/>
            </p:nvSpPr>
            <p:spPr>
              <a:xfrm>
                <a:off x="3309875" y="5455325"/>
                <a:ext cx="15100" cy="47900"/>
              </a:xfrm>
              <a:custGeom>
                <a:rect b="b" l="l" r="r" t="t"/>
                <a:pathLst>
                  <a:path extrusionOk="0" h="1916" w="604">
                    <a:moveTo>
                      <a:pt x="83" y="1"/>
                    </a:moveTo>
                    <a:cubicBezTo>
                      <a:pt x="77" y="1"/>
                      <a:pt x="71" y="1"/>
                      <a:pt x="66" y="1"/>
                    </a:cubicBezTo>
                    <a:cubicBezTo>
                      <a:pt x="33" y="1"/>
                      <a:pt x="28" y="45"/>
                      <a:pt x="60" y="50"/>
                    </a:cubicBezTo>
                    <a:cubicBezTo>
                      <a:pt x="153" y="83"/>
                      <a:pt x="245" y="121"/>
                      <a:pt x="332" y="170"/>
                    </a:cubicBezTo>
                    <a:cubicBezTo>
                      <a:pt x="419" y="230"/>
                      <a:pt x="550" y="371"/>
                      <a:pt x="506" y="485"/>
                    </a:cubicBezTo>
                    <a:cubicBezTo>
                      <a:pt x="468" y="583"/>
                      <a:pt x="376" y="654"/>
                      <a:pt x="327" y="746"/>
                    </a:cubicBezTo>
                    <a:cubicBezTo>
                      <a:pt x="278" y="844"/>
                      <a:pt x="245" y="953"/>
                      <a:pt x="229" y="1061"/>
                    </a:cubicBezTo>
                    <a:cubicBezTo>
                      <a:pt x="175" y="1279"/>
                      <a:pt x="98" y="1491"/>
                      <a:pt x="39" y="1703"/>
                    </a:cubicBezTo>
                    <a:cubicBezTo>
                      <a:pt x="24" y="1766"/>
                      <a:pt x="1" y="1916"/>
                      <a:pt x="85" y="1916"/>
                    </a:cubicBezTo>
                    <a:cubicBezTo>
                      <a:pt x="95" y="1916"/>
                      <a:pt x="107" y="1914"/>
                      <a:pt x="120" y="1909"/>
                    </a:cubicBezTo>
                    <a:cubicBezTo>
                      <a:pt x="147" y="1904"/>
                      <a:pt x="142" y="1860"/>
                      <a:pt x="115" y="1860"/>
                    </a:cubicBezTo>
                    <a:cubicBezTo>
                      <a:pt x="82" y="1860"/>
                      <a:pt x="136" y="1692"/>
                      <a:pt x="142" y="1670"/>
                    </a:cubicBezTo>
                    <a:cubicBezTo>
                      <a:pt x="180" y="1545"/>
                      <a:pt x="207" y="1425"/>
                      <a:pt x="234" y="1306"/>
                    </a:cubicBezTo>
                    <a:cubicBezTo>
                      <a:pt x="262" y="1181"/>
                      <a:pt x="267" y="1056"/>
                      <a:pt x="300" y="931"/>
                    </a:cubicBezTo>
                    <a:cubicBezTo>
                      <a:pt x="338" y="795"/>
                      <a:pt x="425" y="730"/>
                      <a:pt x="506" y="626"/>
                    </a:cubicBezTo>
                    <a:cubicBezTo>
                      <a:pt x="555" y="572"/>
                      <a:pt x="593" y="507"/>
                      <a:pt x="604" y="431"/>
                    </a:cubicBezTo>
                    <a:cubicBezTo>
                      <a:pt x="593" y="349"/>
                      <a:pt x="555" y="273"/>
                      <a:pt x="506" y="208"/>
                    </a:cubicBezTo>
                    <a:lnTo>
                      <a:pt x="501" y="208"/>
                    </a:lnTo>
                    <a:cubicBezTo>
                      <a:pt x="401" y="76"/>
                      <a:pt x="245"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0"/>
              <p:cNvSpPr/>
              <p:nvPr/>
            </p:nvSpPr>
            <p:spPr>
              <a:xfrm>
                <a:off x="3359475" y="5379675"/>
                <a:ext cx="42225" cy="45250"/>
              </a:xfrm>
              <a:custGeom>
                <a:rect b="b" l="l" r="r" t="t"/>
                <a:pathLst>
                  <a:path extrusionOk="0" h="1810" w="1689">
                    <a:moveTo>
                      <a:pt x="1488" y="1"/>
                    </a:moveTo>
                    <a:cubicBezTo>
                      <a:pt x="1396" y="1"/>
                      <a:pt x="1304" y="24"/>
                      <a:pt x="1207" y="38"/>
                    </a:cubicBezTo>
                    <a:cubicBezTo>
                      <a:pt x="1028" y="65"/>
                      <a:pt x="843" y="81"/>
                      <a:pt x="669" y="119"/>
                    </a:cubicBezTo>
                    <a:cubicBezTo>
                      <a:pt x="349" y="190"/>
                      <a:pt x="104" y="434"/>
                      <a:pt x="33" y="755"/>
                    </a:cubicBezTo>
                    <a:cubicBezTo>
                      <a:pt x="1" y="896"/>
                      <a:pt x="6" y="1043"/>
                      <a:pt x="44" y="1185"/>
                    </a:cubicBezTo>
                    <a:cubicBezTo>
                      <a:pt x="68" y="1255"/>
                      <a:pt x="111" y="1275"/>
                      <a:pt x="164" y="1275"/>
                    </a:cubicBezTo>
                    <a:cubicBezTo>
                      <a:pt x="209" y="1275"/>
                      <a:pt x="260" y="1260"/>
                      <a:pt x="310" y="1250"/>
                    </a:cubicBezTo>
                    <a:cubicBezTo>
                      <a:pt x="387" y="1230"/>
                      <a:pt x="467" y="1218"/>
                      <a:pt x="545" y="1218"/>
                    </a:cubicBezTo>
                    <a:cubicBezTo>
                      <a:pt x="572" y="1218"/>
                      <a:pt x="599" y="1220"/>
                      <a:pt x="626" y="1223"/>
                    </a:cubicBezTo>
                    <a:cubicBezTo>
                      <a:pt x="724" y="1244"/>
                      <a:pt x="816" y="1299"/>
                      <a:pt x="887" y="1375"/>
                    </a:cubicBezTo>
                    <a:cubicBezTo>
                      <a:pt x="936" y="1424"/>
                      <a:pt x="1039" y="1500"/>
                      <a:pt x="974" y="1581"/>
                    </a:cubicBezTo>
                    <a:cubicBezTo>
                      <a:pt x="946" y="1603"/>
                      <a:pt x="914" y="1619"/>
                      <a:pt x="876" y="1630"/>
                    </a:cubicBezTo>
                    <a:cubicBezTo>
                      <a:pt x="778" y="1674"/>
                      <a:pt x="686" y="1723"/>
                      <a:pt x="593" y="1777"/>
                    </a:cubicBezTo>
                    <a:cubicBezTo>
                      <a:pt x="577" y="1788"/>
                      <a:pt x="588" y="1810"/>
                      <a:pt x="609" y="1810"/>
                    </a:cubicBezTo>
                    <a:cubicBezTo>
                      <a:pt x="740" y="1766"/>
                      <a:pt x="936" y="1728"/>
                      <a:pt x="1039" y="1630"/>
                    </a:cubicBezTo>
                    <a:cubicBezTo>
                      <a:pt x="1120" y="1543"/>
                      <a:pt x="1023" y="1424"/>
                      <a:pt x="974" y="1358"/>
                    </a:cubicBezTo>
                    <a:cubicBezTo>
                      <a:pt x="876" y="1223"/>
                      <a:pt x="794" y="1125"/>
                      <a:pt x="620" y="1103"/>
                    </a:cubicBezTo>
                    <a:cubicBezTo>
                      <a:pt x="601" y="1102"/>
                      <a:pt x="582" y="1101"/>
                      <a:pt x="563" y="1101"/>
                    </a:cubicBezTo>
                    <a:cubicBezTo>
                      <a:pt x="509" y="1101"/>
                      <a:pt x="455" y="1106"/>
                      <a:pt x="403" y="1114"/>
                    </a:cubicBezTo>
                    <a:cubicBezTo>
                      <a:pt x="345" y="1124"/>
                      <a:pt x="239" y="1176"/>
                      <a:pt x="171" y="1176"/>
                    </a:cubicBezTo>
                    <a:cubicBezTo>
                      <a:pt x="163" y="1176"/>
                      <a:pt x="155" y="1175"/>
                      <a:pt x="147" y="1174"/>
                    </a:cubicBezTo>
                    <a:cubicBezTo>
                      <a:pt x="82" y="1157"/>
                      <a:pt x="93" y="1011"/>
                      <a:pt x="88" y="951"/>
                    </a:cubicBezTo>
                    <a:cubicBezTo>
                      <a:pt x="82" y="842"/>
                      <a:pt x="98" y="728"/>
                      <a:pt x="147" y="625"/>
                    </a:cubicBezTo>
                    <a:cubicBezTo>
                      <a:pt x="224" y="434"/>
                      <a:pt x="370" y="282"/>
                      <a:pt x="561" y="206"/>
                    </a:cubicBezTo>
                    <a:cubicBezTo>
                      <a:pt x="648" y="179"/>
                      <a:pt x="734" y="163"/>
                      <a:pt x="827" y="157"/>
                    </a:cubicBezTo>
                    <a:cubicBezTo>
                      <a:pt x="919" y="146"/>
                      <a:pt x="1012" y="130"/>
                      <a:pt x="1099" y="119"/>
                    </a:cubicBezTo>
                    <a:cubicBezTo>
                      <a:pt x="1225" y="103"/>
                      <a:pt x="1366" y="59"/>
                      <a:pt x="1499" y="59"/>
                    </a:cubicBezTo>
                    <a:cubicBezTo>
                      <a:pt x="1548" y="59"/>
                      <a:pt x="1596" y="65"/>
                      <a:pt x="1642" y="81"/>
                    </a:cubicBezTo>
                    <a:cubicBezTo>
                      <a:pt x="1645" y="82"/>
                      <a:pt x="1648" y="83"/>
                      <a:pt x="1651" y="83"/>
                    </a:cubicBezTo>
                    <a:cubicBezTo>
                      <a:pt x="1674" y="83"/>
                      <a:pt x="1688" y="47"/>
                      <a:pt x="1664" y="38"/>
                    </a:cubicBezTo>
                    <a:cubicBezTo>
                      <a:pt x="1605" y="10"/>
                      <a:pt x="1547" y="1"/>
                      <a:pt x="1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0"/>
              <p:cNvSpPr/>
              <p:nvPr/>
            </p:nvSpPr>
            <p:spPr>
              <a:xfrm>
                <a:off x="3362200" y="5428350"/>
                <a:ext cx="16875" cy="23275"/>
              </a:xfrm>
              <a:custGeom>
                <a:rect b="b" l="l" r="r" t="t"/>
                <a:pathLst>
                  <a:path extrusionOk="0" h="931" w="675">
                    <a:moveTo>
                      <a:pt x="436" y="1"/>
                    </a:moveTo>
                    <a:cubicBezTo>
                      <a:pt x="423" y="1"/>
                      <a:pt x="410" y="2"/>
                      <a:pt x="397" y="4"/>
                    </a:cubicBezTo>
                    <a:cubicBezTo>
                      <a:pt x="337" y="15"/>
                      <a:pt x="272" y="47"/>
                      <a:pt x="223" y="85"/>
                    </a:cubicBezTo>
                    <a:cubicBezTo>
                      <a:pt x="120" y="156"/>
                      <a:pt x="0" y="303"/>
                      <a:pt x="6" y="439"/>
                    </a:cubicBezTo>
                    <a:cubicBezTo>
                      <a:pt x="11" y="569"/>
                      <a:pt x="136" y="673"/>
                      <a:pt x="218" y="765"/>
                    </a:cubicBezTo>
                    <a:cubicBezTo>
                      <a:pt x="267" y="825"/>
                      <a:pt x="327" y="879"/>
                      <a:pt x="397" y="912"/>
                    </a:cubicBezTo>
                    <a:cubicBezTo>
                      <a:pt x="431" y="926"/>
                      <a:pt x="458" y="931"/>
                      <a:pt x="483" y="931"/>
                    </a:cubicBezTo>
                    <a:cubicBezTo>
                      <a:pt x="527" y="931"/>
                      <a:pt x="565" y="915"/>
                      <a:pt x="620" y="901"/>
                    </a:cubicBezTo>
                    <a:cubicBezTo>
                      <a:pt x="653" y="885"/>
                      <a:pt x="647" y="836"/>
                      <a:pt x="615" y="836"/>
                    </a:cubicBezTo>
                    <a:cubicBezTo>
                      <a:pt x="560" y="836"/>
                      <a:pt x="511" y="836"/>
                      <a:pt x="462" y="830"/>
                    </a:cubicBezTo>
                    <a:cubicBezTo>
                      <a:pt x="392" y="803"/>
                      <a:pt x="327" y="760"/>
                      <a:pt x="283" y="700"/>
                    </a:cubicBezTo>
                    <a:cubicBezTo>
                      <a:pt x="218" y="635"/>
                      <a:pt x="131" y="569"/>
                      <a:pt x="93" y="488"/>
                    </a:cubicBezTo>
                    <a:cubicBezTo>
                      <a:pt x="33" y="374"/>
                      <a:pt x="136" y="227"/>
                      <a:pt x="218" y="151"/>
                    </a:cubicBezTo>
                    <a:cubicBezTo>
                      <a:pt x="283" y="85"/>
                      <a:pt x="365" y="42"/>
                      <a:pt x="452" y="37"/>
                    </a:cubicBezTo>
                    <a:cubicBezTo>
                      <a:pt x="522" y="42"/>
                      <a:pt x="593" y="53"/>
                      <a:pt x="658" y="69"/>
                    </a:cubicBezTo>
                    <a:cubicBezTo>
                      <a:pt x="669" y="69"/>
                      <a:pt x="674" y="53"/>
                      <a:pt x="664" y="53"/>
                    </a:cubicBezTo>
                    <a:cubicBezTo>
                      <a:pt x="589" y="39"/>
                      <a:pt x="514" y="1"/>
                      <a:pt x="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0"/>
              <p:cNvSpPr/>
              <p:nvPr/>
            </p:nvSpPr>
            <p:spPr>
              <a:xfrm>
                <a:off x="3427250" y="5380425"/>
                <a:ext cx="38400" cy="27925"/>
              </a:xfrm>
              <a:custGeom>
                <a:rect b="b" l="l" r="r" t="t"/>
                <a:pathLst>
                  <a:path extrusionOk="0" h="1117" w="1536">
                    <a:moveTo>
                      <a:pt x="35" y="0"/>
                    </a:moveTo>
                    <a:cubicBezTo>
                      <a:pt x="17" y="0"/>
                      <a:pt x="0" y="23"/>
                      <a:pt x="13" y="40"/>
                    </a:cubicBezTo>
                    <a:cubicBezTo>
                      <a:pt x="116" y="165"/>
                      <a:pt x="317" y="165"/>
                      <a:pt x="459" y="198"/>
                    </a:cubicBezTo>
                    <a:cubicBezTo>
                      <a:pt x="562" y="220"/>
                      <a:pt x="665" y="236"/>
                      <a:pt x="774" y="247"/>
                    </a:cubicBezTo>
                    <a:cubicBezTo>
                      <a:pt x="894" y="247"/>
                      <a:pt x="1008" y="230"/>
                      <a:pt x="1127" y="220"/>
                    </a:cubicBezTo>
                    <a:cubicBezTo>
                      <a:pt x="1160" y="220"/>
                      <a:pt x="1198" y="214"/>
                      <a:pt x="1231" y="209"/>
                    </a:cubicBezTo>
                    <a:cubicBezTo>
                      <a:pt x="1247" y="203"/>
                      <a:pt x="1269" y="198"/>
                      <a:pt x="1290" y="192"/>
                    </a:cubicBezTo>
                    <a:cubicBezTo>
                      <a:pt x="1345" y="192"/>
                      <a:pt x="1394" y="214"/>
                      <a:pt x="1426" y="252"/>
                    </a:cubicBezTo>
                    <a:cubicBezTo>
                      <a:pt x="1453" y="307"/>
                      <a:pt x="1405" y="475"/>
                      <a:pt x="1377" y="519"/>
                    </a:cubicBezTo>
                    <a:cubicBezTo>
                      <a:pt x="1312" y="627"/>
                      <a:pt x="1187" y="709"/>
                      <a:pt x="1100" y="796"/>
                    </a:cubicBezTo>
                    <a:cubicBezTo>
                      <a:pt x="1024" y="872"/>
                      <a:pt x="953" y="959"/>
                      <a:pt x="894" y="1051"/>
                    </a:cubicBezTo>
                    <a:cubicBezTo>
                      <a:pt x="876" y="1078"/>
                      <a:pt x="906" y="1116"/>
                      <a:pt x="936" y="1116"/>
                    </a:cubicBezTo>
                    <a:cubicBezTo>
                      <a:pt x="942" y="1116"/>
                      <a:pt x="948" y="1115"/>
                      <a:pt x="953" y="1111"/>
                    </a:cubicBezTo>
                    <a:cubicBezTo>
                      <a:pt x="1057" y="1024"/>
                      <a:pt x="1149" y="932"/>
                      <a:pt x="1231" y="834"/>
                    </a:cubicBezTo>
                    <a:cubicBezTo>
                      <a:pt x="1312" y="752"/>
                      <a:pt x="1415" y="665"/>
                      <a:pt x="1464" y="562"/>
                    </a:cubicBezTo>
                    <a:cubicBezTo>
                      <a:pt x="1508" y="470"/>
                      <a:pt x="1535" y="214"/>
                      <a:pt x="1437" y="149"/>
                    </a:cubicBezTo>
                    <a:lnTo>
                      <a:pt x="1443" y="149"/>
                    </a:lnTo>
                    <a:cubicBezTo>
                      <a:pt x="1421" y="133"/>
                      <a:pt x="1394" y="127"/>
                      <a:pt x="1367" y="127"/>
                    </a:cubicBezTo>
                    <a:cubicBezTo>
                      <a:pt x="1319" y="127"/>
                      <a:pt x="1268" y="144"/>
                      <a:pt x="1231" y="154"/>
                    </a:cubicBezTo>
                    <a:cubicBezTo>
                      <a:pt x="1113" y="174"/>
                      <a:pt x="994" y="184"/>
                      <a:pt x="875" y="184"/>
                    </a:cubicBezTo>
                    <a:cubicBezTo>
                      <a:pt x="704" y="184"/>
                      <a:pt x="533" y="163"/>
                      <a:pt x="366" y="122"/>
                    </a:cubicBezTo>
                    <a:cubicBezTo>
                      <a:pt x="258" y="105"/>
                      <a:pt x="127" y="95"/>
                      <a:pt x="51" y="8"/>
                    </a:cubicBezTo>
                    <a:cubicBezTo>
                      <a:pt x="46" y="3"/>
                      <a:pt x="40"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0"/>
              <p:cNvSpPr/>
              <p:nvPr/>
            </p:nvSpPr>
            <p:spPr>
              <a:xfrm>
                <a:off x="3333925" y="5417300"/>
                <a:ext cx="13750" cy="14500"/>
              </a:xfrm>
              <a:custGeom>
                <a:rect b="b" l="l" r="r" t="t"/>
                <a:pathLst>
                  <a:path extrusionOk="0" h="580" w="550">
                    <a:moveTo>
                      <a:pt x="267" y="0"/>
                    </a:moveTo>
                    <a:cubicBezTo>
                      <a:pt x="218" y="0"/>
                      <a:pt x="175" y="27"/>
                      <a:pt x="153" y="71"/>
                    </a:cubicBezTo>
                    <a:cubicBezTo>
                      <a:pt x="109" y="142"/>
                      <a:pt x="71" y="212"/>
                      <a:pt x="44" y="283"/>
                    </a:cubicBezTo>
                    <a:cubicBezTo>
                      <a:pt x="1" y="386"/>
                      <a:pt x="6" y="527"/>
                      <a:pt x="131" y="571"/>
                    </a:cubicBezTo>
                    <a:cubicBezTo>
                      <a:pt x="147" y="577"/>
                      <a:pt x="164" y="579"/>
                      <a:pt x="180" y="579"/>
                    </a:cubicBezTo>
                    <a:cubicBezTo>
                      <a:pt x="255" y="579"/>
                      <a:pt x="327" y="523"/>
                      <a:pt x="381" y="479"/>
                    </a:cubicBezTo>
                    <a:cubicBezTo>
                      <a:pt x="446" y="419"/>
                      <a:pt x="544" y="332"/>
                      <a:pt x="550" y="239"/>
                    </a:cubicBezTo>
                    <a:cubicBezTo>
                      <a:pt x="550" y="225"/>
                      <a:pt x="540" y="218"/>
                      <a:pt x="530" y="218"/>
                    </a:cubicBezTo>
                    <a:cubicBezTo>
                      <a:pt x="526" y="218"/>
                      <a:pt x="521" y="219"/>
                      <a:pt x="517" y="223"/>
                    </a:cubicBezTo>
                    <a:cubicBezTo>
                      <a:pt x="419" y="310"/>
                      <a:pt x="370" y="430"/>
                      <a:pt x="251" y="489"/>
                    </a:cubicBezTo>
                    <a:cubicBezTo>
                      <a:pt x="227" y="501"/>
                      <a:pt x="204" y="507"/>
                      <a:pt x="183" y="507"/>
                    </a:cubicBezTo>
                    <a:cubicBezTo>
                      <a:pt x="126" y="507"/>
                      <a:pt x="82" y="465"/>
                      <a:pt x="82" y="386"/>
                    </a:cubicBezTo>
                    <a:cubicBezTo>
                      <a:pt x="93" y="326"/>
                      <a:pt x="109" y="267"/>
                      <a:pt x="142" y="212"/>
                    </a:cubicBezTo>
                    <a:cubicBezTo>
                      <a:pt x="164" y="163"/>
                      <a:pt x="202" y="55"/>
                      <a:pt x="267" y="49"/>
                    </a:cubicBezTo>
                    <a:cubicBezTo>
                      <a:pt x="300" y="44"/>
                      <a:pt x="300" y="0"/>
                      <a:pt x="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0"/>
              <p:cNvSpPr/>
              <p:nvPr/>
            </p:nvSpPr>
            <p:spPr>
              <a:xfrm>
                <a:off x="3351250" y="5417750"/>
                <a:ext cx="8125" cy="5675"/>
              </a:xfrm>
              <a:custGeom>
                <a:rect b="b" l="l" r="r" t="t"/>
                <a:pathLst>
                  <a:path extrusionOk="0" h="227" w="325">
                    <a:moveTo>
                      <a:pt x="289" y="1"/>
                    </a:moveTo>
                    <a:cubicBezTo>
                      <a:pt x="285" y="1"/>
                      <a:pt x="280" y="2"/>
                      <a:pt x="275" y="4"/>
                    </a:cubicBezTo>
                    <a:cubicBezTo>
                      <a:pt x="243" y="20"/>
                      <a:pt x="210" y="42"/>
                      <a:pt x="188" y="75"/>
                    </a:cubicBezTo>
                    <a:cubicBezTo>
                      <a:pt x="169" y="106"/>
                      <a:pt x="149" y="140"/>
                      <a:pt x="119" y="140"/>
                    </a:cubicBezTo>
                    <a:cubicBezTo>
                      <a:pt x="107" y="140"/>
                      <a:pt x="95" y="136"/>
                      <a:pt x="80" y="124"/>
                    </a:cubicBezTo>
                    <a:cubicBezTo>
                      <a:pt x="71" y="116"/>
                      <a:pt x="61" y="113"/>
                      <a:pt x="52" y="113"/>
                    </a:cubicBezTo>
                    <a:cubicBezTo>
                      <a:pt x="23" y="113"/>
                      <a:pt x="0" y="147"/>
                      <a:pt x="25" y="172"/>
                    </a:cubicBezTo>
                    <a:cubicBezTo>
                      <a:pt x="62" y="206"/>
                      <a:pt x="99" y="227"/>
                      <a:pt x="137" y="227"/>
                    </a:cubicBezTo>
                    <a:cubicBezTo>
                      <a:pt x="160" y="227"/>
                      <a:pt x="185" y="219"/>
                      <a:pt x="210" y="200"/>
                    </a:cubicBezTo>
                    <a:cubicBezTo>
                      <a:pt x="237" y="172"/>
                      <a:pt x="264" y="145"/>
                      <a:pt x="286" y="107"/>
                    </a:cubicBezTo>
                    <a:cubicBezTo>
                      <a:pt x="302" y="86"/>
                      <a:pt x="324" y="64"/>
                      <a:pt x="324" y="31"/>
                    </a:cubicBezTo>
                    <a:cubicBezTo>
                      <a:pt x="320" y="14"/>
                      <a:pt x="306"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0"/>
              <p:cNvSpPr/>
              <p:nvPr/>
            </p:nvSpPr>
            <p:spPr>
              <a:xfrm>
                <a:off x="3265025" y="5431225"/>
                <a:ext cx="9650" cy="11800"/>
              </a:xfrm>
              <a:custGeom>
                <a:rect b="b" l="l" r="r" t="t"/>
                <a:pathLst>
                  <a:path extrusionOk="0" h="472" w="386">
                    <a:moveTo>
                      <a:pt x="331" y="0"/>
                    </a:moveTo>
                    <a:cubicBezTo>
                      <a:pt x="321" y="0"/>
                      <a:pt x="312" y="4"/>
                      <a:pt x="305" y="14"/>
                    </a:cubicBezTo>
                    <a:cubicBezTo>
                      <a:pt x="240" y="90"/>
                      <a:pt x="164" y="150"/>
                      <a:pt x="104" y="231"/>
                    </a:cubicBezTo>
                    <a:cubicBezTo>
                      <a:pt x="66" y="286"/>
                      <a:pt x="1" y="378"/>
                      <a:pt x="17" y="449"/>
                    </a:cubicBezTo>
                    <a:cubicBezTo>
                      <a:pt x="22" y="462"/>
                      <a:pt x="33" y="472"/>
                      <a:pt x="47" y="472"/>
                    </a:cubicBezTo>
                    <a:cubicBezTo>
                      <a:pt x="49" y="472"/>
                      <a:pt x="52" y="472"/>
                      <a:pt x="55" y="471"/>
                    </a:cubicBezTo>
                    <a:cubicBezTo>
                      <a:pt x="126" y="443"/>
                      <a:pt x="148" y="356"/>
                      <a:pt x="186" y="297"/>
                    </a:cubicBezTo>
                    <a:cubicBezTo>
                      <a:pt x="240" y="210"/>
                      <a:pt x="311" y="139"/>
                      <a:pt x="365" y="57"/>
                    </a:cubicBezTo>
                    <a:cubicBezTo>
                      <a:pt x="385" y="33"/>
                      <a:pt x="357" y="0"/>
                      <a:pt x="3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0"/>
              <p:cNvSpPr/>
              <p:nvPr/>
            </p:nvSpPr>
            <p:spPr>
              <a:xfrm>
                <a:off x="3263125" y="5439350"/>
                <a:ext cx="11900" cy="12025"/>
              </a:xfrm>
              <a:custGeom>
                <a:rect b="b" l="l" r="r" t="t"/>
                <a:pathLst>
                  <a:path extrusionOk="0" h="481" w="476">
                    <a:moveTo>
                      <a:pt x="413" y="1"/>
                    </a:moveTo>
                    <a:cubicBezTo>
                      <a:pt x="402" y="1"/>
                      <a:pt x="391" y="5"/>
                      <a:pt x="381" y="15"/>
                    </a:cubicBezTo>
                    <a:cubicBezTo>
                      <a:pt x="294" y="91"/>
                      <a:pt x="229" y="189"/>
                      <a:pt x="137" y="254"/>
                    </a:cubicBezTo>
                    <a:cubicBezTo>
                      <a:pt x="66" y="303"/>
                      <a:pt x="1" y="358"/>
                      <a:pt x="6" y="450"/>
                    </a:cubicBezTo>
                    <a:cubicBezTo>
                      <a:pt x="11" y="472"/>
                      <a:pt x="27" y="481"/>
                      <a:pt x="45" y="481"/>
                    </a:cubicBezTo>
                    <a:cubicBezTo>
                      <a:pt x="66" y="481"/>
                      <a:pt x="90" y="468"/>
                      <a:pt x="99" y="450"/>
                    </a:cubicBezTo>
                    <a:cubicBezTo>
                      <a:pt x="126" y="385"/>
                      <a:pt x="207" y="347"/>
                      <a:pt x="262" y="303"/>
                    </a:cubicBezTo>
                    <a:cubicBezTo>
                      <a:pt x="327" y="233"/>
                      <a:pt x="387" y="156"/>
                      <a:pt x="446" y="80"/>
                    </a:cubicBezTo>
                    <a:cubicBezTo>
                      <a:pt x="476" y="47"/>
                      <a:pt x="447"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0"/>
              <p:cNvSpPr/>
              <p:nvPr/>
            </p:nvSpPr>
            <p:spPr>
              <a:xfrm>
                <a:off x="3264225" y="5447425"/>
                <a:ext cx="7175" cy="9325"/>
              </a:xfrm>
              <a:custGeom>
                <a:rect b="b" l="l" r="r" t="t"/>
                <a:pathLst>
                  <a:path extrusionOk="0" h="373" w="287">
                    <a:moveTo>
                      <a:pt x="243" y="0"/>
                    </a:moveTo>
                    <a:cubicBezTo>
                      <a:pt x="230" y="0"/>
                      <a:pt x="220" y="7"/>
                      <a:pt x="218" y="24"/>
                    </a:cubicBezTo>
                    <a:lnTo>
                      <a:pt x="212" y="24"/>
                    </a:lnTo>
                    <a:cubicBezTo>
                      <a:pt x="201" y="89"/>
                      <a:pt x="136" y="132"/>
                      <a:pt x="103" y="187"/>
                    </a:cubicBezTo>
                    <a:cubicBezTo>
                      <a:pt x="82" y="236"/>
                      <a:pt x="49" y="285"/>
                      <a:pt x="16" y="323"/>
                    </a:cubicBezTo>
                    <a:cubicBezTo>
                      <a:pt x="0" y="339"/>
                      <a:pt x="6" y="366"/>
                      <a:pt x="27" y="372"/>
                    </a:cubicBezTo>
                    <a:cubicBezTo>
                      <a:pt x="32" y="372"/>
                      <a:pt x="37" y="373"/>
                      <a:pt x="42" y="373"/>
                    </a:cubicBezTo>
                    <a:cubicBezTo>
                      <a:pt x="103" y="373"/>
                      <a:pt x="138" y="308"/>
                      <a:pt x="169" y="263"/>
                    </a:cubicBezTo>
                    <a:cubicBezTo>
                      <a:pt x="207" y="192"/>
                      <a:pt x="272" y="127"/>
                      <a:pt x="283" y="45"/>
                    </a:cubicBezTo>
                    <a:cubicBezTo>
                      <a:pt x="286" y="19"/>
                      <a:pt x="263"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0"/>
              <p:cNvSpPr/>
              <p:nvPr/>
            </p:nvSpPr>
            <p:spPr>
              <a:xfrm>
                <a:off x="3264750" y="5455550"/>
                <a:ext cx="5475" cy="7875"/>
              </a:xfrm>
              <a:custGeom>
                <a:rect b="b" l="l" r="r" t="t"/>
                <a:pathLst>
                  <a:path extrusionOk="0" h="315" w="219">
                    <a:moveTo>
                      <a:pt x="153" y="1"/>
                    </a:moveTo>
                    <a:cubicBezTo>
                      <a:pt x="129" y="1"/>
                      <a:pt x="106" y="29"/>
                      <a:pt x="115" y="52"/>
                    </a:cubicBezTo>
                    <a:cubicBezTo>
                      <a:pt x="93" y="90"/>
                      <a:pt x="77" y="128"/>
                      <a:pt x="55" y="161"/>
                    </a:cubicBezTo>
                    <a:cubicBezTo>
                      <a:pt x="34" y="193"/>
                      <a:pt x="23" y="226"/>
                      <a:pt x="17" y="259"/>
                    </a:cubicBezTo>
                    <a:cubicBezTo>
                      <a:pt x="1" y="275"/>
                      <a:pt x="6" y="302"/>
                      <a:pt x="28" y="308"/>
                    </a:cubicBezTo>
                    <a:cubicBezTo>
                      <a:pt x="34" y="313"/>
                      <a:pt x="39" y="313"/>
                      <a:pt x="44" y="313"/>
                    </a:cubicBezTo>
                    <a:cubicBezTo>
                      <a:pt x="48" y="314"/>
                      <a:pt x="52" y="314"/>
                      <a:pt x="55" y="314"/>
                    </a:cubicBezTo>
                    <a:cubicBezTo>
                      <a:pt x="73" y="314"/>
                      <a:pt x="89" y="304"/>
                      <a:pt x="93" y="286"/>
                    </a:cubicBezTo>
                    <a:cubicBezTo>
                      <a:pt x="115" y="253"/>
                      <a:pt x="137" y="215"/>
                      <a:pt x="159" y="188"/>
                    </a:cubicBezTo>
                    <a:cubicBezTo>
                      <a:pt x="186" y="144"/>
                      <a:pt x="202" y="106"/>
                      <a:pt x="213" y="57"/>
                    </a:cubicBezTo>
                    <a:cubicBezTo>
                      <a:pt x="218" y="36"/>
                      <a:pt x="202" y="9"/>
                      <a:pt x="180" y="3"/>
                    </a:cubicBezTo>
                    <a:lnTo>
                      <a:pt x="164" y="3"/>
                    </a:lnTo>
                    <a:cubicBezTo>
                      <a:pt x="160" y="2"/>
                      <a:pt x="157"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0"/>
              <p:cNvSpPr/>
              <p:nvPr/>
            </p:nvSpPr>
            <p:spPr>
              <a:xfrm>
                <a:off x="3262575" y="5477750"/>
                <a:ext cx="10200" cy="10600"/>
              </a:xfrm>
              <a:custGeom>
                <a:rect b="b" l="l" r="r" t="t"/>
                <a:pathLst>
                  <a:path extrusionOk="0" h="424" w="408">
                    <a:moveTo>
                      <a:pt x="343" y="1"/>
                    </a:moveTo>
                    <a:cubicBezTo>
                      <a:pt x="341" y="1"/>
                      <a:pt x="340" y="1"/>
                      <a:pt x="338" y="1"/>
                    </a:cubicBezTo>
                    <a:cubicBezTo>
                      <a:pt x="246" y="7"/>
                      <a:pt x="191" y="83"/>
                      <a:pt x="137" y="148"/>
                    </a:cubicBezTo>
                    <a:cubicBezTo>
                      <a:pt x="77" y="208"/>
                      <a:pt x="1" y="295"/>
                      <a:pt x="28" y="387"/>
                    </a:cubicBezTo>
                    <a:cubicBezTo>
                      <a:pt x="34" y="412"/>
                      <a:pt x="54" y="424"/>
                      <a:pt x="75" y="424"/>
                    </a:cubicBezTo>
                    <a:cubicBezTo>
                      <a:pt x="96" y="424"/>
                      <a:pt x="118" y="412"/>
                      <a:pt x="126" y="387"/>
                    </a:cubicBezTo>
                    <a:cubicBezTo>
                      <a:pt x="153" y="333"/>
                      <a:pt x="186" y="278"/>
                      <a:pt x="229" y="235"/>
                    </a:cubicBezTo>
                    <a:cubicBezTo>
                      <a:pt x="267" y="191"/>
                      <a:pt x="300" y="121"/>
                      <a:pt x="354" y="110"/>
                    </a:cubicBezTo>
                    <a:cubicBezTo>
                      <a:pt x="407" y="105"/>
                      <a:pt x="403" y="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0"/>
              <p:cNvSpPr/>
              <p:nvPr/>
            </p:nvSpPr>
            <p:spPr>
              <a:xfrm>
                <a:off x="3263800" y="5485100"/>
                <a:ext cx="7375" cy="8025"/>
              </a:xfrm>
              <a:custGeom>
                <a:rect b="b" l="l" r="r" t="t"/>
                <a:pathLst>
                  <a:path extrusionOk="0" h="321" w="295">
                    <a:moveTo>
                      <a:pt x="218" y="1"/>
                    </a:moveTo>
                    <a:cubicBezTo>
                      <a:pt x="186" y="1"/>
                      <a:pt x="169" y="28"/>
                      <a:pt x="175" y="55"/>
                    </a:cubicBezTo>
                    <a:cubicBezTo>
                      <a:pt x="142" y="93"/>
                      <a:pt x="104" y="137"/>
                      <a:pt x="66" y="175"/>
                    </a:cubicBezTo>
                    <a:cubicBezTo>
                      <a:pt x="28" y="207"/>
                      <a:pt x="1" y="256"/>
                      <a:pt x="28" y="305"/>
                    </a:cubicBezTo>
                    <a:cubicBezTo>
                      <a:pt x="31" y="315"/>
                      <a:pt x="42" y="320"/>
                      <a:pt x="52" y="320"/>
                    </a:cubicBezTo>
                    <a:cubicBezTo>
                      <a:pt x="60" y="320"/>
                      <a:pt x="67" y="317"/>
                      <a:pt x="72" y="311"/>
                    </a:cubicBezTo>
                    <a:cubicBezTo>
                      <a:pt x="104" y="278"/>
                      <a:pt x="142" y="251"/>
                      <a:pt x="169" y="218"/>
                    </a:cubicBezTo>
                    <a:cubicBezTo>
                      <a:pt x="213" y="180"/>
                      <a:pt x="245" y="131"/>
                      <a:pt x="278" y="82"/>
                    </a:cubicBezTo>
                    <a:cubicBezTo>
                      <a:pt x="294" y="50"/>
                      <a:pt x="273" y="6"/>
                      <a:pt x="235" y="6"/>
                    </a:cubicBezTo>
                    <a:lnTo>
                      <a:pt x="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0"/>
              <p:cNvSpPr/>
              <p:nvPr/>
            </p:nvSpPr>
            <p:spPr>
              <a:xfrm>
                <a:off x="3328625" y="5500850"/>
                <a:ext cx="7400" cy="10300"/>
              </a:xfrm>
              <a:custGeom>
                <a:rect b="b" l="l" r="r" t="t"/>
                <a:pathLst>
                  <a:path extrusionOk="0" h="412" w="296">
                    <a:moveTo>
                      <a:pt x="212" y="1"/>
                    </a:moveTo>
                    <a:cubicBezTo>
                      <a:pt x="194" y="1"/>
                      <a:pt x="176" y="10"/>
                      <a:pt x="164" y="34"/>
                    </a:cubicBezTo>
                    <a:lnTo>
                      <a:pt x="164" y="28"/>
                    </a:lnTo>
                    <a:cubicBezTo>
                      <a:pt x="109" y="137"/>
                      <a:pt x="1" y="235"/>
                      <a:pt x="22" y="371"/>
                    </a:cubicBezTo>
                    <a:cubicBezTo>
                      <a:pt x="28" y="387"/>
                      <a:pt x="44" y="403"/>
                      <a:pt x="61" y="409"/>
                    </a:cubicBezTo>
                    <a:cubicBezTo>
                      <a:pt x="67" y="411"/>
                      <a:pt x="73" y="412"/>
                      <a:pt x="79" y="412"/>
                    </a:cubicBezTo>
                    <a:cubicBezTo>
                      <a:pt x="132" y="412"/>
                      <a:pt x="138" y="324"/>
                      <a:pt x="153" y="289"/>
                    </a:cubicBezTo>
                    <a:cubicBezTo>
                      <a:pt x="186" y="219"/>
                      <a:pt x="240" y="164"/>
                      <a:pt x="273" y="94"/>
                    </a:cubicBezTo>
                    <a:cubicBezTo>
                      <a:pt x="295" y="49"/>
                      <a:pt x="253" y="1"/>
                      <a:pt x="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0"/>
              <p:cNvSpPr/>
              <p:nvPr/>
            </p:nvSpPr>
            <p:spPr>
              <a:xfrm>
                <a:off x="3334375" y="5504500"/>
                <a:ext cx="5925" cy="8150"/>
              </a:xfrm>
              <a:custGeom>
                <a:rect b="b" l="l" r="r" t="t"/>
                <a:pathLst>
                  <a:path extrusionOk="0" h="326" w="237">
                    <a:moveTo>
                      <a:pt x="168" y="0"/>
                    </a:moveTo>
                    <a:cubicBezTo>
                      <a:pt x="147" y="0"/>
                      <a:pt x="128" y="12"/>
                      <a:pt x="124" y="40"/>
                    </a:cubicBezTo>
                    <a:lnTo>
                      <a:pt x="129" y="45"/>
                    </a:lnTo>
                    <a:cubicBezTo>
                      <a:pt x="119" y="84"/>
                      <a:pt x="81" y="111"/>
                      <a:pt x="59" y="149"/>
                    </a:cubicBezTo>
                    <a:cubicBezTo>
                      <a:pt x="37" y="192"/>
                      <a:pt x="15" y="236"/>
                      <a:pt x="4" y="285"/>
                    </a:cubicBezTo>
                    <a:cubicBezTo>
                      <a:pt x="0" y="307"/>
                      <a:pt x="17" y="326"/>
                      <a:pt x="39" y="326"/>
                    </a:cubicBezTo>
                    <a:cubicBezTo>
                      <a:pt x="44" y="326"/>
                      <a:pt x="48" y="325"/>
                      <a:pt x="53" y="323"/>
                    </a:cubicBezTo>
                    <a:cubicBezTo>
                      <a:pt x="102" y="290"/>
                      <a:pt x="135" y="247"/>
                      <a:pt x="157" y="198"/>
                    </a:cubicBezTo>
                    <a:cubicBezTo>
                      <a:pt x="184" y="154"/>
                      <a:pt x="227" y="122"/>
                      <a:pt x="233" y="67"/>
                    </a:cubicBezTo>
                    <a:cubicBezTo>
                      <a:pt x="236" y="28"/>
                      <a:pt x="200"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0"/>
              <p:cNvSpPr/>
              <p:nvPr/>
            </p:nvSpPr>
            <p:spPr>
              <a:xfrm>
                <a:off x="3403100" y="5531025"/>
                <a:ext cx="9325" cy="9700"/>
              </a:xfrm>
              <a:custGeom>
                <a:rect b="b" l="l" r="r" t="t"/>
                <a:pathLst>
                  <a:path extrusionOk="0" h="388" w="373">
                    <a:moveTo>
                      <a:pt x="300" y="1"/>
                    </a:moveTo>
                    <a:cubicBezTo>
                      <a:pt x="234" y="34"/>
                      <a:pt x="174" y="77"/>
                      <a:pt x="136" y="137"/>
                    </a:cubicBezTo>
                    <a:cubicBezTo>
                      <a:pt x="93" y="191"/>
                      <a:pt x="1" y="295"/>
                      <a:pt x="55" y="365"/>
                    </a:cubicBezTo>
                    <a:cubicBezTo>
                      <a:pt x="66" y="381"/>
                      <a:pt x="78" y="388"/>
                      <a:pt x="89" y="388"/>
                    </a:cubicBezTo>
                    <a:cubicBezTo>
                      <a:pt x="131" y="388"/>
                      <a:pt x="169" y="297"/>
                      <a:pt x="191" y="267"/>
                    </a:cubicBezTo>
                    <a:cubicBezTo>
                      <a:pt x="218" y="235"/>
                      <a:pt x="234" y="202"/>
                      <a:pt x="261" y="169"/>
                    </a:cubicBezTo>
                    <a:cubicBezTo>
                      <a:pt x="283" y="142"/>
                      <a:pt x="305" y="99"/>
                      <a:pt x="338" y="83"/>
                    </a:cubicBezTo>
                    <a:cubicBezTo>
                      <a:pt x="373" y="58"/>
                      <a:pt x="352" y="5"/>
                      <a:pt x="311" y="5"/>
                    </a:cubicBezTo>
                    <a:cubicBezTo>
                      <a:pt x="307" y="5"/>
                      <a:pt x="304" y="6"/>
                      <a:pt x="300" y="6"/>
                    </a:cubicBezTo>
                    <a:lnTo>
                      <a:pt x="3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0"/>
              <p:cNvSpPr/>
              <p:nvPr/>
            </p:nvSpPr>
            <p:spPr>
              <a:xfrm>
                <a:off x="3405000" y="5537550"/>
                <a:ext cx="7950" cy="9825"/>
              </a:xfrm>
              <a:custGeom>
                <a:rect b="b" l="l" r="r" t="t"/>
                <a:pathLst>
                  <a:path extrusionOk="0" h="393" w="318">
                    <a:moveTo>
                      <a:pt x="251" y="1"/>
                    </a:moveTo>
                    <a:cubicBezTo>
                      <a:pt x="240" y="1"/>
                      <a:pt x="228" y="6"/>
                      <a:pt x="218" y="17"/>
                    </a:cubicBezTo>
                    <a:lnTo>
                      <a:pt x="224" y="6"/>
                    </a:lnTo>
                    <a:lnTo>
                      <a:pt x="224" y="6"/>
                    </a:lnTo>
                    <a:cubicBezTo>
                      <a:pt x="158" y="77"/>
                      <a:pt x="1" y="126"/>
                      <a:pt x="22" y="240"/>
                    </a:cubicBezTo>
                    <a:cubicBezTo>
                      <a:pt x="29" y="261"/>
                      <a:pt x="50" y="273"/>
                      <a:pt x="71" y="273"/>
                    </a:cubicBezTo>
                    <a:cubicBezTo>
                      <a:pt x="83" y="273"/>
                      <a:pt x="94" y="270"/>
                      <a:pt x="104" y="262"/>
                    </a:cubicBezTo>
                    <a:lnTo>
                      <a:pt x="115" y="251"/>
                    </a:lnTo>
                    <a:lnTo>
                      <a:pt x="115" y="251"/>
                    </a:lnTo>
                    <a:cubicBezTo>
                      <a:pt x="109" y="256"/>
                      <a:pt x="104" y="267"/>
                      <a:pt x="98" y="278"/>
                    </a:cubicBezTo>
                    <a:lnTo>
                      <a:pt x="93" y="284"/>
                    </a:lnTo>
                    <a:lnTo>
                      <a:pt x="82" y="300"/>
                    </a:lnTo>
                    <a:cubicBezTo>
                      <a:pt x="77" y="305"/>
                      <a:pt x="71" y="311"/>
                      <a:pt x="66" y="322"/>
                    </a:cubicBezTo>
                    <a:cubicBezTo>
                      <a:pt x="44" y="358"/>
                      <a:pt x="91" y="392"/>
                      <a:pt x="129" y="392"/>
                    </a:cubicBezTo>
                    <a:cubicBezTo>
                      <a:pt x="148" y="392"/>
                      <a:pt x="164" y="385"/>
                      <a:pt x="169" y="365"/>
                    </a:cubicBezTo>
                    <a:lnTo>
                      <a:pt x="175" y="354"/>
                    </a:lnTo>
                    <a:lnTo>
                      <a:pt x="191" y="332"/>
                    </a:lnTo>
                    <a:cubicBezTo>
                      <a:pt x="202" y="311"/>
                      <a:pt x="207" y="284"/>
                      <a:pt x="207" y="262"/>
                    </a:cubicBezTo>
                    <a:cubicBezTo>
                      <a:pt x="207" y="240"/>
                      <a:pt x="191" y="224"/>
                      <a:pt x="175" y="218"/>
                    </a:cubicBezTo>
                    <a:cubicBezTo>
                      <a:pt x="170" y="217"/>
                      <a:pt x="166" y="216"/>
                      <a:pt x="162" y="216"/>
                    </a:cubicBezTo>
                    <a:cubicBezTo>
                      <a:pt x="152" y="216"/>
                      <a:pt x="144" y="220"/>
                      <a:pt x="137" y="224"/>
                    </a:cubicBezTo>
                    <a:cubicBezTo>
                      <a:pt x="153" y="207"/>
                      <a:pt x="169" y="191"/>
                      <a:pt x="191" y="175"/>
                    </a:cubicBezTo>
                    <a:cubicBezTo>
                      <a:pt x="224" y="148"/>
                      <a:pt x="262" y="120"/>
                      <a:pt x="289" y="88"/>
                    </a:cubicBezTo>
                    <a:cubicBezTo>
                      <a:pt x="318" y="51"/>
                      <a:pt x="287"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120"/>
            <p:cNvGrpSpPr/>
            <p:nvPr/>
          </p:nvGrpSpPr>
          <p:grpSpPr>
            <a:xfrm>
              <a:off x="6238011" y="4198085"/>
              <a:ext cx="274309" cy="274311"/>
              <a:chOff x="3552725" y="5289325"/>
              <a:chExt cx="237025" cy="237725"/>
            </a:xfrm>
          </p:grpSpPr>
          <p:sp>
            <p:nvSpPr>
              <p:cNvPr id="6073" name="Google Shape;6073;p120"/>
              <p:cNvSpPr/>
              <p:nvPr/>
            </p:nvSpPr>
            <p:spPr>
              <a:xfrm>
                <a:off x="3572150" y="5446650"/>
                <a:ext cx="25" cy="25"/>
              </a:xfrm>
              <a:custGeom>
                <a:rect b="b" l="l" r="r" t="t"/>
                <a:pathLst>
                  <a:path extrusionOk="0" h="1" w="1">
                    <a:moveTo>
                      <a:pt x="1"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0"/>
              <p:cNvSpPr/>
              <p:nvPr/>
            </p:nvSpPr>
            <p:spPr>
              <a:xfrm>
                <a:off x="3552725" y="5289325"/>
                <a:ext cx="237025" cy="237725"/>
              </a:xfrm>
              <a:custGeom>
                <a:rect b="b" l="l" r="r" t="t"/>
                <a:pathLst>
                  <a:path extrusionOk="0" h="9509" w="9481">
                    <a:moveTo>
                      <a:pt x="4387" y="238"/>
                    </a:moveTo>
                    <a:cubicBezTo>
                      <a:pt x="4664" y="238"/>
                      <a:pt x="4941" y="249"/>
                      <a:pt x="5219" y="249"/>
                    </a:cubicBezTo>
                    <a:cubicBezTo>
                      <a:pt x="5512" y="249"/>
                      <a:pt x="5795" y="249"/>
                      <a:pt x="6078" y="281"/>
                    </a:cubicBezTo>
                    <a:cubicBezTo>
                      <a:pt x="6159" y="291"/>
                      <a:pt x="6243" y="293"/>
                      <a:pt x="6326" y="293"/>
                    </a:cubicBezTo>
                    <a:cubicBezTo>
                      <a:pt x="6381" y="293"/>
                      <a:pt x="6436" y="292"/>
                      <a:pt x="6491" y="292"/>
                    </a:cubicBezTo>
                    <a:cubicBezTo>
                      <a:pt x="6529" y="294"/>
                      <a:pt x="6566" y="294"/>
                      <a:pt x="6604" y="294"/>
                    </a:cubicBezTo>
                    <a:cubicBezTo>
                      <a:pt x="6708" y="294"/>
                      <a:pt x="6811" y="289"/>
                      <a:pt x="6915" y="281"/>
                    </a:cubicBezTo>
                    <a:cubicBezTo>
                      <a:pt x="7104" y="263"/>
                      <a:pt x="7294" y="254"/>
                      <a:pt x="7483" y="254"/>
                    </a:cubicBezTo>
                    <a:cubicBezTo>
                      <a:pt x="7571" y="254"/>
                      <a:pt x="7659" y="256"/>
                      <a:pt x="7746" y="260"/>
                    </a:cubicBezTo>
                    <a:lnTo>
                      <a:pt x="8165" y="260"/>
                    </a:lnTo>
                    <a:cubicBezTo>
                      <a:pt x="8230" y="260"/>
                      <a:pt x="8301" y="260"/>
                      <a:pt x="8366" y="254"/>
                    </a:cubicBezTo>
                    <a:cubicBezTo>
                      <a:pt x="8388" y="251"/>
                      <a:pt x="8411" y="250"/>
                      <a:pt x="8434" y="250"/>
                    </a:cubicBezTo>
                    <a:cubicBezTo>
                      <a:pt x="8457" y="250"/>
                      <a:pt x="8480" y="251"/>
                      <a:pt x="8502" y="254"/>
                    </a:cubicBezTo>
                    <a:lnTo>
                      <a:pt x="8491" y="260"/>
                    </a:lnTo>
                    <a:cubicBezTo>
                      <a:pt x="8404" y="352"/>
                      <a:pt x="8306" y="434"/>
                      <a:pt x="8203" y="504"/>
                    </a:cubicBezTo>
                    <a:cubicBezTo>
                      <a:pt x="8116" y="575"/>
                      <a:pt x="8034" y="651"/>
                      <a:pt x="7953" y="738"/>
                    </a:cubicBezTo>
                    <a:cubicBezTo>
                      <a:pt x="7833" y="836"/>
                      <a:pt x="7692" y="820"/>
                      <a:pt x="7545" y="830"/>
                    </a:cubicBezTo>
                    <a:cubicBezTo>
                      <a:pt x="7409" y="852"/>
                      <a:pt x="7273" y="863"/>
                      <a:pt x="7138" y="863"/>
                    </a:cubicBezTo>
                    <a:cubicBezTo>
                      <a:pt x="7084" y="862"/>
                      <a:pt x="7030" y="862"/>
                      <a:pt x="6976" y="862"/>
                    </a:cubicBezTo>
                    <a:cubicBezTo>
                      <a:pt x="6749" y="862"/>
                      <a:pt x="6524" y="869"/>
                      <a:pt x="6295" y="874"/>
                    </a:cubicBezTo>
                    <a:cubicBezTo>
                      <a:pt x="6154" y="877"/>
                      <a:pt x="6010" y="883"/>
                      <a:pt x="5867" y="883"/>
                    </a:cubicBezTo>
                    <a:cubicBezTo>
                      <a:pt x="5724" y="883"/>
                      <a:pt x="5583" y="877"/>
                      <a:pt x="5447" y="852"/>
                    </a:cubicBezTo>
                    <a:cubicBezTo>
                      <a:pt x="5295" y="825"/>
                      <a:pt x="5142" y="816"/>
                      <a:pt x="4988" y="816"/>
                    </a:cubicBezTo>
                    <a:cubicBezTo>
                      <a:pt x="4642" y="816"/>
                      <a:pt x="4294" y="864"/>
                      <a:pt x="3949" y="864"/>
                    </a:cubicBezTo>
                    <a:cubicBezTo>
                      <a:pt x="3924" y="864"/>
                      <a:pt x="3900" y="863"/>
                      <a:pt x="3876" y="863"/>
                    </a:cubicBezTo>
                    <a:lnTo>
                      <a:pt x="3496" y="863"/>
                    </a:lnTo>
                    <a:cubicBezTo>
                      <a:pt x="3354" y="863"/>
                      <a:pt x="3218" y="890"/>
                      <a:pt x="3077" y="896"/>
                    </a:cubicBezTo>
                    <a:cubicBezTo>
                      <a:pt x="3003" y="901"/>
                      <a:pt x="2929" y="903"/>
                      <a:pt x="2855" y="903"/>
                    </a:cubicBezTo>
                    <a:cubicBezTo>
                      <a:pt x="2689" y="903"/>
                      <a:pt x="2523" y="893"/>
                      <a:pt x="2357" y="893"/>
                    </a:cubicBezTo>
                    <a:cubicBezTo>
                      <a:pt x="2314" y="893"/>
                      <a:pt x="2272" y="894"/>
                      <a:pt x="2229" y="896"/>
                    </a:cubicBezTo>
                    <a:cubicBezTo>
                      <a:pt x="2186" y="896"/>
                      <a:pt x="2142" y="906"/>
                      <a:pt x="2093" y="906"/>
                    </a:cubicBezTo>
                    <a:cubicBezTo>
                      <a:pt x="2085" y="909"/>
                      <a:pt x="2075" y="911"/>
                      <a:pt x="2065" y="911"/>
                    </a:cubicBezTo>
                    <a:cubicBezTo>
                      <a:pt x="2055" y="911"/>
                      <a:pt x="2044" y="909"/>
                      <a:pt x="2033" y="906"/>
                    </a:cubicBezTo>
                    <a:cubicBezTo>
                      <a:pt x="2028" y="915"/>
                      <a:pt x="2024" y="919"/>
                      <a:pt x="2021" y="919"/>
                    </a:cubicBezTo>
                    <a:cubicBezTo>
                      <a:pt x="2018" y="919"/>
                      <a:pt x="2017" y="915"/>
                      <a:pt x="2017" y="906"/>
                    </a:cubicBezTo>
                    <a:cubicBezTo>
                      <a:pt x="2012" y="896"/>
                      <a:pt x="2006" y="890"/>
                      <a:pt x="2001" y="879"/>
                    </a:cubicBezTo>
                    <a:cubicBezTo>
                      <a:pt x="1984" y="858"/>
                      <a:pt x="1984" y="836"/>
                      <a:pt x="1957" y="814"/>
                    </a:cubicBezTo>
                    <a:cubicBezTo>
                      <a:pt x="1914" y="771"/>
                      <a:pt x="1854" y="743"/>
                      <a:pt x="1800" y="705"/>
                    </a:cubicBezTo>
                    <a:cubicBezTo>
                      <a:pt x="1631" y="575"/>
                      <a:pt x="1435" y="466"/>
                      <a:pt x="1289" y="314"/>
                    </a:cubicBezTo>
                    <a:cubicBezTo>
                      <a:pt x="1300" y="287"/>
                      <a:pt x="1310" y="292"/>
                      <a:pt x="1359" y="287"/>
                    </a:cubicBezTo>
                    <a:lnTo>
                      <a:pt x="1354" y="287"/>
                    </a:lnTo>
                    <a:cubicBezTo>
                      <a:pt x="1452" y="275"/>
                      <a:pt x="1547" y="268"/>
                      <a:pt x="1643" y="268"/>
                    </a:cubicBezTo>
                    <a:cubicBezTo>
                      <a:pt x="1675" y="268"/>
                      <a:pt x="1707" y="269"/>
                      <a:pt x="1740" y="270"/>
                    </a:cubicBezTo>
                    <a:cubicBezTo>
                      <a:pt x="1839" y="272"/>
                      <a:pt x="1940" y="273"/>
                      <a:pt x="2040" y="273"/>
                    </a:cubicBezTo>
                    <a:cubicBezTo>
                      <a:pt x="2242" y="273"/>
                      <a:pt x="2445" y="270"/>
                      <a:pt x="2648" y="270"/>
                    </a:cubicBezTo>
                    <a:lnTo>
                      <a:pt x="3583" y="276"/>
                    </a:lnTo>
                    <a:cubicBezTo>
                      <a:pt x="3670" y="276"/>
                      <a:pt x="3759" y="278"/>
                      <a:pt x="3847" y="278"/>
                    </a:cubicBezTo>
                    <a:cubicBezTo>
                      <a:pt x="3892" y="278"/>
                      <a:pt x="3936" y="278"/>
                      <a:pt x="3979" y="276"/>
                    </a:cubicBezTo>
                    <a:cubicBezTo>
                      <a:pt x="4110" y="270"/>
                      <a:pt x="4251" y="238"/>
                      <a:pt x="4387" y="238"/>
                    </a:cubicBezTo>
                    <a:close/>
                    <a:moveTo>
                      <a:pt x="1267" y="450"/>
                    </a:moveTo>
                    <a:cubicBezTo>
                      <a:pt x="1359" y="542"/>
                      <a:pt x="1463" y="618"/>
                      <a:pt x="1571" y="689"/>
                    </a:cubicBezTo>
                    <a:cubicBezTo>
                      <a:pt x="1658" y="754"/>
                      <a:pt x="1751" y="820"/>
                      <a:pt x="1832" y="890"/>
                    </a:cubicBezTo>
                    <a:cubicBezTo>
                      <a:pt x="1859" y="912"/>
                      <a:pt x="1876" y="939"/>
                      <a:pt x="1892" y="972"/>
                    </a:cubicBezTo>
                    <a:cubicBezTo>
                      <a:pt x="1903" y="988"/>
                      <a:pt x="1914" y="1004"/>
                      <a:pt x="1930" y="1015"/>
                    </a:cubicBezTo>
                    <a:cubicBezTo>
                      <a:pt x="1930" y="1048"/>
                      <a:pt x="1930" y="1075"/>
                      <a:pt x="1930" y="1102"/>
                    </a:cubicBezTo>
                    <a:cubicBezTo>
                      <a:pt x="1936" y="1140"/>
                      <a:pt x="1946" y="1167"/>
                      <a:pt x="1952" y="1200"/>
                    </a:cubicBezTo>
                    <a:cubicBezTo>
                      <a:pt x="1968" y="1303"/>
                      <a:pt x="1968" y="1412"/>
                      <a:pt x="1952" y="1515"/>
                    </a:cubicBezTo>
                    <a:cubicBezTo>
                      <a:pt x="1946" y="1744"/>
                      <a:pt x="1946" y="1972"/>
                      <a:pt x="1946" y="2200"/>
                    </a:cubicBezTo>
                    <a:cubicBezTo>
                      <a:pt x="1936" y="2651"/>
                      <a:pt x="1930" y="3103"/>
                      <a:pt x="1957" y="3559"/>
                    </a:cubicBezTo>
                    <a:cubicBezTo>
                      <a:pt x="1957" y="3570"/>
                      <a:pt x="1963" y="3581"/>
                      <a:pt x="1968" y="3597"/>
                    </a:cubicBezTo>
                    <a:cubicBezTo>
                      <a:pt x="1919" y="3593"/>
                      <a:pt x="1869" y="3590"/>
                      <a:pt x="1820" y="3590"/>
                    </a:cubicBezTo>
                    <a:cubicBezTo>
                      <a:pt x="1749" y="3590"/>
                      <a:pt x="1679" y="3595"/>
                      <a:pt x="1609" y="3608"/>
                    </a:cubicBezTo>
                    <a:cubicBezTo>
                      <a:pt x="1522" y="3619"/>
                      <a:pt x="1441" y="3646"/>
                      <a:pt x="1359" y="3684"/>
                    </a:cubicBezTo>
                    <a:cubicBezTo>
                      <a:pt x="1386" y="3423"/>
                      <a:pt x="1403" y="3162"/>
                      <a:pt x="1397" y="2901"/>
                    </a:cubicBezTo>
                    <a:cubicBezTo>
                      <a:pt x="1403" y="2760"/>
                      <a:pt x="1397" y="2613"/>
                      <a:pt x="1386" y="2472"/>
                    </a:cubicBezTo>
                    <a:cubicBezTo>
                      <a:pt x="1370" y="2342"/>
                      <a:pt x="1365" y="2211"/>
                      <a:pt x="1338" y="2081"/>
                    </a:cubicBezTo>
                    <a:cubicBezTo>
                      <a:pt x="1321" y="1950"/>
                      <a:pt x="1316" y="1820"/>
                      <a:pt x="1327" y="1689"/>
                    </a:cubicBezTo>
                    <a:cubicBezTo>
                      <a:pt x="1327" y="1542"/>
                      <a:pt x="1294" y="1401"/>
                      <a:pt x="1289" y="1254"/>
                    </a:cubicBezTo>
                    <a:cubicBezTo>
                      <a:pt x="1283" y="1004"/>
                      <a:pt x="1267" y="749"/>
                      <a:pt x="1267" y="504"/>
                    </a:cubicBezTo>
                    <a:lnTo>
                      <a:pt x="1267" y="450"/>
                    </a:lnTo>
                    <a:close/>
                    <a:moveTo>
                      <a:pt x="4615" y="3146"/>
                    </a:moveTo>
                    <a:cubicBezTo>
                      <a:pt x="4686" y="3146"/>
                      <a:pt x="4751" y="3184"/>
                      <a:pt x="4778" y="3249"/>
                    </a:cubicBezTo>
                    <a:cubicBezTo>
                      <a:pt x="4811" y="3347"/>
                      <a:pt x="4719" y="3434"/>
                      <a:pt x="4664" y="3510"/>
                    </a:cubicBezTo>
                    <a:cubicBezTo>
                      <a:pt x="4594" y="3603"/>
                      <a:pt x="4545" y="3706"/>
                      <a:pt x="4490" y="3804"/>
                    </a:cubicBezTo>
                    <a:cubicBezTo>
                      <a:pt x="4452" y="3864"/>
                      <a:pt x="4398" y="3923"/>
                      <a:pt x="4354" y="3994"/>
                    </a:cubicBezTo>
                    <a:cubicBezTo>
                      <a:pt x="4349" y="3951"/>
                      <a:pt x="4333" y="3912"/>
                      <a:pt x="4306" y="3880"/>
                    </a:cubicBezTo>
                    <a:cubicBezTo>
                      <a:pt x="4289" y="3864"/>
                      <a:pt x="4267" y="3853"/>
                      <a:pt x="4246" y="3847"/>
                    </a:cubicBezTo>
                    <a:lnTo>
                      <a:pt x="4251" y="3836"/>
                    </a:lnTo>
                    <a:cubicBezTo>
                      <a:pt x="4278" y="3739"/>
                      <a:pt x="4316" y="3652"/>
                      <a:pt x="4360" y="3565"/>
                    </a:cubicBezTo>
                    <a:cubicBezTo>
                      <a:pt x="4409" y="3472"/>
                      <a:pt x="4458" y="3391"/>
                      <a:pt x="4496" y="3298"/>
                    </a:cubicBezTo>
                    <a:cubicBezTo>
                      <a:pt x="4523" y="3238"/>
                      <a:pt x="4534" y="3151"/>
                      <a:pt x="4615" y="3146"/>
                    </a:cubicBezTo>
                    <a:close/>
                    <a:moveTo>
                      <a:pt x="4197" y="4032"/>
                    </a:moveTo>
                    <a:lnTo>
                      <a:pt x="4197" y="4032"/>
                    </a:lnTo>
                    <a:cubicBezTo>
                      <a:pt x="4184" y="4058"/>
                      <a:pt x="4177" y="4067"/>
                      <a:pt x="4173" y="4067"/>
                    </a:cubicBezTo>
                    <a:cubicBezTo>
                      <a:pt x="4168" y="4067"/>
                      <a:pt x="4167" y="4057"/>
                      <a:pt x="4164" y="4048"/>
                    </a:cubicBezTo>
                    <a:cubicBezTo>
                      <a:pt x="4175" y="4043"/>
                      <a:pt x="4186" y="4037"/>
                      <a:pt x="4197" y="4032"/>
                    </a:cubicBezTo>
                    <a:close/>
                    <a:moveTo>
                      <a:pt x="2126" y="4195"/>
                    </a:moveTo>
                    <a:lnTo>
                      <a:pt x="2175" y="4217"/>
                    </a:lnTo>
                    <a:cubicBezTo>
                      <a:pt x="2153" y="4239"/>
                      <a:pt x="2137" y="4260"/>
                      <a:pt x="2120" y="4282"/>
                    </a:cubicBezTo>
                    <a:cubicBezTo>
                      <a:pt x="2126" y="4255"/>
                      <a:pt x="2126" y="4228"/>
                      <a:pt x="2126" y="4195"/>
                    </a:cubicBezTo>
                    <a:close/>
                    <a:moveTo>
                      <a:pt x="1077" y="4206"/>
                    </a:moveTo>
                    <a:lnTo>
                      <a:pt x="1066" y="4217"/>
                    </a:lnTo>
                    <a:cubicBezTo>
                      <a:pt x="952" y="4326"/>
                      <a:pt x="821" y="4429"/>
                      <a:pt x="707" y="4543"/>
                    </a:cubicBezTo>
                    <a:cubicBezTo>
                      <a:pt x="702" y="4548"/>
                      <a:pt x="691" y="4559"/>
                      <a:pt x="680" y="4570"/>
                    </a:cubicBezTo>
                    <a:cubicBezTo>
                      <a:pt x="647" y="4581"/>
                      <a:pt x="609" y="4592"/>
                      <a:pt x="577" y="4608"/>
                    </a:cubicBezTo>
                    <a:cubicBezTo>
                      <a:pt x="620" y="4554"/>
                      <a:pt x="669" y="4505"/>
                      <a:pt x="718" y="4456"/>
                    </a:cubicBezTo>
                    <a:cubicBezTo>
                      <a:pt x="827" y="4358"/>
                      <a:pt x="946" y="4271"/>
                      <a:pt x="1077" y="4206"/>
                    </a:cubicBezTo>
                    <a:close/>
                    <a:moveTo>
                      <a:pt x="1359" y="4440"/>
                    </a:moveTo>
                    <a:cubicBezTo>
                      <a:pt x="1343" y="4451"/>
                      <a:pt x="1332" y="4467"/>
                      <a:pt x="1316" y="4478"/>
                    </a:cubicBezTo>
                    <a:cubicBezTo>
                      <a:pt x="1283" y="4500"/>
                      <a:pt x="1251" y="4527"/>
                      <a:pt x="1218" y="4554"/>
                    </a:cubicBezTo>
                    <a:cubicBezTo>
                      <a:pt x="1174" y="4587"/>
                      <a:pt x="1126" y="4608"/>
                      <a:pt x="1082" y="4630"/>
                    </a:cubicBezTo>
                    <a:lnTo>
                      <a:pt x="1066" y="4641"/>
                    </a:lnTo>
                    <a:lnTo>
                      <a:pt x="1066" y="4641"/>
                    </a:lnTo>
                    <a:lnTo>
                      <a:pt x="1169" y="4559"/>
                    </a:lnTo>
                    <a:cubicBezTo>
                      <a:pt x="1229" y="4510"/>
                      <a:pt x="1289" y="4467"/>
                      <a:pt x="1359" y="4440"/>
                    </a:cubicBezTo>
                    <a:close/>
                    <a:moveTo>
                      <a:pt x="2805" y="4489"/>
                    </a:moveTo>
                    <a:cubicBezTo>
                      <a:pt x="2876" y="4592"/>
                      <a:pt x="2881" y="4728"/>
                      <a:pt x="2811" y="4837"/>
                    </a:cubicBezTo>
                    <a:cubicBezTo>
                      <a:pt x="2794" y="4869"/>
                      <a:pt x="2767" y="4896"/>
                      <a:pt x="2740" y="4924"/>
                    </a:cubicBezTo>
                    <a:cubicBezTo>
                      <a:pt x="2756" y="4885"/>
                      <a:pt x="2762" y="4842"/>
                      <a:pt x="2767" y="4799"/>
                    </a:cubicBezTo>
                    <a:lnTo>
                      <a:pt x="2767" y="4701"/>
                    </a:lnTo>
                    <a:cubicBezTo>
                      <a:pt x="2778" y="4657"/>
                      <a:pt x="2789" y="4614"/>
                      <a:pt x="2794" y="4565"/>
                    </a:cubicBezTo>
                    <a:cubicBezTo>
                      <a:pt x="2800" y="4543"/>
                      <a:pt x="2800" y="4516"/>
                      <a:pt x="2805" y="4489"/>
                    </a:cubicBezTo>
                    <a:close/>
                    <a:moveTo>
                      <a:pt x="750" y="4918"/>
                    </a:moveTo>
                    <a:lnTo>
                      <a:pt x="778" y="4929"/>
                    </a:lnTo>
                    <a:cubicBezTo>
                      <a:pt x="761" y="4934"/>
                      <a:pt x="745" y="4940"/>
                      <a:pt x="723" y="4945"/>
                    </a:cubicBezTo>
                    <a:cubicBezTo>
                      <a:pt x="734" y="4940"/>
                      <a:pt x="740" y="4929"/>
                      <a:pt x="750" y="4918"/>
                    </a:cubicBezTo>
                    <a:close/>
                    <a:moveTo>
                      <a:pt x="4159" y="4048"/>
                    </a:moveTo>
                    <a:cubicBezTo>
                      <a:pt x="4159" y="4070"/>
                      <a:pt x="4170" y="4092"/>
                      <a:pt x="4170" y="4103"/>
                    </a:cubicBezTo>
                    <a:cubicBezTo>
                      <a:pt x="4175" y="4195"/>
                      <a:pt x="4219" y="4309"/>
                      <a:pt x="4306" y="4309"/>
                    </a:cubicBezTo>
                    <a:cubicBezTo>
                      <a:pt x="4324" y="4334"/>
                      <a:pt x="4350" y="4346"/>
                      <a:pt x="4377" y="4346"/>
                    </a:cubicBezTo>
                    <a:cubicBezTo>
                      <a:pt x="4414" y="4346"/>
                      <a:pt x="4450" y="4323"/>
                      <a:pt x="4463" y="4282"/>
                    </a:cubicBezTo>
                    <a:cubicBezTo>
                      <a:pt x="4474" y="4244"/>
                      <a:pt x="4490" y="4206"/>
                      <a:pt x="4512" y="4168"/>
                    </a:cubicBezTo>
                    <a:cubicBezTo>
                      <a:pt x="4523" y="4168"/>
                      <a:pt x="4528" y="4168"/>
                      <a:pt x="4534" y="4184"/>
                    </a:cubicBezTo>
                    <a:cubicBezTo>
                      <a:pt x="4539" y="4206"/>
                      <a:pt x="4507" y="4266"/>
                      <a:pt x="4501" y="4288"/>
                    </a:cubicBezTo>
                    <a:cubicBezTo>
                      <a:pt x="4490" y="4331"/>
                      <a:pt x="4496" y="4375"/>
                      <a:pt x="4507" y="4418"/>
                    </a:cubicBezTo>
                    <a:cubicBezTo>
                      <a:pt x="4520" y="4463"/>
                      <a:pt x="4560" y="4488"/>
                      <a:pt x="4602" y="4488"/>
                    </a:cubicBezTo>
                    <a:cubicBezTo>
                      <a:pt x="4625" y="4488"/>
                      <a:pt x="4650" y="4479"/>
                      <a:pt x="4670" y="4461"/>
                    </a:cubicBezTo>
                    <a:cubicBezTo>
                      <a:pt x="4691" y="4443"/>
                      <a:pt x="4711" y="4435"/>
                      <a:pt x="4728" y="4435"/>
                    </a:cubicBezTo>
                    <a:cubicBezTo>
                      <a:pt x="4771" y="4435"/>
                      <a:pt x="4796" y="4485"/>
                      <a:pt x="4784" y="4543"/>
                    </a:cubicBezTo>
                    <a:cubicBezTo>
                      <a:pt x="4757" y="4625"/>
                      <a:pt x="4713" y="4695"/>
                      <a:pt x="4659" y="4760"/>
                    </a:cubicBezTo>
                    <a:cubicBezTo>
                      <a:pt x="4615" y="4826"/>
                      <a:pt x="4561" y="4885"/>
                      <a:pt x="4507" y="4940"/>
                    </a:cubicBezTo>
                    <a:lnTo>
                      <a:pt x="4463" y="4978"/>
                    </a:lnTo>
                    <a:lnTo>
                      <a:pt x="4398" y="4945"/>
                    </a:lnTo>
                    <a:cubicBezTo>
                      <a:pt x="4273" y="4875"/>
                      <a:pt x="4132" y="4842"/>
                      <a:pt x="3990" y="4837"/>
                    </a:cubicBezTo>
                    <a:cubicBezTo>
                      <a:pt x="3990" y="4793"/>
                      <a:pt x="3990" y="4744"/>
                      <a:pt x="3990" y="4701"/>
                    </a:cubicBezTo>
                    <a:lnTo>
                      <a:pt x="3996" y="4701"/>
                    </a:lnTo>
                    <a:cubicBezTo>
                      <a:pt x="3996" y="4668"/>
                      <a:pt x="3985" y="4635"/>
                      <a:pt x="3968" y="4608"/>
                    </a:cubicBezTo>
                    <a:cubicBezTo>
                      <a:pt x="3947" y="4505"/>
                      <a:pt x="3958" y="4396"/>
                      <a:pt x="4001" y="4298"/>
                    </a:cubicBezTo>
                    <a:cubicBezTo>
                      <a:pt x="4034" y="4217"/>
                      <a:pt x="4061" y="4108"/>
                      <a:pt x="4137" y="4059"/>
                    </a:cubicBezTo>
                    <a:cubicBezTo>
                      <a:pt x="4142" y="4054"/>
                      <a:pt x="4153" y="4054"/>
                      <a:pt x="4159" y="4048"/>
                    </a:cubicBezTo>
                    <a:close/>
                    <a:moveTo>
                      <a:pt x="2135" y="5036"/>
                    </a:moveTo>
                    <a:cubicBezTo>
                      <a:pt x="2131" y="5056"/>
                      <a:pt x="2132" y="5079"/>
                      <a:pt x="2137" y="5097"/>
                    </a:cubicBezTo>
                    <a:cubicBezTo>
                      <a:pt x="2115" y="5103"/>
                      <a:pt x="2099" y="5114"/>
                      <a:pt x="2077" y="5125"/>
                    </a:cubicBezTo>
                    <a:cubicBezTo>
                      <a:pt x="2098" y="5099"/>
                      <a:pt x="2119" y="5067"/>
                      <a:pt x="2135" y="5036"/>
                    </a:cubicBezTo>
                    <a:close/>
                    <a:moveTo>
                      <a:pt x="1316" y="4940"/>
                    </a:moveTo>
                    <a:lnTo>
                      <a:pt x="1310" y="4956"/>
                    </a:lnTo>
                    <a:cubicBezTo>
                      <a:pt x="1245" y="5011"/>
                      <a:pt x="1185" y="5065"/>
                      <a:pt x="1136" y="5125"/>
                    </a:cubicBezTo>
                    <a:lnTo>
                      <a:pt x="1120" y="5141"/>
                    </a:lnTo>
                    <a:cubicBezTo>
                      <a:pt x="1088" y="5168"/>
                      <a:pt x="1055" y="5195"/>
                      <a:pt x="1022" y="5217"/>
                    </a:cubicBezTo>
                    <a:lnTo>
                      <a:pt x="1142" y="5065"/>
                    </a:lnTo>
                    <a:lnTo>
                      <a:pt x="1153" y="5049"/>
                    </a:lnTo>
                    <a:cubicBezTo>
                      <a:pt x="1202" y="5021"/>
                      <a:pt x="1245" y="4989"/>
                      <a:pt x="1289" y="4962"/>
                    </a:cubicBezTo>
                    <a:lnTo>
                      <a:pt x="1316" y="4940"/>
                    </a:lnTo>
                    <a:close/>
                    <a:moveTo>
                      <a:pt x="1783" y="5119"/>
                    </a:moveTo>
                    <a:cubicBezTo>
                      <a:pt x="1783" y="5125"/>
                      <a:pt x="1783" y="5130"/>
                      <a:pt x="1783" y="5136"/>
                    </a:cubicBezTo>
                    <a:cubicBezTo>
                      <a:pt x="1751" y="5163"/>
                      <a:pt x="1729" y="5201"/>
                      <a:pt x="1729" y="5244"/>
                    </a:cubicBezTo>
                    <a:cubicBezTo>
                      <a:pt x="1729" y="5255"/>
                      <a:pt x="1729" y="5261"/>
                      <a:pt x="1729" y="5271"/>
                    </a:cubicBezTo>
                    <a:cubicBezTo>
                      <a:pt x="1715" y="5271"/>
                      <a:pt x="1706" y="5275"/>
                      <a:pt x="1693" y="5283"/>
                    </a:cubicBezTo>
                    <a:lnTo>
                      <a:pt x="1693" y="5283"/>
                    </a:lnTo>
                    <a:cubicBezTo>
                      <a:pt x="1698" y="5272"/>
                      <a:pt x="1703" y="5259"/>
                      <a:pt x="1707" y="5250"/>
                    </a:cubicBezTo>
                    <a:cubicBezTo>
                      <a:pt x="1707" y="5244"/>
                      <a:pt x="1707" y="5233"/>
                      <a:pt x="1707" y="5228"/>
                    </a:cubicBezTo>
                    <a:cubicBezTo>
                      <a:pt x="1734" y="5190"/>
                      <a:pt x="1756" y="5157"/>
                      <a:pt x="1783" y="5119"/>
                    </a:cubicBezTo>
                    <a:close/>
                    <a:moveTo>
                      <a:pt x="517" y="5244"/>
                    </a:moveTo>
                    <a:cubicBezTo>
                      <a:pt x="544" y="5250"/>
                      <a:pt x="571" y="5255"/>
                      <a:pt x="604" y="5261"/>
                    </a:cubicBezTo>
                    <a:cubicBezTo>
                      <a:pt x="544" y="5331"/>
                      <a:pt x="506" y="5413"/>
                      <a:pt x="495" y="5505"/>
                    </a:cubicBezTo>
                    <a:cubicBezTo>
                      <a:pt x="473" y="5543"/>
                      <a:pt x="457" y="5581"/>
                      <a:pt x="441" y="5619"/>
                    </a:cubicBezTo>
                    <a:cubicBezTo>
                      <a:pt x="452" y="5505"/>
                      <a:pt x="473" y="5396"/>
                      <a:pt x="506" y="5288"/>
                    </a:cubicBezTo>
                    <a:cubicBezTo>
                      <a:pt x="511" y="5271"/>
                      <a:pt x="517" y="5261"/>
                      <a:pt x="517" y="5244"/>
                    </a:cubicBezTo>
                    <a:close/>
                    <a:moveTo>
                      <a:pt x="658" y="5712"/>
                    </a:moveTo>
                    <a:cubicBezTo>
                      <a:pt x="674" y="5717"/>
                      <a:pt x="685" y="5717"/>
                      <a:pt x="702" y="5717"/>
                    </a:cubicBezTo>
                    <a:cubicBezTo>
                      <a:pt x="680" y="5750"/>
                      <a:pt x="653" y="5782"/>
                      <a:pt x="631" y="5820"/>
                    </a:cubicBezTo>
                    <a:lnTo>
                      <a:pt x="625" y="5831"/>
                    </a:lnTo>
                    <a:cubicBezTo>
                      <a:pt x="625" y="5826"/>
                      <a:pt x="625" y="5820"/>
                      <a:pt x="631" y="5815"/>
                    </a:cubicBezTo>
                    <a:cubicBezTo>
                      <a:pt x="636" y="5782"/>
                      <a:pt x="647" y="5750"/>
                      <a:pt x="658" y="5712"/>
                    </a:cubicBezTo>
                    <a:close/>
                    <a:moveTo>
                      <a:pt x="2610" y="5146"/>
                    </a:moveTo>
                    <a:lnTo>
                      <a:pt x="2610" y="5168"/>
                    </a:lnTo>
                    <a:cubicBezTo>
                      <a:pt x="2615" y="5233"/>
                      <a:pt x="2604" y="5293"/>
                      <a:pt x="2588" y="5353"/>
                    </a:cubicBezTo>
                    <a:cubicBezTo>
                      <a:pt x="2571" y="5429"/>
                      <a:pt x="2566" y="5505"/>
                      <a:pt x="2571" y="5587"/>
                    </a:cubicBezTo>
                    <a:lnTo>
                      <a:pt x="2571" y="5733"/>
                    </a:lnTo>
                    <a:cubicBezTo>
                      <a:pt x="2550" y="5793"/>
                      <a:pt x="2539" y="5858"/>
                      <a:pt x="2528" y="5924"/>
                    </a:cubicBezTo>
                    <a:cubicBezTo>
                      <a:pt x="2521" y="5916"/>
                      <a:pt x="2511" y="5913"/>
                      <a:pt x="2501" y="5913"/>
                    </a:cubicBezTo>
                    <a:cubicBezTo>
                      <a:pt x="2489" y="5913"/>
                      <a:pt x="2477" y="5918"/>
                      <a:pt x="2468" y="5924"/>
                    </a:cubicBezTo>
                    <a:cubicBezTo>
                      <a:pt x="2401" y="5981"/>
                      <a:pt x="2360" y="6123"/>
                      <a:pt x="2262" y="6123"/>
                    </a:cubicBezTo>
                    <a:cubicBezTo>
                      <a:pt x="2248" y="6123"/>
                      <a:pt x="2234" y="6120"/>
                      <a:pt x="2218" y="6114"/>
                    </a:cubicBezTo>
                    <a:cubicBezTo>
                      <a:pt x="2126" y="6081"/>
                      <a:pt x="2109" y="5945"/>
                      <a:pt x="2115" y="5869"/>
                    </a:cubicBezTo>
                    <a:cubicBezTo>
                      <a:pt x="2115" y="5799"/>
                      <a:pt x="2131" y="5733"/>
                      <a:pt x="2164" y="5668"/>
                    </a:cubicBezTo>
                    <a:cubicBezTo>
                      <a:pt x="2202" y="5663"/>
                      <a:pt x="2240" y="5630"/>
                      <a:pt x="2251" y="5592"/>
                    </a:cubicBezTo>
                    <a:cubicBezTo>
                      <a:pt x="2251" y="5576"/>
                      <a:pt x="2256" y="5565"/>
                      <a:pt x="2256" y="5554"/>
                    </a:cubicBezTo>
                    <a:cubicBezTo>
                      <a:pt x="2279" y="5541"/>
                      <a:pt x="2305" y="5535"/>
                      <a:pt x="2332" y="5535"/>
                    </a:cubicBezTo>
                    <a:cubicBezTo>
                      <a:pt x="2408" y="5535"/>
                      <a:pt x="2486" y="5584"/>
                      <a:pt x="2490" y="5668"/>
                    </a:cubicBezTo>
                    <a:cubicBezTo>
                      <a:pt x="2490" y="5676"/>
                      <a:pt x="2495" y="5680"/>
                      <a:pt x="2502" y="5680"/>
                    </a:cubicBezTo>
                    <a:cubicBezTo>
                      <a:pt x="2508" y="5680"/>
                      <a:pt x="2514" y="5676"/>
                      <a:pt x="2517" y="5668"/>
                    </a:cubicBezTo>
                    <a:cubicBezTo>
                      <a:pt x="2517" y="5587"/>
                      <a:pt x="2544" y="5516"/>
                      <a:pt x="2485" y="5445"/>
                    </a:cubicBezTo>
                    <a:cubicBezTo>
                      <a:pt x="2442" y="5395"/>
                      <a:pt x="2379" y="5366"/>
                      <a:pt x="2313" y="5366"/>
                    </a:cubicBezTo>
                    <a:cubicBezTo>
                      <a:pt x="2287" y="5366"/>
                      <a:pt x="2261" y="5371"/>
                      <a:pt x="2234" y="5380"/>
                    </a:cubicBezTo>
                    <a:cubicBezTo>
                      <a:pt x="2218" y="5386"/>
                      <a:pt x="2196" y="5391"/>
                      <a:pt x="2180" y="5402"/>
                    </a:cubicBezTo>
                    <a:lnTo>
                      <a:pt x="2164" y="5391"/>
                    </a:lnTo>
                    <a:cubicBezTo>
                      <a:pt x="2229" y="5342"/>
                      <a:pt x="2297" y="5306"/>
                      <a:pt x="2362" y="5306"/>
                    </a:cubicBezTo>
                    <a:cubicBezTo>
                      <a:pt x="2404" y="5306"/>
                      <a:pt x="2446" y="5322"/>
                      <a:pt x="2485" y="5358"/>
                    </a:cubicBezTo>
                    <a:cubicBezTo>
                      <a:pt x="2491" y="5365"/>
                      <a:pt x="2497" y="5367"/>
                      <a:pt x="2504" y="5367"/>
                    </a:cubicBezTo>
                    <a:cubicBezTo>
                      <a:pt x="2508" y="5367"/>
                      <a:pt x="2513" y="5366"/>
                      <a:pt x="2517" y="5364"/>
                    </a:cubicBezTo>
                    <a:cubicBezTo>
                      <a:pt x="2593" y="5315"/>
                      <a:pt x="2577" y="5212"/>
                      <a:pt x="2517" y="5152"/>
                    </a:cubicBezTo>
                    <a:lnTo>
                      <a:pt x="2512" y="5146"/>
                    </a:lnTo>
                    <a:lnTo>
                      <a:pt x="2512" y="5146"/>
                    </a:lnTo>
                    <a:cubicBezTo>
                      <a:pt x="2528" y="5152"/>
                      <a:pt x="2544" y="5155"/>
                      <a:pt x="2561" y="5155"/>
                    </a:cubicBezTo>
                    <a:cubicBezTo>
                      <a:pt x="2577" y="5155"/>
                      <a:pt x="2593" y="5152"/>
                      <a:pt x="2610" y="5146"/>
                    </a:cubicBezTo>
                    <a:close/>
                    <a:moveTo>
                      <a:pt x="7861" y="928"/>
                    </a:moveTo>
                    <a:cubicBezTo>
                      <a:pt x="7871" y="972"/>
                      <a:pt x="7877" y="1010"/>
                      <a:pt x="7871" y="1053"/>
                    </a:cubicBezTo>
                    <a:cubicBezTo>
                      <a:pt x="7866" y="1151"/>
                      <a:pt x="7839" y="1249"/>
                      <a:pt x="7822" y="1347"/>
                    </a:cubicBezTo>
                    <a:cubicBezTo>
                      <a:pt x="7795" y="1537"/>
                      <a:pt x="7779" y="1727"/>
                      <a:pt x="7774" y="1923"/>
                    </a:cubicBezTo>
                    <a:cubicBezTo>
                      <a:pt x="7774" y="2358"/>
                      <a:pt x="7752" y="2798"/>
                      <a:pt x="7752" y="3233"/>
                    </a:cubicBezTo>
                    <a:cubicBezTo>
                      <a:pt x="7741" y="3445"/>
                      <a:pt x="7752" y="3657"/>
                      <a:pt x="7774" y="3869"/>
                    </a:cubicBezTo>
                    <a:cubicBezTo>
                      <a:pt x="7801" y="4081"/>
                      <a:pt x="7779" y="4304"/>
                      <a:pt x="7784" y="4521"/>
                    </a:cubicBezTo>
                    <a:cubicBezTo>
                      <a:pt x="7790" y="4717"/>
                      <a:pt x="7812" y="4918"/>
                      <a:pt x="7850" y="5114"/>
                    </a:cubicBezTo>
                    <a:cubicBezTo>
                      <a:pt x="7866" y="5223"/>
                      <a:pt x="7861" y="5326"/>
                      <a:pt x="7871" y="5434"/>
                    </a:cubicBezTo>
                    <a:cubicBezTo>
                      <a:pt x="7877" y="5538"/>
                      <a:pt x="7926" y="5625"/>
                      <a:pt x="7909" y="5723"/>
                    </a:cubicBezTo>
                    <a:cubicBezTo>
                      <a:pt x="7909" y="5728"/>
                      <a:pt x="7909" y="5733"/>
                      <a:pt x="7909" y="5739"/>
                    </a:cubicBezTo>
                    <a:cubicBezTo>
                      <a:pt x="7888" y="5750"/>
                      <a:pt x="7871" y="5772"/>
                      <a:pt x="7861" y="5799"/>
                    </a:cubicBezTo>
                    <a:lnTo>
                      <a:pt x="7839" y="5799"/>
                    </a:lnTo>
                    <a:cubicBezTo>
                      <a:pt x="7779" y="5799"/>
                      <a:pt x="7714" y="5810"/>
                      <a:pt x="7654" y="5826"/>
                    </a:cubicBezTo>
                    <a:cubicBezTo>
                      <a:pt x="7597" y="5829"/>
                      <a:pt x="7539" y="5832"/>
                      <a:pt x="7481" y="5832"/>
                    </a:cubicBezTo>
                    <a:cubicBezTo>
                      <a:pt x="7439" y="5832"/>
                      <a:pt x="7396" y="5830"/>
                      <a:pt x="7355" y="5826"/>
                    </a:cubicBezTo>
                    <a:cubicBezTo>
                      <a:pt x="7262" y="5826"/>
                      <a:pt x="7163" y="5819"/>
                      <a:pt x="7067" y="5819"/>
                    </a:cubicBezTo>
                    <a:cubicBezTo>
                      <a:pt x="6994" y="5819"/>
                      <a:pt x="6922" y="5823"/>
                      <a:pt x="6855" y="5837"/>
                    </a:cubicBezTo>
                    <a:cubicBezTo>
                      <a:pt x="6792" y="5855"/>
                      <a:pt x="6726" y="5864"/>
                      <a:pt x="6661" y="5864"/>
                    </a:cubicBezTo>
                    <a:cubicBezTo>
                      <a:pt x="6631" y="5864"/>
                      <a:pt x="6601" y="5862"/>
                      <a:pt x="6572" y="5858"/>
                    </a:cubicBezTo>
                    <a:cubicBezTo>
                      <a:pt x="6514" y="5842"/>
                      <a:pt x="6453" y="5835"/>
                      <a:pt x="6391" y="5835"/>
                    </a:cubicBezTo>
                    <a:cubicBezTo>
                      <a:pt x="6372" y="5835"/>
                      <a:pt x="6352" y="5835"/>
                      <a:pt x="6333" y="5837"/>
                    </a:cubicBezTo>
                    <a:cubicBezTo>
                      <a:pt x="6241" y="5848"/>
                      <a:pt x="6148" y="5875"/>
                      <a:pt x="6056" y="5880"/>
                    </a:cubicBezTo>
                    <a:cubicBezTo>
                      <a:pt x="6023" y="5882"/>
                      <a:pt x="5993" y="5883"/>
                      <a:pt x="5964" y="5883"/>
                    </a:cubicBezTo>
                    <a:cubicBezTo>
                      <a:pt x="5906" y="5883"/>
                      <a:pt x="5853" y="5880"/>
                      <a:pt x="5795" y="5880"/>
                    </a:cubicBezTo>
                    <a:lnTo>
                      <a:pt x="5202" y="5880"/>
                    </a:lnTo>
                    <a:cubicBezTo>
                      <a:pt x="5094" y="5880"/>
                      <a:pt x="4985" y="5880"/>
                      <a:pt x="4871" y="5891"/>
                    </a:cubicBezTo>
                    <a:cubicBezTo>
                      <a:pt x="4811" y="5891"/>
                      <a:pt x="4757" y="5897"/>
                      <a:pt x="4697" y="5907"/>
                    </a:cubicBezTo>
                    <a:cubicBezTo>
                      <a:pt x="4702" y="5875"/>
                      <a:pt x="4708" y="5842"/>
                      <a:pt x="4713" y="5810"/>
                    </a:cubicBezTo>
                    <a:cubicBezTo>
                      <a:pt x="4740" y="5619"/>
                      <a:pt x="4784" y="5402"/>
                      <a:pt x="4724" y="5212"/>
                    </a:cubicBezTo>
                    <a:cubicBezTo>
                      <a:pt x="4713" y="5168"/>
                      <a:pt x="4691" y="5130"/>
                      <a:pt x="4659" y="5097"/>
                    </a:cubicBezTo>
                    <a:cubicBezTo>
                      <a:pt x="4708" y="5049"/>
                      <a:pt x="4757" y="5000"/>
                      <a:pt x="4800" y="4945"/>
                    </a:cubicBezTo>
                    <a:cubicBezTo>
                      <a:pt x="4882" y="4831"/>
                      <a:pt x="4985" y="4701"/>
                      <a:pt x="4990" y="4548"/>
                    </a:cubicBezTo>
                    <a:cubicBezTo>
                      <a:pt x="5001" y="4440"/>
                      <a:pt x="4952" y="4336"/>
                      <a:pt x="4865" y="4271"/>
                    </a:cubicBezTo>
                    <a:cubicBezTo>
                      <a:pt x="4829" y="4244"/>
                      <a:pt x="4785" y="4232"/>
                      <a:pt x="4743" y="4232"/>
                    </a:cubicBezTo>
                    <a:cubicBezTo>
                      <a:pt x="4735" y="4232"/>
                      <a:pt x="4727" y="4232"/>
                      <a:pt x="4719" y="4233"/>
                    </a:cubicBezTo>
                    <a:cubicBezTo>
                      <a:pt x="4729" y="4211"/>
                      <a:pt x="4735" y="4184"/>
                      <a:pt x="4729" y="4157"/>
                    </a:cubicBezTo>
                    <a:cubicBezTo>
                      <a:pt x="4719" y="4086"/>
                      <a:pt x="4681" y="4027"/>
                      <a:pt x="4621" y="3994"/>
                    </a:cubicBezTo>
                    <a:lnTo>
                      <a:pt x="4643" y="3961"/>
                    </a:lnTo>
                    <a:cubicBezTo>
                      <a:pt x="4719" y="3842"/>
                      <a:pt x="4773" y="3711"/>
                      <a:pt x="4855" y="3597"/>
                    </a:cubicBezTo>
                    <a:cubicBezTo>
                      <a:pt x="4920" y="3505"/>
                      <a:pt x="4990" y="3418"/>
                      <a:pt x="4980" y="3298"/>
                    </a:cubicBezTo>
                    <a:cubicBezTo>
                      <a:pt x="4969" y="3190"/>
                      <a:pt x="4909" y="3097"/>
                      <a:pt x="4816" y="3048"/>
                    </a:cubicBezTo>
                    <a:cubicBezTo>
                      <a:pt x="4763" y="3018"/>
                      <a:pt x="4705" y="3002"/>
                      <a:pt x="4647" y="3002"/>
                    </a:cubicBezTo>
                    <a:cubicBezTo>
                      <a:pt x="4611" y="3002"/>
                      <a:pt x="4575" y="3008"/>
                      <a:pt x="4539" y="3021"/>
                    </a:cubicBezTo>
                    <a:cubicBezTo>
                      <a:pt x="4431" y="3059"/>
                      <a:pt x="4409" y="3157"/>
                      <a:pt x="4371" y="3249"/>
                    </a:cubicBezTo>
                    <a:cubicBezTo>
                      <a:pt x="4316" y="3374"/>
                      <a:pt x="4246" y="3488"/>
                      <a:pt x="4191" y="3614"/>
                    </a:cubicBezTo>
                    <a:cubicBezTo>
                      <a:pt x="4170" y="3657"/>
                      <a:pt x="4153" y="3706"/>
                      <a:pt x="4142" y="3755"/>
                    </a:cubicBezTo>
                    <a:cubicBezTo>
                      <a:pt x="4137" y="3782"/>
                      <a:pt x="4137" y="3815"/>
                      <a:pt x="4132" y="3842"/>
                    </a:cubicBezTo>
                    <a:cubicBezTo>
                      <a:pt x="4061" y="3864"/>
                      <a:pt x="3996" y="3902"/>
                      <a:pt x="3947" y="3961"/>
                    </a:cubicBezTo>
                    <a:cubicBezTo>
                      <a:pt x="3849" y="4092"/>
                      <a:pt x="3789" y="4249"/>
                      <a:pt x="3773" y="4418"/>
                    </a:cubicBezTo>
                    <a:cubicBezTo>
                      <a:pt x="3762" y="4510"/>
                      <a:pt x="3773" y="4603"/>
                      <a:pt x="3805" y="4690"/>
                    </a:cubicBezTo>
                    <a:lnTo>
                      <a:pt x="3805" y="4695"/>
                    </a:lnTo>
                    <a:cubicBezTo>
                      <a:pt x="3827" y="4739"/>
                      <a:pt x="3843" y="4788"/>
                      <a:pt x="3860" y="4831"/>
                    </a:cubicBezTo>
                    <a:cubicBezTo>
                      <a:pt x="3735" y="4837"/>
                      <a:pt x="3691" y="4913"/>
                      <a:pt x="3691" y="5054"/>
                    </a:cubicBezTo>
                    <a:cubicBezTo>
                      <a:pt x="3697" y="5146"/>
                      <a:pt x="3697" y="5244"/>
                      <a:pt x="3680" y="5337"/>
                    </a:cubicBezTo>
                    <a:cubicBezTo>
                      <a:pt x="3659" y="5445"/>
                      <a:pt x="3621" y="5554"/>
                      <a:pt x="3572" y="5657"/>
                    </a:cubicBezTo>
                    <a:cubicBezTo>
                      <a:pt x="3528" y="5750"/>
                      <a:pt x="3496" y="5837"/>
                      <a:pt x="3463" y="5929"/>
                    </a:cubicBezTo>
                    <a:cubicBezTo>
                      <a:pt x="3419" y="6032"/>
                      <a:pt x="3360" y="6130"/>
                      <a:pt x="3289" y="6223"/>
                    </a:cubicBezTo>
                    <a:cubicBezTo>
                      <a:pt x="3294" y="6190"/>
                      <a:pt x="3300" y="6152"/>
                      <a:pt x="3305" y="6119"/>
                    </a:cubicBezTo>
                    <a:cubicBezTo>
                      <a:pt x="3322" y="6027"/>
                      <a:pt x="3327" y="5929"/>
                      <a:pt x="3332" y="5831"/>
                    </a:cubicBezTo>
                    <a:cubicBezTo>
                      <a:pt x="3349" y="5739"/>
                      <a:pt x="3360" y="5641"/>
                      <a:pt x="3360" y="5549"/>
                    </a:cubicBezTo>
                    <a:cubicBezTo>
                      <a:pt x="3354" y="5467"/>
                      <a:pt x="3338" y="5391"/>
                      <a:pt x="3311" y="5320"/>
                    </a:cubicBezTo>
                    <a:cubicBezTo>
                      <a:pt x="3294" y="5233"/>
                      <a:pt x="3300" y="5141"/>
                      <a:pt x="3267" y="5059"/>
                    </a:cubicBezTo>
                    <a:cubicBezTo>
                      <a:pt x="3235" y="4967"/>
                      <a:pt x="3175" y="4891"/>
                      <a:pt x="3099" y="4826"/>
                    </a:cubicBezTo>
                    <a:cubicBezTo>
                      <a:pt x="3115" y="4782"/>
                      <a:pt x="3126" y="4733"/>
                      <a:pt x="3131" y="4684"/>
                    </a:cubicBezTo>
                    <a:cubicBezTo>
                      <a:pt x="3142" y="4516"/>
                      <a:pt x="3061" y="4353"/>
                      <a:pt x="2919" y="4260"/>
                    </a:cubicBezTo>
                    <a:cubicBezTo>
                      <a:pt x="2902" y="4249"/>
                      <a:pt x="2883" y="4243"/>
                      <a:pt x="2864" y="4243"/>
                    </a:cubicBezTo>
                    <a:cubicBezTo>
                      <a:pt x="2848" y="4243"/>
                      <a:pt x="2831" y="4247"/>
                      <a:pt x="2816" y="4255"/>
                    </a:cubicBezTo>
                    <a:cubicBezTo>
                      <a:pt x="2816" y="4163"/>
                      <a:pt x="2702" y="4070"/>
                      <a:pt x="2648" y="3999"/>
                    </a:cubicBezTo>
                    <a:cubicBezTo>
                      <a:pt x="2593" y="3929"/>
                      <a:pt x="2539" y="3891"/>
                      <a:pt x="2495" y="3826"/>
                    </a:cubicBezTo>
                    <a:cubicBezTo>
                      <a:pt x="2457" y="3760"/>
                      <a:pt x="2403" y="3700"/>
                      <a:pt x="2343" y="3657"/>
                    </a:cubicBezTo>
                    <a:cubicBezTo>
                      <a:pt x="2327" y="3646"/>
                      <a:pt x="2309" y="3641"/>
                      <a:pt x="2292" y="3641"/>
                    </a:cubicBezTo>
                    <a:cubicBezTo>
                      <a:pt x="2274" y="3641"/>
                      <a:pt x="2256" y="3646"/>
                      <a:pt x="2240" y="3657"/>
                    </a:cubicBezTo>
                    <a:lnTo>
                      <a:pt x="2224" y="3652"/>
                    </a:lnTo>
                    <a:cubicBezTo>
                      <a:pt x="2196" y="3641"/>
                      <a:pt x="2169" y="3630"/>
                      <a:pt x="2142" y="3624"/>
                    </a:cubicBezTo>
                    <a:cubicBezTo>
                      <a:pt x="2169" y="3603"/>
                      <a:pt x="2180" y="3575"/>
                      <a:pt x="2175" y="3548"/>
                    </a:cubicBezTo>
                    <a:cubicBezTo>
                      <a:pt x="2186" y="3309"/>
                      <a:pt x="2131" y="3070"/>
                      <a:pt x="2131" y="2836"/>
                    </a:cubicBezTo>
                    <a:cubicBezTo>
                      <a:pt x="2126" y="2575"/>
                      <a:pt x="2120" y="2314"/>
                      <a:pt x="2115" y="2053"/>
                    </a:cubicBezTo>
                    <a:cubicBezTo>
                      <a:pt x="2115" y="1809"/>
                      <a:pt x="2115" y="1564"/>
                      <a:pt x="2115" y="1320"/>
                    </a:cubicBezTo>
                    <a:cubicBezTo>
                      <a:pt x="2104" y="1233"/>
                      <a:pt x="2082" y="1146"/>
                      <a:pt x="2061" y="1059"/>
                    </a:cubicBezTo>
                    <a:lnTo>
                      <a:pt x="2061" y="1042"/>
                    </a:lnTo>
                    <a:cubicBezTo>
                      <a:pt x="2109" y="1042"/>
                      <a:pt x="2164" y="1032"/>
                      <a:pt x="2207" y="1032"/>
                    </a:cubicBezTo>
                    <a:cubicBezTo>
                      <a:pt x="2256" y="1030"/>
                      <a:pt x="2305" y="1029"/>
                      <a:pt x="2354" y="1029"/>
                    </a:cubicBezTo>
                    <a:cubicBezTo>
                      <a:pt x="2451" y="1029"/>
                      <a:pt x="2548" y="1032"/>
                      <a:pt x="2642" y="1032"/>
                    </a:cubicBezTo>
                    <a:cubicBezTo>
                      <a:pt x="2716" y="1032"/>
                      <a:pt x="2793" y="1033"/>
                      <a:pt x="2871" y="1033"/>
                    </a:cubicBezTo>
                    <a:cubicBezTo>
                      <a:pt x="2949" y="1033"/>
                      <a:pt x="3028" y="1032"/>
                      <a:pt x="3104" y="1026"/>
                    </a:cubicBezTo>
                    <a:cubicBezTo>
                      <a:pt x="3256" y="1015"/>
                      <a:pt x="3392" y="993"/>
                      <a:pt x="3544" y="993"/>
                    </a:cubicBezTo>
                    <a:cubicBezTo>
                      <a:pt x="3611" y="995"/>
                      <a:pt x="3678" y="995"/>
                      <a:pt x="3745" y="995"/>
                    </a:cubicBezTo>
                    <a:cubicBezTo>
                      <a:pt x="3963" y="995"/>
                      <a:pt x="4182" y="988"/>
                      <a:pt x="4398" y="972"/>
                    </a:cubicBezTo>
                    <a:cubicBezTo>
                      <a:pt x="4539" y="955"/>
                      <a:pt x="4681" y="955"/>
                      <a:pt x="4822" y="955"/>
                    </a:cubicBezTo>
                    <a:cubicBezTo>
                      <a:pt x="4920" y="955"/>
                      <a:pt x="5022" y="951"/>
                      <a:pt x="5123" y="951"/>
                    </a:cubicBezTo>
                    <a:cubicBezTo>
                      <a:pt x="5174" y="951"/>
                      <a:pt x="5224" y="952"/>
                      <a:pt x="5273" y="955"/>
                    </a:cubicBezTo>
                    <a:cubicBezTo>
                      <a:pt x="5420" y="972"/>
                      <a:pt x="5545" y="999"/>
                      <a:pt x="5692" y="1004"/>
                    </a:cubicBezTo>
                    <a:cubicBezTo>
                      <a:pt x="5768" y="1007"/>
                      <a:pt x="5845" y="1008"/>
                      <a:pt x="5923" y="1008"/>
                    </a:cubicBezTo>
                    <a:cubicBezTo>
                      <a:pt x="6000" y="1008"/>
                      <a:pt x="6078" y="1007"/>
                      <a:pt x="6154" y="1004"/>
                    </a:cubicBezTo>
                    <a:cubicBezTo>
                      <a:pt x="6410" y="1004"/>
                      <a:pt x="6666" y="992"/>
                      <a:pt x="6922" y="992"/>
                    </a:cubicBezTo>
                    <a:cubicBezTo>
                      <a:pt x="6965" y="992"/>
                      <a:pt x="7008" y="993"/>
                      <a:pt x="7051" y="993"/>
                    </a:cubicBezTo>
                    <a:cubicBezTo>
                      <a:pt x="7203" y="993"/>
                      <a:pt x="7360" y="988"/>
                      <a:pt x="7513" y="966"/>
                    </a:cubicBezTo>
                    <a:cubicBezTo>
                      <a:pt x="7627" y="961"/>
                      <a:pt x="7746" y="950"/>
                      <a:pt x="7861" y="928"/>
                    </a:cubicBezTo>
                    <a:close/>
                    <a:moveTo>
                      <a:pt x="783" y="6294"/>
                    </a:moveTo>
                    <a:lnTo>
                      <a:pt x="783" y="6294"/>
                    </a:lnTo>
                    <a:cubicBezTo>
                      <a:pt x="780" y="6296"/>
                      <a:pt x="778" y="6297"/>
                      <a:pt x="776" y="6297"/>
                    </a:cubicBezTo>
                    <a:cubicBezTo>
                      <a:pt x="776" y="6297"/>
                      <a:pt x="775" y="6297"/>
                      <a:pt x="775" y="6297"/>
                    </a:cubicBezTo>
                    <a:lnTo>
                      <a:pt x="775" y="6297"/>
                    </a:lnTo>
                    <a:cubicBezTo>
                      <a:pt x="778" y="6297"/>
                      <a:pt x="780" y="6296"/>
                      <a:pt x="783" y="6294"/>
                    </a:cubicBezTo>
                    <a:close/>
                    <a:moveTo>
                      <a:pt x="799" y="6288"/>
                    </a:moveTo>
                    <a:lnTo>
                      <a:pt x="799" y="6288"/>
                    </a:lnTo>
                    <a:cubicBezTo>
                      <a:pt x="794" y="6299"/>
                      <a:pt x="789" y="6315"/>
                      <a:pt x="783" y="6326"/>
                    </a:cubicBezTo>
                    <a:cubicBezTo>
                      <a:pt x="783" y="6321"/>
                      <a:pt x="783" y="6315"/>
                      <a:pt x="783" y="6315"/>
                    </a:cubicBezTo>
                    <a:cubicBezTo>
                      <a:pt x="783" y="6304"/>
                      <a:pt x="783" y="6299"/>
                      <a:pt x="783" y="6293"/>
                    </a:cubicBezTo>
                    <a:cubicBezTo>
                      <a:pt x="783" y="6292"/>
                      <a:pt x="784" y="6291"/>
                      <a:pt x="786" y="6291"/>
                    </a:cubicBezTo>
                    <a:cubicBezTo>
                      <a:pt x="788" y="6291"/>
                      <a:pt x="790" y="6293"/>
                      <a:pt x="783" y="6293"/>
                    </a:cubicBezTo>
                    <a:cubicBezTo>
                      <a:pt x="789" y="6293"/>
                      <a:pt x="794" y="6293"/>
                      <a:pt x="799" y="6288"/>
                    </a:cubicBezTo>
                    <a:close/>
                    <a:moveTo>
                      <a:pt x="8600" y="363"/>
                    </a:moveTo>
                    <a:cubicBezTo>
                      <a:pt x="8611" y="412"/>
                      <a:pt x="8611" y="461"/>
                      <a:pt x="8616" y="493"/>
                    </a:cubicBezTo>
                    <a:cubicBezTo>
                      <a:pt x="8649" y="640"/>
                      <a:pt x="8687" y="792"/>
                      <a:pt x="8714" y="945"/>
                    </a:cubicBezTo>
                    <a:cubicBezTo>
                      <a:pt x="8747" y="1080"/>
                      <a:pt x="8768" y="1216"/>
                      <a:pt x="8779" y="1358"/>
                    </a:cubicBezTo>
                    <a:cubicBezTo>
                      <a:pt x="8790" y="1499"/>
                      <a:pt x="8774" y="1635"/>
                      <a:pt x="8774" y="1776"/>
                    </a:cubicBezTo>
                    <a:cubicBezTo>
                      <a:pt x="8774" y="1918"/>
                      <a:pt x="8795" y="2043"/>
                      <a:pt x="8806" y="2178"/>
                    </a:cubicBezTo>
                    <a:cubicBezTo>
                      <a:pt x="8817" y="2331"/>
                      <a:pt x="8812" y="2488"/>
                      <a:pt x="8806" y="2640"/>
                    </a:cubicBezTo>
                    <a:lnTo>
                      <a:pt x="8806" y="3662"/>
                    </a:lnTo>
                    <a:cubicBezTo>
                      <a:pt x="8806" y="3989"/>
                      <a:pt x="8774" y="4315"/>
                      <a:pt x="8768" y="4646"/>
                    </a:cubicBezTo>
                    <a:cubicBezTo>
                      <a:pt x="8774" y="4809"/>
                      <a:pt x="8757" y="4972"/>
                      <a:pt x="8736" y="5130"/>
                    </a:cubicBezTo>
                    <a:cubicBezTo>
                      <a:pt x="8709" y="5277"/>
                      <a:pt x="8692" y="5429"/>
                      <a:pt x="8698" y="5576"/>
                    </a:cubicBezTo>
                    <a:cubicBezTo>
                      <a:pt x="8698" y="5733"/>
                      <a:pt x="8660" y="5886"/>
                      <a:pt x="8660" y="6043"/>
                    </a:cubicBezTo>
                    <a:cubicBezTo>
                      <a:pt x="8649" y="6147"/>
                      <a:pt x="8632" y="6250"/>
                      <a:pt x="8605" y="6353"/>
                    </a:cubicBezTo>
                    <a:cubicBezTo>
                      <a:pt x="8491" y="6228"/>
                      <a:pt x="8371" y="6114"/>
                      <a:pt x="8236" y="6011"/>
                    </a:cubicBezTo>
                    <a:cubicBezTo>
                      <a:pt x="8176" y="5978"/>
                      <a:pt x="8121" y="5945"/>
                      <a:pt x="8056" y="5913"/>
                    </a:cubicBezTo>
                    <a:cubicBezTo>
                      <a:pt x="8094" y="5858"/>
                      <a:pt x="8078" y="5788"/>
                      <a:pt x="8029" y="5750"/>
                    </a:cubicBezTo>
                    <a:cubicBezTo>
                      <a:pt x="8067" y="5695"/>
                      <a:pt x="8083" y="5630"/>
                      <a:pt x="8073" y="5570"/>
                    </a:cubicBezTo>
                    <a:cubicBezTo>
                      <a:pt x="8062" y="5467"/>
                      <a:pt x="8062" y="5364"/>
                      <a:pt x="8062" y="5261"/>
                    </a:cubicBezTo>
                    <a:cubicBezTo>
                      <a:pt x="8062" y="5043"/>
                      <a:pt x="7996" y="4831"/>
                      <a:pt x="8002" y="4614"/>
                    </a:cubicBezTo>
                    <a:cubicBezTo>
                      <a:pt x="8002" y="4396"/>
                      <a:pt x="8013" y="4184"/>
                      <a:pt x="8002" y="3967"/>
                    </a:cubicBezTo>
                    <a:cubicBezTo>
                      <a:pt x="7991" y="3858"/>
                      <a:pt x="7964" y="3749"/>
                      <a:pt x="7964" y="3641"/>
                    </a:cubicBezTo>
                    <a:cubicBezTo>
                      <a:pt x="7958" y="3527"/>
                      <a:pt x="7964" y="3418"/>
                      <a:pt x="7964" y="3309"/>
                    </a:cubicBezTo>
                    <a:cubicBezTo>
                      <a:pt x="7964" y="2858"/>
                      <a:pt x="7958" y="2412"/>
                      <a:pt x="7937" y="1966"/>
                    </a:cubicBezTo>
                    <a:cubicBezTo>
                      <a:pt x="7931" y="1760"/>
                      <a:pt x="7953" y="1553"/>
                      <a:pt x="7964" y="1347"/>
                    </a:cubicBezTo>
                    <a:cubicBezTo>
                      <a:pt x="7969" y="1254"/>
                      <a:pt x="7986" y="1167"/>
                      <a:pt x="7986" y="1075"/>
                    </a:cubicBezTo>
                    <a:cubicBezTo>
                      <a:pt x="7986" y="1026"/>
                      <a:pt x="7980" y="977"/>
                      <a:pt x="7969" y="928"/>
                    </a:cubicBezTo>
                    <a:cubicBezTo>
                      <a:pt x="7969" y="917"/>
                      <a:pt x="7964" y="901"/>
                      <a:pt x="7958" y="890"/>
                    </a:cubicBezTo>
                    <a:cubicBezTo>
                      <a:pt x="8073" y="820"/>
                      <a:pt x="8149" y="711"/>
                      <a:pt x="8257" y="635"/>
                    </a:cubicBezTo>
                    <a:cubicBezTo>
                      <a:pt x="8382" y="553"/>
                      <a:pt x="8491" y="466"/>
                      <a:pt x="8600" y="363"/>
                    </a:cubicBezTo>
                    <a:close/>
                    <a:moveTo>
                      <a:pt x="4675" y="5994"/>
                    </a:moveTo>
                    <a:cubicBezTo>
                      <a:pt x="4729" y="6011"/>
                      <a:pt x="4789" y="6016"/>
                      <a:pt x="4849" y="6016"/>
                    </a:cubicBezTo>
                    <a:cubicBezTo>
                      <a:pt x="4947" y="6022"/>
                      <a:pt x="5050" y="6022"/>
                      <a:pt x="5153" y="6027"/>
                    </a:cubicBezTo>
                    <a:cubicBezTo>
                      <a:pt x="5338" y="6027"/>
                      <a:pt x="5523" y="6027"/>
                      <a:pt x="5703" y="6032"/>
                    </a:cubicBezTo>
                    <a:cubicBezTo>
                      <a:pt x="5783" y="6040"/>
                      <a:pt x="5863" y="6044"/>
                      <a:pt x="5942" y="6044"/>
                    </a:cubicBezTo>
                    <a:cubicBezTo>
                      <a:pt x="6034" y="6044"/>
                      <a:pt x="6126" y="6039"/>
                      <a:pt x="6219" y="6027"/>
                    </a:cubicBezTo>
                    <a:cubicBezTo>
                      <a:pt x="6268" y="6015"/>
                      <a:pt x="6320" y="6010"/>
                      <a:pt x="6371" y="6010"/>
                    </a:cubicBezTo>
                    <a:cubicBezTo>
                      <a:pt x="6416" y="6010"/>
                      <a:pt x="6462" y="6014"/>
                      <a:pt x="6507" y="6022"/>
                    </a:cubicBezTo>
                    <a:cubicBezTo>
                      <a:pt x="6578" y="6038"/>
                      <a:pt x="6654" y="6043"/>
                      <a:pt x="6730" y="6043"/>
                    </a:cubicBezTo>
                    <a:cubicBezTo>
                      <a:pt x="6806" y="6038"/>
                      <a:pt x="6877" y="6011"/>
                      <a:pt x="6947" y="6005"/>
                    </a:cubicBezTo>
                    <a:cubicBezTo>
                      <a:pt x="7023" y="6005"/>
                      <a:pt x="7100" y="6005"/>
                      <a:pt x="7176" y="6016"/>
                    </a:cubicBezTo>
                    <a:cubicBezTo>
                      <a:pt x="7282" y="6019"/>
                      <a:pt x="7390" y="6028"/>
                      <a:pt x="7496" y="6028"/>
                    </a:cubicBezTo>
                    <a:cubicBezTo>
                      <a:pt x="7570" y="6028"/>
                      <a:pt x="7643" y="6024"/>
                      <a:pt x="7714" y="6011"/>
                    </a:cubicBezTo>
                    <a:cubicBezTo>
                      <a:pt x="7738" y="6002"/>
                      <a:pt x="7762" y="5998"/>
                      <a:pt x="7786" y="5998"/>
                    </a:cubicBezTo>
                    <a:cubicBezTo>
                      <a:pt x="7837" y="5998"/>
                      <a:pt x="7885" y="6017"/>
                      <a:pt x="7926" y="6054"/>
                    </a:cubicBezTo>
                    <a:cubicBezTo>
                      <a:pt x="7980" y="6098"/>
                      <a:pt x="8040" y="6114"/>
                      <a:pt x="8100" y="6147"/>
                    </a:cubicBezTo>
                    <a:cubicBezTo>
                      <a:pt x="8230" y="6228"/>
                      <a:pt x="8328" y="6348"/>
                      <a:pt x="8437" y="6456"/>
                    </a:cubicBezTo>
                    <a:lnTo>
                      <a:pt x="7485" y="6456"/>
                    </a:lnTo>
                    <a:cubicBezTo>
                      <a:pt x="7382" y="6456"/>
                      <a:pt x="7273" y="6456"/>
                      <a:pt x="7170" y="6451"/>
                    </a:cubicBezTo>
                    <a:cubicBezTo>
                      <a:pt x="7067" y="6446"/>
                      <a:pt x="6985" y="6418"/>
                      <a:pt x="6893" y="6413"/>
                    </a:cubicBezTo>
                    <a:cubicBezTo>
                      <a:pt x="6847" y="6409"/>
                      <a:pt x="6799" y="6408"/>
                      <a:pt x="6751" y="6408"/>
                    </a:cubicBezTo>
                    <a:cubicBezTo>
                      <a:pt x="6592" y="6408"/>
                      <a:pt x="6427" y="6424"/>
                      <a:pt x="6268" y="6424"/>
                    </a:cubicBezTo>
                    <a:lnTo>
                      <a:pt x="5616" y="6429"/>
                    </a:lnTo>
                    <a:cubicBezTo>
                      <a:pt x="5420" y="6429"/>
                      <a:pt x="5228" y="6436"/>
                      <a:pt x="5033" y="6436"/>
                    </a:cubicBezTo>
                    <a:cubicBezTo>
                      <a:pt x="4985" y="6436"/>
                      <a:pt x="4936" y="6436"/>
                      <a:pt x="4887" y="6435"/>
                    </a:cubicBezTo>
                    <a:cubicBezTo>
                      <a:pt x="4867" y="6433"/>
                      <a:pt x="4846" y="6433"/>
                      <a:pt x="4826" y="6433"/>
                    </a:cubicBezTo>
                    <a:cubicBezTo>
                      <a:pt x="4759" y="6433"/>
                      <a:pt x="4694" y="6440"/>
                      <a:pt x="4632" y="6456"/>
                    </a:cubicBezTo>
                    <a:cubicBezTo>
                      <a:pt x="4583" y="6473"/>
                      <a:pt x="4528" y="6484"/>
                      <a:pt x="4474" y="6484"/>
                    </a:cubicBezTo>
                    <a:cubicBezTo>
                      <a:pt x="4490" y="6456"/>
                      <a:pt x="4507" y="6429"/>
                      <a:pt x="4518" y="6402"/>
                    </a:cubicBezTo>
                    <a:cubicBezTo>
                      <a:pt x="4588" y="6272"/>
                      <a:pt x="4637" y="6136"/>
                      <a:pt x="4675" y="5994"/>
                    </a:cubicBezTo>
                    <a:close/>
                    <a:moveTo>
                      <a:pt x="3039" y="4967"/>
                    </a:moveTo>
                    <a:cubicBezTo>
                      <a:pt x="3072" y="5027"/>
                      <a:pt x="3088" y="5092"/>
                      <a:pt x="3093" y="5163"/>
                    </a:cubicBezTo>
                    <a:cubicBezTo>
                      <a:pt x="3093" y="5233"/>
                      <a:pt x="3099" y="5309"/>
                      <a:pt x="3115" y="5380"/>
                    </a:cubicBezTo>
                    <a:cubicBezTo>
                      <a:pt x="3137" y="5451"/>
                      <a:pt x="3148" y="5521"/>
                      <a:pt x="3148" y="5598"/>
                    </a:cubicBezTo>
                    <a:cubicBezTo>
                      <a:pt x="3137" y="5766"/>
                      <a:pt x="3115" y="5945"/>
                      <a:pt x="3088" y="6114"/>
                    </a:cubicBezTo>
                    <a:cubicBezTo>
                      <a:pt x="3077" y="6185"/>
                      <a:pt x="3077" y="6261"/>
                      <a:pt x="3066" y="6331"/>
                    </a:cubicBezTo>
                    <a:cubicBezTo>
                      <a:pt x="3050" y="6402"/>
                      <a:pt x="3039" y="6467"/>
                      <a:pt x="3039" y="6538"/>
                    </a:cubicBezTo>
                    <a:cubicBezTo>
                      <a:pt x="3039" y="6543"/>
                      <a:pt x="3044" y="6549"/>
                      <a:pt x="3050" y="6560"/>
                    </a:cubicBezTo>
                    <a:lnTo>
                      <a:pt x="2985" y="6630"/>
                    </a:lnTo>
                    <a:cubicBezTo>
                      <a:pt x="2957" y="6636"/>
                      <a:pt x="2930" y="6636"/>
                      <a:pt x="2903" y="6641"/>
                    </a:cubicBezTo>
                    <a:cubicBezTo>
                      <a:pt x="2773" y="6663"/>
                      <a:pt x="2642" y="6706"/>
                      <a:pt x="2523" y="6761"/>
                    </a:cubicBezTo>
                    <a:cubicBezTo>
                      <a:pt x="2408" y="6810"/>
                      <a:pt x="2289" y="6870"/>
                      <a:pt x="2158" y="6875"/>
                    </a:cubicBezTo>
                    <a:lnTo>
                      <a:pt x="2099" y="6875"/>
                    </a:lnTo>
                    <a:cubicBezTo>
                      <a:pt x="2126" y="6815"/>
                      <a:pt x="2137" y="6755"/>
                      <a:pt x="2142" y="6696"/>
                    </a:cubicBezTo>
                    <a:cubicBezTo>
                      <a:pt x="2153" y="6543"/>
                      <a:pt x="2131" y="6391"/>
                      <a:pt x="2077" y="6244"/>
                    </a:cubicBezTo>
                    <a:lnTo>
                      <a:pt x="2077" y="6244"/>
                    </a:lnTo>
                    <a:cubicBezTo>
                      <a:pt x="2115" y="6277"/>
                      <a:pt x="2164" y="6299"/>
                      <a:pt x="2218" y="6304"/>
                    </a:cubicBezTo>
                    <a:cubicBezTo>
                      <a:pt x="2230" y="6305"/>
                      <a:pt x="2242" y="6306"/>
                      <a:pt x="2255" y="6306"/>
                    </a:cubicBezTo>
                    <a:cubicBezTo>
                      <a:pt x="2352" y="6306"/>
                      <a:pt x="2449" y="6267"/>
                      <a:pt x="2512" y="6190"/>
                    </a:cubicBezTo>
                    <a:cubicBezTo>
                      <a:pt x="2533" y="6168"/>
                      <a:pt x="2550" y="6141"/>
                      <a:pt x="2561" y="6114"/>
                    </a:cubicBezTo>
                    <a:cubicBezTo>
                      <a:pt x="2561" y="6114"/>
                      <a:pt x="2566" y="6119"/>
                      <a:pt x="2566" y="6119"/>
                    </a:cubicBezTo>
                    <a:lnTo>
                      <a:pt x="2566" y="6196"/>
                    </a:lnTo>
                    <a:cubicBezTo>
                      <a:pt x="2566" y="6293"/>
                      <a:pt x="2641" y="6342"/>
                      <a:pt x="2716" y="6342"/>
                    </a:cubicBezTo>
                    <a:cubicBezTo>
                      <a:pt x="2790" y="6342"/>
                      <a:pt x="2865" y="6293"/>
                      <a:pt x="2865" y="6196"/>
                    </a:cubicBezTo>
                    <a:cubicBezTo>
                      <a:pt x="2865" y="6060"/>
                      <a:pt x="2898" y="5924"/>
                      <a:pt x="2892" y="5788"/>
                    </a:cubicBezTo>
                    <a:cubicBezTo>
                      <a:pt x="2892" y="5652"/>
                      <a:pt x="2887" y="5505"/>
                      <a:pt x="2887" y="5364"/>
                    </a:cubicBezTo>
                    <a:cubicBezTo>
                      <a:pt x="2887" y="5353"/>
                      <a:pt x="2887" y="5342"/>
                      <a:pt x="2881" y="5331"/>
                    </a:cubicBezTo>
                    <a:lnTo>
                      <a:pt x="2881" y="5309"/>
                    </a:lnTo>
                    <a:cubicBezTo>
                      <a:pt x="2892" y="5261"/>
                      <a:pt x="2887" y="5212"/>
                      <a:pt x="2876" y="5168"/>
                    </a:cubicBezTo>
                    <a:cubicBezTo>
                      <a:pt x="2876" y="5163"/>
                      <a:pt x="2876" y="5157"/>
                      <a:pt x="2870" y="5152"/>
                    </a:cubicBezTo>
                    <a:lnTo>
                      <a:pt x="2898" y="5130"/>
                    </a:lnTo>
                    <a:cubicBezTo>
                      <a:pt x="2957" y="5087"/>
                      <a:pt x="3006" y="5032"/>
                      <a:pt x="3039" y="4967"/>
                    </a:cubicBezTo>
                    <a:close/>
                    <a:moveTo>
                      <a:pt x="1049" y="6690"/>
                    </a:moveTo>
                    <a:lnTo>
                      <a:pt x="1049" y="6690"/>
                    </a:lnTo>
                    <a:cubicBezTo>
                      <a:pt x="1039" y="6772"/>
                      <a:pt x="1055" y="6853"/>
                      <a:pt x="1104" y="6924"/>
                    </a:cubicBezTo>
                    <a:lnTo>
                      <a:pt x="1055" y="6897"/>
                    </a:lnTo>
                    <a:cubicBezTo>
                      <a:pt x="1017" y="6875"/>
                      <a:pt x="979" y="6848"/>
                      <a:pt x="946" y="6821"/>
                    </a:cubicBezTo>
                    <a:cubicBezTo>
                      <a:pt x="935" y="6810"/>
                      <a:pt x="930" y="6804"/>
                      <a:pt x="924" y="6793"/>
                    </a:cubicBezTo>
                    <a:cubicBezTo>
                      <a:pt x="946" y="6777"/>
                      <a:pt x="962" y="6755"/>
                      <a:pt x="968" y="6723"/>
                    </a:cubicBezTo>
                    <a:cubicBezTo>
                      <a:pt x="995" y="6717"/>
                      <a:pt x="1022" y="6706"/>
                      <a:pt x="1049" y="6690"/>
                    </a:cubicBezTo>
                    <a:close/>
                    <a:moveTo>
                      <a:pt x="1952" y="5755"/>
                    </a:moveTo>
                    <a:cubicBezTo>
                      <a:pt x="1946" y="5793"/>
                      <a:pt x="1941" y="5837"/>
                      <a:pt x="1936" y="5880"/>
                    </a:cubicBezTo>
                    <a:cubicBezTo>
                      <a:pt x="1936" y="5973"/>
                      <a:pt x="1957" y="6070"/>
                      <a:pt x="2006" y="6152"/>
                    </a:cubicBezTo>
                    <a:cubicBezTo>
                      <a:pt x="2000" y="6150"/>
                      <a:pt x="1995" y="6150"/>
                      <a:pt x="1989" y="6150"/>
                    </a:cubicBezTo>
                    <a:cubicBezTo>
                      <a:pt x="1957" y="6150"/>
                      <a:pt x="1929" y="6174"/>
                      <a:pt x="1925" y="6206"/>
                    </a:cubicBezTo>
                    <a:cubicBezTo>
                      <a:pt x="1892" y="6321"/>
                      <a:pt x="1876" y="6440"/>
                      <a:pt x="1865" y="6554"/>
                    </a:cubicBezTo>
                    <a:cubicBezTo>
                      <a:pt x="1859" y="6614"/>
                      <a:pt x="1843" y="6674"/>
                      <a:pt x="1827" y="6728"/>
                    </a:cubicBezTo>
                    <a:cubicBezTo>
                      <a:pt x="1827" y="6728"/>
                      <a:pt x="1810" y="6777"/>
                      <a:pt x="1805" y="6799"/>
                    </a:cubicBezTo>
                    <a:cubicBezTo>
                      <a:pt x="1805" y="6796"/>
                      <a:pt x="1805" y="6795"/>
                      <a:pt x="1805" y="6795"/>
                    </a:cubicBezTo>
                    <a:cubicBezTo>
                      <a:pt x="1804" y="6795"/>
                      <a:pt x="1802" y="6803"/>
                      <a:pt x="1794" y="6815"/>
                    </a:cubicBezTo>
                    <a:cubicBezTo>
                      <a:pt x="1772" y="6842"/>
                      <a:pt x="1772" y="6886"/>
                      <a:pt x="1789" y="6918"/>
                    </a:cubicBezTo>
                    <a:cubicBezTo>
                      <a:pt x="1754" y="6934"/>
                      <a:pt x="1714" y="6943"/>
                      <a:pt x="1673" y="6943"/>
                    </a:cubicBezTo>
                    <a:cubicBezTo>
                      <a:pt x="1644" y="6943"/>
                      <a:pt x="1615" y="6938"/>
                      <a:pt x="1588" y="6929"/>
                    </a:cubicBezTo>
                    <a:lnTo>
                      <a:pt x="1571" y="6929"/>
                    </a:lnTo>
                    <a:cubicBezTo>
                      <a:pt x="1615" y="6875"/>
                      <a:pt x="1647" y="6821"/>
                      <a:pt x="1669" y="6761"/>
                    </a:cubicBezTo>
                    <a:cubicBezTo>
                      <a:pt x="1675" y="6750"/>
                      <a:pt x="1685" y="6745"/>
                      <a:pt x="1691" y="6739"/>
                    </a:cubicBezTo>
                    <a:cubicBezTo>
                      <a:pt x="1756" y="6663"/>
                      <a:pt x="1876" y="6467"/>
                      <a:pt x="1843" y="6348"/>
                    </a:cubicBezTo>
                    <a:cubicBezTo>
                      <a:pt x="1849" y="6321"/>
                      <a:pt x="1854" y="6293"/>
                      <a:pt x="1859" y="6266"/>
                    </a:cubicBezTo>
                    <a:cubicBezTo>
                      <a:pt x="1865" y="6217"/>
                      <a:pt x="1870" y="6168"/>
                      <a:pt x="1876" y="6119"/>
                    </a:cubicBezTo>
                    <a:cubicBezTo>
                      <a:pt x="1892" y="6027"/>
                      <a:pt x="1908" y="5935"/>
                      <a:pt x="1930" y="5842"/>
                    </a:cubicBezTo>
                    <a:cubicBezTo>
                      <a:pt x="1941" y="5810"/>
                      <a:pt x="1946" y="5782"/>
                      <a:pt x="1952" y="5755"/>
                    </a:cubicBezTo>
                    <a:close/>
                    <a:moveTo>
                      <a:pt x="4403" y="6625"/>
                    </a:moveTo>
                    <a:cubicBezTo>
                      <a:pt x="4459" y="6643"/>
                      <a:pt x="4518" y="6653"/>
                      <a:pt x="4577" y="6653"/>
                    </a:cubicBezTo>
                    <a:cubicBezTo>
                      <a:pt x="4621" y="6653"/>
                      <a:pt x="4665" y="6648"/>
                      <a:pt x="4708" y="6636"/>
                    </a:cubicBezTo>
                    <a:cubicBezTo>
                      <a:pt x="4746" y="6630"/>
                      <a:pt x="4784" y="6628"/>
                      <a:pt x="4823" y="6628"/>
                    </a:cubicBezTo>
                    <a:cubicBezTo>
                      <a:pt x="4861" y="6628"/>
                      <a:pt x="4901" y="6630"/>
                      <a:pt x="4941" y="6636"/>
                    </a:cubicBezTo>
                    <a:cubicBezTo>
                      <a:pt x="5050" y="6636"/>
                      <a:pt x="5159" y="6636"/>
                      <a:pt x="5273" y="6641"/>
                    </a:cubicBezTo>
                    <a:cubicBezTo>
                      <a:pt x="5681" y="6641"/>
                      <a:pt x="6094" y="6647"/>
                      <a:pt x="6507" y="6647"/>
                    </a:cubicBezTo>
                    <a:cubicBezTo>
                      <a:pt x="6599" y="6647"/>
                      <a:pt x="6692" y="6641"/>
                      <a:pt x="6779" y="6636"/>
                    </a:cubicBezTo>
                    <a:cubicBezTo>
                      <a:pt x="6871" y="6636"/>
                      <a:pt x="6964" y="6647"/>
                      <a:pt x="7051" y="6663"/>
                    </a:cubicBezTo>
                    <a:cubicBezTo>
                      <a:pt x="7194" y="6679"/>
                      <a:pt x="7334" y="6689"/>
                      <a:pt x="7476" y="6689"/>
                    </a:cubicBezTo>
                    <a:cubicBezTo>
                      <a:pt x="7528" y="6689"/>
                      <a:pt x="7580" y="6688"/>
                      <a:pt x="7632" y="6685"/>
                    </a:cubicBezTo>
                    <a:cubicBezTo>
                      <a:pt x="7904" y="6685"/>
                      <a:pt x="8176" y="6694"/>
                      <a:pt x="8448" y="6694"/>
                    </a:cubicBezTo>
                    <a:cubicBezTo>
                      <a:pt x="8583" y="6694"/>
                      <a:pt x="8719" y="6692"/>
                      <a:pt x="8855" y="6685"/>
                    </a:cubicBezTo>
                    <a:cubicBezTo>
                      <a:pt x="8881" y="6682"/>
                      <a:pt x="8908" y="6680"/>
                      <a:pt x="8935" y="6680"/>
                    </a:cubicBezTo>
                    <a:cubicBezTo>
                      <a:pt x="9008" y="6680"/>
                      <a:pt x="9083" y="6691"/>
                      <a:pt x="9154" y="6706"/>
                    </a:cubicBezTo>
                    <a:lnTo>
                      <a:pt x="9225" y="6723"/>
                    </a:lnTo>
                    <a:cubicBezTo>
                      <a:pt x="9225" y="6739"/>
                      <a:pt x="9236" y="6766"/>
                      <a:pt x="9236" y="6772"/>
                    </a:cubicBezTo>
                    <a:cubicBezTo>
                      <a:pt x="9247" y="6853"/>
                      <a:pt x="9247" y="6935"/>
                      <a:pt x="9236" y="7016"/>
                    </a:cubicBezTo>
                    <a:cubicBezTo>
                      <a:pt x="9236" y="7076"/>
                      <a:pt x="9236" y="7130"/>
                      <a:pt x="9236" y="7190"/>
                    </a:cubicBezTo>
                    <a:cubicBezTo>
                      <a:pt x="9241" y="7207"/>
                      <a:pt x="9241" y="7223"/>
                      <a:pt x="9247" y="7239"/>
                    </a:cubicBezTo>
                    <a:cubicBezTo>
                      <a:pt x="9213" y="7242"/>
                      <a:pt x="9179" y="7244"/>
                      <a:pt x="9145" y="7244"/>
                    </a:cubicBezTo>
                    <a:cubicBezTo>
                      <a:pt x="9009" y="7244"/>
                      <a:pt x="8870" y="7223"/>
                      <a:pt x="8736" y="7223"/>
                    </a:cubicBezTo>
                    <a:cubicBezTo>
                      <a:pt x="8583" y="7223"/>
                      <a:pt x="8429" y="7225"/>
                      <a:pt x="8273" y="7225"/>
                    </a:cubicBezTo>
                    <a:cubicBezTo>
                      <a:pt x="8196" y="7225"/>
                      <a:pt x="8118" y="7225"/>
                      <a:pt x="8040" y="7223"/>
                    </a:cubicBezTo>
                    <a:cubicBezTo>
                      <a:pt x="7806" y="7217"/>
                      <a:pt x="7578" y="7190"/>
                      <a:pt x="7344" y="7190"/>
                    </a:cubicBezTo>
                    <a:lnTo>
                      <a:pt x="5887" y="7190"/>
                    </a:lnTo>
                    <a:cubicBezTo>
                      <a:pt x="5648" y="7190"/>
                      <a:pt x="5425" y="7217"/>
                      <a:pt x="5197" y="7223"/>
                    </a:cubicBezTo>
                    <a:cubicBezTo>
                      <a:pt x="5111" y="7229"/>
                      <a:pt x="5025" y="7232"/>
                      <a:pt x="4938" y="7232"/>
                    </a:cubicBezTo>
                    <a:cubicBezTo>
                      <a:pt x="4794" y="7232"/>
                      <a:pt x="4649" y="7224"/>
                      <a:pt x="4507" y="7207"/>
                    </a:cubicBezTo>
                    <a:cubicBezTo>
                      <a:pt x="4439" y="7198"/>
                      <a:pt x="4371" y="7194"/>
                      <a:pt x="4303" y="7194"/>
                    </a:cubicBezTo>
                    <a:cubicBezTo>
                      <a:pt x="4235" y="7194"/>
                      <a:pt x="4167" y="7198"/>
                      <a:pt x="4099" y="7207"/>
                    </a:cubicBezTo>
                    <a:cubicBezTo>
                      <a:pt x="4104" y="7201"/>
                      <a:pt x="4110" y="7196"/>
                      <a:pt x="4115" y="7185"/>
                    </a:cubicBezTo>
                    <a:cubicBezTo>
                      <a:pt x="4170" y="7114"/>
                      <a:pt x="4180" y="7016"/>
                      <a:pt x="4224" y="6940"/>
                    </a:cubicBezTo>
                    <a:cubicBezTo>
                      <a:pt x="4284" y="6831"/>
                      <a:pt x="4344" y="6728"/>
                      <a:pt x="4403" y="6625"/>
                    </a:cubicBezTo>
                    <a:close/>
                    <a:moveTo>
                      <a:pt x="3903" y="5027"/>
                    </a:moveTo>
                    <a:cubicBezTo>
                      <a:pt x="3930" y="5027"/>
                      <a:pt x="3958" y="5032"/>
                      <a:pt x="3979" y="5032"/>
                    </a:cubicBezTo>
                    <a:cubicBezTo>
                      <a:pt x="4039" y="5032"/>
                      <a:pt x="4104" y="5038"/>
                      <a:pt x="4164" y="5049"/>
                    </a:cubicBezTo>
                    <a:cubicBezTo>
                      <a:pt x="4224" y="5065"/>
                      <a:pt x="4284" y="5092"/>
                      <a:pt x="4338" y="5125"/>
                    </a:cubicBezTo>
                    <a:cubicBezTo>
                      <a:pt x="4316" y="5186"/>
                      <a:pt x="4369" y="5244"/>
                      <a:pt x="4427" y="5244"/>
                    </a:cubicBezTo>
                    <a:cubicBezTo>
                      <a:pt x="4441" y="5244"/>
                      <a:pt x="4455" y="5241"/>
                      <a:pt x="4469" y="5233"/>
                    </a:cubicBezTo>
                    <a:lnTo>
                      <a:pt x="4496" y="5217"/>
                    </a:lnTo>
                    <a:cubicBezTo>
                      <a:pt x="4572" y="5293"/>
                      <a:pt x="4550" y="5424"/>
                      <a:pt x="4534" y="5527"/>
                    </a:cubicBezTo>
                    <a:cubicBezTo>
                      <a:pt x="4512" y="5657"/>
                      <a:pt x="4479" y="5793"/>
                      <a:pt x="4436" y="5924"/>
                    </a:cubicBezTo>
                    <a:cubicBezTo>
                      <a:pt x="4344" y="6157"/>
                      <a:pt x="4224" y="6386"/>
                      <a:pt x="4083" y="6603"/>
                    </a:cubicBezTo>
                    <a:cubicBezTo>
                      <a:pt x="4012" y="6701"/>
                      <a:pt x="3958" y="6815"/>
                      <a:pt x="3920" y="6935"/>
                    </a:cubicBezTo>
                    <a:cubicBezTo>
                      <a:pt x="3909" y="6984"/>
                      <a:pt x="3892" y="7033"/>
                      <a:pt x="3865" y="7071"/>
                    </a:cubicBezTo>
                    <a:cubicBezTo>
                      <a:pt x="3838" y="7114"/>
                      <a:pt x="3816" y="7152"/>
                      <a:pt x="3795" y="7201"/>
                    </a:cubicBezTo>
                    <a:cubicBezTo>
                      <a:pt x="3789" y="7212"/>
                      <a:pt x="3789" y="7223"/>
                      <a:pt x="3789" y="7234"/>
                    </a:cubicBezTo>
                    <a:cubicBezTo>
                      <a:pt x="3746" y="7332"/>
                      <a:pt x="3708" y="7435"/>
                      <a:pt x="3680" y="7538"/>
                    </a:cubicBezTo>
                    <a:cubicBezTo>
                      <a:pt x="3642" y="7669"/>
                      <a:pt x="3664" y="7805"/>
                      <a:pt x="3631" y="7935"/>
                    </a:cubicBezTo>
                    <a:cubicBezTo>
                      <a:pt x="3588" y="8071"/>
                      <a:pt x="3566" y="8207"/>
                      <a:pt x="3566" y="8343"/>
                    </a:cubicBezTo>
                    <a:cubicBezTo>
                      <a:pt x="3572" y="8402"/>
                      <a:pt x="3588" y="8462"/>
                      <a:pt x="3593" y="8522"/>
                    </a:cubicBezTo>
                    <a:cubicBezTo>
                      <a:pt x="3593" y="8587"/>
                      <a:pt x="3588" y="8652"/>
                      <a:pt x="3572" y="8712"/>
                    </a:cubicBezTo>
                    <a:cubicBezTo>
                      <a:pt x="3561" y="8783"/>
                      <a:pt x="3550" y="8848"/>
                      <a:pt x="3550" y="8913"/>
                    </a:cubicBezTo>
                    <a:cubicBezTo>
                      <a:pt x="3550" y="8946"/>
                      <a:pt x="3550" y="8979"/>
                      <a:pt x="3534" y="9006"/>
                    </a:cubicBezTo>
                    <a:cubicBezTo>
                      <a:pt x="3517" y="9033"/>
                      <a:pt x="3463" y="9044"/>
                      <a:pt x="3436" y="9060"/>
                    </a:cubicBezTo>
                    <a:cubicBezTo>
                      <a:pt x="3392" y="9082"/>
                      <a:pt x="3349" y="9104"/>
                      <a:pt x="3311" y="9136"/>
                    </a:cubicBezTo>
                    <a:cubicBezTo>
                      <a:pt x="3246" y="9136"/>
                      <a:pt x="3186" y="9147"/>
                      <a:pt x="3148" y="9147"/>
                    </a:cubicBezTo>
                    <a:cubicBezTo>
                      <a:pt x="2914" y="9147"/>
                      <a:pt x="2686" y="9180"/>
                      <a:pt x="2446" y="9180"/>
                    </a:cubicBezTo>
                    <a:cubicBezTo>
                      <a:pt x="2330" y="9182"/>
                      <a:pt x="2207" y="9182"/>
                      <a:pt x="2084" y="9182"/>
                    </a:cubicBezTo>
                    <a:cubicBezTo>
                      <a:pt x="1960" y="9182"/>
                      <a:pt x="1835" y="9182"/>
                      <a:pt x="1713" y="9185"/>
                    </a:cubicBezTo>
                    <a:cubicBezTo>
                      <a:pt x="1652" y="9190"/>
                      <a:pt x="1592" y="9193"/>
                      <a:pt x="1532" y="9193"/>
                    </a:cubicBezTo>
                    <a:cubicBezTo>
                      <a:pt x="1459" y="9193"/>
                      <a:pt x="1388" y="9189"/>
                      <a:pt x="1316" y="9180"/>
                    </a:cubicBezTo>
                    <a:cubicBezTo>
                      <a:pt x="1213" y="9166"/>
                      <a:pt x="1110" y="9157"/>
                      <a:pt x="1007" y="9157"/>
                    </a:cubicBezTo>
                    <a:cubicBezTo>
                      <a:pt x="985" y="9157"/>
                      <a:pt x="963" y="9157"/>
                      <a:pt x="941" y="9158"/>
                    </a:cubicBezTo>
                    <a:cubicBezTo>
                      <a:pt x="925" y="9156"/>
                      <a:pt x="909" y="9156"/>
                      <a:pt x="894" y="9156"/>
                    </a:cubicBezTo>
                    <a:cubicBezTo>
                      <a:pt x="857" y="9156"/>
                      <a:pt x="822" y="9160"/>
                      <a:pt x="783" y="9163"/>
                    </a:cubicBezTo>
                    <a:cubicBezTo>
                      <a:pt x="756" y="8973"/>
                      <a:pt x="761" y="8783"/>
                      <a:pt x="794" y="8598"/>
                    </a:cubicBezTo>
                    <a:cubicBezTo>
                      <a:pt x="810" y="8364"/>
                      <a:pt x="859" y="8142"/>
                      <a:pt x="930" y="7924"/>
                    </a:cubicBezTo>
                    <a:cubicBezTo>
                      <a:pt x="941" y="7885"/>
                      <a:pt x="906" y="7857"/>
                      <a:pt x="874" y="7857"/>
                    </a:cubicBezTo>
                    <a:cubicBezTo>
                      <a:pt x="857" y="7857"/>
                      <a:pt x="841" y="7864"/>
                      <a:pt x="832" y="7881"/>
                    </a:cubicBezTo>
                    <a:cubicBezTo>
                      <a:pt x="718" y="8109"/>
                      <a:pt x="636" y="8348"/>
                      <a:pt x="587" y="8598"/>
                    </a:cubicBezTo>
                    <a:cubicBezTo>
                      <a:pt x="539" y="8810"/>
                      <a:pt x="495" y="9022"/>
                      <a:pt x="528" y="9234"/>
                    </a:cubicBezTo>
                    <a:lnTo>
                      <a:pt x="479" y="9234"/>
                    </a:lnTo>
                    <a:cubicBezTo>
                      <a:pt x="466" y="9233"/>
                      <a:pt x="453" y="9232"/>
                      <a:pt x="441" y="9232"/>
                    </a:cubicBezTo>
                    <a:cubicBezTo>
                      <a:pt x="410" y="9232"/>
                      <a:pt x="381" y="9236"/>
                      <a:pt x="354" y="9240"/>
                    </a:cubicBezTo>
                    <a:cubicBezTo>
                      <a:pt x="343" y="9180"/>
                      <a:pt x="327" y="9120"/>
                      <a:pt x="316" y="9060"/>
                    </a:cubicBezTo>
                    <a:cubicBezTo>
                      <a:pt x="283" y="8935"/>
                      <a:pt x="278" y="8810"/>
                      <a:pt x="288" y="8685"/>
                    </a:cubicBezTo>
                    <a:cubicBezTo>
                      <a:pt x="305" y="8582"/>
                      <a:pt x="327" y="8479"/>
                      <a:pt x="359" y="8381"/>
                    </a:cubicBezTo>
                    <a:cubicBezTo>
                      <a:pt x="397" y="8283"/>
                      <a:pt x="419" y="8169"/>
                      <a:pt x="457" y="8065"/>
                    </a:cubicBezTo>
                    <a:cubicBezTo>
                      <a:pt x="522" y="7853"/>
                      <a:pt x="539" y="7620"/>
                      <a:pt x="647" y="7424"/>
                    </a:cubicBezTo>
                    <a:cubicBezTo>
                      <a:pt x="718" y="7304"/>
                      <a:pt x="799" y="7196"/>
                      <a:pt x="892" y="7098"/>
                    </a:cubicBezTo>
                    <a:lnTo>
                      <a:pt x="908" y="7103"/>
                    </a:lnTo>
                    <a:cubicBezTo>
                      <a:pt x="966" y="7145"/>
                      <a:pt x="1044" y="7184"/>
                      <a:pt x="1116" y="7184"/>
                    </a:cubicBezTo>
                    <a:cubicBezTo>
                      <a:pt x="1166" y="7184"/>
                      <a:pt x="1213" y="7166"/>
                      <a:pt x="1251" y="7120"/>
                    </a:cubicBezTo>
                    <a:cubicBezTo>
                      <a:pt x="1261" y="7103"/>
                      <a:pt x="1272" y="7092"/>
                      <a:pt x="1278" y="7076"/>
                    </a:cubicBezTo>
                    <a:cubicBezTo>
                      <a:pt x="1343" y="7125"/>
                      <a:pt x="1419" y="7163"/>
                      <a:pt x="1501" y="7190"/>
                    </a:cubicBezTo>
                    <a:cubicBezTo>
                      <a:pt x="1562" y="7207"/>
                      <a:pt x="1632" y="7221"/>
                      <a:pt x="1700" y="7221"/>
                    </a:cubicBezTo>
                    <a:cubicBezTo>
                      <a:pt x="1765" y="7221"/>
                      <a:pt x="1828" y="7208"/>
                      <a:pt x="1881" y="7174"/>
                    </a:cubicBezTo>
                    <a:cubicBezTo>
                      <a:pt x="1936" y="7141"/>
                      <a:pt x="1979" y="7092"/>
                      <a:pt x="2001" y="7033"/>
                    </a:cubicBezTo>
                    <a:cubicBezTo>
                      <a:pt x="2050" y="7049"/>
                      <a:pt x="2099" y="7060"/>
                      <a:pt x="2147" y="7065"/>
                    </a:cubicBezTo>
                    <a:cubicBezTo>
                      <a:pt x="2157" y="7066"/>
                      <a:pt x="2166" y="7066"/>
                      <a:pt x="2175" y="7066"/>
                    </a:cubicBezTo>
                    <a:cubicBezTo>
                      <a:pt x="2313" y="7066"/>
                      <a:pt x="2449" y="7028"/>
                      <a:pt x="2571" y="6962"/>
                    </a:cubicBezTo>
                    <a:cubicBezTo>
                      <a:pt x="2675" y="6918"/>
                      <a:pt x="2778" y="6880"/>
                      <a:pt x="2881" y="6853"/>
                    </a:cubicBezTo>
                    <a:cubicBezTo>
                      <a:pt x="2887" y="6859"/>
                      <a:pt x="2895" y="6861"/>
                      <a:pt x="2903" y="6861"/>
                    </a:cubicBezTo>
                    <a:cubicBezTo>
                      <a:pt x="2911" y="6861"/>
                      <a:pt x="2919" y="6859"/>
                      <a:pt x="2925" y="6853"/>
                    </a:cubicBezTo>
                    <a:lnTo>
                      <a:pt x="2963" y="6831"/>
                    </a:lnTo>
                    <a:lnTo>
                      <a:pt x="3039" y="6815"/>
                    </a:lnTo>
                    <a:cubicBezTo>
                      <a:pt x="3131" y="6788"/>
                      <a:pt x="3240" y="6706"/>
                      <a:pt x="3240" y="6603"/>
                    </a:cubicBezTo>
                    <a:cubicBezTo>
                      <a:pt x="3246" y="6598"/>
                      <a:pt x="3246" y="6598"/>
                      <a:pt x="3240" y="6592"/>
                    </a:cubicBezTo>
                    <a:cubicBezTo>
                      <a:pt x="3273" y="6560"/>
                      <a:pt x="3305" y="6527"/>
                      <a:pt x="3332" y="6489"/>
                    </a:cubicBezTo>
                    <a:cubicBezTo>
                      <a:pt x="3452" y="6337"/>
                      <a:pt x="3588" y="6185"/>
                      <a:pt x="3653" y="6000"/>
                    </a:cubicBezTo>
                    <a:cubicBezTo>
                      <a:pt x="3718" y="5826"/>
                      <a:pt x="3805" y="5657"/>
                      <a:pt x="3860" y="5483"/>
                    </a:cubicBezTo>
                    <a:cubicBezTo>
                      <a:pt x="3887" y="5396"/>
                      <a:pt x="3903" y="5309"/>
                      <a:pt x="3909" y="5217"/>
                    </a:cubicBezTo>
                    <a:cubicBezTo>
                      <a:pt x="3909" y="5174"/>
                      <a:pt x="3892" y="5087"/>
                      <a:pt x="3903" y="5027"/>
                    </a:cubicBezTo>
                    <a:close/>
                    <a:moveTo>
                      <a:pt x="8415" y="0"/>
                    </a:moveTo>
                    <a:cubicBezTo>
                      <a:pt x="8374" y="0"/>
                      <a:pt x="8331" y="2"/>
                      <a:pt x="8290" y="4"/>
                    </a:cubicBezTo>
                    <a:cubicBezTo>
                      <a:pt x="8161" y="9"/>
                      <a:pt x="8033" y="10"/>
                      <a:pt x="7904" y="10"/>
                    </a:cubicBezTo>
                    <a:cubicBezTo>
                      <a:pt x="7728" y="10"/>
                      <a:pt x="7552" y="7"/>
                      <a:pt x="7377" y="4"/>
                    </a:cubicBezTo>
                    <a:cubicBezTo>
                      <a:pt x="7360" y="4"/>
                      <a:pt x="7343" y="4"/>
                      <a:pt x="7326" y="4"/>
                    </a:cubicBezTo>
                    <a:cubicBezTo>
                      <a:pt x="7055" y="4"/>
                      <a:pt x="6789" y="42"/>
                      <a:pt x="6518" y="42"/>
                    </a:cubicBezTo>
                    <a:cubicBezTo>
                      <a:pt x="6457" y="44"/>
                      <a:pt x="6396" y="46"/>
                      <a:pt x="6335" y="46"/>
                    </a:cubicBezTo>
                    <a:cubicBezTo>
                      <a:pt x="6250" y="46"/>
                      <a:pt x="6164" y="43"/>
                      <a:pt x="6078" y="37"/>
                    </a:cubicBezTo>
                    <a:cubicBezTo>
                      <a:pt x="5920" y="20"/>
                      <a:pt x="5757" y="10"/>
                      <a:pt x="5594" y="10"/>
                    </a:cubicBezTo>
                    <a:cubicBezTo>
                      <a:pt x="5391" y="10"/>
                      <a:pt x="5188" y="14"/>
                      <a:pt x="4983" y="14"/>
                    </a:cubicBezTo>
                    <a:cubicBezTo>
                      <a:pt x="4881" y="14"/>
                      <a:pt x="4778" y="13"/>
                      <a:pt x="4675" y="10"/>
                    </a:cubicBezTo>
                    <a:cubicBezTo>
                      <a:pt x="4607" y="7"/>
                      <a:pt x="4539" y="5"/>
                      <a:pt x="4471" y="5"/>
                    </a:cubicBezTo>
                    <a:cubicBezTo>
                      <a:pt x="4403" y="5"/>
                      <a:pt x="4335" y="7"/>
                      <a:pt x="4267" y="10"/>
                    </a:cubicBezTo>
                    <a:cubicBezTo>
                      <a:pt x="4126" y="26"/>
                      <a:pt x="3996" y="53"/>
                      <a:pt x="3849" y="53"/>
                    </a:cubicBezTo>
                    <a:cubicBezTo>
                      <a:pt x="3689" y="56"/>
                      <a:pt x="3528" y="56"/>
                      <a:pt x="3368" y="56"/>
                    </a:cubicBezTo>
                    <a:cubicBezTo>
                      <a:pt x="3207" y="56"/>
                      <a:pt x="3047" y="56"/>
                      <a:pt x="2887" y="58"/>
                    </a:cubicBezTo>
                    <a:cubicBezTo>
                      <a:pt x="2726" y="61"/>
                      <a:pt x="2562" y="61"/>
                      <a:pt x="2397" y="61"/>
                    </a:cubicBezTo>
                    <a:cubicBezTo>
                      <a:pt x="2232" y="61"/>
                      <a:pt x="2066" y="61"/>
                      <a:pt x="1903" y="64"/>
                    </a:cubicBezTo>
                    <a:cubicBezTo>
                      <a:pt x="1812" y="64"/>
                      <a:pt x="1724" y="62"/>
                      <a:pt x="1637" y="62"/>
                    </a:cubicBezTo>
                    <a:cubicBezTo>
                      <a:pt x="1593" y="62"/>
                      <a:pt x="1550" y="62"/>
                      <a:pt x="1506" y="64"/>
                    </a:cubicBezTo>
                    <a:cubicBezTo>
                      <a:pt x="1488" y="64"/>
                      <a:pt x="1467" y="64"/>
                      <a:pt x="1445" y="64"/>
                    </a:cubicBezTo>
                    <a:cubicBezTo>
                      <a:pt x="1357" y="64"/>
                      <a:pt x="1250" y="67"/>
                      <a:pt x="1180" y="102"/>
                    </a:cubicBezTo>
                    <a:cubicBezTo>
                      <a:pt x="962" y="216"/>
                      <a:pt x="1028" y="608"/>
                      <a:pt x="1033" y="803"/>
                    </a:cubicBezTo>
                    <a:cubicBezTo>
                      <a:pt x="1039" y="961"/>
                      <a:pt x="1028" y="1118"/>
                      <a:pt x="1033" y="1276"/>
                    </a:cubicBezTo>
                    <a:cubicBezTo>
                      <a:pt x="1044" y="1439"/>
                      <a:pt x="1077" y="1597"/>
                      <a:pt x="1071" y="1760"/>
                    </a:cubicBezTo>
                    <a:cubicBezTo>
                      <a:pt x="1071" y="2081"/>
                      <a:pt x="1142" y="2396"/>
                      <a:pt x="1147" y="2722"/>
                    </a:cubicBezTo>
                    <a:cubicBezTo>
                      <a:pt x="1153" y="3070"/>
                      <a:pt x="1136" y="3418"/>
                      <a:pt x="1191" y="3766"/>
                    </a:cubicBezTo>
                    <a:cubicBezTo>
                      <a:pt x="1136" y="3798"/>
                      <a:pt x="1077" y="3831"/>
                      <a:pt x="1017" y="3869"/>
                    </a:cubicBezTo>
                    <a:cubicBezTo>
                      <a:pt x="946" y="3912"/>
                      <a:pt x="881" y="3961"/>
                      <a:pt x="827" y="4027"/>
                    </a:cubicBezTo>
                    <a:cubicBezTo>
                      <a:pt x="816" y="4037"/>
                      <a:pt x="810" y="4043"/>
                      <a:pt x="805" y="4054"/>
                    </a:cubicBezTo>
                    <a:cubicBezTo>
                      <a:pt x="674" y="4135"/>
                      <a:pt x="555" y="4228"/>
                      <a:pt x="452" y="4336"/>
                    </a:cubicBezTo>
                    <a:cubicBezTo>
                      <a:pt x="316" y="4472"/>
                      <a:pt x="174" y="4663"/>
                      <a:pt x="142" y="4858"/>
                    </a:cubicBezTo>
                    <a:cubicBezTo>
                      <a:pt x="125" y="4951"/>
                      <a:pt x="153" y="5092"/>
                      <a:pt x="240" y="5136"/>
                    </a:cubicBezTo>
                    <a:cubicBezTo>
                      <a:pt x="212" y="5212"/>
                      <a:pt x="185" y="5293"/>
                      <a:pt x="169" y="5369"/>
                    </a:cubicBezTo>
                    <a:cubicBezTo>
                      <a:pt x="147" y="5505"/>
                      <a:pt x="147" y="5641"/>
                      <a:pt x="163" y="5777"/>
                    </a:cubicBezTo>
                    <a:cubicBezTo>
                      <a:pt x="174" y="5886"/>
                      <a:pt x="185" y="6076"/>
                      <a:pt x="310" y="6103"/>
                    </a:cubicBezTo>
                    <a:cubicBezTo>
                      <a:pt x="310" y="6212"/>
                      <a:pt x="327" y="6321"/>
                      <a:pt x="370" y="6424"/>
                    </a:cubicBezTo>
                    <a:cubicBezTo>
                      <a:pt x="424" y="6549"/>
                      <a:pt x="506" y="6652"/>
                      <a:pt x="615" y="6734"/>
                    </a:cubicBezTo>
                    <a:cubicBezTo>
                      <a:pt x="615" y="6739"/>
                      <a:pt x="615" y="6745"/>
                      <a:pt x="620" y="6750"/>
                    </a:cubicBezTo>
                    <a:cubicBezTo>
                      <a:pt x="827" y="6875"/>
                      <a:pt x="750" y="7196"/>
                      <a:pt x="506" y="7212"/>
                    </a:cubicBezTo>
                    <a:cubicBezTo>
                      <a:pt x="348" y="7435"/>
                      <a:pt x="305" y="7679"/>
                      <a:pt x="234" y="7935"/>
                    </a:cubicBezTo>
                    <a:cubicBezTo>
                      <a:pt x="201" y="8055"/>
                      <a:pt x="163" y="8174"/>
                      <a:pt x="125" y="8294"/>
                    </a:cubicBezTo>
                    <a:cubicBezTo>
                      <a:pt x="98" y="8348"/>
                      <a:pt x="76" y="8402"/>
                      <a:pt x="66" y="8462"/>
                    </a:cubicBezTo>
                    <a:cubicBezTo>
                      <a:pt x="55" y="8522"/>
                      <a:pt x="44" y="8576"/>
                      <a:pt x="28" y="8636"/>
                    </a:cubicBezTo>
                    <a:cubicBezTo>
                      <a:pt x="0" y="8772"/>
                      <a:pt x="0" y="8913"/>
                      <a:pt x="28" y="9055"/>
                    </a:cubicBezTo>
                    <a:cubicBezTo>
                      <a:pt x="44" y="9191"/>
                      <a:pt x="55" y="9359"/>
                      <a:pt x="174" y="9446"/>
                    </a:cubicBezTo>
                    <a:cubicBezTo>
                      <a:pt x="189" y="9455"/>
                      <a:pt x="206" y="9459"/>
                      <a:pt x="222" y="9459"/>
                    </a:cubicBezTo>
                    <a:cubicBezTo>
                      <a:pt x="236" y="9459"/>
                      <a:pt x="249" y="9456"/>
                      <a:pt x="261" y="9452"/>
                    </a:cubicBezTo>
                    <a:cubicBezTo>
                      <a:pt x="272" y="9462"/>
                      <a:pt x="283" y="9468"/>
                      <a:pt x="299" y="9473"/>
                    </a:cubicBezTo>
                    <a:cubicBezTo>
                      <a:pt x="359" y="9495"/>
                      <a:pt x="436" y="9509"/>
                      <a:pt x="513" y="9509"/>
                    </a:cubicBezTo>
                    <a:cubicBezTo>
                      <a:pt x="612" y="9509"/>
                      <a:pt x="711" y="9486"/>
                      <a:pt x="772" y="9424"/>
                    </a:cubicBezTo>
                    <a:lnTo>
                      <a:pt x="783" y="9414"/>
                    </a:lnTo>
                    <a:cubicBezTo>
                      <a:pt x="797" y="9411"/>
                      <a:pt x="810" y="9409"/>
                      <a:pt x="824" y="9409"/>
                    </a:cubicBezTo>
                    <a:cubicBezTo>
                      <a:pt x="837" y="9409"/>
                      <a:pt x="851" y="9411"/>
                      <a:pt x="865" y="9414"/>
                    </a:cubicBezTo>
                    <a:cubicBezTo>
                      <a:pt x="899" y="9417"/>
                      <a:pt x="934" y="9418"/>
                      <a:pt x="968" y="9418"/>
                    </a:cubicBezTo>
                    <a:cubicBezTo>
                      <a:pt x="985" y="9418"/>
                      <a:pt x="1002" y="9418"/>
                      <a:pt x="1020" y="9418"/>
                    </a:cubicBezTo>
                    <a:cubicBezTo>
                      <a:pt x="1071" y="9418"/>
                      <a:pt x="1123" y="9419"/>
                      <a:pt x="1174" y="9430"/>
                    </a:cubicBezTo>
                    <a:cubicBezTo>
                      <a:pt x="1283" y="9452"/>
                      <a:pt x="1397" y="9462"/>
                      <a:pt x="1506" y="9462"/>
                    </a:cubicBezTo>
                    <a:cubicBezTo>
                      <a:pt x="1713" y="9462"/>
                      <a:pt x="1920" y="9465"/>
                      <a:pt x="2125" y="9465"/>
                    </a:cubicBezTo>
                    <a:cubicBezTo>
                      <a:pt x="2399" y="9465"/>
                      <a:pt x="2671" y="9460"/>
                      <a:pt x="2941" y="9435"/>
                    </a:cubicBezTo>
                    <a:lnTo>
                      <a:pt x="3115" y="9435"/>
                    </a:lnTo>
                    <a:cubicBezTo>
                      <a:pt x="3126" y="9452"/>
                      <a:pt x="3142" y="9468"/>
                      <a:pt x="3164" y="9479"/>
                    </a:cubicBezTo>
                    <a:cubicBezTo>
                      <a:pt x="3199" y="9496"/>
                      <a:pt x="3232" y="9504"/>
                      <a:pt x="3263" y="9504"/>
                    </a:cubicBezTo>
                    <a:cubicBezTo>
                      <a:pt x="3348" y="9504"/>
                      <a:pt x="3421" y="9449"/>
                      <a:pt x="3501" y="9397"/>
                    </a:cubicBezTo>
                    <a:cubicBezTo>
                      <a:pt x="3588" y="9337"/>
                      <a:pt x="3691" y="9305"/>
                      <a:pt x="3762" y="9229"/>
                    </a:cubicBezTo>
                    <a:cubicBezTo>
                      <a:pt x="3833" y="9147"/>
                      <a:pt x="3849" y="9033"/>
                      <a:pt x="3849" y="8919"/>
                    </a:cubicBezTo>
                    <a:cubicBezTo>
                      <a:pt x="3849" y="8783"/>
                      <a:pt x="3892" y="8642"/>
                      <a:pt x="3871" y="8506"/>
                    </a:cubicBezTo>
                    <a:cubicBezTo>
                      <a:pt x="3860" y="8446"/>
                      <a:pt x="3838" y="8392"/>
                      <a:pt x="3833" y="8332"/>
                    </a:cubicBezTo>
                    <a:cubicBezTo>
                      <a:pt x="3827" y="8256"/>
                      <a:pt x="3833" y="8185"/>
                      <a:pt x="3849" y="8114"/>
                    </a:cubicBezTo>
                    <a:cubicBezTo>
                      <a:pt x="3865" y="8038"/>
                      <a:pt x="3882" y="7968"/>
                      <a:pt x="3892" y="7891"/>
                    </a:cubicBezTo>
                    <a:cubicBezTo>
                      <a:pt x="3898" y="7815"/>
                      <a:pt x="3882" y="7756"/>
                      <a:pt x="3892" y="7685"/>
                    </a:cubicBezTo>
                    <a:cubicBezTo>
                      <a:pt x="3898" y="7603"/>
                      <a:pt x="3920" y="7516"/>
                      <a:pt x="3947" y="7440"/>
                    </a:cubicBezTo>
                    <a:cubicBezTo>
                      <a:pt x="4062" y="7427"/>
                      <a:pt x="4177" y="7420"/>
                      <a:pt x="4292" y="7420"/>
                    </a:cubicBezTo>
                    <a:cubicBezTo>
                      <a:pt x="4367" y="7420"/>
                      <a:pt x="4442" y="7423"/>
                      <a:pt x="4518" y="7429"/>
                    </a:cubicBezTo>
                    <a:cubicBezTo>
                      <a:pt x="4651" y="7442"/>
                      <a:pt x="4783" y="7447"/>
                      <a:pt x="4915" y="7447"/>
                    </a:cubicBezTo>
                    <a:cubicBezTo>
                      <a:pt x="5009" y="7447"/>
                      <a:pt x="5102" y="7445"/>
                      <a:pt x="5197" y="7440"/>
                    </a:cubicBezTo>
                    <a:cubicBezTo>
                      <a:pt x="5442" y="7435"/>
                      <a:pt x="5686" y="7408"/>
                      <a:pt x="5931" y="7408"/>
                    </a:cubicBezTo>
                    <a:lnTo>
                      <a:pt x="7382" y="7408"/>
                    </a:lnTo>
                    <a:cubicBezTo>
                      <a:pt x="7632" y="7408"/>
                      <a:pt x="7866" y="7440"/>
                      <a:pt x="8105" y="7440"/>
                    </a:cubicBezTo>
                    <a:cubicBezTo>
                      <a:pt x="8185" y="7442"/>
                      <a:pt x="8264" y="7443"/>
                      <a:pt x="8343" y="7443"/>
                    </a:cubicBezTo>
                    <a:cubicBezTo>
                      <a:pt x="8500" y="7443"/>
                      <a:pt x="8656" y="7440"/>
                      <a:pt x="8812" y="7440"/>
                    </a:cubicBezTo>
                    <a:cubicBezTo>
                      <a:pt x="8926" y="7443"/>
                      <a:pt x="9043" y="7456"/>
                      <a:pt x="9159" y="7456"/>
                    </a:cubicBezTo>
                    <a:cubicBezTo>
                      <a:pt x="9241" y="7456"/>
                      <a:pt x="9323" y="7450"/>
                      <a:pt x="9404" y="7429"/>
                    </a:cubicBezTo>
                    <a:cubicBezTo>
                      <a:pt x="9448" y="7419"/>
                      <a:pt x="9480" y="7375"/>
                      <a:pt x="9480" y="7326"/>
                    </a:cubicBezTo>
                    <a:cubicBezTo>
                      <a:pt x="9475" y="7234"/>
                      <a:pt x="9448" y="7152"/>
                      <a:pt x="9448" y="7060"/>
                    </a:cubicBezTo>
                    <a:cubicBezTo>
                      <a:pt x="9448" y="6978"/>
                      <a:pt x="9459" y="6902"/>
                      <a:pt x="9459" y="6821"/>
                    </a:cubicBezTo>
                    <a:cubicBezTo>
                      <a:pt x="9459" y="6706"/>
                      <a:pt x="9431" y="6549"/>
                      <a:pt x="9306" y="6505"/>
                    </a:cubicBezTo>
                    <a:cubicBezTo>
                      <a:pt x="9189" y="6471"/>
                      <a:pt x="9072" y="6453"/>
                      <a:pt x="8951" y="6453"/>
                    </a:cubicBezTo>
                    <a:cubicBezTo>
                      <a:pt x="8921" y="6453"/>
                      <a:pt x="8891" y="6454"/>
                      <a:pt x="8861" y="6456"/>
                    </a:cubicBezTo>
                    <a:cubicBezTo>
                      <a:pt x="8877" y="6331"/>
                      <a:pt x="8920" y="6212"/>
                      <a:pt x="8931" y="6087"/>
                    </a:cubicBezTo>
                    <a:cubicBezTo>
                      <a:pt x="8931" y="6016"/>
                      <a:pt x="8931" y="5940"/>
                      <a:pt x="8942" y="5864"/>
                    </a:cubicBezTo>
                    <a:cubicBezTo>
                      <a:pt x="8959" y="5793"/>
                      <a:pt x="8969" y="5717"/>
                      <a:pt x="8969" y="5641"/>
                    </a:cubicBezTo>
                    <a:cubicBezTo>
                      <a:pt x="8964" y="5505"/>
                      <a:pt x="8975" y="5364"/>
                      <a:pt x="8997" y="5228"/>
                    </a:cubicBezTo>
                    <a:cubicBezTo>
                      <a:pt x="9024" y="5065"/>
                      <a:pt x="9040" y="4902"/>
                      <a:pt x="9040" y="4739"/>
                    </a:cubicBezTo>
                    <a:cubicBezTo>
                      <a:pt x="9040" y="4434"/>
                      <a:pt x="9067" y="4130"/>
                      <a:pt x="9073" y="3826"/>
                    </a:cubicBezTo>
                    <a:cubicBezTo>
                      <a:pt x="9078" y="3521"/>
                      <a:pt x="9073" y="3195"/>
                      <a:pt x="9073" y="2880"/>
                    </a:cubicBezTo>
                    <a:cubicBezTo>
                      <a:pt x="9073" y="2564"/>
                      <a:pt x="9073" y="2249"/>
                      <a:pt x="9046" y="1934"/>
                    </a:cubicBezTo>
                    <a:cubicBezTo>
                      <a:pt x="9035" y="1798"/>
                      <a:pt x="9035" y="1662"/>
                      <a:pt x="9046" y="1526"/>
                    </a:cubicBezTo>
                    <a:cubicBezTo>
                      <a:pt x="9046" y="1369"/>
                      <a:pt x="9029" y="1211"/>
                      <a:pt x="8997" y="1059"/>
                    </a:cubicBezTo>
                    <a:cubicBezTo>
                      <a:pt x="8975" y="923"/>
                      <a:pt x="8942" y="787"/>
                      <a:pt x="8915" y="651"/>
                    </a:cubicBezTo>
                    <a:cubicBezTo>
                      <a:pt x="8888" y="515"/>
                      <a:pt x="8872" y="379"/>
                      <a:pt x="8834" y="243"/>
                    </a:cubicBezTo>
                    <a:cubicBezTo>
                      <a:pt x="8772" y="35"/>
                      <a:pt x="8598" y="0"/>
                      <a:pt x="8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0"/>
              <p:cNvSpPr/>
              <p:nvPr/>
            </p:nvSpPr>
            <p:spPr>
              <a:xfrm>
                <a:off x="3618225" y="5323450"/>
                <a:ext cx="20400" cy="21000"/>
              </a:xfrm>
              <a:custGeom>
                <a:rect b="b" l="l" r="r" t="t"/>
                <a:pathLst>
                  <a:path extrusionOk="0" h="840" w="816">
                    <a:moveTo>
                      <a:pt x="692" y="1"/>
                    </a:moveTo>
                    <a:cubicBezTo>
                      <a:pt x="688" y="1"/>
                      <a:pt x="684" y="2"/>
                      <a:pt x="680" y="4"/>
                    </a:cubicBezTo>
                    <a:lnTo>
                      <a:pt x="664" y="14"/>
                    </a:lnTo>
                    <a:cubicBezTo>
                      <a:pt x="560" y="74"/>
                      <a:pt x="468" y="150"/>
                      <a:pt x="386" y="243"/>
                    </a:cubicBezTo>
                    <a:cubicBezTo>
                      <a:pt x="294" y="183"/>
                      <a:pt x="202" y="129"/>
                      <a:pt x="115" y="80"/>
                    </a:cubicBezTo>
                    <a:cubicBezTo>
                      <a:pt x="109" y="77"/>
                      <a:pt x="103" y="75"/>
                      <a:pt x="97" y="75"/>
                    </a:cubicBezTo>
                    <a:cubicBezTo>
                      <a:pt x="73" y="75"/>
                      <a:pt x="57" y="101"/>
                      <a:pt x="66" y="123"/>
                    </a:cubicBezTo>
                    <a:cubicBezTo>
                      <a:pt x="120" y="216"/>
                      <a:pt x="191" y="292"/>
                      <a:pt x="278" y="362"/>
                    </a:cubicBezTo>
                    <a:lnTo>
                      <a:pt x="234" y="411"/>
                    </a:lnTo>
                    <a:cubicBezTo>
                      <a:pt x="158" y="504"/>
                      <a:pt x="0" y="623"/>
                      <a:pt x="11" y="754"/>
                    </a:cubicBezTo>
                    <a:cubicBezTo>
                      <a:pt x="11" y="805"/>
                      <a:pt x="53" y="839"/>
                      <a:pt x="99" y="839"/>
                    </a:cubicBezTo>
                    <a:cubicBezTo>
                      <a:pt x="121" y="839"/>
                      <a:pt x="144" y="831"/>
                      <a:pt x="163" y="813"/>
                    </a:cubicBezTo>
                    <a:lnTo>
                      <a:pt x="174" y="803"/>
                    </a:lnTo>
                    <a:cubicBezTo>
                      <a:pt x="191" y="786"/>
                      <a:pt x="196" y="765"/>
                      <a:pt x="191" y="743"/>
                    </a:cubicBezTo>
                    <a:cubicBezTo>
                      <a:pt x="180" y="721"/>
                      <a:pt x="332" y="547"/>
                      <a:pt x="403" y="466"/>
                    </a:cubicBezTo>
                    <a:cubicBezTo>
                      <a:pt x="502" y="544"/>
                      <a:pt x="596" y="667"/>
                      <a:pt x="729" y="667"/>
                    </a:cubicBezTo>
                    <a:cubicBezTo>
                      <a:pt x="734" y="667"/>
                      <a:pt x="740" y="667"/>
                      <a:pt x="745" y="667"/>
                    </a:cubicBezTo>
                    <a:cubicBezTo>
                      <a:pt x="794" y="667"/>
                      <a:pt x="816" y="607"/>
                      <a:pt x="789" y="574"/>
                    </a:cubicBezTo>
                    <a:cubicBezTo>
                      <a:pt x="702" y="482"/>
                      <a:pt x="609" y="400"/>
                      <a:pt x="511" y="330"/>
                    </a:cubicBezTo>
                    <a:cubicBezTo>
                      <a:pt x="533" y="292"/>
                      <a:pt x="566" y="259"/>
                      <a:pt x="593" y="226"/>
                    </a:cubicBezTo>
                    <a:cubicBezTo>
                      <a:pt x="653" y="177"/>
                      <a:pt x="696" y="112"/>
                      <a:pt x="729" y="42"/>
                    </a:cubicBezTo>
                    <a:cubicBezTo>
                      <a:pt x="733" y="19"/>
                      <a:pt x="712" y="1"/>
                      <a:pt x="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0"/>
              <p:cNvSpPr/>
              <p:nvPr/>
            </p:nvSpPr>
            <p:spPr>
              <a:xfrm>
                <a:off x="3641100" y="5325625"/>
                <a:ext cx="16275" cy="18375"/>
              </a:xfrm>
              <a:custGeom>
                <a:rect b="b" l="l" r="r" t="t"/>
                <a:pathLst>
                  <a:path extrusionOk="0" h="735" w="651">
                    <a:moveTo>
                      <a:pt x="376" y="1"/>
                    </a:moveTo>
                    <a:cubicBezTo>
                      <a:pt x="351" y="1"/>
                      <a:pt x="325" y="14"/>
                      <a:pt x="319" y="42"/>
                    </a:cubicBezTo>
                    <a:cubicBezTo>
                      <a:pt x="308" y="118"/>
                      <a:pt x="292" y="194"/>
                      <a:pt x="270" y="270"/>
                    </a:cubicBezTo>
                    <a:cubicBezTo>
                      <a:pt x="232" y="279"/>
                      <a:pt x="193" y="283"/>
                      <a:pt x="154" y="283"/>
                    </a:cubicBezTo>
                    <a:cubicBezTo>
                      <a:pt x="122" y="283"/>
                      <a:pt x="90" y="280"/>
                      <a:pt x="58" y="275"/>
                    </a:cubicBezTo>
                    <a:cubicBezTo>
                      <a:pt x="56" y="275"/>
                      <a:pt x="55" y="275"/>
                      <a:pt x="53" y="275"/>
                    </a:cubicBezTo>
                    <a:cubicBezTo>
                      <a:pt x="18" y="275"/>
                      <a:pt x="0" y="320"/>
                      <a:pt x="31" y="341"/>
                    </a:cubicBezTo>
                    <a:cubicBezTo>
                      <a:pt x="91" y="379"/>
                      <a:pt x="156" y="400"/>
                      <a:pt x="227" y="411"/>
                    </a:cubicBezTo>
                    <a:cubicBezTo>
                      <a:pt x="227" y="417"/>
                      <a:pt x="227" y="422"/>
                      <a:pt x="221" y="427"/>
                    </a:cubicBezTo>
                    <a:cubicBezTo>
                      <a:pt x="189" y="525"/>
                      <a:pt x="205" y="672"/>
                      <a:pt x="308" y="726"/>
                    </a:cubicBezTo>
                    <a:cubicBezTo>
                      <a:pt x="317" y="732"/>
                      <a:pt x="327" y="734"/>
                      <a:pt x="337" y="734"/>
                    </a:cubicBezTo>
                    <a:cubicBezTo>
                      <a:pt x="358" y="734"/>
                      <a:pt x="381" y="723"/>
                      <a:pt x="395" y="705"/>
                    </a:cubicBezTo>
                    <a:cubicBezTo>
                      <a:pt x="423" y="661"/>
                      <a:pt x="428" y="612"/>
                      <a:pt x="406" y="574"/>
                    </a:cubicBezTo>
                    <a:cubicBezTo>
                      <a:pt x="401" y="520"/>
                      <a:pt x="406" y="466"/>
                      <a:pt x="417" y="411"/>
                    </a:cubicBezTo>
                    <a:cubicBezTo>
                      <a:pt x="493" y="411"/>
                      <a:pt x="569" y="389"/>
                      <a:pt x="629" y="346"/>
                    </a:cubicBezTo>
                    <a:cubicBezTo>
                      <a:pt x="651" y="319"/>
                      <a:pt x="645" y="281"/>
                      <a:pt x="618" y="264"/>
                    </a:cubicBezTo>
                    <a:cubicBezTo>
                      <a:pt x="581" y="242"/>
                      <a:pt x="538" y="230"/>
                      <a:pt x="496" y="230"/>
                    </a:cubicBezTo>
                    <a:cubicBezTo>
                      <a:pt x="476" y="230"/>
                      <a:pt x="457" y="232"/>
                      <a:pt x="439" y="237"/>
                    </a:cubicBezTo>
                    <a:cubicBezTo>
                      <a:pt x="444" y="172"/>
                      <a:pt x="444" y="107"/>
                      <a:pt x="433" y="42"/>
                    </a:cubicBezTo>
                    <a:cubicBezTo>
                      <a:pt x="428" y="14"/>
                      <a:pt x="402"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0"/>
              <p:cNvSpPr/>
              <p:nvPr/>
            </p:nvSpPr>
            <p:spPr>
              <a:xfrm>
                <a:off x="3666050" y="5320575"/>
                <a:ext cx="17425" cy="29050"/>
              </a:xfrm>
              <a:custGeom>
                <a:rect b="b" l="l" r="r" t="t"/>
                <a:pathLst>
                  <a:path extrusionOk="0" h="1162" w="697">
                    <a:moveTo>
                      <a:pt x="350" y="1"/>
                    </a:moveTo>
                    <a:cubicBezTo>
                      <a:pt x="339" y="1"/>
                      <a:pt x="328" y="7"/>
                      <a:pt x="322" y="21"/>
                    </a:cubicBezTo>
                    <a:cubicBezTo>
                      <a:pt x="245" y="167"/>
                      <a:pt x="153" y="309"/>
                      <a:pt x="61" y="450"/>
                    </a:cubicBezTo>
                    <a:cubicBezTo>
                      <a:pt x="1" y="537"/>
                      <a:pt x="6" y="651"/>
                      <a:pt x="77" y="727"/>
                    </a:cubicBezTo>
                    <a:cubicBezTo>
                      <a:pt x="160" y="786"/>
                      <a:pt x="256" y="818"/>
                      <a:pt x="355" y="818"/>
                    </a:cubicBezTo>
                    <a:cubicBezTo>
                      <a:pt x="385" y="818"/>
                      <a:pt x="416" y="815"/>
                      <a:pt x="447" y="809"/>
                    </a:cubicBezTo>
                    <a:lnTo>
                      <a:pt x="447" y="809"/>
                    </a:lnTo>
                    <a:cubicBezTo>
                      <a:pt x="425" y="918"/>
                      <a:pt x="370" y="1048"/>
                      <a:pt x="457" y="1135"/>
                    </a:cubicBezTo>
                    <a:cubicBezTo>
                      <a:pt x="473" y="1151"/>
                      <a:pt x="498" y="1161"/>
                      <a:pt x="523" y="1161"/>
                    </a:cubicBezTo>
                    <a:cubicBezTo>
                      <a:pt x="532" y="1161"/>
                      <a:pt x="541" y="1160"/>
                      <a:pt x="550" y="1157"/>
                    </a:cubicBezTo>
                    <a:cubicBezTo>
                      <a:pt x="588" y="1146"/>
                      <a:pt x="615" y="1124"/>
                      <a:pt x="615" y="1081"/>
                    </a:cubicBezTo>
                    <a:cubicBezTo>
                      <a:pt x="615" y="1059"/>
                      <a:pt x="604" y="1037"/>
                      <a:pt x="604" y="1021"/>
                    </a:cubicBezTo>
                    <a:cubicBezTo>
                      <a:pt x="604" y="988"/>
                      <a:pt x="610" y="950"/>
                      <a:pt x="620" y="923"/>
                    </a:cubicBezTo>
                    <a:cubicBezTo>
                      <a:pt x="642" y="727"/>
                      <a:pt x="697" y="515"/>
                      <a:pt x="626" y="325"/>
                    </a:cubicBezTo>
                    <a:lnTo>
                      <a:pt x="631" y="325"/>
                    </a:lnTo>
                    <a:cubicBezTo>
                      <a:pt x="629" y="314"/>
                      <a:pt x="619" y="309"/>
                      <a:pt x="610" y="309"/>
                    </a:cubicBezTo>
                    <a:cubicBezTo>
                      <a:pt x="600" y="309"/>
                      <a:pt x="591" y="314"/>
                      <a:pt x="588" y="325"/>
                    </a:cubicBezTo>
                    <a:cubicBezTo>
                      <a:pt x="561" y="401"/>
                      <a:pt x="539" y="483"/>
                      <a:pt x="517" y="559"/>
                    </a:cubicBezTo>
                    <a:cubicBezTo>
                      <a:pt x="512" y="586"/>
                      <a:pt x="506" y="613"/>
                      <a:pt x="495" y="635"/>
                    </a:cubicBezTo>
                    <a:cubicBezTo>
                      <a:pt x="490" y="635"/>
                      <a:pt x="485" y="635"/>
                      <a:pt x="480" y="635"/>
                    </a:cubicBezTo>
                    <a:cubicBezTo>
                      <a:pt x="423" y="635"/>
                      <a:pt x="356" y="649"/>
                      <a:pt x="298" y="649"/>
                    </a:cubicBezTo>
                    <a:cubicBezTo>
                      <a:pt x="251" y="649"/>
                      <a:pt x="211" y="640"/>
                      <a:pt x="186" y="608"/>
                    </a:cubicBezTo>
                    <a:cubicBezTo>
                      <a:pt x="142" y="553"/>
                      <a:pt x="267" y="412"/>
                      <a:pt x="289" y="358"/>
                    </a:cubicBezTo>
                    <a:cubicBezTo>
                      <a:pt x="332" y="254"/>
                      <a:pt x="403" y="157"/>
                      <a:pt x="392" y="42"/>
                    </a:cubicBezTo>
                    <a:cubicBezTo>
                      <a:pt x="392" y="18"/>
                      <a:pt x="370" y="1"/>
                      <a:pt x="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0"/>
              <p:cNvSpPr/>
              <p:nvPr/>
            </p:nvSpPr>
            <p:spPr>
              <a:xfrm>
                <a:off x="3686175" y="5329075"/>
                <a:ext cx="15500" cy="5400"/>
              </a:xfrm>
              <a:custGeom>
                <a:rect b="b" l="l" r="r" t="t"/>
                <a:pathLst>
                  <a:path extrusionOk="0" h="216" w="620">
                    <a:moveTo>
                      <a:pt x="473" y="0"/>
                    </a:moveTo>
                    <a:cubicBezTo>
                      <a:pt x="328" y="0"/>
                      <a:pt x="208" y="78"/>
                      <a:pt x="60" y="83"/>
                    </a:cubicBezTo>
                    <a:cubicBezTo>
                      <a:pt x="0" y="94"/>
                      <a:pt x="0" y="175"/>
                      <a:pt x="60" y="186"/>
                    </a:cubicBezTo>
                    <a:cubicBezTo>
                      <a:pt x="130" y="191"/>
                      <a:pt x="196" y="216"/>
                      <a:pt x="268" y="216"/>
                    </a:cubicBezTo>
                    <a:cubicBezTo>
                      <a:pt x="280" y="216"/>
                      <a:pt x="292" y="215"/>
                      <a:pt x="305" y="213"/>
                    </a:cubicBezTo>
                    <a:cubicBezTo>
                      <a:pt x="332" y="213"/>
                      <a:pt x="354" y="197"/>
                      <a:pt x="381" y="192"/>
                    </a:cubicBezTo>
                    <a:cubicBezTo>
                      <a:pt x="400" y="189"/>
                      <a:pt x="420" y="188"/>
                      <a:pt x="441" y="188"/>
                    </a:cubicBezTo>
                    <a:cubicBezTo>
                      <a:pt x="461" y="188"/>
                      <a:pt x="481" y="189"/>
                      <a:pt x="500" y="192"/>
                    </a:cubicBezTo>
                    <a:cubicBezTo>
                      <a:pt x="620" y="192"/>
                      <a:pt x="620" y="12"/>
                      <a:pt x="500" y="1"/>
                    </a:cubicBezTo>
                    <a:cubicBezTo>
                      <a:pt x="491" y="1"/>
                      <a:pt x="482"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0"/>
              <p:cNvSpPr/>
              <p:nvPr/>
            </p:nvSpPr>
            <p:spPr>
              <a:xfrm>
                <a:off x="3686975" y="5337275"/>
                <a:ext cx="15925" cy="4825"/>
              </a:xfrm>
              <a:custGeom>
                <a:rect b="b" l="l" r="r" t="t"/>
                <a:pathLst>
                  <a:path extrusionOk="0" h="193" w="637">
                    <a:moveTo>
                      <a:pt x="392" y="1"/>
                    </a:moveTo>
                    <a:cubicBezTo>
                      <a:pt x="290" y="1"/>
                      <a:pt x="183" y="18"/>
                      <a:pt x="99" y="21"/>
                    </a:cubicBezTo>
                    <a:cubicBezTo>
                      <a:pt x="1" y="21"/>
                      <a:pt x="1" y="168"/>
                      <a:pt x="99" y="168"/>
                    </a:cubicBezTo>
                    <a:cubicBezTo>
                      <a:pt x="182" y="174"/>
                      <a:pt x="287" y="193"/>
                      <a:pt x="388" y="193"/>
                    </a:cubicBezTo>
                    <a:cubicBezTo>
                      <a:pt x="465" y="193"/>
                      <a:pt x="540" y="182"/>
                      <a:pt x="599" y="146"/>
                    </a:cubicBezTo>
                    <a:cubicBezTo>
                      <a:pt x="637" y="125"/>
                      <a:pt x="637" y="70"/>
                      <a:pt x="599" y="43"/>
                    </a:cubicBezTo>
                    <a:cubicBezTo>
                      <a:pt x="541" y="10"/>
                      <a:pt x="468"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0"/>
              <p:cNvSpPr/>
              <p:nvPr/>
            </p:nvSpPr>
            <p:spPr>
              <a:xfrm>
                <a:off x="3714025" y="5320100"/>
                <a:ext cx="19200" cy="27200"/>
              </a:xfrm>
              <a:custGeom>
                <a:rect b="b" l="l" r="r" t="t"/>
                <a:pathLst>
                  <a:path extrusionOk="0" h="1088" w="768">
                    <a:moveTo>
                      <a:pt x="361" y="636"/>
                    </a:moveTo>
                    <a:cubicBezTo>
                      <a:pt x="385" y="636"/>
                      <a:pt x="408" y="640"/>
                      <a:pt x="430" y="648"/>
                    </a:cubicBezTo>
                    <a:cubicBezTo>
                      <a:pt x="490" y="676"/>
                      <a:pt x="463" y="719"/>
                      <a:pt x="441" y="768"/>
                    </a:cubicBezTo>
                    <a:cubicBezTo>
                      <a:pt x="425" y="801"/>
                      <a:pt x="403" y="828"/>
                      <a:pt x="370" y="855"/>
                    </a:cubicBezTo>
                    <a:cubicBezTo>
                      <a:pt x="347" y="882"/>
                      <a:pt x="331" y="895"/>
                      <a:pt x="315" y="895"/>
                    </a:cubicBezTo>
                    <a:cubicBezTo>
                      <a:pt x="301" y="895"/>
                      <a:pt x="287" y="886"/>
                      <a:pt x="267" y="866"/>
                    </a:cubicBezTo>
                    <a:cubicBezTo>
                      <a:pt x="224" y="822"/>
                      <a:pt x="191" y="763"/>
                      <a:pt x="180" y="703"/>
                    </a:cubicBezTo>
                    <a:cubicBezTo>
                      <a:pt x="196" y="697"/>
                      <a:pt x="207" y="692"/>
                      <a:pt x="218" y="681"/>
                    </a:cubicBezTo>
                    <a:cubicBezTo>
                      <a:pt x="218" y="681"/>
                      <a:pt x="224" y="681"/>
                      <a:pt x="224" y="676"/>
                    </a:cubicBezTo>
                    <a:cubicBezTo>
                      <a:pt x="229" y="676"/>
                      <a:pt x="240" y="670"/>
                      <a:pt x="245" y="670"/>
                    </a:cubicBezTo>
                    <a:cubicBezTo>
                      <a:pt x="262" y="665"/>
                      <a:pt x="272" y="654"/>
                      <a:pt x="289" y="648"/>
                    </a:cubicBezTo>
                    <a:cubicBezTo>
                      <a:pt x="313" y="640"/>
                      <a:pt x="338" y="636"/>
                      <a:pt x="361" y="636"/>
                    </a:cubicBezTo>
                    <a:close/>
                    <a:moveTo>
                      <a:pt x="353" y="0"/>
                    </a:moveTo>
                    <a:cubicBezTo>
                      <a:pt x="344" y="0"/>
                      <a:pt x="335" y="6"/>
                      <a:pt x="332" y="18"/>
                    </a:cubicBezTo>
                    <a:cubicBezTo>
                      <a:pt x="272" y="165"/>
                      <a:pt x="169" y="279"/>
                      <a:pt x="82" y="404"/>
                    </a:cubicBezTo>
                    <a:cubicBezTo>
                      <a:pt x="28" y="513"/>
                      <a:pt x="1" y="632"/>
                      <a:pt x="22" y="752"/>
                    </a:cubicBezTo>
                    <a:cubicBezTo>
                      <a:pt x="33" y="866"/>
                      <a:pt x="98" y="975"/>
                      <a:pt x="196" y="1045"/>
                    </a:cubicBezTo>
                    <a:cubicBezTo>
                      <a:pt x="236" y="1075"/>
                      <a:pt x="276" y="1087"/>
                      <a:pt x="315" y="1087"/>
                    </a:cubicBezTo>
                    <a:cubicBezTo>
                      <a:pt x="385" y="1087"/>
                      <a:pt x="453" y="1048"/>
                      <a:pt x="512" y="996"/>
                    </a:cubicBezTo>
                    <a:cubicBezTo>
                      <a:pt x="664" y="860"/>
                      <a:pt x="767" y="578"/>
                      <a:pt x="539" y="458"/>
                    </a:cubicBezTo>
                    <a:cubicBezTo>
                      <a:pt x="482" y="433"/>
                      <a:pt x="423" y="419"/>
                      <a:pt x="364" y="419"/>
                    </a:cubicBezTo>
                    <a:cubicBezTo>
                      <a:pt x="321" y="419"/>
                      <a:pt x="278" y="426"/>
                      <a:pt x="234" y="442"/>
                    </a:cubicBezTo>
                    <a:cubicBezTo>
                      <a:pt x="300" y="306"/>
                      <a:pt x="392" y="165"/>
                      <a:pt x="381" y="23"/>
                    </a:cubicBezTo>
                    <a:cubicBezTo>
                      <a:pt x="378" y="8"/>
                      <a:pt x="365" y="0"/>
                      <a:pt x="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0"/>
              <p:cNvSpPr/>
              <p:nvPr/>
            </p:nvSpPr>
            <p:spPr>
              <a:xfrm>
                <a:off x="3616175" y="5355375"/>
                <a:ext cx="17975" cy="19550"/>
              </a:xfrm>
              <a:custGeom>
                <a:rect b="b" l="l" r="r" t="t"/>
                <a:pathLst>
                  <a:path extrusionOk="0" h="782" w="719">
                    <a:moveTo>
                      <a:pt x="202" y="1"/>
                    </a:moveTo>
                    <a:cubicBezTo>
                      <a:pt x="191" y="1"/>
                      <a:pt x="180" y="2"/>
                      <a:pt x="169" y="4"/>
                    </a:cubicBezTo>
                    <a:cubicBezTo>
                      <a:pt x="104" y="26"/>
                      <a:pt x="115" y="118"/>
                      <a:pt x="186" y="124"/>
                    </a:cubicBezTo>
                    <a:cubicBezTo>
                      <a:pt x="187" y="123"/>
                      <a:pt x="189" y="123"/>
                      <a:pt x="191" y="123"/>
                    </a:cubicBezTo>
                    <a:cubicBezTo>
                      <a:pt x="248" y="123"/>
                      <a:pt x="295" y="213"/>
                      <a:pt x="332" y="287"/>
                    </a:cubicBezTo>
                    <a:cubicBezTo>
                      <a:pt x="229" y="412"/>
                      <a:pt x="1" y="558"/>
                      <a:pt x="88" y="749"/>
                    </a:cubicBezTo>
                    <a:cubicBezTo>
                      <a:pt x="101" y="770"/>
                      <a:pt x="126" y="781"/>
                      <a:pt x="150" y="781"/>
                    </a:cubicBezTo>
                    <a:cubicBezTo>
                      <a:pt x="175" y="781"/>
                      <a:pt x="199" y="770"/>
                      <a:pt x="213" y="749"/>
                    </a:cubicBezTo>
                    <a:cubicBezTo>
                      <a:pt x="229" y="694"/>
                      <a:pt x="256" y="640"/>
                      <a:pt x="289" y="596"/>
                    </a:cubicBezTo>
                    <a:cubicBezTo>
                      <a:pt x="338" y="542"/>
                      <a:pt x="381" y="488"/>
                      <a:pt x="425" y="428"/>
                    </a:cubicBezTo>
                    <a:cubicBezTo>
                      <a:pt x="472" y="496"/>
                      <a:pt x="538" y="553"/>
                      <a:pt x="606" y="553"/>
                    </a:cubicBezTo>
                    <a:cubicBezTo>
                      <a:pt x="609" y="553"/>
                      <a:pt x="612" y="553"/>
                      <a:pt x="615" y="553"/>
                    </a:cubicBezTo>
                    <a:cubicBezTo>
                      <a:pt x="648" y="553"/>
                      <a:pt x="675" y="526"/>
                      <a:pt x="675" y="493"/>
                    </a:cubicBezTo>
                    <a:cubicBezTo>
                      <a:pt x="680" y="428"/>
                      <a:pt x="621" y="384"/>
                      <a:pt x="577" y="336"/>
                    </a:cubicBezTo>
                    <a:cubicBezTo>
                      <a:pt x="555" y="314"/>
                      <a:pt x="534" y="292"/>
                      <a:pt x="517" y="270"/>
                    </a:cubicBezTo>
                    <a:cubicBezTo>
                      <a:pt x="555" y="189"/>
                      <a:pt x="621" y="124"/>
                      <a:pt x="697" y="85"/>
                    </a:cubicBezTo>
                    <a:cubicBezTo>
                      <a:pt x="718" y="75"/>
                      <a:pt x="713" y="37"/>
                      <a:pt x="691" y="37"/>
                    </a:cubicBezTo>
                    <a:lnTo>
                      <a:pt x="686" y="37"/>
                    </a:lnTo>
                    <a:cubicBezTo>
                      <a:pt x="588" y="37"/>
                      <a:pt x="496" y="80"/>
                      <a:pt x="441" y="156"/>
                    </a:cubicBezTo>
                    <a:cubicBezTo>
                      <a:pt x="383" y="83"/>
                      <a:pt x="297"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0"/>
              <p:cNvSpPr/>
              <p:nvPr/>
            </p:nvSpPr>
            <p:spPr>
              <a:xfrm>
                <a:off x="3641050" y="5356250"/>
                <a:ext cx="15325" cy="4900"/>
              </a:xfrm>
              <a:custGeom>
                <a:rect b="b" l="l" r="r" t="t"/>
                <a:pathLst>
                  <a:path extrusionOk="0" h="196" w="613">
                    <a:moveTo>
                      <a:pt x="417" y="0"/>
                    </a:moveTo>
                    <a:cubicBezTo>
                      <a:pt x="408" y="0"/>
                      <a:pt x="400" y="1"/>
                      <a:pt x="392" y="2"/>
                    </a:cubicBezTo>
                    <a:cubicBezTo>
                      <a:pt x="343" y="7"/>
                      <a:pt x="294" y="18"/>
                      <a:pt x="251" y="34"/>
                    </a:cubicBezTo>
                    <a:cubicBezTo>
                      <a:pt x="180" y="61"/>
                      <a:pt x="115" y="72"/>
                      <a:pt x="44" y="94"/>
                    </a:cubicBezTo>
                    <a:cubicBezTo>
                      <a:pt x="1" y="105"/>
                      <a:pt x="1" y="165"/>
                      <a:pt x="44" y="175"/>
                    </a:cubicBezTo>
                    <a:cubicBezTo>
                      <a:pt x="100" y="189"/>
                      <a:pt x="158" y="196"/>
                      <a:pt x="217" y="196"/>
                    </a:cubicBezTo>
                    <a:cubicBezTo>
                      <a:pt x="255" y="196"/>
                      <a:pt x="294" y="193"/>
                      <a:pt x="332" y="186"/>
                    </a:cubicBezTo>
                    <a:cubicBezTo>
                      <a:pt x="365" y="181"/>
                      <a:pt x="403" y="181"/>
                      <a:pt x="435" y="181"/>
                    </a:cubicBezTo>
                    <a:cubicBezTo>
                      <a:pt x="474" y="186"/>
                      <a:pt x="506" y="192"/>
                      <a:pt x="544" y="192"/>
                    </a:cubicBezTo>
                    <a:cubicBezTo>
                      <a:pt x="566" y="186"/>
                      <a:pt x="582" y="170"/>
                      <a:pt x="588" y="148"/>
                    </a:cubicBezTo>
                    <a:cubicBezTo>
                      <a:pt x="612" y="49"/>
                      <a:pt x="502"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0"/>
              <p:cNvSpPr/>
              <p:nvPr/>
            </p:nvSpPr>
            <p:spPr>
              <a:xfrm>
                <a:off x="3639100" y="5365400"/>
                <a:ext cx="11750" cy="4450"/>
              </a:xfrm>
              <a:custGeom>
                <a:rect b="b" l="l" r="r" t="t"/>
                <a:pathLst>
                  <a:path extrusionOk="0" h="178" w="470">
                    <a:moveTo>
                      <a:pt x="365" y="1"/>
                    </a:moveTo>
                    <a:cubicBezTo>
                      <a:pt x="332" y="1"/>
                      <a:pt x="299" y="9"/>
                      <a:pt x="269" y="27"/>
                    </a:cubicBezTo>
                    <a:cubicBezTo>
                      <a:pt x="224" y="49"/>
                      <a:pt x="179" y="62"/>
                      <a:pt x="132" y="62"/>
                    </a:cubicBezTo>
                    <a:cubicBezTo>
                      <a:pt x="111" y="62"/>
                      <a:pt x="90" y="59"/>
                      <a:pt x="68" y="54"/>
                    </a:cubicBezTo>
                    <a:cubicBezTo>
                      <a:pt x="64" y="53"/>
                      <a:pt x="61" y="53"/>
                      <a:pt x="57" y="53"/>
                    </a:cubicBezTo>
                    <a:cubicBezTo>
                      <a:pt x="20" y="53"/>
                      <a:pt x="0" y="105"/>
                      <a:pt x="35" y="130"/>
                    </a:cubicBezTo>
                    <a:cubicBezTo>
                      <a:pt x="85" y="163"/>
                      <a:pt x="138" y="178"/>
                      <a:pt x="194" y="178"/>
                    </a:cubicBezTo>
                    <a:cubicBezTo>
                      <a:pt x="212" y="178"/>
                      <a:pt x="229" y="176"/>
                      <a:pt x="247" y="174"/>
                    </a:cubicBezTo>
                    <a:cubicBezTo>
                      <a:pt x="323" y="168"/>
                      <a:pt x="394" y="136"/>
                      <a:pt x="448" y="92"/>
                    </a:cubicBezTo>
                    <a:cubicBezTo>
                      <a:pt x="470" y="70"/>
                      <a:pt x="465" y="32"/>
                      <a:pt x="443" y="16"/>
                    </a:cubicBezTo>
                    <a:cubicBezTo>
                      <a:pt x="418" y="6"/>
                      <a:pt x="392"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0"/>
              <p:cNvSpPr/>
              <p:nvPr/>
            </p:nvSpPr>
            <p:spPr>
              <a:xfrm>
                <a:off x="3586025" y="5501125"/>
                <a:ext cx="6200" cy="11350"/>
              </a:xfrm>
              <a:custGeom>
                <a:rect b="b" l="l" r="r" t="t"/>
                <a:pathLst>
                  <a:path extrusionOk="0" h="454" w="248">
                    <a:moveTo>
                      <a:pt x="163" y="0"/>
                    </a:moveTo>
                    <a:cubicBezTo>
                      <a:pt x="144" y="0"/>
                      <a:pt x="124" y="8"/>
                      <a:pt x="109" y="28"/>
                    </a:cubicBezTo>
                    <a:cubicBezTo>
                      <a:pt x="65" y="104"/>
                      <a:pt x="33" y="191"/>
                      <a:pt x="16" y="278"/>
                    </a:cubicBezTo>
                    <a:cubicBezTo>
                      <a:pt x="0" y="344"/>
                      <a:pt x="6" y="436"/>
                      <a:pt x="82" y="452"/>
                    </a:cubicBezTo>
                    <a:cubicBezTo>
                      <a:pt x="85" y="453"/>
                      <a:pt x="88" y="454"/>
                      <a:pt x="91" y="454"/>
                    </a:cubicBezTo>
                    <a:cubicBezTo>
                      <a:pt x="104" y="454"/>
                      <a:pt x="116" y="445"/>
                      <a:pt x="125" y="436"/>
                    </a:cubicBezTo>
                    <a:cubicBezTo>
                      <a:pt x="152" y="392"/>
                      <a:pt x="131" y="333"/>
                      <a:pt x="147" y="278"/>
                    </a:cubicBezTo>
                    <a:cubicBezTo>
                      <a:pt x="158" y="213"/>
                      <a:pt x="180" y="148"/>
                      <a:pt x="218" y="88"/>
                    </a:cubicBezTo>
                    <a:cubicBezTo>
                      <a:pt x="248" y="43"/>
                      <a:pt x="207"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0"/>
              <p:cNvSpPr/>
              <p:nvPr/>
            </p:nvSpPr>
            <p:spPr>
              <a:xfrm>
                <a:off x="3590900" y="5502350"/>
                <a:ext cx="6825" cy="8550"/>
              </a:xfrm>
              <a:custGeom>
                <a:rect b="b" l="l" r="r" t="t"/>
                <a:pathLst>
                  <a:path extrusionOk="0" h="342" w="273">
                    <a:moveTo>
                      <a:pt x="115" y="1"/>
                    </a:moveTo>
                    <a:cubicBezTo>
                      <a:pt x="63" y="1"/>
                      <a:pt x="30" y="62"/>
                      <a:pt x="71" y="99"/>
                    </a:cubicBezTo>
                    <a:cubicBezTo>
                      <a:pt x="61" y="131"/>
                      <a:pt x="39" y="159"/>
                      <a:pt x="23" y="186"/>
                    </a:cubicBezTo>
                    <a:cubicBezTo>
                      <a:pt x="1" y="229"/>
                      <a:pt x="1" y="278"/>
                      <a:pt x="23" y="322"/>
                    </a:cubicBezTo>
                    <a:cubicBezTo>
                      <a:pt x="32" y="335"/>
                      <a:pt x="46" y="341"/>
                      <a:pt x="59" y="341"/>
                    </a:cubicBezTo>
                    <a:cubicBezTo>
                      <a:pt x="79" y="341"/>
                      <a:pt x="98" y="330"/>
                      <a:pt x="104" y="311"/>
                    </a:cubicBezTo>
                    <a:cubicBezTo>
                      <a:pt x="137" y="229"/>
                      <a:pt x="273" y="61"/>
                      <a:pt x="142" y="6"/>
                    </a:cubicBezTo>
                    <a:cubicBezTo>
                      <a:pt x="133" y="3"/>
                      <a:pt x="123"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0"/>
              <p:cNvSpPr/>
              <p:nvPr/>
            </p:nvSpPr>
            <p:spPr>
              <a:xfrm>
                <a:off x="3594725" y="5506975"/>
                <a:ext cx="5525" cy="9225"/>
              </a:xfrm>
              <a:custGeom>
                <a:rect b="b" l="l" r="r" t="t"/>
                <a:pathLst>
                  <a:path extrusionOk="0" h="369" w="221">
                    <a:moveTo>
                      <a:pt x="156" y="1"/>
                    </a:moveTo>
                    <a:cubicBezTo>
                      <a:pt x="124" y="1"/>
                      <a:pt x="90" y="23"/>
                      <a:pt x="87" y="66"/>
                    </a:cubicBezTo>
                    <a:cubicBezTo>
                      <a:pt x="76" y="164"/>
                      <a:pt x="0" y="251"/>
                      <a:pt x="49" y="349"/>
                    </a:cubicBezTo>
                    <a:cubicBezTo>
                      <a:pt x="55" y="361"/>
                      <a:pt x="66" y="368"/>
                      <a:pt x="79" y="368"/>
                    </a:cubicBezTo>
                    <a:cubicBezTo>
                      <a:pt x="89" y="368"/>
                      <a:pt x="99" y="364"/>
                      <a:pt x="109" y="354"/>
                    </a:cubicBezTo>
                    <a:cubicBezTo>
                      <a:pt x="179" y="273"/>
                      <a:pt x="217" y="169"/>
                      <a:pt x="217" y="66"/>
                    </a:cubicBezTo>
                    <a:cubicBezTo>
                      <a:pt x="220" y="23"/>
                      <a:pt x="189"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0"/>
              <p:cNvSpPr/>
              <p:nvPr/>
            </p:nvSpPr>
            <p:spPr>
              <a:xfrm>
                <a:off x="3686300" y="5420550"/>
                <a:ext cx="3475" cy="7850"/>
              </a:xfrm>
              <a:custGeom>
                <a:rect b="b" l="l" r="r" t="t"/>
                <a:pathLst>
                  <a:path extrusionOk="0" h="314" w="139">
                    <a:moveTo>
                      <a:pt x="107" y="0"/>
                    </a:moveTo>
                    <a:cubicBezTo>
                      <a:pt x="102" y="0"/>
                      <a:pt x="97" y="2"/>
                      <a:pt x="93" y="6"/>
                    </a:cubicBezTo>
                    <a:cubicBezTo>
                      <a:pt x="33" y="82"/>
                      <a:pt x="1" y="175"/>
                      <a:pt x="17" y="272"/>
                    </a:cubicBezTo>
                    <a:cubicBezTo>
                      <a:pt x="17" y="300"/>
                      <a:pt x="39" y="313"/>
                      <a:pt x="61" y="313"/>
                    </a:cubicBezTo>
                    <a:cubicBezTo>
                      <a:pt x="82" y="313"/>
                      <a:pt x="104" y="300"/>
                      <a:pt x="104" y="272"/>
                    </a:cubicBezTo>
                    <a:cubicBezTo>
                      <a:pt x="109" y="185"/>
                      <a:pt x="71" y="109"/>
                      <a:pt x="126" y="33"/>
                    </a:cubicBezTo>
                    <a:cubicBezTo>
                      <a:pt x="138" y="17"/>
                      <a:pt x="122"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0"/>
              <p:cNvSpPr/>
              <p:nvPr/>
            </p:nvSpPr>
            <p:spPr>
              <a:xfrm>
                <a:off x="3691475" y="5419825"/>
                <a:ext cx="5050" cy="9425"/>
              </a:xfrm>
              <a:custGeom>
                <a:rect b="b" l="l" r="r" t="t"/>
                <a:pathLst>
                  <a:path extrusionOk="0" h="377" w="202">
                    <a:moveTo>
                      <a:pt x="139" y="0"/>
                    </a:moveTo>
                    <a:cubicBezTo>
                      <a:pt x="115" y="0"/>
                      <a:pt x="93" y="17"/>
                      <a:pt x="93" y="51"/>
                    </a:cubicBezTo>
                    <a:cubicBezTo>
                      <a:pt x="93" y="111"/>
                      <a:pt x="49" y="144"/>
                      <a:pt x="22" y="193"/>
                    </a:cubicBezTo>
                    <a:cubicBezTo>
                      <a:pt x="0" y="242"/>
                      <a:pt x="0" y="291"/>
                      <a:pt x="11" y="340"/>
                    </a:cubicBezTo>
                    <a:cubicBezTo>
                      <a:pt x="22" y="364"/>
                      <a:pt x="45" y="376"/>
                      <a:pt x="68" y="376"/>
                    </a:cubicBezTo>
                    <a:cubicBezTo>
                      <a:pt x="91" y="376"/>
                      <a:pt x="114" y="364"/>
                      <a:pt x="125" y="340"/>
                    </a:cubicBezTo>
                    <a:cubicBezTo>
                      <a:pt x="131" y="291"/>
                      <a:pt x="147" y="242"/>
                      <a:pt x="169" y="198"/>
                    </a:cubicBezTo>
                    <a:cubicBezTo>
                      <a:pt x="191" y="149"/>
                      <a:pt x="201" y="100"/>
                      <a:pt x="196" y="51"/>
                    </a:cubicBezTo>
                    <a:cubicBezTo>
                      <a:pt x="190" y="18"/>
                      <a:pt x="164"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0"/>
              <p:cNvSpPr/>
              <p:nvPr/>
            </p:nvSpPr>
            <p:spPr>
              <a:xfrm>
                <a:off x="3696625" y="5419975"/>
                <a:ext cx="5600" cy="7400"/>
              </a:xfrm>
              <a:custGeom>
                <a:rect b="b" l="l" r="r" t="t"/>
                <a:pathLst>
                  <a:path extrusionOk="0" h="296" w="224">
                    <a:moveTo>
                      <a:pt x="180" y="1"/>
                    </a:moveTo>
                    <a:cubicBezTo>
                      <a:pt x="157" y="1"/>
                      <a:pt x="134" y="16"/>
                      <a:pt x="131" y="45"/>
                    </a:cubicBezTo>
                    <a:cubicBezTo>
                      <a:pt x="126" y="89"/>
                      <a:pt x="82" y="111"/>
                      <a:pt x="55" y="143"/>
                    </a:cubicBezTo>
                    <a:cubicBezTo>
                      <a:pt x="28" y="170"/>
                      <a:pt x="12" y="208"/>
                      <a:pt x="12" y="247"/>
                    </a:cubicBezTo>
                    <a:cubicBezTo>
                      <a:pt x="1" y="257"/>
                      <a:pt x="6" y="279"/>
                      <a:pt x="17" y="290"/>
                    </a:cubicBezTo>
                    <a:cubicBezTo>
                      <a:pt x="28" y="294"/>
                      <a:pt x="37" y="296"/>
                      <a:pt x="45" y="296"/>
                    </a:cubicBezTo>
                    <a:cubicBezTo>
                      <a:pt x="93" y="296"/>
                      <a:pt x="110" y="236"/>
                      <a:pt x="142" y="203"/>
                    </a:cubicBezTo>
                    <a:cubicBezTo>
                      <a:pt x="186" y="160"/>
                      <a:pt x="218" y="105"/>
                      <a:pt x="224" y="45"/>
                    </a:cubicBezTo>
                    <a:cubicBezTo>
                      <a:pt x="224" y="16"/>
                      <a:pt x="202" y="1"/>
                      <a:pt x="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0"/>
              <p:cNvSpPr/>
              <p:nvPr/>
            </p:nvSpPr>
            <p:spPr>
              <a:xfrm>
                <a:off x="3705475" y="5421800"/>
                <a:ext cx="3550" cy="5675"/>
              </a:xfrm>
              <a:custGeom>
                <a:rect b="b" l="l" r="r" t="t"/>
                <a:pathLst>
                  <a:path extrusionOk="0" h="227" w="142">
                    <a:moveTo>
                      <a:pt x="69" y="1"/>
                    </a:moveTo>
                    <a:cubicBezTo>
                      <a:pt x="30" y="1"/>
                      <a:pt x="6" y="57"/>
                      <a:pt x="44" y="81"/>
                    </a:cubicBezTo>
                    <a:cubicBezTo>
                      <a:pt x="38" y="81"/>
                      <a:pt x="44" y="81"/>
                      <a:pt x="38" y="92"/>
                    </a:cubicBezTo>
                    <a:cubicBezTo>
                      <a:pt x="33" y="97"/>
                      <a:pt x="33" y="108"/>
                      <a:pt x="27" y="119"/>
                    </a:cubicBezTo>
                    <a:cubicBezTo>
                      <a:pt x="11" y="141"/>
                      <a:pt x="0" y="174"/>
                      <a:pt x="6" y="201"/>
                    </a:cubicBezTo>
                    <a:cubicBezTo>
                      <a:pt x="10" y="217"/>
                      <a:pt x="25" y="227"/>
                      <a:pt x="42" y="227"/>
                    </a:cubicBezTo>
                    <a:cubicBezTo>
                      <a:pt x="48" y="227"/>
                      <a:pt x="54" y="225"/>
                      <a:pt x="60" y="222"/>
                    </a:cubicBezTo>
                    <a:cubicBezTo>
                      <a:pt x="93" y="195"/>
                      <a:pt x="114" y="163"/>
                      <a:pt x="125" y="119"/>
                    </a:cubicBezTo>
                    <a:cubicBezTo>
                      <a:pt x="142" y="76"/>
                      <a:pt x="125" y="32"/>
                      <a:pt x="87" y="5"/>
                    </a:cubicBezTo>
                    <a:cubicBezTo>
                      <a:pt x="81" y="2"/>
                      <a:pt x="75"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0"/>
              <p:cNvSpPr/>
              <p:nvPr/>
            </p:nvSpPr>
            <p:spPr>
              <a:xfrm>
                <a:off x="3683875" y="5459025"/>
                <a:ext cx="3400" cy="8400"/>
              </a:xfrm>
              <a:custGeom>
                <a:rect b="b" l="l" r="r" t="t"/>
                <a:pathLst>
                  <a:path extrusionOk="0" h="336" w="136">
                    <a:moveTo>
                      <a:pt x="84" y="0"/>
                    </a:moveTo>
                    <a:cubicBezTo>
                      <a:pt x="58" y="0"/>
                      <a:pt x="33" y="16"/>
                      <a:pt x="33" y="49"/>
                    </a:cubicBezTo>
                    <a:cubicBezTo>
                      <a:pt x="33" y="87"/>
                      <a:pt x="27" y="125"/>
                      <a:pt x="22" y="163"/>
                    </a:cubicBezTo>
                    <a:cubicBezTo>
                      <a:pt x="11" y="190"/>
                      <a:pt x="5" y="212"/>
                      <a:pt x="5" y="239"/>
                    </a:cubicBezTo>
                    <a:cubicBezTo>
                      <a:pt x="1" y="277"/>
                      <a:pt x="21" y="336"/>
                      <a:pt x="65" y="336"/>
                    </a:cubicBezTo>
                    <a:cubicBezTo>
                      <a:pt x="72" y="336"/>
                      <a:pt x="79" y="334"/>
                      <a:pt x="87" y="332"/>
                    </a:cubicBezTo>
                    <a:cubicBezTo>
                      <a:pt x="109" y="326"/>
                      <a:pt x="125" y="304"/>
                      <a:pt x="119" y="283"/>
                    </a:cubicBezTo>
                    <a:cubicBezTo>
                      <a:pt x="119" y="283"/>
                      <a:pt x="109" y="261"/>
                      <a:pt x="109" y="261"/>
                    </a:cubicBezTo>
                    <a:cubicBezTo>
                      <a:pt x="109" y="255"/>
                      <a:pt x="109" y="250"/>
                      <a:pt x="109" y="245"/>
                    </a:cubicBezTo>
                    <a:cubicBezTo>
                      <a:pt x="119" y="179"/>
                      <a:pt x="130" y="114"/>
                      <a:pt x="136" y="49"/>
                    </a:cubicBezTo>
                    <a:cubicBezTo>
                      <a:pt x="136" y="16"/>
                      <a:pt x="11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0"/>
              <p:cNvSpPr/>
              <p:nvPr/>
            </p:nvSpPr>
            <p:spPr>
              <a:xfrm>
                <a:off x="3689425" y="5460025"/>
                <a:ext cx="4925" cy="6750"/>
              </a:xfrm>
              <a:custGeom>
                <a:rect b="b" l="l" r="r" t="t"/>
                <a:pathLst>
                  <a:path extrusionOk="0" h="270" w="197">
                    <a:moveTo>
                      <a:pt x="130" y="0"/>
                    </a:moveTo>
                    <a:cubicBezTo>
                      <a:pt x="100" y="0"/>
                      <a:pt x="69" y="21"/>
                      <a:pt x="66" y="58"/>
                    </a:cubicBezTo>
                    <a:lnTo>
                      <a:pt x="66" y="74"/>
                    </a:lnTo>
                    <a:cubicBezTo>
                      <a:pt x="61" y="80"/>
                      <a:pt x="61" y="90"/>
                      <a:pt x="55" y="96"/>
                    </a:cubicBezTo>
                    <a:cubicBezTo>
                      <a:pt x="39" y="112"/>
                      <a:pt x="28" y="123"/>
                      <a:pt x="23" y="139"/>
                    </a:cubicBezTo>
                    <a:cubicBezTo>
                      <a:pt x="6" y="161"/>
                      <a:pt x="1" y="188"/>
                      <a:pt x="1" y="210"/>
                    </a:cubicBezTo>
                    <a:cubicBezTo>
                      <a:pt x="1" y="243"/>
                      <a:pt x="28" y="270"/>
                      <a:pt x="61" y="270"/>
                    </a:cubicBezTo>
                    <a:cubicBezTo>
                      <a:pt x="93" y="270"/>
                      <a:pt x="104" y="243"/>
                      <a:pt x="115" y="221"/>
                    </a:cubicBezTo>
                    <a:cubicBezTo>
                      <a:pt x="131" y="199"/>
                      <a:pt x="137" y="194"/>
                      <a:pt x="148" y="177"/>
                    </a:cubicBezTo>
                    <a:cubicBezTo>
                      <a:pt x="180" y="145"/>
                      <a:pt x="196" y="90"/>
                      <a:pt x="186" y="42"/>
                    </a:cubicBezTo>
                    <a:cubicBezTo>
                      <a:pt x="176" y="13"/>
                      <a:pt x="153" y="0"/>
                      <a:pt x="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120"/>
            <p:cNvGrpSpPr/>
            <p:nvPr/>
          </p:nvGrpSpPr>
          <p:grpSpPr>
            <a:xfrm>
              <a:off x="3852536" y="4209511"/>
              <a:ext cx="274329" cy="203209"/>
              <a:chOff x="3842575" y="5340725"/>
              <a:chExt cx="247500" cy="186225"/>
            </a:xfrm>
          </p:grpSpPr>
          <p:sp>
            <p:nvSpPr>
              <p:cNvPr id="6094" name="Google Shape;6094;p120"/>
              <p:cNvSpPr/>
              <p:nvPr/>
            </p:nvSpPr>
            <p:spPr>
              <a:xfrm>
                <a:off x="3842575" y="5340725"/>
                <a:ext cx="247500" cy="186225"/>
              </a:xfrm>
              <a:custGeom>
                <a:rect b="b" l="l" r="r" t="t"/>
                <a:pathLst>
                  <a:path extrusionOk="0" h="7449" w="9900">
                    <a:moveTo>
                      <a:pt x="2776" y="163"/>
                    </a:moveTo>
                    <a:cubicBezTo>
                      <a:pt x="2790" y="163"/>
                      <a:pt x="2804" y="164"/>
                      <a:pt x="2817" y="166"/>
                    </a:cubicBezTo>
                    <a:cubicBezTo>
                      <a:pt x="2833" y="166"/>
                      <a:pt x="2855" y="171"/>
                      <a:pt x="2871" y="177"/>
                    </a:cubicBezTo>
                    <a:cubicBezTo>
                      <a:pt x="2871" y="307"/>
                      <a:pt x="2795" y="459"/>
                      <a:pt x="2838" y="574"/>
                    </a:cubicBezTo>
                    <a:cubicBezTo>
                      <a:pt x="2743" y="556"/>
                      <a:pt x="2647" y="550"/>
                      <a:pt x="2551" y="550"/>
                    </a:cubicBezTo>
                    <a:cubicBezTo>
                      <a:pt x="2408" y="550"/>
                      <a:pt x="2264" y="564"/>
                      <a:pt x="2121" y="574"/>
                    </a:cubicBezTo>
                    <a:lnTo>
                      <a:pt x="1990" y="574"/>
                    </a:lnTo>
                    <a:cubicBezTo>
                      <a:pt x="2007" y="503"/>
                      <a:pt x="2007" y="427"/>
                      <a:pt x="1985" y="356"/>
                    </a:cubicBezTo>
                    <a:cubicBezTo>
                      <a:pt x="1969" y="296"/>
                      <a:pt x="1909" y="231"/>
                      <a:pt x="1893" y="166"/>
                    </a:cubicBezTo>
                    <a:cubicBezTo>
                      <a:pt x="1985" y="166"/>
                      <a:pt x="2077" y="204"/>
                      <a:pt x="2164" y="209"/>
                    </a:cubicBezTo>
                    <a:lnTo>
                      <a:pt x="2170" y="209"/>
                    </a:lnTo>
                    <a:cubicBezTo>
                      <a:pt x="2203" y="211"/>
                      <a:pt x="2236" y="212"/>
                      <a:pt x="2269" y="212"/>
                    </a:cubicBezTo>
                    <a:cubicBezTo>
                      <a:pt x="2348" y="212"/>
                      <a:pt x="2426" y="208"/>
                      <a:pt x="2507" y="204"/>
                    </a:cubicBezTo>
                    <a:cubicBezTo>
                      <a:pt x="2586" y="199"/>
                      <a:pt x="2689" y="163"/>
                      <a:pt x="2776" y="163"/>
                    </a:cubicBezTo>
                    <a:close/>
                    <a:moveTo>
                      <a:pt x="5124" y="163"/>
                    </a:moveTo>
                    <a:cubicBezTo>
                      <a:pt x="5138" y="163"/>
                      <a:pt x="5152" y="164"/>
                      <a:pt x="5165" y="166"/>
                    </a:cubicBezTo>
                    <a:cubicBezTo>
                      <a:pt x="5181" y="166"/>
                      <a:pt x="5203" y="171"/>
                      <a:pt x="5225" y="177"/>
                    </a:cubicBezTo>
                    <a:cubicBezTo>
                      <a:pt x="5225" y="307"/>
                      <a:pt x="5143" y="459"/>
                      <a:pt x="5187" y="574"/>
                    </a:cubicBezTo>
                    <a:cubicBezTo>
                      <a:pt x="5091" y="556"/>
                      <a:pt x="4995" y="550"/>
                      <a:pt x="4900" y="550"/>
                    </a:cubicBezTo>
                    <a:cubicBezTo>
                      <a:pt x="4756" y="550"/>
                      <a:pt x="4613" y="564"/>
                      <a:pt x="4469" y="574"/>
                    </a:cubicBezTo>
                    <a:lnTo>
                      <a:pt x="4339" y="574"/>
                    </a:lnTo>
                    <a:cubicBezTo>
                      <a:pt x="4355" y="503"/>
                      <a:pt x="4355" y="427"/>
                      <a:pt x="4333" y="356"/>
                    </a:cubicBezTo>
                    <a:cubicBezTo>
                      <a:pt x="4317" y="296"/>
                      <a:pt x="4257" y="231"/>
                      <a:pt x="4241" y="166"/>
                    </a:cubicBezTo>
                    <a:cubicBezTo>
                      <a:pt x="4333" y="166"/>
                      <a:pt x="4426" y="204"/>
                      <a:pt x="4513" y="209"/>
                    </a:cubicBezTo>
                    <a:lnTo>
                      <a:pt x="4518" y="209"/>
                    </a:lnTo>
                    <a:cubicBezTo>
                      <a:pt x="4551" y="211"/>
                      <a:pt x="4585" y="212"/>
                      <a:pt x="4618" y="212"/>
                    </a:cubicBezTo>
                    <a:cubicBezTo>
                      <a:pt x="4699" y="212"/>
                      <a:pt x="4780" y="208"/>
                      <a:pt x="4861" y="204"/>
                    </a:cubicBezTo>
                    <a:cubicBezTo>
                      <a:pt x="4940" y="199"/>
                      <a:pt x="5039" y="163"/>
                      <a:pt x="5124" y="163"/>
                    </a:cubicBezTo>
                    <a:close/>
                    <a:moveTo>
                      <a:pt x="7468" y="159"/>
                    </a:moveTo>
                    <a:cubicBezTo>
                      <a:pt x="7478" y="159"/>
                      <a:pt x="7488" y="159"/>
                      <a:pt x="7497" y="161"/>
                    </a:cubicBezTo>
                    <a:cubicBezTo>
                      <a:pt x="7519" y="166"/>
                      <a:pt x="7535" y="171"/>
                      <a:pt x="7557" y="177"/>
                    </a:cubicBezTo>
                    <a:cubicBezTo>
                      <a:pt x="7557" y="307"/>
                      <a:pt x="7475" y="454"/>
                      <a:pt x="7519" y="574"/>
                    </a:cubicBezTo>
                    <a:cubicBezTo>
                      <a:pt x="7418" y="555"/>
                      <a:pt x="7316" y="549"/>
                      <a:pt x="7215" y="549"/>
                    </a:cubicBezTo>
                    <a:cubicBezTo>
                      <a:pt x="7077" y="549"/>
                      <a:pt x="6939" y="561"/>
                      <a:pt x="6801" y="574"/>
                    </a:cubicBezTo>
                    <a:lnTo>
                      <a:pt x="6671" y="574"/>
                    </a:lnTo>
                    <a:cubicBezTo>
                      <a:pt x="6687" y="498"/>
                      <a:pt x="6687" y="421"/>
                      <a:pt x="6665" y="351"/>
                    </a:cubicBezTo>
                    <a:cubicBezTo>
                      <a:pt x="6649" y="296"/>
                      <a:pt x="6589" y="226"/>
                      <a:pt x="6573" y="161"/>
                    </a:cubicBezTo>
                    <a:cubicBezTo>
                      <a:pt x="6665" y="161"/>
                      <a:pt x="6758" y="204"/>
                      <a:pt x="6845" y="209"/>
                    </a:cubicBezTo>
                    <a:lnTo>
                      <a:pt x="6850" y="209"/>
                    </a:lnTo>
                    <a:cubicBezTo>
                      <a:pt x="6964" y="209"/>
                      <a:pt x="7078" y="209"/>
                      <a:pt x="7192" y="199"/>
                    </a:cubicBezTo>
                    <a:cubicBezTo>
                      <a:pt x="7276" y="199"/>
                      <a:pt x="7381" y="159"/>
                      <a:pt x="7468" y="159"/>
                    </a:cubicBezTo>
                    <a:close/>
                    <a:moveTo>
                      <a:pt x="5192" y="688"/>
                    </a:moveTo>
                    <a:cubicBezTo>
                      <a:pt x="5203" y="720"/>
                      <a:pt x="5230" y="742"/>
                      <a:pt x="5263" y="748"/>
                    </a:cubicBezTo>
                    <a:cubicBezTo>
                      <a:pt x="5279" y="750"/>
                      <a:pt x="5301" y="750"/>
                      <a:pt x="5325" y="750"/>
                    </a:cubicBezTo>
                    <a:cubicBezTo>
                      <a:pt x="5342" y="750"/>
                      <a:pt x="5360" y="750"/>
                      <a:pt x="5378" y="750"/>
                    </a:cubicBezTo>
                    <a:cubicBezTo>
                      <a:pt x="5469" y="750"/>
                      <a:pt x="5574" y="755"/>
                      <a:pt x="5600" y="813"/>
                    </a:cubicBezTo>
                    <a:cubicBezTo>
                      <a:pt x="5605" y="862"/>
                      <a:pt x="5605" y="911"/>
                      <a:pt x="5600" y="965"/>
                    </a:cubicBezTo>
                    <a:cubicBezTo>
                      <a:pt x="5600" y="1025"/>
                      <a:pt x="5600" y="1079"/>
                      <a:pt x="5583" y="1139"/>
                    </a:cubicBezTo>
                    <a:cubicBezTo>
                      <a:pt x="5551" y="1237"/>
                      <a:pt x="5431" y="1264"/>
                      <a:pt x="5361" y="1335"/>
                    </a:cubicBezTo>
                    <a:cubicBezTo>
                      <a:pt x="5301" y="1405"/>
                      <a:pt x="5274" y="1498"/>
                      <a:pt x="5285" y="1590"/>
                    </a:cubicBezTo>
                    <a:lnTo>
                      <a:pt x="5285" y="1612"/>
                    </a:lnTo>
                    <a:cubicBezTo>
                      <a:pt x="5219" y="1612"/>
                      <a:pt x="5159" y="1617"/>
                      <a:pt x="5094" y="1617"/>
                    </a:cubicBezTo>
                    <a:cubicBezTo>
                      <a:pt x="5018" y="1621"/>
                      <a:pt x="4942" y="1622"/>
                      <a:pt x="4866" y="1622"/>
                    </a:cubicBezTo>
                    <a:cubicBezTo>
                      <a:pt x="4714" y="1622"/>
                      <a:pt x="4562" y="1617"/>
                      <a:pt x="4409" y="1617"/>
                    </a:cubicBezTo>
                    <a:lnTo>
                      <a:pt x="4301" y="1617"/>
                    </a:lnTo>
                    <a:lnTo>
                      <a:pt x="4301" y="1601"/>
                    </a:lnTo>
                    <a:cubicBezTo>
                      <a:pt x="4284" y="1530"/>
                      <a:pt x="4225" y="1356"/>
                      <a:pt x="4306" y="1302"/>
                    </a:cubicBezTo>
                    <a:cubicBezTo>
                      <a:pt x="4388" y="1253"/>
                      <a:pt x="4355" y="1134"/>
                      <a:pt x="4263" y="1128"/>
                    </a:cubicBezTo>
                    <a:cubicBezTo>
                      <a:pt x="4143" y="1117"/>
                      <a:pt x="4023" y="1063"/>
                      <a:pt x="4018" y="938"/>
                    </a:cubicBezTo>
                    <a:cubicBezTo>
                      <a:pt x="4013" y="791"/>
                      <a:pt x="4132" y="775"/>
                      <a:pt x="4257" y="769"/>
                    </a:cubicBezTo>
                    <a:cubicBezTo>
                      <a:pt x="4420" y="764"/>
                      <a:pt x="4578" y="742"/>
                      <a:pt x="4746" y="726"/>
                    </a:cubicBezTo>
                    <a:cubicBezTo>
                      <a:pt x="4893" y="715"/>
                      <a:pt x="5045" y="715"/>
                      <a:pt x="5192" y="688"/>
                    </a:cubicBezTo>
                    <a:close/>
                    <a:moveTo>
                      <a:pt x="2844" y="688"/>
                    </a:moveTo>
                    <a:cubicBezTo>
                      <a:pt x="2855" y="720"/>
                      <a:pt x="2882" y="742"/>
                      <a:pt x="2914" y="748"/>
                    </a:cubicBezTo>
                    <a:cubicBezTo>
                      <a:pt x="2931" y="750"/>
                      <a:pt x="2953" y="750"/>
                      <a:pt x="2977" y="750"/>
                    </a:cubicBezTo>
                    <a:cubicBezTo>
                      <a:pt x="2994" y="750"/>
                      <a:pt x="3011" y="750"/>
                      <a:pt x="3029" y="750"/>
                    </a:cubicBezTo>
                    <a:cubicBezTo>
                      <a:pt x="3120" y="750"/>
                      <a:pt x="3224" y="755"/>
                      <a:pt x="3246" y="813"/>
                    </a:cubicBezTo>
                    <a:cubicBezTo>
                      <a:pt x="3257" y="862"/>
                      <a:pt x="3257" y="911"/>
                      <a:pt x="3246" y="965"/>
                    </a:cubicBezTo>
                    <a:cubicBezTo>
                      <a:pt x="3252" y="1025"/>
                      <a:pt x="3252" y="1079"/>
                      <a:pt x="3235" y="1139"/>
                    </a:cubicBezTo>
                    <a:cubicBezTo>
                      <a:pt x="3203" y="1237"/>
                      <a:pt x="3083" y="1264"/>
                      <a:pt x="3012" y="1335"/>
                    </a:cubicBezTo>
                    <a:cubicBezTo>
                      <a:pt x="2953" y="1405"/>
                      <a:pt x="2920" y="1498"/>
                      <a:pt x="2931" y="1590"/>
                    </a:cubicBezTo>
                    <a:cubicBezTo>
                      <a:pt x="2936" y="1623"/>
                      <a:pt x="2942" y="1650"/>
                      <a:pt x="2953" y="1677"/>
                    </a:cubicBezTo>
                    <a:cubicBezTo>
                      <a:pt x="2882" y="1677"/>
                      <a:pt x="2811" y="1672"/>
                      <a:pt x="2746" y="1661"/>
                    </a:cubicBezTo>
                    <a:cubicBezTo>
                      <a:pt x="2724" y="1657"/>
                      <a:pt x="2703" y="1655"/>
                      <a:pt x="2681" y="1655"/>
                    </a:cubicBezTo>
                    <a:cubicBezTo>
                      <a:pt x="2606" y="1655"/>
                      <a:pt x="2532" y="1677"/>
                      <a:pt x="2469" y="1715"/>
                    </a:cubicBezTo>
                    <a:lnTo>
                      <a:pt x="2431" y="1710"/>
                    </a:lnTo>
                    <a:cubicBezTo>
                      <a:pt x="2295" y="1677"/>
                      <a:pt x="2159" y="1693"/>
                      <a:pt x="2018" y="1672"/>
                    </a:cubicBezTo>
                    <a:lnTo>
                      <a:pt x="1947" y="1672"/>
                    </a:lnTo>
                    <a:cubicBezTo>
                      <a:pt x="1952" y="1650"/>
                      <a:pt x="1947" y="1628"/>
                      <a:pt x="1947" y="1606"/>
                    </a:cubicBezTo>
                    <a:cubicBezTo>
                      <a:pt x="1931" y="1536"/>
                      <a:pt x="1871" y="1362"/>
                      <a:pt x="1952" y="1307"/>
                    </a:cubicBezTo>
                    <a:cubicBezTo>
                      <a:pt x="2034" y="1259"/>
                      <a:pt x="2001" y="1139"/>
                      <a:pt x="1909" y="1134"/>
                    </a:cubicBezTo>
                    <a:cubicBezTo>
                      <a:pt x="1789" y="1123"/>
                      <a:pt x="1670" y="1068"/>
                      <a:pt x="1664" y="938"/>
                    </a:cubicBezTo>
                    <a:lnTo>
                      <a:pt x="1670" y="938"/>
                    </a:lnTo>
                    <a:cubicBezTo>
                      <a:pt x="1664" y="791"/>
                      <a:pt x="1784" y="775"/>
                      <a:pt x="1909" y="769"/>
                    </a:cubicBezTo>
                    <a:cubicBezTo>
                      <a:pt x="2072" y="764"/>
                      <a:pt x="2230" y="742"/>
                      <a:pt x="2398" y="726"/>
                    </a:cubicBezTo>
                    <a:cubicBezTo>
                      <a:pt x="2545" y="715"/>
                      <a:pt x="2697" y="715"/>
                      <a:pt x="2844" y="688"/>
                    </a:cubicBezTo>
                    <a:close/>
                    <a:moveTo>
                      <a:pt x="7529" y="688"/>
                    </a:moveTo>
                    <a:cubicBezTo>
                      <a:pt x="7535" y="720"/>
                      <a:pt x="7562" y="742"/>
                      <a:pt x="7595" y="748"/>
                    </a:cubicBezTo>
                    <a:cubicBezTo>
                      <a:pt x="7612" y="750"/>
                      <a:pt x="7635" y="750"/>
                      <a:pt x="7660" y="750"/>
                    </a:cubicBezTo>
                    <a:cubicBezTo>
                      <a:pt x="7676" y="750"/>
                      <a:pt x="7694" y="750"/>
                      <a:pt x="7712" y="750"/>
                    </a:cubicBezTo>
                    <a:cubicBezTo>
                      <a:pt x="7804" y="750"/>
                      <a:pt x="7906" y="755"/>
                      <a:pt x="7932" y="813"/>
                    </a:cubicBezTo>
                    <a:cubicBezTo>
                      <a:pt x="7943" y="862"/>
                      <a:pt x="7943" y="911"/>
                      <a:pt x="7932" y="965"/>
                    </a:cubicBezTo>
                    <a:cubicBezTo>
                      <a:pt x="7937" y="1025"/>
                      <a:pt x="7932" y="1079"/>
                      <a:pt x="7921" y="1139"/>
                    </a:cubicBezTo>
                    <a:cubicBezTo>
                      <a:pt x="7888" y="1237"/>
                      <a:pt x="7763" y="1264"/>
                      <a:pt x="7693" y="1335"/>
                    </a:cubicBezTo>
                    <a:cubicBezTo>
                      <a:pt x="7633" y="1405"/>
                      <a:pt x="7606" y="1498"/>
                      <a:pt x="7616" y="1590"/>
                    </a:cubicBezTo>
                    <a:cubicBezTo>
                      <a:pt x="7622" y="1634"/>
                      <a:pt x="7627" y="1672"/>
                      <a:pt x="7644" y="1710"/>
                    </a:cubicBezTo>
                    <a:lnTo>
                      <a:pt x="7616" y="1721"/>
                    </a:lnTo>
                    <a:lnTo>
                      <a:pt x="7584" y="1721"/>
                    </a:lnTo>
                    <a:cubicBezTo>
                      <a:pt x="7568" y="1710"/>
                      <a:pt x="7557" y="1704"/>
                      <a:pt x="7540" y="1704"/>
                    </a:cubicBezTo>
                    <a:cubicBezTo>
                      <a:pt x="7505" y="1703"/>
                      <a:pt x="7471" y="1702"/>
                      <a:pt x="7437" y="1702"/>
                    </a:cubicBezTo>
                    <a:cubicBezTo>
                      <a:pt x="7343" y="1702"/>
                      <a:pt x="7251" y="1707"/>
                      <a:pt x="7160" y="1715"/>
                    </a:cubicBezTo>
                    <a:lnTo>
                      <a:pt x="7111" y="1710"/>
                    </a:lnTo>
                    <a:cubicBezTo>
                      <a:pt x="6986" y="1683"/>
                      <a:pt x="6861" y="1693"/>
                      <a:pt x="6736" y="1683"/>
                    </a:cubicBezTo>
                    <a:cubicBezTo>
                      <a:pt x="6709" y="1677"/>
                      <a:pt x="6676" y="1672"/>
                      <a:pt x="6643" y="1666"/>
                    </a:cubicBezTo>
                    <a:lnTo>
                      <a:pt x="6638" y="1666"/>
                    </a:lnTo>
                    <a:cubicBezTo>
                      <a:pt x="6638" y="1650"/>
                      <a:pt x="6638" y="1628"/>
                      <a:pt x="6633" y="1606"/>
                    </a:cubicBezTo>
                    <a:cubicBezTo>
                      <a:pt x="6616" y="1536"/>
                      <a:pt x="6562" y="1362"/>
                      <a:pt x="6643" y="1307"/>
                    </a:cubicBezTo>
                    <a:cubicBezTo>
                      <a:pt x="6720" y="1259"/>
                      <a:pt x="6687" y="1134"/>
                      <a:pt x="6595" y="1134"/>
                    </a:cubicBezTo>
                    <a:cubicBezTo>
                      <a:pt x="6475" y="1123"/>
                      <a:pt x="6361" y="1068"/>
                      <a:pt x="6350" y="938"/>
                    </a:cubicBezTo>
                    <a:lnTo>
                      <a:pt x="6355" y="938"/>
                    </a:lnTo>
                    <a:cubicBezTo>
                      <a:pt x="6344" y="791"/>
                      <a:pt x="6464" y="775"/>
                      <a:pt x="6589" y="769"/>
                    </a:cubicBezTo>
                    <a:cubicBezTo>
                      <a:pt x="6752" y="764"/>
                      <a:pt x="6915" y="742"/>
                      <a:pt x="7078" y="726"/>
                    </a:cubicBezTo>
                    <a:cubicBezTo>
                      <a:pt x="7231" y="715"/>
                      <a:pt x="7377" y="715"/>
                      <a:pt x="7529" y="688"/>
                    </a:cubicBezTo>
                    <a:close/>
                    <a:moveTo>
                      <a:pt x="1898" y="1797"/>
                    </a:moveTo>
                    <a:cubicBezTo>
                      <a:pt x="1952" y="1813"/>
                      <a:pt x="2001" y="1835"/>
                      <a:pt x="2050" y="1856"/>
                    </a:cubicBezTo>
                    <a:cubicBezTo>
                      <a:pt x="2080" y="1865"/>
                      <a:pt x="2112" y="1867"/>
                      <a:pt x="2144" y="1867"/>
                    </a:cubicBezTo>
                    <a:cubicBezTo>
                      <a:pt x="2179" y="1867"/>
                      <a:pt x="2216" y="1864"/>
                      <a:pt x="2251" y="1864"/>
                    </a:cubicBezTo>
                    <a:cubicBezTo>
                      <a:pt x="2271" y="1864"/>
                      <a:pt x="2291" y="1865"/>
                      <a:pt x="2311" y="1867"/>
                    </a:cubicBezTo>
                    <a:cubicBezTo>
                      <a:pt x="2398" y="1889"/>
                      <a:pt x="2485" y="1905"/>
                      <a:pt x="2577" y="1916"/>
                    </a:cubicBezTo>
                    <a:lnTo>
                      <a:pt x="2860" y="1916"/>
                    </a:lnTo>
                    <a:cubicBezTo>
                      <a:pt x="2893" y="1916"/>
                      <a:pt x="2929" y="1919"/>
                      <a:pt x="2966" y="1919"/>
                    </a:cubicBezTo>
                    <a:cubicBezTo>
                      <a:pt x="3015" y="1919"/>
                      <a:pt x="3064" y="1914"/>
                      <a:pt x="3105" y="1889"/>
                    </a:cubicBezTo>
                    <a:cubicBezTo>
                      <a:pt x="3224" y="1892"/>
                      <a:pt x="3343" y="1895"/>
                      <a:pt x="3463" y="1895"/>
                    </a:cubicBezTo>
                    <a:cubicBezTo>
                      <a:pt x="3550" y="1895"/>
                      <a:pt x="3637" y="1894"/>
                      <a:pt x="3724" y="1889"/>
                    </a:cubicBezTo>
                    <a:cubicBezTo>
                      <a:pt x="3953" y="1878"/>
                      <a:pt x="4176" y="1862"/>
                      <a:pt x="4404" y="1856"/>
                    </a:cubicBezTo>
                    <a:cubicBezTo>
                      <a:pt x="4434" y="1865"/>
                      <a:pt x="4466" y="1867"/>
                      <a:pt x="4498" y="1867"/>
                    </a:cubicBezTo>
                    <a:cubicBezTo>
                      <a:pt x="4533" y="1867"/>
                      <a:pt x="4568" y="1864"/>
                      <a:pt x="4603" y="1864"/>
                    </a:cubicBezTo>
                    <a:cubicBezTo>
                      <a:pt x="4622" y="1864"/>
                      <a:pt x="4641" y="1865"/>
                      <a:pt x="4659" y="1867"/>
                    </a:cubicBezTo>
                    <a:cubicBezTo>
                      <a:pt x="4746" y="1889"/>
                      <a:pt x="4839" y="1905"/>
                      <a:pt x="4926" y="1916"/>
                    </a:cubicBezTo>
                    <a:lnTo>
                      <a:pt x="5208" y="1916"/>
                    </a:lnTo>
                    <a:cubicBezTo>
                      <a:pt x="5240" y="1916"/>
                      <a:pt x="5278" y="1920"/>
                      <a:pt x="5316" y="1920"/>
                    </a:cubicBezTo>
                    <a:cubicBezTo>
                      <a:pt x="5389" y="1920"/>
                      <a:pt x="5463" y="1908"/>
                      <a:pt x="5502" y="1840"/>
                    </a:cubicBezTo>
                    <a:cubicBezTo>
                      <a:pt x="5578" y="1851"/>
                      <a:pt x="5649" y="1884"/>
                      <a:pt x="5730" y="1895"/>
                    </a:cubicBezTo>
                    <a:cubicBezTo>
                      <a:pt x="5746" y="1896"/>
                      <a:pt x="5762" y="1897"/>
                      <a:pt x="5778" y="1897"/>
                    </a:cubicBezTo>
                    <a:cubicBezTo>
                      <a:pt x="5855" y="1897"/>
                      <a:pt x="5932" y="1881"/>
                      <a:pt x="6012" y="1881"/>
                    </a:cubicBezTo>
                    <a:cubicBezTo>
                      <a:pt x="6029" y="1881"/>
                      <a:pt x="6045" y="1882"/>
                      <a:pt x="6062" y="1884"/>
                    </a:cubicBezTo>
                    <a:cubicBezTo>
                      <a:pt x="6116" y="1886"/>
                      <a:pt x="6175" y="1888"/>
                      <a:pt x="6234" y="1888"/>
                    </a:cubicBezTo>
                    <a:cubicBezTo>
                      <a:pt x="6294" y="1888"/>
                      <a:pt x="6355" y="1886"/>
                      <a:pt x="6415" y="1884"/>
                    </a:cubicBezTo>
                    <a:cubicBezTo>
                      <a:pt x="6446" y="1882"/>
                      <a:pt x="6476" y="1882"/>
                      <a:pt x="6506" y="1882"/>
                    </a:cubicBezTo>
                    <a:cubicBezTo>
                      <a:pt x="6588" y="1882"/>
                      <a:pt x="6669" y="1887"/>
                      <a:pt x="6752" y="1895"/>
                    </a:cubicBezTo>
                    <a:cubicBezTo>
                      <a:pt x="6839" y="1916"/>
                      <a:pt x="6932" y="1927"/>
                      <a:pt x="7029" y="1933"/>
                    </a:cubicBezTo>
                    <a:cubicBezTo>
                      <a:pt x="7122" y="1933"/>
                      <a:pt x="7214" y="1933"/>
                      <a:pt x="7312" y="1927"/>
                    </a:cubicBezTo>
                    <a:cubicBezTo>
                      <a:pt x="7339" y="1927"/>
                      <a:pt x="7372" y="1922"/>
                      <a:pt x="7399" y="1916"/>
                    </a:cubicBezTo>
                    <a:lnTo>
                      <a:pt x="7540" y="1916"/>
                    </a:lnTo>
                    <a:cubicBezTo>
                      <a:pt x="7577" y="1916"/>
                      <a:pt x="7616" y="1920"/>
                      <a:pt x="7655" y="1920"/>
                    </a:cubicBezTo>
                    <a:cubicBezTo>
                      <a:pt x="7709" y="1920"/>
                      <a:pt x="7760" y="1913"/>
                      <a:pt x="7801" y="1878"/>
                    </a:cubicBezTo>
                    <a:cubicBezTo>
                      <a:pt x="7856" y="1884"/>
                      <a:pt x="7910" y="1885"/>
                      <a:pt x="7965" y="1885"/>
                    </a:cubicBezTo>
                    <a:cubicBezTo>
                      <a:pt x="8020" y="1885"/>
                      <a:pt x="8076" y="1884"/>
                      <a:pt x="8133" y="1884"/>
                    </a:cubicBezTo>
                    <a:cubicBezTo>
                      <a:pt x="8242" y="1884"/>
                      <a:pt x="8312" y="1884"/>
                      <a:pt x="8334" y="2009"/>
                    </a:cubicBezTo>
                    <a:cubicBezTo>
                      <a:pt x="8339" y="2030"/>
                      <a:pt x="8339" y="2047"/>
                      <a:pt x="8339" y="2068"/>
                    </a:cubicBezTo>
                    <a:cubicBezTo>
                      <a:pt x="8339" y="2128"/>
                      <a:pt x="8334" y="2183"/>
                      <a:pt x="8334" y="2237"/>
                    </a:cubicBezTo>
                    <a:lnTo>
                      <a:pt x="8334" y="2324"/>
                    </a:lnTo>
                    <a:cubicBezTo>
                      <a:pt x="8318" y="2346"/>
                      <a:pt x="8285" y="2346"/>
                      <a:pt x="8236" y="2346"/>
                    </a:cubicBezTo>
                    <a:cubicBezTo>
                      <a:pt x="8149" y="2346"/>
                      <a:pt x="8057" y="2346"/>
                      <a:pt x="7970" y="2335"/>
                    </a:cubicBezTo>
                    <a:cubicBezTo>
                      <a:pt x="7883" y="2319"/>
                      <a:pt x="7796" y="2313"/>
                      <a:pt x="7709" y="2313"/>
                    </a:cubicBezTo>
                    <a:lnTo>
                      <a:pt x="7703" y="2313"/>
                    </a:lnTo>
                    <a:cubicBezTo>
                      <a:pt x="7613" y="2309"/>
                      <a:pt x="7522" y="2308"/>
                      <a:pt x="7432" y="2308"/>
                    </a:cubicBezTo>
                    <a:cubicBezTo>
                      <a:pt x="7250" y="2308"/>
                      <a:pt x="7069" y="2313"/>
                      <a:pt x="6888" y="2313"/>
                    </a:cubicBezTo>
                    <a:cubicBezTo>
                      <a:pt x="6654" y="2313"/>
                      <a:pt x="6426" y="2357"/>
                      <a:pt x="6192" y="2357"/>
                    </a:cubicBezTo>
                    <a:cubicBezTo>
                      <a:pt x="5959" y="2357"/>
                      <a:pt x="5714" y="2400"/>
                      <a:pt x="5480" y="2405"/>
                    </a:cubicBezTo>
                    <a:lnTo>
                      <a:pt x="5469" y="2405"/>
                    </a:lnTo>
                    <a:cubicBezTo>
                      <a:pt x="5428" y="2377"/>
                      <a:pt x="5381" y="2363"/>
                      <a:pt x="5332" y="2363"/>
                    </a:cubicBezTo>
                    <a:cubicBezTo>
                      <a:pt x="5316" y="2363"/>
                      <a:pt x="5300" y="2365"/>
                      <a:pt x="5285" y="2367"/>
                    </a:cubicBezTo>
                    <a:cubicBezTo>
                      <a:pt x="5236" y="2373"/>
                      <a:pt x="5181" y="2389"/>
                      <a:pt x="5132" y="2400"/>
                    </a:cubicBezTo>
                    <a:lnTo>
                      <a:pt x="5062" y="2400"/>
                    </a:lnTo>
                    <a:cubicBezTo>
                      <a:pt x="5013" y="2389"/>
                      <a:pt x="4958" y="2362"/>
                      <a:pt x="4904" y="2357"/>
                    </a:cubicBezTo>
                    <a:cubicBezTo>
                      <a:pt x="4874" y="2354"/>
                      <a:pt x="4844" y="2353"/>
                      <a:pt x="4813" y="2353"/>
                    </a:cubicBezTo>
                    <a:cubicBezTo>
                      <a:pt x="4712" y="2353"/>
                      <a:pt x="4610" y="2363"/>
                      <a:pt x="4513" y="2363"/>
                    </a:cubicBezTo>
                    <a:cubicBezTo>
                      <a:pt x="4496" y="2363"/>
                      <a:pt x="4480" y="2363"/>
                      <a:pt x="4464" y="2362"/>
                    </a:cubicBezTo>
                    <a:cubicBezTo>
                      <a:pt x="4391" y="2362"/>
                      <a:pt x="4316" y="2351"/>
                      <a:pt x="4243" y="2351"/>
                    </a:cubicBezTo>
                    <a:cubicBezTo>
                      <a:pt x="4180" y="2351"/>
                      <a:pt x="4119" y="2359"/>
                      <a:pt x="4061" y="2389"/>
                    </a:cubicBezTo>
                    <a:cubicBezTo>
                      <a:pt x="4045" y="2395"/>
                      <a:pt x="4040" y="2416"/>
                      <a:pt x="4051" y="2433"/>
                    </a:cubicBezTo>
                    <a:cubicBezTo>
                      <a:pt x="3958" y="2411"/>
                      <a:pt x="3871" y="2395"/>
                      <a:pt x="3779" y="2389"/>
                    </a:cubicBezTo>
                    <a:cubicBezTo>
                      <a:pt x="3670" y="2389"/>
                      <a:pt x="3561" y="2400"/>
                      <a:pt x="3453" y="2400"/>
                    </a:cubicBezTo>
                    <a:cubicBezTo>
                      <a:pt x="3328" y="2400"/>
                      <a:pt x="3208" y="2400"/>
                      <a:pt x="3088" y="2384"/>
                    </a:cubicBezTo>
                    <a:cubicBezTo>
                      <a:pt x="3052" y="2372"/>
                      <a:pt x="3015" y="2365"/>
                      <a:pt x="2976" y="2365"/>
                    </a:cubicBezTo>
                    <a:cubicBezTo>
                      <a:pt x="2963" y="2365"/>
                      <a:pt x="2950" y="2366"/>
                      <a:pt x="2936" y="2367"/>
                    </a:cubicBezTo>
                    <a:cubicBezTo>
                      <a:pt x="2902" y="2364"/>
                      <a:pt x="2867" y="2360"/>
                      <a:pt x="2832" y="2360"/>
                    </a:cubicBezTo>
                    <a:cubicBezTo>
                      <a:pt x="2818" y="2360"/>
                      <a:pt x="2804" y="2360"/>
                      <a:pt x="2789" y="2362"/>
                    </a:cubicBezTo>
                    <a:cubicBezTo>
                      <a:pt x="2746" y="2362"/>
                      <a:pt x="2697" y="2362"/>
                      <a:pt x="2648" y="2373"/>
                    </a:cubicBezTo>
                    <a:lnTo>
                      <a:pt x="2632" y="2378"/>
                    </a:lnTo>
                    <a:cubicBezTo>
                      <a:pt x="2605" y="2367"/>
                      <a:pt x="2577" y="2362"/>
                      <a:pt x="2550" y="2357"/>
                    </a:cubicBezTo>
                    <a:cubicBezTo>
                      <a:pt x="2521" y="2354"/>
                      <a:pt x="2492" y="2353"/>
                      <a:pt x="2462" y="2353"/>
                    </a:cubicBezTo>
                    <a:cubicBezTo>
                      <a:pt x="2363" y="2353"/>
                      <a:pt x="2261" y="2363"/>
                      <a:pt x="2161" y="2363"/>
                    </a:cubicBezTo>
                    <a:cubicBezTo>
                      <a:pt x="2144" y="2363"/>
                      <a:pt x="2127" y="2363"/>
                      <a:pt x="2110" y="2362"/>
                    </a:cubicBezTo>
                    <a:cubicBezTo>
                      <a:pt x="2038" y="2362"/>
                      <a:pt x="1965" y="2350"/>
                      <a:pt x="1892" y="2350"/>
                    </a:cubicBezTo>
                    <a:cubicBezTo>
                      <a:pt x="1844" y="2350"/>
                      <a:pt x="1797" y="2355"/>
                      <a:pt x="1751" y="2373"/>
                    </a:cubicBezTo>
                    <a:cubicBezTo>
                      <a:pt x="1686" y="2362"/>
                      <a:pt x="1621" y="2351"/>
                      <a:pt x="1561" y="2329"/>
                    </a:cubicBezTo>
                    <a:cubicBezTo>
                      <a:pt x="1496" y="2313"/>
                      <a:pt x="1485" y="2302"/>
                      <a:pt x="1463" y="2248"/>
                    </a:cubicBezTo>
                    <a:cubicBezTo>
                      <a:pt x="1447" y="2183"/>
                      <a:pt x="1436" y="2117"/>
                      <a:pt x="1425" y="2052"/>
                    </a:cubicBezTo>
                    <a:lnTo>
                      <a:pt x="1425" y="2025"/>
                    </a:lnTo>
                    <a:lnTo>
                      <a:pt x="1425" y="2020"/>
                    </a:lnTo>
                    <a:cubicBezTo>
                      <a:pt x="1425" y="2014"/>
                      <a:pt x="1425" y="2009"/>
                      <a:pt x="1425" y="2009"/>
                    </a:cubicBezTo>
                    <a:cubicBezTo>
                      <a:pt x="1420" y="1971"/>
                      <a:pt x="1420" y="1933"/>
                      <a:pt x="1425" y="1895"/>
                    </a:cubicBezTo>
                    <a:lnTo>
                      <a:pt x="1425" y="1889"/>
                    </a:lnTo>
                    <a:cubicBezTo>
                      <a:pt x="1441" y="1818"/>
                      <a:pt x="1534" y="1829"/>
                      <a:pt x="1599" y="1824"/>
                    </a:cubicBezTo>
                    <a:cubicBezTo>
                      <a:pt x="1664" y="1824"/>
                      <a:pt x="1735" y="1818"/>
                      <a:pt x="1800" y="1808"/>
                    </a:cubicBezTo>
                    <a:cubicBezTo>
                      <a:pt x="1813" y="1823"/>
                      <a:pt x="1831" y="1831"/>
                      <a:pt x="1849" y="1831"/>
                    </a:cubicBezTo>
                    <a:cubicBezTo>
                      <a:pt x="1868" y="1831"/>
                      <a:pt x="1887" y="1822"/>
                      <a:pt x="1898" y="1802"/>
                    </a:cubicBezTo>
                    <a:lnTo>
                      <a:pt x="1898" y="1797"/>
                    </a:lnTo>
                    <a:close/>
                    <a:moveTo>
                      <a:pt x="5173" y="2596"/>
                    </a:moveTo>
                    <a:cubicBezTo>
                      <a:pt x="5240" y="2596"/>
                      <a:pt x="5306" y="2597"/>
                      <a:pt x="5371" y="2601"/>
                    </a:cubicBezTo>
                    <a:cubicBezTo>
                      <a:pt x="5377" y="2672"/>
                      <a:pt x="5382" y="2743"/>
                      <a:pt x="5388" y="2819"/>
                    </a:cubicBezTo>
                    <a:cubicBezTo>
                      <a:pt x="5367" y="2813"/>
                      <a:pt x="5344" y="2810"/>
                      <a:pt x="5321" y="2810"/>
                    </a:cubicBezTo>
                    <a:cubicBezTo>
                      <a:pt x="5221" y="2810"/>
                      <a:pt x="5109" y="2861"/>
                      <a:pt x="5029" y="2906"/>
                    </a:cubicBezTo>
                    <a:lnTo>
                      <a:pt x="5024" y="2906"/>
                    </a:lnTo>
                    <a:cubicBezTo>
                      <a:pt x="4899" y="2971"/>
                      <a:pt x="4795" y="3074"/>
                      <a:pt x="4719" y="3199"/>
                    </a:cubicBezTo>
                    <a:lnTo>
                      <a:pt x="4719" y="3205"/>
                    </a:lnTo>
                    <a:lnTo>
                      <a:pt x="4714" y="3194"/>
                    </a:lnTo>
                    <a:cubicBezTo>
                      <a:pt x="4643" y="3118"/>
                      <a:pt x="4578" y="3052"/>
                      <a:pt x="4469" y="3052"/>
                    </a:cubicBezTo>
                    <a:cubicBezTo>
                      <a:pt x="4388" y="3058"/>
                      <a:pt x="4311" y="3085"/>
                      <a:pt x="4252" y="3134"/>
                    </a:cubicBezTo>
                    <a:lnTo>
                      <a:pt x="4252" y="3123"/>
                    </a:lnTo>
                    <a:cubicBezTo>
                      <a:pt x="4257" y="2960"/>
                      <a:pt x="4252" y="2797"/>
                      <a:pt x="4241" y="2639"/>
                    </a:cubicBezTo>
                    <a:lnTo>
                      <a:pt x="4241" y="2639"/>
                    </a:lnTo>
                    <a:cubicBezTo>
                      <a:pt x="4284" y="2640"/>
                      <a:pt x="4326" y="2641"/>
                      <a:pt x="4369" y="2641"/>
                    </a:cubicBezTo>
                    <a:cubicBezTo>
                      <a:pt x="4516" y="2641"/>
                      <a:pt x="4663" y="2633"/>
                      <a:pt x="4806" y="2612"/>
                    </a:cubicBezTo>
                    <a:cubicBezTo>
                      <a:pt x="4929" y="2602"/>
                      <a:pt x="5052" y="2596"/>
                      <a:pt x="5173" y="2596"/>
                    </a:cubicBezTo>
                    <a:close/>
                    <a:moveTo>
                      <a:pt x="6616" y="2531"/>
                    </a:moveTo>
                    <a:cubicBezTo>
                      <a:pt x="6694" y="2547"/>
                      <a:pt x="6775" y="2551"/>
                      <a:pt x="6857" y="2551"/>
                    </a:cubicBezTo>
                    <a:cubicBezTo>
                      <a:pt x="6946" y="2551"/>
                      <a:pt x="7037" y="2546"/>
                      <a:pt x="7123" y="2546"/>
                    </a:cubicBezTo>
                    <a:cubicBezTo>
                      <a:pt x="7141" y="2546"/>
                      <a:pt x="7159" y="2546"/>
                      <a:pt x="7176" y="2547"/>
                    </a:cubicBezTo>
                    <a:cubicBezTo>
                      <a:pt x="7276" y="2551"/>
                      <a:pt x="7361" y="2590"/>
                      <a:pt x="7455" y="2590"/>
                    </a:cubicBezTo>
                    <a:cubicBezTo>
                      <a:pt x="7474" y="2590"/>
                      <a:pt x="7493" y="2588"/>
                      <a:pt x="7513" y="2585"/>
                    </a:cubicBezTo>
                    <a:cubicBezTo>
                      <a:pt x="7573" y="2569"/>
                      <a:pt x="7633" y="2563"/>
                      <a:pt x="7693" y="2558"/>
                    </a:cubicBezTo>
                    <a:lnTo>
                      <a:pt x="7698" y="2558"/>
                    </a:lnTo>
                    <a:cubicBezTo>
                      <a:pt x="7703" y="2753"/>
                      <a:pt x="7736" y="2944"/>
                      <a:pt x="7747" y="3139"/>
                    </a:cubicBezTo>
                    <a:cubicBezTo>
                      <a:pt x="7747" y="3183"/>
                      <a:pt x="7747" y="3221"/>
                      <a:pt x="7752" y="3264"/>
                    </a:cubicBezTo>
                    <a:cubicBezTo>
                      <a:pt x="7687" y="3292"/>
                      <a:pt x="7610" y="3305"/>
                      <a:pt x="7538" y="3305"/>
                    </a:cubicBezTo>
                    <a:cubicBezTo>
                      <a:pt x="7467" y="3305"/>
                      <a:pt x="7402" y="3292"/>
                      <a:pt x="7361" y="3264"/>
                    </a:cubicBezTo>
                    <a:cubicBezTo>
                      <a:pt x="7274" y="3205"/>
                      <a:pt x="7220" y="3096"/>
                      <a:pt x="7149" y="3009"/>
                    </a:cubicBezTo>
                    <a:cubicBezTo>
                      <a:pt x="7171" y="2993"/>
                      <a:pt x="7198" y="2982"/>
                      <a:pt x="7220" y="2965"/>
                    </a:cubicBezTo>
                    <a:cubicBezTo>
                      <a:pt x="7252" y="2933"/>
                      <a:pt x="7285" y="2900"/>
                      <a:pt x="7317" y="2868"/>
                    </a:cubicBezTo>
                    <a:cubicBezTo>
                      <a:pt x="7361" y="2808"/>
                      <a:pt x="7432" y="2770"/>
                      <a:pt x="7508" y="2770"/>
                    </a:cubicBezTo>
                    <a:cubicBezTo>
                      <a:pt x="7562" y="2775"/>
                      <a:pt x="7616" y="2791"/>
                      <a:pt x="7671" y="2819"/>
                    </a:cubicBezTo>
                    <a:cubicBezTo>
                      <a:pt x="7672" y="2819"/>
                      <a:pt x="7674" y="2819"/>
                      <a:pt x="7676" y="2819"/>
                    </a:cubicBezTo>
                    <a:cubicBezTo>
                      <a:pt x="7695" y="2819"/>
                      <a:pt x="7708" y="2790"/>
                      <a:pt x="7693" y="2775"/>
                    </a:cubicBezTo>
                    <a:cubicBezTo>
                      <a:pt x="7642" y="2710"/>
                      <a:pt x="7568" y="2677"/>
                      <a:pt x="7493" y="2677"/>
                    </a:cubicBezTo>
                    <a:cubicBezTo>
                      <a:pt x="7429" y="2677"/>
                      <a:pt x="7364" y="2701"/>
                      <a:pt x="7312" y="2748"/>
                    </a:cubicBezTo>
                    <a:cubicBezTo>
                      <a:pt x="7252" y="2797"/>
                      <a:pt x="7209" y="2868"/>
                      <a:pt x="7144" y="2916"/>
                    </a:cubicBezTo>
                    <a:cubicBezTo>
                      <a:pt x="7127" y="2927"/>
                      <a:pt x="7111" y="2938"/>
                      <a:pt x="7095" y="2949"/>
                    </a:cubicBezTo>
                    <a:cubicBezTo>
                      <a:pt x="7067" y="2927"/>
                      <a:pt x="7040" y="2911"/>
                      <a:pt x="7008" y="2900"/>
                    </a:cubicBezTo>
                    <a:cubicBezTo>
                      <a:pt x="6965" y="2890"/>
                      <a:pt x="6921" y="2885"/>
                      <a:pt x="6876" y="2885"/>
                    </a:cubicBezTo>
                    <a:cubicBezTo>
                      <a:pt x="6775" y="2885"/>
                      <a:pt x="6673" y="2911"/>
                      <a:pt x="6578" y="2960"/>
                    </a:cubicBezTo>
                    <a:cubicBezTo>
                      <a:pt x="6589" y="2813"/>
                      <a:pt x="6578" y="2672"/>
                      <a:pt x="6546" y="2536"/>
                    </a:cubicBezTo>
                    <a:lnTo>
                      <a:pt x="6616" y="2531"/>
                    </a:lnTo>
                    <a:close/>
                    <a:moveTo>
                      <a:pt x="5393" y="2873"/>
                    </a:moveTo>
                    <a:cubicBezTo>
                      <a:pt x="5399" y="2960"/>
                      <a:pt x="5410" y="3052"/>
                      <a:pt x="5415" y="3139"/>
                    </a:cubicBezTo>
                    <a:cubicBezTo>
                      <a:pt x="5415" y="3226"/>
                      <a:pt x="5420" y="3324"/>
                      <a:pt x="5426" y="3417"/>
                    </a:cubicBezTo>
                    <a:cubicBezTo>
                      <a:pt x="5343" y="3456"/>
                      <a:pt x="5256" y="3474"/>
                      <a:pt x="5169" y="3474"/>
                    </a:cubicBezTo>
                    <a:cubicBezTo>
                      <a:pt x="5148" y="3474"/>
                      <a:pt x="5126" y="3473"/>
                      <a:pt x="5105" y="3471"/>
                    </a:cubicBezTo>
                    <a:cubicBezTo>
                      <a:pt x="4969" y="3433"/>
                      <a:pt x="4850" y="3357"/>
                      <a:pt x="4757" y="3248"/>
                    </a:cubicBezTo>
                    <a:cubicBezTo>
                      <a:pt x="4768" y="3248"/>
                      <a:pt x="4779" y="3243"/>
                      <a:pt x="4784" y="3232"/>
                    </a:cubicBezTo>
                    <a:cubicBezTo>
                      <a:pt x="4855" y="3123"/>
                      <a:pt x="4958" y="3031"/>
                      <a:pt x="5083" y="2982"/>
                    </a:cubicBezTo>
                    <a:cubicBezTo>
                      <a:pt x="5181" y="2938"/>
                      <a:pt x="5285" y="2900"/>
                      <a:pt x="5393" y="2873"/>
                    </a:cubicBezTo>
                    <a:close/>
                    <a:moveTo>
                      <a:pt x="6870" y="2963"/>
                    </a:moveTo>
                    <a:cubicBezTo>
                      <a:pt x="6914" y="2963"/>
                      <a:pt x="6959" y="2971"/>
                      <a:pt x="7002" y="2987"/>
                    </a:cubicBezTo>
                    <a:cubicBezTo>
                      <a:pt x="7019" y="2998"/>
                      <a:pt x="7035" y="3003"/>
                      <a:pt x="7046" y="3014"/>
                    </a:cubicBezTo>
                    <a:cubicBezTo>
                      <a:pt x="7046" y="3025"/>
                      <a:pt x="7040" y="3036"/>
                      <a:pt x="7040" y="3047"/>
                    </a:cubicBezTo>
                    <a:cubicBezTo>
                      <a:pt x="7030" y="3074"/>
                      <a:pt x="7051" y="3092"/>
                      <a:pt x="7073" y="3092"/>
                    </a:cubicBezTo>
                    <a:cubicBezTo>
                      <a:pt x="7086" y="3092"/>
                      <a:pt x="7099" y="3085"/>
                      <a:pt x="7105" y="3069"/>
                    </a:cubicBezTo>
                    <a:cubicBezTo>
                      <a:pt x="7192" y="3167"/>
                      <a:pt x="7241" y="3308"/>
                      <a:pt x="7356" y="3373"/>
                    </a:cubicBezTo>
                    <a:cubicBezTo>
                      <a:pt x="7400" y="3396"/>
                      <a:pt x="7446" y="3406"/>
                      <a:pt x="7492" y="3406"/>
                    </a:cubicBezTo>
                    <a:cubicBezTo>
                      <a:pt x="7564" y="3406"/>
                      <a:pt x="7635" y="3383"/>
                      <a:pt x="7698" y="3357"/>
                    </a:cubicBezTo>
                    <a:lnTo>
                      <a:pt x="7758" y="3330"/>
                    </a:lnTo>
                    <a:cubicBezTo>
                      <a:pt x="7763" y="3482"/>
                      <a:pt x="7763" y="3634"/>
                      <a:pt x="7763" y="3786"/>
                    </a:cubicBezTo>
                    <a:cubicBezTo>
                      <a:pt x="7763" y="3998"/>
                      <a:pt x="7785" y="4226"/>
                      <a:pt x="7763" y="4444"/>
                    </a:cubicBezTo>
                    <a:cubicBezTo>
                      <a:pt x="7758" y="4536"/>
                      <a:pt x="7714" y="4612"/>
                      <a:pt x="7709" y="4705"/>
                    </a:cubicBezTo>
                    <a:cubicBezTo>
                      <a:pt x="7714" y="4819"/>
                      <a:pt x="7687" y="4928"/>
                      <a:pt x="7622" y="5026"/>
                    </a:cubicBezTo>
                    <a:cubicBezTo>
                      <a:pt x="7524" y="5172"/>
                      <a:pt x="7361" y="5221"/>
                      <a:pt x="7192" y="5227"/>
                    </a:cubicBezTo>
                    <a:cubicBezTo>
                      <a:pt x="7178" y="5228"/>
                      <a:pt x="7164" y="5229"/>
                      <a:pt x="7151" y="5229"/>
                    </a:cubicBezTo>
                    <a:cubicBezTo>
                      <a:pt x="6982" y="5229"/>
                      <a:pt x="6828" y="5138"/>
                      <a:pt x="6758" y="4982"/>
                    </a:cubicBezTo>
                    <a:cubicBezTo>
                      <a:pt x="6709" y="4895"/>
                      <a:pt x="6676" y="4808"/>
                      <a:pt x="6649" y="4710"/>
                    </a:cubicBezTo>
                    <a:cubicBezTo>
                      <a:pt x="6627" y="4612"/>
                      <a:pt x="6654" y="4515"/>
                      <a:pt x="6627" y="4422"/>
                    </a:cubicBezTo>
                    <a:cubicBezTo>
                      <a:pt x="6600" y="4346"/>
                      <a:pt x="6584" y="4270"/>
                      <a:pt x="6573" y="4188"/>
                    </a:cubicBezTo>
                    <a:cubicBezTo>
                      <a:pt x="6573" y="4085"/>
                      <a:pt x="6573" y="3976"/>
                      <a:pt x="6584" y="3873"/>
                    </a:cubicBezTo>
                    <a:cubicBezTo>
                      <a:pt x="6595" y="3623"/>
                      <a:pt x="6584" y="3373"/>
                      <a:pt x="6584" y="3128"/>
                    </a:cubicBezTo>
                    <a:lnTo>
                      <a:pt x="6584" y="3069"/>
                    </a:lnTo>
                    <a:cubicBezTo>
                      <a:pt x="6627" y="3031"/>
                      <a:pt x="6682" y="3003"/>
                      <a:pt x="6741" y="2987"/>
                    </a:cubicBezTo>
                    <a:cubicBezTo>
                      <a:pt x="6782" y="2971"/>
                      <a:pt x="6826" y="2963"/>
                      <a:pt x="6870" y="2963"/>
                    </a:cubicBezTo>
                    <a:close/>
                    <a:moveTo>
                      <a:pt x="1882" y="2520"/>
                    </a:moveTo>
                    <a:cubicBezTo>
                      <a:pt x="1977" y="2547"/>
                      <a:pt x="2080" y="2552"/>
                      <a:pt x="2184" y="2552"/>
                    </a:cubicBezTo>
                    <a:cubicBezTo>
                      <a:pt x="2253" y="2552"/>
                      <a:pt x="2323" y="2550"/>
                      <a:pt x="2391" y="2550"/>
                    </a:cubicBezTo>
                    <a:cubicBezTo>
                      <a:pt x="2425" y="2550"/>
                      <a:pt x="2458" y="2550"/>
                      <a:pt x="2491" y="2552"/>
                    </a:cubicBezTo>
                    <a:lnTo>
                      <a:pt x="2512" y="2552"/>
                    </a:lnTo>
                    <a:cubicBezTo>
                      <a:pt x="2523" y="2552"/>
                      <a:pt x="2534" y="2558"/>
                      <a:pt x="2545" y="2558"/>
                    </a:cubicBezTo>
                    <a:cubicBezTo>
                      <a:pt x="2622" y="2566"/>
                      <a:pt x="2692" y="2591"/>
                      <a:pt x="2768" y="2591"/>
                    </a:cubicBezTo>
                    <a:cubicBezTo>
                      <a:pt x="2789" y="2591"/>
                      <a:pt x="2811" y="2590"/>
                      <a:pt x="2833" y="2585"/>
                    </a:cubicBezTo>
                    <a:cubicBezTo>
                      <a:pt x="2887" y="2574"/>
                      <a:pt x="2947" y="2563"/>
                      <a:pt x="3001" y="2563"/>
                    </a:cubicBezTo>
                    <a:lnTo>
                      <a:pt x="3018" y="2563"/>
                    </a:lnTo>
                    <a:cubicBezTo>
                      <a:pt x="3023" y="2753"/>
                      <a:pt x="3056" y="2944"/>
                      <a:pt x="3061" y="3139"/>
                    </a:cubicBezTo>
                    <a:cubicBezTo>
                      <a:pt x="3072" y="3351"/>
                      <a:pt x="3078" y="3569"/>
                      <a:pt x="3078" y="3786"/>
                    </a:cubicBezTo>
                    <a:cubicBezTo>
                      <a:pt x="3078" y="3998"/>
                      <a:pt x="3099" y="4226"/>
                      <a:pt x="3078" y="4444"/>
                    </a:cubicBezTo>
                    <a:cubicBezTo>
                      <a:pt x="3072" y="4536"/>
                      <a:pt x="3029" y="4612"/>
                      <a:pt x="3023" y="4705"/>
                    </a:cubicBezTo>
                    <a:cubicBezTo>
                      <a:pt x="3029" y="4819"/>
                      <a:pt x="2996" y="4928"/>
                      <a:pt x="2936" y="5026"/>
                    </a:cubicBezTo>
                    <a:cubicBezTo>
                      <a:pt x="2838" y="5172"/>
                      <a:pt x="2670" y="5221"/>
                      <a:pt x="2507" y="5227"/>
                    </a:cubicBezTo>
                    <a:cubicBezTo>
                      <a:pt x="2490" y="5229"/>
                      <a:pt x="2473" y="5230"/>
                      <a:pt x="2456" y="5230"/>
                    </a:cubicBezTo>
                    <a:cubicBezTo>
                      <a:pt x="2291" y="5230"/>
                      <a:pt x="2141" y="5135"/>
                      <a:pt x="2072" y="4982"/>
                    </a:cubicBezTo>
                    <a:cubicBezTo>
                      <a:pt x="2023" y="4901"/>
                      <a:pt x="1990" y="4808"/>
                      <a:pt x="1963" y="4710"/>
                    </a:cubicBezTo>
                    <a:cubicBezTo>
                      <a:pt x="1941" y="4612"/>
                      <a:pt x="1969" y="4515"/>
                      <a:pt x="1941" y="4422"/>
                    </a:cubicBezTo>
                    <a:cubicBezTo>
                      <a:pt x="1914" y="4346"/>
                      <a:pt x="1898" y="4270"/>
                      <a:pt x="1893" y="4188"/>
                    </a:cubicBezTo>
                    <a:cubicBezTo>
                      <a:pt x="1893" y="4085"/>
                      <a:pt x="1893" y="3976"/>
                      <a:pt x="1903" y="3873"/>
                    </a:cubicBezTo>
                    <a:cubicBezTo>
                      <a:pt x="1909" y="3672"/>
                      <a:pt x="1903" y="3460"/>
                      <a:pt x="1903" y="3253"/>
                    </a:cubicBezTo>
                    <a:cubicBezTo>
                      <a:pt x="1990" y="3194"/>
                      <a:pt x="2132" y="3123"/>
                      <a:pt x="2143" y="3118"/>
                    </a:cubicBezTo>
                    <a:cubicBezTo>
                      <a:pt x="2183" y="3092"/>
                      <a:pt x="2230" y="3079"/>
                      <a:pt x="2276" y="3079"/>
                    </a:cubicBezTo>
                    <a:cubicBezTo>
                      <a:pt x="2317" y="3079"/>
                      <a:pt x="2357" y="3089"/>
                      <a:pt x="2393" y="3107"/>
                    </a:cubicBezTo>
                    <a:cubicBezTo>
                      <a:pt x="2447" y="3145"/>
                      <a:pt x="2496" y="3188"/>
                      <a:pt x="2550" y="3232"/>
                    </a:cubicBezTo>
                    <a:cubicBezTo>
                      <a:pt x="2606" y="3271"/>
                      <a:pt x="2706" y="3301"/>
                      <a:pt x="2799" y="3301"/>
                    </a:cubicBezTo>
                    <a:cubicBezTo>
                      <a:pt x="2889" y="3301"/>
                      <a:pt x="2972" y="3273"/>
                      <a:pt x="3007" y="3199"/>
                    </a:cubicBezTo>
                    <a:cubicBezTo>
                      <a:pt x="3017" y="3184"/>
                      <a:pt x="3004" y="3160"/>
                      <a:pt x="2985" y="3160"/>
                    </a:cubicBezTo>
                    <a:cubicBezTo>
                      <a:pt x="2984" y="3160"/>
                      <a:pt x="2982" y="3161"/>
                      <a:pt x="2980" y="3161"/>
                    </a:cubicBezTo>
                    <a:cubicBezTo>
                      <a:pt x="2924" y="3187"/>
                      <a:pt x="2863" y="3199"/>
                      <a:pt x="2804" y="3199"/>
                    </a:cubicBezTo>
                    <a:cubicBezTo>
                      <a:pt x="2724" y="3199"/>
                      <a:pt x="2646" y="3177"/>
                      <a:pt x="2577" y="3134"/>
                    </a:cubicBezTo>
                    <a:cubicBezTo>
                      <a:pt x="2534" y="3090"/>
                      <a:pt x="2480" y="3052"/>
                      <a:pt x="2431" y="3020"/>
                    </a:cubicBezTo>
                    <a:cubicBezTo>
                      <a:pt x="2431" y="3014"/>
                      <a:pt x="2431" y="3014"/>
                      <a:pt x="2436" y="3014"/>
                    </a:cubicBezTo>
                    <a:cubicBezTo>
                      <a:pt x="2491" y="2982"/>
                      <a:pt x="2550" y="2955"/>
                      <a:pt x="2610" y="2938"/>
                    </a:cubicBezTo>
                    <a:cubicBezTo>
                      <a:pt x="2648" y="2916"/>
                      <a:pt x="2692" y="2895"/>
                      <a:pt x="2741" y="2878"/>
                    </a:cubicBezTo>
                    <a:cubicBezTo>
                      <a:pt x="2806" y="2862"/>
                      <a:pt x="2876" y="2868"/>
                      <a:pt x="2942" y="2851"/>
                    </a:cubicBezTo>
                    <a:cubicBezTo>
                      <a:pt x="2974" y="2840"/>
                      <a:pt x="2974" y="2797"/>
                      <a:pt x="2942" y="2786"/>
                    </a:cubicBezTo>
                    <a:cubicBezTo>
                      <a:pt x="2894" y="2769"/>
                      <a:pt x="2844" y="2761"/>
                      <a:pt x="2795" y="2761"/>
                    </a:cubicBezTo>
                    <a:cubicBezTo>
                      <a:pt x="2731" y="2761"/>
                      <a:pt x="2668" y="2775"/>
                      <a:pt x="2610" y="2802"/>
                    </a:cubicBezTo>
                    <a:cubicBezTo>
                      <a:pt x="2550" y="2829"/>
                      <a:pt x="2496" y="2857"/>
                      <a:pt x="2442" y="2884"/>
                    </a:cubicBezTo>
                    <a:cubicBezTo>
                      <a:pt x="2404" y="2916"/>
                      <a:pt x="2365" y="2949"/>
                      <a:pt x="2333" y="2982"/>
                    </a:cubicBezTo>
                    <a:lnTo>
                      <a:pt x="2268" y="2982"/>
                    </a:lnTo>
                    <a:cubicBezTo>
                      <a:pt x="2143" y="2993"/>
                      <a:pt x="2023" y="3074"/>
                      <a:pt x="1920" y="3134"/>
                    </a:cubicBezTo>
                    <a:lnTo>
                      <a:pt x="1898" y="3145"/>
                    </a:lnTo>
                    <a:lnTo>
                      <a:pt x="1898" y="3128"/>
                    </a:lnTo>
                    <a:cubicBezTo>
                      <a:pt x="1893" y="2938"/>
                      <a:pt x="1914" y="2715"/>
                      <a:pt x="1865" y="2525"/>
                    </a:cubicBezTo>
                    <a:lnTo>
                      <a:pt x="1882" y="2520"/>
                    </a:lnTo>
                    <a:close/>
                    <a:moveTo>
                      <a:pt x="4450" y="3155"/>
                    </a:moveTo>
                    <a:cubicBezTo>
                      <a:pt x="4458" y="3155"/>
                      <a:pt x="4466" y="3155"/>
                      <a:pt x="4475" y="3156"/>
                    </a:cubicBezTo>
                    <a:cubicBezTo>
                      <a:pt x="4551" y="3167"/>
                      <a:pt x="4594" y="3226"/>
                      <a:pt x="4643" y="3281"/>
                    </a:cubicBezTo>
                    <a:cubicBezTo>
                      <a:pt x="4725" y="3389"/>
                      <a:pt x="4828" y="3476"/>
                      <a:pt x="4947" y="3536"/>
                    </a:cubicBezTo>
                    <a:cubicBezTo>
                      <a:pt x="5018" y="3568"/>
                      <a:pt x="5092" y="3583"/>
                      <a:pt x="5165" y="3583"/>
                    </a:cubicBezTo>
                    <a:cubicBezTo>
                      <a:pt x="5255" y="3583"/>
                      <a:pt x="5345" y="3560"/>
                      <a:pt x="5426" y="3514"/>
                    </a:cubicBezTo>
                    <a:cubicBezTo>
                      <a:pt x="5426" y="3607"/>
                      <a:pt x="5431" y="3694"/>
                      <a:pt x="5426" y="3786"/>
                    </a:cubicBezTo>
                    <a:cubicBezTo>
                      <a:pt x="5426" y="4004"/>
                      <a:pt x="5448" y="4232"/>
                      <a:pt x="5426" y="4444"/>
                    </a:cubicBezTo>
                    <a:cubicBezTo>
                      <a:pt x="5420" y="4536"/>
                      <a:pt x="5377" y="4618"/>
                      <a:pt x="5371" y="4710"/>
                    </a:cubicBezTo>
                    <a:cubicBezTo>
                      <a:pt x="5377" y="4824"/>
                      <a:pt x="5350" y="4933"/>
                      <a:pt x="5285" y="5026"/>
                    </a:cubicBezTo>
                    <a:cubicBezTo>
                      <a:pt x="5192" y="5172"/>
                      <a:pt x="5024" y="5221"/>
                      <a:pt x="4855" y="5232"/>
                    </a:cubicBezTo>
                    <a:cubicBezTo>
                      <a:pt x="4842" y="5233"/>
                      <a:pt x="4828" y="5234"/>
                      <a:pt x="4815" y="5234"/>
                    </a:cubicBezTo>
                    <a:cubicBezTo>
                      <a:pt x="4646" y="5234"/>
                      <a:pt x="4491" y="5139"/>
                      <a:pt x="4420" y="4987"/>
                    </a:cubicBezTo>
                    <a:cubicBezTo>
                      <a:pt x="4371" y="4901"/>
                      <a:pt x="4339" y="4808"/>
                      <a:pt x="4311" y="4716"/>
                    </a:cubicBezTo>
                    <a:cubicBezTo>
                      <a:pt x="4290" y="4618"/>
                      <a:pt x="4317" y="4520"/>
                      <a:pt x="4290" y="4422"/>
                    </a:cubicBezTo>
                    <a:cubicBezTo>
                      <a:pt x="4268" y="4346"/>
                      <a:pt x="4252" y="4270"/>
                      <a:pt x="4241" y="4188"/>
                    </a:cubicBezTo>
                    <a:cubicBezTo>
                      <a:pt x="4241" y="4085"/>
                      <a:pt x="4241" y="3976"/>
                      <a:pt x="4252" y="3873"/>
                    </a:cubicBezTo>
                    <a:cubicBezTo>
                      <a:pt x="4263" y="3656"/>
                      <a:pt x="4252" y="3438"/>
                      <a:pt x="4252" y="3215"/>
                    </a:cubicBezTo>
                    <a:cubicBezTo>
                      <a:pt x="4310" y="3176"/>
                      <a:pt x="4378" y="3155"/>
                      <a:pt x="4450" y="3155"/>
                    </a:cubicBezTo>
                    <a:close/>
                    <a:moveTo>
                      <a:pt x="8888" y="1356"/>
                    </a:moveTo>
                    <a:cubicBezTo>
                      <a:pt x="8975" y="1367"/>
                      <a:pt x="9068" y="1384"/>
                      <a:pt x="9155" y="1411"/>
                    </a:cubicBezTo>
                    <a:cubicBezTo>
                      <a:pt x="9253" y="1432"/>
                      <a:pt x="9264" y="1411"/>
                      <a:pt x="9269" y="1498"/>
                    </a:cubicBezTo>
                    <a:cubicBezTo>
                      <a:pt x="9274" y="1568"/>
                      <a:pt x="9264" y="1634"/>
                      <a:pt x="9258" y="1704"/>
                    </a:cubicBezTo>
                    <a:cubicBezTo>
                      <a:pt x="9247" y="1922"/>
                      <a:pt x="9258" y="2139"/>
                      <a:pt x="9296" y="2362"/>
                    </a:cubicBezTo>
                    <a:cubicBezTo>
                      <a:pt x="9329" y="2579"/>
                      <a:pt x="9242" y="2824"/>
                      <a:pt x="9220" y="3041"/>
                    </a:cubicBezTo>
                    <a:cubicBezTo>
                      <a:pt x="9198" y="3281"/>
                      <a:pt x="9215" y="3525"/>
                      <a:pt x="9209" y="3764"/>
                    </a:cubicBezTo>
                    <a:cubicBezTo>
                      <a:pt x="9204" y="4009"/>
                      <a:pt x="9177" y="4254"/>
                      <a:pt x="9138" y="4498"/>
                    </a:cubicBezTo>
                    <a:cubicBezTo>
                      <a:pt x="9100" y="4716"/>
                      <a:pt x="9084" y="4939"/>
                      <a:pt x="9095" y="5161"/>
                    </a:cubicBezTo>
                    <a:cubicBezTo>
                      <a:pt x="9100" y="5227"/>
                      <a:pt x="9128" y="5314"/>
                      <a:pt x="9133" y="5390"/>
                    </a:cubicBezTo>
                    <a:cubicBezTo>
                      <a:pt x="9127" y="5388"/>
                      <a:pt x="9120" y="5388"/>
                      <a:pt x="9114" y="5388"/>
                    </a:cubicBezTo>
                    <a:cubicBezTo>
                      <a:pt x="9071" y="5388"/>
                      <a:pt x="9029" y="5419"/>
                      <a:pt x="9024" y="5466"/>
                    </a:cubicBezTo>
                    <a:cubicBezTo>
                      <a:pt x="9013" y="5520"/>
                      <a:pt x="9030" y="5591"/>
                      <a:pt x="9019" y="5645"/>
                    </a:cubicBezTo>
                    <a:cubicBezTo>
                      <a:pt x="9008" y="5683"/>
                      <a:pt x="9008" y="5683"/>
                      <a:pt x="8965" y="5705"/>
                    </a:cubicBezTo>
                    <a:cubicBezTo>
                      <a:pt x="8940" y="5722"/>
                      <a:pt x="8908" y="5729"/>
                      <a:pt x="8876" y="5729"/>
                    </a:cubicBezTo>
                    <a:cubicBezTo>
                      <a:pt x="8865" y="5729"/>
                      <a:pt x="8855" y="5728"/>
                      <a:pt x="8845" y="5727"/>
                    </a:cubicBezTo>
                    <a:cubicBezTo>
                      <a:pt x="8791" y="5709"/>
                      <a:pt x="8733" y="5698"/>
                      <a:pt x="8675" y="5698"/>
                    </a:cubicBezTo>
                    <a:cubicBezTo>
                      <a:pt x="8663" y="5698"/>
                      <a:pt x="8651" y="5699"/>
                      <a:pt x="8638" y="5700"/>
                    </a:cubicBezTo>
                    <a:cubicBezTo>
                      <a:pt x="8595" y="5705"/>
                      <a:pt x="8557" y="5716"/>
                      <a:pt x="8513" y="5721"/>
                    </a:cubicBezTo>
                    <a:cubicBezTo>
                      <a:pt x="8508" y="5613"/>
                      <a:pt x="8524" y="5504"/>
                      <a:pt x="8524" y="5401"/>
                    </a:cubicBezTo>
                    <a:cubicBezTo>
                      <a:pt x="8524" y="5216"/>
                      <a:pt x="8519" y="5031"/>
                      <a:pt x="8519" y="4846"/>
                    </a:cubicBezTo>
                    <a:cubicBezTo>
                      <a:pt x="8513" y="4471"/>
                      <a:pt x="8508" y="4091"/>
                      <a:pt x="8513" y="3716"/>
                    </a:cubicBezTo>
                    <a:cubicBezTo>
                      <a:pt x="8513" y="3547"/>
                      <a:pt x="8437" y="3389"/>
                      <a:pt x="8475" y="3226"/>
                    </a:cubicBezTo>
                    <a:cubicBezTo>
                      <a:pt x="8497" y="3074"/>
                      <a:pt x="8502" y="2922"/>
                      <a:pt x="8492" y="2775"/>
                    </a:cubicBezTo>
                    <a:cubicBezTo>
                      <a:pt x="8492" y="2677"/>
                      <a:pt x="8486" y="2574"/>
                      <a:pt x="8486" y="2476"/>
                    </a:cubicBezTo>
                    <a:cubicBezTo>
                      <a:pt x="8546" y="2400"/>
                      <a:pt x="8573" y="2302"/>
                      <a:pt x="8562" y="2204"/>
                    </a:cubicBezTo>
                    <a:cubicBezTo>
                      <a:pt x="8562" y="2090"/>
                      <a:pt x="8551" y="1981"/>
                      <a:pt x="8519" y="1873"/>
                    </a:cubicBezTo>
                    <a:cubicBezTo>
                      <a:pt x="8519" y="1835"/>
                      <a:pt x="8524" y="1797"/>
                      <a:pt x="8530" y="1753"/>
                    </a:cubicBezTo>
                    <a:cubicBezTo>
                      <a:pt x="8546" y="1634"/>
                      <a:pt x="8573" y="1514"/>
                      <a:pt x="8606" y="1394"/>
                    </a:cubicBezTo>
                    <a:cubicBezTo>
                      <a:pt x="8625" y="1397"/>
                      <a:pt x="8642" y="1399"/>
                      <a:pt x="8659" y="1399"/>
                    </a:cubicBezTo>
                    <a:cubicBezTo>
                      <a:pt x="8676" y="1399"/>
                      <a:pt x="8693" y="1397"/>
                      <a:pt x="8709" y="1394"/>
                    </a:cubicBezTo>
                    <a:cubicBezTo>
                      <a:pt x="8769" y="1378"/>
                      <a:pt x="8829" y="1367"/>
                      <a:pt x="8888" y="1356"/>
                    </a:cubicBezTo>
                    <a:close/>
                    <a:moveTo>
                      <a:pt x="1224" y="1449"/>
                    </a:moveTo>
                    <a:cubicBezTo>
                      <a:pt x="1229" y="1530"/>
                      <a:pt x="1235" y="1617"/>
                      <a:pt x="1251" y="1699"/>
                    </a:cubicBezTo>
                    <a:cubicBezTo>
                      <a:pt x="1257" y="1737"/>
                      <a:pt x="1257" y="1780"/>
                      <a:pt x="1257" y="1818"/>
                    </a:cubicBezTo>
                    <a:cubicBezTo>
                      <a:pt x="1235" y="1900"/>
                      <a:pt x="1235" y="1981"/>
                      <a:pt x="1246" y="2063"/>
                    </a:cubicBezTo>
                    <a:cubicBezTo>
                      <a:pt x="1246" y="2155"/>
                      <a:pt x="1262" y="2248"/>
                      <a:pt x="1295" y="2340"/>
                    </a:cubicBezTo>
                    <a:cubicBezTo>
                      <a:pt x="1267" y="2601"/>
                      <a:pt x="1235" y="2862"/>
                      <a:pt x="1202" y="3123"/>
                    </a:cubicBezTo>
                    <a:cubicBezTo>
                      <a:pt x="1180" y="3302"/>
                      <a:pt x="1213" y="3487"/>
                      <a:pt x="1191" y="3672"/>
                    </a:cubicBezTo>
                    <a:cubicBezTo>
                      <a:pt x="1175" y="3841"/>
                      <a:pt x="1148" y="3998"/>
                      <a:pt x="1142" y="4167"/>
                    </a:cubicBezTo>
                    <a:cubicBezTo>
                      <a:pt x="1137" y="4248"/>
                      <a:pt x="1137" y="4330"/>
                      <a:pt x="1148" y="4406"/>
                    </a:cubicBezTo>
                    <a:cubicBezTo>
                      <a:pt x="1153" y="4487"/>
                      <a:pt x="1186" y="4564"/>
                      <a:pt x="1191" y="4645"/>
                    </a:cubicBezTo>
                    <a:cubicBezTo>
                      <a:pt x="1202" y="4814"/>
                      <a:pt x="1170" y="4982"/>
                      <a:pt x="1186" y="5151"/>
                    </a:cubicBezTo>
                    <a:cubicBezTo>
                      <a:pt x="1202" y="5227"/>
                      <a:pt x="1219" y="5308"/>
                      <a:pt x="1229" y="5390"/>
                    </a:cubicBezTo>
                    <a:cubicBezTo>
                      <a:pt x="1229" y="5439"/>
                      <a:pt x="1219" y="5482"/>
                      <a:pt x="1219" y="5526"/>
                    </a:cubicBezTo>
                    <a:cubicBezTo>
                      <a:pt x="1213" y="5596"/>
                      <a:pt x="1213" y="5667"/>
                      <a:pt x="1229" y="5738"/>
                    </a:cubicBezTo>
                    <a:cubicBezTo>
                      <a:pt x="1197" y="5738"/>
                      <a:pt x="1159" y="5738"/>
                      <a:pt x="1126" y="5749"/>
                    </a:cubicBezTo>
                    <a:cubicBezTo>
                      <a:pt x="1094" y="5754"/>
                      <a:pt x="1055" y="5765"/>
                      <a:pt x="1023" y="5770"/>
                    </a:cubicBezTo>
                    <a:lnTo>
                      <a:pt x="958" y="5770"/>
                    </a:lnTo>
                    <a:cubicBezTo>
                      <a:pt x="925" y="5759"/>
                      <a:pt x="898" y="5749"/>
                      <a:pt x="865" y="5743"/>
                    </a:cubicBezTo>
                    <a:cubicBezTo>
                      <a:pt x="842" y="5739"/>
                      <a:pt x="816" y="5735"/>
                      <a:pt x="792" y="5735"/>
                    </a:cubicBezTo>
                    <a:cubicBezTo>
                      <a:pt x="781" y="5735"/>
                      <a:pt x="771" y="5736"/>
                      <a:pt x="762" y="5738"/>
                    </a:cubicBezTo>
                    <a:lnTo>
                      <a:pt x="756" y="5738"/>
                    </a:lnTo>
                    <a:cubicBezTo>
                      <a:pt x="767" y="5672"/>
                      <a:pt x="702" y="5526"/>
                      <a:pt x="697" y="5471"/>
                    </a:cubicBezTo>
                    <a:cubicBezTo>
                      <a:pt x="691" y="5259"/>
                      <a:pt x="708" y="5042"/>
                      <a:pt x="708" y="4830"/>
                    </a:cubicBezTo>
                    <a:cubicBezTo>
                      <a:pt x="708" y="4721"/>
                      <a:pt x="713" y="4607"/>
                      <a:pt x="708" y="4498"/>
                    </a:cubicBezTo>
                    <a:cubicBezTo>
                      <a:pt x="702" y="4411"/>
                      <a:pt x="670" y="4335"/>
                      <a:pt x="664" y="4254"/>
                    </a:cubicBezTo>
                    <a:cubicBezTo>
                      <a:pt x="659" y="4156"/>
                      <a:pt x="664" y="4063"/>
                      <a:pt x="653" y="3966"/>
                    </a:cubicBezTo>
                    <a:cubicBezTo>
                      <a:pt x="637" y="3873"/>
                      <a:pt x="626" y="3775"/>
                      <a:pt x="615" y="3677"/>
                    </a:cubicBezTo>
                    <a:cubicBezTo>
                      <a:pt x="588" y="3471"/>
                      <a:pt x="577" y="3270"/>
                      <a:pt x="572" y="3069"/>
                    </a:cubicBezTo>
                    <a:cubicBezTo>
                      <a:pt x="561" y="2857"/>
                      <a:pt x="566" y="2650"/>
                      <a:pt x="588" y="2444"/>
                    </a:cubicBezTo>
                    <a:lnTo>
                      <a:pt x="577" y="2444"/>
                    </a:lnTo>
                    <a:cubicBezTo>
                      <a:pt x="604" y="2242"/>
                      <a:pt x="610" y="2036"/>
                      <a:pt x="631" y="1829"/>
                    </a:cubicBezTo>
                    <a:cubicBezTo>
                      <a:pt x="637" y="1742"/>
                      <a:pt x="642" y="1634"/>
                      <a:pt x="697" y="1558"/>
                    </a:cubicBezTo>
                    <a:cubicBezTo>
                      <a:pt x="756" y="1481"/>
                      <a:pt x="833" y="1481"/>
                      <a:pt x="920" y="1481"/>
                    </a:cubicBezTo>
                    <a:cubicBezTo>
                      <a:pt x="936" y="1482"/>
                      <a:pt x="952" y="1483"/>
                      <a:pt x="969" y="1483"/>
                    </a:cubicBezTo>
                    <a:cubicBezTo>
                      <a:pt x="1052" y="1483"/>
                      <a:pt x="1138" y="1471"/>
                      <a:pt x="1224" y="1449"/>
                    </a:cubicBezTo>
                    <a:close/>
                    <a:moveTo>
                      <a:pt x="1447" y="2498"/>
                    </a:moveTo>
                    <a:cubicBezTo>
                      <a:pt x="1516" y="2530"/>
                      <a:pt x="1590" y="2548"/>
                      <a:pt x="1667" y="2548"/>
                    </a:cubicBezTo>
                    <a:cubicBezTo>
                      <a:pt x="1693" y="2548"/>
                      <a:pt x="1719" y="2546"/>
                      <a:pt x="1746" y="2541"/>
                    </a:cubicBezTo>
                    <a:lnTo>
                      <a:pt x="1746" y="2541"/>
                    </a:lnTo>
                    <a:cubicBezTo>
                      <a:pt x="1697" y="2737"/>
                      <a:pt x="1719" y="2960"/>
                      <a:pt x="1719" y="3145"/>
                    </a:cubicBezTo>
                    <a:cubicBezTo>
                      <a:pt x="1713" y="3400"/>
                      <a:pt x="1713" y="3661"/>
                      <a:pt x="1697" y="3917"/>
                    </a:cubicBezTo>
                    <a:cubicBezTo>
                      <a:pt x="1691" y="4025"/>
                      <a:pt x="1686" y="4140"/>
                      <a:pt x="1697" y="4254"/>
                    </a:cubicBezTo>
                    <a:cubicBezTo>
                      <a:pt x="1702" y="4352"/>
                      <a:pt x="1751" y="4449"/>
                      <a:pt x="1746" y="4542"/>
                    </a:cubicBezTo>
                    <a:cubicBezTo>
                      <a:pt x="1746" y="4759"/>
                      <a:pt x="1806" y="4966"/>
                      <a:pt x="1920" y="5145"/>
                    </a:cubicBezTo>
                    <a:cubicBezTo>
                      <a:pt x="2053" y="5347"/>
                      <a:pt x="2273" y="5444"/>
                      <a:pt x="2501" y="5444"/>
                    </a:cubicBezTo>
                    <a:cubicBezTo>
                      <a:pt x="2634" y="5444"/>
                      <a:pt x="2770" y="5411"/>
                      <a:pt x="2893" y="5346"/>
                    </a:cubicBezTo>
                    <a:cubicBezTo>
                      <a:pt x="3061" y="5243"/>
                      <a:pt x="3181" y="5064"/>
                      <a:pt x="3203" y="4862"/>
                    </a:cubicBezTo>
                    <a:cubicBezTo>
                      <a:pt x="3213" y="4770"/>
                      <a:pt x="3197" y="4683"/>
                      <a:pt x="3219" y="4585"/>
                    </a:cubicBezTo>
                    <a:cubicBezTo>
                      <a:pt x="3235" y="4471"/>
                      <a:pt x="3235" y="4357"/>
                      <a:pt x="3224" y="4243"/>
                    </a:cubicBezTo>
                    <a:cubicBezTo>
                      <a:pt x="3213" y="3949"/>
                      <a:pt x="3224" y="3650"/>
                      <a:pt x="3230" y="3357"/>
                    </a:cubicBezTo>
                    <a:cubicBezTo>
                      <a:pt x="3241" y="3096"/>
                      <a:pt x="3224" y="2840"/>
                      <a:pt x="3208" y="2585"/>
                    </a:cubicBezTo>
                    <a:lnTo>
                      <a:pt x="3453" y="2585"/>
                    </a:lnTo>
                    <a:cubicBezTo>
                      <a:pt x="3536" y="2585"/>
                      <a:pt x="3619" y="2580"/>
                      <a:pt x="3703" y="2580"/>
                    </a:cubicBezTo>
                    <a:cubicBezTo>
                      <a:pt x="3744" y="2580"/>
                      <a:pt x="3786" y="2581"/>
                      <a:pt x="3828" y="2585"/>
                    </a:cubicBezTo>
                    <a:cubicBezTo>
                      <a:pt x="3915" y="2590"/>
                      <a:pt x="3991" y="2623"/>
                      <a:pt x="4078" y="2628"/>
                    </a:cubicBezTo>
                    <a:cubicBezTo>
                      <a:pt x="4061" y="2802"/>
                      <a:pt x="4061" y="2976"/>
                      <a:pt x="4067" y="3150"/>
                    </a:cubicBezTo>
                    <a:cubicBezTo>
                      <a:pt x="4061" y="3406"/>
                      <a:pt x="4061" y="3661"/>
                      <a:pt x="4051" y="3917"/>
                    </a:cubicBezTo>
                    <a:cubicBezTo>
                      <a:pt x="4040" y="4031"/>
                      <a:pt x="4040" y="4145"/>
                      <a:pt x="4045" y="4254"/>
                    </a:cubicBezTo>
                    <a:cubicBezTo>
                      <a:pt x="4051" y="4357"/>
                      <a:pt x="4100" y="4449"/>
                      <a:pt x="4100" y="4547"/>
                    </a:cubicBezTo>
                    <a:cubicBezTo>
                      <a:pt x="4094" y="4759"/>
                      <a:pt x="4159" y="4966"/>
                      <a:pt x="4273" y="5145"/>
                    </a:cubicBezTo>
                    <a:cubicBezTo>
                      <a:pt x="4403" y="5350"/>
                      <a:pt x="4620" y="5445"/>
                      <a:pt x="4846" y="5445"/>
                    </a:cubicBezTo>
                    <a:cubicBezTo>
                      <a:pt x="4980" y="5445"/>
                      <a:pt x="5117" y="5411"/>
                      <a:pt x="5241" y="5346"/>
                    </a:cubicBezTo>
                    <a:cubicBezTo>
                      <a:pt x="5415" y="5243"/>
                      <a:pt x="5529" y="5069"/>
                      <a:pt x="5551" y="4868"/>
                    </a:cubicBezTo>
                    <a:cubicBezTo>
                      <a:pt x="5562" y="4770"/>
                      <a:pt x="5545" y="4683"/>
                      <a:pt x="5567" y="4591"/>
                    </a:cubicBezTo>
                    <a:cubicBezTo>
                      <a:pt x="5583" y="4477"/>
                      <a:pt x="5589" y="4357"/>
                      <a:pt x="5573" y="4243"/>
                    </a:cubicBezTo>
                    <a:cubicBezTo>
                      <a:pt x="5562" y="3960"/>
                      <a:pt x="5573" y="3677"/>
                      <a:pt x="5578" y="3395"/>
                    </a:cubicBezTo>
                    <a:cubicBezTo>
                      <a:pt x="5583" y="3395"/>
                      <a:pt x="5583" y="3395"/>
                      <a:pt x="5589" y="3389"/>
                    </a:cubicBezTo>
                    <a:cubicBezTo>
                      <a:pt x="5600" y="3378"/>
                      <a:pt x="5594" y="3357"/>
                      <a:pt x="5583" y="3346"/>
                    </a:cubicBezTo>
                    <a:cubicBezTo>
                      <a:pt x="5589" y="3096"/>
                      <a:pt x="5573" y="2846"/>
                      <a:pt x="5562" y="2596"/>
                    </a:cubicBezTo>
                    <a:cubicBezTo>
                      <a:pt x="5660" y="2590"/>
                      <a:pt x="5752" y="2569"/>
                      <a:pt x="5855" y="2563"/>
                    </a:cubicBezTo>
                    <a:cubicBezTo>
                      <a:pt x="5975" y="2552"/>
                      <a:pt x="6094" y="2552"/>
                      <a:pt x="6214" y="2552"/>
                    </a:cubicBezTo>
                    <a:cubicBezTo>
                      <a:pt x="6285" y="2552"/>
                      <a:pt x="6355" y="2547"/>
                      <a:pt x="6426" y="2541"/>
                    </a:cubicBezTo>
                    <a:lnTo>
                      <a:pt x="6426" y="2541"/>
                    </a:lnTo>
                    <a:cubicBezTo>
                      <a:pt x="6383" y="2737"/>
                      <a:pt x="6404" y="2960"/>
                      <a:pt x="6399" y="3150"/>
                    </a:cubicBezTo>
                    <a:cubicBezTo>
                      <a:pt x="6393" y="3406"/>
                      <a:pt x="6393" y="3661"/>
                      <a:pt x="6383" y="3917"/>
                    </a:cubicBezTo>
                    <a:cubicBezTo>
                      <a:pt x="6372" y="4031"/>
                      <a:pt x="6372" y="4145"/>
                      <a:pt x="6377" y="4254"/>
                    </a:cubicBezTo>
                    <a:cubicBezTo>
                      <a:pt x="6383" y="4357"/>
                      <a:pt x="6431" y="4449"/>
                      <a:pt x="6431" y="4547"/>
                    </a:cubicBezTo>
                    <a:cubicBezTo>
                      <a:pt x="6426" y="4759"/>
                      <a:pt x="6491" y="4966"/>
                      <a:pt x="6605" y="5145"/>
                    </a:cubicBezTo>
                    <a:cubicBezTo>
                      <a:pt x="6735" y="5350"/>
                      <a:pt x="6952" y="5445"/>
                      <a:pt x="7177" y="5445"/>
                    </a:cubicBezTo>
                    <a:cubicBezTo>
                      <a:pt x="7312" y="5445"/>
                      <a:pt x="7449" y="5411"/>
                      <a:pt x="7573" y="5346"/>
                    </a:cubicBezTo>
                    <a:cubicBezTo>
                      <a:pt x="7747" y="5243"/>
                      <a:pt x="7861" y="5069"/>
                      <a:pt x="7883" y="4868"/>
                    </a:cubicBezTo>
                    <a:cubicBezTo>
                      <a:pt x="7894" y="4770"/>
                      <a:pt x="7877" y="4683"/>
                      <a:pt x="7899" y="4591"/>
                    </a:cubicBezTo>
                    <a:cubicBezTo>
                      <a:pt x="7915" y="4477"/>
                      <a:pt x="7921" y="4357"/>
                      <a:pt x="7905" y="4243"/>
                    </a:cubicBezTo>
                    <a:cubicBezTo>
                      <a:pt x="7894" y="3949"/>
                      <a:pt x="7905" y="3656"/>
                      <a:pt x="7915" y="3362"/>
                    </a:cubicBezTo>
                    <a:cubicBezTo>
                      <a:pt x="7921" y="3080"/>
                      <a:pt x="7899" y="2802"/>
                      <a:pt x="7888" y="2525"/>
                    </a:cubicBezTo>
                    <a:lnTo>
                      <a:pt x="7888" y="2525"/>
                    </a:lnTo>
                    <a:cubicBezTo>
                      <a:pt x="8002" y="2547"/>
                      <a:pt x="8117" y="2558"/>
                      <a:pt x="8231" y="2569"/>
                    </a:cubicBezTo>
                    <a:cubicBezTo>
                      <a:pt x="8258" y="2569"/>
                      <a:pt x="8291" y="2569"/>
                      <a:pt x="8323" y="2563"/>
                    </a:cubicBezTo>
                    <a:lnTo>
                      <a:pt x="8323" y="2802"/>
                    </a:lnTo>
                    <a:cubicBezTo>
                      <a:pt x="8323" y="2878"/>
                      <a:pt x="8334" y="2960"/>
                      <a:pt x="8323" y="3041"/>
                    </a:cubicBezTo>
                    <a:cubicBezTo>
                      <a:pt x="8312" y="3123"/>
                      <a:pt x="8291" y="3183"/>
                      <a:pt x="8280" y="3259"/>
                    </a:cubicBezTo>
                    <a:cubicBezTo>
                      <a:pt x="8258" y="3427"/>
                      <a:pt x="8323" y="3596"/>
                      <a:pt x="8312" y="3764"/>
                    </a:cubicBezTo>
                    <a:cubicBezTo>
                      <a:pt x="8296" y="4145"/>
                      <a:pt x="8301" y="4520"/>
                      <a:pt x="8296" y="4901"/>
                    </a:cubicBezTo>
                    <a:cubicBezTo>
                      <a:pt x="8296" y="5080"/>
                      <a:pt x="8296" y="5259"/>
                      <a:pt x="8291" y="5439"/>
                    </a:cubicBezTo>
                    <a:cubicBezTo>
                      <a:pt x="8285" y="5547"/>
                      <a:pt x="8269" y="5656"/>
                      <a:pt x="8274" y="5765"/>
                    </a:cubicBezTo>
                    <a:cubicBezTo>
                      <a:pt x="8231" y="5754"/>
                      <a:pt x="8187" y="5743"/>
                      <a:pt x="8144" y="5738"/>
                    </a:cubicBezTo>
                    <a:cubicBezTo>
                      <a:pt x="8081" y="5735"/>
                      <a:pt x="8019" y="5734"/>
                      <a:pt x="7956" y="5734"/>
                    </a:cubicBezTo>
                    <a:cubicBezTo>
                      <a:pt x="7894" y="5734"/>
                      <a:pt x="7831" y="5735"/>
                      <a:pt x="7769" y="5738"/>
                    </a:cubicBezTo>
                    <a:lnTo>
                      <a:pt x="7345" y="5738"/>
                    </a:lnTo>
                    <a:cubicBezTo>
                      <a:pt x="7160" y="5738"/>
                      <a:pt x="6975" y="5735"/>
                      <a:pt x="6792" y="5735"/>
                    </a:cubicBezTo>
                    <a:cubicBezTo>
                      <a:pt x="6700" y="5735"/>
                      <a:pt x="6609" y="5736"/>
                      <a:pt x="6518" y="5738"/>
                    </a:cubicBezTo>
                    <a:cubicBezTo>
                      <a:pt x="6388" y="5738"/>
                      <a:pt x="6258" y="5759"/>
                      <a:pt x="6127" y="5776"/>
                    </a:cubicBezTo>
                    <a:cubicBezTo>
                      <a:pt x="6062" y="5781"/>
                      <a:pt x="5997" y="5784"/>
                      <a:pt x="5931" y="5784"/>
                    </a:cubicBezTo>
                    <a:cubicBezTo>
                      <a:pt x="5866" y="5784"/>
                      <a:pt x="5801" y="5781"/>
                      <a:pt x="5736" y="5776"/>
                    </a:cubicBezTo>
                    <a:cubicBezTo>
                      <a:pt x="5660" y="5773"/>
                      <a:pt x="5585" y="5769"/>
                      <a:pt x="5509" y="5769"/>
                    </a:cubicBezTo>
                    <a:cubicBezTo>
                      <a:pt x="5453" y="5769"/>
                      <a:pt x="5396" y="5771"/>
                      <a:pt x="5339" y="5776"/>
                    </a:cubicBezTo>
                    <a:cubicBezTo>
                      <a:pt x="5219" y="5781"/>
                      <a:pt x="5100" y="5819"/>
                      <a:pt x="4980" y="5830"/>
                    </a:cubicBezTo>
                    <a:cubicBezTo>
                      <a:pt x="4890" y="5837"/>
                      <a:pt x="4798" y="5840"/>
                      <a:pt x="4705" y="5840"/>
                    </a:cubicBezTo>
                    <a:cubicBezTo>
                      <a:pt x="4520" y="5840"/>
                      <a:pt x="4333" y="5830"/>
                      <a:pt x="4148" y="5830"/>
                    </a:cubicBezTo>
                    <a:cubicBezTo>
                      <a:pt x="4013" y="5825"/>
                      <a:pt x="3877" y="5814"/>
                      <a:pt x="3735" y="5797"/>
                    </a:cubicBezTo>
                    <a:cubicBezTo>
                      <a:pt x="3714" y="5795"/>
                      <a:pt x="3693" y="5794"/>
                      <a:pt x="3672" y="5794"/>
                    </a:cubicBezTo>
                    <a:cubicBezTo>
                      <a:pt x="3560" y="5794"/>
                      <a:pt x="3453" y="5825"/>
                      <a:pt x="3338" y="5830"/>
                    </a:cubicBezTo>
                    <a:cubicBezTo>
                      <a:pt x="3244" y="5835"/>
                      <a:pt x="3149" y="5837"/>
                      <a:pt x="3054" y="5837"/>
                    </a:cubicBezTo>
                    <a:cubicBezTo>
                      <a:pt x="2864" y="5837"/>
                      <a:pt x="2672" y="5830"/>
                      <a:pt x="2480" y="5830"/>
                    </a:cubicBezTo>
                    <a:cubicBezTo>
                      <a:pt x="2322" y="5830"/>
                      <a:pt x="2164" y="5835"/>
                      <a:pt x="2001" y="5835"/>
                    </a:cubicBezTo>
                    <a:cubicBezTo>
                      <a:pt x="1844" y="5835"/>
                      <a:pt x="1697" y="5797"/>
                      <a:pt x="1539" y="5797"/>
                    </a:cubicBezTo>
                    <a:lnTo>
                      <a:pt x="1474" y="5797"/>
                    </a:lnTo>
                    <a:cubicBezTo>
                      <a:pt x="1490" y="5770"/>
                      <a:pt x="1485" y="5732"/>
                      <a:pt x="1463" y="5710"/>
                    </a:cubicBezTo>
                    <a:cubicBezTo>
                      <a:pt x="1398" y="5629"/>
                      <a:pt x="1436" y="5504"/>
                      <a:pt x="1436" y="5406"/>
                    </a:cubicBezTo>
                    <a:cubicBezTo>
                      <a:pt x="1436" y="5270"/>
                      <a:pt x="1387" y="5151"/>
                      <a:pt x="1392" y="5015"/>
                    </a:cubicBezTo>
                    <a:cubicBezTo>
                      <a:pt x="1392" y="4852"/>
                      <a:pt x="1414" y="4683"/>
                      <a:pt x="1382" y="4520"/>
                    </a:cubicBezTo>
                    <a:cubicBezTo>
                      <a:pt x="1349" y="4368"/>
                      <a:pt x="1338" y="4210"/>
                      <a:pt x="1349" y="4053"/>
                    </a:cubicBezTo>
                    <a:lnTo>
                      <a:pt x="1349" y="4053"/>
                    </a:lnTo>
                    <a:lnTo>
                      <a:pt x="1354" y="4058"/>
                    </a:lnTo>
                    <a:cubicBezTo>
                      <a:pt x="1360" y="3895"/>
                      <a:pt x="1398" y="3737"/>
                      <a:pt x="1398" y="3580"/>
                    </a:cubicBezTo>
                    <a:cubicBezTo>
                      <a:pt x="1387" y="3400"/>
                      <a:pt x="1392" y="3221"/>
                      <a:pt x="1409" y="3041"/>
                    </a:cubicBezTo>
                    <a:cubicBezTo>
                      <a:pt x="1436" y="2862"/>
                      <a:pt x="1447" y="2677"/>
                      <a:pt x="1447" y="2498"/>
                    </a:cubicBezTo>
                    <a:close/>
                    <a:moveTo>
                      <a:pt x="566" y="5933"/>
                    </a:moveTo>
                    <a:cubicBezTo>
                      <a:pt x="571" y="5933"/>
                      <a:pt x="577" y="5933"/>
                      <a:pt x="583" y="5933"/>
                    </a:cubicBezTo>
                    <a:cubicBezTo>
                      <a:pt x="631" y="5961"/>
                      <a:pt x="686" y="5977"/>
                      <a:pt x="746" y="5977"/>
                    </a:cubicBezTo>
                    <a:cubicBezTo>
                      <a:pt x="827" y="5982"/>
                      <a:pt x="899" y="6011"/>
                      <a:pt x="978" y="6011"/>
                    </a:cubicBezTo>
                    <a:cubicBezTo>
                      <a:pt x="989" y="6011"/>
                      <a:pt x="1001" y="6011"/>
                      <a:pt x="1012" y="6009"/>
                    </a:cubicBezTo>
                    <a:cubicBezTo>
                      <a:pt x="1072" y="5999"/>
                      <a:pt x="1132" y="5988"/>
                      <a:pt x="1191" y="5971"/>
                    </a:cubicBezTo>
                    <a:cubicBezTo>
                      <a:pt x="1219" y="5966"/>
                      <a:pt x="1240" y="5966"/>
                      <a:pt x="1267" y="5966"/>
                    </a:cubicBezTo>
                    <a:cubicBezTo>
                      <a:pt x="1338" y="5971"/>
                      <a:pt x="1403" y="5977"/>
                      <a:pt x="1474" y="5982"/>
                    </a:cubicBezTo>
                    <a:cubicBezTo>
                      <a:pt x="1610" y="5982"/>
                      <a:pt x="1729" y="6004"/>
                      <a:pt x="1865" y="6015"/>
                    </a:cubicBezTo>
                    <a:cubicBezTo>
                      <a:pt x="1951" y="6021"/>
                      <a:pt x="2037" y="6024"/>
                      <a:pt x="2123" y="6024"/>
                    </a:cubicBezTo>
                    <a:cubicBezTo>
                      <a:pt x="2184" y="6024"/>
                      <a:pt x="2245" y="6023"/>
                      <a:pt x="2306" y="6020"/>
                    </a:cubicBezTo>
                    <a:lnTo>
                      <a:pt x="3219" y="6020"/>
                    </a:lnTo>
                    <a:cubicBezTo>
                      <a:pt x="3338" y="6020"/>
                      <a:pt x="3453" y="6009"/>
                      <a:pt x="3572" y="5993"/>
                    </a:cubicBezTo>
                    <a:cubicBezTo>
                      <a:pt x="3599" y="5989"/>
                      <a:pt x="3625" y="5988"/>
                      <a:pt x="3651" y="5988"/>
                    </a:cubicBezTo>
                    <a:cubicBezTo>
                      <a:pt x="3769" y="5988"/>
                      <a:pt x="3882" y="6020"/>
                      <a:pt x="4002" y="6020"/>
                    </a:cubicBezTo>
                    <a:cubicBezTo>
                      <a:pt x="4101" y="6024"/>
                      <a:pt x="4201" y="6025"/>
                      <a:pt x="4300" y="6025"/>
                    </a:cubicBezTo>
                    <a:cubicBezTo>
                      <a:pt x="4499" y="6025"/>
                      <a:pt x="4697" y="6020"/>
                      <a:pt x="4893" y="6020"/>
                    </a:cubicBezTo>
                    <a:cubicBezTo>
                      <a:pt x="5007" y="6015"/>
                      <a:pt x="5121" y="6004"/>
                      <a:pt x="5236" y="5982"/>
                    </a:cubicBezTo>
                    <a:cubicBezTo>
                      <a:pt x="5310" y="5973"/>
                      <a:pt x="5387" y="5969"/>
                      <a:pt x="5463" y="5969"/>
                    </a:cubicBezTo>
                    <a:cubicBezTo>
                      <a:pt x="5525" y="5969"/>
                      <a:pt x="5588" y="5972"/>
                      <a:pt x="5649" y="5977"/>
                    </a:cubicBezTo>
                    <a:cubicBezTo>
                      <a:pt x="5766" y="5981"/>
                      <a:pt x="5887" y="5994"/>
                      <a:pt x="6008" y="5994"/>
                    </a:cubicBezTo>
                    <a:cubicBezTo>
                      <a:pt x="6028" y="5994"/>
                      <a:pt x="6048" y="5994"/>
                      <a:pt x="6067" y="5993"/>
                    </a:cubicBezTo>
                    <a:cubicBezTo>
                      <a:pt x="6203" y="5988"/>
                      <a:pt x="6339" y="5961"/>
                      <a:pt x="6475" y="5955"/>
                    </a:cubicBezTo>
                    <a:cubicBezTo>
                      <a:pt x="6566" y="5953"/>
                      <a:pt x="6657" y="5953"/>
                      <a:pt x="6748" y="5953"/>
                    </a:cubicBezTo>
                    <a:cubicBezTo>
                      <a:pt x="6932" y="5953"/>
                      <a:pt x="7116" y="5955"/>
                      <a:pt x="7301" y="5955"/>
                    </a:cubicBezTo>
                    <a:lnTo>
                      <a:pt x="7801" y="5955"/>
                    </a:lnTo>
                    <a:cubicBezTo>
                      <a:pt x="7838" y="5952"/>
                      <a:pt x="7874" y="5951"/>
                      <a:pt x="7911" y="5951"/>
                    </a:cubicBezTo>
                    <a:cubicBezTo>
                      <a:pt x="8016" y="5951"/>
                      <a:pt x="8122" y="5962"/>
                      <a:pt x="8231" y="5982"/>
                    </a:cubicBezTo>
                    <a:cubicBezTo>
                      <a:pt x="8299" y="5999"/>
                      <a:pt x="8368" y="6000"/>
                      <a:pt x="8438" y="6000"/>
                    </a:cubicBezTo>
                    <a:cubicBezTo>
                      <a:pt x="8452" y="6000"/>
                      <a:pt x="8466" y="6000"/>
                      <a:pt x="8480" y="6000"/>
                    </a:cubicBezTo>
                    <a:cubicBezTo>
                      <a:pt x="8536" y="6000"/>
                      <a:pt x="8593" y="6001"/>
                      <a:pt x="8649" y="6009"/>
                    </a:cubicBezTo>
                    <a:cubicBezTo>
                      <a:pt x="8671" y="6016"/>
                      <a:pt x="8693" y="6019"/>
                      <a:pt x="8715" y="6019"/>
                    </a:cubicBezTo>
                    <a:cubicBezTo>
                      <a:pt x="8770" y="6019"/>
                      <a:pt x="8824" y="5999"/>
                      <a:pt x="8867" y="5961"/>
                    </a:cubicBezTo>
                    <a:lnTo>
                      <a:pt x="8921" y="5961"/>
                    </a:lnTo>
                    <a:cubicBezTo>
                      <a:pt x="9013" y="5961"/>
                      <a:pt x="9106" y="5966"/>
                      <a:pt x="9193" y="5966"/>
                    </a:cubicBezTo>
                    <a:cubicBezTo>
                      <a:pt x="9201" y="5966"/>
                      <a:pt x="9208" y="5965"/>
                      <a:pt x="9216" y="5965"/>
                    </a:cubicBezTo>
                    <a:cubicBezTo>
                      <a:pt x="9317" y="5965"/>
                      <a:pt x="9416" y="5998"/>
                      <a:pt x="9497" y="6064"/>
                    </a:cubicBezTo>
                    <a:cubicBezTo>
                      <a:pt x="9530" y="6091"/>
                      <a:pt x="9562" y="6124"/>
                      <a:pt x="9584" y="6162"/>
                    </a:cubicBezTo>
                    <a:cubicBezTo>
                      <a:pt x="9606" y="6243"/>
                      <a:pt x="9617" y="6319"/>
                      <a:pt x="9617" y="6401"/>
                    </a:cubicBezTo>
                    <a:cubicBezTo>
                      <a:pt x="9622" y="6564"/>
                      <a:pt x="9606" y="6727"/>
                      <a:pt x="9573" y="6890"/>
                    </a:cubicBezTo>
                    <a:lnTo>
                      <a:pt x="9568" y="6890"/>
                    </a:lnTo>
                    <a:cubicBezTo>
                      <a:pt x="9568" y="6906"/>
                      <a:pt x="9557" y="6923"/>
                      <a:pt x="9557" y="6934"/>
                    </a:cubicBezTo>
                    <a:lnTo>
                      <a:pt x="9557" y="6939"/>
                    </a:lnTo>
                    <a:lnTo>
                      <a:pt x="9519" y="6939"/>
                    </a:lnTo>
                    <a:cubicBezTo>
                      <a:pt x="9454" y="6939"/>
                      <a:pt x="9383" y="6928"/>
                      <a:pt x="9318" y="6928"/>
                    </a:cubicBezTo>
                    <a:cubicBezTo>
                      <a:pt x="9166" y="6928"/>
                      <a:pt x="9024" y="6982"/>
                      <a:pt x="8878" y="7004"/>
                    </a:cubicBezTo>
                    <a:cubicBezTo>
                      <a:pt x="8785" y="7020"/>
                      <a:pt x="8693" y="7042"/>
                      <a:pt x="8606" y="7075"/>
                    </a:cubicBezTo>
                    <a:cubicBezTo>
                      <a:pt x="8492" y="7091"/>
                      <a:pt x="8383" y="7102"/>
                      <a:pt x="8269" y="7107"/>
                    </a:cubicBezTo>
                    <a:cubicBezTo>
                      <a:pt x="8211" y="7107"/>
                      <a:pt x="8150" y="7103"/>
                      <a:pt x="8089" y="7103"/>
                    </a:cubicBezTo>
                    <a:cubicBezTo>
                      <a:pt x="8059" y="7103"/>
                      <a:pt x="8028" y="7104"/>
                      <a:pt x="7997" y="7107"/>
                    </a:cubicBezTo>
                    <a:cubicBezTo>
                      <a:pt x="7905" y="7118"/>
                      <a:pt x="7812" y="7140"/>
                      <a:pt x="7714" y="7140"/>
                    </a:cubicBezTo>
                    <a:cubicBezTo>
                      <a:pt x="7651" y="7146"/>
                      <a:pt x="7587" y="7147"/>
                      <a:pt x="7522" y="7147"/>
                    </a:cubicBezTo>
                    <a:cubicBezTo>
                      <a:pt x="7394" y="7147"/>
                      <a:pt x="7263" y="7140"/>
                      <a:pt x="7133" y="7140"/>
                    </a:cubicBezTo>
                    <a:cubicBezTo>
                      <a:pt x="6942" y="7140"/>
                      <a:pt x="6768" y="7173"/>
                      <a:pt x="6584" y="7184"/>
                    </a:cubicBezTo>
                    <a:cubicBezTo>
                      <a:pt x="6541" y="7185"/>
                      <a:pt x="6498" y="7185"/>
                      <a:pt x="6455" y="7185"/>
                    </a:cubicBezTo>
                    <a:cubicBezTo>
                      <a:pt x="6308" y="7185"/>
                      <a:pt x="6160" y="7177"/>
                      <a:pt x="6013" y="7156"/>
                    </a:cubicBezTo>
                    <a:cubicBezTo>
                      <a:pt x="5888" y="7140"/>
                      <a:pt x="5760" y="7135"/>
                      <a:pt x="5632" y="7135"/>
                    </a:cubicBezTo>
                    <a:cubicBezTo>
                      <a:pt x="5445" y="7135"/>
                      <a:pt x="5256" y="7145"/>
                      <a:pt x="5069" y="7145"/>
                    </a:cubicBezTo>
                    <a:cubicBezTo>
                      <a:pt x="4999" y="7145"/>
                      <a:pt x="4930" y="7144"/>
                      <a:pt x="4861" y="7140"/>
                    </a:cubicBezTo>
                    <a:cubicBezTo>
                      <a:pt x="4687" y="7129"/>
                      <a:pt x="4513" y="7097"/>
                      <a:pt x="4339" y="7097"/>
                    </a:cubicBezTo>
                    <a:cubicBezTo>
                      <a:pt x="4188" y="7097"/>
                      <a:pt x="4031" y="7106"/>
                      <a:pt x="3875" y="7106"/>
                    </a:cubicBezTo>
                    <a:cubicBezTo>
                      <a:pt x="3823" y="7106"/>
                      <a:pt x="3771" y="7105"/>
                      <a:pt x="3719" y="7102"/>
                    </a:cubicBezTo>
                    <a:cubicBezTo>
                      <a:pt x="3657" y="7098"/>
                      <a:pt x="3595" y="7096"/>
                      <a:pt x="3533" y="7096"/>
                    </a:cubicBezTo>
                    <a:cubicBezTo>
                      <a:pt x="3419" y="7096"/>
                      <a:pt x="3304" y="7102"/>
                      <a:pt x="3192" y="7113"/>
                    </a:cubicBezTo>
                    <a:cubicBezTo>
                      <a:pt x="3065" y="7134"/>
                      <a:pt x="2937" y="7146"/>
                      <a:pt x="2807" y="7146"/>
                    </a:cubicBezTo>
                    <a:cubicBezTo>
                      <a:pt x="2736" y="7146"/>
                      <a:pt x="2665" y="7142"/>
                      <a:pt x="2594" y="7135"/>
                    </a:cubicBezTo>
                    <a:cubicBezTo>
                      <a:pt x="2436" y="7117"/>
                      <a:pt x="2275" y="7106"/>
                      <a:pt x="2116" y="7106"/>
                    </a:cubicBezTo>
                    <a:cubicBezTo>
                      <a:pt x="2083" y="7106"/>
                      <a:pt x="2050" y="7107"/>
                      <a:pt x="2018" y="7107"/>
                    </a:cubicBezTo>
                    <a:cubicBezTo>
                      <a:pt x="1822" y="7107"/>
                      <a:pt x="1626" y="7086"/>
                      <a:pt x="1431" y="7069"/>
                    </a:cubicBezTo>
                    <a:cubicBezTo>
                      <a:pt x="1338" y="7064"/>
                      <a:pt x="1246" y="7037"/>
                      <a:pt x="1159" y="7031"/>
                    </a:cubicBezTo>
                    <a:cubicBezTo>
                      <a:pt x="1130" y="7030"/>
                      <a:pt x="1098" y="7029"/>
                      <a:pt x="1066" y="7029"/>
                    </a:cubicBezTo>
                    <a:cubicBezTo>
                      <a:pt x="1000" y="7029"/>
                      <a:pt x="930" y="7031"/>
                      <a:pt x="865" y="7031"/>
                    </a:cubicBezTo>
                    <a:cubicBezTo>
                      <a:pt x="784" y="7031"/>
                      <a:pt x="708" y="7037"/>
                      <a:pt x="626" y="7042"/>
                    </a:cubicBezTo>
                    <a:cubicBezTo>
                      <a:pt x="583" y="7042"/>
                      <a:pt x="507" y="7053"/>
                      <a:pt x="438" y="7053"/>
                    </a:cubicBezTo>
                    <a:cubicBezTo>
                      <a:pt x="387" y="7053"/>
                      <a:pt x="339" y="7047"/>
                      <a:pt x="311" y="7026"/>
                    </a:cubicBezTo>
                    <a:cubicBezTo>
                      <a:pt x="229" y="6961"/>
                      <a:pt x="262" y="6722"/>
                      <a:pt x="256" y="6629"/>
                    </a:cubicBezTo>
                    <a:cubicBezTo>
                      <a:pt x="246" y="6433"/>
                      <a:pt x="218" y="6189"/>
                      <a:pt x="349" y="6026"/>
                    </a:cubicBezTo>
                    <a:cubicBezTo>
                      <a:pt x="405" y="5970"/>
                      <a:pt x="485" y="5933"/>
                      <a:pt x="566" y="5933"/>
                    </a:cubicBezTo>
                    <a:close/>
                    <a:moveTo>
                      <a:pt x="4233" y="1"/>
                    </a:moveTo>
                    <a:cubicBezTo>
                      <a:pt x="4203" y="1"/>
                      <a:pt x="4173" y="3"/>
                      <a:pt x="4143" y="8"/>
                    </a:cubicBezTo>
                    <a:cubicBezTo>
                      <a:pt x="4116" y="14"/>
                      <a:pt x="4094" y="41"/>
                      <a:pt x="4083" y="68"/>
                    </a:cubicBezTo>
                    <a:cubicBezTo>
                      <a:pt x="4067" y="150"/>
                      <a:pt x="4083" y="242"/>
                      <a:pt x="4132" y="313"/>
                    </a:cubicBezTo>
                    <a:cubicBezTo>
                      <a:pt x="4176" y="400"/>
                      <a:pt x="4208" y="487"/>
                      <a:pt x="4219" y="584"/>
                    </a:cubicBezTo>
                    <a:cubicBezTo>
                      <a:pt x="4212" y="584"/>
                      <a:pt x="4205" y="584"/>
                      <a:pt x="4198" y="584"/>
                    </a:cubicBezTo>
                    <a:cubicBezTo>
                      <a:pt x="4106" y="584"/>
                      <a:pt x="4012" y="616"/>
                      <a:pt x="3936" y="671"/>
                    </a:cubicBezTo>
                    <a:cubicBezTo>
                      <a:pt x="3806" y="775"/>
                      <a:pt x="3795" y="992"/>
                      <a:pt x="3871" y="1134"/>
                    </a:cubicBezTo>
                    <a:cubicBezTo>
                      <a:pt x="3926" y="1226"/>
                      <a:pt x="4018" y="1291"/>
                      <a:pt x="4127" y="1318"/>
                    </a:cubicBezTo>
                    <a:cubicBezTo>
                      <a:pt x="4116" y="1362"/>
                      <a:pt x="4110" y="1405"/>
                      <a:pt x="4110" y="1454"/>
                    </a:cubicBezTo>
                    <a:cubicBezTo>
                      <a:pt x="4116" y="1514"/>
                      <a:pt x="4127" y="1574"/>
                      <a:pt x="4143" y="1634"/>
                    </a:cubicBezTo>
                    <a:cubicBezTo>
                      <a:pt x="4007" y="1644"/>
                      <a:pt x="3871" y="1655"/>
                      <a:pt x="3735" y="1661"/>
                    </a:cubicBezTo>
                    <a:cubicBezTo>
                      <a:pt x="3640" y="1669"/>
                      <a:pt x="3545" y="1670"/>
                      <a:pt x="3449" y="1670"/>
                    </a:cubicBezTo>
                    <a:cubicBezTo>
                      <a:pt x="3401" y="1670"/>
                      <a:pt x="3353" y="1670"/>
                      <a:pt x="3305" y="1670"/>
                    </a:cubicBezTo>
                    <a:cubicBezTo>
                      <a:pt x="3257" y="1670"/>
                      <a:pt x="3208" y="1670"/>
                      <a:pt x="3159" y="1672"/>
                    </a:cubicBezTo>
                    <a:cubicBezTo>
                      <a:pt x="3137" y="1617"/>
                      <a:pt x="3132" y="1558"/>
                      <a:pt x="3154" y="1503"/>
                    </a:cubicBezTo>
                    <a:cubicBezTo>
                      <a:pt x="3181" y="1454"/>
                      <a:pt x="3241" y="1438"/>
                      <a:pt x="3279" y="1405"/>
                    </a:cubicBezTo>
                    <a:cubicBezTo>
                      <a:pt x="3344" y="1373"/>
                      <a:pt x="3393" y="1318"/>
                      <a:pt x="3425" y="1253"/>
                    </a:cubicBezTo>
                    <a:cubicBezTo>
                      <a:pt x="3474" y="1144"/>
                      <a:pt x="3469" y="998"/>
                      <a:pt x="3469" y="878"/>
                    </a:cubicBezTo>
                    <a:cubicBezTo>
                      <a:pt x="3469" y="758"/>
                      <a:pt x="3436" y="650"/>
                      <a:pt x="3322" y="595"/>
                    </a:cubicBezTo>
                    <a:cubicBezTo>
                      <a:pt x="3279" y="574"/>
                      <a:pt x="3233" y="566"/>
                      <a:pt x="3186" y="566"/>
                    </a:cubicBezTo>
                    <a:cubicBezTo>
                      <a:pt x="3128" y="566"/>
                      <a:pt x="3067" y="578"/>
                      <a:pt x="3007" y="590"/>
                    </a:cubicBezTo>
                    <a:cubicBezTo>
                      <a:pt x="3083" y="449"/>
                      <a:pt x="3078" y="215"/>
                      <a:pt x="3040" y="79"/>
                    </a:cubicBezTo>
                    <a:cubicBezTo>
                      <a:pt x="3027" y="41"/>
                      <a:pt x="2994" y="19"/>
                      <a:pt x="2957" y="19"/>
                    </a:cubicBezTo>
                    <a:cubicBezTo>
                      <a:pt x="2947" y="19"/>
                      <a:pt x="2936" y="21"/>
                      <a:pt x="2925" y="25"/>
                    </a:cubicBezTo>
                    <a:cubicBezTo>
                      <a:pt x="2914" y="19"/>
                      <a:pt x="2898" y="14"/>
                      <a:pt x="2887" y="8"/>
                    </a:cubicBezTo>
                    <a:cubicBezTo>
                      <a:pt x="2868" y="6"/>
                      <a:pt x="2849" y="4"/>
                      <a:pt x="2830" y="4"/>
                    </a:cubicBezTo>
                    <a:cubicBezTo>
                      <a:pt x="2811" y="4"/>
                      <a:pt x="2792" y="6"/>
                      <a:pt x="2773" y="8"/>
                    </a:cubicBezTo>
                    <a:cubicBezTo>
                      <a:pt x="2659" y="25"/>
                      <a:pt x="2550" y="35"/>
                      <a:pt x="2436" y="41"/>
                    </a:cubicBezTo>
                    <a:cubicBezTo>
                      <a:pt x="2394" y="45"/>
                      <a:pt x="2351" y="47"/>
                      <a:pt x="2309" y="47"/>
                    </a:cubicBezTo>
                    <a:cubicBezTo>
                      <a:pt x="2233" y="47"/>
                      <a:pt x="2157" y="41"/>
                      <a:pt x="2083" y="30"/>
                    </a:cubicBezTo>
                    <a:cubicBezTo>
                      <a:pt x="2020" y="11"/>
                      <a:pt x="1957" y="3"/>
                      <a:pt x="1893" y="3"/>
                    </a:cubicBezTo>
                    <a:cubicBezTo>
                      <a:pt x="1864" y="3"/>
                      <a:pt x="1835" y="5"/>
                      <a:pt x="1806" y="8"/>
                    </a:cubicBezTo>
                    <a:cubicBezTo>
                      <a:pt x="1773" y="19"/>
                      <a:pt x="1751" y="41"/>
                      <a:pt x="1746" y="68"/>
                    </a:cubicBezTo>
                    <a:cubicBezTo>
                      <a:pt x="1724" y="155"/>
                      <a:pt x="1746" y="242"/>
                      <a:pt x="1795" y="313"/>
                    </a:cubicBezTo>
                    <a:cubicBezTo>
                      <a:pt x="1838" y="400"/>
                      <a:pt x="1865" y="492"/>
                      <a:pt x="1882" y="584"/>
                    </a:cubicBezTo>
                    <a:cubicBezTo>
                      <a:pt x="1778" y="584"/>
                      <a:pt x="1681" y="612"/>
                      <a:pt x="1594" y="671"/>
                    </a:cubicBezTo>
                    <a:cubicBezTo>
                      <a:pt x="1463" y="780"/>
                      <a:pt x="1452" y="992"/>
                      <a:pt x="1528" y="1139"/>
                    </a:cubicBezTo>
                    <a:cubicBezTo>
                      <a:pt x="1583" y="1231"/>
                      <a:pt x="1681" y="1297"/>
                      <a:pt x="1784" y="1318"/>
                    </a:cubicBezTo>
                    <a:cubicBezTo>
                      <a:pt x="1773" y="1362"/>
                      <a:pt x="1768" y="1405"/>
                      <a:pt x="1773" y="1454"/>
                    </a:cubicBezTo>
                    <a:cubicBezTo>
                      <a:pt x="1778" y="1525"/>
                      <a:pt x="1789" y="1596"/>
                      <a:pt x="1806" y="1666"/>
                    </a:cubicBezTo>
                    <a:cubicBezTo>
                      <a:pt x="1748" y="1654"/>
                      <a:pt x="1689" y="1647"/>
                      <a:pt x="1629" y="1647"/>
                    </a:cubicBezTo>
                    <a:cubicBezTo>
                      <a:pt x="1558" y="1647"/>
                      <a:pt x="1487" y="1656"/>
                      <a:pt x="1420" y="1677"/>
                    </a:cubicBezTo>
                    <a:cubicBezTo>
                      <a:pt x="1409" y="1558"/>
                      <a:pt x="1409" y="1438"/>
                      <a:pt x="1392" y="1324"/>
                    </a:cubicBezTo>
                    <a:cubicBezTo>
                      <a:pt x="1389" y="1272"/>
                      <a:pt x="1348" y="1238"/>
                      <a:pt x="1305" y="1238"/>
                    </a:cubicBezTo>
                    <a:cubicBezTo>
                      <a:pt x="1285" y="1238"/>
                      <a:pt x="1263" y="1246"/>
                      <a:pt x="1246" y="1264"/>
                    </a:cubicBezTo>
                    <a:cubicBezTo>
                      <a:pt x="1193" y="1305"/>
                      <a:pt x="1127" y="1314"/>
                      <a:pt x="1056" y="1314"/>
                    </a:cubicBezTo>
                    <a:cubicBezTo>
                      <a:pt x="995" y="1314"/>
                      <a:pt x="931" y="1307"/>
                      <a:pt x="871" y="1307"/>
                    </a:cubicBezTo>
                    <a:cubicBezTo>
                      <a:pt x="835" y="1307"/>
                      <a:pt x="800" y="1310"/>
                      <a:pt x="767" y="1318"/>
                    </a:cubicBezTo>
                    <a:cubicBezTo>
                      <a:pt x="626" y="1356"/>
                      <a:pt x="523" y="1476"/>
                      <a:pt x="496" y="1617"/>
                    </a:cubicBezTo>
                    <a:cubicBezTo>
                      <a:pt x="452" y="1824"/>
                      <a:pt x="430" y="2030"/>
                      <a:pt x="430" y="2242"/>
                    </a:cubicBezTo>
                    <a:cubicBezTo>
                      <a:pt x="419" y="2465"/>
                      <a:pt x="381" y="2683"/>
                      <a:pt x="387" y="2911"/>
                    </a:cubicBezTo>
                    <a:cubicBezTo>
                      <a:pt x="376" y="3139"/>
                      <a:pt x="381" y="3368"/>
                      <a:pt x="398" y="3596"/>
                    </a:cubicBezTo>
                    <a:cubicBezTo>
                      <a:pt x="425" y="3819"/>
                      <a:pt x="441" y="4036"/>
                      <a:pt x="447" y="4259"/>
                    </a:cubicBezTo>
                    <a:cubicBezTo>
                      <a:pt x="452" y="4346"/>
                      <a:pt x="479" y="4422"/>
                      <a:pt x="490" y="4504"/>
                    </a:cubicBezTo>
                    <a:cubicBezTo>
                      <a:pt x="496" y="4629"/>
                      <a:pt x="496" y="4759"/>
                      <a:pt x="490" y="4890"/>
                    </a:cubicBezTo>
                    <a:cubicBezTo>
                      <a:pt x="490" y="5009"/>
                      <a:pt x="490" y="5129"/>
                      <a:pt x="485" y="5248"/>
                    </a:cubicBezTo>
                    <a:cubicBezTo>
                      <a:pt x="474" y="5363"/>
                      <a:pt x="479" y="5482"/>
                      <a:pt x="490" y="5602"/>
                    </a:cubicBezTo>
                    <a:cubicBezTo>
                      <a:pt x="501" y="5656"/>
                      <a:pt x="517" y="5705"/>
                      <a:pt x="523" y="5754"/>
                    </a:cubicBezTo>
                    <a:cubicBezTo>
                      <a:pt x="490" y="5759"/>
                      <a:pt x="458" y="5765"/>
                      <a:pt x="425" y="5770"/>
                    </a:cubicBezTo>
                    <a:cubicBezTo>
                      <a:pt x="77" y="5863"/>
                      <a:pt x="50" y="6314"/>
                      <a:pt x="55" y="6607"/>
                    </a:cubicBezTo>
                    <a:cubicBezTo>
                      <a:pt x="61" y="6863"/>
                      <a:pt x="1" y="7232"/>
                      <a:pt x="338" y="7281"/>
                    </a:cubicBezTo>
                    <a:cubicBezTo>
                      <a:pt x="409" y="7292"/>
                      <a:pt x="480" y="7296"/>
                      <a:pt x="551" y="7296"/>
                    </a:cubicBezTo>
                    <a:cubicBezTo>
                      <a:pt x="694" y="7296"/>
                      <a:pt x="838" y="7281"/>
                      <a:pt x="979" y="7281"/>
                    </a:cubicBezTo>
                    <a:cubicBezTo>
                      <a:pt x="1191" y="7281"/>
                      <a:pt x="1387" y="7314"/>
                      <a:pt x="1599" y="7336"/>
                    </a:cubicBezTo>
                    <a:cubicBezTo>
                      <a:pt x="1806" y="7352"/>
                      <a:pt x="2018" y="7363"/>
                      <a:pt x="2235" y="7363"/>
                    </a:cubicBezTo>
                    <a:cubicBezTo>
                      <a:pt x="2422" y="7363"/>
                      <a:pt x="2608" y="7409"/>
                      <a:pt x="2795" y="7409"/>
                    </a:cubicBezTo>
                    <a:cubicBezTo>
                      <a:pt x="2820" y="7409"/>
                      <a:pt x="2846" y="7408"/>
                      <a:pt x="2871" y="7406"/>
                    </a:cubicBezTo>
                    <a:cubicBezTo>
                      <a:pt x="3088" y="7396"/>
                      <a:pt x="3284" y="7352"/>
                      <a:pt x="3496" y="7352"/>
                    </a:cubicBezTo>
                    <a:cubicBezTo>
                      <a:pt x="3642" y="7356"/>
                      <a:pt x="3791" y="7362"/>
                      <a:pt x="3941" y="7362"/>
                    </a:cubicBezTo>
                    <a:cubicBezTo>
                      <a:pt x="4008" y="7362"/>
                      <a:pt x="4076" y="7361"/>
                      <a:pt x="4143" y="7358"/>
                    </a:cubicBezTo>
                    <a:cubicBezTo>
                      <a:pt x="4350" y="7358"/>
                      <a:pt x="4556" y="7363"/>
                      <a:pt x="4763" y="7390"/>
                    </a:cubicBezTo>
                    <a:cubicBezTo>
                      <a:pt x="4969" y="7406"/>
                      <a:pt x="5176" y="7406"/>
                      <a:pt x="5388" y="7406"/>
                    </a:cubicBezTo>
                    <a:cubicBezTo>
                      <a:pt x="5481" y="7402"/>
                      <a:pt x="5575" y="7399"/>
                      <a:pt x="5669" y="7399"/>
                    </a:cubicBezTo>
                    <a:cubicBezTo>
                      <a:pt x="5784" y="7399"/>
                      <a:pt x="5899" y="7403"/>
                      <a:pt x="6013" y="7412"/>
                    </a:cubicBezTo>
                    <a:cubicBezTo>
                      <a:pt x="6172" y="7436"/>
                      <a:pt x="6331" y="7449"/>
                      <a:pt x="6488" y="7449"/>
                    </a:cubicBezTo>
                    <a:cubicBezTo>
                      <a:pt x="6540" y="7449"/>
                      <a:pt x="6592" y="7447"/>
                      <a:pt x="6643" y="7444"/>
                    </a:cubicBezTo>
                    <a:cubicBezTo>
                      <a:pt x="6747" y="7434"/>
                      <a:pt x="6850" y="7412"/>
                      <a:pt x="6953" y="7406"/>
                    </a:cubicBezTo>
                    <a:cubicBezTo>
                      <a:pt x="6995" y="7403"/>
                      <a:pt x="7037" y="7402"/>
                      <a:pt x="7078" y="7402"/>
                    </a:cubicBezTo>
                    <a:cubicBezTo>
                      <a:pt x="7161" y="7402"/>
                      <a:pt x="7243" y="7406"/>
                      <a:pt x="7323" y="7406"/>
                    </a:cubicBezTo>
                    <a:cubicBezTo>
                      <a:pt x="7551" y="7406"/>
                      <a:pt x="7780" y="7396"/>
                      <a:pt x="8002" y="7368"/>
                    </a:cubicBezTo>
                    <a:cubicBezTo>
                      <a:pt x="8040" y="7363"/>
                      <a:pt x="8079" y="7361"/>
                      <a:pt x="8117" y="7361"/>
                    </a:cubicBezTo>
                    <a:cubicBezTo>
                      <a:pt x="8193" y="7361"/>
                      <a:pt x="8269" y="7368"/>
                      <a:pt x="8345" y="7368"/>
                    </a:cubicBezTo>
                    <a:cubicBezTo>
                      <a:pt x="8448" y="7363"/>
                      <a:pt x="8551" y="7352"/>
                      <a:pt x="8649" y="7336"/>
                    </a:cubicBezTo>
                    <a:cubicBezTo>
                      <a:pt x="8747" y="7319"/>
                      <a:pt x="8856" y="7298"/>
                      <a:pt x="8965" y="7292"/>
                    </a:cubicBezTo>
                    <a:cubicBezTo>
                      <a:pt x="9084" y="7292"/>
                      <a:pt x="9204" y="7281"/>
                      <a:pt x="9318" y="7249"/>
                    </a:cubicBezTo>
                    <a:cubicBezTo>
                      <a:pt x="9340" y="7243"/>
                      <a:pt x="9356" y="7227"/>
                      <a:pt x="9372" y="7211"/>
                    </a:cubicBezTo>
                    <a:lnTo>
                      <a:pt x="9416" y="7211"/>
                    </a:lnTo>
                    <a:cubicBezTo>
                      <a:pt x="9456" y="7216"/>
                      <a:pt x="9497" y="7219"/>
                      <a:pt x="9538" y="7219"/>
                    </a:cubicBezTo>
                    <a:cubicBezTo>
                      <a:pt x="9579" y="7219"/>
                      <a:pt x="9620" y="7216"/>
                      <a:pt x="9660" y="7211"/>
                    </a:cubicBezTo>
                    <a:cubicBezTo>
                      <a:pt x="9834" y="7178"/>
                      <a:pt x="9845" y="6961"/>
                      <a:pt x="9867" y="6819"/>
                    </a:cubicBezTo>
                    <a:cubicBezTo>
                      <a:pt x="9899" y="6613"/>
                      <a:pt x="9899" y="6406"/>
                      <a:pt x="9867" y="6200"/>
                    </a:cubicBezTo>
                    <a:lnTo>
                      <a:pt x="9851" y="6200"/>
                    </a:lnTo>
                    <a:cubicBezTo>
                      <a:pt x="9796" y="5906"/>
                      <a:pt x="9552" y="5743"/>
                      <a:pt x="9264" y="5732"/>
                    </a:cubicBezTo>
                    <a:cubicBezTo>
                      <a:pt x="9264" y="5727"/>
                      <a:pt x="9269" y="5716"/>
                      <a:pt x="9269" y="5710"/>
                    </a:cubicBezTo>
                    <a:cubicBezTo>
                      <a:pt x="9280" y="5683"/>
                      <a:pt x="9285" y="5656"/>
                      <a:pt x="9280" y="5629"/>
                    </a:cubicBezTo>
                    <a:cubicBezTo>
                      <a:pt x="9307" y="5602"/>
                      <a:pt x="9329" y="5575"/>
                      <a:pt x="9340" y="5542"/>
                    </a:cubicBezTo>
                    <a:cubicBezTo>
                      <a:pt x="9356" y="5455"/>
                      <a:pt x="9356" y="5363"/>
                      <a:pt x="9329" y="5281"/>
                    </a:cubicBezTo>
                    <a:cubicBezTo>
                      <a:pt x="9307" y="5080"/>
                      <a:pt x="9307" y="4873"/>
                      <a:pt x="9334" y="4678"/>
                    </a:cubicBezTo>
                    <a:cubicBezTo>
                      <a:pt x="9356" y="4471"/>
                      <a:pt x="9399" y="4270"/>
                      <a:pt x="9410" y="4063"/>
                    </a:cubicBezTo>
                    <a:cubicBezTo>
                      <a:pt x="9427" y="3862"/>
                      <a:pt x="9427" y="3650"/>
                      <a:pt x="9427" y="3438"/>
                    </a:cubicBezTo>
                    <a:cubicBezTo>
                      <a:pt x="9421" y="3232"/>
                      <a:pt x="9432" y="3031"/>
                      <a:pt x="9454" y="2824"/>
                    </a:cubicBezTo>
                    <a:cubicBezTo>
                      <a:pt x="9465" y="2726"/>
                      <a:pt x="9492" y="2628"/>
                      <a:pt x="9497" y="2531"/>
                    </a:cubicBezTo>
                    <a:cubicBezTo>
                      <a:pt x="9503" y="2444"/>
                      <a:pt x="9497" y="2351"/>
                      <a:pt x="9476" y="2264"/>
                    </a:cubicBezTo>
                    <a:cubicBezTo>
                      <a:pt x="9448" y="2074"/>
                      <a:pt x="9443" y="1884"/>
                      <a:pt x="9454" y="1693"/>
                    </a:cubicBezTo>
                    <a:cubicBezTo>
                      <a:pt x="9454" y="1579"/>
                      <a:pt x="9486" y="1443"/>
                      <a:pt x="9427" y="1340"/>
                    </a:cubicBezTo>
                    <a:cubicBezTo>
                      <a:pt x="9361" y="1226"/>
                      <a:pt x="9177" y="1226"/>
                      <a:pt x="9062" y="1199"/>
                    </a:cubicBezTo>
                    <a:cubicBezTo>
                      <a:pt x="9013" y="1183"/>
                      <a:pt x="8964" y="1177"/>
                      <a:pt x="8915" y="1177"/>
                    </a:cubicBezTo>
                    <a:cubicBezTo>
                      <a:pt x="8877" y="1177"/>
                      <a:pt x="8839" y="1181"/>
                      <a:pt x="8801" y="1188"/>
                    </a:cubicBezTo>
                    <a:cubicBezTo>
                      <a:pt x="8747" y="1199"/>
                      <a:pt x="8698" y="1210"/>
                      <a:pt x="8649" y="1220"/>
                    </a:cubicBezTo>
                    <a:cubicBezTo>
                      <a:pt x="8635" y="1219"/>
                      <a:pt x="8621" y="1218"/>
                      <a:pt x="8606" y="1218"/>
                    </a:cubicBezTo>
                    <a:cubicBezTo>
                      <a:pt x="8572" y="1218"/>
                      <a:pt x="8539" y="1222"/>
                      <a:pt x="8508" y="1226"/>
                    </a:cubicBezTo>
                    <a:cubicBezTo>
                      <a:pt x="8470" y="1231"/>
                      <a:pt x="8448" y="1259"/>
                      <a:pt x="8437" y="1291"/>
                    </a:cubicBezTo>
                    <a:cubicBezTo>
                      <a:pt x="8421" y="1422"/>
                      <a:pt x="8377" y="1547"/>
                      <a:pt x="8356" y="1683"/>
                    </a:cubicBezTo>
                    <a:lnTo>
                      <a:pt x="8356" y="1699"/>
                    </a:lnTo>
                    <a:lnTo>
                      <a:pt x="8350" y="1699"/>
                    </a:lnTo>
                    <a:cubicBezTo>
                      <a:pt x="8296" y="1678"/>
                      <a:pt x="8236" y="1672"/>
                      <a:pt x="8176" y="1672"/>
                    </a:cubicBezTo>
                    <a:cubicBezTo>
                      <a:pt x="8108" y="1672"/>
                      <a:pt x="8041" y="1680"/>
                      <a:pt x="7981" y="1683"/>
                    </a:cubicBezTo>
                    <a:lnTo>
                      <a:pt x="7834" y="1683"/>
                    </a:lnTo>
                    <a:cubicBezTo>
                      <a:pt x="7807" y="1628"/>
                      <a:pt x="7801" y="1563"/>
                      <a:pt x="7823" y="1503"/>
                    </a:cubicBezTo>
                    <a:cubicBezTo>
                      <a:pt x="7850" y="1454"/>
                      <a:pt x="7910" y="1432"/>
                      <a:pt x="7953" y="1405"/>
                    </a:cubicBezTo>
                    <a:cubicBezTo>
                      <a:pt x="8013" y="1367"/>
                      <a:pt x="8062" y="1318"/>
                      <a:pt x="8095" y="1253"/>
                    </a:cubicBezTo>
                    <a:cubicBezTo>
                      <a:pt x="8144" y="1144"/>
                      <a:pt x="8138" y="998"/>
                      <a:pt x="8138" y="873"/>
                    </a:cubicBezTo>
                    <a:cubicBezTo>
                      <a:pt x="8138" y="753"/>
                      <a:pt x="8106" y="650"/>
                      <a:pt x="7992" y="595"/>
                    </a:cubicBezTo>
                    <a:cubicBezTo>
                      <a:pt x="7944" y="572"/>
                      <a:pt x="7895" y="563"/>
                      <a:pt x="7844" y="563"/>
                    </a:cubicBezTo>
                    <a:cubicBezTo>
                      <a:pt x="7789" y="563"/>
                      <a:pt x="7733" y="573"/>
                      <a:pt x="7676" y="584"/>
                    </a:cubicBezTo>
                    <a:cubicBezTo>
                      <a:pt x="7752" y="443"/>
                      <a:pt x="7747" y="215"/>
                      <a:pt x="7709" y="79"/>
                    </a:cubicBezTo>
                    <a:cubicBezTo>
                      <a:pt x="7696" y="41"/>
                      <a:pt x="7664" y="19"/>
                      <a:pt x="7627" y="19"/>
                    </a:cubicBezTo>
                    <a:cubicBezTo>
                      <a:pt x="7616" y="19"/>
                      <a:pt x="7606" y="21"/>
                      <a:pt x="7595" y="25"/>
                    </a:cubicBezTo>
                    <a:cubicBezTo>
                      <a:pt x="7584" y="19"/>
                      <a:pt x="7573" y="14"/>
                      <a:pt x="7557" y="8"/>
                    </a:cubicBezTo>
                    <a:cubicBezTo>
                      <a:pt x="7538" y="6"/>
                      <a:pt x="7519" y="4"/>
                      <a:pt x="7500" y="4"/>
                    </a:cubicBezTo>
                    <a:cubicBezTo>
                      <a:pt x="7481" y="4"/>
                      <a:pt x="7462" y="6"/>
                      <a:pt x="7443" y="8"/>
                    </a:cubicBezTo>
                    <a:cubicBezTo>
                      <a:pt x="7334" y="25"/>
                      <a:pt x="7220" y="35"/>
                      <a:pt x="7105" y="41"/>
                    </a:cubicBezTo>
                    <a:cubicBezTo>
                      <a:pt x="7063" y="45"/>
                      <a:pt x="7021" y="47"/>
                      <a:pt x="6980" y="47"/>
                    </a:cubicBezTo>
                    <a:cubicBezTo>
                      <a:pt x="6904" y="47"/>
                      <a:pt x="6829" y="41"/>
                      <a:pt x="6752" y="30"/>
                    </a:cubicBezTo>
                    <a:cubicBezTo>
                      <a:pt x="6693" y="11"/>
                      <a:pt x="6628" y="3"/>
                      <a:pt x="6564" y="3"/>
                    </a:cubicBezTo>
                    <a:cubicBezTo>
                      <a:pt x="6534" y="3"/>
                      <a:pt x="6504" y="5"/>
                      <a:pt x="6475" y="8"/>
                    </a:cubicBezTo>
                    <a:cubicBezTo>
                      <a:pt x="6442" y="14"/>
                      <a:pt x="6421" y="41"/>
                      <a:pt x="6415" y="68"/>
                    </a:cubicBezTo>
                    <a:cubicBezTo>
                      <a:pt x="6393" y="155"/>
                      <a:pt x="6415" y="242"/>
                      <a:pt x="6464" y="313"/>
                    </a:cubicBezTo>
                    <a:cubicBezTo>
                      <a:pt x="6508" y="400"/>
                      <a:pt x="6535" y="492"/>
                      <a:pt x="6551" y="584"/>
                    </a:cubicBezTo>
                    <a:cubicBezTo>
                      <a:pt x="6448" y="584"/>
                      <a:pt x="6350" y="612"/>
                      <a:pt x="6268" y="671"/>
                    </a:cubicBezTo>
                    <a:cubicBezTo>
                      <a:pt x="6138" y="775"/>
                      <a:pt x="6127" y="992"/>
                      <a:pt x="6198" y="1139"/>
                    </a:cubicBezTo>
                    <a:cubicBezTo>
                      <a:pt x="6258" y="1231"/>
                      <a:pt x="6350" y="1297"/>
                      <a:pt x="6459" y="1318"/>
                    </a:cubicBezTo>
                    <a:cubicBezTo>
                      <a:pt x="6442" y="1362"/>
                      <a:pt x="6437" y="1405"/>
                      <a:pt x="6442" y="1454"/>
                    </a:cubicBezTo>
                    <a:cubicBezTo>
                      <a:pt x="6448" y="1525"/>
                      <a:pt x="6464" y="1601"/>
                      <a:pt x="6480" y="1672"/>
                    </a:cubicBezTo>
                    <a:lnTo>
                      <a:pt x="6328" y="1672"/>
                    </a:lnTo>
                    <a:cubicBezTo>
                      <a:pt x="6214" y="1672"/>
                      <a:pt x="6100" y="1661"/>
                      <a:pt x="5986" y="1661"/>
                    </a:cubicBezTo>
                    <a:cubicBezTo>
                      <a:pt x="5926" y="1661"/>
                      <a:pt x="5865" y="1669"/>
                      <a:pt x="5805" y="1669"/>
                    </a:cubicBezTo>
                    <a:cubicBezTo>
                      <a:pt x="5767" y="1669"/>
                      <a:pt x="5730" y="1666"/>
                      <a:pt x="5692" y="1655"/>
                    </a:cubicBezTo>
                    <a:cubicBezTo>
                      <a:pt x="5627" y="1634"/>
                      <a:pt x="5562" y="1623"/>
                      <a:pt x="5491" y="1617"/>
                    </a:cubicBezTo>
                    <a:cubicBezTo>
                      <a:pt x="5480" y="1579"/>
                      <a:pt x="5480" y="1536"/>
                      <a:pt x="5497" y="1503"/>
                    </a:cubicBezTo>
                    <a:cubicBezTo>
                      <a:pt x="5524" y="1454"/>
                      <a:pt x="5583" y="1432"/>
                      <a:pt x="5622" y="1405"/>
                    </a:cubicBezTo>
                    <a:cubicBezTo>
                      <a:pt x="5687" y="1367"/>
                      <a:pt x="5736" y="1318"/>
                      <a:pt x="5768" y="1253"/>
                    </a:cubicBezTo>
                    <a:cubicBezTo>
                      <a:pt x="5817" y="1144"/>
                      <a:pt x="5812" y="998"/>
                      <a:pt x="5812" y="873"/>
                    </a:cubicBezTo>
                    <a:cubicBezTo>
                      <a:pt x="5812" y="753"/>
                      <a:pt x="5779" y="650"/>
                      <a:pt x="5665" y="595"/>
                    </a:cubicBezTo>
                    <a:cubicBezTo>
                      <a:pt x="5618" y="572"/>
                      <a:pt x="5568" y="563"/>
                      <a:pt x="5517" y="563"/>
                    </a:cubicBezTo>
                    <a:cubicBezTo>
                      <a:pt x="5463" y="563"/>
                      <a:pt x="5406" y="573"/>
                      <a:pt x="5350" y="584"/>
                    </a:cubicBezTo>
                    <a:cubicBezTo>
                      <a:pt x="5426" y="443"/>
                      <a:pt x="5415" y="215"/>
                      <a:pt x="5382" y="79"/>
                    </a:cubicBezTo>
                    <a:cubicBezTo>
                      <a:pt x="5370" y="41"/>
                      <a:pt x="5337" y="19"/>
                      <a:pt x="5300" y="19"/>
                    </a:cubicBezTo>
                    <a:cubicBezTo>
                      <a:pt x="5290" y="19"/>
                      <a:pt x="5279" y="21"/>
                      <a:pt x="5268" y="25"/>
                    </a:cubicBezTo>
                    <a:cubicBezTo>
                      <a:pt x="5257" y="19"/>
                      <a:pt x="5246" y="14"/>
                      <a:pt x="5230" y="8"/>
                    </a:cubicBezTo>
                    <a:cubicBezTo>
                      <a:pt x="5211" y="6"/>
                      <a:pt x="5192" y="4"/>
                      <a:pt x="5173" y="4"/>
                    </a:cubicBezTo>
                    <a:cubicBezTo>
                      <a:pt x="5154" y="4"/>
                      <a:pt x="5135" y="6"/>
                      <a:pt x="5116" y="8"/>
                    </a:cubicBezTo>
                    <a:cubicBezTo>
                      <a:pt x="5002" y="25"/>
                      <a:pt x="4888" y="35"/>
                      <a:pt x="4774" y="41"/>
                    </a:cubicBezTo>
                    <a:cubicBezTo>
                      <a:pt x="4733" y="45"/>
                      <a:pt x="4692" y="47"/>
                      <a:pt x="4651" y="47"/>
                    </a:cubicBezTo>
                    <a:cubicBezTo>
                      <a:pt x="4575" y="47"/>
                      <a:pt x="4499" y="41"/>
                      <a:pt x="4426" y="30"/>
                    </a:cubicBezTo>
                    <a:cubicBezTo>
                      <a:pt x="4363" y="12"/>
                      <a:pt x="4298" y="1"/>
                      <a:pt x="4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0"/>
              <p:cNvSpPr/>
              <p:nvPr/>
            </p:nvSpPr>
            <p:spPr>
              <a:xfrm>
                <a:off x="3897750" y="5429975"/>
                <a:ext cx="9950" cy="9300"/>
              </a:xfrm>
              <a:custGeom>
                <a:rect b="b" l="l" r="r" t="t"/>
                <a:pathLst>
                  <a:path extrusionOk="0" h="372" w="398">
                    <a:moveTo>
                      <a:pt x="217" y="0"/>
                    </a:moveTo>
                    <a:cubicBezTo>
                      <a:pt x="198" y="0"/>
                      <a:pt x="179" y="5"/>
                      <a:pt x="158" y="15"/>
                    </a:cubicBezTo>
                    <a:cubicBezTo>
                      <a:pt x="142" y="26"/>
                      <a:pt x="142" y="53"/>
                      <a:pt x="158" y="64"/>
                    </a:cubicBezTo>
                    <a:cubicBezTo>
                      <a:pt x="202" y="86"/>
                      <a:pt x="235" y="91"/>
                      <a:pt x="262" y="135"/>
                    </a:cubicBezTo>
                    <a:cubicBezTo>
                      <a:pt x="294" y="189"/>
                      <a:pt x="284" y="222"/>
                      <a:pt x="235" y="254"/>
                    </a:cubicBezTo>
                    <a:cubicBezTo>
                      <a:pt x="211" y="270"/>
                      <a:pt x="178" y="292"/>
                      <a:pt x="148" y="292"/>
                    </a:cubicBezTo>
                    <a:cubicBezTo>
                      <a:pt x="136" y="292"/>
                      <a:pt x="125" y="289"/>
                      <a:pt x="115" y="281"/>
                    </a:cubicBezTo>
                    <a:cubicBezTo>
                      <a:pt x="77" y="254"/>
                      <a:pt x="72" y="184"/>
                      <a:pt x="72" y="146"/>
                    </a:cubicBezTo>
                    <a:cubicBezTo>
                      <a:pt x="69" y="126"/>
                      <a:pt x="55" y="117"/>
                      <a:pt x="42" y="117"/>
                    </a:cubicBezTo>
                    <a:cubicBezTo>
                      <a:pt x="28" y="117"/>
                      <a:pt x="14" y="126"/>
                      <a:pt x="12" y="146"/>
                    </a:cubicBezTo>
                    <a:cubicBezTo>
                      <a:pt x="1" y="222"/>
                      <a:pt x="28" y="292"/>
                      <a:pt x="82" y="347"/>
                    </a:cubicBezTo>
                    <a:cubicBezTo>
                      <a:pt x="107" y="364"/>
                      <a:pt x="135" y="371"/>
                      <a:pt x="163" y="371"/>
                    </a:cubicBezTo>
                    <a:cubicBezTo>
                      <a:pt x="214" y="371"/>
                      <a:pt x="267" y="348"/>
                      <a:pt x="305" y="319"/>
                    </a:cubicBezTo>
                    <a:cubicBezTo>
                      <a:pt x="376" y="271"/>
                      <a:pt x="398" y="178"/>
                      <a:pt x="354" y="107"/>
                    </a:cubicBezTo>
                    <a:cubicBezTo>
                      <a:pt x="325" y="49"/>
                      <a:pt x="277" y="0"/>
                      <a:pt x="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0"/>
              <p:cNvSpPr/>
              <p:nvPr/>
            </p:nvSpPr>
            <p:spPr>
              <a:xfrm>
                <a:off x="3911075" y="5429250"/>
                <a:ext cx="5300" cy="4100"/>
              </a:xfrm>
              <a:custGeom>
                <a:rect b="b" l="l" r="r" t="t"/>
                <a:pathLst>
                  <a:path extrusionOk="0" h="164" w="212">
                    <a:moveTo>
                      <a:pt x="137" y="1"/>
                    </a:moveTo>
                    <a:cubicBezTo>
                      <a:pt x="130" y="1"/>
                      <a:pt x="122" y="2"/>
                      <a:pt x="115" y="6"/>
                    </a:cubicBezTo>
                    <a:cubicBezTo>
                      <a:pt x="109" y="11"/>
                      <a:pt x="98" y="11"/>
                      <a:pt x="93" y="17"/>
                    </a:cubicBezTo>
                    <a:cubicBezTo>
                      <a:pt x="88" y="28"/>
                      <a:pt x="82" y="39"/>
                      <a:pt x="88" y="49"/>
                    </a:cubicBezTo>
                    <a:cubicBezTo>
                      <a:pt x="88" y="55"/>
                      <a:pt x="88" y="60"/>
                      <a:pt x="88" y="60"/>
                    </a:cubicBezTo>
                    <a:cubicBezTo>
                      <a:pt x="88" y="57"/>
                      <a:pt x="88" y="56"/>
                      <a:pt x="87" y="56"/>
                    </a:cubicBezTo>
                    <a:cubicBezTo>
                      <a:pt x="87" y="56"/>
                      <a:pt x="86" y="62"/>
                      <a:pt x="82" y="66"/>
                    </a:cubicBezTo>
                    <a:lnTo>
                      <a:pt x="71" y="77"/>
                    </a:lnTo>
                    <a:cubicBezTo>
                      <a:pt x="71" y="60"/>
                      <a:pt x="66" y="44"/>
                      <a:pt x="49" y="39"/>
                    </a:cubicBezTo>
                    <a:cubicBezTo>
                      <a:pt x="47" y="37"/>
                      <a:pt x="43" y="36"/>
                      <a:pt x="40" y="36"/>
                    </a:cubicBezTo>
                    <a:cubicBezTo>
                      <a:pt x="30" y="36"/>
                      <a:pt x="19" y="42"/>
                      <a:pt x="11" y="49"/>
                    </a:cubicBezTo>
                    <a:cubicBezTo>
                      <a:pt x="1" y="77"/>
                      <a:pt x="1" y="104"/>
                      <a:pt x="11" y="131"/>
                    </a:cubicBezTo>
                    <a:cubicBezTo>
                      <a:pt x="17" y="136"/>
                      <a:pt x="22" y="142"/>
                      <a:pt x="28" y="147"/>
                    </a:cubicBezTo>
                    <a:lnTo>
                      <a:pt x="33" y="147"/>
                    </a:lnTo>
                    <a:cubicBezTo>
                      <a:pt x="33" y="147"/>
                      <a:pt x="39" y="153"/>
                      <a:pt x="39" y="153"/>
                    </a:cubicBezTo>
                    <a:cubicBezTo>
                      <a:pt x="49" y="158"/>
                      <a:pt x="66" y="164"/>
                      <a:pt x="82" y="164"/>
                    </a:cubicBezTo>
                    <a:cubicBezTo>
                      <a:pt x="84" y="164"/>
                      <a:pt x="87" y="164"/>
                      <a:pt x="89" y="164"/>
                    </a:cubicBezTo>
                    <a:cubicBezTo>
                      <a:pt x="147" y="164"/>
                      <a:pt x="212" y="102"/>
                      <a:pt x="191" y="44"/>
                    </a:cubicBezTo>
                    <a:lnTo>
                      <a:pt x="191" y="44"/>
                    </a:lnTo>
                    <a:lnTo>
                      <a:pt x="185" y="49"/>
                    </a:lnTo>
                    <a:cubicBezTo>
                      <a:pt x="185" y="39"/>
                      <a:pt x="180" y="28"/>
                      <a:pt x="174" y="22"/>
                    </a:cubicBezTo>
                    <a:cubicBezTo>
                      <a:pt x="167" y="8"/>
                      <a:pt x="153"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0"/>
              <p:cNvSpPr/>
              <p:nvPr/>
            </p:nvSpPr>
            <p:spPr>
              <a:xfrm>
                <a:off x="3911625" y="5432925"/>
                <a:ext cx="25" cy="25"/>
              </a:xfrm>
              <a:custGeom>
                <a:rect b="b" l="l" r="r" t="t"/>
                <a:pathLst>
                  <a:path extrusionOk="0" h="1" w="1">
                    <a:moveTo>
                      <a:pt x="0"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0"/>
              <p:cNvSpPr/>
              <p:nvPr/>
            </p:nvSpPr>
            <p:spPr>
              <a:xfrm>
                <a:off x="3911750" y="5432925"/>
                <a:ext cx="25" cy="25"/>
              </a:xfrm>
              <a:custGeom>
                <a:rect b="b" l="l" r="r" t="t"/>
                <a:pathLst>
                  <a:path extrusionOk="0" h="1" w="1">
                    <a:moveTo>
                      <a:pt x="1"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0"/>
              <p:cNvSpPr/>
              <p:nvPr/>
            </p:nvSpPr>
            <p:spPr>
              <a:xfrm>
                <a:off x="3911750" y="5432925"/>
                <a:ext cx="25" cy="25"/>
              </a:xfrm>
              <a:custGeom>
                <a:rect b="b" l="l" r="r" t="t"/>
                <a:pathLst>
                  <a:path extrusionOk="0" h="1" w="1">
                    <a:moveTo>
                      <a:pt x="1"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0"/>
              <p:cNvSpPr/>
              <p:nvPr/>
            </p:nvSpPr>
            <p:spPr>
              <a:xfrm>
                <a:off x="3905175" y="5448400"/>
                <a:ext cx="6475" cy="5050"/>
              </a:xfrm>
              <a:custGeom>
                <a:rect b="b" l="l" r="r" t="t"/>
                <a:pathLst>
                  <a:path extrusionOk="0" h="202" w="259">
                    <a:moveTo>
                      <a:pt x="193" y="1"/>
                    </a:moveTo>
                    <a:cubicBezTo>
                      <a:pt x="170" y="1"/>
                      <a:pt x="146" y="15"/>
                      <a:pt x="139" y="45"/>
                    </a:cubicBezTo>
                    <a:cubicBezTo>
                      <a:pt x="133" y="72"/>
                      <a:pt x="139" y="93"/>
                      <a:pt x="117" y="115"/>
                    </a:cubicBezTo>
                    <a:cubicBezTo>
                      <a:pt x="109" y="119"/>
                      <a:pt x="104" y="123"/>
                      <a:pt x="98" y="123"/>
                    </a:cubicBezTo>
                    <a:cubicBezTo>
                      <a:pt x="96" y="123"/>
                      <a:pt x="93" y="122"/>
                      <a:pt x="90" y="121"/>
                    </a:cubicBezTo>
                    <a:cubicBezTo>
                      <a:pt x="79" y="115"/>
                      <a:pt x="63" y="88"/>
                      <a:pt x="52" y="77"/>
                    </a:cubicBezTo>
                    <a:cubicBezTo>
                      <a:pt x="49" y="75"/>
                      <a:pt x="45" y="74"/>
                      <a:pt x="41" y="74"/>
                    </a:cubicBezTo>
                    <a:cubicBezTo>
                      <a:pt x="25" y="74"/>
                      <a:pt x="1" y="87"/>
                      <a:pt x="14" y="104"/>
                    </a:cubicBezTo>
                    <a:cubicBezTo>
                      <a:pt x="25" y="131"/>
                      <a:pt x="41" y="153"/>
                      <a:pt x="63" y="180"/>
                    </a:cubicBezTo>
                    <a:cubicBezTo>
                      <a:pt x="78" y="192"/>
                      <a:pt x="100" y="201"/>
                      <a:pt x="122" y="201"/>
                    </a:cubicBezTo>
                    <a:cubicBezTo>
                      <a:pt x="131" y="201"/>
                      <a:pt x="140" y="200"/>
                      <a:pt x="150" y="197"/>
                    </a:cubicBezTo>
                    <a:cubicBezTo>
                      <a:pt x="209" y="186"/>
                      <a:pt x="258" y="121"/>
                      <a:pt x="247" y="55"/>
                    </a:cubicBezTo>
                    <a:cubicBezTo>
                      <a:pt x="247" y="20"/>
                      <a:pt x="220"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0"/>
              <p:cNvSpPr/>
              <p:nvPr/>
            </p:nvSpPr>
            <p:spPr>
              <a:xfrm>
                <a:off x="3954775" y="5433250"/>
                <a:ext cx="8500" cy="9075"/>
              </a:xfrm>
              <a:custGeom>
                <a:rect b="b" l="l" r="r" t="t"/>
                <a:pathLst>
                  <a:path extrusionOk="0" h="363" w="340">
                    <a:moveTo>
                      <a:pt x="252" y="1"/>
                    </a:moveTo>
                    <a:cubicBezTo>
                      <a:pt x="233" y="1"/>
                      <a:pt x="214" y="7"/>
                      <a:pt x="199" y="20"/>
                    </a:cubicBezTo>
                    <a:cubicBezTo>
                      <a:pt x="182" y="31"/>
                      <a:pt x="182" y="53"/>
                      <a:pt x="199" y="63"/>
                    </a:cubicBezTo>
                    <a:cubicBezTo>
                      <a:pt x="209" y="69"/>
                      <a:pt x="226" y="74"/>
                      <a:pt x="237" y="80"/>
                    </a:cubicBezTo>
                    <a:lnTo>
                      <a:pt x="242" y="80"/>
                    </a:lnTo>
                    <a:cubicBezTo>
                      <a:pt x="247" y="112"/>
                      <a:pt x="247" y="145"/>
                      <a:pt x="242" y="183"/>
                    </a:cubicBezTo>
                    <a:cubicBezTo>
                      <a:pt x="242" y="232"/>
                      <a:pt x="215" y="275"/>
                      <a:pt x="166" y="292"/>
                    </a:cubicBezTo>
                    <a:cubicBezTo>
                      <a:pt x="158" y="294"/>
                      <a:pt x="150" y="296"/>
                      <a:pt x="142" y="296"/>
                    </a:cubicBezTo>
                    <a:cubicBezTo>
                      <a:pt x="103" y="296"/>
                      <a:pt x="68" y="265"/>
                      <a:pt x="41" y="237"/>
                    </a:cubicBezTo>
                    <a:cubicBezTo>
                      <a:pt x="36" y="234"/>
                      <a:pt x="31" y="232"/>
                      <a:pt x="27" y="232"/>
                    </a:cubicBezTo>
                    <a:cubicBezTo>
                      <a:pt x="12" y="232"/>
                      <a:pt x="1" y="252"/>
                      <a:pt x="14" y="265"/>
                    </a:cubicBezTo>
                    <a:cubicBezTo>
                      <a:pt x="55" y="306"/>
                      <a:pt x="112" y="363"/>
                      <a:pt x="179" y="363"/>
                    </a:cubicBezTo>
                    <a:cubicBezTo>
                      <a:pt x="182" y="363"/>
                      <a:pt x="185" y="363"/>
                      <a:pt x="188" y="362"/>
                    </a:cubicBezTo>
                    <a:cubicBezTo>
                      <a:pt x="258" y="346"/>
                      <a:pt x="313" y="292"/>
                      <a:pt x="334" y="227"/>
                    </a:cubicBezTo>
                    <a:cubicBezTo>
                      <a:pt x="334" y="183"/>
                      <a:pt x="334" y="145"/>
                      <a:pt x="334" y="107"/>
                    </a:cubicBezTo>
                    <a:cubicBezTo>
                      <a:pt x="340" y="80"/>
                      <a:pt x="334" y="58"/>
                      <a:pt x="324" y="36"/>
                    </a:cubicBezTo>
                    <a:cubicBezTo>
                      <a:pt x="307" y="14"/>
                      <a:pt x="280"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0"/>
              <p:cNvSpPr/>
              <p:nvPr/>
            </p:nvSpPr>
            <p:spPr>
              <a:xfrm>
                <a:off x="3963900" y="5443425"/>
                <a:ext cx="7850" cy="6375"/>
              </a:xfrm>
              <a:custGeom>
                <a:rect b="b" l="l" r="r" t="t"/>
                <a:pathLst>
                  <a:path extrusionOk="0" h="255" w="314">
                    <a:moveTo>
                      <a:pt x="207" y="1"/>
                    </a:moveTo>
                    <a:cubicBezTo>
                      <a:pt x="199" y="1"/>
                      <a:pt x="190" y="2"/>
                      <a:pt x="181" y="4"/>
                    </a:cubicBezTo>
                    <a:cubicBezTo>
                      <a:pt x="160" y="10"/>
                      <a:pt x="154" y="32"/>
                      <a:pt x="171" y="48"/>
                    </a:cubicBezTo>
                    <a:cubicBezTo>
                      <a:pt x="198" y="75"/>
                      <a:pt x="209" y="118"/>
                      <a:pt x="187" y="157"/>
                    </a:cubicBezTo>
                    <a:cubicBezTo>
                      <a:pt x="179" y="171"/>
                      <a:pt x="165" y="176"/>
                      <a:pt x="148" y="176"/>
                    </a:cubicBezTo>
                    <a:cubicBezTo>
                      <a:pt x="121" y="176"/>
                      <a:pt x="88" y="161"/>
                      <a:pt x="67" y="151"/>
                    </a:cubicBezTo>
                    <a:cubicBezTo>
                      <a:pt x="65" y="150"/>
                      <a:pt x="62" y="150"/>
                      <a:pt x="59" y="150"/>
                    </a:cubicBezTo>
                    <a:cubicBezTo>
                      <a:pt x="29" y="150"/>
                      <a:pt x="0" y="202"/>
                      <a:pt x="40" y="222"/>
                    </a:cubicBezTo>
                    <a:cubicBezTo>
                      <a:pt x="77" y="240"/>
                      <a:pt x="119" y="254"/>
                      <a:pt x="160" y="254"/>
                    </a:cubicBezTo>
                    <a:cubicBezTo>
                      <a:pt x="204" y="254"/>
                      <a:pt x="246" y="237"/>
                      <a:pt x="274" y="189"/>
                    </a:cubicBezTo>
                    <a:cubicBezTo>
                      <a:pt x="314" y="125"/>
                      <a:pt x="290" y="1"/>
                      <a:pt x="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0"/>
              <p:cNvSpPr/>
              <p:nvPr/>
            </p:nvSpPr>
            <p:spPr>
              <a:xfrm>
                <a:off x="3959325" y="5458250"/>
                <a:ext cx="7075" cy="3775"/>
              </a:xfrm>
              <a:custGeom>
                <a:rect b="b" l="l" r="r" t="t"/>
                <a:pathLst>
                  <a:path extrusionOk="0" h="151" w="283">
                    <a:moveTo>
                      <a:pt x="59" y="1"/>
                    </a:moveTo>
                    <a:cubicBezTo>
                      <a:pt x="29" y="1"/>
                      <a:pt x="0" y="35"/>
                      <a:pt x="17" y="64"/>
                    </a:cubicBezTo>
                    <a:cubicBezTo>
                      <a:pt x="38" y="102"/>
                      <a:pt x="82" y="151"/>
                      <a:pt x="142" y="151"/>
                    </a:cubicBezTo>
                    <a:cubicBezTo>
                      <a:pt x="196" y="145"/>
                      <a:pt x="223" y="107"/>
                      <a:pt x="261" y="64"/>
                    </a:cubicBezTo>
                    <a:cubicBezTo>
                      <a:pt x="283" y="47"/>
                      <a:pt x="272" y="15"/>
                      <a:pt x="250" y="9"/>
                    </a:cubicBezTo>
                    <a:cubicBezTo>
                      <a:pt x="242" y="7"/>
                      <a:pt x="235" y="6"/>
                      <a:pt x="228" y="6"/>
                    </a:cubicBezTo>
                    <a:cubicBezTo>
                      <a:pt x="198" y="6"/>
                      <a:pt x="179" y="24"/>
                      <a:pt x="152" y="42"/>
                    </a:cubicBezTo>
                    <a:cubicBezTo>
                      <a:pt x="145" y="48"/>
                      <a:pt x="139" y="50"/>
                      <a:pt x="132" y="50"/>
                    </a:cubicBezTo>
                    <a:cubicBezTo>
                      <a:pt x="114" y="50"/>
                      <a:pt x="99" y="31"/>
                      <a:pt x="87" y="15"/>
                    </a:cubicBezTo>
                    <a:cubicBezTo>
                      <a:pt x="79" y="5"/>
                      <a:pt x="69"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0"/>
              <p:cNvSpPr/>
              <p:nvPr/>
            </p:nvSpPr>
            <p:spPr>
              <a:xfrm>
                <a:off x="4010850" y="5426950"/>
                <a:ext cx="9650" cy="8450"/>
              </a:xfrm>
              <a:custGeom>
                <a:rect b="b" l="l" r="r" t="t"/>
                <a:pathLst>
                  <a:path extrusionOk="0" h="338" w="386">
                    <a:moveTo>
                      <a:pt x="271" y="0"/>
                    </a:moveTo>
                    <a:cubicBezTo>
                      <a:pt x="244" y="0"/>
                      <a:pt x="228" y="33"/>
                      <a:pt x="249" y="55"/>
                    </a:cubicBezTo>
                    <a:cubicBezTo>
                      <a:pt x="260" y="60"/>
                      <a:pt x="266" y="71"/>
                      <a:pt x="266" y="82"/>
                    </a:cubicBezTo>
                    <a:cubicBezTo>
                      <a:pt x="271" y="98"/>
                      <a:pt x="266" y="109"/>
                      <a:pt x="266" y="125"/>
                    </a:cubicBezTo>
                    <a:cubicBezTo>
                      <a:pt x="255" y="163"/>
                      <a:pt x="233" y="196"/>
                      <a:pt x="211" y="223"/>
                    </a:cubicBezTo>
                    <a:cubicBezTo>
                      <a:pt x="191" y="246"/>
                      <a:pt x="172" y="255"/>
                      <a:pt x="153" y="255"/>
                    </a:cubicBezTo>
                    <a:cubicBezTo>
                      <a:pt x="95" y="255"/>
                      <a:pt x="47" y="166"/>
                      <a:pt x="43" y="109"/>
                    </a:cubicBezTo>
                    <a:cubicBezTo>
                      <a:pt x="43" y="95"/>
                      <a:pt x="33" y="88"/>
                      <a:pt x="24" y="88"/>
                    </a:cubicBezTo>
                    <a:cubicBezTo>
                      <a:pt x="14" y="88"/>
                      <a:pt x="5" y="95"/>
                      <a:pt x="5" y="109"/>
                    </a:cubicBezTo>
                    <a:cubicBezTo>
                      <a:pt x="1" y="215"/>
                      <a:pt x="72" y="337"/>
                      <a:pt x="168" y="337"/>
                    </a:cubicBezTo>
                    <a:cubicBezTo>
                      <a:pt x="196" y="337"/>
                      <a:pt x="225" y="327"/>
                      <a:pt x="255" y="305"/>
                    </a:cubicBezTo>
                    <a:cubicBezTo>
                      <a:pt x="315" y="261"/>
                      <a:pt x="353" y="201"/>
                      <a:pt x="369" y="136"/>
                    </a:cubicBezTo>
                    <a:cubicBezTo>
                      <a:pt x="385" y="71"/>
                      <a:pt x="342"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0"/>
              <p:cNvSpPr/>
              <p:nvPr/>
            </p:nvSpPr>
            <p:spPr>
              <a:xfrm>
                <a:off x="4026450" y="5437875"/>
                <a:ext cx="6275" cy="4775"/>
              </a:xfrm>
              <a:custGeom>
                <a:rect b="b" l="l" r="r" t="t"/>
                <a:pathLst>
                  <a:path extrusionOk="0" h="191" w="251">
                    <a:moveTo>
                      <a:pt x="88" y="1"/>
                    </a:moveTo>
                    <a:cubicBezTo>
                      <a:pt x="60" y="1"/>
                      <a:pt x="33" y="3"/>
                      <a:pt x="6" y="9"/>
                    </a:cubicBezTo>
                    <a:cubicBezTo>
                      <a:pt x="1" y="9"/>
                      <a:pt x="1" y="20"/>
                      <a:pt x="6" y="20"/>
                    </a:cubicBezTo>
                    <a:cubicBezTo>
                      <a:pt x="55" y="25"/>
                      <a:pt x="147" y="31"/>
                      <a:pt x="147" y="101"/>
                    </a:cubicBezTo>
                    <a:lnTo>
                      <a:pt x="147" y="107"/>
                    </a:lnTo>
                    <a:lnTo>
                      <a:pt x="136" y="107"/>
                    </a:lnTo>
                    <a:cubicBezTo>
                      <a:pt x="131" y="107"/>
                      <a:pt x="120" y="107"/>
                      <a:pt x="120" y="90"/>
                    </a:cubicBezTo>
                    <a:cubicBezTo>
                      <a:pt x="120" y="66"/>
                      <a:pt x="104" y="54"/>
                      <a:pt x="87" y="54"/>
                    </a:cubicBezTo>
                    <a:cubicBezTo>
                      <a:pt x="70" y="54"/>
                      <a:pt x="52" y="66"/>
                      <a:pt x="49" y="90"/>
                    </a:cubicBezTo>
                    <a:cubicBezTo>
                      <a:pt x="43" y="151"/>
                      <a:pt x="100" y="190"/>
                      <a:pt x="154" y="190"/>
                    </a:cubicBezTo>
                    <a:cubicBezTo>
                      <a:pt x="187" y="190"/>
                      <a:pt x="220" y="175"/>
                      <a:pt x="234" y="139"/>
                    </a:cubicBezTo>
                    <a:cubicBezTo>
                      <a:pt x="251" y="85"/>
                      <a:pt x="223" y="31"/>
                      <a:pt x="169" y="9"/>
                    </a:cubicBezTo>
                    <a:cubicBezTo>
                      <a:pt x="142" y="3"/>
                      <a:pt x="115" y="1"/>
                      <a:pt x="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0"/>
              <p:cNvSpPr/>
              <p:nvPr/>
            </p:nvSpPr>
            <p:spPr>
              <a:xfrm>
                <a:off x="4018275" y="5449850"/>
                <a:ext cx="8200" cy="4625"/>
              </a:xfrm>
              <a:custGeom>
                <a:rect b="b" l="l" r="r" t="t"/>
                <a:pathLst>
                  <a:path extrusionOk="0" h="185" w="328">
                    <a:moveTo>
                      <a:pt x="251" y="0"/>
                    </a:moveTo>
                    <a:cubicBezTo>
                      <a:pt x="242" y="0"/>
                      <a:pt x="232" y="3"/>
                      <a:pt x="224" y="8"/>
                    </a:cubicBezTo>
                    <a:cubicBezTo>
                      <a:pt x="203" y="30"/>
                      <a:pt x="186" y="57"/>
                      <a:pt x="159" y="73"/>
                    </a:cubicBezTo>
                    <a:cubicBezTo>
                      <a:pt x="150" y="79"/>
                      <a:pt x="144" y="81"/>
                      <a:pt x="138" y="81"/>
                    </a:cubicBezTo>
                    <a:cubicBezTo>
                      <a:pt x="126" y="81"/>
                      <a:pt x="118" y="70"/>
                      <a:pt x="99" y="52"/>
                    </a:cubicBezTo>
                    <a:cubicBezTo>
                      <a:pt x="89" y="40"/>
                      <a:pt x="77" y="35"/>
                      <a:pt x="66" y="35"/>
                    </a:cubicBezTo>
                    <a:cubicBezTo>
                      <a:pt x="31" y="35"/>
                      <a:pt x="1" y="85"/>
                      <a:pt x="34" y="122"/>
                    </a:cubicBezTo>
                    <a:cubicBezTo>
                      <a:pt x="60" y="164"/>
                      <a:pt x="104" y="184"/>
                      <a:pt x="149" y="184"/>
                    </a:cubicBezTo>
                    <a:cubicBezTo>
                      <a:pt x="169" y="184"/>
                      <a:pt x="189" y="180"/>
                      <a:pt x="208" y="171"/>
                    </a:cubicBezTo>
                    <a:cubicBezTo>
                      <a:pt x="268" y="144"/>
                      <a:pt x="328" y="68"/>
                      <a:pt x="279" y="8"/>
                    </a:cubicBezTo>
                    <a:cubicBezTo>
                      <a:pt x="270" y="3"/>
                      <a:pt x="261"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0"/>
              <p:cNvSpPr/>
              <p:nvPr/>
            </p:nvSpPr>
            <p:spPr>
              <a:xfrm>
                <a:off x="3865150" y="5498925"/>
                <a:ext cx="4650" cy="11200"/>
              </a:xfrm>
              <a:custGeom>
                <a:rect b="b" l="l" r="r" t="t"/>
                <a:pathLst>
                  <a:path extrusionOk="0" h="448" w="186">
                    <a:moveTo>
                      <a:pt x="132" y="1"/>
                    </a:moveTo>
                    <a:cubicBezTo>
                      <a:pt x="108" y="1"/>
                      <a:pt x="85" y="16"/>
                      <a:pt x="87" y="46"/>
                    </a:cubicBezTo>
                    <a:cubicBezTo>
                      <a:pt x="76" y="105"/>
                      <a:pt x="60" y="165"/>
                      <a:pt x="33" y="214"/>
                    </a:cubicBezTo>
                    <a:cubicBezTo>
                      <a:pt x="11" y="274"/>
                      <a:pt x="0" y="334"/>
                      <a:pt x="0" y="394"/>
                    </a:cubicBezTo>
                    <a:cubicBezTo>
                      <a:pt x="0" y="421"/>
                      <a:pt x="17" y="442"/>
                      <a:pt x="38" y="448"/>
                    </a:cubicBezTo>
                    <a:lnTo>
                      <a:pt x="65" y="448"/>
                    </a:lnTo>
                    <a:cubicBezTo>
                      <a:pt x="93" y="442"/>
                      <a:pt x="104" y="421"/>
                      <a:pt x="109" y="394"/>
                    </a:cubicBezTo>
                    <a:cubicBezTo>
                      <a:pt x="109" y="334"/>
                      <a:pt x="125" y="268"/>
                      <a:pt x="147" y="203"/>
                    </a:cubicBezTo>
                    <a:cubicBezTo>
                      <a:pt x="169" y="154"/>
                      <a:pt x="185" y="100"/>
                      <a:pt x="185" y="46"/>
                    </a:cubicBezTo>
                    <a:cubicBezTo>
                      <a:pt x="182" y="16"/>
                      <a:pt x="157"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0"/>
              <p:cNvSpPr/>
              <p:nvPr/>
            </p:nvSpPr>
            <p:spPr>
              <a:xfrm>
                <a:off x="3870725" y="5502575"/>
                <a:ext cx="5450" cy="10425"/>
              </a:xfrm>
              <a:custGeom>
                <a:rect b="b" l="l" r="r" t="t"/>
                <a:pathLst>
                  <a:path extrusionOk="0" h="417" w="218">
                    <a:moveTo>
                      <a:pt x="148" y="1"/>
                    </a:moveTo>
                    <a:cubicBezTo>
                      <a:pt x="117" y="1"/>
                      <a:pt x="87" y="23"/>
                      <a:pt x="87" y="63"/>
                    </a:cubicBezTo>
                    <a:cubicBezTo>
                      <a:pt x="76" y="106"/>
                      <a:pt x="60" y="144"/>
                      <a:pt x="38" y="188"/>
                    </a:cubicBezTo>
                    <a:cubicBezTo>
                      <a:pt x="11" y="242"/>
                      <a:pt x="0" y="307"/>
                      <a:pt x="6" y="373"/>
                    </a:cubicBezTo>
                    <a:cubicBezTo>
                      <a:pt x="18" y="401"/>
                      <a:pt x="45" y="416"/>
                      <a:pt x="71" y="416"/>
                    </a:cubicBezTo>
                    <a:cubicBezTo>
                      <a:pt x="91" y="416"/>
                      <a:pt x="111" y="407"/>
                      <a:pt x="125" y="389"/>
                    </a:cubicBezTo>
                    <a:cubicBezTo>
                      <a:pt x="152" y="329"/>
                      <a:pt x="169" y="264"/>
                      <a:pt x="185" y="204"/>
                    </a:cubicBezTo>
                    <a:cubicBezTo>
                      <a:pt x="207" y="155"/>
                      <a:pt x="218" y="95"/>
                      <a:pt x="207" y="46"/>
                    </a:cubicBezTo>
                    <a:cubicBezTo>
                      <a:pt x="197" y="15"/>
                      <a:pt x="172" y="1"/>
                      <a:pt x="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0"/>
              <p:cNvSpPr/>
              <p:nvPr/>
            </p:nvSpPr>
            <p:spPr>
              <a:xfrm>
                <a:off x="3876975" y="5503450"/>
                <a:ext cx="6000" cy="9700"/>
              </a:xfrm>
              <a:custGeom>
                <a:rect b="b" l="l" r="r" t="t"/>
                <a:pathLst>
                  <a:path extrusionOk="0" h="388" w="240">
                    <a:moveTo>
                      <a:pt x="163" y="1"/>
                    </a:moveTo>
                    <a:cubicBezTo>
                      <a:pt x="131" y="1"/>
                      <a:pt x="109" y="28"/>
                      <a:pt x="114" y="60"/>
                    </a:cubicBezTo>
                    <a:cubicBezTo>
                      <a:pt x="93" y="98"/>
                      <a:pt x="76" y="136"/>
                      <a:pt x="60" y="169"/>
                    </a:cubicBezTo>
                    <a:cubicBezTo>
                      <a:pt x="33" y="213"/>
                      <a:pt x="16" y="261"/>
                      <a:pt x="6" y="310"/>
                    </a:cubicBezTo>
                    <a:cubicBezTo>
                      <a:pt x="0" y="338"/>
                      <a:pt x="11" y="365"/>
                      <a:pt x="33" y="381"/>
                    </a:cubicBezTo>
                    <a:cubicBezTo>
                      <a:pt x="38" y="381"/>
                      <a:pt x="44" y="381"/>
                      <a:pt x="49" y="386"/>
                    </a:cubicBezTo>
                    <a:cubicBezTo>
                      <a:pt x="54" y="387"/>
                      <a:pt x="58" y="388"/>
                      <a:pt x="63" y="388"/>
                    </a:cubicBezTo>
                    <a:cubicBezTo>
                      <a:pt x="85" y="388"/>
                      <a:pt x="105" y="377"/>
                      <a:pt x="114" y="359"/>
                    </a:cubicBezTo>
                    <a:cubicBezTo>
                      <a:pt x="141" y="316"/>
                      <a:pt x="169" y="267"/>
                      <a:pt x="190" y="223"/>
                    </a:cubicBezTo>
                    <a:cubicBezTo>
                      <a:pt x="207" y="174"/>
                      <a:pt x="223" y="120"/>
                      <a:pt x="228" y="71"/>
                    </a:cubicBezTo>
                    <a:cubicBezTo>
                      <a:pt x="239" y="39"/>
                      <a:pt x="212" y="6"/>
                      <a:pt x="180" y="6"/>
                    </a:cubicBezTo>
                    <a:lnTo>
                      <a:pt x="1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0"/>
              <p:cNvSpPr/>
              <p:nvPr/>
            </p:nvSpPr>
            <p:spPr>
              <a:xfrm>
                <a:off x="3883900" y="5503450"/>
                <a:ext cx="5050" cy="7950"/>
              </a:xfrm>
              <a:custGeom>
                <a:rect b="b" l="l" r="r" t="t"/>
                <a:pathLst>
                  <a:path extrusionOk="0" h="318" w="202">
                    <a:moveTo>
                      <a:pt x="125" y="1"/>
                    </a:moveTo>
                    <a:cubicBezTo>
                      <a:pt x="82" y="1"/>
                      <a:pt x="60" y="44"/>
                      <a:pt x="76" y="77"/>
                    </a:cubicBezTo>
                    <a:cubicBezTo>
                      <a:pt x="66" y="98"/>
                      <a:pt x="49" y="120"/>
                      <a:pt x="33" y="142"/>
                    </a:cubicBezTo>
                    <a:cubicBezTo>
                      <a:pt x="11" y="180"/>
                      <a:pt x="0" y="229"/>
                      <a:pt x="11" y="272"/>
                    </a:cubicBezTo>
                    <a:cubicBezTo>
                      <a:pt x="19" y="302"/>
                      <a:pt x="44" y="317"/>
                      <a:pt x="68" y="317"/>
                    </a:cubicBezTo>
                    <a:cubicBezTo>
                      <a:pt x="93" y="317"/>
                      <a:pt x="117" y="302"/>
                      <a:pt x="125" y="272"/>
                    </a:cubicBezTo>
                    <a:cubicBezTo>
                      <a:pt x="142" y="196"/>
                      <a:pt x="202" y="136"/>
                      <a:pt x="202" y="60"/>
                    </a:cubicBezTo>
                    <a:cubicBezTo>
                      <a:pt x="202" y="28"/>
                      <a:pt x="180" y="6"/>
                      <a:pt x="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0"/>
              <p:cNvSpPr/>
              <p:nvPr/>
            </p:nvSpPr>
            <p:spPr>
              <a:xfrm>
                <a:off x="3918825" y="5504650"/>
                <a:ext cx="5600" cy="9200"/>
              </a:xfrm>
              <a:custGeom>
                <a:rect b="b" l="l" r="r" t="t"/>
                <a:pathLst>
                  <a:path extrusionOk="0" h="368" w="224">
                    <a:moveTo>
                      <a:pt x="149" y="0"/>
                    </a:moveTo>
                    <a:cubicBezTo>
                      <a:pt x="121" y="0"/>
                      <a:pt x="93" y="20"/>
                      <a:pt x="93" y="56"/>
                    </a:cubicBezTo>
                    <a:cubicBezTo>
                      <a:pt x="87" y="99"/>
                      <a:pt x="66" y="143"/>
                      <a:pt x="38" y="175"/>
                    </a:cubicBezTo>
                    <a:cubicBezTo>
                      <a:pt x="11" y="219"/>
                      <a:pt x="0" y="273"/>
                      <a:pt x="6" y="322"/>
                    </a:cubicBezTo>
                    <a:cubicBezTo>
                      <a:pt x="14" y="353"/>
                      <a:pt x="38" y="367"/>
                      <a:pt x="62" y="367"/>
                    </a:cubicBezTo>
                    <a:cubicBezTo>
                      <a:pt x="89" y="367"/>
                      <a:pt x="117" y="351"/>
                      <a:pt x="125" y="322"/>
                    </a:cubicBezTo>
                    <a:cubicBezTo>
                      <a:pt x="153" y="230"/>
                      <a:pt x="223" y="143"/>
                      <a:pt x="202" y="39"/>
                    </a:cubicBezTo>
                    <a:cubicBezTo>
                      <a:pt x="194" y="13"/>
                      <a:pt x="172" y="0"/>
                      <a:pt x="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0"/>
              <p:cNvSpPr/>
              <p:nvPr/>
            </p:nvSpPr>
            <p:spPr>
              <a:xfrm>
                <a:off x="3924800" y="5502725"/>
                <a:ext cx="6425" cy="9700"/>
              </a:xfrm>
              <a:custGeom>
                <a:rect b="b" l="l" r="r" t="t"/>
                <a:pathLst>
                  <a:path extrusionOk="0" h="388" w="257">
                    <a:moveTo>
                      <a:pt x="172" y="1"/>
                    </a:moveTo>
                    <a:cubicBezTo>
                      <a:pt x="135" y="1"/>
                      <a:pt x="106" y="40"/>
                      <a:pt x="126" y="78"/>
                    </a:cubicBezTo>
                    <a:cubicBezTo>
                      <a:pt x="104" y="116"/>
                      <a:pt x="82" y="155"/>
                      <a:pt x="60" y="187"/>
                    </a:cubicBezTo>
                    <a:cubicBezTo>
                      <a:pt x="22" y="231"/>
                      <a:pt x="1" y="285"/>
                      <a:pt x="6" y="345"/>
                    </a:cubicBezTo>
                    <a:cubicBezTo>
                      <a:pt x="14" y="375"/>
                      <a:pt x="35" y="388"/>
                      <a:pt x="58" y="388"/>
                    </a:cubicBezTo>
                    <a:cubicBezTo>
                      <a:pt x="84" y="388"/>
                      <a:pt x="111" y="371"/>
                      <a:pt x="120" y="345"/>
                    </a:cubicBezTo>
                    <a:cubicBezTo>
                      <a:pt x="142" y="296"/>
                      <a:pt x="175" y="269"/>
                      <a:pt x="196" y="225"/>
                    </a:cubicBezTo>
                    <a:cubicBezTo>
                      <a:pt x="218" y="176"/>
                      <a:pt x="234" y="127"/>
                      <a:pt x="251" y="73"/>
                    </a:cubicBezTo>
                    <a:cubicBezTo>
                      <a:pt x="256" y="46"/>
                      <a:pt x="240" y="13"/>
                      <a:pt x="213" y="8"/>
                    </a:cubicBezTo>
                    <a:lnTo>
                      <a:pt x="185" y="2"/>
                    </a:lnTo>
                    <a:cubicBezTo>
                      <a:pt x="181" y="1"/>
                      <a:pt x="176"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0"/>
              <p:cNvSpPr/>
              <p:nvPr/>
            </p:nvSpPr>
            <p:spPr>
              <a:xfrm>
                <a:off x="3931450" y="5505600"/>
                <a:ext cx="4375" cy="6100"/>
              </a:xfrm>
              <a:custGeom>
                <a:rect b="b" l="l" r="r" t="t"/>
                <a:pathLst>
                  <a:path extrusionOk="0" h="244" w="175">
                    <a:moveTo>
                      <a:pt x="113" y="0"/>
                    </a:moveTo>
                    <a:cubicBezTo>
                      <a:pt x="100" y="0"/>
                      <a:pt x="86" y="6"/>
                      <a:pt x="77" y="18"/>
                    </a:cubicBezTo>
                    <a:lnTo>
                      <a:pt x="55" y="34"/>
                    </a:lnTo>
                    <a:cubicBezTo>
                      <a:pt x="39" y="45"/>
                      <a:pt x="34" y="72"/>
                      <a:pt x="44" y="88"/>
                    </a:cubicBezTo>
                    <a:cubicBezTo>
                      <a:pt x="34" y="99"/>
                      <a:pt x="28" y="110"/>
                      <a:pt x="23" y="121"/>
                    </a:cubicBezTo>
                    <a:cubicBezTo>
                      <a:pt x="6" y="154"/>
                      <a:pt x="1" y="219"/>
                      <a:pt x="44" y="241"/>
                    </a:cubicBezTo>
                    <a:cubicBezTo>
                      <a:pt x="50" y="243"/>
                      <a:pt x="57" y="244"/>
                      <a:pt x="64" y="244"/>
                    </a:cubicBezTo>
                    <a:cubicBezTo>
                      <a:pt x="75" y="244"/>
                      <a:pt x="86" y="240"/>
                      <a:pt x="93" y="230"/>
                    </a:cubicBezTo>
                    <a:cubicBezTo>
                      <a:pt x="99" y="224"/>
                      <a:pt x="104" y="213"/>
                      <a:pt x="110" y="208"/>
                    </a:cubicBezTo>
                    <a:cubicBezTo>
                      <a:pt x="115" y="203"/>
                      <a:pt x="115" y="197"/>
                      <a:pt x="121" y="192"/>
                    </a:cubicBezTo>
                    <a:cubicBezTo>
                      <a:pt x="131" y="175"/>
                      <a:pt x="142" y="165"/>
                      <a:pt x="148" y="148"/>
                    </a:cubicBezTo>
                    <a:cubicBezTo>
                      <a:pt x="175" y="110"/>
                      <a:pt x="175" y="67"/>
                      <a:pt x="159" y="29"/>
                    </a:cubicBezTo>
                    <a:cubicBezTo>
                      <a:pt x="149" y="10"/>
                      <a:pt x="131" y="0"/>
                      <a:pt x="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0"/>
              <p:cNvSpPr/>
              <p:nvPr/>
            </p:nvSpPr>
            <p:spPr>
              <a:xfrm>
                <a:off x="3966125" y="5508575"/>
                <a:ext cx="5950" cy="5200"/>
              </a:xfrm>
              <a:custGeom>
                <a:rect b="b" l="l" r="r" t="t"/>
                <a:pathLst>
                  <a:path extrusionOk="0" h="208" w="238">
                    <a:moveTo>
                      <a:pt x="154" y="0"/>
                    </a:moveTo>
                    <a:cubicBezTo>
                      <a:pt x="141" y="0"/>
                      <a:pt x="127" y="6"/>
                      <a:pt x="114" y="18"/>
                    </a:cubicBezTo>
                    <a:cubicBezTo>
                      <a:pt x="92" y="35"/>
                      <a:pt x="71" y="51"/>
                      <a:pt x="54" y="73"/>
                    </a:cubicBezTo>
                    <a:cubicBezTo>
                      <a:pt x="27" y="105"/>
                      <a:pt x="0" y="171"/>
                      <a:pt x="49" y="198"/>
                    </a:cubicBezTo>
                    <a:cubicBezTo>
                      <a:pt x="58" y="205"/>
                      <a:pt x="68" y="208"/>
                      <a:pt x="78" y="208"/>
                    </a:cubicBezTo>
                    <a:cubicBezTo>
                      <a:pt x="92" y="208"/>
                      <a:pt x="105" y="202"/>
                      <a:pt x="114" y="192"/>
                    </a:cubicBezTo>
                    <a:cubicBezTo>
                      <a:pt x="120" y="187"/>
                      <a:pt x="125" y="181"/>
                      <a:pt x="125" y="176"/>
                    </a:cubicBezTo>
                    <a:lnTo>
                      <a:pt x="131" y="165"/>
                    </a:lnTo>
                    <a:cubicBezTo>
                      <a:pt x="131" y="160"/>
                      <a:pt x="136" y="154"/>
                      <a:pt x="136" y="154"/>
                    </a:cubicBezTo>
                    <a:cubicBezTo>
                      <a:pt x="158" y="133"/>
                      <a:pt x="174" y="116"/>
                      <a:pt x="196" y="100"/>
                    </a:cubicBezTo>
                    <a:cubicBezTo>
                      <a:pt x="237" y="58"/>
                      <a:pt x="199"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0"/>
              <p:cNvSpPr/>
              <p:nvPr/>
            </p:nvSpPr>
            <p:spPr>
              <a:xfrm>
                <a:off x="3973725" y="5510225"/>
                <a:ext cx="3975" cy="7175"/>
              </a:xfrm>
              <a:custGeom>
                <a:rect b="b" l="l" r="r" t="t"/>
                <a:pathLst>
                  <a:path extrusionOk="0" h="287" w="159">
                    <a:moveTo>
                      <a:pt x="90" y="1"/>
                    </a:moveTo>
                    <a:cubicBezTo>
                      <a:pt x="56" y="1"/>
                      <a:pt x="34" y="31"/>
                      <a:pt x="49" y="61"/>
                    </a:cubicBezTo>
                    <a:cubicBezTo>
                      <a:pt x="33" y="88"/>
                      <a:pt x="22" y="121"/>
                      <a:pt x="11" y="154"/>
                    </a:cubicBezTo>
                    <a:cubicBezTo>
                      <a:pt x="6" y="192"/>
                      <a:pt x="0" y="251"/>
                      <a:pt x="39" y="279"/>
                    </a:cubicBezTo>
                    <a:cubicBezTo>
                      <a:pt x="46" y="282"/>
                      <a:pt x="54" y="286"/>
                      <a:pt x="63" y="286"/>
                    </a:cubicBezTo>
                    <a:cubicBezTo>
                      <a:pt x="67" y="286"/>
                      <a:pt x="72" y="286"/>
                      <a:pt x="77" y="284"/>
                    </a:cubicBezTo>
                    <a:cubicBezTo>
                      <a:pt x="104" y="257"/>
                      <a:pt x="120" y="219"/>
                      <a:pt x="120" y="181"/>
                    </a:cubicBezTo>
                    <a:cubicBezTo>
                      <a:pt x="131" y="143"/>
                      <a:pt x="142" y="99"/>
                      <a:pt x="153" y="61"/>
                    </a:cubicBezTo>
                    <a:cubicBezTo>
                      <a:pt x="158" y="39"/>
                      <a:pt x="147" y="12"/>
                      <a:pt x="120" y="7"/>
                    </a:cubicBezTo>
                    <a:lnTo>
                      <a:pt x="98" y="1"/>
                    </a:lnTo>
                    <a:cubicBezTo>
                      <a:pt x="95" y="1"/>
                      <a:pt x="93"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0"/>
              <p:cNvSpPr/>
              <p:nvPr/>
            </p:nvSpPr>
            <p:spPr>
              <a:xfrm>
                <a:off x="4007025" y="5492250"/>
                <a:ext cx="40925" cy="11650"/>
              </a:xfrm>
              <a:custGeom>
                <a:rect b="b" l="l" r="r" t="t"/>
                <a:pathLst>
                  <a:path extrusionOk="0" h="466" w="1637">
                    <a:moveTo>
                      <a:pt x="805" y="1"/>
                    </a:moveTo>
                    <a:cubicBezTo>
                      <a:pt x="694" y="1"/>
                      <a:pt x="585" y="8"/>
                      <a:pt x="473" y="25"/>
                    </a:cubicBezTo>
                    <a:cubicBezTo>
                      <a:pt x="354" y="46"/>
                      <a:pt x="44" y="101"/>
                      <a:pt x="17" y="253"/>
                    </a:cubicBezTo>
                    <a:cubicBezTo>
                      <a:pt x="0" y="329"/>
                      <a:pt x="76" y="383"/>
                      <a:pt x="142" y="410"/>
                    </a:cubicBezTo>
                    <a:cubicBezTo>
                      <a:pt x="261" y="449"/>
                      <a:pt x="388" y="466"/>
                      <a:pt x="517" y="466"/>
                    </a:cubicBezTo>
                    <a:cubicBezTo>
                      <a:pt x="535" y="466"/>
                      <a:pt x="553" y="465"/>
                      <a:pt x="571" y="465"/>
                    </a:cubicBezTo>
                    <a:cubicBezTo>
                      <a:pt x="908" y="438"/>
                      <a:pt x="1299" y="459"/>
                      <a:pt x="1615" y="313"/>
                    </a:cubicBezTo>
                    <a:cubicBezTo>
                      <a:pt x="1636" y="296"/>
                      <a:pt x="1631" y="258"/>
                      <a:pt x="1598" y="258"/>
                    </a:cubicBezTo>
                    <a:cubicBezTo>
                      <a:pt x="1501" y="269"/>
                      <a:pt x="1397" y="313"/>
                      <a:pt x="1294" y="329"/>
                    </a:cubicBezTo>
                    <a:cubicBezTo>
                      <a:pt x="1147" y="351"/>
                      <a:pt x="1000" y="372"/>
                      <a:pt x="854" y="389"/>
                    </a:cubicBezTo>
                    <a:cubicBezTo>
                      <a:pt x="825" y="391"/>
                      <a:pt x="706" y="398"/>
                      <a:pt x="570" y="398"/>
                    </a:cubicBezTo>
                    <a:cubicBezTo>
                      <a:pt x="347" y="398"/>
                      <a:pt x="79" y="378"/>
                      <a:pt x="93" y="280"/>
                    </a:cubicBezTo>
                    <a:cubicBezTo>
                      <a:pt x="104" y="177"/>
                      <a:pt x="413" y="128"/>
                      <a:pt x="489" y="111"/>
                    </a:cubicBezTo>
                    <a:cubicBezTo>
                      <a:pt x="563" y="99"/>
                      <a:pt x="639" y="93"/>
                      <a:pt x="716" y="93"/>
                    </a:cubicBezTo>
                    <a:cubicBezTo>
                      <a:pt x="742" y="93"/>
                      <a:pt x="768" y="94"/>
                      <a:pt x="794" y="95"/>
                    </a:cubicBezTo>
                    <a:cubicBezTo>
                      <a:pt x="836" y="95"/>
                      <a:pt x="883" y="93"/>
                      <a:pt x="932" y="93"/>
                    </a:cubicBezTo>
                    <a:cubicBezTo>
                      <a:pt x="1030" y="93"/>
                      <a:pt x="1133" y="102"/>
                      <a:pt x="1202" y="160"/>
                    </a:cubicBezTo>
                    <a:cubicBezTo>
                      <a:pt x="1211" y="169"/>
                      <a:pt x="1221" y="172"/>
                      <a:pt x="1231" y="172"/>
                    </a:cubicBezTo>
                    <a:cubicBezTo>
                      <a:pt x="1266" y="172"/>
                      <a:pt x="1295" y="126"/>
                      <a:pt x="1261" y="101"/>
                    </a:cubicBezTo>
                    <a:cubicBezTo>
                      <a:pt x="1163" y="8"/>
                      <a:pt x="1033" y="8"/>
                      <a:pt x="908" y="3"/>
                    </a:cubicBezTo>
                    <a:cubicBezTo>
                      <a:pt x="873" y="1"/>
                      <a:pt x="839"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0"/>
              <p:cNvSpPr/>
              <p:nvPr/>
            </p:nvSpPr>
            <p:spPr>
              <a:xfrm>
                <a:off x="4056175" y="5497600"/>
                <a:ext cx="5775" cy="4675"/>
              </a:xfrm>
              <a:custGeom>
                <a:rect b="b" l="l" r="r" t="t"/>
                <a:pathLst>
                  <a:path extrusionOk="0" h="187" w="231">
                    <a:moveTo>
                      <a:pt x="160" y="1"/>
                    </a:moveTo>
                    <a:cubicBezTo>
                      <a:pt x="149" y="1"/>
                      <a:pt x="132" y="17"/>
                      <a:pt x="138" y="28"/>
                    </a:cubicBezTo>
                    <a:cubicBezTo>
                      <a:pt x="143" y="33"/>
                      <a:pt x="143" y="33"/>
                      <a:pt x="143" y="39"/>
                    </a:cubicBezTo>
                    <a:cubicBezTo>
                      <a:pt x="143" y="44"/>
                      <a:pt x="138" y="50"/>
                      <a:pt x="138" y="55"/>
                    </a:cubicBezTo>
                    <a:cubicBezTo>
                      <a:pt x="138" y="55"/>
                      <a:pt x="138" y="61"/>
                      <a:pt x="138" y="61"/>
                    </a:cubicBezTo>
                    <a:lnTo>
                      <a:pt x="138" y="66"/>
                    </a:lnTo>
                    <a:cubicBezTo>
                      <a:pt x="132" y="77"/>
                      <a:pt x="122" y="88"/>
                      <a:pt x="111" y="93"/>
                    </a:cubicBezTo>
                    <a:cubicBezTo>
                      <a:pt x="100" y="104"/>
                      <a:pt x="89" y="109"/>
                      <a:pt x="78" y="109"/>
                    </a:cubicBezTo>
                    <a:lnTo>
                      <a:pt x="67" y="109"/>
                    </a:lnTo>
                    <a:cubicBezTo>
                      <a:pt x="67" y="104"/>
                      <a:pt x="62" y="99"/>
                      <a:pt x="62" y="93"/>
                    </a:cubicBezTo>
                    <a:cubicBezTo>
                      <a:pt x="58" y="81"/>
                      <a:pt x="47" y="75"/>
                      <a:pt x="36" y="75"/>
                    </a:cubicBezTo>
                    <a:cubicBezTo>
                      <a:pt x="19" y="75"/>
                      <a:pt x="1" y="89"/>
                      <a:pt x="7" y="109"/>
                    </a:cubicBezTo>
                    <a:cubicBezTo>
                      <a:pt x="18" y="158"/>
                      <a:pt x="57" y="187"/>
                      <a:pt x="99" y="187"/>
                    </a:cubicBezTo>
                    <a:cubicBezTo>
                      <a:pt x="122" y="187"/>
                      <a:pt x="146" y="178"/>
                      <a:pt x="165" y="158"/>
                    </a:cubicBezTo>
                    <a:cubicBezTo>
                      <a:pt x="192" y="142"/>
                      <a:pt x="214" y="109"/>
                      <a:pt x="225" y="77"/>
                    </a:cubicBezTo>
                    <a:cubicBezTo>
                      <a:pt x="230" y="66"/>
                      <a:pt x="225" y="50"/>
                      <a:pt x="219" y="39"/>
                    </a:cubicBezTo>
                    <a:lnTo>
                      <a:pt x="214" y="33"/>
                    </a:lnTo>
                    <a:cubicBezTo>
                      <a:pt x="214" y="33"/>
                      <a:pt x="214" y="28"/>
                      <a:pt x="209" y="23"/>
                    </a:cubicBezTo>
                    <a:lnTo>
                      <a:pt x="209" y="23"/>
                    </a:lnTo>
                    <a:cubicBezTo>
                      <a:pt x="207" y="21"/>
                      <a:pt x="205" y="19"/>
                      <a:pt x="203" y="17"/>
                    </a:cubicBezTo>
                    <a:lnTo>
                      <a:pt x="203" y="17"/>
                    </a:lnTo>
                    <a:cubicBezTo>
                      <a:pt x="192" y="6"/>
                      <a:pt x="176" y="1"/>
                      <a:pt x="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120"/>
            <p:cNvGrpSpPr/>
            <p:nvPr/>
          </p:nvGrpSpPr>
          <p:grpSpPr>
            <a:xfrm>
              <a:off x="6628804" y="4198085"/>
              <a:ext cx="262396" cy="274310"/>
              <a:chOff x="4120075" y="5316325"/>
              <a:chExt cx="197900" cy="210700"/>
            </a:xfrm>
          </p:grpSpPr>
          <p:sp>
            <p:nvSpPr>
              <p:cNvPr id="6119" name="Google Shape;6119;p120"/>
              <p:cNvSpPr/>
              <p:nvPr/>
            </p:nvSpPr>
            <p:spPr>
              <a:xfrm>
                <a:off x="4132575" y="5376225"/>
                <a:ext cx="42025" cy="41150"/>
              </a:xfrm>
              <a:custGeom>
                <a:rect b="b" l="l" r="r" t="t"/>
                <a:pathLst>
                  <a:path extrusionOk="0" h="1646" w="1681">
                    <a:moveTo>
                      <a:pt x="332" y="105"/>
                    </a:moveTo>
                    <a:cubicBezTo>
                      <a:pt x="336" y="123"/>
                      <a:pt x="350" y="134"/>
                      <a:pt x="363" y="134"/>
                    </a:cubicBezTo>
                    <a:cubicBezTo>
                      <a:pt x="370" y="134"/>
                      <a:pt x="376" y="132"/>
                      <a:pt x="381" y="127"/>
                    </a:cubicBezTo>
                    <a:cubicBezTo>
                      <a:pt x="381" y="116"/>
                      <a:pt x="384" y="111"/>
                      <a:pt x="387" y="111"/>
                    </a:cubicBezTo>
                    <a:cubicBezTo>
                      <a:pt x="390" y="111"/>
                      <a:pt x="395" y="118"/>
                      <a:pt x="398" y="132"/>
                    </a:cubicBezTo>
                    <a:cubicBezTo>
                      <a:pt x="409" y="159"/>
                      <a:pt x="425" y="170"/>
                      <a:pt x="436" y="192"/>
                    </a:cubicBezTo>
                    <a:cubicBezTo>
                      <a:pt x="458" y="224"/>
                      <a:pt x="479" y="257"/>
                      <a:pt x="506" y="295"/>
                    </a:cubicBezTo>
                    <a:cubicBezTo>
                      <a:pt x="528" y="339"/>
                      <a:pt x="572" y="371"/>
                      <a:pt x="621" y="382"/>
                    </a:cubicBezTo>
                    <a:cubicBezTo>
                      <a:pt x="631" y="383"/>
                      <a:pt x="642" y="384"/>
                      <a:pt x="653" y="384"/>
                    </a:cubicBezTo>
                    <a:cubicBezTo>
                      <a:pt x="686" y="384"/>
                      <a:pt x="718" y="378"/>
                      <a:pt x="751" y="366"/>
                    </a:cubicBezTo>
                    <a:cubicBezTo>
                      <a:pt x="767" y="415"/>
                      <a:pt x="762" y="475"/>
                      <a:pt x="778" y="523"/>
                    </a:cubicBezTo>
                    <a:cubicBezTo>
                      <a:pt x="795" y="589"/>
                      <a:pt x="816" y="648"/>
                      <a:pt x="838" y="714"/>
                    </a:cubicBezTo>
                    <a:cubicBezTo>
                      <a:pt x="881" y="839"/>
                      <a:pt x="941" y="964"/>
                      <a:pt x="1017" y="1078"/>
                    </a:cubicBezTo>
                    <a:cubicBezTo>
                      <a:pt x="1088" y="1187"/>
                      <a:pt x="1175" y="1284"/>
                      <a:pt x="1262" y="1377"/>
                    </a:cubicBezTo>
                    <a:lnTo>
                      <a:pt x="1305" y="1415"/>
                    </a:lnTo>
                    <a:cubicBezTo>
                      <a:pt x="1280" y="1412"/>
                      <a:pt x="1255" y="1411"/>
                      <a:pt x="1231" y="1411"/>
                    </a:cubicBezTo>
                    <a:cubicBezTo>
                      <a:pt x="1160" y="1411"/>
                      <a:pt x="1091" y="1422"/>
                      <a:pt x="1023" y="1442"/>
                    </a:cubicBezTo>
                    <a:cubicBezTo>
                      <a:pt x="945" y="1461"/>
                      <a:pt x="864" y="1469"/>
                      <a:pt x="785" y="1469"/>
                    </a:cubicBezTo>
                    <a:cubicBezTo>
                      <a:pt x="748" y="1469"/>
                      <a:pt x="711" y="1467"/>
                      <a:pt x="675" y="1464"/>
                    </a:cubicBezTo>
                    <a:cubicBezTo>
                      <a:pt x="615" y="1464"/>
                      <a:pt x="561" y="1448"/>
                      <a:pt x="506" y="1420"/>
                    </a:cubicBezTo>
                    <a:cubicBezTo>
                      <a:pt x="485" y="1404"/>
                      <a:pt x="468" y="1382"/>
                      <a:pt x="447" y="1366"/>
                    </a:cubicBezTo>
                    <a:cubicBezTo>
                      <a:pt x="419" y="1355"/>
                      <a:pt x="392" y="1339"/>
                      <a:pt x="365" y="1323"/>
                    </a:cubicBezTo>
                    <a:cubicBezTo>
                      <a:pt x="332" y="1274"/>
                      <a:pt x="300" y="1225"/>
                      <a:pt x="278" y="1176"/>
                    </a:cubicBezTo>
                    <a:cubicBezTo>
                      <a:pt x="240" y="1116"/>
                      <a:pt x="213" y="1051"/>
                      <a:pt x="191" y="991"/>
                    </a:cubicBezTo>
                    <a:cubicBezTo>
                      <a:pt x="148" y="866"/>
                      <a:pt x="137" y="730"/>
                      <a:pt x="159" y="600"/>
                    </a:cubicBezTo>
                    <a:cubicBezTo>
                      <a:pt x="180" y="491"/>
                      <a:pt x="207" y="382"/>
                      <a:pt x="246" y="279"/>
                    </a:cubicBezTo>
                    <a:cubicBezTo>
                      <a:pt x="267" y="219"/>
                      <a:pt x="294" y="159"/>
                      <a:pt x="332" y="105"/>
                    </a:cubicBezTo>
                    <a:close/>
                    <a:moveTo>
                      <a:pt x="398" y="0"/>
                    </a:moveTo>
                    <a:cubicBezTo>
                      <a:pt x="327" y="0"/>
                      <a:pt x="259" y="65"/>
                      <a:pt x="218" y="110"/>
                    </a:cubicBezTo>
                    <a:cubicBezTo>
                      <a:pt x="137" y="203"/>
                      <a:pt x="104" y="344"/>
                      <a:pt x="61" y="453"/>
                    </a:cubicBezTo>
                    <a:cubicBezTo>
                      <a:pt x="23" y="567"/>
                      <a:pt x="1" y="692"/>
                      <a:pt x="6" y="817"/>
                    </a:cubicBezTo>
                    <a:cubicBezTo>
                      <a:pt x="6" y="975"/>
                      <a:pt x="55" y="1127"/>
                      <a:pt x="137" y="1257"/>
                    </a:cubicBezTo>
                    <a:cubicBezTo>
                      <a:pt x="164" y="1323"/>
                      <a:pt x="197" y="1382"/>
                      <a:pt x="240" y="1437"/>
                    </a:cubicBezTo>
                    <a:cubicBezTo>
                      <a:pt x="284" y="1480"/>
                      <a:pt x="332" y="1518"/>
                      <a:pt x="392" y="1551"/>
                    </a:cubicBezTo>
                    <a:cubicBezTo>
                      <a:pt x="492" y="1613"/>
                      <a:pt x="604" y="1645"/>
                      <a:pt x="718" y="1645"/>
                    </a:cubicBezTo>
                    <a:cubicBezTo>
                      <a:pt x="734" y="1645"/>
                      <a:pt x="751" y="1645"/>
                      <a:pt x="767" y="1643"/>
                    </a:cubicBezTo>
                    <a:cubicBezTo>
                      <a:pt x="838" y="1643"/>
                      <a:pt x="914" y="1643"/>
                      <a:pt x="985" y="1638"/>
                    </a:cubicBezTo>
                    <a:cubicBezTo>
                      <a:pt x="1055" y="1632"/>
                      <a:pt x="1110" y="1594"/>
                      <a:pt x="1180" y="1589"/>
                    </a:cubicBezTo>
                    <a:lnTo>
                      <a:pt x="1403" y="1589"/>
                    </a:lnTo>
                    <a:cubicBezTo>
                      <a:pt x="1409" y="1588"/>
                      <a:pt x="1415" y="1588"/>
                      <a:pt x="1421" y="1588"/>
                    </a:cubicBezTo>
                    <a:cubicBezTo>
                      <a:pt x="1484" y="1588"/>
                      <a:pt x="1540" y="1611"/>
                      <a:pt x="1603" y="1611"/>
                    </a:cubicBezTo>
                    <a:cubicBezTo>
                      <a:pt x="1609" y="1611"/>
                      <a:pt x="1615" y="1611"/>
                      <a:pt x="1621" y="1611"/>
                    </a:cubicBezTo>
                    <a:cubicBezTo>
                      <a:pt x="1659" y="1611"/>
                      <a:pt x="1681" y="1562"/>
                      <a:pt x="1653" y="1535"/>
                    </a:cubicBezTo>
                    <a:lnTo>
                      <a:pt x="1648" y="1535"/>
                    </a:lnTo>
                    <a:cubicBezTo>
                      <a:pt x="1632" y="1518"/>
                      <a:pt x="1615" y="1502"/>
                      <a:pt x="1599" y="1486"/>
                    </a:cubicBezTo>
                    <a:cubicBezTo>
                      <a:pt x="1463" y="1301"/>
                      <a:pt x="1278" y="1165"/>
                      <a:pt x="1159" y="964"/>
                    </a:cubicBezTo>
                    <a:cubicBezTo>
                      <a:pt x="1093" y="860"/>
                      <a:pt x="1045" y="752"/>
                      <a:pt x="1007" y="638"/>
                    </a:cubicBezTo>
                    <a:cubicBezTo>
                      <a:pt x="990" y="578"/>
                      <a:pt x="963" y="523"/>
                      <a:pt x="952" y="469"/>
                    </a:cubicBezTo>
                    <a:cubicBezTo>
                      <a:pt x="941" y="409"/>
                      <a:pt x="936" y="355"/>
                      <a:pt x="920" y="301"/>
                    </a:cubicBezTo>
                    <a:cubicBezTo>
                      <a:pt x="909" y="273"/>
                      <a:pt x="887" y="252"/>
                      <a:pt x="860" y="246"/>
                    </a:cubicBezTo>
                    <a:cubicBezTo>
                      <a:pt x="860" y="241"/>
                      <a:pt x="860" y="241"/>
                      <a:pt x="860" y="235"/>
                    </a:cubicBezTo>
                    <a:cubicBezTo>
                      <a:pt x="847" y="207"/>
                      <a:pt x="821" y="197"/>
                      <a:pt x="793" y="197"/>
                    </a:cubicBezTo>
                    <a:cubicBezTo>
                      <a:pt x="773" y="197"/>
                      <a:pt x="753" y="201"/>
                      <a:pt x="735" y="208"/>
                    </a:cubicBezTo>
                    <a:cubicBezTo>
                      <a:pt x="707" y="216"/>
                      <a:pt x="688" y="233"/>
                      <a:pt x="667" y="233"/>
                    </a:cubicBezTo>
                    <a:cubicBezTo>
                      <a:pt x="659" y="233"/>
                      <a:pt x="651" y="230"/>
                      <a:pt x="642" y="224"/>
                    </a:cubicBezTo>
                    <a:cubicBezTo>
                      <a:pt x="615" y="197"/>
                      <a:pt x="588" y="176"/>
                      <a:pt x="561" y="143"/>
                    </a:cubicBezTo>
                    <a:cubicBezTo>
                      <a:pt x="528" y="99"/>
                      <a:pt x="485" y="67"/>
                      <a:pt x="436" y="40"/>
                    </a:cubicBezTo>
                    <a:cubicBezTo>
                      <a:pt x="441" y="23"/>
                      <a:pt x="430" y="2"/>
                      <a:pt x="414" y="2"/>
                    </a:cubicBezTo>
                    <a:cubicBezTo>
                      <a:pt x="409" y="1"/>
                      <a:pt x="403" y="0"/>
                      <a:pt x="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0"/>
              <p:cNvSpPr/>
              <p:nvPr/>
            </p:nvSpPr>
            <p:spPr>
              <a:xfrm>
                <a:off x="4263725" y="5376200"/>
                <a:ext cx="41875" cy="41175"/>
              </a:xfrm>
              <a:custGeom>
                <a:rect b="b" l="l" r="r" t="t"/>
                <a:pathLst>
                  <a:path extrusionOk="0" h="1647" w="1675">
                    <a:moveTo>
                      <a:pt x="1338" y="111"/>
                    </a:moveTo>
                    <a:cubicBezTo>
                      <a:pt x="1376" y="166"/>
                      <a:pt x="1403" y="220"/>
                      <a:pt x="1425" y="285"/>
                    </a:cubicBezTo>
                    <a:cubicBezTo>
                      <a:pt x="1463" y="389"/>
                      <a:pt x="1490" y="497"/>
                      <a:pt x="1512" y="606"/>
                    </a:cubicBezTo>
                    <a:cubicBezTo>
                      <a:pt x="1539" y="731"/>
                      <a:pt x="1528" y="867"/>
                      <a:pt x="1484" y="992"/>
                    </a:cubicBezTo>
                    <a:cubicBezTo>
                      <a:pt x="1463" y="1057"/>
                      <a:pt x="1430" y="1117"/>
                      <a:pt x="1392" y="1177"/>
                    </a:cubicBezTo>
                    <a:cubicBezTo>
                      <a:pt x="1370" y="1226"/>
                      <a:pt x="1343" y="1275"/>
                      <a:pt x="1310" y="1324"/>
                    </a:cubicBezTo>
                    <a:cubicBezTo>
                      <a:pt x="1283" y="1345"/>
                      <a:pt x="1251" y="1351"/>
                      <a:pt x="1223" y="1367"/>
                    </a:cubicBezTo>
                    <a:cubicBezTo>
                      <a:pt x="1196" y="1383"/>
                      <a:pt x="1191" y="1405"/>
                      <a:pt x="1164" y="1421"/>
                    </a:cubicBezTo>
                    <a:cubicBezTo>
                      <a:pt x="1115" y="1449"/>
                      <a:pt x="1060" y="1465"/>
                      <a:pt x="1001" y="1465"/>
                    </a:cubicBezTo>
                    <a:cubicBezTo>
                      <a:pt x="963" y="1468"/>
                      <a:pt x="925" y="1470"/>
                      <a:pt x="887" y="1470"/>
                    </a:cubicBezTo>
                    <a:cubicBezTo>
                      <a:pt x="806" y="1470"/>
                      <a:pt x="725" y="1462"/>
                      <a:pt x="647" y="1443"/>
                    </a:cubicBezTo>
                    <a:cubicBezTo>
                      <a:pt x="579" y="1423"/>
                      <a:pt x="510" y="1412"/>
                      <a:pt x="442" y="1412"/>
                    </a:cubicBezTo>
                    <a:cubicBezTo>
                      <a:pt x="418" y="1412"/>
                      <a:pt x="394" y="1413"/>
                      <a:pt x="370" y="1416"/>
                    </a:cubicBezTo>
                    <a:lnTo>
                      <a:pt x="408" y="1378"/>
                    </a:lnTo>
                    <a:cubicBezTo>
                      <a:pt x="501" y="1291"/>
                      <a:pt x="582" y="1188"/>
                      <a:pt x="653" y="1084"/>
                    </a:cubicBezTo>
                    <a:cubicBezTo>
                      <a:pt x="729" y="970"/>
                      <a:pt x="789" y="845"/>
                      <a:pt x="832" y="715"/>
                    </a:cubicBezTo>
                    <a:cubicBezTo>
                      <a:pt x="854" y="655"/>
                      <a:pt x="876" y="590"/>
                      <a:pt x="892" y="530"/>
                    </a:cubicBezTo>
                    <a:cubicBezTo>
                      <a:pt x="908" y="476"/>
                      <a:pt x="908" y="421"/>
                      <a:pt x="919" y="367"/>
                    </a:cubicBezTo>
                    <a:cubicBezTo>
                      <a:pt x="963" y="383"/>
                      <a:pt x="1006" y="389"/>
                      <a:pt x="1055" y="389"/>
                    </a:cubicBezTo>
                    <a:cubicBezTo>
                      <a:pt x="1098" y="372"/>
                      <a:pt x="1142" y="340"/>
                      <a:pt x="1169" y="296"/>
                    </a:cubicBezTo>
                    <a:cubicBezTo>
                      <a:pt x="1191" y="264"/>
                      <a:pt x="1213" y="231"/>
                      <a:pt x="1234" y="193"/>
                    </a:cubicBezTo>
                    <a:cubicBezTo>
                      <a:pt x="1251" y="177"/>
                      <a:pt x="1262" y="155"/>
                      <a:pt x="1272" y="139"/>
                    </a:cubicBezTo>
                    <a:cubicBezTo>
                      <a:pt x="1279" y="125"/>
                      <a:pt x="1284" y="116"/>
                      <a:pt x="1286" y="116"/>
                    </a:cubicBezTo>
                    <a:cubicBezTo>
                      <a:pt x="1288" y="116"/>
                      <a:pt x="1289" y="119"/>
                      <a:pt x="1289" y="128"/>
                    </a:cubicBezTo>
                    <a:cubicBezTo>
                      <a:pt x="1294" y="133"/>
                      <a:pt x="1301" y="135"/>
                      <a:pt x="1309" y="135"/>
                    </a:cubicBezTo>
                    <a:cubicBezTo>
                      <a:pt x="1323" y="135"/>
                      <a:pt x="1338" y="126"/>
                      <a:pt x="1338" y="111"/>
                    </a:cubicBezTo>
                    <a:close/>
                    <a:moveTo>
                      <a:pt x="1283" y="0"/>
                    </a:moveTo>
                    <a:cubicBezTo>
                      <a:pt x="1276" y="0"/>
                      <a:pt x="1269" y="1"/>
                      <a:pt x="1262" y="3"/>
                    </a:cubicBezTo>
                    <a:cubicBezTo>
                      <a:pt x="1245" y="3"/>
                      <a:pt x="1234" y="24"/>
                      <a:pt x="1240" y="41"/>
                    </a:cubicBezTo>
                    <a:cubicBezTo>
                      <a:pt x="1191" y="62"/>
                      <a:pt x="1147" y="100"/>
                      <a:pt x="1115" y="144"/>
                    </a:cubicBezTo>
                    <a:cubicBezTo>
                      <a:pt x="1093" y="171"/>
                      <a:pt x="1066" y="198"/>
                      <a:pt x="1033" y="225"/>
                    </a:cubicBezTo>
                    <a:cubicBezTo>
                      <a:pt x="1025" y="231"/>
                      <a:pt x="1017" y="234"/>
                      <a:pt x="1009" y="234"/>
                    </a:cubicBezTo>
                    <a:cubicBezTo>
                      <a:pt x="988" y="234"/>
                      <a:pt x="969" y="216"/>
                      <a:pt x="941" y="204"/>
                    </a:cubicBezTo>
                    <a:cubicBezTo>
                      <a:pt x="925" y="200"/>
                      <a:pt x="906" y="196"/>
                      <a:pt x="888" y="196"/>
                    </a:cubicBezTo>
                    <a:cubicBezTo>
                      <a:pt x="858" y="196"/>
                      <a:pt x="829" y="206"/>
                      <a:pt x="816" y="236"/>
                    </a:cubicBezTo>
                    <a:cubicBezTo>
                      <a:pt x="816" y="242"/>
                      <a:pt x="816" y="242"/>
                      <a:pt x="816" y="247"/>
                    </a:cubicBezTo>
                    <a:cubicBezTo>
                      <a:pt x="789" y="253"/>
                      <a:pt x="767" y="274"/>
                      <a:pt x="756" y="302"/>
                    </a:cubicBezTo>
                    <a:cubicBezTo>
                      <a:pt x="745" y="356"/>
                      <a:pt x="734" y="410"/>
                      <a:pt x="723" y="465"/>
                    </a:cubicBezTo>
                    <a:cubicBezTo>
                      <a:pt x="713" y="524"/>
                      <a:pt x="691" y="579"/>
                      <a:pt x="669" y="633"/>
                    </a:cubicBezTo>
                    <a:cubicBezTo>
                      <a:pt x="631" y="753"/>
                      <a:pt x="582" y="861"/>
                      <a:pt x="517" y="965"/>
                    </a:cubicBezTo>
                    <a:cubicBezTo>
                      <a:pt x="397" y="1166"/>
                      <a:pt x="212" y="1302"/>
                      <a:pt x="77" y="1487"/>
                    </a:cubicBezTo>
                    <a:cubicBezTo>
                      <a:pt x="60" y="1503"/>
                      <a:pt x="44" y="1519"/>
                      <a:pt x="28" y="1536"/>
                    </a:cubicBezTo>
                    <a:cubicBezTo>
                      <a:pt x="0" y="1563"/>
                      <a:pt x="22" y="1606"/>
                      <a:pt x="60" y="1612"/>
                    </a:cubicBezTo>
                    <a:cubicBezTo>
                      <a:pt x="66" y="1612"/>
                      <a:pt x="72" y="1612"/>
                      <a:pt x="78" y="1612"/>
                    </a:cubicBezTo>
                    <a:cubicBezTo>
                      <a:pt x="146" y="1612"/>
                      <a:pt x="207" y="1584"/>
                      <a:pt x="278" y="1584"/>
                    </a:cubicBezTo>
                    <a:cubicBezTo>
                      <a:pt x="316" y="1587"/>
                      <a:pt x="352" y="1587"/>
                      <a:pt x="389" y="1587"/>
                    </a:cubicBezTo>
                    <a:cubicBezTo>
                      <a:pt x="426" y="1587"/>
                      <a:pt x="462" y="1587"/>
                      <a:pt x="501" y="1590"/>
                    </a:cubicBezTo>
                    <a:cubicBezTo>
                      <a:pt x="577" y="1595"/>
                      <a:pt x="626" y="1633"/>
                      <a:pt x="696" y="1639"/>
                    </a:cubicBezTo>
                    <a:cubicBezTo>
                      <a:pt x="767" y="1639"/>
                      <a:pt x="838" y="1639"/>
                      <a:pt x="914" y="1644"/>
                    </a:cubicBezTo>
                    <a:cubicBezTo>
                      <a:pt x="930" y="1646"/>
                      <a:pt x="947" y="1646"/>
                      <a:pt x="963" y="1646"/>
                    </a:cubicBezTo>
                    <a:cubicBezTo>
                      <a:pt x="1077" y="1646"/>
                      <a:pt x="1189" y="1614"/>
                      <a:pt x="1289" y="1552"/>
                    </a:cubicBezTo>
                    <a:cubicBezTo>
                      <a:pt x="1349" y="1519"/>
                      <a:pt x="1397" y="1481"/>
                      <a:pt x="1441" y="1432"/>
                    </a:cubicBezTo>
                    <a:cubicBezTo>
                      <a:pt x="1484" y="1378"/>
                      <a:pt x="1517" y="1318"/>
                      <a:pt x="1544" y="1258"/>
                    </a:cubicBezTo>
                    <a:cubicBezTo>
                      <a:pt x="1631" y="1128"/>
                      <a:pt x="1674" y="972"/>
                      <a:pt x="1675" y="815"/>
                    </a:cubicBezTo>
                    <a:lnTo>
                      <a:pt x="1675" y="815"/>
                    </a:lnTo>
                    <a:cubicBezTo>
                      <a:pt x="1675" y="816"/>
                      <a:pt x="1675" y="817"/>
                      <a:pt x="1675" y="818"/>
                    </a:cubicBezTo>
                    <a:lnTo>
                      <a:pt x="1675" y="813"/>
                    </a:lnTo>
                    <a:cubicBezTo>
                      <a:pt x="1675" y="813"/>
                      <a:pt x="1675" y="814"/>
                      <a:pt x="1675" y="815"/>
                    </a:cubicBezTo>
                    <a:lnTo>
                      <a:pt x="1675" y="815"/>
                    </a:lnTo>
                    <a:cubicBezTo>
                      <a:pt x="1674" y="691"/>
                      <a:pt x="1658" y="567"/>
                      <a:pt x="1615" y="454"/>
                    </a:cubicBezTo>
                    <a:cubicBezTo>
                      <a:pt x="1571" y="340"/>
                      <a:pt x="1539" y="204"/>
                      <a:pt x="1457" y="111"/>
                    </a:cubicBezTo>
                    <a:cubicBezTo>
                      <a:pt x="1418" y="67"/>
                      <a:pt x="1352" y="0"/>
                      <a:pt x="1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0"/>
              <p:cNvSpPr/>
              <p:nvPr/>
            </p:nvSpPr>
            <p:spPr>
              <a:xfrm>
                <a:off x="4120075" y="5316325"/>
                <a:ext cx="197900" cy="210700"/>
              </a:xfrm>
              <a:custGeom>
                <a:rect b="b" l="l" r="r" t="t"/>
                <a:pathLst>
                  <a:path extrusionOk="0" h="8428" w="7916">
                    <a:moveTo>
                      <a:pt x="4518" y="202"/>
                    </a:moveTo>
                    <a:cubicBezTo>
                      <a:pt x="4589" y="202"/>
                      <a:pt x="4659" y="207"/>
                      <a:pt x="4730" y="223"/>
                    </a:cubicBezTo>
                    <a:cubicBezTo>
                      <a:pt x="4779" y="236"/>
                      <a:pt x="4831" y="242"/>
                      <a:pt x="4881" y="242"/>
                    </a:cubicBezTo>
                    <a:cubicBezTo>
                      <a:pt x="4898" y="242"/>
                      <a:pt x="4915" y="241"/>
                      <a:pt x="4931" y="240"/>
                    </a:cubicBezTo>
                    <a:cubicBezTo>
                      <a:pt x="4950" y="238"/>
                      <a:pt x="4969" y="238"/>
                      <a:pt x="4988" y="238"/>
                    </a:cubicBezTo>
                    <a:cubicBezTo>
                      <a:pt x="5045" y="238"/>
                      <a:pt x="5101" y="244"/>
                      <a:pt x="5154" y="256"/>
                    </a:cubicBezTo>
                    <a:cubicBezTo>
                      <a:pt x="5312" y="289"/>
                      <a:pt x="5469" y="310"/>
                      <a:pt x="5627" y="321"/>
                    </a:cubicBezTo>
                    <a:cubicBezTo>
                      <a:pt x="5708" y="332"/>
                      <a:pt x="5795" y="343"/>
                      <a:pt x="5877" y="370"/>
                    </a:cubicBezTo>
                    <a:cubicBezTo>
                      <a:pt x="5969" y="386"/>
                      <a:pt x="6056" y="392"/>
                      <a:pt x="6149" y="408"/>
                    </a:cubicBezTo>
                    <a:cubicBezTo>
                      <a:pt x="6225" y="424"/>
                      <a:pt x="6295" y="462"/>
                      <a:pt x="6377" y="479"/>
                    </a:cubicBezTo>
                    <a:cubicBezTo>
                      <a:pt x="6453" y="495"/>
                      <a:pt x="6518" y="501"/>
                      <a:pt x="6584" y="517"/>
                    </a:cubicBezTo>
                    <a:cubicBezTo>
                      <a:pt x="6643" y="539"/>
                      <a:pt x="6703" y="571"/>
                      <a:pt x="6758" y="609"/>
                    </a:cubicBezTo>
                    <a:cubicBezTo>
                      <a:pt x="6801" y="669"/>
                      <a:pt x="6828" y="740"/>
                      <a:pt x="6834" y="816"/>
                    </a:cubicBezTo>
                    <a:cubicBezTo>
                      <a:pt x="6861" y="984"/>
                      <a:pt x="6866" y="1158"/>
                      <a:pt x="6855" y="1327"/>
                    </a:cubicBezTo>
                    <a:cubicBezTo>
                      <a:pt x="6855" y="1408"/>
                      <a:pt x="6844" y="1490"/>
                      <a:pt x="6844" y="1571"/>
                    </a:cubicBezTo>
                    <a:cubicBezTo>
                      <a:pt x="6839" y="1637"/>
                      <a:pt x="6834" y="1707"/>
                      <a:pt x="6834" y="1772"/>
                    </a:cubicBezTo>
                    <a:cubicBezTo>
                      <a:pt x="6834" y="1778"/>
                      <a:pt x="6834" y="1778"/>
                      <a:pt x="6834" y="1783"/>
                    </a:cubicBezTo>
                    <a:cubicBezTo>
                      <a:pt x="6828" y="1800"/>
                      <a:pt x="6839" y="1827"/>
                      <a:pt x="6861" y="1832"/>
                    </a:cubicBezTo>
                    <a:cubicBezTo>
                      <a:pt x="6893" y="1838"/>
                      <a:pt x="6926" y="1843"/>
                      <a:pt x="6959" y="1843"/>
                    </a:cubicBezTo>
                    <a:cubicBezTo>
                      <a:pt x="6997" y="1859"/>
                      <a:pt x="7035" y="1876"/>
                      <a:pt x="7073" y="1898"/>
                    </a:cubicBezTo>
                    <a:cubicBezTo>
                      <a:pt x="7154" y="1936"/>
                      <a:pt x="7230" y="1984"/>
                      <a:pt x="7301" y="2039"/>
                    </a:cubicBezTo>
                    <a:cubicBezTo>
                      <a:pt x="7377" y="2093"/>
                      <a:pt x="7448" y="2158"/>
                      <a:pt x="7519" y="2224"/>
                    </a:cubicBezTo>
                    <a:cubicBezTo>
                      <a:pt x="7584" y="2300"/>
                      <a:pt x="7633" y="2392"/>
                      <a:pt x="7654" y="2495"/>
                    </a:cubicBezTo>
                    <a:cubicBezTo>
                      <a:pt x="7687" y="2582"/>
                      <a:pt x="7709" y="2675"/>
                      <a:pt x="7720" y="2773"/>
                    </a:cubicBezTo>
                    <a:cubicBezTo>
                      <a:pt x="7725" y="2865"/>
                      <a:pt x="7720" y="2963"/>
                      <a:pt x="7720" y="3055"/>
                    </a:cubicBezTo>
                    <a:cubicBezTo>
                      <a:pt x="7725" y="3240"/>
                      <a:pt x="7703" y="3425"/>
                      <a:pt x="7654" y="3604"/>
                    </a:cubicBezTo>
                    <a:lnTo>
                      <a:pt x="7687" y="3610"/>
                    </a:lnTo>
                    <a:cubicBezTo>
                      <a:pt x="7644" y="3767"/>
                      <a:pt x="7567" y="3969"/>
                      <a:pt x="7442" y="4077"/>
                    </a:cubicBezTo>
                    <a:cubicBezTo>
                      <a:pt x="7377" y="4132"/>
                      <a:pt x="7312" y="4175"/>
                      <a:pt x="7247" y="4229"/>
                    </a:cubicBezTo>
                    <a:cubicBezTo>
                      <a:pt x="7209" y="4268"/>
                      <a:pt x="7165" y="4300"/>
                      <a:pt x="7116" y="4327"/>
                    </a:cubicBezTo>
                    <a:cubicBezTo>
                      <a:pt x="7084" y="4344"/>
                      <a:pt x="7051" y="4349"/>
                      <a:pt x="7018" y="4365"/>
                    </a:cubicBezTo>
                    <a:cubicBezTo>
                      <a:pt x="6986" y="4382"/>
                      <a:pt x="6959" y="4409"/>
                      <a:pt x="6931" y="4425"/>
                    </a:cubicBezTo>
                    <a:cubicBezTo>
                      <a:pt x="6888" y="4447"/>
                      <a:pt x="6844" y="4463"/>
                      <a:pt x="6801" y="4469"/>
                    </a:cubicBezTo>
                    <a:cubicBezTo>
                      <a:pt x="6727" y="4488"/>
                      <a:pt x="6641" y="4530"/>
                      <a:pt x="6560" y="4530"/>
                    </a:cubicBezTo>
                    <a:cubicBezTo>
                      <a:pt x="6552" y="4530"/>
                      <a:pt x="6543" y="4530"/>
                      <a:pt x="6535" y="4528"/>
                    </a:cubicBezTo>
                    <a:cubicBezTo>
                      <a:pt x="6366" y="4518"/>
                      <a:pt x="6192" y="4490"/>
                      <a:pt x="6029" y="4447"/>
                    </a:cubicBezTo>
                    <a:cubicBezTo>
                      <a:pt x="5953" y="4425"/>
                      <a:pt x="5882" y="4398"/>
                      <a:pt x="5812" y="4360"/>
                    </a:cubicBezTo>
                    <a:cubicBezTo>
                      <a:pt x="5752" y="4327"/>
                      <a:pt x="5687" y="4306"/>
                      <a:pt x="5621" y="4306"/>
                    </a:cubicBezTo>
                    <a:cubicBezTo>
                      <a:pt x="5610" y="4305"/>
                      <a:pt x="5598" y="4304"/>
                      <a:pt x="5587" y="4304"/>
                    </a:cubicBezTo>
                    <a:cubicBezTo>
                      <a:pt x="5469" y="4304"/>
                      <a:pt x="5379" y="4355"/>
                      <a:pt x="5284" y="4420"/>
                    </a:cubicBezTo>
                    <a:cubicBezTo>
                      <a:pt x="4975" y="4474"/>
                      <a:pt x="4768" y="4730"/>
                      <a:pt x="4621" y="4996"/>
                    </a:cubicBezTo>
                    <a:cubicBezTo>
                      <a:pt x="4545" y="5137"/>
                      <a:pt x="4480" y="5284"/>
                      <a:pt x="4426" y="5436"/>
                    </a:cubicBezTo>
                    <a:cubicBezTo>
                      <a:pt x="4398" y="5512"/>
                      <a:pt x="4382" y="5588"/>
                      <a:pt x="4366" y="5665"/>
                    </a:cubicBezTo>
                    <a:cubicBezTo>
                      <a:pt x="4349" y="5735"/>
                      <a:pt x="4360" y="5806"/>
                      <a:pt x="4344" y="5882"/>
                    </a:cubicBezTo>
                    <a:cubicBezTo>
                      <a:pt x="4306" y="6012"/>
                      <a:pt x="4311" y="6148"/>
                      <a:pt x="4371" y="6273"/>
                    </a:cubicBezTo>
                    <a:cubicBezTo>
                      <a:pt x="4442" y="6415"/>
                      <a:pt x="4523" y="6545"/>
                      <a:pt x="4621" y="6670"/>
                    </a:cubicBezTo>
                    <a:cubicBezTo>
                      <a:pt x="4714" y="6784"/>
                      <a:pt x="4855" y="6860"/>
                      <a:pt x="4975" y="6942"/>
                    </a:cubicBezTo>
                    <a:cubicBezTo>
                      <a:pt x="5034" y="6985"/>
                      <a:pt x="5100" y="7018"/>
                      <a:pt x="5170" y="7051"/>
                    </a:cubicBezTo>
                    <a:cubicBezTo>
                      <a:pt x="5225" y="7062"/>
                      <a:pt x="5268" y="7089"/>
                      <a:pt x="5306" y="7132"/>
                    </a:cubicBezTo>
                    <a:cubicBezTo>
                      <a:pt x="5214" y="7165"/>
                      <a:pt x="5116" y="7192"/>
                      <a:pt x="5013" y="7208"/>
                    </a:cubicBezTo>
                    <a:cubicBezTo>
                      <a:pt x="4953" y="7214"/>
                      <a:pt x="4898" y="7225"/>
                      <a:pt x="4839" y="7225"/>
                    </a:cubicBezTo>
                    <a:cubicBezTo>
                      <a:pt x="4784" y="7235"/>
                      <a:pt x="4735" y="7241"/>
                      <a:pt x="4681" y="7246"/>
                    </a:cubicBezTo>
                    <a:cubicBezTo>
                      <a:pt x="4621" y="7246"/>
                      <a:pt x="4567" y="7268"/>
                      <a:pt x="4502" y="7268"/>
                    </a:cubicBezTo>
                    <a:cubicBezTo>
                      <a:pt x="4489" y="7269"/>
                      <a:pt x="4477" y="7270"/>
                      <a:pt x="4464" y="7270"/>
                    </a:cubicBezTo>
                    <a:cubicBezTo>
                      <a:pt x="4431" y="7270"/>
                      <a:pt x="4398" y="7267"/>
                      <a:pt x="4365" y="7267"/>
                    </a:cubicBezTo>
                    <a:cubicBezTo>
                      <a:pt x="4353" y="7267"/>
                      <a:pt x="4340" y="7267"/>
                      <a:pt x="4328" y="7268"/>
                    </a:cubicBezTo>
                    <a:cubicBezTo>
                      <a:pt x="4208" y="7284"/>
                      <a:pt x="4089" y="7279"/>
                      <a:pt x="3969" y="7290"/>
                    </a:cubicBezTo>
                    <a:cubicBezTo>
                      <a:pt x="3881" y="7300"/>
                      <a:pt x="3793" y="7306"/>
                      <a:pt x="3706" y="7306"/>
                    </a:cubicBezTo>
                    <a:cubicBezTo>
                      <a:pt x="3658" y="7306"/>
                      <a:pt x="3609" y="7305"/>
                      <a:pt x="3561" y="7301"/>
                    </a:cubicBezTo>
                    <a:cubicBezTo>
                      <a:pt x="3425" y="7284"/>
                      <a:pt x="3295" y="7230"/>
                      <a:pt x="3159" y="7214"/>
                    </a:cubicBezTo>
                    <a:cubicBezTo>
                      <a:pt x="3029" y="7197"/>
                      <a:pt x="2904" y="7170"/>
                      <a:pt x="2778" y="7138"/>
                    </a:cubicBezTo>
                    <a:cubicBezTo>
                      <a:pt x="2724" y="7127"/>
                      <a:pt x="2675" y="7116"/>
                      <a:pt x="2626" y="7116"/>
                    </a:cubicBezTo>
                    <a:cubicBezTo>
                      <a:pt x="2659" y="7083"/>
                      <a:pt x="2702" y="7056"/>
                      <a:pt x="2746" y="7045"/>
                    </a:cubicBezTo>
                    <a:cubicBezTo>
                      <a:pt x="2817" y="7018"/>
                      <a:pt x="2882" y="6980"/>
                      <a:pt x="2942" y="6937"/>
                    </a:cubicBezTo>
                    <a:cubicBezTo>
                      <a:pt x="3061" y="6855"/>
                      <a:pt x="3208" y="6779"/>
                      <a:pt x="3300" y="6665"/>
                    </a:cubicBezTo>
                    <a:cubicBezTo>
                      <a:pt x="3393" y="6545"/>
                      <a:pt x="3474" y="6409"/>
                      <a:pt x="3545" y="6273"/>
                    </a:cubicBezTo>
                    <a:cubicBezTo>
                      <a:pt x="3605" y="6148"/>
                      <a:pt x="3616" y="6007"/>
                      <a:pt x="3572" y="5877"/>
                    </a:cubicBezTo>
                    <a:cubicBezTo>
                      <a:pt x="3556" y="5806"/>
                      <a:pt x="3567" y="5735"/>
                      <a:pt x="3550" y="5665"/>
                    </a:cubicBezTo>
                    <a:cubicBezTo>
                      <a:pt x="3540" y="5583"/>
                      <a:pt x="3518" y="5507"/>
                      <a:pt x="3491" y="5431"/>
                    </a:cubicBezTo>
                    <a:cubicBezTo>
                      <a:pt x="3436" y="5284"/>
                      <a:pt x="3371" y="5137"/>
                      <a:pt x="3295" y="4996"/>
                    </a:cubicBezTo>
                    <a:cubicBezTo>
                      <a:pt x="3154" y="4730"/>
                      <a:pt x="2942" y="4469"/>
                      <a:pt x="2632" y="4414"/>
                    </a:cubicBezTo>
                    <a:cubicBezTo>
                      <a:pt x="2537" y="4354"/>
                      <a:pt x="2451" y="4299"/>
                      <a:pt x="2332" y="4299"/>
                    </a:cubicBezTo>
                    <a:cubicBezTo>
                      <a:pt x="2322" y="4299"/>
                      <a:pt x="2311" y="4299"/>
                      <a:pt x="2300" y="4300"/>
                    </a:cubicBezTo>
                    <a:cubicBezTo>
                      <a:pt x="2229" y="4306"/>
                      <a:pt x="2164" y="4322"/>
                      <a:pt x="2110" y="4360"/>
                    </a:cubicBezTo>
                    <a:cubicBezTo>
                      <a:pt x="2039" y="4393"/>
                      <a:pt x="1963" y="4420"/>
                      <a:pt x="1887" y="4441"/>
                    </a:cubicBezTo>
                    <a:cubicBezTo>
                      <a:pt x="1724" y="4490"/>
                      <a:pt x="1555" y="4518"/>
                      <a:pt x="1381" y="4523"/>
                    </a:cubicBezTo>
                    <a:cubicBezTo>
                      <a:pt x="1373" y="4524"/>
                      <a:pt x="1364" y="4525"/>
                      <a:pt x="1356" y="4525"/>
                    </a:cubicBezTo>
                    <a:cubicBezTo>
                      <a:pt x="1275" y="4525"/>
                      <a:pt x="1189" y="4483"/>
                      <a:pt x="1115" y="4469"/>
                    </a:cubicBezTo>
                    <a:cubicBezTo>
                      <a:pt x="1072" y="4458"/>
                      <a:pt x="1028" y="4447"/>
                      <a:pt x="990" y="4425"/>
                    </a:cubicBezTo>
                    <a:cubicBezTo>
                      <a:pt x="963" y="4403"/>
                      <a:pt x="930" y="4382"/>
                      <a:pt x="903" y="4360"/>
                    </a:cubicBezTo>
                    <a:cubicBezTo>
                      <a:pt x="871" y="4344"/>
                      <a:pt x="832" y="4338"/>
                      <a:pt x="800" y="4322"/>
                    </a:cubicBezTo>
                    <a:cubicBezTo>
                      <a:pt x="751" y="4295"/>
                      <a:pt x="707" y="4262"/>
                      <a:pt x="669" y="4224"/>
                    </a:cubicBezTo>
                    <a:cubicBezTo>
                      <a:pt x="610" y="4170"/>
                      <a:pt x="539" y="4132"/>
                      <a:pt x="479" y="4072"/>
                    </a:cubicBezTo>
                    <a:cubicBezTo>
                      <a:pt x="354" y="3963"/>
                      <a:pt x="273" y="3762"/>
                      <a:pt x="229" y="3604"/>
                    </a:cubicBezTo>
                    <a:cubicBezTo>
                      <a:pt x="186" y="3425"/>
                      <a:pt x="164" y="3240"/>
                      <a:pt x="169" y="3055"/>
                    </a:cubicBezTo>
                    <a:cubicBezTo>
                      <a:pt x="169" y="2963"/>
                      <a:pt x="164" y="2865"/>
                      <a:pt x="169" y="2773"/>
                    </a:cubicBezTo>
                    <a:cubicBezTo>
                      <a:pt x="180" y="2680"/>
                      <a:pt x="202" y="2582"/>
                      <a:pt x="235" y="2495"/>
                    </a:cubicBezTo>
                    <a:cubicBezTo>
                      <a:pt x="256" y="2398"/>
                      <a:pt x="300" y="2300"/>
                      <a:pt x="370" y="2224"/>
                    </a:cubicBezTo>
                    <a:cubicBezTo>
                      <a:pt x="436" y="2158"/>
                      <a:pt x="512" y="2093"/>
                      <a:pt x="588" y="2039"/>
                    </a:cubicBezTo>
                    <a:cubicBezTo>
                      <a:pt x="659" y="1984"/>
                      <a:pt x="735" y="1936"/>
                      <a:pt x="816" y="1898"/>
                    </a:cubicBezTo>
                    <a:cubicBezTo>
                      <a:pt x="849" y="1876"/>
                      <a:pt x="892" y="1859"/>
                      <a:pt x="930" y="1843"/>
                    </a:cubicBezTo>
                    <a:cubicBezTo>
                      <a:pt x="963" y="1843"/>
                      <a:pt x="996" y="1838"/>
                      <a:pt x="1028" y="1832"/>
                    </a:cubicBezTo>
                    <a:cubicBezTo>
                      <a:pt x="1050" y="1827"/>
                      <a:pt x="1061" y="1805"/>
                      <a:pt x="1055" y="1783"/>
                    </a:cubicBezTo>
                    <a:lnTo>
                      <a:pt x="1055" y="1772"/>
                    </a:lnTo>
                    <a:cubicBezTo>
                      <a:pt x="1050" y="1707"/>
                      <a:pt x="1050" y="1637"/>
                      <a:pt x="1039" y="1571"/>
                    </a:cubicBezTo>
                    <a:cubicBezTo>
                      <a:pt x="1039" y="1490"/>
                      <a:pt x="1034" y="1408"/>
                      <a:pt x="1028" y="1327"/>
                    </a:cubicBezTo>
                    <a:cubicBezTo>
                      <a:pt x="1017" y="1158"/>
                      <a:pt x="1028" y="984"/>
                      <a:pt x="1055" y="816"/>
                    </a:cubicBezTo>
                    <a:cubicBezTo>
                      <a:pt x="1061" y="740"/>
                      <a:pt x="1088" y="669"/>
                      <a:pt x="1131" y="609"/>
                    </a:cubicBezTo>
                    <a:cubicBezTo>
                      <a:pt x="1180" y="571"/>
                      <a:pt x="1240" y="539"/>
                      <a:pt x="1305" y="522"/>
                    </a:cubicBezTo>
                    <a:cubicBezTo>
                      <a:pt x="1371" y="501"/>
                      <a:pt x="1447" y="495"/>
                      <a:pt x="1512" y="479"/>
                    </a:cubicBezTo>
                    <a:cubicBezTo>
                      <a:pt x="1583" y="462"/>
                      <a:pt x="1659" y="424"/>
                      <a:pt x="1740" y="408"/>
                    </a:cubicBezTo>
                    <a:cubicBezTo>
                      <a:pt x="1827" y="392"/>
                      <a:pt x="1920" y="386"/>
                      <a:pt x="2012" y="370"/>
                    </a:cubicBezTo>
                    <a:cubicBezTo>
                      <a:pt x="2094" y="343"/>
                      <a:pt x="2175" y="332"/>
                      <a:pt x="2262" y="321"/>
                    </a:cubicBezTo>
                    <a:cubicBezTo>
                      <a:pt x="2420" y="310"/>
                      <a:pt x="2577" y="289"/>
                      <a:pt x="2730" y="256"/>
                    </a:cubicBezTo>
                    <a:cubicBezTo>
                      <a:pt x="2787" y="244"/>
                      <a:pt x="2844" y="238"/>
                      <a:pt x="2901" y="238"/>
                    </a:cubicBezTo>
                    <a:cubicBezTo>
                      <a:pt x="2920" y="238"/>
                      <a:pt x="2939" y="238"/>
                      <a:pt x="2958" y="240"/>
                    </a:cubicBezTo>
                    <a:cubicBezTo>
                      <a:pt x="2974" y="241"/>
                      <a:pt x="2991" y="242"/>
                      <a:pt x="3008" y="242"/>
                    </a:cubicBezTo>
                    <a:cubicBezTo>
                      <a:pt x="3058" y="242"/>
                      <a:pt x="3110" y="236"/>
                      <a:pt x="3159" y="223"/>
                    </a:cubicBezTo>
                    <a:cubicBezTo>
                      <a:pt x="3257" y="207"/>
                      <a:pt x="3355" y="202"/>
                      <a:pt x="3458" y="202"/>
                    </a:cubicBezTo>
                    <a:cubicBezTo>
                      <a:pt x="3485" y="207"/>
                      <a:pt x="3512" y="212"/>
                      <a:pt x="3540" y="212"/>
                    </a:cubicBezTo>
                    <a:cubicBezTo>
                      <a:pt x="3605" y="212"/>
                      <a:pt x="3675" y="212"/>
                      <a:pt x="3746" y="218"/>
                    </a:cubicBezTo>
                    <a:cubicBezTo>
                      <a:pt x="3817" y="229"/>
                      <a:pt x="3882" y="234"/>
                      <a:pt x="3953" y="240"/>
                    </a:cubicBezTo>
                    <a:cubicBezTo>
                      <a:pt x="4018" y="234"/>
                      <a:pt x="4089" y="218"/>
                      <a:pt x="4154" y="212"/>
                    </a:cubicBezTo>
                    <a:cubicBezTo>
                      <a:pt x="4201" y="212"/>
                      <a:pt x="4248" y="215"/>
                      <a:pt x="4295" y="215"/>
                    </a:cubicBezTo>
                    <a:cubicBezTo>
                      <a:pt x="4319" y="215"/>
                      <a:pt x="4342" y="214"/>
                      <a:pt x="4366" y="212"/>
                    </a:cubicBezTo>
                    <a:cubicBezTo>
                      <a:pt x="4379" y="214"/>
                      <a:pt x="4392" y="215"/>
                      <a:pt x="4406" y="215"/>
                    </a:cubicBezTo>
                    <a:cubicBezTo>
                      <a:pt x="4443" y="215"/>
                      <a:pt x="4482" y="210"/>
                      <a:pt x="4518" y="202"/>
                    </a:cubicBezTo>
                    <a:close/>
                    <a:moveTo>
                      <a:pt x="2577" y="7214"/>
                    </a:moveTo>
                    <a:cubicBezTo>
                      <a:pt x="2594" y="7225"/>
                      <a:pt x="2605" y="7235"/>
                      <a:pt x="2626" y="7241"/>
                    </a:cubicBezTo>
                    <a:cubicBezTo>
                      <a:pt x="2686" y="7263"/>
                      <a:pt x="2746" y="7290"/>
                      <a:pt x="2806" y="7312"/>
                    </a:cubicBezTo>
                    <a:cubicBezTo>
                      <a:pt x="2942" y="7350"/>
                      <a:pt x="3077" y="7355"/>
                      <a:pt x="3213" y="7388"/>
                    </a:cubicBezTo>
                    <a:cubicBezTo>
                      <a:pt x="3344" y="7426"/>
                      <a:pt x="3485" y="7453"/>
                      <a:pt x="3621" y="7458"/>
                    </a:cubicBezTo>
                    <a:cubicBezTo>
                      <a:pt x="3637" y="7459"/>
                      <a:pt x="3653" y="7459"/>
                      <a:pt x="3669" y="7459"/>
                    </a:cubicBezTo>
                    <a:cubicBezTo>
                      <a:pt x="3799" y="7459"/>
                      <a:pt x="3925" y="7441"/>
                      <a:pt x="4056" y="7437"/>
                    </a:cubicBezTo>
                    <a:cubicBezTo>
                      <a:pt x="4192" y="7431"/>
                      <a:pt x="4322" y="7415"/>
                      <a:pt x="4453" y="7415"/>
                    </a:cubicBezTo>
                    <a:cubicBezTo>
                      <a:pt x="4466" y="7416"/>
                      <a:pt x="4480" y="7417"/>
                      <a:pt x="4494" y="7417"/>
                    </a:cubicBezTo>
                    <a:cubicBezTo>
                      <a:pt x="4537" y="7417"/>
                      <a:pt x="4580" y="7411"/>
                      <a:pt x="4621" y="7399"/>
                    </a:cubicBezTo>
                    <a:cubicBezTo>
                      <a:pt x="4651" y="7393"/>
                      <a:pt x="4682" y="7393"/>
                      <a:pt x="4714" y="7393"/>
                    </a:cubicBezTo>
                    <a:cubicBezTo>
                      <a:pt x="4745" y="7393"/>
                      <a:pt x="4776" y="7393"/>
                      <a:pt x="4806" y="7388"/>
                    </a:cubicBezTo>
                    <a:cubicBezTo>
                      <a:pt x="4871" y="7371"/>
                      <a:pt x="4926" y="7377"/>
                      <a:pt x="4985" y="7366"/>
                    </a:cubicBezTo>
                    <a:cubicBezTo>
                      <a:pt x="5051" y="7355"/>
                      <a:pt x="5116" y="7339"/>
                      <a:pt x="5176" y="7328"/>
                    </a:cubicBezTo>
                    <a:cubicBezTo>
                      <a:pt x="5241" y="7317"/>
                      <a:pt x="5301" y="7295"/>
                      <a:pt x="5355" y="7263"/>
                    </a:cubicBezTo>
                    <a:lnTo>
                      <a:pt x="5355" y="7263"/>
                    </a:lnTo>
                    <a:cubicBezTo>
                      <a:pt x="5361" y="7377"/>
                      <a:pt x="5306" y="7496"/>
                      <a:pt x="5284" y="7611"/>
                    </a:cubicBezTo>
                    <a:lnTo>
                      <a:pt x="5279" y="7611"/>
                    </a:lnTo>
                    <a:cubicBezTo>
                      <a:pt x="5252" y="7763"/>
                      <a:pt x="5214" y="7910"/>
                      <a:pt x="5197" y="8062"/>
                    </a:cubicBezTo>
                    <a:cubicBezTo>
                      <a:pt x="5143" y="8083"/>
                      <a:pt x="5089" y="8100"/>
                      <a:pt x="5034" y="8116"/>
                    </a:cubicBezTo>
                    <a:cubicBezTo>
                      <a:pt x="4915" y="8160"/>
                      <a:pt x="4795" y="8187"/>
                      <a:pt x="4676" y="8208"/>
                    </a:cubicBezTo>
                    <a:cubicBezTo>
                      <a:pt x="4567" y="8225"/>
                      <a:pt x="4458" y="8230"/>
                      <a:pt x="4349" y="8247"/>
                    </a:cubicBezTo>
                    <a:lnTo>
                      <a:pt x="4317" y="8252"/>
                    </a:lnTo>
                    <a:cubicBezTo>
                      <a:pt x="4269" y="8242"/>
                      <a:pt x="4220" y="8238"/>
                      <a:pt x="4172" y="8238"/>
                    </a:cubicBezTo>
                    <a:cubicBezTo>
                      <a:pt x="4144" y="8238"/>
                      <a:pt x="4116" y="8239"/>
                      <a:pt x="4089" y="8241"/>
                    </a:cubicBezTo>
                    <a:cubicBezTo>
                      <a:pt x="3996" y="8241"/>
                      <a:pt x="3909" y="8230"/>
                      <a:pt x="3822" y="8208"/>
                    </a:cubicBezTo>
                    <a:cubicBezTo>
                      <a:pt x="3783" y="8201"/>
                      <a:pt x="3744" y="8197"/>
                      <a:pt x="3705" y="8197"/>
                    </a:cubicBezTo>
                    <a:cubicBezTo>
                      <a:pt x="3630" y="8197"/>
                      <a:pt x="3557" y="8211"/>
                      <a:pt x="3485" y="8236"/>
                    </a:cubicBezTo>
                    <a:cubicBezTo>
                      <a:pt x="3404" y="8225"/>
                      <a:pt x="3328" y="8219"/>
                      <a:pt x="3246" y="8208"/>
                    </a:cubicBezTo>
                    <a:cubicBezTo>
                      <a:pt x="3126" y="8187"/>
                      <a:pt x="3007" y="8160"/>
                      <a:pt x="2887" y="8116"/>
                    </a:cubicBezTo>
                    <a:cubicBezTo>
                      <a:pt x="2833" y="8100"/>
                      <a:pt x="2778" y="8083"/>
                      <a:pt x="2724" y="8062"/>
                    </a:cubicBezTo>
                    <a:cubicBezTo>
                      <a:pt x="2708" y="7910"/>
                      <a:pt x="2664" y="7763"/>
                      <a:pt x="2637" y="7611"/>
                    </a:cubicBezTo>
                    <a:cubicBezTo>
                      <a:pt x="2615" y="7475"/>
                      <a:pt x="2539" y="7344"/>
                      <a:pt x="2577" y="7214"/>
                    </a:cubicBezTo>
                    <a:close/>
                    <a:moveTo>
                      <a:pt x="3376" y="0"/>
                    </a:moveTo>
                    <a:cubicBezTo>
                      <a:pt x="3317" y="0"/>
                      <a:pt x="3251" y="28"/>
                      <a:pt x="3192" y="33"/>
                    </a:cubicBezTo>
                    <a:cubicBezTo>
                      <a:pt x="3132" y="44"/>
                      <a:pt x="3061" y="55"/>
                      <a:pt x="2996" y="66"/>
                    </a:cubicBezTo>
                    <a:cubicBezTo>
                      <a:pt x="2947" y="55"/>
                      <a:pt x="2898" y="49"/>
                      <a:pt x="2855" y="44"/>
                    </a:cubicBezTo>
                    <a:cubicBezTo>
                      <a:pt x="2713" y="49"/>
                      <a:pt x="2577" y="66"/>
                      <a:pt x="2441" y="93"/>
                    </a:cubicBezTo>
                    <a:cubicBezTo>
                      <a:pt x="2365" y="104"/>
                      <a:pt x="2295" y="98"/>
                      <a:pt x="2219" y="104"/>
                    </a:cubicBezTo>
                    <a:cubicBezTo>
                      <a:pt x="2143" y="115"/>
                      <a:pt x="2066" y="131"/>
                      <a:pt x="1996" y="153"/>
                    </a:cubicBezTo>
                    <a:cubicBezTo>
                      <a:pt x="1854" y="185"/>
                      <a:pt x="1708" y="185"/>
                      <a:pt x="1572" y="245"/>
                    </a:cubicBezTo>
                    <a:cubicBezTo>
                      <a:pt x="1452" y="294"/>
                      <a:pt x="1311" y="289"/>
                      <a:pt x="1197" y="343"/>
                    </a:cubicBezTo>
                    <a:cubicBezTo>
                      <a:pt x="1077" y="397"/>
                      <a:pt x="990" y="446"/>
                      <a:pt x="936" y="555"/>
                    </a:cubicBezTo>
                    <a:cubicBezTo>
                      <a:pt x="876" y="680"/>
                      <a:pt x="843" y="816"/>
                      <a:pt x="843" y="957"/>
                    </a:cubicBezTo>
                    <a:cubicBezTo>
                      <a:pt x="832" y="1120"/>
                      <a:pt x="838" y="1289"/>
                      <a:pt x="860" y="1452"/>
                    </a:cubicBezTo>
                    <a:cubicBezTo>
                      <a:pt x="860" y="1522"/>
                      <a:pt x="876" y="1588"/>
                      <a:pt x="898" y="1658"/>
                    </a:cubicBezTo>
                    <a:cubicBezTo>
                      <a:pt x="909" y="1675"/>
                      <a:pt x="914" y="1691"/>
                      <a:pt x="925" y="1713"/>
                    </a:cubicBezTo>
                    <a:cubicBezTo>
                      <a:pt x="909" y="1713"/>
                      <a:pt x="898" y="1713"/>
                      <a:pt x="881" y="1718"/>
                    </a:cubicBezTo>
                    <a:cubicBezTo>
                      <a:pt x="800" y="1729"/>
                      <a:pt x="718" y="1751"/>
                      <a:pt x="642" y="1794"/>
                    </a:cubicBezTo>
                    <a:cubicBezTo>
                      <a:pt x="495" y="1898"/>
                      <a:pt x="322" y="2006"/>
                      <a:pt x="207" y="2148"/>
                    </a:cubicBezTo>
                    <a:cubicBezTo>
                      <a:pt x="88" y="2294"/>
                      <a:pt x="39" y="2517"/>
                      <a:pt x="17" y="2691"/>
                    </a:cubicBezTo>
                    <a:cubicBezTo>
                      <a:pt x="6" y="2794"/>
                      <a:pt x="6" y="2898"/>
                      <a:pt x="12" y="3001"/>
                    </a:cubicBezTo>
                    <a:cubicBezTo>
                      <a:pt x="1" y="3099"/>
                      <a:pt x="6" y="3197"/>
                      <a:pt x="17" y="3295"/>
                    </a:cubicBezTo>
                    <a:cubicBezTo>
                      <a:pt x="55" y="3501"/>
                      <a:pt x="77" y="3702"/>
                      <a:pt x="169" y="3892"/>
                    </a:cubicBezTo>
                    <a:cubicBezTo>
                      <a:pt x="207" y="3979"/>
                      <a:pt x="256" y="4056"/>
                      <a:pt x="311" y="4132"/>
                    </a:cubicBezTo>
                    <a:cubicBezTo>
                      <a:pt x="381" y="4197"/>
                      <a:pt x="452" y="4257"/>
                      <a:pt x="528" y="4311"/>
                    </a:cubicBezTo>
                    <a:cubicBezTo>
                      <a:pt x="593" y="4376"/>
                      <a:pt x="664" y="4431"/>
                      <a:pt x="746" y="4469"/>
                    </a:cubicBezTo>
                    <a:cubicBezTo>
                      <a:pt x="789" y="4485"/>
                      <a:pt x="832" y="4507"/>
                      <a:pt x="871" y="4534"/>
                    </a:cubicBezTo>
                    <a:cubicBezTo>
                      <a:pt x="903" y="4556"/>
                      <a:pt x="941" y="4577"/>
                      <a:pt x="979" y="4594"/>
                    </a:cubicBezTo>
                    <a:cubicBezTo>
                      <a:pt x="1072" y="4626"/>
                      <a:pt x="1170" y="4648"/>
                      <a:pt x="1262" y="4670"/>
                    </a:cubicBezTo>
                    <a:cubicBezTo>
                      <a:pt x="1292" y="4677"/>
                      <a:pt x="1321" y="4679"/>
                      <a:pt x="1348" y="4679"/>
                    </a:cubicBezTo>
                    <a:cubicBezTo>
                      <a:pt x="1409" y="4679"/>
                      <a:pt x="1466" y="4666"/>
                      <a:pt x="1534" y="4659"/>
                    </a:cubicBezTo>
                    <a:cubicBezTo>
                      <a:pt x="1642" y="4659"/>
                      <a:pt x="1751" y="4648"/>
                      <a:pt x="1860" y="4621"/>
                    </a:cubicBezTo>
                    <a:cubicBezTo>
                      <a:pt x="1909" y="4605"/>
                      <a:pt x="1963" y="4583"/>
                      <a:pt x="2012" y="4566"/>
                    </a:cubicBezTo>
                    <a:cubicBezTo>
                      <a:pt x="2056" y="4556"/>
                      <a:pt x="2099" y="4545"/>
                      <a:pt x="2143" y="4528"/>
                    </a:cubicBezTo>
                    <a:cubicBezTo>
                      <a:pt x="2186" y="4507"/>
                      <a:pt x="2208" y="4474"/>
                      <a:pt x="2257" y="4463"/>
                    </a:cubicBezTo>
                    <a:cubicBezTo>
                      <a:pt x="2283" y="4454"/>
                      <a:pt x="2310" y="4449"/>
                      <a:pt x="2338" y="4449"/>
                    </a:cubicBezTo>
                    <a:cubicBezTo>
                      <a:pt x="2373" y="4449"/>
                      <a:pt x="2408" y="4456"/>
                      <a:pt x="2441" y="4469"/>
                    </a:cubicBezTo>
                    <a:cubicBezTo>
                      <a:pt x="2501" y="4507"/>
                      <a:pt x="2561" y="4534"/>
                      <a:pt x="2621" y="4550"/>
                    </a:cubicBezTo>
                    <a:cubicBezTo>
                      <a:pt x="2708" y="4583"/>
                      <a:pt x="2789" y="4626"/>
                      <a:pt x="2860" y="4681"/>
                    </a:cubicBezTo>
                    <a:cubicBezTo>
                      <a:pt x="2974" y="4789"/>
                      <a:pt x="3072" y="4920"/>
                      <a:pt x="3143" y="5061"/>
                    </a:cubicBezTo>
                    <a:cubicBezTo>
                      <a:pt x="3208" y="5197"/>
                      <a:pt x="3268" y="5333"/>
                      <a:pt x="3322" y="5469"/>
                    </a:cubicBezTo>
                    <a:cubicBezTo>
                      <a:pt x="3349" y="5550"/>
                      <a:pt x="3376" y="5632"/>
                      <a:pt x="3387" y="5713"/>
                    </a:cubicBezTo>
                    <a:cubicBezTo>
                      <a:pt x="3387" y="5784"/>
                      <a:pt x="3398" y="5849"/>
                      <a:pt x="3409" y="5920"/>
                    </a:cubicBezTo>
                    <a:cubicBezTo>
                      <a:pt x="3442" y="6067"/>
                      <a:pt x="3409" y="6219"/>
                      <a:pt x="3328" y="6339"/>
                    </a:cubicBezTo>
                    <a:cubicBezTo>
                      <a:pt x="3289" y="6409"/>
                      <a:pt x="3246" y="6469"/>
                      <a:pt x="3208" y="6534"/>
                    </a:cubicBezTo>
                    <a:cubicBezTo>
                      <a:pt x="3159" y="6599"/>
                      <a:pt x="3099" y="6648"/>
                      <a:pt x="3034" y="6686"/>
                    </a:cubicBezTo>
                    <a:cubicBezTo>
                      <a:pt x="2909" y="6773"/>
                      <a:pt x="2800" y="6871"/>
                      <a:pt x="2653" y="6920"/>
                    </a:cubicBezTo>
                    <a:cubicBezTo>
                      <a:pt x="2550" y="6953"/>
                      <a:pt x="2474" y="7040"/>
                      <a:pt x="2441" y="7148"/>
                    </a:cubicBezTo>
                    <a:cubicBezTo>
                      <a:pt x="2398" y="7295"/>
                      <a:pt x="2425" y="7420"/>
                      <a:pt x="2452" y="7572"/>
                    </a:cubicBezTo>
                    <a:cubicBezTo>
                      <a:pt x="2474" y="7725"/>
                      <a:pt x="2480" y="7888"/>
                      <a:pt x="2512" y="8045"/>
                    </a:cubicBezTo>
                    <a:cubicBezTo>
                      <a:pt x="2501" y="8067"/>
                      <a:pt x="2507" y="8100"/>
                      <a:pt x="2528" y="8116"/>
                    </a:cubicBezTo>
                    <a:cubicBezTo>
                      <a:pt x="2534" y="8149"/>
                      <a:pt x="2567" y="8176"/>
                      <a:pt x="2599" y="8181"/>
                    </a:cubicBezTo>
                    <a:cubicBezTo>
                      <a:pt x="2615" y="8198"/>
                      <a:pt x="2632" y="8214"/>
                      <a:pt x="2653" y="8225"/>
                    </a:cubicBezTo>
                    <a:cubicBezTo>
                      <a:pt x="2702" y="8252"/>
                      <a:pt x="2762" y="8274"/>
                      <a:pt x="2817" y="8290"/>
                    </a:cubicBezTo>
                    <a:cubicBezTo>
                      <a:pt x="2942" y="8334"/>
                      <a:pt x="3067" y="8372"/>
                      <a:pt x="3192" y="8404"/>
                    </a:cubicBezTo>
                    <a:cubicBezTo>
                      <a:pt x="3241" y="8410"/>
                      <a:pt x="3289" y="8410"/>
                      <a:pt x="3338" y="8415"/>
                    </a:cubicBezTo>
                    <a:cubicBezTo>
                      <a:pt x="3398" y="8415"/>
                      <a:pt x="3458" y="8426"/>
                      <a:pt x="3518" y="8426"/>
                    </a:cubicBezTo>
                    <a:cubicBezTo>
                      <a:pt x="3561" y="8426"/>
                      <a:pt x="3605" y="8420"/>
                      <a:pt x="3654" y="8410"/>
                    </a:cubicBezTo>
                    <a:cubicBezTo>
                      <a:pt x="3670" y="8404"/>
                      <a:pt x="3686" y="8399"/>
                      <a:pt x="3708" y="8393"/>
                    </a:cubicBezTo>
                    <a:cubicBezTo>
                      <a:pt x="3773" y="8393"/>
                      <a:pt x="3833" y="8415"/>
                      <a:pt x="3898" y="8420"/>
                    </a:cubicBezTo>
                    <a:cubicBezTo>
                      <a:pt x="3930" y="8426"/>
                      <a:pt x="3963" y="8428"/>
                      <a:pt x="3995" y="8428"/>
                    </a:cubicBezTo>
                    <a:cubicBezTo>
                      <a:pt x="4068" y="8428"/>
                      <a:pt x="4142" y="8416"/>
                      <a:pt x="4214" y="8393"/>
                    </a:cubicBezTo>
                    <a:cubicBezTo>
                      <a:pt x="4230" y="8399"/>
                      <a:pt x="4246" y="8404"/>
                      <a:pt x="4268" y="8410"/>
                    </a:cubicBezTo>
                    <a:cubicBezTo>
                      <a:pt x="4311" y="8420"/>
                      <a:pt x="4355" y="8426"/>
                      <a:pt x="4404" y="8426"/>
                    </a:cubicBezTo>
                    <a:cubicBezTo>
                      <a:pt x="4464" y="8426"/>
                      <a:pt x="4518" y="8415"/>
                      <a:pt x="4583" y="8415"/>
                    </a:cubicBezTo>
                    <a:cubicBezTo>
                      <a:pt x="4632" y="8410"/>
                      <a:pt x="4681" y="8410"/>
                      <a:pt x="4730" y="8404"/>
                    </a:cubicBezTo>
                    <a:cubicBezTo>
                      <a:pt x="4855" y="8372"/>
                      <a:pt x="4980" y="8334"/>
                      <a:pt x="5100" y="8290"/>
                    </a:cubicBezTo>
                    <a:cubicBezTo>
                      <a:pt x="5159" y="8274"/>
                      <a:pt x="5214" y="8252"/>
                      <a:pt x="5268" y="8225"/>
                    </a:cubicBezTo>
                    <a:cubicBezTo>
                      <a:pt x="5290" y="8214"/>
                      <a:pt x="5306" y="8198"/>
                      <a:pt x="5317" y="8181"/>
                    </a:cubicBezTo>
                    <a:cubicBezTo>
                      <a:pt x="5355" y="8176"/>
                      <a:pt x="5382" y="8149"/>
                      <a:pt x="5393" y="8116"/>
                    </a:cubicBezTo>
                    <a:cubicBezTo>
                      <a:pt x="5415" y="8100"/>
                      <a:pt x="5420" y="8067"/>
                      <a:pt x="5409" y="8045"/>
                    </a:cubicBezTo>
                    <a:cubicBezTo>
                      <a:pt x="5442" y="7888"/>
                      <a:pt x="5442" y="7730"/>
                      <a:pt x="5469" y="7572"/>
                    </a:cubicBezTo>
                    <a:cubicBezTo>
                      <a:pt x="5496" y="7409"/>
                      <a:pt x="5524" y="7295"/>
                      <a:pt x="5475" y="7148"/>
                    </a:cubicBezTo>
                    <a:cubicBezTo>
                      <a:pt x="5447" y="7040"/>
                      <a:pt x="5366" y="6953"/>
                      <a:pt x="5263" y="6920"/>
                    </a:cubicBezTo>
                    <a:cubicBezTo>
                      <a:pt x="5121" y="6871"/>
                      <a:pt x="5013" y="6773"/>
                      <a:pt x="4888" y="6686"/>
                    </a:cubicBezTo>
                    <a:cubicBezTo>
                      <a:pt x="4817" y="6648"/>
                      <a:pt x="4757" y="6599"/>
                      <a:pt x="4714" y="6534"/>
                    </a:cubicBezTo>
                    <a:cubicBezTo>
                      <a:pt x="4670" y="6469"/>
                      <a:pt x="4632" y="6404"/>
                      <a:pt x="4594" y="6339"/>
                    </a:cubicBezTo>
                    <a:cubicBezTo>
                      <a:pt x="4507" y="6219"/>
                      <a:pt x="4480" y="6067"/>
                      <a:pt x="4513" y="5920"/>
                    </a:cubicBezTo>
                    <a:cubicBezTo>
                      <a:pt x="4523" y="5849"/>
                      <a:pt x="4529" y="5784"/>
                      <a:pt x="4534" y="5713"/>
                    </a:cubicBezTo>
                    <a:cubicBezTo>
                      <a:pt x="4545" y="5632"/>
                      <a:pt x="4567" y="5550"/>
                      <a:pt x="4594" y="5469"/>
                    </a:cubicBezTo>
                    <a:cubicBezTo>
                      <a:pt x="4648" y="5333"/>
                      <a:pt x="4708" y="5197"/>
                      <a:pt x="4773" y="5061"/>
                    </a:cubicBezTo>
                    <a:cubicBezTo>
                      <a:pt x="4844" y="4920"/>
                      <a:pt x="4937" y="4789"/>
                      <a:pt x="5056" y="4681"/>
                    </a:cubicBezTo>
                    <a:cubicBezTo>
                      <a:pt x="5127" y="4626"/>
                      <a:pt x="5208" y="4583"/>
                      <a:pt x="5290" y="4550"/>
                    </a:cubicBezTo>
                    <a:cubicBezTo>
                      <a:pt x="5355" y="4534"/>
                      <a:pt x="5415" y="4507"/>
                      <a:pt x="5475" y="4469"/>
                    </a:cubicBezTo>
                    <a:cubicBezTo>
                      <a:pt x="5505" y="4456"/>
                      <a:pt x="5539" y="4449"/>
                      <a:pt x="5575" y="4449"/>
                    </a:cubicBezTo>
                    <a:cubicBezTo>
                      <a:pt x="5602" y="4449"/>
                      <a:pt x="5631" y="4454"/>
                      <a:pt x="5659" y="4463"/>
                    </a:cubicBezTo>
                    <a:cubicBezTo>
                      <a:pt x="5708" y="4474"/>
                      <a:pt x="5730" y="4507"/>
                      <a:pt x="5774" y="4528"/>
                    </a:cubicBezTo>
                    <a:cubicBezTo>
                      <a:pt x="5817" y="4545"/>
                      <a:pt x="5855" y="4556"/>
                      <a:pt x="5899" y="4566"/>
                    </a:cubicBezTo>
                    <a:cubicBezTo>
                      <a:pt x="5953" y="4583"/>
                      <a:pt x="6007" y="4605"/>
                      <a:pt x="6056" y="4621"/>
                    </a:cubicBezTo>
                    <a:cubicBezTo>
                      <a:pt x="6165" y="4648"/>
                      <a:pt x="6274" y="4659"/>
                      <a:pt x="6382" y="4659"/>
                    </a:cubicBezTo>
                    <a:cubicBezTo>
                      <a:pt x="6450" y="4666"/>
                      <a:pt x="6505" y="4679"/>
                      <a:pt x="6566" y="4679"/>
                    </a:cubicBezTo>
                    <a:cubicBezTo>
                      <a:pt x="6593" y="4679"/>
                      <a:pt x="6622" y="4677"/>
                      <a:pt x="6654" y="4670"/>
                    </a:cubicBezTo>
                    <a:cubicBezTo>
                      <a:pt x="6747" y="4648"/>
                      <a:pt x="6844" y="4626"/>
                      <a:pt x="6937" y="4594"/>
                    </a:cubicBezTo>
                    <a:cubicBezTo>
                      <a:pt x="6975" y="4577"/>
                      <a:pt x="7013" y="4556"/>
                      <a:pt x="7046" y="4534"/>
                    </a:cubicBezTo>
                    <a:cubicBezTo>
                      <a:pt x="7084" y="4507"/>
                      <a:pt x="7127" y="4485"/>
                      <a:pt x="7176" y="4469"/>
                    </a:cubicBezTo>
                    <a:cubicBezTo>
                      <a:pt x="7252" y="4431"/>
                      <a:pt x="7323" y="4376"/>
                      <a:pt x="7388" y="4311"/>
                    </a:cubicBezTo>
                    <a:cubicBezTo>
                      <a:pt x="7464" y="4257"/>
                      <a:pt x="7535" y="4197"/>
                      <a:pt x="7605" y="4132"/>
                    </a:cubicBezTo>
                    <a:cubicBezTo>
                      <a:pt x="7660" y="4056"/>
                      <a:pt x="7709" y="3979"/>
                      <a:pt x="7747" y="3892"/>
                    </a:cubicBezTo>
                    <a:cubicBezTo>
                      <a:pt x="7839" y="3702"/>
                      <a:pt x="7861" y="3501"/>
                      <a:pt x="7899" y="3295"/>
                    </a:cubicBezTo>
                    <a:cubicBezTo>
                      <a:pt x="7910" y="3197"/>
                      <a:pt x="7915" y="3100"/>
                      <a:pt x="7905" y="3003"/>
                    </a:cubicBezTo>
                    <a:lnTo>
                      <a:pt x="7905" y="3003"/>
                    </a:lnTo>
                    <a:cubicBezTo>
                      <a:pt x="7910" y="2901"/>
                      <a:pt x="7910" y="2799"/>
                      <a:pt x="7899" y="2697"/>
                    </a:cubicBezTo>
                    <a:cubicBezTo>
                      <a:pt x="7872" y="2523"/>
                      <a:pt x="7823" y="2294"/>
                      <a:pt x="7709" y="2153"/>
                    </a:cubicBezTo>
                    <a:cubicBezTo>
                      <a:pt x="7600" y="2012"/>
                      <a:pt x="7421" y="1903"/>
                      <a:pt x="7274" y="1800"/>
                    </a:cubicBezTo>
                    <a:cubicBezTo>
                      <a:pt x="7198" y="1756"/>
                      <a:pt x="7116" y="1729"/>
                      <a:pt x="7035" y="1724"/>
                    </a:cubicBezTo>
                    <a:cubicBezTo>
                      <a:pt x="7018" y="1718"/>
                      <a:pt x="7002" y="1718"/>
                      <a:pt x="6991" y="1713"/>
                    </a:cubicBezTo>
                    <a:cubicBezTo>
                      <a:pt x="6997" y="1696"/>
                      <a:pt x="7008" y="1680"/>
                      <a:pt x="7018" y="1658"/>
                    </a:cubicBezTo>
                    <a:cubicBezTo>
                      <a:pt x="7040" y="1593"/>
                      <a:pt x="7051" y="1528"/>
                      <a:pt x="7051" y="1457"/>
                    </a:cubicBezTo>
                    <a:cubicBezTo>
                      <a:pt x="7073" y="1294"/>
                      <a:pt x="7084" y="1126"/>
                      <a:pt x="7073" y="963"/>
                    </a:cubicBezTo>
                    <a:cubicBezTo>
                      <a:pt x="7067" y="821"/>
                      <a:pt x="7040" y="685"/>
                      <a:pt x="6980" y="560"/>
                    </a:cubicBezTo>
                    <a:cubicBezTo>
                      <a:pt x="6926" y="446"/>
                      <a:pt x="6828" y="397"/>
                      <a:pt x="6719" y="348"/>
                    </a:cubicBezTo>
                    <a:cubicBezTo>
                      <a:pt x="6611" y="299"/>
                      <a:pt x="6464" y="299"/>
                      <a:pt x="6344" y="245"/>
                    </a:cubicBezTo>
                    <a:cubicBezTo>
                      <a:pt x="6208" y="185"/>
                      <a:pt x="6062" y="185"/>
                      <a:pt x="5920" y="158"/>
                    </a:cubicBezTo>
                    <a:cubicBezTo>
                      <a:pt x="5844" y="136"/>
                      <a:pt x="5774" y="120"/>
                      <a:pt x="5698" y="109"/>
                    </a:cubicBezTo>
                    <a:cubicBezTo>
                      <a:pt x="5621" y="104"/>
                      <a:pt x="5551" y="109"/>
                      <a:pt x="5475" y="98"/>
                    </a:cubicBezTo>
                    <a:cubicBezTo>
                      <a:pt x="5339" y="71"/>
                      <a:pt x="5197" y="55"/>
                      <a:pt x="5062" y="49"/>
                    </a:cubicBezTo>
                    <a:cubicBezTo>
                      <a:pt x="4996" y="49"/>
                      <a:pt x="4931" y="77"/>
                      <a:pt x="4866" y="77"/>
                    </a:cubicBezTo>
                    <a:cubicBezTo>
                      <a:pt x="4808" y="77"/>
                      <a:pt x="4746" y="59"/>
                      <a:pt x="4683" y="59"/>
                    </a:cubicBezTo>
                    <a:cubicBezTo>
                      <a:pt x="4675" y="59"/>
                      <a:pt x="4667" y="60"/>
                      <a:pt x="4659" y="60"/>
                    </a:cubicBezTo>
                    <a:lnTo>
                      <a:pt x="4523" y="60"/>
                    </a:lnTo>
                    <a:cubicBezTo>
                      <a:pt x="4455" y="17"/>
                      <a:pt x="4383" y="9"/>
                      <a:pt x="4306" y="9"/>
                    </a:cubicBezTo>
                    <a:cubicBezTo>
                      <a:pt x="4268" y="9"/>
                      <a:pt x="4228" y="11"/>
                      <a:pt x="4186" y="11"/>
                    </a:cubicBezTo>
                    <a:cubicBezTo>
                      <a:pt x="4110" y="11"/>
                      <a:pt x="4034" y="33"/>
                      <a:pt x="3958" y="33"/>
                    </a:cubicBezTo>
                    <a:cubicBezTo>
                      <a:pt x="3893" y="33"/>
                      <a:pt x="3822" y="28"/>
                      <a:pt x="3757" y="17"/>
                    </a:cubicBezTo>
                    <a:lnTo>
                      <a:pt x="3550" y="17"/>
                    </a:lnTo>
                    <a:cubicBezTo>
                      <a:pt x="3480" y="17"/>
                      <a:pt x="3431" y="0"/>
                      <a:pt x="3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0"/>
              <p:cNvSpPr/>
              <p:nvPr/>
            </p:nvSpPr>
            <p:spPr>
              <a:xfrm>
                <a:off x="4156375" y="5325400"/>
                <a:ext cx="125050" cy="17950"/>
              </a:xfrm>
              <a:custGeom>
                <a:rect b="b" l="l" r="r" t="t"/>
                <a:pathLst>
                  <a:path extrusionOk="0" h="718" w="5002">
                    <a:moveTo>
                      <a:pt x="2497" y="0"/>
                    </a:moveTo>
                    <a:cubicBezTo>
                      <a:pt x="2408" y="0"/>
                      <a:pt x="2321" y="10"/>
                      <a:pt x="2245" y="40"/>
                    </a:cubicBezTo>
                    <a:cubicBezTo>
                      <a:pt x="2229" y="45"/>
                      <a:pt x="2229" y="61"/>
                      <a:pt x="2245" y="67"/>
                    </a:cubicBezTo>
                    <a:cubicBezTo>
                      <a:pt x="2313" y="90"/>
                      <a:pt x="2389" y="101"/>
                      <a:pt x="2465" y="101"/>
                    </a:cubicBezTo>
                    <a:cubicBezTo>
                      <a:pt x="2481" y="101"/>
                      <a:pt x="2496" y="100"/>
                      <a:pt x="2512" y="99"/>
                    </a:cubicBezTo>
                    <a:cubicBezTo>
                      <a:pt x="2598" y="99"/>
                      <a:pt x="2691" y="110"/>
                      <a:pt x="2783" y="121"/>
                    </a:cubicBezTo>
                    <a:cubicBezTo>
                      <a:pt x="2887" y="121"/>
                      <a:pt x="2990" y="116"/>
                      <a:pt x="3099" y="105"/>
                    </a:cubicBezTo>
                    <a:cubicBezTo>
                      <a:pt x="3142" y="105"/>
                      <a:pt x="3180" y="99"/>
                      <a:pt x="3218" y="94"/>
                    </a:cubicBezTo>
                    <a:cubicBezTo>
                      <a:pt x="3300" y="99"/>
                      <a:pt x="3376" y="105"/>
                      <a:pt x="3457" y="121"/>
                    </a:cubicBezTo>
                    <a:cubicBezTo>
                      <a:pt x="3528" y="132"/>
                      <a:pt x="3604" y="132"/>
                      <a:pt x="3680" y="132"/>
                    </a:cubicBezTo>
                    <a:cubicBezTo>
                      <a:pt x="3827" y="148"/>
                      <a:pt x="3979" y="176"/>
                      <a:pt x="4131" y="181"/>
                    </a:cubicBezTo>
                    <a:cubicBezTo>
                      <a:pt x="4213" y="181"/>
                      <a:pt x="4294" y="192"/>
                      <a:pt x="4376" y="203"/>
                    </a:cubicBezTo>
                    <a:cubicBezTo>
                      <a:pt x="4452" y="219"/>
                      <a:pt x="4512" y="252"/>
                      <a:pt x="4583" y="273"/>
                    </a:cubicBezTo>
                    <a:cubicBezTo>
                      <a:pt x="4659" y="290"/>
                      <a:pt x="4735" y="311"/>
                      <a:pt x="4805" y="339"/>
                    </a:cubicBezTo>
                    <a:cubicBezTo>
                      <a:pt x="4816" y="344"/>
                      <a:pt x="4827" y="350"/>
                      <a:pt x="4838" y="355"/>
                    </a:cubicBezTo>
                    <a:cubicBezTo>
                      <a:pt x="4811" y="360"/>
                      <a:pt x="4789" y="360"/>
                      <a:pt x="4762" y="366"/>
                    </a:cubicBezTo>
                    <a:cubicBezTo>
                      <a:pt x="4626" y="382"/>
                      <a:pt x="4479" y="377"/>
                      <a:pt x="4343" y="398"/>
                    </a:cubicBezTo>
                    <a:cubicBezTo>
                      <a:pt x="4262" y="409"/>
                      <a:pt x="4175" y="420"/>
                      <a:pt x="4093" y="420"/>
                    </a:cubicBezTo>
                    <a:cubicBezTo>
                      <a:pt x="4017" y="426"/>
                      <a:pt x="3936" y="436"/>
                      <a:pt x="3860" y="453"/>
                    </a:cubicBezTo>
                    <a:cubicBezTo>
                      <a:pt x="3691" y="475"/>
                      <a:pt x="3523" y="480"/>
                      <a:pt x="3349" y="507"/>
                    </a:cubicBezTo>
                    <a:cubicBezTo>
                      <a:pt x="3262" y="518"/>
                      <a:pt x="3175" y="534"/>
                      <a:pt x="3088" y="540"/>
                    </a:cubicBezTo>
                    <a:lnTo>
                      <a:pt x="3066" y="540"/>
                    </a:lnTo>
                    <a:cubicBezTo>
                      <a:pt x="2999" y="521"/>
                      <a:pt x="2930" y="513"/>
                      <a:pt x="2861" y="513"/>
                    </a:cubicBezTo>
                    <a:cubicBezTo>
                      <a:pt x="2829" y="513"/>
                      <a:pt x="2798" y="515"/>
                      <a:pt x="2767" y="518"/>
                    </a:cubicBezTo>
                    <a:cubicBezTo>
                      <a:pt x="2631" y="529"/>
                      <a:pt x="2490" y="529"/>
                      <a:pt x="2354" y="529"/>
                    </a:cubicBezTo>
                    <a:cubicBezTo>
                      <a:pt x="2300" y="531"/>
                      <a:pt x="2246" y="532"/>
                      <a:pt x="2192" y="532"/>
                    </a:cubicBezTo>
                    <a:cubicBezTo>
                      <a:pt x="2116" y="532"/>
                      <a:pt x="2041" y="530"/>
                      <a:pt x="1968" y="523"/>
                    </a:cubicBezTo>
                    <a:cubicBezTo>
                      <a:pt x="1950" y="521"/>
                      <a:pt x="1931" y="520"/>
                      <a:pt x="1912" y="520"/>
                    </a:cubicBezTo>
                    <a:cubicBezTo>
                      <a:pt x="1885" y="520"/>
                      <a:pt x="1858" y="523"/>
                      <a:pt x="1832" y="529"/>
                    </a:cubicBezTo>
                    <a:cubicBezTo>
                      <a:pt x="1772" y="523"/>
                      <a:pt x="1712" y="513"/>
                      <a:pt x="1658" y="502"/>
                    </a:cubicBezTo>
                    <a:cubicBezTo>
                      <a:pt x="1484" y="480"/>
                      <a:pt x="1316" y="475"/>
                      <a:pt x="1147" y="453"/>
                    </a:cubicBezTo>
                    <a:cubicBezTo>
                      <a:pt x="1066" y="436"/>
                      <a:pt x="989" y="426"/>
                      <a:pt x="913" y="420"/>
                    </a:cubicBezTo>
                    <a:cubicBezTo>
                      <a:pt x="826" y="420"/>
                      <a:pt x="745" y="409"/>
                      <a:pt x="663" y="398"/>
                    </a:cubicBezTo>
                    <a:cubicBezTo>
                      <a:pt x="527" y="377"/>
                      <a:pt x="381" y="382"/>
                      <a:pt x="245" y="360"/>
                    </a:cubicBezTo>
                    <a:cubicBezTo>
                      <a:pt x="218" y="360"/>
                      <a:pt x="190" y="355"/>
                      <a:pt x="169" y="355"/>
                    </a:cubicBezTo>
                    <a:cubicBezTo>
                      <a:pt x="180" y="350"/>
                      <a:pt x="190" y="344"/>
                      <a:pt x="201" y="339"/>
                    </a:cubicBezTo>
                    <a:cubicBezTo>
                      <a:pt x="272" y="311"/>
                      <a:pt x="348" y="290"/>
                      <a:pt x="424" y="273"/>
                    </a:cubicBezTo>
                    <a:cubicBezTo>
                      <a:pt x="495" y="257"/>
                      <a:pt x="560" y="219"/>
                      <a:pt x="625" y="203"/>
                    </a:cubicBezTo>
                    <a:cubicBezTo>
                      <a:pt x="707" y="192"/>
                      <a:pt x="794" y="181"/>
                      <a:pt x="875" y="181"/>
                    </a:cubicBezTo>
                    <a:cubicBezTo>
                      <a:pt x="1028" y="170"/>
                      <a:pt x="1174" y="148"/>
                      <a:pt x="1326" y="132"/>
                    </a:cubicBezTo>
                    <a:cubicBezTo>
                      <a:pt x="1397" y="132"/>
                      <a:pt x="1473" y="132"/>
                      <a:pt x="1549" y="121"/>
                    </a:cubicBezTo>
                    <a:cubicBezTo>
                      <a:pt x="1642" y="105"/>
                      <a:pt x="1734" y="94"/>
                      <a:pt x="1832" y="94"/>
                    </a:cubicBezTo>
                    <a:cubicBezTo>
                      <a:pt x="1876" y="89"/>
                      <a:pt x="1876" y="18"/>
                      <a:pt x="1832" y="12"/>
                    </a:cubicBezTo>
                    <a:cubicBezTo>
                      <a:pt x="1743" y="9"/>
                      <a:pt x="1654" y="7"/>
                      <a:pt x="1566" y="7"/>
                    </a:cubicBezTo>
                    <a:cubicBezTo>
                      <a:pt x="1361" y="7"/>
                      <a:pt x="1158" y="17"/>
                      <a:pt x="957" y="40"/>
                    </a:cubicBezTo>
                    <a:cubicBezTo>
                      <a:pt x="821" y="45"/>
                      <a:pt x="685" y="61"/>
                      <a:pt x="549" y="83"/>
                    </a:cubicBezTo>
                    <a:cubicBezTo>
                      <a:pt x="479" y="94"/>
                      <a:pt x="419" y="132"/>
                      <a:pt x="348" y="148"/>
                    </a:cubicBezTo>
                    <a:cubicBezTo>
                      <a:pt x="283" y="159"/>
                      <a:pt x="223" y="181"/>
                      <a:pt x="163" y="208"/>
                    </a:cubicBezTo>
                    <a:cubicBezTo>
                      <a:pt x="71" y="246"/>
                      <a:pt x="0" y="284"/>
                      <a:pt x="27" y="398"/>
                    </a:cubicBezTo>
                    <a:cubicBezTo>
                      <a:pt x="49" y="491"/>
                      <a:pt x="180" y="534"/>
                      <a:pt x="267" y="545"/>
                    </a:cubicBezTo>
                    <a:cubicBezTo>
                      <a:pt x="538" y="583"/>
                      <a:pt x="821" y="616"/>
                      <a:pt x="1098" y="654"/>
                    </a:cubicBezTo>
                    <a:cubicBezTo>
                      <a:pt x="1214" y="664"/>
                      <a:pt x="1330" y="670"/>
                      <a:pt x="1444" y="670"/>
                    </a:cubicBezTo>
                    <a:cubicBezTo>
                      <a:pt x="1507" y="670"/>
                      <a:pt x="1569" y="669"/>
                      <a:pt x="1631" y="665"/>
                    </a:cubicBezTo>
                    <a:lnTo>
                      <a:pt x="1832" y="665"/>
                    </a:lnTo>
                    <a:cubicBezTo>
                      <a:pt x="1903" y="687"/>
                      <a:pt x="1973" y="697"/>
                      <a:pt x="2049" y="708"/>
                    </a:cubicBezTo>
                    <a:cubicBezTo>
                      <a:pt x="2120" y="715"/>
                      <a:pt x="2191" y="717"/>
                      <a:pt x="2264" y="717"/>
                    </a:cubicBezTo>
                    <a:cubicBezTo>
                      <a:pt x="2316" y="717"/>
                      <a:pt x="2367" y="716"/>
                      <a:pt x="2419" y="714"/>
                    </a:cubicBezTo>
                    <a:cubicBezTo>
                      <a:pt x="2539" y="714"/>
                      <a:pt x="2664" y="708"/>
                      <a:pt x="2783" y="692"/>
                    </a:cubicBezTo>
                    <a:cubicBezTo>
                      <a:pt x="2838" y="681"/>
                      <a:pt x="2892" y="687"/>
                      <a:pt x="2946" y="676"/>
                    </a:cubicBezTo>
                    <a:cubicBezTo>
                      <a:pt x="2963" y="676"/>
                      <a:pt x="2974" y="670"/>
                      <a:pt x="2990" y="665"/>
                    </a:cubicBezTo>
                    <a:cubicBezTo>
                      <a:pt x="3032" y="668"/>
                      <a:pt x="3073" y="670"/>
                      <a:pt x="3115" y="670"/>
                    </a:cubicBezTo>
                    <a:cubicBezTo>
                      <a:pt x="3198" y="670"/>
                      <a:pt x="3282" y="665"/>
                      <a:pt x="3365" y="665"/>
                    </a:cubicBezTo>
                    <a:cubicBezTo>
                      <a:pt x="3428" y="669"/>
                      <a:pt x="3492" y="670"/>
                      <a:pt x="3555" y="670"/>
                    </a:cubicBezTo>
                    <a:cubicBezTo>
                      <a:pt x="3671" y="670"/>
                      <a:pt x="3785" y="664"/>
                      <a:pt x="3898" y="654"/>
                    </a:cubicBezTo>
                    <a:cubicBezTo>
                      <a:pt x="4169" y="610"/>
                      <a:pt x="4458" y="583"/>
                      <a:pt x="4735" y="551"/>
                    </a:cubicBezTo>
                    <a:cubicBezTo>
                      <a:pt x="4816" y="540"/>
                      <a:pt x="4952" y="491"/>
                      <a:pt x="4974" y="398"/>
                    </a:cubicBezTo>
                    <a:cubicBezTo>
                      <a:pt x="5001" y="284"/>
                      <a:pt x="4925" y="246"/>
                      <a:pt x="4838" y="208"/>
                    </a:cubicBezTo>
                    <a:lnTo>
                      <a:pt x="4843" y="208"/>
                    </a:lnTo>
                    <a:cubicBezTo>
                      <a:pt x="4784" y="181"/>
                      <a:pt x="4718" y="159"/>
                      <a:pt x="4653" y="148"/>
                    </a:cubicBezTo>
                    <a:cubicBezTo>
                      <a:pt x="4588" y="138"/>
                      <a:pt x="4528" y="99"/>
                      <a:pt x="4458" y="83"/>
                    </a:cubicBezTo>
                    <a:cubicBezTo>
                      <a:pt x="4322" y="61"/>
                      <a:pt x="4186" y="45"/>
                      <a:pt x="4050" y="40"/>
                    </a:cubicBezTo>
                    <a:cubicBezTo>
                      <a:pt x="3832" y="20"/>
                      <a:pt x="3614" y="8"/>
                      <a:pt x="3399" y="8"/>
                    </a:cubicBezTo>
                    <a:cubicBezTo>
                      <a:pt x="3324" y="8"/>
                      <a:pt x="3249" y="10"/>
                      <a:pt x="3175" y="12"/>
                    </a:cubicBezTo>
                    <a:cubicBezTo>
                      <a:pt x="3158" y="12"/>
                      <a:pt x="3142" y="23"/>
                      <a:pt x="3137" y="45"/>
                    </a:cubicBezTo>
                    <a:cubicBezTo>
                      <a:pt x="3012" y="45"/>
                      <a:pt x="2881" y="34"/>
                      <a:pt x="2756" y="18"/>
                    </a:cubicBezTo>
                    <a:cubicBezTo>
                      <a:pt x="2675" y="10"/>
                      <a:pt x="2585" y="0"/>
                      <a:pt x="24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0"/>
              <p:cNvSpPr/>
              <p:nvPr/>
            </p:nvSpPr>
            <p:spPr>
              <a:xfrm>
                <a:off x="4204600" y="5505825"/>
                <a:ext cx="28175" cy="12475"/>
              </a:xfrm>
              <a:custGeom>
                <a:rect b="b" l="l" r="r" t="t"/>
                <a:pathLst>
                  <a:path extrusionOk="0" h="499" w="1127">
                    <a:moveTo>
                      <a:pt x="920" y="128"/>
                    </a:moveTo>
                    <a:cubicBezTo>
                      <a:pt x="952" y="128"/>
                      <a:pt x="985" y="134"/>
                      <a:pt x="1012" y="139"/>
                    </a:cubicBezTo>
                    <a:cubicBezTo>
                      <a:pt x="1028" y="210"/>
                      <a:pt x="1023" y="281"/>
                      <a:pt x="996" y="351"/>
                    </a:cubicBezTo>
                    <a:cubicBezTo>
                      <a:pt x="961" y="405"/>
                      <a:pt x="895" y="413"/>
                      <a:pt x="832" y="413"/>
                    </a:cubicBezTo>
                    <a:cubicBezTo>
                      <a:pt x="806" y="413"/>
                      <a:pt x="779" y="411"/>
                      <a:pt x="756" y="411"/>
                    </a:cubicBezTo>
                    <a:cubicBezTo>
                      <a:pt x="659" y="411"/>
                      <a:pt x="561" y="416"/>
                      <a:pt x="463" y="416"/>
                    </a:cubicBezTo>
                    <a:cubicBezTo>
                      <a:pt x="398" y="416"/>
                      <a:pt x="245" y="411"/>
                      <a:pt x="202" y="357"/>
                    </a:cubicBezTo>
                    <a:cubicBezTo>
                      <a:pt x="175" y="319"/>
                      <a:pt x="159" y="270"/>
                      <a:pt x="153" y="221"/>
                    </a:cubicBezTo>
                    <a:cubicBezTo>
                      <a:pt x="148" y="183"/>
                      <a:pt x="137" y="172"/>
                      <a:pt x="169" y="161"/>
                    </a:cubicBezTo>
                    <a:cubicBezTo>
                      <a:pt x="199" y="146"/>
                      <a:pt x="236" y="142"/>
                      <a:pt x="275" y="142"/>
                    </a:cubicBezTo>
                    <a:cubicBezTo>
                      <a:pt x="319" y="142"/>
                      <a:pt x="365" y="147"/>
                      <a:pt x="406" y="147"/>
                    </a:cubicBezTo>
                    <a:cubicBezTo>
                      <a:pt x="420" y="147"/>
                      <a:pt x="434" y="146"/>
                      <a:pt x="447" y="145"/>
                    </a:cubicBezTo>
                    <a:cubicBezTo>
                      <a:pt x="490" y="139"/>
                      <a:pt x="528" y="128"/>
                      <a:pt x="572" y="128"/>
                    </a:cubicBezTo>
                    <a:cubicBezTo>
                      <a:pt x="621" y="128"/>
                      <a:pt x="675" y="134"/>
                      <a:pt x="729" y="145"/>
                    </a:cubicBezTo>
                    <a:cubicBezTo>
                      <a:pt x="767" y="150"/>
                      <a:pt x="805" y="150"/>
                      <a:pt x="843" y="150"/>
                    </a:cubicBezTo>
                    <a:cubicBezTo>
                      <a:pt x="871" y="145"/>
                      <a:pt x="892" y="139"/>
                      <a:pt x="920" y="128"/>
                    </a:cubicBezTo>
                    <a:close/>
                    <a:moveTo>
                      <a:pt x="563" y="1"/>
                    </a:moveTo>
                    <a:cubicBezTo>
                      <a:pt x="535" y="1"/>
                      <a:pt x="506" y="3"/>
                      <a:pt x="479" y="9"/>
                    </a:cubicBezTo>
                    <a:cubicBezTo>
                      <a:pt x="445" y="15"/>
                      <a:pt x="412" y="17"/>
                      <a:pt x="378" y="17"/>
                    </a:cubicBezTo>
                    <a:cubicBezTo>
                      <a:pt x="351" y="17"/>
                      <a:pt x="324" y="16"/>
                      <a:pt x="298" y="16"/>
                    </a:cubicBezTo>
                    <a:cubicBezTo>
                      <a:pt x="273" y="16"/>
                      <a:pt x="248" y="16"/>
                      <a:pt x="224" y="20"/>
                    </a:cubicBezTo>
                    <a:cubicBezTo>
                      <a:pt x="137" y="25"/>
                      <a:pt x="28" y="41"/>
                      <a:pt x="12" y="145"/>
                    </a:cubicBezTo>
                    <a:cubicBezTo>
                      <a:pt x="1" y="253"/>
                      <a:pt x="39" y="362"/>
                      <a:pt x="115" y="444"/>
                    </a:cubicBezTo>
                    <a:cubicBezTo>
                      <a:pt x="143" y="463"/>
                      <a:pt x="176" y="477"/>
                      <a:pt x="205" y="477"/>
                    </a:cubicBezTo>
                    <a:cubicBezTo>
                      <a:pt x="210" y="477"/>
                      <a:pt x="214" y="477"/>
                      <a:pt x="218" y="476"/>
                    </a:cubicBezTo>
                    <a:cubicBezTo>
                      <a:pt x="294" y="476"/>
                      <a:pt x="365" y="487"/>
                      <a:pt x="441" y="487"/>
                    </a:cubicBezTo>
                    <a:cubicBezTo>
                      <a:pt x="577" y="493"/>
                      <a:pt x="718" y="493"/>
                      <a:pt x="854" y="498"/>
                    </a:cubicBezTo>
                    <a:cubicBezTo>
                      <a:pt x="947" y="498"/>
                      <a:pt x="1050" y="476"/>
                      <a:pt x="1093" y="389"/>
                    </a:cubicBezTo>
                    <a:cubicBezTo>
                      <a:pt x="1115" y="346"/>
                      <a:pt x="1126" y="291"/>
                      <a:pt x="1121" y="243"/>
                    </a:cubicBezTo>
                    <a:cubicBezTo>
                      <a:pt x="1126" y="188"/>
                      <a:pt x="1126" y="128"/>
                      <a:pt x="1121" y="69"/>
                    </a:cubicBezTo>
                    <a:lnTo>
                      <a:pt x="1121" y="74"/>
                    </a:lnTo>
                    <a:cubicBezTo>
                      <a:pt x="1115" y="52"/>
                      <a:pt x="1099" y="41"/>
                      <a:pt x="1077" y="36"/>
                    </a:cubicBezTo>
                    <a:cubicBezTo>
                      <a:pt x="1028" y="20"/>
                      <a:pt x="974" y="12"/>
                      <a:pt x="921" y="12"/>
                    </a:cubicBezTo>
                    <a:cubicBezTo>
                      <a:pt x="863" y="12"/>
                      <a:pt x="805" y="22"/>
                      <a:pt x="751" y="41"/>
                    </a:cubicBezTo>
                    <a:lnTo>
                      <a:pt x="746" y="41"/>
                    </a:lnTo>
                    <a:cubicBezTo>
                      <a:pt x="713" y="31"/>
                      <a:pt x="680" y="20"/>
                      <a:pt x="648" y="9"/>
                    </a:cubicBezTo>
                    <a:cubicBezTo>
                      <a:pt x="621" y="3"/>
                      <a:pt x="592" y="1"/>
                      <a:pt x="5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0"/>
              <p:cNvSpPr/>
              <p:nvPr/>
            </p:nvSpPr>
            <p:spPr>
              <a:xfrm>
                <a:off x="4162200" y="5374700"/>
                <a:ext cx="7925" cy="12350"/>
              </a:xfrm>
              <a:custGeom>
                <a:rect b="b" l="l" r="r" t="t"/>
                <a:pathLst>
                  <a:path extrusionOk="0" h="494" w="317">
                    <a:moveTo>
                      <a:pt x="267" y="1"/>
                    </a:moveTo>
                    <a:cubicBezTo>
                      <a:pt x="252" y="1"/>
                      <a:pt x="238" y="8"/>
                      <a:pt x="229" y="25"/>
                    </a:cubicBezTo>
                    <a:cubicBezTo>
                      <a:pt x="180" y="150"/>
                      <a:pt x="1" y="351"/>
                      <a:pt x="120" y="481"/>
                    </a:cubicBezTo>
                    <a:cubicBezTo>
                      <a:pt x="129" y="490"/>
                      <a:pt x="139" y="493"/>
                      <a:pt x="150" y="493"/>
                    </a:cubicBezTo>
                    <a:cubicBezTo>
                      <a:pt x="174" y="493"/>
                      <a:pt x="198" y="475"/>
                      <a:pt x="202" y="449"/>
                    </a:cubicBezTo>
                    <a:cubicBezTo>
                      <a:pt x="202" y="372"/>
                      <a:pt x="218" y="302"/>
                      <a:pt x="251" y="237"/>
                    </a:cubicBezTo>
                    <a:cubicBezTo>
                      <a:pt x="289" y="177"/>
                      <a:pt x="311" y="112"/>
                      <a:pt x="316" y="46"/>
                    </a:cubicBezTo>
                    <a:cubicBezTo>
                      <a:pt x="316" y="19"/>
                      <a:pt x="291"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0"/>
              <p:cNvSpPr/>
              <p:nvPr/>
            </p:nvSpPr>
            <p:spPr>
              <a:xfrm>
                <a:off x="4167500" y="5379675"/>
                <a:ext cx="6025" cy="11075"/>
              </a:xfrm>
              <a:custGeom>
                <a:rect b="b" l="l" r="r" t="t"/>
                <a:pathLst>
                  <a:path extrusionOk="0" h="443" w="241">
                    <a:moveTo>
                      <a:pt x="180" y="1"/>
                    </a:moveTo>
                    <a:cubicBezTo>
                      <a:pt x="168" y="1"/>
                      <a:pt x="156" y="8"/>
                      <a:pt x="153" y="21"/>
                    </a:cubicBezTo>
                    <a:cubicBezTo>
                      <a:pt x="120" y="108"/>
                      <a:pt x="72" y="184"/>
                      <a:pt x="39" y="266"/>
                    </a:cubicBezTo>
                    <a:cubicBezTo>
                      <a:pt x="17" y="320"/>
                      <a:pt x="1" y="396"/>
                      <a:pt x="55" y="434"/>
                    </a:cubicBezTo>
                    <a:cubicBezTo>
                      <a:pt x="63" y="440"/>
                      <a:pt x="73" y="443"/>
                      <a:pt x="82" y="443"/>
                    </a:cubicBezTo>
                    <a:cubicBezTo>
                      <a:pt x="92" y="443"/>
                      <a:pt x="101" y="440"/>
                      <a:pt x="110" y="434"/>
                    </a:cubicBezTo>
                    <a:cubicBezTo>
                      <a:pt x="137" y="413"/>
                      <a:pt x="131" y="402"/>
                      <a:pt x="137" y="375"/>
                    </a:cubicBezTo>
                    <a:cubicBezTo>
                      <a:pt x="137" y="342"/>
                      <a:pt x="142" y="309"/>
                      <a:pt x="159" y="282"/>
                    </a:cubicBezTo>
                    <a:cubicBezTo>
                      <a:pt x="191" y="195"/>
                      <a:pt x="240" y="119"/>
                      <a:pt x="207" y="21"/>
                    </a:cubicBezTo>
                    <a:cubicBezTo>
                      <a:pt x="205" y="8"/>
                      <a:pt x="193" y="1"/>
                      <a:pt x="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0"/>
              <p:cNvSpPr/>
              <p:nvPr/>
            </p:nvSpPr>
            <p:spPr>
              <a:xfrm>
                <a:off x="4169825" y="5385125"/>
                <a:ext cx="5875" cy="10275"/>
              </a:xfrm>
              <a:custGeom>
                <a:rect b="b" l="l" r="r" t="t"/>
                <a:pathLst>
                  <a:path extrusionOk="0" h="411" w="235">
                    <a:moveTo>
                      <a:pt x="196" y="0"/>
                    </a:moveTo>
                    <a:cubicBezTo>
                      <a:pt x="177" y="0"/>
                      <a:pt x="156" y="15"/>
                      <a:pt x="153" y="37"/>
                    </a:cubicBezTo>
                    <a:cubicBezTo>
                      <a:pt x="147" y="75"/>
                      <a:pt x="120" y="97"/>
                      <a:pt x="98" y="124"/>
                    </a:cubicBezTo>
                    <a:cubicBezTo>
                      <a:pt x="82" y="157"/>
                      <a:pt x="66" y="189"/>
                      <a:pt x="60" y="227"/>
                    </a:cubicBezTo>
                    <a:cubicBezTo>
                      <a:pt x="38" y="287"/>
                      <a:pt x="0" y="369"/>
                      <a:pt x="71" y="407"/>
                    </a:cubicBezTo>
                    <a:cubicBezTo>
                      <a:pt x="76" y="409"/>
                      <a:pt x="82" y="411"/>
                      <a:pt x="87" y="411"/>
                    </a:cubicBezTo>
                    <a:cubicBezTo>
                      <a:pt x="93" y="411"/>
                      <a:pt x="98" y="409"/>
                      <a:pt x="104" y="407"/>
                    </a:cubicBezTo>
                    <a:cubicBezTo>
                      <a:pt x="163" y="363"/>
                      <a:pt x="158" y="265"/>
                      <a:pt x="180" y="200"/>
                    </a:cubicBezTo>
                    <a:cubicBezTo>
                      <a:pt x="207" y="135"/>
                      <a:pt x="234" y="102"/>
                      <a:pt x="223" y="26"/>
                    </a:cubicBezTo>
                    <a:cubicBezTo>
                      <a:pt x="221" y="8"/>
                      <a:pt x="209" y="0"/>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0"/>
              <p:cNvSpPr/>
              <p:nvPr/>
            </p:nvSpPr>
            <p:spPr>
              <a:xfrm>
                <a:off x="4173225" y="5390250"/>
                <a:ext cx="5175" cy="10350"/>
              </a:xfrm>
              <a:custGeom>
                <a:rect b="b" l="l" r="r" t="t"/>
                <a:pathLst>
                  <a:path extrusionOk="0" h="414" w="207">
                    <a:moveTo>
                      <a:pt x="136" y="0"/>
                    </a:moveTo>
                    <a:lnTo>
                      <a:pt x="136" y="6"/>
                    </a:lnTo>
                    <a:cubicBezTo>
                      <a:pt x="103" y="6"/>
                      <a:pt x="93" y="44"/>
                      <a:pt x="120" y="60"/>
                    </a:cubicBezTo>
                    <a:cubicBezTo>
                      <a:pt x="131" y="66"/>
                      <a:pt x="71" y="169"/>
                      <a:pt x="60" y="185"/>
                    </a:cubicBezTo>
                    <a:cubicBezTo>
                      <a:pt x="33" y="251"/>
                      <a:pt x="0" y="332"/>
                      <a:pt x="44" y="397"/>
                    </a:cubicBezTo>
                    <a:cubicBezTo>
                      <a:pt x="49" y="408"/>
                      <a:pt x="60" y="414"/>
                      <a:pt x="72" y="414"/>
                    </a:cubicBezTo>
                    <a:cubicBezTo>
                      <a:pt x="83" y="414"/>
                      <a:pt x="95" y="408"/>
                      <a:pt x="103" y="397"/>
                    </a:cubicBezTo>
                    <a:cubicBezTo>
                      <a:pt x="136" y="310"/>
                      <a:pt x="169" y="223"/>
                      <a:pt x="190" y="136"/>
                    </a:cubicBezTo>
                    <a:cubicBezTo>
                      <a:pt x="201" y="87"/>
                      <a:pt x="207"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0"/>
              <p:cNvSpPr/>
              <p:nvPr/>
            </p:nvSpPr>
            <p:spPr>
              <a:xfrm>
                <a:off x="4187225" y="5410850"/>
                <a:ext cx="5575" cy="9950"/>
              </a:xfrm>
              <a:custGeom>
                <a:rect b="b" l="l" r="r" t="t"/>
                <a:pathLst>
                  <a:path extrusionOk="0" h="398" w="223">
                    <a:moveTo>
                      <a:pt x="179" y="0"/>
                    </a:moveTo>
                    <a:cubicBezTo>
                      <a:pt x="159" y="0"/>
                      <a:pt x="139" y="14"/>
                      <a:pt x="136" y="41"/>
                    </a:cubicBezTo>
                    <a:cubicBezTo>
                      <a:pt x="125" y="133"/>
                      <a:pt x="0" y="323"/>
                      <a:pt x="103" y="394"/>
                    </a:cubicBezTo>
                    <a:cubicBezTo>
                      <a:pt x="108" y="396"/>
                      <a:pt x="114" y="398"/>
                      <a:pt x="121" y="398"/>
                    </a:cubicBezTo>
                    <a:cubicBezTo>
                      <a:pt x="130" y="398"/>
                      <a:pt x="140" y="395"/>
                      <a:pt x="147" y="389"/>
                    </a:cubicBezTo>
                    <a:cubicBezTo>
                      <a:pt x="185" y="351"/>
                      <a:pt x="179" y="275"/>
                      <a:pt x="190" y="226"/>
                    </a:cubicBezTo>
                    <a:cubicBezTo>
                      <a:pt x="212" y="166"/>
                      <a:pt x="223" y="101"/>
                      <a:pt x="223" y="41"/>
                    </a:cubicBezTo>
                    <a:cubicBezTo>
                      <a:pt x="220" y="14"/>
                      <a:pt x="200"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0"/>
              <p:cNvSpPr/>
              <p:nvPr/>
            </p:nvSpPr>
            <p:spPr>
              <a:xfrm>
                <a:off x="4191425" y="5415125"/>
                <a:ext cx="5725" cy="10200"/>
              </a:xfrm>
              <a:custGeom>
                <a:rect b="b" l="l" r="r" t="t"/>
                <a:pathLst>
                  <a:path extrusionOk="0" h="408" w="229">
                    <a:moveTo>
                      <a:pt x="196" y="0"/>
                    </a:moveTo>
                    <a:cubicBezTo>
                      <a:pt x="180" y="0"/>
                      <a:pt x="164" y="11"/>
                      <a:pt x="164" y="33"/>
                    </a:cubicBezTo>
                    <a:cubicBezTo>
                      <a:pt x="164" y="147"/>
                      <a:pt x="1" y="272"/>
                      <a:pt x="88" y="392"/>
                    </a:cubicBezTo>
                    <a:cubicBezTo>
                      <a:pt x="93" y="402"/>
                      <a:pt x="109" y="408"/>
                      <a:pt x="126" y="408"/>
                    </a:cubicBezTo>
                    <a:lnTo>
                      <a:pt x="142" y="402"/>
                    </a:lnTo>
                    <a:cubicBezTo>
                      <a:pt x="164" y="397"/>
                      <a:pt x="169" y="370"/>
                      <a:pt x="158" y="354"/>
                    </a:cubicBezTo>
                    <a:cubicBezTo>
                      <a:pt x="147" y="348"/>
                      <a:pt x="164" y="288"/>
                      <a:pt x="164" y="277"/>
                    </a:cubicBezTo>
                    <a:cubicBezTo>
                      <a:pt x="175" y="250"/>
                      <a:pt x="180" y="223"/>
                      <a:pt x="196" y="196"/>
                    </a:cubicBezTo>
                    <a:cubicBezTo>
                      <a:pt x="218" y="142"/>
                      <a:pt x="229" y="87"/>
                      <a:pt x="229" y="33"/>
                    </a:cubicBezTo>
                    <a:cubicBezTo>
                      <a:pt x="229" y="11"/>
                      <a:pt x="213" y="0"/>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0"/>
              <p:cNvSpPr/>
              <p:nvPr/>
            </p:nvSpPr>
            <p:spPr>
              <a:xfrm>
                <a:off x="4196875" y="5423200"/>
                <a:ext cx="1925" cy="6050"/>
              </a:xfrm>
              <a:custGeom>
                <a:rect b="b" l="l" r="r" t="t"/>
                <a:pathLst>
                  <a:path extrusionOk="0" h="242" w="77">
                    <a:moveTo>
                      <a:pt x="38" y="1"/>
                    </a:moveTo>
                    <a:cubicBezTo>
                      <a:pt x="26" y="1"/>
                      <a:pt x="14" y="9"/>
                      <a:pt x="11" y="25"/>
                    </a:cubicBezTo>
                    <a:cubicBezTo>
                      <a:pt x="5" y="58"/>
                      <a:pt x="5" y="90"/>
                      <a:pt x="0" y="123"/>
                    </a:cubicBezTo>
                    <a:cubicBezTo>
                      <a:pt x="0" y="156"/>
                      <a:pt x="0" y="188"/>
                      <a:pt x="11" y="221"/>
                    </a:cubicBezTo>
                    <a:cubicBezTo>
                      <a:pt x="16" y="234"/>
                      <a:pt x="27" y="241"/>
                      <a:pt x="38" y="241"/>
                    </a:cubicBezTo>
                    <a:cubicBezTo>
                      <a:pt x="49" y="241"/>
                      <a:pt x="60" y="234"/>
                      <a:pt x="65" y="221"/>
                    </a:cubicBezTo>
                    <a:cubicBezTo>
                      <a:pt x="76" y="188"/>
                      <a:pt x="76" y="156"/>
                      <a:pt x="76" y="123"/>
                    </a:cubicBezTo>
                    <a:cubicBezTo>
                      <a:pt x="76" y="90"/>
                      <a:pt x="76" y="52"/>
                      <a:pt x="65" y="25"/>
                    </a:cubicBezTo>
                    <a:cubicBezTo>
                      <a:pt x="63" y="9"/>
                      <a:pt x="50" y="1"/>
                      <a:pt x="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0"/>
              <p:cNvSpPr/>
              <p:nvPr/>
            </p:nvSpPr>
            <p:spPr>
              <a:xfrm>
                <a:off x="4250950" y="5352625"/>
                <a:ext cx="29450" cy="40700"/>
              </a:xfrm>
              <a:custGeom>
                <a:rect b="b" l="l" r="r" t="t"/>
                <a:pathLst>
                  <a:path extrusionOk="0" h="1628" w="1178">
                    <a:moveTo>
                      <a:pt x="871" y="1"/>
                    </a:moveTo>
                    <a:cubicBezTo>
                      <a:pt x="801" y="1"/>
                      <a:pt x="730" y="30"/>
                      <a:pt x="680" y="92"/>
                    </a:cubicBezTo>
                    <a:cubicBezTo>
                      <a:pt x="588" y="195"/>
                      <a:pt x="571" y="326"/>
                      <a:pt x="544" y="456"/>
                    </a:cubicBezTo>
                    <a:cubicBezTo>
                      <a:pt x="522" y="532"/>
                      <a:pt x="501" y="609"/>
                      <a:pt x="484" y="690"/>
                    </a:cubicBezTo>
                    <a:cubicBezTo>
                      <a:pt x="468" y="788"/>
                      <a:pt x="408" y="859"/>
                      <a:pt x="365" y="951"/>
                    </a:cubicBezTo>
                    <a:cubicBezTo>
                      <a:pt x="294" y="1098"/>
                      <a:pt x="196" y="1234"/>
                      <a:pt x="87" y="1359"/>
                    </a:cubicBezTo>
                    <a:cubicBezTo>
                      <a:pt x="28" y="1435"/>
                      <a:pt x="0" y="1511"/>
                      <a:pt x="93" y="1571"/>
                    </a:cubicBezTo>
                    <a:cubicBezTo>
                      <a:pt x="154" y="1611"/>
                      <a:pt x="217" y="1627"/>
                      <a:pt x="281" y="1627"/>
                    </a:cubicBezTo>
                    <a:cubicBezTo>
                      <a:pt x="478" y="1627"/>
                      <a:pt x="675" y="1466"/>
                      <a:pt x="794" y="1326"/>
                    </a:cubicBezTo>
                    <a:cubicBezTo>
                      <a:pt x="908" y="1190"/>
                      <a:pt x="995" y="1038"/>
                      <a:pt x="1060" y="870"/>
                    </a:cubicBezTo>
                    <a:cubicBezTo>
                      <a:pt x="1093" y="793"/>
                      <a:pt x="1120" y="712"/>
                      <a:pt x="1142" y="630"/>
                    </a:cubicBezTo>
                    <a:cubicBezTo>
                      <a:pt x="1164" y="571"/>
                      <a:pt x="1164" y="505"/>
                      <a:pt x="1137" y="446"/>
                    </a:cubicBezTo>
                    <a:cubicBezTo>
                      <a:pt x="1137" y="435"/>
                      <a:pt x="1126" y="429"/>
                      <a:pt x="1120" y="424"/>
                    </a:cubicBezTo>
                    <a:lnTo>
                      <a:pt x="1104" y="424"/>
                    </a:lnTo>
                    <a:cubicBezTo>
                      <a:pt x="1102" y="423"/>
                      <a:pt x="1101" y="423"/>
                      <a:pt x="1099" y="423"/>
                    </a:cubicBezTo>
                    <a:cubicBezTo>
                      <a:pt x="1070" y="423"/>
                      <a:pt x="1057" y="468"/>
                      <a:pt x="1088" y="478"/>
                    </a:cubicBezTo>
                    <a:cubicBezTo>
                      <a:pt x="1158" y="494"/>
                      <a:pt x="984" y="875"/>
                      <a:pt x="973" y="902"/>
                    </a:cubicBezTo>
                    <a:cubicBezTo>
                      <a:pt x="914" y="1043"/>
                      <a:pt x="832" y="1174"/>
                      <a:pt x="740" y="1294"/>
                    </a:cubicBezTo>
                    <a:cubicBezTo>
                      <a:pt x="642" y="1413"/>
                      <a:pt x="528" y="1533"/>
                      <a:pt x="376" y="1571"/>
                    </a:cubicBezTo>
                    <a:cubicBezTo>
                      <a:pt x="353" y="1578"/>
                      <a:pt x="321" y="1582"/>
                      <a:pt x="287" y="1582"/>
                    </a:cubicBezTo>
                    <a:cubicBezTo>
                      <a:pt x="192" y="1582"/>
                      <a:pt x="81" y="1546"/>
                      <a:pt x="126" y="1429"/>
                    </a:cubicBezTo>
                    <a:cubicBezTo>
                      <a:pt x="136" y="1408"/>
                      <a:pt x="164" y="1386"/>
                      <a:pt x="180" y="1370"/>
                    </a:cubicBezTo>
                    <a:lnTo>
                      <a:pt x="180" y="1364"/>
                    </a:lnTo>
                    <a:cubicBezTo>
                      <a:pt x="202" y="1332"/>
                      <a:pt x="223" y="1299"/>
                      <a:pt x="245" y="1266"/>
                    </a:cubicBezTo>
                    <a:cubicBezTo>
                      <a:pt x="283" y="1207"/>
                      <a:pt x="332" y="1158"/>
                      <a:pt x="370" y="1098"/>
                    </a:cubicBezTo>
                    <a:cubicBezTo>
                      <a:pt x="408" y="1038"/>
                      <a:pt x="424" y="978"/>
                      <a:pt x="457" y="924"/>
                    </a:cubicBezTo>
                    <a:cubicBezTo>
                      <a:pt x="490" y="870"/>
                      <a:pt x="522" y="810"/>
                      <a:pt x="539" y="750"/>
                    </a:cubicBezTo>
                    <a:cubicBezTo>
                      <a:pt x="555" y="685"/>
                      <a:pt x="571" y="609"/>
                      <a:pt x="588" y="538"/>
                    </a:cubicBezTo>
                    <a:cubicBezTo>
                      <a:pt x="626" y="402"/>
                      <a:pt x="631" y="234"/>
                      <a:pt x="729" y="119"/>
                    </a:cubicBezTo>
                    <a:cubicBezTo>
                      <a:pt x="769" y="72"/>
                      <a:pt x="829" y="46"/>
                      <a:pt x="891" y="46"/>
                    </a:cubicBezTo>
                    <a:cubicBezTo>
                      <a:pt x="928" y="46"/>
                      <a:pt x="966" y="55"/>
                      <a:pt x="1001" y="76"/>
                    </a:cubicBezTo>
                    <a:cubicBezTo>
                      <a:pt x="1060" y="136"/>
                      <a:pt x="1104" y="212"/>
                      <a:pt x="1137" y="288"/>
                    </a:cubicBezTo>
                    <a:cubicBezTo>
                      <a:pt x="1137" y="299"/>
                      <a:pt x="1144" y="304"/>
                      <a:pt x="1152" y="304"/>
                    </a:cubicBezTo>
                    <a:cubicBezTo>
                      <a:pt x="1164" y="304"/>
                      <a:pt x="1178" y="293"/>
                      <a:pt x="1175" y="277"/>
                    </a:cubicBezTo>
                    <a:cubicBezTo>
                      <a:pt x="1169" y="223"/>
                      <a:pt x="1126" y="185"/>
                      <a:pt x="1099" y="141"/>
                    </a:cubicBezTo>
                    <a:cubicBezTo>
                      <a:pt x="1053" y="49"/>
                      <a:pt x="962" y="1"/>
                      <a:pt x="8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0"/>
              <p:cNvSpPr/>
              <p:nvPr/>
            </p:nvSpPr>
            <p:spPr>
              <a:xfrm>
                <a:off x="4238175" y="5403425"/>
                <a:ext cx="14975" cy="15500"/>
              </a:xfrm>
              <a:custGeom>
                <a:rect b="b" l="l" r="r" t="t"/>
                <a:pathLst>
                  <a:path extrusionOk="0" h="620" w="599">
                    <a:moveTo>
                      <a:pt x="397" y="1"/>
                    </a:moveTo>
                    <a:cubicBezTo>
                      <a:pt x="386" y="1"/>
                      <a:pt x="376" y="6"/>
                      <a:pt x="381" y="17"/>
                    </a:cubicBezTo>
                    <a:cubicBezTo>
                      <a:pt x="463" y="142"/>
                      <a:pt x="463" y="300"/>
                      <a:pt x="386" y="430"/>
                    </a:cubicBezTo>
                    <a:cubicBezTo>
                      <a:pt x="354" y="501"/>
                      <a:pt x="278" y="550"/>
                      <a:pt x="202" y="555"/>
                    </a:cubicBezTo>
                    <a:cubicBezTo>
                      <a:pt x="39" y="555"/>
                      <a:pt x="77" y="294"/>
                      <a:pt x="120" y="202"/>
                    </a:cubicBezTo>
                    <a:cubicBezTo>
                      <a:pt x="127" y="191"/>
                      <a:pt x="116" y="183"/>
                      <a:pt x="106" y="183"/>
                    </a:cubicBezTo>
                    <a:cubicBezTo>
                      <a:pt x="100" y="183"/>
                      <a:pt x="95" y="185"/>
                      <a:pt x="93" y="191"/>
                    </a:cubicBezTo>
                    <a:cubicBezTo>
                      <a:pt x="55" y="289"/>
                      <a:pt x="1" y="495"/>
                      <a:pt x="93" y="577"/>
                    </a:cubicBezTo>
                    <a:cubicBezTo>
                      <a:pt x="125" y="607"/>
                      <a:pt x="165" y="619"/>
                      <a:pt x="208" y="619"/>
                    </a:cubicBezTo>
                    <a:cubicBezTo>
                      <a:pt x="266" y="619"/>
                      <a:pt x="328" y="595"/>
                      <a:pt x="376" y="561"/>
                    </a:cubicBezTo>
                    <a:cubicBezTo>
                      <a:pt x="517" y="436"/>
                      <a:pt x="598" y="109"/>
                      <a:pt x="3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0"/>
              <p:cNvSpPr/>
              <p:nvPr/>
            </p:nvSpPr>
            <p:spPr>
              <a:xfrm>
                <a:off x="4225275" y="5431400"/>
                <a:ext cx="7575" cy="8700"/>
              </a:xfrm>
              <a:custGeom>
                <a:rect b="b" l="l" r="r" t="t"/>
                <a:pathLst>
                  <a:path extrusionOk="0" h="348" w="303">
                    <a:moveTo>
                      <a:pt x="36" y="0"/>
                    </a:moveTo>
                    <a:cubicBezTo>
                      <a:pt x="23" y="0"/>
                      <a:pt x="11" y="10"/>
                      <a:pt x="11" y="29"/>
                    </a:cubicBezTo>
                    <a:cubicBezTo>
                      <a:pt x="0" y="105"/>
                      <a:pt x="6" y="181"/>
                      <a:pt x="27" y="257"/>
                    </a:cubicBezTo>
                    <a:cubicBezTo>
                      <a:pt x="44" y="312"/>
                      <a:pt x="94" y="347"/>
                      <a:pt x="146" y="347"/>
                    </a:cubicBezTo>
                    <a:cubicBezTo>
                      <a:pt x="161" y="347"/>
                      <a:pt x="176" y="345"/>
                      <a:pt x="190" y="339"/>
                    </a:cubicBezTo>
                    <a:cubicBezTo>
                      <a:pt x="274" y="292"/>
                      <a:pt x="302" y="38"/>
                      <a:pt x="184" y="38"/>
                    </a:cubicBezTo>
                    <a:cubicBezTo>
                      <a:pt x="179" y="38"/>
                      <a:pt x="174" y="39"/>
                      <a:pt x="169" y="40"/>
                    </a:cubicBezTo>
                    <a:cubicBezTo>
                      <a:pt x="147" y="45"/>
                      <a:pt x="141" y="72"/>
                      <a:pt x="158" y="89"/>
                    </a:cubicBezTo>
                    <a:cubicBezTo>
                      <a:pt x="196" y="121"/>
                      <a:pt x="207" y="257"/>
                      <a:pt x="147" y="273"/>
                    </a:cubicBezTo>
                    <a:cubicBezTo>
                      <a:pt x="141" y="275"/>
                      <a:pt x="135" y="276"/>
                      <a:pt x="130" y="276"/>
                    </a:cubicBezTo>
                    <a:cubicBezTo>
                      <a:pt x="56" y="276"/>
                      <a:pt x="65" y="69"/>
                      <a:pt x="65" y="29"/>
                    </a:cubicBezTo>
                    <a:cubicBezTo>
                      <a:pt x="63" y="10"/>
                      <a:pt x="49" y="0"/>
                      <a:pt x="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120"/>
            <p:cNvGrpSpPr/>
            <p:nvPr/>
          </p:nvGrpSpPr>
          <p:grpSpPr>
            <a:xfrm>
              <a:off x="7007683" y="4206649"/>
              <a:ext cx="274318" cy="257182"/>
              <a:chOff x="4466350" y="5340300"/>
              <a:chExt cx="176150" cy="165625"/>
            </a:xfrm>
          </p:grpSpPr>
          <p:sp>
            <p:nvSpPr>
              <p:cNvPr id="6135" name="Google Shape;6135;p120"/>
              <p:cNvSpPr/>
              <p:nvPr/>
            </p:nvSpPr>
            <p:spPr>
              <a:xfrm>
                <a:off x="4466350" y="5340300"/>
                <a:ext cx="176150" cy="165625"/>
              </a:xfrm>
              <a:custGeom>
                <a:rect b="b" l="l" r="r" t="t"/>
                <a:pathLst>
                  <a:path extrusionOk="0" h="6625" w="7046">
                    <a:moveTo>
                      <a:pt x="4327" y="210"/>
                    </a:moveTo>
                    <a:lnTo>
                      <a:pt x="4327" y="210"/>
                    </a:lnTo>
                    <a:cubicBezTo>
                      <a:pt x="4246" y="259"/>
                      <a:pt x="4180" y="324"/>
                      <a:pt x="4121" y="395"/>
                    </a:cubicBezTo>
                    <a:cubicBezTo>
                      <a:pt x="4039" y="498"/>
                      <a:pt x="3947" y="601"/>
                      <a:pt x="3854" y="694"/>
                    </a:cubicBezTo>
                    <a:cubicBezTo>
                      <a:pt x="3832" y="716"/>
                      <a:pt x="3794" y="737"/>
                      <a:pt x="3784" y="770"/>
                    </a:cubicBezTo>
                    <a:lnTo>
                      <a:pt x="3778" y="775"/>
                    </a:lnTo>
                    <a:lnTo>
                      <a:pt x="3773" y="775"/>
                    </a:lnTo>
                    <a:cubicBezTo>
                      <a:pt x="3724" y="748"/>
                      <a:pt x="3648" y="759"/>
                      <a:pt x="3593" y="743"/>
                    </a:cubicBezTo>
                    <a:cubicBezTo>
                      <a:pt x="3463" y="705"/>
                      <a:pt x="3343" y="640"/>
                      <a:pt x="3213" y="607"/>
                    </a:cubicBezTo>
                    <a:cubicBezTo>
                      <a:pt x="3077" y="580"/>
                      <a:pt x="2941" y="542"/>
                      <a:pt x="2811" y="493"/>
                    </a:cubicBezTo>
                    <a:cubicBezTo>
                      <a:pt x="2691" y="455"/>
                      <a:pt x="2582" y="400"/>
                      <a:pt x="2479" y="341"/>
                    </a:cubicBezTo>
                    <a:cubicBezTo>
                      <a:pt x="2441" y="303"/>
                      <a:pt x="2397" y="275"/>
                      <a:pt x="2348" y="259"/>
                    </a:cubicBezTo>
                    <a:cubicBezTo>
                      <a:pt x="2327" y="248"/>
                      <a:pt x="2305" y="254"/>
                      <a:pt x="2283" y="243"/>
                    </a:cubicBezTo>
                    <a:cubicBezTo>
                      <a:pt x="2267" y="237"/>
                      <a:pt x="2256" y="232"/>
                      <a:pt x="2240" y="221"/>
                    </a:cubicBezTo>
                    <a:lnTo>
                      <a:pt x="2245" y="221"/>
                    </a:lnTo>
                    <a:cubicBezTo>
                      <a:pt x="2441" y="221"/>
                      <a:pt x="2631" y="237"/>
                      <a:pt x="2821" y="243"/>
                    </a:cubicBezTo>
                    <a:cubicBezTo>
                      <a:pt x="2971" y="246"/>
                      <a:pt x="3127" y="253"/>
                      <a:pt x="3278" y="253"/>
                    </a:cubicBezTo>
                    <a:cubicBezTo>
                      <a:pt x="3346" y="253"/>
                      <a:pt x="3413" y="252"/>
                      <a:pt x="3479" y="248"/>
                    </a:cubicBezTo>
                    <a:cubicBezTo>
                      <a:pt x="3697" y="232"/>
                      <a:pt x="3887" y="226"/>
                      <a:pt x="4099" y="226"/>
                    </a:cubicBezTo>
                    <a:cubicBezTo>
                      <a:pt x="4175" y="226"/>
                      <a:pt x="4251" y="221"/>
                      <a:pt x="4327" y="210"/>
                    </a:cubicBezTo>
                    <a:close/>
                    <a:moveTo>
                      <a:pt x="4496" y="330"/>
                    </a:moveTo>
                    <a:cubicBezTo>
                      <a:pt x="4485" y="368"/>
                      <a:pt x="4479" y="406"/>
                      <a:pt x="4474" y="444"/>
                    </a:cubicBezTo>
                    <a:cubicBezTo>
                      <a:pt x="4468" y="547"/>
                      <a:pt x="4452" y="650"/>
                      <a:pt x="4430" y="754"/>
                    </a:cubicBezTo>
                    <a:cubicBezTo>
                      <a:pt x="4403" y="862"/>
                      <a:pt x="4371" y="966"/>
                      <a:pt x="4343" y="1069"/>
                    </a:cubicBezTo>
                    <a:cubicBezTo>
                      <a:pt x="4322" y="1172"/>
                      <a:pt x="4294" y="1270"/>
                      <a:pt x="4251" y="1363"/>
                    </a:cubicBezTo>
                    <a:cubicBezTo>
                      <a:pt x="4235" y="1390"/>
                      <a:pt x="4218" y="1433"/>
                      <a:pt x="4202" y="1433"/>
                    </a:cubicBezTo>
                    <a:cubicBezTo>
                      <a:pt x="4186" y="1433"/>
                      <a:pt x="4115" y="1363"/>
                      <a:pt x="4099" y="1346"/>
                    </a:cubicBezTo>
                    <a:cubicBezTo>
                      <a:pt x="4023" y="1281"/>
                      <a:pt x="3952" y="1205"/>
                      <a:pt x="3887" y="1134"/>
                    </a:cubicBezTo>
                    <a:cubicBezTo>
                      <a:pt x="3843" y="1080"/>
                      <a:pt x="3811" y="1020"/>
                      <a:pt x="3767" y="971"/>
                    </a:cubicBezTo>
                    <a:lnTo>
                      <a:pt x="3811" y="971"/>
                    </a:lnTo>
                    <a:cubicBezTo>
                      <a:pt x="3881" y="966"/>
                      <a:pt x="3909" y="911"/>
                      <a:pt x="3947" y="868"/>
                    </a:cubicBezTo>
                    <a:cubicBezTo>
                      <a:pt x="3990" y="819"/>
                      <a:pt x="4050" y="770"/>
                      <a:pt x="4093" y="716"/>
                    </a:cubicBezTo>
                    <a:cubicBezTo>
                      <a:pt x="4142" y="661"/>
                      <a:pt x="4197" y="607"/>
                      <a:pt x="4240" y="553"/>
                    </a:cubicBezTo>
                    <a:cubicBezTo>
                      <a:pt x="4289" y="487"/>
                      <a:pt x="4343" y="433"/>
                      <a:pt x="4409" y="384"/>
                    </a:cubicBezTo>
                    <a:lnTo>
                      <a:pt x="4409" y="390"/>
                    </a:lnTo>
                    <a:cubicBezTo>
                      <a:pt x="4436" y="368"/>
                      <a:pt x="4468" y="351"/>
                      <a:pt x="4496" y="330"/>
                    </a:cubicBezTo>
                    <a:close/>
                    <a:moveTo>
                      <a:pt x="2262" y="346"/>
                    </a:moveTo>
                    <a:lnTo>
                      <a:pt x="2278" y="357"/>
                    </a:lnTo>
                    <a:cubicBezTo>
                      <a:pt x="2332" y="384"/>
                      <a:pt x="2381" y="428"/>
                      <a:pt x="2425" y="471"/>
                    </a:cubicBezTo>
                    <a:cubicBezTo>
                      <a:pt x="2539" y="547"/>
                      <a:pt x="2664" y="612"/>
                      <a:pt x="2794" y="667"/>
                    </a:cubicBezTo>
                    <a:cubicBezTo>
                      <a:pt x="2930" y="716"/>
                      <a:pt x="3071" y="759"/>
                      <a:pt x="3213" y="786"/>
                    </a:cubicBezTo>
                    <a:cubicBezTo>
                      <a:pt x="3294" y="813"/>
                      <a:pt x="3376" y="846"/>
                      <a:pt x="3452" y="884"/>
                    </a:cubicBezTo>
                    <a:cubicBezTo>
                      <a:pt x="3398" y="933"/>
                      <a:pt x="3349" y="987"/>
                      <a:pt x="3305" y="1047"/>
                    </a:cubicBezTo>
                    <a:cubicBezTo>
                      <a:pt x="3245" y="1129"/>
                      <a:pt x="3180" y="1205"/>
                      <a:pt x="3109" y="1276"/>
                    </a:cubicBezTo>
                    <a:cubicBezTo>
                      <a:pt x="3044" y="1341"/>
                      <a:pt x="2968" y="1406"/>
                      <a:pt x="2892" y="1460"/>
                    </a:cubicBezTo>
                    <a:cubicBezTo>
                      <a:pt x="2872" y="1476"/>
                      <a:pt x="2832" y="1510"/>
                      <a:pt x="2796" y="1510"/>
                    </a:cubicBezTo>
                    <a:cubicBezTo>
                      <a:pt x="2794" y="1510"/>
                      <a:pt x="2791" y="1510"/>
                      <a:pt x="2789" y="1509"/>
                    </a:cubicBezTo>
                    <a:cubicBezTo>
                      <a:pt x="2756" y="1498"/>
                      <a:pt x="2713" y="1428"/>
                      <a:pt x="2691" y="1395"/>
                    </a:cubicBezTo>
                    <a:cubicBezTo>
                      <a:pt x="2620" y="1308"/>
                      <a:pt x="2560" y="1205"/>
                      <a:pt x="2517" y="1102"/>
                    </a:cubicBezTo>
                    <a:cubicBezTo>
                      <a:pt x="2474" y="993"/>
                      <a:pt x="2441" y="879"/>
                      <a:pt x="2392" y="775"/>
                    </a:cubicBezTo>
                    <a:cubicBezTo>
                      <a:pt x="2338" y="661"/>
                      <a:pt x="2294" y="547"/>
                      <a:pt x="2272" y="422"/>
                    </a:cubicBezTo>
                    <a:cubicBezTo>
                      <a:pt x="2267" y="400"/>
                      <a:pt x="2267" y="373"/>
                      <a:pt x="2262" y="346"/>
                    </a:cubicBezTo>
                    <a:close/>
                    <a:moveTo>
                      <a:pt x="6648" y="4298"/>
                    </a:moveTo>
                    <a:cubicBezTo>
                      <a:pt x="6654" y="4314"/>
                      <a:pt x="6665" y="4336"/>
                      <a:pt x="6675" y="4358"/>
                    </a:cubicBezTo>
                    <a:cubicBezTo>
                      <a:pt x="6697" y="4417"/>
                      <a:pt x="6719" y="4483"/>
                      <a:pt x="6730" y="4548"/>
                    </a:cubicBezTo>
                    <a:cubicBezTo>
                      <a:pt x="6751" y="4629"/>
                      <a:pt x="6779" y="4771"/>
                      <a:pt x="6686" y="4820"/>
                    </a:cubicBezTo>
                    <a:cubicBezTo>
                      <a:pt x="6605" y="4859"/>
                      <a:pt x="6518" y="4878"/>
                      <a:pt x="6431" y="4878"/>
                    </a:cubicBezTo>
                    <a:cubicBezTo>
                      <a:pt x="6396" y="4878"/>
                      <a:pt x="6362" y="4875"/>
                      <a:pt x="6327" y="4869"/>
                    </a:cubicBezTo>
                    <a:cubicBezTo>
                      <a:pt x="6300" y="4863"/>
                      <a:pt x="6274" y="4860"/>
                      <a:pt x="6249" y="4860"/>
                    </a:cubicBezTo>
                    <a:cubicBezTo>
                      <a:pt x="6224" y="4860"/>
                      <a:pt x="6200" y="4863"/>
                      <a:pt x="6175" y="4869"/>
                    </a:cubicBezTo>
                    <a:cubicBezTo>
                      <a:pt x="6164" y="4809"/>
                      <a:pt x="6154" y="4754"/>
                      <a:pt x="6143" y="4700"/>
                    </a:cubicBezTo>
                    <a:cubicBezTo>
                      <a:pt x="6132" y="4629"/>
                      <a:pt x="6121" y="4559"/>
                      <a:pt x="6105" y="4488"/>
                    </a:cubicBezTo>
                    <a:cubicBezTo>
                      <a:pt x="6121" y="4488"/>
                      <a:pt x="6132" y="4483"/>
                      <a:pt x="6143" y="4472"/>
                    </a:cubicBezTo>
                    <a:cubicBezTo>
                      <a:pt x="6154" y="4466"/>
                      <a:pt x="6159" y="4461"/>
                      <a:pt x="6170" y="4455"/>
                    </a:cubicBezTo>
                    <a:cubicBezTo>
                      <a:pt x="6202" y="4450"/>
                      <a:pt x="6235" y="4445"/>
                      <a:pt x="6268" y="4439"/>
                    </a:cubicBezTo>
                    <a:cubicBezTo>
                      <a:pt x="6344" y="4407"/>
                      <a:pt x="6425" y="4358"/>
                      <a:pt x="6507" y="4336"/>
                    </a:cubicBezTo>
                    <a:cubicBezTo>
                      <a:pt x="6534" y="4325"/>
                      <a:pt x="6567" y="4325"/>
                      <a:pt x="6599" y="4314"/>
                    </a:cubicBezTo>
                    <a:cubicBezTo>
                      <a:pt x="6616" y="4309"/>
                      <a:pt x="6632" y="4303"/>
                      <a:pt x="6648" y="4298"/>
                    </a:cubicBezTo>
                    <a:close/>
                    <a:moveTo>
                      <a:pt x="1180" y="4667"/>
                    </a:moveTo>
                    <a:lnTo>
                      <a:pt x="1180" y="4667"/>
                    </a:lnTo>
                    <a:cubicBezTo>
                      <a:pt x="1169" y="4782"/>
                      <a:pt x="1158" y="4896"/>
                      <a:pt x="1147" y="5004"/>
                    </a:cubicBezTo>
                    <a:lnTo>
                      <a:pt x="1147" y="5010"/>
                    </a:lnTo>
                    <a:cubicBezTo>
                      <a:pt x="1136" y="5119"/>
                      <a:pt x="1131" y="5233"/>
                      <a:pt x="1120" y="5347"/>
                    </a:cubicBezTo>
                    <a:lnTo>
                      <a:pt x="1109" y="5347"/>
                    </a:lnTo>
                    <a:cubicBezTo>
                      <a:pt x="1103" y="5343"/>
                      <a:pt x="1097" y="5341"/>
                      <a:pt x="1090" y="5341"/>
                    </a:cubicBezTo>
                    <a:cubicBezTo>
                      <a:pt x="1079" y="5341"/>
                      <a:pt x="1067" y="5347"/>
                      <a:pt x="1060" y="5358"/>
                    </a:cubicBezTo>
                    <a:lnTo>
                      <a:pt x="1044" y="5363"/>
                    </a:lnTo>
                    <a:cubicBezTo>
                      <a:pt x="1033" y="5358"/>
                      <a:pt x="1019" y="5355"/>
                      <a:pt x="1005" y="5355"/>
                    </a:cubicBezTo>
                    <a:cubicBezTo>
                      <a:pt x="991" y="5355"/>
                      <a:pt x="976" y="5358"/>
                      <a:pt x="962" y="5363"/>
                    </a:cubicBezTo>
                    <a:cubicBezTo>
                      <a:pt x="946" y="5352"/>
                      <a:pt x="924" y="5347"/>
                      <a:pt x="903" y="5336"/>
                    </a:cubicBezTo>
                    <a:cubicBezTo>
                      <a:pt x="875" y="5331"/>
                      <a:pt x="854" y="5331"/>
                      <a:pt x="826" y="5325"/>
                    </a:cubicBezTo>
                    <a:cubicBezTo>
                      <a:pt x="750" y="5314"/>
                      <a:pt x="674" y="5303"/>
                      <a:pt x="604" y="5298"/>
                    </a:cubicBezTo>
                    <a:cubicBezTo>
                      <a:pt x="579" y="5302"/>
                      <a:pt x="554" y="5304"/>
                      <a:pt x="529" y="5304"/>
                    </a:cubicBezTo>
                    <a:cubicBezTo>
                      <a:pt x="489" y="5304"/>
                      <a:pt x="448" y="5299"/>
                      <a:pt x="408" y="5293"/>
                    </a:cubicBezTo>
                    <a:cubicBezTo>
                      <a:pt x="375" y="5282"/>
                      <a:pt x="337" y="5276"/>
                      <a:pt x="299" y="5276"/>
                    </a:cubicBezTo>
                    <a:cubicBezTo>
                      <a:pt x="294" y="5173"/>
                      <a:pt x="332" y="5053"/>
                      <a:pt x="332" y="4956"/>
                    </a:cubicBezTo>
                    <a:cubicBezTo>
                      <a:pt x="337" y="4879"/>
                      <a:pt x="337" y="4809"/>
                      <a:pt x="326" y="4733"/>
                    </a:cubicBezTo>
                    <a:lnTo>
                      <a:pt x="326" y="4733"/>
                    </a:lnTo>
                    <a:lnTo>
                      <a:pt x="359" y="4744"/>
                    </a:lnTo>
                    <a:cubicBezTo>
                      <a:pt x="462" y="4782"/>
                      <a:pt x="571" y="4809"/>
                      <a:pt x="680" y="4820"/>
                    </a:cubicBezTo>
                    <a:cubicBezTo>
                      <a:pt x="805" y="4814"/>
                      <a:pt x="935" y="4798"/>
                      <a:pt x="1060" y="4771"/>
                    </a:cubicBezTo>
                    <a:cubicBezTo>
                      <a:pt x="1082" y="4765"/>
                      <a:pt x="1098" y="4754"/>
                      <a:pt x="1115" y="4738"/>
                    </a:cubicBezTo>
                    <a:cubicBezTo>
                      <a:pt x="1131" y="4727"/>
                      <a:pt x="1147" y="4716"/>
                      <a:pt x="1158" y="4700"/>
                    </a:cubicBezTo>
                    <a:cubicBezTo>
                      <a:pt x="1163" y="4689"/>
                      <a:pt x="1163" y="4684"/>
                      <a:pt x="1163" y="4678"/>
                    </a:cubicBezTo>
                    <a:cubicBezTo>
                      <a:pt x="1169" y="4678"/>
                      <a:pt x="1174" y="4673"/>
                      <a:pt x="1180" y="4667"/>
                    </a:cubicBezTo>
                    <a:close/>
                    <a:moveTo>
                      <a:pt x="2115" y="346"/>
                    </a:moveTo>
                    <a:cubicBezTo>
                      <a:pt x="2120" y="493"/>
                      <a:pt x="2147" y="640"/>
                      <a:pt x="2202" y="781"/>
                    </a:cubicBezTo>
                    <a:cubicBezTo>
                      <a:pt x="2234" y="879"/>
                      <a:pt x="2278" y="971"/>
                      <a:pt x="2310" y="1074"/>
                    </a:cubicBezTo>
                    <a:cubicBezTo>
                      <a:pt x="2338" y="1172"/>
                      <a:pt x="2376" y="1259"/>
                      <a:pt x="2425" y="1346"/>
                    </a:cubicBezTo>
                    <a:cubicBezTo>
                      <a:pt x="2504" y="1479"/>
                      <a:pt x="2620" y="1705"/>
                      <a:pt x="2798" y="1705"/>
                    </a:cubicBezTo>
                    <a:cubicBezTo>
                      <a:pt x="2802" y="1705"/>
                      <a:pt x="2806" y="1705"/>
                      <a:pt x="2811" y="1705"/>
                    </a:cubicBezTo>
                    <a:cubicBezTo>
                      <a:pt x="2984" y="1694"/>
                      <a:pt x="3153" y="1504"/>
                      <a:pt x="3267" y="1390"/>
                    </a:cubicBezTo>
                    <a:cubicBezTo>
                      <a:pt x="3332" y="1324"/>
                      <a:pt x="3392" y="1254"/>
                      <a:pt x="3447" y="1178"/>
                    </a:cubicBezTo>
                    <a:cubicBezTo>
                      <a:pt x="3479" y="1129"/>
                      <a:pt x="3517" y="1080"/>
                      <a:pt x="3561" y="1036"/>
                    </a:cubicBezTo>
                    <a:lnTo>
                      <a:pt x="3561" y="1036"/>
                    </a:lnTo>
                    <a:cubicBezTo>
                      <a:pt x="3561" y="1161"/>
                      <a:pt x="3544" y="1286"/>
                      <a:pt x="3555" y="1417"/>
                    </a:cubicBezTo>
                    <a:cubicBezTo>
                      <a:pt x="3561" y="1498"/>
                      <a:pt x="3577" y="1580"/>
                      <a:pt x="3577" y="1661"/>
                    </a:cubicBezTo>
                    <a:lnTo>
                      <a:pt x="3577" y="1960"/>
                    </a:lnTo>
                    <a:cubicBezTo>
                      <a:pt x="3577" y="2134"/>
                      <a:pt x="3588" y="2314"/>
                      <a:pt x="3572" y="2482"/>
                    </a:cubicBezTo>
                    <a:cubicBezTo>
                      <a:pt x="3566" y="2553"/>
                      <a:pt x="3550" y="2618"/>
                      <a:pt x="3544" y="2689"/>
                    </a:cubicBezTo>
                    <a:cubicBezTo>
                      <a:pt x="3539" y="2781"/>
                      <a:pt x="3544" y="2879"/>
                      <a:pt x="3544" y="2977"/>
                    </a:cubicBezTo>
                    <a:cubicBezTo>
                      <a:pt x="3539" y="3716"/>
                      <a:pt x="3533" y="4455"/>
                      <a:pt x="3528" y="5195"/>
                    </a:cubicBezTo>
                    <a:cubicBezTo>
                      <a:pt x="3528" y="5396"/>
                      <a:pt x="3517" y="5602"/>
                      <a:pt x="3533" y="5809"/>
                    </a:cubicBezTo>
                    <a:cubicBezTo>
                      <a:pt x="3550" y="5944"/>
                      <a:pt x="3544" y="6095"/>
                      <a:pt x="3603" y="6225"/>
                    </a:cubicBezTo>
                    <a:lnTo>
                      <a:pt x="3603" y="6225"/>
                    </a:lnTo>
                    <a:cubicBezTo>
                      <a:pt x="3593" y="6257"/>
                      <a:pt x="3582" y="6288"/>
                      <a:pt x="3566" y="6320"/>
                    </a:cubicBezTo>
                    <a:cubicBezTo>
                      <a:pt x="3561" y="6342"/>
                      <a:pt x="3555" y="6363"/>
                      <a:pt x="3544" y="6385"/>
                    </a:cubicBezTo>
                    <a:cubicBezTo>
                      <a:pt x="3544" y="6385"/>
                      <a:pt x="3544" y="6391"/>
                      <a:pt x="3539" y="6396"/>
                    </a:cubicBezTo>
                    <a:cubicBezTo>
                      <a:pt x="3539" y="6396"/>
                      <a:pt x="3534" y="6394"/>
                      <a:pt x="3528" y="6394"/>
                    </a:cubicBezTo>
                    <a:cubicBezTo>
                      <a:pt x="3524" y="6394"/>
                      <a:pt x="3521" y="6394"/>
                      <a:pt x="3517" y="6396"/>
                    </a:cubicBezTo>
                    <a:lnTo>
                      <a:pt x="3490" y="6391"/>
                    </a:lnTo>
                    <a:cubicBezTo>
                      <a:pt x="3457" y="6385"/>
                      <a:pt x="3425" y="6385"/>
                      <a:pt x="3392" y="6385"/>
                    </a:cubicBezTo>
                    <a:cubicBezTo>
                      <a:pt x="3321" y="6385"/>
                      <a:pt x="3256" y="6385"/>
                      <a:pt x="3186" y="6391"/>
                    </a:cubicBezTo>
                    <a:cubicBezTo>
                      <a:pt x="3126" y="6391"/>
                      <a:pt x="3066" y="6391"/>
                      <a:pt x="3012" y="6380"/>
                    </a:cubicBezTo>
                    <a:cubicBezTo>
                      <a:pt x="2975" y="6368"/>
                      <a:pt x="2935" y="6361"/>
                      <a:pt x="2895" y="6361"/>
                    </a:cubicBezTo>
                    <a:cubicBezTo>
                      <a:pt x="2881" y="6361"/>
                      <a:pt x="2868" y="6362"/>
                      <a:pt x="2854" y="6363"/>
                    </a:cubicBezTo>
                    <a:cubicBezTo>
                      <a:pt x="2805" y="6374"/>
                      <a:pt x="2751" y="6385"/>
                      <a:pt x="2702" y="6391"/>
                    </a:cubicBezTo>
                    <a:cubicBezTo>
                      <a:pt x="2642" y="6391"/>
                      <a:pt x="2582" y="6391"/>
                      <a:pt x="2528" y="6396"/>
                    </a:cubicBezTo>
                    <a:cubicBezTo>
                      <a:pt x="2442" y="6415"/>
                      <a:pt x="2357" y="6423"/>
                      <a:pt x="2272" y="6423"/>
                    </a:cubicBezTo>
                    <a:cubicBezTo>
                      <a:pt x="2232" y="6423"/>
                      <a:pt x="2192" y="6421"/>
                      <a:pt x="2153" y="6418"/>
                    </a:cubicBezTo>
                    <a:cubicBezTo>
                      <a:pt x="2028" y="6401"/>
                      <a:pt x="1903" y="6396"/>
                      <a:pt x="1772" y="6396"/>
                    </a:cubicBezTo>
                    <a:cubicBezTo>
                      <a:pt x="1658" y="6396"/>
                      <a:pt x="1544" y="6385"/>
                      <a:pt x="1430" y="6369"/>
                    </a:cubicBezTo>
                    <a:cubicBezTo>
                      <a:pt x="1370" y="6358"/>
                      <a:pt x="1305" y="6353"/>
                      <a:pt x="1245" y="6347"/>
                    </a:cubicBezTo>
                    <a:cubicBezTo>
                      <a:pt x="1223" y="6347"/>
                      <a:pt x="1202" y="6347"/>
                      <a:pt x="1180" y="6353"/>
                    </a:cubicBezTo>
                    <a:cubicBezTo>
                      <a:pt x="1180" y="6336"/>
                      <a:pt x="1185" y="6320"/>
                      <a:pt x="1191" y="6304"/>
                    </a:cubicBezTo>
                    <a:cubicBezTo>
                      <a:pt x="1207" y="6233"/>
                      <a:pt x="1223" y="6157"/>
                      <a:pt x="1250" y="6086"/>
                    </a:cubicBezTo>
                    <a:cubicBezTo>
                      <a:pt x="1267" y="6016"/>
                      <a:pt x="1283" y="5939"/>
                      <a:pt x="1299" y="5863"/>
                    </a:cubicBezTo>
                    <a:cubicBezTo>
                      <a:pt x="1316" y="5776"/>
                      <a:pt x="1299" y="5695"/>
                      <a:pt x="1316" y="5608"/>
                    </a:cubicBezTo>
                    <a:cubicBezTo>
                      <a:pt x="1375" y="5287"/>
                      <a:pt x="1359" y="4956"/>
                      <a:pt x="1397" y="4635"/>
                    </a:cubicBezTo>
                    <a:cubicBezTo>
                      <a:pt x="1419" y="4477"/>
                      <a:pt x="1397" y="4320"/>
                      <a:pt x="1403" y="4157"/>
                    </a:cubicBezTo>
                    <a:cubicBezTo>
                      <a:pt x="1408" y="4086"/>
                      <a:pt x="1419" y="4015"/>
                      <a:pt x="1424" y="3945"/>
                    </a:cubicBezTo>
                    <a:cubicBezTo>
                      <a:pt x="1430" y="3847"/>
                      <a:pt x="1424" y="3754"/>
                      <a:pt x="1419" y="3662"/>
                    </a:cubicBezTo>
                    <a:cubicBezTo>
                      <a:pt x="1419" y="3586"/>
                      <a:pt x="1419" y="3504"/>
                      <a:pt x="1430" y="3428"/>
                    </a:cubicBezTo>
                    <a:cubicBezTo>
                      <a:pt x="1435" y="3347"/>
                      <a:pt x="1430" y="3260"/>
                      <a:pt x="1441" y="3178"/>
                    </a:cubicBezTo>
                    <a:cubicBezTo>
                      <a:pt x="1457" y="3097"/>
                      <a:pt x="1473" y="3031"/>
                      <a:pt x="1479" y="2961"/>
                    </a:cubicBezTo>
                    <a:cubicBezTo>
                      <a:pt x="1490" y="2885"/>
                      <a:pt x="1468" y="2798"/>
                      <a:pt x="1479" y="2721"/>
                    </a:cubicBezTo>
                    <a:cubicBezTo>
                      <a:pt x="1506" y="2569"/>
                      <a:pt x="1517" y="2412"/>
                      <a:pt x="1511" y="2259"/>
                    </a:cubicBezTo>
                    <a:cubicBezTo>
                      <a:pt x="1511" y="2178"/>
                      <a:pt x="1522" y="2096"/>
                      <a:pt x="1517" y="2020"/>
                    </a:cubicBezTo>
                    <a:cubicBezTo>
                      <a:pt x="1511" y="1939"/>
                      <a:pt x="1479" y="1857"/>
                      <a:pt x="1473" y="1776"/>
                    </a:cubicBezTo>
                    <a:cubicBezTo>
                      <a:pt x="1473" y="1767"/>
                      <a:pt x="1468" y="1763"/>
                      <a:pt x="1462" y="1763"/>
                    </a:cubicBezTo>
                    <a:cubicBezTo>
                      <a:pt x="1457" y="1763"/>
                      <a:pt x="1452" y="1767"/>
                      <a:pt x="1452" y="1776"/>
                    </a:cubicBezTo>
                    <a:cubicBezTo>
                      <a:pt x="1462" y="1835"/>
                      <a:pt x="1468" y="1901"/>
                      <a:pt x="1468" y="1966"/>
                    </a:cubicBezTo>
                    <a:cubicBezTo>
                      <a:pt x="1457" y="2047"/>
                      <a:pt x="1435" y="2129"/>
                      <a:pt x="1419" y="2216"/>
                    </a:cubicBezTo>
                    <a:cubicBezTo>
                      <a:pt x="1408" y="2281"/>
                      <a:pt x="1397" y="2341"/>
                      <a:pt x="1381" y="2406"/>
                    </a:cubicBezTo>
                    <a:cubicBezTo>
                      <a:pt x="1365" y="2482"/>
                      <a:pt x="1381" y="2564"/>
                      <a:pt x="1365" y="2640"/>
                    </a:cubicBezTo>
                    <a:cubicBezTo>
                      <a:pt x="1327" y="2781"/>
                      <a:pt x="1343" y="2928"/>
                      <a:pt x="1310" y="3080"/>
                    </a:cubicBezTo>
                    <a:cubicBezTo>
                      <a:pt x="1278" y="3227"/>
                      <a:pt x="1267" y="3390"/>
                      <a:pt x="1245" y="3542"/>
                    </a:cubicBezTo>
                    <a:cubicBezTo>
                      <a:pt x="1229" y="3711"/>
                      <a:pt x="1240" y="3879"/>
                      <a:pt x="1212" y="4053"/>
                    </a:cubicBezTo>
                    <a:cubicBezTo>
                      <a:pt x="1191" y="4216"/>
                      <a:pt x="1202" y="4374"/>
                      <a:pt x="1191" y="4532"/>
                    </a:cubicBezTo>
                    <a:cubicBezTo>
                      <a:pt x="1191" y="4553"/>
                      <a:pt x="1185" y="4581"/>
                      <a:pt x="1185" y="4602"/>
                    </a:cubicBezTo>
                    <a:cubicBezTo>
                      <a:pt x="1170" y="4582"/>
                      <a:pt x="1149" y="4575"/>
                      <a:pt x="1126" y="4575"/>
                    </a:cubicBezTo>
                    <a:cubicBezTo>
                      <a:pt x="1098" y="4575"/>
                      <a:pt x="1065" y="4585"/>
                      <a:pt x="1033" y="4597"/>
                    </a:cubicBezTo>
                    <a:cubicBezTo>
                      <a:pt x="1010" y="4596"/>
                      <a:pt x="987" y="4595"/>
                      <a:pt x="964" y="4595"/>
                    </a:cubicBezTo>
                    <a:cubicBezTo>
                      <a:pt x="889" y="4595"/>
                      <a:pt x="814" y="4602"/>
                      <a:pt x="739" y="4619"/>
                    </a:cubicBezTo>
                    <a:cubicBezTo>
                      <a:pt x="714" y="4620"/>
                      <a:pt x="688" y="4621"/>
                      <a:pt x="662" y="4621"/>
                    </a:cubicBezTo>
                    <a:cubicBezTo>
                      <a:pt x="585" y="4621"/>
                      <a:pt x="507" y="4614"/>
                      <a:pt x="430" y="4602"/>
                    </a:cubicBezTo>
                    <a:cubicBezTo>
                      <a:pt x="343" y="4602"/>
                      <a:pt x="261" y="4553"/>
                      <a:pt x="223" y="4472"/>
                    </a:cubicBezTo>
                    <a:cubicBezTo>
                      <a:pt x="196" y="4407"/>
                      <a:pt x="223" y="4385"/>
                      <a:pt x="250" y="4325"/>
                    </a:cubicBezTo>
                    <a:cubicBezTo>
                      <a:pt x="272" y="4282"/>
                      <a:pt x="288" y="4233"/>
                      <a:pt x="305" y="4184"/>
                    </a:cubicBezTo>
                    <a:cubicBezTo>
                      <a:pt x="326" y="4097"/>
                      <a:pt x="359" y="4015"/>
                      <a:pt x="397" y="3934"/>
                    </a:cubicBezTo>
                    <a:cubicBezTo>
                      <a:pt x="435" y="3841"/>
                      <a:pt x="462" y="3743"/>
                      <a:pt x="484" y="3640"/>
                    </a:cubicBezTo>
                    <a:cubicBezTo>
                      <a:pt x="522" y="3428"/>
                      <a:pt x="571" y="3216"/>
                      <a:pt x="609" y="3004"/>
                    </a:cubicBezTo>
                    <a:cubicBezTo>
                      <a:pt x="653" y="2792"/>
                      <a:pt x="669" y="2591"/>
                      <a:pt x="712" y="2384"/>
                    </a:cubicBezTo>
                    <a:cubicBezTo>
                      <a:pt x="756" y="2194"/>
                      <a:pt x="794" y="1998"/>
                      <a:pt x="837" y="1808"/>
                    </a:cubicBezTo>
                    <a:cubicBezTo>
                      <a:pt x="859" y="1710"/>
                      <a:pt x="892" y="1613"/>
                      <a:pt x="913" y="1515"/>
                    </a:cubicBezTo>
                    <a:cubicBezTo>
                      <a:pt x="924" y="1428"/>
                      <a:pt x="946" y="1346"/>
                      <a:pt x="973" y="1270"/>
                    </a:cubicBezTo>
                    <a:cubicBezTo>
                      <a:pt x="1017" y="1210"/>
                      <a:pt x="1071" y="1167"/>
                      <a:pt x="1136" y="1134"/>
                    </a:cubicBezTo>
                    <a:cubicBezTo>
                      <a:pt x="1147" y="1178"/>
                      <a:pt x="1180" y="1216"/>
                      <a:pt x="1191" y="1259"/>
                    </a:cubicBezTo>
                    <a:cubicBezTo>
                      <a:pt x="1212" y="1330"/>
                      <a:pt x="1250" y="1390"/>
                      <a:pt x="1278" y="1460"/>
                    </a:cubicBezTo>
                    <a:cubicBezTo>
                      <a:pt x="1327" y="1607"/>
                      <a:pt x="1359" y="1765"/>
                      <a:pt x="1375" y="1917"/>
                    </a:cubicBezTo>
                    <a:cubicBezTo>
                      <a:pt x="1381" y="1933"/>
                      <a:pt x="1394" y="1941"/>
                      <a:pt x="1408" y="1941"/>
                    </a:cubicBezTo>
                    <a:cubicBezTo>
                      <a:pt x="1422" y="1941"/>
                      <a:pt x="1435" y="1933"/>
                      <a:pt x="1441" y="1917"/>
                    </a:cubicBezTo>
                    <a:cubicBezTo>
                      <a:pt x="1457" y="1765"/>
                      <a:pt x="1435" y="1607"/>
                      <a:pt x="1375" y="1466"/>
                    </a:cubicBezTo>
                    <a:cubicBezTo>
                      <a:pt x="1354" y="1390"/>
                      <a:pt x="1310" y="1330"/>
                      <a:pt x="1283" y="1259"/>
                    </a:cubicBezTo>
                    <a:cubicBezTo>
                      <a:pt x="1267" y="1227"/>
                      <a:pt x="1267" y="1189"/>
                      <a:pt x="1250" y="1161"/>
                    </a:cubicBezTo>
                    <a:cubicBezTo>
                      <a:pt x="1234" y="1134"/>
                      <a:pt x="1212" y="1118"/>
                      <a:pt x="1202" y="1096"/>
                    </a:cubicBezTo>
                    <a:cubicBezTo>
                      <a:pt x="1202" y="1091"/>
                      <a:pt x="1202" y="1091"/>
                      <a:pt x="1202" y="1091"/>
                    </a:cubicBezTo>
                    <a:cubicBezTo>
                      <a:pt x="1272" y="1053"/>
                      <a:pt x="1343" y="1009"/>
                      <a:pt x="1408" y="960"/>
                    </a:cubicBezTo>
                    <a:cubicBezTo>
                      <a:pt x="1473" y="895"/>
                      <a:pt x="1560" y="857"/>
                      <a:pt x="1631" y="792"/>
                    </a:cubicBezTo>
                    <a:cubicBezTo>
                      <a:pt x="1707" y="732"/>
                      <a:pt x="1794" y="656"/>
                      <a:pt x="1870" y="591"/>
                    </a:cubicBezTo>
                    <a:cubicBezTo>
                      <a:pt x="1952" y="520"/>
                      <a:pt x="2017" y="444"/>
                      <a:pt x="2088" y="373"/>
                    </a:cubicBezTo>
                    <a:cubicBezTo>
                      <a:pt x="2098" y="362"/>
                      <a:pt x="2104" y="357"/>
                      <a:pt x="2115" y="346"/>
                    </a:cubicBezTo>
                    <a:close/>
                    <a:moveTo>
                      <a:pt x="4686" y="292"/>
                    </a:moveTo>
                    <a:cubicBezTo>
                      <a:pt x="4697" y="313"/>
                      <a:pt x="4718" y="341"/>
                      <a:pt x="4735" y="362"/>
                    </a:cubicBezTo>
                    <a:cubicBezTo>
                      <a:pt x="4795" y="422"/>
                      <a:pt x="4860" y="482"/>
                      <a:pt x="4930" y="531"/>
                    </a:cubicBezTo>
                    <a:cubicBezTo>
                      <a:pt x="4969" y="563"/>
                      <a:pt x="5001" y="591"/>
                      <a:pt x="5039" y="618"/>
                    </a:cubicBezTo>
                    <a:cubicBezTo>
                      <a:pt x="5083" y="640"/>
                      <a:pt x="5121" y="667"/>
                      <a:pt x="5153" y="694"/>
                    </a:cubicBezTo>
                    <a:cubicBezTo>
                      <a:pt x="5175" y="710"/>
                      <a:pt x="5181" y="732"/>
                      <a:pt x="5208" y="748"/>
                    </a:cubicBezTo>
                    <a:cubicBezTo>
                      <a:pt x="5251" y="765"/>
                      <a:pt x="5300" y="786"/>
                      <a:pt x="5344" y="808"/>
                    </a:cubicBezTo>
                    <a:cubicBezTo>
                      <a:pt x="5414" y="862"/>
                      <a:pt x="5490" y="906"/>
                      <a:pt x="5572" y="939"/>
                    </a:cubicBezTo>
                    <a:cubicBezTo>
                      <a:pt x="5659" y="993"/>
                      <a:pt x="5751" y="1025"/>
                      <a:pt x="5849" y="1053"/>
                    </a:cubicBezTo>
                    <a:cubicBezTo>
                      <a:pt x="5898" y="1058"/>
                      <a:pt x="5893" y="1047"/>
                      <a:pt x="5909" y="1091"/>
                    </a:cubicBezTo>
                    <a:cubicBezTo>
                      <a:pt x="5925" y="1134"/>
                      <a:pt x="5936" y="1183"/>
                      <a:pt x="5947" y="1227"/>
                    </a:cubicBezTo>
                    <a:cubicBezTo>
                      <a:pt x="5974" y="1341"/>
                      <a:pt x="6018" y="1449"/>
                      <a:pt x="6050" y="1569"/>
                    </a:cubicBezTo>
                    <a:cubicBezTo>
                      <a:pt x="6105" y="1770"/>
                      <a:pt x="6126" y="1982"/>
                      <a:pt x="6175" y="2194"/>
                    </a:cubicBezTo>
                    <a:cubicBezTo>
                      <a:pt x="6213" y="2401"/>
                      <a:pt x="6268" y="2607"/>
                      <a:pt x="6333" y="2814"/>
                    </a:cubicBezTo>
                    <a:cubicBezTo>
                      <a:pt x="6366" y="2906"/>
                      <a:pt x="6387" y="3010"/>
                      <a:pt x="6420" y="3107"/>
                    </a:cubicBezTo>
                    <a:cubicBezTo>
                      <a:pt x="6447" y="3189"/>
                      <a:pt x="6507" y="3260"/>
                      <a:pt x="6539" y="3341"/>
                    </a:cubicBezTo>
                    <a:cubicBezTo>
                      <a:pt x="6561" y="3434"/>
                      <a:pt x="6594" y="3521"/>
                      <a:pt x="6626" y="3613"/>
                    </a:cubicBezTo>
                    <a:cubicBezTo>
                      <a:pt x="6675" y="3700"/>
                      <a:pt x="6746" y="3771"/>
                      <a:pt x="6790" y="3858"/>
                    </a:cubicBezTo>
                    <a:cubicBezTo>
                      <a:pt x="6795" y="3868"/>
                      <a:pt x="6806" y="3885"/>
                      <a:pt x="6811" y="3896"/>
                    </a:cubicBezTo>
                    <a:cubicBezTo>
                      <a:pt x="6811" y="3906"/>
                      <a:pt x="6817" y="3917"/>
                      <a:pt x="6822" y="3928"/>
                    </a:cubicBezTo>
                    <a:cubicBezTo>
                      <a:pt x="6795" y="3950"/>
                      <a:pt x="6773" y="3966"/>
                      <a:pt x="6746" y="3983"/>
                    </a:cubicBezTo>
                    <a:lnTo>
                      <a:pt x="6751" y="3983"/>
                    </a:lnTo>
                    <a:cubicBezTo>
                      <a:pt x="6670" y="4031"/>
                      <a:pt x="6594" y="4102"/>
                      <a:pt x="6501" y="4118"/>
                    </a:cubicBezTo>
                    <a:cubicBezTo>
                      <a:pt x="6409" y="4140"/>
                      <a:pt x="6322" y="4178"/>
                      <a:pt x="6241" y="4222"/>
                    </a:cubicBezTo>
                    <a:cubicBezTo>
                      <a:pt x="6213" y="4238"/>
                      <a:pt x="6186" y="4254"/>
                      <a:pt x="6159" y="4265"/>
                    </a:cubicBezTo>
                    <a:cubicBezTo>
                      <a:pt x="6132" y="4265"/>
                      <a:pt x="6105" y="4271"/>
                      <a:pt x="6077" y="4282"/>
                    </a:cubicBezTo>
                    <a:cubicBezTo>
                      <a:pt x="6072" y="4287"/>
                      <a:pt x="6067" y="4292"/>
                      <a:pt x="6061" y="4298"/>
                    </a:cubicBezTo>
                    <a:cubicBezTo>
                      <a:pt x="6045" y="4238"/>
                      <a:pt x="6029" y="4178"/>
                      <a:pt x="6007" y="4118"/>
                    </a:cubicBezTo>
                    <a:cubicBezTo>
                      <a:pt x="5958" y="3928"/>
                      <a:pt x="5920" y="3733"/>
                      <a:pt x="5893" y="3537"/>
                    </a:cubicBezTo>
                    <a:cubicBezTo>
                      <a:pt x="5882" y="3444"/>
                      <a:pt x="5860" y="3347"/>
                      <a:pt x="5838" y="3254"/>
                    </a:cubicBezTo>
                    <a:cubicBezTo>
                      <a:pt x="5800" y="3167"/>
                      <a:pt x="5773" y="3075"/>
                      <a:pt x="5757" y="2977"/>
                    </a:cubicBezTo>
                    <a:cubicBezTo>
                      <a:pt x="5751" y="2933"/>
                      <a:pt x="5751" y="2885"/>
                      <a:pt x="5740" y="2841"/>
                    </a:cubicBezTo>
                    <a:cubicBezTo>
                      <a:pt x="5730" y="2798"/>
                      <a:pt x="5708" y="2749"/>
                      <a:pt x="5691" y="2705"/>
                    </a:cubicBezTo>
                    <a:cubicBezTo>
                      <a:pt x="5664" y="2607"/>
                      <a:pt x="5681" y="2493"/>
                      <a:pt x="5670" y="2395"/>
                    </a:cubicBezTo>
                    <a:cubicBezTo>
                      <a:pt x="5648" y="2183"/>
                      <a:pt x="5572" y="1993"/>
                      <a:pt x="5512" y="1792"/>
                    </a:cubicBezTo>
                    <a:cubicBezTo>
                      <a:pt x="5507" y="1792"/>
                      <a:pt x="5507" y="1787"/>
                      <a:pt x="5501" y="1781"/>
                    </a:cubicBezTo>
                    <a:cubicBezTo>
                      <a:pt x="5512" y="1743"/>
                      <a:pt x="5518" y="1705"/>
                      <a:pt x="5528" y="1672"/>
                    </a:cubicBezTo>
                    <a:cubicBezTo>
                      <a:pt x="5545" y="1585"/>
                      <a:pt x="5577" y="1504"/>
                      <a:pt x="5615" y="1428"/>
                    </a:cubicBezTo>
                    <a:cubicBezTo>
                      <a:pt x="5637" y="1357"/>
                      <a:pt x="5675" y="1286"/>
                      <a:pt x="5719" y="1227"/>
                    </a:cubicBezTo>
                    <a:cubicBezTo>
                      <a:pt x="5757" y="1183"/>
                      <a:pt x="5800" y="1156"/>
                      <a:pt x="5806" y="1102"/>
                    </a:cubicBezTo>
                    <a:cubicBezTo>
                      <a:pt x="5806" y="1085"/>
                      <a:pt x="5795" y="1074"/>
                      <a:pt x="5778" y="1074"/>
                    </a:cubicBezTo>
                    <a:cubicBezTo>
                      <a:pt x="5719" y="1074"/>
                      <a:pt x="5675" y="1134"/>
                      <a:pt x="5637" y="1178"/>
                    </a:cubicBezTo>
                    <a:cubicBezTo>
                      <a:pt x="5588" y="1248"/>
                      <a:pt x="5545" y="1324"/>
                      <a:pt x="5518" y="1406"/>
                    </a:cubicBezTo>
                    <a:cubicBezTo>
                      <a:pt x="5447" y="1542"/>
                      <a:pt x="5376" y="1743"/>
                      <a:pt x="5441" y="1890"/>
                    </a:cubicBezTo>
                    <a:cubicBezTo>
                      <a:pt x="5445" y="1894"/>
                      <a:pt x="5452" y="1897"/>
                      <a:pt x="5457" y="1897"/>
                    </a:cubicBezTo>
                    <a:cubicBezTo>
                      <a:pt x="5460" y="1897"/>
                      <a:pt x="5462" y="1897"/>
                      <a:pt x="5463" y="1895"/>
                    </a:cubicBezTo>
                    <a:cubicBezTo>
                      <a:pt x="5485" y="2031"/>
                      <a:pt x="5523" y="2167"/>
                      <a:pt x="5539" y="2303"/>
                    </a:cubicBezTo>
                    <a:cubicBezTo>
                      <a:pt x="5561" y="2455"/>
                      <a:pt x="5523" y="2618"/>
                      <a:pt x="5572" y="2765"/>
                    </a:cubicBezTo>
                    <a:cubicBezTo>
                      <a:pt x="5621" y="2917"/>
                      <a:pt x="5621" y="3080"/>
                      <a:pt x="5664" y="3238"/>
                    </a:cubicBezTo>
                    <a:cubicBezTo>
                      <a:pt x="5719" y="3423"/>
                      <a:pt x="5724" y="3618"/>
                      <a:pt x="5746" y="3803"/>
                    </a:cubicBezTo>
                    <a:cubicBezTo>
                      <a:pt x="5773" y="3972"/>
                      <a:pt x="5806" y="4146"/>
                      <a:pt x="5855" y="4309"/>
                    </a:cubicBezTo>
                    <a:cubicBezTo>
                      <a:pt x="5898" y="4488"/>
                      <a:pt x="5920" y="4667"/>
                      <a:pt x="5947" y="4847"/>
                    </a:cubicBezTo>
                    <a:cubicBezTo>
                      <a:pt x="5958" y="4928"/>
                      <a:pt x="5974" y="5015"/>
                      <a:pt x="5990" y="5097"/>
                    </a:cubicBezTo>
                    <a:cubicBezTo>
                      <a:pt x="6007" y="5184"/>
                      <a:pt x="6034" y="5271"/>
                      <a:pt x="6045" y="5358"/>
                    </a:cubicBezTo>
                    <a:cubicBezTo>
                      <a:pt x="6045" y="5428"/>
                      <a:pt x="6050" y="5499"/>
                      <a:pt x="6061" y="5575"/>
                    </a:cubicBezTo>
                    <a:cubicBezTo>
                      <a:pt x="6072" y="5657"/>
                      <a:pt x="6072" y="5738"/>
                      <a:pt x="6067" y="5825"/>
                    </a:cubicBezTo>
                    <a:cubicBezTo>
                      <a:pt x="6067" y="5945"/>
                      <a:pt x="6121" y="6179"/>
                      <a:pt x="5958" y="6206"/>
                    </a:cubicBezTo>
                    <a:cubicBezTo>
                      <a:pt x="5795" y="6233"/>
                      <a:pt x="5632" y="6293"/>
                      <a:pt x="5458" y="6304"/>
                    </a:cubicBezTo>
                    <a:cubicBezTo>
                      <a:pt x="5414" y="6304"/>
                      <a:pt x="5382" y="6336"/>
                      <a:pt x="5376" y="6380"/>
                    </a:cubicBezTo>
                    <a:cubicBezTo>
                      <a:pt x="5360" y="6380"/>
                      <a:pt x="5344" y="6385"/>
                      <a:pt x="5327" y="6385"/>
                    </a:cubicBezTo>
                    <a:cubicBezTo>
                      <a:pt x="5224" y="6393"/>
                      <a:pt x="5122" y="6395"/>
                      <a:pt x="5020" y="6395"/>
                    </a:cubicBezTo>
                    <a:cubicBezTo>
                      <a:pt x="4969" y="6395"/>
                      <a:pt x="4918" y="6394"/>
                      <a:pt x="4867" y="6394"/>
                    </a:cubicBezTo>
                    <a:cubicBezTo>
                      <a:pt x="4816" y="6394"/>
                      <a:pt x="4765" y="6395"/>
                      <a:pt x="4713" y="6396"/>
                    </a:cubicBezTo>
                    <a:cubicBezTo>
                      <a:pt x="4664" y="6393"/>
                      <a:pt x="4614" y="6392"/>
                      <a:pt x="4564" y="6392"/>
                    </a:cubicBezTo>
                    <a:cubicBezTo>
                      <a:pt x="4427" y="6392"/>
                      <a:pt x="4288" y="6402"/>
                      <a:pt x="4153" y="6418"/>
                    </a:cubicBezTo>
                    <a:cubicBezTo>
                      <a:pt x="4114" y="6423"/>
                      <a:pt x="4074" y="6429"/>
                      <a:pt x="4036" y="6429"/>
                    </a:cubicBezTo>
                    <a:cubicBezTo>
                      <a:pt x="3994" y="6429"/>
                      <a:pt x="3954" y="6422"/>
                      <a:pt x="3919" y="6396"/>
                    </a:cubicBezTo>
                    <a:cubicBezTo>
                      <a:pt x="3887" y="6374"/>
                      <a:pt x="3860" y="6347"/>
                      <a:pt x="3843" y="6315"/>
                    </a:cubicBezTo>
                    <a:cubicBezTo>
                      <a:pt x="3832" y="6304"/>
                      <a:pt x="3827" y="6293"/>
                      <a:pt x="3816" y="6282"/>
                    </a:cubicBezTo>
                    <a:cubicBezTo>
                      <a:pt x="3843" y="6249"/>
                      <a:pt x="3843" y="6200"/>
                      <a:pt x="3822" y="6168"/>
                    </a:cubicBezTo>
                    <a:cubicBezTo>
                      <a:pt x="3745" y="6043"/>
                      <a:pt x="3751" y="5891"/>
                      <a:pt x="3735" y="5755"/>
                    </a:cubicBezTo>
                    <a:cubicBezTo>
                      <a:pt x="3718" y="5575"/>
                      <a:pt x="3713" y="5396"/>
                      <a:pt x="3718" y="5216"/>
                    </a:cubicBezTo>
                    <a:cubicBezTo>
                      <a:pt x="3713" y="4852"/>
                      <a:pt x="3707" y="4483"/>
                      <a:pt x="3707" y="4118"/>
                    </a:cubicBezTo>
                    <a:cubicBezTo>
                      <a:pt x="3707" y="3749"/>
                      <a:pt x="3707" y="3395"/>
                      <a:pt x="3702" y="3037"/>
                    </a:cubicBezTo>
                    <a:cubicBezTo>
                      <a:pt x="3697" y="2868"/>
                      <a:pt x="3702" y="2700"/>
                      <a:pt x="3724" y="2531"/>
                    </a:cubicBezTo>
                    <a:cubicBezTo>
                      <a:pt x="3735" y="2368"/>
                      <a:pt x="3735" y="2205"/>
                      <a:pt x="3724" y="2042"/>
                    </a:cubicBezTo>
                    <a:cubicBezTo>
                      <a:pt x="3729" y="1846"/>
                      <a:pt x="3718" y="1651"/>
                      <a:pt x="3697" y="1455"/>
                    </a:cubicBezTo>
                    <a:cubicBezTo>
                      <a:pt x="3686" y="1357"/>
                      <a:pt x="3686" y="1254"/>
                      <a:pt x="3680" y="1156"/>
                    </a:cubicBezTo>
                    <a:cubicBezTo>
                      <a:pt x="3680" y="1129"/>
                      <a:pt x="3680" y="1102"/>
                      <a:pt x="3675" y="1074"/>
                    </a:cubicBezTo>
                    <a:lnTo>
                      <a:pt x="3675" y="1074"/>
                    </a:lnTo>
                    <a:cubicBezTo>
                      <a:pt x="3691" y="1107"/>
                      <a:pt x="3702" y="1140"/>
                      <a:pt x="3713" y="1161"/>
                    </a:cubicBezTo>
                    <a:cubicBezTo>
                      <a:pt x="3762" y="1248"/>
                      <a:pt x="3822" y="1330"/>
                      <a:pt x="3892" y="1395"/>
                    </a:cubicBezTo>
                    <a:cubicBezTo>
                      <a:pt x="3976" y="1493"/>
                      <a:pt x="4104" y="1619"/>
                      <a:pt x="4221" y="1619"/>
                    </a:cubicBezTo>
                    <a:cubicBezTo>
                      <a:pt x="4279" y="1619"/>
                      <a:pt x="4335" y="1588"/>
                      <a:pt x="4381" y="1509"/>
                    </a:cubicBezTo>
                    <a:cubicBezTo>
                      <a:pt x="4501" y="1297"/>
                      <a:pt x="4545" y="1036"/>
                      <a:pt x="4604" y="803"/>
                    </a:cubicBezTo>
                    <a:cubicBezTo>
                      <a:pt x="4632" y="688"/>
                      <a:pt x="4648" y="569"/>
                      <a:pt x="4653" y="455"/>
                    </a:cubicBezTo>
                    <a:cubicBezTo>
                      <a:pt x="4659" y="400"/>
                      <a:pt x="4675" y="346"/>
                      <a:pt x="4686" y="292"/>
                    </a:cubicBezTo>
                    <a:close/>
                    <a:moveTo>
                      <a:pt x="4441" y="1"/>
                    </a:moveTo>
                    <a:cubicBezTo>
                      <a:pt x="4405" y="1"/>
                      <a:pt x="4368" y="4"/>
                      <a:pt x="4333" y="9"/>
                    </a:cubicBezTo>
                    <a:cubicBezTo>
                      <a:pt x="4240" y="20"/>
                      <a:pt x="4148" y="31"/>
                      <a:pt x="4055" y="31"/>
                    </a:cubicBezTo>
                    <a:lnTo>
                      <a:pt x="3735" y="31"/>
                    </a:lnTo>
                    <a:cubicBezTo>
                      <a:pt x="3631" y="31"/>
                      <a:pt x="3517" y="58"/>
                      <a:pt x="3408" y="58"/>
                    </a:cubicBezTo>
                    <a:cubicBezTo>
                      <a:pt x="3302" y="63"/>
                      <a:pt x="3195" y="63"/>
                      <a:pt x="3088" y="63"/>
                    </a:cubicBezTo>
                    <a:cubicBezTo>
                      <a:pt x="2980" y="63"/>
                      <a:pt x="2873" y="63"/>
                      <a:pt x="2767" y="69"/>
                    </a:cubicBezTo>
                    <a:cubicBezTo>
                      <a:pt x="2658" y="69"/>
                      <a:pt x="2555" y="80"/>
                      <a:pt x="2446" y="85"/>
                    </a:cubicBezTo>
                    <a:cubicBezTo>
                      <a:pt x="2370" y="85"/>
                      <a:pt x="2294" y="107"/>
                      <a:pt x="2223" y="145"/>
                    </a:cubicBezTo>
                    <a:cubicBezTo>
                      <a:pt x="2218" y="150"/>
                      <a:pt x="2213" y="161"/>
                      <a:pt x="2207" y="167"/>
                    </a:cubicBezTo>
                    <a:cubicBezTo>
                      <a:pt x="2202" y="161"/>
                      <a:pt x="2196" y="150"/>
                      <a:pt x="2185" y="139"/>
                    </a:cubicBezTo>
                    <a:cubicBezTo>
                      <a:pt x="2185" y="139"/>
                      <a:pt x="2180" y="134"/>
                      <a:pt x="2175" y="129"/>
                    </a:cubicBezTo>
                    <a:lnTo>
                      <a:pt x="2169" y="123"/>
                    </a:lnTo>
                    <a:cubicBezTo>
                      <a:pt x="2163" y="119"/>
                      <a:pt x="2157" y="117"/>
                      <a:pt x="2150" y="117"/>
                    </a:cubicBezTo>
                    <a:cubicBezTo>
                      <a:pt x="2139" y="117"/>
                      <a:pt x="2127" y="123"/>
                      <a:pt x="2120" y="134"/>
                    </a:cubicBezTo>
                    <a:cubicBezTo>
                      <a:pt x="2104" y="139"/>
                      <a:pt x="2093" y="150"/>
                      <a:pt x="2088" y="167"/>
                    </a:cubicBezTo>
                    <a:cubicBezTo>
                      <a:pt x="2066" y="232"/>
                      <a:pt x="1973" y="275"/>
                      <a:pt x="1924" y="319"/>
                    </a:cubicBezTo>
                    <a:cubicBezTo>
                      <a:pt x="1832" y="395"/>
                      <a:pt x="1740" y="471"/>
                      <a:pt x="1653" y="547"/>
                    </a:cubicBezTo>
                    <a:cubicBezTo>
                      <a:pt x="1582" y="607"/>
                      <a:pt x="1511" y="667"/>
                      <a:pt x="1435" y="716"/>
                    </a:cubicBezTo>
                    <a:cubicBezTo>
                      <a:pt x="1354" y="759"/>
                      <a:pt x="1289" y="830"/>
                      <a:pt x="1202" y="873"/>
                    </a:cubicBezTo>
                    <a:cubicBezTo>
                      <a:pt x="1115" y="917"/>
                      <a:pt x="1033" y="971"/>
                      <a:pt x="962" y="1031"/>
                    </a:cubicBezTo>
                    <a:cubicBezTo>
                      <a:pt x="886" y="1074"/>
                      <a:pt x="832" y="1140"/>
                      <a:pt x="799" y="1216"/>
                    </a:cubicBezTo>
                    <a:cubicBezTo>
                      <a:pt x="778" y="1297"/>
                      <a:pt x="756" y="1379"/>
                      <a:pt x="739" y="1466"/>
                    </a:cubicBezTo>
                    <a:cubicBezTo>
                      <a:pt x="712" y="1585"/>
                      <a:pt x="680" y="1700"/>
                      <a:pt x="653" y="1819"/>
                    </a:cubicBezTo>
                    <a:cubicBezTo>
                      <a:pt x="614" y="2026"/>
                      <a:pt x="560" y="2227"/>
                      <a:pt x="517" y="2433"/>
                    </a:cubicBezTo>
                    <a:cubicBezTo>
                      <a:pt x="473" y="2651"/>
                      <a:pt x="451" y="2868"/>
                      <a:pt x="397" y="3086"/>
                    </a:cubicBezTo>
                    <a:cubicBezTo>
                      <a:pt x="375" y="3200"/>
                      <a:pt x="348" y="3309"/>
                      <a:pt x="321" y="3417"/>
                    </a:cubicBezTo>
                    <a:cubicBezTo>
                      <a:pt x="288" y="3531"/>
                      <a:pt x="272" y="3656"/>
                      <a:pt x="234" y="3771"/>
                    </a:cubicBezTo>
                    <a:cubicBezTo>
                      <a:pt x="207" y="3852"/>
                      <a:pt x="163" y="3928"/>
                      <a:pt x="131" y="4010"/>
                    </a:cubicBezTo>
                    <a:cubicBezTo>
                      <a:pt x="114" y="4053"/>
                      <a:pt x="98" y="4108"/>
                      <a:pt x="87" y="4151"/>
                    </a:cubicBezTo>
                    <a:cubicBezTo>
                      <a:pt x="71" y="4200"/>
                      <a:pt x="33" y="4260"/>
                      <a:pt x="22" y="4314"/>
                    </a:cubicBezTo>
                    <a:cubicBezTo>
                      <a:pt x="0" y="4407"/>
                      <a:pt x="60" y="4532"/>
                      <a:pt x="114" y="4602"/>
                    </a:cubicBezTo>
                    <a:cubicBezTo>
                      <a:pt x="136" y="4629"/>
                      <a:pt x="163" y="4657"/>
                      <a:pt x="196" y="4673"/>
                    </a:cubicBezTo>
                    <a:cubicBezTo>
                      <a:pt x="158" y="4765"/>
                      <a:pt x="174" y="4907"/>
                      <a:pt x="169" y="4988"/>
                    </a:cubicBezTo>
                    <a:cubicBezTo>
                      <a:pt x="158" y="5119"/>
                      <a:pt x="109" y="5249"/>
                      <a:pt x="147" y="5380"/>
                    </a:cubicBezTo>
                    <a:cubicBezTo>
                      <a:pt x="158" y="5412"/>
                      <a:pt x="190" y="5439"/>
                      <a:pt x="229" y="5439"/>
                    </a:cubicBezTo>
                    <a:cubicBezTo>
                      <a:pt x="261" y="5439"/>
                      <a:pt x="299" y="5439"/>
                      <a:pt x="332" y="5445"/>
                    </a:cubicBezTo>
                    <a:cubicBezTo>
                      <a:pt x="354" y="5450"/>
                      <a:pt x="375" y="5461"/>
                      <a:pt x="397" y="5467"/>
                    </a:cubicBezTo>
                    <a:cubicBezTo>
                      <a:pt x="430" y="5472"/>
                      <a:pt x="464" y="5475"/>
                      <a:pt x="498" y="5475"/>
                    </a:cubicBezTo>
                    <a:cubicBezTo>
                      <a:pt x="532" y="5475"/>
                      <a:pt x="566" y="5472"/>
                      <a:pt x="598" y="5467"/>
                    </a:cubicBezTo>
                    <a:cubicBezTo>
                      <a:pt x="674" y="5472"/>
                      <a:pt x="745" y="5483"/>
                      <a:pt x="816" y="5499"/>
                    </a:cubicBezTo>
                    <a:cubicBezTo>
                      <a:pt x="881" y="5510"/>
                      <a:pt x="935" y="5543"/>
                      <a:pt x="1006" y="5548"/>
                    </a:cubicBezTo>
                    <a:cubicBezTo>
                      <a:pt x="1044" y="5548"/>
                      <a:pt x="1077" y="5521"/>
                      <a:pt x="1087" y="5483"/>
                    </a:cubicBezTo>
                    <a:cubicBezTo>
                      <a:pt x="1093" y="5472"/>
                      <a:pt x="1098" y="5467"/>
                      <a:pt x="1109" y="5461"/>
                    </a:cubicBezTo>
                    <a:lnTo>
                      <a:pt x="1109" y="5461"/>
                    </a:lnTo>
                    <a:cubicBezTo>
                      <a:pt x="1109" y="5477"/>
                      <a:pt x="1104" y="5494"/>
                      <a:pt x="1098" y="5515"/>
                    </a:cubicBezTo>
                    <a:cubicBezTo>
                      <a:pt x="1087" y="5554"/>
                      <a:pt x="1082" y="5592"/>
                      <a:pt x="1077" y="5635"/>
                    </a:cubicBezTo>
                    <a:cubicBezTo>
                      <a:pt x="1077" y="5684"/>
                      <a:pt x="1082" y="5733"/>
                      <a:pt x="1077" y="5782"/>
                    </a:cubicBezTo>
                    <a:cubicBezTo>
                      <a:pt x="1066" y="5869"/>
                      <a:pt x="1038" y="5961"/>
                      <a:pt x="1022" y="6054"/>
                    </a:cubicBezTo>
                    <a:cubicBezTo>
                      <a:pt x="995" y="6124"/>
                      <a:pt x="984" y="6200"/>
                      <a:pt x="984" y="6276"/>
                    </a:cubicBezTo>
                    <a:cubicBezTo>
                      <a:pt x="990" y="6347"/>
                      <a:pt x="962" y="6412"/>
                      <a:pt x="979" y="6483"/>
                    </a:cubicBezTo>
                    <a:cubicBezTo>
                      <a:pt x="990" y="6527"/>
                      <a:pt x="1022" y="6554"/>
                      <a:pt x="1066" y="6554"/>
                    </a:cubicBezTo>
                    <a:cubicBezTo>
                      <a:pt x="1136" y="6543"/>
                      <a:pt x="1207" y="6532"/>
                      <a:pt x="1278" y="6532"/>
                    </a:cubicBezTo>
                    <a:cubicBezTo>
                      <a:pt x="1343" y="6537"/>
                      <a:pt x="1403" y="6554"/>
                      <a:pt x="1468" y="6559"/>
                    </a:cubicBezTo>
                    <a:cubicBezTo>
                      <a:pt x="1528" y="6565"/>
                      <a:pt x="1598" y="6581"/>
                      <a:pt x="1664" y="6586"/>
                    </a:cubicBezTo>
                    <a:cubicBezTo>
                      <a:pt x="1696" y="6589"/>
                      <a:pt x="1732" y="6589"/>
                      <a:pt x="1768" y="6589"/>
                    </a:cubicBezTo>
                    <a:cubicBezTo>
                      <a:pt x="1804" y="6589"/>
                      <a:pt x="1840" y="6589"/>
                      <a:pt x="1876" y="6592"/>
                    </a:cubicBezTo>
                    <a:cubicBezTo>
                      <a:pt x="2013" y="6592"/>
                      <a:pt x="2145" y="6625"/>
                      <a:pt x="2277" y="6625"/>
                    </a:cubicBezTo>
                    <a:cubicBezTo>
                      <a:pt x="2286" y="6625"/>
                      <a:pt x="2296" y="6625"/>
                      <a:pt x="2305" y="6624"/>
                    </a:cubicBezTo>
                    <a:cubicBezTo>
                      <a:pt x="2370" y="6624"/>
                      <a:pt x="2435" y="6619"/>
                      <a:pt x="2501" y="6608"/>
                    </a:cubicBezTo>
                    <a:cubicBezTo>
                      <a:pt x="2571" y="6597"/>
                      <a:pt x="2647" y="6597"/>
                      <a:pt x="2718" y="6597"/>
                    </a:cubicBezTo>
                    <a:cubicBezTo>
                      <a:pt x="2778" y="6597"/>
                      <a:pt x="2827" y="6570"/>
                      <a:pt x="2887" y="6565"/>
                    </a:cubicBezTo>
                    <a:cubicBezTo>
                      <a:pt x="2941" y="6575"/>
                      <a:pt x="3001" y="6586"/>
                      <a:pt x="3055" y="6597"/>
                    </a:cubicBezTo>
                    <a:cubicBezTo>
                      <a:pt x="3077" y="6599"/>
                      <a:pt x="3099" y="6600"/>
                      <a:pt x="3122" y="6600"/>
                    </a:cubicBezTo>
                    <a:cubicBezTo>
                      <a:pt x="3192" y="6600"/>
                      <a:pt x="3265" y="6593"/>
                      <a:pt x="3336" y="6593"/>
                    </a:cubicBezTo>
                    <a:cubicBezTo>
                      <a:pt x="3388" y="6593"/>
                      <a:pt x="3440" y="6596"/>
                      <a:pt x="3490" y="6608"/>
                    </a:cubicBezTo>
                    <a:cubicBezTo>
                      <a:pt x="3509" y="6614"/>
                      <a:pt x="3528" y="6616"/>
                      <a:pt x="3547" y="6616"/>
                    </a:cubicBezTo>
                    <a:cubicBezTo>
                      <a:pt x="3636" y="6616"/>
                      <a:pt x="3719" y="6556"/>
                      <a:pt x="3745" y="6467"/>
                    </a:cubicBezTo>
                    <a:lnTo>
                      <a:pt x="3745" y="6456"/>
                    </a:lnTo>
                    <a:cubicBezTo>
                      <a:pt x="3789" y="6516"/>
                      <a:pt x="3849" y="6565"/>
                      <a:pt x="3914" y="6592"/>
                    </a:cubicBezTo>
                    <a:cubicBezTo>
                      <a:pt x="3961" y="6603"/>
                      <a:pt x="4009" y="6609"/>
                      <a:pt x="4057" y="6609"/>
                    </a:cubicBezTo>
                    <a:cubicBezTo>
                      <a:pt x="4098" y="6609"/>
                      <a:pt x="4140" y="6605"/>
                      <a:pt x="4180" y="6597"/>
                    </a:cubicBezTo>
                    <a:cubicBezTo>
                      <a:pt x="4289" y="6586"/>
                      <a:pt x="4398" y="6586"/>
                      <a:pt x="4512" y="6586"/>
                    </a:cubicBezTo>
                    <a:lnTo>
                      <a:pt x="5197" y="6592"/>
                    </a:lnTo>
                    <a:cubicBezTo>
                      <a:pt x="5306" y="6592"/>
                      <a:pt x="5409" y="6575"/>
                      <a:pt x="5518" y="6570"/>
                    </a:cubicBezTo>
                    <a:cubicBezTo>
                      <a:pt x="5526" y="6571"/>
                      <a:pt x="5535" y="6571"/>
                      <a:pt x="5544" y="6571"/>
                    </a:cubicBezTo>
                    <a:cubicBezTo>
                      <a:pt x="5622" y="6571"/>
                      <a:pt x="5699" y="6549"/>
                      <a:pt x="5768" y="6510"/>
                    </a:cubicBezTo>
                    <a:cubicBezTo>
                      <a:pt x="5778" y="6505"/>
                      <a:pt x="5789" y="6494"/>
                      <a:pt x="5795" y="6483"/>
                    </a:cubicBezTo>
                    <a:cubicBezTo>
                      <a:pt x="5827" y="6472"/>
                      <a:pt x="5855" y="6467"/>
                      <a:pt x="5882" y="6456"/>
                    </a:cubicBezTo>
                    <a:cubicBezTo>
                      <a:pt x="5942" y="6440"/>
                      <a:pt x="6007" y="6445"/>
                      <a:pt x="6067" y="6423"/>
                    </a:cubicBezTo>
                    <a:cubicBezTo>
                      <a:pt x="6148" y="6401"/>
                      <a:pt x="6213" y="6342"/>
                      <a:pt x="6257" y="6271"/>
                    </a:cubicBezTo>
                    <a:cubicBezTo>
                      <a:pt x="6333" y="6130"/>
                      <a:pt x="6300" y="5934"/>
                      <a:pt x="6300" y="5776"/>
                    </a:cubicBezTo>
                    <a:cubicBezTo>
                      <a:pt x="6306" y="5695"/>
                      <a:pt x="6300" y="5608"/>
                      <a:pt x="6284" y="5526"/>
                    </a:cubicBezTo>
                    <a:cubicBezTo>
                      <a:pt x="6262" y="5439"/>
                      <a:pt x="6284" y="5358"/>
                      <a:pt x="6257" y="5271"/>
                    </a:cubicBezTo>
                    <a:cubicBezTo>
                      <a:pt x="6230" y="5173"/>
                      <a:pt x="6208" y="5075"/>
                      <a:pt x="6192" y="4977"/>
                    </a:cubicBezTo>
                    <a:lnTo>
                      <a:pt x="6192" y="4977"/>
                    </a:lnTo>
                    <a:cubicBezTo>
                      <a:pt x="6284" y="4988"/>
                      <a:pt x="6376" y="5037"/>
                      <a:pt x="6474" y="5037"/>
                    </a:cubicBezTo>
                    <a:cubicBezTo>
                      <a:pt x="6599" y="5037"/>
                      <a:pt x="6779" y="5010"/>
                      <a:pt x="6866" y="4901"/>
                    </a:cubicBezTo>
                    <a:cubicBezTo>
                      <a:pt x="6925" y="4803"/>
                      <a:pt x="6947" y="4678"/>
                      <a:pt x="6920" y="4564"/>
                    </a:cubicBezTo>
                    <a:cubicBezTo>
                      <a:pt x="6909" y="4439"/>
                      <a:pt x="6871" y="4320"/>
                      <a:pt x="6811" y="4205"/>
                    </a:cubicBezTo>
                    <a:cubicBezTo>
                      <a:pt x="6844" y="4184"/>
                      <a:pt x="6876" y="4167"/>
                      <a:pt x="6904" y="4146"/>
                    </a:cubicBezTo>
                    <a:cubicBezTo>
                      <a:pt x="6963" y="4113"/>
                      <a:pt x="7007" y="4064"/>
                      <a:pt x="7034" y="4004"/>
                    </a:cubicBezTo>
                    <a:cubicBezTo>
                      <a:pt x="7045" y="3928"/>
                      <a:pt x="7034" y="3852"/>
                      <a:pt x="6996" y="3787"/>
                    </a:cubicBezTo>
                    <a:lnTo>
                      <a:pt x="6996" y="3781"/>
                    </a:lnTo>
                    <a:cubicBezTo>
                      <a:pt x="6958" y="3711"/>
                      <a:pt x="6915" y="3646"/>
                      <a:pt x="6871" y="3586"/>
                    </a:cubicBezTo>
                    <a:cubicBezTo>
                      <a:pt x="6822" y="3510"/>
                      <a:pt x="6784" y="3423"/>
                      <a:pt x="6762" y="3330"/>
                    </a:cubicBezTo>
                    <a:cubicBezTo>
                      <a:pt x="6741" y="3254"/>
                      <a:pt x="6708" y="3178"/>
                      <a:pt x="6665" y="3107"/>
                    </a:cubicBezTo>
                    <a:cubicBezTo>
                      <a:pt x="6626" y="3031"/>
                      <a:pt x="6599" y="2950"/>
                      <a:pt x="6583" y="2863"/>
                    </a:cubicBezTo>
                    <a:cubicBezTo>
                      <a:pt x="6518" y="2678"/>
                      <a:pt x="6469" y="2488"/>
                      <a:pt x="6420" y="2292"/>
                    </a:cubicBezTo>
                    <a:cubicBezTo>
                      <a:pt x="6371" y="2102"/>
                      <a:pt x="6344" y="1906"/>
                      <a:pt x="6306" y="1710"/>
                    </a:cubicBezTo>
                    <a:cubicBezTo>
                      <a:pt x="6268" y="1520"/>
                      <a:pt x="6192" y="1330"/>
                      <a:pt x="6143" y="1134"/>
                    </a:cubicBezTo>
                    <a:cubicBezTo>
                      <a:pt x="6121" y="1058"/>
                      <a:pt x="6110" y="955"/>
                      <a:pt x="6045" y="900"/>
                    </a:cubicBezTo>
                    <a:cubicBezTo>
                      <a:pt x="5980" y="841"/>
                      <a:pt x="5882" y="857"/>
                      <a:pt x="5800" y="824"/>
                    </a:cubicBezTo>
                    <a:cubicBezTo>
                      <a:pt x="5713" y="792"/>
                      <a:pt x="5621" y="748"/>
                      <a:pt x="5539" y="705"/>
                    </a:cubicBezTo>
                    <a:cubicBezTo>
                      <a:pt x="5490" y="678"/>
                      <a:pt x="5452" y="650"/>
                      <a:pt x="5403" y="623"/>
                    </a:cubicBezTo>
                    <a:cubicBezTo>
                      <a:pt x="5365" y="601"/>
                      <a:pt x="5333" y="591"/>
                      <a:pt x="5295" y="580"/>
                    </a:cubicBezTo>
                    <a:cubicBezTo>
                      <a:pt x="5257" y="547"/>
                      <a:pt x="5213" y="515"/>
                      <a:pt x="5164" y="493"/>
                    </a:cubicBezTo>
                    <a:cubicBezTo>
                      <a:pt x="5099" y="449"/>
                      <a:pt x="5028" y="395"/>
                      <a:pt x="4963" y="346"/>
                    </a:cubicBezTo>
                    <a:cubicBezTo>
                      <a:pt x="4909" y="308"/>
                      <a:pt x="4854" y="270"/>
                      <a:pt x="4805" y="232"/>
                    </a:cubicBezTo>
                    <a:cubicBezTo>
                      <a:pt x="4751" y="188"/>
                      <a:pt x="4724" y="156"/>
                      <a:pt x="4680" y="123"/>
                    </a:cubicBezTo>
                    <a:cubicBezTo>
                      <a:pt x="4686" y="107"/>
                      <a:pt x="4686" y="91"/>
                      <a:pt x="4686" y="74"/>
                    </a:cubicBezTo>
                    <a:cubicBezTo>
                      <a:pt x="4686" y="31"/>
                      <a:pt x="4652" y="2"/>
                      <a:pt x="4614" y="2"/>
                    </a:cubicBezTo>
                    <a:cubicBezTo>
                      <a:pt x="4604" y="2"/>
                      <a:pt x="4593" y="4"/>
                      <a:pt x="4583" y="9"/>
                    </a:cubicBezTo>
                    <a:lnTo>
                      <a:pt x="4550" y="9"/>
                    </a:lnTo>
                    <a:cubicBezTo>
                      <a:pt x="4515" y="4"/>
                      <a:pt x="4478" y="1"/>
                      <a:pt x="4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0"/>
              <p:cNvSpPr/>
              <p:nvPr/>
            </p:nvSpPr>
            <p:spPr>
              <a:xfrm>
                <a:off x="4569625" y="5384375"/>
                <a:ext cx="25025" cy="27475"/>
              </a:xfrm>
              <a:custGeom>
                <a:rect b="b" l="l" r="r" t="t"/>
                <a:pathLst>
                  <a:path extrusionOk="0" h="1099" w="1001">
                    <a:moveTo>
                      <a:pt x="484" y="123"/>
                    </a:moveTo>
                    <a:cubicBezTo>
                      <a:pt x="492" y="123"/>
                      <a:pt x="493" y="134"/>
                      <a:pt x="490" y="159"/>
                    </a:cubicBezTo>
                    <a:cubicBezTo>
                      <a:pt x="490" y="176"/>
                      <a:pt x="490" y="192"/>
                      <a:pt x="484" y="208"/>
                    </a:cubicBezTo>
                    <a:cubicBezTo>
                      <a:pt x="462" y="214"/>
                      <a:pt x="441" y="225"/>
                      <a:pt x="419" y="235"/>
                    </a:cubicBezTo>
                    <a:lnTo>
                      <a:pt x="375" y="235"/>
                    </a:lnTo>
                    <a:lnTo>
                      <a:pt x="370" y="230"/>
                    </a:lnTo>
                    <a:lnTo>
                      <a:pt x="381" y="219"/>
                    </a:lnTo>
                    <a:lnTo>
                      <a:pt x="375" y="214"/>
                    </a:lnTo>
                    <a:cubicBezTo>
                      <a:pt x="392" y="181"/>
                      <a:pt x="419" y="154"/>
                      <a:pt x="452" y="138"/>
                    </a:cubicBezTo>
                    <a:cubicBezTo>
                      <a:pt x="467" y="129"/>
                      <a:pt x="478" y="123"/>
                      <a:pt x="484" y="123"/>
                    </a:cubicBezTo>
                    <a:close/>
                    <a:moveTo>
                      <a:pt x="733" y="200"/>
                    </a:moveTo>
                    <a:cubicBezTo>
                      <a:pt x="746" y="200"/>
                      <a:pt x="759" y="208"/>
                      <a:pt x="767" y="230"/>
                    </a:cubicBezTo>
                    <a:cubicBezTo>
                      <a:pt x="783" y="252"/>
                      <a:pt x="778" y="246"/>
                      <a:pt x="756" y="268"/>
                    </a:cubicBezTo>
                    <a:cubicBezTo>
                      <a:pt x="740" y="284"/>
                      <a:pt x="729" y="295"/>
                      <a:pt x="723" y="312"/>
                    </a:cubicBezTo>
                    <a:lnTo>
                      <a:pt x="718" y="328"/>
                    </a:lnTo>
                    <a:lnTo>
                      <a:pt x="713" y="322"/>
                    </a:lnTo>
                    <a:cubicBezTo>
                      <a:pt x="685" y="306"/>
                      <a:pt x="664" y="290"/>
                      <a:pt x="647" y="268"/>
                    </a:cubicBezTo>
                    <a:cubicBezTo>
                      <a:pt x="664" y="252"/>
                      <a:pt x="674" y="235"/>
                      <a:pt x="696" y="219"/>
                    </a:cubicBezTo>
                    <a:lnTo>
                      <a:pt x="691" y="219"/>
                    </a:lnTo>
                    <a:cubicBezTo>
                      <a:pt x="704" y="208"/>
                      <a:pt x="719" y="200"/>
                      <a:pt x="733" y="200"/>
                    </a:cubicBezTo>
                    <a:close/>
                    <a:moveTo>
                      <a:pt x="267" y="274"/>
                    </a:moveTo>
                    <a:lnTo>
                      <a:pt x="267" y="274"/>
                    </a:lnTo>
                    <a:cubicBezTo>
                      <a:pt x="256" y="284"/>
                      <a:pt x="245" y="295"/>
                      <a:pt x="240" y="306"/>
                    </a:cubicBezTo>
                    <a:cubicBezTo>
                      <a:pt x="212" y="350"/>
                      <a:pt x="196" y="399"/>
                      <a:pt x="196" y="447"/>
                    </a:cubicBezTo>
                    <a:cubicBezTo>
                      <a:pt x="191" y="437"/>
                      <a:pt x="185" y="426"/>
                      <a:pt x="180" y="420"/>
                    </a:cubicBezTo>
                    <a:cubicBezTo>
                      <a:pt x="158" y="388"/>
                      <a:pt x="120" y="377"/>
                      <a:pt x="87" y="355"/>
                    </a:cubicBezTo>
                    <a:cubicBezTo>
                      <a:pt x="87" y="350"/>
                      <a:pt x="93" y="344"/>
                      <a:pt x="98" y="333"/>
                    </a:cubicBezTo>
                    <a:cubicBezTo>
                      <a:pt x="115" y="317"/>
                      <a:pt x="125" y="312"/>
                      <a:pt x="153" y="301"/>
                    </a:cubicBezTo>
                    <a:cubicBezTo>
                      <a:pt x="191" y="290"/>
                      <a:pt x="229" y="279"/>
                      <a:pt x="267" y="274"/>
                    </a:cubicBezTo>
                    <a:close/>
                    <a:moveTo>
                      <a:pt x="821" y="469"/>
                    </a:moveTo>
                    <a:cubicBezTo>
                      <a:pt x="848" y="480"/>
                      <a:pt x="848" y="491"/>
                      <a:pt x="843" y="524"/>
                    </a:cubicBezTo>
                    <a:cubicBezTo>
                      <a:pt x="843" y="540"/>
                      <a:pt x="838" y="556"/>
                      <a:pt x="832" y="573"/>
                    </a:cubicBezTo>
                    <a:cubicBezTo>
                      <a:pt x="838" y="534"/>
                      <a:pt x="832" y="502"/>
                      <a:pt x="821" y="469"/>
                    </a:cubicBezTo>
                    <a:close/>
                    <a:moveTo>
                      <a:pt x="191" y="529"/>
                    </a:moveTo>
                    <a:lnTo>
                      <a:pt x="191" y="600"/>
                    </a:lnTo>
                    <a:cubicBezTo>
                      <a:pt x="191" y="627"/>
                      <a:pt x="196" y="649"/>
                      <a:pt x="202" y="676"/>
                    </a:cubicBezTo>
                    <a:cubicBezTo>
                      <a:pt x="174" y="670"/>
                      <a:pt x="147" y="665"/>
                      <a:pt x="120" y="649"/>
                    </a:cubicBezTo>
                    <a:lnTo>
                      <a:pt x="125" y="649"/>
                    </a:lnTo>
                    <a:cubicBezTo>
                      <a:pt x="104" y="621"/>
                      <a:pt x="180" y="551"/>
                      <a:pt x="191" y="529"/>
                    </a:cubicBezTo>
                    <a:close/>
                    <a:moveTo>
                      <a:pt x="370" y="333"/>
                    </a:moveTo>
                    <a:lnTo>
                      <a:pt x="375" y="339"/>
                    </a:lnTo>
                    <a:cubicBezTo>
                      <a:pt x="385" y="361"/>
                      <a:pt x="409" y="373"/>
                      <a:pt x="432" y="373"/>
                    </a:cubicBezTo>
                    <a:cubicBezTo>
                      <a:pt x="437" y="373"/>
                      <a:pt x="442" y="372"/>
                      <a:pt x="446" y="371"/>
                    </a:cubicBezTo>
                    <a:cubicBezTo>
                      <a:pt x="481" y="366"/>
                      <a:pt x="495" y="361"/>
                      <a:pt x="507" y="361"/>
                    </a:cubicBezTo>
                    <a:cubicBezTo>
                      <a:pt x="518" y="361"/>
                      <a:pt x="528" y="366"/>
                      <a:pt x="555" y="382"/>
                    </a:cubicBezTo>
                    <a:cubicBezTo>
                      <a:pt x="598" y="409"/>
                      <a:pt x="658" y="415"/>
                      <a:pt x="691" y="453"/>
                    </a:cubicBezTo>
                    <a:cubicBezTo>
                      <a:pt x="805" y="567"/>
                      <a:pt x="669" y="719"/>
                      <a:pt x="560" y="779"/>
                    </a:cubicBezTo>
                    <a:cubicBezTo>
                      <a:pt x="528" y="797"/>
                      <a:pt x="498" y="805"/>
                      <a:pt x="472" y="805"/>
                    </a:cubicBezTo>
                    <a:cubicBezTo>
                      <a:pt x="367" y="805"/>
                      <a:pt x="304" y="686"/>
                      <a:pt x="299" y="578"/>
                    </a:cubicBezTo>
                    <a:lnTo>
                      <a:pt x="299" y="573"/>
                    </a:lnTo>
                    <a:cubicBezTo>
                      <a:pt x="294" y="518"/>
                      <a:pt x="299" y="464"/>
                      <a:pt x="310" y="409"/>
                    </a:cubicBezTo>
                    <a:cubicBezTo>
                      <a:pt x="316" y="377"/>
                      <a:pt x="337" y="344"/>
                      <a:pt x="370" y="333"/>
                    </a:cubicBezTo>
                    <a:close/>
                    <a:moveTo>
                      <a:pt x="816" y="649"/>
                    </a:moveTo>
                    <a:cubicBezTo>
                      <a:pt x="821" y="665"/>
                      <a:pt x="838" y="676"/>
                      <a:pt x="854" y="676"/>
                    </a:cubicBezTo>
                    <a:cubicBezTo>
                      <a:pt x="930" y="676"/>
                      <a:pt x="870" y="812"/>
                      <a:pt x="854" y="839"/>
                    </a:cubicBezTo>
                    <a:lnTo>
                      <a:pt x="854" y="833"/>
                    </a:lnTo>
                    <a:cubicBezTo>
                      <a:pt x="819" y="883"/>
                      <a:pt x="761" y="910"/>
                      <a:pt x="706" y="910"/>
                    </a:cubicBezTo>
                    <a:cubicBezTo>
                      <a:pt x="701" y="910"/>
                      <a:pt x="696" y="910"/>
                      <a:pt x="691" y="910"/>
                    </a:cubicBezTo>
                    <a:cubicBezTo>
                      <a:pt x="664" y="912"/>
                      <a:pt x="636" y="914"/>
                      <a:pt x="609" y="914"/>
                    </a:cubicBezTo>
                    <a:cubicBezTo>
                      <a:pt x="582" y="914"/>
                      <a:pt x="555" y="912"/>
                      <a:pt x="528" y="910"/>
                    </a:cubicBezTo>
                    <a:cubicBezTo>
                      <a:pt x="544" y="910"/>
                      <a:pt x="566" y="904"/>
                      <a:pt x="582" y="893"/>
                    </a:cubicBezTo>
                    <a:cubicBezTo>
                      <a:pt x="685" y="844"/>
                      <a:pt x="772" y="757"/>
                      <a:pt x="816" y="649"/>
                    </a:cubicBezTo>
                    <a:close/>
                    <a:moveTo>
                      <a:pt x="240" y="763"/>
                    </a:moveTo>
                    <a:cubicBezTo>
                      <a:pt x="267" y="812"/>
                      <a:pt x="310" y="855"/>
                      <a:pt x="359" y="888"/>
                    </a:cubicBezTo>
                    <a:cubicBezTo>
                      <a:pt x="354" y="904"/>
                      <a:pt x="354" y="926"/>
                      <a:pt x="365" y="942"/>
                    </a:cubicBezTo>
                    <a:lnTo>
                      <a:pt x="348" y="948"/>
                    </a:lnTo>
                    <a:cubicBezTo>
                      <a:pt x="315" y="962"/>
                      <a:pt x="266" y="1017"/>
                      <a:pt x="225" y="1017"/>
                    </a:cubicBezTo>
                    <a:cubicBezTo>
                      <a:pt x="219" y="1017"/>
                      <a:pt x="213" y="1016"/>
                      <a:pt x="207" y="1013"/>
                    </a:cubicBezTo>
                    <a:cubicBezTo>
                      <a:pt x="163" y="991"/>
                      <a:pt x="174" y="871"/>
                      <a:pt x="191" y="839"/>
                    </a:cubicBezTo>
                    <a:cubicBezTo>
                      <a:pt x="207" y="806"/>
                      <a:pt x="229" y="790"/>
                      <a:pt x="240" y="763"/>
                    </a:cubicBezTo>
                    <a:close/>
                    <a:moveTo>
                      <a:pt x="495" y="1"/>
                    </a:moveTo>
                    <a:cubicBezTo>
                      <a:pt x="475" y="1"/>
                      <a:pt x="455" y="6"/>
                      <a:pt x="435" y="18"/>
                    </a:cubicBezTo>
                    <a:cubicBezTo>
                      <a:pt x="402" y="132"/>
                      <a:pt x="295" y="208"/>
                      <a:pt x="178" y="208"/>
                    </a:cubicBezTo>
                    <a:cubicBezTo>
                      <a:pt x="161" y="208"/>
                      <a:pt x="143" y="206"/>
                      <a:pt x="125" y="203"/>
                    </a:cubicBezTo>
                    <a:cubicBezTo>
                      <a:pt x="98" y="208"/>
                      <a:pt x="71" y="225"/>
                      <a:pt x="44" y="241"/>
                    </a:cubicBezTo>
                    <a:cubicBezTo>
                      <a:pt x="0" y="274"/>
                      <a:pt x="22" y="312"/>
                      <a:pt x="0" y="355"/>
                    </a:cubicBezTo>
                    <a:cubicBezTo>
                      <a:pt x="0" y="371"/>
                      <a:pt x="6" y="388"/>
                      <a:pt x="22" y="399"/>
                    </a:cubicBezTo>
                    <a:cubicBezTo>
                      <a:pt x="33" y="409"/>
                      <a:pt x="44" y="415"/>
                      <a:pt x="60" y="426"/>
                    </a:cubicBezTo>
                    <a:cubicBezTo>
                      <a:pt x="93" y="442"/>
                      <a:pt x="98" y="431"/>
                      <a:pt x="98" y="486"/>
                    </a:cubicBezTo>
                    <a:cubicBezTo>
                      <a:pt x="98" y="540"/>
                      <a:pt x="82" y="540"/>
                      <a:pt x="55" y="583"/>
                    </a:cubicBezTo>
                    <a:cubicBezTo>
                      <a:pt x="28" y="616"/>
                      <a:pt x="28" y="659"/>
                      <a:pt x="55" y="692"/>
                    </a:cubicBezTo>
                    <a:cubicBezTo>
                      <a:pt x="82" y="719"/>
                      <a:pt x="153" y="708"/>
                      <a:pt x="169" y="736"/>
                    </a:cubicBezTo>
                    <a:cubicBezTo>
                      <a:pt x="180" y="741"/>
                      <a:pt x="109" y="839"/>
                      <a:pt x="104" y="871"/>
                    </a:cubicBezTo>
                    <a:cubicBezTo>
                      <a:pt x="93" y="948"/>
                      <a:pt x="125" y="1073"/>
                      <a:pt x="207" y="1094"/>
                    </a:cubicBezTo>
                    <a:cubicBezTo>
                      <a:pt x="218" y="1097"/>
                      <a:pt x="229" y="1099"/>
                      <a:pt x="240" y="1099"/>
                    </a:cubicBezTo>
                    <a:cubicBezTo>
                      <a:pt x="314" y="1099"/>
                      <a:pt x="393" y="1041"/>
                      <a:pt x="435" y="980"/>
                    </a:cubicBezTo>
                    <a:cubicBezTo>
                      <a:pt x="504" y="995"/>
                      <a:pt x="575" y="1002"/>
                      <a:pt x="646" y="1002"/>
                    </a:cubicBezTo>
                    <a:cubicBezTo>
                      <a:pt x="681" y="1002"/>
                      <a:pt x="716" y="1000"/>
                      <a:pt x="751" y="997"/>
                    </a:cubicBezTo>
                    <a:cubicBezTo>
                      <a:pt x="865" y="980"/>
                      <a:pt x="957" y="893"/>
                      <a:pt x="979" y="779"/>
                    </a:cubicBezTo>
                    <a:cubicBezTo>
                      <a:pt x="1001" y="714"/>
                      <a:pt x="979" y="643"/>
                      <a:pt x="925" y="605"/>
                    </a:cubicBezTo>
                    <a:cubicBezTo>
                      <a:pt x="963" y="529"/>
                      <a:pt x="984" y="442"/>
                      <a:pt x="908" y="382"/>
                    </a:cubicBezTo>
                    <a:cubicBezTo>
                      <a:pt x="886" y="366"/>
                      <a:pt x="865" y="361"/>
                      <a:pt x="843" y="350"/>
                    </a:cubicBezTo>
                    <a:cubicBezTo>
                      <a:pt x="843" y="344"/>
                      <a:pt x="848" y="339"/>
                      <a:pt x="854" y="333"/>
                    </a:cubicBezTo>
                    <a:cubicBezTo>
                      <a:pt x="870" y="317"/>
                      <a:pt x="881" y="295"/>
                      <a:pt x="892" y="268"/>
                    </a:cubicBezTo>
                    <a:cubicBezTo>
                      <a:pt x="914" y="187"/>
                      <a:pt x="827" y="100"/>
                      <a:pt x="751" y="83"/>
                    </a:cubicBezTo>
                    <a:cubicBezTo>
                      <a:pt x="739" y="80"/>
                      <a:pt x="728" y="79"/>
                      <a:pt x="718" y="79"/>
                    </a:cubicBezTo>
                    <a:cubicBezTo>
                      <a:pt x="688" y="79"/>
                      <a:pt x="661" y="90"/>
                      <a:pt x="636" y="110"/>
                    </a:cubicBezTo>
                    <a:cubicBezTo>
                      <a:pt x="626" y="121"/>
                      <a:pt x="615" y="132"/>
                      <a:pt x="609" y="143"/>
                    </a:cubicBezTo>
                    <a:cubicBezTo>
                      <a:pt x="615" y="110"/>
                      <a:pt x="609" y="72"/>
                      <a:pt x="587" y="45"/>
                    </a:cubicBezTo>
                    <a:cubicBezTo>
                      <a:pt x="563" y="18"/>
                      <a:pt x="530" y="1"/>
                      <a:pt x="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0"/>
              <p:cNvSpPr/>
              <p:nvPr/>
            </p:nvSpPr>
            <p:spPr>
              <a:xfrm>
                <a:off x="4546525" y="5387150"/>
                <a:ext cx="5875" cy="7075"/>
              </a:xfrm>
              <a:custGeom>
                <a:rect b="b" l="l" r="r" t="t"/>
                <a:pathLst>
                  <a:path extrusionOk="0" h="283" w="235">
                    <a:moveTo>
                      <a:pt x="119" y="1"/>
                    </a:moveTo>
                    <a:cubicBezTo>
                      <a:pt x="77" y="1"/>
                      <a:pt x="34" y="24"/>
                      <a:pt x="17" y="76"/>
                    </a:cubicBezTo>
                    <a:cubicBezTo>
                      <a:pt x="0" y="124"/>
                      <a:pt x="0" y="179"/>
                      <a:pt x="28" y="228"/>
                    </a:cubicBezTo>
                    <a:cubicBezTo>
                      <a:pt x="47" y="262"/>
                      <a:pt x="80" y="283"/>
                      <a:pt x="118" y="283"/>
                    </a:cubicBezTo>
                    <a:cubicBezTo>
                      <a:pt x="122" y="283"/>
                      <a:pt x="126" y="283"/>
                      <a:pt x="131" y="282"/>
                    </a:cubicBezTo>
                    <a:cubicBezTo>
                      <a:pt x="174" y="277"/>
                      <a:pt x="212" y="244"/>
                      <a:pt x="223" y="206"/>
                    </a:cubicBezTo>
                    <a:cubicBezTo>
                      <a:pt x="229" y="184"/>
                      <a:pt x="234" y="163"/>
                      <a:pt x="229" y="146"/>
                    </a:cubicBezTo>
                    <a:cubicBezTo>
                      <a:pt x="229" y="130"/>
                      <a:pt x="229" y="119"/>
                      <a:pt x="223" y="108"/>
                    </a:cubicBezTo>
                    <a:lnTo>
                      <a:pt x="223" y="103"/>
                    </a:lnTo>
                    <a:cubicBezTo>
                      <a:pt x="223" y="37"/>
                      <a:pt x="172"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0"/>
              <p:cNvSpPr/>
              <p:nvPr/>
            </p:nvSpPr>
            <p:spPr>
              <a:xfrm>
                <a:off x="4546125" y="5402650"/>
                <a:ext cx="6000" cy="5700"/>
              </a:xfrm>
              <a:custGeom>
                <a:rect b="b" l="l" r="r" t="t"/>
                <a:pathLst>
                  <a:path extrusionOk="0" h="228" w="240">
                    <a:moveTo>
                      <a:pt x="109" y="1"/>
                    </a:moveTo>
                    <a:cubicBezTo>
                      <a:pt x="102" y="1"/>
                      <a:pt x="95" y="2"/>
                      <a:pt x="87" y="5"/>
                    </a:cubicBezTo>
                    <a:cubicBezTo>
                      <a:pt x="76" y="5"/>
                      <a:pt x="71" y="10"/>
                      <a:pt x="65" y="15"/>
                    </a:cubicBezTo>
                    <a:lnTo>
                      <a:pt x="54" y="21"/>
                    </a:lnTo>
                    <a:lnTo>
                      <a:pt x="38" y="32"/>
                    </a:lnTo>
                    <a:cubicBezTo>
                      <a:pt x="38" y="37"/>
                      <a:pt x="33" y="43"/>
                      <a:pt x="27" y="48"/>
                    </a:cubicBezTo>
                    <a:cubicBezTo>
                      <a:pt x="22" y="54"/>
                      <a:pt x="22" y="64"/>
                      <a:pt x="16" y="70"/>
                    </a:cubicBezTo>
                    <a:cubicBezTo>
                      <a:pt x="16" y="75"/>
                      <a:pt x="11" y="81"/>
                      <a:pt x="11" y="86"/>
                    </a:cubicBezTo>
                    <a:cubicBezTo>
                      <a:pt x="0" y="124"/>
                      <a:pt x="11" y="168"/>
                      <a:pt x="38" y="195"/>
                    </a:cubicBezTo>
                    <a:cubicBezTo>
                      <a:pt x="60" y="217"/>
                      <a:pt x="90" y="227"/>
                      <a:pt x="120" y="227"/>
                    </a:cubicBezTo>
                    <a:cubicBezTo>
                      <a:pt x="150" y="227"/>
                      <a:pt x="179" y="217"/>
                      <a:pt x="201" y="195"/>
                    </a:cubicBezTo>
                    <a:cubicBezTo>
                      <a:pt x="228" y="168"/>
                      <a:pt x="239" y="124"/>
                      <a:pt x="228" y="86"/>
                    </a:cubicBezTo>
                    <a:lnTo>
                      <a:pt x="217" y="81"/>
                    </a:lnTo>
                    <a:cubicBezTo>
                      <a:pt x="212" y="70"/>
                      <a:pt x="207" y="59"/>
                      <a:pt x="201" y="48"/>
                    </a:cubicBezTo>
                    <a:cubicBezTo>
                      <a:pt x="196" y="43"/>
                      <a:pt x="196" y="43"/>
                      <a:pt x="190" y="37"/>
                    </a:cubicBezTo>
                    <a:lnTo>
                      <a:pt x="190" y="32"/>
                    </a:lnTo>
                    <a:cubicBezTo>
                      <a:pt x="185" y="26"/>
                      <a:pt x="179" y="15"/>
                      <a:pt x="169" y="15"/>
                    </a:cubicBezTo>
                    <a:lnTo>
                      <a:pt x="163" y="15"/>
                    </a:lnTo>
                    <a:cubicBezTo>
                      <a:pt x="158" y="10"/>
                      <a:pt x="147" y="5"/>
                      <a:pt x="141" y="5"/>
                    </a:cubicBezTo>
                    <a:lnTo>
                      <a:pt x="130" y="5"/>
                    </a:lnTo>
                    <a:cubicBezTo>
                      <a:pt x="122" y="2"/>
                      <a:pt x="116"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0"/>
              <p:cNvSpPr/>
              <p:nvPr/>
            </p:nvSpPr>
            <p:spPr>
              <a:xfrm>
                <a:off x="4546650" y="5417425"/>
                <a:ext cx="5750" cy="6400"/>
              </a:xfrm>
              <a:custGeom>
                <a:rect b="b" l="l" r="r" t="t"/>
                <a:pathLst>
                  <a:path extrusionOk="0" h="256" w="230">
                    <a:moveTo>
                      <a:pt x="115" y="1"/>
                    </a:moveTo>
                    <a:cubicBezTo>
                      <a:pt x="99" y="1"/>
                      <a:pt x="77" y="6"/>
                      <a:pt x="61" y="17"/>
                    </a:cubicBezTo>
                    <a:cubicBezTo>
                      <a:pt x="50" y="22"/>
                      <a:pt x="33" y="39"/>
                      <a:pt x="28" y="55"/>
                    </a:cubicBezTo>
                    <a:cubicBezTo>
                      <a:pt x="23" y="55"/>
                      <a:pt x="17" y="60"/>
                      <a:pt x="17" y="66"/>
                    </a:cubicBezTo>
                    <a:cubicBezTo>
                      <a:pt x="6" y="82"/>
                      <a:pt x="1" y="104"/>
                      <a:pt x="1" y="126"/>
                    </a:cubicBezTo>
                    <a:cubicBezTo>
                      <a:pt x="1" y="126"/>
                      <a:pt x="1" y="131"/>
                      <a:pt x="1" y="137"/>
                    </a:cubicBezTo>
                    <a:cubicBezTo>
                      <a:pt x="1" y="158"/>
                      <a:pt x="6" y="180"/>
                      <a:pt x="17" y="196"/>
                    </a:cubicBezTo>
                    <a:cubicBezTo>
                      <a:pt x="28" y="213"/>
                      <a:pt x="44" y="229"/>
                      <a:pt x="61" y="240"/>
                    </a:cubicBezTo>
                    <a:cubicBezTo>
                      <a:pt x="78" y="250"/>
                      <a:pt x="97" y="255"/>
                      <a:pt x="115" y="255"/>
                    </a:cubicBezTo>
                    <a:cubicBezTo>
                      <a:pt x="153" y="255"/>
                      <a:pt x="191" y="233"/>
                      <a:pt x="213" y="196"/>
                    </a:cubicBezTo>
                    <a:cubicBezTo>
                      <a:pt x="224" y="180"/>
                      <a:pt x="229" y="158"/>
                      <a:pt x="229" y="137"/>
                    </a:cubicBezTo>
                    <a:lnTo>
                      <a:pt x="229" y="126"/>
                    </a:lnTo>
                    <a:lnTo>
                      <a:pt x="229" y="120"/>
                    </a:lnTo>
                    <a:cubicBezTo>
                      <a:pt x="229" y="104"/>
                      <a:pt x="224" y="82"/>
                      <a:pt x="213" y="66"/>
                    </a:cubicBezTo>
                    <a:lnTo>
                      <a:pt x="202" y="50"/>
                    </a:lnTo>
                    <a:cubicBezTo>
                      <a:pt x="196" y="39"/>
                      <a:pt x="186" y="28"/>
                      <a:pt x="175" y="22"/>
                    </a:cubicBezTo>
                    <a:cubicBezTo>
                      <a:pt x="158" y="6"/>
                      <a:pt x="137"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0"/>
              <p:cNvSpPr/>
              <p:nvPr/>
            </p:nvSpPr>
            <p:spPr>
              <a:xfrm>
                <a:off x="4546525" y="5433800"/>
                <a:ext cx="6250" cy="6700"/>
              </a:xfrm>
              <a:custGeom>
                <a:rect b="b" l="l" r="r" t="t"/>
                <a:pathLst>
                  <a:path extrusionOk="0" h="268" w="250">
                    <a:moveTo>
                      <a:pt x="118" y="0"/>
                    </a:moveTo>
                    <a:cubicBezTo>
                      <a:pt x="80" y="0"/>
                      <a:pt x="45" y="18"/>
                      <a:pt x="28" y="52"/>
                    </a:cubicBezTo>
                    <a:cubicBezTo>
                      <a:pt x="17" y="69"/>
                      <a:pt x="11" y="85"/>
                      <a:pt x="6" y="96"/>
                    </a:cubicBezTo>
                    <a:cubicBezTo>
                      <a:pt x="0" y="112"/>
                      <a:pt x="0" y="123"/>
                      <a:pt x="0" y="134"/>
                    </a:cubicBezTo>
                    <a:cubicBezTo>
                      <a:pt x="0" y="145"/>
                      <a:pt x="0" y="161"/>
                      <a:pt x="6" y="172"/>
                    </a:cubicBezTo>
                    <a:cubicBezTo>
                      <a:pt x="11" y="183"/>
                      <a:pt x="17" y="199"/>
                      <a:pt x="22" y="210"/>
                    </a:cubicBezTo>
                    <a:cubicBezTo>
                      <a:pt x="47" y="250"/>
                      <a:pt x="84" y="267"/>
                      <a:pt x="120" y="267"/>
                    </a:cubicBezTo>
                    <a:cubicBezTo>
                      <a:pt x="186" y="267"/>
                      <a:pt x="250" y="208"/>
                      <a:pt x="229" y="123"/>
                    </a:cubicBezTo>
                    <a:lnTo>
                      <a:pt x="234" y="123"/>
                    </a:lnTo>
                    <a:lnTo>
                      <a:pt x="234" y="118"/>
                    </a:lnTo>
                    <a:cubicBezTo>
                      <a:pt x="229" y="112"/>
                      <a:pt x="229" y="107"/>
                      <a:pt x="229" y="101"/>
                    </a:cubicBezTo>
                    <a:cubicBezTo>
                      <a:pt x="223" y="79"/>
                      <a:pt x="218" y="58"/>
                      <a:pt x="207" y="41"/>
                    </a:cubicBezTo>
                    <a:cubicBezTo>
                      <a:pt x="191" y="20"/>
                      <a:pt x="169" y="9"/>
                      <a:pt x="147" y="3"/>
                    </a:cubicBezTo>
                    <a:cubicBezTo>
                      <a:pt x="137" y="1"/>
                      <a:pt x="128"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0"/>
              <p:cNvSpPr/>
              <p:nvPr/>
            </p:nvSpPr>
            <p:spPr>
              <a:xfrm>
                <a:off x="4545575" y="5450725"/>
                <a:ext cx="6125" cy="5675"/>
              </a:xfrm>
              <a:custGeom>
                <a:rect b="b" l="l" r="r" t="t"/>
                <a:pathLst>
                  <a:path extrusionOk="0" h="227" w="245">
                    <a:moveTo>
                      <a:pt x="120" y="0"/>
                    </a:moveTo>
                    <a:cubicBezTo>
                      <a:pt x="104" y="0"/>
                      <a:pt x="87" y="6"/>
                      <a:pt x="71" y="11"/>
                    </a:cubicBezTo>
                    <a:lnTo>
                      <a:pt x="49" y="28"/>
                    </a:lnTo>
                    <a:cubicBezTo>
                      <a:pt x="44" y="33"/>
                      <a:pt x="44" y="38"/>
                      <a:pt x="38" y="38"/>
                    </a:cubicBezTo>
                    <a:cubicBezTo>
                      <a:pt x="33" y="44"/>
                      <a:pt x="27" y="49"/>
                      <a:pt x="27" y="49"/>
                    </a:cubicBezTo>
                    <a:cubicBezTo>
                      <a:pt x="17" y="60"/>
                      <a:pt x="11" y="77"/>
                      <a:pt x="6" y="87"/>
                    </a:cubicBezTo>
                    <a:cubicBezTo>
                      <a:pt x="0" y="120"/>
                      <a:pt x="6" y="147"/>
                      <a:pt x="17" y="174"/>
                    </a:cubicBezTo>
                    <a:cubicBezTo>
                      <a:pt x="33" y="202"/>
                      <a:pt x="60" y="218"/>
                      <a:pt x="87" y="223"/>
                    </a:cubicBezTo>
                    <a:cubicBezTo>
                      <a:pt x="97" y="225"/>
                      <a:pt x="108" y="227"/>
                      <a:pt x="119" y="227"/>
                    </a:cubicBezTo>
                    <a:cubicBezTo>
                      <a:pt x="138" y="227"/>
                      <a:pt x="157" y="223"/>
                      <a:pt x="174" y="212"/>
                    </a:cubicBezTo>
                    <a:cubicBezTo>
                      <a:pt x="207" y="196"/>
                      <a:pt x="229" y="164"/>
                      <a:pt x="239" y="131"/>
                    </a:cubicBezTo>
                    <a:lnTo>
                      <a:pt x="245" y="98"/>
                    </a:lnTo>
                    <a:cubicBezTo>
                      <a:pt x="245" y="87"/>
                      <a:pt x="239" y="71"/>
                      <a:pt x="234" y="60"/>
                    </a:cubicBezTo>
                    <a:lnTo>
                      <a:pt x="223" y="60"/>
                    </a:lnTo>
                    <a:cubicBezTo>
                      <a:pt x="223" y="55"/>
                      <a:pt x="218" y="44"/>
                      <a:pt x="212" y="38"/>
                    </a:cubicBezTo>
                    <a:cubicBezTo>
                      <a:pt x="196" y="17"/>
                      <a:pt x="169" y="0"/>
                      <a:pt x="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0"/>
              <p:cNvSpPr/>
              <p:nvPr/>
            </p:nvSpPr>
            <p:spPr>
              <a:xfrm>
                <a:off x="4546375" y="54518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0"/>
              <p:cNvSpPr/>
              <p:nvPr/>
            </p:nvSpPr>
            <p:spPr>
              <a:xfrm>
                <a:off x="4544625" y="5466700"/>
                <a:ext cx="5850" cy="6025"/>
              </a:xfrm>
              <a:custGeom>
                <a:rect b="b" l="l" r="r" t="t"/>
                <a:pathLst>
                  <a:path extrusionOk="0" h="241" w="234">
                    <a:moveTo>
                      <a:pt x="110" y="1"/>
                    </a:moveTo>
                    <a:cubicBezTo>
                      <a:pt x="102" y="1"/>
                      <a:pt x="94" y="1"/>
                      <a:pt x="87" y="3"/>
                    </a:cubicBezTo>
                    <a:cubicBezTo>
                      <a:pt x="60" y="14"/>
                      <a:pt x="33" y="30"/>
                      <a:pt x="22" y="57"/>
                    </a:cubicBezTo>
                    <a:cubicBezTo>
                      <a:pt x="6" y="79"/>
                      <a:pt x="0" y="112"/>
                      <a:pt x="11" y="139"/>
                    </a:cubicBezTo>
                    <a:cubicBezTo>
                      <a:pt x="11" y="144"/>
                      <a:pt x="11" y="150"/>
                      <a:pt x="17" y="155"/>
                    </a:cubicBezTo>
                    <a:cubicBezTo>
                      <a:pt x="22" y="177"/>
                      <a:pt x="27" y="193"/>
                      <a:pt x="44" y="209"/>
                    </a:cubicBezTo>
                    <a:cubicBezTo>
                      <a:pt x="55" y="220"/>
                      <a:pt x="76" y="231"/>
                      <a:pt x="93" y="237"/>
                    </a:cubicBezTo>
                    <a:cubicBezTo>
                      <a:pt x="101" y="239"/>
                      <a:pt x="110" y="241"/>
                      <a:pt x="121" y="241"/>
                    </a:cubicBezTo>
                    <a:cubicBezTo>
                      <a:pt x="131" y="241"/>
                      <a:pt x="142" y="239"/>
                      <a:pt x="152" y="237"/>
                    </a:cubicBezTo>
                    <a:cubicBezTo>
                      <a:pt x="163" y="231"/>
                      <a:pt x="169" y="231"/>
                      <a:pt x="180" y="226"/>
                    </a:cubicBezTo>
                    <a:cubicBezTo>
                      <a:pt x="201" y="209"/>
                      <a:pt x="223" y="188"/>
                      <a:pt x="229" y="160"/>
                    </a:cubicBezTo>
                    <a:cubicBezTo>
                      <a:pt x="234" y="139"/>
                      <a:pt x="229" y="117"/>
                      <a:pt x="223" y="95"/>
                    </a:cubicBezTo>
                    <a:cubicBezTo>
                      <a:pt x="223" y="90"/>
                      <a:pt x="223" y="90"/>
                      <a:pt x="223" y="84"/>
                    </a:cubicBezTo>
                    <a:cubicBezTo>
                      <a:pt x="212" y="57"/>
                      <a:pt x="196" y="30"/>
                      <a:pt x="174" y="14"/>
                    </a:cubicBezTo>
                    <a:cubicBezTo>
                      <a:pt x="154" y="6"/>
                      <a:pt x="131" y="1"/>
                      <a:pt x="1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0"/>
              <p:cNvSpPr/>
              <p:nvPr/>
            </p:nvSpPr>
            <p:spPr>
              <a:xfrm>
                <a:off x="4545025" y="5480525"/>
                <a:ext cx="6275" cy="5550"/>
              </a:xfrm>
              <a:custGeom>
                <a:rect b="b" l="l" r="r" t="t"/>
                <a:pathLst>
                  <a:path extrusionOk="0" h="222" w="251">
                    <a:moveTo>
                      <a:pt x="137" y="0"/>
                    </a:moveTo>
                    <a:cubicBezTo>
                      <a:pt x="127" y="0"/>
                      <a:pt x="117" y="2"/>
                      <a:pt x="109" y="4"/>
                    </a:cubicBezTo>
                    <a:cubicBezTo>
                      <a:pt x="93" y="4"/>
                      <a:pt x="82" y="10"/>
                      <a:pt x="71" y="21"/>
                    </a:cubicBezTo>
                    <a:cubicBezTo>
                      <a:pt x="1" y="59"/>
                      <a:pt x="1" y="162"/>
                      <a:pt x="71" y="205"/>
                    </a:cubicBezTo>
                    <a:cubicBezTo>
                      <a:pt x="82" y="211"/>
                      <a:pt x="93" y="216"/>
                      <a:pt x="104" y="222"/>
                    </a:cubicBezTo>
                    <a:lnTo>
                      <a:pt x="153" y="222"/>
                    </a:lnTo>
                    <a:cubicBezTo>
                      <a:pt x="164" y="216"/>
                      <a:pt x="180" y="211"/>
                      <a:pt x="196" y="205"/>
                    </a:cubicBezTo>
                    <a:cubicBezTo>
                      <a:pt x="218" y="189"/>
                      <a:pt x="240" y="167"/>
                      <a:pt x="245" y="140"/>
                    </a:cubicBezTo>
                    <a:lnTo>
                      <a:pt x="251" y="108"/>
                    </a:lnTo>
                    <a:cubicBezTo>
                      <a:pt x="251" y="91"/>
                      <a:pt x="245" y="75"/>
                      <a:pt x="240" y="64"/>
                    </a:cubicBezTo>
                    <a:lnTo>
                      <a:pt x="240" y="70"/>
                    </a:lnTo>
                    <a:cubicBezTo>
                      <a:pt x="229" y="42"/>
                      <a:pt x="213" y="26"/>
                      <a:pt x="196" y="15"/>
                    </a:cubicBezTo>
                    <a:lnTo>
                      <a:pt x="169" y="4"/>
                    </a:lnTo>
                    <a:cubicBezTo>
                      <a:pt x="158" y="2"/>
                      <a:pt x="147"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0"/>
              <p:cNvSpPr/>
              <p:nvPr/>
            </p:nvSpPr>
            <p:spPr>
              <a:xfrm>
                <a:off x="4506850" y="5426550"/>
                <a:ext cx="7125" cy="8425"/>
              </a:xfrm>
              <a:custGeom>
                <a:rect b="b" l="l" r="r" t="t"/>
                <a:pathLst>
                  <a:path extrusionOk="0" h="337" w="285">
                    <a:moveTo>
                      <a:pt x="225" y="1"/>
                    </a:moveTo>
                    <a:cubicBezTo>
                      <a:pt x="212" y="1"/>
                      <a:pt x="200" y="5"/>
                      <a:pt x="190" y="16"/>
                    </a:cubicBezTo>
                    <a:cubicBezTo>
                      <a:pt x="152" y="71"/>
                      <a:pt x="114" y="136"/>
                      <a:pt x="71" y="185"/>
                    </a:cubicBezTo>
                    <a:cubicBezTo>
                      <a:pt x="38" y="217"/>
                      <a:pt x="0" y="261"/>
                      <a:pt x="16" y="315"/>
                    </a:cubicBezTo>
                    <a:cubicBezTo>
                      <a:pt x="23" y="328"/>
                      <a:pt x="38" y="337"/>
                      <a:pt x="52" y="337"/>
                    </a:cubicBezTo>
                    <a:cubicBezTo>
                      <a:pt x="62" y="337"/>
                      <a:pt x="72" y="332"/>
                      <a:pt x="76" y="321"/>
                    </a:cubicBezTo>
                    <a:cubicBezTo>
                      <a:pt x="98" y="283"/>
                      <a:pt x="120" y="250"/>
                      <a:pt x="147" y="223"/>
                    </a:cubicBezTo>
                    <a:cubicBezTo>
                      <a:pt x="190" y="168"/>
                      <a:pt x="218" y="109"/>
                      <a:pt x="261" y="60"/>
                    </a:cubicBezTo>
                    <a:cubicBezTo>
                      <a:pt x="284" y="29"/>
                      <a:pt x="255"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0"/>
              <p:cNvSpPr/>
              <p:nvPr/>
            </p:nvSpPr>
            <p:spPr>
              <a:xfrm>
                <a:off x="4506975" y="5434275"/>
                <a:ext cx="6350" cy="6750"/>
              </a:xfrm>
              <a:custGeom>
                <a:rect b="b" l="l" r="r" t="t"/>
                <a:pathLst>
                  <a:path extrusionOk="0" h="270" w="254">
                    <a:moveTo>
                      <a:pt x="204" y="1"/>
                    </a:moveTo>
                    <a:cubicBezTo>
                      <a:pt x="196" y="1"/>
                      <a:pt x="188" y="4"/>
                      <a:pt x="180" y="12"/>
                    </a:cubicBezTo>
                    <a:cubicBezTo>
                      <a:pt x="131" y="44"/>
                      <a:pt x="93" y="88"/>
                      <a:pt x="55" y="137"/>
                    </a:cubicBezTo>
                    <a:cubicBezTo>
                      <a:pt x="33" y="169"/>
                      <a:pt x="1" y="218"/>
                      <a:pt x="22" y="262"/>
                    </a:cubicBezTo>
                    <a:cubicBezTo>
                      <a:pt x="26" y="265"/>
                      <a:pt x="35" y="269"/>
                      <a:pt x="44" y="269"/>
                    </a:cubicBezTo>
                    <a:cubicBezTo>
                      <a:pt x="48" y="269"/>
                      <a:pt x="52" y="269"/>
                      <a:pt x="55" y="267"/>
                    </a:cubicBezTo>
                    <a:lnTo>
                      <a:pt x="66" y="262"/>
                    </a:lnTo>
                    <a:cubicBezTo>
                      <a:pt x="71" y="256"/>
                      <a:pt x="77" y="251"/>
                      <a:pt x="71" y="245"/>
                    </a:cubicBezTo>
                    <a:cubicBezTo>
                      <a:pt x="115" y="175"/>
                      <a:pt x="169" y="115"/>
                      <a:pt x="229" y="55"/>
                    </a:cubicBezTo>
                    <a:cubicBezTo>
                      <a:pt x="254" y="34"/>
                      <a:pt x="231"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0"/>
              <p:cNvSpPr/>
              <p:nvPr/>
            </p:nvSpPr>
            <p:spPr>
              <a:xfrm>
                <a:off x="4509425" y="5440950"/>
                <a:ext cx="3000" cy="4300"/>
              </a:xfrm>
              <a:custGeom>
                <a:rect b="b" l="l" r="r" t="t"/>
                <a:pathLst>
                  <a:path extrusionOk="0" h="172" w="120">
                    <a:moveTo>
                      <a:pt x="87" y="0"/>
                    </a:moveTo>
                    <a:cubicBezTo>
                      <a:pt x="71" y="0"/>
                      <a:pt x="55" y="16"/>
                      <a:pt x="55" y="38"/>
                    </a:cubicBezTo>
                    <a:cubicBezTo>
                      <a:pt x="55" y="54"/>
                      <a:pt x="33" y="71"/>
                      <a:pt x="22" y="87"/>
                    </a:cubicBezTo>
                    <a:cubicBezTo>
                      <a:pt x="6" y="103"/>
                      <a:pt x="0" y="131"/>
                      <a:pt x="6" y="152"/>
                    </a:cubicBezTo>
                    <a:cubicBezTo>
                      <a:pt x="9" y="164"/>
                      <a:pt x="20" y="172"/>
                      <a:pt x="33" y="172"/>
                    </a:cubicBezTo>
                    <a:cubicBezTo>
                      <a:pt x="43" y="172"/>
                      <a:pt x="53" y="167"/>
                      <a:pt x="60" y="158"/>
                    </a:cubicBezTo>
                    <a:cubicBezTo>
                      <a:pt x="82" y="120"/>
                      <a:pt x="115" y="87"/>
                      <a:pt x="120" y="38"/>
                    </a:cubicBezTo>
                    <a:cubicBezTo>
                      <a:pt x="120" y="16"/>
                      <a:pt x="104" y="5"/>
                      <a:pt x="87" y="5"/>
                    </a:cubicBez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0"/>
              <p:cNvSpPr/>
              <p:nvPr/>
            </p:nvSpPr>
            <p:spPr>
              <a:xfrm>
                <a:off x="4483050" y="5415125"/>
                <a:ext cx="5600" cy="6475"/>
              </a:xfrm>
              <a:custGeom>
                <a:rect b="b" l="l" r="r" t="t"/>
                <a:pathLst>
                  <a:path extrusionOk="0" h="259" w="224">
                    <a:moveTo>
                      <a:pt x="168" y="1"/>
                    </a:moveTo>
                    <a:cubicBezTo>
                      <a:pt x="148" y="1"/>
                      <a:pt x="130" y="10"/>
                      <a:pt x="126" y="33"/>
                    </a:cubicBezTo>
                    <a:cubicBezTo>
                      <a:pt x="126" y="44"/>
                      <a:pt x="99" y="65"/>
                      <a:pt x="88" y="76"/>
                    </a:cubicBezTo>
                    <a:cubicBezTo>
                      <a:pt x="71" y="87"/>
                      <a:pt x="55" y="109"/>
                      <a:pt x="44" y="125"/>
                    </a:cubicBezTo>
                    <a:cubicBezTo>
                      <a:pt x="17" y="158"/>
                      <a:pt x="1" y="218"/>
                      <a:pt x="39" y="250"/>
                    </a:cubicBezTo>
                    <a:cubicBezTo>
                      <a:pt x="47" y="256"/>
                      <a:pt x="55" y="258"/>
                      <a:pt x="63" y="258"/>
                    </a:cubicBezTo>
                    <a:cubicBezTo>
                      <a:pt x="71" y="258"/>
                      <a:pt x="80" y="256"/>
                      <a:pt x="88" y="250"/>
                    </a:cubicBezTo>
                    <a:cubicBezTo>
                      <a:pt x="104" y="234"/>
                      <a:pt x="110" y="218"/>
                      <a:pt x="120" y="201"/>
                    </a:cubicBezTo>
                    <a:cubicBezTo>
                      <a:pt x="131" y="185"/>
                      <a:pt x="142" y="174"/>
                      <a:pt x="153" y="158"/>
                    </a:cubicBezTo>
                    <a:cubicBezTo>
                      <a:pt x="180" y="125"/>
                      <a:pt x="224" y="93"/>
                      <a:pt x="224" y="44"/>
                    </a:cubicBezTo>
                    <a:cubicBezTo>
                      <a:pt x="224" y="19"/>
                      <a:pt x="194"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0"/>
              <p:cNvSpPr/>
              <p:nvPr/>
            </p:nvSpPr>
            <p:spPr>
              <a:xfrm>
                <a:off x="4482775" y="5421975"/>
                <a:ext cx="5650" cy="4825"/>
              </a:xfrm>
              <a:custGeom>
                <a:rect b="b" l="l" r="r" t="t"/>
                <a:pathLst>
                  <a:path extrusionOk="0" h="193" w="226">
                    <a:moveTo>
                      <a:pt x="182" y="0"/>
                    </a:moveTo>
                    <a:cubicBezTo>
                      <a:pt x="170" y="0"/>
                      <a:pt x="159" y="6"/>
                      <a:pt x="153" y="20"/>
                    </a:cubicBezTo>
                    <a:lnTo>
                      <a:pt x="148" y="20"/>
                    </a:lnTo>
                    <a:cubicBezTo>
                      <a:pt x="88" y="36"/>
                      <a:pt x="12" y="74"/>
                      <a:pt x="6" y="134"/>
                    </a:cubicBezTo>
                    <a:cubicBezTo>
                      <a:pt x="1" y="150"/>
                      <a:pt x="6" y="172"/>
                      <a:pt x="23" y="183"/>
                    </a:cubicBezTo>
                    <a:lnTo>
                      <a:pt x="39" y="188"/>
                    </a:lnTo>
                    <a:cubicBezTo>
                      <a:pt x="43" y="191"/>
                      <a:pt x="49" y="193"/>
                      <a:pt x="54" y="193"/>
                    </a:cubicBezTo>
                    <a:cubicBezTo>
                      <a:pt x="68" y="193"/>
                      <a:pt x="84" y="182"/>
                      <a:pt x="88" y="167"/>
                    </a:cubicBezTo>
                    <a:cubicBezTo>
                      <a:pt x="99" y="150"/>
                      <a:pt x="110" y="139"/>
                      <a:pt x="126" y="128"/>
                    </a:cubicBezTo>
                    <a:cubicBezTo>
                      <a:pt x="142" y="112"/>
                      <a:pt x="169" y="101"/>
                      <a:pt x="191" y="96"/>
                    </a:cubicBezTo>
                    <a:cubicBezTo>
                      <a:pt x="208" y="90"/>
                      <a:pt x="218" y="80"/>
                      <a:pt x="218" y="63"/>
                    </a:cubicBezTo>
                    <a:lnTo>
                      <a:pt x="218" y="52"/>
                    </a:lnTo>
                    <a:cubicBezTo>
                      <a:pt x="225" y="21"/>
                      <a:pt x="203"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0"/>
              <p:cNvSpPr/>
              <p:nvPr/>
            </p:nvSpPr>
            <p:spPr>
              <a:xfrm>
                <a:off x="4481025" y="5427675"/>
                <a:ext cx="5725" cy="5175"/>
              </a:xfrm>
              <a:custGeom>
                <a:rect b="b" l="l" r="r" t="t"/>
                <a:pathLst>
                  <a:path extrusionOk="0" h="207" w="229">
                    <a:moveTo>
                      <a:pt x="194" y="0"/>
                    </a:moveTo>
                    <a:cubicBezTo>
                      <a:pt x="182" y="0"/>
                      <a:pt x="171" y="6"/>
                      <a:pt x="169" y="20"/>
                    </a:cubicBezTo>
                    <a:cubicBezTo>
                      <a:pt x="163" y="53"/>
                      <a:pt x="125" y="64"/>
                      <a:pt x="104" y="85"/>
                    </a:cubicBezTo>
                    <a:cubicBezTo>
                      <a:pt x="87" y="91"/>
                      <a:pt x="76" y="107"/>
                      <a:pt x="60" y="118"/>
                    </a:cubicBezTo>
                    <a:cubicBezTo>
                      <a:pt x="49" y="129"/>
                      <a:pt x="33" y="134"/>
                      <a:pt x="22" y="145"/>
                    </a:cubicBezTo>
                    <a:cubicBezTo>
                      <a:pt x="0" y="167"/>
                      <a:pt x="11" y="199"/>
                      <a:pt x="38" y="205"/>
                    </a:cubicBezTo>
                    <a:cubicBezTo>
                      <a:pt x="43" y="206"/>
                      <a:pt x="47" y="206"/>
                      <a:pt x="51" y="206"/>
                    </a:cubicBezTo>
                    <a:cubicBezTo>
                      <a:pt x="93" y="206"/>
                      <a:pt x="123" y="159"/>
                      <a:pt x="158" y="134"/>
                    </a:cubicBezTo>
                    <a:cubicBezTo>
                      <a:pt x="191" y="102"/>
                      <a:pt x="223" y="80"/>
                      <a:pt x="229" y="31"/>
                    </a:cubicBezTo>
                    <a:cubicBezTo>
                      <a:pt x="229" y="12"/>
                      <a:pt x="210"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0"/>
              <p:cNvSpPr/>
              <p:nvPr/>
            </p:nvSpPr>
            <p:spPr>
              <a:xfrm>
                <a:off x="4477625" y="5438125"/>
                <a:ext cx="5575" cy="5975"/>
              </a:xfrm>
              <a:custGeom>
                <a:rect b="b" l="l" r="r" t="t"/>
                <a:pathLst>
                  <a:path extrusionOk="0" h="239" w="223">
                    <a:moveTo>
                      <a:pt x="169" y="1"/>
                    </a:moveTo>
                    <a:cubicBezTo>
                      <a:pt x="160" y="1"/>
                      <a:pt x="151" y="5"/>
                      <a:pt x="142" y="15"/>
                    </a:cubicBezTo>
                    <a:cubicBezTo>
                      <a:pt x="109" y="53"/>
                      <a:pt x="76" y="97"/>
                      <a:pt x="44" y="140"/>
                    </a:cubicBezTo>
                    <a:cubicBezTo>
                      <a:pt x="22" y="162"/>
                      <a:pt x="0" y="205"/>
                      <a:pt x="33" y="233"/>
                    </a:cubicBezTo>
                    <a:cubicBezTo>
                      <a:pt x="38" y="237"/>
                      <a:pt x="42" y="239"/>
                      <a:pt x="47" y="239"/>
                    </a:cubicBezTo>
                    <a:cubicBezTo>
                      <a:pt x="53" y="239"/>
                      <a:pt x="59" y="236"/>
                      <a:pt x="66" y="233"/>
                    </a:cubicBezTo>
                    <a:cubicBezTo>
                      <a:pt x="66" y="227"/>
                      <a:pt x="66" y="227"/>
                      <a:pt x="66" y="222"/>
                    </a:cubicBezTo>
                    <a:lnTo>
                      <a:pt x="71" y="222"/>
                    </a:lnTo>
                    <a:lnTo>
                      <a:pt x="82" y="211"/>
                    </a:lnTo>
                    <a:cubicBezTo>
                      <a:pt x="98" y="205"/>
                      <a:pt x="115" y="189"/>
                      <a:pt x="125" y="178"/>
                    </a:cubicBezTo>
                    <a:cubicBezTo>
                      <a:pt x="153" y="140"/>
                      <a:pt x="174" y="108"/>
                      <a:pt x="202" y="70"/>
                    </a:cubicBezTo>
                    <a:cubicBezTo>
                      <a:pt x="222" y="45"/>
                      <a:pt x="199"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0"/>
              <p:cNvSpPr/>
              <p:nvPr/>
            </p:nvSpPr>
            <p:spPr>
              <a:xfrm>
                <a:off x="4479600" y="5445825"/>
                <a:ext cx="2000" cy="1425"/>
              </a:xfrm>
              <a:custGeom>
                <a:rect b="b" l="l" r="r" t="t"/>
                <a:pathLst>
                  <a:path extrusionOk="0" h="57" w="80">
                    <a:moveTo>
                      <a:pt x="57" y="1"/>
                    </a:moveTo>
                    <a:cubicBezTo>
                      <a:pt x="36" y="1"/>
                      <a:pt x="19" y="12"/>
                      <a:pt x="8" y="33"/>
                    </a:cubicBezTo>
                    <a:cubicBezTo>
                      <a:pt x="1" y="45"/>
                      <a:pt x="9" y="56"/>
                      <a:pt x="21" y="56"/>
                    </a:cubicBezTo>
                    <a:cubicBezTo>
                      <a:pt x="26" y="56"/>
                      <a:pt x="31" y="54"/>
                      <a:pt x="36" y="50"/>
                    </a:cubicBezTo>
                    <a:cubicBezTo>
                      <a:pt x="41" y="44"/>
                      <a:pt x="52" y="44"/>
                      <a:pt x="57" y="44"/>
                    </a:cubicBezTo>
                    <a:cubicBezTo>
                      <a:pt x="79" y="39"/>
                      <a:pt x="79" y="6"/>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0"/>
              <p:cNvSpPr/>
              <p:nvPr/>
            </p:nvSpPr>
            <p:spPr>
              <a:xfrm>
                <a:off x="4511325" y="5487975"/>
                <a:ext cx="4050" cy="7625"/>
              </a:xfrm>
              <a:custGeom>
                <a:rect b="b" l="l" r="r" t="t"/>
                <a:pathLst>
                  <a:path extrusionOk="0" h="305" w="162">
                    <a:moveTo>
                      <a:pt x="97" y="0"/>
                    </a:moveTo>
                    <a:cubicBezTo>
                      <a:pt x="88" y="0"/>
                      <a:pt x="79" y="3"/>
                      <a:pt x="71" y="11"/>
                    </a:cubicBezTo>
                    <a:cubicBezTo>
                      <a:pt x="44" y="43"/>
                      <a:pt x="28" y="87"/>
                      <a:pt x="22" y="130"/>
                    </a:cubicBezTo>
                    <a:cubicBezTo>
                      <a:pt x="6" y="174"/>
                      <a:pt x="0" y="223"/>
                      <a:pt x="6" y="272"/>
                    </a:cubicBezTo>
                    <a:cubicBezTo>
                      <a:pt x="11" y="288"/>
                      <a:pt x="28" y="304"/>
                      <a:pt x="49" y="304"/>
                    </a:cubicBezTo>
                    <a:cubicBezTo>
                      <a:pt x="55" y="304"/>
                      <a:pt x="60" y="304"/>
                      <a:pt x="66" y="299"/>
                    </a:cubicBezTo>
                    <a:lnTo>
                      <a:pt x="71" y="299"/>
                    </a:lnTo>
                    <a:cubicBezTo>
                      <a:pt x="82" y="288"/>
                      <a:pt x="93" y="277"/>
                      <a:pt x="93" y="261"/>
                    </a:cubicBezTo>
                    <a:cubicBezTo>
                      <a:pt x="93" y="223"/>
                      <a:pt x="98" y="190"/>
                      <a:pt x="109" y="152"/>
                    </a:cubicBezTo>
                    <a:cubicBezTo>
                      <a:pt x="109" y="125"/>
                      <a:pt x="120" y="92"/>
                      <a:pt x="136" y="65"/>
                    </a:cubicBezTo>
                    <a:cubicBezTo>
                      <a:pt x="161" y="36"/>
                      <a:pt x="129"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0"/>
              <p:cNvSpPr/>
              <p:nvPr/>
            </p:nvSpPr>
            <p:spPr>
              <a:xfrm>
                <a:off x="4516625" y="5489600"/>
                <a:ext cx="3025" cy="6300"/>
              </a:xfrm>
              <a:custGeom>
                <a:rect b="b" l="l" r="r" t="t"/>
                <a:pathLst>
                  <a:path extrusionOk="0" h="252" w="121">
                    <a:moveTo>
                      <a:pt x="49" y="0"/>
                    </a:moveTo>
                    <a:cubicBezTo>
                      <a:pt x="17" y="0"/>
                      <a:pt x="6" y="38"/>
                      <a:pt x="33" y="60"/>
                    </a:cubicBezTo>
                    <a:cubicBezTo>
                      <a:pt x="28" y="103"/>
                      <a:pt x="6" y="136"/>
                      <a:pt x="0" y="179"/>
                    </a:cubicBezTo>
                    <a:cubicBezTo>
                      <a:pt x="0" y="202"/>
                      <a:pt x="8" y="251"/>
                      <a:pt x="33" y="251"/>
                    </a:cubicBezTo>
                    <a:cubicBezTo>
                      <a:pt x="37" y="251"/>
                      <a:pt x="43" y="249"/>
                      <a:pt x="49" y="245"/>
                    </a:cubicBezTo>
                    <a:cubicBezTo>
                      <a:pt x="66" y="223"/>
                      <a:pt x="77" y="201"/>
                      <a:pt x="77" y="179"/>
                    </a:cubicBezTo>
                    <a:cubicBezTo>
                      <a:pt x="87" y="158"/>
                      <a:pt x="98" y="131"/>
                      <a:pt x="104" y="109"/>
                    </a:cubicBezTo>
                    <a:cubicBezTo>
                      <a:pt x="120" y="60"/>
                      <a:pt x="115"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0"/>
              <p:cNvSpPr/>
              <p:nvPr/>
            </p:nvSpPr>
            <p:spPr>
              <a:xfrm>
                <a:off x="4587425" y="5485500"/>
                <a:ext cx="3700" cy="7400"/>
              </a:xfrm>
              <a:custGeom>
                <a:rect b="b" l="l" r="r" t="t"/>
                <a:pathLst>
                  <a:path extrusionOk="0" h="296" w="148">
                    <a:moveTo>
                      <a:pt x="114" y="1"/>
                    </a:moveTo>
                    <a:cubicBezTo>
                      <a:pt x="97" y="1"/>
                      <a:pt x="79" y="12"/>
                      <a:pt x="77" y="34"/>
                    </a:cubicBezTo>
                    <a:cubicBezTo>
                      <a:pt x="71" y="110"/>
                      <a:pt x="1" y="213"/>
                      <a:pt x="55" y="284"/>
                    </a:cubicBezTo>
                    <a:cubicBezTo>
                      <a:pt x="60" y="292"/>
                      <a:pt x="70" y="296"/>
                      <a:pt x="79" y="296"/>
                    </a:cubicBezTo>
                    <a:cubicBezTo>
                      <a:pt x="89" y="296"/>
                      <a:pt x="98" y="292"/>
                      <a:pt x="104" y="284"/>
                    </a:cubicBezTo>
                    <a:cubicBezTo>
                      <a:pt x="115" y="246"/>
                      <a:pt x="126" y="202"/>
                      <a:pt x="131" y="164"/>
                    </a:cubicBezTo>
                    <a:cubicBezTo>
                      <a:pt x="142" y="121"/>
                      <a:pt x="147" y="77"/>
                      <a:pt x="147" y="34"/>
                    </a:cubicBezTo>
                    <a:cubicBezTo>
                      <a:pt x="147" y="12"/>
                      <a:pt x="131" y="1"/>
                      <a:pt x="1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0"/>
              <p:cNvSpPr/>
              <p:nvPr/>
            </p:nvSpPr>
            <p:spPr>
              <a:xfrm>
                <a:off x="4593675" y="5489275"/>
                <a:ext cx="2200" cy="3575"/>
              </a:xfrm>
              <a:custGeom>
                <a:rect b="b" l="l" r="r" t="t"/>
                <a:pathLst>
                  <a:path extrusionOk="0" h="143" w="88">
                    <a:moveTo>
                      <a:pt x="37" y="0"/>
                    </a:moveTo>
                    <a:cubicBezTo>
                      <a:pt x="34" y="0"/>
                      <a:pt x="31" y="1"/>
                      <a:pt x="28" y="2"/>
                    </a:cubicBezTo>
                    <a:lnTo>
                      <a:pt x="17" y="2"/>
                    </a:lnTo>
                    <a:cubicBezTo>
                      <a:pt x="6" y="8"/>
                      <a:pt x="1" y="29"/>
                      <a:pt x="11" y="40"/>
                    </a:cubicBezTo>
                    <a:lnTo>
                      <a:pt x="6" y="51"/>
                    </a:lnTo>
                    <a:cubicBezTo>
                      <a:pt x="6" y="62"/>
                      <a:pt x="6" y="73"/>
                      <a:pt x="6" y="84"/>
                    </a:cubicBezTo>
                    <a:cubicBezTo>
                      <a:pt x="6" y="105"/>
                      <a:pt x="11" y="122"/>
                      <a:pt x="33" y="138"/>
                    </a:cubicBezTo>
                    <a:cubicBezTo>
                      <a:pt x="36" y="141"/>
                      <a:pt x="40" y="142"/>
                      <a:pt x="45" y="142"/>
                    </a:cubicBezTo>
                    <a:cubicBezTo>
                      <a:pt x="49" y="142"/>
                      <a:pt x="55" y="141"/>
                      <a:pt x="60" y="138"/>
                    </a:cubicBezTo>
                    <a:cubicBezTo>
                      <a:pt x="77" y="122"/>
                      <a:pt x="88" y="100"/>
                      <a:pt x="88" y="78"/>
                    </a:cubicBezTo>
                    <a:cubicBezTo>
                      <a:pt x="88" y="51"/>
                      <a:pt x="82" y="29"/>
                      <a:pt x="66" y="13"/>
                    </a:cubicBezTo>
                    <a:cubicBezTo>
                      <a:pt x="58" y="5"/>
                      <a:pt x="47"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7" name="Google Shape;6157;p120"/>
            <p:cNvSpPr/>
            <p:nvPr/>
          </p:nvSpPr>
          <p:spPr>
            <a:xfrm>
              <a:off x="2313166" y="4211796"/>
              <a:ext cx="274328" cy="246889"/>
            </a:xfrm>
            <a:custGeom>
              <a:rect b="b" l="l" r="r" t="t"/>
              <a:pathLst>
                <a:path extrusionOk="0" h="6631" w="7481">
                  <a:moveTo>
                    <a:pt x="2172" y="181"/>
                  </a:moveTo>
                  <a:cubicBezTo>
                    <a:pt x="2252" y="181"/>
                    <a:pt x="2333" y="184"/>
                    <a:pt x="2414" y="188"/>
                  </a:cubicBezTo>
                  <a:cubicBezTo>
                    <a:pt x="2599" y="188"/>
                    <a:pt x="2789" y="183"/>
                    <a:pt x="2974" y="183"/>
                  </a:cubicBezTo>
                  <a:cubicBezTo>
                    <a:pt x="3050" y="183"/>
                    <a:pt x="3121" y="215"/>
                    <a:pt x="3197" y="221"/>
                  </a:cubicBezTo>
                  <a:cubicBezTo>
                    <a:pt x="3246" y="226"/>
                    <a:pt x="3296" y="227"/>
                    <a:pt x="3347" y="227"/>
                  </a:cubicBezTo>
                  <a:cubicBezTo>
                    <a:pt x="3397" y="227"/>
                    <a:pt x="3447" y="226"/>
                    <a:pt x="3496" y="226"/>
                  </a:cubicBezTo>
                  <a:cubicBezTo>
                    <a:pt x="3887" y="232"/>
                    <a:pt x="4279" y="242"/>
                    <a:pt x="4676" y="248"/>
                  </a:cubicBezTo>
                  <a:cubicBezTo>
                    <a:pt x="4866" y="248"/>
                    <a:pt x="5062" y="248"/>
                    <a:pt x="5257" y="253"/>
                  </a:cubicBezTo>
                  <a:cubicBezTo>
                    <a:pt x="5381" y="257"/>
                    <a:pt x="5505" y="263"/>
                    <a:pt x="5627" y="263"/>
                  </a:cubicBezTo>
                  <a:cubicBezTo>
                    <a:pt x="5682" y="263"/>
                    <a:pt x="5736" y="262"/>
                    <a:pt x="5790" y="259"/>
                  </a:cubicBezTo>
                  <a:cubicBezTo>
                    <a:pt x="5893" y="253"/>
                    <a:pt x="5991" y="237"/>
                    <a:pt x="6089" y="232"/>
                  </a:cubicBezTo>
                  <a:cubicBezTo>
                    <a:pt x="6143" y="226"/>
                    <a:pt x="6198" y="226"/>
                    <a:pt x="6247" y="215"/>
                  </a:cubicBezTo>
                  <a:lnTo>
                    <a:pt x="6279" y="210"/>
                  </a:lnTo>
                  <a:lnTo>
                    <a:pt x="6279" y="215"/>
                  </a:lnTo>
                  <a:cubicBezTo>
                    <a:pt x="6263" y="297"/>
                    <a:pt x="6279" y="406"/>
                    <a:pt x="6285" y="487"/>
                  </a:cubicBezTo>
                  <a:cubicBezTo>
                    <a:pt x="6290" y="569"/>
                    <a:pt x="6285" y="645"/>
                    <a:pt x="6274" y="726"/>
                  </a:cubicBezTo>
                  <a:cubicBezTo>
                    <a:pt x="6253" y="728"/>
                    <a:pt x="6232" y="729"/>
                    <a:pt x="6210" y="729"/>
                  </a:cubicBezTo>
                  <a:cubicBezTo>
                    <a:pt x="6104" y="729"/>
                    <a:pt x="5992" y="710"/>
                    <a:pt x="5888" y="710"/>
                  </a:cubicBezTo>
                  <a:cubicBezTo>
                    <a:pt x="5725" y="710"/>
                    <a:pt x="5567" y="753"/>
                    <a:pt x="5404" y="753"/>
                  </a:cubicBezTo>
                  <a:cubicBezTo>
                    <a:pt x="5295" y="753"/>
                    <a:pt x="5179" y="749"/>
                    <a:pt x="5063" y="749"/>
                  </a:cubicBezTo>
                  <a:cubicBezTo>
                    <a:pt x="5004" y="749"/>
                    <a:pt x="4946" y="750"/>
                    <a:pt x="4888" y="753"/>
                  </a:cubicBezTo>
                  <a:cubicBezTo>
                    <a:pt x="4714" y="764"/>
                    <a:pt x="4545" y="781"/>
                    <a:pt x="4377" y="781"/>
                  </a:cubicBezTo>
                  <a:cubicBezTo>
                    <a:pt x="4200" y="778"/>
                    <a:pt x="4022" y="778"/>
                    <a:pt x="3844" y="778"/>
                  </a:cubicBezTo>
                  <a:cubicBezTo>
                    <a:pt x="3666" y="778"/>
                    <a:pt x="3488" y="778"/>
                    <a:pt x="3311" y="775"/>
                  </a:cubicBezTo>
                  <a:cubicBezTo>
                    <a:pt x="3287" y="774"/>
                    <a:pt x="3262" y="774"/>
                    <a:pt x="3238" y="774"/>
                  </a:cubicBezTo>
                  <a:cubicBezTo>
                    <a:pt x="3143" y="774"/>
                    <a:pt x="3049" y="779"/>
                    <a:pt x="2955" y="779"/>
                  </a:cubicBezTo>
                  <a:cubicBezTo>
                    <a:pt x="2912" y="779"/>
                    <a:pt x="2870" y="778"/>
                    <a:pt x="2828" y="775"/>
                  </a:cubicBezTo>
                  <a:cubicBezTo>
                    <a:pt x="2775" y="772"/>
                    <a:pt x="2722" y="770"/>
                    <a:pt x="2670" y="770"/>
                  </a:cubicBezTo>
                  <a:cubicBezTo>
                    <a:pt x="2565" y="770"/>
                    <a:pt x="2462" y="777"/>
                    <a:pt x="2360" y="791"/>
                  </a:cubicBezTo>
                  <a:cubicBezTo>
                    <a:pt x="2329" y="795"/>
                    <a:pt x="2298" y="797"/>
                    <a:pt x="2268" y="797"/>
                  </a:cubicBezTo>
                  <a:cubicBezTo>
                    <a:pt x="2211" y="797"/>
                    <a:pt x="2155" y="791"/>
                    <a:pt x="2099" y="781"/>
                  </a:cubicBezTo>
                  <a:cubicBezTo>
                    <a:pt x="2041" y="777"/>
                    <a:pt x="1981" y="773"/>
                    <a:pt x="1920" y="773"/>
                  </a:cubicBezTo>
                  <a:cubicBezTo>
                    <a:pt x="1895" y="773"/>
                    <a:pt x="1869" y="774"/>
                    <a:pt x="1844" y="775"/>
                  </a:cubicBezTo>
                  <a:cubicBezTo>
                    <a:pt x="1781" y="775"/>
                    <a:pt x="1723" y="742"/>
                    <a:pt x="1659" y="742"/>
                  </a:cubicBezTo>
                  <a:cubicBezTo>
                    <a:pt x="1645" y="742"/>
                    <a:pt x="1630" y="744"/>
                    <a:pt x="1615" y="748"/>
                  </a:cubicBezTo>
                  <a:cubicBezTo>
                    <a:pt x="1588" y="759"/>
                    <a:pt x="1556" y="770"/>
                    <a:pt x="1517" y="775"/>
                  </a:cubicBezTo>
                  <a:cubicBezTo>
                    <a:pt x="1509" y="778"/>
                    <a:pt x="1501" y="779"/>
                    <a:pt x="1492" y="779"/>
                  </a:cubicBezTo>
                  <a:cubicBezTo>
                    <a:pt x="1484" y="779"/>
                    <a:pt x="1474" y="778"/>
                    <a:pt x="1463" y="775"/>
                  </a:cubicBezTo>
                  <a:cubicBezTo>
                    <a:pt x="1474" y="677"/>
                    <a:pt x="1479" y="574"/>
                    <a:pt x="1479" y="471"/>
                  </a:cubicBezTo>
                  <a:lnTo>
                    <a:pt x="1479" y="264"/>
                  </a:lnTo>
                  <a:lnTo>
                    <a:pt x="1474" y="275"/>
                  </a:lnTo>
                  <a:lnTo>
                    <a:pt x="1474" y="232"/>
                  </a:lnTo>
                  <a:cubicBezTo>
                    <a:pt x="1594" y="232"/>
                    <a:pt x="1713" y="221"/>
                    <a:pt x="1833" y="199"/>
                  </a:cubicBezTo>
                  <a:cubicBezTo>
                    <a:pt x="1944" y="186"/>
                    <a:pt x="2058" y="181"/>
                    <a:pt x="2172" y="181"/>
                  </a:cubicBezTo>
                  <a:close/>
                  <a:moveTo>
                    <a:pt x="4094" y="1482"/>
                  </a:moveTo>
                  <a:cubicBezTo>
                    <a:pt x="4285" y="1508"/>
                    <a:pt x="4477" y="1520"/>
                    <a:pt x="4668" y="1520"/>
                  </a:cubicBezTo>
                  <a:cubicBezTo>
                    <a:pt x="4798" y="1520"/>
                    <a:pt x="4927" y="1514"/>
                    <a:pt x="5056" y="1504"/>
                  </a:cubicBezTo>
                  <a:lnTo>
                    <a:pt x="5105" y="1498"/>
                  </a:lnTo>
                  <a:cubicBezTo>
                    <a:pt x="5111" y="1569"/>
                    <a:pt x="5116" y="1645"/>
                    <a:pt x="5121" y="1721"/>
                  </a:cubicBezTo>
                  <a:cubicBezTo>
                    <a:pt x="5132" y="1868"/>
                    <a:pt x="5121" y="2014"/>
                    <a:pt x="5132" y="2161"/>
                  </a:cubicBezTo>
                  <a:lnTo>
                    <a:pt x="5067" y="2161"/>
                  </a:lnTo>
                  <a:cubicBezTo>
                    <a:pt x="4986" y="2156"/>
                    <a:pt x="4904" y="2153"/>
                    <a:pt x="4823" y="2153"/>
                  </a:cubicBezTo>
                  <a:cubicBezTo>
                    <a:pt x="4742" y="2153"/>
                    <a:pt x="4662" y="2156"/>
                    <a:pt x="4583" y="2161"/>
                  </a:cubicBezTo>
                  <a:lnTo>
                    <a:pt x="4437" y="2183"/>
                  </a:lnTo>
                  <a:cubicBezTo>
                    <a:pt x="4431" y="2172"/>
                    <a:pt x="4431" y="2161"/>
                    <a:pt x="4426" y="2156"/>
                  </a:cubicBezTo>
                  <a:cubicBezTo>
                    <a:pt x="4420" y="2112"/>
                    <a:pt x="4420" y="2074"/>
                    <a:pt x="4426" y="2036"/>
                  </a:cubicBezTo>
                  <a:cubicBezTo>
                    <a:pt x="4431" y="1976"/>
                    <a:pt x="4409" y="1917"/>
                    <a:pt x="4371" y="1873"/>
                  </a:cubicBezTo>
                  <a:cubicBezTo>
                    <a:pt x="4368" y="1870"/>
                    <a:pt x="4364" y="1868"/>
                    <a:pt x="4360" y="1868"/>
                  </a:cubicBezTo>
                  <a:cubicBezTo>
                    <a:pt x="4345" y="1868"/>
                    <a:pt x="4331" y="1888"/>
                    <a:pt x="4344" y="1900"/>
                  </a:cubicBezTo>
                  <a:cubicBezTo>
                    <a:pt x="4398" y="1960"/>
                    <a:pt x="4355" y="2063"/>
                    <a:pt x="4344" y="2134"/>
                  </a:cubicBezTo>
                  <a:cubicBezTo>
                    <a:pt x="4344" y="2156"/>
                    <a:pt x="4344" y="2172"/>
                    <a:pt x="4344" y="2194"/>
                  </a:cubicBezTo>
                  <a:cubicBezTo>
                    <a:pt x="4252" y="2205"/>
                    <a:pt x="4159" y="2216"/>
                    <a:pt x="4061" y="2221"/>
                  </a:cubicBezTo>
                  <a:lnTo>
                    <a:pt x="4018" y="2221"/>
                  </a:lnTo>
                  <a:cubicBezTo>
                    <a:pt x="4023" y="2183"/>
                    <a:pt x="4029" y="2145"/>
                    <a:pt x="4034" y="2107"/>
                  </a:cubicBezTo>
                  <a:cubicBezTo>
                    <a:pt x="4067" y="1933"/>
                    <a:pt x="4083" y="1754"/>
                    <a:pt x="4083" y="1574"/>
                  </a:cubicBezTo>
                  <a:lnTo>
                    <a:pt x="4089" y="1574"/>
                  </a:lnTo>
                  <a:lnTo>
                    <a:pt x="4089" y="1482"/>
                  </a:lnTo>
                  <a:close/>
                  <a:moveTo>
                    <a:pt x="2708" y="1433"/>
                  </a:moveTo>
                  <a:cubicBezTo>
                    <a:pt x="2822" y="1444"/>
                    <a:pt x="2936" y="1449"/>
                    <a:pt x="3050" y="1465"/>
                  </a:cubicBezTo>
                  <a:cubicBezTo>
                    <a:pt x="3137" y="1476"/>
                    <a:pt x="3219" y="1498"/>
                    <a:pt x="3306" y="1504"/>
                  </a:cubicBezTo>
                  <a:cubicBezTo>
                    <a:pt x="3333" y="1505"/>
                    <a:pt x="3360" y="1506"/>
                    <a:pt x="3386" y="1506"/>
                  </a:cubicBezTo>
                  <a:cubicBezTo>
                    <a:pt x="3439" y="1506"/>
                    <a:pt x="3491" y="1504"/>
                    <a:pt x="3545" y="1504"/>
                  </a:cubicBezTo>
                  <a:cubicBezTo>
                    <a:pt x="3599" y="1504"/>
                    <a:pt x="3661" y="1506"/>
                    <a:pt x="3722" y="1506"/>
                  </a:cubicBezTo>
                  <a:cubicBezTo>
                    <a:pt x="3752" y="1506"/>
                    <a:pt x="3782" y="1505"/>
                    <a:pt x="3811" y="1504"/>
                  </a:cubicBezTo>
                  <a:cubicBezTo>
                    <a:pt x="3887" y="1493"/>
                    <a:pt x="3964" y="1487"/>
                    <a:pt x="4040" y="1482"/>
                  </a:cubicBezTo>
                  <a:lnTo>
                    <a:pt x="4040" y="1667"/>
                  </a:lnTo>
                  <a:lnTo>
                    <a:pt x="4045" y="1661"/>
                  </a:lnTo>
                  <a:lnTo>
                    <a:pt x="4045" y="1661"/>
                  </a:lnTo>
                  <a:cubicBezTo>
                    <a:pt x="4034" y="1830"/>
                    <a:pt x="4013" y="1993"/>
                    <a:pt x="3980" y="2161"/>
                  </a:cubicBezTo>
                  <a:lnTo>
                    <a:pt x="3969" y="2216"/>
                  </a:lnTo>
                  <a:cubicBezTo>
                    <a:pt x="3950" y="2213"/>
                    <a:pt x="3930" y="2212"/>
                    <a:pt x="3909" y="2212"/>
                  </a:cubicBezTo>
                  <a:cubicBezTo>
                    <a:pt x="3889" y="2212"/>
                    <a:pt x="3868" y="2213"/>
                    <a:pt x="3849" y="2216"/>
                  </a:cubicBezTo>
                  <a:cubicBezTo>
                    <a:pt x="3768" y="2226"/>
                    <a:pt x="3697" y="2243"/>
                    <a:pt x="3610" y="2243"/>
                  </a:cubicBezTo>
                  <a:cubicBezTo>
                    <a:pt x="3577" y="2244"/>
                    <a:pt x="3543" y="2245"/>
                    <a:pt x="3509" y="2245"/>
                  </a:cubicBezTo>
                  <a:cubicBezTo>
                    <a:pt x="3416" y="2245"/>
                    <a:pt x="3321" y="2240"/>
                    <a:pt x="3230" y="2232"/>
                  </a:cubicBezTo>
                  <a:lnTo>
                    <a:pt x="3230" y="2205"/>
                  </a:lnTo>
                  <a:cubicBezTo>
                    <a:pt x="3235" y="2031"/>
                    <a:pt x="3213" y="1808"/>
                    <a:pt x="3311" y="1661"/>
                  </a:cubicBezTo>
                  <a:cubicBezTo>
                    <a:pt x="3320" y="1645"/>
                    <a:pt x="3306" y="1628"/>
                    <a:pt x="3292" y="1628"/>
                  </a:cubicBezTo>
                  <a:cubicBezTo>
                    <a:pt x="3287" y="1628"/>
                    <a:pt x="3283" y="1630"/>
                    <a:pt x="3279" y="1634"/>
                  </a:cubicBezTo>
                  <a:cubicBezTo>
                    <a:pt x="3197" y="1732"/>
                    <a:pt x="3148" y="1846"/>
                    <a:pt x="3132" y="1971"/>
                  </a:cubicBezTo>
                  <a:cubicBezTo>
                    <a:pt x="3116" y="2053"/>
                    <a:pt x="3110" y="2134"/>
                    <a:pt x="3099" y="2216"/>
                  </a:cubicBezTo>
                  <a:cubicBezTo>
                    <a:pt x="2942" y="2194"/>
                    <a:pt x="2784" y="2167"/>
                    <a:pt x="2621" y="2145"/>
                  </a:cubicBezTo>
                  <a:lnTo>
                    <a:pt x="2534" y="2134"/>
                  </a:lnTo>
                  <a:cubicBezTo>
                    <a:pt x="2539" y="2091"/>
                    <a:pt x="2550" y="2053"/>
                    <a:pt x="2556" y="2009"/>
                  </a:cubicBezTo>
                  <a:cubicBezTo>
                    <a:pt x="2567" y="1922"/>
                    <a:pt x="2583" y="1835"/>
                    <a:pt x="2605" y="1748"/>
                  </a:cubicBezTo>
                  <a:cubicBezTo>
                    <a:pt x="2626" y="1677"/>
                    <a:pt x="2654" y="1601"/>
                    <a:pt x="2681" y="1525"/>
                  </a:cubicBezTo>
                  <a:cubicBezTo>
                    <a:pt x="2686" y="1498"/>
                    <a:pt x="2697" y="1465"/>
                    <a:pt x="2708" y="1433"/>
                  </a:cubicBezTo>
                  <a:close/>
                  <a:moveTo>
                    <a:pt x="1670" y="1917"/>
                  </a:moveTo>
                  <a:cubicBezTo>
                    <a:pt x="1724" y="1938"/>
                    <a:pt x="1784" y="1960"/>
                    <a:pt x="1838" y="1971"/>
                  </a:cubicBezTo>
                  <a:cubicBezTo>
                    <a:pt x="1882" y="1982"/>
                    <a:pt x="1931" y="1993"/>
                    <a:pt x="1974" y="1998"/>
                  </a:cubicBezTo>
                  <a:cubicBezTo>
                    <a:pt x="1958" y="2031"/>
                    <a:pt x="1941" y="2069"/>
                    <a:pt x="1925" y="2112"/>
                  </a:cubicBezTo>
                  <a:cubicBezTo>
                    <a:pt x="1855" y="2330"/>
                    <a:pt x="1795" y="2553"/>
                    <a:pt x="1751" y="2776"/>
                  </a:cubicBezTo>
                  <a:cubicBezTo>
                    <a:pt x="1740" y="2830"/>
                    <a:pt x="1724" y="2884"/>
                    <a:pt x="1713" y="2933"/>
                  </a:cubicBezTo>
                  <a:cubicBezTo>
                    <a:pt x="1615" y="2917"/>
                    <a:pt x="1507" y="2911"/>
                    <a:pt x="1414" y="2890"/>
                  </a:cubicBezTo>
                  <a:cubicBezTo>
                    <a:pt x="1420" y="2868"/>
                    <a:pt x="1425" y="2846"/>
                    <a:pt x="1436" y="2819"/>
                  </a:cubicBezTo>
                  <a:cubicBezTo>
                    <a:pt x="1458" y="2759"/>
                    <a:pt x="1458" y="2694"/>
                    <a:pt x="1479" y="2634"/>
                  </a:cubicBezTo>
                  <a:cubicBezTo>
                    <a:pt x="1528" y="2487"/>
                    <a:pt x="1566" y="2346"/>
                    <a:pt x="1604" y="2194"/>
                  </a:cubicBezTo>
                  <a:cubicBezTo>
                    <a:pt x="1626" y="2101"/>
                    <a:pt x="1648" y="2009"/>
                    <a:pt x="1670" y="1917"/>
                  </a:cubicBezTo>
                  <a:close/>
                  <a:moveTo>
                    <a:pt x="2105" y="2031"/>
                  </a:moveTo>
                  <a:cubicBezTo>
                    <a:pt x="2148" y="2058"/>
                    <a:pt x="2192" y="2085"/>
                    <a:pt x="2230" y="2118"/>
                  </a:cubicBezTo>
                  <a:cubicBezTo>
                    <a:pt x="2284" y="2145"/>
                    <a:pt x="2349" y="2161"/>
                    <a:pt x="2414" y="2167"/>
                  </a:cubicBezTo>
                  <a:lnTo>
                    <a:pt x="2480" y="2178"/>
                  </a:lnTo>
                  <a:lnTo>
                    <a:pt x="2474" y="2216"/>
                  </a:lnTo>
                  <a:cubicBezTo>
                    <a:pt x="2452" y="2357"/>
                    <a:pt x="2447" y="2504"/>
                    <a:pt x="2447" y="2650"/>
                  </a:cubicBezTo>
                  <a:cubicBezTo>
                    <a:pt x="2447" y="2765"/>
                    <a:pt x="2442" y="2879"/>
                    <a:pt x="2431" y="2993"/>
                  </a:cubicBezTo>
                  <a:lnTo>
                    <a:pt x="2333" y="2993"/>
                  </a:lnTo>
                  <a:lnTo>
                    <a:pt x="2338" y="2988"/>
                  </a:lnTo>
                  <a:cubicBezTo>
                    <a:pt x="2186" y="2988"/>
                    <a:pt x="2034" y="2977"/>
                    <a:pt x="1887" y="2960"/>
                  </a:cubicBezTo>
                  <a:cubicBezTo>
                    <a:pt x="1914" y="2803"/>
                    <a:pt x="1941" y="2640"/>
                    <a:pt x="1974" y="2487"/>
                  </a:cubicBezTo>
                  <a:cubicBezTo>
                    <a:pt x="1990" y="2395"/>
                    <a:pt x="2012" y="2308"/>
                    <a:pt x="2034" y="2221"/>
                  </a:cubicBezTo>
                  <a:cubicBezTo>
                    <a:pt x="2050" y="2156"/>
                    <a:pt x="2077" y="2091"/>
                    <a:pt x="2105" y="2031"/>
                  </a:cubicBezTo>
                  <a:close/>
                  <a:moveTo>
                    <a:pt x="2534" y="2178"/>
                  </a:moveTo>
                  <a:cubicBezTo>
                    <a:pt x="2577" y="2188"/>
                    <a:pt x="2626" y="2194"/>
                    <a:pt x="2670" y="2199"/>
                  </a:cubicBezTo>
                  <a:lnTo>
                    <a:pt x="3094" y="2270"/>
                  </a:lnTo>
                  <a:cubicBezTo>
                    <a:pt x="3088" y="2335"/>
                    <a:pt x="3078" y="2406"/>
                    <a:pt x="3067" y="2466"/>
                  </a:cubicBezTo>
                  <a:cubicBezTo>
                    <a:pt x="3040" y="2661"/>
                    <a:pt x="3007" y="2857"/>
                    <a:pt x="2974" y="3053"/>
                  </a:cubicBezTo>
                  <a:cubicBezTo>
                    <a:pt x="2817" y="3031"/>
                    <a:pt x="2654" y="3004"/>
                    <a:pt x="2496" y="2993"/>
                  </a:cubicBezTo>
                  <a:lnTo>
                    <a:pt x="2496" y="2971"/>
                  </a:lnTo>
                  <a:cubicBezTo>
                    <a:pt x="2501" y="2814"/>
                    <a:pt x="2496" y="2656"/>
                    <a:pt x="2496" y="2498"/>
                  </a:cubicBezTo>
                  <a:lnTo>
                    <a:pt x="2496" y="2498"/>
                  </a:lnTo>
                  <a:lnTo>
                    <a:pt x="2501" y="2504"/>
                  </a:lnTo>
                  <a:cubicBezTo>
                    <a:pt x="2507" y="2395"/>
                    <a:pt x="2512" y="2286"/>
                    <a:pt x="2534" y="2178"/>
                  </a:cubicBezTo>
                  <a:close/>
                  <a:moveTo>
                    <a:pt x="3224" y="2292"/>
                  </a:moveTo>
                  <a:cubicBezTo>
                    <a:pt x="3338" y="2303"/>
                    <a:pt x="3453" y="2313"/>
                    <a:pt x="3567" y="2313"/>
                  </a:cubicBezTo>
                  <a:cubicBezTo>
                    <a:pt x="3703" y="2313"/>
                    <a:pt x="3833" y="2297"/>
                    <a:pt x="3964" y="2297"/>
                  </a:cubicBezTo>
                  <a:cubicBezTo>
                    <a:pt x="3964" y="2313"/>
                    <a:pt x="3964" y="2330"/>
                    <a:pt x="3958" y="2346"/>
                  </a:cubicBezTo>
                  <a:cubicBezTo>
                    <a:pt x="3942" y="2433"/>
                    <a:pt x="3926" y="2525"/>
                    <a:pt x="3898" y="2612"/>
                  </a:cubicBezTo>
                  <a:cubicBezTo>
                    <a:pt x="3860" y="2776"/>
                    <a:pt x="3828" y="2939"/>
                    <a:pt x="3790" y="3102"/>
                  </a:cubicBezTo>
                  <a:lnTo>
                    <a:pt x="3773" y="3172"/>
                  </a:lnTo>
                  <a:cubicBezTo>
                    <a:pt x="3621" y="3145"/>
                    <a:pt x="3464" y="3129"/>
                    <a:pt x="3311" y="3107"/>
                  </a:cubicBezTo>
                  <a:lnTo>
                    <a:pt x="3154" y="3085"/>
                  </a:lnTo>
                  <a:cubicBezTo>
                    <a:pt x="3165" y="2982"/>
                    <a:pt x="3170" y="2879"/>
                    <a:pt x="3181" y="2770"/>
                  </a:cubicBezTo>
                  <a:cubicBezTo>
                    <a:pt x="3203" y="2612"/>
                    <a:pt x="3219" y="2449"/>
                    <a:pt x="3224" y="2292"/>
                  </a:cubicBezTo>
                  <a:close/>
                  <a:moveTo>
                    <a:pt x="4360" y="2275"/>
                  </a:moveTo>
                  <a:cubicBezTo>
                    <a:pt x="4366" y="2335"/>
                    <a:pt x="4366" y="2390"/>
                    <a:pt x="4360" y="2444"/>
                  </a:cubicBezTo>
                  <a:cubicBezTo>
                    <a:pt x="4339" y="2672"/>
                    <a:pt x="4339" y="2906"/>
                    <a:pt x="4360" y="3134"/>
                  </a:cubicBezTo>
                  <a:cubicBezTo>
                    <a:pt x="4366" y="3183"/>
                    <a:pt x="4366" y="3232"/>
                    <a:pt x="4360" y="3281"/>
                  </a:cubicBezTo>
                  <a:cubicBezTo>
                    <a:pt x="4186" y="3259"/>
                    <a:pt x="4013" y="3210"/>
                    <a:pt x="3839" y="3183"/>
                  </a:cubicBezTo>
                  <a:cubicBezTo>
                    <a:pt x="3844" y="3151"/>
                    <a:pt x="3855" y="3118"/>
                    <a:pt x="3860" y="3085"/>
                  </a:cubicBezTo>
                  <a:cubicBezTo>
                    <a:pt x="3898" y="2917"/>
                    <a:pt x="3926" y="2743"/>
                    <a:pt x="3964" y="2574"/>
                  </a:cubicBezTo>
                  <a:cubicBezTo>
                    <a:pt x="3985" y="2482"/>
                    <a:pt x="4002" y="2390"/>
                    <a:pt x="4013" y="2297"/>
                  </a:cubicBezTo>
                  <a:cubicBezTo>
                    <a:pt x="4127" y="2297"/>
                    <a:pt x="4246" y="2292"/>
                    <a:pt x="4360" y="2275"/>
                  </a:cubicBezTo>
                  <a:close/>
                  <a:moveTo>
                    <a:pt x="5703" y="2237"/>
                  </a:moveTo>
                  <a:cubicBezTo>
                    <a:pt x="5703" y="2259"/>
                    <a:pt x="5703" y="2281"/>
                    <a:pt x="5708" y="2303"/>
                  </a:cubicBezTo>
                  <a:cubicBezTo>
                    <a:pt x="5725" y="2455"/>
                    <a:pt x="5708" y="2612"/>
                    <a:pt x="5730" y="2759"/>
                  </a:cubicBezTo>
                  <a:cubicBezTo>
                    <a:pt x="5747" y="2928"/>
                    <a:pt x="5785" y="3091"/>
                    <a:pt x="5823" y="3254"/>
                  </a:cubicBezTo>
                  <a:cubicBezTo>
                    <a:pt x="5757" y="3259"/>
                    <a:pt x="5698" y="3265"/>
                    <a:pt x="5627" y="3265"/>
                  </a:cubicBezTo>
                  <a:cubicBezTo>
                    <a:pt x="5545" y="3265"/>
                    <a:pt x="5458" y="3286"/>
                    <a:pt x="5371" y="3286"/>
                  </a:cubicBezTo>
                  <a:lnTo>
                    <a:pt x="5241" y="3286"/>
                  </a:lnTo>
                  <a:cubicBezTo>
                    <a:pt x="5241" y="3145"/>
                    <a:pt x="5241" y="3004"/>
                    <a:pt x="5230" y="2868"/>
                  </a:cubicBezTo>
                  <a:cubicBezTo>
                    <a:pt x="5208" y="2672"/>
                    <a:pt x="5214" y="2482"/>
                    <a:pt x="5192" y="2292"/>
                  </a:cubicBezTo>
                  <a:cubicBezTo>
                    <a:pt x="5192" y="2275"/>
                    <a:pt x="5192" y="2265"/>
                    <a:pt x="5187" y="2248"/>
                  </a:cubicBezTo>
                  <a:lnTo>
                    <a:pt x="5187" y="2248"/>
                  </a:lnTo>
                  <a:cubicBezTo>
                    <a:pt x="5250" y="2255"/>
                    <a:pt x="5316" y="2257"/>
                    <a:pt x="5381" y="2257"/>
                  </a:cubicBezTo>
                  <a:cubicBezTo>
                    <a:pt x="5427" y="2257"/>
                    <a:pt x="5473" y="2256"/>
                    <a:pt x="5518" y="2254"/>
                  </a:cubicBezTo>
                  <a:cubicBezTo>
                    <a:pt x="5578" y="2248"/>
                    <a:pt x="5638" y="2243"/>
                    <a:pt x="5703" y="2237"/>
                  </a:cubicBezTo>
                  <a:close/>
                  <a:moveTo>
                    <a:pt x="4837" y="2241"/>
                  </a:moveTo>
                  <a:cubicBezTo>
                    <a:pt x="4876" y="2241"/>
                    <a:pt x="4914" y="2242"/>
                    <a:pt x="4953" y="2243"/>
                  </a:cubicBezTo>
                  <a:cubicBezTo>
                    <a:pt x="5018" y="2243"/>
                    <a:pt x="5078" y="2243"/>
                    <a:pt x="5138" y="2248"/>
                  </a:cubicBezTo>
                  <a:cubicBezTo>
                    <a:pt x="5154" y="2379"/>
                    <a:pt x="5159" y="2504"/>
                    <a:pt x="5159" y="2634"/>
                  </a:cubicBezTo>
                  <a:cubicBezTo>
                    <a:pt x="5159" y="2786"/>
                    <a:pt x="5181" y="2933"/>
                    <a:pt x="5176" y="3085"/>
                  </a:cubicBezTo>
                  <a:lnTo>
                    <a:pt x="5176" y="3286"/>
                  </a:lnTo>
                  <a:cubicBezTo>
                    <a:pt x="5083" y="3297"/>
                    <a:pt x="4991" y="3303"/>
                    <a:pt x="4899" y="3303"/>
                  </a:cubicBezTo>
                  <a:cubicBezTo>
                    <a:pt x="4779" y="3303"/>
                    <a:pt x="4654" y="3303"/>
                    <a:pt x="4534" y="3297"/>
                  </a:cubicBezTo>
                  <a:cubicBezTo>
                    <a:pt x="4529" y="3210"/>
                    <a:pt x="4523" y="3129"/>
                    <a:pt x="4507" y="3042"/>
                  </a:cubicBezTo>
                  <a:cubicBezTo>
                    <a:pt x="4464" y="2803"/>
                    <a:pt x="4496" y="2547"/>
                    <a:pt x="4464" y="2303"/>
                  </a:cubicBezTo>
                  <a:cubicBezTo>
                    <a:pt x="4464" y="2292"/>
                    <a:pt x="4464" y="2275"/>
                    <a:pt x="4458" y="2265"/>
                  </a:cubicBezTo>
                  <a:cubicBezTo>
                    <a:pt x="4583" y="2248"/>
                    <a:pt x="4711" y="2241"/>
                    <a:pt x="4837" y="2241"/>
                  </a:cubicBezTo>
                  <a:close/>
                  <a:moveTo>
                    <a:pt x="1392" y="2939"/>
                  </a:moveTo>
                  <a:cubicBezTo>
                    <a:pt x="1463" y="2955"/>
                    <a:pt x="1523" y="2966"/>
                    <a:pt x="1594" y="2977"/>
                  </a:cubicBezTo>
                  <a:lnTo>
                    <a:pt x="1697" y="2998"/>
                  </a:lnTo>
                  <a:cubicBezTo>
                    <a:pt x="1686" y="3036"/>
                    <a:pt x="1675" y="3080"/>
                    <a:pt x="1670" y="3118"/>
                  </a:cubicBezTo>
                  <a:cubicBezTo>
                    <a:pt x="1653" y="3221"/>
                    <a:pt x="1637" y="3319"/>
                    <a:pt x="1610" y="3417"/>
                  </a:cubicBezTo>
                  <a:cubicBezTo>
                    <a:pt x="1572" y="3509"/>
                    <a:pt x="1545" y="3602"/>
                    <a:pt x="1523" y="3700"/>
                  </a:cubicBezTo>
                  <a:cubicBezTo>
                    <a:pt x="1501" y="3803"/>
                    <a:pt x="1463" y="3901"/>
                    <a:pt x="1436" y="3999"/>
                  </a:cubicBezTo>
                  <a:lnTo>
                    <a:pt x="1392" y="3988"/>
                  </a:lnTo>
                  <a:cubicBezTo>
                    <a:pt x="1284" y="3966"/>
                    <a:pt x="1180" y="3933"/>
                    <a:pt x="1077" y="3901"/>
                  </a:cubicBezTo>
                  <a:lnTo>
                    <a:pt x="1028" y="3884"/>
                  </a:lnTo>
                  <a:cubicBezTo>
                    <a:pt x="1066" y="3770"/>
                    <a:pt x="1115" y="3656"/>
                    <a:pt x="1164" y="3547"/>
                  </a:cubicBezTo>
                  <a:cubicBezTo>
                    <a:pt x="1235" y="3401"/>
                    <a:pt x="1278" y="3243"/>
                    <a:pt x="1338" y="3085"/>
                  </a:cubicBezTo>
                  <a:cubicBezTo>
                    <a:pt x="1360" y="3036"/>
                    <a:pt x="1376" y="2988"/>
                    <a:pt x="1392" y="2939"/>
                  </a:cubicBezTo>
                  <a:close/>
                  <a:moveTo>
                    <a:pt x="1871" y="3031"/>
                  </a:moveTo>
                  <a:cubicBezTo>
                    <a:pt x="1947" y="3042"/>
                    <a:pt x="2018" y="3053"/>
                    <a:pt x="2094" y="3058"/>
                  </a:cubicBezTo>
                  <a:cubicBezTo>
                    <a:pt x="2130" y="3060"/>
                    <a:pt x="2167" y="3061"/>
                    <a:pt x="2204" y="3061"/>
                  </a:cubicBezTo>
                  <a:cubicBezTo>
                    <a:pt x="2278" y="3061"/>
                    <a:pt x="2355" y="3058"/>
                    <a:pt x="2431" y="3058"/>
                  </a:cubicBezTo>
                  <a:cubicBezTo>
                    <a:pt x="2414" y="3238"/>
                    <a:pt x="2382" y="3417"/>
                    <a:pt x="2344" y="3591"/>
                  </a:cubicBezTo>
                  <a:cubicBezTo>
                    <a:pt x="2300" y="3770"/>
                    <a:pt x="2235" y="3939"/>
                    <a:pt x="2181" y="4113"/>
                  </a:cubicBezTo>
                  <a:lnTo>
                    <a:pt x="2061" y="4107"/>
                  </a:lnTo>
                  <a:lnTo>
                    <a:pt x="2061" y="4113"/>
                  </a:lnTo>
                  <a:cubicBezTo>
                    <a:pt x="1925" y="4102"/>
                    <a:pt x="1789" y="4086"/>
                    <a:pt x="1653" y="4053"/>
                  </a:cubicBezTo>
                  <a:cubicBezTo>
                    <a:pt x="1670" y="3993"/>
                    <a:pt x="1686" y="3933"/>
                    <a:pt x="1702" y="3874"/>
                  </a:cubicBezTo>
                  <a:cubicBezTo>
                    <a:pt x="1724" y="3797"/>
                    <a:pt x="1729" y="3716"/>
                    <a:pt x="1746" y="3634"/>
                  </a:cubicBezTo>
                  <a:cubicBezTo>
                    <a:pt x="1762" y="3553"/>
                    <a:pt x="1789" y="3498"/>
                    <a:pt x="1811" y="3428"/>
                  </a:cubicBezTo>
                  <a:cubicBezTo>
                    <a:pt x="1827" y="3368"/>
                    <a:pt x="1833" y="3297"/>
                    <a:pt x="1833" y="3232"/>
                  </a:cubicBezTo>
                  <a:cubicBezTo>
                    <a:pt x="1844" y="3167"/>
                    <a:pt x="1855" y="3096"/>
                    <a:pt x="1871" y="3031"/>
                  </a:cubicBezTo>
                  <a:close/>
                  <a:moveTo>
                    <a:pt x="2490" y="3064"/>
                  </a:moveTo>
                  <a:cubicBezTo>
                    <a:pt x="2539" y="3064"/>
                    <a:pt x="2588" y="3064"/>
                    <a:pt x="2637" y="3069"/>
                  </a:cubicBezTo>
                  <a:cubicBezTo>
                    <a:pt x="2746" y="3085"/>
                    <a:pt x="2855" y="3107"/>
                    <a:pt x="2969" y="3123"/>
                  </a:cubicBezTo>
                  <a:cubicBezTo>
                    <a:pt x="2947" y="3238"/>
                    <a:pt x="2931" y="3346"/>
                    <a:pt x="2914" y="3455"/>
                  </a:cubicBezTo>
                  <a:cubicBezTo>
                    <a:pt x="2876" y="3683"/>
                    <a:pt x="2855" y="3917"/>
                    <a:pt x="2828" y="4145"/>
                  </a:cubicBezTo>
                  <a:cubicBezTo>
                    <a:pt x="2768" y="4145"/>
                    <a:pt x="2708" y="4140"/>
                    <a:pt x="2643" y="4134"/>
                  </a:cubicBezTo>
                  <a:lnTo>
                    <a:pt x="2648" y="4134"/>
                  </a:lnTo>
                  <a:cubicBezTo>
                    <a:pt x="2512" y="4118"/>
                    <a:pt x="2376" y="4118"/>
                    <a:pt x="2240" y="4118"/>
                  </a:cubicBezTo>
                  <a:cubicBezTo>
                    <a:pt x="2268" y="4031"/>
                    <a:pt x="2300" y="3950"/>
                    <a:pt x="2327" y="3863"/>
                  </a:cubicBezTo>
                  <a:cubicBezTo>
                    <a:pt x="2414" y="3602"/>
                    <a:pt x="2469" y="3335"/>
                    <a:pt x="2490" y="3064"/>
                  </a:cubicBezTo>
                  <a:close/>
                  <a:moveTo>
                    <a:pt x="3148" y="3156"/>
                  </a:moveTo>
                  <a:cubicBezTo>
                    <a:pt x="3322" y="3178"/>
                    <a:pt x="3491" y="3205"/>
                    <a:pt x="3665" y="3221"/>
                  </a:cubicBezTo>
                  <a:cubicBezTo>
                    <a:pt x="3692" y="3227"/>
                    <a:pt x="3724" y="3232"/>
                    <a:pt x="3757" y="3238"/>
                  </a:cubicBezTo>
                  <a:cubicBezTo>
                    <a:pt x="3730" y="3346"/>
                    <a:pt x="3703" y="3460"/>
                    <a:pt x="3681" y="3575"/>
                  </a:cubicBezTo>
                  <a:cubicBezTo>
                    <a:pt x="3659" y="3738"/>
                    <a:pt x="3643" y="3895"/>
                    <a:pt x="3632" y="4058"/>
                  </a:cubicBezTo>
                  <a:cubicBezTo>
                    <a:pt x="3627" y="4118"/>
                    <a:pt x="3627" y="4178"/>
                    <a:pt x="3621" y="4238"/>
                  </a:cubicBezTo>
                  <a:cubicBezTo>
                    <a:pt x="3480" y="4221"/>
                    <a:pt x="3333" y="4194"/>
                    <a:pt x="3192" y="4178"/>
                  </a:cubicBezTo>
                  <a:cubicBezTo>
                    <a:pt x="3137" y="4167"/>
                    <a:pt x="3083" y="4162"/>
                    <a:pt x="3029" y="4162"/>
                  </a:cubicBezTo>
                  <a:cubicBezTo>
                    <a:pt x="3045" y="4026"/>
                    <a:pt x="3061" y="3895"/>
                    <a:pt x="3072" y="3759"/>
                  </a:cubicBezTo>
                  <a:cubicBezTo>
                    <a:pt x="3083" y="3591"/>
                    <a:pt x="3110" y="3428"/>
                    <a:pt x="3137" y="3259"/>
                  </a:cubicBezTo>
                  <a:cubicBezTo>
                    <a:pt x="3143" y="3227"/>
                    <a:pt x="3148" y="3194"/>
                    <a:pt x="3148" y="3156"/>
                  </a:cubicBezTo>
                  <a:close/>
                  <a:moveTo>
                    <a:pt x="6258" y="3265"/>
                  </a:moveTo>
                  <a:cubicBezTo>
                    <a:pt x="6274" y="3363"/>
                    <a:pt x="6279" y="3460"/>
                    <a:pt x="6290" y="3558"/>
                  </a:cubicBezTo>
                  <a:cubicBezTo>
                    <a:pt x="6296" y="3678"/>
                    <a:pt x="6334" y="3792"/>
                    <a:pt x="6350" y="3912"/>
                  </a:cubicBezTo>
                  <a:cubicBezTo>
                    <a:pt x="6355" y="3971"/>
                    <a:pt x="6350" y="4026"/>
                    <a:pt x="6361" y="4086"/>
                  </a:cubicBezTo>
                  <a:cubicBezTo>
                    <a:pt x="6366" y="4124"/>
                    <a:pt x="6372" y="4167"/>
                    <a:pt x="6388" y="4205"/>
                  </a:cubicBezTo>
                  <a:cubicBezTo>
                    <a:pt x="6317" y="4221"/>
                    <a:pt x="6258" y="4238"/>
                    <a:pt x="6192" y="4249"/>
                  </a:cubicBezTo>
                  <a:cubicBezTo>
                    <a:pt x="6176" y="4173"/>
                    <a:pt x="6181" y="4107"/>
                    <a:pt x="6171" y="4031"/>
                  </a:cubicBezTo>
                  <a:cubicBezTo>
                    <a:pt x="6165" y="3955"/>
                    <a:pt x="6143" y="3868"/>
                    <a:pt x="6132" y="3787"/>
                  </a:cubicBezTo>
                  <a:cubicBezTo>
                    <a:pt x="6105" y="3623"/>
                    <a:pt x="6073" y="3460"/>
                    <a:pt x="6029" y="3303"/>
                  </a:cubicBezTo>
                  <a:cubicBezTo>
                    <a:pt x="6051" y="3303"/>
                    <a:pt x="6073" y="3297"/>
                    <a:pt x="6094" y="3292"/>
                  </a:cubicBezTo>
                  <a:cubicBezTo>
                    <a:pt x="6149" y="3286"/>
                    <a:pt x="6203" y="3276"/>
                    <a:pt x="6258" y="3265"/>
                  </a:cubicBezTo>
                  <a:close/>
                  <a:moveTo>
                    <a:pt x="3822" y="3254"/>
                  </a:moveTo>
                  <a:cubicBezTo>
                    <a:pt x="3958" y="3276"/>
                    <a:pt x="4094" y="3314"/>
                    <a:pt x="4235" y="3341"/>
                  </a:cubicBezTo>
                  <a:cubicBezTo>
                    <a:pt x="4279" y="3346"/>
                    <a:pt x="4317" y="3352"/>
                    <a:pt x="4355" y="3357"/>
                  </a:cubicBezTo>
                  <a:cubicBezTo>
                    <a:pt x="4355" y="3384"/>
                    <a:pt x="4355" y="3411"/>
                    <a:pt x="4355" y="3439"/>
                  </a:cubicBezTo>
                  <a:cubicBezTo>
                    <a:pt x="4355" y="3558"/>
                    <a:pt x="4366" y="3678"/>
                    <a:pt x="4371" y="3803"/>
                  </a:cubicBezTo>
                  <a:lnTo>
                    <a:pt x="4371" y="3797"/>
                  </a:lnTo>
                  <a:cubicBezTo>
                    <a:pt x="4382" y="3955"/>
                    <a:pt x="4388" y="4107"/>
                    <a:pt x="4393" y="4265"/>
                  </a:cubicBezTo>
                  <a:lnTo>
                    <a:pt x="4371" y="4265"/>
                  </a:lnTo>
                  <a:cubicBezTo>
                    <a:pt x="4342" y="4263"/>
                    <a:pt x="4313" y="4263"/>
                    <a:pt x="4283" y="4263"/>
                  </a:cubicBezTo>
                  <a:cubicBezTo>
                    <a:pt x="4223" y="4263"/>
                    <a:pt x="4161" y="4265"/>
                    <a:pt x="4099" y="4265"/>
                  </a:cubicBezTo>
                  <a:cubicBezTo>
                    <a:pt x="3996" y="4259"/>
                    <a:pt x="3898" y="4249"/>
                    <a:pt x="3790" y="4249"/>
                  </a:cubicBezTo>
                  <a:cubicBezTo>
                    <a:pt x="3757" y="4249"/>
                    <a:pt x="3730" y="4249"/>
                    <a:pt x="3697" y="4243"/>
                  </a:cubicBezTo>
                  <a:lnTo>
                    <a:pt x="3697" y="4145"/>
                  </a:lnTo>
                  <a:cubicBezTo>
                    <a:pt x="3703" y="3961"/>
                    <a:pt x="3724" y="3776"/>
                    <a:pt x="3752" y="3596"/>
                  </a:cubicBezTo>
                  <a:cubicBezTo>
                    <a:pt x="3768" y="3477"/>
                    <a:pt x="3795" y="3368"/>
                    <a:pt x="3822" y="3254"/>
                  </a:cubicBezTo>
                  <a:close/>
                  <a:moveTo>
                    <a:pt x="5181" y="3357"/>
                  </a:moveTo>
                  <a:cubicBezTo>
                    <a:pt x="5181" y="3422"/>
                    <a:pt x="5187" y="3488"/>
                    <a:pt x="5192" y="3553"/>
                  </a:cubicBezTo>
                  <a:cubicBezTo>
                    <a:pt x="5198" y="3721"/>
                    <a:pt x="5198" y="3884"/>
                    <a:pt x="5208" y="4053"/>
                  </a:cubicBezTo>
                  <a:cubicBezTo>
                    <a:pt x="5214" y="4134"/>
                    <a:pt x="5225" y="4216"/>
                    <a:pt x="5230" y="4298"/>
                  </a:cubicBezTo>
                  <a:lnTo>
                    <a:pt x="4920" y="4298"/>
                  </a:lnTo>
                  <a:cubicBezTo>
                    <a:pt x="4839" y="4298"/>
                    <a:pt x="4752" y="4281"/>
                    <a:pt x="4665" y="4276"/>
                  </a:cubicBezTo>
                  <a:lnTo>
                    <a:pt x="4605" y="4276"/>
                  </a:lnTo>
                  <a:cubicBezTo>
                    <a:pt x="4589" y="4069"/>
                    <a:pt x="4572" y="3857"/>
                    <a:pt x="4551" y="3651"/>
                  </a:cubicBezTo>
                  <a:cubicBezTo>
                    <a:pt x="4540" y="3558"/>
                    <a:pt x="4540" y="3466"/>
                    <a:pt x="4534" y="3373"/>
                  </a:cubicBezTo>
                  <a:cubicBezTo>
                    <a:pt x="4600" y="3373"/>
                    <a:pt x="4665" y="3379"/>
                    <a:pt x="4730" y="3379"/>
                  </a:cubicBezTo>
                  <a:cubicBezTo>
                    <a:pt x="4788" y="3379"/>
                    <a:pt x="4846" y="3381"/>
                    <a:pt x="4904" y="3381"/>
                  </a:cubicBezTo>
                  <a:cubicBezTo>
                    <a:pt x="4933" y="3381"/>
                    <a:pt x="4962" y="3381"/>
                    <a:pt x="4991" y="3379"/>
                  </a:cubicBezTo>
                  <a:cubicBezTo>
                    <a:pt x="5056" y="3379"/>
                    <a:pt x="5116" y="3363"/>
                    <a:pt x="5181" y="3357"/>
                  </a:cubicBezTo>
                  <a:close/>
                  <a:moveTo>
                    <a:pt x="5839" y="3319"/>
                  </a:moveTo>
                  <a:cubicBezTo>
                    <a:pt x="5866" y="3450"/>
                    <a:pt x="5893" y="3585"/>
                    <a:pt x="5904" y="3716"/>
                  </a:cubicBezTo>
                  <a:cubicBezTo>
                    <a:pt x="5931" y="3852"/>
                    <a:pt x="5942" y="3988"/>
                    <a:pt x="5948" y="4124"/>
                  </a:cubicBezTo>
                  <a:cubicBezTo>
                    <a:pt x="5942" y="4178"/>
                    <a:pt x="5948" y="4232"/>
                    <a:pt x="5953" y="4281"/>
                  </a:cubicBezTo>
                  <a:cubicBezTo>
                    <a:pt x="5837" y="4295"/>
                    <a:pt x="5713" y="4304"/>
                    <a:pt x="5591" y="4304"/>
                  </a:cubicBezTo>
                  <a:cubicBezTo>
                    <a:pt x="5565" y="4304"/>
                    <a:pt x="5539" y="4304"/>
                    <a:pt x="5513" y="4303"/>
                  </a:cubicBezTo>
                  <a:lnTo>
                    <a:pt x="5306" y="4303"/>
                  </a:lnTo>
                  <a:cubicBezTo>
                    <a:pt x="5274" y="4020"/>
                    <a:pt x="5274" y="3732"/>
                    <a:pt x="5252" y="3444"/>
                  </a:cubicBezTo>
                  <a:cubicBezTo>
                    <a:pt x="5252" y="3417"/>
                    <a:pt x="5246" y="3384"/>
                    <a:pt x="5246" y="3357"/>
                  </a:cubicBezTo>
                  <a:cubicBezTo>
                    <a:pt x="5328" y="3357"/>
                    <a:pt x="5415" y="3357"/>
                    <a:pt x="5502" y="3352"/>
                  </a:cubicBezTo>
                  <a:cubicBezTo>
                    <a:pt x="5600" y="3335"/>
                    <a:pt x="5698" y="3335"/>
                    <a:pt x="5790" y="3325"/>
                  </a:cubicBezTo>
                  <a:lnTo>
                    <a:pt x="5839" y="3319"/>
                  </a:lnTo>
                  <a:close/>
                  <a:moveTo>
                    <a:pt x="1459" y="1885"/>
                  </a:moveTo>
                  <a:cubicBezTo>
                    <a:pt x="1511" y="1885"/>
                    <a:pt x="1573" y="1897"/>
                    <a:pt x="1604" y="1900"/>
                  </a:cubicBezTo>
                  <a:lnTo>
                    <a:pt x="1626" y="1911"/>
                  </a:lnTo>
                  <a:cubicBezTo>
                    <a:pt x="1604" y="1998"/>
                    <a:pt x="1583" y="2091"/>
                    <a:pt x="1561" y="2183"/>
                  </a:cubicBezTo>
                  <a:cubicBezTo>
                    <a:pt x="1496" y="2417"/>
                    <a:pt x="1431" y="2645"/>
                    <a:pt x="1354" y="2873"/>
                  </a:cubicBezTo>
                  <a:cubicBezTo>
                    <a:pt x="1295" y="2857"/>
                    <a:pt x="1229" y="2835"/>
                    <a:pt x="1170" y="2808"/>
                  </a:cubicBezTo>
                  <a:cubicBezTo>
                    <a:pt x="1167" y="2807"/>
                    <a:pt x="1164" y="2806"/>
                    <a:pt x="1161" y="2806"/>
                  </a:cubicBezTo>
                  <a:cubicBezTo>
                    <a:pt x="1143" y="2806"/>
                    <a:pt x="1129" y="2832"/>
                    <a:pt x="1148" y="2846"/>
                  </a:cubicBezTo>
                  <a:cubicBezTo>
                    <a:pt x="1208" y="2879"/>
                    <a:pt x="1273" y="2906"/>
                    <a:pt x="1338" y="2922"/>
                  </a:cubicBezTo>
                  <a:cubicBezTo>
                    <a:pt x="1322" y="2977"/>
                    <a:pt x="1300" y="3036"/>
                    <a:pt x="1278" y="3091"/>
                  </a:cubicBezTo>
                  <a:cubicBezTo>
                    <a:pt x="1208" y="3254"/>
                    <a:pt x="1164" y="3422"/>
                    <a:pt x="1083" y="3580"/>
                  </a:cubicBezTo>
                  <a:cubicBezTo>
                    <a:pt x="1039" y="3672"/>
                    <a:pt x="1001" y="3765"/>
                    <a:pt x="968" y="3857"/>
                  </a:cubicBezTo>
                  <a:cubicBezTo>
                    <a:pt x="920" y="3841"/>
                    <a:pt x="876" y="3814"/>
                    <a:pt x="838" y="3776"/>
                  </a:cubicBezTo>
                  <a:cubicBezTo>
                    <a:pt x="834" y="3772"/>
                    <a:pt x="831" y="3771"/>
                    <a:pt x="827" y="3771"/>
                  </a:cubicBezTo>
                  <a:cubicBezTo>
                    <a:pt x="814" y="3771"/>
                    <a:pt x="804" y="3789"/>
                    <a:pt x="816" y="3797"/>
                  </a:cubicBezTo>
                  <a:cubicBezTo>
                    <a:pt x="854" y="3846"/>
                    <a:pt x="898" y="3884"/>
                    <a:pt x="952" y="3912"/>
                  </a:cubicBezTo>
                  <a:cubicBezTo>
                    <a:pt x="936" y="3961"/>
                    <a:pt x="920" y="4015"/>
                    <a:pt x="909" y="4064"/>
                  </a:cubicBezTo>
                  <a:cubicBezTo>
                    <a:pt x="876" y="4221"/>
                    <a:pt x="854" y="4374"/>
                    <a:pt x="838" y="4531"/>
                  </a:cubicBezTo>
                  <a:cubicBezTo>
                    <a:pt x="833" y="4618"/>
                    <a:pt x="822" y="4705"/>
                    <a:pt x="805" y="4792"/>
                  </a:cubicBezTo>
                  <a:cubicBezTo>
                    <a:pt x="800" y="4814"/>
                    <a:pt x="795" y="4830"/>
                    <a:pt x="789" y="4852"/>
                  </a:cubicBezTo>
                  <a:cubicBezTo>
                    <a:pt x="762" y="4847"/>
                    <a:pt x="729" y="4836"/>
                    <a:pt x="702" y="4830"/>
                  </a:cubicBezTo>
                  <a:cubicBezTo>
                    <a:pt x="604" y="4803"/>
                    <a:pt x="506" y="4765"/>
                    <a:pt x="414" y="4716"/>
                  </a:cubicBezTo>
                  <a:cubicBezTo>
                    <a:pt x="447" y="4586"/>
                    <a:pt x="490" y="4450"/>
                    <a:pt x="539" y="4319"/>
                  </a:cubicBezTo>
                  <a:cubicBezTo>
                    <a:pt x="604" y="4134"/>
                    <a:pt x="653" y="3944"/>
                    <a:pt x="713" y="3754"/>
                  </a:cubicBezTo>
                  <a:cubicBezTo>
                    <a:pt x="778" y="3569"/>
                    <a:pt x="843" y="3379"/>
                    <a:pt x="909" y="3183"/>
                  </a:cubicBezTo>
                  <a:cubicBezTo>
                    <a:pt x="974" y="2993"/>
                    <a:pt x="1045" y="2792"/>
                    <a:pt x="1121" y="2596"/>
                  </a:cubicBezTo>
                  <a:cubicBezTo>
                    <a:pt x="1202" y="2406"/>
                    <a:pt x="1262" y="2216"/>
                    <a:pt x="1316" y="2020"/>
                  </a:cubicBezTo>
                  <a:cubicBezTo>
                    <a:pt x="1325" y="1975"/>
                    <a:pt x="1335" y="1930"/>
                    <a:pt x="1345" y="1885"/>
                  </a:cubicBezTo>
                  <a:lnTo>
                    <a:pt x="1345" y="1885"/>
                  </a:lnTo>
                  <a:cubicBezTo>
                    <a:pt x="1345" y="1897"/>
                    <a:pt x="1357" y="1908"/>
                    <a:pt x="1370" y="1908"/>
                  </a:cubicBezTo>
                  <a:cubicBezTo>
                    <a:pt x="1376" y="1908"/>
                    <a:pt x="1382" y="1905"/>
                    <a:pt x="1387" y="1900"/>
                  </a:cubicBezTo>
                  <a:cubicBezTo>
                    <a:pt x="1403" y="1889"/>
                    <a:pt x="1429" y="1885"/>
                    <a:pt x="1459" y="1885"/>
                  </a:cubicBezTo>
                  <a:close/>
                  <a:moveTo>
                    <a:pt x="1007" y="3939"/>
                  </a:moveTo>
                  <a:cubicBezTo>
                    <a:pt x="1077" y="3966"/>
                    <a:pt x="1142" y="3993"/>
                    <a:pt x="1213" y="4015"/>
                  </a:cubicBezTo>
                  <a:cubicBezTo>
                    <a:pt x="1284" y="4037"/>
                    <a:pt x="1349" y="4058"/>
                    <a:pt x="1420" y="4080"/>
                  </a:cubicBezTo>
                  <a:cubicBezTo>
                    <a:pt x="1354" y="4357"/>
                    <a:pt x="1278" y="4635"/>
                    <a:pt x="1186" y="4912"/>
                  </a:cubicBezTo>
                  <a:cubicBezTo>
                    <a:pt x="1132" y="4906"/>
                    <a:pt x="1077" y="4895"/>
                    <a:pt x="1023" y="4890"/>
                  </a:cubicBezTo>
                  <a:cubicBezTo>
                    <a:pt x="968" y="4879"/>
                    <a:pt x="903" y="4874"/>
                    <a:pt x="843" y="4863"/>
                  </a:cubicBezTo>
                  <a:cubicBezTo>
                    <a:pt x="865" y="4765"/>
                    <a:pt x="887" y="4667"/>
                    <a:pt x="898" y="4569"/>
                  </a:cubicBezTo>
                  <a:cubicBezTo>
                    <a:pt x="909" y="4390"/>
                    <a:pt x="936" y="4216"/>
                    <a:pt x="974" y="4047"/>
                  </a:cubicBezTo>
                  <a:cubicBezTo>
                    <a:pt x="985" y="4009"/>
                    <a:pt x="996" y="3971"/>
                    <a:pt x="1007" y="3939"/>
                  </a:cubicBezTo>
                  <a:close/>
                  <a:moveTo>
                    <a:pt x="1637" y="4134"/>
                  </a:moveTo>
                  <a:cubicBezTo>
                    <a:pt x="1708" y="4151"/>
                    <a:pt x="1768" y="4162"/>
                    <a:pt x="1833" y="4173"/>
                  </a:cubicBezTo>
                  <a:cubicBezTo>
                    <a:pt x="1941" y="4189"/>
                    <a:pt x="2050" y="4200"/>
                    <a:pt x="2159" y="4200"/>
                  </a:cubicBezTo>
                  <a:lnTo>
                    <a:pt x="2153" y="4200"/>
                  </a:lnTo>
                  <a:cubicBezTo>
                    <a:pt x="2126" y="4298"/>
                    <a:pt x="2110" y="4390"/>
                    <a:pt x="2094" y="4488"/>
                  </a:cubicBezTo>
                  <a:cubicBezTo>
                    <a:pt x="2077" y="4645"/>
                    <a:pt x="2077" y="4814"/>
                    <a:pt x="2061" y="4977"/>
                  </a:cubicBezTo>
                  <a:lnTo>
                    <a:pt x="2061" y="4993"/>
                  </a:lnTo>
                  <a:cubicBezTo>
                    <a:pt x="1958" y="4982"/>
                    <a:pt x="1849" y="4972"/>
                    <a:pt x="1740" y="4966"/>
                  </a:cubicBezTo>
                  <a:cubicBezTo>
                    <a:pt x="1637" y="4955"/>
                    <a:pt x="1539" y="4950"/>
                    <a:pt x="1436" y="4939"/>
                  </a:cubicBezTo>
                  <a:cubicBezTo>
                    <a:pt x="1496" y="4749"/>
                    <a:pt x="1545" y="4553"/>
                    <a:pt x="1588" y="4357"/>
                  </a:cubicBezTo>
                  <a:cubicBezTo>
                    <a:pt x="1604" y="4281"/>
                    <a:pt x="1621" y="4205"/>
                    <a:pt x="1637" y="4134"/>
                  </a:cubicBezTo>
                  <a:close/>
                  <a:moveTo>
                    <a:pt x="2420" y="4205"/>
                  </a:moveTo>
                  <a:cubicBezTo>
                    <a:pt x="2556" y="4205"/>
                    <a:pt x="2686" y="4221"/>
                    <a:pt x="2822" y="4232"/>
                  </a:cubicBezTo>
                  <a:cubicBezTo>
                    <a:pt x="2811" y="4298"/>
                    <a:pt x="2806" y="4363"/>
                    <a:pt x="2795" y="4428"/>
                  </a:cubicBezTo>
                  <a:cubicBezTo>
                    <a:pt x="2768" y="4597"/>
                    <a:pt x="2751" y="4770"/>
                    <a:pt x="2730" y="4939"/>
                  </a:cubicBezTo>
                  <a:cubicBezTo>
                    <a:pt x="2724" y="4982"/>
                    <a:pt x="2724" y="5026"/>
                    <a:pt x="2719" y="5075"/>
                  </a:cubicBezTo>
                  <a:cubicBezTo>
                    <a:pt x="2523" y="5048"/>
                    <a:pt x="2327" y="5026"/>
                    <a:pt x="2132" y="5004"/>
                  </a:cubicBezTo>
                  <a:cubicBezTo>
                    <a:pt x="2137" y="4939"/>
                    <a:pt x="2143" y="4874"/>
                    <a:pt x="2148" y="4808"/>
                  </a:cubicBezTo>
                  <a:cubicBezTo>
                    <a:pt x="2159" y="4645"/>
                    <a:pt x="2159" y="4488"/>
                    <a:pt x="2186" y="4325"/>
                  </a:cubicBezTo>
                  <a:cubicBezTo>
                    <a:pt x="2197" y="4287"/>
                    <a:pt x="2202" y="4249"/>
                    <a:pt x="2213" y="4205"/>
                  </a:cubicBezTo>
                  <a:close/>
                  <a:moveTo>
                    <a:pt x="5964" y="4341"/>
                  </a:moveTo>
                  <a:cubicBezTo>
                    <a:pt x="5980" y="4423"/>
                    <a:pt x="5997" y="4510"/>
                    <a:pt x="6013" y="4591"/>
                  </a:cubicBezTo>
                  <a:cubicBezTo>
                    <a:pt x="6040" y="4738"/>
                    <a:pt x="6056" y="4885"/>
                    <a:pt x="6062" y="5037"/>
                  </a:cubicBezTo>
                  <a:cubicBezTo>
                    <a:pt x="5877" y="5059"/>
                    <a:pt x="5692" y="5075"/>
                    <a:pt x="5507" y="5091"/>
                  </a:cubicBezTo>
                  <a:cubicBezTo>
                    <a:pt x="5448" y="4944"/>
                    <a:pt x="5399" y="4798"/>
                    <a:pt x="5361" y="4651"/>
                  </a:cubicBezTo>
                  <a:cubicBezTo>
                    <a:pt x="5339" y="4564"/>
                    <a:pt x="5328" y="4471"/>
                    <a:pt x="5312" y="4385"/>
                  </a:cubicBezTo>
                  <a:lnTo>
                    <a:pt x="5458" y="4385"/>
                  </a:lnTo>
                  <a:cubicBezTo>
                    <a:pt x="5627" y="4385"/>
                    <a:pt x="5795" y="4368"/>
                    <a:pt x="5964" y="4341"/>
                  </a:cubicBezTo>
                  <a:close/>
                  <a:moveTo>
                    <a:pt x="4610" y="4363"/>
                  </a:moveTo>
                  <a:cubicBezTo>
                    <a:pt x="4687" y="4368"/>
                    <a:pt x="4763" y="4379"/>
                    <a:pt x="4839" y="4385"/>
                  </a:cubicBezTo>
                  <a:cubicBezTo>
                    <a:pt x="4907" y="4387"/>
                    <a:pt x="4973" y="4389"/>
                    <a:pt x="5040" y="4389"/>
                  </a:cubicBezTo>
                  <a:cubicBezTo>
                    <a:pt x="5106" y="4389"/>
                    <a:pt x="5173" y="4387"/>
                    <a:pt x="5241" y="4385"/>
                  </a:cubicBezTo>
                  <a:cubicBezTo>
                    <a:pt x="5263" y="4569"/>
                    <a:pt x="5301" y="4754"/>
                    <a:pt x="5361" y="4928"/>
                  </a:cubicBezTo>
                  <a:cubicBezTo>
                    <a:pt x="5382" y="4988"/>
                    <a:pt x="5399" y="5042"/>
                    <a:pt x="5420" y="5097"/>
                  </a:cubicBezTo>
                  <a:lnTo>
                    <a:pt x="5333" y="5107"/>
                  </a:lnTo>
                  <a:cubicBezTo>
                    <a:pt x="5105" y="5129"/>
                    <a:pt x="4877" y="5173"/>
                    <a:pt x="4643" y="5205"/>
                  </a:cubicBezTo>
                  <a:cubicBezTo>
                    <a:pt x="4638" y="4923"/>
                    <a:pt x="4627" y="4640"/>
                    <a:pt x="4610" y="4363"/>
                  </a:cubicBezTo>
                  <a:close/>
                  <a:moveTo>
                    <a:pt x="3018" y="4243"/>
                  </a:moveTo>
                  <a:lnTo>
                    <a:pt x="3034" y="4249"/>
                  </a:lnTo>
                  <a:cubicBezTo>
                    <a:pt x="3230" y="4254"/>
                    <a:pt x="3425" y="4292"/>
                    <a:pt x="3621" y="4314"/>
                  </a:cubicBezTo>
                  <a:cubicBezTo>
                    <a:pt x="3621" y="4385"/>
                    <a:pt x="3627" y="4450"/>
                    <a:pt x="3637" y="4520"/>
                  </a:cubicBezTo>
                  <a:cubicBezTo>
                    <a:pt x="3659" y="4667"/>
                    <a:pt x="3703" y="4814"/>
                    <a:pt x="3741" y="4961"/>
                  </a:cubicBezTo>
                  <a:cubicBezTo>
                    <a:pt x="3762" y="5059"/>
                    <a:pt x="3773" y="5151"/>
                    <a:pt x="3773" y="5249"/>
                  </a:cubicBezTo>
                  <a:cubicBezTo>
                    <a:pt x="3681" y="5243"/>
                    <a:pt x="3594" y="5238"/>
                    <a:pt x="3507" y="5222"/>
                  </a:cubicBezTo>
                  <a:cubicBezTo>
                    <a:pt x="3317" y="5184"/>
                    <a:pt x="3137" y="5124"/>
                    <a:pt x="2947" y="5097"/>
                  </a:cubicBezTo>
                  <a:lnTo>
                    <a:pt x="2936" y="5097"/>
                  </a:lnTo>
                  <a:lnTo>
                    <a:pt x="2936" y="5015"/>
                  </a:lnTo>
                  <a:cubicBezTo>
                    <a:pt x="2947" y="4923"/>
                    <a:pt x="2953" y="4836"/>
                    <a:pt x="2963" y="4743"/>
                  </a:cubicBezTo>
                  <a:cubicBezTo>
                    <a:pt x="2980" y="4575"/>
                    <a:pt x="2996" y="4406"/>
                    <a:pt x="3018" y="4243"/>
                  </a:cubicBezTo>
                  <a:close/>
                  <a:moveTo>
                    <a:pt x="3697" y="4325"/>
                  </a:moveTo>
                  <a:cubicBezTo>
                    <a:pt x="3735" y="4327"/>
                    <a:pt x="3775" y="4327"/>
                    <a:pt x="3814" y="4327"/>
                  </a:cubicBezTo>
                  <a:cubicBezTo>
                    <a:pt x="3854" y="4327"/>
                    <a:pt x="3893" y="4327"/>
                    <a:pt x="3931" y="4330"/>
                  </a:cubicBezTo>
                  <a:cubicBezTo>
                    <a:pt x="4045" y="4341"/>
                    <a:pt x="4154" y="4346"/>
                    <a:pt x="4273" y="4346"/>
                  </a:cubicBezTo>
                  <a:lnTo>
                    <a:pt x="4398" y="4346"/>
                  </a:lnTo>
                  <a:lnTo>
                    <a:pt x="4398" y="4466"/>
                  </a:lnTo>
                  <a:cubicBezTo>
                    <a:pt x="4398" y="4722"/>
                    <a:pt x="4409" y="4977"/>
                    <a:pt x="4420" y="5232"/>
                  </a:cubicBezTo>
                  <a:cubicBezTo>
                    <a:pt x="4328" y="5243"/>
                    <a:pt x="4235" y="5249"/>
                    <a:pt x="4148" y="5249"/>
                  </a:cubicBezTo>
                  <a:cubicBezTo>
                    <a:pt x="4087" y="5249"/>
                    <a:pt x="4018" y="5251"/>
                    <a:pt x="3950" y="5251"/>
                  </a:cubicBezTo>
                  <a:cubicBezTo>
                    <a:pt x="3916" y="5251"/>
                    <a:pt x="3882" y="5251"/>
                    <a:pt x="3849" y="5249"/>
                  </a:cubicBezTo>
                  <a:cubicBezTo>
                    <a:pt x="3855" y="5200"/>
                    <a:pt x="3855" y="5151"/>
                    <a:pt x="3849" y="5107"/>
                  </a:cubicBezTo>
                  <a:lnTo>
                    <a:pt x="3844" y="5113"/>
                  </a:lnTo>
                  <a:cubicBezTo>
                    <a:pt x="3817" y="4955"/>
                    <a:pt x="3779" y="4803"/>
                    <a:pt x="3735" y="4651"/>
                  </a:cubicBezTo>
                  <a:cubicBezTo>
                    <a:pt x="3714" y="4542"/>
                    <a:pt x="3697" y="4433"/>
                    <a:pt x="3697" y="4325"/>
                  </a:cubicBezTo>
                  <a:close/>
                  <a:moveTo>
                    <a:pt x="409" y="4732"/>
                  </a:moveTo>
                  <a:cubicBezTo>
                    <a:pt x="517" y="4808"/>
                    <a:pt x="642" y="4863"/>
                    <a:pt x="778" y="4895"/>
                  </a:cubicBezTo>
                  <a:cubicBezTo>
                    <a:pt x="767" y="4939"/>
                    <a:pt x="762" y="4982"/>
                    <a:pt x="762" y="5020"/>
                  </a:cubicBezTo>
                  <a:cubicBezTo>
                    <a:pt x="762" y="5035"/>
                    <a:pt x="773" y="5044"/>
                    <a:pt x="785" y="5044"/>
                  </a:cubicBezTo>
                  <a:cubicBezTo>
                    <a:pt x="794" y="5044"/>
                    <a:pt x="803" y="5038"/>
                    <a:pt x="805" y="5026"/>
                  </a:cubicBezTo>
                  <a:cubicBezTo>
                    <a:pt x="811" y="4988"/>
                    <a:pt x="822" y="4950"/>
                    <a:pt x="833" y="4906"/>
                  </a:cubicBezTo>
                  <a:lnTo>
                    <a:pt x="843" y="4906"/>
                  </a:lnTo>
                  <a:cubicBezTo>
                    <a:pt x="947" y="4934"/>
                    <a:pt x="1055" y="4950"/>
                    <a:pt x="1164" y="4972"/>
                  </a:cubicBezTo>
                  <a:cubicBezTo>
                    <a:pt x="1110" y="5118"/>
                    <a:pt x="1055" y="5265"/>
                    <a:pt x="996" y="5406"/>
                  </a:cubicBezTo>
                  <a:lnTo>
                    <a:pt x="968" y="5466"/>
                  </a:lnTo>
                  <a:lnTo>
                    <a:pt x="974" y="5472"/>
                  </a:lnTo>
                  <a:cubicBezTo>
                    <a:pt x="947" y="5461"/>
                    <a:pt x="920" y="5455"/>
                    <a:pt x="892" y="5455"/>
                  </a:cubicBezTo>
                  <a:cubicBezTo>
                    <a:pt x="854" y="5450"/>
                    <a:pt x="816" y="5444"/>
                    <a:pt x="784" y="5439"/>
                  </a:cubicBezTo>
                  <a:cubicBezTo>
                    <a:pt x="740" y="5417"/>
                    <a:pt x="702" y="5396"/>
                    <a:pt x="664" y="5368"/>
                  </a:cubicBezTo>
                  <a:cubicBezTo>
                    <a:pt x="539" y="5309"/>
                    <a:pt x="387" y="5314"/>
                    <a:pt x="256" y="5254"/>
                  </a:cubicBezTo>
                  <a:lnTo>
                    <a:pt x="246" y="5249"/>
                  </a:lnTo>
                  <a:lnTo>
                    <a:pt x="251" y="5227"/>
                  </a:lnTo>
                  <a:cubicBezTo>
                    <a:pt x="262" y="5211"/>
                    <a:pt x="267" y="5194"/>
                    <a:pt x="278" y="5178"/>
                  </a:cubicBezTo>
                  <a:cubicBezTo>
                    <a:pt x="311" y="5086"/>
                    <a:pt x="343" y="4993"/>
                    <a:pt x="365" y="4895"/>
                  </a:cubicBezTo>
                  <a:cubicBezTo>
                    <a:pt x="381" y="4841"/>
                    <a:pt x="392" y="4787"/>
                    <a:pt x="409" y="4732"/>
                  </a:cubicBezTo>
                  <a:close/>
                  <a:moveTo>
                    <a:pt x="5872" y="922"/>
                  </a:moveTo>
                  <a:cubicBezTo>
                    <a:pt x="5976" y="922"/>
                    <a:pt x="6090" y="936"/>
                    <a:pt x="6201" y="936"/>
                  </a:cubicBezTo>
                  <a:cubicBezTo>
                    <a:pt x="6246" y="936"/>
                    <a:pt x="6290" y="934"/>
                    <a:pt x="6334" y="927"/>
                  </a:cubicBezTo>
                  <a:cubicBezTo>
                    <a:pt x="6334" y="976"/>
                    <a:pt x="6344" y="1025"/>
                    <a:pt x="6350" y="1080"/>
                  </a:cubicBezTo>
                  <a:cubicBezTo>
                    <a:pt x="6355" y="1183"/>
                    <a:pt x="6350" y="1281"/>
                    <a:pt x="6366" y="1384"/>
                  </a:cubicBezTo>
                  <a:cubicBezTo>
                    <a:pt x="6399" y="1591"/>
                    <a:pt x="6464" y="1792"/>
                    <a:pt x="6502" y="1998"/>
                  </a:cubicBezTo>
                  <a:cubicBezTo>
                    <a:pt x="6540" y="2205"/>
                    <a:pt x="6567" y="2411"/>
                    <a:pt x="6605" y="2623"/>
                  </a:cubicBezTo>
                  <a:cubicBezTo>
                    <a:pt x="6643" y="2830"/>
                    <a:pt x="6665" y="3031"/>
                    <a:pt x="6698" y="3238"/>
                  </a:cubicBezTo>
                  <a:cubicBezTo>
                    <a:pt x="6730" y="3444"/>
                    <a:pt x="6779" y="3651"/>
                    <a:pt x="6774" y="3846"/>
                  </a:cubicBezTo>
                  <a:cubicBezTo>
                    <a:pt x="6768" y="4047"/>
                    <a:pt x="6828" y="4259"/>
                    <a:pt x="6866" y="4466"/>
                  </a:cubicBezTo>
                  <a:cubicBezTo>
                    <a:pt x="6877" y="4553"/>
                    <a:pt x="6904" y="4640"/>
                    <a:pt x="6937" y="4722"/>
                  </a:cubicBezTo>
                  <a:cubicBezTo>
                    <a:pt x="6948" y="4749"/>
                    <a:pt x="6980" y="4781"/>
                    <a:pt x="6986" y="4803"/>
                  </a:cubicBezTo>
                  <a:cubicBezTo>
                    <a:pt x="7008" y="4847"/>
                    <a:pt x="7008" y="4901"/>
                    <a:pt x="7024" y="4950"/>
                  </a:cubicBezTo>
                  <a:cubicBezTo>
                    <a:pt x="7051" y="5037"/>
                    <a:pt x="7084" y="5118"/>
                    <a:pt x="7111" y="5205"/>
                  </a:cubicBezTo>
                  <a:cubicBezTo>
                    <a:pt x="7138" y="5292"/>
                    <a:pt x="7176" y="5379"/>
                    <a:pt x="7209" y="5466"/>
                  </a:cubicBezTo>
                  <a:cubicBezTo>
                    <a:pt x="7236" y="5553"/>
                    <a:pt x="7176" y="5553"/>
                    <a:pt x="7105" y="5570"/>
                  </a:cubicBezTo>
                  <a:lnTo>
                    <a:pt x="7095" y="5570"/>
                  </a:lnTo>
                  <a:cubicBezTo>
                    <a:pt x="7008" y="5586"/>
                    <a:pt x="6926" y="5613"/>
                    <a:pt x="6845" y="5646"/>
                  </a:cubicBezTo>
                  <a:cubicBezTo>
                    <a:pt x="6763" y="5678"/>
                    <a:pt x="6681" y="5705"/>
                    <a:pt x="6600" y="5743"/>
                  </a:cubicBezTo>
                  <a:cubicBezTo>
                    <a:pt x="6573" y="5754"/>
                    <a:pt x="6551" y="5765"/>
                    <a:pt x="6524" y="5776"/>
                  </a:cubicBezTo>
                  <a:cubicBezTo>
                    <a:pt x="6513" y="5776"/>
                    <a:pt x="6497" y="5782"/>
                    <a:pt x="6491" y="5787"/>
                  </a:cubicBezTo>
                  <a:cubicBezTo>
                    <a:pt x="6475" y="5782"/>
                    <a:pt x="6464" y="5776"/>
                    <a:pt x="6448" y="5776"/>
                  </a:cubicBezTo>
                  <a:cubicBezTo>
                    <a:pt x="6404" y="5635"/>
                    <a:pt x="6339" y="5499"/>
                    <a:pt x="6323" y="5347"/>
                  </a:cubicBezTo>
                  <a:cubicBezTo>
                    <a:pt x="6312" y="5249"/>
                    <a:pt x="6312" y="5156"/>
                    <a:pt x="6306" y="5064"/>
                  </a:cubicBezTo>
                  <a:cubicBezTo>
                    <a:pt x="6393" y="5042"/>
                    <a:pt x="6475" y="5015"/>
                    <a:pt x="6546" y="4972"/>
                  </a:cubicBezTo>
                  <a:cubicBezTo>
                    <a:pt x="6566" y="4956"/>
                    <a:pt x="6558" y="4927"/>
                    <a:pt x="6535" y="4927"/>
                  </a:cubicBezTo>
                  <a:cubicBezTo>
                    <a:pt x="6533" y="4927"/>
                    <a:pt x="6531" y="4928"/>
                    <a:pt x="6529" y="4928"/>
                  </a:cubicBezTo>
                  <a:cubicBezTo>
                    <a:pt x="6459" y="4955"/>
                    <a:pt x="6377" y="4972"/>
                    <a:pt x="6301" y="4988"/>
                  </a:cubicBezTo>
                  <a:cubicBezTo>
                    <a:pt x="6301" y="4928"/>
                    <a:pt x="6296" y="4868"/>
                    <a:pt x="6290" y="4808"/>
                  </a:cubicBezTo>
                  <a:cubicBezTo>
                    <a:pt x="6263" y="4635"/>
                    <a:pt x="6225" y="4466"/>
                    <a:pt x="6192" y="4292"/>
                  </a:cubicBezTo>
                  <a:cubicBezTo>
                    <a:pt x="6263" y="4281"/>
                    <a:pt x="6328" y="4265"/>
                    <a:pt x="6393" y="4249"/>
                  </a:cubicBezTo>
                  <a:cubicBezTo>
                    <a:pt x="6393" y="4259"/>
                    <a:pt x="6399" y="4270"/>
                    <a:pt x="6404" y="4281"/>
                  </a:cubicBezTo>
                  <a:cubicBezTo>
                    <a:pt x="6421" y="4412"/>
                    <a:pt x="6453" y="4542"/>
                    <a:pt x="6491" y="4673"/>
                  </a:cubicBezTo>
                  <a:cubicBezTo>
                    <a:pt x="6518" y="4749"/>
                    <a:pt x="6540" y="4868"/>
                    <a:pt x="6600" y="4923"/>
                  </a:cubicBezTo>
                  <a:cubicBezTo>
                    <a:pt x="6605" y="4927"/>
                    <a:pt x="6610" y="4929"/>
                    <a:pt x="6615" y="4929"/>
                  </a:cubicBezTo>
                  <a:cubicBezTo>
                    <a:pt x="6629" y="4929"/>
                    <a:pt x="6640" y="4916"/>
                    <a:pt x="6633" y="4901"/>
                  </a:cubicBezTo>
                  <a:cubicBezTo>
                    <a:pt x="6611" y="4852"/>
                    <a:pt x="6595" y="4803"/>
                    <a:pt x="6584" y="4749"/>
                  </a:cubicBezTo>
                  <a:cubicBezTo>
                    <a:pt x="6567" y="4694"/>
                    <a:pt x="6551" y="4640"/>
                    <a:pt x="6535" y="4586"/>
                  </a:cubicBezTo>
                  <a:cubicBezTo>
                    <a:pt x="6502" y="4471"/>
                    <a:pt x="6486" y="4352"/>
                    <a:pt x="6459" y="4232"/>
                  </a:cubicBezTo>
                  <a:cubicBezTo>
                    <a:pt x="6518" y="4221"/>
                    <a:pt x="6578" y="4194"/>
                    <a:pt x="6627" y="4156"/>
                  </a:cubicBezTo>
                  <a:cubicBezTo>
                    <a:pt x="6636" y="4147"/>
                    <a:pt x="6627" y="4131"/>
                    <a:pt x="6617" y="4131"/>
                  </a:cubicBezTo>
                  <a:cubicBezTo>
                    <a:pt x="6615" y="4131"/>
                    <a:pt x="6613" y="4132"/>
                    <a:pt x="6611" y="4134"/>
                  </a:cubicBezTo>
                  <a:cubicBezTo>
                    <a:pt x="6556" y="4162"/>
                    <a:pt x="6502" y="4183"/>
                    <a:pt x="6448" y="4194"/>
                  </a:cubicBezTo>
                  <a:cubicBezTo>
                    <a:pt x="6426" y="4134"/>
                    <a:pt x="6415" y="4069"/>
                    <a:pt x="6410" y="4009"/>
                  </a:cubicBezTo>
                  <a:cubicBezTo>
                    <a:pt x="6404" y="3955"/>
                    <a:pt x="6399" y="3906"/>
                    <a:pt x="6393" y="3852"/>
                  </a:cubicBezTo>
                  <a:cubicBezTo>
                    <a:pt x="6366" y="3721"/>
                    <a:pt x="6344" y="3596"/>
                    <a:pt x="6323" y="3466"/>
                  </a:cubicBezTo>
                  <a:cubicBezTo>
                    <a:pt x="6317" y="3395"/>
                    <a:pt x="6306" y="3325"/>
                    <a:pt x="6301" y="3254"/>
                  </a:cubicBezTo>
                  <a:lnTo>
                    <a:pt x="6404" y="3238"/>
                  </a:lnTo>
                  <a:cubicBezTo>
                    <a:pt x="6421" y="3238"/>
                    <a:pt x="6415" y="3205"/>
                    <a:pt x="6399" y="3205"/>
                  </a:cubicBezTo>
                  <a:lnTo>
                    <a:pt x="6296" y="3205"/>
                  </a:lnTo>
                  <a:cubicBezTo>
                    <a:pt x="6236" y="2781"/>
                    <a:pt x="6171" y="2357"/>
                    <a:pt x="6171" y="1928"/>
                  </a:cubicBezTo>
                  <a:cubicBezTo>
                    <a:pt x="6171" y="1919"/>
                    <a:pt x="6166" y="1915"/>
                    <a:pt x="6162" y="1915"/>
                  </a:cubicBezTo>
                  <a:cubicBezTo>
                    <a:pt x="6158" y="1915"/>
                    <a:pt x="6154" y="1919"/>
                    <a:pt x="6154" y="1928"/>
                  </a:cubicBezTo>
                  <a:cubicBezTo>
                    <a:pt x="6154" y="2194"/>
                    <a:pt x="6171" y="2455"/>
                    <a:pt x="6192" y="2721"/>
                  </a:cubicBezTo>
                  <a:cubicBezTo>
                    <a:pt x="6203" y="2884"/>
                    <a:pt x="6225" y="3047"/>
                    <a:pt x="6247" y="3205"/>
                  </a:cubicBezTo>
                  <a:cubicBezTo>
                    <a:pt x="6165" y="3210"/>
                    <a:pt x="6084" y="3227"/>
                    <a:pt x="6002" y="3238"/>
                  </a:cubicBezTo>
                  <a:cubicBezTo>
                    <a:pt x="5959" y="3069"/>
                    <a:pt x="5915" y="2895"/>
                    <a:pt x="5882" y="2727"/>
                  </a:cubicBezTo>
                  <a:cubicBezTo>
                    <a:pt x="5866" y="2623"/>
                    <a:pt x="5872" y="2520"/>
                    <a:pt x="5855" y="2422"/>
                  </a:cubicBezTo>
                  <a:cubicBezTo>
                    <a:pt x="5850" y="2357"/>
                    <a:pt x="5839" y="2286"/>
                    <a:pt x="5823" y="2221"/>
                  </a:cubicBezTo>
                  <a:lnTo>
                    <a:pt x="6051" y="2183"/>
                  </a:lnTo>
                  <a:cubicBezTo>
                    <a:pt x="6078" y="2178"/>
                    <a:pt x="6078" y="2145"/>
                    <a:pt x="6051" y="2134"/>
                  </a:cubicBezTo>
                  <a:cubicBezTo>
                    <a:pt x="6017" y="2132"/>
                    <a:pt x="5984" y="2131"/>
                    <a:pt x="5952" y="2131"/>
                  </a:cubicBezTo>
                  <a:cubicBezTo>
                    <a:pt x="5905" y="2131"/>
                    <a:pt x="5860" y="2133"/>
                    <a:pt x="5812" y="2140"/>
                  </a:cubicBezTo>
                  <a:cubicBezTo>
                    <a:pt x="5795" y="2047"/>
                    <a:pt x="5768" y="1884"/>
                    <a:pt x="5654" y="1857"/>
                  </a:cubicBezTo>
                  <a:cubicBezTo>
                    <a:pt x="5652" y="1857"/>
                    <a:pt x="5650" y="1856"/>
                    <a:pt x="5649" y="1856"/>
                  </a:cubicBezTo>
                  <a:cubicBezTo>
                    <a:pt x="5619" y="1856"/>
                    <a:pt x="5602" y="1896"/>
                    <a:pt x="5632" y="1911"/>
                  </a:cubicBezTo>
                  <a:cubicBezTo>
                    <a:pt x="5681" y="1933"/>
                    <a:pt x="5676" y="2009"/>
                    <a:pt x="5681" y="2053"/>
                  </a:cubicBezTo>
                  <a:cubicBezTo>
                    <a:pt x="5687" y="2091"/>
                    <a:pt x="5687" y="2123"/>
                    <a:pt x="5692" y="2161"/>
                  </a:cubicBezTo>
                  <a:cubicBezTo>
                    <a:pt x="5649" y="2167"/>
                    <a:pt x="5611" y="2172"/>
                    <a:pt x="5567" y="2172"/>
                  </a:cubicBezTo>
                  <a:cubicBezTo>
                    <a:pt x="5532" y="2174"/>
                    <a:pt x="5497" y="2174"/>
                    <a:pt x="5462" y="2174"/>
                  </a:cubicBezTo>
                  <a:cubicBezTo>
                    <a:pt x="5367" y="2174"/>
                    <a:pt x="5271" y="2169"/>
                    <a:pt x="5176" y="2161"/>
                  </a:cubicBezTo>
                  <a:cubicBezTo>
                    <a:pt x="5165" y="2009"/>
                    <a:pt x="5165" y="1857"/>
                    <a:pt x="5149" y="1705"/>
                  </a:cubicBezTo>
                  <a:cubicBezTo>
                    <a:pt x="5143" y="1634"/>
                    <a:pt x="5138" y="1563"/>
                    <a:pt x="5127" y="1493"/>
                  </a:cubicBezTo>
                  <a:cubicBezTo>
                    <a:pt x="5252" y="1482"/>
                    <a:pt x="5377" y="1482"/>
                    <a:pt x="5502" y="1465"/>
                  </a:cubicBezTo>
                  <a:cubicBezTo>
                    <a:pt x="5583" y="1455"/>
                    <a:pt x="5665" y="1438"/>
                    <a:pt x="5752" y="1427"/>
                  </a:cubicBezTo>
                  <a:cubicBezTo>
                    <a:pt x="5812" y="1417"/>
                    <a:pt x="5866" y="1422"/>
                    <a:pt x="5926" y="1411"/>
                  </a:cubicBezTo>
                  <a:cubicBezTo>
                    <a:pt x="5969" y="1406"/>
                    <a:pt x="6002" y="1395"/>
                    <a:pt x="6046" y="1389"/>
                  </a:cubicBezTo>
                  <a:cubicBezTo>
                    <a:pt x="6062" y="1389"/>
                    <a:pt x="6062" y="1362"/>
                    <a:pt x="6046" y="1357"/>
                  </a:cubicBezTo>
                  <a:cubicBezTo>
                    <a:pt x="5964" y="1357"/>
                    <a:pt x="5877" y="1362"/>
                    <a:pt x="5801" y="1373"/>
                  </a:cubicBezTo>
                  <a:cubicBezTo>
                    <a:pt x="5719" y="1379"/>
                    <a:pt x="5638" y="1400"/>
                    <a:pt x="5562" y="1411"/>
                  </a:cubicBezTo>
                  <a:cubicBezTo>
                    <a:pt x="5415" y="1433"/>
                    <a:pt x="5268" y="1438"/>
                    <a:pt x="5121" y="1449"/>
                  </a:cubicBezTo>
                  <a:cubicBezTo>
                    <a:pt x="5111" y="1379"/>
                    <a:pt x="5089" y="1313"/>
                    <a:pt x="5051" y="1248"/>
                  </a:cubicBezTo>
                  <a:cubicBezTo>
                    <a:pt x="5049" y="1245"/>
                    <a:pt x="5046" y="1244"/>
                    <a:pt x="5043" y="1244"/>
                  </a:cubicBezTo>
                  <a:cubicBezTo>
                    <a:pt x="5035" y="1244"/>
                    <a:pt x="5025" y="1253"/>
                    <a:pt x="5029" y="1264"/>
                  </a:cubicBezTo>
                  <a:cubicBezTo>
                    <a:pt x="5056" y="1324"/>
                    <a:pt x="5078" y="1384"/>
                    <a:pt x="5089" y="1449"/>
                  </a:cubicBezTo>
                  <a:lnTo>
                    <a:pt x="5072" y="1449"/>
                  </a:lnTo>
                  <a:cubicBezTo>
                    <a:pt x="4915" y="1465"/>
                    <a:pt x="4752" y="1476"/>
                    <a:pt x="4594" y="1476"/>
                  </a:cubicBezTo>
                  <a:cubicBezTo>
                    <a:pt x="4426" y="1476"/>
                    <a:pt x="4263" y="1455"/>
                    <a:pt x="4094" y="1433"/>
                  </a:cubicBezTo>
                  <a:lnTo>
                    <a:pt x="4078" y="1433"/>
                  </a:lnTo>
                  <a:lnTo>
                    <a:pt x="4078" y="1357"/>
                  </a:lnTo>
                  <a:cubicBezTo>
                    <a:pt x="4083" y="1313"/>
                    <a:pt x="4072" y="1264"/>
                    <a:pt x="4045" y="1226"/>
                  </a:cubicBezTo>
                  <a:cubicBezTo>
                    <a:pt x="4044" y="1223"/>
                    <a:pt x="4041" y="1222"/>
                    <a:pt x="4038" y="1222"/>
                  </a:cubicBezTo>
                  <a:cubicBezTo>
                    <a:pt x="4030" y="1222"/>
                    <a:pt x="4021" y="1231"/>
                    <a:pt x="4029" y="1243"/>
                  </a:cubicBezTo>
                  <a:cubicBezTo>
                    <a:pt x="4061" y="1297"/>
                    <a:pt x="4045" y="1368"/>
                    <a:pt x="4040" y="1427"/>
                  </a:cubicBezTo>
                  <a:lnTo>
                    <a:pt x="4040" y="1433"/>
                  </a:lnTo>
                  <a:cubicBezTo>
                    <a:pt x="4014" y="1431"/>
                    <a:pt x="3989" y="1430"/>
                    <a:pt x="3963" y="1430"/>
                  </a:cubicBezTo>
                  <a:cubicBezTo>
                    <a:pt x="3835" y="1430"/>
                    <a:pt x="3705" y="1449"/>
                    <a:pt x="3583" y="1449"/>
                  </a:cubicBezTo>
                  <a:lnTo>
                    <a:pt x="3333" y="1449"/>
                  </a:lnTo>
                  <a:cubicBezTo>
                    <a:pt x="3241" y="1438"/>
                    <a:pt x="3154" y="1427"/>
                    <a:pt x="3061" y="1411"/>
                  </a:cubicBezTo>
                  <a:cubicBezTo>
                    <a:pt x="2947" y="1395"/>
                    <a:pt x="2833" y="1384"/>
                    <a:pt x="2724" y="1379"/>
                  </a:cubicBezTo>
                  <a:cubicBezTo>
                    <a:pt x="2735" y="1346"/>
                    <a:pt x="2741" y="1313"/>
                    <a:pt x="2751" y="1281"/>
                  </a:cubicBezTo>
                  <a:cubicBezTo>
                    <a:pt x="2768" y="1232"/>
                    <a:pt x="2789" y="1183"/>
                    <a:pt x="2806" y="1134"/>
                  </a:cubicBezTo>
                  <a:cubicBezTo>
                    <a:pt x="2811" y="1107"/>
                    <a:pt x="2822" y="1080"/>
                    <a:pt x="2833" y="1052"/>
                  </a:cubicBezTo>
                  <a:cubicBezTo>
                    <a:pt x="2845" y="1040"/>
                    <a:pt x="2833" y="1023"/>
                    <a:pt x="2822" y="1023"/>
                  </a:cubicBezTo>
                  <a:cubicBezTo>
                    <a:pt x="2818" y="1023"/>
                    <a:pt x="2814" y="1025"/>
                    <a:pt x="2811" y="1031"/>
                  </a:cubicBezTo>
                  <a:cubicBezTo>
                    <a:pt x="2789" y="1063"/>
                    <a:pt x="2773" y="1107"/>
                    <a:pt x="2762" y="1145"/>
                  </a:cubicBezTo>
                  <a:cubicBezTo>
                    <a:pt x="2735" y="1210"/>
                    <a:pt x="2713" y="1275"/>
                    <a:pt x="2697" y="1340"/>
                  </a:cubicBezTo>
                  <a:cubicBezTo>
                    <a:pt x="2697" y="1351"/>
                    <a:pt x="2686" y="1362"/>
                    <a:pt x="2686" y="1373"/>
                  </a:cubicBezTo>
                  <a:lnTo>
                    <a:pt x="2567" y="1368"/>
                  </a:lnTo>
                  <a:cubicBezTo>
                    <a:pt x="2485" y="1368"/>
                    <a:pt x="2404" y="1340"/>
                    <a:pt x="2322" y="1330"/>
                  </a:cubicBezTo>
                  <a:cubicBezTo>
                    <a:pt x="2235" y="1319"/>
                    <a:pt x="2137" y="1308"/>
                    <a:pt x="2050" y="1292"/>
                  </a:cubicBezTo>
                  <a:cubicBezTo>
                    <a:pt x="2048" y="1291"/>
                    <a:pt x="2047" y="1291"/>
                    <a:pt x="2045" y="1291"/>
                  </a:cubicBezTo>
                  <a:cubicBezTo>
                    <a:pt x="2016" y="1291"/>
                    <a:pt x="2003" y="1335"/>
                    <a:pt x="2034" y="1340"/>
                  </a:cubicBezTo>
                  <a:cubicBezTo>
                    <a:pt x="2121" y="1357"/>
                    <a:pt x="2202" y="1373"/>
                    <a:pt x="2284" y="1379"/>
                  </a:cubicBezTo>
                  <a:cubicBezTo>
                    <a:pt x="2360" y="1389"/>
                    <a:pt x="2431" y="1411"/>
                    <a:pt x="2501" y="1417"/>
                  </a:cubicBezTo>
                  <a:cubicBezTo>
                    <a:pt x="2556" y="1427"/>
                    <a:pt x="2610" y="1427"/>
                    <a:pt x="2670" y="1433"/>
                  </a:cubicBezTo>
                  <a:cubicBezTo>
                    <a:pt x="2632" y="1542"/>
                    <a:pt x="2588" y="1645"/>
                    <a:pt x="2561" y="1754"/>
                  </a:cubicBezTo>
                  <a:cubicBezTo>
                    <a:pt x="2529" y="1879"/>
                    <a:pt x="2507" y="2004"/>
                    <a:pt x="2490" y="2134"/>
                  </a:cubicBezTo>
                  <a:lnTo>
                    <a:pt x="2404" y="2123"/>
                  </a:lnTo>
                  <a:cubicBezTo>
                    <a:pt x="2395" y="2124"/>
                    <a:pt x="2387" y="2124"/>
                    <a:pt x="2379" y="2124"/>
                  </a:cubicBezTo>
                  <a:cubicBezTo>
                    <a:pt x="2323" y="2124"/>
                    <a:pt x="2272" y="2108"/>
                    <a:pt x="2224" y="2080"/>
                  </a:cubicBezTo>
                  <a:cubicBezTo>
                    <a:pt x="2192" y="2053"/>
                    <a:pt x="2192" y="2009"/>
                    <a:pt x="2153" y="1987"/>
                  </a:cubicBezTo>
                  <a:cubicBezTo>
                    <a:pt x="2143" y="1976"/>
                    <a:pt x="2137" y="1971"/>
                    <a:pt x="2126" y="1966"/>
                  </a:cubicBezTo>
                  <a:cubicBezTo>
                    <a:pt x="2126" y="1960"/>
                    <a:pt x="2132" y="1955"/>
                    <a:pt x="2132" y="1949"/>
                  </a:cubicBezTo>
                  <a:cubicBezTo>
                    <a:pt x="2175" y="1792"/>
                    <a:pt x="2186" y="1629"/>
                    <a:pt x="2164" y="1471"/>
                  </a:cubicBezTo>
                  <a:cubicBezTo>
                    <a:pt x="2164" y="1460"/>
                    <a:pt x="2155" y="1455"/>
                    <a:pt x="2145" y="1455"/>
                  </a:cubicBezTo>
                  <a:cubicBezTo>
                    <a:pt x="2136" y="1455"/>
                    <a:pt x="2126" y="1460"/>
                    <a:pt x="2126" y="1471"/>
                  </a:cubicBezTo>
                  <a:cubicBezTo>
                    <a:pt x="2115" y="1585"/>
                    <a:pt x="2088" y="1699"/>
                    <a:pt x="2056" y="1813"/>
                  </a:cubicBezTo>
                  <a:cubicBezTo>
                    <a:pt x="2039" y="1851"/>
                    <a:pt x="2023" y="1895"/>
                    <a:pt x="2001" y="1933"/>
                  </a:cubicBezTo>
                  <a:lnTo>
                    <a:pt x="1996" y="1933"/>
                  </a:lnTo>
                  <a:cubicBezTo>
                    <a:pt x="1903" y="1922"/>
                    <a:pt x="1816" y="1900"/>
                    <a:pt x="1724" y="1873"/>
                  </a:cubicBezTo>
                  <a:lnTo>
                    <a:pt x="1675" y="1862"/>
                  </a:lnTo>
                  <a:cubicBezTo>
                    <a:pt x="1691" y="1803"/>
                    <a:pt x="1702" y="1748"/>
                    <a:pt x="1719" y="1694"/>
                  </a:cubicBezTo>
                  <a:cubicBezTo>
                    <a:pt x="1735" y="1618"/>
                    <a:pt x="1757" y="1547"/>
                    <a:pt x="1778" y="1471"/>
                  </a:cubicBezTo>
                  <a:cubicBezTo>
                    <a:pt x="1806" y="1384"/>
                    <a:pt x="1811" y="1292"/>
                    <a:pt x="1838" y="1199"/>
                  </a:cubicBezTo>
                  <a:cubicBezTo>
                    <a:pt x="1838" y="1190"/>
                    <a:pt x="1831" y="1184"/>
                    <a:pt x="1824" y="1184"/>
                  </a:cubicBezTo>
                  <a:cubicBezTo>
                    <a:pt x="1818" y="1184"/>
                    <a:pt x="1813" y="1187"/>
                    <a:pt x="1811" y="1194"/>
                  </a:cubicBezTo>
                  <a:cubicBezTo>
                    <a:pt x="1789" y="1281"/>
                    <a:pt x="1784" y="1373"/>
                    <a:pt x="1757" y="1465"/>
                  </a:cubicBezTo>
                  <a:cubicBezTo>
                    <a:pt x="1735" y="1536"/>
                    <a:pt x="1708" y="1612"/>
                    <a:pt x="1686" y="1683"/>
                  </a:cubicBezTo>
                  <a:cubicBezTo>
                    <a:pt x="1670" y="1743"/>
                    <a:pt x="1659" y="1797"/>
                    <a:pt x="1643" y="1851"/>
                  </a:cubicBezTo>
                  <a:cubicBezTo>
                    <a:pt x="1594" y="1838"/>
                    <a:pt x="1539" y="1827"/>
                    <a:pt x="1488" y="1827"/>
                  </a:cubicBezTo>
                  <a:cubicBezTo>
                    <a:pt x="1437" y="1827"/>
                    <a:pt x="1390" y="1838"/>
                    <a:pt x="1354" y="1868"/>
                  </a:cubicBezTo>
                  <a:cubicBezTo>
                    <a:pt x="1351" y="1871"/>
                    <a:pt x="1348" y="1874"/>
                    <a:pt x="1347" y="1877"/>
                  </a:cubicBezTo>
                  <a:lnTo>
                    <a:pt x="1347" y="1877"/>
                  </a:lnTo>
                  <a:cubicBezTo>
                    <a:pt x="1360" y="1816"/>
                    <a:pt x="1372" y="1755"/>
                    <a:pt x="1382" y="1694"/>
                  </a:cubicBezTo>
                  <a:cubicBezTo>
                    <a:pt x="1403" y="1585"/>
                    <a:pt x="1392" y="1476"/>
                    <a:pt x="1403" y="1362"/>
                  </a:cubicBezTo>
                  <a:cubicBezTo>
                    <a:pt x="1409" y="1270"/>
                    <a:pt x="1447" y="1183"/>
                    <a:pt x="1452" y="1090"/>
                  </a:cubicBezTo>
                  <a:cubicBezTo>
                    <a:pt x="1458" y="1052"/>
                    <a:pt x="1458" y="1020"/>
                    <a:pt x="1452" y="982"/>
                  </a:cubicBezTo>
                  <a:lnTo>
                    <a:pt x="1452" y="982"/>
                  </a:lnTo>
                  <a:cubicBezTo>
                    <a:pt x="1474" y="987"/>
                    <a:pt x="1497" y="990"/>
                    <a:pt x="1520" y="990"/>
                  </a:cubicBezTo>
                  <a:cubicBezTo>
                    <a:pt x="1543" y="990"/>
                    <a:pt x="1566" y="987"/>
                    <a:pt x="1588" y="982"/>
                  </a:cubicBezTo>
                  <a:cubicBezTo>
                    <a:pt x="1612" y="977"/>
                    <a:pt x="1637" y="959"/>
                    <a:pt x="1661" y="959"/>
                  </a:cubicBezTo>
                  <a:cubicBezTo>
                    <a:pt x="1664" y="959"/>
                    <a:pt x="1667" y="959"/>
                    <a:pt x="1670" y="960"/>
                  </a:cubicBezTo>
                  <a:cubicBezTo>
                    <a:pt x="1697" y="960"/>
                    <a:pt x="1740" y="982"/>
                    <a:pt x="1778" y="987"/>
                  </a:cubicBezTo>
                  <a:cubicBezTo>
                    <a:pt x="1798" y="990"/>
                    <a:pt x="1818" y="991"/>
                    <a:pt x="1838" y="991"/>
                  </a:cubicBezTo>
                  <a:cubicBezTo>
                    <a:pt x="1883" y="991"/>
                    <a:pt x="1929" y="986"/>
                    <a:pt x="1976" y="986"/>
                  </a:cubicBezTo>
                  <a:cubicBezTo>
                    <a:pt x="1988" y="986"/>
                    <a:pt x="2000" y="986"/>
                    <a:pt x="2012" y="987"/>
                  </a:cubicBezTo>
                  <a:cubicBezTo>
                    <a:pt x="2088" y="993"/>
                    <a:pt x="2164" y="1014"/>
                    <a:pt x="2240" y="1014"/>
                  </a:cubicBezTo>
                  <a:cubicBezTo>
                    <a:pt x="2317" y="1014"/>
                    <a:pt x="2387" y="1003"/>
                    <a:pt x="2463" y="993"/>
                  </a:cubicBezTo>
                  <a:cubicBezTo>
                    <a:pt x="2514" y="986"/>
                    <a:pt x="2565" y="984"/>
                    <a:pt x="2617" y="984"/>
                  </a:cubicBezTo>
                  <a:cubicBezTo>
                    <a:pt x="2654" y="984"/>
                    <a:pt x="2691" y="985"/>
                    <a:pt x="2730" y="987"/>
                  </a:cubicBezTo>
                  <a:cubicBezTo>
                    <a:pt x="2806" y="987"/>
                    <a:pt x="2882" y="998"/>
                    <a:pt x="2958" y="998"/>
                  </a:cubicBezTo>
                  <a:cubicBezTo>
                    <a:pt x="3034" y="998"/>
                    <a:pt x="3105" y="982"/>
                    <a:pt x="3181" y="982"/>
                  </a:cubicBezTo>
                  <a:cubicBezTo>
                    <a:pt x="3289" y="980"/>
                    <a:pt x="3397" y="979"/>
                    <a:pt x="3505" y="979"/>
                  </a:cubicBezTo>
                  <a:cubicBezTo>
                    <a:pt x="3767" y="979"/>
                    <a:pt x="4027" y="983"/>
                    <a:pt x="4284" y="987"/>
                  </a:cubicBezTo>
                  <a:cubicBezTo>
                    <a:pt x="4326" y="988"/>
                    <a:pt x="4369" y="989"/>
                    <a:pt x="4412" y="989"/>
                  </a:cubicBezTo>
                  <a:cubicBezTo>
                    <a:pt x="4539" y="989"/>
                    <a:pt x="4669" y="983"/>
                    <a:pt x="4795" y="971"/>
                  </a:cubicBezTo>
                  <a:cubicBezTo>
                    <a:pt x="4923" y="963"/>
                    <a:pt x="5050" y="958"/>
                    <a:pt x="5175" y="958"/>
                  </a:cubicBezTo>
                  <a:cubicBezTo>
                    <a:pt x="5221" y="958"/>
                    <a:pt x="5267" y="958"/>
                    <a:pt x="5312" y="960"/>
                  </a:cubicBezTo>
                  <a:cubicBezTo>
                    <a:pt x="5340" y="962"/>
                    <a:pt x="5369" y="962"/>
                    <a:pt x="5397" y="962"/>
                  </a:cubicBezTo>
                  <a:cubicBezTo>
                    <a:pt x="5464" y="962"/>
                    <a:pt x="5531" y="958"/>
                    <a:pt x="5600" y="955"/>
                  </a:cubicBezTo>
                  <a:cubicBezTo>
                    <a:pt x="5687" y="949"/>
                    <a:pt x="5779" y="922"/>
                    <a:pt x="5872" y="922"/>
                  </a:cubicBezTo>
                  <a:close/>
                  <a:moveTo>
                    <a:pt x="2936" y="5184"/>
                  </a:moveTo>
                  <a:cubicBezTo>
                    <a:pt x="2980" y="5189"/>
                    <a:pt x="3018" y="5194"/>
                    <a:pt x="3061" y="5200"/>
                  </a:cubicBezTo>
                  <a:cubicBezTo>
                    <a:pt x="3165" y="5216"/>
                    <a:pt x="3273" y="5249"/>
                    <a:pt x="3377" y="5271"/>
                  </a:cubicBezTo>
                  <a:cubicBezTo>
                    <a:pt x="3507" y="5298"/>
                    <a:pt x="3637" y="5309"/>
                    <a:pt x="3768" y="5314"/>
                  </a:cubicBezTo>
                  <a:cubicBezTo>
                    <a:pt x="3762" y="5385"/>
                    <a:pt x="3757" y="5450"/>
                    <a:pt x="3746" y="5515"/>
                  </a:cubicBezTo>
                  <a:cubicBezTo>
                    <a:pt x="3735" y="5608"/>
                    <a:pt x="3708" y="5695"/>
                    <a:pt x="3697" y="5787"/>
                  </a:cubicBezTo>
                  <a:cubicBezTo>
                    <a:pt x="3675" y="5841"/>
                    <a:pt x="3670" y="5901"/>
                    <a:pt x="3675" y="5961"/>
                  </a:cubicBezTo>
                  <a:cubicBezTo>
                    <a:pt x="3678" y="5969"/>
                    <a:pt x="3686" y="5973"/>
                    <a:pt x="3695" y="5973"/>
                  </a:cubicBezTo>
                  <a:cubicBezTo>
                    <a:pt x="3703" y="5973"/>
                    <a:pt x="3711" y="5969"/>
                    <a:pt x="3714" y="5961"/>
                  </a:cubicBezTo>
                  <a:cubicBezTo>
                    <a:pt x="3735" y="5907"/>
                    <a:pt x="3752" y="5858"/>
                    <a:pt x="3768" y="5803"/>
                  </a:cubicBezTo>
                  <a:cubicBezTo>
                    <a:pt x="3779" y="5722"/>
                    <a:pt x="3801" y="5646"/>
                    <a:pt x="3811" y="5564"/>
                  </a:cubicBezTo>
                  <a:cubicBezTo>
                    <a:pt x="3828" y="5493"/>
                    <a:pt x="3828" y="5434"/>
                    <a:pt x="3833" y="5363"/>
                  </a:cubicBezTo>
                  <a:cubicBezTo>
                    <a:pt x="3833" y="5347"/>
                    <a:pt x="3833" y="5336"/>
                    <a:pt x="3839" y="5319"/>
                  </a:cubicBezTo>
                  <a:lnTo>
                    <a:pt x="3964" y="5319"/>
                  </a:lnTo>
                  <a:cubicBezTo>
                    <a:pt x="4116" y="5319"/>
                    <a:pt x="4268" y="5309"/>
                    <a:pt x="4420" y="5298"/>
                  </a:cubicBezTo>
                  <a:cubicBezTo>
                    <a:pt x="4426" y="5493"/>
                    <a:pt x="4437" y="5689"/>
                    <a:pt x="4442" y="5890"/>
                  </a:cubicBezTo>
                  <a:lnTo>
                    <a:pt x="4442" y="6124"/>
                  </a:lnTo>
                  <a:cubicBezTo>
                    <a:pt x="4413" y="6108"/>
                    <a:pt x="4377" y="6104"/>
                    <a:pt x="4340" y="6104"/>
                  </a:cubicBezTo>
                  <a:cubicBezTo>
                    <a:pt x="4286" y="6104"/>
                    <a:pt x="4229" y="6113"/>
                    <a:pt x="4181" y="6113"/>
                  </a:cubicBezTo>
                  <a:cubicBezTo>
                    <a:pt x="4070" y="6109"/>
                    <a:pt x="3955" y="6105"/>
                    <a:pt x="3844" y="6105"/>
                  </a:cubicBezTo>
                  <a:cubicBezTo>
                    <a:pt x="3798" y="6105"/>
                    <a:pt x="3753" y="6106"/>
                    <a:pt x="3708" y="6108"/>
                  </a:cubicBezTo>
                  <a:cubicBezTo>
                    <a:pt x="3681" y="6109"/>
                    <a:pt x="3654" y="6109"/>
                    <a:pt x="3627" y="6109"/>
                  </a:cubicBezTo>
                  <a:cubicBezTo>
                    <a:pt x="3492" y="6109"/>
                    <a:pt x="3361" y="6098"/>
                    <a:pt x="3230" y="6075"/>
                  </a:cubicBezTo>
                  <a:cubicBezTo>
                    <a:pt x="3165" y="6059"/>
                    <a:pt x="3094" y="6048"/>
                    <a:pt x="3023" y="6042"/>
                  </a:cubicBezTo>
                  <a:cubicBezTo>
                    <a:pt x="2963" y="6048"/>
                    <a:pt x="2904" y="6053"/>
                    <a:pt x="2844" y="6064"/>
                  </a:cubicBezTo>
                  <a:cubicBezTo>
                    <a:pt x="2860" y="5945"/>
                    <a:pt x="2876" y="5820"/>
                    <a:pt x="2898" y="5700"/>
                  </a:cubicBezTo>
                  <a:cubicBezTo>
                    <a:pt x="2909" y="5629"/>
                    <a:pt x="2914" y="5553"/>
                    <a:pt x="2909" y="5483"/>
                  </a:cubicBezTo>
                  <a:cubicBezTo>
                    <a:pt x="2909" y="5406"/>
                    <a:pt x="2914" y="5330"/>
                    <a:pt x="2931" y="5260"/>
                  </a:cubicBezTo>
                  <a:cubicBezTo>
                    <a:pt x="2936" y="5232"/>
                    <a:pt x="2936" y="5205"/>
                    <a:pt x="2936" y="5184"/>
                  </a:cubicBezTo>
                  <a:close/>
                  <a:moveTo>
                    <a:pt x="1403" y="5015"/>
                  </a:moveTo>
                  <a:lnTo>
                    <a:pt x="1447" y="5020"/>
                  </a:lnTo>
                  <a:cubicBezTo>
                    <a:pt x="1643" y="5042"/>
                    <a:pt x="1838" y="5064"/>
                    <a:pt x="2034" y="5080"/>
                  </a:cubicBezTo>
                  <a:cubicBezTo>
                    <a:pt x="2012" y="5129"/>
                    <a:pt x="1996" y="5178"/>
                    <a:pt x="1985" y="5227"/>
                  </a:cubicBezTo>
                  <a:cubicBezTo>
                    <a:pt x="1969" y="5314"/>
                    <a:pt x="1969" y="5401"/>
                    <a:pt x="1903" y="5472"/>
                  </a:cubicBezTo>
                  <a:cubicBezTo>
                    <a:pt x="1895" y="5484"/>
                    <a:pt x="1906" y="5504"/>
                    <a:pt x="1920" y="5504"/>
                  </a:cubicBezTo>
                  <a:cubicBezTo>
                    <a:pt x="1923" y="5504"/>
                    <a:pt x="1927" y="5502"/>
                    <a:pt x="1931" y="5499"/>
                  </a:cubicBezTo>
                  <a:cubicBezTo>
                    <a:pt x="2018" y="5417"/>
                    <a:pt x="2028" y="5314"/>
                    <a:pt x="2061" y="5205"/>
                  </a:cubicBezTo>
                  <a:cubicBezTo>
                    <a:pt x="2072" y="5162"/>
                    <a:pt x="2094" y="5129"/>
                    <a:pt x="2105" y="5086"/>
                  </a:cubicBezTo>
                  <a:cubicBezTo>
                    <a:pt x="2311" y="5107"/>
                    <a:pt x="2512" y="5129"/>
                    <a:pt x="2713" y="5156"/>
                  </a:cubicBezTo>
                  <a:lnTo>
                    <a:pt x="2713" y="5184"/>
                  </a:lnTo>
                  <a:cubicBezTo>
                    <a:pt x="2713" y="5265"/>
                    <a:pt x="2681" y="5336"/>
                    <a:pt x="2681" y="5412"/>
                  </a:cubicBezTo>
                  <a:cubicBezTo>
                    <a:pt x="2686" y="5499"/>
                    <a:pt x="2681" y="5586"/>
                    <a:pt x="2670" y="5673"/>
                  </a:cubicBezTo>
                  <a:cubicBezTo>
                    <a:pt x="2654" y="5754"/>
                    <a:pt x="2648" y="5841"/>
                    <a:pt x="2632" y="5923"/>
                  </a:cubicBezTo>
                  <a:cubicBezTo>
                    <a:pt x="2616" y="6004"/>
                    <a:pt x="2594" y="6097"/>
                    <a:pt x="2577" y="6184"/>
                  </a:cubicBezTo>
                  <a:cubicBezTo>
                    <a:pt x="2567" y="6227"/>
                    <a:pt x="2567" y="6276"/>
                    <a:pt x="2561" y="6320"/>
                  </a:cubicBezTo>
                  <a:cubicBezTo>
                    <a:pt x="2442" y="6276"/>
                    <a:pt x="2322" y="6238"/>
                    <a:pt x="2202" y="6211"/>
                  </a:cubicBezTo>
                  <a:cubicBezTo>
                    <a:pt x="2050" y="6184"/>
                    <a:pt x="1898" y="6189"/>
                    <a:pt x="1746" y="6173"/>
                  </a:cubicBezTo>
                  <a:cubicBezTo>
                    <a:pt x="1615" y="6151"/>
                    <a:pt x="1490" y="6119"/>
                    <a:pt x="1365" y="6086"/>
                  </a:cubicBezTo>
                  <a:cubicBezTo>
                    <a:pt x="1300" y="6070"/>
                    <a:pt x="1240" y="6059"/>
                    <a:pt x="1175" y="6053"/>
                  </a:cubicBezTo>
                  <a:lnTo>
                    <a:pt x="1066" y="6053"/>
                  </a:lnTo>
                  <a:lnTo>
                    <a:pt x="1066" y="6015"/>
                  </a:lnTo>
                  <a:cubicBezTo>
                    <a:pt x="1077" y="5939"/>
                    <a:pt x="1093" y="5863"/>
                    <a:pt x="1115" y="5792"/>
                  </a:cubicBezTo>
                  <a:cubicBezTo>
                    <a:pt x="1126" y="5749"/>
                    <a:pt x="1142" y="5711"/>
                    <a:pt x="1153" y="5667"/>
                  </a:cubicBezTo>
                  <a:cubicBezTo>
                    <a:pt x="1202" y="5662"/>
                    <a:pt x="1224" y="5608"/>
                    <a:pt x="1191" y="5570"/>
                  </a:cubicBezTo>
                  <a:cubicBezTo>
                    <a:pt x="1224" y="5493"/>
                    <a:pt x="1262" y="5417"/>
                    <a:pt x="1289" y="5336"/>
                  </a:cubicBezTo>
                  <a:cubicBezTo>
                    <a:pt x="1333" y="5232"/>
                    <a:pt x="1371" y="5124"/>
                    <a:pt x="1403" y="5015"/>
                  </a:cubicBezTo>
                  <a:close/>
                  <a:moveTo>
                    <a:pt x="6062" y="5102"/>
                  </a:moveTo>
                  <a:lnTo>
                    <a:pt x="6062" y="5102"/>
                  </a:lnTo>
                  <a:cubicBezTo>
                    <a:pt x="6056" y="5249"/>
                    <a:pt x="6073" y="5396"/>
                    <a:pt x="6100" y="5537"/>
                  </a:cubicBezTo>
                  <a:cubicBezTo>
                    <a:pt x="6132" y="5695"/>
                    <a:pt x="6203" y="5836"/>
                    <a:pt x="6236" y="5994"/>
                  </a:cubicBezTo>
                  <a:cubicBezTo>
                    <a:pt x="6241" y="6015"/>
                    <a:pt x="6241" y="6037"/>
                    <a:pt x="6241" y="6064"/>
                  </a:cubicBezTo>
                  <a:cubicBezTo>
                    <a:pt x="6230" y="6070"/>
                    <a:pt x="6209" y="6070"/>
                    <a:pt x="6198" y="6075"/>
                  </a:cubicBezTo>
                  <a:cubicBezTo>
                    <a:pt x="6181" y="6067"/>
                    <a:pt x="6164" y="6063"/>
                    <a:pt x="6147" y="6063"/>
                  </a:cubicBezTo>
                  <a:cubicBezTo>
                    <a:pt x="6130" y="6063"/>
                    <a:pt x="6113" y="6067"/>
                    <a:pt x="6100" y="6075"/>
                  </a:cubicBezTo>
                  <a:cubicBezTo>
                    <a:pt x="6040" y="6113"/>
                    <a:pt x="5942" y="6097"/>
                    <a:pt x="5877" y="6119"/>
                  </a:cubicBezTo>
                  <a:cubicBezTo>
                    <a:pt x="5785" y="6146"/>
                    <a:pt x="5692" y="6184"/>
                    <a:pt x="5600" y="6216"/>
                  </a:cubicBezTo>
                  <a:cubicBezTo>
                    <a:pt x="5393" y="6265"/>
                    <a:pt x="5181" y="6298"/>
                    <a:pt x="4969" y="6320"/>
                  </a:cubicBezTo>
                  <a:cubicBezTo>
                    <a:pt x="4871" y="6331"/>
                    <a:pt x="4779" y="6347"/>
                    <a:pt x="4681" y="6369"/>
                  </a:cubicBezTo>
                  <a:lnTo>
                    <a:pt x="4681" y="6292"/>
                  </a:lnTo>
                  <a:cubicBezTo>
                    <a:pt x="4681" y="6070"/>
                    <a:pt x="4676" y="5847"/>
                    <a:pt x="4659" y="5624"/>
                  </a:cubicBezTo>
                  <a:cubicBezTo>
                    <a:pt x="4654" y="5510"/>
                    <a:pt x="4649" y="5396"/>
                    <a:pt x="4643" y="5276"/>
                  </a:cubicBezTo>
                  <a:cubicBezTo>
                    <a:pt x="4833" y="5254"/>
                    <a:pt x="5018" y="5227"/>
                    <a:pt x="5198" y="5194"/>
                  </a:cubicBezTo>
                  <a:cubicBezTo>
                    <a:pt x="5279" y="5184"/>
                    <a:pt x="5361" y="5173"/>
                    <a:pt x="5442" y="5162"/>
                  </a:cubicBezTo>
                  <a:cubicBezTo>
                    <a:pt x="5469" y="5232"/>
                    <a:pt x="5496" y="5298"/>
                    <a:pt x="5524" y="5358"/>
                  </a:cubicBezTo>
                  <a:cubicBezTo>
                    <a:pt x="5562" y="5439"/>
                    <a:pt x="5567" y="5586"/>
                    <a:pt x="5649" y="5635"/>
                  </a:cubicBezTo>
                  <a:cubicBezTo>
                    <a:pt x="5651" y="5637"/>
                    <a:pt x="5653" y="5638"/>
                    <a:pt x="5656" y="5638"/>
                  </a:cubicBezTo>
                  <a:cubicBezTo>
                    <a:pt x="5667" y="5638"/>
                    <a:pt x="5679" y="5622"/>
                    <a:pt x="5670" y="5613"/>
                  </a:cubicBezTo>
                  <a:cubicBezTo>
                    <a:pt x="5649" y="5553"/>
                    <a:pt x="5638" y="5493"/>
                    <a:pt x="5632" y="5428"/>
                  </a:cubicBezTo>
                  <a:cubicBezTo>
                    <a:pt x="5605" y="5352"/>
                    <a:pt x="5578" y="5271"/>
                    <a:pt x="5545" y="5194"/>
                  </a:cubicBezTo>
                  <a:cubicBezTo>
                    <a:pt x="5540" y="5184"/>
                    <a:pt x="5535" y="5167"/>
                    <a:pt x="5529" y="5156"/>
                  </a:cubicBezTo>
                  <a:cubicBezTo>
                    <a:pt x="5660" y="5140"/>
                    <a:pt x="5795" y="5135"/>
                    <a:pt x="5926" y="5118"/>
                  </a:cubicBezTo>
                  <a:lnTo>
                    <a:pt x="6062" y="5102"/>
                  </a:lnTo>
                  <a:close/>
                  <a:moveTo>
                    <a:pt x="6179" y="1"/>
                  </a:moveTo>
                  <a:cubicBezTo>
                    <a:pt x="6035" y="1"/>
                    <a:pt x="5886" y="32"/>
                    <a:pt x="5741" y="36"/>
                  </a:cubicBezTo>
                  <a:cubicBezTo>
                    <a:pt x="5712" y="37"/>
                    <a:pt x="5682" y="37"/>
                    <a:pt x="5653" y="37"/>
                  </a:cubicBezTo>
                  <a:cubicBezTo>
                    <a:pt x="5512" y="37"/>
                    <a:pt x="5373" y="29"/>
                    <a:pt x="5235" y="29"/>
                  </a:cubicBezTo>
                  <a:cubicBezTo>
                    <a:pt x="5206" y="29"/>
                    <a:pt x="5177" y="30"/>
                    <a:pt x="5149" y="30"/>
                  </a:cubicBezTo>
                  <a:cubicBezTo>
                    <a:pt x="4730" y="36"/>
                    <a:pt x="4311" y="41"/>
                    <a:pt x="3898" y="47"/>
                  </a:cubicBezTo>
                  <a:cubicBezTo>
                    <a:pt x="3692" y="52"/>
                    <a:pt x="3491" y="58"/>
                    <a:pt x="3284" y="58"/>
                  </a:cubicBezTo>
                  <a:cubicBezTo>
                    <a:pt x="3203" y="52"/>
                    <a:pt x="3121" y="47"/>
                    <a:pt x="3045" y="30"/>
                  </a:cubicBezTo>
                  <a:cubicBezTo>
                    <a:pt x="2991" y="28"/>
                    <a:pt x="2936" y="26"/>
                    <a:pt x="2882" y="26"/>
                  </a:cubicBezTo>
                  <a:cubicBezTo>
                    <a:pt x="2828" y="26"/>
                    <a:pt x="2773" y="28"/>
                    <a:pt x="2719" y="30"/>
                  </a:cubicBezTo>
                  <a:cubicBezTo>
                    <a:pt x="2490" y="30"/>
                    <a:pt x="2257" y="36"/>
                    <a:pt x="2028" y="36"/>
                  </a:cubicBezTo>
                  <a:cubicBezTo>
                    <a:pt x="1925" y="36"/>
                    <a:pt x="1822" y="36"/>
                    <a:pt x="1719" y="47"/>
                  </a:cubicBezTo>
                  <a:cubicBezTo>
                    <a:pt x="1679" y="54"/>
                    <a:pt x="1640" y="58"/>
                    <a:pt x="1601" y="58"/>
                  </a:cubicBezTo>
                  <a:cubicBezTo>
                    <a:pt x="1527" y="58"/>
                    <a:pt x="1453" y="45"/>
                    <a:pt x="1382" y="20"/>
                  </a:cubicBezTo>
                  <a:cubicBezTo>
                    <a:pt x="1374" y="18"/>
                    <a:pt x="1367" y="17"/>
                    <a:pt x="1360" y="17"/>
                  </a:cubicBezTo>
                  <a:cubicBezTo>
                    <a:pt x="1319" y="17"/>
                    <a:pt x="1282" y="43"/>
                    <a:pt x="1273" y="85"/>
                  </a:cubicBezTo>
                  <a:cubicBezTo>
                    <a:pt x="1262" y="134"/>
                    <a:pt x="1267" y="183"/>
                    <a:pt x="1284" y="226"/>
                  </a:cubicBezTo>
                  <a:cubicBezTo>
                    <a:pt x="1295" y="302"/>
                    <a:pt x="1295" y="373"/>
                    <a:pt x="1289" y="449"/>
                  </a:cubicBezTo>
                  <a:cubicBezTo>
                    <a:pt x="1289" y="574"/>
                    <a:pt x="1295" y="694"/>
                    <a:pt x="1311" y="813"/>
                  </a:cubicBezTo>
                  <a:cubicBezTo>
                    <a:pt x="1284" y="851"/>
                    <a:pt x="1284" y="906"/>
                    <a:pt x="1316" y="938"/>
                  </a:cubicBezTo>
                  <a:cubicBezTo>
                    <a:pt x="1316" y="982"/>
                    <a:pt x="1311" y="1020"/>
                    <a:pt x="1305" y="1063"/>
                  </a:cubicBezTo>
                  <a:cubicBezTo>
                    <a:pt x="1284" y="1156"/>
                    <a:pt x="1240" y="1237"/>
                    <a:pt x="1224" y="1335"/>
                  </a:cubicBezTo>
                  <a:cubicBezTo>
                    <a:pt x="1208" y="1427"/>
                    <a:pt x="1202" y="1547"/>
                    <a:pt x="1186" y="1645"/>
                  </a:cubicBezTo>
                  <a:cubicBezTo>
                    <a:pt x="1164" y="1748"/>
                    <a:pt x="1132" y="1851"/>
                    <a:pt x="1104" y="1955"/>
                  </a:cubicBezTo>
                  <a:cubicBezTo>
                    <a:pt x="1045" y="2167"/>
                    <a:pt x="968" y="2373"/>
                    <a:pt x="881" y="2580"/>
                  </a:cubicBezTo>
                  <a:cubicBezTo>
                    <a:pt x="805" y="2792"/>
                    <a:pt x="724" y="3009"/>
                    <a:pt x="648" y="3227"/>
                  </a:cubicBezTo>
                  <a:cubicBezTo>
                    <a:pt x="583" y="3428"/>
                    <a:pt x="501" y="3634"/>
                    <a:pt x="441" y="3841"/>
                  </a:cubicBezTo>
                  <a:cubicBezTo>
                    <a:pt x="414" y="3933"/>
                    <a:pt x="392" y="4026"/>
                    <a:pt x="365" y="4118"/>
                  </a:cubicBezTo>
                  <a:cubicBezTo>
                    <a:pt x="327" y="4221"/>
                    <a:pt x="284" y="4330"/>
                    <a:pt x="251" y="4433"/>
                  </a:cubicBezTo>
                  <a:cubicBezTo>
                    <a:pt x="186" y="4640"/>
                    <a:pt x="148" y="4857"/>
                    <a:pt x="77" y="5059"/>
                  </a:cubicBezTo>
                  <a:cubicBezTo>
                    <a:pt x="50" y="5129"/>
                    <a:pt x="1" y="5189"/>
                    <a:pt x="1" y="5265"/>
                  </a:cubicBezTo>
                  <a:cubicBezTo>
                    <a:pt x="6" y="5336"/>
                    <a:pt x="50" y="5401"/>
                    <a:pt x="115" y="5434"/>
                  </a:cubicBezTo>
                  <a:cubicBezTo>
                    <a:pt x="180" y="5466"/>
                    <a:pt x="246" y="5488"/>
                    <a:pt x="316" y="5499"/>
                  </a:cubicBezTo>
                  <a:cubicBezTo>
                    <a:pt x="403" y="5521"/>
                    <a:pt x="517" y="5526"/>
                    <a:pt x="593" y="5570"/>
                  </a:cubicBezTo>
                  <a:cubicBezTo>
                    <a:pt x="686" y="5618"/>
                    <a:pt x="789" y="5651"/>
                    <a:pt x="892" y="5662"/>
                  </a:cubicBezTo>
                  <a:cubicBezTo>
                    <a:pt x="849" y="5782"/>
                    <a:pt x="822" y="5907"/>
                    <a:pt x="811" y="6032"/>
                  </a:cubicBezTo>
                  <a:cubicBezTo>
                    <a:pt x="795" y="6108"/>
                    <a:pt x="822" y="6189"/>
                    <a:pt x="876" y="6238"/>
                  </a:cubicBezTo>
                  <a:cubicBezTo>
                    <a:pt x="907" y="6263"/>
                    <a:pt x="939" y="6270"/>
                    <a:pt x="972" y="6270"/>
                  </a:cubicBezTo>
                  <a:cubicBezTo>
                    <a:pt x="1027" y="6270"/>
                    <a:pt x="1085" y="6249"/>
                    <a:pt x="1142" y="6249"/>
                  </a:cubicBezTo>
                  <a:cubicBezTo>
                    <a:pt x="1382" y="6254"/>
                    <a:pt x="1599" y="6363"/>
                    <a:pt x="1838" y="6374"/>
                  </a:cubicBezTo>
                  <a:cubicBezTo>
                    <a:pt x="1974" y="6374"/>
                    <a:pt x="2110" y="6390"/>
                    <a:pt x="2246" y="6423"/>
                  </a:cubicBezTo>
                  <a:cubicBezTo>
                    <a:pt x="2317" y="6451"/>
                    <a:pt x="2397" y="6467"/>
                    <a:pt x="2473" y="6467"/>
                  </a:cubicBezTo>
                  <a:cubicBezTo>
                    <a:pt x="2485" y="6467"/>
                    <a:pt x="2496" y="6467"/>
                    <a:pt x="2507" y="6466"/>
                  </a:cubicBezTo>
                  <a:cubicBezTo>
                    <a:pt x="2514" y="6533"/>
                    <a:pt x="2572" y="6585"/>
                    <a:pt x="2631" y="6585"/>
                  </a:cubicBezTo>
                  <a:cubicBezTo>
                    <a:pt x="2658" y="6585"/>
                    <a:pt x="2686" y="6574"/>
                    <a:pt x="2708" y="6548"/>
                  </a:cubicBezTo>
                  <a:cubicBezTo>
                    <a:pt x="2811" y="6445"/>
                    <a:pt x="2800" y="6287"/>
                    <a:pt x="2828" y="6157"/>
                  </a:cubicBezTo>
                  <a:cubicBezTo>
                    <a:pt x="2860" y="6173"/>
                    <a:pt x="2898" y="6184"/>
                    <a:pt x="2942" y="6189"/>
                  </a:cubicBezTo>
                  <a:cubicBezTo>
                    <a:pt x="3018" y="6200"/>
                    <a:pt x="3094" y="6222"/>
                    <a:pt x="3165" y="6244"/>
                  </a:cubicBezTo>
                  <a:cubicBezTo>
                    <a:pt x="3322" y="6298"/>
                    <a:pt x="3485" y="6320"/>
                    <a:pt x="3648" y="6320"/>
                  </a:cubicBezTo>
                  <a:cubicBezTo>
                    <a:pt x="3817" y="6325"/>
                    <a:pt x="3985" y="6320"/>
                    <a:pt x="4154" y="6331"/>
                  </a:cubicBezTo>
                  <a:cubicBezTo>
                    <a:pt x="4164" y="6331"/>
                    <a:pt x="4174" y="6331"/>
                    <a:pt x="4184" y="6331"/>
                  </a:cubicBezTo>
                  <a:cubicBezTo>
                    <a:pt x="4276" y="6331"/>
                    <a:pt x="4364" y="6309"/>
                    <a:pt x="4442" y="6260"/>
                  </a:cubicBezTo>
                  <a:lnTo>
                    <a:pt x="4442" y="6260"/>
                  </a:lnTo>
                  <a:cubicBezTo>
                    <a:pt x="4431" y="6336"/>
                    <a:pt x="4431" y="6417"/>
                    <a:pt x="4442" y="6494"/>
                  </a:cubicBezTo>
                  <a:cubicBezTo>
                    <a:pt x="4462" y="6599"/>
                    <a:pt x="4527" y="6630"/>
                    <a:pt x="4606" y="6630"/>
                  </a:cubicBezTo>
                  <a:cubicBezTo>
                    <a:pt x="4702" y="6630"/>
                    <a:pt x="4818" y="6585"/>
                    <a:pt x="4899" y="6570"/>
                  </a:cubicBezTo>
                  <a:cubicBezTo>
                    <a:pt x="5149" y="6526"/>
                    <a:pt x="5399" y="6515"/>
                    <a:pt x="5643" y="6450"/>
                  </a:cubicBezTo>
                  <a:cubicBezTo>
                    <a:pt x="5757" y="6417"/>
                    <a:pt x="5866" y="6369"/>
                    <a:pt x="5980" y="6331"/>
                  </a:cubicBezTo>
                  <a:cubicBezTo>
                    <a:pt x="6002" y="6325"/>
                    <a:pt x="6029" y="6314"/>
                    <a:pt x="6056" y="6309"/>
                  </a:cubicBezTo>
                  <a:cubicBezTo>
                    <a:pt x="6067" y="6336"/>
                    <a:pt x="6100" y="6358"/>
                    <a:pt x="6132" y="6358"/>
                  </a:cubicBezTo>
                  <a:cubicBezTo>
                    <a:pt x="6165" y="6358"/>
                    <a:pt x="6198" y="6358"/>
                    <a:pt x="6230" y="6352"/>
                  </a:cubicBezTo>
                  <a:cubicBezTo>
                    <a:pt x="6279" y="6341"/>
                    <a:pt x="6285" y="6320"/>
                    <a:pt x="6317" y="6298"/>
                  </a:cubicBezTo>
                  <a:lnTo>
                    <a:pt x="6317" y="6298"/>
                  </a:lnTo>
                  <a:cubicBezTo>
                    <a:pt x="6314" y="6300"/>
                    <a:pt x="6314" y="6301"/>
                    <a:pt x="6315" y="6301"/>
                  </a:cubicBezTo>
                  <a:cubicBezTo>
                    <a:pt x="6321" y="6301"/>
                    <a:pt x="6357" y="6286"/>
                    <a:pt x="6366" y="6282"/>
                  </a:cubicBezTo>
                  <a:cubicBezTo>
                    <a:pt x="6410" y="6265"/>
                    <a:pt x="6442" y="6238"/>
                    <a:pt x="6469" y="6200"/>
                  </a:cubicBezTo>
                  <a:cubicBezTo>
                    <a:pt x="6502" y="6151"/>
                    <a:pt x="6513" y="6086"/>
                    <a:pt x="6513" y="6026"/>
                  </a:cubicBezTo>
                  <a:cubicBezTo>
                    <a:pt x="6573" y="6015"/>
                    <a:pt x="6633" y="5999"/>
                    <a:pt x="6687" y="5972"/>
                  </a:cubicBezTo>
                  <a:cubicBezTo>
                    <a:pt x="6839" y="5901"/>
                    <a:pt x="6991" y="5847"/>
                    <a:pt x="7149" y="5809"/>
                  </a:cubicBezTo>
                  <a:cubicBezTo>
                    <a:pt x="7312" y="5771"/>
                    <a:pt x="7481" y="5684"/>
                    <a:pt x="7470" y="5493"/>
                  </a:cubicBezTo>
                  <a:lnTo>
                    <a:pt x="7470" y="5493"/>
                  </a:lnTo>
                  <a:lnTo>
                    <a:pt x="7464" y="5499"/>
                  </a:lnTo>
                  <a:cubicBezTo>
                    <a:pt x="7459" y="5406"/>
                    <a:pt x="7410" y="5336"/>
                    <a:pt x="7377" y="5249"/>
                  </a:cubicBezTo>
                  <a:cubicBezTo>
                    <a:pt x="7339" y="5140"/>
                    <a:pt x="7312" y="5031"/>
                    <a:pt x="7269" y="4923"/>
                  </a:cubicBezTo>
                  <a:cubicBezTo>
                    <a:pt x="7236" y="4836"/>
                    <a:pt x="7231" y="4732"/>
                    <a:pt x="7182" y="4651"/>
                  </a:cubicBezTo>
                  <a:cubicBezTo>
                    <a:pt x="7133" y="4564"/>
                    <a:pt x="7105" y="4466"/>
                    <a:pt x="7089" y="4368"/>
                  </a:cubicBezTo>
                  <a:cubicBezTo>
                    <a:pt x="7073" y="4254"/>
                    <a:pt x="7040" y="4140"/>
                    <a:pt x="7024" y="4026"/>
                  </a:cubicBezTo>
                  <a:cubicBezTo>
                    <a:pt x="7008" y="3912"/>
                    <a:pt x="7013" y="3787"/>
                    <a:pt x="7002" y="3667"/>
                  </a:cubicBezTo>
                  <a:cubicBezTo>
                    <a:pt x="6942" y="3210"/>
                    <a:pt x="6861" y="2759"/>
                    <a:pt x="6774" y="2303"/>
                  </a:cubicBezTo>
                  <a:cubicBezTo>
                    <a:pt x="6747" y="2178"/>
                    <a:pt x="6736" y="2053"/>
                    <a:pt x="6709" y="1928"/>
                  </a:cubicBezTo>
                  <a:cubicBezTo>
                    <a:pt x="6681" y="1803"/>
                    <a:pt x="6643" y="1683"/>
                    <a:pt x="6611" y="1558"/>
                  </a:cubicBezTo>
                  <a:cubicBezTo>
                    <a:pt x="6567" y="1438"/>
                    <a:pt x="6535" y="1313"/>
                    <a:pt x="6513" y="1183"/>
                  </a:cubicBezTo>
                  <a:cubicBezTo>
                    <a:pt x="6502" y="1074"/>
                    <a:pt x="6480" y="965"/>
                    <a:pt x="6459" y="857"/>
                  </a:cubicBezTo>
                  <a:cubicBezTo>
                    <a:pt x="6459" y="851"/>
                    <a:pt x="6464" y="846"/>
                    <a:pt x="6464" y="840"/>
                  </a:cubicBezTo>
                  <a:cubicBezTo>
                    <a:pt x="6497" y="661"/>
                    <a:pt x="6453" y="482"/>
                    <a:pt x="6453" y="302"/>
                  </a:cubicBezTo>
                  <a:cubicBezTo>
                    <a:pt x="6453" y="161"/>
                    <a:pt x="6475" y="30"/>
                    <a:pt x="6296" y="9"/>
                  </a:cubicBezTo>
                  <a:cubicBezTo>
                    <a:pt x="6257" y="3"/>
                    <a:pt x="6218" y="1"/>
                    <a:pt x="6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8" name="Google Shape;6158;p120"/>
            <p:cNvGrpSpPr/>
            <p:nvPr/>
          </p:nvGrpSpPr>
          <p:grpSpPr>
            <a:xfrm>
              <a:off x="7401104" y="4198080"/>
              <a:ext cx="257172" cy="274321"/>
              <a:chOff x="5222600" y="5340175"/>
              <a:chExt cx="135375" cy="144600"/>
            </a:xfrm>
          </p:grpSpPr>
          <p:sp>
            <p:nvSpPr>
              <p:cNvPr id="6159" name="Google Shape;6159;p120"/>
              <p:cNvSpPr/>
              <p:nvPr/>
            </p:nvSpPr>
            <p:spPr>
              <a:xfrm>
                <a:off x="5266625" y="5383425"/>
                <a:ext cx="47875" cy="49925"/>
              </a:xfrm>
              <a:custGeom>
                <a:rect b="b" l="l" r="r" t="t"/>
                <a:pathLst>
                  <a:path extrusionOk="0" h="1997" w="1915">
                    <a:moveTo>
                      <a:pt x="829" y="123"/>
                    </a:moveTo>
                    <a:cubicBezTo>
                      <a:pt x="867" y="123"/>
                      <a:pt x="904" y="126"/>
                      <a:pt x="941" y="132"/>
                    </a:cubicBezTo>
                    <a:cubicBezTo>
                      <a:pt x="1039" y="154"/>
                      <a:pt x="1137" y="192"/>
                      <a:pt x="1235" y="208"/>
                    </a:cubicBezTo>
                    <a:cubicBezTo>
                      <a:pt x="1278" y="214"/>
                      <a:pt x="1316" y="225"/>
                      <a:pt x="1354" y="241"/>
                    </a:cubicBezTo>
                    <a:cubicBezTo>
                      <a:pt x="1398" y="273"/>
                      <a:pt x="1436" y="306"/>
                      <a:pt x="1479" y="344"/>
                    </a:cubicBezTo>
                    <a:cubicBezTo>
                      <a:pt x="1550" y="393"/>
                      <a:pt x="1620" y="447"/>
                      <a:pt x="1680" y="518"/>
                    </a:cubicBezTo>
                    <a:cubicBezTo>
                      <a:pt x="1735" y="583"/>
                      <a:pt x="1762" y="670"/>
                      <a:pt x="1767" y="757"/>
                    </a:cubicBezTo>
                    <a:cubicBezTo>
                      <a:pt x="1773" y="806"/>
                      <a:pt x="1789" y="855"/>
                      <a:pt x="1789" y="904"/>
                    </a:cubicBezTo>
                    <a:cubicBezTo>
                      <a:pt x="1789" y="948"/>
                      <a:pt x="1784" y="991"/>
                      <a:pt x="1773" y="1035"/>
                    </a:cubicBezTo>
                    <a:cubicBezTo>
                      <a:pt x="1762" y="1132"/>
                      <a:pt x="1746" y="1236"/>
                      <a:pt x="1718" y="1333"/>
                    </a:cubicBezTo>
                    <a:cubicBezTo>
                      <a:pt x="1686" y="1426"/>
                      <a:pt x="1642" y="1507"/>
                      <a:pt x="1582" y="1584"/>
                    </a:cubicBezTo>
                    <a:cubicBezTo>
                      <a:pt x="1561" y="1616"/>
                      <a:pt x="1534" y="1649"/>
                      <a:pt x="1506" y="1681"/>
                    </a:cubicBezTo>
                    <a:cubicBezTo>
                      <a:pt x="1468" y="1730"/>
                      <a:pt x="1419" y="1768"/>
                      <a:pt x="1365" y="1790"/>
                    </a:cubicBezTo>
                    <a:cubicBezTo>
                      <a:pt x="1234" y="1858"/>
                      <a:pt x="1091" y="1892"/>
                      <a:pt x="946" y="1892"/>
                    </a:cubicBezTo>
                    <a:cubicBezTo>
                      <a:pt x="917" y="1892"/>
                      <a:pt x="888" y="1891"/>
                      <a:pt x="859" y="1888"/>
                    </a:cubicBezTo>
                    <a:cubicBezTo>
                      <a:pt x="816" y="1882"/>
                      <a:pt x="773" y="1872"/>
                      <a:pt x="729" y="1855"/>
                    </a:cubicBezTo>
                    <a:cubicBezTo>
                      <a:pt x="686" y="1844"/>
                      <a:pt x="637" y="1828"/>
                      <a:pt x="593" y="1806"/>
                    </a:cubicBezTo>
                    <a:cubicBezTo>
                      <a:pt x="512" y="1763"/>
                      <a:pt x="435" y="1709"/>
                      <a:pt x="365" y="1649"/>
                    </a:cubicBezTo>
                    <a:cubicBezTo>
                      <a:pt x="300" y="1594"/>
                      <a:pt x="245" y="1529"/>
                      <a:pt x="202" y="1453"/>
                    </a:cubicBezTo>
                    <a:cubicBezTo>
                      <a:pt x="169" y="1377"/>
                      <a:pt x="147" y="1295"/>
                      <a:pt x="137" y="1214"/>
                    </a:cubicBezTo>
                    <a:cubicBezTo>
                      <a:pt x="115" y="1121"/>
                      <a:pt x="104" y="1024"/>
                      <a:pt x="98" y="926"/>
                    </a:cubicBezTo>
                    <a:cubicBezTo>
                      <a:pt x="98" y="871"/>
                      <a:pt x="104" y="817"/>
                      <a:pt x="115" y="763"/>
                    </a:cubicBezTo>
                    <a:cubicBezTo>
                      <a:pt x="120" y="708"/>
                      <a:pt x="120" y="654"/>
                      <a:pt x="131" y="605"/>
                    </a:cubicBezTo>
                    <a:cubicBezTo>
                      <a:pt x="164" y="496"/>
                      <a:pt x="223" y="399"/>
                      <a:pt x="300" y="322"/>
                    </a:cubicBezTo>
                    <a:cubicBezTo>
                      <a:pt x="338" y="290"/>
                      <a:pt x="387" y="268"/>
                      <a:pt x="425" y="235"/>
                    </a:cubicBezTo>
                    <a:cubicBezTo>
                      <a:pt x="441" y="225"/>
                      <a:pt x="457" y="214"/>
                      <a:pt x="474" y="208"/>
                    </a:cubicBezTo>
                    <a:cubicBezTo>
                      <a:pt x="484" y="203"/>
                      <a:pt x="495" y="197"/>
                      <a:pt x="506" y="192"/>
                    </a:cubicBezTo>
                    <a:cubicBezTo>
                      <a:pt x="550" y="170"/>
                      <a:pt x="599" y="154"/>
                      <a:pt x="642" y="148"/>
                    </a:cubicBezTo>
                    <a:cubicBezTo>
                      <a:pt x="703" y="131"/>
                      <a:pt x="766" y="123"/>
                      <a:pt x="829" y="123"/>
                    </a:cubicBezTo>
                    <a:close/>
                    <a:moveTo>
                      <a:pt x="879" y="0"/>
                    </a:moveTo>
                    <a:cubicBezTo>
                      <a:pt x="819" y="0"/>
                      <a:pt x="759" y="10"/>
                      <a:pt x="702" y="29"/>
                    </a:cubicBezTo>
                    <a:cubicBezTo>
                      <a:pt x="647" y="51"/>
                      <a:pt x="588" y="62"/>
                      <a:pt x="533" y="83"/>
                    </a:cubicBezTo>
                    <a:cubicBezTo>
                      <a:pt x="479" y="110"/>
                      <a:pt x="435" y="148"/>
                      <a:pt x="392" y="187"/>
                    </a:cubicBezTo>
                    <a:cubicBezTo>
                      <a:pt x="381" y="192"/>
                      <a:pt x="376" y="203"/>
                      <a:pt x="381" y="214"/>
                    </a:cubicBezTo>
                    <a:cubicBezTo>
                      <a:pt x="332" y="235"/>
                      <a:pt x="289" y="257"/>
                      <a:pt x="245" y="284"/>
                    </a:cubicBezTo>
                    <a:cubicBezTo>
                      <a:pt x="164" y="350"/>
                      <a:pt x="104" y="437"/>
                      <a:pt x="66" y="534"/>
                    </a:cubicBezTo>
                    <a:cubicBezTo>
                      <a:pt x="33" y="627"/>
                      <a:pt x="17" y="725"/>
                      <a:pt x="11" y="828"/>
                    </a:cubicBezTo>
                    <a:cubicBezTo>
                      <a:pt x="1" y="931"/>
                      <a:pt x="6" y="1029"/>
                      <a:pt x="22" y="1132"/>
                    </a:cubicBezTo>
                    <a:cubicBezTo>
                      <a:pt x="55" y="1317"/>
                      <a:pt x="82" y="1507"/>
                      <a:pt x="218" y="1649"/>
                    </a:cubicBezTo>
                    <a:cubicBezTo>
                      <a:pt x="283" y="1719"/>
                      <a:pt x="359" y="1785"/>
                      <a:pt x="441" y="1834"/>
                    </a:cubicBezTo>
                    <a:cubicBezTo>
                      <a:pt x="490" y="1861"/>
                      <a:pt x="539" y="1899"/>
                      <a:pt x="588" y="1921"/>
                    </a:cubicBezTo>
                    <a:cubicBezTo>
                      <a:pt x="642" y="1942"/>
                      <a:pt x="686" y="1948"/>
                      <a:pt x="734" y="1969"/>
                    </a:cubicBezTo>
                    <a:cubicBezTo>
                      <a:pt x="798" y="1988"/>
                      <a:pt x="863" y="1996"/>
                      <a:pt x="930" y="1996"/>
                    </a:cubicBezTo>
                    <a:cubicBezTo>
                      <a:pt x="961" y="1996"/>
                      <a:pt x="992" y="1995"/>
                      <a:pt x="1023" y="1991"/>
                    </a:cubicBezTo>
                    <a:cubicBezTo>
                      <a:pt x="1126" y="1980"/>
                      <a:pt x="1224" y="1964"/>
                      <a:pt x="1316" y="1931"/>
                    </a:cubicBezTo>
                    <a:cubicBezTo>
                      <a:pt x="1517" y="1861"/>
                      <a:pt x="1648" y="1698"/>
                      <a:pt x="1740" y="1518"/>
                    </a:cubicBezTo>
                    <a:cubicBezTo>
                      <a:pt x="1794" y="1415"/>
                      <a:pt x="1832" y="1312"/>
                      <a:pt x="1854" y="1203"/>
                    </a:cubicBezTo>
                    <a:cubicBezTo>
                      <a:pt x="1871" y="1094"/>
                      <a:pt x="1914" y="991"/>
                      <a:pt x="1903" y="882"/>
                    </a:cubicBezTo>
                    <a:lnTo>
                      <a:pt x="1898" y="882"/>
                    </a:lnTo>
                    <a:cubicBezTo>
                      <a:pt x="1892" y="828"/>
                      <a:pt x="1881" y="774"/>
                      <a:pt x="1876" y="725"/>
                    </a:cubicBezTo>
                    <a:cubicBezTo>
                      <a:pt x="1876" y="670"/>
                      <a:pt x="1865" y="616"/>
                      <a:pt x="1849" y="567"/>
                    </a:cubicBezTo>
                    <a:cubicBezTo>
                      <a:pt x="1811" y="485"/>
                      <a:pt x="1762" y="415"/>
                      <a:pt x="1697" y="355"/>
                    </a:cubicBezTo>
                    <a:cubicBezTo>
                      <a:pt x="1653" y="317"/>
                      <a:pt x="1599" y="290"/>
                      <a:pt x="1561" y="252"/>
                    </a:cubicBezTo>
                    <a:cubicBezTo>
                      <a:pt x="1517" y="214"/>
                      <a:pt x="1468" y="170"/>
                      <a:pt x="1425" y="138"/>
                    </a:cubicBezTo>
                    <a:cubicBezTo>
                      <a:pt x="1370" y="110"/>
                      <a:pt x="1311" y="89"/>
                      <a:pt x="1251" y="83"/>
                    </a:cubicBezTo>
                    <a:cubicBezTo>
                      <a:pt x="1186" y="67"/>
                      <a:pt x="1120" y="51"/>
                      <a:pt x="1055" y="29"/>
                    </a:cubicBezTo>
                    <a:cubicBezTo>
                      <a:pt x="998" y="10"/>
                      <a:pt x="938" y="0"/>
                      <a:pt x="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0"/>
              <p:cNvSpPr/>
              <p:nvPr/>
            </p:nvSpPr>
            <p:spPr>
              <a:xfrm>
                <a:off x="5222600" y="5340175"/>
                <a:ext cx="135375" cy="144600"/>
              </a:xfrm>
              <a:custGeom>
                <a:rect b="b" l="l" r="r" t="t"/>
                <a:pathLst>
                  <a:path extrusionOk="0" h="5784" w="5415">
                    <a:moveTo>
                      <a:pt x="5121" y="137"/>
                    </a:moveTo>
                    <a:cubicBezTo>
                      <a:pt x="5125" y="137"/>
                      <a:pt x="5128" y="137"/>
                      <a:pt x="5132" y="139"/>
                    </a:cubicBezTo>
                    <a:lnTo>
                      <a:pt x="5132" y="144"/>
                    </a:lnTo>
                    <a:lnTo>
                      <a:pt x="5132" y="183"/>
                    </a:lnTo>
                    <a:cubicBezTo>
                      <a:pt x="5132" y="259"/>
                      <a:pt x="5148" y="335"/>
                      <a:pt x="5181" y="405"/>
                    </a:cubicBezTo>
                    <a:cubicBezTo>
                      <a:pt x="5197" y="438"/>
                      <a:pt x="5213" y="465"/>
                      <a:pt x="5224" y="498"/>
                    </a:cubicBezTo>
                    <a:cubicBezTo>
                      <a:pt x="5235" y="558"/>
                      <a:pt x="5230" y="617"/>
                      <a:pt x="5235" y="672"/>
                    </a:cubicBezTo>
                    <a:cubicBezTo>
                      <a:pt x="5251" y="764"/>
                      <a:pt x="5279" y="835"/>
                      <a:pt x="5213" y="911"/>
                    </a:cubicBezTo>
                    <a:lnTo>
                      <a:pt x="5213" y="916"/>
                    </a:lnTo>
                    <a:cubicBezTo>
                      <a:pt x="5154" y="987"/>
                      <a:pt x="5094" y="1058"/>
                      <a:pt x="5034" y="1134"/>
                    </a:cubicBezTo>
                    <a:cubicBezTo>
                      <a:pt x="4969" y="1204"/>
                      <a:pt x="4931" y="1275"/>
                      <a:pt x="4876" y="1340"/>
                    </a:cubicBezTo>
                    <a:cubicBezTo>
                      <a:pt x="4811" y="1427"/>
                      <a:pt x="4735" y="1493"/>
                      <a:pt x="4664" y="1574"/>
                    </a:cubicBezTo>
                    <a:cubicBezTo>
                      <a:pt x="4599" y="1650"/>
                      <a:pt x="4512" y="1710"/>
                      <a:pt x="4441" y="1786"/>
                    </a:cubicBezTo>
                    <a:cubicBezTo>
                      <a:pt x="4371" y="1862"/>
                      <a:pt x="4306" y="1949"/>
                      <a:pt x="4229" y="2020"/>
                    </a:cubicBezTo>
                    <a:cubicBezTo>
                      <a:pt x="4153" y="2096"/>
                      <a:pt x="4110" y="2177"/>
                      <a:pt x="4034" y="2248"/>
                    </a:cubicBezTo>
                    <a:cubicBezTo>
                      <a:pt x="4001" y="2281"/>
                      <a:pt x="3979" y="2313"/>
                      <a:pt x="3947" y="2346"/>
                    </a:cubicBezTo>
                    <a:cubicBezTo>
                      <a:pt x="3931" y="2281"/>
                      <a:pt x="3909" y="2215"/>
                      <a:pt x="3882" y="2156"/>
                    </a:cubicBezTo>
                    <a:cubicBezTo>
                      <a:pt x="3854" y="2096"/>
                      <a:pt x="3822" y="2036"/>
                      <a:pt x="3778" y="1987"/>
                    </a:cubicBezTo>
                    <a:cubicBezTo>
                      <a:pt x="3729" y="1944"/>
                      <a:pt x="3702" y="1889"/>
                      <a:pt x="3659" y="1840"/>
                    </a:cubicBezTo>
                    <a:cubicBezTo>
                      <a:pt x="3501" y="1688"/>
                      <a:pt x="3305" y="1574"/>
                      <a:pt x="3088" y="1520"/>
                    </a:cubicBezTo>
                    <a:cubicBezTo>
                      <a:pt x="3115" y="1498"/>
                      <a:pt x="3142" y="1487"/>
                      <a:pt x="3164" y="1465"/>
                    </a:cubicBezTo>
                    <a:cubicBezTo>
                      <a:pt x="3202" y="1433"/>
                      <a:pt x="3229" y="1395"/>
                      <a:pt x="3262" y="1362"/>
                    </a:cubicBezTo>
                    <a:cubicBezTo>
                      <a:pt x="3327" y="1286"/>
                      <a:pt x="3387" y="1204"/>
                      <a:pt x="3458" y="1134"/>
                    </a:cubicBezTo>
                    <a:cubicBezTo>
                      <a:pt x="3528" y="1063"/>
                      <a:pt x="3577" y="998"/>
                      <a:pt x="3637" y="933"/>
                    </a:cubicBezTo>
                    <a:cubicBezTo>
                      <a:pt x="3702" y="862"/>
                      <a:pt x="3762" y="780"/>
                      <a:pt x="3838" y="710"/>
                    </a:cubicBezTo>
                    <a:cubicBezTo>
                      <a:pt x="3892" y="655"/>
                      <a:pt x="3947" y="596"/>
                      <a:pt x="3996" y="530"/>
                    </a:cubicBezTo>
                    <a:cubicBezTo>
                      <a:pt x="4045" y="460"/>
                      <a:pt x="4099" y="395"/>
                      <a:pt x="4153" y="329"/>
                    </a:cubicBezTo>
                    <a:cubicBezTo>
                      <a:pt x="4219" y="275"/>
                      <a:pt x="4295" y="226"/>
                      <a:pt x="4382" y="199"/>
                    </a:cubicBezTo>
                    <a:cubicBezTo>
                      <a:pt x="4454" y="179"/>
                      <a:pt x="4530" y="167"/>
                      <a:pt x="4604" y="167"/>
                    </a:cubicBezTo>
                    <a:cubicBezTo>
                      <a:pt x="4630" y="167"/>
                      <a:pt x="4655" y="169"/>
                      <a:pt x="4681" y="172"/>
                    </a:cubicBezTo>
                    <a:cubicBezTo>
                      <a:pt x="4784" y="172"/>
                      <a:pt x="4882" y="155"/>
                      <a:pt x="4985" y="150"/>
                    </a:cubicBezTo>
                    <a:cubicBezTo>
                      <a:pt x="5023" y="150"/>
                      <a:pt x="5056" y="144"/>
                      <a:pt x="5094" y="139"/>
                    </a:cubicBezTo>
                    <a:cubicBezTo>
                      <a:pt x="5105" y="139"/>
                      <a:pt x="5113" y="137"/>
                      <a:pt x="5121" y="137"/>
                    </a:cubicBezTo>
                    <a:close/>
                    <a:moveTo>
                      <a:pt x="2637" y="1634"/>
                    </a:moveTo>
                    <a:cubicBezTo>
                      <a:pt x="2871" y="1639"/>
                      <a:pt x="3121" y="1666"/>
                      <a:pt x="3322" y="1797"/>
                    </a:cubicBezTo>
                    <a:cubicBezTo>
                      <a:pt x="3425" y="1857"/>
                      <a:pt x="3517" y="1938"/>
                      <a:pt x="3593" y="2036"/>
                    </a:cubicBezTo>
                    <a:cubicBezTo>
                      <a:pt x="3621" y="2080"/>
                      <a:pt x="3659" y="2101"/>
                      <a:pt x="3691" y="2150"/>
                    </a:cubicBezTo>
                    <a:cubicBezTo>
                      <a:pt x="3724" y="2199"/>
                      <a:pt x="3751" y="2259"/>
                      <a:pt x="3773" y="2319"/>
                    </a:cubicBezTo>
                    <a:cubicBezTo>
                      <a:pt x="3795" y="2384"/>
                      <a:pt x="3800" y="2449"/>
                      <a:pt x="3811" y="2509"/>
                    </a:cubicBezTo>
                    <a:cubicBezTo>
                      <a:pt x="3833" y="2563"/>
                      <a:pt x="3844" y="2623"/>
                      <a:pt x="3849" y="2683"/>
                    </a:cubicBezTo>
                    <a:cubicBezTo>
                      <a:pt x="3849" y="2737"/>
                      <a:pt x="3833" y="2797"/>
                      <a:pt x="3827" y="2857"/>
                    </a:cubicBezTo>
                    <a:lnTo>
                      <a:pt x="3822" y="2857"/>
                    </a:lnTo>
                    <a:cubicBezTo>
                      <a:pt x="3822" y="2928"/>
                      <a:pt x="3816" y="2993"/>
                      <a:pt x="3800" y="3063"/>
                    </a:cubicBezTo>
                    <a:cubicBezTo>
                      <a:pt x="3724" y="3314"/>
                      <a:pt x="3572" y="3531"/>
                      <a:pt x="3365" y="3689"/>
                    </a:cubicBezTo>
                    <a:cubicBezTo>
                      <a:pt x="3262" y="3765"/>
                      <a:pt x="3153" y="3830"/>
                      <a:pt x="3028" y="3868"/>
                    </a:cubicBezTo>
                    <a:cubicBezTo>
                      <a:pt x="2986" y="3889"/>
                      <a:pt x="2937" y="3897"/>
                      <a:pt x="2890" y="3897"/>
                    </a:cubicBezTo>
                    <a:cubicBezTo>
                      <a:pt x="2876" y="3897"/>
                      <a:pt x="2862" y="3896"/>
                      <a:pt x="2849" y="3895"/>
                    </a:cubicBezTo>
                    <a:cubicBezTo>
                      <a:pt x="2784" y="3884"/>
                      <a:pt x="2724" y="3873"/>
                      <a:pt x="2659" y="3868"/>
                    </a:cubicBezTo>
                    <a:cubicBezTo>
                      <a:pt x="2593" y="3868"/>
                      <a:pt x="2528" y="3857"/>
                      <a:pt x="2463" y="3841"/>
                    </a:cubicBezTo>
                    <a:cubicBezTo>
                      <a:pt x="2408" y="3819"/>
                      <a:pt x="2354" y="3786"/>
                      <a:pt x="2294" y="3765"/>
                    </a:cubicBezTo>
                    <a:cubicBezTo>
                      <a:pt x="2240" y="3748"/>
                      <a:pt x="2186" y="3727"/>
                      <a:pt x="2137" y="3699"/>
                    </a:cubicBezTo>
                    <a:cubicBezTo>
                      <a:pt x="2077" y="3661"/>
                      <a:pt x="2017" y="3618"/>
                      <a:pt x="1963" y="3574"/>
                    </a:cubicBezTo>
                    <a:cubicBezTo>
                      <a:pt x="1870" y="3487"/>
                      <a:pt x="1789" y="3390"/>
                      <a:pt x="1729" y="3281"/>
                    </a:cubicBezTo>
                    <a:cubicBezTo>
                      <a:pt x="1675" y="3178"/>
                      <a:pt x="1669" y="3058"/>
                      <a:pt x="1642" y="2944"/>
                    </a:cubicBezTo>
                    <a:cubicBezTo>
                      <a:pt x="1620" y="2868"/>
                      <a:pt x="1609" y="2792"/>
                      <a:pt x="1609" y="2716"/>
                    </a:cubicBezTo>
                    <a:cubicBezTo>
                      <a:pt x="1604" y="2678"/>
                      <a:pt x="1604" y="2639"/>
                      <a:pt x="1609" y="2601"/>
                    </a:cubicBezTo>
                    <a:cubicBezTo>
                      <a:pt x="1609" y="2574"/>
                      <a:pt x="1626" y="2547"/>
                      <a:pt x="1626" y="2520"/>
                    </a:cubicBezTo>
                    <a:cubicBezTo>
                      <a:pt x="1631" y="2438"/>
                      <a:pt x="1647" y="2357"/>
                      <a:pt x="1664" y="2275"/>
                    </a:cubicBezTo>
                    <a:cubicBezTo>
                      <a:pt x="1696" y="2058"/>
                      <a:pt x="1849" y="1873"/>
                      <a:pt x="2061" y="1802"/>
                    </a:cubicBezTo>
                    <a:cubicBezTo>
                      <a:pt x="2137" y="1759"/>
                      <a:pt x="2213" y="1715"/>
                      <a:pt x="2294" y="1683"/>
                    </a:cubicBezTo>
                    <a:cubicBezTo>
                      <a:pt x="2343" y="1672"/>
                      <a:pt x="2387" y="1666"/>
                      <a:pt x="2430" y="1661"/>
                    </a:cubicBezTo>
                    <a:cubicBezTo>
                      <a:pt x="2501" y="1639"/>
                      <a:pt x="2566" y="1634"/>
                      <a:pt x="2637" y="1634"/>
                    </a:cubicBezTo>
                    <a:close/>
                    <a:moveTo>
                      <a:pt x="1571" y="3297"/>
                    </a:moveTo>
                    <a:cubicBezTo>
                      <a:pt x="1599" y="3362"/>
                      <a:pt x="1631" y="3428"/>
                      <a:pt x="1675" y="3482"/>
                    </a:cubicBezTo>
                    <a:cubicBezTo>
                      <a:pt x="1756" y="3602"/>
                      <a:pt x="1859" y="3705"/>
                      <a:pt x="1979" y="3792"/>
                    </a:cubicBezTo>
                    <a:cubicBezTo>
                      <a:pt x="2033" y="3830"/>
                      <a:pt x="2093" y="3863"/>
                      <a:pt x="2153" y="3890"/>
                    </a:cubicBezTo>
                    <a:cubicBezTo>
                      <a:pt x="2224" y="3917"/>
                      <a:pt x="2289" y="3939"/>
                      <a:pt x="2360" y="3971"/>
                    </a:cubicBezTo>
                    <a:cubicBezTo>
                      <a:pt x="2414" y="3993"/>
                      <a:pt x="2474" y="4009"/>
                      <a:pt x="2534" y="4015"/>
                    </a:cubicBezTo>
                    <a:cubicBezTo>
                      <a:pt x="2490" y="4064"/>
                      <a:pt x="2452" y="4113"/>
                      <a:pt x="2419" y="4167"/>
                    </a:cubicBezTo>
                    <a:lnTo>
                      <a:pt x="2419" y="4172"/>
                    </a:lnTo>
                    <a:cubicBezTo>
                      <a:pt x="2392" y="4221"/>
                      <a:pt x="2354" y="4265"/>
                      <a:pt x="2311" y="4303"/>
                    </a:cubicBezTo>
                    <a:cubicBezTo>
                      <a:pt x="2256" y="4352"/>
                      <a:pt x="2207" y="4412"/>
                      <a:pt x="2158" y="4466"/>
                    </a:cubicBezTo>
                    <a:cubicBezTo>
                      <a:pt x="2055" y="4564"/>
                      <a:pt x="1957" y="4662"/>
                      <a:pt x="1870" y="4776"/>
                    </a:cubicBezTo>
                    <a:cubicBezTo>
                      <a:pt x="1854" y="4797"/>
                      <a:pt x="1832" y="4819"/>
                      <a:pt x="1800" y="4830"/>
                    </a:cubicBezTo>
                    <a:cubicBezTo>
                      <a:pt x="1778" y="4841"/>
                      <a:pt x="1756" y="4857"/>
                      <a:pt x="1740" y="4874"/>
                    </a:cubicBezTo>
                    <a:lnTo>
                      <a:pt x="1734" y="4874"/>
                    </a:lnTo>
                    <a:lnTo>
                      <a:pt x="1713" y="4863"/>
                    </a:lnTo>
                    <a:cubicBezTo>
                      <a:pt x="1686" y="4857"/>
                      <a:pt x="1658" y="4846"/>
                      <a:pt x="1631" y="4830"/>
                    </a:cubicBezTo>
                    <a:cubicBezTo>
                      <a:pt x="1517" y="4770"/>
                      <a:pt x="1403" y="4700"/>
                      <a:pt x="1294" y="4629"/>
                    </a:cubicBezTo>
                    <a:cubicBezTo>
                      <a:pt x="1185" y="4553"/>
                      <a:pt x="1093" y="4471"/>
                      <a:pt x="1006" y="4379"/>
                    </a:cubicBezTo>
                    <a:cubicBezTo>
                      <a:pt x="963" y="4335"/>
                      <a:pt x="925" y="4297"/>
                      <a:pt x="876" y="4259"/>
                    </a:cubicBezTo>
                    <a:cubicBezTo>
                      <a:pt x="865" y="4243"/>
                      <a:pt x="848" y="4232"/>
                      <a:pt x="832" y="4216"/>
                    </a:cubicBezTo>
                    <a:cubicBezTo>
                      <a:pt x="805" y="4194"/>
                      <a:pt x="799" y="4200"/>
                      <a:pt x="821" y="4172"/>
                    </a:cubicBezTo>
                    <a:cubicBezTo>
                      <a:pt x="870" y="4129"/>
                      <a:pt x="903" y="4069"/>
                      <a:pt x="946" y="4020"/>
                    </a:cubicBezTo>
                    <a:cubicBezTo>
                      <a:pt x="990" y="3971"/>
                      <a:pt x="1039" y="3939"/>
                      <a:pt x="1082" y="3890"/>
                    </a:cubicBezTo>
                    <a:cubicBezTo>
                      <a:pt x="1164" y="3786"/>
                      <a:pt x="1262" y="3699"/>
                      <a:pt x="1343" y="3596"/>
                    </a:cubicBezTo>
                    <a:cubicBezTo>
                      <a:pt x="1387" y="3542"/>
                      <a:pt x="1419" y="3482"/>
                      <a:pt x="1468" y="3433"/>
                    </a:cubicBezTo>
                    <a:cubicBezTo>
                      <a:pt x="1484" y="3411"/>
                      <a:pt x="1506" y="3395"/>
                      <a:pt x="1528" y="3368"/>
                    </a:cubicBezTo>
                    <a:cubicBezTo>
                      <a:pt x="1544" y="3346"/>
                      <a:pt x="1555" y="3319"/>
                      <a:pt x="1571" y="3297"/>
                    </a:cubicBezTo>
                    <a:close/>
                    <a:moveTo>
                      <a:pt x="609" y="3928"/>
                    </a:moveTo>
                    <a:cubicBezTo>
                      <a:pt x="669" y="3939"/>
                      <a:pt x="723" y="3966"/>
                      <a:pt x="767" y="4009"/>
                    </a:cubicBezTo>
                    <a:cubicBezTo>
                      <a:pt x="770" y="4012"/>
                      <a:pt x="771" y="4013"/>
                      <a:pt x="772" y="4013"/>
                    </a:cubicBezTo>
                    <a:cubicBezTo>
                      <a:pt x="774" y="4013"/>
                      <a:pt x="775" y="4012"/>
                      <a:pt x="778" y="4009"/>
                    </a:cubicBezTo>
                    <a:lnTo>
                      <a:pt x="778" y="4009"/>
                    </a:lnTo>
                    <a:cubicBezTo>
                      <a:pt x="761" y="4036"/>
                      <a:pt x="740" y="4058"/>
                      <a:pt x="723" y="4080"/>
                    </a:cubicBezTo>
                    <a:cubicBezTo>
                      <a:pt x="702" y="4102"/>
                      <a:pt x="691" y="4129"/>
                      <a:pt x="674" y="4151"/>
                    </a:cubicBezTo>
                    <a:cubicBezTo>
                      <a:pt x="672" y="4149"/>
                      <a:pt x="669" y="4149"/>
                      <a:pt x="665" y="4149"/>
                    </a:cubicBezTo>
                    <a:cubicBezTo>
                      <a:pt x="656" y="4149"/>
                      <a:pt x="645" y="4155"/>
                      <a:pt x="636" y="4167"/>
                    </a:cubicBezTo>
                    <a:cubicBezTo>
                      <a:pt x="604" y="4167"/>
                      <a:pt x="571" y="4172"/>
                      <a:pt x="544" y="4183"/>
                    </a:cubicBezTo>
                    <a:cubicBezTo>
                      <a:pt x="506" y="4205"/>
                      <a:pt x="468" y="4232"/>
                      <a:pt x="441" y="4265"/>
                    </a:cubicBezTo>
                    <a:cubicBezTo>
                      <a:pt x="381" y="4325"/>
                      <a:pt x="310" y="4390"/>
                      <a:pt x="316" y="4477"/>
                    </a:cubicBezTo>
                    <a:cubicBezTo>
                      <a:pt x="321" y="4569"/>
                      <a:pt x="414" y="4645"/>
                      <a:pt x="473" y="4705"/>
                    </a:cubicBezTo>
                    <a:cubicBezTo>
                      <a:pt x="506" y="4738"/>
                      <a:pt x="539" y="4770"/>
                      <a:pt x="571" y="4797"/>
                    </a:cubicBezTo>
                    <a:cubicBezTo>
                      <a:pt x="598" y="4825"/>
                      <a:pt x="626" y="4852"/>
                      <a:pt x="653" y="4884"/>
                    </a:cubicBezTo>
                    <a:cubicBezTo>
                      <a:pt x="604" y="4917"/>
                      <a:pt x="566" y="4950"/>
                      <a:pt x="522" y="4982"/>
                    </a:cubicBezTo>
                    <a:lnTo>
                      <a:pt x="517" y="4982"/>
                    </a:lnTo>
                    <a:lnTo>
                      <a:pt x="506" y="4977"/>
                    </a:lnTo>
                    <a:lnTo>
                      <a:pt x="501" y="4971"/>
                    </a:lnTo>
                    <a:cubicBezTo>
                      <a:pt x="501" y="4966"/>
                      <a:pt x="501" y="4955"/>
                      <a:pt x="501" y="4950"/>
                    </a:cubicBezTo>
                    <a:cubicBezTo>
                      <a:pt x="490" y="4895"/>
                      <a:pt x="435" y="4863"/>
                      <a:pt x="397" y="4825"/>
                    </a:cubicBezTo>
                    <a:lnTo>
                      <a:pt x="392" y="4825"/>
                    </a:lnTo>
                    <a:cubicBezTo>
                      <a:pt x="343" y="4776"/>
                      <a:pt x="294" y="4732"/>
                      <a:pt x="245" y="4683"/>
                    </a:cubicBezTo>
                    <a:cubicBezTo>
                      <a:pt x="202" y="4640"/>
                      <a:pt x="158" y="4586"/>
                      <a:pt x="131" y="4531"/>
                    </a:cubicBezTo>
                    <a:cubicBezTo>
                      <a:pt x="93" y="4466"/>
                      <a:pt x="153" y="4390"/>
                      <a:pt x="185" y="4330"/>
                    </a:cubicBezTo>
                    <a:cubicBezTo>
                      <a:pt x="250" y="4210"/>
                      <a:pt x="332" y="4107"/>
                      <a:pt x="430" y="4020"/>
                    </a:cubicBezTo>
                    <a:cubicBezTo>
                      <a:pt x="479" y="3971"/>
                      <a:pt x="539" y="3939"/>
                      <a:pt x="609" y="3928"/>
                    </a:cubicBezTo>
                    <a:close/>
                    <a:moveTo>
                      <a:pt x="680" y="4259"/>
                    </a:moveTo>
                    <a:cubicBezTo>
                      <a:pt x="707" y="4308"/>
                      <a:pt x="740" y="4346"/>
                      <a:pt x="789" y="4374"/>
                    </a:cubicBezTo>
                    <a:cubicBezTo>
                      <a:pt x="897" y="4466"/>
                      <a:pt x="995" y="4580"/>
                      <a:pt x="1109" y="4672"/>
                    </a:cubicBezTo>
                    <a:cubicBezTo>
                      <a:pt x="1223" y="4770"/>
                      <a:pt x="1370" y="4852"/>
                      <a:pt x="1501" y="4939"/>
                    </a:cubicBezTo>
                    <a:cubicBezTo>
                      <a:pt x="1561" y="4980"/>
                      <a:pt x="1655" y="5037"/>
                      <a:pt x="1739" y="5037"/>
                    </a:cubicBezTo>
                    <a:cubicBezTo>
                      <a:pt x="1754" y="5037"/>
                      <a:pt x="1769" y="5035"/>
                      <a:pt x="1783" y="5031"/>
                    </a:cubicBezTo>
                    <a:cubicBezTo>
                      <a:pt x="1789" y="5037"/>
                      <a:pt x="1794" y="5042"/>
                      <a:pt x="1805" y="5048"/>
                    </a:cubicBezTo>
                    <a:cubicBezTo>
                      <a:pt x="1821" y="5053"/>
                      <a:pt x="1865" y="5058"/>
                      <a:pt x="1876" y="5075"/>
                    </a:cubicBezTo>
                    <a:cubicBezTo>
                      <a:pt x="1892" y="5096"/>
                      <a:pt x="1876" y="5118"/>
                      <a:pt x="1859" y="5140"/>
                    </a:cubicBezTo>
                    <a:cubicBezTo>
                      <a:pt x="1827" y="5178"/>
                      <a:pt x="1794" y="5216"/>
                      <a:pt x="1762" y="5254"/>
                    </a:cubicBezTo>
                    <a:cubicBezTo>
                      <a:pt x="1713" y="5308"/>
                      <a:pt x="1649" y="5379"/>
                      <a:pt x="1573" y="5379"/>
                    </a:cubicBezTo>
                    <a:cubicBezTo>
                      <a:pt x="1557" y="5379"/>
                      <a:pt x="1540" y="5376"/>
                      <a:pt x="1522" y="5368"/>
                    </a:cubicBezTo>
                    <a:cubicBezTo>
                      <a:pt x="1430" y="5319"/>
                      <a:pt x="1343" y="5260"/>
                      <a:pt x="1245" y="5211"/>
                    </a:cubicBezTo>
                    <a:cubicBezTo>
                      <a:pt x="1153" y="5167"/>
                      <a:pt x="1066" y="5091"/>
                      <a:pt x="968" y="5037"/>
                    </a:cubicBezTo>
                    <a:lnTo>
                      <a:pt x="963" y="5037"/>
                    </a:lnTo>
                    <a:cubicBezTo>
                      <a:pt x="984" y="4977"/>
                      <a:pt x="1001" y="4928"/>
                      <a:pt x="941" y="4884"/>
                    </a:cubicBezTo>
                    <a:cubicBezTo>
                      <a:pt x="894" y="4846"/>
                      <a:pt x="816" y="4797"/>
                      <a:pt x="745" y="4797"/>
                    </a:cubicBezTo>
                    <a:cubicBezTo>
                      <a:pt x="726" y="4797"/>
                      <a:pt x="708" y="4800"/>
                      <a:pt x="691" y="4808"/>
                    </a:cubicBezTo>
                    <a:cubicBezTo>
                      <a:pt x="685" y="4808"/>
                      <a:pt x="680" y="4814"/>
                      <a:pt x="680" y="4819"/>
                    </a:cubicBezTo>
                    <a:cubicBezTo>
                      <a:pt x="647" y="4743"/>
                      <a:pt x="604" y="4678"/>
                      <a:pt x="544" y="4624"/>
                    </a:cubicBezTo>
                    <a:cubicBezTo>
                      <a:pt x="517" y="4591"/>
                      <a:pt x="484" y="4564"/>
                      <a:pt x="457" y="4526"/>
                    </a:cubicBezTo>
                    <a:cubicBezTo>
                      <a:pt x="430" y="4493"/>
                      <a:pt x="408" y="4477"/>
                      <a:pt x="430" y="4433"/>
                    </a:cubicBezTo>
                    <a:cubicBezTo>
                      <a:pt x="441" y="4417"/>
                      <a:pt x="457" y="4395"/>
                      <a:pt x="473" y="4379"/>
                    </a:cubicBezTo>
                    <a:cubicBezTo>
                      <a:pt x="495" y="4352"/>
                      <a:pt x="522" y="4325"/>
                      <a:pt x="555" y="4303"/>
                    </a:cubicBezTo>
                    <a:cubicBezTo>
                      <a:pt x="593" y="4270"/>
                      <a:pt x="636" y="4276"/>
                      <a:pt x="680" y="4259"/>
                    </a:cubicBezTo>
                    <a:close/>
                    <a:moveTo>
                      <a:pt x="729" y="4890"/>
                    </a:moveTo>
                    <a:cubicBezTo>
                      <a:pt x="767" y="4912"/>
                      <a:pt x="816" y="4923"/>
                      <a:pt x="854" y="4944"/>
                    </a:cubicBezTo>
                    <a:cubicBezTo>
                      <a:pt x="865" y="4944"/>
                      <a:pt x="876" y="4950"/>
                      <a:pt x="886" y="4961"/>
                    </a:cubicBezTo>
                    <a:cubicBezTo>
                      <a:pt x="886" y="4961"/>
                      <a:pt x="886" y="4966"/>
                      <a:pt x="881" y="4971"/>
                    </a:cubicBezTo>
                    <a:cubicBezTo>
                      <a:pt x="865" y="5009"/>
                      <a:pt x="854" y="5048"/>
                      <a:pt x="838" y="5086"/>
                    </a:cubicBezTo>
                    <a:cubicBezTo>
                      <a:pt x="767" y="5211"/>
                      <a:pt x="664" y="5314"/>
                      <a:pt x="544" y="5390"/>
                    </a:cubicBezTo>
                    <a:cubicBezTo>
                      <a:pt x="523" y="5407"/>
                      <a:pt x="498" y="5415"/>
                      <a:pt x="474" y="5415"/>
                    </a:cubicBezTo>
                    <a:cubicBezTo>
                      <a:pt x="434" y="5415"/>
                      <a:pt x="396" y="5394"/>
                      <a:pt x="375" y="5357"/>
                    </a:cubicBezTo>
                    <a:cubicBezTo>
                      <a:pt x="337" y="5281"/>
                      <a:pt x="408" y="5227"/>
                      <a:pt x="457" y="5178"/>
                    </a:cubicBezTo>
                    <a:cubicBezTo>
                      <a:pt x="555" y="5091"/>
                      <a:pt x="642" y="4993"/>
                      <a:pt x="729" y="4890"/>
                    </a:cubicBezTo>
                    <a:close/>
                    <a:moveTo>
                      <a:pt x="1941" y="4912"/>
                    </a:moveTo>
                    <a:cubicBezTo>
                      <a:pt x="1990" y="4961"/>
                      <a:pt x="2061" y="4988"/>
                      <a:pt x="2115" y="5031"/>
                    </a:cubicBezTo>
                    <a:cubicBezTo>
                      <a:pt x="2180" y="5086"/>
                      <a:pt x="2099" y="5162"/>
                      <a:pt x="2061" y="5211"/>
                    </a:cubicBezTo>
                    <a:cubicBezTo>
                      <a:pt x="2001" y="5292"/>
                      <a:pt x="1936" y="5363"/>
                      <a:pt x="1876" y="5439"/>
                    </a:cubicBezTo>
                    <a:cubicBezTo>
                      <a:pt x="1827" y="5510"/>
                      <a:pt x="1772" y="5575"/>
                      <a:pt x="1718" y="5635"/>
                    </a:cubicBezTo>
                    <a:cubicBezTo>
                      <a:pt x="1687" y="5661"/>
                      <a:pt x="1645" y="5671"/>
                      <a:pt x="1602" y="5671"/>
                    </a:cubicBezTo>
                    <a:cubicBezTo>
                      <a:pt x="1557" y="5671"/>
                      <a:pt x="1510" y="5660"/>
                      <a:pt x="1474" y="5645"/>
                    </a:cubicBezTo>
                    <a:cubicBezTo>
                      <a:pt x="1430" y="5629"/>
                      <a:pt x="1392" y="5607"/>
                      <a:pt x="1354" y="5580"/>
                    </a:cubicBezTo>
                    <a:cubicBezTo>
                      <a:pt x="1316" y="5559"/>
                      <a:pt x="1272" y="5537"/>
                      <a:pt x="1234" y="5520"/>
                    </a:cubicBezTo>
                    <a:cubicBezTo>
                      <a:pt x="1153" y="5477"/>
                      <a:pt x="1077" y="5423"/>
                      <a:pt x="1006" y="5363"/>
                    </a:cubicBezTo>
                    <a:cubicBezTo>
                      <a:pt x="952" y="5325"/>
                      <a:pt x="886" y="5298"/>
                      <a:pt x="827" y="5265"/>
                    </a:cubicBezTo>
                    <a:cubicBezTo>
                      <a:pt x="870" y="5216"/>
                      <a:pt x="908" y="5156"/>
                      <a:pt x="935" y="5102"/>
                    </a:cubicBezTo>
                    <a:cubicBezTo>
                      <a:pt x="1006" y="5238"/>
                      <a:pt x="1175" y="5298"/>
                      <a:pt x="1300" y="5368"/>
                    </a:cubicBezTo>
                    <a:cubicBezTo>
                      <a:pt x="1394" y="5421"/>
                      <a:pt x="1481" y="5502"/>
                      <a:pt x="1584" y="5502"/>
                    </a:cubicBezTo>
                    <a:cubicBezTo>
                      <a:pt x="1618" y="5502"/>
                      <a:pt x="1653" y="5493"/>
                      <a:pt x="1691" y="5472"/>
                    </a:cubicBezTo>
                    <a:cubicBezTo>
                      <a:pt x="1756" y="5433"/>
                      <a:pt x="1811" y="5385"/>
                      <a:pt x="1854" y="5330"/>
                    </a:cubicBezTo>
                    <a:cubicBezTo>
                      <a:pt x="1903" y="5281"/>
                      <a:pt x="1946" y="5221"/>
                      <a:pt x="1984" y="5162"/>
                    </a:cubicBezTo>
                    <a:cubicBezTo>
                      <a:pt x="2012" y="5107"/>
                      <a:pt x="2006" y="5042"/>
                      <a:pt x="1963" y="4993"/>
                    </a:cubicBezTo>
                    <a:cubicBezTo>
                      <a:pt x="1946" y="4977"/>
                      <a:pt x="1919" y="4961"/>
                      <a:pt x="1898" y="4950"/>
                    </a:cubicBezTo>
                    <a:cubicBezTo>
                      <a:pt x="1914" y="4939"/>
                      <a:pt x="1925" y="4923"/>
                      <a:pt x="1941" y="4912"/>
                    </a:cubicBezTo>
                    <a:close/>
                    <a:moveTo>
                      <a:pt x="5113" y="1"/>
                    </a:moveTo>
                    <a:cubicBezTo>
                      <a:pt x="5087" y="1"/>
                      <a:pt x="5063" y="6"/>
                      <a:pt x="5039" y="14"/>
                    </a:cubicBezTo>
                    <a:cubicBezTo>
                      <a:pt x="4980" y="25"/>
                      <a:pt x="4925" y="19"/>
                      <a:pt x="4865" y="30"/>
                    </a:cubicBezTo>
                    <a:cubicBezTo>
                      <a:pt x="4786" y="38"/>
                      <a:pt x="4703" y="43"/>
                      <a:pt x="4622" y="43"/>
                    </a:cubicBezTo>
                    <a:cubicBezTo>
                      <a:pt x="4593" y="43"/>
                      <a:pt x="4563" y="43"/>
                      <a:pt x="4534" y="41"/>
                    </a:cubicBezTo>
                    <a:cubicBezTo>
                      <a:pt x="4436" y="41"/>
                      <a:pt x="4338" y="68"/>
                      <a:pt x="4251" y="112"/>
                    </a:cubicBezTo>
                    <a:cubicBezTo>
                      <a:pt x="4164" y="150"/>
                      <a:pt x="4088" y="210"/>
                      <a:pt x="4023" y="280"/>
                    </a:cubicBezTo>
                    <a:cubicBezTo>
                      <a:pt x="3969" y="346"/>
                      <a:pt x="3914" y="416"/>
                      <a:pt x="3865" y="481"/>
                    </a:cubicBezTo>
                    <a:cubicBezTo>
                      <a:pt x="3795" y="574"/>
                      <a:pt x="3708" y="645"/>
                      <a:pt x="3637" y="732"/>
                    </a:cubicBezTo>
                    <a:cubicBezTo>
                      <a:pt x="3599" y="780"/>
                      <a:pt x="3561" y="818"/>
                      <a:pt x="3517" y="862"/>
                    </a:cubicBezTo>
                    <a:cubicBezTo>
                      <a:pt x="3479" y="905"/>
                      <a:pt x="3441" y="960"/>
                      <a:pt x="3398" y="1003"/>
                    </a:cubicBezTo>
                    <a:cubicBezTo>
                      <a:pt x="3316" y="1085"/>
                      <a:pt x="3246" y="1172"/>
                      <a:pt x="3186" y="1264"/>
                    </a:cubicBezTo>
                    <a:cubicBezTo>
                      <a:pt x="3131" y="1340"/>
                      <a:pt x="3083" y="1422"/>
                      <a:pt x="3039" y="1503"/>
                    </a:cubicBezTo>
                    <a:cubicBezTo>
                      <a:pt x="2963" y="1487"/>
                      <a:pt x="2892" y="1476"/>
                      <a:pt x="2816" y="1471"/>
                    </a:cubicBezTo>
                    <a:lnTo>
                      <a:pt x="2582" y="1471"/>
                    </a:lnTo>
                    <a:cubicBezTo>
                      <a:pt x="2506" y="1487"/>
                      <a:pt x="2430" y="1509"/>
                      <a:pt x="2360" y="1541"/>
                    </a:cubicBezTo>
                    <a:cubicBezTo>
                      <a:pt x="2278" y="1563"/>
                      <a:pt x="2207" y="1596"/>
                      <a:pt x="2131" y="1628"/>
                    </a:cubicBezTo>
                    <a:cubicBezTo>
                      <a:pt x="2099" y="1639"/>
                      <a:pt x="2071" y="1650"/>
                      <a:pt x="2044" y="1672"/>
                    </a:cubicBezTo>
                    <a:lnTo>
                      <a:pt x="2028" y="1688"/>
                    </a:lnTo>
                    <a:cubicBezTo>
                      <a:pt x="1979" y="1705"/>
                      <a:pt x="1936" y="1726"/>
                      <a:pt x="1892" y="1748"/>
                    </a:cubicBezTo>
                    <a:cubicBezTo>
                      <a:pt x="1827" y="1792"/>
                      <a:pt x="1772" y="1840"/>
                      <a:pt x="1718" y="1895"/>
                    </a:cubicBezTo>
                    <a:cubicBezTo>
                      <a:pt x="1675" y="1938"/>
                      <a:pt x="1631" y="1987"/>
                      <a:pt x="1604" y="2042"/>
                    </a:cubicBezTo>
                    <a:cubicBezTo>
                      <a:pt x="1577" y="2107"/>
                      <a:pt x="1555" y="2177"/>
                      <a:pt x="1533" y="2248"/>
                    </a:cubicBezTo>
                    <a:cubicBezTo>
                      <a:pt x="1512" y="2319"/>
                      <a:pt x="1501" y="2395"/>
                      <a:pt x="1495" y="2476"/>
                    </a:cubicBezTo>
                    <a:cubicBezTo>
                      <a:pt x="1484" y="2542"/>
                      <a:pt x="1468" y="2612"/>
                      <a:pt x="1468" y="2678"/>
                    </a:cubicBezTo>
                    <a:cubicBezTo>
                      <a:pt x="1468" y="2824"/>
                      <a:pt x="1484" y="2966"/>
                      <a:pt x="1517" y="3107"/>
                    </a:cubicBezTo>
                    <a:cubicBezTo>
                      <a:pt x="1522" y="3150"/>
                      <a:pt x="1533" y="3189"/>
                      <a:pt x="1544" y="3227"/>
                    </a:cubicBezTo>
                    <a:cubicBezTo>
                      <a:pt x="1506" y="3243"/>
                      <a:pt x="1479" y="3265"/>
                      <a:pt x="1457" y="3292"/>
                    </a:cubicBezTo>
                    <a:cubicBezTo>
                      <a:pt x="1403" y="3335"/>
                      <a:pt x="1349" y="3390"/>
                      <a:pt x="1305" y="3444"/>
                    </a:cubicBezTo>
                    <a:cubicBezTo>
                      <a:pt x="1262" y="3498"/>
                      <a:pt x="1213" y="3547"/>
                      <a:pt x="1169" y="3602"/>
                    </a:cubicBezTo>
                    <a:cubicBezTo>
                      <a:pt x="1126" y="3656"/>
                      <a:pt x="1060" y="3699"/>
                      <a:pt x="1011" y="3754"/>
                    </a:cubicBezTo>
                    <a:cubicBezTo>
                      <a:pt x="935" y="3841"/>
                      <a:pt x="854" y="3917"/>
                      <a:pt x="783" y="4004"/>
                    </a:cubicBezTo>
                    <a:cubicBezTo>
                      <a:pt x="783" y="3998"/>
                      <a:pt x="783" y="3998"/>
                      <a:pt x="783" y="3993"/>
                    </a:cubicBezTo>
                    <a:cubicBezTo>
                      <a:pt x="756" y="3933"/>
                      <a:pt x="745" y="3868"/>
                      <a:pt x="674" y="3835"/>
                    </a:cubicBezTo>
                    <a:cubicBezTo>
                      <a:pt x="650" y="3825"/>
                      <a:pt x="624" y="3820"/>
                      <a:pt x="597" y="3820"/>
                    </a:cubicBezTo>
                    <a:cubicBezTo>
                      <a:pt x="554" y="3820"/>
                      <a:pt x="511" y="3833"/>
                      <a:pt x="473" y="3857"/>
                    </a:cubicBezTo>
                    <a:cubicBezTo>
                      <a:pt x="327" y="3944"/>
                      <a:pt x="207" y="4069"/>
                      <a:pt x="120" y="4221"/>
                    </a:cubicBezTo>
                    <a:cubicBezTo>
                      <a:pt x="71" y="4287"/>
                      <a:pt x="33" y="4363"/>
                      <a:pt x="6" y="4444"/>
                    </a:cubicBezTo>
                    <a:cubicBezTo>
                      <a:pt x="0" y="4520"/>
                      <a:pt x="22" y="4591"/>
                      <a:pt x="77" y="4651"/>
                    </a:cubicBezTo>
                    <a:cubicBezTo>
                      <a:pt x="125" y="4716"/>
                      <a:pt x="180" y="4776"/>
                      <a:pt x="245" y="4836"/>
                    </a:cubicBezTo>
                    <a:lnTo>
                      <a:pt x="343" y="4928"/>
                    </a:lnTo>
                    <a:cubicBezTo>
                      <a:pt x="343" y="4933"/>
                      <a:pt x="348" y="4939"/>
                      <a:pt x="359" y="4939"/>
                    </a:cubicBezTo>
                    <a:lnTo>
                      <a:pt x="370" y="4955"/>
                    </a:lnTo>
                    <a:lnTo>
                      <a:pt x="375" y="4961"/>
                    </a:lnTo>
                    <a:cubicBezTo>
                      <a:pt x="381" y="4977"/>
                      <a:pt x="386" y="4999"/>
                      <a:pt x="397" y="5020"/>
                    </a:cubicBezTo>
                    <a:cubicBezTo>
                      <a:pt x="403" y="5037"/>
                      <a:pt x="414" y="5048"/>
                      <a:pt x="430" y="5064"/>
                    </a:cubicBezTo>
                    <a:cubicBezTo>
                      <a:pt x="359" y="5113"/>
                      <a:pt x="305" y="5173"/>
                      <a:pt x="267" y="5249"/>
                    </a:cubicBezTo>
                    <a:cubicBezTo>
                      <a:pt x="213" y="5389"/>
                      <a:pt x="343" y="5521"/>
                      <a:pt x="479" y="5521"/>
                    </a:cubicBezTo>
                    <a:cubicBezTo>
                      <a:pt x="506" y="5521"/>
                      <a:pt x="534" y="5516"/>
                      <a:pt x="560" y="5504"/>
                    </a:cubicBezTo>
                    <a:cubicBezTo>
                      <a:pt x="647" y="5450"/>
                      <a:pt x="729" y="5385"/>
                      <a:pt x="789" y="5303"/>
                    </a:cubicBezTo>
                    <a:cubicBezTo>
                      <a:pt x="848" y="5363"/>
                      <a:pt x="919" y="5412"/>
                      <a:pt x="984" y="5466"/>
                    </a:cubicBezTo>
                    <a:cubicBezTo>
                      <a:pt x="1028" y="5504"/>
                      <a:pt x="1071" y="5542"/>
                      <a:pt x="1120" y="5580"/>
                    </a:cubicBezTo>
                    <a:cubicBezTo>
                      <a:pt x="1164" y="5607"/>
                      <a:pt x="1213" y="5624"/>
                      <a:pt x="1256" y="5645"/>
                    </a:cubicBezTo>
                    <a:cubicBezTo>
                      <a:pt x="1305" y="5667"/>
                      <a:pt x="1354" y="5716"/>
                      <a:pt x="1403" y="5738"/>
                    </a:cubicBezTo>
                    <a:cubicBezTo>
                      <a:pt x="1446" y="5760"/>
                      <a:pt x="1495" y="5771"/>
                      <a:pt x="1539" y="5776"/>
                    </a:cubicBezTo>
                    <a:cubicBezTo>
                      <a:pt x="1561" y="5781"/>
                      <a:pt x="1584" y="5783"/>
                      <a:pt x="1606" y="5783"/>
                    </a:cubicBezTo>
                    <a:cubicBezTo>
                      <a:pt x="1680" y="5783"/>
                      <a:pt x="1751" y="5757"/>
                      <a:pt x="1805" y="5711"/>
                    </a:cubicBezTo>
                    <a:cubicBezTo>
                      <a:pt x="1881" y="5629"/>
                      <a:pt x="1957" y="5542"/>
                      <a:pt x="2023" y="5450"/>
                    </a:cubicBezTo>
                    <a:cubicBezTo>
                      <a:pt x="2088" y="5368"/>
                      <a:pt x="2153" y="5281"/>
                      <a:pt x="2213" y="5194"/>
                    </a:cubicBezTo>
                    <a:cubicBezTo>
                      <a:pt x="2256" y="5124"/>
                      <a:pt x="2283" y="5037"/>
                      <a:pt x="2218" y="4966"/>
                    </a:cubicBezTo>
                    <a:cubicBezTo>
                      <a:pt x="2158" y="4906"/>
                      <a:pt x="2088" y="4852"/>
                      <a:pt x="2017" y="4803"/>
                    </a:cubicBezTo>
                    <a:cubicBezTo>
                      <a:pt x="2055" y="4765"/>
                      <a:pt x="2093" y="4721"/>
                      <a:pt x="2131" y="4678"/>
                    </a:cubicBezTo>
                    <a:cubicBezTo>
                      <a:pt x="2196" y="4607"/>
                      <a:pt x="2267" y="4537"/>
                      <a:pt x="2332" y="4460"/>
                    </a:cubicBezTo>
                    <a:cubicBezTo>
                      <a:pt x="2398" y="4412"/>
                      <a:pt x="2452" y="4352"/>
                      <a:pt x="2506" y="4287"/>
                    </a:cubicBezTo>
                    <a:cubicBezTo>
                      <a:pt x="2523" y="4254"/>
                      <a:pt x="2534" y="4221"/>
                      <a:pt x="2555" y="4189"/>
                    </a:cubicBezTo>
                    <a:cubicBezTo>
                      <a:pt x="2577" y="4162"/>
                      <a:pt x="2604" y="4134"/>
                      <a:pt x="2631" y="4107"/>
                    </a:cubicBezTo>
                    <a:cubicBezTo>
                      <a:pt x="2653" y="4085"/>
                      <a:pt x="2675" y="4058"/>
                      <a:pt x="2686" y="4031"/>
                    </a:cubicBezTo>
                    <a:cubicBezTo>
                      <a:pt x="2718" y="4031"/>
                      <a:pt x="2751" y="4036"/>
                      <a:pt x="2784" y="4042"/>
                    </a:cubicBezTo>
                    <a:cubicBezTo>
                      <a:pt x="2819" y="4051"/>
                      <a:pt x="2859" y="4055"/>
                      <a:pt x="2898" y="4055"/>
                    </a:cubicBezTo>
                    <a:cubicBezTo>
                      <a:pt x="2931" y="4055"/>
                      <a:pt x="2964" y="4052"/>
                      <a:pt x="2996" y="4047"/>
                    </a:cubicBezTo>
                    <a:cubicBezTo>
                      <a:pt x="3066" y="4026"/>
                      <a:pt x="3137" y="4004"/>
                      <a:pt x="3208" y="3971"/>
                    </a:cubicBezTo>
                    <a:cubicBezTo>
                      <a:pt x="3474" y="3846"/>
                      <a:pt x="3697" y="3640"/>
                      <a:pt x="3833" y="3373"/>
                    </a:cubicBezTo>
                    <a:cubicBezTo>
                      <a:pt x="3903" y="3254"/>
                      <a:pt x="3952" y="3123"/>
                      <a:pt x="3979" y="2982"/>
                    </a:cubicBezTo>
                    <a:cubicBezTo>
                      <a:pt x="3985" y="2911"/>
                      <a:pt x="3985" y="2835"/>
                      <a:pt x="3996" y="2765"/>
                    </a:cubicBezTo>
                    <a:cubicBezTo>
                      <a:pt x="4007" y="2694"/>
                      <a:pt x="4007" y="2623"/>
                      <a:pt x="3990" y="2553"/>
                    </a:cubicBezTo>
                    <a:cubicBezTo>
                      <a:pt x="3985" y="2536"/>
                      <a:pt x="3985" y="2520"/>
                      <a:pt x="3979" y="2498"/>
                    </a:cubicBezTo>
                    <a:cubicBezTo>
                      <a:pt x="4001" y="2476"/>
                      <a:pt x="4028" y="2460"/>
                      <a:pt x="4045" y="2438"/>
                    </a:cubicBezTo>
                    <a:cubicBezTo>
                      <a:pt x="4088" y="2400"/>
                      <a:pt x="4121" y="2357"/>
                      <a:pt x="4159" y="2319"/>
                    </a:cubicBezTo>
                    <a:cubicBezTo>
                      <a:pt x="4229" y="2248"/>
                      <a:pt x="4268" y="2167"/>
                      <a:pt x="4338" y="2101"/>
                    </a:cubicBezTo>
                    <a:cubicBezTo>
                      <a:pt x="4403" y="2042"/>
                      <a:pt x="4474" y="1949"/>
                      <a:pt x="4550" y="1868"/>
                    </a:cubicBezTo>
                    <a:cubicBezTo>
                      <a:pt x="4621" y="1792"/>
                      <a:pt x="4708" y="1732"/>
                      <a:pt x="4773" y="1656"/>
                    </a:cubicBezTo>
                    <a:cubicBezTo>
                      <a:pt x="4844" y="1580"/>
                      <a:pt x="4925" y="1509"/>
                      <a:pt x="4990" y="1422"/>
                    </a:cubicBezTo>
                    <a:cubicBezTo>
                      <a:pt x="5056" y="1340"/>
                      <a:pt x="5116" y="1253"/>
                      <a:pt x="5186" y="1177"/>
                    </a:cubicBezTo>
                    <a:cubicBezTo>
                      <a:pt x="5219" y="1139"/>
                      <a:pt x="5246" y="1096"/>
                      <a:pt x="5279" y="1058"/>
                    </a:cubicBezTo>
                    <a:cubicBezTo>
                      <a:pt x="5306" y="1025"/>
                      <a:pt x="5338" y="992"/>
                      <a:pt x="5366" y="954"/>
                    </a:cubicBezTo>
                    <a:cubicBezTo>
                      <a:pt x="5409" y="873"/>
                      <a:pt x="5414" y="775"/>
                      <a:pt x="5387" y="683"/>
                    </a:cubicBezTo>
                    <a:lnTo>
                      <a:pt x="5387" y="683"/>
                    </a:lnTo>
                    <a:lnTo>
                      <a:pt x="5387" y="693"/>
                    </a:lnTo>
                    <a:cubicBezTo>
                      <a:pt x="5371" y="596"/>
                      <a:pt x="5382" y="487"/>
                      <a:pt x="5333" y="395"/>
                    </a:cubicBezTo>
                    <a:cubicBezTo>
                      <a:pt x="5311" y="362"/>
                      <a:pt x="5295" y="324"/>
                      <a:pt x="5284" y="291"/>
                    </a:cubicBezTo>
                    <a:cubicBezTo>
                      <a:pt x="5273" y="242"/>
                      <a:pt x="5273" y="193"/>
                      <a:pt x="5268" y="144"/>
                    </a:cubicBezTo>
                    <a:cubicBezTo>
                      <a:pt x="5268" y="74"/>
                      <a:pt x="5213" y="9"/>
                      <a:pt x="5143" y="3"/>
                    </a:cubicBezTo>
                    <a:cubicBezTo>
                      <a:pt x="5132" y="2"/>
                      <a:pt x="5123" y="1"/>
                      <a:pt x="5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0"/>
              <p:cNvSpPr/>
              <p:nvPr/>
            </p:nvSpPr>
            <p:spPr>
              <a:xfrm>
                <a:off x="5316375" y="5372725"/>
                <a:ext cx="6950" cy="8175"/>
              </a:xfrm>
              <a:custGeom>
                <a:rect b="b" l="l" r="r" t="t"/>
                <a:pathLst>
                  <a:path extrusionOk="0" h="327" w="278">
                    <a:moveTo>
                      <a:pt x="140" y="63"/>
                    </a:moveTo>
                    <a:cubicBezTo>
                      <a:pt x="152" y="63"/>
                      <a:pt x="165" y="70"/>
                      <a:pt x="180" y="87"/>
                    </a:cubicBezTo>
                    <a:cubicBezTo>
                      <a:pt x="212" y="136"/>
                      <a:pt x="212" y="201"/>
                      <a:pt x="169" y="245"/>
                    </a:cubicBezTo>
                    <a:lnTo>
                      <a:pt x="169" y="250"/>
                    </a:lnTo>
                    <a:cubicBezTo>
                      <a:pt x="125" y="239"/>
                      <a:pt x="93" y="212"/>
                      <a:pt x="87" y="174"/>
                    </a:cubicBezTo>
                    <a:cubicBezTo>
                      <a:pt x="82" y="158"/>
                      <a:pt x="82" y="147"/>
                      <a:pt x="87" y="131"/>
                    </a:cubicBezTo>
                    <a:cubicBezTo>
                      <a:pt x="93" y="120"/>
                      <a:pt x="103" y="114"/>
                      <a:pt x="109" y="104"/>
                    </a:cubicBezTo>
                    <a:cubicBezTo>
                      <a:pt x="114" y="98"/>
                      <a:pt x="114" y="87"/>
                      <a:pt x="109" y="76"/>
                    </a:cubicBezTo>
                    <a:cubicBezTo>
                      <a:pt x="119" y="69"/>
                      <a:pt x="129" y="63"/>
                      <a:pt x="140" y="63"/>
                    </a:cubicBezTo>
                    <a:close/>
                    <a:moveTo>
                      <a:pt x="136" y="0"/>
                    </a:moveTo>
                    <a:cubicBezTo>
                      <a:pt x="125" y="0"/>
                      <a:pt x="114" y="2"/>
                      <a:pt x="103" y="6"/>
                    </a:cubicBezTo>
                    <a:cubicBezTo>
                      <a:pt x="54" y="33"/>
                      <a:pt x="22" y="82"/>
                      <a:pt x="11" y="136"/>
                    </a:cubicBezTo>
                    <a:cubicBezTo>
                      <a:pt x="0" y="191"/>
                      <a:pt x="16" y="245"/>
                      <a:pt x="60" y="283"/>
                    </a:cubicBezTo>
                    <a:cubicBezTo>
                      <a:pt x="76" y="310"/>
                      <a:pt x="109" y="326"/>
                      <a:pt x="141" y="326"/>
                    </a:cubicBezTo>
                    <a:cubicBezTo>
                      <a:pt x="196" y="326"/>
                      <a:pt x="239" y="267"/>
                      <a:pt x="261" y="223"/>
                    </a:cubicBezTo>
                    <a:cubicBezTo>
                      <a:pt x="277" y="169"/>
                      <a:pt x="266" y="104"/>
                      <a:pt x="234" y="60"/>
                    </a:cubicBezTo>
                    <a:cubicBezTo>
                      <a:pt x="213" y="22"/>
                      <a:pt x="175"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0"/>
              <p:cNvSpPr/>
              <p:nvPr/>
            </p:nvSpPr>
            <p:spPr>
              <a:xfrm>
                <a:off x="5325750" y="5363075"/>
                <a:ext cx="6675" cy="6400"/>
              </a:xfrm>
              <a:custGeom>
                <a:rect b="b" l="l" r="r" t="t"/>
                <a:pathLst>
                  <a:path extrusionOk="0" h="256" w="267">
                    <a:moveTo>
                      <a:pt x="124" y="65"/>
                    </a:moveTo>
                    <a:cubicBezTo>
                      <a:pt x="142" y="65"/>
                      <a:pt x="160" y="71"/>
                      <a:pt x="174" y="82"/>
                    </a:cubicBezTo>
                    <a:cubicBezTo>
                      <a:pt x="196" y="98"/>
                      <a:pt x="207" y="131"/>
                      <a:pt x="196" y="163"/>
                    </a:cubicBezTo>
                    <a:lnTo>
                      <a:pt x="196" y="158"/>
                    </a:lnTo>
                    <a:lnTo>
                      <a:pt x="190" y="169"/>
                    </a:lnTo>
                    <a:cubicBezTo>
                      <a:pt x="181" y="175"/>
                      <a:pt x="169" y="178"/>
                      <a:pt x="158" y="178"/>
                    </a:cubicBezTo>
                    <a:cubicBezTo>
                      <a:pt x="151" y="178"/>
                      <a:pt x="143" y="177"/>
                      <a:pt x="136" y="174"/>
                    </a:cubicBezTo>
                    <a:cubicBezTo>
                      <a:pt x="120" y="169"/>
                      <a:pt x="76" y="153"/>
                      <a:pt x="71" y="136"/>
                    </a:cubicBezTo>
                    <a:cubicBezTo>
                      <a:pt x="82" y="109"/>
                      <a:pt x="98" y="93"/>
                      <a:pt x="125" y="82"/>
                    </a:cubicBezTo>
                    <a:cubicBezTo>
                      <a:pt x="131" y="82"/>
                      <a:pt x="125" y="76"/>
                      <a:pt x="125" y="76"/>
                    </a:cubicBezTo>
                    <a:cubicBezTo>
                      <a:pt x="109" y="76"/>
                      <a:pt x="98" y="76"/>
                      <a:pt x="87" y="82"/>
                    </a:cubicBezTo>
                    <a:cubicBezTo>
                      <a:pt x="87" y="76"/>
                      <a:pt x="93" y="76"/>
                      <a:pt x="98" y="71"/>
                    </a:cubicBezTo>
                    <a:cubicBezTo>
                      <a:pt x="106" y="67"/>
                      <a:pt x="115" y="65"/>
                      <a:pt x="124" y="65"/>
                    </a:cubicBezTo>
                    <a:close/>
                    <a:moveTo>
                      <a:pt x="115" y="1"/>
                    </a:moveTo>
                    <a:cubicBezTo>
                      <a:pt x="88" y="1"/>
                      <a:pt x="62" y="9"/>
                      <a:pt x="44" y="28"/>
                    </a:cubicBezTo>
                    <a:cubicBezTo>
                      <a:pt x="11" y="60"/>
                      <a:pt x="0" y="98"/>
                      <a:pt x="0" y="142"/>
                    </a:cubicBezTo>
                    <a:cubicBezTo>
                      <a:pt x="11" y="180"/>
                      <a:pt x="38" y="212"/>
                      <a:pt x="76" y="229"/>
                    </a:cubicBezTo>
                    <a:cubicBezTo>
                      <a:pt x="98" y="245"/>
                      <a:pt x="120" y="256"/>
                      <a:pt x="147" y="256"/>
                    </a:cubicBezTo>
                    <a:lnTo>
                      <a:pt x="158" y="256"/>
                    </a:lnTo>
                    <a:cubicBezTo>
                      <a:pt x="185" y="250"/>
                      <a:pt x="212" y="240"/>
                      <a:pt x="234" y="218"/>
                    </a:cubicBezTo>
                    <a:cubicBezTo>
                      <a:pt x="250" y="207"/>
                      <a:pt x="256" y="185"/>
                      <a:pt x="245" y="169"/>
                    </a:cubicBezTo>
                    <a:cubicBezTo>
                      <a:pt x="267" y="98"/>
                      <a:pt x="223" y="28"/>
                      <a:pt x="152" y="6"/>
                    </a:cubicBezTo>
                    <a:cubicBezTo>
                      <a:pt x="140" y="2"/>
                      <a:pt x="128"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0"/>
              <p:cNvSpPr/>
              <p:nvPr/>
            </p:nvSpPr>
            <p:spPr>
              <a:xfrm>
                <a:off x="5334300" y="5353825"/>
                <a:ext cx="6550" cy="8600"/>
              </a:xfrm>
              <a:custGeom>
                <a:rect b="b" l="l" r="r" t="t"/>
                <a:pathLst>
                  <a:path extrusionOk="0" h="344" w="262">
                    <a:moveTo>
                      <a:pt x="160" y="62"/>
                    </a:moveTo>
                    <a:cubicBezTo>
                      <a:pt x="168" y="62"/>
                      <a:pt x="176" y="67"/>
                      <a:pt x="185" y="77"/>
                    </a:cubicBezTo>
                    <a:cubicBezTo>
                      <a:pt x="207" y="109"/>
                      <a:pt x="191" y="186"/>
                      <a:pt x="175" y="213"/>
                    </a:cubicBezTo>
                    <a:cubicBezTo>
                      <a:pt x="164" y="229"/>
                      <a:pt x="153" y="234"/>
                      <a:pt x="137" y="240"/>
                    </a:cubicBezTo>
                    <a:cubicBezTo>
                      <a:pt x="120" y="224"/>
                      <a:pt x="115" y="207"/>
                      <a:pt x="109" y="186"/>
                    </a:cubicBezTo>
                    <a:cubicBezTo>
                      <a:pt x="109" y="163"/>
                      <a:pt x="124" y="62"/>
                      <a:pt x="160" y="62"/>
                    </a:cubicBezTo>
                    <a:close/>
                    <a:moveTo>
                      <a:pt x="155" y="0"/>
                    </a:moveTo>
                    <a:cubicBezTo>
                      <a:pt x="106" y="0"/>
                      <a:pt x="76" y="46"/>
                      <a:pt x="55" y="82"/>
                    </a:cubicBezTo>
                    <a:cubicBezTo>
                      <a:pt x="17" y="109"/>
                      <a:pt x="1" y="158"/>
                      <a:pt x="22" y="207"/>
                    </a:cubicBezTo>
                    <a:cubicBezTo>
                      <a:pt x="28" y="224"/>
                      <a:pt x="39" y="240"/>
                      <a:pt x="55" y="256"/>
                    </a:cubicBezTo>
                    <a:cubicBezTo>
                      <a:pt x="71" y="305"/>
                      <a:pt x="115" y="338"/>
                      <a:pt x="164" y="343"/>
                    </a:cubicBezTo>
                    <a:cubicBezTo>
                      <a:pt x="175" y="343"/>
                      <a:pt x="185" y="332"/>
                      <a:pt x="185" y="321"/>
                    </a:cubicBezTo>
                    <a:cubicBezTo>
                      <a:pt x="180" y="305"/>
                      <a:pt x="180" y="294"/>
                      <a:pt x="169" y="283"/>
                    </a:cubicBezTo>
                    <a:cubicBezTo>
                      <a:pt x="240" y="256"/>
                      <a:pt x="262" y="158"/>
                      <a:pt x="251" y="93"/>
                    </a:cubicBezTo>
                    <a:cubicBezTo>
                      <a:pt x="245" y="44"/>
                      <a:pt x="213" y="6"/>
                      <a:pt x="164" y="1"/>
                    </a:cubicBezTo>
                    <a:cubicBezTo>
                      <a:pt x="161" y="0"/>
                      <a:pt x="158"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0"/>
              <p:cNvSpPr/>
              <p:nvPr/>
            </p:nvSpPr>
            <p:spPr>
              <a:xfrm>
                <a:off x="5266000" y="5450125"/>
                <a:ext cx="2975" cy="6525"/>
              </a:xfrm>
              <a:custGeom>
                <a:rect b="b" l="l" r="r" t="t"/>
                <a:pathLst>
                  <a:path extrusionOk="0" h="261" w="119">
                    <a:moveTo>
                      <a:pt x="29" y="0"/>
                    </a:moveTo>
                    <a:cubicBezTo>
                      <a:pt x="15" y="0"/>
                      <a:pt x="1" y="16"/>
                      <a:pt x="4" y="35"/>
                    </a:cubicBezTo>
                    <a:cubicBezTo>
                      <a:pt x="9" y="84"/>
                      <a:pt x="26" y="128"/>
                      <a:pt x="31" y="171"/>
                    </a:cubicBezTo>
                    <a:cubicBezTo>
                      <a:pt x="36" y="204"/>
                      <a:pt x="42" y="253"/>
                      <a:pt x="80" y="258"/>
                    </a:cubicBezTo>
                    <a:cubicBezTo>
                      <a:pt x="82" y="260"/>
                      <a:pt x="84" y="260"/>
                      <a:pt x="86" y="260"/>
                    </a:cubicBezTo>
                    <a:cubicBezTo>
                      <a:pt x="91" y="260"/>
                      <a:pt x="98" y="257"/>
                      <a:pt x="102" y="253"/>
                    </a:cubicBezTo>
                    <a:cubicBezTo>
                      <a:pt x="118" y="220"/>
                      <a:pt x="102" y="182"/>
                      <a:pt x="91" y="149"/>
                    </a:cubicBezTo>
                    <a:cubicBezTo>
                      <a:pt x="80" y="106"/>
                      <a:pt x="64" y="62"/>
                      <a:pt x="53" y="24"/>
                    </a:cubicBezTo>
                    <a:cubicBezTo>
                      <a:pt x="48" y="7"/>
                      <a:pt x="39" y="0"/>
                      <a:pt x="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0"/>
              <p:cNvSpPr/>
              <p:nvPr/>
            </p:nvSpPr>
            <p:spPr>
              <a:xfrm>
                <a:off x="5267475" y="5448050"/>
                <a:ext cx="3525" cy="5825"/>
              </a:xfrm>
              <a:custGeom>
                <a:rect b="b" l="l" r="r" t="t"/>
                <a:pathLst>
                  <a:path extrusionOk="0" h="233" w="141">
                    <a:moveTo>
                      <a:pt x="38" y="0"/>
                    </a:moveTo>
                    <a:cubicBezTo>
                      <a:pt x="17" y="0"/>
                      <a:pt x="0" y="27"/>
                      <a:pt x="21" y="48"/>
                    </a:cubicBezTo>
                    <a:cubicBezTo>
                      <a:pt x="48" y="75"/>
                      <a:pt x="37" y="118"/>
                      <a:pt x="37" y="145"/>
                    </a:cubicBezTo>
                    <a:cubicBezTo>
                      <a:pt x="43" y="184"/>
                      <a:pt x="64" y="227"/>
                      <a:pt x="108" y="232"/>
                    </a:cubicBezTo>
                    <a:cubicBezTo>
                      <a:pt x="124" y="232"/>
                      <a:pt x="141" y="222"/>
                      <a:pt x="135" y="205"/>
                    </a:cubicBezTo>
                    <a:cubicBezTo>
                      <a:pt x="130" y="189"/>
                      <a:pt x="119" y="173"/>
                      <a:pt x="108" y="156"/>
                    </a:cubicBezTo>
                    <a:cubicBezTo>
                      <a:pt x="103" y="135"/>
                      <a:pt x="97" y="118"/>
                      <a:pt x="97" y="97"/>
                    </a:cubicBezTo>
                    <a:cubicBezTo>
                      <a:pt x="92" y="64"/>
                      <a:pt x="81" y="31"/>
                      <a:pt x="59" y="10"/>
                    </a:cubicBezTo>
                    <a:cubicBezTo>
                      <a:pt x="52" y="3"/>
                      <a:pt x="45" y="0"/>
                      <a:pt x="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0"/>
              <p:cNvSpPr/>
              <p:nvPr/>
            </p:nvSpPr>
            <p:spPr>
              <a:xfrm>
                <a:off x="5271125" y="5448000"/>
                <a:ext cx="2600" cy="4900"/>
              </a:xfrm>
              <a:custGeom>
                <a:rect b="b" l="l" r="r" t="t"/>
                <a:pathLst>
                  <a:path extrusionOk="0" h="196" w="104">
                    <a:moveTo>
                      <a:pt x="33" y="0"/>
                    </a:moveTo>
                    <a:cubicBezTo>
                      <a:pt x="5" y="0"/>
                      <a:pt x="1" y="40"/>
                      <a:pt x="16" y="55"/>
                    </a:cubicBezTo>
                    <a:cubicBezTo>
                      <a:pt x="16" y="66"/>
                      <a:pt x="11" y="77"/>
                      <a:pt x="11" y="88"/>
                    </a:cubicBezTo>
                    <a:cubicBezTo>
                      <a:pt x="11" y="99"/>
                      <a:pt x="11" y="115"/>
                      <a:pt x="16" y="131"/>
                    </a:cubicBezTo>
                    <a:cubicBezTo>
                      <a:pt x="22" y="153"/>
                      <a:pt x="33" y="175"/>
                      <a:pt x="54" y="191"/>
                    </a:cubicBezTo>
                    <a:cubicBezTo>
                      <a:pt x="57" y="194"/>
                      <a:pt x="61" y="195"/>
                      <a:pt x="65" y="195"/>
                    </a:cubicBezTo>
                    <a:cubicBezTo>
                      <a:pt x="69" y="195"/>
                      <a:pt x="73" y="194"/>
                      <a:pt x="76" y="191"/>
                    </a:cubicBezTo>
                    <a:cubicBezTo>
                      <a:pt x="98" y="175"/>
                      <a:pt x="103" y="142"/>
                      <a:pt x="92" y="120"/>
                    </a:cubicBezTo>
                    <a:lnTo>
                      <a:pt x="92" y="115"/>
                    </a:lnTo>
                    <a:cubicBezTo>
                      <a:pt x="87" y="104"/>
                      <a:pt x="87" y="88"/>
                      <a:pt x="87" y="77"/>
                    </a:cubicBezTo>
                    <a:cubicBezTo>
                      <a:pt x="87" y="55"/>
                      <a:pt x="82" y="39"/>
                      <a:pt x="76" y="22"/>
                    </a:cubicBezTo>
                    <a:cubicBezTo>
                      <a:pt x="76" y="12"/>
                      <a:pt x="60" y="1"/>
                      <a:pt x="49" y="1"/>
                    </a:cubicBezTo>
                    <a:lnTo>
                      <a:pt x="38" y="1"/>
                    </a:lnTo>
                    <a:cubicBezTo>
                      <a:pt x="36" y="0"/>
                      <a:pt x="34"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0"/>
              <p:cNvSpPr/>
              <p:nvPr/>
            </p:nvSpPr>
            <p:spPr>
              <a:xfrm>
                <a:off x="5298300" y="5408600"/>
                <a:ext cx="25" cy="25"/>
              </a:xfrm>
              <a:custGeom>
                <a:rect b="b" l="l" r="r" t="t"/>
                <a:pathLst>
                  <a:path extrusionOk="0" h="1" w="1">
                    <a:moveTo>
                      <a:pt x="0" y="0"/>
                    </a:move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0"/>
              <p:cNvSpPr/>
              <p:nvPr/>
            </p:nvSpPr>
            <p:spPr>
              <a:xfrm>
                <a:off x="5271425" y="5395850"/>
                <a:ext cx="29200" cy="20350"/>
              </a:xfrm>
              <a:custGeom>
                <a:rect b="b" l="l" r="r" t="t"/>
                <a:pathLst>
                  <a:path extrusionOk="0" h="814" w="1168">
                    <a:moveTo>
                      <a:pt x="1047" y="0"/>
                    </a:moveTo>
                    <a:cubicBezTo>
                      <a:pt x="1027" y="0"/>
                      <a:pt x="1009" y="11"/>
                      <a:pt x="1005" y="37"/>
                    </a:cubicBezTo>
                    <a:cubicBezTo>
                      <a:pt x="977" y="130"/>
                      <a:pt x="934" y="217"/>
                      <a:pt x="874" y="293"/>
                    </a:cubicBezTo>
                    <a:cubicBezTo>
                      <a:pt x="852" y="331"/>
                      <a:pt x="825" y="380"/>
                      <a:pt x="798" y="418"/>
                    </a:cubicBezTo>
                    <a:cubicBezTo>
                      <a:pt x="790" y="415"/>
                      <a:pt x="783" y="414"/>
                      <a:pt x="776" y="414"/>
                    </a:cubicBezTo>
                    <a:cubicBezTo>
                      <a:pt x="769" y="414"/>
                      <a:pt x="763" y="415"/>
                      <a:pt x="754" y="418"/>
                    </a:cubicBezTo>
                    <a:cubicBezTo>
                      <a:pt x="727" y="423"/>
                      <a:pt x="706" y="440"/>
                      <a:pt x="689" y="467"/>
                    </a:cubicBezTo>
                    <a:cubicBezTo>
                      <a:pt x="684" y="456"/>
                      <a:pt x="673" y="445"/>
                      <a:pt x="667" y="434"/>
                    </a:cubicBezTo>
                    <a:cubicBezTo>
                      <a:pt x="640" y="407"/>
                      <a:pt x="608" y="380"/>
                      <a:pt x="581" y="358"/>
                    </a:cubicBezTo>
                    <a:cubicBezTo>
                      <a:pt x="515" y="320"/>
                      <a:pt x="461" y="266"/>
                      <a:pt x="423" y="200"/>
                    </a:cubicBezTo>
                    <a:cubicBezTo>
                      <a:pt x="411" y="174"/>
                      <a:pt x="390" y="162"/>
                      <a:pt x="367" y="162"/>
                    </a:cubicBezTo>
                    <a:cubicBezTo>
                      <a:pt x="317" y="162"/>
                      <a:pt x="261" y="218"/>
                      <a:pt x="287" y="282"/>
                    </a:cubicBezTo>
                    <a:cubicBezTo>
                      <a:pt x="336" y="358"/>
                      <a:pt x="401" y="423"/>
                      <a:pt x="483" y="472"/>
                    </a:cubicBezTo>
                    <a:cubicBezTo>
                      <a:pt x="521" y="494"/>
                      <a:pt x="564" y="521"/>
                      <a:pt x="597" y="548"/>
                    </a:cubicBezTo>
                    <a:lnTo>
                      <a:pt x="608" y="554"/>
                    </a:lnTo>
                    <a:lnTo>
                      <a:pt x="548" y="581"/>
                    </a:lnTo>
                    <a:cubicBezTo>
                      <a:pt x="499" y="603"/>
                      <a:pt x="450" y="614"/>
                      <a:pt x="396" y="630"/>
                    </a:cubicBezTo>
                    <a:cubicBezTo>
                      <a:pt x="309" y="663"/>
                      <a:pt x="233" y="717"/>
                      <a:pt x="146" y="744"/>
                    </a:cubicBezTo>
                    <a:cubicBezTo>
                      <a:pt x="140" y="744"/>
                      <a:pt x="140" y="744"/>
                      <a:pt x="140" y="750"/>
                    </a:cubicBezTo>
                    <a:cubicBezTo>
                      <a:pt x="135" y="739"/>
                      <a:pt x="129" y="733"/>
                      <a:pt x="118" y="728"/>
                    </a:cubicBezTo>
                    <a:cubicBezTo>
                      <a:pt x="113" y="722"/>
                      <a:pt x="113" y="722"/>
                      <a:pt x="108" y="717"/>
                    </a:cubicBezTo>
                    <a:lnTo>
                      <a:pt x="97" y="717"/>
                    </a:lnTo>
                    <a:cubicBezTo>
                      <a:pt x="97" y="717"/>
                      <a:pt x="91" y="711"/>
                      <a:pt x="86" y="711"/>
                    </a:cubicBezTo>
                    <a:cubicBezTo>
                      <a:pt x="78" y="707"/>
                      <a:pt x="71" y="705"/>
                      <a:pt x="64" y="705"/>
                    </a:cubicBezTo>
                    <a:cubicBezTo>
                      <a:pt x="25" y="705"/>
                      <a:pt x="0" y="760"/>
                      <a:pt x="37" y="788"/>
                    </a:cubicBezTo>
                    <a:cubicBezTo>
                      <a:pt x="48" y="793"/>
                      <a:pt x="64" y="804"/>
                      <a:pt x="80" y="809"/>
                    </a:cubicBezTo>
                    <a:cubicBezTo>
                      <a:pt x="86" y="812"/>
                      <a:pt x="91" y="813"/>
                      <a:pt x="97" y="813"/>
                    </a:cubicBezTo>
                    <a:cubicBezTo>
                      <a:pt x="102" y="813"/>
                      <a:pt x="108" y="812"/>
                      <a:pt x="113" y="809"/>
                    </a:cubicBezTo>
                    <a:cubicBezTo>
                      <a:pt x="129" y="809"/>
                      <a:pt x="140" y="793"/>
                      <a:pt x="146" y="782"/>
                    </a:cubicBezTo>
                    <a:cubicBezTo>
                      <a:pt x="146" y="777"/>
                      <a:pt x="146" y="766"/>
                      <a:pt x="146" y="760"/>
                    </a:cubicBezTo>
                    <a:cubicBezTo>
                      <a:pt x="233" y="739"/>
                      <a:pt x="309" y="690"/>
                      <a:pt x="390" y="657"/>
                    </a:cubicBezTo>
                    <a:cubicBezTo>
                      <a:pt x="477" y="630"/>
                      <a:pt x="548" y="608"/>
                      <a:pt x="629" y="576"/>
                    </a:cubicBezTo>
                    <a:cubicBezTo>
                      <a:pt x="640" y="586"/>
                      <a:pt x="657" y="592"/>
                      <a:pt x="673" y="597"/>
                    </a:cubicBezTo>
                    <a:cubicBezTo>
                      <a:pt x="689" y="608"/>
                      <a:pt x="706" y="614"/>
                      <a:pt x="727" y="619"/>
                    </a:cubicBezTo>
                    <a:lnTo>
                      <a:pt x="754" y="619"/>
                    </a:lnTo>
                    <a:cubicBezTo>
                      <a:pt x="793" y="608"/>
                      <a:pt x="825" y="576"/>
                      <a:pt x="831" y="538"/>
                    </a:cubicBezTo>
                    <a:cubicBezTo>
                      <a:pt x="852" y="516"/>
                      <a:pt x="869" y="494"/>
                      <a:pt x="885" y="467"/>
                    </a:cubicBezTo>
                    <a:lnTo>
                      <a:pt x="901" y="461"/>
                    </a:lnTo>
                    <a:cubicBezTo>
                      <a:pt x="983" y="418"/>
                      <a:pt x="1070" y="391"/>
                      <a:pt x="1157" y="369"/>
                    </a:cubicBezTo>
                    <a:cubicBezTo>
                      <a:pt x="1168" y="369"/>
                      <a:pt x="1168" y="347"/>
                      <a:pt x="1157" y="347"/>
                    </a:cubicBezTo>
                    <a:cubicBezTo>
                      <a:pt x="1086" y="353"/>
                      <a:pt x="1021" y="374"/>
                      <a:pt x="956" y="402"/>
                    </a:cubicBezTo>
                    <a:lnTo>
                      <a:pt x="918" y="418"/>
                    </a:lnTo>
                    <a:cubicBezTo>
                      <a:pt x="934" y="396"/>
                      <a:pt x="945" y="374"/>
                      <a:pt x="961" y="353"/>
                    </a:cubicBezTo>
                    <a:cubicBezTo>
                      <a:pt x="1026" y="266"/>
                      <a:pt x="1075" y="168"/>
                      <a:pt x="1102" y="65"/>
                    </a:cubicBezTo>
                    <a:cubicBezTo>
                      <a:pt x="1109" y="25"/>
                      <a:pt x="1076" y="0"/>
                      <a:pt x="1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0"/>
              <p:cNvSpPr/>
              <p:nvPr/>
            </p:nvSpPr>
            <p:spPr>
              <a:xfrm>
                <a:off x="5274825" y="5409400"/>
                <a:ext cx="24450" cy="9950"/>
              </a:xfrm>
              <a:custGeom>
                <a:rect b="b" l="l" r="r" t="t"/>
                <a:pathLst>
                  <a:path extrusionOk="0" h="398" w="978">
                    <a:moveTo>
                      <a:pt x="966" y="1"/>
                    </a:moveTo>
                    <a:cubicBezTo>
                      <a:pt x="896" y="6"/>
                      <a:pt x="825" y="28"/>
                      <a:pt x="765" y="61"/>
                    </a:cubicBezTo>
                    <a:cubicBezTo>
                      <a:pt x="673" y="99"/>
                      <a:pt x="580" y="137"/>
                      <a:pt x="493" y="169"/>
                    </a:cubicBezTo>
                    <a:cubicBezTo>
                      <a:pt x="417" y="202"/>
                      <a:pt x="347" y="235"/>
                      <a:pt x="271" y="273"/>
                    </a:cubicBezTo>
                    <a:cubicBezTo>
                      <a:pt x="249" y="284"/>
                      <a:pt x="26" y="371"/>
                      <a:pt x="26" y="376"/>
                    </a:cubicBezTo>
                    <a:cubicBezTo>
                      <a:pt x="26" y="372"/>
                      <a:pt x="22" y="370"/>
                      <a:pt x="17" y="370"/>
                    </a:cubicBezTo>
                    <a:cubicBezTo>
                      <a:pt x="10" y="370"/>
                      <a:pt x="1" y="375"/>
                      <a:pt x="4" y="381"/>
                    </a:cubicBezTo>
                    <a:cubicBezTo>
                      <a:pt x="4" y="387"/>
                      <a:pt x="4" y="387"/>
                      <a:pt x="4" y="392"/>
                    </a:cubicBezTo>
                    <a:cubicBezTo>
                      <a:pt x="4" y="398"/>
                      <a:pt x="10" y="398"/>
                      <a:pt x="15" y="398"/>
                    </a:cubicBezTo>
                    <a:cubicBezTo>
                      <a:pt x="86" y="365"/>
                      <a:pt x="162" y="343"/>
                      <a:pt x="233" y="316"/>
                    </a:cubicBezTo>
                    <a:cubicBezTo>
                      <a:pt x="325" y="278"/>
                      <a:pt x="406" y="235"/>
                      <a:pt x="493" y="202"/>
                    </a:cubicBezTo>
                    <a:cubicBezTo>
                      <a:pt x="651" y="131"/>
                      <a:pt x="803" y="72"/>
                      <a:pt x="966" y="23"/>
                    </a:cubicBezTo>
                    <a:cubicBezTo>
                      <a:pt x="977" y="23"/>
                      <a:pt x="977" y="1"/>
                      <a:pt x="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0"/>
              <p:cNvSpPr/>
              <p:nvPr/>
            </p:nvSpPr>
            <p:spPr>
              <a:xfrm>
                <a:off x="5272550" y="5394950"/>
                <a:ext cx="4700" cy="4025"/>
              </a:xfrm>
              <a:custGeom>
                <a:rect b="b" l="l" r="r" t="t"/>
                <a:pathLst>
                  <a:path extrusionOk="0" h="161" w="188">
                    <a:moveTo>
                      <a:pt x="67" y="1"/>
                    </a:moveTo>
                    <a:cubicBezTo>
                      <a:pt x="28" y="1"/>
                      <a:pt x="1" y="62"/>
                      <a:pt x="46" y="90"/>
                    </a:cubicBezTo>
                    <a:cubicBezTo>
                      <a:pt x="57" y="95"/>
                      <a:pt x="63" y="101"/>
                      <a:pt x="68" y="111"/>
                    </a:cubicBezTo>
                    <a:lnTo>
                      <a:pt x="84" y="128"/>
                    </a:lnTo>
                    <a:cubicBezTo>
                      <a:pt x="90" y="133"/>
                      <a:pt x="95" y="139"/>
                      <a:pt x="101" y="150"/>
                    </a:cubicBezTo>
                    <a:cubicBezTo>
                      <a:pt x="109" y="158"/>
                      <a:pt x="118" y="161"/>
                      <a:pt x="127" y="161"/>
                    </a:cubicBezTo>
                    <a:cubicBezTo>
                      <a:pt x="155" y="161"/>
                      <a:pt x="182" y="129"/>
                      <a:pt x="166" y="101"/>
                    </a:cubicBezTo>
                    <a:lnTo>
                      <a:pt x="166" y="95"/>
                    </a:lnTo>
                    <a:cubicBezTo>
                      <a:pt x="171" y="90"/>
                      <a:pt x="171" y="84"/>
                      <a:pt x="182" y="79"/>
                    </a:cubicBezTo>
                    <a:cubicBezTo>
                      <a:pt x="188" y="73"/>
                      <a:pt x="188" y="57"/>
                      <a:pt x="182" y="52"/>
                    </a:cubicBezTo>
                    <a:lnTo>
                      <a:pt x="177" y="52"/>
                    </a:lnTo>
                    <a:cubicBezTo>
                      <a:pt x="171" y="41"/>
                      <a:pt x="166" y="35"/>
                      <a:pt x="155" y="30"/>
                    </a:cubicBezTo>
                    <a:lnTo>
                      <a:pt x="133" y="24"/>
                    </a:lnTo>
                    <a:cubicBezTo>
                      <a:pt x="122" y="24"/>
                      <a:pt x="112" y="19"/>
                      <a:pt x="101" y="14"/>
                    </a:cubicBezTo>
                    <a:lnTo>
                      <a:pt x="90" y="8"/>
                    </a:lnTo>
                    <a:cubicBezTo>
                      <a:pt x="82" y="3"/>
                      <a:pt x="74"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0"/>
              <p:cNvSpPr/>
              <p:nvPr/>
            </p:nvSpPr>
            <p:spPr>
              <a:xfrm>
                <a:off x="5300050" y="5391750"/>
                <a:ext cx="2750" cy="3175"/>
              </a:xfrm>
              <a:custGeom>
                <a:rect b="b" l="l" r="r" t="t"/>
                <a:pathLst>
                  <a:path extrusionOk="0" h="127" w="110">
                    <a:moveTo>
                      <a:pt x="50" y="0"/>
                    </a:moveTo>
                    <a:cubicBezTo>
                      <a:pt x="39" y="6"/>
                      <a:pt x="28" y="17"/>
                      <a:pt x="23" y="27"/>
                    </a:cubicBezTo>
                    <a:lnTo>
                      <a:pt x="23" y="33"/>
                    </a:lnTo>
                    <a:cubicBezTo>
                      <a:pt x="17" y="38"/>
                      <a:pt x="17" y="38"/>
                      <a:pt x="17" y="44"/>
                    </a:cubicBezTo>
                    <a:cubicBezTo>
                      <a:pt x="12" y="49"/>
                      <a:pt x="6" y="60"/>
                      <a:pt x="6" y="66"/>
                    </a:cubicBezTo>
                    <a:cubicBezTo>
                      <a:pt x="1" y="93"/>
                      <a:pt x="17" y="120"/>
                      <a:pt x="39" y="125"/>
                    </a:cubicBezTo>
                    <a:lnTo>
                      <a:pt x="44" y="125"/>
                    </a:lnTo>
                    <a:cubicBezTo>
                      <a:pt x="47" y="126"/>
                      <a:pt x="50" y="126"/>
                      <a:pt x="53" y="126"/>
                    </a:cubicBezTo>
                    <a:cubicBezTo>
                      <a:pt x="73" y="126"/>
                      <a:pt x="94" y="112"/>
                      <a:pt x="99" y="93"/>
                    </a:cubicBezTo>
                    <a:cubicBezTo>
                      <a:pt x="110" y="82"/>
                      <a:pt x="110" y="66"/>
                      <a:pt x="110" y="55"/>
                    </a:cubicBezTo>
                    <a:lnTo>
                      <a:pt x="104" y="49"/>
                    </a:lnTo>
                    <a:lnTo>
                      <a:pt x="104" y="38"/>
                    </a:lnTo>
                    <a:lnTo>
                      <a:pt x="104" y="27"/>
                    </a:lnTo>
                    <a:cubicBezTo>
                      <a:pt x="104" y="17"/>
                      <a:pt x="99" y="0"/>
                      <a:pt x="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0"/>
              <p:cNvSpPr/>
              <p:nvPr/>
            </p:nvSpPr>
            <p:spPr>
              <a:xfrm>
                <a:off x="5277125" y="5420975"/>
                <a:ext cx="3525" cy="3625"/>
              </a:xfrm>
              <a:custGeom>
                <a:rect b="b" l="l" r="r" t="t"/>
                <a:pathLst>
                  <a:path extrusionOk="0" h="145" w="141">
                    <a:moveTo>
                      <a:pt x="92" y="1"/>
                    </a:moveTo>
                    <a:cubicBezTo>
                      <a:pt x="86" y="1"/>
                      <a:pt x="79" y="4"/>
                      <a:pt x="75" y="11"/>
                    </a:cubicBezTo>
                    <a:lnTo>
                      <a:pt x="64" y="27"/>
                    </a:lnTo>
                    <a:cubicBezTo>
                      <a:pt x="54" y="33"/>
                      <a:pt x="43" y="43"/>
                      <a:pt x="32" y="60"/>
                    </a:cubicBezTo>
                    <a:cubicBezTo>
                      <a:pt x="26" y="60"/>
                      <a:pt x="26" y="65"/>
                      <a:pt x="21" y="71"/>
                    </a:cubicBezTo>
                    <a:lnTo>
                      <a:pt x="21" y="76"/>
                    </a:lnTo>
                    <a:cubicBezTo>
                      <a:pt x="1" y="109"/>
                      <a:pt x="26" y="144"/>
                      <a:pt x="58" y="144"/>
                    </a:cubicBezTo>
                    <a:cubicBezTo>
                      <a:pt x="69" y="144"/>
                      <a:pt x="81" y="140"/>
                      <a:pt x="92" y="130"/>
                    </a:cubicBezTo>
                    <a:lnTo>
                      <a:pt x="102" y="120"/>
                    </a:lnTo>
                    <a:cubicBezTo>
                      <a:pt x="108" y="120"/>
                      <a:pt x="113" y="114"/>
                      <a:pt x="119" y="109"/>
                    </a:cubicBezTo>
                    <a:cubicBezTo>
                      <a:pt x="141" y="82"/>
                      <a:pt x="135" y="49"/>
                      <a:pt x="113" y="27"/>
                    </a:cubicBezTo>
                    <a:cubicBezTo>
                      <a:pt x="121" y="13"/>
                      <a:pt x="106"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0"/>
              <p:cNvSpPr/>
              <p:nvPr/>
            </p:nvSpPr>
            <p:spPr>
              <a:xfrm>
                <a:off x="5301425" y="5417100"/>
                <a:ext cx="4100" cy="3775"/>
              </a:xfrm>
              <a:custGeom>
                <a:rect b="b" l="l" r="r" t="t"/>
                <a:pathLst>
                  <a:path extrusionOk="0" h="151" w="164">
                    <a:moveTo>
                      <a:pt x="49" y="1"/>
                    </a:moveTo>
                    <a:cubicBezTo>
                      <a:pt x="39" y="1"/>
                      <a:pt x="29" y="3"/>
                      <a:pt x="22" y="8"/>
                    </a:cubicBezTo>
                    <a:cubicBezTo>
                      <a:pt x="6" y="25"/>
                      <a:pt x="0" y="46"/>
                      <a:pt x="11" y="68"/>
                    </a:cubicBezTo>
                    <a:cubicBezTo>
                      <a:pt x="41" y="103"/>
                      <a:pt x="62" y="151"/>
                      <a:pt x="110" y="151"/>
                    </a:cubicBezTo>
                    <a:cubicBezTo>
                      <a:pt x="115" y="151"/>
                      <a:pt x="120" y="151"/>
                      <a:pt x="125" y="150"/>
                    </a:cubicBezTo>
                    <a:cubicBezTo>
                      <a:pt x="142" y="144"/>
                      <a:pt x="158" y="128"/>
                      <a:pt x="158" y="106"/>
                    </a:cubicBezTo>
                    <a:cubicBezTo>
                      <a:pt x="163" y="95"/>
                      <a:pt x="163" y="84"/>
                      <a:pt x="158" y="68"/>
                    </a:cubicBezTo>
                    <a:cubicBezTo>
                      <a:pt x="147" y="52"/>
                      <a:pt x="131" y="35"/>
                      <a:pt x="114" y="30"/>
                    </a:cubicBezTo>
                    <a:lnTo>
                      <a:pt x="93" y="25"/>
                    </a:lnTo>
                    <a:lnTo>
                      <a:pt x="87" y="25"/>
                    </a:lnTo>
                    <a:cubicBezTo>
                      <a:pt x="87" y="19"/>
                      <a:pt x="82" y="19"/>
                      <a:pt x="82" y="14"/>
                    </a:cubicBezTo>
                    <a:cubicBezTo>
                      <a:pt x="73" y="5"/>
                      <a:pt x="60"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0"/>
              <p:cNvSpPr/>
              <p:nvPr/>
            </p:nvSpPr>
            <p:spPr>
              <a:xfrm>
                <a:off x="5304400" y="5409925"/>
                <a:ext cx="4375" cy="2550"/>
              </a:xfrm>
              <a:custGeom>
                <a:rect b="b" l="l" r="r" t="t"/>
                <a:pathLst>
                  <a:path extrusionOk="0" h="102" w="175">
                    <a:moveTo>
                      <a:pt x="124" y="0"/>
                    </a:moveTo>
                    <a:cubicBezTo>
                      <a:pt x="121" y="0"/>
                      <a:pt x="118" y="1"/>
                      <a:pt x="115" y="2"/>
                    </a:cubicBezTo>
                    <a:cubicBezTo>
                      <a:pt x="104" y="7"/>
                      <a:pt x="99" y="7"/>
                      <a:pt x="93" y="13"/>
                    </a:cubicBezTo>
                    <a:lnTo>
                      <a:pt x="44" y="13"/>
                    </a:lnTo>
                    <a:cubicBezTo>
                      <a:pt x="23" y="13"/>
                      <a:pt x="1" y="34"/>
                      <a:pt x="1" y="56"/>
                    </a:cubicBezTo>
                    <a:cubicBezTo>
                      <a:pt x="1" y="83"/>
                      <a:pt x="23" y="100"/>
                      <a:pt x="44" y="100"/>
                    </a:cubicBezTo>
                    <a:cubicBezTo>
                      <a:pt x="52" y="101"/>
                      <a:pt x="59" y="102"/>
                      <a:pt x="67" y="102"/>
                    </a:cubicBezTo>
                    <a:cubicBezTo>
                      <a:pt x="84" y="102"/>
                      <a:pt x="100" y="100"/>
                      <a:pt x="115" y="100"/>
                    </a:cubicBezTo>
                    <a:lnTo>
                      <a:pt x="126" y="94"/>
                    </a:lnTo>
                    <a:cubicBezTo>
                      <a:pt x="153" y="78"/>
                      <a:pt x="175" y="45"/>
                      <a:pt x="153" y="18"/>
                    </a:cubicBezTo>
                    <a:cubicBezTo>
                      <a:pt x="149" y="9"/>
                      <a:pt x="137"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0"/>
              <p:cNvSpPr/>
              <p:nvPr/>
            </p:nvSpPr>
            <p:spPr>
              <a:xfrm>
                <a:off x="5305075" y="5401125"/>
                <a:ext cx="3300" cy="2600"/>
              </a:xfrm>
              <a:custGeom>
                <a:rect b="b" l="l" r="r" t="t"/>
                <a:pathLst>
                  <a:path extrusionOk="0" h="104" w="132">
                    <a:moveTo>
                      <a:pt x="77" y="0"/>
                    </a:moveTo>
                    <a:cubicBezTo>
                      <a:pt x="61" y="0"/>
                      <a:pt x="39" y="0"/>
                      <a:pt x="23" y="11"/>
                    </a:cubicBezTo>
                    <a:cubicBezTo>
                      <a:pt x="12" y="17"/>
                      <a:pt x="1" y="33"/>
                      <a:pt x="1" y="49"/>
                    </a:cubicBezTo>
                    <a:cubicBezTo>
                      <a:pt x="1" y="66"/>
                      <a:pt x="12" y="76"/>
                      <a:pt x="23" y="87"/>
                    </a:cubicBezTo>
                    <a:cubicBezTo>
                      <a:pt x="39" y="98"/>
                      <a:pt x="61" y="104"/>
                      <a:pt x="77" y="104"/>
                    </a:cubicBezTo>
                    <a:cubicBezTo>
                      <a:pt x="88" y="104"/>
                      <a:pt x="99" y="98"/>
                      <a:pt x="110" y="93"/>
                    </a:cubicBezTo>
                    <a:cubicBezTo>
                      <a:pt x="126" y="76"/>
                      <a:pt x="131" y="55"/>
                      <a:pt x="121" y="33"/>
                    </a:cubicBezTo>
                    <a:cubicBezTo>
                      <a:pt x="110" y="17"/>
                      <a:pt x="93" y="6"/>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0"/>
              <p:cNvSpPr/>
              <p:nvPr/>
            </p:nvSpPr>
            <p:spPr>
              <a:xfrm>
                <a:off x="5289725" y="5389975"/>
                <a:ext cx="3025" cy="4150"/>
              </a:xfrm>
              <a:custGeom>
                <a:rect b="b" l="l" r="r" t="t"/>
                <a:pathLst>
                  <a:path extrusionOk="0" h="166" w="121">
                    <a:moveTo>
                      <a:pt x="62" y="1"/>
                    </a:moveTo>
                    <a:cubicBezTo>
                      <a:pt x="47" y="1"/>
                      <a:pt x="32" y="8"/>
                      <a:pt x="22" y="22"/>
                    </a:cubicBezTo>
                    <a:cubicBezTo>
                      <a:pt x="1" y="60"/>
                      <a:pt x="1" y="109"/>
                      <a:pt x="22" y="142"/>
                    </a:cubicBezTo>
                    <a:cubicBezTo>
                      <a:pt x="31" y="159"/>
                      <a:pt x="45" y="166"/>
                      <a:pt x="62" y="166"/>
                    </a:cubicBezTo>
                    <a:cubicBezTo>
                      <a:pt x="67" y="166"/>
                      <a:pt x="72" y="165"/>
                      <a:pt x="77" y="164"/>
                    </a:cubicBezTo>
                    <a:cubicBezTo>
                      <a:pt x="93" y="153"/>
                      <a:pt x="104" y="137"/>
                      <a:pt x="104" y="120"/>
                    </a:cubicBezTo>
                    <a:cubicBezTo>
                      <a:pt x="115" y="104"/>
                      <a:pt x="120" y="88"/>
                      <a:pt x="109" y="71"/>
                    </a:cubicBezTo>
                    <a:lnTo>
                      <a:pt x="109" y="55"/>
                    </a:lnTo>
                    <a:lnTo>
                      <a:pt x="109" y="33"/>
                    </a:lnTo>
                    <a:cubicBezTo>
                      <a:pt x="100" y="12"/>
                      <a:pt x="81"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0"/>
              <p:cNvSpPr/>
              <p:nvPr/>
            </p:nvSpPr>
            <p:spPr>
              <a:xfrm>
                <a:off x="5279950" y="5390950"/>
                <a:ext cx="2750" cy="3675"/>
              </a:xfrm>
              <a:custGeom>
                <a:rect b="b" l="l" r="r" t="t"/>
                <a:pathLst>
                  <a:path extrusionOk="0" h="147" w="110">
                    <a:moveTo>
                      <a:pt x="50" y="0"/>
                    </a:moveTo>
                    <a:cubicBezTo>
                      <a:pt x="28" y="0"/>
                      <a:pt x="6" y="20"/>
                      <a:pt x="6" y="49"/>
                    </a:cubicBezTo>
                    <a:cubicBezTo>
                      <a:pt x="0" y="70"/>
                      <a:pt x="6" y="92"/>
                      <a:pt x="17" y="114"/>
                    </a:cubicBezTo>
                    <a:cubicBezTo>
                      <a:pt x="22" y="125"/>
                      <a:pt x="38" y="146"/>
                      <a:pt x="55" y="146"/>
                    </a:cubicBezTo>
                    <a:cubicBezTo>
                      <a:pt x="71" y="141"/>
                      <a:pt x="87" y="119"/>
                      <a:pt x="93" y="103"/>
                    </a:cubicBezTo>
                    <a:cubicBezTo>
                      <a:pt x="98" y="98"/>
                      <a:pt x="104" y="92"/>
                      <a:pt x="104" y="81"/>
                    </a:cubicBezTo>
                    <a:cubicBezTo>
                      <a:pt x="109" y="59"/>
                      <a:pt x="104" y="32"/>
                      <a:pt x="82" y="16"/>
                    </a:cubicBezTo>
                    <a:cubicBezTo>
                      <a:pt x="73" y="5"/>
                      <a:pt x="61"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0"/>
              <p:cNvSpPr/>
              <p:nvPr/>
            </p:nvSpPr>
            <p:spPr>
              <a:xfrm>
                <a:off x="5271650" y="5404375"/>
                <a:ext cx="3700" cy="2575"/>
              </a:xfrm>
              <a:custGeom>
                <a:rect b="b" l="l" r="r" t="t"/>
                <a:pathLst>
                  <a:path extrusionOk="0" h="103" w="148">
                    <a:moveTo>
                      <a:pt x="61" y="1"/>
                    </a:moveTo>
                    <a:cubicBezTo>
                      <a:pt x="39" y="1"/>
                      <a:pt x="22" y="17"/>
                      <a:pt x="22" y="39"/>
                    </a:cubicBezTo>
                    <a:cubicBezTo>
                      <a:pt x="1" y="44"/>
                      <a:pt x="1" y="71"/>
                      <a:pt x="22" y="77"/>
                    </a:cubicBezTo>
                    <a:lnTo>
                      <a:pt x="39" y="77"/>
                    </a:lnTo>
                    <a:cubicBezTo>
                      <a:pt x="55" y="93"/>
                      <a:pt x="77" y="99"/>
                      <a:pt x="93" y="99"/>
                    </a:cubicBezTo>
                    <a:cubicBezTo>
                      <a:pt x="99" y="101"/>
                      <a:pt x="103" y="103"/>
                      <a:pt x="107" y="103"/>
                    </a:cubicBezTo>
                    <a:cubicBezTo>
                      <a:pt x="111" y="103"/>
                      <a:pt x="115" y="101"/>
                      <a:pt x="120" y="99"/>
                    </a:cubicBezTo>
                    <a:cubicBezTo>
                      <a:pt x="137" y="99"/>
                      <a:pt x="148" y="82"/>
                      <a:pt x="148" y="66"/>
                    </a:cubicBezTo>
                    <a:cubicBezTo>
                      <a:pt x="148" y="50"/>
                      <a:pt x="137" y="39"/>
                      <a:pt x="131" y="28"/>
                    </a:cubicBezTo>
                    <a:lnTo>
                      <a:pt x="131" y="33"/>
                    </a:lnTo>
                    <a:cubicBezTo>
                      <a:pt x="126" y="12"/>
                      <a:pt x="109"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0"/>
              <p:cNvSpPr/>
              <p:nvPr/>
            </p:nvSpPr>
            <p:spPr>
              <a:xfrm>
                <a:off x="5286200" y="5423675"/>
                <a:ext cx="2875" cy="3575"/>
              </a:xfrm>
              <a:custGeom>
                <a:rect b="b" l="l" r="r" t="t"/>
                <a:pathLst>
                  <a:path extrusionOk="0" h="143" w="115">
                    <a:moveTo>
                      <a:pt x="44" y="1"/>
                    </a:moveTo>
                    <a:cubicBezTo>
                      <a:pt x="28" y="1"/>
                      <a:pt x="6" y="12"/>
                      <a:pt x="0" y="33"/>
                    </a:cubicBezTo>
                    <a:cubicBezTo>
                      <a:pt x="0" y="55"/>
                      <a:pt x="0" y="77"/>
                      <a:pt x="6" y="99"/>
                    </a:cubicBezTo>
                    <a:cubicBezTo>
                      <a:pt x="14" y="127"/>
                      <a:pt x="37" y="143"/>
                      <a:pt x="61" y="143"/>
                    </a:cubicBezTo>
                    <a:cubicBezTo>
                      <a:pt x="70" y="143"/>
                      <a:pt x="79" y="141"/>
                      <a:pt x="87" y="137"/>
                    </a:cubicBezTo>
                    <a:cubicBezTo>
                      <a:pt x="104" y="126"/>
                      <a:pt x="115" y="104"/>
                      <a:pt x="104" y="88"/>
                    </a:cubicBezTo>
                    <a:lnTo>
                      <a:pt x="98" y="88"/>
                    </a:lnTo>
                    <a:lnTo>
                      <a:pt x="93" y="82"/>
                    </a:lnTo>
                    <a:cubicBezTo>
                      <a:pt x="98" y="77"/>
                      <a:pt x="98" y="66"/>
                      <a:pt x="98" y="60"/>
                    </a:cubicBezTo>
                    <a:cubicBezTo>
                      <a:pt x="104" y="55"/>
                      <a:pt x="104" y="44"/>
                      <a:pt x="98" y="33"/>
                    </a:cubicBezTo>
                    <a:lnTo>
                      <a:pt x="98" y="22"/>
                    </a:lnTo>
                    <a:lnTo>
                      <a:pt x="98" y="17"/>
                    </a:lnTo>
                    <a:cubicBezTo>
                      <a:pt x="94" y="9"/>
                      <a:pt x="84" y="4"/>
                      <a:pt x="75" y="4"/>
                    </a:cubicBezTo>
                    <a:cubicBezTo>
                      <a:pt x="72" y="4"/>
                      <a:pt x="69" y="5"/>
                      <a:pt x="66" y="6"/>
                    </a:cubicBezTo>
                    <a:cubicBezTo>
                      <a:pt x="60" y="1"/>
                      <a:pt x="55"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0"/>
              <p:cNvSpPr/>
              <p:nvPr/>
            </p:nvSpPr>
            <p:spPr>
              <a:xfrm>
                <a:off x="5293950" y="5424300"/>
                <a:ext cx="2875" cy="2725"/>
              </a:xfrm>
              <a:custGeom>
                <a:rect b="b" l="l" r="r" t="t"/>
                <a:pathLst>
                  <a:path extrusionOk="0" h="109" w="115">
                    <a:moveTo>
                      <a:pt x="42" y="1"/>
                    </a:moveTo>
                    <a:cubicBezTo>
                      <a:pt x="37" y="1"/>
                      <a:pt x="32" y="1"/>
                      <a:pt x="27" y="3"/>
                    </a:cubicBezTo>
                    <a:cubicBezTo>
                      <a:pt x="11" y="14"/>
                      <a:pt x="0" y="30"/>
                      <a:pt x="0" y="46"/>
                    </a:cubicBezTo>
                    <a:cubicBezTo>
                      <a:pt x="0" y="63"/>
                      <a:pt x="6" y="79"/>
                      <a:pt x="17" y="90"/>
                    </a:cubicBezTo>
                    <a:cubicBezTo>
                      <a:pt x="22" y="101"/>
                      <a:pt x="33" y="106"/>
                      <a:pt x="49" y="106"/>
                    </a:cubicBezTo>
                    <a:cubicBezTo>
                      <a:pt x="54" y="108"/>
                      <a:pt x="58" y="108"/>
                      <a:pt x="63" y="108"/>
                    </a:cubicBezTo>
                    <a:cubicBezTo>
                      <a:pt x="76" y="108"/>
                      <a:pt x="90" y="103"/>
                      <a:pt x="98" y="95"/>
                    </a:cubicBezTo>
                    <a:cubicBezTo>
                      <a:pt x="109" y="84"/>
                      <a:pt x="114" y="68"/>
                      <a:pt x="114" y="52"/>
                    </a:cubicBezTo>
                    <a:cubicBezTo>
                      <a:pt x="114" y="46"/>
                      <a:pt x="114" y="35"/>
                      <a:pt x="109" y="30"/>
                    </a:cubicBezTo>
                    <a:cubicBezTo>
                      <a:pt x="104" y="25"/>
                      <a:pt x="98" y="19"/>
                      <a:pt x="87" y="14"/>
                    </a:cubicBezTo>
                    <a:cubicBezTo>
                      <a:pt x="82" y="8"/>
                      <a:pt x="76" y="8"/>
                      <a:pt x="71" y="8"/>
                    </a:cubicBezTo>
                    <a:cubicBezTo>
                      <a:pt x="63" y="4"/>
                      <a:pt x="53" y="1"/>
                      <a:pt x="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0"/>
              <p:cNvSpPr/>
              <p:nvPr/>
            </p:nvSpPr>
            <p:spPr>
              <a:xfrm>
                <a:off x="5325950" y="5381375"/>
                <a:ext cx="2675" cy="5075"/>
              </a:xfrm>
              <a:custGeom>
                <a:rect b="b" l="l" r="r" t="t"/>
                <a:pathLst>
                  <a:path extrusionOk="0" h="203" w="107">
                    <a:moveTo>
                      <a:pt x="28" y="1"/>
                    </a:moveTo>
                    <a:cubicBezTo>
                      <a:pt x="14" y="1"/>
                      <a:pt x="0" y="9"/>
                      <a:pt x="3" y="24"/>
                    </a:cubicBezTo>
                    <a:cubicBezTo>
                      <a:pt x="9" y="78"/>
                      <a:pt x="19" y="133"/>
                      <a:pt x="36" y="182"/>
                    </a:cubicBezTo>
                    <a:cubicBezTo>
                      <a:pt x="40" y="196"/>
                      <a:pt x="55" y="203"/>
                      <a:pt x="69" y="203"/>
                    </a:cubicBezTo>
                    <a:cubicBezTo>
                      <a:pt x="88" y="203"/>
                      <a:pt x="106" y="192"/>
                      <a:pt x="106" y="171"/>
                    </a:cubicBezTo>
                    <a:cubicBezTo>
                      <a:pt x="95" y="122"/>
                      <a:pt x="79" y="67"/>
                      <a:pt x="57" y="18"/>
                    </a:cubicBezTo>
                    <a:cubicBezTo>
                      <a:pt x="53" y="6"/>
                      <a:pt x="40"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0"/>
              <p:cNvSpPr/>
              <p:nvPr/>
            </p:nvSpPr>
            <p:spPr>
              <a:xfrm>
                <a:off x="5328625" y="5377275"/>
                <a:ext cx="2725" cy="6175"/>
              </a:xfrm>
              <a:custGeom>
                <a:rect b="b" l="l" r="r" t="t"/>
                <a:pathLst>
                  <a:path extrusionOk="0" h="247" w="109">
                    <a:moveTo>
                      <a:pt x="51" y="1"/>
                    </a:moveTo>
                    <a:cubicBezTo>
                      <a:pt x="26" y="1"/>
                      <a:pt x="1" y="36"/>
                      <a:pt x="27" y="57"/>
                    </a:cubicBezTo>
                    <a:cubicBezTo>
                      <a:pt x="43" y="79"/>
                      <a:pt x="32" y="128"/>
                      <a:pt x="27" y="150"/>
                    </a:cubicBezTo>
                    <a:cubicBezTo>
                      <a:pt x="16" y="177"/>
                      <a:pt x="21" y="210"/>
                      <a:pt x="37" y="237"/>
                    </a:cubicBezTo>
                    <a:cubicBezTo>
                      <a:pt x="44" y="244"/>
                      <a:pt x="53" y="247"/>
                      <a:pt x="61" y="247"/>
                    </a:cubicBezTo>
                    <a:cubicBezTo>
                      <a:pt x="77" y="247"/>
                      <a:pt x="94" y="233"/>
                      <a:pt x="97" y="215"/>
                    </a:cubicBezTo>
                    <a:lnTo>
                      <a:pt x="97" y="166"/>
                    </a:lnTo>
                    <a:cubicBezTo>
                      <a:pt x="97" y="150"/>
                      <a:pt x="103" y="128"/>
                      <a:pt x="103" y="106"/>
                    </a:cubicBezTo>
                    <a:cubicBezTo>
                      <a:pt x="108" y="74"/>
                      <a:pt x="97" y="36"/>
                      <a:pt x="70" y="9"/>
                    </a:cubicBezTo>
                    <a:cubicBezTo>
                      <a:pt x="64" y="3"/>
                      <a:pt x="58"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0"/>
              <p:cNvSpPr/>
              <p:nvPr/>
            </p:nvSpPr>
            <p:spPr>
              <a:xfrm>
                <a:off x="5331450" y="5375975"/>
                <a:ext cx="2750" cy="4450"/>
              </a:xfrm>
              <a:custGeom>
                <a:rect b="b" l="l" r="r" t="t"/>
                <a:pathLst>
                  <a:path extrusionOk="0" h="178" w="110">
                    <a:moveTo>
                      <a:pt x="33" y="1"/>
                    </a:moveTo>
                    <a:cubicBezTo>
                      <a:pt x="11" y="6"/>
                      <a:pt x="1" y="39"/>
                      <a:pt x="22" y="55"/>
                    </a:cubicBezTo>
                    <a:cubicBezTo>
                      <a:pt x="28" y="55"/>
                      <a:pt x="28" y="55"/>
                      <a:pt x="28" y="61"/>
                    </a:cubicBezTo>
                    <a:cubicBezTo>
                      <a:pt x="28" y="66"/>
                      <a:pt x="28" y="71"/>
                      <a:pt x="28" y="71"/>
                    </a:cubicBezTo>
                    <a:lnTo>
                      <a:pt x="28" y="126"/>
                    </a:lnTo>
                    <a:cubicBezTo>
                      <a:pt x="28" y="142"/>
                      <a:pt x="33" y="158"/>
                      <a:pt x="44" y="175"/>
                    </a:cubicBezTo>
                    <a:cubicBezTo>
                      <a:pt x="50" y="177"/>
                      <a:pt x="56" y="178"/>
                      <a:pt x="62" y="178"/>
                    </a:cubicBezTo>
                    <a:cubicBezTo>
                      <a:pt x="72" y="178"/>
                      <a:pt x="81" y="174"/>
                      <a:pt x="87" y="164"/>
                    </a:cubicBezTo>
                    <a:cubicBezTo>
                      <a:pt x="104" y="137"/>
                      <a:pt x="109" y="99"/>
                      <a:pt x="98" y="66"/>
                    </a:cubicBezTo>
                    <a:cubicBezTo>
                      <a:pt x="93" y="33"/>
                      <a:pt x="71" y="6"/>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120"/>
            <p:cNvGrpSpPr/>
            <p:nvPr/>
          </p:nvGrpSpPr>
          <p:grpSpPr>
            <a:xfrm>
              <a:off x="7777381" y="4225514"/>
              <a:ext cx="274314" cy="219453"/>
              <a:chOff x="5585975" y="5340025"/>
              <a:chExt cx="185925" cy="144825"/>
            </a:xfrm>
          </p:grpSpPr>
          <p:sp>
            <p:nvSpPr>
              <p:cNvPr id="6185" name="Google Shape;6185;p120"/>
              <p:cNvSpPr/>
              <p:nvPr/>
            </p:nvSpPr>
            <p:spPr>
              <a:xfrm>
                <a:off x="5585975" y="5340025"/>
                <a:ext cx="174100" cy="97725"/>
              </a:xfrm>
              <a:custGeom>
                <a:rect b="b" l="l" r="r" t="t"/>
                <a:pathLst>
                  <a:path extrusionOk="0" h="3909" w="6964">
                    <a:moveTo>
                      <a:pt x="2751" y="145"/>
                    </a:moveTo>
                    <a:cubicBezTo>
                      <a:pt x="2871" y="145"/>
                      <a:pt x="2985" y="156"/>
                      <a:pt x="3105" y="161"/>
                    </a:cubicBezTo>
                    <a:cubicBezTo>
                      <a:pt x="3129" y="162"/>
                      <a:pt x="3152" y="163"/>
                      <a:pt x="3176" y="163"/>
                    </a:cubicBezTo>
                    <a:cubicBezTo>
                      <a:pt x="3272" y="163"/>
                      <a:pt x="3368" y="156"/>
                      <a:pt x="3463" y="156"/>
                    </a:cubicBezTo>
                    <a:cubicBezTo>
                      <a:pt x="3561" y="156"/>
                      <a:pt x="3659" y="167"/>
                      <a:pt x="3757" y="172"/>
                    </a:cubicBezTo>
                    <a:cubicBezTo>
                      <a:pt x="3789" y="178"/>
                      <a:pt x="3822" y="189"/>
                      <a:pt x="3855" y="189"/>
                    </a:cubicBezTo>
                    <a:cubicBezTo>
                      <a:pt x="3863" y="189"/>
                      <a:pt x="3871" y="190"/>
                      <a:pt x="3879" y="190"/>
                    </a:cubicBezTo>
                    <a:cubicBezTo>
                      <a:pt x="3918" y="190"/>
                      <a:pt x="3960" y="182"/>
                      <a:pt x="3999" y="182"/>
                    </a:cubicBezTo>
                    <a:cubicBezTo>
                      <a:pt x="4007" y="182"/>
                      <a:pt x="4015" y="182"/>
                      <a:pt x="4023" y="183"/>
                    </a:cubicBezTo>
                    <a:cubicBezTo>
                      <a:pt x="4086" y="183"/>
                      <a:pt x="4150" y="182"/>
                      <a:pt x="4213" y="182"/>
                    </a:cubicBezTo>
                    <a:cubicBezTo>
                      <a:pt x="4277" y="182"/>
                      <a:pt x="4341" y="183"/>
                      <a:pt x="4404" y="189"/>
                    </a:cubicBezTo>
                    <a:cubicBezTo>
                      <a:pt x="4458" y="199"/>
                      <a:pt x="4512" y="210"/>
                      <a:pt x="4567" y="210"/>
                    </a:cubicBezTo>
                    <a:lnTo>
                      <a:pt x="4730" y="210"/>
                    </a:lnTo>
                    <a:cubicBezTo>
                      <a:pt x="4866" y="210"/>
                      <a:pt x="5002" y="194"/>
                      <a:pt x="5132" y="183"/>
                    </a:cubicBezTo>
                    <a:cubicBezTo>
                      <a:pt x="5159" y="181"/>
                      <a:pt x="5186" y="180"/>
                      <a:pt x="5213" y="180"/>
                    </a:cubicBezTo>
                    <a:cubicBezTo>
                      <a:pt x="5318" y="180"/>
                      <a:pt x="5419" y="194"/>
                      <a:pt x="5524" y="194"/>
                    </a:cubicBezTo>
                    <a:cubicBezTo>
                      <a:pt x="5610" y="194"/>
                      <a:pt x="5702" y="189"/>
                      <a:pt x="5794" y="189"/>
                    </a:cubicBezTo>
                    <a:cubicBezTo>
                      <a:pt x="5840" y="189"/>
                      <a:pt x="5886" y="190"/>
                      <a:pt x="5931" y="194"/>
                    </a:cubicBezTo>
                    <a:cubicBezTo>
                      <a:pt x="6056" y="205"/>
                      <a:pt x="6181" y="210"/>
                      <a:pt x="6306" y="210"/>
                    </a:cubicBezTo>
                    <a:cubicBezTo>
                      <a:pt x="6372" y="210"/>
                      <a:pt x="6431" y="210"/>
                      <a:pt x="6497" y="205"/>
                    </a:cubicBezTo>
                    <a:lnTo>
                      <a:pt x="6551" y="205"/>
                    </a:lnTo>
                    <a:cubicBezTo>
                      <a:pt x="6583" y="221"/>
                      <a:pt x="6594" y="254"/>
                      <a:pt x="6616" y="275"/>
                    </a:cubicBezTo>
                    <a:cubicBezTo>
                      <a:pt x="6643" y="297"/>
                      <a:pt x="6660" y="324"/>
                      <a:pt x="6670" y="357"/>
                    </a:cubicBezTo>
                    <a:cubicBezTo>
                      <a:pt x="6687" y="406"/>
                      <a:pt x="6698" y="449"/>
                      <a:pt x="6714" y="493"/>
                    </a:cubicBezTo>
                    <a:cubicBezTo>
                      <a:pt x="6725" y="558"/>
                      <a:pt x="6747" y="623"/>
                      <a:pt x="6757" y="683"/>
                    </a:cubicBezTo>
                    <a:cubicBezTo>
                      <a:pt x="6785" y="868"/>
                      <a:pt x="6795" y="1053"/>
                      <a:pt x="6785" y="1243"/>
                    </a:cubicBezTo>
                    <a:cubicBezTo>
                      <a:pt x="6774" y="1379"/>
                      <a:pt x="6768" y="1509"/>
                      <a:pt x="6768" y="1645"/>
                    </a:cubicBezTo>
                    <a:cubicBezTo>
                      <a:pt x="6768" y="1781"/>
                      <a:pt x="6763" y="1906"/>
                      <a:pt x="6768" y="2037"/>
                    </a:cubicBezTo>
                    <a:cubicBezTo>
                      <a:pt x="6768" y="2167"/>
                      <a:pt x="6747" y="2308"/>
                      <a:pt x="6747" y="2444"/>
                    </a:cubicBezTo>
                    <a:cubicBezTo>
                      <a:pt x="6741" y="2722"/>
                      <a:pt x="6741" y="2999"/>
                      <a:pt x="6741" y="3271"/>
                    </a:cubicBezTo>
                    <a:lnTo>
                      <a:pt x="6741" y="3521"/>
                    </a:lnTo>
                    <a:cubicBezTo>
                      <a:pt x="6741" y="3559"/>
                      <a:pt x="6747" y="3629"/>
                      <a:pt x="6714" y="3657"/>
                    </a:cubicBezTo>
                    <a:cubicBezTo>
                      <a:pt x="6687" y="3684"/>
                      <a:pt x="6594" y="3695"/>
                      <a:pt x="6551" y="3705"/>
                    </a:cubicBezTo>
                    <a:cubicBezTo>
                      <a:pt x="6502" y="3716"/>
                      <a:pt x="6448" y="3722"/>
                      <a:pt x="6399" y="3722"/>
                    </a:cubicBezTo>
                    <a:lnTo>
                      <a:pt x="6279" y="3722"/>
                    </a:lnTo>
                    <a:cubicBezTo>
                      <a:pt x="6263" y="3716"/>
                      <a:pt x="6246" y="3711"/>
                      <a:pt x="6230" y="3705"/>
                    </a:cubicBezTo>
                    <a:cubicBezTo>
                      <a:pt x="6111" y="3700"/>
                      <a:pt x="5996" y="3684"/>
                      <a:pt x="5877" y="3684"/>
                    </a:cubicBezTo>
                    <a:cubicBezTo>
                      <a:pt x="5855" y="3682"/>
                      <a:pt x="5832" y="3681"/>
                      <a:pt x="5810" y="3681"/>
                    </a:cubicBezTo>
                    <a:cubicBezTo>
                      <a:pt x="5757" y="3681"/>
                      <a:pt x="5704" y="3685"/>
                      <a:pt x="5654" y="3689"/>
                    </a:cubicBezTo>
                    <a:cubicBezTo>
                      <a:pt x="5643" y="3689"/>
                      <a:pt x="5632" y="3684"/>
                      <a:pt x="5621" y="3678"/>
                    </a:cubicBezTo>
                    <a:cubicBezTo>
                      <a:pt x="5616" y="3675"/>
                      <a:pt x="5609" y="3673"/>
                      <a:pt x="5603" y="3673"/>
                    </a:cubicBezTo>
                    <a:cubicBezTo>
                      <a:pt x="5590" y="3673"/>
                      <a:pt x="5578" y="3680"/>
                      <a:pt x="5578" y="3695"/>
                    </a:cubicBezTo>
                    <a:lnTo>
                      <a:pt x="5534" y="3695"/>
                    </a:lnTo>
                    <a:cubicBezTo>
                      <a:pt x="5513" y="3696"/>
                      <a:pt x="5491" y="3696"/>
                      <a:pt x="5469" y="3696"/>
                    </a:cubicBezTo>
                    <a:cubicBezTo>
                      <a:pt x="5409" y="3696"/>
                      <a:pt x="5350" y="3693"/>
                      <a:pt x="5290" y="3693"/>
                    </a:cubicBezTo>
                    <a:cubicBezTo>
                      <a:pt x="5268" y="3693"/>
                      <a:pt x="5246" y="3693"/>
                      <a:pt x="5225" y="3695"/>
                    </a:cubicBezTo>
                    <a:cubicBezTo>
                      <a:pt x="5110" y="3700"/>
                      <a:pt x="4991" y="3711"/>
                      <a:pt x="4871" y="3711"/>
                    </a:cubicBezTo>
                    <a:cubicBezTo>
                      <a:pt x="4415" y="3711"/>
                      <a:pt x="3963" y="3678"/>
                      <a:pt x="3507" y="3678"/>
                    </a:cubicBezTo>
                    <a:lnTo>
                      <a:pt x="2822" y="3678"/>
                    </a:lnTo>
                    <a:cubicBezTo>
                      <a:pt x="2746" y="3678"/>
                      <a:pt x="2667" y="3681"/>
                      <a:pt x="2590" y="3681"/>
                    </a:cubicBezTo>
                    <a:cubicBezTo>
                      <a:pt x="2551" y="3681"/>
                      <a:pt x="2512" y="3680"/>
                      <a:pt x="2474" y="3678"/>
                    </a:cubicBezTo>
                    <a:cubicBezTo>
                      <a:pt x="2365" y="3662"/>
                      <a:pt x="2257" y="3651"/>
                      <a:pt x="2153" y="3646"/>
                    </a:cubicBezTo>
                    <a:cubicBezTo>
                      <a:pt x="2096" y="3652"/>
                      <a:pt x="2039" y="3655"/>
                      <a:pt x="1981" y="3655"/>
                    </a:cubicBezTo>
                    <a:cubicBezTo>
                      <a:pt x="1941" y="3655"/>
                      <a:pt x="1900" y="3653"/>
                      <a:pt x="1860" y="3651"/>
                    </a:cubicBezTo>
                    <a:cubicBezTo>
                      <a:pt x="1751" y="3640"/>
                      <a:pt x="1642" y="3635"/>
                      <a:pt x="1534" y="3635"/>
                    </a:cubicBezTo>
                    <a:cubicBezTo>
                      <a:pt x="1436" y="3635"/>
                      <a:pt x="1338" y="3629"/>
                      <a:pt x="1246" y="3624"/>
                    </a:cubicBezTo>
                    <a:cubicBezTo>
                      <a:pt x="1206" y="3618"/>
                      <a:pt x="1166" y="3617"/>
                      <a:pt x="1126" y="3617"/>
                    </a:cubicBezTo>
                    <a:cubicBezTo>
                      <a:pt x="1047" y="3617"/>
                      <a:pt x="968" y="3624"/>
                      <a:pt x="892" y="3624"/>
                    </a:cubicBezTo>
                    <a:cubicBezTo>
                      <a:pt x="773" y="3624"/>
                      <a:pt x="680" y="3602"/>
                      <a:pt x="572" y="3602"/>
                    </a:cubicBezTo>
                    <a:cubicBezTo>
                      <a:pt x="559" y="3604"/>
                      <a:pt x="546" y="3604"/>
                      <a:pt x="533" y="3604"/>
                    </a:cubicBezTo>
                    <a:cubicBezTo>
                      <a:pt x="503" y="3604"/>
                      <a:pt x="472" y="3601"/>
                      <a:pt x="441" y="3597"/>
                    </a:cubicBezTo>
                    <a:cubicBezTo>
                      <a:pt x="398" y="3586"/>
                      <a:pt x="360" y="3570"/>
                      <a:pt x="327" y="3548"/>
                    </a:cubicBezTo>
                    <a:cubicBezTo>
                      <a:pt x="278" y="3510"/>
                      <a:pt x="278" y="3390"/>
                      <a:pt x="267" y="3330"/>
                    </a:cubicBezTo>
                    <a:cubicBezTo>
                      <a:pt x="251" y="3227"/>
                      <a:pt x="240" y="3124"/>
                      <a:pt x="234" y="3021"/>
                    </a:cubicBezTo>
                    <a:cubicBezTo>
                      <a:pt x="234" y="2814"/>
                      <a:pt x="213" y="2602"/>
                      <a:pt x="218" y="2390"/>
                    </a:cubicBezTo>
                    <a:cubicBezTo>
                      <a:pt x="224" y="2167"/>
                      <a:pt x="218" y="1939"/>
                      <a:pt x="218" y="1711"/>
                    </a:cubicBezTo>
                    <a:lnTo>
                      <a:pt x="218" y="993"/>
                    </a:lnTo>
                    <a:lnTo>
                      <a:pt x="218" y="678"/>
                    </a:lnTo>
                    <a:cubicBezTo>
                      <a:pt x="218" y="574"/>
                      <a:pt x="234" y="455"/>
                      <a:pt x="234" y="341"/>
                    </a:cubicBezTo>
                    <a:cubicBezTo>
                      <a:pt x="234" y="324"/>
                      <a:pt x="229" y="281"/>
                      <a:pt x="245" y="270"/>
                    </a:cubicBezTo>
                    <a:cubicBezTo>
                      <a:pt x="256" y="259"/>
                      <a:pt x="376" y="254"/>
                      <a:pt x="403" y="248"/>
                    </a:cubicBezTo>
                    <a:cubicBezTo>
                      <a:pt x="457" y="248"/>
                      <a:pt x="506" y="237"/>
                      <a:pt x="561" y="232"/>
                    </a:cubicBezTo>
                    <a:cubicBezTo>
                      <a:pt x="585" y="229"/>
                      <a:pt x="610" y="229"/>
                      <a:pt x="634" y="229"/>
                    </a:cubicBezTo>
                    <a:cubicBezTo>
                      <a:pt x="658" y="229"/>
                      <a:pt x="683" y="229"/>
                      <a:pt x="707" y="227"/>
                    </a:cubicBezTo>
                    <a:cubicBezTo>
                      <a:pt x="914" y="210"/>
                      <a:pt x="1104" y="183"/>
                      <a:pt x="1311" y="183"/>
                    </a:cubicBezTo>
                    <a:cubicBezTo>
                      <a:pt x="1430" y="183"/>
                      <a:pt x="1550" y="161"/>
                      <a:pt x="1670" y="156"/>
                    </a:cubicBezTo>
                    <a:cubicBezTo>
                      <a:pt x="1693" y="154"/>
                      <a:pt x="1717" y="153"/>
                      <a:pt x="1741" y="153"/>
                    </a:cubicBezTo>
                    <a:cubicBezTo>
                      <a:pt x="1835" y="153"/>
                      <a:pt x="1927" y="167"/>
                      <a:pt x="2023" y="167"/>
                    </a:cubicBezTo>
                    <a:cubicBezTo>
                      <a:pt x="2114" y="167"/>
                      <a:pt x="2212" y="174"/>
                      <a:pt x="2312" y="174"/>
                    </a:cubicBezTo>
                    <a:cubicBezTo>
                      <a:pt x="2337" y="174"/>
                      <a:pt x="2362" y="173"/>
                      <a:pt x="2387" y="172"/>
                    </a:cubicBezTo>
                    <a:cubicBezTo>
                      <a:pt x="2507" y="167"/>
                      <a:pt x="2626" y="145"/>
                      <a:pt x="2751" y="145"/>
                    </a:cubicBezTo>
                    <a:close/>
                    <a:moveTo>
                      <a:pt x="1675" y="1"/>
                    </a:moveTo>
                    <a:cubicBezTo>
                      <a:pt x="1614" y="1"/>
                      <a:pt x="1552" y="3"/>
                      <a:pt x="1490" y="9"/>
                    </a:cubicBezTo>
                    <a:cubicBezTo>
                      <a:pt x="1436" y="12"/>
                      <a:pt x="1381" y="13"/>
                      <a:pt x="1327" y="13"/>
                    </a:cubicBezTo>
                    <a:cubicBezTo>
                      <a:pt x="1273" y="13"/>
                      <a:pt x="1218" y="12"/>
                      <a:pt x="1164" y="9"/>
                    </a:cubicBezTo>
                    <a:cubicBezTo>
                      <a:pt x="1061" y="9"/>
                      <a:pt x="957" y="20"/>
                      <a:pt x="860" y="20"/>
                    </a:cubicBezTo>
                    <a:cubicBezTo>
                      <a:pt x="811" y="20"/>
                      <a:pt x="762" y="25"/>
                      <a:pt x="713" y="36"/>
                    </a:cubicBezTo>
                    <a:cubicBezTo>
                      <a:pt x="697" y="38"/>
                      <a:pt x="680" y="39"/>
                      <a:pt x="664" y="39"/>
                    </a:cubicBezTo>
                    <a:cubicBezTo>
                      <a:pt x="631" y="39"/>
                      <a:pt x="599" y="36"/>
                      <a:pt x="566" y="36"/>
                    </a:cubicBezTo>
                    <a:cubicBezTo>
                      <a:pt x="446" y="36"/>
                      <a:pt x="327" y="53"/>
                      <a:pt x="213" y="74"/>
                    </a:cubicBezTo>
                    <a:cubicBezTo>
                      <a:pt x="6" y="123"/>
                      <a:pt x="39" y="346"/>
                      <a:pt x="28" y="509"/>
                    </a:cubicBezTo>
                    <a:cubicBezTo>
                      <a:pt x="6" y="754"/>
                      <a:pt x="22" y="998"/>
                      <a:pt x="22" y="1243"/>
                    </a:cubicBezTo>
                    <a:lnTo>
                      <a:pt x="22" y="1999"/>
                    </a:lnTo>
                    <a:cubicBezTo>
                      <a:pt x="22" y="2221"/>
                      <a:pt x="1" y="2455"/>
                      <a:pt x="28" y="2678"/>
                    </a:cubicBezTo>
                    <a:cubicBezTo>
                      <a:pt x="39" y="2781"/>
                      <a:pt x="39" y="2885"/>
                      <a:pt x="39" y="2988"/>
                    </a:cubicBezTo>
                    <a:cubicBezTo>
                      <a:pt x="39" y="3097"/>
                      <a:pt x="50" y="3205"/>
                      <a:pt x="66" y="3314"/>
                    </a:cubicBezTo>
                    <a:cubicBezTo>
                      <a:pt x="88" y="3483"/>
                      <a:pt x="104" y="3684"/>
                      <a:pt x="289" y="3749"/>
                    </a:cubicBezTo>
                    <a:cubicBezTo>
                      <a:pt x="376" y="3782"/>
                      <a:pt x="463" y="3798"/>
                      <a:pt x="550" y="3798"/>
                    </a:cubicBezTo>
                    <a:cubicBezTo>
                      <a:pt x="675" y="3798"/>
                      <a:pt x="800" y="3820"/>
                      <a:pt x="925" y="3820"/>
                    </a:cubicBezTo>
                    <a:cubicBezTo>
                      <a:pt x="1153" y="3820"/>
                      <a:pt x="1381" y="3836"/>
                      <a:pt x="1604" y="3836"/>
                    </a:cubicBezTo>
                    <a:cubicBezTo>
                      <a:pt x="1713" y="3836"/>
                      <a:pt x="1816" y="3852"/>
                      <a:pt x="1920" y="3858"/>
                    </a:cubicBezTo>
                    <a:cubicBezTo>
                      <a:pt x="2013" y="3858"/>
                      <a:pt x="2114" y="3846"/>
                      <a:pt x="2213" y="3846"/>
                    </a:cubicBezTo>
                    <a:cubicBezTo>
                      <a:pt x="2229" y="3846"/>
                      <a:pt x="2246" y="3846"/>
                      <a:pt x="2262" y="3847"/>
                    </a:cubicBezTo>
                    <a:cubicBezTo>
                      <a:pt x="2376" y="3858"/>
                      <a:pt x="2479" y="3879"/>
                      <a:pt x="2594" y="3879"/>
                    </a:cubicBezTo>
                    <a:cubicBezTo>
                      <a:pt x="2708" y="3874"/>
                      <a:pt x="2838" y="3874"/>
                      <a:pt x="2958" y="3874"/>
                    </a:cubicBezTo>
                    <a:cubicBezTo>
                      <a:pt x="3146" y="3874"/>
                      <a:pt x="3335" y="3869"/>
                      <a:pt x="3523" y="3869"/>
                    </a:cubicBezTo>
                    <a:cubicBezTo>
                      <a:pt x="3617" y="3869"/>
                      <a:pt x="3712" y="3870"/>
                      <a:pt x="3806" y="3874"/>
                    </a:cubicBezTo>
                    <a:cubicBezTo>
                      <a:pt x="4072" y="3885"/>
                      <a:pt x="4339" y="3907"/>
                      <a:pt x="4605" y="3907"/>
                    </a:cubicBezTo>
                    <a:cubicBezTo>
                      <a:pt x="4695" y="3907"/>
                      <a:pt x="4786" y="3909"/>
                      <a:pt x="4877" y="3909"/>
                    </a:cubicBezTo>
                    <a:cubicBezTo>
                      <a:pt x="4922" y="3909"/>
                      <a:pt x="4967" y="3908"/>
                      <a:pt x="5013" y="3907"/>
                    </a:cubicBezTo>
                    <a:cubicBezTo>
                      <a:pt x="5129" y="3902"/>
                      <a:pt x="5234" y="3889"/>
                      <a:pt x="5344" y="3889"/>
                    </a:cubicBezTo>
                    <a:cubicBezTo>
                      <a:pt x="5362" y="3889"/>
                      <a:pt x="5380" y="3890"/>
                      <a:pt x="5398" y="3890"/>
                    </a:cubicBezTo>
                    <a:cubicBezTo>
                      <a:pt x="5524" y="3890"/>
                      <a:pt x="5670" y="3869"/>
                      <a:pt x="5806" y="3869"/>
                    </a:cubicBezTo>
                    <a:cubicBezTo>
                      <a:pt x="5866" y="3869"/>
                      <a:pt x="5926" y="3874"/>
                      <a:pt x="5980" y="3879"/>
                    </a:cubicBezTo>
                    <a:cubicBezTo>
                      <a:pt x="6056" y="3890"/>
                      <a:pt x="6127" y="3901"/>
                      <a:pt x="6203" y="3907"/>
                    </a:cubicBezTo>
                    <a:lnTo>
                      <a:pt x="6415" y="3907"/>
                    </a:lnTo>
                    <a:cubicBezTo>
                      <a:pt x="6431" y="3908"/>
                      <a:pt x="6447" y="3909"/>
                      <a:pt x="6462" y="3909"/>
                    </a:cubicBezTo>
                    <a:cubicBezTo>
                      <a:pt x="6504" y="3909"/>
                      <a:pt x="6545" y="3904"/>
                      <a:pt x="6589" y="3896"/>
                    </a:cubicBezTo>
                    <a:cubicBezTo>
                      <a:pt x="6687" y="3863"/>
                      <a:pt x="6817" y="3858"/>
                      <a:pt x="6888" y="3765"/>
                    </a:cubicBezTo>
                    <a:cubicBezTo>
                      <a:pt x="6953" y="3673"/>
                      <a:pt x="6942" y="3537"/>
                      <a:pt x="6942" y="3423"/>
                    </a:cubicBezTo>
                    <a:cubicBezTo>
                      <a:pt x="6942" y="3271"/>
                      <a:pt x="6937" y="3113"/>
                      <a:pt x="6937" y="2961"/>
                    </a:cubicBezTo>
                    <a:lnTo>
                      <a:pt x="6931" y="2493"/>
                    </a:lnTo>
                    <a:cubicBezTo>
                      <a:pt x="6931" y="2352"/>
                      <a:pt x="6953" y="2216"/>
                      <a:pt x="6948" y="2075"/>
                    </a:cubicBezTo>
                    <a:cubicBezTo>
                      <a:pt x="6942" y="1923"/>
                      <a:pt x="6948" y="1770"/>
                      <a:pt x="6948" y="1624"/>
                    </a:cubicBezTo>
                    <a:cubicBezTo>
                      <a:pt x="6948" y="1547"/>
                      <a:pt x="6937" y="1477"/>
                      <a:pt x="6948" y="1406"/>
                    </a:cubicBezTo>
                    <a:cubicBezTo>
                      <a:pt x="6953" y="1330"/>
                      <a:pt x="6964" y="1259"/>
                      <a:pt x="6964" y="1189"/>
                    </a:cubicBezTo>
                    <a:lnTo>
                      <a:pt x="6964" y="1189"/>
                    </a:lnTo>
                    <a:lnTo>
                      <a:pt x="6953" y="1194"/>
                    </a:lnTo>
                    <a:cubicBezTo>
                      <a:pt x="6959" y="922"/>
                      <a:pt x="6926" y="656"/>
                      <a:pt x="6850" y="395"/>
                    </a:cubicBezTo>
                    <a:cubicBezTo>
                      <a:pt x="6834" y="341"/>
                      <a:pt x="6817" y="292"/>
                      <a:pt x="6790" y="243"/>
                    </a:cubicBezTo>
                    <a:cubicBezTo>
                      <a:pt x="6774" y="199"/>
                      <a:pt x="6736" y="178"/>
                      <a:pt x="6709" y="140"/>
                    </a:cubicBezTo>
                    <a:cubicBezTo>
                      <a:pt x="6647" y="61"/>
                      <a:pt x="6575" y="52"/>
                      <a:pt x="6492" y="52"/>
                    </a:cubicBezTo>
                    <a:cubicBezTo>
                      <a:pt x="6466" y="52"/>
                      <a:pt x="6438" y="53"/>
                      <a:pt x="6410" y="53"/>
                    </a:cubicBezTo>
                    <a:cubicBezTo>
                      <a:pt x="6360" y="54"/>
                      <a:pt x="6310" y="55"/>
                      <a:pt x="6260" y="55"/>
                    </a:cubicBezTo>
                    <a:cubicBezTo>
                      <a:pt x="6013" y="55"/>
                      <a:pt x="5768" y="36"/>
                      <a:pt x="5524" y="36"/>
                    </a:cubicBezTo>
                    <a:cubicBezTo>
                      <a:pt x="5447" y="31"/>
                      <a:pt x="5371" y="28"/>
                      <a:pt x="5295" y="28"/>
                    </a:cubicBezTo>
                    <a:cubicBezTo>
                      <a:pt x="5219" y="28"/>
                      <a:pt x="5143" y="31"/>
                      <a:pt x="5067" y="36"/>
                    </a:cubicBezTo>
                    <a:cubicBezTo>
                      <a:pt x="4933" y="50"/>
                      <a:pt x="4799" y="59"/>
                      <a:pt x="4664" y="59"/>
                    </a:cubicBezTo>
                    <a:cubicBezTo>
                      <a:pt x="4635" y="59"/>
                      <a:pt x="4607" y="59"/>
                      <a:pt x="4578" y="58"/>
                    </a:cubicBezTo>
                    <a:cubicBezTo>
                      <a:pt x="4502" y="58"/>
                      <a:pt x="4431" y="36"/>
                      <a:pt x="4355" y="36"/>
                    </a:cubicBezTo>
                    <a:cubicBezTo>
                      <a:pt x="4284" y="36"/>
                      <a:pt x="4192" y="42"/>
                      <a:pt x="4110" y="42"/>
                    </a:cubicBezTo>
                    <a:cubicBezTo>
                      <a:pt x="4094" y="40"/>
                      <a:pt x="4078" y="40"/>
                      <a:pt x="4061" y="40"/>
                    </a:cubicBezTo>
                    <a:cubicBezTo>
                      <a:pt x="4016" y="40"/>
                      <a:pt x="3969" y="45"/>
                      <a:pt x="3925" y="53"/>
                    </a:cubicBezTo>
                    <a:lnTo>
                      <a:pt x="3915" y="53"/>
                    </a:lnTo>
                    <a:cubicBezTo>
                      <a:pt x="3789" y="53"/>
                      <a:pt x="3670" y="31"/>
                      <a:pt x="3545" y="25"/>
                    </a:cubicBezTo>
                    <a:cubicBezTo>
                      <a:pt x="3509" y="24"/>
                      <a:pt x="3472" y="23"/>
                      <a:pt x="3436" y="23"/>
                    </a:cubicBezTo>
                    <a:cubicBezTo>
                      <a:pt x="3364" y="23"/>
                      <a:pt x="3291" y="25"/>
                      <a:pt x="3219" y="25"/>
                    </a:cubicBezTo>
                    <a:cubicBezTo>
                      <a:pt x="3094" y="25"/>
                      <a:pt x="2974" y="9"/>
                      <a:pt x="2849" y="4"/>
                    </a:cubicBezTo>
                    <a:cubicBezTo>
                      <a:pt x="2820" y="2"/>
                      <a:pt x="2791" y="2"/>
                      <a:pt x="2763" y="2"/>
                    </a:cubicBezTo>
                    <a:cubicBezTo>
                      <a:pt x="2685" y="2"/>
                      <a:pt x="2608" y="7"/>
                      <a:pt x="2528" y="15"/>
                    </a:cubicBezTo>
                    <a:cubicBezTo>
                      <a:pt x="2455" y="21"/>
                      <a:pt x="2382" y="24"/>
                      <a:pt x="2309" y="24"/>
                    </a:cubicBezTo>
                    <a:cubicBezTo>
                      <a:pt x="2257" y="24"/>
                      <a:pt x="2205" y="22"/>
                      <a:pt x="2153" y="20"/>
                    </a:cubicBezTo>
                    <a:cubicBezTo>
                      <a:pt x="1992" y="16"/>
                      <a:pt x="1834" y="1"/>
                      <a:pt x="1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0"/>
              <p:cNvSpPr/>
              <p:nvPr/>
            </p:nvSpPr>
            <p:spPr>
              <a:xfrm>
                <a:off x="5598625" y="5353900"/>
                <a:ext cx="35075" cy="31700"/>
              </a:xfrm>
              <a:custGeom>
                <a:rect b="b" l="l" r="r" t="t"/>
                <a:pathLst>
                  <a:path extrusionOk="0" h="1268" w="1403">
                    <a:moveTo>
                      <a:pt x="615" y="123"/>
                    </a:moveTo>
                    <a:cubicBezTo>
                      <a:pt x="685" y="144"/>
                      <a:pt x="761" y="161"/>
                      <a:pt x="837" y="172"/>
                    </a:cubicBezTo>
                    <a:cubicBezTo>
                      <a:pt x="848" y="171"/>
                      <a:pt x="858" y="170"/>
                      <a:pt x="868" y="170"/>
                    </a:cubicBezTo>
                    <a:cubicBezTo>
                      <a:pt x="918" y="170"/>
                      <a:pt x="966" y="181"/>
                      <a:pt x="1011" y="199"/>
                    </a:cubicBezTo>
                    <a:cubicBezTo>
                      <a:pt x="1120" y="253"/>
                      <a:pt x="1191" y="395"/>
                      <a:pt x="1212" y="509"/>
                    </a:cubicBezTo>
                    <a:cubicBezTo>
                      <a:pt x="1240" y="666"/>
                      <a:pt x="1169" y="791"/>
                      <a:pt x="1104" y="927"/>
                    </a:cubicBezTo>
                    <a:cubicBezTo>
                      <a:pt x="1039" y="1085"/>
                      <a:pt x="875" y="1096"/>
                      <a:pt x="723" y="1101"/>
                    </a:cubicBezTo>
                    <a:cubicBezTo>
                      <a:pt x="658" y="1096"/>
                      <a:pt x="598" y="1085"/>
                      <a:pt x="533" y="1063"/>
                    </a:cubicBezTo>
                    <a:cubicBezTo>
                      <a:pt x="457" y="1047"/>
                      <a:pt x="386" y="1014"/>
                      <a:pt x="332" y="960"/>
                    </a:cubicBezTo>
                    <a:cubicBezTo>
                      <a:pt x="239" y="878"/>
                      <a:pt x="196" y="710"/>
                      <a:pt x="191" y="590"/>
                    </a:cubicBezTo>
                    <a:cubicBezTo>
                      <a:pt x="180" y="340"/>
                      <a:pt x="392" y="193"/>
                      <a:pt x="615" y="123"/>
                    </a:cubicBezTo>
                    <a:close/>
                    <a:moveTo>
                      <a:pt x="776" y="1"/>
                    </a:moveTo>
                    <a:cubicBezTo>
                      <a:pt x="512" y="1"/>
                      <a:pt x="208" y="117"/>
                      <a:pt x="98" y="367"/>
                    </a:cubicBezTo>
                    <a:cubicBezTo>
                      <a:pt x="0" y="628"/>
                      <a:pt x="66" y="916"/>
                      <a:pt x="267" y="1107"/>
                    </a:cubicBezTo>
                    <a:cubicBezTo>
                      <a:pt x="316" y="1156"/>
                      <a:pt x="370" y="1188"/>
                      <a:pt x="435" y="1215"/>
                    </a:cubicBezTo>
                    <a:cubicBezTo>
                      <a:pt x="468" y="1221"/>
                      <a:pt x="506" y="1221"/>
                      <a:pt x="538" y="1232"/>
                    </a:cubicBezTo>
                    <a:cubicBezTo>
                      <a:pt x="582" y="1248"/>
                      <a:pt x="625" y="1259"/>
                      <a:pt x="669" y="1264"/>
                    </a:cubicBezTo>
                    <a:cubicBezTo>
                      <a:pt x="697" y="1266"/>
                      <a:pt x="727" y="1268"/>
                      <a:pt x="757" y="1268"/>
                    </a:cubicBezTo>
                    <a:cubicBezTo>
                      <a:pt x="878" y="1268"/>
                      <a:pt x="1008" y="1247"/>
                      <a:pt x="1104" y="1177"/>
                    </a:cubicBezTo>
                    <a:cubicBezTo>
                      <a:pt x="1223" y="1090"/>
                      <a:pt x="1267" y="971"/>
                      <a:pt x="1321" y="851"/>
                    </a:cubicBezTo>
                    <a:cubicBezTo>
                      <a:pt x="1392" y="710"/>
                      <a:pt x="1403" y="547"/>
                      <a:pt x="1359" y="395"/>
                    </a:cubicBezTo>
                    <a:cubicBezTo>
                      <a:pt x="1316" y="253"/>
                      <a:pt x="1223" y="134"/>
                      <a:pt x="1098" y="57"/>
                    </a:cubicBezTo>
                    <a:cubicBezTo>
                      <a:pt x="1039" y="25"/>
                      <a:pt x="976" y="13"/>
                      <a:pt x="908" y="13"/>
                    </a:cubicBezTo>
                    <a:cubicBezTo>
                      <a:pt x="896" y="13"/>
                      <a:pt x="883" y="13"/>
                      <a:pt x="870" y="14"/>
                    </a:cubicBezTo>
                    <a:cubicBezTo>
                      <a:pt x="865" y="3"/>
                      <a:pt x="854" y="3"/>
                      <a:pt x="843" y="3"/>
                    </a:cubicBezTo>
                    <a:cubicBezTo>
                      <a:pt x="821" y="1"/>
                      <a:pt x="798" y="1"/>
                      <a:pt x="7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0"/>
              <p:cNvSpPr/>
              <p:nvPr/>
            </p:nvSpPr>
            <p:spPr>
              <a:xfrm>
                <a:off x="5605950" y="5360450"/>
                <a:ext cx="20700" cy="18625"/>
              </a:xfrm>
              <a:custGeom>
                <a:rect b="b" l="l" r="r" t="t"/>
                <a:pathLst>
                  <a:path extrusionOk="0" h="745" w="828">
                    <a:moveTo>
                      <a:pt x="365" y="73"/>
                    </a:moveTo>
                    <a:cubicBezTo>
                      <a:pt x="408" y="89"/>
                      <a:pt x="452" y="94"/>
                      <a:pt x="495" y="100"/>
                    </a:cubicBezTo>
                    <a:cubicBezTo>
                      <a:pt x="528" y="100"/>
                      <a:pt x="566" y="105"/>
                      <a:pt x="599" y="122"/>
                    </a:cubicBezTo>
                    <a:cubicBezTo>
                      <a:pt x="659" y="160"/>
                      <a:pt x="702" y="225"/>
                      <a:pt x="713" y="301"/>
                    </a:cubicBezTo>
                    <a:cubicBezTo>
                      <a:pt x="729" y="393"/>
                      <a:pt x="686" y="464"/>
                      <a:pt x="653" y="546"/>
                    </a:cubicBezTo>
                    <a:cubicBezTo>
                      <a:pt x="610" y="638"/>
                      <a:pt x="517" y="643"/>
                      <a:pt x="430" y="643"/>
                    </a:cubicBezTo>
                    <a:cubicBezTo>
                      <a:pt x="392" y="643"/>
                      <a:pt x="354" y="633"/>
                      <a:pt x="316" y="622"/>
                    </a:cubicBezTo>
                    <a:cubicBezTo>
                      <a:pt x="273" y="616"/>
                      <a:pt x="229" y="595"/>
                      <a:pt x="196" y="562"/>
                    </a:cubicBezTo>
                    <a:cubicBezTo>
                      <a:pt x="148" y="502"/>
                      <a:pt x="115" y="426"/>
                      <a:pt x="115" y="345"/>
                    </a:cubicBezTo>
                    <a:cubicBezTo>
                      <a:pt x="110" y="198"/>
                      <a:pt x="235" y="116"/>
                      <a:pt x="365" y="73"/>
                    </a:cubicBezTo>
                    <a:close/>
                    <a:moveTo>
                      <a:pt x="461" y="1"/>
                    </a:moveTo>
                    <a:cubicBezTo>
                      <a:pt x="309" y="1"/>
                      <a:pt x="126" y="68"/>
                      <a:pt x="61" y="214"/>
                    </a:cubicBezTo>
                    <a:cubicBezTo>
                      <a:pt x="1" y="366"/>
                      <a:pt x="39" y="540"/>
                      <a:pt x="158" y="649"/>
                    </a:cubicBezTo>
                    <a:cubicBezTo>
                      <a:pt x="186" y="676"/>
                      <a:pt x="218" y="698"/>
                      <a:pt x="256" y="714"/>
                    </a:cubicBezTo>
                    <a:cubicBezTo>
                      <a:pt x="278" y="720"/>
                      <a:pt x="300" y="720"/>
                      <a:pt x="322" y="725"/>
                    </a:cubicBezTo>
                    <a:cubicBezTo>
                      <a:pt x="343" y="730"/>
                      <a:pt x="370" y="736"/>
                      <a:pt x="398" y="741"/>
                    </a:cubicBezTo>
                    <a:cubicBezTo>
                      <a:pt x="415" y="744"/>
                      <a:pt x="432" y="745"/>
                      <a:pt x="450" y="745"/>
                    </a:cubicBezTo>
                    <a:cubicBezTo>
                      <a:pt x="519" y="745"/>
                      <a:pt x="588" y="727"/>
                      <a:pt x="653" y="692"/>
                    </a:cubicBezTo>
                    <a:cubicBezTo>
                      <a:pt x="707" y="638"/>
                      <a:pt x="751" y="573"/>
                      <a:pt x="778" y="502"/>
                    </a:cubicBezTo>
                    <a:cubicBezTo>
                      <a:pt x="816" y="415"/>
                      <a:pt x="827" y="317"/>
                      <a:pt x="800" y="230"/>
                    </a:cubicBezTo>
                    <a:cubicBezTo>
                      <a:pt x="773" y="149"/>
                      <a:pt x="718" y="78"/>
                      <a:pt x="648" y="35"/>
                    </a:cubicBezTo>
                    <a:cubicBezTo>
                      <a:pt x="612" y="17"/>
                      <a:pt x="576" y="6"/>
                      <a:pt x="540" y="6"/>
                    </a:cubicBezTo>
                    <a:cubicBezTo>
                      <a:pt x="532" y="6"/>
                      <a:pt x="525" y="7"/>
                      <a:pt x="517" y="7"/>
                    </a:cubicBezTo>
                    <a:cubicBezTo>
                      <a:pt x="512" y="2"/>
                      <a:pt x="506" y="2"/>
                      <a:pt x="495" y="2"/>
                    </a:cubicBezTo>
                    <a:cubicBezTo>
                      <a:pt x="484" y="1"/>
                      <a:pt x="473" y="1"/>
                      <a:pt x="4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0"/>
              <p:cNvSpPr/>
              <p:nvPr/>
            </p:nvSpPr>
            <p:spPr>
              <a:xfrm>
                <a:off x="5637225" y="5353900"/>
                <a:ext cx="35075" cy="31700"/>
              </a:xfrm>
              <a:custGeom>
                <a:rect b="b" l="l" r="r" t="t"/>
                <a:pathLst>
                  <a:path extrusionOk="0" h="1268" w="1403">
                    <a:moveTo>
                      <a:pt x="614" y="123"/>
                    </a:moveTo>
                    <a:cubicBezTo>
                      <a:pt x="690" y="144"/>
                      <a:pt x="766" y="161"/>
                      <a:pt x="843" y="172"/>
                    </a:cubicBezTo>
                    <a:cubicBezTo>
                      <a:pt x="853" y="171"/>
                      <a:pt x="863" y="170"/>
                      <a:pt x="873" y="170"/>
                    </a:cubicBezTo>
                    <a:cubicBezTo>
                      <a:pt x="921" y="170"/>
                      <a:pt x="967" y="181"/>
                      <a:pt x="1017" y="199"/>
                    </a:cubicBezTo>
                    <a:cubicBezTo>
                      <a:pt x="1125" y="253"/>
                      <a:pt x="1190" y="395"/>
                      <a:pt x="1212" y="509"/>
                    </a:cubicBezTo>
                    <a:cubicBezTo>
                      <a:pt x="1239" y="666"/>
                      <a:pt x="1169" y="791"/>
                      <a:pt x="1109" y="927"/>
                    </a:cubicBezTo>
                    <a:cubicBezTo>
                      <a:pt x="1038" y="1085"/>
                      <a:pt x="875" y="1096"/>
                      <a:pt x="728" y="1101"/>
                    </a:cubicBezTo>
                    <a:cubicBezTo>
                      <a:pt x="663" y="1096"/>
                      <a:pt x="598" y="1085"/>
                      <a:pt x="538" y="1063"/>
                    </a:cubicBezTo>
                    <a:cubicBezTo>
                      <a:pt x="462" y="1047"/>
                      <a:pt x="391" y="1014"/>
                      <a:pt x="332" y="960"/>
                    </a:cubicBezTo>
                    <a:cubicBezTo>
                      <a:pt x="239" y="878"/>
                      <a:pt x="196" y="710"/>
                      <a:pt x="190" y="590"/>
                    </a:cubicBezTo>
                    <a:cubicBezTo>
                      <a:pt x="179" y="340"/>
                      <a:pt x="397" y="193"/>
                      <a:pt x="614" y="123"/>
                    </a:cubicBezTo>
                    <a:close/>
                    <a:moveTo>
                      <a:pt x="781" y="1"/>
                    </a:moveTo>
                    <a:cubicBezTo>
                      <a:pt x="516" y="1"/>
                      <a:pt x="208" y="117"/>
                      <a:pt x="98" y="367"/>
                    </a:cubicBezTo>
                    <a:cubicBezTo>
                      <a:pt x="0" y="628"/>
                      <a:pt x="65" y="916"/>
                      <a:pt x="266" y="1107"/>
                    </a:cubicBezTo>
                    <a:cubicBezTo>
                      <a:pt x="315" y="1156"/>
                      <a:pt x="370" y="1188"/>
                      <a:pt x="435" y="1215"/>
                    </a:cubicBezTo>
                    <a:cubicBezTo>
                      <a:pt x="473" y="1221"/>
                      <a:pt x="506" y="1221"/>
                      <a:pt x="544" y="1232"/>
                    </a:cubicBezTo>
                    <a:cubicBezTo>
                      <a:pt x="582" y="1248"/>
                      <a:pt x="625" y="1259"/>
                      <a:pt x="669" y="1264"/>
                    </a:cubicBezTo>
                    <a:cubicBezTo>
                      <a:pt x="698" y="1266"/>
                      <a:pt x="728" y="1268"/>
                      <a:pt x="759" y="1268"/>
                    </a:cubicBezTo>
                    <a:cubicBezTo>
                      <a:pt x="883" y="1268"/>
                      <a:pt x="1012" y="1247"/>
                      <a:pt x="1104" y="1177"/>
                    </a:cubicBezTo>
                    <a:cubicBezTo>
                      <a:pt x="1223" y="1090"/>
                      <a:pt x="1267" y="971"/>
                      <a:pt x="1326" y="851"/>
                    </a:cubicBezTo>
                    <a:cubicBezTo>
                      <a:pt x="1392" y="710"/>
                      <a:pt x="1402" y="547"/>
                      <a:pt x="1359" y="395"/>
                    </a:cubicBezTo>
                    <a:cubicBezTo>
                      <a:pt x="1316" y="253"/>
                      <a:pt x="1223" y="134"/>
                      <a:pt x="1098" y="57"/>
                    </a:cubicBezTo>
                    <a:cubicBezTo>
                      <a:pt x="1039" y="25"/>
                      <a:pt x="975" y="13"/>
                      <a:pt x="911" y="13"/>
                    </a:cubicBezTo>
                    <a:cubicBezTo>
                      <a:pt x="899" y="13"/>
                      <a:pt x="887" y="13"/>
                      <a:pt x="875" y="14"/>
                    </a:cubicBezTo>
                    <a:cubicBezTo>
                      <a:pt x="864" y="3"/>
                      <a:pt x="853" y="3"/>
                      <a:pt x="848" y="3"/>
                    </a:cubicBezTo>
                    <a:cubicBezTo>
                      <a:pt x="826" y="1"/>
                      <a:pt x="803"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0"/>
              <p:cNvSpPr/>
              <p:nvPr/>
            </p:nvSpPr>
            <p:spPr>
              <a:xfrm>
                <a:off x="5644550" y="5360450"/>
                <a:ext cx="20675" cy="18625"/>
              </a:xfrm>
              <a:custGeom>
                <a:rect b="b" l="l" r="r" t="t"/>
                <a:pathLst>
                  <a:path extrusionOk="0" h="745" w="827">
                    <a:moveTo>
                      <a:pt x="370" y="73"/>
                    </a:moveTo>
                    <a:cubicBezTo>
                      <a:pt x="408" y="89"/>
                      <a:pt x="457" y="94"/>
                      <a:pt x="501" y="100"/>
                    </a:cubicBezTo>
                    <a:cubicBezTo>
                      <a:pt x="533" y="100"/>
                      <a:pt x="571" y="105"/>
                      <a:pt x="604" y="122"/>
                    </a:cubicBezTo>
                    <a:cubicBezTo>
                      <a:pt x="664" y="160"/>
                      <a:pt x="707" y="225"/>
                      <a:pt x="718" y="301"/>
                    </a:cubicBezTo>
                    <a:cubicBezTo>
                      <a:pt x="734" y="393"/>
                      <a:pt x="691" y="464"/>
                      <a:pt x="658" y="546"/>
                    </a:cubicBezTo>
                    <a:cubicBezTo>
                      <a:pt x="615" y="638"/>
                      <a:pt x="522" y="643"/>
                      <a:pt x="435" y="643"/>
                    </a:cubicBezTo>
                    <a:cubicBezTo>
                      <a:pt x="397" y="643"/>
                      <a:pt x="359" y="633"/>
                      <a:pt x="321" y="622"/>
                    </a:cubicBezTo>
                    <a:cubicBezTo>
                      <a:pt x="278" y="616"/>
                      <a:pt x="234" y="595"/>
                      <a:pt x="202" y="562"/>
                    </a:cubicBezTo>
                    <a:cubicBezTo>
                      <a:pt x="147" y="502"/>
                      <a:pt x="120" y="426"/>
                      <a:pt x="120" y="345"/>
                    </a:cubicBezTo>
                    <a:cubicBezTo>
                      <a:pt x="115" y="198"/>
                      <a:pt x="240" y="116"/>
                      <a:pt x="370" y="73"/>
                    </a:cubicBezTo>
                    <a:close/>
                    <a:moveTo>
                      <a:pt x="465" y="1"/>
                    </a:moveTo>
                    <a:cubicBezTo>
                      <a:pt x="309" y="1"/>
                      <a:pt x="126" y="68"/>
                      <a:pt x="60" y="214"/>
                    </a:cubicBezTo>
                    <a:cubicBezTo>
                      <a:pt x="1" y="366"/>
                      <a:pt x="44" y="540"/>
                      <a:pt x="158" y="649"/>
                    </a:cubicBezTo>
                    <a:cubicBezTo>
                      <a:pt x="185" y="676"/>
                      <a:pt x="223" y="698"/>
                      <a:pt x="256" y="714"/>
                    </a:cubicBezTo>
                    <a:cubicBezTo>
                      <a:pt x="278" y="720"/>
                      <a:pt x="300" y="720"/>
                      <a:pt x="321" y="725"/>
                    </a:cubicBezTo>
                    <a:cubicBezTo>
                      <a:pt x="343" y="730"/>
                      <a:pt x="370" y="736"/>
                      <a:pt x="397" y="741"/>
                    </a:cubicBezTo>
                    <a:cubicBezTo>
                      <a:pt x="415" y="744"/>
                      <a:pt x="432" y="745"/>
                      <a:pt x="450" y="745"/>
                    </a:cubicBezTo>
                    <a:cubicBezTo>
                      <a:pt x="521" y="745"/>
                      <a:pt x="592" y="727"/>
                      <a:pt x="653" y="692"/>
                    </a:cubicBezTo>
                    <a:cubicBezTo>
                      <a:pt x="707" y="638"/>
                      <a:pt x="751" y="573"/>
                      <a:pt x="778" y="502"/>
                    </a:cubicBezTo>
                    <a:cubicBezTo>
                      <a:pt x="821" y="415"/>
                      <a:pt x="827" y="317"/>
                      <a:pt x="800" y="230"/>
                    </a:cubicBezTo>
                    <a:lnTo>
                      <a:pt x="805" y="230"/>
                    </a:lnTo>
                    <a:cubicBezTo>
                      <a:pt x="778" y="149"/>
                      <a:pt x="724" y="78"/>
                      <a:pt x="653" y="35"/>
                    </a:cubicBezTo>
                    <a:cubicBezTo>
                      <a:pt x="617" y="17"/>
                      <a:pt x="577" y="6"/>
                      <a:pt x="540" y="6"/>
                    </a:cubicBezTo>
                    <a:cubicBezTo>
                      <a:pt x="532" y="6"/>
                      <a:pt x="524" y="7"/>
                      <a:pt x="517" y="7"/>
                    </a:cubicBezTo>
                    <a:cubicBezTo>
                      <a:pt x="512" y="2"/>
                      <a:pt x="506" y="2"/>
                      <a:pt x="501" y="2"/>
                    </a:cubicBezTo>
                    <a:cubicBezTo>
                      <a:pt x="489" y="1"/>
                      <a:pt x="477"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0"/>
              <p:cNvSpPr/>
              <p:nvPr/>
            </p:nvSpPr>
            <p:spPr>
              <a:xfrm>
                <a:off x="5676350" y="5353900"/>
                <a:ext cx="35225" cy="31700"/>
              </a:xfrm>
              <a:custGeom>
                <a:rect b="b" l="l" r="r" t="t"/>
                <a:pathLst>
                  <a:path extrusionOk="0" h="1268" w="1409">
                    <a:moveTo>
                      <a:pt x="620" y="123"/>
                    </a:moveTo>
                    <a:cubicBezTo>
                      <a:pt x="691" y="144"/>
                      <a:pt x="767" y="161"/>
                      <a:pt x="843" y="172"/>
                    </a:cubicBezTo>
                    <a:cubicBezTo>
                      <a:pt x="853" y="171"/>
                      <a:pt x="864" y="170"/>
                      <a:pt x="874" y="170"/>
                    </a:cubicBezTo>
                    <a:cubicBezTo>
                      <a:pt x="923" y="170"/>
                      <a:pt x="972" y="181"/>
                      <a:pt x="1017" y="199"/>
                    </a:cubicBezTo>
                    <a:cubicBezTo>
                      <a:pt x="1126" y="253"/>
                      <a:pt x="1191" y="395"/>
                      <a:pt x="1213" y="509"/>
                    </a:cubicBezTo>
                    <a:cubicBezTo>
                      <a:pt x="1245" y="666"/>
                      <a:pt x="1169" y="791"/>
                      <a:pt x="1109" y="927"/>
                    </a:cubicBezTo>
                    <a:cubicBezTo>
                      <a:pt x="1044" y="1085"/>
                      <a:pt x="881" y="1096"/>
                      <a:pt x="729" y="1101"/>
                    </a:cubicBezTo>
                    <a:cubicBezTo>
                      <a:pt x="664" y="1096"/>
                      <a:pt x="598" y="1085"/>
                      <a:pt x="539" y="1063"/>
                    </a:cubicBezTo>
                    <a:cubicBezTo>
                      <a:pt x="463" y="1047"/>
                      <a:pt x="392" y="1014"/>
                      <a:pt x="332" y="960"/>
                    </a:cubicBezTo>
                    <a:cubicBezTo>
                      <a:pt x="240" y="878"/>
                      <a:pt x="196" y="710"/>
                      <a:pt x="196" y="590"/>
                    </a:cubicBezTo>
                    <a:cubicBezTo>
                      <a:pt x="185" y="340"/>
                      <a:pt x="392" y="193"/>
                      <a:pt x="620" y="123"/>
                    </a:cubicBezTo>
                    <a:close/>
                    <a:moveTo>
                      <a:pt x="781" y="1"/>
                    </a:moveTo>
                    <a:cubicBezTo>
                      <a:pt x="517" y="1"/>
                      <a:pt x="208" y="117"/>
                      <a:pt x="98" y="367"/>
                    </a:cubicBezTo>
                    <a:cubicBezTo>
                      <a:pt x="1" y="628"/>
                      <a:pt x="71" y="916"/>
                      <a:pt x="272" y="1107"/>
                    </a:cubicBezTo>
                    <a:cubicBezTo>
                      <a:pt x="316" y="1156"/>
                      <a:pt x="376" y="1188"/>
                      <a:pt x="435" y="1215"/>
                    </a:cubicBezTo>
                    <a:cubicBezTo>
                      <a:pt x="473" y="1221"/>
                      <a:pt x="506" y="1221"/>
                      <a:pt x="544" y="1232"/>
                    </a:cubicBezTo>
                    <a:cubicBezTo>
                      <a:pt x="588" y="1248"/>
                      <a:pt x="631" y="1259"/>
                      <a:pt x="675" y="1264"/>
                    </a:cubicBezTo>
                    <a:cubicBezTo>
                      <a:pt x="703" y="1266"/>
                      <a:pt x="732" y="1268"/>
                      <a:pt x="763" y="1268"/>
                    </a:cubicBezTo>
                    <a:cubicBezTo>
                      <a:pt x="883" y="1268"/>
                      <a:pt x="1014" y="1247"/>
                      <a:pt x="1109" y="1177"/>
                    </a:cubicBezTo>
                    <a:cubicBezTo>
                      <a:pt x="1229" y="1090"/>
                      <a:pt x="1267" y="971"/>
                      <a:pt x="1327" y="851"/>
                    </a:cubicBezTo>
                    <a:cubicBezTo>
                      <a:pt x="1392" y="710"/>
                      <a:pt x="1408" y="547"/>
                      <a:pt x="1360" y="395"/>
                    </a:cubicBezTo>
                    <a:cubicBezTo>
                      <a:pt x="1321" y="253"/>
                      <a:pt x="1229" y="134"/>
                      <a:pt x="1104" y="57"/>
                    </a:cubicBezTo>
                    <a:cubicBezTo>
                      <a:pt x="1045" y="25"/>
                      <a:pt x="977" y="13"/>
                      <a:pt x="912" y="13"/>
                    </a:cubicBezTo>
                    <a:cubicBezTo>
                      <a:pt x="900" y="13"/>
                      <a:pt x="888" y="13"/>
                      <a:pt x="876" y="14"/>
                    </a:cubicBezTo>
                    <a:cubicBezTo>
                      <a:pt x="872" y="6"/>
                      <a:pt x="865" y="1"/>
                      <a:pt x="857" y="1"/>
                    </a:cubicBezTo>
                    <a:cubicBezTo>
                      <a:pt x="854" y="1"/>
                      <a:pt x="851" y="2"/>
                      <a:pt x="849" y="3"/>
                    </a:cubicBezTo>
                    <a:cubicBezTo>
                      <a:pt x="826" y="1"/>
                      <a:pt x="804"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0"/>
              <p:cNvSpPr/>
              <p:nvPr/>
            </p:nvSpPr>
            <p:spPr>
              <a:xfrm>
                <a:off x="5683700" y="5360450"/>
                <a:ext cx="20675" cy="18625"/>
              </a:xfrm>
              <a:custGeom>
                <a:rect b="b" l="l" r="r" t="t"/>
                <a:pathLst>
                  <a:path extrusionOk="0" h="745" w="827">
                    <a:moveTo>
                      <a:pt x="364" y="73"/>
                    </a:moveTo>
                    <a:cubicBezTo>
                      <a:pt x="408" y="89"/>
                      <a:pt x="457" y="100"/>
                      <a:pt x="500" y="100"/>
                    </a:cubicBezTo>
                    <a:cubicBezTo>
                      <a:pt x="538" y="100"/>
                      <a:pt x="571" y="105"/>
                      <a:pt x="603" y="122"/>
                    </a:cubicBezTo>
                    <a:cubicBezTo>
                      <a:pt x="669" y="160"/>
                      <a:pt x="707" y="225"/>
                      <a:pt x="718" y="301"/>
                    </a:cubicBezTo>
                    <a:cubicBezTo>
                      <a:pt x="739" y="393"/>
                      <a:pt x="696" y="464"/>
                      <a:pt x="658" y="546"/>
                    </a:cubicBezTo>
                    <a:cubicBezTo>
                      <a:pt x="614" y="638"/>
                      <a:pt x="522" y="643"/>
                      <a:pt x="430" y="643"/>
                    </a:cubicBezTo>
                    <a:cubicBezTo>
                      <a:pt x="391" y="643"/>
                      <a:pt x="353" y="633"/>
                      <a:pt x="321" y="622"/>
                    </a:cubicBezTo>
                    <a:cubicBezTo>
                      <a:pt x="277" y="616"/>
                      <a:pt x="234" y="595"/>
                      <a:pt x="201" y="562"/>
                    </a:cubicBezTo>
                    <a:cubicBezTo>
                      <a:pt x="147" y="502"/>
                      <a:pt x="120" y="426"/>
                      <a:pt x="120" y="345"/>
                    </a:cubicBezTo>
                    <a:cubicBezTo>
                      <a:pt x="114" y="198"/>
                      <a:pt x="234" y="116"/>
                      <a:pt x="364" y="73"/>
                    </a:cubicBezTo>
                    <a:close/>
                    <a:moveTo>
                      <a:pt x="465" y="1"/>
                    </a:moveTo>
                    <a:cubicBezTo>
                      <a:pt x="309" y="1"/>
                      <a:pt x="126" y="68"/>
                      <a:pt x="60" y="214"/>
                    </a:cubicBezTo>
                    <a:cubicBezTo>
                      <a:pt x="0" y="366"/>
                      <a:pt x="44" y="540"/>
                      <a:pt x="158" y="649"/>
                    </a:cubicBezTo>
                    <a:cubicBezTo>
                      <a:pt x="185" y="676"/>
                      <a:pt x="218" y="698"/>
                      <a:pt x="256" y="714"/>
                    </a:cubicBezTo>
                    <a:cubicBezTo>
                      <a:pt x="277" y="720"/>
                      <a:pt x="299" y="720"/>
                      <a:pt x="321" y="725"/>
                    </a:cubicBezTo>
                    <a:cubicBezTo>
                      <a:pt x="343" y="730"/>
                      <a:pt x="370" y="736"/>
                      <a:pt x="397" y="741"/>
                    </a:cubicBezTo>
                    <a:cubicBezTo>
                      <a:pt x="414" y="744"/>
                      <a:pt x="432" y="745"/>
                      <a:pt x="449" y="745"/>
                    </a:cubicBezTo>
                    <a:cubicBezTo>
                      <a:pt x="518" y="745"/>
                      <a:pt x="587" y="727"/>
                      <a:pt x="652" y="692"/>
                    </a:cubicBezTo>
                    <a:cubicBezTo>
                      <a:pt x="707" y="638"/>
                      <a:pt x="750" y="573"/>
                      <a:pt x="777" y="502"/>
                    </a:cubicBezTo>
                    <a:cubicBezTo>
                      <a:pt x="815" y="415"/>
                      <a:pt x="826" y="317"/>
                      <a:pt x="799" y="230"/>
                    </a:cubicBezTo>
                    <a:lnTo>
                      <a:pt x="805" y="230"/>
                    </a:lnTo>
                    <a:cubicBezTo>
                      <a:pt x="777" y="149"/>
                      <a:pt x="723" y="78"/>
                      <a:pt x="652" y="35"/>
                    </a:cubicBezTo>
                    <a:cubicBezTo>
                      <a:pt x="616" y="17"/>
                      <a:pt x="577" y="6"/>
                      <a:pt x="539" y="6"/>
                    </a:cubicBezTo>
                    <a:cubicBezTo>
                      <a:pt x="532" y="6"/>
                      <a:pt x="524" y="7"/>
                      <a:pt x="516" y="7"/>
                    </a:cubicBezTo>
                    <a:cubicBezTo>
                      <a:pt x="511" y="2"/>
                      <a:pt x="506" y="2"/>
                      <a:pt x="500" y="2"/>
                    </a:cubicBezTo>
                    <a:cubicBezTo>
                      <a:pt x="489" y="1"/>
                      <a:pt x="477"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0"/>
              <p:cNvSpPr/>
              <p:nvPr/>
            </p:nvSpPr>
            <p:spPr>
              <a:xfrm>
                <a:off x="5714550" y="5353900"/>
                <a:ext cx="35200" cy="31700"/>
              </a:xfrm>
              <a:custGeom>
                <a:rect b="b" l="l" r="r" t="t"/>
                <a:pathLst>
                  <a:path extrusionOk="0" h="1268" w="1408">
                    <a:moveTo>
                      <a:pt x="620" y="123"/>
                    </a:moveTo>
                    <a:cubicBezTo>
                      <a:pt x="690" y="144"/>
                      <a:pt x="766" y="161"/>
                      <a:pt x="843" y="172"/>
                    </a:cubicBezTo>
                    <a:cubicBezTo>
                      <a:pt x="853" y="171"/>
                      <a:pt x="863" y="170"/>
                      <a:pt x="873" y="170"/>
                    </a:cubicBezTo>
                    <a:cubicBezTo>
                      <a:pt x="923" y="170"/>
                      <a:pt x="971" y="181"/>
                      <a:pt x="1017" y="199"/>
                    </a:cubicBezTo>
                    <a:cubicBezTo>
                      <a:pt x="1125" y="253"/>
                      <a:pt x="1190" y="395"/>
                      <a:pt x="1212" y="509"/>
                    </a:cubicBezTo>
                    <a:cubicBezTo>
                      <a:pt x="1245" y="666"/>
                      <a:pt x="1169" y="791"/>
                      <a:pt x="1109" y="927"/>
                    </a:cubicBezTo>
                    <a:cubicBezTo>
                      <a:pt x="1044" y="1085"/>
                      <a:pt x="881" y="1096"/>
                      <a:pt x="728" y="1101"/>
                    </a:cubicBezTo>
                    <a:cubicBezTo>
                      <a:pt x="663" y="1096"/>
                      <a:pt x="598" y="1085"/>
                      <a:pt x="538" y="1063"/>
                    </a:cubicBezTo>
                    <a:cubicBezTo>
                      <a:pt x="462" y="1047"/>
                      <a:pt x="391" y="1014"/>
                      <a:pt x="337" y="960"/>
                    </a:cubicBezTo>
                    <a:cubicBezTo>
                      <a:pt x="239" y="878"/>
                      <a:pt x="201" y="710"/>
                      <a:pt x="196" y="590"/>
                    </a:cubicBezTo>
                    <a:cubicBezTo>
                      <a:pt x="185" y="340"/>
                      <a:pt x="397" y="193"/>
                      <a:pt x="620" y="123"/>
                    </a:cubicBezTo>
                    <a:close/>
                    <a:moveTo>
                      <a:pt x="781" y="1"/>
                    </a:moveTo>
                    <a:cubicBezTo>
                      <a:pt x="516" y="1"/>
                      <a:pt x="208" y="117"/>
                      <a:pt x="98" y="367"/>
                    </a:cubicBezTo>
                    <a:cubicBezTo>
                      <a:pt x="0" y="628"/>
                      <a:pt x="71" y="916"/>
                      <a:pt x="272" y="1107"/>
                    </a:cubicBezTo>
                    <a:cubicBezTo>
                      <a:pt x="315" y="1156"/>
                      <a:pt x="375" y="1188"/>
                      <a:pt x="440" y="1215"/>
                    </a:cubicBezTo>
                    <a:cubicBezTo>
                      <a:pt x="473" y="1221"/>
                      <a:pt x="511" y="1221"/>
                      <a:pt x="544" y="1232"/>
                    </a:cubicBezTo>
                    <a:cubicBezTo>
                      <a:pt x="587" y="1248"/>
                      <a:pt x="631" y="1259"/>
                      <a:pt x="674" y="1264"/>
                    </a:cubicBezTo>
                    <a:cubicBezTo>
                      <a:pt x="702" y="1266"/>
                      <a:pt x="732" y="1268"/>
                      <a:pt x="762" y="1268"/>
                    </a:cubicBezTo>
                    <a:cubicBezTo>
                      <a:pt x="883" y="1268"/>
                      <a:pt x="1013" y="1247"/>
                      <a:pt x="1109" y="1177"/>
                    </a:cubicBezTo>
                    <a:cubicBezTo>
                      <a:pt x="1229" y="1090"/>
                      <a:pt x="1272" y="971"/>
                      <a:pt x="1326" y="851"/>
                    </a:cubicBezTo>
                    <a:cubicBezTo>
                      <a:pt x="1397" y="710"/>
                      <a:pt x="1408" y="547"/>
                      <a:pt x="1364" y="395"/>
                    </a:cubicBezTo>
                    <a:lnTo>
                      <a:pt x="1359" y="395"/>
                    </a:lnTo>
                    <a:cubicBezTo>
                      <a:pt x="1321" y="253"/>
                      <a:pt x="1229" y="134"/>
                      <a:pt x="1103" y="57"/>
                    </a:cubicBezTo>
                    <a:cubicBezTo>
                      <a:pt x="1044" y="25"/>
                      <a:pt x="977" y="13"/>
                      <a:pt x="912" y="13"/>
                    </a:cubicBezTo>
                    <a:cubicBezTo>
                      <a:pt x="899" y="13"/>
                      <a:pt x="887" y="13"/>
                      <a:pt x="875" y="14"/>
                    </a:cubicBezTo>
                    <a:cubicBezTo>
                      <a:pt x="870" y="3"/>
                      <a:pt x="859" y="3"/>
                      <a:pt x="848" y="3"/>
                    </a:cubicBezTo>
                    <a:cubicBezTo>
                      <a:pt x="826" y="1"/>
                      <a:pt x="803"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0"/>
              <p:cNvSpPr/>
              <p:nvPr/>
            </p:nvSpPr>
            <p:spPr>
              <a:xfrm>
                <a:off x="5721875" y="5360450"/>
                <a:ext cx="20675" cy="18625"/>
              </a:xfrm>
              <a:custGeom>
                <a:rect b="b" l="l" r="r" t="t"/>
                <a:pathLst>
                  <a:path extrusionOk="0" h="745" w="827">
                    <a:moveTo>
                      <a:pt x="370" y="73"/>
                    </a:moveTo>
                    <a:cubicBezTo>
                      <a:pt x="408" y="89"/>
                      <a:pt x="457" y="94"/>
                      <a:pt x="501" y="100"/>
                    </a:cubicBezTo>
                    <a:cubicBezTo>
                      <a:pt x="533" y="100"/>
                      <a:pt x="571" y="105"/>
                      <a:pt x="604" y="122"/>
                    </a:cubicBezTo>
                    <a:cubicBezTo>
                      <a:pt x="664" y="160"/>
                      <a:pt x="707" y="225"/>
                      <a:pt x="718" y="301"/>
                    </a:cubicBezTo>
                    <a:cubicBezTo>
                      <a:pt x="734" y="393"/>
                      <a:pt x="691" y="464"/>
                      <a:pt x="658" y="546"/>
                    </a:cubicBezTo>
                    <a:cubicBezTo>
                      <a:pt x="615" y="638"/>
                      <a:pt x="522" y="643"/>
                      <a:pt x="430" y="643"/>
                    </a:cubicBezTo>
                    <a:cubicBezTo>
                      <a:pt x="392" y="643"/>
                      <a:pt x="359" y="633"/>
                      <a:pt x="321" y="622"/>
                    </a:cubicBezTo>
                    <a:cubicBezTo>
                      <a:pt x="278" y="616"/>
                      <a:pt x="234" y="595"/>
                      <a:pt x="202" y="562"/>
                    </a:cubicBezTo>
                    <a:cubicBezTo>
                      <a:pt x="147" y="502"/>
                      <a:pt x="120" y="426"/>
                      <a:pt x="120" y="345"/>
                    </a:cubicBezTo>
                    <a:cubicBezTo>
                      <a:pt x="115" y="198"/>
                      <a:pt x="234" y="116"/>
                      <a:pt x="370" y="73"/>
                    </a:cubicBezTo>
                    <a:close/>
                    <a:moveTo>
                      <a:pt x="465" y="1"/>
                    </a:moveTo>
                    <a:cubicBezTo>
                      <a:pt x="309" y="1"/>
                      <a:pt x="126" y="68"/>
                      <a:pt x="60" y="214"/>
                    </a:cubicBezTo>
                    <a:cubicBezTo>
                      <a:pt x="1" y="366"/>
                      <a:pt x="44" y="540"/>
                      <a:pt x="158" y="649"/>
                    </a:cubicBezTo>
                    <a:cubicBezTo>
                      <a:pt x="185" y="676"/>
                      <a:pt x="223" y="698"/>
                      <a:pt x="256" y="714"/>
                    </a:cubicBezTo>
                    <a:cubicBezTo>
                      <a:pt x="278" y="720"/>
                      <a:pt x="300" y="720"/>
                      <a:pt x="321" y="725"/>
                    </a:cubicBezTo>
                    <a:cubicBezTo>
                      <a:pt x="343" y="730"/>
                      <a:pt x="370" y="736"/>
                      <a:pt x="397" y="741"/>
                    </a:cubicBezTo>
                    <a:cubicBezTo>
                      <a:pt x="415" y="744"/>
                      <a:pt x="432" y="745"/>
                      <a:pt x="450" y="745"/>
                    </a:cubicBezTo>
                    <a:cubicBezTo>
                      <a:pt x="521" y="745"/>
                      <a:pt x="592" y="727"/>
                      <a:pt x="653" y="692"/>
                    </a:cubicBezTo>
                    <a:cubicBezTo>
                      <a:pt x="707" y="638"/>
                      <a:pt x="751" y="573"/>
                      <a:pt x="778" y="502"/>
                    </a:cubicBezTo>
                    <a:cubicBezTo>
                      <a:pt x="821" y="415"/>
                      <a:pt x="827" y="317"/>
                      <a:pt x="800" y="230"/>
                    </a:cubicBezTo>
                    <a:lnTo>
                      <a:pt x="805" y="230"/>
                    </a:lnTo>
                    <a:cubicBezTo>
                      <a:pt x="778" y="149"/>
                      <a:pt x="724" y="78"/>
                      <a:pt x="653" y="35"/>
                    </a:cubicBezTo>
                    <a:cubicBezTo>
                      <a:pt x="617" y="17"/>
                      <a:pt x="577" y="6"/>
                      <a:pt x="540" y="6"/>
                    </a:cubicBezTo>
                    <a:cubicBezTo>
                      <a:pt x="532" y="6"/>
                      <a:pt x="524" y="7"/>
                      <a:pt x="517" y="7"/>
                    </a:cubicBezTo>
                    <a:cubicBezTo>
                      <a:pt x="512" y="2"/>
                      <a:pt x="506" y="2"/>
                      <a:pt x="501" y="2"/>
                    </a:cubicBezTo>
                    <a:cubicBezTo>
                      <a:pt x="489" y="1"/>
                      <a:pt x="477"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0"/>
              <p:cNvSpPr/>
              <p:nvPr/>
            </p:nvSpPr>
            <p:spPr>
              <a:xfrm>
                <a:off x="5598625" y="5393850"/>
                <a:ext cx="35075" cy="31850"/>
              </a:xfrm>
              <a:custGeom>
                <a:rect b="b" l="l" r="r" t="t"/>
                <a:pathLst>
                  <a:path extrusionOk="0" h="1274" w="1403">
                    <a:moveTo>
                      <a:pt x="615" y="128"/>
                    </a:moveTo>
                    <a:cubicBezTo>
                      <a:pt x="685" y="150"/>
                      <a:pt x="761" y="166"/>
                      <a:pt x="837" y="172"/>
                    </a:cubicBezTo>
                    <a:cubicBezTo>
                      <a:pt x="897" y="172"/>
                      <a:pt x="957" y="183"/>
                      <a:pt x="1011" y="204"/>
                    </a:cubicBezTo>
                    <a:cubicBezTo>
                      <a:pt x="1120" y="259"/>
                      <a:pt x="1191" y="400"/>
                      <a:pt x="1212" y="514"/>
                    </a:cubicBezTo>
                    <a:cubicBezTo>
                      <a:pt x="1240" y="672"/>
                      <a:pt x="1169" y="797"/>
                      <a:pt x="1104" y="933"/>
                    </a:cubicBezTo>
                    <a:cubicBezTo>
                      <a:pt x="1039" y="1090"/>
                      <a:pt x="875" y="1101"/>
                      <a:pt x="723" y="1107"/>
                    </a:cubicBezTo>
                    <a:cubicBezTo>
                      <a:pt x="658" y="1101"/>
                      <a:pt x="598" y="1085"/>
                      <a:pt x="533" y="1069"/>
                    </a:cubicBezTo>
                    <a:cubicBezTo>
                      <a:pt x="457" y="1052"/>
                      <a:pt x="386" y="1020"/>
                      <a:pt x="332" y="965"/>
                    </a:cubicBezTo>
                    <a:cubicBezTo>
                      <a:pt x="239" y="884"/>
                      <a:pt x="196" y="715"/>
                      <a:pt x="191" y="596"/>
                    </a:cubicBezTo>
                    <a:cubicBezTo>
                      <a:pt x="180" y="346"/>
                      <a:pt x="392" y="199"/>
                      <a:pt x="615" y="128"/>
                    </a:cubicBezTo>
                    <a:close/>
                    <a:moveTo>
                      <a:pt x="776" y="1"/>
                    </a:moveTo>
                    <a:cubicBezTo>
                      <a:pt x="512" y="1"/>
                      <a:pt x="208" y="117"/>
                      <a:pt x="98" y="367"/>
                    </a:cubicBezTo>
                    <a:cubicBezTo>
                      <a:pt x="0" y="628"/>
                      <a:pt x="66" y="916"/>
                      <a:pt x="267" y="1107"/>
                    </a:cubicBezTo>
                    <a:cubicBezTo>
                      <a:pt x="316" y="1156"/>
                      <a:pt x="370" y="1194"/>
                      <a:pt x="435" y="1215"/>
                    </a:cubicBezTo>
                    <a:cubicBezTo>
                      <a:pt x="468" y="1221"/>
                      <a:pt x="506" y="1221"/>
                      <a:pt x="538" y="1232"/>
                    </a:cubicBezTo>
                    <a:cubicBezTo>
                      <a:pt x="582" y="1248"/>
                      <a:pt x="625" y="1259"/>
                      <a:pt x="669" y="1270"/>
                    </a:cubicBezTo>
                    <a:cubicBezTo>
                      <a:pt x="697" y="1272"/>
                      <a:pt x="727" y="1273"/>
                      <a:pt x="757" y="1273"/>
                    </a:cubicBezTo>
                    <a:cubicBezTo>
                      <a:pt x="878" y="1273"/>
                      <a:pt x="1008" y="1252"/>
                      <a:pt x="1104" y="1183"/>
                    </a:cubicBezTo>
                    <a:cubicBezTo>
                      <a:pt x="1223" y="1096"/>
                      <a:pt x="1267" y="971"/>
                      <a:pt x="1321" y="851"/>
                    </a:cubicBezTo>
                    <a:cubicBezTo>
                      <a:pt x="1392" y="710"/>
                      <a:pt x="1403" y="547"/>
                      <a:pt x="1359" y="395"/>
                    </a:cubicBezTo>
                    <a:cubicBezTo>
                      <a:pt x="1316" y="253"/>
                      <a:pt x="1223" y="134"/>
                      <a:pt x="1098" y="58"/>
                    </a:cubicBezTo>
                    <a:cubicBezTo>
                      <a:pt x="1039" y="26"/>
                      <a:pt x="976" y="13"/>
                      <a:pt x="908" y="13"/>
                    </a:cubicBezTo>
                    <a:cubicBezTo>
                      <a:pt x="896" y="13"/>
                      <a:pt x="883" y="13"/>
                      <a:pt x="870" y="14"/>
                    </a:cubicBezTo>
                    <a:cubicBezTo>
                      <a:pt x="865" y="9"/>
                      <a:pt x="854" y="3"/>
                      <a:pt x="843" y="3"/>
                    </a:cubicBezTo>
                    <a:cubicBezTo>
                      <a:pt x="821" y="2"/>
                      <a:pt x="798" y="1"/>
                      <a:pt x="7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0"/>
              <p:cNvSpPr/>
              <p:nvPr/>
            </p:nvSpPr>
            <p:spPr>
              <a:xfrm>
                <a:off x="5605950" y="5400525"/>
                <a:ext cx="20700" cy="18650"/>
              </a:xfrm>
              <a:custGeom>
                <a:rect b="b" l="l" r="r" t="t"/>
                <a:pathLst>
                  <a:path extrusionOk="0" h="746" w="828">
                    <a:moveTo>
                      <a:pt x="365" y="73"/>
                    </a:moveTo>
                    <a:cubicBezTo>
                      <a:pt x="408" y="90"/>
                      <a:pt x="452" y="95"/>
                      <a:pt x="495" y="100"/>
                    </a:cubicBezTo>
                    <a:cubicBezTo>
                      <a:pt x="528" y="100"/>
                      <a:pt x="566" y="106"/>
                      <a:pt x="599" y="122"/>
                    </a:cubicBezTo>
                    <a:cubicBezTo>
                      <a:pt x="659" y="160"/>
                      <a:pt x="702" y="225"/>
                      <a:pt x="713" y="302"/>
                    </a:cubicBezTo>
                    <a:cubicBezTo>
                      <a:pt x="729" y="394"/>
                      <a:pt x="686" y="465"/>
                      <a:pt x="653" y="546"/>
                    </a:cubicBezTo>
                    <a:lnTo>
                      <a:pt x="653" y="541"/>
                    </a:lnTo>
                    <a:cubicBezTo>
                      <a:pt x="610" y="633"/>
                      <a:pt x="517" y="644"/>
                      <a:pt x="430" y="644"/>
                    </a:cubicBezTo>
                    <a:cubicBezTo>
                      <a:pt x="392" y="644"/>
                      <a:pt x="354" y="633"/>
                      <a:pt x="316" y="622"/>
                    </a:cubicBezTo>
                    <a:cubicBezTo>
                      <a:pt x="273" y="617"/>
                      <a:pt x="229" y="595"/>
                      <a:pt x="196" y="563"/>
                    </a:cubicBezTo>
                    <a:cubicBezTo>
                      <a:pt x="142" y="503"/>
                      <a:pt x="115" y="427"/>
                      <a:pt x="115" y="345"/>
                    </a:cubicBezTo>
                    <a:cubicBezTo>
                      <a:pt x="110" y="198"/>
                      <a:pt x="235" y="111"/>
                      <a:pt x="365" y="73"/>
                    </a:cubicBezTo>
                    <a:close/>
                    <a:moveTo>
                      <a:pt x="450" y="0"/>
                    </a:moveTo>
                    <a:cubicBezTo>
                      <a:pt x="300" y="0"/>
                      <a:pt x="125" y="72"/>
                      <a:pt x="61" y="215"/>
                    </a:cubicBezTo>
                    <a:cubicBezTo>
                      <a:pt x="1" y="367"/>
                      <a:pt x="39" y="535"/>
                      <a:pt x="158" y="649"/>
                    </a:cubicBezTo>
                    <a:cubicBezTo>
                      <a:pt x="186" y="677"/>
                      <a:pt x="218" y="698"/>
                      <a:pt x="256" y="709"/>
                    </a:cubicBezTo>
                    <a:cubicBezTo>
                      <a:pt x="278" y="715"/>
                      <a:pt x="300" y="715"/>
                      <a:pt x="322" y="720"/>
                    </a:cubicBezTo>
                    <a:cubicBezTo>
                      <a:pt x="343" y="731"/>
                      <a:pt x="370" y="736"/>
                      <a:pt x="398" y="742"/>
                    </a:cubicBezTo>
                    <a:cubicBezTo>
                      <a:pt x="415" y="744"/>
                      <a:pt x="432" y="745"/>
                      <a:pt x="450" y="745"/>
                    </a:cubicBezTo>
                    <a:cubicBezTo>
                      <a:pt x="519" y="745"/>
                      <a:pt x="588" y="728"/>
                      <a:pt x="653" y="693"/>
                    </a:cubicBezTo>
                    <a:cubicBezTo>
                      <a:pt x="707" y="639"/>
                      <a:pt x="751" y="573"/>
                      <a:pt x="778" y="497"/>
                    </a:cubicBezTo>
                    <a:cubicBezTo>
                      <a:pt x="816" y="416"/>
                      <a:pt x="827" y="318"/>
                      <a:pt x="800" y="225"/>
                    </a:cubicBezTo>
                    <a:lnTo>
                      <a:pt x="800" y="225"/>
                    </a:lnTo>
                    <a:lnTo>
                      <a:pt x="800" y="231"/>
                    </a:lnTo>
                    <a:cubicBezTo>
                      <a:pt x="773" y="149"/>
                      <a:pt x="718" y="79"/>
                      <a:pt x="648" y="35"/>
                    </a:cubicBezTo>
                    <a:cubicBezTo>
                      <a:pt x="612" y="17"/>
                      <a:pt x="576" y="7"/>
                      <a:pt x="540" y="7"/>
                    </a:cubicBezTo>
                    <a:cubicBezTo>
                      <a:pt x="532" y="7"/>
                      <a:pt x="525" y="7"/>
                      <a:pt x="517" y="8"/>
                    </a:cubicBezTo>
                    <a:cubicBezTo>
                      <a:pt x="512" y="3"/>
                      <a:pt x="506" y="3"/>
                      <a:pt x="495" y="3"/>
                    </a:cubicBezTo>
                    <a:cubicBezTo>
                      <a:pt x="481" y="1"/>
                      <a:pt x="465" y="0"/>
                      <a:pt x="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0"/>
              <p:cNvSpPr/>
              <p:nvPr/>
            </p:nvSpPr>
            <p:spPr>
              <a:xfrm>
                <a:off x="5637225" y="5393850"/>
                <a:ext cx="35075" cy="31850"/>
              </a:xfrm>
              <a:custGeom>
                <a:rect b="b" l="l" r="r" t="t"/>
                <a:pathLst>
                  <a:path extrusionOk="0" h="1274" w="1403">
                    <a:moveTo>
                      <a:pt x="614" y="128"/>
                    </a:moveTo>
                    <a:cubicBezTo>
                      <a:pt x="690" y="150"/>
                      <a:pt x="766" y="166"/>
                      <a:pt x="843" y="172"/>
                    </a:cubicBezTo>
                    <a:cubicBezTo>
                      <a:pt x="902" y="172"/>
                      <a:pt x="957" y="183"/>
                      <a:pt x="1017" y="204"/>
                    </a:cubicBezTo>
                    <a:cubicBezTo>
                      <a:pt x="1125" y="259"/>
                      <a:pt x="1190" y="400"/>
                      <a:pt x="1212" y="514"/>
                    </a:cubicBezTo>
                    <a:cubicBezTo>
                      <a:pt x="1239" y="672"/>
                      <a:pt x="1169" y="797"/>
                      <a:pt x="1109" y="933"/>
                    </a:cubicBezTo>
                    <a:cubicBezTo>
                      <a:pt x="1038" y="1090"/>
                      <a:pt x="875" y="1101"/>
                      <a:pt x="728" y="1107"/>
                    </a:cubicBezTo>
                    <a:cubicBezTo>
                      <a:pt x="663" y="1101"/>
                      <a:pt x="598" y="1085"/>
                      <a:pt x="538" y="1069"/>
                    </a:cubicBezTo>
                    <a:cubicBezTo>
                      <a:pt x="462" y="1052"/>
                      <a:pt x="391" y="1020"/>
                      <a:pt x="332" y="965"/>
                    </a:cubicBezTo>
                    <a:cubicBezTo>
                      <a:pt x="239" y="884"/>
                      <a:pt x="196" y="715"/>
                      <a:pt x="190" y="596"/>
                    </a:cubicBezTo>
                    <a:cubicBezTo>
                      <a:pt x="179" y="346"/>
                      <a:pt x="397" y="199"/>
                      <a:pt x="614" y="128"/>
                    </a:cubicBezTo>
                    <a:close/>
                    <a:moveTo>
                      <a:pt x="781" y="1"/>
                    </a:moveTo>
                    <a:cubicBezTo>
                      <a:pt x="516" y="1"/>
                      <a:pt x="208" y="117"/>
                      <a:pt x="98" y="367"/>
                    </a:cubicBezTo>
                    <a:cubicBezTo>
                      <a:pt x="0" y="628"/>
                      <a:pt x="65" y="916"/>
                      <a:pt x="266" y="1107"/>
                    </a:cubicBezTo>
                    <a:cubicBezTo>
                      <a:pt x="315" y="1156"/>
                      <a:pt x="370" y="1194"/>
                      <a:pt x="435" y="1215"/>
                    </a:cubicBezTo>
                    <a:cubicBezTo>
                      <a:pt x="473" y="1221"/>
                      <a:pt x="506" y="1221"/>
                      <a:pt x="544" y="1232"/>
                    </a:cubicBezTo>
                    <a:cubicBezTo>
                      <a:pt x="582" y="1248"/>
                      <a:pt x="625" y="1259"/>
                      <a:pt x="669" y="1270"/>
                    </a:cubicBezTo>
                    <a:cubicBezTo>
                      <a:pt x="698" y="1272"/>
                      <a:pt x="728" y="1273"/>
                      <a:pt x="759" y="1273"/>
                    </a:cubicBezTo>
                    <a:cubicBezTo>
                      <a:pt x="883" y="1273"/>
                      <a:pt x="1012" y="1252"/>
                      <a:pt x="1104" y="1183"/>
                    </a:cubicBezTo>
                    <a:cubicBezTo>
                      <a:pt x="1223" y="1096"/>
                      <a:pt x="1267" y="971"/>
                      <a:pt x="1326" y="851"/>
                    </a:cubicBezTo>
                    <a:cubicBezTo>
                      <a:pt x="1392" y="710"/>
                      <a:pt x="1402" y="547"/>
                      <a:pt x="1359" y="395"/>
                    </a:cubicBezTo>
                    <a:cubicBezTo>
                      <a:pt x="1316" y="253"/>
                      <a:pt x="1223" y="134"/>
                      <a:pt x="1098" y="58"/>
                    </a:cubicBezTo>
                    <a:cubicBezTo>
                      <a:pt x="1039" y="26"/>
                      <a:pt x="975" y="13"/>
                      <a:pt x="911" y="13"/>
                    </a:cubicBezTo>
                    <a:cubicBezTo>
                      <a:pt x="899" y="13"/>
                      <a:pt x="887" y="13"/>
                      <a:pt x="875" y="14"/>
                    </a:cubicBezTo>
                    <a:cubicBezTo>
                      <a:pt x="864" y="9"/>
                      <a:pt x="853" y="3"/>
                      <a:pt x="848" y="3"/>
                    </a:cubicBezTo>
                    <a:cubicBezTo>
                      <a:pt x="826" y="2"/>
                      <a:pt x="803"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0"/>
              <p:cNvSpPr/>
              <p:nvPr/>
            </p:nvSpPr>
            <p:spPr>
              <a:xfrm>
                <a:off x="5644550" y="5400525"/>
                <a:ext cx="20675" cy="18650"/>
              </a:xfrm>
              <a:custGeom>
                <a:rect b="b" l="l" r="r" t="t"/>
                <a:pathLst>
                  <a:path extrusionOk="0" h="746" w="827">
                    <a:moveTo>
                      <a:pt x="370" y="73"/>
                    </a:moveTo>
                    <a:cubicBezTo>
                      <a:pt x="414" y="90"/>
                      <a:pt x="457" y="95"/>
                      <a:pt x="501" y="100"/>
                    </a:cubicBezTo>
                    <a:cubicBezTo>
                      <a:pt x="533" y="100"/>
                      <a:pt x="571" y="106"/>
                      <a:pt x="604" y="122"/>
                    </a:cubicBezTo>
                    <a:cubicBezTo>
                      <a:pt x="664" y="160"/>
                      <a:pt x="707" y="225"/>
                      <a:pt x="718" y="302"/>
                    </a:cubicBezTo>
                    <a:cubicBezTo>
                      <a:pt x="734" y="394"/>
                      <a:pt x="691" y="465"/>
                      <a:pt x="658" y="546"/>
                    </a:cubicBezTo>
                    <a:lnTo>
                      <a:pt x="658" y="541"/>
                    </a:lnTo>
                    <a:cubicBezTo>
                      <a:pt x="615" y="633"/>
                      <a:pt x="522" y="644"/>
                      <a:pt x="435" y="644"/>
                    </a:cubicBezTo>
                    <a:cubicBezTo>
                      <a:pt x="397" y="644"/>
                      <a:pt x="359" y="633"/>
                      <a:pt x="321" y="622"/>
                    </a:cubicBezTo>
                    <a:cubicBezTo>
                      <a:pt x="278" y="617"/>
                      <a:pt x="234" y="595"/>
                      <a:pt x="202" y="563"/>
                    </a:cubicBezTo>
                    <a:cubicBezTo>
                      <a:pt x="147" y="503"/>
                      <a:pt x="120" y="427"/>
                      <a:pt x="120" y="345"/>
                    </a:cubicBezTo>
                    <a:cubicBezTo>
                      <a:pt x="115" y="198"/>
                      <a:pt x="240" y="111"/>
                      <a:pt x="370" y="73"/>
                    </a:cubicBezTo>
                    <a:close/>
                    <a:moveTo>
                      <a:pt x="454" y="0"/>
                    </a:moveTo>
                    <a:cubicBezTo>
                      <a:pt x="300" y="0"/>
                      <a:pt x="124" y="72"/>
                      <a:pt x="60" y="215"/>
                    </a:cubicBezTo>
                    <a:cubicBezTo>
                      <a:pt x="1" y="367"/>
                      <a:pt x="44" y="535"/>
                      <a:pt x="158" y="649"/>
                    </a:cubicBezTo>
                    <a:cubicBezTo>
                      <a:pt x="185" y="677"/>
                      <a:pt x="223" y="698"/>
                      <a:pt x="256" y="709"/>
                    </a:cubicBezTo>
                    <a:cubicBezTo>
                      <a:pt x="278" y="715"/>
                      <a:pt x="300" y="715"/>
                      <a:pt x="321" y="720"/>
                    </a:cubicBezTo>
                    <a:cubicBezTo>
                      <a:pt x="343" y="731"/>
                      <a:pt x="370" y="736"/>
                      <a:pt x="397" y="742"/>
                    </a:cubicBezTo>
                    <a:cubicBezTo>
                      <a:pt x="415" y="744"/>
                      <a:pt x="432" y="745"/>
                      <a:pt x="450" y="745"/>
                    </a:cubicBezTo>
                    <a:cubicBezTo>
                      <a:pt x="521" y="745"/>
                      <a:pt x="592" y="728"/>
                      <a:pt x="653" y="693"/>
                    </a:cubicBezTo>
                    <a:cubicBezTo>
                      <a:pt x="707" y="639"/>
                      <a:pt x="751" y="573"/>
                      <a:pt x="778" y="497"/>
                    </a:cubicBezTo>
                    <a:cubicBezTo>
                      <a:pt x="821" y="416"/>
                      <a:pt x="827" y="318"/>
                      <a:pt x="800" y="225"/>
                    </a:cubicBezTo>
                    <a:lnTo>
                      <a:pt x="800" y="225"/>
                    </a:lnTo>
                    <a:lnTo>
                      <a:pt x="805" y="231"/>
                    </a:lnTo>
                    <a:cubicBezTo>
                      <a:pt x="778" y="149"/>
                      <a:pt x="724" y="79"/>
                      <a:pt x="653" y="35"/>
                    </a:cubicBezTo>
                    <a:cubicBezTo>
                      <a:pt x="617" y="17"/>
                      <a:pt x="577" y="7"/>
                      <a:pt x="540" y="7"/>
                    </a:cubicBezTo>
                    <a:cubicBezTo>
                      <a:pt x="532" y="7"/>
                      <a:pt x="524" y="7"/>
                      <a:pt x="517" y="8"/>
                    </a:cubicBezTo>
                    <a:cubicBezTo>
                      <a:pt x="512" y="3"/>
                      <a:pt x="506" y="3"/>
                      <a:pt x="501" y="3"/>
                    </a:cubicBezTo>
                    <a:cubicBezTo>
                      <a:pt x="485" y="1"/>
                      <a:pt x="470" y="0"/>
                      <a:pt x="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0"/>
              <p:cNvSpPr/>
              <p:nvPr/>
            </p:nvSpPr>
            <p:spPr>
              <a:xfrm>
                <a:off x="5676350" y="5393850"/>
                <a:ext cx="35225" cy="31850"/>
              </a:xfrm>
              <a:custGeom>
                <a:rect b="b" l="l" r="r" t="t"/>
                <a:pathLst>
                  <a:path extrusionOk="0" h="1274" w="1409">
                    <a:moveTo>
                      <a:pt x="620" y="128"/>
                    </a:moveTo>
                    <a:cubicBezTo>
                      <a:pt x="691" y="150"/>
                      <a:pt x="767" y="166"/>
                      <a:pt x="843" y="172"/>
                    </a:cubicBezTo>
                    <a:cubicBezTo>
                      <a:pt x="903" y="172"/>
                      <a:pt x="963" y="183"/>
                      <a:pt x="1017" y="204"/>
                    </a:cubicBezTo>
                    <a:cubicBezTo>
                      <a:pt x="1126" y="259"/>
                      <a:pt x="1191" y="400"/>
                      <a:pt x="1213" y="514"/>
                    </a:cubicBezTo>
                    <a:cubicBezTo>
                      <a:pt x="1245" y="672"/>
                      <a:pt x="1169" y="797"/>
                      <a:pt x="1109" y="933"/>
                    </a:cubicBezTo>
                    <a:cubicBezTo>
                      <a:pt x="1044" y="1090"/>
                      <a:pt x="881" y="1101"/>
                      <a:pt x="729" y="1107"/>
                    </a:cubicBezTo>
                    <a:cubicBezTo>
                      <a:pt x="664" y="1101"/>
                      <a:pt x="598" y="1085"/>
                      <a:pt x="539" y="1069"/>
                    </a:cubicBezTo>
                    <a:cubicBezTo>
                      <a:pt x="463" y="1052"/>
                      <a:pt x="392" y="1014"/>
                      <a:pt x="332" y="965"/>
                    </a:cubicBezTo>
                    <a:cubicBezTo>
                      <a:pt x="240" y="884"/>
                      <a:pt x="196" y="715"/>
                      <a:pt x="196" y="596"/>
                    </a:cubicBezTo>
                    <a:cubicBezTo>
                      <a:pt x="185" y="346"/>
                      <a:pt x="392" y="199"/>
                      <a:pt x="620" y="128"/>
                    </a:cubicBezTo>
                    <a:close/>
                    <a:moveTo>
                      <a:pt x="781" y="1"/>
                    </a:moveTo>
                    <a:cubicBezTo>
                      <a:pt x="517" y="1"/>
                      <a:pt x="208" y="117"/>
                      <a:pt x="98" y="367"/>
                    </a:cubicBezTo>
                    <a:cubicBezTo>
                      <a:pt x="1" y="628"/>
                      <a:pt x="71" y="916"/>
                      <a:pt x="272" y="1107"/>
                    </a:cubicBezTo>
                    <a:cubicBezTo>
                      <a:pt x="316" y="1156"/>
                      <a:pt x="376" y="1194"/>
                      <a:pt x="435" y="1215"/>
                    </a:cubicBezTo>
                    <a:cubicBezTo>
                      <a:pt x="473" y="1221"/>
                      <a:pt x="506" y="1221"/>
                      <a:pt x="544" y="1232"/>
                    </a:cubicBezTo>
                    <a:cubicBezTo>
                      <a:pt x="588" y="1248"/>
                      <a:pt x="631" y="1259"/>
                      <a:pt x="675" y="1270"/>
                    </a:cubicBezTo>
                    <a:cubicBezTo>
                      <a:pt x="703" y="1272"/>
                      <a:pt x="732" y="1273"/>
                      <a:pt x="763" y="1273"/>
                    </a:cubicBezTo>
                    <a:cubicBezTo>
                      <a:pt x="883" y="1273"/>
                      <a:pt x="1014" y="1252"/>
                      <a:pt x="1109" y="1183"/>
                    </a:cubicBezTo>
                    <a:cubicBezTo>
                      <a:pt x="1229" y="1096"/>
                      <a:pt x="1267" y="971"/>
                      <a:pt x="1327" y="851"/>
                    </a:cubicBezTo>
                    <a:cubicBezTo>
                      <a:pt x="1392" y="710"/>
                      <a:pt x="1408" y="547"/>
                      <a:pt x="1360" y="395"/>
                    </a:cubicBezTo>
                    <a:cubicBezTo>
                      <a:pt x="1321" y="253"/>
                      <a:pt x="1229" y="134"/>
                      <a:pt x="1104" y="58"/>
                    </a:cubicBezTo>
                    <a:cubicBezTo>
                      <a:pt x="1045" y="26"/>
                      <a:pt x="977" y="13"/>
                      <a:pt x="912" y="13"/>
                    </a:cubicBezTo>
                    <a:cubicBezTo>
                      <a:pt x="900" y="13"/>
                      <a:pt x="888" y="13"/>
                      <a:pt x="876" y="14"/>
                    </a:cubicBezTo>
                    <a:cubicBezTo>
                      <a:pt x="870" y="9"/>
                      <a:pt x="859" y="3"/>
                      <a:pt x="849" y="3"/>
                    </a:cubicBezTo>
                    <a:cubicBezTo>
                      <a:pt x="826" y="2"/>
                      <a:pt x="804"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0"/>
              <p:cNvSpPr/>
              <p:nvPr/>
            </p:nvSpPr>
            <p:spPr>
              <a:xfrm>
                <a:off x="5683700" y="5400525"/>
                <a:ext cx="20675" cy="18650"/>
              </a:xfrm>
              <a:custGeom>
                <a:rect b="b" l="l" r="r" t="t"/>
                <a:pathLst>
                  <a:path extrusionOk="0" h="746" w="827">
                    <a:moveTo>
                      <a:pt x="364" y="73"/>
                    </a:moveTo>
                    <a:cubicBezTo>
                      <a:pt x="413" y="90"/>
                      <a:pt x="457" y="95"/>
                      <a:pt x="500" y="100"/>
                    </a:cubicBezTo>
                    <a:cubicBezTo>
                      <a:pt x="538" y="100"/>
                      <a:pt x="571" y="106"/>
                      <a:pt x="603" y="122"/>
                    </a:cubicBezTo>
                    <a:cubicBezTo>
                      <a:pt x="669" y="160"/>
                      <a:pt x="707" y="225"/>
                      <a:pt x="718" y="302"/>
                    </a:cubicBezTo>
                    <a:cubicBezTo>
                      <a:pt x="739" y="394"/>
                      <a:pt x="696" y="465"/>
                      <a:pt x="658" y="546"/>
                    </a:cubicBezTo>
                    <a:lnTo>
                      <a:pt x="658" y="541"/>
                    </a:lnTo>
                    <a:cubicBezTo>
                      <a:pt x="614" y="633"/>
                      <a:pt x="522" y="644"/>
                      <a:pt x="430" y="644"/>
                    </a:cubicBezTo>
                    <a:cubicBezTo>
                      <a:pt x="391" y="644"/>
                      <a:pt x="353" y="633"/>
                      <a:pt x="321" y="622"/>
                    </a:cubicBezTo>
                    <a:cubicBezTo>
                      <a:pt x="277" y="617"/>
                      <a:pt x="234" y="595"/>
                      <a:pt x="201" y="563"/>
                    </a:cubicBezTo>
                    <a:cubicBezTo>
                      <a:pt x="147" y="503"/>
                      <a:pt x="120" y="427"/>
                      <a:pt x="120" y="345"/>
                    </a:cubicBezTo>
                    <a:cubicBezTo>
                      <a:pt x="114" y="198"/>
                      <a:pt x="234" y="111"/>
                      <a:pt x="364" y="73"/>
                    </a:cubicBezTo>
                    <a:close/>
                    <a:moveTo>
                      <a:pt x="453" y="0"/>
                    </a:moveTo>
                    <a:cubicBezTo>
                      <a:pt x="300" y="0"/>
                      <a:pt x="124" y="72"/>
                      <a:pt x="60" y="215"/>
                    </a:cubicBezTo>
                    <a:cubicBezTo>
                      <a:pt x="0" y="367"/>
                      <a:pt x="44" y="535"/>
                      <a:pt x="158" y="649"/>
                    </a:cubicBezTo>
                    <a:cubicBezTo>
                      <a:pt x="185" y="677"/>
                      <a:pt x="218" y="698"/>
                      <a:pt x="256" y="709"/>
                    </a:cubicBezTo>
                    <a:cubicBezTo>
                      <a:pt x="277" y="715"/>
                      <a:pt x="299" y="715"/>
                      <a:pt x="321" y="720"/>
                    </a:cubicBezTo>
                    <a:cubicBezTo>
                      <a:pt x="343" y="731"/>
                      <a:pt x="370" y="736"/>
                      <a:pt x="397" y="742"/>
                    </a:cubicBezTo>
                    <a:cubicBezTo>
                      <a:pt x="414" y="744"/>
                      <a:pt x="432" y="745"/>
                      <a:pt x="449" y="745"/>
                    </a:cubicBezTo>
                    <a:cubicBezTo>
                      <a:pt x="518" y="745"/>
                      <a:pt x="587" y="728"/>
                      <a:pt x="652" y="693"/>
                    </a:cubicBezTo>
                    <a:cubicBezTo>
                      <a:pt x="707" y="639"/>
                      <a:pt x="750" y="573"/>
                      <a:pt x="777" y="497"/>
                    </a:cubicBezTo>
                    <a:cubicBezTo>
                      <a:pt x="815" y="416"/>
                      <a:pt x="826" y="318"/>
                      <a:pt x="799" y="225"/>
                    </a:cubicBezTo>
                    <a:lnTo>
                      <a:pt x="799" y="225"/>
                    </a:lnTo>
                    <a:lnTo>
                      <a:pt x="805" y="231"/>
                    </a:lnTo>
                    <a:cubicBezTo>
                      <a:pt x="777" y="149"/>
                      <a:pt x="723" y="79"/>
                      <a:pt x="652" y="35"/>
                    </a:cubicBezTo>
                    <a:cubicBezTo>
                      <a:pt x="616" y="17"/>
                      <a:pt x="577" y="7"/>
                      <a:pt x="539" y="7"/>
                    </a:cubicBezTo>
                    <a:cubicBezTo>
                      <a:pt x="532" y="7"/>
                      <a:pt x="524" y="7"/>
                      <a:pt x="516" y="8"/>
                    </a:cubicBezTo>
                    <a:cubicBezTo>
                      <a:pt x="511" y="3"/>
                      <a:pt x="506" y="3"/>
                      <a:pt x="500" y="3"/>
                    </a:cubicBezTo>
                    <a:cubicBezTo>
                      <a:pt x="485" y="1"/>
                      <a:pt x="469" y="0"/>
                      <a:pt x="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0"/>
              <p:cNvSpPr/>
              <p:nvPr/>
            </p:nvSpPr>
            <p:spPr>
              <a:xfrm>
                <a:off x="5714550" y="5393850"/>
                <a:ext cx="35200" cy="31850"/>
              </a:xfrm>
              <a:custGeom>
                <a:rect b="b" l="l" r="r" t="t"/>
                <a:pathLst>
                  <a:path extrusionOk="0" h="1274" w="1408">
                    <a:moveTo>
                      <a:pt x="620" y="128"/>
                    </a:moveTo>
                    <a:cubicBezTo>
                      <a:pt x="690" y="150"/>
                      <a:pt x="766" y="166"/>
                      <a:pt x="843" y="172"/>
                    </a:cubicBezTo>
                    <a:cubicBezTo>
                      <a:pt x="902" y="172"/>
                      <a:pt x="962" y="183"/>
                      <a:pt x="1017" y="204"/>
                    </a:cubicBezTo>
                    <a:cubicBezTo>
                      <a:pt x="1125" y="259"/>
                      <a:pt x="1190" y="400"/>
                      <a:pt x="1212" y="514"/>
                    </a:cubicBezTo>
                    <a:cubicBezTo>
                      <a:pt x="1245" y="672"/>
                      <a:pt x="1169" y="797"/>
                      <a:pt x="1109" y="933"/>
                    </a:cubicBezTo>
                    <a:cubicBezTo>
                      <a:pt x="1044" y="1090"/>
                      <a:pt x="881" y="1101"/>
                      <a:pt x="728" y="1107"/>
                    </a:cubicBezTo>
                    <a:cubicBezTo>
                      <a:pt x="663" y="1101"/>
                      <a:pt x="598" y="1085"/>
                      <a:pt x="538" y="1069"/>
                    </a:cubicBezTo>
                    <a:cubicBezTo>
                      <a:pt x="462" y="1052"/>
                      <a:pt x="391" y="1020"/>
                      <a:pt x="337" y="965"/>
                    </a:cubicBezTo>
                    <a:cubicBezTo>
                      <a:pt x="239" y="884"/>
                      <a:pt x="201" y="715"/>
                      <a:pt x="196" y="596"/>
                    </a:cubicBezTo>
                    <a:cubicBezTo>
                      <a:pt x="185" y="346"/>
                      <a:pt x="397" y="199"/>
                      <a:pt x="620" y="128"/>
                    </a:cubicBezTo>
                    <a:close/>
                    <a:moveTo>
                      <a:pt x="781" y="1"/>
                    </a:moveTo>
                    <a:cubicBezTo>
                      <a:pt x="516" y="1"/>
                      <a:pt x="208" y="117"/>
                      <a:pt x="98" y="367"/>
                    </a:cubicBezTo>
                    <a:cubicBezTo>
                      <a:pt x="0" y="628"/>
                      <a:pt x="71" y="916"/>
                      <a:pt x="272" y="1107"/>
                    </a:cubicBezTo>
                    <a:cubicBezTo>
                      <a:pt x="315" y="1156"/>
                      <a:pt x="375" y="1194"/>
                      <a:pt x="440" y="1215"/>
                    </a:cubicBezTo>
                    <a:cubicBezTo>
                      <a:pt x="473" y="1221"/>
                      <a:pt x="511" y="1221"/>
                      <a:pt x="544" y="1232"/>
                    </a:cubicBezTo>
                    <a:cubicBezTo>
                      <a:pt x="587" y="1248"/>
                      <a:pt x="631" y="1259"/>
                      <a:pt x="674" y="1270"/>
                    </a:cubicBezTo>
                    <a:cubicBezTo>
                      <a:pt x="702" y="1272"/>
                      <a:pt x="732" y="1273"/>
                      <a:pt x="762" y="1273"/>
                    </a:cubicBezTo>
                    <a:cubicBezTo>
                      <a:pt x="883" y="1273"/>
                      <a:pt x="1013" y="1252"/>
                      <a:pt x="1109" y="1183"/>
                    </a:cubicBezTo>
                    <a:cubicBezTo>
                      <a:pt x="1229" y="1096"/>
                      <a:pt x="1272" y="971"/>
                      <a:pt x="1326" y="851"/>
                    </a:cubicBezTo>
                    <a:cubicBezTo>
                      <a:pt x="1397" y="710"/>
                      <a:pt x="1408" y="547"/>
                      <a:pt x="1364" y="395"/>
                    </a:cubicBezTo>
                    <a:lnTo>
                      <a:pt x="1359" y="395"/>
                    </a:lnTo>
                    <a:cubicBezTo>
                      <a:pt x="1321" y="253"/>
                      <a:pt x="1229" y="134"/>
                      <a:pt x="1103" y="58"/>
                    </a:cubicBezTo>
                    <a:cubicBezTo>
                      <a:pt x="1044" y="26"/>
                      <a:pt x="977" y="13"/>
                      <a:pt x="912" y="13"/>
                    </a:cubicBezTo>
                    <a:cubicBezTo>
                      <a:pt x="899" y="13"/>
                      <a:pt x="887" y="13"/>
                      <a:pt x="875" y="14"/>
                    </a:cubicBezTo>
                    <a:cubicBezTo>
                      <a:pt x="870" y="9"/>
                      <a:pt x="859" y="3"/>
                      <a:pt x="848" y="3"/>
                    </a:cubicBezTo>
                    <a:cubicBezTo>
                      <a:pt x="826" y="2"/>
                      <a:pt x="803" y="1"/>
                      <a:pt x="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0"/>
              <p:cNvSpPr/>
              <p:nvPr/>
            </p:nvSpPr>
            <p:spPr>
              <a:xfrm>
                <a:off x="5721875" y="5400525"/>
                <a:ext cx="20675" cy="18650"/>
              </a:xfrm>
              <a:custGeom>
                <a:rect b="b" l="l" r="r" t="t"/>
                <a:pathLst>
                  <a:path extrusionOk="0" h="746" w="827">
                    <a:moveTo>
                      <a:pt x="370" y="73"/>
                    </a:moveTo>
                    <a:cubicBezTo>
                      <a:pt x="408" y="90"/>
                      <a:pt x="457" y="95"/>
                      <a:pt x="501" y="100"/>
                    </a:cubicBezTo>
                    <a:cubicBezTo>
                      <a:pt x="533" y="100"/>
                      <a:pt x="571" y="106"/>
                      <a:pt x="604" y="122"/>
                    </a:cubicBezTo>
                    <a:cubicBezTo>
                      <a:pt x="664" y="160"/>
                      <a:pt x="707" y="225"/>
                      <a:pt x="718" y="302"/>
                    </a:cubicBezTo>
                    <a:cubicBezTo>
                      <a:pt x="734" y="394"/>
                      <a:pt x="691" y="465"/>
                      <a:pt x="658" y="546"/>
                    </a:cubicBezTo>
                    <a:lnTo>
                      <a:pt x="658" y="541"/>
                    </a:lnTo>
                    <a:cubicBezTo>
                      <a:pt x="615" y="633"/>
                      <a:pt x="522" y="644"/>
                      <a:pt x="430" y="644"/>
                    </a:cubicBezTo>
                    <a:cubicBezTo>
                      <a:pt x="392" y="644"/>
                      <a:pt x="359" y="633"/>
                      <a:pt x="321" y="622"/>
                    </a:cubicBezTo>
                    <a:cubicBezTo>
                      <a:pt x="278" y="617"/>
                      <a:pt x="234" y="595"/>
                      <a:pt x="202" y="563"/>
                    </a:cubicBezTo>
                    <a:cubicBezTo>
                      <a:pt x="147" y="503"/>
                      <a:pt x="120" y="427"/>
                      <a:pt x="120" y="345"/>
                    </a:cubicBezTo>
                    <a:cubicBezTo>
                      <a:pt x="115" y="198"/>
                      <a:pt x="234" y="111"/>
                      <a:pt x="370" y="73"/>
                    </a:cubicBezTo>
                    <a:close/>
                    <a:moveTo>
                      <a:pt x="454" y="0"/>
                    </a:moveTo>
                    <a:cubicBezTo>
                      <a:pt x="300" y="0"/>
                      <a:pt x="124" y="72"/>
                      <a:pt x="60" y="215"/>
                    </a:cubicBezTo>
                    <a:cubicBezTo>
                      <a:pt x="1" y="367"/>
                      <a:pt x="44" y="535"/>
                      <a:pt x="158" y="649"/>
                    </a:cubicBezTo>
                    <a:cubicBezTo>
                      <a:pt x="185" y="677"/>
                      <a:pt x="223" y="698"/>
                      <a:pt x="256" y="709"/>
                    </a:cubicBezTo>
                    <a:cubicBezTo>
                      <a:pt x="278" y="715"/>
                      <a:pt x="300" y="715"/>
                      <a:pt x="321" y="720"/>
                    </a:cubicBezTo>
                    <a:cubicBezTo>
                      <a:pt x="343" y="731"/>
                      <a:pt x="370" y="736"/>
                      <a:pt x="397" y="742"/>
                    </a:cubicBezTo>
                    <a:cubicBezTo>
                      <a:pt x="415" y="744"/>
                      <a:pt x="432" y="745"/>
                      <a:pt x="450" y="745"/>
                    </a:cubicBezTo>
                    <a:cubicBezTo>
                      <a:pt x="521" y="745"/>
                      <a:pt x="592" y="728"/>
                      <a:pt x="653" y="693"/>
                    </a:cubicBezTo>
                    <a:cubicBezTo>
                      <a:pt x="707" y="639"/>
                      <a:pt x="751" y="573"/>
                      <a:pt x="778" y="497"/>
                    </a:cubicBezTo>
                    <a:cubicBezTo>
                      <a:pt x="821" y="416"/>
                      <a:pt x="827" y="318"/>
                      <a:pt x="800" y="225"/>
                    </a:cubicBezTo>
                    <a:lnTo>
                      <a:pt x="800" y="225"/>
                    </a:lnTo>
                    <a:lnTo>
                      <a:pt x="805" y="231"/>
                    </a:lnTo>
                    <a:cubicBezTo>
                      <a:pt x="778" y="149"/>
                      <a:pt x="724" y="79"/>
                      <a:pt x="653" y="35"/>
                    </a:cubicBezTo>
                    <a:cubicBezTo>
                      <a:pt x="617" y="17"/>
                      <a:pt x="577" y="7"/>
                      <a:pt x="540" y="7"/>
                    </a:cubicBezTo>
                    <a:cubicBezTo>
                      <a:pt x="532" y="7"/>
                      <a:pt x="524" y="7"/>
                      <a:pt x="517" y="8"/>
                    </a:cubicBezTo>
                    <a:cubicBezTo>
                      <a:pt x="512" y="3"/>
                      <a:pt x="506" y="3"/>
                      <a:pt x="501" y="3"/>
                    </a:cubicBezTo>
                    <a:cubicBezTo>
                      <a:pt x="485" y="1"/>
                      <a:pt x="470" y="0"/>
                      <a:pt x="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0"/>
              <p:cNvSpPr/>
              <p:nvPr/>
            </p:nvSpPr>
            <p:spPr>
              <a:xfrm>
                <a:off x="5681250" y="5463250"/>
                <a:ext cx="3550" cy="4350"/>
              </a:xfrm>
              <a:custGeom>
                <a:rect b="b" l="l" r="r" t="t"/>
                <a:pathLst>
                  <a:path extrusionOk="0" h="174" w="142">
                    <a:moveTo>
                      <a:pt x="59" y="1"/>
                    </a:moveTo>
                    <a:cubicBezTo>
                      <a:pt x="26" y="1"/>
                      <a:pt x="0" y="43"/>
                      <a:pt x="33" y="76"/>
                    </a:cubicBezTo>
                    <a:cubicBezTo>
                      <a:pt x="31" y="73"/>
                      <a:pt x="29" y="73"/>
                      <a:pt x="29" y="73"/>
                    </a:cubicBezTo>
                    <a:lnTo>
                      <a:pt x="29" y="73"/>
                    </a:lnTo>
                    <a:cubicBezTo>
                      <a:pt x="26" y="73"/>
                      <a:pt x="31" y="82"/>
                      <a:pt x="32" y="82"/>
                    </a:cubicBezTo>
                    <a:cubicBezTo>
                      <a:pt x="33" y="82"/>
                      <a:pt x="33" y="82"/>
                      <a:pt x="33" y="81"/>
                    </a:cubicBezTo>
                    <a:cubicBezTo>
                      <a:pt x="33" y="86"/>
                      <a:pt x="38" y="97"/>
                      <a:pt x="38" y="103"/>
                    </a:cubicBezTo>
                    <a:cubicBezTo>
                      <a:pt x="44" y="125"/>
                      <a:pt x="49" y="141"/>
                      <a:pt x="60" y="163"/>
                    </a:cubicBezTo>
                    <a:cubicBezTo>
                      <a:pt x="70" y="170"/>
                      <a:pt x="81" y="174"/>
                      <a:pt x="91" y="174"/>
                    </a:cubicBezTo>
                    <a:cubicBezTo>
                      <a:pt x="111" y="174"/>
                      <a:pt x="129" y="162"/>
                      <a:pt x="136" y="141"/>
                    </a:cubicBezTo>
                    <a:cubicBezTo>
                      <a:pt x="142" y="114"/>
                      <a:pt x="136" y="86"/>
                      <a:pt x="120" y="65"/>
                    </a:cubicBezTo>
                    <a:lnTo>
                      <a:pt x="125" y="65"/>
                    </a:lnTo>
                    <a:cubicBezTo>
                      <a:pt x="114" y="43"/>
                      <a:pt x="104" y="27"/>
                      <a:pt x="93" y="16"/>
                    </a:cubicBezTo>
                    <a:cubicBezTo>
                      <a:pt x="82" y="5"/>
                      <a:pt x="70"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0"/>
              <p:cNvSpPr/>
              <p:nvPr/>
            </p:nvSpPr>
            <p:spPr>
              <a:xfrm>
                <a:off x="5686000" y="5462500"/>
                <a:ext cx="3150" cy="5100"/>
              </a:xfrm>
              <a:custGeom>
                <a:rect b="b" l="l" r="r" t="t"/>
                <a:pathLst>
                  <a:path extrusionOk="0" h="204" w="126">
                    <a:moveTo>
                      <a:pt x="68" y="0"/>
                    </a:moveTo>
                    <a:cubicBezTo>
                      <a:pt x="63" y="0"/>
                      <a:pt x="59" y="1"/>
                      <a:pt x="55" y="2"/>
                    </a:cubicBezTo>
                    <a:cubicBezTo>
                      <a:pt x="53" y="2"/>
                      <a:pt x="51" y="2"/>
                      <a:pt x="49" y="2"/>
                    </a:cubicBezTo>
                    <a:cubicBezTo>
                      <a:pt x="25" y="2"/>
                      <a:pt x="7" y="32"/>
                      <a:pt x="22" y="57"/>
                    </a:cubicBezTo>
                    <a:cubicBezTo>
                      <a:pt x="17" y="62"/>
                      <a:pt x="11" y="68"/>
                      <a:pt x="11" y="78"/>
                    </a:cubicBezTo>
                    <a:cubicBezTo>
                      <a:pt x="0" y="106"/>
                      <a:pt x="0" y="138"/>
                      <a:pt x="11" y="171"/>
                    </a:cubicBezTo>
                    <a:cubicBezTo>
                      <a:pt x="17" y="193"/>
                      <a:pt x="36" y="203"/>
                      <a:pt x="55" y="203"/>
                    </a:cubicBezTo>
                    <a:cubicBezTo>
                      <a:pt x="74" y="203"/>
                      <a:pt x="93" y="193"/>
                      <a:pt x="98" y="171"/>
                    </a:cubicBezTo>
                    <a:cubicBezTo>
                      <a:pt x="104" y="149"/>
                      <a:pt x="109" y="127"/>
                      <a:pt x="109" y="106"/>
                    </a:cubicBezTo>
                    <a:cubicBezTo>
                      <a:pt x="109" y="95"/>
                      <a:pt x="115" y="84"/>
                      <a:pt x="120" y="73"/>
                    </a:cubicBezTo>
                    <a:cubicBezTo>
                      <a:pt x="126" y="51"/>
                      <a:pt x="120" y="30"/>
                      <a:pt x="104" y="19"/>
                    </a:cubicBezTo>
                    <a:cubicBezTo>
                      <a:pt x="96" y="6"/>
                      <a:pt x="81" y="0"/>
                      <a:pt x="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0"/>
              <p:cNvSpPr/>
              <p:nvPr/>
            </p:nvSpPr>
            <p:spPr>
              <a:xfrm>
                <a:off x="5689675" y="5462400"/>
                <a:ext cx="3425" cy="4500"/>
              </a:xfrm>
              <a:custGeom>
                <a:rect b="b" l="l" r="r" t="t"/>
                <a:pathLst>
                  <a:path extrusionOk="0" h="180" w="137">
                    <a:moveTo>
                      <a:pt x="86" y="0"/>
                    </a:moveTo>
                    <a:cubicBezTo>
                      <a:pt x="83" y="0"/>
                      <a:pt x="80" y="0"/>
                      <a:pt x="76" y="1"/>
                    </a:cubicBezTo>
                    <a:cubicBezTo>
                      <a:pt x="65" y="1"/>
                      <a:pt x="49" y="6"/>
                      <a:pt x="38" y="12"/>
                    </a:cubicBezTo>
                    <a:cubicBezTo>
                      <a:pt x="22" y="23"/>
                      <a:pt x="17" y="44"/>
                      <a:pt x="33" y="61"/>
                    </a:cubicBezTo>
                    <a:cubicBezTo>
                      <a:pt x="33" y="66"/>
                      <a:pt x="22" y="72"/>
                      <a:pt x="22" y="77"/>
                    </a:cubicBezTo>
                    <a:cubicBezTo>
                      <a:pt x="6" y="99"/>
                      <a:pt x="0" y="120"/>
                      <a:pt x="0" y="148"/>
                    </a:cubicBezTo>
                    <a:cubicBezTo>
                      <a:pt x="4" y="166"/>
                      <a:pt x="23" y="179"/>
                      <a:pt x="41" y="179"/>
                    </a:cubicBezTo>
                    <a:cubicBezTo>
                      <a:pt x="50" y="179"/>
                      <a:pt x="58" y="176"/>
                      <a:pt x="65" y="169"/>
                    </a:cubicBezTo>
                    <a:cubicBezTo>
                      <a:pt x="82" y="153"/>
                      <a:pt x="93" y="137"/>
                      <a:pt x="109" y="115"/>
                    </a:cubicBezTo>
                    <a:cubicBezTo>
                      <a:pt x="125" y="99"/>
                      <a:pt x="136" y="72"/>
                      <a:pt x="136" y="44"/>
                    </a:cubicBezTo>
                    <a:cubicBezTo>
                      <a:pt x="136" y="20"/>
                      <a:pt x="114"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0"/>
              <p:cNvSpPr/>
              <p:nvPr/>
            </p:nvSpPr>
            <p:spPr>
              <a:xfrm>
                <a:off x="5655025" y="5466600"/>
                <a:ext cx="3275" cy="5000"/>
              </a:xfrm>
              <a:custGeom>
                <a:rect b="b" l="l" r="r" t="t"/>
                <a:pathLst>
                  <a:path extrusionOk="0" h="200" w="131">
                    <a:moveTo>
                      <a:pt x="49" y="0"/>
                    </a:moveTo>
                    <a:cubicBezTo>
                      <a:pt x="27" y="0"/>
                      <a:pt x="6" y="15"/>
                      <a:pt x="6" y="45"/>
                    </a:cubicBezTo>
                    <a:cubicBezTo>
                      <a:pt x="0" y="78"/>
                      <a:pt x="0" y="110"/>
                      <a:pt x="6" y="143"/>
                    </a:cubicBezTo>
                    <a:cubicBezTo>
                      <a:pt x="11" y="164"/>
                      <a:pt x="27" y="181"/>
                      <a:pt x="44" y="192"/>
                    </a:cubicBezTo>
                    <a:cubicBezTo>
                      <a:pt x="52" y="197"/>
                      <a:pt x="63" y="200"/>
                      <a:pt x="74" y="200"/>
                    </a:cubicBezTo>
                    <a:cubicBezTo>
                      <a:pt x="84" y="200"/>
                      <a:pt x="95" y="197"/>
                      <a:pt x="103" y="192"/>
                    </a:cubicBezTo>
                    <a:lnTo>
                      <a:pt x="109" y="192"/>
                    </a:lnTo>
                    <a:cubicBezTo>
                      <a:pt x="120" y="181"/>
                      <a:pt x="125" y="170"/>
                      <a:pt x="131" y="159"/>
                    </a:cubicBezTo>
                    <a:cubicBezTo>
                      <a:pt x="131" y="148"/>
                      <a:pt x="125" y="143"/>
                      <a:pt x="120" y="137"/>
                    </a:cubicBezTo>
                    <a:lnTo>
                      <a:pt x="114" y="126"/>
                    </a:lnTo>
                    <a:lnTo>
                      <a:pt x="109" y="121"/>
                    </a:lnTo>
                    <a:lnTo>
                      <a:pt x="103" y="121"/>
                    </a:lnTo>
                    <a:cubicBezTo>
                      <a:pt x="98" y="116"/>
                      <a:pt x="98" y="116"/>
                      <a:pt x="98" y="110"/>
                    </a:cubicBezTo>
                    <a:lnTo>
                      <a:pt x="98" y="110"/>
                    </a:lnTo>
                    <a:cubicBezTo>
                      <a:pt x="100" y="114"/>
                      <a:pt x="100" y="115"/>
                      <a:pt x="100" y="115"/>
                    </a:cubicBezTo>
                    <a:cubicBezTo>
                      <a:pt x="101" y="115"/>
                      <a:pt x="98" y="108"/>
                      <a:pt x="98" y="105"/>
                    </a:cubicBezTo>
                    <a:cubicBezTo>
                      <a:pt x="93" y="99"/>
                      <a:pt x="93" y="94"/>
                      <a:pt x="93" y="88"/>
                    </a:cubicBezTo>
                    <a:cubicBezTo>
                      <a:pt x="93" y="88"/>
                      <a:pt x="93" y="88"/>
                      <a:pt x="93" y="83"/>
                    </a:cubicBezTo>
                    <a:cubicBezTo>
                      <a:pt x="93" y="78"/>
                      <a:pt x="93" y="78"/>
                      <a:pt x="93" y="72"/>
                    </a:cubicBezTo>
                    <a:lnTo>
                      <a:pt x="93" y="45"/>
                    </a:lnTo>
                    <a:cubicBezTo>
                      <a:pt x="93" y="15"/>
                      <a:pt x="71"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0"/>
              <p:cNvSpPr/>
              <p:nvPr/>
            </p:nvSpPr>
            <p:spPr>
              <a:xfrm>
                <a:off x="5659375" y="5465475"/>
                <a:ext cx="3550" cy="5525"/>
              </a:xfrm>
              <a:custGeom>
                <a:rect b="b" l="l" r="r" t="t"/>
                <a:pathLst>
                  <a:path extrusionOk="0" h="221" w="142">
                    <a:moveTo>
                      <a:pt x="67" y="1"/>
                    </a:moveTo>
                    <a:cubicBezTo>
                      <a:pt x="37" y="1"/>
                      <a:pt x="18" y="30"/>
                      <a:pt x="27" y="63"/>
                    </a:cubicBezTo>
                    <a:cubicBezTo>
                      <a:pt x="0" y="101"/>
                      <a:pt x="0" y="150"/>
                      <a:pt x="16" y="188"/>
                    </a:cubicBezTo>
                    <a:cubicBezTo>
                      <a:pt x="22" y="199"/>
                      <a:pt x="27" y="204"/>
                      <a:pt x="33" y="209"/>
                    </a:cubicBezTo>
                    <a:cubicBezTo>
                      <a:pt x="41" y="212"/>
                      <a:pt x="45" y="214"/>
                      <a:pt x="46" y="214"/>
                    </a:cubicBezTo>
                    <a:cubicBezTo>
                      <a:pt x="46" y="214"/>
                      <a:pt x="44" y="212"/>
                      <a:pt x="38" y="210"/>
                    </a:cubicBezTo>
                    <a:lnTo>
                      <a:pt x="38" y="210"/>
                    </a:lnTo>
                    <a:cubicBezTo>
                      <a:pt x="49" y="215"/>
                      <a:pt x="60" y="220"/>
                      <a:pt x="71" y="220"/>
                    </a:cubicBezTo>
                    <a:cubicBezTo>
                      <a:pt x="87" y="220"/>
                      <a:pt x="98" y="204"/>
                      <a:pt x="103" y="188"/>
                    </a:cubicBezTo>
                    <a:cubicBezTo>
                      <a:pt x="109" y="171"/>
                      <a:pt x="109" y="155"/>
                      <a:pt x="109" y="139"/>
                    </a:cubicBezTo>
                    <a:cubicBezTo>
                      <a:pt x="114" y="112"/>
                      <a:pt x="125" y="90"/>
                      <a:pt x="136" y="63"/>
                    </a:cubicBezTo>
                    <a:cubicBezTo>
                      <a:pt x="141" y="41"/>
                      <a:pt x="125" y="8"/>
                      <a:pt x="98" y="3"/>
                    </a:cubicBezTo>
                    <a:lnTo>
                      <a:pt x="82" y="3"/>
                    </a:lnTo>
                    <a:cubicBezTo>
                      <a:pt x="77" y="1"/>
                      <a:pt x="72"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0"/>
              <p:cNvSpPr/>
              <p:nvPr/>
            </p:nvSpPr>
            <p:spPr>
              <a:xfrm>
                <a:off x="5591550" y="5450050"/>
                <a:ext cx="180350" cy="28125"/>
              </a:xfrm>
              <a:custGeom>
                <a:rect b="b" l="l" r="r" t="t"/>
                <a:pathLst>
                  <a:path extrusionOk="0" h="1125" w="7214">
                    <a:moveTo>
                      <a:pt x="4208" y="272"/>
                    </a:moveTo>
                    <a:cubicBezTo>
                      <a:pt x="4268" y="272"/>
                      <a:pt x="4333" y="283"/>
                      <a:pt x="4393" y="283"/>
                    </a:cubicBezTo>
                    <a:cubicBezTo>
                      <a:pt x="4414" y="283"/>
                      <a:pt x="4442" y="277"/>
                      <a:pt x="4463" y="277"/>
                    </a:cubicBezTo>
                    <a:lnTo>
                      <a:pt x="4469" y="277"/>
                    </a:lnTo>
                    <a:lnTo>
                      <a:pt x="4469" y="310"/>
                    </a:lnTo>
                    <a:cubicBezTo>
                      <a:pt x="4463" y="375"/>
                      <a:pt x="4469" y="441"/>
                      <a:pt x="4474" y="506"/>
                    </a:cubicBezTo>
                    <a:cubicBezTo>
                      <a:pt x="4485" y="593"/>
                      <a:pt x="4491" y="674"/>
                      <a:pt x="4496" y="761"/>
                    </a:cubicBezTo>
                    <a:cubicBezTo>
                      <a:pt x="4496" y="778"/>
                      <a:pt x="4507" y="810"/>
                      <a:pt x="4507" y="843"/>
                    </a:cubicBezTo>
                    <a:cubicBezTo>
                      <a:pt x="4496" y="837"/>
                      <a:pt x="4480" y="832"/>
                      <a:pt x="4463" y="832"/>
                    </a:cubicBezTo>
                    <a:cubicBezTo>
                      <a:pt x="4414" y="832"/>
                      <a:pt x="4360" y="843"/>
                      <a:pt x="4311" y="843"/>
                    </a:cubicBezTo>
                    <a:cubicBezTo>
                      <a:pt x="4257" y="846"/>
                      <a:pt x="4202" y="847"/>
                      <a:pt x="4148" y="847"/>
                    </a:cubicBezTo>
                    <a:cubicBezTo>
                      <a:pt x="4094" y="847"/>
                      <a:pt x="4039" y="846"/>
                      <a:pt x="3985" y="843"/>
                    </a:cubicBezTo>
                    <a:lnTo>
                      <a:pt x="3681" y="832"/>
                    </a:lnTo>
                    <a:cubicBezTo>
                      <a:pt x="3637" y="832"/>
                      <a:pt x="3594" y="826"/>
                      <a:pt x="3550" y="826"/>
                    </a:cubicBezTo>
                    <a:cubicBezTo>
                      <a:pt x="3518" y="826"/>
                      <a:pt x="3485" y="832"/>
                      <a:pt x="3458" y="843"/>
                    </a:cubicBezTo>
                    <a:cubicBezTo>
                      <a:pt x="3447" y="837"/>
                      <a:pt x="3436" y="837"/>
                      <a:pt x="3425" y="837"/>
                    </a:cubicBezTo>
                    <a:lnTo>
                      <a:pt x="3425" y="805"/>
                    </a:lnTo>
                    <a:cubicBezTo>
                      <a:pt x="3431" y="729"/>
                      <a:pt x="3436" y="658"/>
                      <a:pt x="3441" y="587"/>
                    </a:cubicBezTo>
                    <a:cubicBezTo>
                      <a:pt x="3447" y="495"/>
                      <a:pt x="3447" y="402"/>
                      <a:pt x="3436" y="316"/>
                    </a:cubicBezTo>
                    <a:cubicBezTo>
                      <a:pt x="3452" y="310"/>
                      <a:pt x="3469" y="310"/>
                      <a:pt x="3485" y="305"/>
                    </a:cubicBezTo>
                    <a:cubicBezTo>
                      <a:pt x="3501" y="299"/>
                      <a:pt x="3512" y="283"/>
                      <a:pt x="3507" y="272"/>
                    </a:cubicBezTo>
                    <a:close/>
                    <a:moveTo>
                      <a:pt x="5121" y="120"/>
                    </a:moveTo>
                    <a:cubicBezTo>
                      <a:pt x="5165" y="120"/>
                      <a:pt x="5214" y="131"/>
                      <a:pt x="5257" y="142"/>
                    </a:cubicBezTo>
                    <a:cubicBezTo>
                      <a:pt x="5360" y="158"/>
                      <a:pt x="5458" y="191"/>
                      <a:pt x="5556" y="234"/>
                    </a:cubicBezTo>
                    <a:cubicBezTo>
                      <a:pt x="5643" y="272"/>
                      <a:pt x="5725" y="310"/>
                      <a:pt x="5806" y="359"/>
                    </a:cubicBezTo>
                    <a:cubicBezTo>
                      <a:pt x="5871" y="402"/>
                      <a:pt x="5947" y="441"/>
                      <a:pt x="6018" y="468"/>
                    </a:cubicBezTo>
                    <a:cubicBezTo>
                      <a:pt x="6110" y="489"/>
                      <a:pt x="6197" y="506"/>
                      <a:pt x="6290" y="517"/>
                    </a:cubicBezTo>
                    <a:lnTo>
                      <a:pt x="6284" y="522"/>
                    </a:lnTo>
                    <a:lnTo>
                      <a:pt x="6312" y="522"/>
                    </a:lnTo>
                    <a:cubicBezTo>
                      <a:pt x="6295" y="538"/>
                      <a:pt x="6279" y="555"/>
                      <a:pt x="6257" y="571"/>
                    </a:cubicBezTo>
                    <a:cubicBezTo>
                      <a:pt x="6143" y="647"/>
                      <a:pt x="6023" y="718"/>
                      <a:pt x="5898" y="778"/>
                    </a:cubicBezTo>
                    <a:cubicBezTo>
                      <a:pt x="5811" y="799"/>
                      <a:pt x="5719" y="816"/>
                      <a:pt x="5632" y="832"/>
                    </a:cubicBezTo>
                    <a:cubicBezTo>
                      <a:pt x="5458" y="854"/>
                      <a:pt x="5279" y="875"/>
                      <a:pt x="5105" y="881"/>
                    </a:cubicBezTo>
                    <a:cubicBezTo>
                      <a:pt x="5018" y="881"/>
                      <a:pt x="4936" y="903"/>
                      <a:pt x="4849" y="903"/>
                    </a:cubicBezTo>
                    <a:cubicBezTo>
                      <a:pt x="4806" y="903"/>
                      <a:pt x="4762" y="897"/>
                      <a:pt x="4719" y="881"/>
                    </a:cubicBezTo>
                    <a:cubicBezTo>
                      <a:pt x="4708" y="875"/>
                      <a:pt x="4675" y="865"/>
                      <a:pt x="4654" y="854"/>
                    </a:cubicBezTo>
                    <a:cubicBezTo>
                      <a:pt x="4654" y="761"/>
                      <a:pt x="4626" y="647"/>
                      <a:pt x="4621" y="566"/>
                    </a:cubicBezTo>
                    <a:cubicBezTo>
                      <a:pt x="4616" y="500"/>
                      <a:pt x="4599" y="430"/>
                      <a:pt x="4599" y="370"/>
                    </a:cubicBezTo>
                    <a:cubicBezTo>
                      <a:pt x="4599" y="337"/>
                      <a:pt x="4605" y="305"/>
                      <a:pt x="4605" y="272"/>
                    </a:cubicBezTo>
                    <a:cubicBezTo>
                      <a:pt x="4648" y="245"/>
                      <a:pt x="4686" y="218"/>
                      <a:pt x="4730" y="196"/>
                    </a:cubicBezTo>
                    <a:cubicBezTo>
                      <a:pt x="4817" y="158"/>
                      <a:pt x="4909" y="136"/>
                      <a:pt x="5002" y="136"/>
                    </a:cubicBezTo>
                    <a:cubicBezTo>
                      <a:pt x="5040" y="136"/>
                      <a:pt x="5083" y="120"/>
                      <a:pt x="5121" y="120"/>
                    </a:cubicBezTo>
                    <a:close/>
                    <a:moveTo>
                      <a:pt x="3371" y="326"/>
                    </a:moveTo>
                    <a:lnTo>
                      <a:pt x="3371" y="326"/>
                    </a:lnTo>
                    <a:cubicBezTo>
                      <a:pt x="3355" y="419"/>
                      <a:pt x="3333" y="511"/>
                      <a:pt x="3316" y="604"/>
                    </a:cubicBezTo>
                    <a:cubicBezTo>
                      <a:pt x="3295" y="680"/>
                      <a:pt x="3284" y="761"/>
                      <a:pt x="3289" y="843"/>
                    </a:cubicBezTo>
                    <a:cubicBezTo>
                      <a:pt x="3208" y="854"/>
                      <a:pt x="3132" y="870"/>
                      <a:pt x="3056" y="881"/>
                    </a:cubicBezTo>
                    <a:cubicBezTo>
                      <a:pt x="2909" y="897"/>
                      <a:pt x="2767" y="908"/>
                      <a:pt x="2626" y="924"/>
                    </a:cubicBezTo>
                    <a:cubicBezTo>
                      <a:pt x="2333" y="968"/>
                      <a:pt x="2044" y="957"/>
                      <a:pt x="1751" y="973"/>
                    </a:cubicBezTo>
                    <a:cubicBezTo>
                      <a:pt x="1568" y="983"/>
                      <a:pt x="1384" y="985"/>
                      <a:pt x="1199" y="985"/>
                    </a:cubicBezTo>
                    <a:cubicBezTo>
                      <a:pt x="1077" y="985"/>
                      <a:pt x="954" y="984"/>
                      <a:pt x="832" y="984"/>
                    </a:cubicBezTo>
                    <a:cubicBezTo>
                      <a:pt x="802" y="985"/>
                      <a:pt x="771" y="986"/>
                      <a:pt x="741" y="986"/>
                    </a:cubicBezTo>
                    <a:cubicBezTo>
                      <a:pt x="635" y="986"/>
                      <a:pt x="530" y="978"/>
                      <a:pt x="425" y="957"/>
                    </a:cubicBezTo>
                    <a:cubicBezTo>
                      <a:pt x="376" y="946"/>
                      <a:pt x="327" y="930"/>
                      <a:pt x="272" y="924"/>
                    </a:cubicBezTo>
                    <a:cubicBezTo>
                      <a:pt x="327" y="897"/>
                      <a:pt x="381" y="881"/>
                      <a:pt x="435" y="859"/>
                    </a:cubicBezTo>
                    <a:cubicBezTo>
                      <a:pt x="571" y="799"/>
                      <a:pt x="713" y="756"/>
                      <a:pt x="854" y="707"/>
                    </a:cubicBezTo>
                    <a:cubicBezTo>
                      <a:pt x="990" y="663"/>
                      <a:pt x="1126" y="647"/>
                      <a:pt x="1262" y="609"/>
                    </a:cubicBezTo>
                    <a:cubicBezTo>
                      <a:pt x="1408" y="571"/>
                      <a:pt x="1561" y="544"/>
                      <a:pt x="1707" y="511"/>
                    </a:cubicBezTo>
                    <a:cubicBezTo>
                      <a:pt x="2001" y="457"/>
                      <a:pt x="2300" y="408"/>
                      <a:pt x="2593" y="375"/>
                    </a:cubicBezTo>
                    <a:cubicBezTo>
                      <a:pt x="2746" y="359"/>
                      <a:pt x="2898" y="348"/>
                      <a:pt x="3050" y="343"/>
                    </a:cubicBezTo>
                    <a:cubicBezTo>
                      <a:pt x="3159" y="343"/>
                      <a:pt x="3268" y="337"/>
                      <a:pt x="3371" y="326"/>
                    </a:cubicBezTo>
                    <a:close/>
                    <a:moveTo>
                      <a:pt x="5072" y="0"/>
                    </a:moveTo>
                    <a:cubicBezTo>
                      <a:pt x="4991" y="6"/>
                      <a:pt x="4909" y="17"/>
                      <a:pt x="4833" y="33"/>
                    </a:cubicBezTo>
                    <a:cubicBezTo>
                      <a:pt x="4741" y="65"/>
                      <a:pt x="4632" y="104"/>
                      <a:pt x="4578" y="185"/>
                    </a:cubicBezTo>
                    <a:cubicBezTo>
                      <a:pt x="4549" y="157"/>
                      <a:pt x="4509" y="152"/>
                      <a:pt x="4467" y="152"/>
                    </a:cubicBezTo>
                    <a:cubicBezTo>
                      <a:pt x="4445" y="152"/>
                      <a:pt x="4424" y="153"/>
                      <a:pt x="4403" y="153"/>
                    </a:cubicBezTo>
                    <a:cubicBezTo>
                      <a:pt x="4394" y="153"/>
                      <a:pt x="4385" y="153"/>
                      <a:pt x="4376" y="152"/>
                    </a:cubicBezTo>
                    <a:cubicBezTo>
                      <a:pt x="4208" y="147"/>
                      <a:pt x="4030" y="131"/>
                      <a:pt x="3853" y="131"/>
                    </a:cubicBezTo>
                    <a:cubicBezTo>
                      <a:pt x="3693" y="131"/>
                      <a:pt x="3535" y="144"/>
                      <a:pt x="3387" y="191"/>
                    </a:cubicBezTo>
                    <a:cubicBezTo>
                      <a:pt x="3371" y="196"/>
                      <a:pt x="3360" y="212"/>
                      <a:pt x="3365" y="229"/>
                    </a:cubicBezTo>
                    <a:cubicBezTo>
                      <a:pt x="3246" y="213"/>
                      <a:pt x="3128" y="207"/>
                      <a:pt x="3010" y="207"/>
                    </a:cubicBezTo>
                    <a:cubicBezTo>
                      <a:pt x="2919" y="207"/>
                      <a:pt x="2827" y="211"/>
                      <a:pt x="2735" y="218"/>
                    </a:cubicBezTo>
                    <a:cubicBezTo>
                      <a:pt x="2485" y="234"/>
                      <a:pt x="2229" y="277"/>
                      <a:pt x="1979" y="316"/>
                    </a:cubicBezTo>
                    <a:cubicBezTo>
                      <a:pt x="1724" y="354"/>
                      <a:pt x="1474" y="402"/>
                      <a:pt x="1224" y="468"/>
                    </a:cubicBezTo>
                    <a:cubicBezTo>
                      <a:pt x="984" y="533"/>
                      <a:pt x="734" y="566"/>
                      <a:pt x="506" y="663"/>
                    </a:cubicBezTo>
                    <a:cubicBezTo>
                      <a:pt x="408" y="701"/>
                      <a:pt x="310" y="745"/>
                      <a:pt x="213" y="794"/>
                    </a:cubicBezTo>
                    <a:cubicBezTo>
                      <a:pt x="153" y="821"/>
                      <a:pt x="39" y="826"/>
                      <a:pt x="17" y="908"/>
                    </a:cubicBezTo>
                    <a:cubicBezTo>
                      <a:pt x="1" y="968"/>
                      <a:pt x="33" y="1028"/>
                      <a:pt x="93" y="1044"/>
                    </a:cubicBezTo>
                    <a:cubicBezTo>
                      <a:pt x="137" y="1049"/>
                      <a:pt x="175" y="1049"/>
                      <a:pt x="218" y="1055"/>
                    </a:cubicBezTo>
                    <a:cubicBezTo>
                      <a:pt x="278" y="1060"/>
                      <a:pt x="332" y="1077"/>
                      <a:pt x="392" y="1093"/>
                    </a:cubicBezTo>
                    <a:cubicBezTo>
                      <a:pt x="510" y="1119"/>
                      <a:pt x="634" y="1125"/>
                      <a:pt x="759" y="1125"/>
                    </a:cubicBezTo>
                    <a:cubicBezTo>
                      <a:pt x="869" y="1125"/>
                      <a:pt x="980" y="1120"/>
                      <a:pt x="1088" y="1120"/>
                    </a:cubicBezTo>
                    <a:cubicBezTo>
                      <a:pt x="1338" y="1120"/>
                      <a:pt x="1588" y="1109"/>
                      <a:pt x="1838" y="1104"/>
                    </a:cubicBezTo>
                    <a:cubicBezTo>
                      <a:pt x="2099" y="1104"/>
                      <a:pt x="2365" y="1093"/>
                      <a:pt x="2632" y="1071"/>
                    </a:cubicBezTo>
                    <a:cubicBezTo>
                      <a:pt x="2882" y="1038"/>
                      <a:pt x="3143" y="1044"/>
                      <a:pt x="3382" y="979"/>
                    </a:cubicBezTo>
                    <a:cubicBezTo>
                      <a:pt x="3393" y="984"/>
                      <a:pt x="3403" y="990"/>
                      <a:pt x="3409" y="995"/>
                    </a:cubicBezTo>
                    <a:cubicBezTo>
                      <a:pt x="3423" y="1000"/>
                      <a:pt x="3438" y="1002"/>
                      <a:pt x="3452" y="1002"/>
                    </a:cubicBezTo>
                    <a:cubicBezTo>
                      <a:pt x="3503" y="1002"/>
                      <a:pt x="3554" y="979"/>
                      <a:pt x="3605" y="979"/>
                    </a:cubicBezTo>
                    <a:cubicBezTo>
                      <a:pt x="3670" y="979"/>
                      <a:pt x="3757" y="973"/>
                      <a:pt x="3833" y="973"/>
                    </a:cubicBezTo>
                    <a:cubicBezTo>
                      <a:pt x="3933" y="970"/>
                      <a:pt x="4032" y="967"/>
                      <a:pt x="4131" y="967"/>
                    </a:cubicBezTo>
                    <a:cubicBezTo>
                      <a:pt x="4203" y="967"/>
                      <a:pt x="4276" y="969"/>
                      <a:pt x="4349" y="973"/>
                    </a:cubicBezTo>
                    <a:cubicBezTo>
                      <a:pt x="4364" y="972"/>
                      <a:pt x="4378" y="971"/>
                      <a:pt x="4392" y="971"/>
                    </a:cubicBezTo>
                    <a:cubicBezTo>
                      <a:pt x="4426" y="971"/>
                      <a:pt x="4460" y="975"/>
                      <a:pt x="4491" y="979"/>
                    </a:cubicBezTo>
                    <a:cubicBezTo>
                      <a:pt x="4518" y="990"/>
                      <a:pt x="4545" y="995"/>
                      <a:pt x="4572" y="995"/>
                    </a:cubicBezTo>
                    <a:cubicBezTo>
                      <a:pt x="4588" y="995"/>
                      <a:pt x="4605" y="990"/>
                      <a:pt x="4616" y="973"/>
                    </a:cubicBezTo>
                    <a:cubicBezTo>
                      <a:pt x="4684" y="1015"/>
                      <a:pt x="4788" y="1028"/>
                      <a:pt x="4871" y="1028"/>
                    </a:cubicBezTo>
                    <a:cubicBezTo>
                      <a:pt x="4907" y="1028"/>
                      <a:pt x="4939" y="1025"/>
                      <a:pt x="4963" y="1022"/>
                    </a:cubicBezTo>
                    <a:cubicBezTo>
                      <a:pt x="5170" y="995"/>
                      <a:pt x="5377" y="973"/>
                      <a:pt x="5583" y="941"/>
                    </a:cubicBezTo>
                    <a:cubicBezTo>
                      <a:pt x="5681" y="924"/>
                      <a:pt x="5779" y="903"/>
                      <a:pt x="5877" y="886"/>
                    </a:cubicBezTo>
                    <a:cubicBezTo>
                      <a:pt x="5947" y="881"/>
                      <a:pt x="6018" y="859"/>
                      <a:pt x="6078" y="826"/>
                    </a:cubicBezTo>
                    <a:cubicBezTo>
                      <a:pt x="6116" y="805"/>
                      <a:pt x="6154" y="794"/>
                      <a:pt x="6192" y="767"/>
                    </a:cubicBezTo>
                    <a:cubicBezTo>
                      <a:pt x="6225" y="745"/>
                      <a:pt x="6257" y="718"/>
                      <a:pt x="6290" y="691"/>
                    </a:cubicBezTo>
                    <a:cubicBezTo>
                      <a:pt x="6360" y="625"/>
                      <a:pt x="6415" y="549"/>
                      <a:pt x="6486" y="484"/>
                    </a:cubicBezTo>
                    <a:cubicBezTo>
                      <a:pt x="6517" y="452"/>
                      <a:pt x="6488" y="401"/>
                      <a:pt x="6449" y="401"/>
                    </a:cubicBezTo>
                    <a:cubicBezTo>
                      <a:pt x="6442" y="401"/>
                      <a:pt x="6434" y="403"/>
                      <a:pt x="6426" y="408"/>
                    </a:cubicBezTo>
                    <a:cubicBezTo>
                      <a:pt x="6404" y="422"/>
                      <a:pt x="6376" y="428"/>
                      <a:pt x="6346" y="428"/>
                    </a:cubicBezTo>
                    <a:cubicBezTo>
                      <a:pt x="6284" y="428"/>
                      <a:pt x="6212" y="406"/>
                      <a:pt x="6154" y="392"/>
                    </a:cubicBezTo>
                    <a:cubicBezTo>
                      <a:pt x="6154" y="326"/>
                      <a:pt x="6241" y="272"/>
                      <a:pt x="6295" y="250"/>
                    </a:cubicBezTo>
                    <a:cubicBezTo>
                      <a:pt x="6323" y="239"/>
                      <a:pt x="6354" y="233"/>
                      <a:pt x="6384" y="233"/>
                    </a:cubicBezTo>
                    <a:cubicBezTo>
                      <a:pt x="6423" y="233"/>
                      <a:pt x="6462" y="243"/>
                      <a:pt x="6496" y="261"/>
                    </a:cubicBezTo>
                    <a:cubicBezTo>
                      <a:pt x="6589" y="316"/>
                      <a:pt x="6643" y="392"/>
                      <a:pt x="6757" y="392"/>
                    </a:cubicBezTo>
                    <a:cubicBezTo>
                      <a:pt x="6806" y="386"/>
                      <a:pt x="6850" y="381"/>
                      <a:pt x="6899" y="370"/>
                    </a:cubicBezTo>
                    <a:cubicBezTo>
                      <a:pt x="6953" y="370"/>
                      <a:pt x="7073" y="392"/>
                      <a:pt x="7100" y="446"/>
                    </a:cubicBezTo>
                    <a:lnTo>
                      <a:pt x="7100" y="555"/>
                    </a:lnTo>
                    <a:lnTo>
                      <a:pt x="7062" y="593"/>
                    </a:lnTo>
                    <a:cubicBezTo>
                      <a:pt x="7045" y="614"/>
                      <a:pt x="7029" y="631"/>
                      <a:pt x="7007" y="647"/>
                    </a:cubicBezTo>
                    <a:cubicBezTo>
                      <a:pt x="6953" y="701"/>
                      <a:pt x="6888" y="745"/>
                      <a:pt x="6817" y="783"/>
                    </a:cubicBezTo>
                    <a:cubicBezTo>
                      <a:pt x="6802" y="793"/>
                      <a:pt x="6810" y="822"/>
                      <a:pt x="6829" y="822"/>
                    </a:cubicBezTo>
                    <a:cubicBezTo>
                      <a:pt x="6830" y="822"/>
                      <a:pt x="6832" y="821"/>
                      <a:pt x="6833" y="821"/>
                    </a:cubicBezTo>
                    <a:cubicBezTo>
                      <a:pt x="6920" y="788"/>
                      <a:pt x="6996" y="745"/>
                      <a:pt x="7062" y="685"/>
                    </a:cubicBezTo>
                    <a:cubicBezTo>
                      <a:pt x="7111" y="642"/>
                      <a:pt x="7181" y="576"/>
                      <a:pt x="7192" y="511"/>
                    </a:cubicBezTo>
                    <a:cubicBezTo>
                      <a:pt x="7213" y="370"/>
                      <a:pt x="6998" y="304"/>
                      <a:pt x="6885" y="304"/>
                    </a:cubicBezTo>
                    <a:cubicBezTo>
                      <a:pt x="6880" y="304"/>
                      <a:pt x="6876" y="304"/>
                      <a:pt x="6871" y="305"/>
                    </a:cubicBezTo>
                    <a:lnTo>
                      <a:pt x="6877" y="305"/>
                    </a:lnTo>
                    <a:cubicBezTo>
                      <a:pt x="6846" y="308"/>
                      <a:pt x="6813" y="312"/>
                      <a:pt x="6780" y="312"/>
                    </a:cubicBezTo>
                    <a:cubicBezTo>
                      <a:pt x="6767" y="312"/>
                      <a:pt x="6754" y="312"/>
                      <a:pt x="6741" y="310"/>
                    </a:cubicBezTo>
                    <a:cubicBezTo>
                      <a:pt x="6687" y="299"/>
                      <a:pt x="6638" y="272"/>
                      <a:pt x="6594" y="229"/>
                    </a:cubicBezTo>
                    <a:cubicBezTo>
                      <a:pt x="6534" y="180"/>
                      <a:pt x="6458" y="152"/>
                      <a:pt x="6382" y="152"/>
                    </a:cubicBezTo>
                    <a:cubicBezTo>
                      <a:pt x="6274" y="163"/>
                      <a:pt x="6100" y="245"/>
                      <a:pt x="6110" y="375"/>
                    </a:cubicBezTo>
                    <a:cubicBezTo>
                      <a:pt x="6023" y="354"/>
                      <a:pt x="5942" y="316"/>
                      <a:pt x="5866" y="267"/>
                    </a:cubicBezTo>
                    <a:cubicBezTo>
                      <a:pt x="5697" y="158"/>
                      <a:pt x="5518" y="76"/>
                      <a:pt x="5322" y="33"/>
                    </a:cubicBezTo>
                    <a:cubicBezTo>
                      <a:pt x="5241" y="6"/>
                      <a:pt x="5154" y="0"/>
                      <a:pt x="5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0"/>
              <p:cNvSpPr/>
              <p:nvPr/>
            </p:nvSpPr>
            <p:spPr>
              <a:xfrm>
                <a:off x="5731800" y="5470700"/>
                <a:ext cx="33450" cy="14150"/>
              </a:xfrm>
              <a:custGeom>
                <a:rect b="b" l="l" r="r" t="t"/>
                <a:pathLst>
                  <a:path extrusionOk="0" h="566" w="1338">
                    <a:moveTo>
                      <a:pt x="1315" y="1"/>
                    </a:moveTo>
                    <a:cubicBezTo>
                      <a:pt x="1307" y="1"/>
                      <a:pt x="1299" y="5"/>
                      <a:pt x="1294" y="11"/>
                    </a:cubicBezTo>
                    <a:cubicBezTo>
                      <a:pt x="1278" y="28"/>
                      <a:pt x="1234" y="28"/>
                      <a:pt x="1213" y="39"/>
                    </a:cubicBezTo>
                    <a:cubicBezTo>
                      <a:pt x="1180" y="55"/>
                      <a:pt x="1147" y="77"/>
                      <a:pt x="1120" y="98"/>
                    </a:cubicBezTo>
                    <a:cubicBezTo>
                      <a:pt x="1066" y="142"/>
                      <a:pt x="1022" y="196"/>
                      <a:pt x="995" y="256"/>
                    </a:cubicBezTo>
                    <a:cubicBezTo>
                      <a:pt x="957" y="338"/>
                      <a:pt x="941" y="463"/>
                      <a:pt x="832" y="479"/>
                    </a:cubicBezTo>
                    <a:cubicBezTo>
                      <a:pt x="822" y="481"/>
                      <a:pt x="814" y="482"/>
                      <a:pt x="806" y="482"/>
                    </a:cubicBezTo>
                    <a:cubicBezTo>
                      <a:pt x="725" y="482"/>
                      <a:pt x="728" y="388"/>
                      <a:pt x="669" y="343"/>
                    </a:cubicBezTo>
                    <a:cubicBezTo>
                      <a:pt x="640" y="328"/>
                      <a:pt x="609" y="319"/>
                      <a:pt x="576" y="319"/>
                    </a:cubicBezTo>
                    <a:cubicBezTo>
                      <a:pt x="560" y="319"/>
                      <a:pt x="544" y="321"/>
                      <a:pt x="528" y="327"/>
                    </a:cubicBezTo>
                    <a:cubicBezTo>
                      <a:pt x="446" y="348"/>
                      <a:pt x="365" y="359"/>
                      <a:pt x="278" y="365"/>
                    </a:cubicBezTo>
                    <a:cubicBezTo>
                      <a:pt x="265" y="366"/>
                      <a:pt x="252" y="367"/>
                      <a:pt x="239" y="367"/>
                    </a:cubicBezTo>
                    <a:cubicBezTo>
                      <a:pt x="198" y="367"/>
                      <a:pt x="156" y="360"/>
                      <a:pt x="115" y="343"/>
                    </a:cubicBezTo>
                    <a:cubicBezTo>
                      <a:pt x="60" y="316"/>
                      <a:pt x="93" y="305"/>
                      <a:pt x="120" y="278"/>
                    </a:cubicBezTo>
                    <a:cubicBezTo>
                      <a:pt x="180" y="212"/>
                      <a:pt x="256" y="174"/>
                      <a:pt x="316" y="109"/>
                    </a:cubicBezTo>
                    <a:cubicBezTo>
                      <a:pt x="328" y="101"/>
                      <a:pt x="315" y="82"/>
                      <a:pt x="300" y="82"/>
                    </a:cubicBezTo>
                    <a:cubicBezTo>
                      <a:pt x="296" y="82"/>
                      <a:pt x="292" y="84"/>
                      <a:pt x="288" y="87"/>
                    </a:cubicBezTo>
                    <a:cubicBezTo>
                      <a:pt x="212" y="164"/>
                      <a:pt x="109" y="196"/>
                      <a:pt x="38" y="278"/>
                    </a:cubicBezTo>
                    <a:cubicBezTo>
                      <a:pt x="0" y="321"/>
                      <a:pt x="17" y="359"/>
                      <a:pt x="66" y="386"/>
                    </a:cubicBezTo>
                    <a:cubicBezTo>
                      <a:pt x="136" y="420"/>
                      <a:pt x="213" y="434"/>
                      <a:pt x="292" y="434"/>
                    </a:cubicBezTo>
                    <a:cubicBezTo>
                      <a:pt x="316" y="434"/>
                      <a:pt x="340" y="432"/>
                      <a:pt x="365" y="430"/>
                    </a:cubicBezTo>
                    <a:cubicBezTo>
                      <a:pt x="423" y="423"/>
                      <a:pt x="498" y="389"/>
                      <a:pt x="563" y="389"/>
                    </a:cubicBezTo>
                    <a:cubicBezTo>
                      <a:pt x="605" y="389"/>
                      <a:pt x="643" y="404"/>
                      <a:pt x="669" y="452"/>
                    </a:cubicBezTo>
                    <a:cubicBezTo>
                      <a:pt x="702" y="522"/>
                      <a:pt x="734" y="566"/>
                      <a:pt x="816" y="566"/>
                    </a:cubicBezTo>
                    <a:cubicBezTo>
                      <a:pt x="897" y="560"/>
                      <a:pt x="973" y="511"/>
                      <a:pt x="1006" y="435"/>
                    </a:cubicBezTo>
                    <a:cubicBezTo>
                      <a:pt x="1060" y="332"/>
                      <a:pt x="1071" y="234"/>
                      <a:pt x="1169" y="158"/>
                    </a:cubicBezTo>
                    <a:cubicBezTo>
                      <a:pt x="1218" y="115"/>
                      <a:pt x="1332" y="98"/>
                      <a:pt x="1338" y="28"/>
                    </a:cubicBezTo>
                    <a:cubicBezTo>
                      <a:pt x="1338" y="9"/>
                      <a:pt x="1326" y="1"/>
                      <a:pt x="1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120"/>
            <p:cNvGrpSpPr/>
            <p:nvPr/>
          </p:nvGrpSpPr>
          <p:grpSpPr>
            <a:xfrm>
              <a:off x="8162220" y="4215782"/>
              <a:ext cx="274328" cy="238917"/>
              <a:chOff x="5941025" y="5255325"/>
              <a:chExt cx="280700" cy="250175"/>
            </a:xfrm>
          </p:grpSpPr>
          <p:sp>
            <p:nvSpPr>
              <p:cNvPr id="6210" name="Google Shape;6210;p120"/>
              <p:cNvSpPr/>
              <p:nvPr/>
            </p:nvSpPr>
            <p:spPr>
              <a:xfrm>
                <a:off x="5941025" y="5266125"/>
                <a:ext cx="267925" cy="239375"/>
              </a:xfrm>
              <a:custGeom>
                <a:rect b="b" l="l" r="r" t="t"/>
                <a:pathLst>
                  <a:path extrusionOk="0" h="9575" w="10717">
                    <a:moveTo>
                      <a:pt x="2313" y="3166"/>
                    </a:moveTo>
                    <a:lnTo>
                      <a:pt x="2188" y="3395"/>
                    </a:lnTo>
                    <a:cubicBezTo>
                      <a:pt x="2193" y="3340"/>
                      <a:pt x="2204" y="3291"/>
                      <a:pt x="2220" y="3242"/>
                    </a:cubicBezTo>
                    <a:cubicBezTo>
                      <a:pt x="2231" y="3199"/>
                      <a:pt x="2269" y="3172"/>
                      <a:pt x="2313" y="3166"/>
                    </a:cubicBezTo>
                    <a:close/>
                    <a:moveTo>
                      <a:pt x="3655" y="813"/>
                    </a:moveTo>
                    <a:lnTo>
                      <a:pt x="3655" y="1372"/>
                    </a:lnTo>
                    <a:cubicBezTo>
                      <a:pt x="3639" y="1584"/>
                      <a:pt x="3639" y="1791"/>
                      <a:pt x="3655" y="2003"/>
                    </a:cubicBezTo>
                    <a:cubicBezTo>
                      <a:pt x="3683" y="2199"/>
                      <a:pt x="3677" y="2394"/>
                      <a:pt x="3715" y="2590"/>
                    </a:cubicBezTo>
                    <a:cubicBezTo>
                      <a:pt x="3731" y="2666"/>
                      <a:pt x="3742" y="2742"/>
                      <a:pt x="3759" y="2813"/>
                    </a:cubicBezTo>
                    <a:cubicBezTo>
                      <a:pt x="3721" y="2818"/>
                      <a:pt x="3683" y="2818"/>
                      <a:pt x="3644" y="2818"/>
                    </a:cubicBezTo>
                    <a:cubicBezTo>
                      <a:pt x="3487" y="2818"/>
                      <a:pt x="3324" y="2829"/>
                      <a:pt x="3166" y="2856"/>
                    </a:cubicBezTo>
                    <a:cubicBezTo>
                      <a:pt x="3150" y="2856"/>
                      <a:pt x="3150" y="2889"/>
                      <a:pt x="3166" y="2894"/>
                    </a:cubicBezTo>
                    <a:cubicBezTo>
                      <a:pt x="3316" y="2915"/>
                      <a:pt x="3475" y="2949"/>
                      <a:pt x="3629" y="2949"/>
                    </a:cubicBezTo>
                    <a:cubicBezTo>
                      <a:pt x="3677" y="2949"/>
                      <a:pt x="3724" y="2946"/>
                      <a:pt x="3769" y="2938"/>
                    </a:cubicBezTo>
                    <a:cubicBezTo>
                      <a:pt x="3786" y="3030"/>
                      <a:pt x="3791" y="3123"/>
                      <a:pt x="3786" y="3215"/>
                    </a:cubicBezTo>
                    <a:cubicBezTo>
                      <a:pt x="3786" y="3405"/>
                      <a:pt x="3797" y="3596"/>
                      <a:pt x="3818" y="3786"/>
                    </a:cubicBezTo>
                    <a:cubicBezTo>
                      <a:pt x="3824" y="3862"/>
                      <a:pt x="3835" y="3944"/>
                      <a:pt x="3840" y="4025"/>
                    </a:cubicBezTo>
                    <a:cubicBezTo>
                      <a:pt x="3786" y="3938"/>
                      <a:pt x="3726" y="3851"/>
                      <a:pt x="3661" y="3764"/>
                    </a:cubicBezTo>
                    <a:cubicBezTo>
                      <a:pt x="3547" y="3596"/>
                      <a:pt x="3422" y="3438"/>
                      <a:pt x="3286" y="3280"/>
                    </a:cubicBezTo>
                    <a:cubicBezTo>
                      <a:pt x="3226" y="3204"/>
                      <a:pt x="3155" y="3139"/>
                      <a:pt x="3079" y="3085"/>
                    </a:cubicBezTo>
                    <a:cubicBezTo>
                      <a:pt x="2992" y="3025"/>
                      <a:pt x="2894" y="3014"/>
                      <a:pt x="2807" y="2987"/>
                    </a:cubicBezTo>
                    <a:cubicBezTo>
                      <a:pt x="2818" y="2954"/>
                      <a:pt x="2835" y="2916"/>
                      <a:pt x="2851" y="2889"/>
                    </a:cubicBezTo>
                    <a:lnTo>
                      <a:pt x="2856" y="2889"/>
                    </a:lnTo>
                    <a:cubicBezTo>
                      <a:pt x="2911" y="2884"/>
                      <a:pt x="2965" y="2867"/>
                      <a:pt x="3019" y="2851"/>
                    </a:cubicBezTo>
                    <a:cubicBezTo>
                      <a:pt x="3036" y="2846"/>
                      <a:pt x="3036" y="2824"/>
                      <a:pt x="3019" y="2818"/>
                    </a:cubicBezTo>
                    <a:cubicBezTo>
                      <a:pt x="2981" y="2802"/>
                      <a:pt x="2943" y="2797"/>
                      <a:pt x="2900" y="2786"/>
                    </a:cubicBezTo>
                    <a:cubicBezTo>
                      <a:pt x="2960" y="2650"/>
                      <a:pt x="3019" y="2514"/>
                      <a:pt x="3068" y="2373"/>
                    </a:cubicBezTo>
                    <a:cubicBezTo>
                      <a:pt x="3112" y="2264"/>
                      <a:pt x="3144" y="2144"/>
                      <a:pt x="3182" y="2036"/>
                    </a:cubicBezTo>
                    <a:cubicBezTo>
                      <a:pt x="3220" y="1921"/>
                      <a:pt x="3297" y="1802"/>
                      <a:pt x="3324" y="1677"/>
                    </a:cubicBezTo>
                    <a:cubicBezTo>
                      <a:pt x="3351" y="1557"/>
                      <a:pt x="3394" y="1443"/>
                      <a:pt x="3449" y="1334"/>
                    </a:cubicBezTo>
                    <a:cubicBezTo>
                      <a:pt x="3514" y="1220"/>
                      <a:pt x="3568" y="1101"/>
                      <a:pt x="3606" y="981"/>
                    </a:cubicBezTo>
                    <a:cubicBezTo>
                      <a:pt x="3612" y="976"/>
                      <a:pt x="3612" y="970"/>
                      <a:pt x="3612" y="965"/>
                    </a:cubicBezTo>
                    <a:cubicBezTo>
                      <a:pt x="3634" y="954"/>
                      <a:pt x="3639" y="927"/>
                      <a:pt x="3628" y="905"/>
                    </a:cubicBezTo>
                    <a:cubicBezTo>
                      <a:pt x="3639" y="872"/>
                      <a:pt x="3644" y="840"/>
                      <a:pt x="3655" y="813"/>
                    </a:cubicBezTo>
                    <a:close/>
                    <a:moveTo>
                      <a:pt x="2671" y="3264"/>
                    </a:moveTo>
                    <a:cubicBezTo>
                      <a:pt x="2731" y="3286"/>
                      <a:pt x="2786" y="3302"/>
                      <a:pt x="2845" y="3324"/>
                    </a:cubicBezTo>
                    <a:cubicBezTo>
                      <a:pt x="2943" y="3351"/>
                      <a:pt x="3014" y="3449"/>
                      <a:pt x="3074" y="3525"/>
                    </a:cubicBezTo>
                    <a:cubicBezTo>
                      <a:pt x="3204" y="3688"/>
                      <a:pt x="3329" y="3857"/>
                      <a:pt x="3443" y="4031"/>
                    </a:cubicBezTo>
                    <a:cubicBezTo>
                      <a:pt x="3574" y="4221"/>
                      <a:pt x="3683" y="4422"/>
                      <a:pt x="3769" y="4634"/>
                    </a:cubicBezTo>
                    <a:cubicBezTo>
                      <a:pt x="3818" y="4743"/>
                      <a:pt x="3840" y="4862"/>
                      <a:pt x="3884" y="4971"/>
                    </a:cubicBezTo>
                    <a:cubicBezTo>
                      <a:pt x="3731" y="4944"/>
                      <a:pt x="3579" y="4895"/>
                      <a:pt x="3438" y="4824"/>
                    </a:cubicBezTo>
                    <a:lnTo>
                      <a:pt x="3438" y="4830"/>
                    </a:lnTo>
                    <a:cubicBezTo>
                      <a:pt x="3362" y="4786"/>
                      <a:pt x="3291" y="4743"/>
                      <a:pt x="3226" y="4694"/>
                    </a:cubicBezTo>
                    <a:cubicBezTo>
                      <a:pt x="3144" y="4639"/>
                      <a:pt x="3063" y="4607"/>
                      <a:pt x="2981" y="4552"/>
                    </a:cubicBezTo>
                    <a:cubicBezTo>
                      <a:pt x="2829" y="4433"/>
                      <a:pt x="2693" y="4297"/>
                      <a:pt x="2568" y="4150"/>
                    </a:cubicBezTo>
                    <a:cubicBezTo>
                      <a:pt x="2503" y="4069"/>
                      <a:pt x="2416" y="3987"/>
                      <a:pt x="2351" y="3900"/>
                    </a:cubicBezTo>
                    <a:cubicBezTo>
                      <a:pt x="2356" y="3878"/>
                      <a:pt x="2367" y="3857"/>
                      <a:pt x="2378" y="3835"/>
                    </a:cubicBezTo>
                    <a:cubicBezTo>
                      <a:pt x="2465" y="3639"/>
                      <a:pt x="2574" y="3454"/>
                      <a:pt x="2671" y="3264"/>
                    </a:cubicBezTo>
                    <a:close/>
                    <a:moveTo>
                      <a:pt x="6968" y="3204"/>
                    </a:moveTo>
                    <a:cubicBezTo>
                      <a:pt x="7120" y="3204"/>
                      <a:pt x="7286" y="3297"/>
                      <a:pt x="7373" y="3411"/>
                    </a:cubicBezTo>
                    <a:cubicBezTo>
                      <a:pt x="7504" y="3579"/>
                      <a:pt x="7422" y="3813"/>
                      <a:pt x="7395" y="3998"/>
                    </a:cubicBezTo>
                    <a:cubicBezTo>
                      <a:pt x="7335" y="4406"/>
                      <a:pt x="6977" y="4764"/>
                      <a:pt x="6650" y="4993"/>
                    </a:cubicBezTo>
                    <a:cubicBezTo>
                      <a:pt x="6618" y="5014"/>
                      <a:pt x="6585" y="5036"/>
                      <a:pt x="6553" y="5063"/>
                    </a:cubicBezTo>
                    <a:lnTo>
                      <a:pt x="6553" y="5058"/>
                    </a:lnTo>
                    <a:cubicBezTo>
                      <a:pt x="6449" y="4993"/>
                      <a:pt x="6357" y="4922"/>
                      <a:pt x="6265" y="4840"/>
                    </a:cubicBezTo>
                    <a:cubicBezTo>
                      <a:pt x="6122" y="4708"/>
                      <a:pt x="5934" y="4637"/>
                      <a:pt x="5739" y="4637"/>
                    </a:cubicBezTo>
                    <a:cubicBezTo>
                      <a:pt x="5718" y="4637"/>
                      <a:pt x="5698" y="4638"/>
                      <a:pt x="5677" y="4639"/>
                    </a:cubicBezTo>
                    <a:cubicBezTo>
                      <a:pt x="5764" y="4444"/>
                      <a:pt x="5862" y="4259"/>
                      <a:pt x="5971" y="4079"/>
                    </a:cubicBezTo>
                    <a:cubicBezTo>
                      <a:pt x="6188" y="3732"/>
                      <a:pt x="6449" y="3351"/>
                      <a:pt x="6862" y="3221"/>
                    </a:cubicBezTo>
                    <a:cubicBezTo>
                      <a:pt x="6896" y="3209"/>
                      <a:pt x="6931" y="3204"/>
                      <a:pt x="6968" y="3204"/>
                    </a:cubicBezTo>
                    <a:close/>
                    <a:moveTo>
                      <a:pt x="5758" y="4850"/>
                    </a:moveTo>
                    <a:cubicBezTo>
                      <a:pt x="5871" y="4850"/>
                      <a:pt x="5982" y="4889"/>
                      <a:pt x="6074" y="4960"/>
                    </a:cubicBezTo>
                    <a:cubicBezTo>
                      <a:pt x="6172" y="5025"/>
                      <a:pt x="6259" y="5112"/>
                      <a:pt x="6346" y="5183"/>
                    </a:cubicBezTo>
                    <a:cubicBezTo>
                      <a:pt x="6179" y="5274"/>
                      <a:pt x="5992" y="5348"/>
                      <a:pt x="5816" y="5348"/>
                    </a:cubicBezTo>
                    <a:cubicBezTo>
                      <a:pt x="5728" y="5348"/>
                      <a:pt x="5643" y="5329"/>
                      <a:pt x="5563" y="5286"/>
                    </a:cubicBezTo>
                    <a:cubicBezTo>
                      <a:pt x="5514" y="5259"/>
                      <a:pt x="5476" y="5216"/>
                      <a:pt x="5449" y="5161"/>
                    </a:cubicBezTo>
                    <a:cubicBezTo>
                      <a:pt x="5504" y="5074"/>
                      <a:pt x="5547" y="4976"/>
                      <a:pt x="5580" y="4884"/>
                    </a:cubicBezTo>
                    <a:cubicBezTo>
                      <a:pt x="5638" y="4861"/>
                      <a:pt x="5698" y="4850"/>
                      <a:pt x="5758" y="4850"/>
                    </a:cubicBezTo>
                    <a:close/>
                    <a:moveTo>
                      <a:pt x="9135" y="4824"/>
                    </a:moveTo>
                    <a:cubicBezTo>
                      <a:pt x="9118" y="4884"/>
                      <a:pt x="9107" y="4944"/>
                      <a:pt x="9102" y="5004"/>
                    </a:cubicBezTo>
                    <a:cubicBezTo>
                      <a:pt x="9097" y="5085"/>
                      <a:pt x="9107" y="5167"/>
                      <a:pt x="9140" y="5248"/>
                    </a:cubicBezTo>
                    <a:cubicBezTo>
                      <a:pt x="9189" y="5444"/>
                      <a:pt x="9211" y="5650"/>
                      <a:pt x="9205" y="5852"/>
                    </a:cubicBezTo>
                    <a:lnTo>
                      <a:pt x="9205" y="6156"/>
                    </a:lnTo>
                    <a:cubicBezTo>
                      <a:pt x="9205" y="6254"/>
                      <a:pt x="9227" y="6384"/>
                      <a:pt x="9194" y="6488"/>
                    </a:cubicBezTo>
                    <a:cubicBezTo>
                      <a:pt x="9167" y="6574"/>
                      <a:pt x="9151" y="6661"/>
                      <a:pt x="9140" y="6754"/>
                    </a:cubicBezTo>
                    <a:cubicBezTo>
                      <a:pt x="9135" y="6814"/>
                      <a:pt x="9118" y="6879"/>
                      <a:pt x="9097" y="6939"/>
                    </a:cubicBezTo>
                    <a:cubicBezTo>
                      <a:pt x="9080" y="6944"/>
                      <a:pt x="9069" y="6950"/>
                      <a:pt x="9059" y="6955"/>
                    </a:cubicBezTo>
                    <a:cubicBezTo>
                      <a:pt x="9026" y="6977"/>
                      <a:pt x="8993" y="7004"/>
                      <a:pt x="8972" y="7037"/>
                    </a:cubicBezTo>
                    <a:cubicBezTo>
                      <a:pt x="8863" y="7151"/>
                      <a:pt x="8830" y="7379"/>
                      <a:pt x="8999" y="7461"/>
                    </a:cubicBezTo>
                    <a:cubicBezTo>
                      <a:pt x="9042" y="7482"/>
                      <a:pt x="9089" y="7493"/>
                      <a:pt x="9135" y="7493"/>
                    </a:cubicBezTo>
                    <a:cubicBezTo>
                      <a:pt x="9227" y="7493"/>
                      <a:pt x="9318" y="7451"/>
                      <a:pt x="9379" y="7379"/>
                    </a:cubicBezTo>
                    <a:cubicBezTo>
                      <a:pt x="9477" y="7243"/>
                      <a:pt x="9401" y="7080"/>
                      <a:pt x="9281" y="6982"/>
                    </a:cubicBezTo>
                    <a:cubicBezTo>
                      <a:pt x="9271" y="6977"/>
                      <a:pt x="9265" y="6971"/>
                      <a:pt x="9254" y="6966"/>
                    </a:cubicBezTo>
                    <a:cubicBezTo>
                      <a:pt x="9254" y="6906"/>
                      <a:pt x="9254" y="6846"/>
                      <a:pt x="9254" y="6786"/>
                    </a:cubicBezTo>
                    <a:cubicBezTo>
                      <a:pt x="9232" y="6716"/>
                      <a:pt x="9227" y="6645"/>
                      <a:pt x="9238" y="6574"/>
                    </a:cubicBezTo>
                    <a:cubicBezTo>
                      <a:pt x="9249" y="6536"/>
                      <a:pt x="9260" y="6498"/>
                      <a:pt x="9271" y="6460"/>
                    </a:cubicBezTo>
                    <a:cubicBezTo>
                      <a:pt x="9276" y="6362"/>
                      <a:pt x="9271" y="6270"/>
                      <a:pt x="9265" y="6178"/>
                    </a:cubicBezTo>
                    <a:cubicBezTo>
                      <a:pt x="9265" y="6069"/>
                      <a:pt x="9265" y="5960"/>
                      <a:pt x="9271" y="5852"/>
                    </a:cubicBezTo>
                    <a:cubicBezTo>
                      <a:pt x="9276" y="5672"/>
                      <a:pt x="9260" y="5487"/>
                      <a:pt x="9227" y="5308"/>
                    </a:cubicBezTo>
                    <a:cubicBezTo>
                      <a:pt x="9205" y="5188"/>
                      <a:pt x="9205" y="5063"/>
                      <a:pt x="9227" y="4944"/>
                    </a:cubicBezTo>
                    <a:cubicBezTo>
                      <a:pt x="9232" y="4906"/>
                      <a:pt x="9238" y="4873"/>
                      <a:pt x="9243" y="4840"/>
                    </a:cubicBezTo>
                    <a:cubicBezTo>
                      <a:pt x="9271" y="4857"/>
                      <a:pt x="9298" y="4884"/>
                      <a:pt x="9330" y="4900"/>
                    </a:cubicBezTo>
                    <a:cubicBezTo>
                      <a:pt x="9401" y="4944"/>
                      <a:pt x="9466" y="4955"/>
                      <a:pt x="9450" y="5047"/>
                    </a:cubicBezTo>
                    <a:cubicBezTo>
                      <a:pt x="9439" y="5101"/>
                      <a:pt x="9406" y="5150"/>
                      <a:pt x="9396" y="5205"/>
                    </a:cubicBezTo>
                    <a:cubicBezTo>
                      <a:pt x="9385" y="5248"/>
                      <a:pt x="9390" y="5292"/>
                      <a:pt x="9401" y="5341"/>
                    </a:cubicBezTo>
                    <a:lnTo>
                      <a:pt x="9396" y="5341"/>
                    </a:lnTo>
                    <a:cubicBezTo>
                      <a:pt x="9374" y="5351"/>
                      <a:pt x="9374" y="5384"/>
                      <a:pt x="9401" y="5384"/>
                    </a:cubicBezTo>
                    <a:cubicBezTo>
                      <a:pt x="9396" y="5433"/>
                      <a:pt x="9390" y="5487"/>
                      <a:pt x="9385" y="5536"/>
                    </a:cubicBezTo>
                    <a:cubicBezTo>
                      <a:pt x="9368" y="5661"/>
                      <a:pt x="9363" y="5786"/>
                      <a:pt x="9363" y="5917"/>
                    </a:cubicBezTo>
                    <a:cubicBezTo>
                      <a:pt x="9363" y="6020"/>
                      <a:pt x="9385" y="6129"/>
                      <a:pt x="9434" y="6227"/>
                    </a:cubicBezTo>
                    <a:cubicBezTo>
                      <a:pt x="9477" y="6319"/>
                      <a:pt x="9515" y="6422"/>
                      <a:pt x="9564" y="6515"/>
                    </a:cubicBezTo>
                    <a:cubicBezTo>
                      <a:pt x="9667" y="6694"/>
                      <a:pt x="9830" y="6835"/>
                      <a:pt x="9977" y="6982"/>
                    </a:cubicBezTo>
                    <a:cubicBezTo>
                      <a:pt x="10059" y="7069"/>
                      <a:pt x="10124" y="7167"/>
                      <a:pt x="10200" y="7254"/>
                    </a:cubicBezTo>
                    <a:cubicBezTo>
                      <a:pt x="10249" y="7308"/>
                      <a:pt x="10303" y="7352"/>
                      <a:pt x="10363" y="7395"/>
                    </a:cubicBezTo>
                    <a:cubicBezTo>
                      <a:pt x="10211" y="7651"/>
                      <a:pt x="10086" y="7928"/>
                      <a:pt x="9993" y="8211"/>
                    </a:cubicBezTo>
                    <a:lnTo>
                      <a:pt x="9993" y="8216"/>
                    </a:lnTo>
                    <a:cubicBezTo>
                      <a:pt x="9945" y="8368"/>
                      <a:pt x="9917" y="8526"/>
                      <a:pt x="9912" y="8684"/>
                    </a:cubicBezTo>
                    <a:cubicBezTo>
                      <a:pt x="9901" y="8787"/>
                      <a:pt x="9907" y="8885"/>
                      <a:pt x="9923" y="8983"/>
                    </a:cubicBezTo>
                    <a:cubicBezTo>
                      <a:pt x="9923" y="9021"/>
                      <a:pt x="9917" y="9059"/>
                      <a:pt x="9912" y="9097"/>
                    </a:cubicBezTo>
                    <a:cubicBezTo>
                      <a:pt x="9912" y="9108"/>
                      <a:pt x="9901" y="9162"/>
                      <a:pt x="9896" y="9216"/>
                    </a:cubicBezTo>
                    <a:cubicBezTo>
                      <a:pt x="9874" y="9216"/>
                      <a:pt x="9858" y="9222"/>
                      <a:pt x="9847" y="9222"/>
                    </a:cubicBezTo>
                    <a:cubicBezTo>
                      <a:pt x="9670" y="9224"/>
                      <a:pt x="9493" y="9224"/>
                      <a:pt x="9317" y="9224"/>
                    </a:cubicBezTo>
                    <a:cubicBezTo>
                      <a:pt x="9140" y="9224"/>
                      <a:pt x="8963" y="9224"/>
                      <a:pt x="8787" y="9227"/>
                    </a:cubicBezTo>
                    <a:cubicBezTo>
                      <a:pt x="8656" y="9227"/>
                      <a:pt x="8531" y="9233"/>
                      <a:pt x="8406" y="9238"/>
                    </a:cubicBezTo>
                    <a:lnTo>
                      <a:pt x="8325" y="9243"/>
                    </a:lnTo>
                    <a:lnTo>
                      <a:pt x="8325" y="9173"/>
                    </a:lnTo>
                    <a:cubicBezTo>
                      <a:pt x="8325" y="9108"/>
                      <a:pt x="8325" y="9042"/>
                      <a:pt x="8319" y="8966"/>
                    </a:cubicBezTo>
                    <a:cubicBezTo>
                      <a:pt x="8423" y="8825"/>
                      <a:pt x="8374" y="8618"/>
                      <a:pt x="8330" y="8455"/>
                    </a:cubicBezTo>
                    <a:cubicBezTo>
                      <a:pt x="8287" y="8276"/>
                      <a:pt x="8216" y="8107"/>
                      <a:pt x="8118" y="7955"/>
                    </a:cubicBezTo>
                    <a:cubicBezTo>
                      <a:pt x="8009" y="7792"/>
                      <a:pt x="7857" y="7683"/>
                      <a:pt x="7748" y="7531"/>
                    </a:cubicBezTo>
                    <a:cubicBezTo>
                      <a:pt x="7743" y="7520"/>
                      <a:pt x="7738" y="7515"/>
                      <a:pt x="7732" y="7515"/>
                    </a:cubicBezTo>
                    <a:cubicBezTo>
                      <a:pt x="7738" y="7509"/>
                      <a:pt x="7748" y="7509"/>
                      <a:pt x="7754" y="7504"/>
                    </a:cubicBezTo>
                    <a:cubicBezTo>
                      <a:pt x="7792" y="7477"/>
                      <a:pt x="7830" y="7455"/>
                      <a:pt x="7874" y="7444"/>
                    </a:cubicBezTo>
                    <a:cubicBezTo>
                      <a:pt x="7950" y="7417"/>
                      <a:pt x="8026" y="7379"/>
                      <a:pt x="8091" y="7336"/>
                    </a:cubicBezTo>
                    <a:cubicBezTo>
                      <a:pt x="8401" y="7118"/>
                      <a:pt x="8558" y="6770"/>
                      <a:pt x="8716" y="6433"/>
                    </a:cubicBezTo>
                    <a:cubicBezTo>
                      <a:pt x="8808" y="6248"/>
                      <a:pt x="8890" y="6058"/>
                      <a:pt x="8955" y="5862"/>
                    </a:cubicBezTo>
                    <a:cubicBezTo>
                      <a:pt x="9015" y="5694"/>
                      <a:pt x="9091" y="5525"/>
                      <a:pt x="9042" y="5346"/>
                    </a:cubicBezTo>
                    <a:cubicBezTo>
                      <a:pt x="9037" y="5335"/>
                      <a:pt x="9031" y="5324"/>
                      <a:pt x="9020" y="5319"/>
                    </a:cubicBezTo>
                    <a:cubicBezTo>
                      <a:pt x="8993" y="5243"/>
                      <a:pt x="8972" y="5167"/>
                      <a:pt x="8961" y="5096"/>
                    </a:cubicBezTo>
                    <a:cubicBezTo>
                      <a:pt x="8950" y="4976"/>
                      <a:pt x="9015" y="4846"/>
                      <a:pt x="9135" y="4824"/>
                    </a:cubicBezTo>
                    <a:close/>
                    <a:moveTo>
                      <a:pt x="6841" y="0"/>
                    </a:moveTo>
                    <a:cubicBezTo>
                      <a:pt x="6811" y="0"/>
                      <a:pt x="6780" y="12"/>
                      <a:pt x="6754" y="35"/>
                    </a:cubicBezTo>
                    <a:cubicBezTo>
                      <a:pt x="6699" y="79"/>
                      <a:pt x="6661" y="133"/>
                      <a:pt x="6640" y="198"/>
                    </a:cubicBezTo>
                    <a:cubicBezTo>
                      <a:pt x="6602" y="285"/>
                      <a:pt x="6558" y="367"/>
                      <a:pt x="6520" y="448"/>
                    </a:cubicBezTo>
                    <a:cubicBezTo>
                      <a:pt x="6466" y="573"/>
                      <a:pt x="6428" y="704"/>
                      <a:pt x="6411" y="840"/>
                    </a:cubicBezTo>
                    <a:cubicBezTo>
                      <a:pt x="6373" y="837"/>
                      <a:pt x="6337" y="836"/>
                      <a:pt x="6300" y="836"/>
                    </a:cubicBezTo>
                    <a:cubicBezTo>
                      <a:pt x="6263" y="836"/>
                      <a:pt x="6226" y="837"/>
                      <a:pt x="6188" y="840"/>
                    </a:cubicBezTo>
                    <a:cubicBezTo>
                      <a:pt x="6085" y="840"/>
                      <a:pt x="5976" y="845"/>
                      <a:pt x="5873" y="851"/>
                    </a:cubicBezTo>
                    <a:cubicBezTo>
                      <a:pt x="5841" y="861"/>
                      <a:pt x="5841" y="910"/>
                      <a:pt x="5873" y="921"/>
                    </a:cubicBezTo>
                    <a:cubicBezTo>
                      <a:pt x="5976" y="927"/>
                      <a:pt x="6080" y="932"/>
                      <a:pt x="6188" y="932"/>
                    </a:cubicBezTo>
                    <a:cubicBezTo>
                      <a:pt x="6221" y="935"/>
                      <a:pt x="6255" y="936"/>
                      <a:pt x="6290" y="936"/>
                    </a:cubicBezTo>
                    <a:cubicBezTo>
                      <a:pt x="6324" y="936"/>
                      <a:pt x="6360" y="935"/>
                      <a:pt x="6395" y="932"/>
                    </a:cubicBezTo>
                    <a:lnTo>
                      <a:pt x="6395" y="932"/>
                    </a:lnTo>
                    <a:cubicBezTo>
                      <a:pt x="6395" y="943"/>
                      <a:pt x="6390" y="954"/>
                      <a:pt x="6390" y="965"/>
                    </a:cubicBezTo>
                    <a:cubicBezTo>
                      <a:pt x="6297" y="1383"/>
                      <a:pt x="6118" y="1796"/>
                      <a:pt x="5960" y="2199"/>
                    </a:cubicBezTo>
                    <a:cubicBezTo>
                      <a:pt x="5889" y="2373"/>
                      <a:pt x="5824" y="2547"/>
                      <a:pt x="5743" y="2721"/>
                    </a:cubicBezTo>
                    <a:lnTo>
                      <a:pt x="5726" y="2721"/>
                    </a:lnTo>
                    <a:cubicBezTo>
                      <a:pt x="5601" y="2726"/>
                      <a:pt x="5493" y="2791"/>
                      <a:pt x="5373" y="2807"/>
                    </a:cubicBezTo>
                    <a:cubicBezTo>
                      <a:pt x="5346" y="2807"/>
                      <a:pt x="5357" y="2851"/>
                      <a:pt x="5378" y="2851"/>
                    </a:cubicBezTo>
                    <a:cubicBezTo>
                      <a:pt x="5430" y="2854"/>
                      <a:pt x="5482" y="2855"/>
                      <a:pt x="5533" y="2855"/>
                    </a:cubicBezTo>
                    <a:cubicBezTo>
                      <a:pt x="5584" y="2855"/>
                      <a:pt x="5634" y="2854"/>
                      <a:pt x="5683" y="2851"/>
                    </a:cubicBezTo>
                    <a:lnTo>
                      <a:pt x="5683" y="2851"/>
                    </a:lnTo>
                    <a:cubicBezTo>
                      <a:pt x="5607" y="3030"/>
                      <a:pt x="5520" y="3204"/>
                      <a:pt x="5422" y="3373"/>
                    </a:cubicBezTo>
                    <a:cubicBezTo>
                      <a:pt x="5215" y="3732"/>
                      <a:pt x="4982" y="4069"/>
                      <a:pt x="4721" y="4389"/>
                    </a:cubicBezTo>
                    <a:cubicBezTo>
                      <a:pt x="4601" y="4542"/>
                      <a:pt x="4460" y="4737"/>
                      <a:pt x="4291" y="4857"/>
                    </a:cubicBezTo>
                    <a:cubicBezTo>
                      <a:pt x="4270" y="4688"/>
                      <a:pt x="4291" y="4514"/>
                      <a:pt x="4259" y="4346"/>
                    </a:cubicBezTo>
                    <a:cubicBezTo>
                      <a:pt x="4226" y="4128"/>
                      <a:pt x="4215" y="3906"/>
                      <a:pt x="4183" y="3683"/>
                    </a:cubicBezTo>
                    <a:cubicBezTo>
                      <a:pt x="4155" y="3492"/>
                      <a:pt x="4155" y="3313"/>
                      <a:pt x="4145" y="3123"/>
                    </a:cubicBezTo>
                    <a:cubicBezTo>
                      <a:pt x="4123" y="2916"/>
                      <a:pt x="4090" y="2710"/>
                      <a:pt x="4036" y="2503"/>
                    </a:cubicBezTo>
                    <a:cubicBezTo>
                      <a:pt x="4020" y="2411"/>
                      <a:pt x="4009" y="2318"/>
                      <a:pt x="4003" y="2226"/>
                    </a:cubicBezTo>
                    <a:cubicBezTo>
                      <a:pt x="3998" y="2117"/>
                      <a:pt x="3965" y="2008"/>
                      <a:pt x="3954" y="1905"/>
                    </a:cubicBezTo>
                    <a:cubicBezTo>
                      <a:pt x="3938" y="1693"/>
                      <a:pt x="3949" y="1481"/>
                      <a:pt x="3943" y="1269"/>
                    </a:cubicBezTo>
                    <a:cubicBezTo>
                      <a:pt x="3927" y="1057"/>
                      <a:pt x="3927" y="851"/>
                      <a:pt x="3938" y="639"/>
                    </a:cubicBezTo>
                    <a:cubicBezTo>
                      <a:pt x="3954" y="454"/>
                      <a:pt x="4030" y="291"/>
                      <a:pt x="3971" y="106"/>
                    </a:cubicBezTo>
                    <a:cubicBezTo>
                      <a:pt x="3947" y="45"/>
                      <a:pt x="3892" y="5"/>
                      <a:pt x="3829" y="5"/>
                    </a:cubicBezTo>
                    <a:cubicBezTo>
                      <a:pt x="3818" y="5"/>
                      <a:pt x="3807" y="6"/>
                      <a:pt x="3797" y="8"/>
                    </a:cubicBezTo>
                    <a:cubicBezTo>
                      <a:pt x="3721" y="24"/>
                      <a:pt x="3661" y="73"/>
                      <a:pt x="3628" y="144"/>
                    </a:cubicBezTo>
                    <a:cubicBezTo>
                      <a:pt x="3579" y="247"/>
                      <a:pt x="3519" y="340"/>
                      <a:pt x="3471" y="443"/>
                    </a:cubicBezTo>
                    <a:cubicBezTo>
                      <a:pt x="3411" y="568"/>
                      <a:pt x="3367" y="704"/>
                      <a:pt x="3318" y="834"/>
                    </a:cubicBezTo>
                    <a:lnTo>
                      <a:pt x="3280" y="834"/>
                    </a:lnTo>
                    <a:cubicBezTo>
                      <a:pt x="3257" y="827"/>
                      <a:pt x="3234" y="823"/>
                      <a:pt x="3211" y="823"/>
                    </a:cubicBezTo>
                    <a:cubicBezTo>
                      <a:pt x="3170" y="823"/>
                      <a:pt x="3129" y="835"/>
                      <a:pt x="3090" y="856"/>
                    </a:cubicBezTo>
                    <a:cubicBezTo>
                      <a:pt x="3079" y="856"/>
                      <a:pt x="3068" y="851"/>
                      <a:pt x="3057" y="851"/>
                    </a:cubicBezTo>
                    <a:cubicBezTo>
                      <a:pt x="3019" y="851"/>
                      <a:pt x="3003" y="905"/>
                      <a:pt x="3036" y="921"/>
                    </a:cubicBezTo>
                    <a:lnTo>
                      <a:pt x="3057" y="932"/>
                    </a:lnTo>
                    <a:cubicBezTo>
                      <a:pt x="3065" y="947"/>
                      <a:pt x="3079" y="956"/>
                      <a:pt x="3094" y="956"/>
                    </a:cubicBezTo>
                    <a:cubicBezTo>
                      <a:pt x="3102" y="956"/>
                      <a:pt x="3110" y="954"/>
                      <a:pt x="3117" y="948"/>
                    </a:cubicBezTo>
                    <a:cubicBezTo>
                      <a:pt x="3144" y="940"/>
                      <a:pt x="3172" y="936"/>
                      <a:pt x="3198" y="936"/>
                    </a:cubicBezTo>
                    <a:cubicBezTo>
                      <a:pt x="3225" y="936"/>
                      <a:pt x="3250" y="940"/>
                      <a:pt x="3275" y="948"/>
                    </a:cubicBezTo>
                    <a:cubicBezTo>
                      <a:pt x="3259" y="997"/>
                      <a:pt x="3231" y="1046"/>
                      <a:pt x="3210" y="1095"/>
                    </a:cubicBezTo>
                    <a:cubicBezTo>
                      <a:pt x="3161" y="1182"/>
                      <a:pt x="3112" y="1264"/>
                      <a:pt x="3074" y="1356"/>
                    </a:cubicBezTo>
                    <a:cubicBezTo>
                      <a:pt x="3025" y="1459"/>
                      <a:pt x="3019" y="1568"/>
                      <a:pt x="2976" y="1671"/>
                    </a:cubicBezTo>
                    <a:cubicBezTo>
                      <a:pt x="2883" y="1889"/>
                      <a:pt x="2802" y="2112"/>
                      <a:pt x="2715" y="2329"/>
                    </a:cubicBezTo>
                    <a:cubicBezTo>
                      <a:pt x="2655" y="2487"/>
                      <a:pt x="2584" y="2639"/>
                      <a:pt x="2508" y="2786"/>
                    </a:cubicBezTo>
                    <a:cubicBezTo>
                      <a:pt x="2405" y="2797"/>
                      <a:pt x="2296" y="2813"/>
                      <a:pt x="2193" y="2813"/>
                    </a:cubicBezTo>
                    <a:cubicBezTo>
                      <a:pt x="2166" y="2818"/>
                      <a:pt x="2166" y="2856"/>
                      <a:pt x="2193" y="2862"/>
                    </a:cubicBezTo>
                    <a:lnTo>
                      <a:pt x="2247" y="2862"/>
                    </a:lnTo>
                    <a:cubicBezTo>
                      <a:pt x="2084" y="2894"/>
                      <a:pt x="1959" y="3019"/>
                      <a:pt x="1927" y="3177"/>
                    </a:cubicBezTo>
                    <a:cubicBezTo>
                      <a:pt x="1878" y="3378"/>
                      <a:pt x="1883" y="3579"/>
                      <a:pt x="1943" y="3775"/>
                    </a:cubicBezTo>
                    <a:cubicBezTo>
                      <a:pt x="1954" y="3802"/>
                      <a:pt x="1970" y="3835"/>
                      <a:pt x="1981" y="3862"/>
                    </a:cubicBezTo>
                    <a:cubicBezTo>
                      <a:pt x="1965" y="3900"/>
                      <a:pt x="1949" y="3933"/>
                      <a:pt x="1932" y="3965"/>
                    </a:cubicBezTo>
                    <a:cubicBezTo>
                      <a:pt x="1862" y="4074"/>
                      <a:pt x="1796" y="4183"/>
                      <a:pt x="1726" y="4286"/>
                    </a:cubicBezTo>
                    <a:cubicBezTo>
                      <a:pt x="1590" y="4487"/>
                      <a:pt x="1438" y="4667"/>
                      <a:pt x="1264" y="4835"/>
                    </a:cubicBezTo>
                    <a:cubicBezTo>
                      <a:pt x="1177" y="4933"/>
                      <a:pt x="1073" y="5014"/>
                      <a:pt x="965" y="5091"/>
                    </a:cubicBezTo>
                    <a:cubicBezTo>
                      <a:pt x="908" y="5122"/>
                      <a:pt x="845" y="5139"/>
                      <a:pt x="782" y="5139"/>
                    </a:cubicBezTo>
                    <a:cubicBezTo>
                      <a:pt x="737" y="5139"/>
                      <a:pt x="692" y="5130"/>
                      <a:pt x="649" y="5112"/>
                    </a:cubicBezTo>
                    <a:cubicBezTo>
                      <a:pt x="546" y="5091"/>
                      <a:pt x="448" y="5052"/>
                      <a:pt x="356" y="4998"/>
                    </a:cubicBezTo>
                    <a:cubicBezTo>
                      <a:pt x="263" y="4938"/>
                      <a:pt x="193" y="4824"/>
                      <a:pt x="117" y="4743"/>
                    </a:cubicBezTo>
                    <a:cubicBezTo>
                      <a:pt x="105" y="4728"/>
                      <a:pt x="91" y="4722"/>
                      <a:pt x="77" y="4722"/>
                    </a:cubicBezTo>
                    <a:cubicBezTo>
                      <a:pt x="38" y="4722"/>
                      <a:pt x="0" y="4769"/>
                      <a:pt x="24" y="4813"/>
                    </a:cubicBezTo>
                    <a:cubicBezTo>
                      <a:pt x="122" y="4998"/>
                      <a:pt x="187" y="5167"/>
                      <a:pt x="372" y="5275"/>
                    </a:cubicBezTo>
                    <a:cubicBezTo>
                      <a:pt x="520" y="5358"/>
                      <a:pt x="687" y="5441"/>
                      <a:pt x="857" y="5441"/>
                    </a:cubicBezTo>
                    <a:cubicBezTo>
                      <a:pt x="887" y="5441"/>
                      <a:pt x="918" y="5439"/>
                      <a:pt x="948" y="5433"/>
                    </a:cubicBezTo>
                    <a:cubicBezTo>
                      <a:pt x="1187" y="5389"/>
                      <a:pt x="1383" y="5221"/>
                      <a:pt x="1546" y="5058"/>
                    </a:cubicBezTo>
                    <a:cubicBezTo>
                      <a:pt x="1731" y="4879"/>
                      <a:pt x="1894" y="4683"/>
                      <a:pt x="2035" y="4471"/>
                    </a:cubicBezTo>
                    <a:cubicBezTo>
                      <a:pt x="2101" y="4378"/>
                      <a:pt x="2166" y="4281"/>
                      <a:pt x="2226" y="4183"/>
                    </a:cubicBezTo>
                    <a:cubicBezTo>
                      <a:pt x="2237" y="4199"/>
                      <a:pt x="2247" y="4210"/>
                      <a:pt x="2258" y="4226"/>
                    </a:cubicBezTo>
                    <a:cubicBezTo>
                      <a:pt x="2519" y="4563"/>
                      <a:pt x="2845" y="4835"/>
                      <a:pt x="3226" y="5031"/>
                    </a:cubicBezTo>
                    <a:cubicBezTo>
                      <a:pt x="3400" y="5134"/>
                      <a:pt x="3590" y="5199"/>
                      <a:pt x="3791" y="5237"/>
                    </a:cubicBezTo>
                    <a:cubicBezTo>
                      <a:pt x="3843" y="5248"/>
                      <a:pt x="3895" y="5253"/>
                      <a:pt x="3947" y="5253"/>
                    </a:cubicBezTo>
                    <a:cubicBezTo>
                      <a:pt x="4082" y="5253"/>
                      <a:pt x="4217" y="5219"/>
                      <a:pt x="4335" y="5156"/>
                    </a:cubicBezTo>
                    <a:cubicBezTo>
                      <a:pt x="4666" y="4976"/>
                      <a:pt x="4900" y="4618"/>
                      <a:pt x="5118" y="4324"/>
                    </a:cubicBezTo>
                    <a:cubicBezTo>
                      <a:pt x="5406" y="3949"/>
                      <a:pt x="5656" y="3541"/>
                      <a:pt x="5857" y="3112"/>
                    </a:cubicBezTo>
                    <a:lnTo>
                      <a:pt x="5884" y="3058"/>
                    </a:lnTo>
                    <a:lnTo>
                      <a:pt x="5884" y="3058"/>
                    </a:lnTo>
                    <a:cubicBezTo>
                      <a:pt x="5802" y="3378"/>
                      <a:pt x="5694" y="3694"/>
                      <a:pt x="5563" y="3992"/>
                    </a:cubicBezTo>
                    <a:cubicBezTo>
                      <a:pt x="5487" y="4172"/>
                      <a:pt x="5487" y="4395"/>
                      <a:pt x="5378" y="4552"/>
                    </a:cubicBezTo>
                    <a:cubicBezTo>
                      <a:pt x="5330" y="4628"/>
                      <a:pt x="5292" y="4715"/>
                      <a:pt x="5270" y="4802"/>
                    </a:cubicBezTo>
                    <a:cubicBezTo>
                      <a:pt x="5270" y="4813"/>
                      <a:pt x="5264" y="4819"/>
                      <a:pt x="5264" y="4824"/>
                    </a:cubicBezTo>
                    <a:cubicBezTo>
                      <a:pt x="5226" y="4862"/>
                      <a:pt x="5194" y="4900"/>
                      <a:pt x="5166" y="4944"/>
                    </a:cubicBezTo>
                    <a:cubicBezTo>
                      <a:pt x="5074" y="5091"/>
                      <a:pt x="5199" y="5351"/>
                      <a:pt x="5308" y="5460"/>
                    </a:cubicBezTo>
                    <a:cubicBezTo>
                      <a:pt x="5444" y="5593"/>
                      <a:pt x="5614" y="5643"/>
                      <a:pt x="5790" y="5643"/>
                    </a:cubicBezTo>
                    <a:cubicBezTo>
                      <a:pt x="6071" y="5643"/>
                      <a:pt x="6371" y="5516"/>
                      <a:pt x="6591" y="5389"/>
                    </a:cubicBezTo>
                    <a:lnTo>
                      <a:pt x="6634" y="5362"/>
                    </a:lnTo>
                    <a:cubicBezTo>
                      <a:pt x="6785" y="5442"/>
                      <a:pt x="6948" y="5482"/>
                      <a:pt x="7112" y="5482"/>
                    </a:cubicBezTo>
                    <a:cubicBezTo>
                      <a:pt x="7148" y="5482"/>
                      <a:pt x="7185" y="5480"/>
                      <a:pt x="7221" y="5476"/>
                    </a:cubicBezTo>
                    <a:cubicBezTo>
                      <a:pt x="7591" y="5428"/>
                      <a:pt x="7819" y="5210"/>
                      <a:pt x="8004" y="4922"/>
                    </a:cubicBezTo>
                    <a:cubicBezTo>
                      <a:pt x="8134" y="5172"/>
                      <a:pt x="8401" y="5210"/>
                      <a:pt x="8635" y="5319"/>
                    </a:cubicBezTo>
                    <a:cubicBezTo>
                      <a:pt x="8654" y="5328"/>
                      <a:pt x="8674" y="5332"/>
                      <a:pt x="8694" y="5332"/>
                    </a:cubicBezTo>
                    <a:cubicBezTo>
                      <a:pt x="8735" y="5332"/>
                      <a:pt x="8774" y="5314"/>
                      <a:pt x="8803" y="5281"/>
                    </a:cubicBezTo>
                    <a:cubicBezTo>
                      <a:pt x="8819" y="5346"/>
                      <a:pt x="8841" y="5411"/>
                      <a:pt x="8863" y="5471"/>
                    </a:cubicBezTo>
                    <a:cubicBezTo>
                      <a:pt x="8825" y="5569"/>
                      <a:pt x="8765" y="5650"/>
                      <a:pt x="8732" y="5748"/>
                    </a:cubicBezTo>
                    <a:cubicBezTo>
                      <a:pt x="8651" y="5955"/>
                      <a:pt x="8558" y="6156"/>
                      <a:pt x="8450" y="6352"/>
                    </a:cubicBezTo>
                    <a:cubicBezTo>
                      <a:pt x="8368" y="6526"/>
                      <a:pt x="8270" y="6694"/>
                      <a:pt x="8156" y="6846"/>
                    </a:cubicBezTo>
                    <a:cubicBezTo>
                      <a:pt x="8047" y="6982"/>
                      <a:pt x="7901" y="7085"/>
                      <a:pt x="7738" y="7151"/>
                    </a:cubicBezTo>
                    <a:cubicBezTo>
                      <a:pt x="7585" y="7210"/>
                      <a:pt x="7450" y="7325"/>
                      <a:pt x="7455" y="7509"/>
                    </a:cubicBezTo>
                    <a:cubicBezTo>
                      <a:pt x="7466" y="7694"/>
                      <a:pt x="7634" y="7798"/>
                      <a:pt x="7748" y="7917"/>
                    </a:cubicBezTo>
                    <a:cubicBezTo>
                      <a:pt x="7890" y="8069"/>
                      <a:pt x="7988" y="8254"/>
                      <a:pt x="8042" y="8455"/>
                    </a:cubicBezTo>
                    <a:cubicBezTo>
                      <a:pt x="8080" y="8580"/>
                      <a:pt x="8075" y="8743"/>
                      <a:pt x="8124" y="8874"/>
                    </a:cubicBezTo>
                    <a:cubicBezTo>
                      <a:pt x="8118" y="8879"/>
                      <a:pt x="8118" y="8885"/>
                      <a:pt x="8118" y="8890"/>
                    </a:cubicBezTo>
                    <a:cubicBezTo>
                      <a:pt x="8102" y="8945"/>
                      <a:pt x="8096" y="9004"/>
                      <a:pt x="8086" y="9059"/>
                    </a:cubicBezTo>
                    <a:cubicBezTo>
                      <a:pt x="8064" y="9173"/>
                      <a:pt x="8020" y="9314"/>
                      <a:pt x="8075" y="9423"/>
                    </a:cubicBezTo>
                    <a:cubicBezTo>
                      <a:pt x="8127" y="9533"/>
                      <a:pt x="8255" y="9554"/>
                      <a:pt x="8366" y="9554"/>
                    </a:cubicBezTo>
                    <a:cubicBezTo>
                      <a:pt x="8382" y="9554"/>
                      <a:pt x="8397" y="9554"/>
                      <a:pt x="8412" y="9553"/>
                    </a:cubicBezTo>
                    <a:cubicBezTo>
                      <a:pt x="8575" y="9553"/>
                      <a:pt x="8738" y="9548"/>
                      <a:pt x="8901" y="9548"/>
                    </a:cubicBezTo>
                    <a:cubicBezTo>
                      <a:pt x="9107" y="9548"/>
                      <a:pt x="9314" y="9553"/>
                      <a:pt x="9526" y="9559"/>
                    </a:cubicBezTo>
                    <a:cubicBezTo>
                      <a:pt x="9628" y="9562"/>
                      <a:pt x="9743" y="9574"/>
                      <a:pt x="9854" y="9574"/>
                    </a:cubicBezTo>
                    <a:cubicBezTo>
                      <a:pt x="9933" y="9574"/>
                      <a:pt x="10011" y="9568"/>
                      <a:pt x="10080" y="9548"/>
                    </a:cubicBezTo>
                    <a:cubicBezTo>
                      <a:pt x="10233" y="9510"/>
                      <a:pt x="10254" y="9358"/>
                      <a:pt x="10244" y="9222"/>
                    </a:cubicBezTo>
                    <a:cubicBezTo>
                      <a:pt x="10238" y="9146"/>
                      <a:pt x="10222" y="9070"/>
                      <a:pt x="10211" y="8993"/>
                    </a:cubicBezTo>
                    <a:cubicBezTo>
                      <a:pt x="10227" y="8917"/>
                      <a:pt x="10233" y="8841"/>
                      <a:pt x="10227" y="8760"/>
                    </a:cubicBezTo>
                    <a:cubicBezTo>
                      <a:pt x="10222" y="8602"/>
                      <a:pt x="10244" y="8450"/>
                      <a:pt x="10287" y="8298"/>
                    </a:cubicBezTo>
                    <a:cubicBezTo>
                      <a:pt x="10385" y="7993"/>
                      <a:pt x="10515" y="7705"/>
                      <a:pt x="10678" y="7433"/>
                    </a:cubicBezTo>
                    <a:cubicBezTo>
                      <a:pt x="10716" y="7368"/>
                      <a:pt x="10695" y="7281"/>
                      <a:pt x="10629" y="7238"/>
                    </a:cubicBezTo>
                    <a:lnTo>
                      <a:pt x="10619" y="7238"/>
                    </a:lnTo>
                    <a:cubicBezTo>
                      <a:pt x="10521" y="7189"/>
                      <a:pt x="10428" y="7124"/>
                      <a:pt x="10352" y="7042"/>
                    </a:cubicBezTo>
                    <a:cubicBezTo>
                      <a:pt x="10287" y="6960"/>
                      <a:pt x="10222" y="6884"/>
                      <a:pt x="10151" y="6808"/>
                    </a:cubicBezTo>
                    <a:cubicBezTo>
                      <a:pt x="10010" y="6667"/>
                      <a:pt x="9841" y="6536"/>
                      <a:pt x="9749" y="6357"/>
                    </a:cubicBezTo>
                    <a:cubicBezTo>
                      <a:pt x="9705" y="6270"/>
                      <a:pt x="9667" y="6183"/>
                      <a:pt x="9624" y="6091"/>
                    </a:cubicBezTo>
                    <a:cubicBezTo>
                      <a:pt x="9575" y="5982"/>
                      <a:pt x="9591" y="5857"/>
                      <a:pt x="9597" y="5737"/>
                    </a:cubicBezTo>
                    <a:cubicBezTo>
                      <a:pt x="9597" y="5563"/>
                      <a:pt x="9618" y="5368"/>
                      <a:pt x="9537" y="5210"/>
                    </a:cubicBezTo>
                    <a:cubicBezTo>
                      <a:pt x="9575" y="5145"/>
                      <a:pt x="9597" y="5074"/>
                      <a:pt x="9602" y="4998"/>
                    </a:cubicBezTo>
                    <a:cubicBezTo>
                      <a:pt x="9602" y="4922"/>
                      <a:pt x="9553" y="4857"/>
                      <a:pt x="9483" y="4830"/>
                    </a:cubicBezTo>
                    <a:cubicBezTo>
                      <a:pt x="9406" y="4781"/>
                      <a:pt x="9347" y="4705"/>
                      <a:pt x="9271" y="4672"/>
                    </a:cubicBezTo>
                    <a:cubicBezTo>
                      <a:pt x="9231" y="4658"/>
                      <a:pt x="9190" y="4652"/>
                      <a:pt x="9150" y="4652"/>
                    </a:cubicBezTo>
                    <a:cubicBezTo>
                      <a:pt x="9015" y="4652"/>
                      <a:pt x="8886" y="4726"/>
                      <a:pt x="8819" y="4851"/>
                    </a:cubicBezTo>
                    <a:cubicBezTo>
                      <a:pt x="8781" y="4922"/>
                      <a:pt x="8765" y="4998"/>
                      <a:pt x="8765" y="5080"/>
                    </a:cubicBezTo>
                    <a:cubicBezTo>
                      <a:pt x="8602" y="5004"/>
                      <a:pt x="8325" y="4960"/>
                      <a:pt x="8243" y="4775"/>
                    </a:cubicBezTo>
                    <a:cubicBezTo>
                      <a:pt x="8211" y="4688"/>
                      <a:pt x="8205" y="4596"/>
                      <a:pt x="8227" y="4503"/>
                    </a:cubicBezTo>
                    <a:cubicBezTo>
                      <a:pt x="8276" y="4384"/>
                      <a:pt x="8325" y="4264"/>
                      <a:pt x="8379" y="4139"/>
                    </a:cubicBezTo>
                    <a:cubicBezTo>
                      <a:pt x="8428" y="4085"/>
                      <a:pt x="8471" y="4020"/>
                      <a:pt x="8515" y="3954"/>
                    </a:cubicBezTo>
                    <a:cubicBezTo>
                      <a:pt x="8591" y="3813"/>
                      <a:pt x="8722" y="3737"/>
                      <a:pt x="8841" y="3634"/>
                    </a:cubicBezTo>
                    <a:cubicBezTo>
                      <a:pt x="8955" y="3536"/>
                      <a:pt x="9080" y="3449"/>
                      <a:pt x="9216" y="3378"/>
                    </a:cubicBezTo>
                    <a:cubicBezTo>
                      <a:pt x="9347" y="3297"/>
                      <a:pt x="9493" y="3242"/>
                      <a:pt x="9646" y="3215"/>
                    </a:cubicBezTo>
                    <a:cubicBezTo>
                      <a:pt x="9716" y="3199"/>
                      <a:pt x="9787" y="3177"/>
                      <a:pt x="9858" y="3150"/>
                    </a:cubicBezTo>
                    <a:cubicBezTo>
                      <a:pt x="9945" y="3117"/>
                      <a:pt x="10037" y="3134"/>
                      <a:pt x="10129" y="3117"/>
                    </a:cubicBezTo>
                    <a:cubicBezTo>
                      <a:pt x="10222" y="3090"/>
                      <a:pt x="10254" y="2971"/>
                      <a:pt x="10189" y="2900"/>
                    </a:cubicBezTo>
                    <a:cubicBezTo>
                      <a:pt x="10108" y="2833"/>
                      <a:pt x="10011" y="2817"/>
                      <a:pt x="9911" y="2817"/>
                    </a:cubicBezTo>
                    <a:cubicBezTo>
                      <a:pt x="9824" y="2817"/>
                      <a:pt x="9734" y="2829"/>
                      <a:pt x="9651" y="2829"/>
                    </a:cubicBezTo>
                    <a:cubicBezTo>
                      <a:pt x="9385" y="2829"/>
                      <a:pt x="9124" y="2900"/>
                      <a:pt x="8895" y="3036"/>
                    </a:cubicBezTo>
                    <a:cubicBezTo>
                      <a:pt x="8526" y="3248"/>
                      <a:pt x="8319" y="3612"/>
                      <a:pt x="8151" y="3992"/>
                    </a:cubicBezTo>
                    <a:cubicBezTo>
                      <a:pt x="8064" y="4101"/>
                      <a:pt x="7999" y="4226"/>
                      <a:pt x="7966" y="4362"/>
                    </a:cubicBezTo>
                    <a:cubicBezTo>
                      <a:pt x="7960" y="4389"/>
                      <a:pt x="7955" y="4416"/>
                      <a:pt x="7950" y="4444"/>
                    </a:cubicBezTo>
                    <a:cubicBezTo>
                      <a:pt x="7776" y="4827"/>
                      <a:pt x="7534" y="5226"/>
                      <a:pt x="7080" y="5226"/>
                    </a:cubicBezTo>
                    <a:cubicBezTo>
                      <a:pt x="7052" y="5226"/>
                      <a:pt x="7023" y="5224"/>
                      <a:pt x="6993" y="5221"/>
                    </a:cubicBezTo>
                    <a:cubicBezTo>
                      <a:pt x="6955" y="5216"/>
                      <a:pt x="6917" y="5210"/>
                      <a:pt x="6873" y="5199"/>
                    </a:cubicBezTo>
                    <a:cubicBezTo>
                      <a:pt x="7189" y="4982"/>
                      <a:pt x="7444" y="4677"/>
                      <a:pt x="7602" y="4330"/>
                    </a:cubicBezTo>
                    <a:cubicBezTo>
                      <a:pt x="7645" y="4221"/>
                      <a:pt x="7667" y="4112"/>
                      <a:pt x="7678" y="3998"/>
                    </a:cubicBezTo>
                    <a:cubicBezTo>
                      <a:pt x="7705" y="3862"/>
                      <a:pt x="7716" y="3721"/>
                      <a:pt x="7705" y="3579"/>
                    </a:cubicBezTo>
                    <a:cubicBezTo>
                      <a:pt x="7683" y="3384"/>
                      <a:pt x="7575" y="3204"/>
                      <a:pt x="7401" y="3096"/>
                    </a:cubicBezTo>
                    <a:cubicBezTo>
                      <a:pt x="7261" y="2997"/>
                      <a:pt x="7117" y="2941"/>
                      <a:pt x="6966" y="2941"/>
                    </a:cubicBezTo>
                    <a:cubicBezTo>
                      <a:pt x="6876" y="2941"/>
                      <a:pt x="6784" y="2961"/>
                      <a:pt x="6689" y="3003"/>
                    </a:cubicBezTo>
                    <a:cubicBezTo>
                      <a:pt x="6558" y="3058"/>
                      <a:pt x="6438" y="3123"/>
                      <a:pt x="6324" y="3204"/>
                    </a:cubicBezTo>
                    <a:cubicBezTo>
                      <a:pt x="6232" y="3291"/>
                      <a:pt x="6139" y="3384"/>
                      <a:pt x="6053" y="3487"/>
                    </a:cubicBezTo>
                    <a:lnTo>
                      <a:pt x="6031" y="3514"/>
                    </a:lnTo>
                    <a:cubicBezTo>
                      <a:pt x="6129" y="3188"/>
                      <a:pt x="6205" y="2856"/>
                      <a:pt x="6297" y="2530"/>
                    </a:cubicBezTo>
                    <a:cubicBezTo>
                      <a:pt x="6438" y="2046"/>
                      <a:pt x="6585" y="1563"/>
                      <a:pt x="6748" y="1084"/>
                    </a:cubicBezTo>
                    <a:cubicBezTo>
                      <a:pt x="6765" y="1019"/>
                      <a:pt x="6797" y="954"/>
                      <a:pt x="6824" y="878"/>
                    </a:cubicBezTo>
                    <a:cubicBezTo>
                      <a:pt x="6889" y="933"/>
                      <a:pt x="6968" y="960"/>
                      <a:pt x="7047" y="960"/>
                    </a:cubicBezTo>
                    <a:cubicBezTo>
                      <a:pt x="7055" y="960"/>
                      <a:pt x="7062" y="960"/>
                      <a:pt x="7069" y="959"/>
                    </a:cubicBezTo>
                    <a:cubicBezTo>
                      <a:pt x="7099" y="959"/>
                      <a:pt x="7133" y="960"/>
                      <a:pt x="7167" y="960"/>
                    </a:cubicBezTo>
                    <a:cubicBezTo>
                      <a:pt x="7245" y="960"/>
                      <a:pt x="7328" y="955"/>
                      <a:pt x="7384" y="921"/>
                    </a:cubicBezTo>
                    <a:cubicBezTo>
                      <a:pt x="7417" y="905"/>
                      <a:pt x="7417" y="867"/>
                      <a:pt x="7384" y="851"/>
                    </a:cubicBezTo>
                    <a:cubicBezTo>
                      <a:pt x="7355" y="835"/>
                      <a:pt x="7321" y="830"/>
                      <a:pt x="7287" y="830"/>
                    </a:cubicBezTo>
                    <a:cubicBezTo>
                      <a:pt x="7237" y="830"/>
                      <a:pt x="7184" y="840"/>
                      <a:pt x="7140" y="840"/>
                    </a:cubicBezTo>
                    <a:cubicBezTo>
                      <a:pt x="7094" y="843"/>
                      <a:pt x="7024" y="854"/>
                      <a:pt x="6962" y="854"/>
                    </a:cubicBezTo>
                    <a:cubicBezTo>
                      <a:pt x="6914" y="854"/>
                      <a:pt x="6870" y="847"/>
                      <a:pt x="6846" y="823"/>
                    </a:cubicBezTo>
                    <a:cubicBezTo>
                      <a:pt x="6949" y="573"/>
                      <a:pt x="7058" y="280"/>
                      <a:pt x="6944" y="57"/>
                    </a:cubicBezTo>
                    <a:cubicBezTo>
                      <a:pt x="6919" y="20"/>
                      <a:pt x="6881"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0"/>
              <p:cNvSpPr/>
              <p:nvPr/>
            </p:nvSpPr>
            <p:spPr>
              <a:xfrm>
                <a:off x="5942150" y="5255325"/>
                <a:ext cx="265300" cy="8350"/>
              </a:xfrm>
              <a:custGeom>
                <a:rect b="b" l="l" r="r" t="t"/>
                <a:pathLst>
                  <a:path extrusionOk="0" h="334" w="10612">
                    <a:moveTo>
                      <a:pt x="1035" y="1"/>
                    </a:moveTo>
                    <a:cubicBezTo>
                      <a:pt x="942" y="1"/>
                      <a:pt x="848" y="7"/>
                      <a:pt x="757" y="16"/>
                    </a:cubicBezTo>
                    <a:cubicBezTo>
                      <a:pt x="686" y="27"/>
                      <a:pt x="626" y="54"/>
                      <a:pt x="561" y="65"/>
                    </a:cubicBezTo>
                    <a:cubicBezTo>
                      <a:pt x="496" y="65"/>
                      <a:pt x="430" y="76"/>
                      <a:pt x="365" y="87"/>
                    </a:cubicBezTo>
                    <a:cubicBezTo>
                      <a:pt x="316" y="98"/>
                      <a:pt x="273" y="125"/>
                      <a:pt x="224" y="141"/>
                    </a:cubicBezTo>
                    <a:cubicBezTo>
                      <a:pt x="159" y="152"/>
                      <a:pt x="99" y="168"/>
                      <a:pt x="39" y="190"/>
                    </a:cubicBezTo>
                    <a:cubicBezTo>
                      <a:pt x="1" y="212"/>
                      <a:pt x="1" y="266"/>
                      <a:pt x="39" y="288"/>
                    </a:cubicBezTo>
                    <a:cubicBezTo>
                      <a:pt x="108" y="319"/>
                      <a:pt x="183" y="333"/>
                      <a:pt x="259" y="333"/>
                    </a:cubicBezTo>
                    <a:cubicBezTo>
                      <a:pt x="291" y="333"/>
                      <a:pt x="323" y="331"/>
                      <a:pt x="354" y="326"/>
                    </a:cubicBezTo>
                    <a:cubicBezTo>
                      <a:pt x="380" y="321"/>
                      <a:pt x="406" y="320"/>
                      <a:pt x="432" y="320"/>
                    </a:cubicBezTo>
                    <a:cubicBezTo>
                      <a:pt x="468" y="320"/>
                      <a:pt x="505" y="323"/>
                      <a:pt x="539" y="326"/>
                    </a:cubicBezTo>
                    <a:cubicBezTo>
                      <a:pt x="610" y="326"/>
                      <a:pt x="680" y="320"/>
                      <a:pt x="746" y="304"/>
                    </a:cubicBezTo>
                    <a:cubicBezTo>
                      <a:pt x="824" y="289"/>
                      <a:pt x="903" y="284"/>
                      <a:pt x="981" y="284"/>
                    </a:cubicBezTo>
                    <a:cubicBezTo>
                      <a:pt x="1082" y="284"/>
                      <a:pt x="1183" y="291"/>
                      <a:pt x="1283" y="291"/>
                    </a:cubicBezTo>
                    <a:cubicBezTo>
                      <a:pt x="1376" y="291"/>
                      <a:pt x="1469" y="285"/>
                      <a:pt x="1561" y="261"/>
                    </a:cubicBezTo>
                    <a:cubicBezTo>
                      <a:pt x="1626" y="266"/>
                      <a:pt x="1702" y="272"/>
                      <a:pt x="1773" y="282"/>
                    </a:cubicBezTo>
                    <a:cubicBezTo>
                      <a:pt x="2040" y="305"/>
                      <a:pt x="2308" y="316"/>
                      <a:pt x="2578" y="316"/>
                    </a:cubicBezTo>
                    <a:cubicBezTo>
                      <a:pt x="2632" y="316"/>
                      <a:pt x="2686" y="316"/>
                      <a:pt x="2741" y="315"/>
                    </a:cubicBezTo>
                    <a:cubicBezTo>
                      <a:pt x="2873" y="315"/>
                      <a:pt x="3007" y="316"/>
                      <a:pt x="3140" y="316"/>
                    </a:cubicBezTo>
                    <a:cubicBezTo>
                      <a:pt x="3341" y="316"/>
                      <a:pt x="3542" y="314"/>
                      <a:pt x="3741" y="304"/>
                    </a:cubicBezTo>
                    <a:cubicBezTo>
                      <a:pt x="4027" y="290"/>
                      <a:pt x="4309" y="271"/>
                      <a:pt x="4591" y="271"/>
                    </a:cubicBezTo>
                    <a:cubicBezTo>
                      <a:pt x="4625" y="271"/>
                      <a:pt x="4658" y="271"/>
                      <a:pt x="4692" y="272"/>
                    </a:cubicBezTo>
                    <a:cubicBezTo>
                      <a:pt x="4790" y="272"/>
                      <a:pt x="4888" y="276"/>
                      <a:pt x="4984" y="276"/>
                    </a:cubicBezTo>
                    <a:cubicBezTo>
                      <a:pt x="5032" y="276"/>
                      <a:pt x="5080" y="275"/>
                      <a:pt x="5127" y="272"/>
                    </a:cubicBezTo>
                    <a:cubicBezTo>
                      <a:pt x="5285" y="266"/>
                      <a:pt x="5442" y="228"/>
                      <a:pt x="5600" y="228"/>
                    </a:cubicBezTo>
                    <a:cubicBezTo>
                      <a:pt x="5736" y="228"/>
                      <a:pt x="5872" y="266"/>
                      <a:pt x="6008" y="266"/>
                    </a:cubicBezTo>
                    <a:lnTo>
                      <a:pt x="6497" y="266"/>
                    </a:lnTo>
                    <a:cubicBezTo>
                      <a:pt x="6776" y="266"/>
                      <a:pt x="7052" y="254"/>
                      <a:pt x="7327" y="254"/>
                    </a:cubicBezTo>
                    <a:cubicBezTo>
                      <a:pt x="7373" y="254"/>
                      <a:pt x="7419" y="254"/>
                      <a:pt x="7464" y="255"/>
                    </a:cubicBezTo>
                    <a:cubicBezTo>
                      <a:pt x="7606" y="261"/>
                      <a:pt x="7736" y="299"/>
                      <a:pt x="7877" y="310"/>
                    </a:cubicBezTo>
                    <a:cubicBezTo>
                      <a:pt x="7930" y="313"/>
                      <a:pt x="7983" y="314"/>
                      <a:pt x="8035" y="314"/>
                    </a:cubicBezTo>
                    <a:cubicBezTo>
                      <a:pt x="8140" y="314"/>
                      <a:pt x="8245" y="310"/>
                      <a:pt x="8350" y="310"/>
                    </a:cubicBezTo>
                    <a:lnTo>
                      <a:pt x="9481" y="310"/>
                    </a:lnTo>
                    <a:cubicBezTo>
                      <a:pt x="9800" y="310"/>
                      <a:pt x="10119" y="275"/>
                      <a:pt x="10438" y="275"/>
                    </a:cubicBezTo>
                    <a:cubicBezTo>
                      <a:pt x="10478" y="275"/>
                      <a:pt x="10517" y="276"/>
                      <a:pt x="10557" y="277"/>
                    </a:cubicBezTo>
                    <a:cubicBezTo>
                      <a:pt x="10601" y="272"/>
                      <a:pt x="10612" y="212"/>
                      <a:pt x="10568" y="201"/>
                    </a:cubicBezTo>
                    <a:cubicBezTo>
                      <a:pt x="10264" y="92"/>
                      <a:pt x="9954" y="87"/>
                      <a:pt x="9639" y="87"/>
                    </a:cubicBezTo>
                    <a:cubicBezTo>
                      <a:pt x="9532" y="85"/>
                      <a:pt x="9424" y="84"/>
                      <a:pt x="9315" y="84"/>
                    </a:cubicBezTo>
                    <a:cubicBezTo>
                      <a:pt x="9097" y="84"/>
                      <a:pt x="8878" y="87"/>
                      <a:pt x="8660" y="87"/>
                    </a:cubicBezTo>
                    <a:lnTo>
                      <a:pt x="7959" y="87"/>
                    </a:lnTo>
                    <a:cubicBezTo>
                      <a:pt x="7867" y="81"/>
                      <a:pt x="7780" y="65"/>
                      <a:pt x="7693" y="49"/>
                    </a:cubicBezTo>
                    <a:cubicBezTo>
                      <a:pt x="7578" y="30"/>
                      <a:pt x="7460" y="24"/>
                      <a:pt x="7340" y="24"/>
                    </a:cubicBezTo>
                    <a:cubicBezTo>
                      <a:pt x="7155" y="24"/>
                      <a:pt x="6967" y="38"/>
                      <a:pt x="6785" y="38"/>
                    </a:cubicBezTo>
                    <a:lnTo>
                      <a:pt x="6317" y="38"/>
                    </a:lnTo>
                    <a:cubicBezTo>
                      <a:pt x="6258" y="42"/>
                      <a:pt x="6197" y="43"/>
                      <a:pt x="6137" y="43"/>
                    </a:cubicBezTo>
                    <a:cubicBezTo>
                      <a:pt x="6026" y="43"/>
                      <a:pt x="5915" y="37"/>
                      <a:pt x="5806" y="27"/>
                    </a:cubicBezTo>
                    <a:cubicBezTo>
                      <a:pt x="5732" y="14"/>
                      <a:pt x="5659" y="10"/>
                      <a:pt x="5586" y="10"/>
                    </a:cubicBezTo>
                    <a:cubicBezTo>
                      <a:pt x="5375" y="10"/>
                      <a:pt x="5167" y="49"/>
                      <a:pt x="4953" y="49"/>
                    </a:cubicBezTo>
                    <a:cubicBezTo>
                      <a:pt x="4910" y="48"/>
                      <a:pt x="4867" y="48"/>
                      <a:pt x="4824" y="48"/>
                    </a:cubicBezTo>
                    <a:cubicBezTo>
                      <a:pt x="4220" y="48"/>
                      <a:pt x="3617" y="81"/>
                      <a:pt x="3018" y="81"/>
                    </a:cubicBezTo>
                    <a:cubicBezTo>
                      <a:pt x="2784" y="81"/>
                      <a:pt x="2547" y="94"/>
                      <a:pt x="2310" y="94"/>
                    </a:cubicBezTo>
                    <a:cubicBezTo>
                      <a:pt x="2172" y="94"/>
                      <a:pt x="2034" y="90"/>
                      <a:pt x="1898" y="76"/>
                    </a:cubicBezTo>
                    <a:cubicBezTo>
                      <a:pt x="1795" y="70"/>
                      <a:pt x="1697" y="60"/>
                      <a:pt x="1588" y="60"/>
                    </a:cubicBezTo>
                    <a:cubicBezTo>
                      <a:pt x="1474" y="27"/>
                      <a:pt x="1354" y="11"/>
                      <a:pt x="1235" y="11"/>
                    </a:cubicBezTo>
                    <a:cubicBezTo>
                      <a:pt x="1169" y="4"/>
                      <a:pt x="1102" y="1"/>
                      <a:pt x="1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0"/>
              <p:cNvSpPr/>
              <p:nvPr/>
            </p:nvSpPr>
            <p:spPr>
              <a:xfrm>
                <a:off x="6209200" y="5261275"/>
                <a:ext cx="25" cy="25"/>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0"/>
              <p:cNvSpPr/>
              <p:nvPr/>
            </p:nvSpPr>
            <p:spPr>
              <a:xfrm>
                <a:off x="5943125" y="5407700"/>
                <a:ext cx="208875" cy="7350"/>
              </a:xfrm>
              <a:custGeom>
                <a:rect b="b" l="l" r="r" t="t"/>
                <a:pathLst>
                  <a:path extrusionOk="0" h="294" w="8355">
                    <a:moveTo>
                      <a:pt x="898" y="1"/>
                    </a:moveTo>
                    <a:cubicBezTo>
                      <a:pt x="887" y="1"/>
                      <a:pt x="876" y="3"/>
                      <a:pt x="864" y="9"/>
                    </a:cubicBezTo>
                    <a:cubicBezTo>
                      <a:pt x="815" y="42"/>
                      <a:pt x="723" y="31"/>
                      <a:pt x="669" y="42"/>
                    </a:cubicBezTo>
                    <a:cubicBezTo>
                      <a:pt x="609" y="47"/>
                      <a:pt x="538" y="69"/>
                      <a:pt x="478" y="85"/>
                    </a:cubicBezTo>
                    <a:cubicBezTo>
                      <a:pt x="419" y="91"/>
                      <a:pt x="359" y="96"/>
                      <a:pt x="299" y="112"/>
                    </a:cubicBezTo>
                    <a:cubicBezTo>
                      <a:pt x="283" y="112"/>
                      <a:pt x="272" y="112"/>
                      <a:pt x="256" y="118"/>
                    </a:cubicBezTo>
                    <a:lnTo>
                      <a:pt x="228" y="123"/>
                    </a:lnTo>
                    <a:cubicBezTo>
                      <a:pt x="223" y="129"/>
                      <a:pt x="212" y="134"/>
                      <a:pt x="212" y="145"/>
                    </a:cubicBezTo>
                    <a:cubicBezTo>
                      <a:pt x="196" y="156"/>
                      <a:pt x="185" y="167"/>
                      <a:pt x="169" y="178"/>
                    </a:cubicBezTo>
                    <a:cubicBezTo>
                      <a:pt x="120" y="194"/>
                      <a:pt x="71" y="205"/>
                      <a:pt x="22" y="216"/>
                    </a:cubicBezTo>
                    <a:cubicBezTo>
                      <a:pt x="0" y="221"/>
                      <a:pt x="0" y="254"/>
                      <a:pt x="22" y="259"/>
                    </a:cubicBezTo>
                    <a:cubicBezTo>
                      <a:pt x="78" y="282"/>
                      <a:pt x="134" y="294"/>
                      <a:pt x="192" y="294"/>
                    </a:cubicBezTo>
                    <a:cubicBezTo>
                      <a:pt x="218" y="294"/>
                      <a:pt x="245" y="291"/>
                      <a:pt x="272" y="286"/>
                    </a:cubicBezTo>
                    <a:cubicBezTo>
                      <a:pt x="353" y="265"/>
                      <a:pt x="446" y="281"/>
                      <a:pt x="533" y="265"/>
                    </a:cubicBezTo>
                    <a:cubicBezTo>
                      <a:pt x="560" y="259"/>
                      <a:pt x="593" y="254"/>
                      <a:pt x="620" y="254"/>
                    </a:cubicBezTo>
                    <a:cubicBezTo>
                      <a:pt x="681" y="268"/>
                      <a:pt x="743" y="276"/>
                      <a:pt x="806" y="276"/>
                    </a:cubicBezTo>
                    <a:cubicBezTo>
                      <a:pt x="838" y="276"/>
                      <a:pt x="870" y="274"/>
                      <a:pt x="902" y="270"/>
                    </a:cubicBezTo>
                    <a:cubicBezTo>
                      <a:pt x="1058" y="245"/>
                      <a:pt x="1215" y="233"/>
                      <a:pt x="1372" y="233"/>
                    </a:cubicBezTo>
                    <a:cubicBezTo>
                      <a:pt x="1489" y="233"/>
                      <a:pt x="1607" y="240"/>
                      <a:pt x="1723" y="254"/>
                    </a:cubicBezTo>
                    <a:cubicBezTo>
                      <a:pt x="1854" y="273"/>
                      <a:pt x="1984" y="282"/>
                      <a:pt x="2115" y="282"/>
                    </a:cubicBezTo>
                    <a:cubicBezTo>
                      <a:pt x="2245" y="282"/>
                      <a:pt x="2375" y="273"/>
                      <a:pt x="2506" y="254"/>
                    </a:cubicBezTo>
                    <a:cubicBezTo>
                      <a:pt x="2652" y="242"/>
                      <a:pt x="2797" y="237"/>
                      <a:pt x="2944" y="237"/>
                    </a:cubicBezTo>
                    <a:cubicBezTo>
                      <a:pt x="3071" y="237"/>
                      <a:pt x="3198" y="241"/>
                      <a:pt x="3327" y="248"/>
                    </a:cubicBezTo>
                    <a:cubicBezTo>
                      <a:pt x="3414" y="249"/>
                      <a:pt x="3501" y="250"/>
                      <a:pt x="3589" y="250"/>
                    </a:cubicBezTo>
                    <a:cubicBezTo>
                      <a:pt x="3810" y="250"/>
                      <a:pt x="4032" y="248"/>
                      <a:pt x="4254" y="248"/>
                    </a:cubicBezTo>
                    <a:cubicBezTo>
                      <a:pt x="4491" y="248"/>
                      <a:pt x="4727" y="250"/>
                      <a:pt x="4963" y="259"/>
                    </a:cubicBezTo>
                    <a:cubicBezTo>
                      <a:pt x="4975" y="259"/>
                      <a:pt x="4988" y="260"/>
                      <a:pt x="5000" y="260"/>
                    </a:cubicBezTo>
                    <a:cubicBezTo>
                      <a:pt x="5248" y="260"/>
                      <a:pt x="5486" y="210"/>
                      <a:pt x="5729" y="210"/>
                    </a:cubicBezTo>
                    <a:lnTo>
                      <a:pt x="7529" y="210"/>
                    </a:lnTo>
                    <a:cubicBezTo>
                      <a:pt x="7553" y="211"/>
                      <a:pt x="7577" y="212"/>
                      <a:pt x="7601" y="212"/>
                    </a:cubicBezTo>
                    <a:cubicBezTo>
                      <a:pt x="7717" y="212"/>
                      <a:pt x="7830" y="201"/>
                      <a:pt x="7947" y="183"/>
                    </a:cubicBezTo>
                    <a:cubicBezTo>
                      <a:pt x="8012" y="167"/>
                      <a:pt x="8083" y="178"/>
                      <a:pt x="8148" y="161"/>
                    </a:cubicBezTo>
                    <a:cubicBezTo>
                      <a:pt x="8219" y="150"/>
                      <a:pt x="8257" y="102"/>
                      <a:pt x="8322" y="96"/>
                    </a:cubicBezTo>
                    <a:cubicBezTo>
                      <a:pt x="8355" y="91"/>
                      <a:pt x="8355" y="47"/>
                      <a:pt x="8322" y="42"/>
                    </a:cubicBezTo>
                    <a:lnTo>
                      <a:pt x="8322" y="47"/>
                    </a:lnTo>
                    <a:cubicBezTo>
                      <a:pt x="8311" y="46"/>
                      <a:pt x="8300" y="46"/>
                      <a:pt x="8289" y="46"/>
                    </a:cubicBezTo>
                    <a:cubicBezTo>
                      <a:pt x="8213" y="46"/>
                      <a:pt x="8141" y="69"/>
                      <a:pt x="8064" y="69"/>
                    </a:cubicBezTo>
                    <a:cubicBezTo>
                      <a:pt x="8043" y="69"/>
                      <a:pt x="8023" y="68"/>
                      <a:pt x="8002" y="64"/>
                    </a:cubicBezTo>
                    <a:cubicBezTo>
                      <a:pt x="7953" y="53"/>
                      <a:pt x="7904" y="31"/>
                      <a:pt x="7849" y="25"/>
                    </a:cubicBezTo>
                    <a:cubicBezTo>
                      <a:pt x="7811" y="19"/>
                      <a:pt x="7773" y="16"/>
                      <a:pt x="7735" y="16"/>
                    </a:cubicBezTo>
                    <a:cubicBezTo>
                      <a:pt x="7708" y="16"/>
                      <a:pt x="7681" y="18"/>
                      <a:pt x="7654" y="20"/>
                    </a:cubicBezTo>
                    <a:lnTo>
                      <a:pt x="5958" y="20"/>
                    </a:lnTo>
                    <a:cubicBezTo>
                      <a:pt x="5867" y="20"/>
                      <a:pt x="5776" y="18"/>
                      <a:pt x="5686" y="18"/>
                    </a:cubicBezTo>
                    <a:cubicBezTo>
                      <a:pt x="5641" y="18"/>
                      <a:pt x="5595" y="18"/>
                      <a:pt x="5550" y="20"/>
                    </a:cubicBezTo>
                    <a:cubicBezTo>
                      <a:pt x="5414" y="25"/>
                      <a:pt x="5278" y="58"/>
                      <a:pt x="5142" y="69"/>
                    </a:cubicBezTo>
                    <a:cubicBezTo>
                      <a:pt x="5072" y="75"/>
                      <a:pt x="5002" y="77"/>
                      <a:pt x="4930" y="77"/>
                    </a:cubicBezTo>
                    <a:cubicBezTo>
                      <a:pt x="4753" y="77"/>
                      <a:pt x="4572" y="64"/>
                      <a:pt x="4398" y="64"/>
                    </a:cubicBezTo>
                    <a:lnTo>
                      <a:pt x="3533" y="64"/>
                    </a:lnTo>
                    <a:cubicBezTo>
                      <a:pt x="3316" y="64"/>
                      <a:pt x="3102" y="50"/>
                      <a:pt x="2886" y="50"/>
                    </a:cubicBezTo>
                    <a:cubicBezTo>
                      <a:pt x="2832" y="50"/>
                      <a:pt x="2778" y="50"/>
                      <a:pt x="2723" y="53"/>
                    </a:cubicBezTo>
                    <a:cubicBezTo>
                      <a:pt x="2497" y="62"/>
                      <a:pt x="2264" y="106"/>
                      <a:pt x="2032" y="106"/>
                    </a:cubicBezTo>
                    <a:cubicBezTo>
                      <a:pt x="1991" y="106"/>
                      <a:pt x="1949" y="105"/>
                      <a:pt x="1908" y="102"/>
                    </a:cubicBezTo>
                    <a:cubicBezTo>
                      <a:pt x="1707" y="83"/>
                      <a:pt x="1509" y="58"/>
                      <a:pt x="1307" y="58"/>
                    </a:cubicBezTo>
                    <a:cubicBezTo>
                      <a:pt x="1220" y="58"/>
                      <a:pt x="1132" y="63"/>
                      <a:pt x="1044" y="74"/>
                    </a:cubicBezTo>
                    <a:lnTo>
                      <a:pt x="973" y="85"/>
                    </a:lnTo>
                    <a:cubicBezTo>
                      <a:pt x="977" y="38"/>
                      <a:pt x="941" y="1"/>
                      <a:pt x="8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0"/>
              <p:cNvSpPr/>
              <p:nvPr/>
            </p:nvSpPr>
            <p:spPr>
              <a:xfrm>
                <a:off x="6180800" y="5407350"/>
                <a:ext cx="40925" cy="5525"/>
              </a:xfrm>
              <a:custGeom>
                <a:rect b="b" l="l" r="r" t="t"/>
                <a:pathLst>
                  <a:path extrusionOk="0" h="221" w="1637">
                    <a:moveTo>
                      <a:pt x="590" y="1"/>
                    </a:moveTo>
                    <a:cubicBezTo>
                      <a:pt x="414" y="1"/>
                      <a:pt x="239" y="21"/>
                      <a:pt x="60" y="34"/>
                    </a:cubicBezTo>
                    <a:cubicBezTo>
                      <a:pt x="0" y="45"/>
                      <a:pt x="0" y="132"/>
                      <a:pt x="60" y="143"/>
                    </a:cubicBezTo>
                    <a:cubicBezTo>
                      <a:pt x="212" y="154"/>
                      <a:pt x="370" y="154"/>
                      <a:pt x="522" y="154"/>
                    </a:cubicBezTo>
                    <a:cubicBezTo>
                      <a:pt x="674" y="159"/>
                      <a:pt x="826" y="181"/>
                      <a:pt x="979" y="208"/>
                    </a:cubicBezTo>
                    <a:cubicBezTo>
                      <a:pt x="1062" y="216"/>
                      <a:pt x="1149" y="221"/>
                      <a:pt x="1236" y="221"/>
                    </a:cubicBezTo>
                    <a:cubicBezTo>
                      <a:pt x="1268" y="221"/>
                      <a:pt x="1300" y="220"/>
                      <a:pt x="1332" y="219"/>
                    </a:cubicBezTo>
                    <a:cubicBezTo>
                      <a:pt x="1340" y="220"/>
                      <a:pt x="1348" y="220"/>
                      <a:pt x="1356" y="220"/>
                    </a:cubicBezTo>
                    <a:cubicBezTo>
                      <a:pt x="1393" y="220"/>
                      <a:pt x="1432" y="211"/>
                      <a:pt x="1468" y="197"/>
                    </a:cubicBezTo>
                    <a:cubicBezTo>
                      <a:pt x="1511" y="181"/>
                      <a:pt x="1555" y="132"/>
                      <a:pt x="1604" y="121"/>
                    </a:cubicBezTo>
                    <a:cubicBezTo>
                      <a:pt x="1636" y="116"/>
                      <a:pt x="1636" y="61"/>
                      <a:pt x="1604" y="56"/>
                    </a:cubicBezTo>
                    <a:cubicBezTo>
                      <a:pt x="1570" y="45"/>
                      <a:pt x="1539" y="41"/>
                      <a:pt x="1508" y="41"/>
                    </a:cubicBezTo>
                    <a:cubicBezTo>
                      <a:pt x="1456" y="41"/>
                      <a:pt x="1406" y="51"/>
                      <a:pt x="1354" y="51"/>
                    </a:cubicBezTo>
                    <a:cubicBezTo>
                      <a:pt x="1347" y="51"/>
                      <a:pt x="1339" y="51"/>
                      <a:pt x="1332" y="50"/>
                    </a:cubicBezTo>
                    <a:cubicBezTo>
                      <a:pt x="1191" y="50"/>
                      <a:pt x="1049" y="39"/>
                      <a:pt x="913" y="29"/>
                    </a:cubicBezTo>
                    <a:cubicBezTo>
                      <a:pt x="804" y="8"/>
                      <a:pt x="697" y="1"/>
                      <a:pt x="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0"/>
              <p:cNvSpPr/>
              <p:nvPr/>
            </p:nvSpPr>
            <p:spPr>
              <a:xfrm>
                <a:off x="5971250" y="5286975"/>
                <a:ext cx="14825" cy="4425"/>
              </a:xfrm>
              <a:custGeom>
                <a:rect b="b" l="l" r="r" t="t"/>
                <a:pathLst>
                  <a:path extrusionOk="0" h="177" w="593">
                    <a:moveTo>
                      <a:pt x="126" y="0"/>
                    </a:moveTo>
                    <a:cubicBezTo>
                      <a:pt x="101" y="0"/>
                      <a:pt x="75" y="2"/>
                      <a:pt x="49" y="6"/>
                    </a:cubicBezTo>
                    <a:cubicBezTo>
                      <a:pt x="0" y="11"/>
                      <a:pt x="6" y="87"/>
                      <a:pt x="49" y="98"/>
                    </a:cubicBezTo>
                    <a:cubicBezTo>
                      <a:pt x="180" y="127"/>
                      <a:pt x="311" y="177"/>
                      <a:pt x="442" y="177"/>
                    </a:cubicBezTo>
                    <a:cubicBezTo>
                      <a:pt x="485" y="177"/>
                      <a:pt x="528" y="171"/>
                      <a:pt x="571" y="158"/>
                    </a:cubicBezTo>
                    <a:cubicBezTo>
                      <a:pt x="593" y="152"/>
                      <a:pt x="593" y="120"/>
                      <a:pt x="571" y="114"/>
                    </a:cubicBezTo>
                    <a:cubicBezTo>
                      <a:pt x="427" y="63"/>
                      <a:pt x="278"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0"/>
              <p:cNvSpPr/>
              <p:nvPr/>
            </p:nvSpPr>
            <p:spPr>
              <a:xfrm>
                <a:off x="5991225" y="5286625"/>
                <a:ext cx="17825" cy="4225"/>
              </a:xfrm>
              <a:custGeom>
                <a:rect b="b" l="l" r="r" t="t"/>
                <a:pathLst>
                  <a:path extrusionOk="0" h="169" w="713">
                    <a:moveTo>
                      <a:pt x="490" y="0"/>
                    </a:moveTo>
                    <a:cubicBezTo>
                      <a:pt x="444" y="0"/>
                      <a:pt x="398" y="6"/>
                      <a:pt x="354" y="20"/>
                    </a:cubicBezTo>
                    <a:cubicBezTo>
                      <a:pt x="307" y="34"/>
                      <a:pt x="259" y="41"/>
                      <a:pt x="212" y="41"/>
                    </a:cubicBezTo>
                    <a:cubicBezTo>
                      <a:pt x="189" y="41"/>
                      <a:pt x="165" y="40"/>
                      <a:pt x="142" y="36"/>
                    </a:cubicBezTo>
                    <a:cubicBezTo>
                      <a:pt x="121" y="29"/>
                      <a:pt x="101" y="25"/>
                      <a:pt x="81" y="25"/>
                    </a:cubicBezTo>
                    <a:cubicBezTo>
                      <a:pt x="69" y="25"/>
                      <a:pt x="56" y="26"/>
                      <a:pt x="44" y="31"/>
                    </a:cubicBezTo>
                    <a:cubicBezTo>
                      <a:pt x="0" y="41"/>
                      <a:pt x="11" y="101"/>
                      <a:pt x="49" y="101"/>
                    </a:cubicBezTo>
                    <a:cubicBezTo>
                      <a:pt x="87" y="101"/>
                      <a:pt x="125" y="150"/>
                      <a:pt x="158" y="161"/>
                    </a:cubicBezTo>
                    <a:cubicBezTo>
                      <a:pt x="180" y="166"/>
                      <a:pt x="202" y="169"/>
                      <a:pt x="224" y="169"/>
                    </a:cubicBezTo>
                    <a:cubicBezTo>
                      <a:pt x="251" y="169"/>
                      <a:pt x="278" y="165"/>
                      <a:pt x="305" y="156"/>
                    </a:cubicBezTo>
                    <a:cubicBezTo>
                      <a:pt x="430" y="128"/>
                      <a:pt x="571" y="145"/>
                      <a:pt x="691" y="96"/>
                    </a:cubicBezTo>
                    <a:cubicBezTo>
                      <a:pt x="712" y="80"/>
                      <a:pt x="712" y="52"/>
                      <a:pt x="691" y="36"/>
                    </a:cubicBezTo>
                    <a:cubicBezTo>
                      <a:pt x="626" y="13"/>
                      <a:pt x="558" y="0"/>
                      <a:pt x="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0"/>
              <p:cNvSpPr/>
              <p:nvPr/>
            </p:nvSpPr>
            <p:spPr>
              <a:xfrm>
                <a:off x="6046675" y="5287075"/>
                <a:ext cx="15375" cy="2925"/>
              </a:xfrm>
              <a:custGeom>
                <a:rect b="b" l="l" r="r" t="t"/>
                <a:pathLst>
                  <a:path extrusionOk="0" h="117" w="615">
                    <a:moveTo>
                      <a:pt x="449" y="0"/>
                    </a:moveTo>
                    <a:cubicBezTo>
                      <a:pt x="404" y="0"/>
                      <a:pt x="359" y="4"/>
                      <a:pt x="315" y="13"/>
                    </a:cubicBezTo>
                    <a:cubicBezTo>
                      <a:pt x="223" y="23"/>
                      <a:pt x="125" y="18"/>
                      <a:pt x="33" y="23"/>
                    </a:cubicBezTo>
                    <a:cubicBezTo>
                      <a:pt x="11" y="23"/>
                      <a:pt x="0" y="62"/>
                      <a:pt x="27" y="67"/>
                    </a:cubicBezTo>
                    <a:cubicBezTo>
                      <a:pt x="114" y="82"/>
                      <a:pt x="190" y="116"/>
                      <a:pt x="280" y="116"/>
                    </a:cubicBezTo>
                    <a:cubicBezTo>
                      <a:pt x="286" y="116"/>
                      <a:pt x="293" y="116"/>
                      <a:pt x="299" y="116"/>
                    </a:cubicBezTo>
                    <a:cubicBezTo>
                      <a:pt x="391" y="116"/>
                      <a:pt x="489" y="105"/>
                      <a:pt x="582" y="78"/>
                    </a:cubicBezTo>
                    <a:cubicBezTo>
                      <a:pt x="614" y="67"/>
                      <a:pt x="614" y="23"/>
                      <a:pt x="582" y="13"/>
                    </a:cubicBezTo>
                    <a:cubicBezTo>
                      <a:pt x="538" y="4"/>
                      <a:pt x="493" y="0"/>
                      <a:pt x="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0"/>
              <p:cNvSpPr/>
              <p:nvPr/>
            </p:nvSpPr>
            <p:spPr>
              <a:xfrm>
                <a:off x="6067450" y="5286775"/>
                <a:ext cx="13075" cy="3000"/>
              </a:xfrm>
              <a:custGeom>
                <a:rect b="b" l="l" r="r" t="t"/>
                <a:pathLst>
                  <a:path extrusionOk="0" h="120" w="523">
                    <a:moveTo>
                      <a:pt x="395" y="0"/>
                    </a:moveTo>
                    <a:cubicBezTo>
                      <a:pt x="367" y="0"/>
                      <a:pt x="339" y="3"/>
                      <a:pt x="311" y="3"/>
                    </a:cubicBezTo>
                    <a:cubicBezTo>
                      <a:pt x="218" y="3"/>
                      <a:pt x="126" y="30"/>
                      <a:pt x="28" y="35"/>
                    </a:cubicBezTo>
                    <a:cubicBezTo>
                      <a:pt x="1" y="41"/>
                      <a:pt x="1" y="79"/>
                      <a:pt x="28" y="84"/>
                    </a:cubicBezTo>
                    <a:cubicBezTo>
                      <a:pt x="126" y="84"/>
                      <a:pt x="218" y="112"/>
                      <a:pt x="311" y="117"/>
                    </a:cubicBezTo>
                    <a:cubicBezTo>
                      <a:pt x="339" y="117"/>
                      <a:pt x="367" y="120"/>
                      <a:pt x="395" y="120"/>
                    </a:cubicBezTo>
                    <a:cubicBezTo>
                      <a:pt x="436" y="120"/>
                      <a:pt x="476" y="114"/>
                      <a:pt x="512" y="84"/>
                    </a:cubicBezTo>
                    <a:cubicBezTo>
                      <a:pt x="523" y="68"/>
                      <a:pt x="523" y="52"/>
                      <a:pt x="512" y="35"/>
                    </a:cubicBezTo>
                    <a:cubicBezTo>
                      <a:pt x="476" y="6"/>
                      <a:pt x="436" y="0"/>
                      <a:pt x="3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0"/>
              <p:cNvSpPr/>
              <p:nvPr/>
            </p:nvSpPr>
            <p:spPr>
              <a:xfrm>
                <a:off x="6132000" y="5287575"/>
                <a:ext cx="16750" cy="3150"/>
              </a:xfrm>
              <a:custGeom>
                <a:rect b="b" l="l" r="r" t="t"/>
                <a:pathLst>
                  <a:path extrusionOk="0" h="126" w="670">
                    <a:moveTo>
                      <a:pt x="245" y="0"/>
                    </a:moveTo>
                    <a:cubicBezTo>
                      <a:pt x="169" y="0"/>
                      <a:pt x="95" y="4"/>
                      <a:pt x="23" y="14"/>
                    </a:cubicBezTo>
                    <a:cubicBezTo>
                      <a:pt x="1" y="20"/>
                      <a:pt x="1" y="42"/>
                      <a:pt x="23" y="47"/>
                    </a:cubicBezTo>
                    <a:cubicBezTo>
                      <a:pt x="161" y="59"/>
                      <a:pt x="333" y="125"/>
                      <a:pt x="488" y="125"/>
                    </a:cubicBezTo>
                    <a:cubicBezTo>
                      <a:pt x="547" y="125"/>
                      <a:pt x="603" y="116"/>
                      <a:pt x="653" y="90"/>
                    </a:cubicBezTo>
                    <a:cubicBezTo>
                      <a:pt x="669" y="85"/>
                      <a:pt x="669" y="58"/>
                      <a:pt x="653" y="52"/>
                    </a:cubicBezTo>
                    <a:cubicBezTo>
                      <a:pt x="566" y="3"/>
                      <a:pt x="468" y="14"/>
                      <a:pt x="376" y="3"/>
                    </a:cubicBezTo>
                    <a:cubicBezTo>
                      <a:pt x="332" y="1"/>
                      <a:pt x="288" y="0"/>
                      <a:pt x="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0"/>
              <p:cNvSpPr/>
              <p:nvPr/>
            </p:nvSpPr>
            <p:spPr>
              <a:xfrm>
                <a:off x="6155675" y="5287675"/>
                <a:ext cx="17250" cy="3825"/>
              </a:xfrm>
              <a:custGeom>
                <a:rect b="b" l="l" r="r" t="t"/>
                <a:pathLst>
                  <a:path extrusionOk="0" h="153" w="690">
                    <a:moveTo>
                      <a:pt x="70" y="1"/>
                    </a:moveTo>
                    <a:cubicBezTo>
                      <a:pt x="54" y="1"/>
                      <a:pt x="38" y="2"/>
                      <a:pt x="21" y="5"/>
                    </a:cubicBezTo>
                    <a:cubicBezTo>
                      <a:pt x="1" y="5"/>
                      <a:pt x="4" y="43"/>
                      <a:pt x="23" y="43"/>
                    </a:cubicBezTo>
                    <a:cubicBezTo>
                      <a:pt x="24" y="43"/>
                      <a:pt x="26" y="43"/>
                      <a:pt x="27" y="43"/>
                    </a:cubicBezTo>
                    <a:cubicBezTo>
                      <a:pt x="32" y="43"/>
                      <a:pt x="36" y="42"/>
                      <a:pt x="41" y="42"/>
                    </a:cubicBezTo>
                    <a:cubicBezTo>
                      <a:pt x="96" y="42"/>
                      <a:pt x="123" y="72"/>
                      <a:pt x="174" y="92"/>
                    </a:cubicBezTo>
                    <a:cubicBezTo>
                      <a:pt x="206" y="104"/>
                      <a:pt x="239" y="110"/>
                      <a:pt x="271" y="110"/>
                    </a:cubicBezTo>
                    <a:cubicBezTo>
                      <a:pt x="282" y="110"/>
                      <a:pt x="293" y="110"/>
                      <a:pt x="304" y="108"/>
                    </a:cubicBezTo>
                    <a:cubicBezTo>
                      <a:pt x="389" y="112"/>
                      <a:pt x="486" y="153"/>
                      <a:pt x="575" y="153"/>
                    </a:cubicBezTo>
                    <a:cubicBezTo>
                      <a:pt x="606" y="153"/>
                      <a:pt x="635" y="148"/>
                      <a:pt x="663" y="135"/>
                    </a:cubicBezTo>
                    <a:cubicBezTo>
                      <a:pt x="690" y="119"/>
                      <a:pt x="679" y="86"/>
                      <a:pt x="657" y="76"/>
                    </a:cubicBezTo>
                    <a:cubicBezTo>
                      <a:pt x="562" y="41"/>
                      <a:pt x="459" y="23"/>
                      <a:pt x="358" y="23"/>
                    </a:cubicBezTo>
                    <a:cubicBezTo>
                      <a:pt x="332" y="23"/>
                      <a:pt x="307" y="24"/>
                      <a:pt x="282" y="27"/>
                    </a:cubicBezTo>
                    <a:cubicBezTo>
                      <a:pt x="261" y="29"/>
                      <a:pt x="239" y="31"/>
                      <a:pt x="218" y="31"/>
                    </a:cubicBezTo>
                    <a:cubicBezTo>
                      <a:pt x="197" y="31"/>
                      <a:pt x="176" y="29"/>
                      <a:pt x="157" y="27"/>
                    </a:cubicBezTo>
                    <a:cubicBezTo>
                      <a:pt x="141" y="27"/>
                      <a:pt x="136" y="10"/>
                      <a:pt x="119" y="5"/>
                    </a:cubicBezTo>
                    <a:cubicBezTo>
                      <a:pt x="103" y="2"/>
                      <a:pt x="87"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0"/>
              <p:cNvSpPr/>
              <p:nvPr/>
            </p:nvSpPr>
            <p:spPr>
              <a:xfrm>
                <a:off x="6179200" y="5287750"/>
                <a:ext cx="11375" cy="3575"/>
              </a:xfrm>
              <a:custGeom>
                <a:rect b="b" l="l" r="r" t="t"/>
                <a:pathLst>
                  <a:path extrusionOk="0" h="143" w="455">
                    <a:moveTo>
                      <a:pt x="337" y="0"/>
                    </a:moveTo>
                    <a:cubicBezTo>
                      <a:pt x="329" y="0"/>
                      <a:pt x="322" y="1"/>
                      <a:pt x="314" y="2"/>
                    </a:cubicBezTo>
                    <a:cubicBezTo>
                      <a:pt x="282" y="13"/>
                      <a:pt x="244" y="24"/>
                      <a:pt x="211" y="40"/>
                    </a:cubicBezTo>
                    <a:cubicBezTo>
                      <a:pt x="185" y="50"/>
                      <a:pt x="158" y="56"/>
                      <a:pt x="132" y="56"/>
                    </a:cubicBezTo>
                    <a:cubicBezTo>
                      <a:pt x="103" y="56"/>
                      <a:pt x="74" y="49"/>
                      <a:pt x="48" y="35"/>
                    </a:cubicBezTo>
                    <a:cubicBezTo>
                      <a:pt x="46" y="34"/>
                      <a:pt x="44" y="34"/>
                      <a:pt x="42" y="34"/>
                    </a:cubicBezTo>
                    <a:cubicBezTo>
                      <a:pt x="13" y="34"/>
                      <a:pt x="1" y="68"/>
                      <a:pt x="26" y="83"/>
                    </a:cubicBezTo>
                    <a:cubicBezTo>
                      <a:pt x="80" y="118"/>
                      <a:pt x="138" y="139"/>
                      <a:pt x="200" y="139"/>
                    </a:cubicBezTo>
                    <a:cubicBezTo>
                      <a:pt x="207" y="139"/>
                      <a:pt x="215" y="138"/>
                      <a:pt x="222" y="138"/>
                    </a:cubicBezTo>
                    <a:cubicBezTo>
                      <a:pt x="259" y="134"/>
                      <a:pt x="298" y="116"/>
                      <a:pt x="334" y="116"/>
                    </a:cubicBezTo>
                    <a:cubicBezTo>
                      <a:pt x="352" y="116"/>
                      <a:pt x="369" y="120"/>
                      <a:pt x="385" y="132"/>
                    </a:cubicBezTo>
                    <a:cubicBezTo>
                      <a:pt x="393" y="139"/>
                      <a:pt x="403" y="142"/>
                      <a:pt x="412" y="142"/>
                    </a:cubicBezTo>
                    <a:cubicBezTo>
                      <a:pt x="432" y="142"/>
                      <a:pt x="450" y="128"/>
                      <a:pt x="450" y="105"/>
                    </a:cubicBezTo>
                    <a:cubicBezTo>
                      <a:pt x="455" y="38"/>
                      <a:pt x="396" y="0"/>
                      <a:pt x="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0"/>
              <p:cNvSpPr/>
              <p:nvPr/>
            </p:nvSpPr>
            <p:spPr>
              <a:xfrm>
                <a:off x="6046800" y="5335125"/>
                <a:ext cx="23400" cy="3725"/>
              </a:xfrm>
              <a:custGeom>
                <a:rect b="b" l="l" r="r" t="t"/>
                <a:pathLst>
                  <a:path extrusionOk="0" h="149" w="936">
                    <a:moveTo>
                      <a:pt x="605" y="1"/>
                    </a:moveTo>
                    <a:cubicBezTo>
                      <a:pt x="557" y="1"/>
                      <a:pt x="509" y="2"/>
                      <a:pt x="463" y="4"/>
                    </a:cubicBezTo>
                    <a:cubicBezTo>
                      <a:pt x="316" y="4"/>
                      <a:pt x="169" y="20"/>
                      <a:pt x="22" y="53"/>
                    </a:cubicBezTo>
                    <a:cubicBezTo>
                      <a:pt x="1" y="58"/>
                      <a:pt x="1" y="91"/>
                      <a:pt x="22" y="96"/>
                    </a:cubicBezTo>
                    <a:cubicBezTo>
                      <a:pt x="169" y="129"/>
                      <a:pt x="316" y="145"/>
                      <a:pt x="463" y="145"/>
                    </a:cubicBezTo>
                    <a:cubicBezTo>
                      <a:pt x="509" y="147"/>
                      <a:pt x="556" y="149"/>
                      <a:pt x="604" y="149"/>
                    </a:cubicBezTo>
                    <a:cubicBezTo>
                      <a:pt x="707" y="149"/>
                      <a:pt x="812" y="141"/>
                      <a:pt x="908" y="107"/>
                    </a:cubicBezTo>
                    <a:cubicBezTo>
                      <a:pt x="935" y="96"/>
                      <a:pt x="935" y="53"/>
                      <a:pt x="908" y="42"/>
                    </a:cubicBezTo>
                    <a:cubicBezTo>
                      <a:pt x="815" y="9"/>
                      <a:pt x="710" y="1"/>
                      <a:pt x="6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0"/>
              <p:cNvSpPr/>
              <p:nvPr/>
            </p:nvSpPr>
            <p:spPr>
              <a:xfrm>
                <a:off x="6098450" y="5333800"/>
                <a:ext cx="17675" cy="4325"/>
              </a:xfrm>
              <a:custGeom>
                <a:rect b="b" l="l" r="r" t="t"/>
                <a:pathLst>
                  <a:path extrusionOk="0" h="173" w="707">
                    <a:moveTo>
                      <a:pt x="483" y="1"/>
                    </a:moveTo>
                    <a:cubicBezTo>
                      <a:pt x="445" y="1"/>
                      <a:pt x="406" y="3"/>
                      <a:pt x="370" y="3"/>
                    </a:cubicBezTo>
                    <a:cubicBezTo>
                      <a:pt x="256" y="8"/>
                      <a:pt x="141" y="24"/>
                      <a:pt x="33" y="57"/>
                    </a:cubicBezTo>
                    <a:cubicBezTo>
                      <a:pt x="0" y="68"/>
                      <a:pt x="0" y="106"/>
                      <a:pt x="33" y="111"/>
                    </a:cubicBezTo>
                    <a:cubicBezTo>
                      <a:pt x="141" y="149"/>
                      <a:pt x="256" y="166"/>
                      <a:pt x="370" y="171"/>
                    </a:cubicBezTo>
                    <a:cubicBezTo>
                      <a:pt x="404" y="171"/>
                      <a:pt x="440" y="173"/>
                      <a:pt x="477" y="173"/>
                    </a:cubicBezTo>
                    <a:cubicBezTo>
                      <a:pt x="549" y="173"/>
                      <a:pt x="622" y="166"/>
                      <a:pt x="680" y="122"/>
                    </a:cubicBezTo>
                    <a:cubicBezTo>
                      <a:pt x="707" y="106"/>
                      <a:pt x="707" y="62"/>
                      <a:pt x="680" y="46"/>
                    </a:cubicBezTo>
                    <a:cubicBezTo>
                      <a:pt x="623" y="7"/>
                      <a:pt x="553" y="1"/>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0"/>
              <p:cNvSpPr/>
              <p:nvPr/>
            </p:nvSpPr>
            <p:spPr>
              <a:xfrm>
                <a:off x="6120450" y="5334050"/>
                <a:ext cx="19050" cy="3025"/>
              </a:xfrm>
              <a:custGeom>
                <a:rect b="b" l="l" r="r" t="t"/>
                <a:pathLst>
                  <a:path extrusionOk="0" h="121" w="762">
                    <a:moveTo>
                      <a:pt x="336" y="0"/>
                    </a:moveTo>
                    <a:cubicBezTo>
                      <a:pt x="234" y="0"/>
                      <a:pt x="131" y="7"/>
                      <a:pt x="28" y="14"/>
                    </a:cubicBezTo>
                    <a:cubicBezTo>
                      <a:pt x="1" y="14"/>
                      <a:pt x="1" y="52"/>
                      <a:pt x="28" y="52"/>
                    </a:cubicBezTo>
                    <a:cubicBezTo>
                      <a:pt x="164" y="63"/>
                      <a:pt x="305" y="63"/>
                      <a:pt x="441" y="85"/>
                    </a:cubicBezTo>
                    <a:cubicBezTo>
                      <a:pt x="512" y="96"/>
                      <a:pt x="577" y="120"/>
                      <a:pt x="645" y="120"/>
                    </a:cubicBezTo>
                    <a:cubicBezTo>
                      <a:pt x="676" y="120"/>
                      <a:pt x="707" y="115"/>
                      <a:pt x="740" y="101"/>
                    </a:cubicBezTo>
                    <a:cubicBezTo>
                      <a:pt x="762" y="90"/>
                      <a:pt x="762" y="58"/>
                      <a:pt x="740" y="52"/>
                    </a:cubicBezTo>
                    <a:cubicBezTo>
                      <a:pt x="604" y="12"/>
                      <a:pt x="471" y="0"/>
                      <a:pt x="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0"/>
              <p:cNvSpPr/>
              <p:nvPr/>
            </p:nvSpPr>
            <p:spPr>
              <a:xfrm>
                <a:off x="6143275" y="5332850"/>
                <a:ext cx="14300" cy="4175"/>
              </a:xfrm>
              <a:custGeom>
                <a:rect b="b" l="l" r="r" t="t"/>
                <a:pathLst>
                  <a:path extrusionOk="0" h="167" w="572">
                    <a:moveTo>
                      <a:pt x="265" y="1"/>
                    </a:moveTo>
                    <a:cubicBezTo>
                      <a:pt x="192" y="1"/>
                      <a:pt x="120" y="10"/>
                      <a:pt x="50" y="30"/>
                    </a:cubicBezTo>
                    <a:cubicBezTo>
                      <a:pt x="1" y="46"/>
                      <a:pt x="1" y="117"/>
                      <a:pt x="50" y="133"/>
                    </a:cubicBezTo>
                    <a:cubicBezTo>
                      <a:pt x="122" y="156"/>
                      <a:pt x="197" y="167"/>
                      <a:pt x="272" y="167"/>
                    </a:cubicBezTo>
                    <a:cubicBezTo>
                      <a:pt x="360" y="167"/>
                      <a:pt x="449" y="151"/>
                      <a:pt x="534" y="122"/>
                    </a:cubicBezTo>
                    <a:cubicBezTo>
                      <a:pt x="572" y="111"/>
                      <a:pt x="572" y="57"/>
                      <a:pt x="534" y="46"/>
                    </a:cubicBezTo>
                    <a:cubicBezTo>
                      <a:pt x="446" y="16"/>
                      <a:pt x="355" y="1"/>
                      <a:pt x="2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0"/>
              <p:cNvSpPr/>
              <p:nvPr/>
            </p:nvSpPr>
            <p:spPr>
              <a:xfrm>
                <a:off x="6168025" y="5332350"/>
                <a:ext cx="17425" cy="3100"/>
              </a:xfrm>
              <a:custGeom>
                <a:rect b="b" l="l" r="r" t="t"/>
                <a:pathLst>
                  <a:path extrusionOk="0" h="124" w="697">
                    <a:moveTo>
                      <a:pt x="505" y="1"/>
                    </a:moveTo>
                    <a:cubicBezTo>
                      <a:pt x="450" y="1"/>
                      <a:pt x="394" y="6"/>
                      <a:pt x="343" y="6"/>
                    </a:cubicBezTo>
                    <a:cubicBezTo>
                      <a:pt x="234" y="6"/>
                      <a:pt x="131" y="17"/>
                      <a:pt x="22" y="39"/>
                    </a:cubicBezTo>
                    <a:cubicBezTo>
                      <a:pt x="0" y="44"/>
                      <a:pt x="0" y="77"/>
                      <a:pt x="22" y="82"/>
                    </a:cubicBezTo>
                    <a:cubicBezTo>
                      <a:pt x="131" y="110"/>
                      <a:pt x="234" y="120"/>
                      <a:pt x="343" y="120"/>
                    </a:cubicBezTo>
                    <a:cubicBezTo>
                      <a:pt x="390" y="120"/>
                      <a:pt x="442" y="124"/>
                      <a:pt x="492" y="124"/>
                    </a:cubicBezTo>
                    <a:cubicBezTo>
                      <a:pt x="552" y="124"/>
                      <a:pt x="611" y="119"/>
                      <a:pt x="663" y="99"/>
                    </a:cubicBezTo>
                    <a:cubicBezTo>
                      <a:pt x="696" y="88"/>
                      <a:pt x="696" y="39"/>
                      <a:pt x="663" y="28"/>
                    </a:cubicBezTo>
                    <a:cubicBezTo>
                      <a:pt x="615" y="6"/>
                      <a:pt x="560" y="1"/>
                      <a:pt x="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0"/>
              <p:cNvSpPr/>
              <p:nvPr/>
            </p:nvSpPr>
            <p:spPr>
              <a:xfrm>
                <a:off x="6190725" y="5330875"/>
                <a:ext cx="15650" cy="3875"/>
              </a:xfrm>
              <a:custGeom>
                <a:rect b="b" l="l" r="r" t="t"/>
                <a:pathLst>
                  <a:path extrusionOk="0" h="155" w="626">
                    <a:moveTo>
                      <a:pt x="375" y="1"/>
                    </a:moveTo>
                    <a:cubicBezTo>
                      <a:pt x="256" y="1"/>
                      <a:pt x="135" y="28"/>
                      <a:pt x="27" y="54"/>
                    </a:cubicBezTo>
                    <a:cubicBezTo>
                      <a:pt x="0" y="60"/>
                      <a:pt x="0" y="98"/>
                      <a:pt x="27" y="103"/>
                    </a:cubicBezTo>
                    <a:cubicBezTo>
                      <a:pt x="134" y="130"/>
                      <a:pt x="255" y="155"/>
                      <a:pt x="373" y="155"/>
                    </a:cubicBezTo>
                    <a:cubicBezTo>
                      <a:pt x="447" y="155"/>
                      <a:pt x="520" y="145"/>
                      <a:pt x="587" y="120"/>
                    </a:cubicBezTo>
                    <a:cubicBezTo>
                      <a:pt x="625" y="109"/>
                      <a:pt x="625" y="49"/>
                      <a:pt x="587" y="38"/>
                    </a:cubicBezTo>
                    <a:cubicBezTo>
                      <a:pt x="521" y="11"/>
                      <a:pt x="448" y="1"/>
                      <a:pt x="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0"/>
              <p:cNvSpPr/>
              <p:nvPr/>
            </p:nvSpPr>
            <p:spPr>
              <a:xfrm>
                <a:off x="5972325" y="5335300"/>
                <a:ext cx="14850" cy="3175"/>
              </a:xfrm>
              <a:custGeom>
                <a:rect b="b" l="l" r="r" t="t"/>
                <a:pathLst>
                  <a:path extrusionOk="0" h="127" w="594">
                    <a:moveTo>
                      <a:pt x="491" y="0"/>
                    </a:moveTo>
                    <a:cubicBezTo>
                      <a:pt x="427" y="0"/>
                      <a:pt x="363" y="5"/>
                      <a:pt x="300" y="13"/>
                    </a:cubicBezTo>
                    <a:cubicBezTo>
                      <a:pt x="274" y="17"/>
                      <a:pt x="172" y="35"/>
                      <a:pt x="105" y="35"/>
                    </a:cubicBezTo>
                    <a:cubicBezTo>
                      <a:pt x="72" y="35"/>
                      <a:pt x="48" y="31"/>
                      <a:pt x="44" y="19"/>
                    </a:cubicBezTo>
                    <a:cubicBezTo>
                      <a:pt x="39" y="8"/>
                      <a:pt x="29" y="3"/>
                      <a:pt x="20" y="3"/>
                    </a:cubicBezTo>
                    <a:cubicBezTo>
                      <a:pt x="10" y="3"/>
                      <a:pt x="1" y="10"/>
                      <a:pt x="1" y="24"/>
                    </a:cubicBezTo>
                    <a:lnTo>
                      <a:pt x="1" y="62"/>
                    </a:lnTo>
                    <a:cubicBezTo>
                      <a:pt x="1" y="68"/>
                      <a:pt x="6" y="79"/>
                      <a:pt x="12" y="84"/>
                    </a:cubicBezTo>
                    <a:cubicBezTo>
                      <a:pt x="67" y="115"/>
                      <a:pt x="122" y="126"/>
                      <a:pt x="177" y="126"/>
                    </a:cubicBezTo>
                    <a:cubicBezTo>
                      <a:pt x="305" y="126"/>
                      <a:pt x="433" y="65"/>
                      <a:pt x="566" y="46"/>
                    </a:cubicBezTo>
                    <a:cubicBezTo>
                      <a:pt x="593" y="46"/>
                      <a:pt x="582" y="8"/>
                      <a:pt x="561" y="2"/>
                    </a:cubicBezTo>
                    <a:cubicBezTo>
                      <a:pt x="537" y="1"/>
                      <a:pt x="514" y="0"/>
                      <a:pt x="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0"/>
              <p:cNvSpPr/>
              <p:nvPr/>
            </p:nvSpPr>
            <p:spPr>
              <a:xfrm>
                <a:off x="5951125" y="5335150"/>
                <a:ext cx="14175" cy="3625"/>
              </a:xfrm>
              <a:custGeom>
                <a:rect b="b" l="l" r="r" t="t"/>
                <a:pathLst>
                  <a:path extrusionOk="0" h="145" w="567">
                    <a:moveTo>
                      <a:pt x="42" y="1"/>
                    </a:moveTo>
                    <a:cubicBezTo>
                      <a:pt x="29" y="1"/>
                      <a:pt x="15" y="10"/>
                      <a:pt x="12" y="25"/>
                    </a:cubicBezTo>
                    <a:lnTo>
                      <a:pt x="6" y="52"/>
                    </a:lnTo>
                    <a:cubicBezTo>
                      <a:pt x="1" y="74"/>
                      <a:pt x="6" y="90"/>
                      <a:pt x="22" y="101"/>
                    </a:cubicBezTo>
                    <a:cubicBezTo>
                      <a:pt x="80" y="141"/>
                      <a:pt x="160" y="145"/>
                      <a:pt x="229" y="145"/>
                    </a:cubicBezTo>
                    <a:cubicBezTo>
                      <a:pt x="244" y="145"/>
                      <a:pt x="259" y="144"/>
                      <a:pt x="273" y="144"/>
                    </a:cubicBezTo>
                    <a:cubicBezTo>
                      <a:pt x="365" y="139"/>
                      <a:pt x="457" y="123"/>
                      <a:pt x="544" y="95"/>
                    </a:cubicBezTo>
                    <a:cubicBezTo>
                      <a:pt x="566" y="85"/>
                      <a:pt x="566" y="57"/>
                      <a:pt x="544" y="52"/>
                    </a:cubicBezTo>
                    <a:cubicBezTo>
                      <a:pt x="477" y="34"/>
                      <a:pt x="413" y="23"/>
                      <a:pt x="347" y="23"/>
                    </a:cubicBezTo>
                    <a:cubicBezTo>
                      <a:pt x="333" y="23"/>
                      <a:pt x="319" y="24"/>
                      <a:pt x="305" y="25"/>
                    </a:cubicBezTo>
                    <a:cubicBezTo>
                      <a:pt x="275" y="28"/>
                      <a:pt x="215" y="37"/>
                      <a:pt x="161" y="37"/>
                    </a:cubicBezTo>
                    <a:cubicBezTo>
                      <a:pt x="116" y="37"/>
                      <a:pt x="75" y="31"/>
                      <a:pt x="61" y="8"/>
                    </a:cubicBezTo>
                    <a:cubicBezTo>
                      <a:pt x="55" y="3"/>
                      <a:pt x="48" y="1"/>
                      <a:pt x="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0"/>
              <p:cNvSpPr/>
              <p:nvPr/>
            </p:nvSpPr>
            <p:spPr>
              <a:xfrm>
                <a:off x="6154575" y="5466975"/>
                <a:ext cx="10150" cy="8175"/>
              </a:xfrm>
              <a:custGeom>
                <a:rect b="b" l="l" r="r" t="t"/>
                <a:pathLst>
                  <a:path extrusionOk="0" h="327" w="406">
                    <a:moveTo>
                      <a:pt x="325" y="1"/>
                    </a:moveTo>
                    <a:cubicBezTo>
                      <a:pt x="317" y="1"/>
                      <a:pt x="308" y="3"/>
                      <a:pt x="299" y="8"/>
                    </a:cubicBezTo>
                    <a:cubicBezTo>
                      <a:pt x="234" y="46"/>
                      <a:pt x="163" y="73"/>
                      <a:pt x="103" y="117"/>
                    </a:cubicBezTo>
                    <a:cubicBezTo>
                      <a:pt x="65" y="139"/>
                      <a:pt x="38" y="171"/>
                      <a:pt x="16" y="215"/>
                    </a:cubicBezTo>
                    <a:cubicBezTo>
                      <a:pt x="0" y="253"/>
                      <a:pt x="16" y="296"/>
                      <a:pt x="54" y="318"/>
                    </a:cubicBezTo>
                    <a:cubicBezTo>
                      <a:pt x="63" y="323"/>
                      <a:pt x="71" y="326"/>
                      <a:pt x="80" y="326"/>
                    </a:cubicBezTo>
                    <a:cubicBezTo>
                      <a:pt x="88" y="326"/>
                      <a:pt x="98" y="323"/>
                      <a:pt x="109" y="318"/>
                    </a:cubicBezTo>
                    <a:lnTo>
                      <a:pt x="114" y="313"/>
                    </a:lnTo>
                    <a:cubicBezTo>
                      <a:pt x="125" y="307"/>
                      <a:pt x="131" y="296"/>
                      <a:pt x="136" y="285"/>
                    </a:cubicBezTo>
                    <a:cubicBezTo>
                      <a:pt x="141" y="275"/>
                      <a:pt x="152" y="264"/>
                      <a:pt x="152" y="264"/>
                    </a:cubicBezTo>
                    <a:cubicBezTo>
                      <a:pt x="169" y="242"/>
                      <a:pt x="190" y="220"/>
                      <a:pt x="212" y="204"/>
                    </a:cubicBezTo>
                    <a:cubicBezTo>
                      <a:pt x="261" y="166"/>
                      <a:pt x="315" y="139"/>
                      <a:pt x="364" y="95"/>
                    </a:cubicBezTo>
                    <a:cubicBezTo>
                      <a:pt x="405" y="63"/>
                      <a:pt x="370" y="1"/>
                      <a:pt x="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0"/>
              <p:cNvSpPr/>
              <p:nvPr/>
            </p:nvSpPr>
            <p:spPr>
              <a:xfrm>
                <a:off x="6155650" y="5473125"/>
                <a:ext cx="10900" cy="9150"/>
              </a:xfrm>
              <a:custGeom>
                <a:rect b="b" l="l" r="r" t="t"/>
                <a:pathLst>
                  <a:path extrusionOk="0" h="366" w="436">
                    <a:moveTo>
                      <a:pt x="364" y="1"/>
                    </a:moveTo>
                    <a:cubicBezTo>
                      <a:pt x="346" y="1"/>
                      <a:pt x="328" y="9"/>
                      <a:pt x="316" y="29"/>
                    </a:cubicBezTo>
                    <a:cubicBezTo>
                      <a:pt x="283" y="72"/>
                      <a:pt x="240" y="115"/>
                      <a:pt x="191" y="148"/>
                    </a:cubicBezTo>
                    <a:cubicBezTo>
                      <a:pt x="137" y="181"/>
                      <a:pt x="82" y="219"/>
                      <a:pt x="33" y="262"/>
                    </a:cubicBezTo>
                    <a:cubicBezTo>
                      <a:pt x="1" y="295"/>
                      <a:pt x="17" y="349"/>
                      <a:pt x="60" y="360"/>
                    </a:cubicBezTo>
                    <a:cubicBezTo>
                      <a:pt x="72" y="364"/>
                      <a:pt x="83" y="365"/>
                      <a:pt x="95" y="365"/>
                    </a:cubicBezTo>
                    <a:cubicBezTo>
                      <a:pt x="168" y="365"/>
                      <a:pt x="248" y="298"/>
                      <a:pt x="300" y="251"/>
                    </a:cubicBezTo>
                    <a:cubicBezTo>
                      <a:pt x="359" y="197"/>
                      <a:pt x="435" y="121"/>
                      <a:pt x="419" y="39"/>
                    </a:cubicBezTo>
                    <a:cubicBezTo>
                      <a:pt x="410" y="15"/>
                      <a:pt x="387" y="1"/>
                      <a:pt x="3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5" name="Shape 6235"/>
        <p:cNvGrpSpPr/>
        <p:nvPr/>
      </p:nvGrpSpPr>
      <p:grpSpPr>
        <a:xfrm>
          <a:off x="0" y="0"/>
          <a:ext cx="0" cy="0"/>
          <a:chOff x="0" y="0"/>
          <a:chExt cx="0" cy="0"/>
        </a:xfrm>
      </p:grpSpPr>
      <p:sp>
        <p:nvSpPr>
          <p:cNvPr id="6236" name="Google Shape;6236;p121"/>
          <p:cNvSpPr/>
          <p:nvPr/>
        </p:nvSpPr>
        <p:spPr>
          <a:xfrm>
            <a:off x="2276050" y="1105007"/>
            <a:ext cx="10925" cy="8600"/>
          </a:xfrm>
          <a:custGeom>
            <a:rect b="b" l="l" r="r" t="t"/>
            <a:pathLst>
              <a:path extrusionOk="0" h="344" w="437">
                <a:moveTo>
                  <a:pt x="63" y="0"/>
                </a:moveTo>
                <a:cubicBezTo>
                  <a:pt x="45" y="0"/>
                  <a:pt x="28" y="9"/>
                  <a:pt x="17" y="25"/>
                </a:cubicBezTo>
                <a:cubicBezTo>
                  <a:pt x="0" y="49"/>
                  <a:pt x="6" y="85"/>
                  <a:pt x="32" y="102"/>
                </a:cubicBezTo>
                <a:cubicBezTo>
                  <a:pt x="137" y="173"/>
                  <a:pt x="240" y="250"/>
                  <a:pt x="340" y="332"/>
                </a:cubicBezTo>
                <a:cubicBezTo>
                  <a:pt x="350" y="340"/>
                  <a:pt x="362" y="343"/>
                  <a:pt x="375" y="343"/>
                </a:cubicBezTo>
                <a:cubicBezTo>
                  <a:pt x="391" y="343"/>
                  <a:pt x="407" y="337"/>
                  <a:pt x="418" y="323"/>
                </a:cubicBezTo>
                <a:cubicBezTo>
                  <a:pt x="437" y="299"/>
                  <a:pt x="434" y="264"/>
                  <a:pt x="410" y="245"/>
                </a:cubicBezTo>
                <a:cubicBezTo>
                  <a:pt x="308" y="162"/>
                  <a:pt x="202" y="83"/>
                  <a:pt x="94" y="10"/>
                </a:cubicBezTo>
                <a:cubicBezTo>
                  <a:pt x="84" y="4"/>
                  <a:pt x="74"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7" name="Google Shape;6237;p121"/>
          <p:cNvGrpSpPr/>
          <p:nvPr/>
        </p:nvGrpSpPr>
        <p:grpSpPr>
          <a:xfrm>
            <a:off x="7879247" y="3532464"/>
            <a:ext cx="270531" cy="266610"/>
            <a:chOff x="7116513" y="3304232"/>
            <a:chExt cx="232875" cy="229500"/>
          </a:xfrm>
        </p:grpSpPr>
        <p:sp>
          <p:nvSpPr>
            <p:cNvPr id="6238" name="Google Shape;6238;p121"/>
            <p:cNvSpPr/>
            <p:nvPr/>
          </p:nvSpPr>
          <p:spPr>
            <a:xfrm>
              <a:off x="7116513" y="3304232"/>
              <a:ext cx="232875" cy="229500"/>
            </a:xfrm>
            <a:custGeom>
              <a:rect b="b" l="l" r="r" t="t"/>
              <a:pathLst>
                <a:path extrusionOk="0" h="9180" w="9315">
                  <a:moveTo>
                    <a:pt x="4679" y="356"/>
                  </a:moveTo>
                  <a:cubicBezTo>
                    <a:pt x="6853" y="356"/>
                    <a:pt x="8611" y="2059"/>
                    <a:pt x="8823" y="4217"/>
                  </a:cubicBezTo>
                  <a:cubicBezTo>
                    <a:pt x="9061" y="6630"/>
                    <a:pt x="7128" y="8654"/>
                    <a:pt x="4775" y="8861"/>
                  </a:cubicBezTo>
                  <a:cubicBezTo>
                    <a:pt x="4739" y="8865"/>
                    <a:pt x="4709" y="8881"/>
                    <a:pt x="4685" y="8900"/>
                  </a:cubicBezTo>
                  <a:cubicBezTo>
                    <a:pt x="2490" y="8581"/>
                    <a:pt x="464" y="7272"/>
                    <a:pt x="381" y="4825"/>
                  </a:cubicBezTo>
                  <a:cubicBezTo>
                    <a:pt x="301" y="2476"/>
                    <a:pt x="2122" y="481"/>
                    <a:pt x="4466" y="361"/>
                  </a:cubicBezTo>
                  <a:cubicBezTo>
                    <a:pt x="4538" y="358"/>
                    <a:pt x="4608" y="356"/>
                    <a:pt x="4679" y="356"/>
                  </a:cubicBezTo>
                  <a:close/>
                  <a:moveTo>
                    <a:pt x="4571" y="0"/>
                  </a:moveTo>
                  <a:cubicBezTo>
                    <a:pt x="4536" y="0"/>
                    <a:pt x="4501" y="0"/>
                    <a:pt x="4466" y="1"/>
                  </a:cubicBezTo>
                  <a:cubicBezTo>
                    <a:pt x="1928" y="54"/>
                    <a:pt x="1" y="2139"/>
                    <a:pt x="23" y="4660"/>
                  </a:cubicBezTo>
                  <a:cubicBezTo>
                    <a:pt x="44" y="6920"/>
                    <a:pt x="2020" y="9149"/>
                    <a:pt x="4338" y="9149"/>
                  </a:cubicBezTo>
                  <a:cubicBezTo>
                    <a:pt x="4445" y="9149"/>
                    <a:pt x="4552" y="9145"/>
                    <a:pt x="4660" y="9135"/>
                  </a:cubicBezTo>
                  <a:cubicBezTo>
                    <a:pt x="4683" y="9162"/>
                    <a:pt x="4715" y="9179"/>
                    <a:pt x="4760" y="9179"/>
                  </a:cubicBezTo>
                  <a:cubicBezTo>
                    <a:pt x="4765" y="9179"/>
                    <a:pt x="4770" y="9179"/>
                    <a:pt x="4775" y="9179"/>
                  </a:cubicBezTo>
                  <a:cubicBezTo>
                    <a:pt x="7230" y="9022"/>
                    <a:pt x="9314" y="7057"/>
                    <a:pt x="9234" y="4517"/>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1"/>
            <p:cNvSpPr/>
            <p:nvPr/>
          </p:nvSpPr>
          <p:spPr>
            <a:xfrm>
              <a:off x="7124038" y="3313107"/>
              <a:ext cx="219000" cy="213600"/>
            </a:xfrm>
            <a:custGeom>
              <a:rect b="b" l="l" r="r" t="t"/>
              <a:pathLst>
                <a:path extrusionOk="0" h="8544" w="8760">
                  <a:moveTo>
                    <a:pt x="3507" y="1485"/>
                  </a:moveTo>
                  <a:cubicBezTo>
                    <a:pt x="3571" y="1485"/>
                    <a:pt x="3634" y="1539"/>
                    <a:pt x="3620" y="1627"/>
                  </a:cubicBezTo>
                  <a:cubicBezTo>
                    <a:pt x="3500" y="2356"/>
                    <a:pt x="3414" y="3112"/>
                    <a:pt x="3362" y="3853"/>
                  </a:cubicBezTo>
                  <a:cubicBezTo>
                    <a:pt x="3483" y="3855"/>
                    <a:pt x="3622" y="3857"/>
                    <a:pt x="3765" y="3857"/>
                  </a:cubicBezTo>
                  <a:cubicBezTo>
                    <a:pt x="4229" y="3857"/>
                    <a:pt x="4739" y="3836"/>
                    <a:pt x="4834" y="3716"/>
                  </a:cubicBezTo>
                  <a:cubicBezTo>
                    <a:pt x="4890" y="3647"/>
                    <a:pt x="4862" y="3120"/>
                    <a:pt x="4887" y="2991"/>
                  </a:cubicBezTo>
                  <a:cubicBezTo>
                    <a:pt x="4941" y="2698"/>
                    <a:pt x="5038" y="2442"/>
                    <a:pt x="5151" y="2167"/>
                  </a:cubicBezTo>
                  <a:cubicBezTo>
                    <a:pt x="5260" y="1903"/>
                    <a:pt x="5482" y="1775"/>
                    <a:pt x="5699" y="1775"/>
                  </a:cubicBezTo>
                  <a:cubicBezTo>
                    <a:pt x="5961" y="1775"/>
                    <a:pt x="6215" y="1961"/>
                    <a:pt x="6247" y="2315"/>
                  </a:cubicBezTo>
                  <a:cubicBezTo>
                    <a:pt x="6351" y="3462"/>
                    <a:pt x="6571" y="5136"/>
                    <a:pt x="5993" y="6176"/>
                  </a:cubicBezTo>
                  <a:cubicBezTo>
                    <a:pt x="5892" y="6356"/>
                    <a:pt x="5714" y="6440"/>
                    <a:pt x="5535" y="6440"/>
                  </a:cubicBezTo>
                  <a:cubicBezTo>
                    <a:pt x="5299" y="6440"/>
                    <a:pt x="5061" y="6297"/>
                    <a:pt x="4989" y="6044"/>
                  </a:cubicBezTo>
                  <a:cubicBezTo>
                    <a:pt x="4841" y="5520"/>
                    <a:pt x="4939" y="5000"/>
                    <a:pt x="4996" y="4466"/>
                  </a:cubicBezTo>
                  <a:cubicBezTo>
                    <a:pt x="4869" y="4446"/>
                    <a:pt x="4731" y="4438"/>
                    <a:pt x="4588" y="4438"/>
                  </a:cubicBezTo>
                  <a:cubicBezTo>
                    <a:pt x="4139" y="4438"/>
                    <a:pt x="3637" y="4514"/>
                    <a:pt x="3225" y="4514"/>
                  </a:cubicBezTo>
                  <a:cubicBezTo>
                    <a:pt x="3150" y="4514"/>
                    <a:pt x="3078" y="4512"/>
                    <a:pt x="3010" y="4506"/>
                  </a:cubicBezTo>
                  <a:cubicBezTo>
                    <a:pt x="2784" y="4488"/>
                    <a:pt x="2660" y="4315"/>
                    <a:pt x="2696" y="4092"/>
                  </a:cubicBezTo>
                  <a:cubicBezTo>
                    <a:pt x="2844" y="3199"/>
                    <a:pt x="3064" y="2405"/>
                    <a:pt x="3396" y="1567"/>
                  </a:cubicBezTo>
                  <a:cubicBezTo>
                    <a:pt x="3419" y="1510"/>
                    <a:pt x="3463" y="1485"/>
                    <a:pt x="3507" y="1485"/>
                  </a:cubicBezTo>
                  <a:close/>
                  <a:moveTo>
                    <a:pt x="4378" y="1"/>
                  </a:moveTo>
                  <a:cubicBezTo>
                    <a:pt x="4307" y="1"/>
                    <a:pt x="4237" y="3"/>
                    <a:pt x="4165" y="6"/>
                  </a:cubicBezTo>
                  <a:cubicBezTo>
                    <a:pt x="1821" y="126"/>
                    <a:pt x="0" y="2120"/>
                    <a:pt x="80" y="4470"/>
                  </a:cubicBezTo>
                  <a:cubicBezTo>
                    <a:pt x="163" y="6917"/>
                    <a:pt x="2189" y="8226"/>
                    <a:pt x="4384" y="8544"/>
                  </a:cubicBezTo>
                  <a:cubicBezTo>
                    <a:pt x="4408" y="8526"/>
                    <a:pt x="4438" y="8510"/>
                    <a:pt x="4474" y="8506"/>
                  </a:cubicBezTo>
                  <a:cubicBezTo>
                    <a:pt x="6827" y="8299"/>
                    <a:pt x="8760" y="6275"/>
                    <a:pt x="8522" y="3862"/>
                  </a:cubicBezTo>
                  <a:cubicBezTo>
                    <a:pt x="8310" y="1704"/>
                    <a:pt x="6552" y="1"/>
                    <a:pt x="4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1"/>
            <p:cNvSpPr/>
            <p:nvPr/>
          </p:nvSpPr>
          <p:spPr>
            <a:xfrm>
              <a:off x="7190538" y="3350207"/>
              <a:ext cx="97800" cy="123900"/>
            </a:xfrm>
            <a:custGeom>
              <a:rect b="b" l="l" r="r" t="t"/>
              <a:pathLst>
                <a:path extrusionOk="0" h="4956" w="3912">
                  <a:moveTo>
                    <a:pt x="847" y="1"/>
                  </a:moveTo>
                  <a:cubicBezTo>
                    <a:pt x="803" y="1"/>
                    <a:pt x="759" y="26"/>
                    <a:pt x="736" y="83"/>
                  </a:cubicBezTo>
                  <a:cubicBezTo>
                    <a:pt x="404" y="922"/>
                    <a:pt x="185" y="1715"/>
                    <a:pt x="36" y="2608"/>
                  </a:cubicBezTo>
                  <a:cubicBezTo>
                    <a:pt x="0" y="2831"/>
                    <a:pt x="124" y="3004"/>
                    <a:pt x="350" y="3022"/>
                  </a:cubicBezTo>
                  <a:cubicBezTo>
                    <a:pt x="418" y="3028"/>
                    <a:pt x="490" y="3030"/>
                    <a:pt x="565" y="3030"/>
                  </a:cubicBezTo>
                  <a:cubicBezTo>
                    <a:pt x="977" y="3030"/>
                    <a:pt x="1479" y="2954"/>
                    <a:pt x="1928" y="2954"/>
                  </a:cubicBezTo>
                  <a:cubicBezTo>
                    <a:pt x="2071" y="2954"/>
                    <a:pt x="2209" y="2962"/>
                    <a:pt x="2336" y="2982"/>
                  </a:cubicBezTo>
                  <a:cubicBezTo>
                    <a:pt x="2279" y="3516"/>
                    <a:pt x="2181" y="4036"/>
                    <a:pt x="2329" y="4560"/>
                  </a:cubicBezTo>
                  <a:cubicBezTo>
                    <a:pt x="2401" y="4813"/>
                    <a:pt x="2639" y="4956"/>
                    <a:pt x="2875" y="4956"/>
                  </a:cubicBezTo>
                  <a:cubicBezTo>
                    <a:pt x="3054" y="4956"/>
                    <a:pt x="3232" y="4872"/>
                    <a:pt x="3333" y="4692"/>
                  </a:cubicBezTo>
                  <a:cubicBezTo>
                    <a:pt x="3911" y="3652"/>
                    <a:pt x="3691" y="1978"/>
                    <a:pt x="3587" y="831"/>
                  </a:cubicBezTo>
                  <a:cubicBezTo>
                    <a:pt x="3555" y="477"/>
                    <a:pt x="3301" y="291"/>
                    <a:pt x="3039" y="291"/>
                  </a:cubicBezTo>
                  <a:cubicBezTo>
                    <a:pt x="2822" y="291"/>
                    <a:pt x="2599" y="419"/>
                    <a:pt x="2490" y="683"/>
                  </a:cubicBezTo>
                  <a:cubicBezTo>
                    <a:pt x="2378" y="958"/>
                    <a:pt x="2281" y="1214"/>
                    <a:pt x="2227" y="1507"/>
                  </a:cubicBezTo>
                  <a:cubicBezTo>
                    <a:pt x="2202" y="1636"/>
                    <a:pt x="2230" y="2163"/>
                    <a:pt x="2174" y="2232"/>
                  </a:cubicBezTo>
                  <a:cubicBezTo>
                    <a:pt x="2079" y="2352"/>
                    <a:pt x="1569" y="2373"/>
                    <a:pt x="1105" y="2373"/>
                  </a:cubicBezTo>
                  <a:cubicBezTo>
                    <a:pt x="962" y="2373"/>
                    <a:pt x="823" y="2371"/>
                    <a:pt x="702" y="2369"/>
                  </a:cubicBezTo>
                  <a:cubicBezTo>
                    <a:pt x="754" y="1628"/>
                    <a:pt x="840" y="872"/>
                    <a:pt x="960" y="143"/>
                  </a:cubicBezTo>
                  <a:cubicBezTo>
                    <a:pt x="974" y="55"/>
                    <a:pt x="911"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121"/>
          <p:cNvGrpSpPr/>
          <p:nvPr/>
        </p:nvGrpSpPr>
        <p:grpSpPr>
          <a:xfrm>
            <a:off x="7879247" y="4246736"/>
            <a:ext cx="270531" cy="266639"/>
            <a:chOff x="7116513" y="3919082"/>
            <a:chExt cx="232875" cy="229525"/>
          </a:xfrm>
        </p:grpSpPr>
        <p:sp>
          <p:nvSpPr>
            <p:cNvPr id="6242" name="Google Shape;6242;p121"/>
            <p:cNvSpPr/>
            <p:nvPr/>
          </p:nvSpPr>
          <p:spPr>
            <a:xfrm>
              <a:off x="7124038" y="3927957"/>
              <a:ext cx="219000" cy="213650"/>
            </a:xfrm>
            <a:custGeom>
              <a:rect b="b" l="l" r="r" t="t"/>
              <a:pathLst>
                <a:path extrusionOk="0" h="8546" w="8760">
                  <a:moveTo>
                    <a:pt x="4783" y="1712"/>
                  </a:moveTo>
                  <a:cubicBezTo>
                    <a:pt x="4982" y="1712"/>
                    <a:pt x="5185" y="1808"/>
                    <a:pt x="5283" y="1986"/>
                  </a:cubicBezTo>
                  <a:cubicBezTo>
                    <a:pt x="5438" y="2260"/>
                    <a:pt x="5581" y="2537"/>
                    <a:pt x="5712" y="2821"/>
                  </a:cubicBezTo>
                  <a:cubicBezTo>
                    <a:pt x="6028" y="2815"/>
                    <a:pt x="6345" y="2807"/>
                    <a:pt x="6661" y="2803"/>
                  </a:cubicBezTo>
                  <a:cubicBezTo>
                    <a:pt x="6665" y="2803"/>
                    <a:pt x="6668" y="2803"/>
                    <a:pt x="6672" y="2803"/>
                  </a:cubicBezTo>
                  <a:cubicBezTo>
                    <a:pt x="7267" y="2803"/>
                    <a:pt x="7553" y="3705"/>
                    <a:pt x="6982" y="3983"/>
                  </a:cubicBezTo>
                  <a:cubicBezTo>
                    <a:pt x="6751" y="4094"/>
                    <a:pt x="6529" y="4213"/>
                    <a:pt x="6313" y="4336"/>
                  </a:cubicBezTo>
                  <a:cubicBezTo>
                    <a:pt x="6400" y="4606"/>
                    <a:pt x="6481" y="4879"/>
                    <a:pt x="6553" y="5155"/>
                  </a:cubicBezTo>
                  <a:cubicBezTo>
                    <a:pt x="6640" y="5497"/>
                    <a:pt x="6360" y="5933"/>
                    <a:pt x="5998" y="5933"/>
                  </a:cubicBezTo>
                  <a:cubicBezTo>
                    <a:pt x="5938" y="5933"/>
                    <a:pt x="5876" y="5921"/>
                    <a:pt x="5814" y="5895"/>
                  </a:cubicBezTo>
                  <a:cubicBezTo>
                    <a:pt x="5454" y="5742"/>
                    <a:pt x="5110" y="5573"/>
                    <a:pt x="4772" y="5392"/>
                  </a:cubicBezTo>
                  <a:cubicBezTo>
                    <a:pt x="4486" y="5620"/>
                    <a:pt x="4202" y="5859"/>
                    <a:pt x="3923" y="6112"/>
                  </a:cubicBezTo>
                  <a:cubicBezTo>
                    <a:pt x="3783" y="6236"/>
                    <a:pt x="3630" y="6289"/>
                    <a:pt x="3483" y="6289"/>
                  </a:cubicBezTo>
                  <a:cubicBezTo>
                    <a:pt x="2973" y="6289"/>
                    <a:pt x="2539" y="5656"/>
                    <a:pt x="2999" y="5189"/>
                  </a:cubicBezTo>
                  <a:cubicBezTo>
                    <a:pt x="3016" y="5174"/>
                    <a:pt x="3030" y="5161"/>
                    <a:pt x="3046" y="5147"/>
                  </a:cubicBezTo>
                  <a:cubicBezTo>
                    <a:pt x="3060" y="4885"/>
                    <a:pt x="3138" y="4634"/>
                    <a:pt x="3239" y="4387"/>
                  </a:cubicBezTo>
                  <a:cubicBezTo>
                    <a:pt x="3060" y="4246"/>
                    <a:pt x="2879" y="4103"/>
                    <a:pt x="2704" y="3950"/>
                  </a:cubicBezTo>
                  <a:cubicBezTo>
                    <a:pt x="2272" y="3577"/>
                    <a:pt x="2639" y="2884"/>
                    <a:pt x="3151" y="2873"/>
                  </a:cubicBezTo>
                  <a:cubicBezTo>
                    <a:pt x="3403" y="2865"/>
                    <a:pt x="3657" y="2863"/>
                    <a:pt x="3909" y="2857"/>
                  </a:cubicBezTo>
                  <a:cubicBezTo>
                    <a:pt x="4042" y="2565"/>
                    <a:pt x="4181" y="2274"/>
                    <a:pt x="4320" y="1986"/>
                  </a:cubicBezTo>
                  <a:cubicBezTo>
                    <a:pt x="4409" y="1799"/>
                    <a:pt x="4594" y="1712"/>
                    <a:pt x="4783" y="1712"/>
                  </a:cubicBezTo>
                  <a:close/>
                  <a:moveTo>
                    <a:pt x="4378" y="1"/>
                  </a:moveTo>
                  <a:cubicBezTo>
                    <a:pt x="4307" y="1"/>
                    <a:pt x="4237" y="3"/>
                    <a:pt x="4165" y="6"/>
                  </a:cubicBezTo>
                  <a:cubicBezTo>
                    <a:pt x="1821" y="125"/>
                    <a:pt x="0" y="2122"/>
                    <a:pt x="80" y="4470"/>
                  </a:cubicBezTo>
                  <a:cubicBezTo>
                    <a:pt x="163" y="6917"/>
                    <a:pt x="2189" y="8227"/>
                    <a:pt x="4384" y="8545"/>
                  </a:cubicBezTo>
                  <a:cubicBezTo>
                    <a:pt x="4408" y="8525"/>
                    <a:pt x="4438" y="8511"/>
                    <a:pt x="4474" y="8506"/>
                  </a:cubicBezTo>
                  <a:cubicBezTo>
                    <a:pt x="6827" y="8301"/>
                    <a:pt x="8760" y="6275"/>
                    <a:pt x="8522" y="3863"/>
                  </a:cubicBezTo>
                  <a:cubicBezTo>
                    <a:pt x="8310" y="1704"/>
                    <a:pt x="6552" y="1"/>
                    <a:pt x="4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1"/>
            <p:cNvSpPr/>
            <p:nvPr/>
          </p:nvSpPr>
          <p:spPr>
            <a:xfrm>
              <a:off x="7180813" y="3970732"/>
              <a:ext cx="132075" cy="114450"/>
            </a:xfrm>
            <a:custGeom>
              <a:rect b="b" l="l" r="r" t="t"/>
              <a:pathLst>
                <a:path extrusionOk="0" h="4578" w="5283">
                  <a:moveTo>
                    <a:pt x="2512" y="1"/>
                  </a:moveTo>
                  <a:cubicBezTo>
                    <a:pt x="2323" y="1"/>
                    <a:pt x="2137" y="88"/>
                    <a:pt x="2048" y="275"/>
                  </a:cubicBezTo>
                  <a:cubicBezTo>
                    <a:pt x="1910" y="563"/>
                    <a:pt x="1771" y="854"/>
                    <a:pt x="1638" y="1146"/>
                  </a:cubicBezTo>
                  <a:cubicBezTo>
                    <a:pt x="1386" y="1152"/>
                    <a:pt x="1132" y="1154"/>
                    <a:pt x="880" y="1162"/>
                  </a:cubicBezTo>
                  <a:cubicBezTo>
                    <a:pt x="368" y="1173"/>
                    <a:pt x="0" y="1866"/>
                    <a:pt x="433" y="2239"/>
                  </a:cubicBezTo>
                  <a:cubicBezTo>
                    <a:pt x="608" y="2392"/>
                    <a:pt x="788" y="2535"/>
                    <a:pt x="968" y="2676"/>
                  </a:cubicBezTo>
                  <a:cubicBezTo>
                    <a:pt x="867" y="2923"/>
                    <a:pt x="788" y="3174"/>
                    <a:pt x="774" y="3436"/>
                  </a:cubicBezTo>
                  <a:cubicBezTo>
                    <a:pt x="758" y="3450"/>
                    <a:pt x="744" y="3463"/>
                    <a:pt x="728" y="3478"/>
                  </a:cubicBezTo>
                  <a:cubicBezTo>
                    <a:pt x="268" y="3945"/>
                    <a:pt x="702" y="4578"/>
                    <a:pt x="1212" y="4578"/>
                  </a:cubicBezTo>
                  <a:cubicBezTo>
                    <a:pt x="1359" y="4578"/>
                    <a:pt x="1512" y="4525"/>
                    <a:pt x="1652" y="4401"/>
                  </a:cubicBezTo>
                  <a:cubicBezTo>
                    <a:pt x="1931" y="4148"/>
                    <a:pt x="2215" y="3909"/>
                    <a:pt x="2501" y="3681"/>
                  </a:cubicBezTo>
                  <a:cubicBezTo>
                    <a:pt x="2839" y="3862"/>
                    <a:pt x="3183" y="4031"/>
                    <a:pt x="3543" y="4184"/>
                  </a:cubicBezTo>
                  <a:cubicBezTo>
                    <a:pt x="3605" y="4210"/>
                    <a:pt x="3667" y="4222"/>
                    <a:pt x="3727" y="4222"/>
                  </a:cubicBezTo>
                  <a:cubicBezTo>
                    <a:pt x="4089" y="4222"/>
                    <a:pt x="4369" y="3786"/>
                    <a:pt x="4281" y="3444"/>
                  </a:cubicBezTo>
                  <a:cubicBezTo>
                    <a:pt x="4209" y="3168"/>
                    <a:pt x="4129" y="2895"/>
                    <a:pt x="4042" y="2625"/>
                  </a:cubicBezTo>
                  <a:cubicBezTo>
                    <a:pt x="4258" y="2502"/>
                    <a:pt x="4480" y="2383"/>
                    <a:pt x="4710" y="2272"/>
                  </a:cubicBezTo>
                  <a:cubicBezTo>
                    <a:pt x="5282" y="1994"/>
                    <a:pt x="4996" y="1092"/>
                    <a:pt x="4401" y="1092"/>
                  </a:cubicBezTo>
                  <a:cubicBezTo>
                    <a:pt x="4397" y="1092"/>
                    <a:pt x="4394" y="1092"/>
                    <a:pt x="4390" y="1092"/>
                  </a:cubicBezTo>
                  <a:cubicBezTo>
                    <a:pt x="4074" y="1096"/>
                    <a:pt x="3757" y="1104"/>
                    <a:pt x="3441" y="1110"/>
                  </a:cubicBezTo>
                  <a:cubicBezTo>
                    <a:pt x="3309" y="826"/>
                    <a:pt x="3166" y="549"/>
                    <a:pt x="3012" y="275"/>
                  </a:cubicBezTo>
                  <a:cubicBezTo>
                    <a:pt x="2913" y="97"/>
                    <a:pt x="2711" y="1"/>
                    <a:pt x="2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1"/>
            <p:cNvSpPr/>
            <p:nvPr/>
          </p:nvSpPr>
          <p:spPr>
            <a:xfrm>
              <a:off x="7116513" y="3919082"/>
              <a:ext cx="232875" cy="229525"/>
            </a:xfrm>
            <a:custGeom>
              <a:rect b="b" l="l" r="r" t="t"/>
              <a:pathLst>
                <a:path extrusionOk="0" h="9181" w="9315">
                  <a:moveTo>
                    <a:pt x="4679" y="356"/>
                  </a:moveTo>
                  <a:cubicBezTo>
                    <a:pt x="6853" y="356"/>
                    <a:pt x="8611" y="2059"/>
                    <a:pt x="8823" y="4218"/>
                  </a:cubicBezTo>
                  <a:cubicBezTo>
                    <a:pt x="9061" y="6630"/>
                    <a:pt x="7128" y="8656"/>
                    <a:pt x="4775" y="8861"/>
                  </a:cubicBezTo>
                  <a:cubicBezTo>
                    <a:pt x="4739" y="8866"/>
                    <a:pt x="4709" y="8880"/>
                    <a:pt x="4685" y="8900"/>
                  </a:cubicBezTo>
                  <a:cubicBezTo>
                    <a:pt x="2490" y="8582"/>
                    <a:pt x="464" y="7272"/>
                    <a:pt x="381" y="4825"/>
                  </a:cubicBezTo>
                  <a:cubicBezTo>
                    <a:pt x="301" y="2477"/>
                    <a:pt x="2122" y="480"/>
                    <a:pt x="4466" y="361"/>
                  </a:cubicBezTo>
                  <a:cubicBezTo>
                    <a:pt x="4538" y="358"/>
                    <a:pt x="4608" y="356"/>
                    <a:pt x="4679" y="356"/>
                  </a:cubicBezTo>
                  <a:close/>
                  <a:moveTo>
                    <a:pt x="4571" y="0"/>
                  </a:moveTo>
                  <a:cubicBezTo>
                    <a:pt x="4536" y="0"/>
                    <a:pt x="4501" y="1"/>
                    <a:pt x="4466" y="1"/>
                  </a:cubicBezTo>
                  <a:cubicBezTo>
                    <a:pt x="1928" y="55"/>
                    <a:pt x="1" y="2140"/>
                    <a:pt x="23" y="4661"/>
                  </a:cubicBezTo>
                  <a:cubicBezTo>
                    <a:pt x="44" y="6920"/>
                    <a:pt x="2021" y="9149"/>
                    <a:pt x="4340" y="9149"/>
                  </a:cubicBezTo>
                  <a:cubicBezTo>
                    <a:pt x="4446" y="9149"/>
                    <a:pt x="4552" y="9145"/>
                    <a:pt x="4660" y="9135"/>
                  </a:cubicBezTo>
                  <a:cubicBezTo>
                    <a:pt x="4684" y="9164"/>
                    <a:pt x="4718" y="9180"/>
                    <a:pt x="4766" y="9180"/>
                  </a:cubicBezTo>
                  <a:cubicBezTo>
                    <a:pt x="4769" y="9180"/>
                    <a:pt x="4772" y="9180"/>
                    <a:pt x="4775" y="9180"/>
                  </a:cubicBezTo>
                  <a:cubicBezTo>
                    <a:pt x="7230" y="9023"/>
                    <a:pt x="9314" y="7057"/>
                    <a:pt x="9234" y="4516"/>
                  </a:cubicBezTo>
                  <a:cubicBezTo>
                    <a:pt x="9154" y="1969"/>
                    <a:pt x="7091"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121"/>
          <p:cNvGrpSpPr/>
          <p:nvPr/>
        </p:nvGrpSpPr>
        <p:grpSpPr>
          <a:xfrm>
            <a:off x="7879247" y="3898109"/>
            <a:ext cx="270531" cy="266639"/>
            <a:chOff x="7116513" y="3618982"/>
            <a:chExt cx="232875" cy="229525"/>
          </a:xfrm>
        </p:grpSpPr>
        <p:sp>
          <p:nvSpPr>
            <p:cNvPr id="6246" name="Google Shape;6246;p121"/>
            <p:cNvSpPr/>
            <p:nvPr/>
          </p:nvSpPr>
          <p:spPr>
            <a:xfrm>
              <a:off x="7116513" y="3618982"/>
              <a:ext cx="232875" cy="229525"/>
            </a:xfrm>
            <a:custGeom>
              <a:rect b="b" l="l" r="r" t="t"/>
              <a:pathLst>
                <a:path extrusionOk="0" h="9181" w="9315">
                  <a:moveTo>
                    <a:pt x="4679" y="357"/>
                  </a:moveTo>
                  <a:cubicBezTo>
                    <a:pt x="6853" y="357"/>
                    <a:pt x="8611" y="2059"/>
                    <a:pt x="8823" y="4218"/>
                  </a:cubicBezTo>
                  <a:cubicBezTo>
                    <a:pt x="9061" y="6631"/>
                    <a:pt x="7128" y="8657"/>
                    <a:pt x="4775" y="8863"/>
                  </a:cubicBezTo>
                  <a:cubicBezTo>
                    <a:pt x="4739" y="8866"/>
                    <a:pt x="4709" y="8882"/>
                    <a:pt x="4685" y="8900"/>
                  </a:cubicBezTo>
                  <a:cubicBezTo>
                    <a:pt x="2490" y="8581"/>
                    <a:pt x="464" y="7275"/>
                    <a:pt x="381" y="4825"/>
                  </a:cubicBezTo>
                  <a:cubicBezTo>
                    <a:pt x="301" y="2476"/>
                    <a:pt x="2122" y="482"/>
                    <a:pt x="4466" y="362"/>
                  </a:cubicBezTo>
                  <a:cubicBezTo>
                    <a:pt x="4538" y="358"/>
                    <a:pt x="4609" y="357"/>
                    <a:pt x="4679" y="357"/>
                  </a:cubicBezTo>
                  <a:close/>
                  <a:moveTo>
                    <a:pt x="4567" y="1"/>
                  </a:moveTo>
                  <a:cubicBezTo>
                    <a:pt x="4534" y="1"/>
                    <a:pt x="4500" y="1"/>
                    <a:pt x="4466" y="2"/>
                  </a:cubicBezTo>
                  <a:cubicBezTo>
                    <a:pt x="1928" y="54"/>
                    <a:pt x="1" y="2140"/>
                    <a:pt x="23" y="4663"/>
                  </a:cubicBezTo>
                  <a:cubicBezTo>
                    <a:pt x="44" y="6922"/>
                    <a:pt x="2022" y="9152"/>
                    <a:pt x="4341" y="9152"/>
                  </a:cubicBezTo>
                  <a:cubicBezTo>
                    <a:pt x="4447" y="9152"/>
                    <a:pt x="4553" y="9147"/>
                    <a:pt x="4660" y="9138"/>
                  </a:cubicBezTo>
                  <a:cubicBezTo>
                    <a:pt x="4683" y="9163"/>
                    <a:pt x="4715" y="9180"/>
                    <a:pt x="4760" y="9180"/>
                  </a:cubicBezTo>
                  <a:cubicBezTo>
                    <a:pt x="4765" y="9180"/>
                    <a:pt x="4770" y="9180"/>
                    <a:pt x="4775" y="9180"/>
                  </a:cubicBezTo>
                  <a:cubicBezTo>
                    <a:pt x="7230" y="9023"/>
                    <a:pt x="9314" y="7058"/>
                    <a:pt x="9234" y="4518"/>
                  </a:cubicBezTo>
                  <a:cubicBezTo>
                    <a:pt x="9154" y="1968"/>
                    <a:pt x="7089"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1"/>
            <p:cNvSpPr/>
            <p:nvPr/>
          </p:nvSpPr>
          <p:spPr>
            <a:xfrm>
              <a:off x="7124038" y="3627882"/>
              <a:ext cx="219000" cy="213600"/>
            </a:xfrm>
            <a:custGeom>
              <a:rect b="b" l="l" r="r" t="t"/>
              <a:pathLst>
                <a:path extrusionOk="0" h="8544" w="8760">
                  <a:moveTo>
                    <a:pt x="4262" y="1345"/>
                  </a:moveTo>
                  <a:cubicBezTo>
                    <a:pt x="5124" y="1345"/>
                    <a:pt x="5617" y="2284"/>
                    <a:pt x="5527" y="3118"/>
                  </a:cubicBezTo>
                  <a:cubicBezTo>
                    <a:pt x="5490" y="3480"/>
                    <a:pt x="5349" y="3813"/>
                    <a:pt x="5156" y="4116"/>
                  </a:cubicBezTo>
                  <a:cubicBezTo>
                    <a:pt x="5432" y="4305"/>
                    <a:pt x="5641" y="4559"/>
                    <a:pt x="5772" y="4889"/>
                  </a:cubicBezTo>
                  <a:cubicBezTo>
                    <a:pt x="6126" y="5771"/>
                    <a:pt x="5615" y="6722"/>
                    <a:pt x="4712" y="6983"/>
                  </a:cubicBezTo>
                  <a:cubicBezTo>
                    <a:pt x="4566" y="7025"/>
                    <a:pt x="4414" y="7045"/>
                    <a:pt x="4263" y="7045"/>
                  </a:cubicBezTo>
                  <a:cubicBezTo>
                    <a:pt x="3423" y="7045"/>
                    <a:pt x="2598" y="6425"/>
                    <a:pt x="2718" y="5501"/>
                  </a:cubicBezTo>
                  <a:cubicBezTo>
                    <a:pt x="2782" y="5007"/>
                    <a:pt x="3089" y="4623"/>
                    <a:pt x="3412" y="4263"/>
                  </a:cubicBezTo>
                  <a:cubicBezTo>
                    <a:pt x="3283" y="4222"/>
                    <a:pt x="3158" y="4168"/>
                    <a:pt x="3052" y="4090"/>
                  </a:cubicBezTo>
                  <a:cubicBezTo>
                    <a:pt x="2685" y="3829"/>
                    <a:pt x="2442" y="3432"/>
                    <a:pt x="2396" y="2982"/>
                  </a:cubicBezTo>
                  <a:cubicBezTo>
                    <a:pt x="2297" y="2065"/>
                    <a:pt x="3008" y="1460"/>
                    <a:pt x="3851" y="1451"/>
                  </a:cubicBezTo>
                  <a:cubicBezTo>
                    <a:pt x="3897" y="1412"/>
                    <a:pt x="3953" y="1382"/>
                    <a:pt x="4022" y="1368"/>
                  </a:cubicBezTo>
                  <a:cubicBezTo>
                    <a:pt x="4105" y="1352"/>
                    <a:pt x="4185" y="1345"/>
                    <a:pt x="4262" y="1345"/>
                  </a:cubicBezTo>
                  <a:close/>
                  <a:moveTo>
                    <a:pt x="4378" y="1"/>
                  </a:moveTo>
                  <a:cubicBezTo>
                    <a:pt x="4308" y="1"/>
                    <a:pt x="4237" y="2"/>
                    <a:pt x="4165" y="6"/>
                  </a:cubicBezTo>
                  <a:cubicBezTo>
                    <a:pt x="1821" y="126"/>
                    <a:pt x="0" y="2120"/>
                    <a:pt x="80" y="4469"/>
                  </a:cubicBezTo>
                  <a:cubicBezTo>
                    <a:pt x="163" y="6919"/>
                    <a:pt x="2189" y="8225"/>
                    <a:pt x="4384" y="8544"/>
                  </a:cubicBezTo>
                  <a:cubicBezTo>
                    <a:pt x="4408" y="8526"/>
                    <a:pt x="4438" y="8510"/>
                    <a:pt x="4474" y="8507"/>
                  </a:cubicBezTo>
                  <a:cubicBezTo>
                    <a:pt x="6827" y="8301"/>
                    <a:pt x="8760" y="6275"/>
                    <a:pt x="8522" y="3862"/>
                  </a:cubicBezTo>
                  <a:cubicBezTo>
                    <a:pt x="8310" y="1703"/>
                    <a:pt x="6552" y="1"/>
                    <a:pt x="4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1"/>
            <p:cNvSpPr/>
            <p:nvPr/>
          </p:nvSpPr>
          <p:spPr>
            <a:xfrm>
              <a:off x="7181438" y="3661482"/>
              <a:ext cx="95750" cy="142525"/>
            </a:xfrm>
            <a:custGeom>
              <a:rect b="b" l="l" r="r" t="t"/>
              <a:pathLst>
                <a:path extrusionOk="0" h="5701" w="3830">
                  <a:moveTo>
                    <a:pt x="1430" y="548"/>
                  </a:moveTo>
                  <a:lnTo>
                    <a:pt x="1430" y="548"/>
                  </a:lnTo>
                  <a:cubicBezTo>
                    <a:pt x="1448" y="624"/>
                    <a:pt x="1484" y="696"/>
                    <a:pt x="1534" y="752"/>
                  </a:cubicBezTo>
                  <a:cubicBezTo>
                    <a:pt x="2100" y="1396"/>
                    <a:pt x="2001" y="1834"/>
                    <a:pt x="1621" y="2333"/>
                  </a:cubicBezTo>
                  <a:cubicBezTo>
                    <a:pt x="671" y="1991"/>
                    <a:pt x="601" y="929"/>
                    <a:pt x="1430" y="548"/>
                  </a:cubicBezTo>
                  <a:close/>
                  <a:moveTo>
                    <a:pt x="2407" y="3330"/>
                  </a:moveTo>
                  <a:cubicBezTo>
                    <a:pt x="2524" y="3424"/>
                    <a:pt x="2615" y="3549"/>
                    <a:pt x="2659" y="3732"/>
                  </a:cubicBezTo>
                  <a:cubicBezTo>
                    <a:pt x="2789" y="4269"/>
                    <a:pt x="2439" y="4570"/>
                    <a:pt x="2149" y="4570"/>
                  </a:cubicBezTo>
                  <a:cubicBezTo>
                    <a:pt x="1905" y="4570"/>
                    <a:pt x="1703" y="4357"/>
                    <a:pt x="1862" y="3896"/>
                  </a:cubicBezTo>
                  <a:cubicBezTo>
                    <a:pt x="1925" y="3711"/>
                    <a:pt x="2208" y="3504"/>
                    <a:pt x="2407" y="3330"/>
                  </a:cubicBezTo>
                  <a:close/>
                  <a:moveTo>
                    <a:pt x="1966" y="1"/>
                  </a:moveTo>
                  <a:cubicBezTo>
                    <a:pt x="1889" y="1"/>
                    <a:pt x="1809" y="8"/>
                    <a:pt x="1726" y="24"/>
                  </a:cubicBezTo>
                  <a:cubicBezTo>
                    <a:pt x="1657" y="38"/>
                    <a:pt x="1601" y="68"/>
                    <a:pt x="1555" y="106"/>
                  </a:cubicBezTo>
                  <a:cubicBezTo>
                    <a:pt x="712" y="116"/>
                    <a:pt x="1" y="721"/>
                    <a:pt x="100" y="1637"/>
                  </a:cubicBezTo>
                  <a:cubicBezTo>
                    <a:pt x="146" y="2088"/>
                    <a:pt x="389" y="2485"/>
                    <a:pt x="756" y="2746"/>
                  </a:cubicBezTo>
                  <a:cubicBezTo>
                    <a:pt x="862" y="2824"/>
                    <a:pt x="987" y="2878"/>
                    <a:pt x="1116" y="2919"/>
                  </a:cubicBezTo>
                  <a:cubicBezTo>
                    <a:pt x="793" y="3279"/>
                    <a:pt x="486" y="3663"/>
                    <a:pt x="422" y="4157"/>
                  </a:cubicBezTo>
                  <a:cubicBezTo>
                    <a:pt x="302" y="5081"/>
                    <a:pt x="1127" y="5701"/>
                    <a:pt x="1967" y="5701"/>
                  </a:cubicBezTo>
                  <a:cubicBezTo>
                    <a:pt x="2118" y="5701"/>
                    <a:pt x="2270" y="5681"/>
                    <a:pt x="2416" y="5639"/>
                  </a:cubicBezTo>
                  <a:cubicBezTo>
                    <a:pt x="3319" y="5378"/>
                    <a:pt x="3830" y="4427"/>
                    <a:pt x="3476" y="3545"/>
                  </a:cubicBezTo>
                  <a:cubicBezTo>
                    <a:pt x="3345" y="3215"/>
                    <a:pt x="3136" y="2961"/>
                    <a:pt x="2860" y="2772"/>
                  </a:cubicBezTo>
                  <a:cubicBezTo>
                    <a:pt x="3053" y="2468"/>
                    <a:pt x="3194" y="2136"/>
                    <a:pt x="3231" y="1774"/>
                  </a:cubicBezTo>
                  <a:cubicBezTo>
                    <a:pt x="3321" y="939"/>
                    <a:pt x="2828" y="1"/>
                    <a:pt x="1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1"/>
            <p:cNvSpPr/>
            <p:nvPr/>
          </p:nvSpPr>
          <p:spPr>
            <a:xfrm>
              <a:off x="7223988" y="3744732"/>
              <a:ext cx="27200" cy="31000"/>
            </a:xfrm>
            <a:custGeom>
              <a:rect b="b" l="l" r="r" t="t"/>
              <a:pathLst>
                <a:path extrusionOk="0" h="1240" w="1088">
                  <a:moveTo>
                    <a:pt x="705" y="0"/>
                  </a:moveTo>
                  <a:cubicBezTo>
                    <a:pt x="506" y="174"/>
                    <a:pt x="223" y="382"/>
                    <a:pt x="160" y="566"/>
                  </a:cubicBezTo>
                  <a:cubicBezTo>
                    <a:pt x="1" y="1027"/>
                    <a:pt x="203" y="1240"/>
                    <a:pt x="447" y="1240"/>
                  </a:cubicBezTo>
                  <a:cubicBezTo>
                    <a:pt x="738" y="1240"/>
                    <a:pt x="1087" y="939"/>
                    <a:pt x="957" y="402"/>
                  </a:cubicBezTo>
                  <a:cubicBezTo>
                    <a:pt x="913" y="219"/>
                    <a:pt x="823" y="94"/>
                    <a:pt x="7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1"/>
            <p:cNvSpPr/>
            <p:nvPr/>
          </p:nvSpPr>
          <p:spPr>
            <a:xfrm>
              <a:off x="7196463" y="3675157"/>
              <a:ext cx="37475" cy="44650"/>
            </a:xfrm>
            <a:custGeom>
              <a:rect b="b" l="l" r="r" t="t"/>
              <a:pathLst>
                <a:path extrusionOk="0" h="1786" w="1499">
                  <a:moveTo>
                    <a:pt x="829" y="1"/>
                  </a:moveTo>
                  <a:lnTo>
                    <a:pt x="829" y="1"/>
                  </a:lnTo>
                  <a:cubicBezTo>
                    <a:pt x="0" y="382"/>
                    <a:pt x="70" y="1444"/>
                    <a:pt x="1020" y="1786"/>
                  </a:cubicBezTo>
                  <a:cubicBezTo>
                    <a:pt x="1400" y="1287"/>
                    <a:pt x="1499" y="849"/>
                    <a:pt x="933" y="205"/>
                  </a:cubicBezTo>
                  <a:cubicBezTo>
                    <a:pt x="883" y="149"/>
                    <a:pt x="847" y="77"/>
                    <a:pt x="8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121"/>
          <p:cNvGrpSpPr/>
          <p:nvPr/>
        </p:nvGrpSpPr>
        <p:grpSpPr>
          <a:xfrm>
            <a:off x="7494608" y="3532464"/>
            <a:ext cx="270531" cy="266610"/>
            <a:chOff x="6785413" y="3304232"/>
            <a:chExt cx="232875" cy="229500"/>
          </a:xfrm>
        </p:grpSpPr>
        <p:sp>
          <p:nvSpPr>
            <p:cNvPr id="6252" name="Google Shape;6252;p121"/>
            <p:cNvSpPr/>
            <p:nvPr/>
          </p:nvSpPr>
          <p:spPr>
            <a:xfrm>
              <a:off x="6785413" y="3304232"/>
              <a:ext cx="232875" cy="229500"/>
            </a:xfrm>
            <a:custGeom>
              <a:rect b="b" l="l" r="r" t="t"/>
              <a:pathLst>
                <a:path extrusionOk="0" h="9180" w="9315">
                  <a:moveTo>
                    <a:pt x="4682" y="356"/>
                  </a:moveTo>
                  <a:cubicBezTo>
                    <a:pt x="6856" y="356"/>
                    <a:pt x="8613" y="2059"/>
                    <a:pt x="8825" y="4217"/>
                  </a:cubicBezTo>
                  <a:cubicBezTo>
                    <a:pt x="9064" y="6630"/>
                    <a:pt x="7130" y="8654"/>
                    <a:pt x="4775" y="8861"/>
                  </a:cubicBezTo>
                  <a:cubicBezTo>
                    <a:pt x="4738" y="8865"/>
                    <a:pt x="4710" y="8881"/>
                    <a:pt x="4686" y="8900"/>
                  </a:cubicBezTo>
                  <a:cubicBezTo>
                    <a:pt x="2491" y="8581"/>
                    <a:pt x="467" y="7272"/>
                    <a:pt x="384" y="4825"/>
                  </a:cubicBezTo>
                  <a:cubicBezTo>
                    <a:pt x="304" y="2476"/>
                    <a:pt x="2125" y="481"/>
                    <a:pt x="4469" y="361"/>
                  </a:cubicBezTo>
                  <a:cubicBezTo>
                    <a:pt x="4540" y="358"/>
                    <a:pt x="4611" y="356"/>
                    <a:pt x="4682" y="356"/>
                  </a:cubicBezTo>
                  <a:close/>
                  <a:moveTo>
                    <a:pt x="4573" y="0"/>
                  </a:moveTo>
                  <a:cubicBezTo>
                    <a:pt x="4538" y="0"/>
                    <a:pt x="4503" y="0"/>
                    <a:pt x="4468" y="1"/>
                  </a:cubicBezTo>
                  <a:cubicBezTo>
                    <a:pt x="1929" y="54"/>
                    <a:pt x="0" y="2139"/>
                    <a:pt x="24" y="4660"/>
                  </a:cubicBezTo>
                  <a:cubicBezTo>
                    <a:pt x="43" y="6920"/>
                    <a:pt x="2020" y="9149"/>
                    <a:pt x="4339" y="9149"/>
                  </a:cubicBezTo>
                  <a:cubicBezTo>
                    <a:pt x="4445" y="9149"/>
                    <a:pt x="4552" y="9145"/>
                    <a:pt x="4660" y="9135"/>
                  </a:cubicBezTo>
                  <a:cubicBezTo>
                    <a:pt x="4683" y="9162"/>
                    <a:pt x="4717" y="9179"/>
                    <a:pt x="4761" y="9179"/>
                  </a:cubicBezTo>
                  <a:cubicBezTo>
                    <a:pt x="4766" y="9179"/>
                    <a:pt x="4770" y="9179"/>
                    <a:pt x="4775" y="9179"/>
                  </a:cubicBezTo>
                  <a:cubicBezTo>
                    <a:pt x="7229" y="9022"/>
                    <a:pt x="9315" y="7057"/>
                    <a:pt x="9233" y="4517"/>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1"/>
            <p:cNvSpPr/>
            <p:nvPr/>
          </p:nvSpPr>
          <p:spPr>
            <a:xfrm>
              <a:off x="6792988" y="3313107"/>
              <a:ext cx="219025" cy="213600"/>
            </a:xfrm>
            <a:custGeom>
              <a:rect b="b" l="l" r="r" t="t"/>
              <a:pathLst>
                <a:path extrusionOk="0" h="8544" w="8761">
                  <a:moveTo>
                    <a:pt x="3622" y="1423"/>
                  </a:moveTo>
                  <a:cubicBezTo>
                    <a:pt x="4204" y="1423"/>
                    <a:pt x="4745" y="1547"/>
                    <a:pt x="5371" y="1547"/>
                  </a:cubicBezTo>
                  <a:cubicBezTo>
                    <a:pt x="5632" y="1549"/>
                    <a:pt x="5777" y="1786"/>
                    <a:pt x="5733" y="2024"/>
                  </a:cubicBezTo>
                  <a:cubicBezTo>
                    <a:pt x="5627" y="2599"/>
                    <a:pt x="5391" y="3146"/>
                    <a:pt x="5098" y="3663"/>
                  </a:cubicBezTo>
                  <a:cubicBezTo>
                    <a:pt x="6306" y="3806"/>
                    <a:pt x="7370" y="4652"/>
                    <a:pt x="6844" y="6092"/>
                  </a:cubicBezTo>
                  <a:cubicBezTo>
                    <a:pt x="6537" y="6936"/>
                    <a:pt x="5768" y="7346"/>
                    <a:pt x="5000" y="7346"/>
                  </a:cubicBezTo>
                  <a:cubicBezTo>
                    <a:pt x="4156" y="7346"/>
                    <a:pt x="3313" y="6851"/>
                    <a:pt x="3085" y="5895"/>
                  </a:cubicBezTo>
                  <a:cubicBezTo>
                    <a:pt x="3028" y="5663"/>
                    <a:pt x="3231" y="5446"/>
                    <a:pt x="3439" y="5446"/>
                  </a:cubicBezTo>
                  <a:cubicBezTo>
                    <a:pt x="3519" y="5446"/>
                    <a:pt x="3600" y="5478"/>
                    <a:pt x="3667" y="5555"/>
                  </a:cubicBezTo>
                  <a:cubicBezTo>
                    <a:pt x="3995" y="5928"/>
                    <a:pt x="4661" y="6444"/>
                    <a:pt x="5199" y="6444"/>
                  </a:cubicBezTo>
                  <a:cubicBezTo>
                    <a:pt x="5528" y="6444"/>
                    <a:pt x="5810" y="6251"/>
                    <a:pt x="5938" y="5716"/>
                  </a:cubicBezTo>
                  <a:cubicBezTo>
                    <a:pt x="6115" y="4986"/>
                    <a:pt x="5686" y="4746"/>
                    <a:pt x="5168" y="4746"/>
                  </a:cubicBezTo>
                  <a:cubicBezTo>
                    <a:pt x="4808" y="4746"/>
                    <a:pt x="4407" y="4861"/>
                    <a:pt x="4135" y="5008"/>
                  </a:cubicBezTo>
                  <a:cubicBezTo>
                    <a:pt x="4027" y="5066"/>
                    <a:pt x="3920" y="5092"/>
                    <a:pt x="3820" y="5092"/>
                  </a:cubicBezTo>
                  <a:cubicBezTo>
                    <a:pt x="3318" y="5092"/>
                    <a:pt x="2966" y="4452"/>
                    <a:pt x="3367" y="4010"/>
                  </a:cubicBezTo>
                  <a:cubicBezTo>
                    <a:pt x="3932" y="3386"/>
                    <a:pt x="4357" y="2694"/>
                    <a:pt x="4837" y="2020"/>
                  </a:cubicBezTo>
                  <a:cubicBezTo>
                    <a:pt x="4435" y="1819"/>
                    <a:pt x="3911" y="1778"/>
                    <a:pt x="3441" y="1778"/>
                  </a:cubicBezTo>
                  <a:cubicBezTo>
                    <a:pt x="3265" y="1778"/>
                    <a:pt x="3097" y="1784"/>
                    <a:pt x="2946" y="1789"/>
                  </a:cubicBezTo>
                  <a:cubicBezTo>
                    <a:pt x="2945" y="1789"/>
                    <a:pt x="2943" y="1789"/>
                    <a:pt x="2942" y="1789"/>
                  </a:cubicBezTo>
                  <a:cubicBezTo>
                    <a:pt x="2780" y="1789"/>
                    <a:pt x="2744" y="1532"/>
                    <a:pt x="2906" y="1495"/>
                  </a:cubicBezTo>
                  <a:cubicBezTo>
                    <a:pt x="3157" y="1442"/>
                    <a:pt x="3393" y="1423"/>
                    <a:pt x="3622" y="1423"/>
                  </a:cubicBezTo>
                  <a:close/>
                  <a:moveTo>
                    <a:pt x="4379" y="1"/>
                  </a:moveTo>
                  <a:cubicBezTo>
                    <a:pt x="4308" y="1"/>
                    <a:pt x="4237" y="3"/>
                    <a:pt x="4166" y="6"/>
                  </a:cubicBezTo>
                  <a:cubicBezTo>
                    <a:pt x="1822" y="126"/>
                    <a:pt x="1" y="2120"/>
                    <a:pt x="81" y="4470"/>
                  </a:cubicBezTo>
                  <a:cubicBezTo>
                    <a:pt x="164" y="6917"/>
                    <a:pt x="2188" y="8226"/>
                    <a:pt x="4383" y="8544"/>
                  </a:cubicBezTo>
                  <a:cubicBezTo>
                    <a:pt x="4407" y="8526"/>
                    <a:pt x="4435" y="8510"/>
                    <a:pt x="4472" y="8506"/>
                  </a:cubicBezTo>
                  <a:cubicBezTo>
                    <a:pt x="6828" y="8299"/>
                    <a:pt x="8761" y="6275"/>
                    <a:pt x="8522" y="3862"/>
                  </a:cubicBezTo>
                  <a:cubicBezTo>
                    <a:pt x="8310" y="1704"/>
                    <a:pt x="6553" y="1"/>
                    <a:pt x="4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1"/>
            <p:cNvSpPr/>
            <p:nvPr/>
          </p:nvSpPr>
          <p:spPr>
            <a:xfrm>
              <a:off x="6861588" y="3348657"/>
              <a:ext cx="115650" cy="148100"/>
            </a:xfrm>
            <a:custGeom>
              <a:rect b="b" l="l" r="r" t="t"/>
              <a:pathLst>
                <a:path extrusionOk="0" h="5924" w="4626">
                  <a:moveTo>
                    <a:pt x="880" y="1"/>
                  </a:moveTo>
                  <a:cubicBezTo>
                    <a:pt x="650" y="1"/>
                    <a:pt x="413" y="20"/>
                    <a:pt x="162" y="73"/>
                  </a:cubicBezTo>
                  <a:cubicBezTo>
                    <a:pt x="1" y="109"/>
                    <a:pt x="36" y="366"/>
                    <a:pt x="197" y="366"/>
                  </a:cubicBezTo>
                  <a:cubicBezTo>
                    <a:pt x="199" y="366"/>
                    <a:pt x="200" y="366"/>
                    <a:pt x="202" y="366"/>
                  </a:cubicBezTo>
                  <a:cubicBezTo>
                    <a:pt x="351" y="361"/>
                    <a:pt x="517" y="356"/>
                    <a:pt x="690" y="356"/>
                  </a:cubicBezTo>
                  <a:cubicBezTo>
                    <a:pt x="1162" y="356"/>
                    <a:pt x="1690" y="396"/>
                    <a:pt x="2093" y="597"/>
                  </a:cubicBezTo>
                  <a:cubicBezTo>
                    <a:pt x="1613" y="1272"/>
                    <a:pt x="1188" y="1964"/>
                    <a:pt x="623" y="2588"/>
                  </a:cubicBezTo>
                  <a:cubicBezTo>
                    <a:pt x="223" y="3030"/>
                    <a:pt x="573" y="3669"/>
                    <a:pt x="1075" y="3669"/>
                  </a:cubicBezTo>
                  <a:cubicBezTo>
                    <a:pt x="1176" y="3669"/>
                    <a:pt x="1283" y="3643"/>
                    <a:pt x="1391" y="3585"/>
                  </a:cubicBezTo>
                  <a:cubicBezTo>
                    <a:pt x="1662" y="3438"/>
                    <a:pt x="2064" y="3323"/>
                    <a:pt x="2423" y="3323"/>
                  </a:cubicBezTo>
                  <a:cubicBezTo>
                    <a:pt x="2942" y="3323"/>
                    <a:pt x="3371" y="3563"/>
                    <a:pt x="3194" y="4294"/>
                  </a:cubicBezTo>
                  <a:cubicBezTo>
                    <a:pt x="3066" y="4829"/>
                    <a:pt x="2784" y="5021"/>
                    <a:pt x="2456" y="5021"/>
                  </a:cubicBezTo>
                  <a:cubicBezTo>
                    <a:pt x="1917" y="5021"/>
                    <a:pt x="1251" y="4505"/>
                    <a:pt x="923" y="4133"/>
                  </a:cubicBezTo>
                  <a:cubicBezTo>
                    <a:pt x="856" y="4056"/>
                    <a:pt x="775" y="4023"/>
                    <a:pt x="694" y="4023"/>
                  </a:cubicBezTo>
                  <a:cubicBezTo>
                    <a:pt x="487" y="4023"/>
                    <a:pt x="285" y="4241"/>
                    <a:pt x="341" y="4472"/>
                  </a:cubicBezTo>
                  <a:cubicBezTo>
                    <a:pt x="570" y="5429"/>
                    <a:pt x="1413" y="5924"/>
                    <a:pt x="2257" y="5924"/>
                  </a:cubicBezTo>
                  <a:cubicBezTo>
                    <a:pt x="3025" y="5924"/>
                    <a:pt x="3793" y="5514"/>
                    <a:pt x="4100" y="4670"/>
                  </a:cubicBezTo>
                  <a:cubicBezTo>
                    <a:pt x="4626" y="3229"/>
                    <a:pt x="3562" y="2384"/>
                    <a:pt x="2354" y="2241"/>
                  </a:cubicBezTo>
                  <a:cubicBezTo>
                    <a:pt x="2647" y="1724"/>
                    <a:pt x="2883" y="1177"/>
                    <a:pt x="2989" y="602"/>
                  </a:cubicBezTo>
                  <a:cubicBezTo>
                    <a:pt x="3033" y="364"/>
                    <a:pt x="2888" y="126"/>
                    <a:pt x="2627" y="124"/>
                  </a:cubicBezTo>
                  <a:cubicBezTo>
                    <a:pt x="2001" y="124"/>
                    <a:pt x="1462"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121"/>
          <p:cNvGrpSpPr/>
          <p:nvPr/>
        </p:nvGrpSpPr>
        <p:grpSpPr>
          <a:xfrm>
            <a:off x="7494608" y="4246736"/>
            <a:ext cx="270531" cy="266639"/>
            <a:chOff x="6785413" y="3919082"/>
            <a:chExt cx="232875" cy="229525"/>
          </a:xfrm>
        </p:grpSpPr>
        <p:sp>
          <p:nvSpPr>
            <p:cNvPr id="6256" name="Google Shape;6256;p121"/>
            <p:cNvSpPr/>
            <p:nvPr/>
          </p:nvSpPr>
          <p:spPr>
            <a:xfrm>
              <a:off x="6785413" y="3919082"/>
              <a:ext cx="232875" cy="229525"/>
            </a:xfrm>
            <a:custGeom>
              <a:rect b="b" l="l" r="r" t="t"/>
              <a:pathLst>
                <a:path extrusionOk="0" h="9181" w="9315">
                  <a:moveTo>
                    <a:pt x="4682" y="356"/>
                  </a:moveTo>
                  <a:cubicBezTo>
                    <a:pt x="6856" y="356"/>
                    <a:pt x="8613" y="2059"/>
                    <a:pt x="8825" y="4218"/>
                  </a:cubicBezTo>
                  <a:cubicBezTo>
                    <a:pt x="9064" y="6630"/>
                    <a:pt x="7130" y="8656"/>
                    <a:pt x="4775" y="8861"/>
                  </a:cubicBezTo>
                  <a:cubicBezTo>
                    <a:pt x="4738" y="8866"/>
                    <a:pt x="4710" y="8880"/>
                    <a:pt x="4686" y="8900"/>
                  </a:cubicBezTo>
                  <a:cubicBezTo>
                    <a:pt x="2491" y="8582"/>
                    <a:pt x="467" y="7272"/>
                    <a:pt x="384" y="4825"/>
                  </a:cubicBezTo>
                  <a:cubicBezTo>
                    <a:pt x="304" y="2477"/>
                    <a:pt x="2125" y="480"/>
                    <a:pt x="4469" y="361"/>
                  </a:cubicBezTo>
                  <a:cubicBezTo>
                    <a:pt x="4540" y="358"/>
                    <a:pt x="4611" y="356"/>
                    <a:pt x="4682" y="356"/>
                  </a:cubicBezTo>
                  <a:close/>
                  <a:moveTo>
                    <a:pt x="4573" y="0"/>
                  </a:moveTo>
                  <a:cubicBezTo>
                    <a:pt x="4538" y="0"/>
                    <a:pt x="4503" y="1"/>
                    <a:pt x="4468" y="1"/>
                  </a:cubicBezTo>
                  <a:cubicBezTo>
                    <a:pt x="1929" y="55"/>
                    <a:pt x="0" y="2140"/>
                    <a:pt x="24" y="4661"/>
                  </a:cubicBezTo>
                  <a:cubicBezTo>
                    <a:pt x="43" y="6920"/>
                    <a:pt x="2020" y="9149"/>
                    <a:pt x="4340" y="9149"/>
                  </a:cubicBezTo>
                  <a:cubicBezTo>
                    <a:pt x="4446" y="9149"/>
                    <a:pt x="4553" y="9145"/>
                    <a:pt x="4660" y="9135"/>
                  </a:cubicBezTo>
                  <a:cubicBezTo>
                    <a:pt x="4684" y="9164"/>
                    <a:pt x="4720" y="9180"/>
                    <a:pt x="4767" y="9180"/>
                  </a:cubicBezTo>
                  <a:cubicBezTo>
                    <a:pt x="4769" y="9180"/>
                    <a:pt x="4772" y="9180"/>
                    <a:pt x="4775" y="9180"/>
                  </a:cubicBezTo>
                  <a:cubicBezTo>
                    <a:pt x="7229" y="9023"/>
                    <a:pt x="9315" y="7057"/>
                    <a:pt x="9233" y="4516"/>
                  </a:cubicBezTo>
                  <a:cubicBezTo>
                    <a:pt x="9154" y="1969"/>
                    <a:pt x="7091"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1"/>
            <p:cNvSpPr/>
            <p:nvPr/>
          </p:nvSpPr>
          <p:spPr>
            <a:xfrm>
              <a:off x="6792988" y="3927957"/>
              <a:ext cx="219025" cy="213650"/>
            </a:xfrm>
            <a:custGeom>
              <a:rect b="b" l="l" r="r" t="t"/>
              <a:pathLst>
                <a:path extrusionOk="0" h="8546" w="8761">
                  <a:moveTo>
                    <a:pt x="5206" y="2124"/>
                  </a:moveTo>
                  <a:cubicBezTo>
                    <a:pt x="5534" y="2124"/>
                    <a:pt x="5860" y="2267"/>
                    <a:pt x="6153" y="2625"/>
                  </a:cubicBezTo>
                  <a:cubicBezTo>
                    <a:pt x="6539" y="3096"/>
                    <a:pt x="6447" y="3662"/>
                    <a:pt x="6125" y="4140"/>
                  </a:cubicBezTo>
                  <a:cubicBezTo>
                    <a:pt x="5781" y="4654"/>
                    <a:pt x="5290" y="5320"/>
                    <a:pt x="4683" y="5543"/>
                  </a:cubicBezTo>
                  <a:cubicBezTo>
                    <a:pt x="4667" y="5727"/>
                    <a:pt x="4544" y="5904"/>
                    <a:pt x="4353" y="5904"/>
                  </a:cubicBezTo>
                  <a:cubicBezTo>
                    <a:pt x="4339" y="5904"/>
                    <a:pt x="4325" y="5903"/>
                    <a:pt x="4311" y="5901"/>
                  </a:cubicBezTo>
                  <a:cubicBezTo>
                    <a:pt x="3184" y="5756"/>
                    <a:pt x="2094" y="4652"/>
                    <a:pt x="2043" y="3484"/>
                  </a:cubicBezTo>
                  <a:cubicBezTo>
                    <a:pt x="2018" y="2902"/>
                    <a:pt x="2381" y="2408"/>
                    <a:pt x="2979" y="2348"/>
                  </a:cubicBezTo>
                  <a:cubicBezTo>
                    <a:pt x="3022" y="2344"/>
                    <a:pt x="3063" y="2341"/>
                    <a:pt x="3104" y="2341"/>
                  </a:cubicBezTo>
                  <a:cubicBezTo>
                    <a:pt x="3448" y="2341"/>
                    <a:pt x="3728" y="2494"/>
                    <a:pt x="3955" y="2718"/>
                  </a:cubicBezTo>
                  <a:cubicBezTo>
                    <a:pt x="4324" y="2381"/>
                    <a:pt x="4767" y="2124"/>
                    <a:pt x="5206" y="2124"/>
                  </a:cubicBezTo>
                  <a:close/>
                  <a:moveTo>
                    <a:pt x="4379" y="1"/>
                  </a:moveTo>
                  <a:cubicBezTo>
                    <a:pt x="4308" y="1"/>
                    <a:pt x="4237" y="3"/>
                    <a:pt x="4166" y="6"/>
                  </a:cubicBezTo>
                  <a:cubicBezTo>
                    <a:pt x="1822" y="125"/>
                    <a:pt x="1" y="2122"/>
                    <a:pt x="81" y="4470"/>
                  </a:cubicBezTo>
                  <a:cubicBezTo>
                    <a:pt x="164" y="6917"/>
                    <a:pt x="2188" y="8227"/>
                    <a:pt x="4383" y="8545"/>
                  </a:cubicBezTo>
                  <a:cubicBezTo>
                    <a:pt x="4407" y="8525"/>
                    <a:pt x="4435" y="8511"/>
                    <a:pt x="4472" y="8506"/>
                  </a:cubicBezTo>
                  <a:cubicBezTo>
                    <a:pt x="6828" y="8301"/>
                    <a:pt x="8761" y="6275"/>
                    <a:pt x="8522" y="3863"/>
                  </a:cubicBezTo>
                  <a:cubicBezTo>
                    <a:pt x="8310" y="1704"/>
                    <a:pt x="6553" y="1"/>
                    <a:pt x="4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1"/>
            <p:cNvSpPr/>
            <p:nvPr/>
          </p:nvSpPr>
          <p:spPr>
            <a:xfrm>
              <a:off x="6843413" y="3981057"/>
              <a:ext cx="113050" cy="94500"/>
            </a:xfrm>
            <a:custGeom>
              <a:rect b="b" l="l" r="r" t="t"/>
              <a:pathLst>
                <a:path extrusionOk="0" h="3780" w="4522">
                  <a:moveTo>
                    <a:pt x="3189" y="0"/>
                  </a:moveTo>
                  <a:cubicBezTo>
                    <a:pt x="2750" y="0"/>
                    <a:pt x="2307" y="257"/>
                    <a:pt x="1938" y="594"/>
                  </a:cubicBezTo>
                  <a:cubicBezTo>
                    <a:pt x="1711" y="370"/>
                    <a:pt x="1430" y="217"/>
                    <a:pt x="1086" y="217"/>
                  </a:cubicBezTo>
                  <a:cubicBezTo>
                    <a:pt x="1045" y="217"/>
                    <a:pt x="1003" y="220"/>
                    <a:pt x="961" y="224"/>
                  </a:cubicBezTo>
                  <a:cubicBezTo>
                    <a:pt x="364" y="284"/>
                    <a:pt x="1" y="778"/>
                    <a:pt x="26" y="1360"/>
                  </a:cubicBezTo>
                  <a:cubicBezTo>
                    <a:pt x="77" y="2528"/>
                    <a:pt x="1167" y="3632"/>
                    <a:pt x="2293" y="3777"/>
                  </a:cubicBezTo>
                  <a:cubicBezTo>
                    <a:pt x="2307" y="3779"/>
                    <a:pt x="2321" y="3780"/>
                    <a:pt x="2335" y="3780"/>
                  </a:cubicBezTo>
                  <a:cubicBezTo>
                    <a:pt x="2526" y="3780"/>
                    <a:pt x="2650" y="3603"/>
                    <a:pt x="2665" y="3419"/>
                  </a:cubicBezTo>
                  <a:cubicBezTo>
                    <a:pt x="3273" y="3196"/>
                    <a:pt x="3764" y="2530"/>
                    <a:pt x="4108" y="2016"/>
                  </a:cubicBezTo>
                  <a:cubicBezTo>
                    <a:pt x="4430" y="1538"/>
                    <a:pt x="4522" y="972"/>
                    <a:pt x="4136" y="501"/>
                  </a:cubicBezTo>
                  <a:cubicBezTo>
                    <a:pt x="3843" y="143"/>
                    <a:pt x="3517" y="0"/>
                    <a:pt x="3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121"/>
          <p:cNvGrpSpPr/>
          <p:nvPr/>
        </p:nvGrpSpPr>
        <p:grpSpPr>
          <a:xfrm>
            <a:off x="7494608" y="3898109"/>
            <a:ext cx="270531" cy="266639"/>
            <a:chOff x="6785413" y="3618982"/>
            <a:chExt cx="232875" cy="229525"/>
          </a:xfrm>
        </p:grpSpPr>
        <p:sp>
          <p:nvSpPr>
            <p:cNvPr id="6260" name="Google Shape;6260;p121"/>
            <p:cNvSpPr/>
            <p:nvPr/>
          </p:nvSpPr>
          <p:spPr>
            <a:xfrm>
              <a:off x="6785413" y="3618982"/>
              <a:ext cx="232875" cy="229525"/>
            </a:xfrm>
            <a:custGeom>
              <a:rect b="b" l="l" r="r" t="t"/>
              <a:pathLst>
                <a:path extrusionOk="0" h="9181" w="9315">
                  <a:moveTo>
                    <a:pt x="4682" y="357"/>
                  </a:moveTo>
                  <a:cubicBezTo>
                    <a:pt x="6856" y="357"/>
                    <a:pt x="8613" y="2059"/>
                    <a:pt x="8825" y="4218"/>
                  </a:cubicBezTo>
                  <a:cubicBezTo>
                    <a:pt x="9064" y="6631"/>
                    <a:pt x="7130" y="8657"/>
                    <a:pt x="4775" y="8863"/>
                  </a:cubicBezTo>
                  <a:cubicBezTo>
                    <a:pt x="4738" y="8866"/>
                    <a:pt x="4710" y="8882"/>
                    <a:pt x="4686" y="8900"/>
                  </a:cubicBezTo>
                  <a:cubicBezTo>
                    <a:pt x="2491" y="8581"/>
                    <a:pt x="467" y="7275"/>
                    <a:pt x="384" y="4825"/>
                  </a:cubicBezTo>
                  <a:cubicBezTo>
                    <a:pt x="304" y="2476"/>
                    <a:pt x="2125" y="482"/>
                    <a:pt x="4469" y="362"/>
                  </a:cubicBezTo>
                  <a:cubicBezTo>
                    <a:pt x="4540" y="358"/>
                    <a:pt x="4611" y="357"/>
                    <a:pt x="4682" y="357"/>
                  </a:cubicBezTo>
                  <a:close/>
                  <a:moveTo>
                    <a:pt x="4569" y="1"/>
                  </a:moveTo>
                  <a:cubicBezTo>
                    <a:pt x="4535" y="1"/>
                    <a:pt x="4502" y="1"/>
                    <a:pt x="4468" y="2"/>
                  </a:cubicBezTo>
                  <a:cubicBezTo>
                    <a:pt x="1929" y="54"/>
                    <a:pt x="0" y="2140"/>
                    <a:pt x="24" y="4663"/>
                  </a:cubicBezTo>
                  <a:cubicBezTo>
                    <a:pt x="43" y="6922"/>
                    <a:pt x="2021" y="9152"/>
                    <a:pt x="4341" y="9152"/>
                  </a:cubicBezTo>
                  <a:cubicBezTo>
                    <a:pt x="4447" y="9152"/>
                    <a:pt x="4553" y="9147"/>
                    <a:pt x="4660" y="9138"/>
                  </a:cubicBezTo>
                  <a:cubicBezTo>
                    <a:pt x="4683" y="9163"/>
                    <a:pt x="4717" y="9180"/>
                    <a:pt x="4761" y="9180"/>
                  </a:cubicBezTo>
                  <a:cubicBezTo>
                    <a:pt x="4766" y="9180"/>
                    <a:pt x="4770" y="9180"/>
                    <a:pt x="4775" y="9180"/>
                  </a:cubicBezTo>
                  <a:cubicBezTo>
                    <a:pt x="7229" y="9023"/>
                    <a:pt x="9315" y="7058"/>
                    <a:pt x="9233" y="4518"/>
                  </a:cubicBezTo>
                  <a:cubicBezTo>
                    <a:pt x="9154" y="1968"/>
                    <a:pt x="7089" y="1"/>
                    <a:pt x="4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1"/>
            <p:cNvSpPr/>
            <p:nvPr/>
          </p:nvSpPr>
          <p:spPr>
            <a:xfrm>
              <a:off x="6792988" y="3627882"/>
              <a:ext cx="219025" cy="213600"/>
            </a:xfrm>
            <a:custGeom>
              <a:rect b="b" l="l" r="r" t="t"/>
              <a:pathLst>
                <a:path extrusionOk="0" h="8544" w="8761">
                  <a:moveTo>
                    <a:pt x="5095" y="1868"/>
                  </a:moveTo>
                  <a:cubicBezTo>
                    <a:pt x="5302" y="1868"/>
                    <a:pt x="5494" y="2045"/>
                    <a:pt x="5491" y="2259"/>
                  </a:cubicBezTo>
                  <a:cubicBezTo>
                    <a:pt x="5475" y="3012"/>
                    <a:pt x="5407" y="3760"/>
                    <a:pt x="5366" y="4510"/>
                  </a:cubicBezTo>
                  <a:cubicBezTo>
                    <a:pt x="5327" y="5192"/>
                    <a:pt x="5401" y="5831"/>
                    <a:pt x="5131" y="6466"/>
                  </a:cubicBezTo>
                  <a:cubicBezTo>
                    <a:pt x="5045" y="6665"/>
                    <a:pt x="4886" y="6745"/>
                    <a:pt x="4717" y="6745"/>
                  </a:cubicBezTo>
                  <a:cubicBezTo>
                    <a:pt x="4464" y="6745"/>
                    <a:pt x="4187" y="6564"/>
                    <a:pt x="4096" y="6330"/>
                  </a:cubicBezTo>
                  <a:cubicBezTo>
                    <a:pt x="3838" y="5669"/>
                    <a:pt x="4031" y="4877"/>
                    <a:pt x="4142" y="4192"/>
                  </a:cubicBezTo>
                  <a:cubicBezTo>
                    <a:pt x="4232" y="3626"/>
                    <a:pt x="4373" y="3084"/>
                    <a:pt x="4568" y="2555"/>
                  </a:cubicBezTo>
                  <a:cubicBezTo>
                    <a:pt x="3856" y="2453"/>
                    <a:pt x="3064" y="2502"/>
                    <a:pt x="2373" y="2453"/>
                  </a:cubicBezTo>
                  <a:cubicBezTo>
                    <a:pt x="2182" y="2442"/>
                    <a:pt x="2186" y="2181"/>
                    <a:pt x="2373" y="2162"/>
                  </a:cubicBezTo>
                  <a:cubicBezTo>
                    <a:pt x="3208" y="2076"/>
                    <a:pt x="4190" y="2126"/>
                    <a:pt x="4994" y="1883"/>
                  </a:cubicBezTo>
                  <a:cubicBezTo>
                    <a:pt x="5028" y="1873"/>
                    <a:pt x="5062" y="1868"/>
                    <a:pt x="5095" y="1868"/>
                  </a:cubicBezTo>
                  <a:close/>
                  <a:moveTo>
                    <a:pt x="4379" y="1"/>
                  </a:moveTo>
                  <a:cubicBezTo>
                    <a:pt x="4308" y="1"/>
                    <a:pt x="4237" y="2"/>
                    <a:pt x="4166" y="6"/>
                  </a:cubicBezTo>
                  <a:cubicBezTo>
                    <a:pt x="1822" y="126"/>
                    <a:pt x="1" y="2120"/>
                    <a:pt x="81" y="4469"/>
                  </a:cubicBezTo>
                  <a:cubicBezTo>
                    <a:pt x="164" y="6919"/>
                    <a:pt x="2188" y="8225"/>
                    <a:pt x="4383" y="8544"/>
                  </a:cubicBezTo>
                  <a:cubicBezTo>
                    <a:pt x="4407" y="8526"/>
                    <a:pt x="4435" y="8510"/>
                    <a:pt x="4472" y="8507"/>
                  </a:cubicBezTo>
                  <a:cubicBezTo>
                    <a:pt x="6828" y="8301"/>
                    <a:pt x="8761" y="6275"/>
                    <a:pt x="8522" y="3862"/>
                  </a:cubicBezTo>
                  <a:cubicBezTo>
                    <a:pt x="8310" y="1703"/>
                    <a:pt x="6553" y="1"/>
                    <a:pt x="4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1"/>
            <p:cNvSpPr/>
            <p:nvPr/>
          </p:nvSpPr>
          <p:spPr>
            <a:xfrm>
              <a:off x="6847538" y="3674582"/>
              <a:ext cx="82825" cy="121950"/>
            </a:xfrm>
            <a:custGeom>
              <a:rect b="b" l="l" r="r" t="t"/>
              <a:pathLst>
                <a:path extrusionOk="0" h="4878" w="3313">
                  <a:moveTo>
                    <a:pt x="2913" y="0"/>
                  </a:moveTo>
                  <a:cubicBezTo>
                    <a:pt x="2880" y="0"/>
                    <a:pt x="2846" y="5"/>
                    <a:pt x="2812" y="15"/>
                  </a:cubicBezTo>
                  <a:cubicBezTo>
                    <a:pt x="2008" y="258"/>
                    <a:pt x="1026" y="208"/>
                    <a:pt x="191" y="294"/>
                  </a:cubicBezTo>
                  <a:cubicBezTo>
                    <a:pt x="4" y="313"/>
                    <a:pt x="0" y="574"/>
                    <a:pt x="191" y="584"/>
                  </a:cubicBezTo>
                  <a:cubicBezTo>
                    <a:pt x="881" y="634"/>
                    <a:pt x="1674" y="584"/>
                    <a:pt x="2384" y="687"/>
                  </a:cubicBezTo>
                  <a:cubicBezTo>
                    <a:pt x="2191" y="1216"/>
                    <a:pt x="2050" y="1758"/>
                    <a:pt x="1960" y="2324"/>
                  </a:cubicBezTo>
                  <a:cubicBezTo>
                    <a:pt x="1849" y="3009"/>
                    <a:pt x="1655" y="3801"/>
                    <a:pt x="1914" y="4461"/>
                  </a:cubicBezTo>
                  <a:cubicBezTo>
                    <a:pt x="2005" y="4696"/>
                    <a:pt x="2282" y="4877"/>
                    <a:pt x="2536" y="4877"/>
                  </a:cubicBezTo>
                  <a:cubicBezTo>
                    <a:pt x="2704" y="4877"/>
                    <a:pt x="2863" y="4797"/>
                    <a:pt x="2949" y="4598"/>
                  </a:cubicBezTo>
                  <a:cubicBezTo>
                    <a:pt x="3219" y="3963"/>
                    <a:pt x="3145" y="3324"/>
                    <a:pt x="3184" y="2642"/>
                  </a:cubicBezTo>
                  <a:cubicBezTo>
                    <a:pt x="3225" y="1892"/>
                    <a:pt x="3293" y="1144"/>
                    <a:pt x="3309" y="391"/>
                  </a:cubicBezTo>
                  <a:cubicBezTo>
                    <a:pt x="3312" y="177"/>
                    <a:pt x="3120" y="0"/>
                    <a:pt x="29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121"/>
          <p:cNvGrpSpPr/>
          <p:nvPr/>
        </p:nvGrpSpPr>
        <p:grpSpPr>
          <a:xfrm>
            <a:off x="7090046" y="3532464"/>
            <a:ext cx="270502" cy="266610"/>
            <a:chOff x="6437163" y="3304232"/>
            <a:chExt cx="232850" cy="229500"/>
          </a:xfrm>
        </p:grpSpPr>
        <p:sp>
          <p:nvSpPr>
            <p:cNvPr id="6264" name="Google Shape;6264;p121"/>
            <p:cNvSpPr/>
            <p:nvPr/>
          </p:nvSpPr>
          <p:spPr>
            <a:xfrm>
              <a:off x="6437163" y="3304232"/>
              <a:ext cx="232850" cy="229500"/>
            </a:xfrm>
            <a:custGeom>
              <a:rect b="b" l="l" r="r" t="t"/>
              <a:pathLst>
                <a:path extrusionOk="0" h="9180" w="9314">
                  <a:moveTo>
                    <a:pt x="4679" y="356"/>
                  </a:moveTo>
                  <a:cubicBezTo>
                    <a:pt x="6854" y="356"/>
                    <a:pt x="8611" y="2059"/>
                    <a:pt x="8823" y="4217"/>
                  </a:cubicBezTo>
                  <a:cubicBezTo>
                    <a:pt x="9061" y="6630"/>
                    <a:pt x="7129" y="8654"/>
                    <a:pt x="4773" y="8861"/>
                  </a:cubicBezTo>
                  <a:cubicBezTo>
                    <a:pt x="4737" y="8865"/>
                    <a:pt x="4709" y="8881"/>
                    <a:pt x="4683" y="8900"/>
                  </a:cubicBezTo>
                  <a:cubicBezTo>
                    <a:pt x="2490" y="8581"/>
                    <a:pt x="465" y="7272"/>
                    <a:pt x="382" y="4825"/>
                  </a:cubicBezTo>
                  <a:cubicBezTo>
                    <a:pt x="301" y="2476"/>
                    <a:pt x="2123" y="481"/>
                    <a:pt x="4466" y="361"/>
                  </a:cubicBezTo>
                  <a:cubicBezTo>
                    <a:pt x="4538" y="358"/>
                    <a:pt x="4609" y="356"/>
                    <a:pt x="4679" y="356"/>
                  </a:cubicBezTo>
                  <a:close/>
                  <a:moveTo>
                    <a:pt x="4571" y="0"/>
                  </a:moveTo>
                  <a:cubicBezTo>
                    <a:pt x="4536" y="0"/>
                    <a:pt x="4501" y="0"/>
                    <a:pt x="4466" y="1"/>
                  </a:cubicBezTo>
                  <a:cubicBezTo>
                    <a:pt x="1927" y="54"/>
                    <a:pt x="1" y="2139"/>
                    <a:pt x="21" y="4660"/>
                  </a:cubicBezTo>
                  <a:cubicBezTo>
                    <a:pt x="44" y="6920"/>
                    <a:pt x="2018" y="9149"/>
                    <a:pt x="4336" y="9149"/>
                  </a:cubicBezTo>
                  <a:cubicBezTo>
                    <a:pt x="4443" y="9149"/>
                    <a:pt x="4550" y="9145"/>
                    <a:pt x="4658" y="9135"/>
                  </a:cubicBezTo>
                  <a:cubicBezTo>
                    <a:pt x="4681" y="9162"/>
                    <a:pt x="4715" y="9179"/>
                    <a:pt x="4759" y="9179"/>
                  </a:cubicBezTo>
                  <a:cubicBezTo>
                    <a:pt x="4763" y="9179"/>
                    <a:pt x="4768" y="9179"/>
                    <a:pt x="4773" y="9179"/>
                  </a:cubicBezTo>
                  <a:cubicBezTo>
                    <a:pt x="7228" y="9022"/>
                    <a:pt x="9313" y="7057"/>
                    <a:pt x="9234" y="4517"/>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1"/>
            <p:cNvSpPr/>
            <p:nvPr/>
          </p:nvSpPr>
          <p:spPr>
            <a:xfrm>
              <a:off x="6444688" y="3313107"/>
              <a:ext cx="219025" cy="213600"/>
            </a:xfrm>
            <a:custGeom>
              <a:rect b="b" l="l" r="r" t="t"/>
              <a:pathLst>
                <a:path extrusionOk="0" h="8544" w="8761">
                  <a:moveTo>
                    <a:pt x="4388" y="1214"/>
                  </a:moveTo>
                  <a:cubicBezTo>
                    <a:pt x="4736" y="1214"/>
                    <a:pt x="5092" y="1327"/>
                    <a:pt x="5422" y="1585"/>
                  </a:cubicBezTo>
                  <a:cubicBezTo>
                    <a:pt x="6235" y="2225"/>
                    <a:pt x="5943" y="3350"/>
                    <a:pt x="5615" y="4169"/>
                  </a:cubicBezTo>
                  <a:cubicBezTo>
                    <a:pt x="5406" y="4696"/>
                    <a:pt x="5144" y="5279"/>
                    <a:pt x="4800" y="5786"/>
                  </a:cubicBezTo>
                  <a:cubicBezTo>
                    <a:pt x="5249" y="5836"/>
                    <a:pt x="5700" y="5857"/>
                    <a:pt x="6153" y="5878"/>
                  </a:cubicBezTo>
                  <a:cubicBezTo>
                    <a:pt x="6557" y="5896"/>
                    <a:pt x="6557" y="6490"/>
                    <a:pt x="6153" y="6506"/>
                  </a:cubicBezTo>
                  <a:cubicBezTo>
                    <a:pt x="5352" y="6538"/>
                    <a:pt x="4551" y="6571"/>
                    <a:pt x="3773" y="6764"/>
                  </a:cubicBezTo>
                  <a:cubicBezTo>
                    <a:pt x="3714" y="6779"/>
                    <a:pt x="3658" y="6786"/>
                    <a:pt x="3605" y="6786"/>
                  </a:cubicBezTo>
                  <a:cubicBezTo>
                    <a:pt x="3158" y="6786"/>
                    <a:pt x="2918" y="6299"/>
                    <a:pt x="3094" y="5883"/>
                  </a:cubicBezTo>
                  <a:cubicBezTo>
                    <a:pt x="3461" y="5014"/>
                    <a:pt x="4138" y="4319"/>
                    <a:pt x="4475" y="3408"/>
                  </a:cubicBezTo>
                  <a:cubicBezTo>
                    <a:pt x="4653" y="2919"/>
                    <a:pt x="4901" y="2199"/>
                    <a:pt x="4134" y="2199"/>
                  </a:cubicBezTo>
                  <a:cubicBezTo>
                    <a:pt x="4128" y="2199"/>
                    <a:pt x="4121" y="2199"/>
                    <a:pt x="4115" y="2199"/>
                  </a:cubicBezTo>
                  <a:cubicBezTo>
                    <a:pt x="3459" y="2209"/>
                    <a:pt x="2965" y="2846"/>
                    <a:pt x="2923" y="3472"/>
                  </a:cubicBezTo>
                  <a:cubicBezTo>
                    <a:pt x="2914" y="3604"/>
                    <a:pt x="2790" y="3688"/>
                    <a:pt x="2677" y="3688"/>
                  </a:cubicBezTo>
                  <a:cubicBezTo>
                    <a:pt x="2591" y="3688"/>
                    <a:pt x="2511" y="3640"/>
                    <a:pt x="2491" y="3529"/>
                  </a:cubicBezTo>
                  <a:cubicBezTo>
                    <a:pt x="2278" y="2344"/>
                    <a:pt x="3287" y="1214"/>
                    <a:pt x="4388" y="1214"/>
                  </a:cubicBezTo>
                  <a:close/>
                  <a:moveTo>
                    <a:pt x="4378" y="1"/>
                  </a:moveTo>
                  <a:cubicBezTo>
                    <a:pt x="4308" y="1"/>
                    <a:pt x="4237" y="3"/>
                    <a:pt x="4165" y="6"/>
                  </a:cubicBezTo>
                  <a:cubicBezTo>
                    <a:pt x="1822" y="126"/>
                    <a:pt x="0" y="2120"/>
                    <a:pt x="81" y="4470"/>
                  </a:cubicBezTo>
                  <a:cubicBezTo>
                    <a:pt x="164" y="6917"/>
                    <a:pt x="2189" y="8226"/>
                    <a:pt x="4382" y="8544"/>
                  </a:cubicBezTo>
                  <a:cubicBezTo>
                    <a:pt x="4408" y="8526"/>
                    <a:pt x="4436" y="8510"/>
                    <a:pt x="4472" y="8506"/>
                  </a:cubicBezTo>
                  <a:cubicBezTo>
                    <a:pt x="6828" y="8299"/>
                    <a:pt x="8760" y="6275"/>
                    <a:pt x="8522" y="3862"/>
                  </a:cubicBezTo>
                  <a:cubicBezTo>
                    <a:pt x="8310" y="1704"/>
                    <a:pt x="6553" y="1"/>
                    <a:pt x="4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1"/>
            <p:cNvSpPr/>
            <p:nvPr/>
          </p:nvSpPr>
          <p:spPr>
            <a:xfrm>
              <a:off x="6501613" y="3343457"/>
              <a:ext cx="107025" cy="139300"/>
            </a:xfrm>
            <a:custGeom>
              <a:rect b="b" l="l" r="r" t="t"/>
              <a:pathLst>
                <a:path extrusionOk="0" h="5572" w="4281">
                  <a:moveTo>
                    <a:pt x="2111" y="0"/>
                  </a:moveTo>
                  <a:cubicBezTo>
                    <a:pt x="1010" y="0"/>
                    <a:pt x="1" y="1130"/>
                    <a:pt x="214" y="2315"/>
                  </a:cubicBezTo>
                  <a:cubicBezTo>
                    <a:pt x="234" y="2426"/>
                    <a:pt x="314" y="2474"/>
                    <a:pt x="400" y="2474"/>
                  </a:cubicBezTo>
                  <a:cubicBezTo>
                    <a:pt x="513" y="2474"/>
                    <a:pt x="637" y="2390"/>
                    <a:pt x="646" y="2258"/>
                  </a:cubicBezTo>
                  <a:cubicBezTo>
                    <a:pt x="688" y="1632"/>
                    <a:pt x="1182" y="995"/>
                    <a:pt x="1838" y="985"/>
                  </a:cubicBezTo>
                  <a:cubicBezTo>
                    <a:pt x="1844" y="985"/>
                    <a:pt x="1851" y="985"/>
                    <a:pt x="1857" y="985"/>
                  </a:cubicBezTo>
                  <a:cubicBezTo>
                    <a:pt x="2624" y="985"/>
                    <a:pt x="2376" y="1705"/>
                    <a:pt x="2198" y="2194"/>
                  </a:cubicBezTo>
                  <a:cubicBezTo>
                    <a:pt x="1861" y="3105"/>
                    <a:pt x="1184" y="3800"/>
                    <a:pt x="817" y="4669"/>
                  </a:cubicBezTo>
                  <a:cubicBezTo>
                    <a:pt x="641" y="5085"/>
                    <a:pt x="881" y="5572"/>
                    <a:pt x="1328" y="5572"/>
                  </a:cubicBezTo>
                  <a:cubicBezTo>
                    <a:pt x="1381" y="5572"/>
                    <a:pt x="1437" y="5565"/>
                    <a:pt x="1496" y="5550"/>
                  </a:cubicBezTo>
                  <a:cubicBezTo>
                    <a:pt x="2274" y="5357"/>
                    <a:pt x="3075" y="5324"/>
                    <a:pt x="3876" y="5292"/>
                  </a:cubicBezTo>
                  <a:cubicBezTo>
                    <a:pt x="4280" y="5276"/>
                    <a:pt x="4280" y="4682"/>
                    <a:pt x="3876" y="4664"/>
                  </a:cubicBezTo>
                  <a:cubicBezTo>
                    <a:pt x="3423" y="4643"/>
                    <a:pt x="2972" y="4622"/>
                    <a:pt x="2523" y="4572"/>
                  </a:cubicBezTo>
                  <a:cubicBezTo>
                    <a:pt x="2868" y="4065"/>
                    <a:pt x="3129" y="3481"/>
                    <a:pt x="3338" y="2955"/>
                  </a:cubicBezTo>
                  <a:cubicBezTo>
                    <a:pt x="3666" y="2135"/>
                    <a:pt x="3958" y="1011"/>
                    <a:pt x="3145" y="371"/>
                  </a:cubicBezTo>
                  <a:cubicBezTo>
                    <a:pt x="2815" y="113"/>
                    <a:pt x="2459"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121"/>
          <p:cNvGrpSpPr/>
          <p:nvPr/>
        </p:nvGrpSpPr>
        <p:grpSpPr>
          <a:xfrm>
            <a:off x="7090046" y="3898109"/>
            <a:ext cx="270502" cy="266639"/>
            <a:chOff x="6437163" y="3618982"/>
            <a:chExt cx="232850" cy="229525"/>
          </a:xfrm>
        </p:grpSpPr>
        <p:sp>
          <p:nvSpPr>
            <p:cNvPr id="6268" name="Google Shape;6268;p121"/>
            <p:cNvSpPr/>
            <p:nvPr/>
          </p:nvSpPr>
          <p:spPr>
            <a:xfrm>
              <a:off x="6437163" y="3618982"/>
              <a:ext cx="232850" cy="229525"/>
            </a:xfrm>
            <a:custGeom>
              <a:rect b="b" l="l" r="r" t="t"/>
              <a:pathLst>
                <a:path extrusionOk="0" h="9181" w="9314">
                  <a:moveTo>
                    <a:pt x="4679" y="357"/>
                  </a:moveTo>
                  <a:cubicBezTo>
                    <a:pt x="6854" y="357"/>
                    <a:pt x="8611" y="2059"/>
                    <a:pt x="8823" y="4218"/>
                  </a:cubicBezTo>
                  <a:cubicBezTo>
                    <a:pt x="9061" y="6631"/>
                    <a:pt x="7129" y="8657"/>
                    <a:pt x="4773" y="8863"/>
                  </a:cubicBezTo>
                  <a:cubicBezTo>
                    <a:pt x="4737" y="8866"/>
                    <a:pt x="4709" y="8882"/>
                    <a:pt x="4683" y="8900"/>
                  </a:cubicBezTo>
                  <a:cubicBezTo>
                    <a:pt x="2490" y="8581"/>
                    <a:pt x="465" y="7275"/>
                    <a:pt x="382" y="4825"/>
                  </a:cubicBezTo>
                  <a:cubicBezTo>
                    <a:pt x="301" y="2476"/>
                    <a:pt x="2123" y="482"/>
                    <a:pt x="4466" y="362"/>
                  </a:cubicBezTo>
                  <a:cubicBezTo>
                    <a:pt x="4538" y="358"/>
                    <a:pt x="4609" y="357"/>
                    <a:pt x="4679" y="357"/>
                  </a:cubicBezTo>
                  <a:close/>
                  <a:moveTo>
                    <a:pt x="4567" y="1"/>
                  </a:moveTo>
                  <a:cubicBezTo>
                    <a:pt x="4534" y="1"/>
                    <a:pt x="4500" y="1"/>
                    <a:pt x="4466" y="2"/>
                  </a:cubicBezTo>
                  <a:cubicBezTo>
                    <a:pt x="1927" y="54"/>
                    <a:pt x="1" y="2140"/>
                    <a:pt x="21" y="4663"/>
                  </a:cubicBezTo>
                  <a:cubicBezTo>
                    <a:pt x="44" y="6922"/>
                    <a:pt x="2020" y="9152"/>
                    <a:pt x="4339" y="9152"/>
                  </a:cubicBezTo>
                  <a:cubicBezTo>
                    <a:pt x="4445" y="9152"/>
                    <a:pt x="4551" y="9147"/>
                    <a:pt x="4658" y="9138"/>
                  </a:cubicBezTo>
                  <a:cubicBezTo>
                    <a:pt x="4681" y="9163"/>
                    <a:pt x="4715" y="9180"/>
                    <a:pt x="4758" y="9180"/>
                  </a:cubicBezTo>
                  <a:cubicBezTo>
                    <a:pt x="4763" y="9180"/>
                    <a:pt x="4768" y="9180"/>
                    <a:pt x="4773" y="9180"/>
                  </a:cubicBezTo>
                  <a:cubicBezTo>
                    <a:pt x="7228" y="9023"/>
                    <a:pt x="9313" y="7058"/>
                    <a:pt x="9234" y="4518"/>
                  </a:cubicBezTo>
                  <a:cubicBezTo>
                    <a:pt x="9154" y="1968"/>
                    <a:pt x="7087"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1"/>
            <p:cNvSpPr/>
            <p:nvPr/>
          </p:nvSpPr>
          <p:spPr>
            <a:xfrm>
              <a:off x="6444688" y="3627882"/>
              <a:ext cx="219025" cy="213600"/>
            </a:xfrm>
            <a:custGeom>
              <a:rect b="b" l="l" r="r" t="t"/>
              <a:pathLst>
                <a:path extrusionOk="0" h="8544" w="8761">
                  <a:moveTo>
                    <a:pt x="4413" y="1172"/>
                  </a:moveTo>
                  <a:cubicBezTo>
                    <a:pt x="4551" y="1172"/>
                    <a:pt x="4691" y="1189"/>
                    <a:pt x="4835" y="1225"/>
                  </a:cubicBezTo>
                  <a:cubicBezTo>
                    <a:pt x="5283" y="1336"/>
                    <a:pt x="5163" y="1980"/>
                    <a:pt x="4732" y="2001"/>
                  </a:cubicBezTo>
                  <a:cubicBezTo>
                    <a:pt x="4251" y="2021"/>
                    <a:pt x="3807" y="2531"/>
                    <a:pt x="3517" y="3152"/>
                  </a:cubicBezTo>
                  <a:cubicBezTo>
                    <a:pt x="3703" y="3086"/>
                    <a:pt x="3878" y="3056"/>
                    <a:pt x="4041" y="3056"/>
                  </a:cubicBezTo>
                  <a:cubicBezTo>
                    <a:pt x="5828" y="3056"/>
                    <a:pt x="6245" y="6642"/>
                    <a:pt x="3978" y="6642"/>
                  </a:cubicBezTo>
                  <a:cubicBezTo>
                    <a:pt x="3856" y="6642"/>
                    <a:pt x="3725" y="6631"/>
                    <a:pt x="3586" y="6609"/>
                  </a:cubicBezTo>
                  <a:cubicBezTo>
                    <a:pt x="715" y="6151"/>
                    <a:pt x="2065" y="1172"/>
                    <a:pt x="4413" y="1172"/>
                  </a:cubicBezTo>
                  <a:close/>
                  <a:moveTo>
                    <a:pt x="4378" y="1"/>
                  </a:moveTo>
                  <a:cubicBezTo>
                    <a:pt x="4308" y="1"/>
                    <a:pt x="4237" y="2"/>
                    <a:pt x="4165" y="6"/>
                  </a:cubicBezTo>
                  <a:cubicBezTo>
                    <a:pt x="1822" y="126"/>
                    <a:pt x="0" y="2120"/>
                    <a:pt x="81" y="4469"/>
                  </a:cubicBezTo>
                  <a:cubicBezTo>
                    <a:pt x="164" y="6919"/>
                    <a:pt x="2189" y="8225"/>
                    <a:pt x="4382" y="8544"/>
                  </a:cubicBezTo>
                  <a:cubicBezTo>
                    <a:pt x="4408" y="8526"/>
                    <a:pt x="4436" y="8510"/>
                    <a:pt x="4472" y="8507"/>
                  </a:cubicBezTo>
                  <a:cubicBezTo>
                    <a:pt x="6828" y="8301"/>
                    <a:pt x="8760" y="6275"/>
                    <a:pt x="8522" y="3862"/>
                  </a:cubicBezTo>
                  <a:cubicBezTo>
                    <a:pt x="8310" y="1703"/>
                    <a:pt x="6553" y="1"/>
                    <a:pt x="4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1"/>
            <p:cNvSpPr/>
            <p:nvPr/>
          </p:nvSpPr>
          <p:spPr>
            <a:xfrm>
              <a:off x="6521963" y="3715632"/>
              <a:ext cx="64775" cy="52675"/>
            </a:xfrm>
            <a:custGeom>
              <a:rect b="b" l="l" r="r" t="t"/>
              <a:pathLst>
                <a:path extrusionOk="0" h="2107" w="2591">
                  <a:moveTo>
                    <a:pt x="280" y="0"/>
                  </a:moveTo>
                  <a:cubicBezTo>
                    <a:pt x="56" y="638"/>
                    <a:pt x="1" y="1314"/>
                    <a:pt x="227" y="1679"/>
                  </a:cubicBezTo>
                  <a:cubicBezTo>
                    <a:pt x="411" y="1976"/>
                    <a:pt x="708" y="2107"/>
                    <a:pt x="1013" y="2107"/>
                  </a:cubicBezTo>
                  <a:cubicBezTo>
                    <a:pt x="1399" y="2107"/>
                    <a:pt x="1798" y="1899"/>
                    <a:pt x="2003" y="1550"/>
                  </a:cubicBezTo>
                  <a:cubicBezTo>
                    <a:pt x="2591" y="549"/>
                    <a:pt x="1436" y="91"/>
                    <a:pt x="651" y="91"/>
                  </a:cubicBezTo>
                  <a:cubicBezTo>
                    <a:pt x="588" y="91"/>
                    <a:pt x="528" y="94"/>
                    <a:pt x="472" y="99"/>
                  </a:cubicBezTo>
                  <a:cubicBezTo>
                    <a:pt x="463" y="100"/>
                    <a:pt x="454" y="101"/>
                    <a:pt x="446" y="101"/>
                  </a:cubicBezTo>
                  <a:cubicBezTo>
                    <a:pt x="363" y="101"/>
                    <a:pt x="310" y="59"/>
                    <a:pt x="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1"/>
            <p:cNvSpPr/>
            <p:nvPr/>
          </p:nvSpPr>
          <p:spPr>
            <a:xfrm>
              <a:off x="6462563" y="3657157"/>
              <a:ext cx="138250" cy="136775"/>
            </a:xfrm>
            <a:custGeom>
              <a:rect b="b" l="l" r="r" t="t"/>
              <a:pathLst>
                <a:path extrusionOk="0" h="5471" w="5530">
                  <a:moveTo>
                    <a:pt x="2656" y="2340"/>
                  </a:moveTo>
                  <a:cubicBezTo>
                    <a:pt x="2686" y="2399"/>
                    <a:pt x="2740" y="2441"/>
                    <a:pt x="2824" y="2441"/>
                  </a:cubicBezTo>
                  <a:cubicBezTo>
                    <a:pt x="2832" y="2441"/>
                    <a:pt x="2840" y="2440"/>
                    <a:pt x="2848" y="2439"/>
                  </a:cubicBezTo>
                  <a:cubicBezTo>
                    <a:pt x="2905" y="2434"/>
                    <a:pt x="2966" y="2431"/>
                    <a:pt x="3029" y="2431"/>
                  </a:cubicBezTo>
                  <a:cubicBezTo>
                    <a:pt x="3814" y="2431"/>
                    <a:pt x="4966" y="2889"/>
                    <a:pt x="4379" y="3889"/>
                  </a:cubicBezTo>
                  <a:cubicBezTo>
                    <a:pt x="4174" y="4238"/>
                    <a:pt x="3775" y="4446"/>
                    <a:pt x="3389" y="4446"/>
                  </a:cubicBezTo>
                  <a:cubicBezTo>
                    <a:pt x="3084" y="4446"/>
                    <a:pt x="2787" y="4315"/>
                    <a:pt x="2603" y="4018"/>
                  </a:cubicBezTo>
                  <a:cubicBezTo>
                    <a:pt x="2377" y="3653"/>
                    <a:pt x="2432" y="2977"/>
                    <a:pt x="2656" y="2340"/>
                  </a:cubicBezTo>
                  <a:close/>
                  <a:moveTo>
                    <a:pt x="3698" y="1"/>
                  </a:moveTo>
                  <a:cubicBezTo>
                    <a:pt x="1350" y="1"/>
                    <a:pt x="0" y="4980"/>
                    <a:pt x="2871" y="5438"/>
                  </a:cubicBezTo>
                  <a:cubicBezTo>
                    <a:pt x="3010" y="5460"/>
                    <a:pt x="3141" y="5471"/>
                    <a:pt x="3263" y="5471"/>
                  </a:cubicBezTo>
                  <a:cubicBezTo>
                    <a:pt x="5530" y="5471"/>
                    <a:pt x="5114" y="1886"/>
                    <a:pt x="3327" y="1886"/>
                  </a:cubicBezTo>
                  <a:cubicBezTo>
                    <a:pt x="3163" y="1886"/>
                    <a:pt x="2988" y="1916"/>
                    <a:pt x="2802" y="1982"/>
                  </a:cubicBezTo>
                  <a:cubicBezTo>
                    <a:pt x="3092" y="1360"/>
                    <a:pt x="3536" y="851"/>
                    <a:pt x="4017" y="830"/>
                  </a:cubicBezTo>
                  <a:cubicBezTo>
                    <a:pt x="4448" y="809"/>
                    <a:pt x="4568" y="164"/>
                    <a:pt x="4120" y="54"/>
                  </a:cubicBezTo>
                  <a:cubicBezTo>
                    <a:pt x="3976" y="18"/>
                    <a:pt x="3836" y="1"/>
                    <a:pt x="3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121"/>
          <p:cNvGrpSpPr/>
          <p:nvPr/>
        </p:nvGrpSpPr>
        <p:grpSpPr>
          <a:xfrm>
            <a:off x="7090046" y="4246736"/>
            <a:ext cx="270502" cy="266639"/>
            <a:chOff x="6437163" y="3919082"/>
            <a:chExt cx="232850" cy="229525"/>
          </a:xfrm>
        </p:grpSpPr>
        <p:sp>
          <p:nvSpPr>
            <p:cNvPr id="6273" name="Google Shape;6273;p121"/>
            <p:cNvSpPr/>
            <p:nvPr/>
          </p:nvSpPr>
          <p:spPr>
            <a:xfrm>
              <a:off x="6437163" y="3919082"/>
              <a:ext cx="232850" cy="229525"/>
            </a:xfrm>
            <a:custGeom>
              <a:rect b="b" l="l" r="r" t="t"/>
              <a:pathLst>
                <a:path extrusionOk="0" h="9181" w="9314">
                  <a:moveTo>
                    <a:pt x="4679" y="356"/>
                  </a:moveTo>
                  <a:cubicBezTo>
                    <a:pt x="6854" y="356"/>
                    <a:pt x="8611" y="2059"/>
                    <a:pt x="8823" y="4218"/>
                  </a:cubicBezTo>
                  <a:cubicBezTo>
                    <a:pt x="9061" y="6630"/>
                    <a:pt x="7129" y="8656"/>
                    <a:pt x="4773" y="8861"/>
                  </a:cubicBezTo>
                  <a:cubicBezTo>
                    <a:pt x="4737" y="8866"/>
                    <a:pt x="4709" y="8880"/>
                    <a:pt x="4683" y="8900"/>
                  </a:cubicBezTo>
                  <a:cubicBezTo>
                    <a:pt x="2490" y="8582"/>
                    <a:pt x="465" y="7272"/>
                    <a:pt x="382" y="4825"/>
                  </a:cubicBezTo>
                  <a:cubicBezTo>
                    <a:pt x="301" y="2477"/>
                    <a:pt x="2123" y="480"/>
                    <a:pt x="4466" y="361"/>
                  </a:cubicBezTo>
                  <a:cubicBezTo>
                    <a:pt x="4538" y="358"/>
                    <a:pt x="4609" y="356"/>
                    <a:pt x="4679" y="356"/>
                  </a:cubicBezTo>
                  <a:close/>
                  <a:moveTo>
                    <a:pt x="4571" y="0"/>
                  </a:moveTo>
                  <a:cubicBezTo>
                    <a:pt x="4536" y="0"/>
                    <a:pt x="4501" y="1"/>
                    <a:pt x="4466" y="1"/>
                  </a:cubicBezTo>
                  <a:cubicBezTo>
                    <a:pt x="1927" y="55"/>
                    <a:pt x="1" y="2140"/>
                    <a:pt x="21" y="4661"/>
                  </a:cubicBezTo>
                  <a:cubicBezTo>
                    <a:pt x="44" y="6920"/>
                    <a:pt x="2019" y="9149"/>
                    <a:pt x="4338" y="9149"/>
                  </a:cubicBezTo>
                  <a:cubicBezTo>
                    <a:pt x="4444" y="9149"/>
                    <a:pt x="4550" y="9145"/>
                    <a:pt x="4658" y="9135"/>
                  </a:cubicBezTo>
                  <a:cubicBezTo>
                    <a:pt x="4682" y="9164"/>
                    <a:pt x="4718" y="9180"/>
                    <a:pt x="4764" y="9180"/>
                  </a:cubicBezTo>
                  <a:cubicBezTo>
                    <a:pt x="4767" y="9180"/>
                    <a:pt x="4770" y="9180"/>
                    <a:pt x="4773" y="9180"/>
                  </a:cubicBezTo>
                  <a:cubicBezTo>
                    <a:pt x="7228" y="9023"/>
                    <a:pt x="9313" y="7057"/>
                    <a:pt x="9234" y="4516"/>
                  </a:cubicBezTo>
                  <a:cubicBezTo>
                    <a:pt x="9154" y="1969"/>
                    <a:pt x="7089"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1"/>
            <p:cNvSpPr/>
            <p:nvPr/>
          </p:nvSpPr>
          <p:spPr>
            <a:xfrm>
              <a:off x="6444688" y="3927957"/>
              <a:ext cx="219025" cy="213650"/>
            </a:xfrm>
            <a:custGeom>
              <a:rect b="b" l="l" r="r" t="t"/>
              <a:pathLst>
                <a:path extrusionOk="0" h="8546" w="8761">
                  <a:moveTo>
                    <a:pt x="4112" y="1129"/>
                  </a:moveTo>
                  <a:cubicBezTo>
                    <a:pt x="4323" y="1129"/>
                    <a:pt x="4542" y="1181"/>
                    <a:pt x="4766" y="1295"/>
                  </a:cubicBezTo>
                  <a:cubicBezTo>
                    <a:pt x="4835" y="1332"/>
                    <a:pt x="4883" y="1388"/>
                    <a:pt x="4915" y="1455"/>
                  </a:cubicBezTo>
                  <a:cubicBezTo>
                    <a:pt x="5004" y="1459"/>
                    <a:pt x="5086" y="1503"/>
                    <a:pt x="5135" y="1600"/>
                  </a:cubicBezTo>
                  <a:cubicBezTo>
                    <a:pt x="5703" y="2708"/>
                    <a:pt x="5973" y="4135"/>
                    <a:pt x="5511" y="5331"/>
                  </a:cubicBezTo>
                  <a:cubicBezTo>
                    <a:pt x="5227" y="6065"/>
                    <a:pt x="4598" y="6553"/>
                    <a:pt x="3880" y="6553"/>
                  </a:cubicBezTo>
                  <a:cubicBezTo>
                    <a:pt x="3647" y="6553"/>
                    <a:pt x="3404" y="6501"/>
                    <a:pt x="3161" y="6390"/>
                  </a:cubicBezTo>
                  <a:cubicBezTo>
                    <a:pt x="928" y="5372"/>
                    <a:pt x="2198" y="1129"/>
                    <a:pt x="4112" y="1129"/>
                  </a:cubicBezTo>
                  <a:close/>
                  <a:moveTo>
                    <a:pt x="4378" y="1"/>
                  </a:moveTo>
                  <a:cubicBezTo>
                    <a:pt x="4308" y="1"/>
                    <a:pt x="4237" y="3"/>
                    <a:pt x="4165" y="6"/>
                  </a:cubicBezTo>
                  <a:cubicBezTo>
                    <a:pt x="1822" y="125"/>
                    <a:pt x="0" y="2122"/>
                    <a:pt x="81" y="4470"/>
                  </a:cubicBezTo>
                  <a:cubicBezTo>
                    <a:pt x="164" y="6917"/>
                    <a:pt x="2189" y="8227"/>
                    <a:pt x="4382" y="8545"/>
                  </a:cubicBezTo>
                  <a:cubicBezTo>
                    <a:pt x="4408" y="8525"/>
                    <a:pt x="4436" y="8511"/>
                    <a:pt x="4472" y="8506"/>
                  </a:cubicBezTo>
                  <a:cubicBezTo>
                    <a:pt x="6828" y="8301"/>
                    <a:pt x="8760" y="6275"/>
                    <a:pt x="8522" y="3863"/>
                  </a:cubicBezTo>
                  <a:cubicBezTo>
                    <a:pt x="8310" y="1704"/>
                    <a:pt x="6553" y="1"/>
                    <a:pt x="4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1"/>
            <p:cNvSpPr/>
            <p:nvPr/>
          </p:nvSpPr>
          <p:spPr>
            <a:xfrm>
              <a:off x="6467863" y="3956182"/>
              <a:ext cx="126150" cy="135600"/>
            </a:xfrm>
            <a:custGeom>
              <a:rect b="b" l="l" r="r" t="t"/>
              <a:pathLst>
                <a:path extrusionOk="0" h="5424" w="5046">
                  <a:moveTo>
                    <a:pt x="3716" y="893"/>
                  </a:moveTo>
                  <a:cubicBezTo>
                    <a:pt x="4005" y="1893"/>
                    <a:pt x="4517" y="4068"/>
                    <a:pt x="3250" y="4376"/>
                  </a:cubicBezTo>
                  <a:cubicBezTo>
                    <a:pt x="3156" y="4399"/>
                    <a:pt x="3070" y="4409"/>
                    <a:pt x="2991" y="4409"/>
                  </a:cubicBezTo>
                  <a:cubicBezTo>
                    <a:pt x="1629" y="4409"/>
                    <a:pt x="2494" y="1192"/>
                    <a:pt x="3716" y="893"/>
                  </a:cubicBezTo>
                  <a:close/>
                  <a:moveTo>
                    <a:pt x="3185" y="0"/>
                  </a:moveTo>
                  <a:cubicBezTo>
                    <a:pt x="1271" y="0"/>
                    <a:pt x="0" y="4243"/>
                    <a:pt x="2234" y="5261"/>
                  </a:cubicBezTo>
                  <a:cubicBezTo>
                    <a:pt x="2477" y="5372"/>
                    <a:pt x="2720" y="5424"/>
                    <a:pt x="2953" y="5424"/>
                  </a:cubicBezTo>
                  <a:cubicBezTo>
                    <a:pt x="3671" y="5424"/>
                    <a:pt x="4300" y="4936"/>
                    <a:pt x="4584" y="4202"/>
                  </a:cubicBezTo>
                  <a:cubicBezTo>
                    <a:pt x="5046" y="3006"/>
                    <a:pt x="4776" y="1579"/>
                    <a:pt x="4208" y="471"/>
                  </a:cubicBezTo>
                  <a:cubicBezTo>
                    <a:pt x="4159" y="374"/>
                    <a:pt x="4077" y="330"/>
                    <a:pt x="3988" y="326"/>
                  </a:cubicBezTo>
                  <a:cubicBezTo>
                    <a:pt x="3956" y="259"/>
                    <a:pt x="3908" y="203"/>
                    <a:pt x="3839" y="166"/>
                  </a:cubicBezTo>
                  <a:cubicBezTo>
                    <a:pt x="3615" y="52"/>
                    <a:pt x="3396" y="0"/>
                    <a:pt x="3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1"/>
            <p:cNvSpPr/>
            <p:nvPr/>
          </p:nvSpPr>
          <p:spPr>
            <a:xfrm>
              <a:off x="6508588" y="3978507"/>
              <a:ext cx="72225" cy="87900"/>
            </a:xfrm>
            <a:custGeom>
              <a:rect b="b" l="l" r="r" t="t"/>
              <a:pathLst>
                <a:path extrusionOk="0" h="3516" w="2889">
                  <a:moveTo>
                    <a:pt x="2087" y="0"/>
                  </a:moveTo>
                  <a:lnTo>
                    <a:pt x="2087" y="0"/>
                  </a:lnTo>
                  <a:cubicBezTo>
                    <a:pt x="865" y="299"/>
                    <a:pt x="0" y="3515"/>
                    <a:pt x="1361" y="3515"/>
                  </a:cubicBezTo>
                  <a:cubicBezTo>
                    <a:pt x="1440" y="3515"/>
                    <a:pt x="1527" y="3505"/>
                    <a:pt x="1621" y="3482"/>
                  </a:cubicBezTo>
                  <a:cubicBezTo>
                    <a:pt x="2888" y="3175"/>
                    <a:pt x="2376" y="1000"/>
                    <a:pt x="20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121"/>
          <p:cNvGrpSpPr/>
          <p:nvPr/>
        </p:nvGrpSpPr>
        <p:grpSpPr>
          <a:xfrm>
            <a:off x="6705437" y="3898109"/>
            <a:ext cx="270502" cy="266639"/>
            <a:chOff x="6106088" y="3618982"/>
            <a:chExt cx="232850" cy="229525"/>
          </a:xfrm>
        </p:grpSpPr>
        <p:sp>
          <p:nvSpPr>
            <p:cNvPr id="6278" name="Google Shape;6278;p121"/>
            <p:cNvSpPr/>
            <p:nvPr/>
          </p:nvSpPr>
          <p:spPr>
            <a:xfrm>
              <a:off x="6106088" y="3618982"/>
              <a:ext cx="232850" cy="229525"/>
            </a:xfrm>
            <a:custGeom>
              <a:rect b="b" l="l" r="r" t="t"/>
              <a:pathLst>
                <a:path extrusionOk="0" h="9181" w="9314">
                  <a:moveTo>
                    <a:pt x="4679" y="357"/>
                  </a:moveTo>
                  <a:cubicBezTo>
                    <a:pt x="6853" y="357"/>
                    <a:pt x="8610" y="2059"/>
                    <a:pt x="8822" y="4218"/>
                  </a:cubicBezTo>
                  <a:cubicBezTo>
                    <a:pt x="9061" y="6631"/>
                    <a:pt x="7128" y="8657"/>
                    <a:pt x="4775" y="8863"/>
                  </a:cubicBezTo>
                  <a:cubicBezTo>
                    <a:pt x="4735" y="8866"/>
                    <a:pt x="4708" y="8882"/>
                    <a:pt x="4685" y="8900"/>
                  </a:cubicBezTo>
                  <a:cubicBezTo>
                    <a:pt x="2488" y="8581"/>
                    <a:pt x="464" y="7275"/>
                    <a:pt x="381" y="4825"/>
                  </a:cubicBezTo>
                  <a:cubicBezTo>
                    <a:pt x="301" y="2476"/>
                    <a:pt x="2122" y="482"/>
                    <a:pt x="4466" y="362"/>
                  </a:cubicBezTo>
                  <a:cubicBezTo>
                    <a:pt x="4537" y="358"/>
                    <a:pt x="4608" y="357"/>
                    <a:pt x="4679" y="357"/>
                  </a:cubicBezTo>
                  <a:close/>
                  <a:moveTo>
                    <a:pt x="4567" y="1"/>
                  </a:moveTo>
                  <a:cubicBezTo>
                    <a:pt x="4533" y="1"/>
                    <a:pt x="4500" y="1"/>
                    <a:pt x="4466" y="2"/>
                  </a:cubicBezTo>
                  <a:cubicBezTo>
                    <a:pt x="1928" y="54"/>
                    <a:pt x="0" y="2140"/>
                    <a:pt x="23" y="4663"/>
                  </a:cubicBezTo>
                  <a:cubicBezTo>
                    <a:pt x="43" y="6922"/>
                    <a:pt x="2021" y="9152"/>
                    <a:pt x="4339" y="9152"/>
                  </a:cubicBezTo>
                  <a:cubicBezTo>
                    <a:pt x="4444" y="9152"/>
                    <a:pt x="4550" y="9147"/>
                    <a:pt x="4657" y="9138"/>
                  </a:cubicBezTo>
                  <a:cubicBezTo>
                    <a:pt x="4680" y="9163"/>
                    <a:pt x="4714" y="9180"/>
                    <a:pt x="4759" y="9180"/>
                  </a:cubicBezTo>
                  <a:cubicBezTo>
                    <a:pt x="4764" y="9180"/>
                    <a:pt x="4769" y="9180"/>
                    <a:pt x="4775" y="9180"/>
                  </a:cubicBezTo>
                  <a:cubicBezTo>
                    <a:pt x="7229" y="9023"/>
                    <a:pt x="9314" y="7058"/>
                    <a:pt x="9234" y="4518"/>
                  </a:cubicBezTo>
                  <a:cubicBezTo>
                    <a:pt x="9153" y="1968"/>
                    <a:pt x="7088" y="1"/>
                    <a:pt x="4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1"/>
            <p:cNvSpPr/>
            <p:nvPr/>
          </p:nvSpPr>
          <p:spPr>
            <a:xfrm>
              <a:off x="6113588" y="3627882"/>
              <a:ext cx="219025" cy="213600"/>
            </a:xfrm>
            <a:custGeom>
              <a:rect b="b" l="l" r="r" t="t"/>
              <a:pathLst>
                <a:path extrusionOk="0" h="8544" w="8761">
                  <a:moveTo>
                    <a:pt x="3691" y="1969"/>
                  </a:moveTo>
                  <a:cubicBezTo>
                    <a:pt x="3828" y="1969"/>
                    <a:pt x="3962" y="1980"/>
                    <a:pt x="4073" y="1980"/>
                  </a:cubicBezTo>
                  <a:cubicBezTo>
                    <a:pt x="4581" y="1982"/>
                    <a:pt x="5075" y="2017"/>
                    <a:pt x="5578" y="2090"/>
                  </a:cubicBezTo>
                  <a:cubicBezTo>
                    <a:pt x="5763" y="2116"/>
                    <a:pt x="5749" y="2414"/>
                    <a:pt x="5578" y="2448"/>
                  </a:cubicBezTo>
                  <a:cubicBezTo>
                    <a:pt x="5019" y="2569"/>
                    <a:pt x="4477" y="2605"/>
                    <a:pt x="3912" y="2665"/>
                  </a:cubicBezTo>
                  <a:cubicBezTo>
                    <a:pt x="3486" y="2710"/>
                    <a:pt x="3602" y="2601"/>
                    <a:pt x="3665" y="3062"/>
                  </a:cubicBezTo>
                  <a:cubicBezTo>
                    <a:pt x="3687" y="3233"/>
                    <a:pt x="3706" y="3402"/>
                    <a:pt x="3722" y="3571"/>
                  </a:cubicBezTo>
                  <a:cubicBezTo>
                    <a:pt x="3917" y="3472"/>
                    <a:pt x="4136" y="3420"/>
                    <a:pt x="4362" y="3420"/>
                  </a:cubicBezTo>
                  <a:cubicBezTo>
                    <a:pt x="4545" y="3420"/>
                    <a:pt x="4732" y="3454"/>
                    <a:pt x="4914" y="3527"/>
                  </a:cubicBezTo>
                  <a:cubicBezTo>
                    <a:pt x="5713" y="3838"/>
                    <a:pt x="6170" y="4720"/>
                    <a:pt x="6114" y="5549"/>
                  </a:cubicBezTo>
                  <a:cubicBezTo>
                    <a:pt x="6055" y="6442"/>
                    <a:pt x="5447" y="7235"/>
                    <a:pt x="4544" y="7380"/>
                  </a:cubicBezTo>
                  <a:cubicBezTo>
                    <a:pt x="4451" y="7395"/>
                    <a:pt x="4355" y="7402"/>
                    <a:pt x="4257" y="7402"/>
                  </a:cubicBezTo>
                  <a:cubicBezTo>
                    <a:pt x="3583" y="7402"/>
                    <a:pt x="2842" y="7053"/>
                    <a:pt x="2731" y="6343"/>
                  </a:cubicBezTo>
                  <a:cubicBezTo>
                    <a:pt x="2682" y="6036"/>
                    <a:pt x="2912" y="5709"/>
                    <a:pt x="3206" y="5709"/>
                  </a:cubicBezTo>
                  <a:cubicBezTo>
                    <a:pt x="3286" y="5709"/>
                    <a:pt x="3370" y="5733"/>
                    <a:pt x="3454" y="5788"/>
                  </a:cubicBezTo>
                  <a:cubicBezTo>
                    <a:pt x="3725" y="5962"/>
                    <a:pt x="4029" y="6144"/>
                    <a:pt x="4302" y="6144"/>
                  </a:cubicBezTo>
                  <a:cubicBezTo>
                    <a:pt x="4516" y="6144"/>
                    <a:pt x="4710" y="6031"/>
                    <a:pt x="4852" y="5713"/>
                  </a:cubicBezTo>
                  <a:cubicBezTo>
                    <a:pt x="5077" y="5203"/>
                    <a:pt x="4728" y="4416"/>
                    <a:pt x="4238" y="4416"/>
                  </a:cubicBezTo>
                  <a:cubicBezTo>
                    <a:pt x="4078" y="4416"/>
                    <a:pt x="3902" y="4501"/>
                    <a:pt x="3727" y="4707"/>
                  </a:cubicBezTo>
                  <a:cubicBezTo>
                    <a:pt x="3655" y="4791"/>
                    <a:pt x="3561" y="4827"/>
                    <a:pt x="3466" y="4827"/>
                  </a:cubicBezTo>
                  <a:cubicBezTo>
                    <a:pt x="3255" y="4827"/>
                    <a:pt x="3038" y="4650"/>
                    <a:pt x="3041" y="4422"/>
                  </a:cubicBezTo>
                  <a:cubicBezTo>
                    <a:pt x="3051" y="3848"/>
                    <a:pt x="2586" y="2515"/>
                    <a:pt x="3166" y="2092"/>
                  </a:cubicBezTo>
                  <a:cubicBezTo>
                    <a:pt x="3307" y="1991"/>
                    <a:pt x="3501" y="1969"/>
                    <a:pt x="3691" y="1969"/>
                  </a:cubicBezTo>
                  <a:close/>
                  <a:moveTo>
                    <a:pt x="4379" y="1"/>
                  </a:moveTo>
                  <a:cubicBezTo>
                    <a:pt x="4308" y="1"/>
                    <a:pt x="4237" y="2"/>
                    <a:pt x="4166" y="6"/>
                  </a:cubicBezTo>
                  <a:cubicBezTo>
                    <a:pt x="1822" y="126"/>
                    <a:pt x="1" y="2120"/>
                    <a:pt x="81" y="4469"/>
                  </a:cubicBezTo>
                  <a:cubicBezTo>
                    <a:pt x="164" y="6919"/>
                    <a:pt x="2190" y="8225"/>
                    <a:pt x="4385" y="8544"/>
                  </a:cubicBezTo>
                  <a:cubicBezTo>
                    <a:pt x="4408" y="8526"/>
                    <a:pt x="4436" y="8510"/>
                    <a:pt x="4475" y="8507"/>
                  </a:cubicBezTo>
                  <a:cubicBezTo>
                    <a:pt x="6828" y="8301"/>
                    <a:pt x="8761" y="6275"/>
                    <a:pt x="8522" y="3862"/>
                  </a:cubicBezTo>
                  <a:cubicBezTo>
                    <a:pt x="8310" y="1703"/>
                    <a:pt x="6553" y="1"/>
                    <a:pt x="4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1"/>
            <p:cNvSpPr/>
            <p:nvPr/>
          </p:nvSpPr>
          <p:spPr>
            <a:xfrm>
              <a:off x="6178213" y="3677107"/>
              <a:ext cx="89625" cy="135850"/>
            </a:xfrm>
            <a:custGeom>
              <a:rect b="b" l="l" r="r" t="t"/>
              <a:pathLst>
                <a:path extrusionOk="0" h="5434" w="3585">
                  <a:moveTo>
                    <a:pt x="1107" y="0"/>
                  </a:moveTo>
                  <a:cubicBezTo>
                    <a:pt x="917" y="0"/>
                    <a:pt x="722" y="22"/>
                    <a:pt x="581" y="124"/>
                  </a:cubicBezTo>
                  <a:cubicBezTo>
                    <a:pt x="1" y="546"/>
                    <a:pt x="466" y="1879"/>
                    <a:pt x="456" y="2453"/>
                  </a:cubicBezTo>
                  <a:cubicBezTo>
                    <a:pt x="453" y="2681"/>
                    <a:pt x="670" y="2858"/>
                    <a:pt x="881" y="2858"/>
                  </a:cubicBezTo>
                  <a:cubicBezTo>
                    <a:pt x="976" y="2858"/>
                    <a:pt x="1070" y="2822"/>
                    <a:pt x="1142" y="2738"/>
                  </a:cubicBezTo>
                  <a:cubicBezTo>
                    <a:pt x="1317" y="2532"/>
                    <a:pt x="1493" y="2447"/>
                    <a:pt x="1653" y="2447"/>
                  </a:cubicBezTo>
                  <a:cubicBezTo>
                    <a:pt x="2143" y="2447"/>
                    <a:pt x="2492" y="3235"/>
                    <a:pt x="2266" y="3745"/>
                  </a:cubicBezTo>
                  <a:cubicBezTo>
                    <a:pt x="2125" y="4063"/>
                    <a:pt x="1931" y="4175"/>
                    <a:pt x="1717" y="4175"/>
                  </a:cubicBezTo>
                  <a:cubicBezTo>
                    <a:pt x="1445" y="4175"/>
                    <a:pt x="1140" y="3993"/>
                    <a:pt x="869" y="3819"/>
                  </a:cubicBezTo>
                  <a:cubicBezTo>
                    <a:pt x="785" y="3764"/>
                    <a:pt x="701" y="3740"/>
                    <a:pt x="621" y="3740"/>
                  </a:cubicBezTo>
                  <a:cubicBezTo>
                    <a:pt x="327" y="3740"/>
                    <a:pt x="97" y="4067"/>
                    <a:pt x="146" y="4375"/>
                  </a:cubicBezTo>
                  <a:cubicBezTo>
                    <a:pt x="257" y="5084"/>
                    <a:pt x="998" y="5433"/>
                    <a:pt x="1672" y="5433"/>
                  </a:cubicBezTo>
                  <a:cubicBezTo>
                    <a:pt x="1770" y="5433"/>
                    <a:pt x="1866" y="5426"/>
                    <a:pt x="1959" y="5411"/>
                  </a:cubicBezTo>
                  <a:cubicBezTo>
                    <a:pt x="2862" y="5266"/>
                    <a:pt x="3468" y="4475"/>
                    <a:pt x="3529" y="3580"/>
                  </a:cubicBezTo>
                  <a:cubicBezTo>
                    <a:pt x="3585" y="2751"/>
                    <a:pt x="3128" y="1869"/>
                    <a:pt x="2329" y="1558"/>
                  </a:cubicBezTo>
                  <a:cubicBezTo>
                    <a:pt x="2146" y="1485"/>
                    <a:pt x="1959" y="1451"/>
                    <a:pt x="1776" y="1451"/>
                  </a:cubicBezTo>
                  <a:cubicBezTo>
                    <a:pt x="1551" y="1451"/>
                    <a:pt x="1332" y="1503"/>
                    <a:pt x="1137" y="1602"/>
                  </a:cubicBezTo>
                  <a:cubicBezTo>
                    <a:pt x="1120" y="1433"/>
                    <a:pt x="1102" y="1264"/>
                    <a:pt x="1080" y="1093"/>
                  </a:cubicBezTo>
                  <a:cubicBezTo>
                    <a:pt x="1017" y="632"/>
                    <a:pt x="901" y="741"/>
                    <a:pt x="1327" y="697"/>
                  </a:cubicBezTo>
                  <a:cubicBezTo>
                    <a:pt x="1892" y="636"/>
                    <a:pt x="2434" y="600"/>
                    <a:pt x="2993" y="479"/>
                  </a:cubicBezTo>
                  <a:cubicBezTo>
                    <a:pt x="3164" y="445"/>
                    <a:pt x="3178" y="147"/>
                    <a:pt x="2993" y="121"/>
                  </a:cubicBezTo>
                  <a:cubicBezTo>
                    <a:pt x="2490" y="48"/>
                    <a:pt x="1996" y="13"/>
                    <a:pt x="1488" y="11"/>
                  </a:cubicBezTo>
                  <a:cubicBezTo>
                    <a:pt x="1377" y="11"/>
                    <a:pt x="1244" y="0"/>
                    <a:pt x="1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121"/>
          <p:cNvGrpSpPr/>
          <p:nvPr/>
        </p:nvGrpSpPr>
        <p:grpSpPr>
          <a:xfrm>
            <a:off x="6705437" y="3532464"/>
            <a:ext cx="270502" cy="266610"/>
            <a:chOff x="6106088" y="3304232"/>
            <a:chExt cx="232850" cy="229500"/>
          </a:xfrm>
        </p:grpSpPr>
        <p:sp>
          <p:nvSpPr>
            <p:cNvPr id="6282" name="Google Shape;6282;p121"/>
            <p:cNvSpPr/>
            <p:nvPr/>
          </p:nvSpPr>
          <p:spPr>
            <a:xfrm>
              <a:off x="6106088" y="3304232"/>
              <a:ext cx="232850" cy="229500"/>
            </a:xfrm>
            <a:custGeom>
              <a:rect b="b" l="l" r="r" t="t"/>
              <a:pathLst>
                <a:path extrusionOk="0" h="9180" w="9314">
                  <a:moveTo>
                    <a:pt x="4679" y="356"/>
                  </a:moveTo>
                  <a:cubicBezTo>
                    <a:pt x="6853" y="356"/>
                    <a:pt x="8610" y="2059"/>
                    <a:pt x="8822" y="4217"/>
                  </a:cubicBezTo>
                  <a:cubicBezTo>
                    <a:pt x="9061" y="6630"/>
                    <a:pt x="7128" y="8654"/>
                    <a:pt x="4775" y="8861"/>
                  </a:cubicBezTo>
                  <a:cubicBezTo>
                    <a:pt x="4735" y="8865"/>
                    <a:pt x="4708" y="8881"/>
                    <a:pt x="4685" y="8900"/>
                  </a:cubicBezTo>
                  <a:cubicBezTo>
                    <a:pt x="2488" y="8581"/>
                    <a:pt x="464" y="7272"/>
                    <a:pt x="381" y="4825"/>
                  </a:cubicBezTo>
                  <a:cubicBezTo>
                    <a:pt x="301" y="2476"/>
                    <a:pt x="2122" y="481"/>
                    <a:pt x="4466" y="361"/>
                  </a:cubicBezTo>
                  <a:cubicBezTo>
                    <a:pt x="4537" y="358"/>
                    <a:pt x="4608" y="356"/>
                    <a:pt x="4679" y="356"/>
                  </a:cubicBezTo>
                  <a:close/>
                  <a:moveTo>
                    <a:pt x="4571" y="0"/>
                  </a:moveTo>
                  <a:cubicBezTo>
                    <a:pt x="4536" y="0"/>
                    <a:pt x="4501" y="0"/>
                    <a:pt x="4466" y="1"/>
                  </a:cubicBezTo>
                  <a:cubicBezTo>
                    <a:pt x="1928" y="54"/>
                    <a:pt x="0" y="2139"/>
                    <a:pt x="23" y="4660"/>
                  </a:cubicBezTo>
                  <a:cubicBezTo>
                    <a:pt x="43" y="6920"/>
                    <a:pt x="2020" y="9149"/>
                    <a:pt x="4336" y="9149"/>
                  </a:cubicBezTo>
                  <a:cubicBezTo>
                    <a:pt x="4442" y="9149"/>
                    <a:pt x="4549" y="9145"/>
                    <a:pt x="4657" y="9135"/>
                  </a:cubicBezTo>
                  <a:cubicBezTo>
                    <a:pt x="4680" y="9162"/>
                    <a:pt x="4714" y="9179"/>
                    <a:pt x="4759" y="9179"/>
                  </a:cubicBezTo>
                  <a:cubicBezTo>
                    <a:pt x="4764" y="9179"/>
                    <a:pt x="4769" y="9179"/>
                    <a:pt x="4775" y="9179"/>
                  </a:cubicBezTo>
                  <a:cubicBezTo>
                    <a:pt x="7229" y="9022"/>
                    <a:pt x="9314" y="7057"/>
                    <a:pt x="9234" y="4517"/>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1"/>
            <p:cNvSpPr/>
            <p:nvPr/>
          </p:nvSpPr>
          <p:spPr>
            <a:xfrm>
              <a:off x="6113588" y="3313107"/>
              <a:ext cx="219025" cy="213600"/>
            </a:xfrm>
            <a:custGeom>
              <a:rect b="b" l="l" r="r" t="t"/>
              <a:pathLst>
                <a:path extrusionOk="0" h="8544" w="8761">
                  <a:moveTo>
                    <a:pt x="4641" y="1520"/>
                  </a:moveTo>
                  <a:cubicBezTo>
                    <a:pt x="4831" y="1520"/>
                    <a:pt x="5033" y="1625"/>
                    <a:pt x="5110" y="1828"/>
                  </a:cubicBezTo>
                  <a:cubicBezTo>
                    <a:pt x="5377" y="2527"/>
                    <a:pt x="5331" y="3329"/>
                    <a:pt x="5343" y="4068"/>
                  </a:cubicBezTo>
                  <a:cubicBezTo>
                    <a:pt x="5353" y="4827"/>
                    <a:pt x="5429" y="5609"/>
                    <a:pt x="5264" y="6353"/>
                  </a:cubicBezTo>
                  <a:cubicBezTo>
                    <a:pt x="5201" y="6647"/>
                    <a:pt x="4934" y="6795"/>
                    <a:pt x="4668" y="6795"/>
                  </a:cubicBezTo>
                  <a:cubicBezTo>
                    <a:pt x="4403" y="6795"/>
                    <a:pt x="4138" y="6648"/>
                    <a:pt x="4075" y="6353"/>
                  </a:cubicBezTo>
                  <a:cubicBezTo>
                    <a:pt x="3916" y="5607"/>
                    <a:pt x="3995" y="4827"/>
                    <a:pt x="4009" y="4068"/>
                  </a:cubicBezTo>
                  <a:cubicBezTo>
                    <a:pt x="4013" y="3772"/>
                    <a:pt x="4011" y="3467"/>
                    <a:pt x="4023" y="3162"/>
                  </a:cubicBezTo>
                  <a:lnTo>
                    <a:pt x="4023" y="3162"/>
                  </a:lnTo>
                  <a:cubicBezTo>
                    <a:pt x="3946" y="3211"/>
                    <a:pt x="3864" y="3255"/>
                    <a:pt x="3768" y="3294"/>
                  </a:cubicBezTo>
                  <a:cubicBezTo>
                    <a:pt x="3520" y="3394"/>
                    <a:pt x="3284" y="3437"/>
                    <a:pt x="3043" y="3437"/>
                  </a:cubicBezTo>
                  <a:cubicBezTo>
                    <a:pt x="2859" y="3437"/>
                    <a:pt x="2673" y="3412"/>
                    <a:pt x="2476" y="3366"/>
                  </a:cubicBezTo>
                  <a:cubicBezTo>
                    <a:pt x="2256" y="3313"/>
                    <a:pt x="2313" y="2987"/>
                    <a:pt x="2528" y="2982"/>
                  </a:cubicBezTo>
                  <a:cubicBezTo>
                    <a:pt x="2916" y="2975"/>
                    <a:pt x="3784" y="2768"/>
                    <a:pt x="4108" y="2333"/>
                  </a:cubicBezTo>
                  <a:cubicBezTo>
                    <a:pt x="4140" y="2177"/>
                    <a:pt x="4182" y="2020"/>
                    <a:pt x="4237" y="1869"/>
                  </a:cubicBezTo>
                  <a:cubicBezTo>
                    <a:pt x="4257" y="1634"/>
                    <a:pt x="4443" y="1520"/>
                    <a:pt x="4641" y="1520"/>
                  </a:cubicBezTo>
                  <a:close/>
                  <a:moveTo>
                    <a:pt x="4379" y="1"/>
                  </a:moveTo>
                  <a:cubicBezTo>
                    <a:pt x="4308" y="1"/>
                    <a:pt x="4237" y="3"/>
                    <a:pt x="4166" y="6"/>
                  </a:cubicBezTo>
                  <a:cubicBezTo>
                    <a:pt x="1822" y="126"/>
                    <a:pt x="1" y="2120"/>
                    <a:pt x="81" y="4470"/>
                  </a:cubicBezTo>
                  <a:cubicBezTo>
                    <a:pt x="164" y="6917"/>
                    <a:pt x="2190" y="8226"/>
                    <a:pt x="4385" y="8544"/>
                  </a:cubicBezTo>
                  <a:cubicBezTo>
                    <a:pt x="4408" y="8526"/>
                    <a:pt x="4436" y="8510"/>
                    <a:pt x="4475" y="8506"/>
                  </a:cubicBezTo>
                  <a:cubicBezTo>
                    <a:pt x="6828" y="8299"/>
                    <a:pt x="8761" y="6275"/>
                    <a:pt x="8522" y="3862"/>
                  </a:cubicBezTo>
                  <a:cubicBezTo>
                    <a:pt x="8310" y="1704"/>
                    <a:pt x="6553" y="1"/>
                    <a:pt x="4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1"/>
            <p:cNvSpPr/>
            <p:nvPr/>
          </p:nvSpPr>
          <p:spPr>
            <a:xfrm>
              <a:off x="6169963" y="3351107"/>
              <a:ext cx="79350" cy="131875"/>
            </a:xfrm>
            <a:custGeom>
              <a:rect b="b" l="l" r="r" t="t"/>
              <a:pathLst>
                <a:path extrusionOk="0" h="5275" w="3174">
                  <a:moveTo>
                    <a:pt x="2386" y="0"/>
                  </a:moveTo>
                  <a:cubicBezTo>
                    <a:pt x="2188" y="0"/>
                    <a:pt x="2002" y="114"/>
                    <a:pt x="1982" y="349"/>
                  </a:cubicBezTo>
                  <a:cubicBezTo>
                    <a:pt x="1927" y="500"/>
                    <a:pt x="1885" y="657"/>
                    <a:pt x="1853" y="814"/>
                  </a:cubicBezTo>
                  <a:cubicBezTo>
                    <a:pt x="1529" y="1248"/>
                    <a:pt x="661" y="1455"/>
                    <a:pt x="273" y="1462"/>
                  </a:cubicBezTo>
                  <a:cubicBezTo>
                    <a:pt x="58" y="1467"/>
                    <a:pt x="1" y="1793"/>
                    <a:pt x="220" y="1846"/>
                  </a:cubicBezTo>
                  <a:cubicBezTo>
                    <a:pt x="417" y="1892"/>
                    <a:pt x="604" y="1917"/>
                    <a:pt x="788" y="1917"/>
                  </a:cubicBezTo>
                  <a:cubicBezTo>
                    <a:pt x="1029" y="1917"/>
                    <a:pt x="1265" y="1874"/>
                    <a:pt x="1513" y="1774"/>
                  </a:cubicBezTo>
                  <a:cubicBezTo>
                    <a:pt x="1607" y="1735"/>
                    <a:pt x="1691" y="1691"/>
                    <a:pt x="1768" y="1642"/>
                  </a:cubicBezTo>
                  <a:lnTo>
                    <a:pt x="1768" y="1642"/>
                  </a:lnTo>
                  <a:cubicBezTo>
                    <a:pt x="1756" y="1947"/>
                    <a:pt x="1758" y="2252"/>
                    <a:pt x="1754" y="2548"/>
                  </a:cubicBezTo>
                  <a:cubicBezTo>
                    <a:pt x="1740" y="3307"/>
                    <a:pt x="1661" y="4087"/>
                    <a:pt x="1820" y="4833"/>
                  </a:cubicBezTo>
                  <a:cubicBezTo>
                    <a:pt x="1883" y="5128"/>
                    <a:pt x="2148" y="5275"/>
                    <a:pt x="2413" y="5275"/>
                  </a:cubicBezTo>
                  <a:cubicBezTo>
                    <a:pt x="2679" y="5275"/>
                    <a:pt x="2945" y="5127"/>
                    <a:pt x="3009" y="4833"/>
                  </a:cubicBezTo>
                  <a:cubicBezTo>
                    <a:pt x="3174" y="4089"/>
                    <a:pt x="3097" y="3307"/>
                    <a:pt x="3088" y="2548"/>
                  </a:cubicBezTo>
                  <a:cubicBezTo>
                    <a:pt x="3076" y="1809"/>
                    <a:pt x="3122" y="1007"/>
                    <a:pt x="2855" y="308"/>
                  </a:cubicBezTo>
                  <a:cubicBezTo>
                    <a:pt x="2778" y="105"/>
                    <a:pt x="2576" y="0"/>
                    <a:pt x="2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121"/>
          <p:cNvGrpSpPr/>
          <p:nvPr/>
        </p:nvGrpSpPr>
        <p:grpSpPr>
          <a:xfrm>
            <a:off x="6705437" y="4246736"/>
            <a:ext cx="270502" cy="266639"/>
            <a:chOff x="6106088" y="3919082"/>
            <a:chExt cx="232850" cy="229525"/>
          </a:xfrm>
        </p:grpSpPr>
        <p:sp>
          <p:nvSpPr>
            <p:cNvPr id="6286" name="Google Shape;6286;p121"/>
            <p:cNvSpPr/>
            <p:nvPr/>
          </p:nvSpPr>
          <p:spPr>
            <a:xfrm>
              <a:off x="6106088" y="3919082"/>
              <a:ext cx="232850" cy="229525"/>
            </a:xfrm>
            <a:custGeom>
              <a:rect b="b" l="l" r="r" t="t"/>
              <a:pathLst>
                <a:path extrusionOk="0" h="9181" w="9314">
                  <a:moveTo>
                    <a:pt x="4679" y="356"/>
                  </a:moveTo>
                  <a:cubicBezTo>
                    <a:pt x="6853" y="356"/>
                    <a:pt x="8610" y="2059"/>
                    <a:pt x="8822" y="4218"/>
                  </a:cubicBezTo>
                  <a:cubicBezTo>
                    <a:pt x="9061" y="6630"/>
                    <a:pt x="7128" y="8656"/>
                    <a:pt x="4775" y="8861"/>
                  </a:cubicBezTo>
                  <a:cubicBezTo>
                    <a:pt x="4735" y="8866"/>
                    <a:pt x="4708" y="8880"/>
                    <a:pt x="4685" y="8900"/>
                  </a:cubicBezTo>
                  <a:cubicBezTo>
                    <a:pt x="2488" y="8582"/>
                    <a:pt x="464" y="7272"/>
                    <a:pt x="381" y="4825"/>
                  </a:cubicBezTo>
                  <a:cubicBezTo>
                    <a:pt x="301" y="2477"/>
                    <a:pt x="2122" y="480"/>
                    <a:pt x="4466" y="361"/>
                  </a:cubicBezTo>
                  <a:cubicBezTo>
                    <a:pt x="4537" y="358"/>
                    <a:pt x="4608" y="356"/>
                    <a:pt x="4679" y="356"/>
                  </a:cubicBezTo>
                  <a:close/>
                  <a:moveTo>
                    <a:pt x="4571" y="0"/>
                  </a:moveTo>
                  <a:cubicBezTo>
                    <a:pt x="4536" y="0"/>
                    <a:pt x="4501" y="1"/>
                    <a:pt x="4466" y="1"/>
                  </a:cubicBezTo>
                  <a:cubicBezTo>
                    <a:pt x="1928" y="55"/>
                    <a:pt x="0" y="2140"/>
                    <a:pt x="23" y="4661"/>
                  </a:cubicBezTo>
                  <a:cubicBezTo>
                    <a:pt x="43" y="6920"/>
                    <a:pt x="2021" y="9149"/>
                    <a:pt x="4337" y="9149"/>
                  </a:cubicBezTo>
                  <a:cubicBezTo>
                    <a:pt x="4443" y="9149"/>
                    <a:pt x="4550" y="9145"/>
                    <a:pt x="4657" y="9135"/>
                  </a:cubicBezTo>
                  <a:cubicBezTo>
                    <a:pt x="4681" y="9164"/>
                    <a:pt x="4717" y="9180"/>
                    <a:pt x="4765" y="9180"/>
                  </a:cubicBezTo>
                  <a:cubicBezTo>
                    <a:pt x="4768" y="9180"/>
                    <a:pt x="4771" y="9180"/>
                    <a:pt x="4775" y="9180"/>
                  </a:cubicBezTo>
                  <a:cubicBezTo>
                    <a:pt x="7229" y="9023"/>
                    <a:pt x="9314" y="7057"/>
                    <a:pt x="9234" y="4516"/>
                  </a:cubicBezTo>
                  <a:cubicBezTo>
                    <a:pt x="9154" y="1969"/>
                    <a:pt x="7090"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1"/>
            <p:cNvSpPr/>
            <p:nvPr/>
          </p:nvSpPr>
          <p:spPr>
            <a:xfrm>
              <a:off x="6113588" y="3927957"/>
              <a:ext cx="219025" cy="213650"/>
            </a:xfrm>
            <a:custGeom>
              <a:rect b="b" l="l" r="r" t="t"/>
              <a:pathLst>
                <a:path extrusionOk="0" h="8546" w="8761">
                  <a:moveTo>
                    <a:pt x="3736" y="1206"/>
                  </a:moveTo>
                  <a:cubicBezTo>
                    <a:pt x="4341" y="1206"/>
                    <a:pt x="4952" y="1470"/>
                    <a:pt x="5336" y="1935"/>
                  </a:cubicBezTo>
                  <a:cubicBezTo>
                    <a:pt x="5339" y="1935"/>
                    <a:pt x="5339" y="1937"/>
                    <a:pt x="5341" y="1939"/>
                  </a:cubicBezTo>
                  <a:cubicBezTo>
                    <a:pt x="5358" y="1936"/>
                    <a:pt x="5375" y="1934"/>
                    <a:pt x="5393" y="1934"/>
                  </a:cubicBezTo>
                  <a:cubicBezTo>
                    <a:pt x="5524" y="1934"/>
                    <a:pt x="5660" y="2025"/>
                    <a:pt x="5664" y="2187"/>
                  </a:cubicBezTo>
                  <a:cubicBezTo>
                    <a:pt x="5675" y="2932"/>
                    <a:pt x="5625" y="3671"/>
                    <a:pt x="5562" y="4414"/>
                  </a:cubicBezTo>
                  <a:cubicBezTo>
                    <a:pt x="5507" y="5072"/>
                    <a:pt x="5516" y="5804"/>
                    <a:pt x="5278" y="6420"/>
                  </a:cubicBezTo>
                  <a:cubicBezTo>
                    <a:pt x="5218" y="6572"/>
                    <a:pt x="5040" y="6672"/>
                    <a:pt x="4880" y="6672"/>
                  </a:cubicBezTo>
                  <a:cubicBezTo>
                    <a:pt x="4743" y="6672"/>
                    <a:pt x="4619" y="6598"/>
                    <a:pt x="4594" y="6420"/>
                  </a:cubicBezTo>
                  <a:cubicBezTo>
                    <a:pt x="4500" y="5770"/>
                    <a:pt x="4643" y="5114"/>
                    <a:pt x="4735" y="4465"/>
                  </a:cubicBezTo>
                  <a:cubicBezTo>
                    <a:pt x="4745" y="4400"/>
                    <a:pt x="4754" y="4338"/>
                    <a:pt x="4763" y="4276"/>
                  </a:cubicBezTo>
                  <a:lnTo>
                    <a:pt x="4763" y="4276"/>
                  </a:lnTo>
                  <a:cubicBezTo>
                    <a:pt x="4550" y="4468"/>
                    <a:pt x="4313" y="4617"/>
                    <a:pt x="4069" y="4703"/>
                  </a:cubicBezTo>
                  <a:cubicBezTo>
                    <a:pt x="3886" y="4767"/>
                    <a:pt x="3702" y="4797"/>
                    <a:pt x="3523" y="4797"/>
                  </a:cubicBezTo>
                  <a:cubicBezTo>
                    <a:pt x="2835" y="4797"/>
                    <a:pt x="2212" y="4352"/>
                    <a:pt x="1993" y="3652"/>
                  </a:cubicBezTo>
                  <a:cubicBezTo>
                    <a:pt x="1732" y="2821"/>
                    <a:pt x="2067" y="1840"/>
                    <a:pt x="2847" y="1422"/>
                  </a:cubicBezTo>
                  <a:cubicBezTo>
                    <a:pt x="3120" y="1275"/>
                    <a:pt x="3427" y="1206"/>
                    <a:pt x="3736" y="1206"/>
                  </a:cubicBezTo>
                  <a:close/>
                  <a:moveTo>
                    <a:pt x="4379" y="1"/>
                  </a:moveTo>
                  <a:cubicBezTo>
                    <a:pt x="4308" y="1"/>
                    <a:pt x="4237" y="3"/>
                    <a:pt x="4166" y="6"/>
                  </a:cubicBezTo>
                  <a:cubicBezTo>
                    <a:pt x="1822" y="125"/>
                    <a:pt x="1" y="2122"/>
                    <a:pt x="81" y="4470"/>
                  </a:cubicBezTo>
                  <a:cubicBezTo>
                    <a:pt x="164" y="6917"/>
                    <a:pt x="2190" y="8227"/>
                    <a:pt x="4385" y="8545"/>
                  </a:cubicBezTo>
                  <a:cubicBezTo>
                    <a:pt x="4408" y="8525"/>
                    <a:pt x="4436" y="8511"/>
                    <a:pt x="4475" y="8506"/>
                  </a:cubicBezTo>
                  <a:cubicBezTo>
                    <a:pt x="6828" y="8301"/>
                    <a:pt x="8761" y="6275"/>
                    <a:pt x="8522" y="3863"/>
                  </a:cubicBezTo>
                  <a:cubicBezTo>
                    <a:pt x="8310" y="1704"/>
                    <a:pt x="6553" y="1"/>
                    <a:pt x="4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1"/>
            <p:cNvSpPr/>
            <p:nvPr/>
          </p:nvSpPr>
          <p:spPr>
            <a:xfrm>
              <a:off x="6156888" y="3958082"/>
              <a:ext cx="98600" cy="136700"/>
            </a:xfrm>
            <a:custGeom>
              <a:rect b="b" l="l" r="r" t="t"/>
              <a:pathLst>
                <a:path extrusionOk="0" h="5468" w="3944">
                  <a:moveTo>
                    <a:pt x="2520" y="1110"/>
                  </a:moveTo>
                  <a:cubicBezTo>
                    <a:pt x="2749" y="1110"/>
                    <a:pt x="2977" y="1141"/>
                    <a:pt x="3160" y="1189"/>
                  </a:cubicBezTo>
                  <a:cubicBezTo>
                    <a:pt x="2932" y="1554"/>
                    <a:pt x="2784" y="1982"/>
                    <a:pt x="2412" y="2228"/>
                  </a:cubicBezTo>
                  <a:cubicBezTo>
                    <a:pt x="2264" y="2327"/>
                    <a:pt x="2087" y="2391"/>
                    <a:pt x="1926" y="2391"/>
                  </a:cubicBezTo>
                  <a:cubicBezTo>
                    <a:pt x="1730" y="2391"/>
                    <a:pt x="1557" y="2296"/>
                    <a:pt x="1486" y="2053"/>
                  </a:cubicBezTo>
                  <a:cubicBezTo>
                    <a:pt x="1276" y="1334"/>
                    <a:pt x="1903" y="1110"/>
                    <a:pt x="2520" y="1110"/>
                  </a:cubicBezTo>
                  <a:close/>
                  <a:moveTo>
                    <a:pt x="2005" y="1"/>
                  </a:moveTo>
                  <a:cubicBezTo>
                    <a:pt x="1696" y="1"/>
                    <a:pt x="1389" y="70"/>
                    <a:pt x="1116" y="217"/>
                  </a:cubicBezTo>
                  <a:cubicBezTo>
                    <a:pt x="335" y="636"/>
                    <a:pt x="0" y="1616"/>
                    <a:pt x="261" y="2447"/>
                  </a:cubicBezTo>
                  <a:cubicBezTo>
                    <a:pt x="480" y="3147"/>
                    <a:pt x="1104" y="3593"/>
                    <a:pt x="1792" y="3593"/>
                  </a:cubicBezTo>
                  <a:cubicBezTo>
                    <a:pt x="1971" y="3593"/>
                    <a:pt x="2155" y="3562"/>
                    <a:pt x="2337" y="3499"/>
                  </a:cubicBezTo>
                  <a:cubicBezTo>
                    <a:pt x="2581" y="3413"/>
                    <a:pt x="2818" y="3263"/>
                    <a:pt x="3031" y="3071"/>
                  </a:cubicBezTo>
                  <a:lnTo>
                    <a:pt x="3031" y="3071"/>
                  </a:lnTo>
                  <a:cubicBezTo>
                    <a:pt x="3022" y="3133"/>
                    <a:pt x="3013" y="3195"/>
                    <a:pt x="3003" y="3260"/>
                  </a:cubicBezTo>
                  <a:cubicBezTo>
                    <a:pt x="2911" y="3909"/>
                    <a:pt x="2768" y="4565"/>
                    <a:pt x="2862" y="5216"/>
                  </a:cubicBezTo>
                  <a:cubicBezTo>
                    <a:pt x="2887" y="5394"/>
                    <a:pt x="3011" y="5468"/>
                    <a:pt x="3148" y="5468"/>
                  </a:cubicBezTo>
                  <a:cubicBezTo>
                    <a:pt x="3308" y="5468"/>
                    <a:pt x="3487" y="5368"/>
                    <a:pt x="3546" y="5216"/>
                  </a:cubicBezTo>
                  <a:cubicBezTo>
                    <a:pt x="3784" y="4599"/>
                    <a:pt x="3775" y="3867"/>
                    <a:pt x="3830" y="3209"/>
                  </a:cubicBezTo>
                  <a:cubicBezTo>
                    <a:pt x="3893" y="2466"/>
                    <a:pt x="3943" y="1727"/>
                    <a:pt x="3932" y="982"/>
                  </a:cubicBezTo>
                  <a:cubicBezTo>
                    <a:pt x="3928" y="820"/>
                    <a:pt x="3792" y="729"/>
                    <a:pt x="3661" y="729"/>
                  </a:cubicBezTo>
                  <a:cubicBezTo>
                    <a:pt x="3643" y="729"/>
                    <a:pt x="3626" y="731"/>
                    <a:pt x="3609" y="734"/>
                  </a:cubicBezTo>
                  <a:cubicBezTo>
                    <a:pt x="3607" y="732"/>
                    <a:pt x="3607" y="730"/>
                    <a:pt x="3604" y="730"/>
                  </a:cubicBezTo>
                  <a:cubicBezTo>
                    <a:pt x="3220" y="265"/>
                    <a:pt x="2609" y="1"/>
                    <a:pt x="20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1"/>
            <p:cNvSpPr/>
            <p:nvPr/>
          </p:nvSpPr>
          <p:spPr>
            <a:xfrm>
              <a:off x="6188763" y="3985807"/>
              <a:ext cx="47150" cy="32075"/>
            </a:xfrm>
            <a:custGeom>
              <a:rect b="b" l="l" r="r" t="t"/>
              <a:pathLst>
                <a:path extrusionOk="0" h="1283" w="1886">
                  <a:moveTo>
                    <a:pt x="1245" y="1"/>
                  </a:moveTo>
                  <a:cubicBezTo>
                    <a:pt x="628" y="1"/>
                    <a:pt x="1" y="225"/>
                    <a:pt x="211" y="944"/>
                  </a:cubicBezTo>
                  <a:cubicBezTo>
                    <a:pt x="283" y="1187"/>
                    <a:pt x="456" y="1282"/>
                    <a:pt x="652" y="1282"/>
                  </a:cubicBezTo>
                  <a:cubicBezTo>
                    <a:pt x="812" y="1282"/>
                    <a:pt x="989" y="1218"/>
                    <a:pt x="1137" y="1119"/>
                  </a:cubicBezTo>
                  <a:cubicBezTo>
                    <a:pt x="1509" y="873"/>
                    <a:pt x="1657" y="445"/>
                    <a:pt x="1885" y="80"/>
                  </a:cubicBezTo>
                  <a:cubicBezTo>
                    <a:pt x="1702" y="32"/>
                    <a:pt x="1474" y="1"/>
                    <a:pt x="1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0" name="Google Shape;6290;p121"/>
          <p:cNvSpPr txBox="1"/>
          <p:nvPr>
            <p:ph type="title"/>
          </p:nvPr>
        </p:nvSpPr>
        <p:spPr>
          <a:xfrm>
            <a:off x="2715675" y="758952"/>
            <a:ext cx="37125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6291" name="Google Shape;6291;p121"/>
          <p:cNvSpPr/>
          <p:nvPr/>
        </p:nvSpPr>
        <p:spPr>
          <a:xfrm>
            <a:off x="6079085" y="3717245"/>
            <a:ext cx="75595" cy="233603"/>
          </a:xfrm>
          <a:custGeom>
            <a:rect b="b" l="l" r="r" t="t"/>
            <a:pathLst>
              <a:path extrusionOk="0" h="10825" w="3503">
                <a:moveTo>
                  <a:pt x="2302" y="676"/>
                </a:moveTo>
                <a:cubicBezTo>
                  <a:pt x="2302" y="1143"/>
                  <a:pt x="2335" y="1643"/>
                  <a:pt x="2135" y="2077"/>
                </a:cubicBezTo>
                <a:cubicBezTo>
                  <a:pt x="1976" y="2355"/>
                  <a:pt x="1711" y="2550"/>
                  <a:pt x="1452" y="2550"/>
                </a:cubicBezTo>
                <a:cubicBezTo>
                  <a:pt x="1276" y="2550"/>
                  <a:pt x="1103" y="2460"/>
                  <a:pt x="968" y="2244"/>
                </a:cubicBezTo>
                <a:cubicBezTo>
                  <a:pt x="701" y="1844"/>
                  <a:pt x="901" y="1377"/>
                  <a:pt x="1234" y="1076"/>
                </a:cubicBezTo>
                <a:cubicBezTo>
                  <a:pt x="1535" y="810"/>
                  <a:pt x="1902" y="709"/>
                  <a:pt x="2302" y="676"/>
                </a:cubicBezTo>
                <a:close/>
                <a:moveTo>
                  <a:pt x="3006" y="1"/>
                </a:moveTo>
                <a:cubicBezTo>
                  <a:pt x="2919" y="1"/>
                  <a:pt x="2836" y="59"/>
                  <a:pt x="2836" y="176"/>
                </a:cubicBezTo>
                <a:cubicBezTo>
                  <a:pt x="2836" y="209"/>
                  <a:pt x="2836" y="209"/>
                  <a:pt x="2802" y="209"/>
                </a:cubicBezTo>
                <a:cubicBezTo>
                  <a:pt x="2603" y="166"/>
                  <a:pt x="2398" y="143"/>
                  <a:pt x="2193" y="143"/>
                </a:cubicBezTo>
                <a:cubicBezTo>
                  <a:pt x="1608" y="143"/>
                  <a:pt x="1029" y="331"/>
                  <a:pt x="634" y="776"/>
                </a:cubicBezTo>
                <a:cubicBezTo>
                  <a:pt x="134" y="1310"/>
                  <a:pt x="0" y="2144"/>
                  <a:pt x="467" y="2744"/>
                </a:cubicBezTo>
                <a:cubicBezTo>
                  <a:pt x="737" y="3052"/>
                  <a:pt x="1095" y="3216"/>
                  <a:pt x="1459" y="3216"/>
                </a:cubicBezTo>
                <a:cubicBezTo>
                  <a:pt x="1725" y="3216"/>
                  <a:pt x="1995" y="3128"/>
                  <a:pt x="2235" y="2944"/>
                </a:cubicBezTo>
                <a:cubicBezTo>
                  <a:pt x="2402" y="2811"/>
                  <a:pt x="2535" y="2678"/>
                  <a:pt x="2635" y="2511"/>
                </a:cubicBezTo>
                <a:cubicBezTo>
                  <a:pt x="2635" y="3545"/>
                  <a:pt x="2635" y="4612"/>
                  <a:pt x="2635" y="5646"/>
                </a:cubicBezTo>
                <a:cubicBezTo>
                  <a:pt x="2635" y="7281"/>
                  <a:pt x="2569" y="8982"/>
                  <a:pt x="2802" y="10617"/>
                </a:cubicBezTo>
                <a:cubicBezTo>
                  <a:pt x="2817" y="10762"/>
                  <a:pt x="2920" y="10825"/>
                  <a:pt x="3034" y="10825"/>
                </a:cubicBezTo>
                <a:cubicBezTo>
                  <a:pt x="3183" y="10825"/>
                  <a:pt x="3350" y="10719"/>
                  <a:pt x="3369" y="10550"/>
                </a:cubicBezTo>
                <a:cubicBezTo>
                  <a:pt x="3503" y="8815"/>
                  <a:pt x="3336" y="7081"/>
                  <a:pt x="3303" y="5379"/>
                </a:cubicBezTo>
                <a:cubicBezTo>
                  <a:pt x="3303" y="3645"/>
                  <a:pt x="3336" y="1910"/>
                  <a:pt x="3202" y="176"/>
                </a:cubicBezTo>
                <a:cubicBezTo>
                  <a:pt x="3186" y="59"/>
                  <a:pt x="3094" y="1"/>
                  <a:pt x="3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1"/>
          <p:cNvSpPr/>
          <p:nvPr/>
        </p:nvSpPr>
        <p:spPr>
          <a:xfrm>
            <a:off x="6028694" y="3103591"/>
            <a:ext cx="63359" cy="226331"/>
          </a:xfrm>
          <a:custGeom>
            <a:rect b="b" l="l" r="r" t="t"/>
            <a:pathLst>
              <a:path extrusionOk="0" h="10488" w="2936">
                <a:moveTo>
                  <a:pt x="1758" y="0"/>
                </a:moveTo>
                <a:cubicBezTo>
                  <a:pt x="196" y="0"/>
                  <a:pt x="165" y="1936"/>
                  <a:pt x="134" y="3193"/>
                </a:cubicBezTo>
                <a:cubicBezTo>
                  <a:pt x="134" y="4727"/>
                  <a:pt x="0" y="6995"/>
                  <a:pt x="1535" y="7829"/>
                </a:cubicBezTo>
                <a:cubicBezTo>
                  <a:pt x="1768" y="8163"/>
                  <a:pt x="2002" y="8496"/>
                  <a:pt x="2035" y="8897"/>
                </a:cubicBezTo>
                <a:cubicBezTo>
                  <a:pt x="2127" y="9382"/>
                  <a:pt x="1820" y="9835"/>
                  <a:pt x="1456" y="9835"/>
                </a:cubicBezTo>
                <a:cubicBezTo>
                  <a:pt x="1294" y="9835"/>
                  <a:pt x="1121" y="9746"/>
                  <a:pt x="968" y="9530"/>
                </a:cubicBezTo>
                <a:cubicBezTo>
                  <a:pt x="900" y="9435"/>
                  <a:pt x="804" y="9390"/>
                  <a:pt x="712" y="9390"/>
                </a:cubicBezTo>
                <a:cubicBezTo>
                  <a:pt x="579" y="9390"/>
                  <a:pt x="454" y="9486"/>
                  <a:pt x="434" y="9664"/>
                </a:cubicBezTo>
                <a:cubicBezTo>
                  <a:pt x="434" y="10231"/>
                  <a:pt x="885" y="10487"/>
                  <a:pt x="1376" y="10487"/>
                </a:cubicBezTo>
                <a:cubicBezTo>
                  <a:pt x="1779" y="10487"/>
                  <a:pt x="2209" y="10314"/>
                  <a:pt x="2435" y="9997"/>
                </a:cubicBezTo>
                <a:cubicBezTo>
                  <a:pt x="2936" y="9264"/>
                  <a:pt x="2702" y="8530"/>
                  <a:pt x="2235" y="7929"/>
                </a:cubicBezTo>
                <a:cubicBezTo>
                  <a:pt x="2302" y="7829"/>
                  <a:pt x="2302" y="7662"/>
                  <a:pt x="2168" y="7562"/>
                </a:cubicBezTo>
                <a:cubicBezTo>
                  <a:pt x="901" y="6662"/>
                  <a:pt x="767" y="5361"/>
                  <a:pt x="767" y="3893"/>
                </a:cubicBezTo>
                <a:cubicBezTo>
                  <a:pt x="767" y="2792"/>
                  <a:pt x="467" y="591"/>
                  <a:pt x="2068" y="357"/>
                </a:cubicBezTo>
                <a:cubicBezTo>
                  <a:pt x="2268" y="357"/>
                  <a:pt x="2268" y="57"/>
                  <a:pt x="2068" y="24"/>
                </a:cubicBezTo>
                <a:cubicBezTo>
                  <a:pt x="1959" y="8"/>
                  <a:pt x="1856" y="0"/>
                  <a:pt x="17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1"/>
          <p:cNvSpPr/>
          <p:nvPr/>
        </p:nvSpPr>
        <p:spPr>
          <a:xfrm>
            <a:off x="5936544" y="3710749"/>
            <a:ext cx="131746" cy="246422"/>
          </a:xfrm>
          <a:custGeom>
            <a:rect b="b" l="l" r="r" t="t"/>
            <a:pathLst>
              <a:path extrusionOk="0" h="11419" w="6105">
                <a:moveTo>
                  <a:pt x="2536" y="510"/>
                </a:moveTo>
                <a:cubicBezTo>
                  <a:pt x="2569" y="543"/>
                  <a:pt x="2602" y="543"/>
                  <a:pt x="2636" y="577"/>
                </a:cubicBezTo>
                <a:cubicBezTo>
                  <a:pt x="3036" y="677"/>
                  <a:pt x="3436" y="910"/>
                  <a:pt x="3570" y="1344"/>
                </a:cubicBezTo>
                <a:cubicBezTo>
                  <a:pt x="3703" y="1778"/>
                  <a:pt x="3436" y="2378"/>
                  <a:pt x="2969" y="2478"/>
                </a:cubicBezTo>
                <a:cubicBezTo>
                  <a:pt x="2917" y="2490"/>
                  <a:pt x="2864" y="2496"/>
                  <a:pt x="2811" y="2496"/>
                </a:cubicBezTo>
                <a:cubicBezTo>
                  <a:pt x="2429" y="2496"/>
                  <a:pt x="2065" y="2192"/>
                  <a:pt x="2035" y="1811"/>
                </a:cubicBezTo>
                <a:cubicBezTo>
                  <a:pt x="2035" y="1611"/>
                  <a:pt x="2235" y="744"/>
                  <a:pt x="2536" y="510"/>
                </a:cubicBezTo>
                <a:close/>
                <a:moveTo>
                  <a:pt x="3336" y="3012"/>
                </a:moveTo>
                <a:cubicBezTo>
                  <a:pt x="3379" y="3077"/>
                  <a:pt x="3464" y="3113"/>
                  <a:pt x="3555" y="3113"/>
                </a:cubicBezTo>
                <a:cubicBezTo>
                  <a:pt x="3604" y="3113"/>
                  <a:pt x="3656" y="3102"/>
                  <a:pt x="3703" y="3079"/>
                </a:cubicBezTo>
                <a:cubicBezTo>
                  <a:pt x="3727" y="3069"/>
                  <a:pt x="3751" y="3064"/>
                  <a:pt x="3775" y="3064"/>
                </a:cubicBezTo>
                <a:cubicBezTo>
                  <a:pt x="4405" y="3064"/>
                  <a:pt x="5272" y="6262"/>
                  <a:pt x="5304" y="6648"/>
                </a:cubicBezTo>
                <a:cubicBezTo>
                  <a:pt x="5468" y="8024"/>
                  <a:pt x="5052" y="10753"/>
                  <a:pt x="3139" y="10753"/>
                </a:cubicBezTo>
                <a:cubicBezTo>
                  <a:pt x="3105" y="10753"/>
                  <a:pt x="3071" y="10753"/>
                  <a:pt x="3036" y="10751"/>
                </a:cubicBezTo>
                <a:cubicBezTo>
                  <a:pt x="0" y="10651"/>
                  <a:pt x="1668" y="3612"/>
                  <a:pt x="2869" y="3112"/>
                </a:cubicBezTo>
                <a:cubicBezTo>
                  <a:pt x="3036" y="3079"/>
                  <a:pt x="3169" y="3045"/>
                  <a:pt x="3336" y="3012"/>
                </a:cubicBezTo>
                <a:close/>
                <a:moveTo>
                  <a:pt x="2650" y="1"/>
                </a:moveTo>
                <a:cubicBezTo>
                  <a:pt x="2578" y="1"/>
                  <a:pt x="2523" y="55"/>
                  <a:pt x="2469" y="110"/>
                </a:cubicBezTo>
                <a:cubicBezTo>
                  <a:pt x="1969" y="210"/>
                  <a:pt x="1602" y="1077"/>
                  <a:pt x="1535" y="1544"/>
                </a:cubicBezTo>
                <a:cubicBezTo>
                  <a:pt x="1435" y="2111"/>
                  <a:pt x="1702" y="2645"/>
                  <a:pt x="2169" y="2912"/>
                </a:cubicBezTo>
                <a:cubicBezTo>
                  <a:pt x="1268" y="3712"/>
                  <a:pt x="934" y="6214"/>
                  <a:pt x="834" y="6915"/>
                </a:cubicBezTo>
                <a:cubicBezTo>
                  <a:pt x="634" y="8583"/>
                  <a:pt x="734" y="11385"/>
                  <a:pt x="3036" y="11418"/>
                </a:cubicBezTo>
                <a:cubicBezTo>
                  <a:pt x="3050" y="11418"/>
                  <a:pt x="3063" y="11418"/>
                  <a:pt x="3077" y="11418"/>
                </a:cubicBezTo>
                <a:cubicBezTo>
                  <a:pt x="5347" y="11418"/>
                  <a:pt x="6104" y="8638"/>
                  <a:pt x="6005" y="6815"/>
                </a:cubicBezTo>
                <a:cubicBezTo>
                  <a:pt x="5938" y="6047"/>
                  <a:pt x="5137" y="2778"/>
                  <a:pt x="3937" y="2478"/>
                </a:cubicBezTo>
                <a:cubicBezTo>
                  <a:pt x="4137" y="2245"/>
                  <a:pt x="4237" y="1944"/>
                  <a:pt x="4237" y="1644"/>
                </a:cubicBezTo>
                <a:cubicBezTo>
                  <a:pt x="4237" y="777"/>
                  <a:pt x="3536" y="76"/>
                  <a:pt x="2702" y="10"/>
                </a:cubicBezTo>
                <a:cubicBezTo>
                  <a:pt x="2684" y="4"/>
                  <a:pt x="2667" y="1"/>
                  <a:pt x="26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1"/>
          <p:cNvSpPr/>
          <p:nvPr/>
        </p:nvSpPr>
        <p:spPr>
          <a:xfrm>
            <a:off x="6030118" y="2805516"/>
            <a:ext cx="20177" cy="234510"/>
          </a:xfrm>
          <a:custGeom>
            <a:rect b="b" l="l" r="r" t="t"/>
            <a:pathLst>
              <a:path extrusionOk="0" h="10867" w="935">
                <a:moveTo>
                  <a:pt x="368" y="1"/>
                </a:moveTo>
                <a:cubicBezTo>
                  <a:pt x="184" y="1"/>
                  <a:pt x="1" y="109"/>
                  <a:pt x="1" y="326"/>
                </a:cubicBezTo>
                <a:cubicBezTo>
                  <a:pt x="68" y="3728"/>
                  <a:pt x="34" y="7164"/>
                  <a:pt x="234" y="10567"/>
                </a:cubicBezTo>
                <a:cubicBezTo>
                  <a:pt x="251" y="10767"/>
                  <a:pt x="401" y="10867"/>
                  <a:pt x="547" y="10867"/>
                </a:cubicBezTo>
                <a:cubicBezTo>
                  <a:pt x="693" y="10867"/>
                  <a:pt x="835" y="10767"/>
                  <a:pt x="835" y="10567"/>
                </a:cubicBezTo>
                <a:cubicBezTo>
                  <a:pt x="935" y="7164"/>
                  <a:pt x="768" y="3728"/>
                  <a:pt x="735" y="326"/>
                </a:cubicBezTo>
                <a:cubicBezTo>
                  <a:pt x="735" y="109"/>
                  <a:pt x="551" y="1"/>
                  <a:pt x="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1"/>
          <p:cNvSpPr/>
          <p:nvPr/>
        </p:nvSpPr>
        <p:spPr>
          <a:xfrm>
            <a:off x="5931494" y="3099534"/>
            <a:ext cx="70955" cy="234035"/>
          </a:xfrm>
          <a:custGeom>
            <a:rect b="b" l="l" r="r" t="t"/>
            <a:pathLst>
              <a:path extrusionOk="0" h="10845" w="3288">
                <a:moveTo>
                  <a:pt x="735" y="570"/>
                </a:moveTo>
                <a:cubicBezTo>
                  <a:pt x="939" y="570"/>
                  <a:pt x="1160" y="624"/>
                  <a:pt x="1269" y="679"/>
                </a:cubicBezTo>
                <a:cubicBezTo>
                  <a:pt x="1435" y="779"/>
                  <a:pt x="1602" y="912"/>
                  <a:pt x="1736" y="1079"/>
                </a:cubicBezTo>
                <a:cubicBezTo>
                  <a:pt x="2069" y="1446"/>
                  <a:pt x="2269" y="1980"/>
                  <a:pt x="2203" y="2480"/>
                </a:cubicBezTo>
                <a:cubicBezTo>
                  <a:pt x="2102" y="3347"/>
                  <a:pt x="1535" y="3681"/>
                  <a:pt x="868" y="4014"/>
                </a:cubicBezTo>
                <a:cubicBezTo>
                  <a:pt x="835" y="2947"/>
                  <a:pt x="768" y="1879"/>
                  <a:pt x="735" y="812"/>
                </a:cubicBezTo>
                <a:cubicBezTo>
                  <a:pt x="701" y="712"/>
                  <a:pt x="668" y="645"/>
                  <a:pt x="601" y="579"/>
                </a:cubicBezTo>
                <a:cubicBezTo>
                  <a:pt x="644" y="572"/>
                  <a:pt x="689" y="570"/>
                  <a:pt x="735" y="570"/>
                </a:cubicBezTo>
                <a:close/>
                <a:moveTo>
                  <a:pt x="893" y="0"/>
                </a:moveTo>
                <a:cubicBezTo>
                  <a:pt x="436" y="0"/>
                  <a:pt x="60" y="238"/>
                  <a:pt x="1" y="712"/>
                </a:cubicBezTo>
                <a:cubicBezTo>
                  <a:pt x="1" y="779"/>
                  <a:pt x="34" y="812"/>
                  <a:pt x="68" y="845"/>
                </a:cubicBezTo>
                <a:cubicBezTo>
                  <a:pt x="134" y="2580"/>
                  <a:pt x="234" y="4315"/>
                  <a:pt x="335" y="6049"/>
                </a:cubicBezTo>
                <a:cubicBezTo>
                  <a:pt x="401" y="7584"/>
                  <a:pt x="301" y="9251"/>
                  <a:pt x="735" y="10719"/>
                </a:cubicBezTo>
                <a:cubicBezTo>
                  <a:pt x="751" y="10803"/>
                  <a:pt x="827" y="10844"/>
                  <a:pt x="902" y="10844"/>
                </a:cubicBezTo>
                <a:cubicBezTo>
                  <a:pt x="977" y="10844"/>
                  <a:pt x="1052" y="10803"/>
                  <a:pt x="1068" y="10719"/>
                </a:cubicBezTo>
                <a:cubicBezTo>
                  <a:pt x="1335" y="9218"/>
                  <a:pt x="1068" y="7550"/>
                  <a:pt x="1002" y="6049"/>
                </a:cubicBezTo>
                <a:cubicBezTo>
                  <a:pt x="968" y="5882"/>
                  <a:pt x="968" y="5749"/>
                  <a:pt x="968" y="5615"/>
                </a:cubicBezTo>
                <a:lnTo>
                  <a:pt x="968" y="5615"/>
                </a:lnTo>
                <a:cubicBezTo>
                  <a:pt x="1302" y="6349"/>
                  <a:pt x="1635" y="7050"/>
                  <a:pt x="1902" y="7817"/>
                </a:cubicBezTo>
                <a:cubicBezTo>
                  <a:pt x="2236" y="8751"/>
                  <a:pt x="2403" y="9718"/>
                  <a:pt x="2736" y="10619"/>
                </a:cubicBezTo>
                <a:cubicBezTo>
                  <a:pt x="2783" y="10745"/>
                  <a:pt x="2913" y="10812"/>
                  <a:pt x="3032" y="10812"/>
                </a:cubicBezTo>
                <a:cubicBezTo>
                  <a:pt x="3166" y="10812"/>
                  <a:pt x="3288" y="10728"/>
                  <a:pt x="3270" y="10552"/>
                </a:cubicBezTo>
                <a:cubicBezTo>
                  <a:pt x="3170" y="8518"/>
                  <a:pt x="2102" y="6316"/>
                  <a:pt x="968" y="4648"/>
                </a:cubicBezTo>
                <a:cubicBezTo>
                  <a:pt x="2436" y="4548"/>
                  <a:pt x="3170" y="2547"/>
                  <a:pt x="2603" y="1312"/>
                </a:cubicBezTo>
                <a:cubicBezTo>
                  <a:pt x="2336" y="712"/>
                  <a:pt x="1736" y="112"/>
                  <a:pt x="1068" y="11"/>
                </a:cubicBezTo>
                <a:cubicBezTo>
                  <a:pt x="1009" y="4"/>
                  <a:pt x="951" y="0"/>
                  <a:pt x="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1"/>
          <p:cNvSpPr/>
          <p:nvPr/>
        </p:nvSpPr>
        <p:spPr>
          <a:xfrm>
            <a:off x="5930782" y="3395646"/>
            <a:ext cx="71279" cy="238200"/>
          </a:xfrm>
          <a:custGeom>
            <a:rect b="b" l="l" r="r" t="t"/>
            <a:pathLst>
              <a:path extrusionOk="0" h="11038" w="3303">
                <a:moveTo>
                  <a:pt x="2936" y="0"/>
                </a:moveTo>
                <a:cubicBezTo>
                  <a:pt x="2269" y="0"/>
                  <a:pt x="1602" y="34"/>
                  <a:pt x="968" y="34"/>
                </a:cubicBezTo>
                <a:cubicBezTo>
                  <a:pt x="634" y="67"/>
                  <a:pt x="668" y="501"/>
                  <a:pt x="968" y="534"/>
                </a:cubicBezTo>
                <a:cubicBezTo>
                  <a:pt x="1468" y="567"/>
                  <a:pt x="1969" y="634"/>
                  <a:pt x="2469" y="667"/>
                </a:cubicBezTo>
                <a:cubicBezTo>
                  <a:pt x="1668" y="3403"/>
                  <a:pt x="1001" y="6171"/>
                  <a:pt x="468" y="8973"/>
                </a:cubicBezTo>
                <a:cubicBezTo>
                  <a:pt x="368" y="9474"/>
                  <a:pt x="1" y="10374"/>
                  <a:pt x="434" y="10808"/>
                </a:cubicBezTo>
                <a:cubicBezTo>
                  <a:pt x="617" y="10979"/>
                  <a:pt x="871" y="11038"/>
                  <a:pt x="1148" y="11038"/>
                </a:cubicBezTo>
                <a:cubicBezTo>
                  <a:pt x="1628" y="11038"/>
                  <a:pt x="2176" y="10859"/>
                  <a:pt x="2536" y="10775"/>
                </a:cubicBezTo>
                <a:cubicBezTo>
                  <a:pt x="2903" y="10708"/>
                  <a:pt x="2803" y="10141"/>
                  <a:pt x="2436" y="10141"/>
                </a:cubicBezTo>
                <a:cubicBezTo>
                  <a:pt x="2350" y="10141"/>
                  <a:pt x="1504" y="10288"/>
                  <a:pt x="1202" y="10288"/>
                </a:cubicBezTo>
                <a:cubicBezTo>
                  <a:pt x="1151" y="10288"/>
                  <a:pt x="1116" y="10284"/>
                  <a:pt x="1101" y="10274"/>
                </a:cubicBezTo>
                <a:cubicBezTo>
                  <a:pt x="901" y="10108"/>
                  <a:pt x="1135" y="9340"/>
                  <a:pt x="1135" y="9174"/>
                </a:cubicBezTo>
                <a:cubicBezTo>
                  <a:pt x="1302" y="8139"/>
                  <a:pt x="1535" y="7139"/>
                  <a:pt x="1769" y="6138"/>
                </a:cubicBezTo>
                <a:cubicBezTo>
                  <a:pt x="2202" y="4237"/>
                  <a:pt x="2703" y="2335"/>
                  <a:pt x="3270" y="434"/>
                </a:cubicBezTo>
                <a:cubicBezTo>
                  <a:pt x="3303" y="234"/>
                  <a:pt x="3136" y="0"/>
                  <a:pt x="2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7" name="Google Shape;6297;p121"/>
          <p:cNvGrpSpPr/>
          <p:nvPr/>
        </p:nvGrpSpPr>
        <p:grpSpPr>
          <a:xfrm>
            <a:off x="5922149" y="2802818"/>
            <a:ext cx="67676" cy="239257"/>
            <a:chOff x="5436774" y="2820168"/>
            <a:chExt cx="67676" cy="239257"/>
          </a:xfrm>
        </p:grpSpPr>
        <p:sp>
          <p:nvSpPr>
            <p:cNvPr id="6298" name="Google Shape;6298;p121"/>
            <p:cNvSpPr/>
            <p:nvPr/>
          </p:nvSpPr>
          <p:spPr>
            <a:xfrm>
              <a:off x="5456931" y="2820535"/>
              <a:ext cx="47519" cy="238891"/>
            </a:xfrm>
            <a:custGeom>
              <a:rect b="b" l="l" r="r" t="t"/>
              <a:pathLst>
                <a:path extrusionOk="0" h="11070" w="2202">
                  <a:moveTo>
                    <a:pt x="1172" y="0"/>
                  </a:moveTo>
                  <a:cubicBezTo>
                    <a:pt x="1018" y="0"/>
                    <a:pt x="868" y="100"/>
                    <a:pt x="868" y="301"/>
                  </a:cubicBezTo>
                  <a:cubicBezTo>
                    <a:pt x="868" y="2302"/>
                    <a:pt x="968" y="4337"/>
                    <a:pt x="1134" y="6372"/>
                  </a:cubicBezTo>
                  <a:lnTo>
                    <a:pt x="1001" y="6372"/>
                  </a:lnTo>
                  <a:cubicBezTo>
                    <a:pt x="667" y="6505"/>
                    <a:pt x="334" y="6572"/>
                    <a:pt x="0" y="6605"/>
                  </a:cubicBezTo>
                  <a:lnTo>
                    <a:pt x="34" y="7105"/>
                  </a:lnTo>
                  <a:cubicBezTo>
                    <a:pt x="180" y="7118"/>
                    <a:pt x="327" y="7125"/>
                    <a:pt x="472" y="7125"/>
                  </a:cubicBezTo>
                  <a:cubicBezTo>
                    <a:pt x="722" y="7125"/>
                    <a:pt x="969" y="7102"/>
                    <a:pt x="1201" y="7039"/>
                  </a:cubicBezTo>
                  <a:cubicBezTo>
                    <a:pt x="1335" y="8306"/>
                    <a:pt x="1468" y="9607"/>
                    <a:pt x="1668" y="10875"/>
                  </a:cubicBezTo>
                  <a:cubicBezTo>
                    <a:pt x="1683" y="11008"/>
                    <a:pt x="1790" y="11069"/>
                    <a:pt x="1905" y="11069"/>
                  </a:cubicBezTo>
                  <a:cubicBezTo>
                    <a:pt x="2048" y="11069"/>
                    <a:pt x="2202" y="10975"/>
                    <a:pt x="2202" y="10808"/>
                  </a:cubicBezTo>
                  <a:cubicBezTo>
                    <a:pt x="2135" y="7339"/>
                    <a:pt x="1935" y="3736"/>
                    <a:pt x="1501" y="301"/>
                  </a:cubicBezTo>
                  <a:cubicBezTo>
                    <a:pt x="1485" y="100"/>
                    <a:pt x="1326" y="0"/>
                    <a:pt x="1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1"/>
            <p:cNvSpPr/>
            <p:nvPr/>
          </p:nvSpPr>
          <p:spPr>
            <a:xfrm>
              <a:off x="5436774" y="2820168"/>
              <a:ext cx="28809" cy="238524"/>
            </a:xfrm>
            <a:custGeom>
              <a:rect b="b" l="l" r="r" t="t"/>
              <a:pathLst>
                <a:path extrusionOk="0" h="11053" w="1335">
                  <a:moveTo>
                    <a:pt x="351" y="1"/>
                  </a:moveTo>
                  <a:cubicBezTo>
                    <a:pt x="175" y="1"/>
                    <a:pt x="0" y="117"/>
                    <a:pt x="0" y="351"/>
                  </a:cubicBezTo>
                  <a:cubicBezTo>
                    <a:pt x="0" y="2319"/>
                    <a:pt x="34" y="4254"/>
                    <a:pt x="200" y="6222"/>
                  </a:cubicBezTo>
                  <a:cubicBezTo>
                    <a:pt x="301" y="7756"/>
                    <a:pt x="234" y="9591"/>
                    <a:pt x="868" y="10992"/>
                  </a:cubicBezTo>
                  <a:cubicBezTo>
                    <a:pt x="882" y="11034"/>
                    <a:pt x="919" y="11052"/>
                    <a:pt x="960" y="11052"/>
                  </a:cubicBezTo>
                  <a:cubicBezTo>
                    <a:pt x="1017" y="11052"/>
                    <a:pt x="1082" y="11017"/>
                    <a:pt x="1101" y="10958"/>
                  </a:cubicBezTo>
                  <a:cubicBezTo>
                    <a:pt x="1335" y="9758"/>
                    <a:pt x="1134" y="8423"/>
                    <a:pt x="968" y="7122"/>
                  </a:cubicBezTo>
                  <a:lnTo>
                    <a:pt x="934" y="6622"/>
                  </a:lnTo>
                  <a:cubicBezTo>
                    <a:pt x="901" y="6389"/>
                    <a:pt x="868" y="6155"/>
                    <a:pt x="868" y="5922"/>
                  </a:cubicBezTo>
                  <a:cubicBezTo>
                    <a:pt x="734" y="4087"/>
                    <a:pt x="701" y="2186"/>
                    <a:pt x="701" y="351"/>
                  </a:cubicBezTo>
                  <a:cubicBezTo>
                    <a:pt x="701" y="117"/>
                    <a:pt x="526" y="1"/>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0" name="Google Shape;6300;p121"/>
          <p:cNvSpPr/>
          <p:nvPr/>
        </p:nvSpPr>
        <p:spPr>
          <a:xfrm>
            <a:off x="5875362" y="3709281"/>
            <a:ext cx="56151" cy="232935"/>
          </a:xfrm>
          <a:custGeom>
            <a:rect b="b" l="l" r="r" t="t"/>
            <a:pathLst>
              <a:path extrusionOk="0" h="10794" w="2602">
                <a:moveTo>
                  <a:pt x="1634" y="1"/>
                </a:moveTo>
                <a:cubicBezTo>
                  <a:pt x="1146" y="1"/>
                  <a:pt x="663" y="149"/>
                  <a:pt x="200" y="278"/>
                </a:cubicBezTo>
                <a:cubicBezTo>
                  <a:pt x="0" y="345"/>
                  <a:pt x="33" y="611"/>
                  <a:pt x="234" y="645"/>
                </a:cubicBezTo>
                <a:cubicBezTo>
                  <a:pt x="394" y="645"/>
                  <a:pt x="959" y="559"/>
                  <a:pt x="1282" y="559"/>
                </a:cubicBezTo>
                <a:cubicBezTo>
                  <a:pt x="1362" y="559"/>
                  <a:pt x="1428" y="565"/>
                  <a:pt x="1468" y="578"/>
                </a:cubicBezTo>
                <a:cubicBezTo>
                  <a:pt x="1542" y="551"/>
                  <a:pt x="1602" y="538"/>
                  <a:pt x="1650" y="538"/>
                </a:cubicBezTo>
                <a:cubicBezTo>
                  <a:pt x="1837" y="538"/>
                  <a:pt x="1821" y="746"/>
                  <a:pt x="1635" y="1145"/>
                </a:cubicBezTo>
                <a:lnTo>
                  <a:pt x="1568" y="1712"/>
                </a:lnTo>
                <a:cubicBezTo>
                  <a:pt x="1468" y="2680"/>
                  <a:pt x="1334" y="3680"/>
                  <a:pt x="1234" y="4648"/>
                </a:cubicBezTo>
                <a:cubicBezTo>
                  <a:pt x="1034" y="6582"/>
                  <a:pt x="667" y="8584"/>
                  <a:pt x="701" y="10519"/>
                </a:cubicBezTo>
                <a:cubicBezTo>
                  <a:pt x="701" y="10688"/>
                  <a:pt x="849" y="10794"/>
                  <a:pt x="997" y="10794"/>
                </a:cubicBezTo>
                <a:cubicBezTo>
                  <a:pt x="1111" y="10794"/>
                  <a:pt x="1224" y="10731"/>
                  <a:pt x="1268" y="10585"/>
                </a:cubicBezTo>
                <a:cubicBezTo>
                  <a:pt x="1668" y="8851"/>
                  <a:pt x="1701" y="7016"/>
                  <a:pt x="1901" y="5248"/>
                </a:cubicBezTo>
                <a:cubicBezTo>
                  <a:pt x="2035" y="3747"/>
                  <a:pt x="2602" y="1746"/>
                  <a:pt x="2302" y="278"/>
                </a:cubicBezTo>
                <a:cubicBezTo>
                  <a:pt x="2302" y="178"/>
                  <a:pt x="2168" y="44"/>
                  <a:pt x="2068" y="44"/>
                </a:cubicBezTo>
                <a:cubicBezTo>
                  <a:pt x="1923" y="14"/>
                  <a:pt x="1778" y="1"/>
                  <a:pt x="16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1"/>
          <p:cNvSpPr/>
          <p:nvPr/>
        </p:nvSpPr>
        <p:spPr>
          <a:xfrm>
            <a:off x="5827129" y="3095973"/>
            <a:ext cx="89276" cy="237358"/>
          </a:xfrm>
          <a:custGeom>
            <a:rect b="b" l="l" r="r" t="t"/>
            <a:pathLst>
              <a:path extrusionOk="0" h="10999" w="4137">
                <a:moveTo>
                  <a:pt x="1735" y="710"/>
                </a:moveTo>
                <a:cubicBezTo>
                  <a:pt x="2869" y="1878"/>
                  <a:pt x="2735" y="3812"/>
                  <a:pt x="2869" y="5347"/>
                </a:cubicBezTo>
                <a:cubicBezTo>
                  <a:pt x="2969" y="6714"/>
                  <a:pt x="3302" y="8349"/>
                  <a:pt x="2969" y="9783"/>
                </a:cubicBezTo>
                <a:cubicBezTo>
                  <a:pt x="2969" y="9750"/>
                  <a:pt x="2936" y="9750"/>
                  <a:pt x="2936" y="9717"/>
                </a:cubicBezTo>
                <a:cubicBezTo>
                  <a:pt x="2602" y="9350"/>
                  <a:pt x="2368" y="8916"/>
                  <a:pt x="2168" y="8482"/>
                </a:cubicBezTo>
                <a:cubicBezTo>
                  <a:pt x="2134" y="8414"/>
                  <a:pt x="2073" y="8385"/>
                  <a:pt x="2010" y="8385"/>
                </a:cubicBezTo>
                <a:cubicBezTo>
                  <a:pt x="1887" y="8385"/>
                  <a:pt x="1757" y="8495"/>
                  <a:pt x="1801" y="8649"/>
                </a:cubicBezTo>
                <a:cubicBezTo>
                  <a:pt x="1968" y="9150"/>
                  <a:pt x="2168" y="9617"/>
                  <a:pt x="2502" y="10017"/>
                </a:cubicBezTo>
                <a:cubicBezTo>
                  <a:pt x="2569" y="10150"/>
                  <a:pt x="2669" y="10250"/>
                  <a:pt x="2802" y="10384"/>
                </a:cubicBezTo>
                <a:cubicBezTo>
                  <a:pt x="2769" y="10484"/>
                  <a:pt x="2735" y="10551"/>
                  <a:pt x="2702" y="10617"/>
                </a:cubicBezTo>
                <a:cubicBezTo>
                  <a:pt x="2785" y="10452"/>
                  <a:pt x="2639" y="10217"/>
                  <a:pt x="2454" y="10217"/>
                </a:cubicBezTo>
                <a:cubicBezTo>
                  <a:pt x="2415" y="10217"/>
                  <a:pt x="2375" y="10227"/>
                  <a:pt x="2335" y="10250"/>
                </a:cubicBezTo>
                <a:lnTo>
                  <a:pt x="2235" y="10317"/>
                </a:lnTo>
                <a:cubicBezTo>
                  <a:pt x="2202" y="10350"/>
                  <a:pt x="2168" y="10384"/>
                  <a:pt x="2135" y="10450"/>
                </a:cubicBezTo>
                <a:cubicBezTo>
                  <a:pt x="1001" y="9416"/>
                  <a:pt x="1168" y="7181"/>
                  <a:pt x="1134" y="5814"/>
                </a:cubicBezTo>
                <a:cubicBezTo>
                  <a:pt x="1101" y="5213"/>
                  <a:pt x="867" y="977"/>
                  <a:pt x="1735" y="710"/>
                </a:cubicBezTo>
                <a:close/>
                <a:moveTo>
                  <a:pt x="1434" y="1"/>
                </a:moveTo>
                <a:cubicBezTo>
                  <a:pt x="1344" y="1"/>
                  <a:pt x="1295" y="55"/>
                  <a:pt x="1268" y="110"/>
                </a:cubicBezTo>
                <a:cubicBezTo>
                  <a:pt x="0" y="610"/>
                  <a:pt x="434" y="4346"/>
                  <a:pt x="467" y="5247"/>
                </a:cubicBezTo>
                <a:cubicBezTo>
                  <a:pt x="500" y="6815"/>
                  <a:pt x="167" y="10450"/>
                  <a:pt x="2235" y="10951"/>
                </a:cubicBezTo>
                <a:lnTo>
                  <a:pt x="2302" y="10951"/>
                </a:lnTo>
                <a:cubicBezTo>
                  <a:pt x="2349" y="10974"/>
                  <a:pt x="2396" y="10998"/>
                  <a:pt x="2455" y="10998"/>
                </a:cubicBezTo>
                <a:cubicBezTo>
                  <a:pt x="2480" y="10998"/>
                  <a:pt x="2506" y="10994"/>
                  <a:pt x="2535" y="10984"/>
                </a:cubicBezTo>
                <a:cubicBezTo>
                  <a:pt x="2735" y="10917"/>
                  <a:pt x="2902" y="10784"/>
                  <a:pt x="3036" y="10651"/>
                </a:cubicBezTo>
                <a:cubicBezTo>
                  <a:pt x="3236" y="10817"/>
                  <a:pt x="3403" y="10951"/>
                  <a:pt x="3603" y="10984"/>
                </a:cubicBezTo>
                <a:cubicBezTo>
                  <a:pt x="3627" y="10992"/>
                  <a:pt x="3651" y="10996"/>
                  <a:pt x="3674" y="10996"/>
                </a:cubicBezTo>
                <a:cubicBezTo>
                  <a:pt x="3846" y="10996"/>
                  <a:pt x="3987" y="10797"/>
                  <a:pt x="3870" y="10651"/>
                </a:cubicBezTo>
                <a:cubicBezTo>
                  <a:pt x="3769" y="10450"/>
                  <a:pt x="3603" y="10317"/>
                  <a:pt x="3436" y="10150"/>
                </a:cubicBezTo>
                <a:cubicBezTo>
                  <a:pt x="4136" y="8849"/>
                  <a:pt x="3636" y="6514"/>
                  <a:pt x="3536" y="5347"/>
                </a:cubicBezTo>
                <a:cubicBezTo>
                  <a:pt x="3403" y="3746"/>
                  <a:pt x="3536" y="1377"/>
                  <a:pt x="2102" y="343"/>
                </a:cubicBezTo>
                <a:cubicBezTo>
                  <a:pt x="2102" y="243"/>
                  <a:pt x="2035" y="143"/>
                  <a:pt x="1901" y="110"/>
                </a:cubicBezTo>
                <a:cubicBezTo>
                  <a:pt x="1835" y="76"/>
                  <a:pt x="1735" y="76"/>
                  <a:pt x="1668" y="76"/>
                </a:cubicBezTo>
                <a:cubicBezTo>
                  <a:pt x="1601" y="43"/>
                  <a:pt x="1568" y="10"/>
                  <a:pt x="1501" y="10"/>
                </a:cubicBezTo>
                <a:cubicBezTo>
                  <a:pt x="1477" y="4"/>
                  <a:pt x="1454" y="1"/>
                  <a:pt x="1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1"/>
          <p:cNvSpPr/>
          <p:nvPr/>
        </p:nvSpPr>
        <p:spPr>
          <a:xfrm>
            <a:off x="5841523" y="3401149"/>
            <a:ext cx="71279" cy="228942"/>
          </a:xfrm>
          <a:custGeom>
            <a:rect b="b" l="l" r="r" t="t"/>
            <a:pathLst>
              <a:path extrusionOk="0" h="10609" w="3303">
                <a:moveTo>
                  <a:pt x="413" y="0"/>
                </a:moveTo>
                <a:cubicBezTo>
                  <a:pt x="319" y="0"/>
                  <a:pt x="229" y="45"/>
                  <a:pt x="200" y="146"/>
                </a:cubicBezTo>
                <a:cubicBezTo>
                  <a:pt x="0" y="1046"/>
                  <a:pt x="200" y="2381"/>
                  <a:pt x="1234" y="2614"/>
                </a:cubicBezTo>
                <a:cubicBezTo>
                  <a:pt x="1368" y="2647"/>
                  <a:pt x="1468" y="2647"/>
                  <a:pt x="1568" y="2647"/>
                </a:cubicBezTo>
                <a:cubicBezTo>
                  <a:pt x="1435" y="5183"/>
                  <a:pt x="1735" y="7851"/>
                  <a:pt x="2002" y="10353"/>
                </a:cubicBezTo>
                <a:cubicBezTo>
                  <a:pt x="2016" y="10539"/>
                  <a:pt x="2153" y="10608"/>
                  <a:pt x="2303" y="10608"/>
                </a:cubicBezTo>
                <a:cubicBezTo>
                  <a:pt x="2501" y="10608"/>
                  <a:pt x="2721" y="10486"/>
                  <a:pt x="2702" y="10353"/>
                </a:cubicBezTo>
                <a:lnTo>
                  <a:pt x="2769" y="10353"/>
                </a:lnTo>
                <a:cubicBezTo>
                  <a:pt x="2269" y="7818"/>
                  <a:pt x="2602" y="5082"/>
                  <a:pt x="2135" y="2581"/>
                </a:cubicBezTo>
                <a:cubicBezTo>
                  <a:pt x="2936" y="2247"/>
                  <a:pt x="3303" y="1180"/>
                  <a:pt x="3169" y="346"/>
                </a:cubicBezTo>
                <a:cubicBezTo>
                  <a:pt x="3152" y="142"/>
                  <a:pt x="2979" y="33"/>
                  <a:pt x="2813" y="33"/>
                </a:cubicBezTo>
                <a:cubicBezTo>
                  <a:pt x="2654" y="33"/>
                  <a:pt x="2502" y="133"/>
                  <a:pt x="2502" y="346"/>
                </a:cubicBezTo>
                <a:cubicBezTo>
                  <a:pt x="2535" y="746"/>
                  <a:pt x="2535" y="1213"/>
                  <a:pt x="2269" y="1580"/>
                </a:cubicBezTo>
                <a:cubicBezTo>
                  <a:pt x="2096" y="1802"/>
                  <a:pt x="1813" y="1988"/>
                  <a:pt x="1529" y="1988"/>
                </a:cubicBezTo>
                <a:cubicBezTo>
                  <a:pt x="1429" y="1988"/>
                  <a:pt x="1330" y="1965"/>
                  <a:pt x="1234" y="1914"/>
                </a:cubicBezTo>
                <a:cubicBezTo>
                  <a:pt x="667" y="1647"/>
                  <a:pt x="667" y="746"/>
                  <a:pt x="667" y="212"/>
                </a:cubicBezTo>
                <a:cubicBezTo>
                  <a:pt x="667" y="79"/>
                  <a:pt x="537"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1"/>
          <p:cNvSpPr/>
          <p:nvPr/>
        </p:nvSpPr>
        <p:spPr>
          <a:xfrm>
            <a:off x="5794477" y="2801825"/>
            <a:ext cx="88802" cy="243919"/>
          </a:xfrm>
          <a:custGeom>
            <a:rect b="b" l="l" r="r" t="t"/>
            <a:pathLst>
              <a:path extrusionOk="0" h="11303" w="4115">
                <a:moveTo>
                  <a:pt x="2558" y="1"/>
                </a:moveTo>
                <a:cubicBezTo>
                  <a:pt x="1" y="1"/>
                  <a:pt x="617" y="4901"/>
                  <a:pt x="713" y="6435"/>
                </a:cubicBezTo>
                <a:cubicBezTo>
                  <a:pt x="769" y="7338"/>
                  <a:pt x="993" y="11303"/>
                  <a:pt x="2538" y="11303"/>
                </a:cubicBezTo>
                <a:cubicBezTo>
                  <a:pt x="2818" y="11303"/>
                  <a:pt x="3141" y="11173"/>
                  <a:pt x="3515" y="10871"/>
                </a:cubicBezTo>
                <a:cubicBezTo>
                  <a:pt x="3681" y="10738"/>
                  <a:pt x="3581" y="10504"/>
                  <a:pt x="3414" y="10437"/>
                </a:cubicBezTo>
                <a:cubicBezTo>
                  <a:pt x="4115" y="8803"/>
                  <a:pt x="3715" y="6535"/>
                  <a:pt x="3681" y="4833"/>
                </a:cubicBezTo>
                <a:cubicBezTo>
                  <a:pt x="3681" y="4627"/>
                  <a:pt x="3501" y="4500"/>
                  <a:pt x="3327" y="4500"/>
                </a:cubicBezTo>
                <a:cubicBezTo>
                  <a:pt x="3276" y="4500"/>
                  <a:pt x="3226" y="4511"/>
                  <a:pt x="3181" y="4533"/>
                </a:cubicBezTo>
                <a:cubicBezTo>
                  <a:pt x="3015" y="4506"/>
                  <a:pt x="2855" y="4489"/>
                  <a:pt x="2696" y="4489"/>
                </a:cubicBezTo>
                <a:cubicBezTo>
                  <a:pt x="2471" y="4489"/>
                  <a:pt x="2248" y="4522"/>
                  <a:pt x="2013" y="4600"/>
                </a:cubicBezTo>
                <a:cubicBezTo>
                  <a:pt x="1847" y="4633"/>
                  <a:pt x="1780" y="4767"/>
                  <a:pt x="1780" y="4900"/>
                </a:cubicBezTo>
                <a:cubicBezTo>
                  <a:pt x="1780" y="5073"/>
                  <a:pt x="1905" y="5247"/>
                  <a:pt x="2112" y="5247"/>
                </a:cubicBezTo>
                <a:cubicBezTo>
                  <a:pt x="2144" y="5247"/>
                  <a:pt x="2178" y="5243"/>
                  <a:pt x="2214" y="5234"/>
                </a:cubicBezTo>
                <a:cubicBezTo>
                  <a:pt x="2480" y="5167"/>
                  <a:pt x="2714" y="5134"/>
                  <a:pt x="2981" y="5100"/>
                </a:cubicBezTo>
                <a:cubicBezTo>
                  <a:pt x="2981" y="6001"/>
                  <a:pt x="3014" y="6902"/>
                  <a:pt x="3048" y="7769"/>
                </a:cubicBezTo>
                <a:cubicBezTo>
                  <a:pt x="3048" y="8669"/>
                  <a:pt x="3148" y="9637"/>
                  <a:pt x="2814" y="10504"/>
                </a:cubicBezTo>
                <a:cubicBezTo>
                  <a:pt x="1246" y="10371"/>
                  <a:pt x="1413" y="6168"/>
                  <a:pt x="1380" y="5300"/>
                </a:cubicBezTo>
                <a:cubicBezTo>
                  <a:pt x="1380" y="5167"/>
                  <a:pt x="1380" y="5034"/>
                  <a:pt x="1380" y="4900"/>
                </a:cubicBezTo>
                <a:cubicBezTo>
                  <a:pt x="1280" y="3299"/>
                  <a:pt x="1079" y="931"/>
                  <a:pt x="2914" y="430"/>
                </a:cubicBezTo>
                <a:cubicBezTo>
                  <a:pt x="3114" y="397"/>
                  <a:pt x="3114" y="97"/>
                  <a:pt x="2914" y="30"/>
                </a:cubicBezTo>
                <a:cubicBezTo>
                  <a:pt x="2789" y="10"/>
                  <a:pt x="2670" y="1"/>
                  <a:pt x="2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1"/>
          <p:cNvSpPr/>
          <p:nvPr/>
        </p:nvSpPr>
        <p:spPr>
          <a:xfrm>
            <a:off x="5750819" y="3719230"/>
            <a:ext cx="82802" cy="225727"/>
          </a:xfrm>
          <a:custGeom>
            <a:rect b="b" l="l" r="r" t="t"/>
            <a:pathLst>
              <a:path extrusionOk="0" h="10460" w="3837">
                <a:moveTo>
                  <a:pt x="2304" y="8104"/>
                </a:moveTo>
                <a:cubicBezTo>
                  <a:pt x="2505" y="8104"/>
                  <a:pt x="2710" y="8187"/>
                  <a:pt x="2902" y="8390"/>
                </a:cubicBezTo>
                <a:cubicBezTo>
                  <a:pt x="3102" y="8623"/>
                  <a:pt x="3203" y="8957"/>
                  <a:pt x="3169" y="9257"/>
                </a:cubicBezTo>
                <a:cubicBezTo>
                  <a:pt x="3089" y="9580"/>
                  <a:pt x="2813" y="9880"/>
                  <a:pt x="2482" y="9880"/>
                </a:cubicBezTo>
                <a:cubicBezTo>
                  <a:pt x="2402" y="9880"/>
                  <a:pt x="2319" y="9863"/>
                  <a:pt x="2235" y="9824"/>
                </a:cubicBezTo>
                <a:cubicBezTo>
                  <a:pt x="2216" y="9814"/>
                  <a:pt x="2196" y="9810"/>
                  <a:pt x="2177" y="9810"/>
                </a:cubicBezTo>
                <a:cubicBezTo>
                  <a:pt x="2129" y="9810"/>
                  <a:pt x="2082" y="9834"/>
                  <a:pt x="2035" y="9857"/>
                </a:cubicBezTo>
                <a:cubicBezTo>
                  <a:pt x="1568" y="9724"/>
                  <a:pt x="1234" y="9424"/>
                  <a:pt x="1001" y="9023"/>
                </a:cubicBezTo>
                <a:lnTo>
                  <a:pt x="1001" y="9023"/>
                </a:lnTo>
                <a:cubicBezTo>
                  <a:pt x="1025" y="9031"/>
                  <a:pt x="1048" y="9036"/>
                  <a:pt x="1071" y="9036"/>
                </a:cubicBezTo>
                <a:cubicBezTo>
                  <a:pt x="1146" y="9036"/>
                  <a:pt x="1217" y="8992"/>
                  <a:pt x="1268" y="8890"/>
                </a:cubicBezTo>
                <a:cubicBezTo>
                  <a:pt x="1472" y="8482"/>
                  <a:pt x="1877" y="8104"/>
                  <a:pt x="2304" y="8104"/>
                </a:cubicBezTo>
                <a:close/>
                <a:moveTo>
                  <a:pt x="2161" y="1"/>
                </a:moveTo>
                <a:cubicBezTo>
                  <a:pt x="2097" y="1"/>
                  <a:pt x="2036" y="27"/>
                  <a:pt x="2002" y="84"/>
                </a:cubicBezTo>
                <a:cubicBezTo>
                  <a:pt x="634" y="2185"/>
                  <a:pt x="0" y="4787"/>
                  <a:pt x="34" y="7256"/>
                </a:cubicBezTo>
                <a:cubicBezTo>
                  <a:pt x="34" y="8556"/>
                  <a:pt x="465" y="10460"/>
                  <a:pt x="1994" y="10460"/>
                </a:cubicBezTo>
                <a:cubicBezTo>
                  <a:pt x="2112" y="10460"/>
                  <a:pt x="2237" y="10448"/>
                  <a:pt x="2369" y="10424"/>
                </a:cubicBezTo>
                <a:cubicBezTo>
                  <a:pt x="2435" y="10391"/>
                  <a:pt x="2469" y="10358"/>
                  <a:pt x="2502" y="10324"/>
                </a:cubicBezTo>
                <a:cubicBezTo>
                  <a:pt x="2869" y="10324"/>
                  <a:pt x="3236" y="10158"/>
                  <a:pt x="3469" y="9857"/>
                </a:cubicBezTo>
                <a:cubicBezTo>
                  <a:pt x="3836" y="9424"/>
                  <a:pt x="3803" y="8757"/>
                  <a:pt x="3536" y="8256"/>
                </a:cubicBezTo>
                <a:cubicBezTo>
                  <a:pt x="3264" y="7802"/>
                  <a:pt x="2772" y="7513"/>
                  <a:pt x="2260" y="7513"/>
                </a:cubicBezTo>
                <a:cubicBezTo>
                  <a:pt x="2207" y="7513"/>
                  <a:pt x="2154" y="7516"/>
                  <a:pt x="2102" y="7522"/>
                </a:cubicBezTo>
                <a:cubicBezTo>
                  <a:pt x="1535" y="7589"/>
                  <a:pt x="968" y="7956"/>
                  <a:pt x="801" y="8490"/>
                </a:cubicBezTo>
                <a:cubicBezTo>
                  <a:pt x="434" y="7189"/>
                  <a:pt x="801" y="5254"/>
                  <a:pt x="1001" y="4320"/>
                </a:cubicBezTo>
                <a:cubicBezTo>
                  <a:pt x="1268" y="2886"/>
                  <a:pt x="1802" y="1585"/>
                  <a:pt x="2369" y="251"/>
                </a:cubicBezTo>
                <a:cubicBezTo>
                  <a:pt x="2413" y="97"/>
                  <a:pt x="2283" y="1"/>
                  <a:pt x="2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1"/>
          <p:cNvSpPr/>
          <p:nvPr/>
        </p:nvSpPr>
        <p:spPr>
          <a:xfrm>
            <a:off x="5708348" y="3401516"/>
            <a:ext cx="113489" cy="226223"/>
          </a:xfrm>
          <a:custGeom>
            <a:rect b="b" l="l" r="r" t="t"/>
            <a:pathLst>
              <a:path extrusionOk="0" h="10483" w="5259">
                <a:moveTo>
                  <a:pt x="833" y="0"/>
                </a:moveTo>
                <a:cubicBezTo>
                  <a:pt x="783" y="0"/>
                  <a:pt x="733" y="19"/>
                  <a:pt x="701" y="62"/>
                </a:cubicBezTo>
                <a:cubicBezTo>
                  <a:pt x="0" y="1029"/>
                  <a:pt x="1401" y="3131"/>
                  <a:pt x="1835" y="4098"/>
                </a:cubicBezTo>
                <a:cubicBezTo>
                  <a:pt x="2168" y="4899"/>
                  <a:pt x="2502" y="5699"/>
                  <a:pt x="2836" y="6500"/>
                </a:cubicBezTo>
                <a:cubicBezTo>
                  <a:pt x="2635" y="7701"/>
                  <a:pt x="2435" y="8902"/>
                  <a:pt x="2302" y="10102"/>
                </a:cubicBezTo>
                <a:cubicBezTo>
                  <a:pt x="2284" y="10231"/>
                  <a:pt x="2406" y="10309"/>
                  <a:pt x="2526" y="10309"/>
                </a:cubicBezTo>
                <a:cubicBezTo>
                  <a:pt x="2624" y="10309"/>
                  <a:pt x="2720" y="10256"/>
                  <a:pt x="2735" y="10136"/>
                </a:cubicBezTo>
                <a:cubicBezTo>
                  <a:pt x="2969" y="9302"/>
                  <a:pt x="3169" y="8468"/>
                  <a:pt x="3336" y="7601"/>
                </a:cubicBezTo>
                <a:cubicBezTo>
                  <a:pt x="3736" y="8535"/>
                  <a:pt x="4170" y="9469"/>
                  <a:pt x="4637" y="10336"/>
                </a:cubicBezTo>
                <a:cubicBezTo>
                  <a:pt x="4694" y="10439"/>
                  <a:pt x="4791" y="10483"/>
                  <a:pt x="4887" y="10483"/>
                </a:cubicBezTo>
                <a:cubicBezTo>
                  <a:pt x="5072" y="10483"/>
                  <a:pt x="5258" y="10321"/>
                  <a:pt x="5171" y="10102"/>
                </a:cubicBezTo>
                <a:cubicBezTo>
                  <a:pt x="4704" y="8868"/>
                  <a:pt x="4136" y="7634"/>
                  <a:pt x="3569" y="6400"/>
                </a:cubicBezTo>
                <a:cubicBezTo>
                  <a:pt x="3636" y="5966"/>
                  <a:pt x="3736" y="5566"/>
                  <a:pt x="3803" y="5166"/>
                </a:cubicBezTo>
                <a:cubicBezTo>
                  <a:pt x="4103" y="3664"/>
                  <a:pt x="4503" y="2097"/>
                  <a:pt x="4570" y="596"/>
                </a:cubicBezTo>
                <a:cubicBezTo>
                  <a:pt x="4570" y="410"/>
                  <a:pt x="4436" y="318"/>
                  <a:pt x="4300" y="318"/>
                </a:cubicBezTo>
                <a:cubicBezTo>
                  <a:pt x="4191" y="318"/>
                  <a:pt x="4081" y="377"/>
                  <a:pt x="4036" y="495"/>
                </a:cubicBezTo>
                <a:cubicBezTo>
                  <a:pt x="3503" y="1997"/>
                  <a:pt x="3336" y="3698"/>
                  <a:pt x="3069" y="5266"/>
                </a:cubicBezTo>
                <a:cubicBezTo>
                  <a:pt x="2769" y="4598"/>
                  <a:pt x="2469" y="3898"/>
                  <a:pt x="2168" y="3231"/>
                </a:cubicBezTo>
                <a:cubicBezTo>
                  <a:pt x="1902" y="2597"/>
                  <a:pt x="767" y="862"/>
                  <a:pt x="1001" y="195"/>
                </a:cubicBezTo>
                <a:cubicBezTo>
                  <a:pt x="1046" y="82"/>
                  <a:pt x="938" y="0"/>
                  <a:pt x="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1"/>
          <p:cNvSpPr/>
          <p:nvPr/>
        </p:nvSpPr>
        <p:spPr>
          <a:xfrm>
            <a:off x="5751531" y="3095995"/>
            <a:ext cx="59777" cy="237596"/>
          </a:xfrm>
          <a:custGeom>
            <a:rect b="b" l="l" r="r" t="t"/>
            <a:pathLst>
              <a:path extrusionOk="0" h="11010" w="2770">
                <a:moveTo>
                  <a:pt x="734" y="709"/>
                </a:moveTo>
                <a:lnTo>
                  <a:pt x="734" y="709"/>
                </a:lnTo>
                <a:cubicBezTo>
                  <a:pt x="1268" y="1009"/>
                  <a:pt x="1702" y="1510"/>
                  <a:pt x="1869" y="2110"/>
                </a:cubicBezTo>
                <a:cubicBezTo>
                  <a:pt x="1969" y="2510"/>
                  <a:pt x="1935" y="3044"/>
                  <a:pt x="1635" y="3344"/>
                </a:cubicBezTo>
                <a:cubicBezTo>
                  <a:pt x="1466" y="3514"/>
                  <a:pt x="1296" y="3560"/>
                  <a:pt x="1127" y="3560"/>
                </a:cubicBezTo>
                <a:cubicBezTo>
                  <a:pt x="1063" y="3560"/>
                  <a:pt x="999" y="3554"/>
                  <a:pt x="935" y="3545"/>
                </a:cubicBezTo>
                <a:cubicBezTo>
                  <a:pt x="868" y="2577"/>
                  <a:pt x="768" y="1643"/>
                  <a:pt x="734" y="709"/>
                </a:cubicBezTo>
                <a:close/>
                <a:moveTo>
                  <a:pt x="352" y="0"/>
                </a:moveTo>
                <a:cubicBezTo>
                  <a:pt x="234" y="0"/>
                  <a:pt x="162" y="60"/>
                  <a:pt x="134" y="142"/>
                </a:cubicBezTo>
                <a:cubicBezTo>
                  <a:pt x="34" y="209"/>
                  <a:pt x="1" y="309"/>
                  <a:pt x="1" y="442"/>
                </a:cubicBezTo>
                <a:cubicBezTo>
                  <a:pt x="201" y="3878"/>
                  <a:pt x="134" y="7447"/>
                  <a:pt x="768" y="10850"/>
                </a:cubicBezTo>
                <a:cubicBezTo>
                  <a:pt x="796" y="10962"/>
                  <a:pt x="871" y="11009"/>
                  <a:pt x="951" y="11009"/>
                </a:cubicBezTo>
                <a:cubicBezTo>
                  <a:pt x="1062" y="11009"/>
                  <a:pt x="1182" y="10919"/>
                  <a:pt x="1201" y="10783"/>
                </a:cubicBezTo>
                <a:cubicBezTo>
                  <a:pt x="1335" y="8648"/>
                  <a:pt x="1168" y="6480"/>
                  <a:pt x="1001" y="4312"/>
                </a:cubicBezTo>
                <a:cubicBezTo>
                  <a:pt x="1668" y="4278"/>
                  <a:pt x="2436" y="3545"/>
                  <a:pt x="2536" y="2911"/>
                </a:cubicBezTo>
                <a:cubicBezTo>
                  <a:pt x="2769" y="1543"/>
                  <a:pt x="1702" y="309"/>
                  <a:pt x="434" y="9"/>
                </a:cubicBezTo>
                <a:cubicBezTo>
                  <a:pt x="405" y="3"/>
                  <a:pt x="377" y="0"/>
                  <a:pt x="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1"/>
          <p:cNvSpPr/>
          <p:nvPr/>
        </p:nvSpPr>
        <p:spPr>
          <a:xfrm>
            <a:off x="5710506" y="2806293"/>
            <a:ext cx="51123" cy="235632"/>
          </a:xfrm>
          <a:custGeom>
            <a:rect b="b" l="l" r="r" t="t"/>
            <a:pathLst>
              <a:path extrusionOk="0" h="10919" w="2369">
                <a:moveTo>
                  <a:pt x="1909" y="1"/>
                </a:moveTo>
                <a:cubicBezTo>
                  <a:pt x="1707" y="1"/>
                  <a:pt x="1504" y="64"/>
                  <a:pt x="1301" y="90"/>
                </a:cubicBezTo>
                <a:cubicBezTo>
                  <a:pt x="1221" y="99"/>
                  <a:pt x="1138" y="103"/>
                  <a:pt x="1054" y="103"/>
                </a:cubicBezTo>
                <a:cubicBezTo>
                  <a:pt x="825" y="103"/>
                  <a:pt x="587" y="72"/>
                  <a:pt x="367" y="23"/>
                </a:cubicBezTo>
                <a:cubicBezTo>
                  <a:pt x="345" y="19"/>
                  <a:pt x="324" y="17"/>
                  <a:pt x="303" y="17"/>
                </a:cubicBezTo>
                <a:cubicBezTo>
                  <a:pt x="167" y="17"/>
                  <a:pt x="63" y="107"/>
                  <a:pt x="34" y="223"/>
                </a:cubicBezTo>
                <a:cubicBezTo>
                  <a:pt x="0" y="290"/>
                  <a:pt x="0" y="323"/>
                  <a:pt x="0" y="390"/>
                </a:cubicBezTo>
                <a:cubicBezTo>
                  <a:pt x="167" y="3792"/>
                  <a:pt x="167" y="7228"/>
                  <a:pt x="501" y="10631"/>
                </a:cubicBezTo>
                <a:cubicBezTo>
                  <a:pt x="518" y="10818"/>
                  <a:pt x="674" y="10919"/>
                  <a:pt x="823" y="10919"/>
                </a:cubicBezTo>
                <a:cubicBezTo>
                  <a:pt x="965" y="10919"/>
                  <a:pt x="1101" y="10826"/>
                  <a:pt x="1101" y="10631"/>
                </a:cubicBezTo>
                <a:cubicBezTo>
                  <a:pt x="1101" y="9563"/>
                  <a:pt x="1101" y="8529"/>
                  <a:pt x="1068" y="7495"/>
                </a:cubicBezTo>
                <a:lnTo>
                  <a:pt x="1435" y="7495"/>
                </a:lnTo>
                <a:cubicBezTo>
                  <a:pt x="1701" y="7462"/>
                  <a:pt x="2035" y="7495"/>
                  <a:pt x="2168" y="7228"/>
                </a:cubicBezTo>
                <a:cubicBezTo>
                  <a:pt x="2235" y="7095"/>
                  <a:pt x="2202" y="6928"/>
                  <a:pt x="2068" y="6861"/>
                </a:cubicBezTo>
                <a:cubicBezTo>
                  <a:pt x="1993" y="6807"/>
                  <a:pt x="1921" y="6788"/>
                  <a:pt x="1850" y="6788"/>
                </a:cubicBezTo>
                <a:cubicBezTo>
                  <a:pt x="1702" y="6788"/>
                  <a:pt x="1559" y="6872"/>
                  <a:pt x="1401" y="6895"/>
                </a:cubicBezTo>
                <a:lnTo>
                  <a:pt x="1034" y="6895"/>
                </a:lnTo>
                <a:cubicBezTo>
                  <a:pt x="968" y="4827"/>
                  <a:pt x="834" y="2758"/>
                  <a:pt x="734" y="724"/>
                </a:cubicBezTo>
                <a:lnTo>
                  <a:pt x="734" y="724"/>
                </a:lnTo>
                <a:cubicBezTo>
                  <a:pt x="923" y="759"/>
                  <a:pt x="1120" y="782"/>
                  <a:pt x="1313" y="782"/>
                </a:cubicBezTo>
                <a:cubicBezTo>
                  <a:pt x="1664" y="782"/>
                  <a:pt x="1998" y="706"/>
                  <a:pt x="2235" y="490"/>
                </a:cubicBezTo>
                <a:cubicBezTo>
                  <a:pt x="2369" y="357"/>
                  <a:pt x="2302" y="90"/>
                  <a:pt x="2102" y="23"/>
                </a:cubicBezTo>
                <a:cubicBezTo>
                  <a:pt x="2038" y="7"/>
                  <a:pt x="1973" y="1"/>
                  <a:pt x="1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1"/>
          <p:cNvSpPr/>
          <p:nvPr/>
        </p:nvSpPr>
        <p:spPr>
          <a:xfrm>
            <a:off x="5660827" y="3100462"/>
            <a:ext cx="61201" cy="236862"/>
          </a:xfrm>
          <a:custGeom>
            <a:rect b="b" l="l" r="r" t="t"/>
            <a:pathLst>
              <a:path extrusionOk="0" h="10976" w="2836">
                <a:moveTo>
                  <a:pt x="1201" y="702"/>
                </a:moveTo>
                <a:cubicBezTo>
                  <a:pt x="1502" y="2303"/>
                  <a:pt x="1702" y="3871"/>
                  <a:pt x="1835" y="5506"/>
                </a:cubicBezTo>
                <a:cubicBezTo>
                  <a:pt x="1935" y="6707"/>
                  <a:pt x="2436" y="9042"/>
                  <a:pt x="1735" y="10176"/>
                </a:cubicBezTo>
                <a:cubicBezTo>
                  <a:pt x="968" y="9809"/>
                  <a:pt x="768" y="5839"/>
                  <a:pt x="734" y="5406"/>
                </a:cubicBezTo>
                <a:cubicBezTo>
                  <a:pt x="734" y="4605"/>
                  <a:pt x="534" y="1703"/>
                  <a:pt x="1201" y="702"/>
                </a:cubicBezTo>
                <a:close/>
                <a:moveTo>
                  <a:pt x="1606" y="1"/>
                </a:moveTo>
                <a:cubicBezTo>
                  <a:pt x="563" y="1"/>
                  <a:pt x="432" y="821"/>
                  <a:pt x="301" y="1736"/>
                </a:cubicBezTo>
                <a:cubicBezTo>
                  <a:pt x="34" y="3304"/>
                  <a:pt x="1" y="4939"/>
                  <a:pt x="134" y="6540"/>
                </a:cubicBezTo>
                <a:cubicBezTo>
                  <a:pt x="192" y="7238"/>
                  <a:pt x="352" y="10975"/>
                  <a:pt x="1650" y="10975"/>
                </a:cubicBezTo>
                <a:cubicBezTo>
                  <a:pt x="1842" y="10975"/>
                  <a:pt x="2058" y="10894"/>
                  <a:pt x="2302" y="10709"/>
                </a:cubicBezTo>
                <a:cubicBezTo>
                  <a:pt x="2469" y="10576"/>
                  <a:pt x="2469" y="10409"/>
                  <a:pt x="2369" y="10276"/>
                </a:cubicBezTo>
                <a:cubicBezTo>
                  <a:pt x="2636" y="9842"/>
                  <a:pt x="2836" y="9275"/>
                  <a:pt x="2636" y="8875"/>
                </a:cubicBezTo>
                <a:cubicBezTo>
                  <a:pt x="2703" y="8008"/>
                  <a:pt x="2569" y="7107"/>
                  <a:pt x="2536" y="6340"/>
                </a:cubicBezTo>
                <a:cubicBezTo>
                  <a:pt x="2469" y="4338"/>
                  <a:pt x="2202" y="2337"/>
                  <a:pt x="1835" y="369"/>
                </a:cubicBezTo>
                <a:cubicBezTo>
                  <a:pt x="1835" y="335"/>
                  <a:pt x="1802" y="335"/>
                  <a:pt x="1802" y="302"/>
                </a:cubicBezTo>
                <a:cubicBezTo>
                  <a:pt x="1902" y="202"/>
                  <a:pt x="1835" y="2"/>
                  <a:pt x="1668" y="2"/>
                </a:cubicBezTo>
                <a:cubicBezTo>
                  <a:pt x="1647" y="1"/>
                  <a:pt x="1626" y="1"/>
                  <a:pt x="1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1"/>
          <p:cNvSpPr/>
          <p:nvPr/>
        </p:nvSpPr>
        <p:spPr>
          <a:xfrm>
            <a:off x="5635642" y="3717245"/>
            <a:ext cx="76307" cy="229244"/>
          </a:xfrm>
          <a:custGeom>
            <a:rect b="b" l="l" r="r" t="t"/>
            <a:pathLst>
              <a:path extrusionOk="0" h="10623" w="3536">
                <a:moveTo>
                  <a:pt x="1728" y="0"/>
                </a:moveTo>
                <a:cubicBezTo>
                  <a:pt x="1709" y="0"/>
                  <a:pt x="1689" y="3"/>
                  <a:pt x="1668" y="9"/>
                </a:cubicBezTo>
                <a:cubicBezTo>
                  <a:pt x="1343" y="84"/>
                  <a:pt x="1036" y="122"/>
                  <a:pt x="706" y="122"/>
                </a:cubicBezTo>
                <a:cubicBezTo>
                  <a:pt x="596" y="122"/>
                  <a:pt x="484" y="117"/>
                  <a:pt x="367" y="109"/>
                </a:cubicBezTo>
                <a:cubicBezTo>
                  <a:pt x="200" y="109"/>
                  <a:pt x="67" y="276"/>
                  <a:pt x="67" y="443"/>
                </a:cubicBezTo>
                <a:lnTo>
                  <a:pt x="67" y="1377"/>
                </a:lnTo>
                <a:cubicBezTo>
                  <a:pt x="33" y="1677"/>
                  <a:pt x="0" y="1944"/>
                  <a:pt x="100" y="2244"/>
                </a:cubicBezTo>
                <a:cubicBezTo>
                  <a:pt x="155" y="2354"/>
                  <a:pt x="257" y="2419"/>
                  <a:pt x="346" y="2419"/>
                </a:cubicBezTo>
                <a:cubicBezTo>
                  <a:pt x="365" y="2419"/>
                  <a:pt x="383" y="2416"/>
                  <a:pt x="400" y="2411"/>
                </a:cubicBezTo>
                <a:cubicBezTo>
                  <a:pt x="1801" y="3278"/>
                  <a:pt x="2435" y="4646"/>
                  <a:pt x="2669" y="6213"/>
                </a:cubicBezTo>
                <a:cubicBezTo>
                  <a:pt x="2850" y="7449"/>
                  <a:pt x="2840" y="9939"/>
                  <a:pt x="1187" y="9939"/>
                </a:cubicBezTo>
                <a:cubicBezTo>
                  <a:pt x="1010" y="9939"/>
                  <a:pt x="816" y="9910"/>
                  <a:pt x="601" y="9849"/>
                </a:cubicBezTo>
                <a:cubicBezTo>
                  <a:pt x="561" y="9837"/>
                  <a:pt x="524" y="9832"/>
                  <a:pt x="489" y="9832"/>
                </a:cubicBezTo>
                <a:cubicBezTo>
                  <a:pt x="136" y="9832"/>
                  <a:pt x="6" y="10395"/>
                  <a:pt x="400" y="10516"/>
                </a:cubicBezTo>
                <a:cubicBezTo>
                  <a:pt x="644" y="10589"/>
                  <a:pt x="876" y="10623"/>
                  <a:pt x="1094" y="10623"/>
                </a:cubicBezTo>
                <a:cubicBezTo>
                  <a:pt x="2575" y="10623"/>
                  <a:pt x="3440" y="9064"/>
                  <a:pt x="3469" y="7581"/>
                </a:cubicBezTo>
                <a:cubicBezTo>
                  <a:pt x="3536" y="5413"/>
                  <a:pt x="2802" y="2978"/>
                  <a:pt x="701" y="2044"/>
                </a:cubicBezTo>
                <a:cubicBezTo>
                  <a:pt x="734" y="1810"/>
                  <a:pt x="701" y="1610"/>
                  <a:pt x="701" y="1377"/>
                </a:cubicBezTo>
                <a:cubicBezTo>
                  <a:pt x="701" y="1176"/>
                  <a:pt x="701" y="943"/>
                  <a:pt x="701" y="709"/>
                </a:cubicBezTo>
                <a:cubicBezTo>
                  <a:pt x="1101" y="643"/>
                  <a:pt x="1468" y="543"/>
                  <a:pt x="1835" y="376"/>
                </a:cubicBezTo>
                <a:cubicBezTo>
                  <a:pt x="2017" y="285"/>
                  <a:pt x="1923" y="0"/>
                  <a:pt x="1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121"/>
          <p:cNvGrpSpPr/>
          <p:nvPr/>
        </p:nvGrpSpPr>
        <p:grpSpPr>
          <a:xfrm>
            <a:off x="5023189" y="1458501"/>
            <a:ext cx="1014351" cy="358814"/>
            <a:chOff x="4726445" y="1461925"/>
            <a:chExt cx="873161" cy="308870"/>
          </a:xfrm>
        </p:grpSpPr>
        <p:sp>
          <p:nvSpPr>
            <p:cNvPr id="6311" name="Google Shape;6311;p121"/>
            <p:cNvSpPr/>
            <p:nvPr/>
          </p:nvSpPr>
          <p:spPr>
            <a:xfrm>
              <a:off x="4734489" y="1461925"/>
              <a:ext cx="865117" cy="238535"/>
            </a:xfrm>
            <a:custGeom>
              <a:rect b="b" l="l" r="r" t="t"/>
              <a:pathLst>
                <a:path extrusionOk="0" h="12840" w="46568">
                  <a:moveTo>
                    <a:pt x="45767" y="0"/>
                  </a:moveTo>
                  <a:cubicBezTo>
                    <a:pt x="38161" y="33"/>
                    <a:pt x="30589" y="67"/>
                    <a:pt x="22984" y="100"/>
                  </a:cubicBezTo>
                  <a:cubicBezTo>
                    <a:pt x="19215" y="133"/>
                    <a:pt x="15412" y="133"/>
                    <a:pt x="11609" y="167"/>
                  </a:cubicBezTo>
                  <a:cubicBezTo>
                    <a:pt x="11300" y="170"/>
                    <a:pt x="10991" y="171"/>
                    <a:pt x="10681" y="171"/>
                  </a:cubicBezTo>
                  <a:cubicBezTo>
                    <a:pt x="8895" y="171"/>
                    <a:pt x="7098" y="132"/>
                    <a:pt x="5301" y="132"/>
                  </a:cubicBezTo>
                  <a:cubicBezTo>
                    <a:pt x="3607" y="132"/>
                    <a:pt x="1914" y="166"/>
                    <a:pt x="234" y="300"/>
                  </a:cubicBezTo>
                  <a:cubicBezTo>
                    <a:pt x="68" y="334"/>
                    <a:pt x="1" y="467"/>
                    <a:pt x="34" y="567"/>
                  </a:cubicBezTo>
                  <a:cubicBezTo>
                    <a:pt x="68" y="667"/>
                    <a:pt x="134" y="701"/>
                    <a:pt x="234" y="701"/>
                  </a:cubicBezTo>
                  <a:cubicBezTo>
                    <a:pt x="1696" y="804"/>
                    <a:pt x="3167" y="837"/>
                    <a:pt x="4641" y="837"/>
                  </a:cubicBezTo>
                  <a:cubicBezTo>
                    <a:pt x="6968" y="837"/>
                    <a:pt x="9301" y="754"/>
                    <a:pt x="11609" y="734"/>
                  </a:cubicBezTo>
                  <a:lnTo>
                    <a:pt x="22984" y="701"/>
                  </a:lnTo>
                  <a:cubicBezTo>
                    <a:pt x="30556" y="667"/>
                    <a:pt x="38095" y="634"/>
                    <a:pt x="45633" y="600"/>
                  </a:cubicBezTo>
                  <a:lnTo>
                    <a:pt x="45633" y="600"/>
                  </a:lnTo>
                  <a:cubicBezTo>
                    <a:pt x="45567" y="2635"/>
                    <a:pt x="45734" y="4670"/>
                    <a:pt x="45734" y="6705"/>
                  </a:cubicBezTo>
                  <a:cubicBezTo>
                    <a:pt x="45767" y="8506"/>
                    <a:pt x="45667" y="10341"/>
                    <a:pt x="45934" y="12109"/>
                  </a:cubicBezTo>
                  <a:cubicBezTo>
                    <a:pt x="45487" y="12113"/>
                    <a:pt x="45039" y="12115"/>
                    <a:pt x="44591" y="12115"/>
                  </a:cubicBezTo>
                  <a:cubicBezTo>
                    <a:pt x="41828" y="12115"/>
                    <a:pt x="39049" y="12037"/>
                    <a:pt x="36293" y="12009"/>
                  </a:cubicBezTo>
                  <a:lnTo>
                    <a:pt x="36293" y="12476"/>
                  </a:lnTo>
                  <a:cubicBezTo>
                    <a:pt x="37928" y="12742"/>
                    <a:pt x="39596" y="12776"/>
                    <a:pt x="41264" y="12809"/>
                  </a:cubicBezTo>
                  <a:cubicBezTo>
                    <a:pt x="41904" y="12822"/>
                    <a:pt x="42549" y="12840"/>
                    <a:pt x="43193" y="12840"/>
                  </a:cubicBezTo>
                  <a:cubicBezTo>
                    <a:pt x="44228" y="12840"/>
                    <a:pt x="45260" y="12794"/>
                    <a:pt x="46267" y="12609"/>
                  </a:cubicBezTo>
                  <a:cubicBezTo>
                    <a:pt x="46401" y="12576"/>
                    <a:pt x="46467" y="12442"/>
                    <a:pt x="46434" y="12342"/>
                  </a:cubicBezTo>
                  <a:cubicBezTo>
                    <a:pt x="46467" y="12275"/>
                    <a:pt x="46501" y="12242"/>
                    <a:pt x="46501" y="12175"/>
                  </a:cubicBezTo>
                  <a:cubicBezTo>
                    <a:pt x="46134" y="8306"/>
                    <a:pt x="46567" y="4370"/>
                    <a:pt x="46167" y="467"/>
                  </a:cubicBezTo>
                  <a:cubicBezTo>
                    <a:pt x="46167" y="367"/>
                    <a:pt x="46100" y="300"/>
                    <a:pt x="46034" y="267"/>
                  </a:cubicBezTo>
                  <a:cubicBezTo>
                    <a:pt x="46034" y="133"/>
                    <a:pt x="45934" y="0"/>
                    <a:pt x="45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1"/>
            <p:cNvSpPr/>
            <p:nvPr/>
          </p:nvSpPr>
          <p:spPr>
            <a:xfrm>
              <a:off x="4735120" y="1472459"/>
              <a:ext cx="853320" cy="286929"/>
            </a:xfrm>
            <a:custGeom>
              <a:rect b="b" l="l" r="r" t="t"/>
              <a:pathLst>
                <a:path extrusionOk="0" h="15445" w="45933">
                  <a:moveTo>
                    <a:pt x="0" y="0"/>
                  </a:moveTo>
                  <a:cubicBezTo>
                    <a:pt x="300" y="734"/>
                    <a:pt x="167" y="1468"/>
                    <a:pt x="167" y="2302"/>
                  </a:cubicBezTo>
                  <a:cubicBezTo>
                    <a:pt x="167" y="3302"/>
                    <a:pt x="167" y="4337"/>
                    <a:pt x="167" y="5337"/>
                  </a:cubicBezTo>
                  <a:cubicBezTo>
                    <a:pt x="167" y="7472"/>
                    <a:pt x="200" y="9574"/>
                    <a:pt x="267" y="11675"/>
                  </a:cubicBezTo>
                  <a:cubicBezTo>
                    <a:pt x="267" y="11708"/>
                    <a:pt x="234" y="11708"/>
                    <a:pt x="234" y="11742"/>
                  </a:cubicBezTo>
                  <a:cubicBezTo>
                    <a:pt x="10441" y="11575"/>
                    <a:pt x="20648" y="11608"/>
                    <a:pt x="30856" y="11575"/>
                  </a:cubicBezTo>
                  <a:cubicBezTo>
                    <a:pt x="31089" y="11575"/>
                    <a:pt x="31189" y="11842"/>
                    <a:pt x="31089" y="12009"/>
                  </a:cubicBezTo>
                  <a:cubicBezTo>
                    <a:pt x="31122" y="12042"/>
                    <a:pt x="31122" y="12075"/>
                    <a:pt x="31122" y="12109"/>
                  </a:cubicBezTo>
                  <a:cubicBezTo>
                    <a:pt x="31389" y="13276"/>
                    <a:pt x="30989" y="14444"/>
                    <a:pt x="30288" y="15444"/>
                  </a:cubicBezTo>
                  <a:cubicBezTo>
                    <a:pt x="32623" y="15411"/>
                    <a:pt x="35392" y="14244"/>
                    <a:pt x="35759" y="11742"/>
                  </a:cubicBezTo>
                  <a:cubicBezTo>
                    <a:pt x="35759" y="11642"/>
                    <a:pt x="35826" y="11575"/>
                    <a:pt x="35926" y="11575"/>
                  </a:cubicBezTo>
                  <a:cubicBezTo>
                    <a:pt x="35959" y="11508"/>
                    <a:pt x="36026" y="11442"/>
                    <a:pt x="36093" y="11442"/>
                  </a:cubicBezTo>
                  <a:lnTo>
                    <a:pt x="36259" y="11442"/>
                  </a:lnTo>
                  <a:cubicBezTo>
                    <a:pt x="38848" y="11442"/>
                    <a:pt x="41415" y="11527"/>
                    <a:pt x="43995" y="11527"/>
                  </a:cubicBezTo>
                  <a:cubicBezTo>
                    <a:pt x="44640" y="11527"/>
                    <a:pt x="45286" y="11522"/>
                    <a:pt x="45933" y="11508"/>
                  </a:cubicBezTo>
                  <a:cubicBezTo>
                    <a:pt x="45633" y="9740"/>
                    <a:pt x="45733" y="7939"/>
                    <a:pt x="45700" y="6138"/>
                  </a:cubicBezTo>
                  <a:cubicBezTo>
                    <a:pt x="45700" y="4103"/>
                    <a:pt x="45533" y="2035"/>
                    <a:pt x="45599" y="0"/>
                  </a:cubicBezTo>
                  <a:lnTo>
                    <a:pt x="45599" y="0"/>
                  </a:lnTo>
                  <a:cubicBezTo>
                    <a:pt x="38061" y="33"/>
                    <a:pt x="30522" y="67"/>
                    <a:pt x="22983" y="100"/>
                  </a:cubicBezTo>
                  <a:lnTo>
                    <a:pt x="11575" y="167"/>
                  </a:lnTo>
                  <a:cubicBezTo>
                    <a:pt x="9176" y="167"/>
                    <a:pt x="6751" y="261"/>
                    <a:pt x="4332" y="261"/>
                  </a:cubicBezTo>
                  <a:cubicBezTo>
                    <a:pt x="2951" y="261"/>
                    <a:pt x="1571" y="231"/>
                    <a:pt x="200" y="134"/>
                  </a:cubicBezTo>
                  <a:cubicBezTo>
                    <a:pt x="100" y="134"/>
                    <a:pt x="34" y="67"/>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1"/>
            <p:cNvSpPr/>
            <p:nvPr/>
          </p:nvSpPr>
          <p:spPr>
            <a:xfrm>
              <a:off x="5279200" y="1685004"/>
              <a:ext cx="134222" cy="85791"/>
            </a:xfrm>
            <a:custGeom>
              <a:rect b="b" l="l" r="r" t="t"/>
              <a:pathLst>
                <a:path extrusionOk="0" h="4618" w="7225">
                  <a:moveTo>
                    <a:pt x="6806" y="1"/>
                  </a:moveTo>
                  <a:cubicBezTo>
                    <a:pt x="6739" y="1"/>
                    <a:pt x="6672" y="67"/>
                    <a:pt x="6639" y="134"/>
                  </a:cubicBezTo>
                  <a:cubicBezTo>
                    <a:pt x="6539" y="134"/>
                    <a:pt x="6472" y="201"/>
                    <a:pt x="6439" y="301"/>
                  </a:cubicBezTo>
                  <a:cubicBezTo>
                    <a:pt x="6105" y="2803"/>
                    <a:pt x="3336" y="3970"/>
                    <a:pt x="1001" y="4003"/>
                  </a:cubicBezTo>
                  <a:cubicBezTo>
                    <a:pt x="1669" y="3003"/>
                    <a:pt x="2102" y="1835"/>
                    <a:pt x="1835" y="668"/>
                  </a:cubicBezTo>
                  <a:lnTo>
                    <a:pt x="1835" y="668"/>
                  </a:lnTo>
                  <a:lnTo>
                    <a:pt x="1468" y="768"/>
                  </a:lnTo>
                  <a:cubicBezTo>
                    <a:pt x="1268" y="1969"/>
                    <a:pt x="1035" y="3069"/>
                    <a:pt x="201" y="4070"/>
                  </a:cubicBezTo>
                  <a:cubicBezTo>
                    <a:pt x="1" y="4270"/>
                    <a:pt x="134" y="4571"/>
                    <a:pt x="401" y="4604"/>
                  </a:cubicBezTo>
                  <a:cubicBezTo>
                    <a:pt x="525" y="4613"/>
                    <a:pt x="656" y="4618"/>
                    <a:pt x="793" y="4618"/>
                  </a:cubicBezTo>
                  <a:cubicBezTo>
                    <a:pt x="3131" y="4618"/>
                    <a:pt x="7224" y="3272"/>
                    <a:pt x="6972" y="468"/>
                  </a:cubicBezTo>
                  <a:lnTo>
                    <a:pt x="6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1"/>
            <p:cNvSpPr/>
            <p:nvPr/>
          </p:nvSpPr>
          <p:spPr>
            <a:xfrm>
              <a:off x="4726445" y="1471994"/>
              <a:ext cx="588108" cy="228931"/>
            </a:xfrm>
            <a:custGeom>
              <a:rect b="b" l="l" r="r" t="t"/>
              <a:pathLst>
                <a:path extrusionOk="0" h="12323" w="31657">
                  <a:moveTo>
                    <a:pt x="396" y="0"/>
                  </a:moveTo>
                  <a:cubicBezTo>
                    <a:pt x="375" y="0"/>
                    <a:pt x="350" y="8"/>
                    <a:pt x="334" y="25"/>
                  </a:cubicBezTo>
                  <a:cubicBezTo>
                    <a:pt x="0" y="692"/>
                    <a:pt x="67" y="1326"/>
                    <a:pt x="67" y="2093"/>
                  </a:cubicBezTo>
                  <a:cubicBezTo>
                    <a:pt x="34" y="3194"/>
                    <a:pt x="34" y="4295"/>
                    <a:pt x="34" y="5396"/>
                  </a:cubicBezTo>
                  <a:cubicBezTo>
                    <a:pt x="34" y="7497"/>
                    <a:pt x="67" y="9599"/>
                    <a:pt x="134" y="11733"/>
                  </a:cubicBezTo>
                  <a:cubicBezTo>
                    <a:pt x="134" y="11900"/>
                    <a:pt x="267" y="12000"/>
                    <a:pt x="400" y="12000"/>
                  </a:cubicBezTo>
                  <a:cubicBezTo>
                    <a:pt x="400" y="12167"/>
                    <a:pt x="467" y="12301"/>
                    <a:pt x="667" y="12301"/>
                  </a:cubicBezTo>
                  <a:cubicBezTo>
                    <a:pt x="3114" y="12317"/>
                    <a:pt x="5561" y="12323"/>
                    <a:pt x="8008" y="12323"/>
                  </a:cubicBezTo>
                  <a:cubicBezTo>
                    <a:pt x="15737" y="12323"/>
                    <a:pt x="23470" y="12259"/>
                    <a:pt x="31222" y="12234"/>
                  </a:cubicBezTo>
                  <a:lnTo>
                    <a:pt x="31589" y="12134"/>
                  </a:lnTo>
                  <a:cubicBezTo>
                    <a:pt x="31589" y="12100"/>
                    <a:pt x="31556" y="12067"/>
                    <a:pt x="31556" y="12067"/>
                  </a:cubicBezTo>
                  <a:cubicBezTo>
                    <a:pt x="31656" y="11867"/>
                    <a:pt x="31556" y="11600"/>
                    <a:pt x="31289" y="11600"/>
                  </a:cubicBezTo>
                  <a:cubicBezTo>
                    <a:pt x="21115" y="11667"/>
                    <a:pt x="10908" y="11633"/>
                    <a:pt x="701" y="11767"/>
                  </a:cubicBezTo>
                  <a:cubicBezTo>
                    <a:pt x="701" y="11767"/>
                    <a:pt x="734" y="11733"/>
                    <a:pt x="734" y="11733"/>
                  </a:cubicBezTo>
                  <a:cubicBezTo>
                    <a:pt x="667" y="9632"/>
                    <a:pt x="634" y="7497"/>
                    <a:pt x="634" y="5396"/>
                  </a:cubicBezTo>
                  <a:cubicBezTo>
                    <a:pt x="634" y="4362"/>
                    <a:pt x="634" y="3361"/>
                    <a:pt x="634" y="2327"/>
                  </a:cubicBezTo>
                  <a:cubicBezTo>
                    <a:pt x="634" y="1526"/>
                    <a:pt x="767" y="792"/>
                    <a:pt x="467" y="58"/>
                  </a:cubicBezTo>
                  <a:cubicBezTo>
                    <a:pt x="467" y="58"/>
                    <a:pt x="434" y="25"/>
                    <a:pt x="434" y="25"/>
                  </a:cubicBezTo>
                  <a:cubicBezTo>
                    <a:pt x="434" y="8"/>
                    <a:pt x="417" y="0"/>
                    <a:pt x="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5" name="Google Shape;6315;p121"/>
          <p:cNvSpPr/>
          <p:nvPr/>
        </p:nvSpPr>
        <p:spPr>
          <a:xfrm>
            <a:off x="5618054" y="2805170"/>
            <a:ext cx="57252" cy="238632"/>
          </a:xfrm>
          <a:custGeom>
            <a:rect b="b" l="l" r="r" t="t"/>
            <a:pathLst>
              <a:path extrusionOk="0" h="11058" w="2653">
                <a:moveTo>
                  <a:pt x="345" y="0"/>
                </a:moveTo>
                <a:cubicBezTo>
                  <a:pt x="95" y="0"/>
                  <a:pt x="0" y="322"/>
                  <a:pt x="215" y="475"/>
                </a:cubicBezTo>
                <a:cubicBezTo>
                  <a:pt x="215" y="475"/>
                  <a:pt x="215" y="475"/>
                  <a:pt x="215" y="509"/>
                </a:cubicBezTo>
                <a:cubicBezTo>
                  <a:pt x="348" y="3811"/>
                  <a:pt x="482" y="7147"/>
                  <a:pt x="615" y="10483"/>
                </a:cubicBezTo>
                <a:cubicBezTo>
                  <a:pt x="615" y="10616"/>
                  <a:pt x="748" y="10716"/>
                  <a:pt x="848" y="10716"/>
                </a:cubicBezTo>
                <a:cubicBezTo>
                  <a:pt x="848" y="10783"/>
                  <a:pt x="915" y="10816"/>
                  <a:pt x="949" y="10849"/>
                </a:cubicBezTo>
                <a:cubicBezTo>
                  <a:pt x="1282" y="10988"/>
                  <a:pt x="1639" y="11058"/>
                  <a:pt x="1999" y="11058"/>
                </a:cubicBezTo>
                <a:cubicBezTo>
                  <a:pt x="2072" y="11058"/>
                  <a:pt x="2144" y="11055"/>
                  <a:pt x="2216" y="11050"/>
                </a:cubicBezTo>
                <a:cubicBezTo>
                  <a:pt x="2652" y="10987"/>
                  <a:pt x="2594" y="10373"/>
                  <a:pt x="2204" y="10373"/>
                </a:cubicBezTo>
                <a:cubicBezTo>
                  <a:pt x="2177" y="10373"/>
                  <a:pt x="2147" y="10376"/>
                  <a:pt x="2116" y="10382"/>
                </a:cubicBezTo>
                <a:cubicBezTo>
                  <a:pt x="1981" y="10428"/>
                  <a:pt x="1838" y="10446"/>
                  <a:pt x="1692" y="10446"/>
                </a:cubicBezTo>
                <a:cubicBezTo>
                  <a:pt x="1515" y="10446"/>
                  <a:pt x="1332" y="10419"/>
                  <a:pt x="1149" y="10382"/>
                </a:cubicBezTo>
                <a:cubicBezTo>
                  <a:pt x="1182" y="9482"/>
                  <a:pt x="1215" y="8581"/>
                  <a:pt x="1215" y="7681"/>
                </a:cubicBezTo>
                <a:cubicBezTo>
                  <a:pt x="1416" y="7714"/>
                  <a:pt x="1649" y="7714"/>
                  <a:pt x="1849" y="7714"/>
                </a:cubicBezTo>
                <a:cubicBezTo>
                  <a:pt x="2249" y="7681"/>
                  <a:pt x="2249" y="7113"/>
                  <a:pt x="1849" y="7080"/>
                </a:cubicBezTo>
                <a:cubicBezTo>
                  <a:pt x="1649" y="7080"/>
                  <a:pt x="1416" y="7080"/>
                  <a:pt x="1215" y="7113"/>
                </a:cubicBezTo>
                <a:cubicBezTo>
                  <a:pt x="1215" y="4945"/>
                  <a:pt x="1115" y="2810"/>
                  <a:pt x="882" y="676"/>
                </a:cubicBezTo>
                <a:lnTo>
                  <a:pt x="882" y="676"/>
                </a:lnTo>
                <a:cubicBezTo>
                  <a:pt x="1071" y="699"/>
                  <a:pt x="1276" y="723"/>
                  <a:pt x="1474" y="723"/>
                </a:cubicBezTo>
                <a:cubicBezTo>
                  <a:pt x="1557" y="723"/>
                  <a:pt x="1638" y="719"/>
                  <a:pt x="1716" y="709"/>
                </a:cubicBezTo>
                <a:cubicBezTo>
                  <a:pt x="2106" y="644"/>
                  <a:pt x="2116" y="40"/>
                  <a:pt x="1746" y="40"/>
                </a:cubicBezTo>
                <a:cubicBezTo>
                  <a:pt x="1736" y="40"/>
                  <a:pt x="1726" y="41"/>
                  <a:pt x="1716" y="42"/>
                </a:cubicBezTo>
                <a:cubicBezTo>
                  <a:pt x="1536" y="56"/>
                  <a:pt x="1357" y="64"/>
                  <a:pt x="1177" y="64"/>
                </a:cubicBezTo>
                <a:cubicBezTo>
                  <a:pt x="923" y="64"/>
                  <a:pt x="669" y="47"/>
                  <a:pt x="415" y="8"/>
                </a:cubicBezTo>
                <a:cubicBezTo>
                  <a:pt x="390" y="3"/>
                  <a:pt x="367"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1"/>
          <p:cNvSpPr/>
          <p:nvPr/>
        </p:nvSpPr>
        <p:spPr>
          <a:xfrm>
            <a:off x="5554282" y="3093254"/>
            <a:ext cx="82802" cy="241890"/>
          </a:xfrm>
          <a:custGeom>
            <a:rect b="b" l="l" r="r" t="t"/>
            <a:pathLst>
              <a:path extrusionOk="0" h="11209" w="3837">
                <a:moveTo>
                  <a:pt x="558" y="1"/>
                </a:moveTo>
                <a:cubicBezTo>
                  <a:pt x="457" y="1"/>
                  <a:pt x="344" y="38"/>
                  <a:pt x="301" y="102"/>
                </a:cubicBezTo>
                <a:cubicBezTo>
                  <a:pt x="1" y="403"/>
                  <a:pt x="67" y="736"/>
                  <a:pt x="67" y="1170"/>
                </a:cubicBezTo>
                <a:cubicBezTo>
                  <a:pt x="34" y="2337"/>
                  <a:pt x="67" y="3505"/>
                  <a:pt x="134" y="4639"/>
                </a:cubicBezTo>
                <a:cubicBezTo>
                  <a:pt x="201" y="6807"/>
                  <a:pt x="401" y="8975"/>
                  <a:pt x="835" y="11077"/>
                </a:cubicBezTo>
                <a:cubicBezTo>
                  <a:pt x="864" y="11165"/>
                  <a:pt x="946" y="11208"/>
                  <a:pt x="1025" y="11208"/>
                </a:cubicBezTo>
                <a:cubicBezTo>
                  <a:pt x="1125" y="11208"/>
                  <a:pt x="1220" y="11140"/>
                  <a:pt x="1202" y="11010"/>
                </a:cubicBezTo>
                <a:cubicBezTo>
                  <a:pt x="1135" y="9276"/>
                  <a:pt x="968" y="7541"/>
                  <a:pt x="868" y="5806"/>
                </a:cubicBezTo>
                <a:cubicBezTo>
                  <a:pt x="801" y="5039"/>
                  <a:pt x="768" y="4272"/>
                  <a:pt x="768" y="3505"/>
                </a:cubicBezTo>
                <a:cubicBezTo>
                  <a:pt x="768" y="3004"/>
                  <a:pt x="735" y="2537"/>
                  <a:pt x="735" y="2037"/>
                </a:cubicBezTo>
                <a:cubicBezTo>
                  <a:pt x="735" y="1837"/>
                  <a:pt x="735" y="1670"/>
                  <a:pt x="768" y="1470"/>
                </a:cubicBezTo>
                <a:lnTo>
                  <a:pt x="768" y="1437"/>
                </a:lnTo>
                <a:cubicBezTo>
                  <a:pt x="1435" y="4572"/>
                  <a:pt x="2269" y="7708"/>
                  <a:pt x="3103" y="10810"/>
                </a:cubicBezTo>
                <a:cubicBezTo>
                  <a:pt x="3148" y="10974"/>
                  <a:pt x="3285" y="11051"/>
                  <a:pt x="3424" y="11051"/>
                </a:cubicBezTo>
                <a:cubicBezTo>
                  <a:pt x="3596" y="11051"/>
                  <a:pt x="3770" y="10932"/>
                  <a:pt x="3770" y="10710"/>
                </a:cubicBezTo>
                <a:cubicBezTo>
                  <a:pt x="3837" y="7274"/>
                  <a:pt x="3437" y="3872"/>
                  <a:pt x="2970" y="469"/>
                </a:cubicBezTo>
                <a:cubicBezTo>
                  <a:pt x="2953" y="231"/>
                  <a:pt x="2763" y="115"/>
                  <a:pt x="2585" y="115"/>
                </a:cubicBezTo>
                <a:cubicBezTo>
                  <a:pt x="2413" y="115"/>
                  <a:pt x="2253" y="223"/>
                  <a:pt x="2269" y="436"/>
                </a:cubicBezTo>
                <a:cubicBezTo>
                  <a:pt x="2603" y="2904"/>
                  <a:pt x="2903" y="5373"/>
                  <a:pt x="3036" y="7841"/>
                </a:cubicBezTo>
                <a:cubicBezTo>
                  <a:pt x="2402" y="5373"/>
                  <a:pt x="1735" y="2904"/>
                  <a:pt x="968" y="503"/>
                </a:cubicBezTo>
                <a:cubicBezTo>
                  <a:pt x="968" y="469"/>
                  <a:pt x="968" y="469"/>
                  <a:pt x="968" y="436"/>
                </a:cubicBezTo>
                <a:cubicBezTo>
                  <a:pt x="968" y="336"/>
                  <a:pt x="901" y="202"/>
                  <a:pt x="801" y="102"/>
                </a:cubicBezTo>
                <a:cubicBezTo>
                  <a:pt x="768" y="102"/>
                  <a:pt x="735" y="69"/>
                  <a:pt x="701" y="36"/>
                </a:cubicBezTo>
                <a:cubicBezTo>
                  <a:pt x="666" y="12"/>
                  <a:pt x="614" y="1"/>
                  <a:pt x="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7" name="Google Shape;6317;p121"/>
          <p:cNvGrpSpPr/>
          <p:nvPr/>
        </p:nvGrpSpPr>
        <p:grpSpPr>
          <a:xfrm>
            <a:off x="5561814" y="3397243"/>
            <a:ext cx="114160" cy="234898"/>
            <a:chOff x="5076439" y="3414593"/>
            <a:chExt cx="114160" cy="234898"/>
          </a:xfrm>
        </p:grpSpPr>
        <p:sp>
          <p:nvSpPr>
            <p:cNvPr id="6318" name="Google Shape;6318;p121"/>
            <p:cNvSpPr/>
            <p:nvPr/>
          </p:nvSpPr>
          <p:spPr>
            <a:xfrm>
              <a:off x="5132981" y="3414873"/>
              <a:ext cx="57619" cy="233280"/>
            </a:xfrm>
            <a:custGeom>
              <a:rect b="b" l="l" r="r" t="t"/>
              <a:pathLst>
                <a:path extrusionOk="0" h="10810" w="2670">
                  <a:moveTo>
                    <a:pt x="2374" y="1"/>
                  </a:moveTo>
                  <a:cubicBezTo>
                    <a:pt x="2217" y="1"/>
                    <a:pt x="2052" y="109"/>
                    <a:pt x="2035" y="314"/>
                  </a:cubicBezTo>
                  <a:cubicBezTo>
                    <a:pt x="1635" y="3349"/>
                    <a:pt x="1635" y="6551"/>
                    <a:pt x="1702" y="9620"/>
                  </a:cubicBezTo>
                  <a:cubicBezTo>
                    <a:pt x="1468" y="9320"/>
                    <a:pt x="1268" y="9020"/>
                    <a:pt x="1068" y="8686"/>
                  </a:cubicBezTo>
                  <a:cubicBezTo>
                    <a:pt x="1068" y="8653"/>
                    <a:pt x="1068" y="8620"/>
                    <a:pt x="1068" y="8553"/>
                  </a:cubicBezTo>
                  <a:cubicBezTo>
                    <a:pt x="1068" y="8405"/>
                    <a:pt x="921" y="8297"/>
                    <a:pt x="779" y="8297"/>
                  </a:cubicBezTo>
                  <a:cubicBezTo>
                    <a:pt x="697" y="8297"/>
                    <a:pt x="617" y="8334"/>
                    <a:pt x="568" y="8419"/>
                  </a:cubicBezTo>
                  <a:cubicBezTo>
                    <a:pt x="434" y="8686"/>
                    <a:pt x="401" y="9020"/>
                    <a:pt x="301" y="9287"/>
                  </a:cubicBezTo>
                  <a:cubicBezTo>
                    <a:pt x="201" y="9487"/>
                    <a:pt x="101" y="9687"/>
                    <a:pt x="1" y="9854"/>
                  </a:cubicBezTo>
                  <a:lnTo>
                    <a:pt x="367" y="10254"/>
                  </a:lnTo>
                  <a:cubicBezTo>
                    <a:pt x="534" y="10021"/>
                    <a:pt x="668" y="9787"/>
                    <a:pt x="768" y="9554"/>
                  </a:cubicBezTo>
                  <a:cubicBezTo>
                    <a:pt x="801" y="9487"/>
                    <a:pt x="834" y="9420"/>
                    <a:pt x="868" y="9353"/>
                  </a:cubicBezTo>
                  <a:cubicBezTo>
                    <a:pt x="1101" y="9854"/>
                    <a:pt x="1402" y="10287"/>
                    <a:pt x="1802" y="10721"/>
                  </a:cubicBezTo>
                  <a:cubicBezTo>
                    <a:pt x="1863" y="10782"/>
                    <a:pt x="1937" y="10809"/>
                    <a:pt x="2010" y="10809"/>
                  </a:cubicBezTo>
                  <a:cubicBezTo>
                    <a:pt x="2175" y="10809"/>
                    <a:pt x="2336" y="10672"/>
                    <a:pt x="2336" y="10488"/>
                  </a:cubicBezTo>
                  <a:cubicBezTo>
                    <a:pt x="2402" y="7118"/>
                    <a:pt x="2669" y="3683"/>
                    <a:pt x="2669" y="314"/>
                  </a:cubicBezTo>
                  <a:cubicBezTo>
                    <a:pt x="2669" y="101"/>
                    <a:pt x="2525" y="1"/>
                    <a:pt x="2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1"/>
            <p:cNvSpPr/>
            <p:nvPr/>
          </p:nvSpPr>
          <p:spPr>
            <a:xfrm>
              <a:off x="5076439" y="3414593"/>
              <a:ext cx="64481" cy="234898"/>
            </a:xfrm>
            <a:custGeom>
              <a:rect b="b" l="l" r="r" t="t"/>
              <a:pathLst>
                <a:path extrusionOk="0" h="10885" w="2988">
                  <a:moveTo>
                    <a:pt x="220" y="0"/>
                  </a:moveTo>
                  <a:cubicBezTo>
                    <a:pt x="107" y="0"/>
                    <a:pt x="1" y="68"/>
                    <a:pt x="19" y="193"/>
                  </a:cubicBezTo>
                  <a:cubicBezTo>
                    <a:pt x="486" y="3629"/>
                    <a:pt x="1253" y="7031"/>
                    <a:pt x="2053" y="10400"/>
                  </a:cubicBezTo>
                  <a:cubicBezTo>
                    <a:pt x="2053" y="10434"/>
                    <a:pt x="2053" y="10467"/>
                    <a:pt x="2053" y="10501"/>
                  </a:cubicBezTo>
                  <a:cubicBezTo>
                    <a:pt x="2053" y="10534"/>
                    <a:pt x="2087" y="10601"/>
                    <a:pt x="2120" y="10667"/>
                  </a:cubicBezTo>
                  <a:cubicBezTo>
                    <a:pt x="2175" y="10818"/>
                    <a:pt x="2292" y="10885"/>
                    <a:pt x="2411" y="10885"/>
                  </a:cubicBezTo>
                  <a:cubicBezTo>
                    <a:pt x="2581" y="10885"/>
                    <a:pt x="2754" y="10750"/>
                    <a:pt x="2754" y="10534"/>
                  </a:cubicBezTo>
                  <a:cubicBezTo>
                    <a:pt x="2787" y="10501"/>
                    <a:pt x="2787" y="10501"/>
                    <a:pt x="2821" y="10467"/>
                  </a:cubicBezTo>
                  <a:cubicBezTo>
                    <a:pt x="2887" y="10400"/>
                    <a:pt x="2921" y="10334"/>
                    <a:pt x="2987" y="10267"/>
                  </a:cubicBezTo>
                  <a:lnTo>
                    <a:pt x="2621" y="9867"/>
                  </a:lnTo>
                  <a:cubicBezTo>
                    <a:pt x="2020" y="6631"/>
                    <a:pt x="1386" y="3329"/>
                    <a:pt x="452" y="160"/>
                  </a:cubicBezTo>
                  <a:cubicBezTo>
                    <a:pt x="421" y="51"/>
                    <a:pt x="318" y="0"/>
                    <a:pt x="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0" name="Google Shape;6320;p121"/>
          <p:cNvSpPr/>
          <p:nvPr/>
        </p:nvSpPr>
        <p:spPr>
          <a:xfrm>
            <a:off x="5517573" y="2802861"/>
            <a:ext cx="66963" cy="241480"/>
          </a:xfrm>
          <a:custGeom>
            <a:rect b="b" l="l" r="r" t="t"/>
            <a:pathLst>
              <a:path extrusionOk="0" h="11190" w="3103">
                <a:moveTo>
                  <a:pt x="734" y="983"/>
                </a:moveTo>
                <a:cubicBezTo>
                  <a:pt x="1635" y="2217"/>
                  <a:pt x="2002" y="3718"/>
                  <a:pt x="2169" y="5286"/>
                </a:cubicBezTo>
                <a:cubicBezTo>
                  <a:pt x="2269" y="5986"/>
                  <a:pt x="2336" y="6753"/>
                  <a:pt x="2302" y="7487"/>
                </a:cubicBezTo>
                <a:cubicBezTo>
                  <a:pt x="2269" y="7921"/>
                  <a:pt x="2235" y="8388"/>
                  <a:pt x="2135" y="8822"/>
                </a:cubicBezTo>
                <a:cubicBezTo>
                  <a:pt x="2035" y="9389"/>
                  <a:pt x="1568" y="9989"/>
                  <a:pt x="1802" y="10523"/>
                </a:cubicBezTo>
                <a:cubicBezTo>
                  <a:pt x="1768" y="10523"/>
                  <a:pt x="1735" y="10489"/>
                  <a:pt x="1702" y="10489"/>
                </a:cubicBezTo>
                <a:cubicBezTo>
                  <a:pt x="1668" y="10456"/>
                  <a:pt x="1635" y="10456"/>
                  <a:pt x="1635" y="10456"/>
                </a:cubicBezTo>
                <a:cubicBezTo>
                  <a:pt x="1602" y="10448"/>
                  <a:pt x="1570" y="10444"/>
                  <a:pt x="1541" y="10444"/>
                </a:cubicBezTo>
                <a:cubicBezTo>
                  <a:pt x="1452" y="10444"/>
                  <a:pt x="1377" y="10481"/>
                  <a:pt x="1301" y="10556"/>
                </a:cubicBezTo>
                <a:cubicBezTo>
                  <a:pt x="1168" y="7354"/>
                  <a:pt x="901" y="4185"/>
                  <a:pt x="734" y="983"/>
                </a:cubicBezTo>
                <a:close/>
                <a:moveTo>
                  <a:pt x="405" y="0"/>
                </a:moveTo>
                <a:cubicBezTo>
                  <a:pt x="301" y="0"/>
                  <a:pt x="212" y="60"/>
                  <a:pt x="167" y="149"/>
                </a:cubicBezTo>
                <a:cubicBezTo>
                  <a:pt x="67" y="215"/>
                  <a:pt x="1" y="316"/>
                  <a:pt x="1" y="449"/>
                </a:cubicBezTo>
                <a:cubicBezTo>
                  <a:pt x="134" y="3851"/>
                  <a:pt x="301" y="7287"/>
                  <a:pt x="768" y="10623"/>
                </a:cubicBezTo>
                <a:cubicBezTo>
                  <a:pt x="788" y="10766"/>
                  <a:pt x="897" y="10834"/>
                  <a:pt x="1017" y="10834"/>
                </a:cubicBezTo>
                <a:cubicBezTo>
                  <a:pt x="1091" y="10834"/>
                  <a:pt x="1171" y="10808"/>
                  <a:pt x="1235" y="10756"/>
                </a:cubicBezTo>
                <a:lnTo>
                  <a:pt x="1235" y="10756"/>
                </a:lnTo>
                <a:cubicBezTo>
                  <a:pt x="1168" y="10956"/>
                  <a:pt x="1335" y="11190"/>
                  <a:pt x="1535" y="11190"/>
                </a:cubicBezTo>
                <a:cubicBezTo>
                  <a:pt x="3103" y="11090"/>
                  <a:pt x="3003" y="7220"/>
                  <a:pt x="2969" y="6253"/>
                </a:cubicBezTo>
                <a:cubicBezTo>
                  <a:pt x="2803" y="3985"/>
                  <a:pt x="2402" y="1583"/>
                  <a:pt x="568" y="49"/>
                </a:cubicBezTo>
                <a:cubicBezTo>
                  <a:pt x="512" y="15"/>
                  <a:pt x="456" y="0"/>
                  <a:pt x="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1"/>
          <p:cNvSpPr/>
          <p:nvPr/>
        </p:nvSpPr>
        <p:spPr>
          <a:xfrm>
            <a:off x="5511099" y="3714547"/>
            <a:ext cx="64093" cy="233970"/>
          </a:xfrm>
          <a:custGeom>
            <a:rect b="b" l="l" r="r" t="t"/>
            <a:pathLst>
              <a:path extrusionOk="0" h="10842" w="2970">
                <a:moveTo>
                  <a:pt x="2448" y="1"/>
                </a:moveTo>
                <a:cubicBezTo>
                  <a:pt x="2352" y="1"/>
                  <a:pt x="2252" y="67"/>
                  <a:pt x="2235" y="201"/>
                </a:cubicBezTo>
                <a:cubicBezTo>
                  <a:pt x="2169" y="801"/>
                  <a:pt x="2102" y="1435"/>
                  <a:pt x="2035" y="2069"/>
                </a:cubicBezTo>
                <a:cubicBezTo>
                  <a:pt x="1844" y="2069"/>
                  <a:pt x="1625" y="2123"/>
                  <a:pt x="1426" y="2123"/>
                </a:cubicBezTo>
                <a:cubicBezTo>
                  <a:pt x="1244" y="2123"/>
                  <a:pt x="1079" y="2077"/>
                  <a:pt x="968" y="1902"/>
                </a:cubicBezTo>
                <a:cubicBezTo>
                  <a:pt x="834" y="1668"/>
                  <a:pt x="868" y="1368"/>
                  <a:pt x="868" y="1101"/>
                </a:cubicBezTo>
                <a:cubicBezTo>
                  <a:pt x="868" y="868"/>
                  <a:pt x="868" y="634"/>
                  <a:pt x="801" y="401"/>
                </a:cubicBezTo>
                <a:cubicBezTo>
                  <a:pt x="770" y="292"/>
                  <a:pt x="674" y="241"/>
                  <a:pt x="581" y="241"/>
                </a:cubicBezTo>
                <a:cubicBezTo>
                  <a:pt x="473" y="241"/>
                  <a:pt x="367" y="309"/>
                  <a:pt x="367" y="434"/>
                </a:cubicBezTo>
                <a:cubicBezTo>
                  <a:pt x="467" y="1135"/>
                  <a:pt x="0" y="1935"/>
                  <a:pt x="601" y="2469"/>
                </a:cubicBezTo>
                <a:cubicBezTo>
                  <a:pt x="821" y="2664"/>
                  <a:pt x="1219" y="2788"/>
                  <a:pt x="1600" y="2788"/>
                </a:cubicBezTo>
                <a:cubicBezTo>
                  <a:pt x="1740" y="2788"/>
                  <a:pt x="1877" y="2772"/>
                  <a:pt x="2002" y="2736"/>
                </a:cubicBezTo>
                <a:lnTo>
                  <a:pt x="2002" y="2736"/>
                </a:lnTo>
                <a:cubicBezTo>
                  <a:pt x="1835" y="5371"/>
                  <a:pt x="1902" y="8073"/>
                  <a:pt x="2335" y="10608"/>
                </a:cubicBezTo>
                <a:cubicBezTo>
                  <a:pt x="2365" y="10770"/>
                  <a:pt x="2492" y="10841"/>
                  <a:pt x="2625" y="10841"/>
                </a:cubicBezTo>
                <a:cubicBezTo>
                  <a:pt x="2792" y="10841"/>
                  <a:pt x="2969" y="10728"/>
                  <a:pt x="2969" y="10541"/>
                </a:cubicBezTo>
                <a:cubicBezTo>
                  <a:pt x="2869" y="7072"/>
                  <a:pt x="2636" y="3636"/>
                  <a:pt x="2636" y="201"/>
                </a:cubicBezTo>
                <a:cubicBezTo>
                  <a:pt x="2636" y="67"/>
                  <a:pt x="2544" y="1"/>
                  <a:pt x="2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2" name="Google Shape;6322;p121"/>
          <p:cNvGrpSpPr/>
          <p:nvPr/>
        </p:nvGrpSpPr>
        <p:grpSpPr>
          <a:xfrm>
            <a:off x="7086454" y="1926660"/>
            <a:ext cx="678155" cy="661559"/>
            <a:chOff x="5158371" y="4196533"/>
            <a:chExt cx="583761" cy="569475"/>
          </a:xfrm>
        </p:grpSpPr>
        <p:sp>
          <p:nvSpPr>
            <p:cNvPr id="6323" name="Google Shape;6323;p121"/>
            <p:cNvSpPr/>
            <p:nvPr/>
          </p:nvSpPr>
          <p:spPr>
            <a:xfrm>
              <a:off x="5168905" y="4208850"/>
              <a:ext cx="562694" cy="547367"/>
            </a:xfrm>
            <a:custGeom>
              <a:rect b="b" l="l" r="r" t="t"/>
              <a:pathLst>
                <a:path extrusionOk="0" h="29464" w="30289">
                  <a:moveTo>
                    <a:pt x="7445" y="407"/>
                  </a:moveTo>
                  <a:cubicBezTo>
                    <a:pt x="7453" y="407"/>
                    <a:pt x="7462" y="408"/>
                    <a:pt x="7472" y="410"/>
                  </a:cubicBezTo>
                  <a:cubicBezTo>
                    <a:pt x="7872" y="443"/>
                    <a:pt x="8273" y="443"/>
                    <a:pt x="8673" y="543"/>
                  </a:cubicBezTo>
                  <a:cubicBezTo>
                    <a:pt x="8806" y="543"/>
                    <a:pt x="8773" y="777"/>
                    <a:pt x="8640" y="777"/>
                  </a:cubicBezTo>
                  <a:cubicBezTo>
                    <a:pt x="8273" y="777"/>
                    <a:pt x="7872" y="710"/>
                    <a:pt x="7472" y="643"/>
                  </a:cubicBezTo>
                  <a:cubicBezTo>
                    <a:pt x="7315" y="643"/>
                    <a:pt x="7306" y="407"/>
                    <a:pt x="7445" y="407"/>
                  </a:cubicBezTo>
                  <a:close/>
                  <a:moveTo>
                    <a:pt x="10249" y="507"/>
                  </a:moveTo>
                  <a:cubicBezTo>
                    <a:pt x="10257" y="507"/>
                    <a:pt x="10265" y="508"/>
                    <a:pt x="10274" y="510"/>
                  </a:cubicBezTo>
                  <a:cubicBezTo>
                    <a:pt x="10808" y="610"/>
                    <a:pt x="11342" y="610"/>
                    <a:pt x="11875" y="610"/>
                  </a:cubicBezTo>
                  <a:cubicBezTo>
                    <a:pt x="12042" y="610"/>
                    <a:pt x="12042" y="843"/>
                    <a:pt x="11875" y="877"/>
                  </a:cubicBezTo>
                  <a:cubicBezTo>
                    <a:pt x="11741" y="885"/>
                    <a:pt x="11609" y="889"/>
                    <a:pt x="11478" y="889"/>
                  </a:cubicBezTo>
                  <a:cubicBezTo>
                    <a:pt x="11054" y="889"/>
                    <a:pt x="10641" y="845"/>
                    <a:pt x="10207" y="743"/>
                  </a:cubicBezTo>
                  <a:cubicBezTo>
                    <a:pt x="10083" y="712"/>
                    <a:pt x="10133" y="507"/>
                    <a:pt x="10249" y="507"/>
                  </a:cubicBezTo>
                  <a:close/>
                  <a:moveTo>
                    <a:pt x="3936" y="610"/>
                  </a:moveTo>
                  <a:cubicBezTo>
                    <a:pt x="4537" y="643"/>
                    <a:pt x="5171" y="643"/>
                    <a:pt x="5771" y="743"/>
                  </a:cubicBezTo>
                  <a:cubicBezTo>
                    <a:pt x="5904" y="743"/>
                    <a:pt x="5938" y="977"/>
                    <a:pt x="5771" y="977"/>
                  </a:cubicBezTo>
                  <a:cubicBezTo>
                    <a:pt x="5137" y="977"/>
                    <a:pt x="4537" y="910"/>
                    <a:pt x="3936" y="843"/>
                  </a:cubicBezTo>
                  <a:cubicBezTo>
                    <a:pt x="3803" y="843"/>
                    <a:pt x="3803" y="610"/>
                    <a:pt x="3936" y="610"/>
                  </a:cubicBezTo>
                  <a:close/>
                  <a:moveTo>
                    <a:pt x="14129" y="697"/>
                  </a:moveTo>
                  <a:cubicBezTo>
                    <a:pt x="14428" y="697"/>
                    <a:pt x="14729" y="738"/>
                    <a:pt x="15011" y="843"/>
                  </a:cubicBezTo>
                  <a:cubicBezTo>
                    <a:pt x="15111" y="877"/>
                    <a:pt x="15078" y="1010"/>
                    <a:pt x="14978" y="1010"/>
                  </a:cubicBezTo>
                  <a:cubicBezTo>
                    <a:pt x="14520" y="1010"/>
                    <a:pt x="14063" y="937"/>
                    <a:pt x="13605" y="937"/>
                  </a:cubicBezTo>
                  <a:cubicBezTo>
                    <a:pt x="13529" y="937"/>
                    <a:pt x="13453" y="939"/>
                    <a:pt x="13376" y="944"/>
                  </a:cubicBezTo>
                  <a:cubicBezTo>
                    <a:pt x="13276" y="944"/>
                    <a:pt x="13243" y="777"/>
                    <a:pt x="13343" y="777"/>
                  </a:cubicBezTo>
                  <a:cubicBezTo>
                    <a:pt x="13595" y="730"/>
                    <a:pt x="13862" y="697"/>
                    <a:pt x="14129" y="697"/>
                  </a:cubicBezTo>
                  <a:close/>
                  <a:moveTo>
                    <a:pt x="20548" y="777"/>
                  </a:moveTo>
                  <a:cubicBezTo>
                    <a:pt x="20880" y="816"/>
                    <a:pt x="21213" y="832"/>
                    <a:pt x="21545" y="832"/>
                  </a:cubicBezTo>
                  <a:cubicBezTo>
                    <a:pt x="21780" y="832"/>
                    <a:pt x="22015" y="824"/>
                    <a:pt x="22249" y="810"/>
                  </a:cubicBezTo>
                  <a:cubicBezTo>
                    <a:pt x="22383" y="810"/>
                    <a:pt x="22416" y="1044"/>
                    <a:pt x="22283" y="1044"/>
                  </a:cubicBezTo>
                  <a:cubicBezTo>
                    <a:pt x="22046" y="1083"/>
                    <a:pt x="21809" y="1102"/>
                    <a:pt x="21574" y="1102"/>
                  </a:cubicBezTo>
                  <a:cubicBezTo>
                    <a:pt x="21214" y="1102"/>
                    <a:pt x="20858" y="1058"/>
                    <a:pt x="20515" y="977"/>
                  </a:cubicBezTo>
                  <a:cubicBezTo>
                    <a:pt x="20381" y="944"/>
                    <a:pt x="20415" y="777"/>
                    <a:pt x="20548" y="777"/>
                  </a:cubicBezTo>
                  <a:close/>
                  <a:moveTo>
                    <a:pt x="25051" y="780"/>
                  </a:moveTo>
                  <a:cubicBezTo>
                    <a:pt x="25229" y="780"/>
                    <a:pt x="25407" y="788"/>
                    <a:pt x="25585" y="810"/>
                  </a:cubicBezTo>
                  <a:cubicBezTo>
                    <a:pt x="25785" y="810"/>
                    <a:pt x="25785" y="1077"/>
                    <a:pt x="25585" y="1110"/>
                  </a:cubicBezTo>
                  <a:cubicBezTo>
                    <a:pt x="25429" y="1120"/>
                    <a:pt x="25273" y="1124"/>
                    <a:pt x="25116" y="1124"/>
                  </a:cubicBezTo>
                  <a:cubicBezTo>
                    <a:pt x="24739" y="1124"/>
                    <a:pt x="24361" y="1101"/>
                    <a:pt x="23984" y="1077"/>
                  </a:cubicBezTo>
                  <a:cubicBezTo>
                    <a:pt x="23784" y="1077"/>
                    <a:pt x="23784" y="810"/>
                    <a:pt x="23984" y="810"/>
                  </a:cubicBezTo>
                  <a:cubicBezTo>
                    <a:pt x="24340" y="810"/>
                    <a:pt x="24696" y="780"/>
                    <a:pt x="25051" y="780"/>
                  </a:cubicBezTo>
                  <a:close/>
                  <a:moveTo>
                    <a:pt x="17438" y="925"/>
                  </a:moveTo>
                  <a:cubicBezTo>
                    <a:pt x="17784" y="925"/>
                    <a:pt x="18126" y="964"/>
                    <a:pt x="18447" y="1077"/>
                  </a:cubicBezTo>
                  <a:cubicBezTo>
                    <a:pt x="18540" y="1108"/>
                    <a:pt x="18546" y="1314"/>
                    <a:pt x="18438" y="1314"/>
                  </a:cubicBezTo>
                  <a:cubicBezTo>
                    <a:pt x="18430" y="1314"/>
                    <a:pt x="18422" y="1313"/>
                    <a:pt x="18413" y="1310"/>
                  </a:cubicBezTo>
                  <a:cubicBezTo>
                    <a:pt x="17989" y="1263"/>
                    <a:pt x="17598" y="1216"/>
                    <a:pt x="17193" y="1216"/>
                  </a:cubicBezTo>
                  <a:cubicBezTo>
                    <a:pt x="17025" y="1216"/>
                    <a:pt x="16855" y="1224"/>
                    <a:pt x="16679" y="1244"/>
                  </a:cubicBezTo>
                  <a:cubicBezTo>
                    <a:pt x="16671" y="1246"/>
                    <a:pt x="16663" y="1247"/>
                    <a:pt x="16656" y="1247"/>
                  </a:cubicBezTo>
                  <a:cubicBezTo>
                    <a:pt x="16542" y="1247"/>
                    <a:pt x="16520" y="1008"/>
                    <a:pt x="16645" y="977"/>
                  </a:cubicBezTo>
                  <a:cubicBezTo>
                    <a:pt x="16906" y="948"/>
                    <a:pt x="17173" y="925"/>
                    <a:pt x="17438" y="925"/>
                  </a:cubicBezTo>
                  <a:close/>
                  <a:moveTo>
                    <a:pt x="27390" y="940"/>
                  </a:moveTo>
                  <a:cubicBezTo>
                    <a:pt x="27400" y="940"/>
                    <a:pt x="27410" y="941"/>
                    <a:pt x="27420" y="944"/>
                  </a:cubicBezTo>
                  <a:cubicBezTo>
                    <a:pt x="27887" y="1010"/>
                    <a:pt x="28487" y="1144"/>
                    <a:pt x="28787" y="1477"/>
                  </a:cubicBezTo>
                  <a:cubicBezTo>
                    <a:pt x="28903" y="1592"/>
                    <a:pt x="28794" y="1757"/>
                    <a:pt x="28676" y="1757"/>
                  </a:cubicBezTo>
                  <a:cubicBezTo>
                    <a:pt x="28658" y="1757"/>
                    <a:pt x="28639" y="1753"/>
                    <a:pt x="28621" y="1744"/>
                  </a:cubicBezTo>
                  <a:cubicBezTo>
                    <a:pt x="28421" y="1644"/>
                    <a:pt x="28220" y="1511"/>
                    <a:pt x="28020" y="1411"/>
                  </a:cubicBezTo>
                  <a:cubicBezTo>
                    <a:pt x="27820" y="1310"/>
                    <a:pt x="27620" y="1210"/>
                    <a:pt x="27386" y="1144"/>
                  </a:cubicBezTo>
                  <a:cubicBezTo>
                    <a:pt x="27232" y="1113"/>
                    <a:pt x="27278" y="940"/>
                    <a:pt x="27390" y="940"/>
                  </a:cubicBezTo>
                  <a:close/>
                  <a:moveTo>
                    <a:pt x="2235" y="710"/>
                  </a:moveTo>
                  <a:cubicBezTo>
                    <a:pt x="2369" y="710"/>
                    <a:pt x="2402" y="944"/>
                    <a:pt x="2268" y="977"/>
                  </a:cubicBezTo>
                  <a:cubicBezTo>
                    <a:pt x="1801" y="1110"/>
                    <a:pt x="1435" y="1444"/>
                    <a:pt x="1368" y="1944"/>
                  </a:cubicBezTo>
                  <a:cubicBezTo>
                    <a:pt x="1353" y="2003"/>
                    <a:pt x="1300" y="2029"/>
                    <a:pt x="1245" y="2029"/>
                  </a:cubicBezTo>
                  <a:cubicBezTo>
                    <a:pt x="1175" y="2029"/>
                    <a:pt x="1101" y="1986"/>
                    <a:pt x="1101" y="1911"/>
                  </a:cubicBezTo>
                  <a:cubicBezTo>
                    <a:pt x="1134" y="1310"/>
                    <a:pt x="1601" y="710"/>
                    <a:pt x="2235" y="710"/>
                  </a:cubicBezTo>
                  <a:close/>
                  <a:moveTo>
                    <a:pt x="28792" y="3354"/>
                  </a:moveTo>
                  <a:cubicBezTo>
                    <a:pt x="28862" y="3354"/>
                    <a:pt x="28938" y="3395"/>
                    <a:pt x="28954" y="3479"/>
                  </a:cubicBezTo>
                  <a:cubicBezTo>
                    <a:pt x="29054" y="4012"/>
                    <a:pt x="28954" y="4579"/>
                    <a:pt x="28954" y="5113"/>
                  </a:cubicBezTo>
                  <a:cubicBezTo>
                    <a:pt x="28938" y="5213"/>
                    <a:pt x="28862" y="5263"/>
                    <a:pt x="28792" y="5263"/>
                  </a:cubicBezTo>
                  <a:cubicBezTo>
                    <a:pt x="28721" y="5263"/>
                    <a:pt x="28654" y="5213"/>
                    <a:pt x="28654" y="5113"/>
                  </a:cubicBezTo>
                  <a:cubicBezTo>
                    <a:pt x="28621" y="4579"/>
                    <a:pt x="28554" y="4012"/>
                    <a:pt x="28654" y="3479"/>
                  </a:cubicBezTo>
                  <a:cubicBezTo>
                    <a:pt x="28654" y="3395"/>
                    <a:pt x="28721" y="3354"/>
                    <a:pt x="28792" y="3354"/>
                  </a:cubicBezTo>
                  <a:close/>
                  <a:moveTo>
                    <a:pt x="1164" y="3504"/>
                  </a:moveTo>
                  <a:cubicBezTo>
                    <a:pt x="1218" y="3504"/>
                    <a:pt x="1268" y="3529"/>
                    <a:pt x="1268" y="3579"/>
                  </a:cubicBezTo>
                  <a:cubicBezTo>
                    <a:pt x="1401" y="4112"/>
                    <a:pt x="1334" y="4713"/>
                    <a:pt x="1301" y="5247"/>
                  </a:cubicBezTo>
                  <a:cubicBezTo>
                    <a:pt x="1301" y="5330"/>
                    <a:pt x="1234" y="5372"/>
                    <a:pt x="1164" y="5372"/>
                  </a:cubicBezTo>
                  <a:cubicBezTo>
                    <a:pt x="1093" y="5372"/>
                    <a:pt x="1018" y="5330"/>
                    <a:pt x="1001" y="5247"/>
                  </a:cubicBezTo>
                  <a:cubicBezTo>
                    <a:pt x="968" y="4713"/>
                    <a:pt x="901" y="4112"/>
                    <a:pt x="1034" y="3579"/>
                  </a:cubicBezTo>
                  <a:cubicBezTo>
                    <a:pt x="1051" y="3529"/>
                    <a:pt x="1109" y="3504"/>
                    <a:pt x="1164" y="3504"/>
                  </a:cubicBezTo>
                  <a:close/>
                  <a:moveTo>
                    <a:pt x="28671" y="7138"/>
                  </a:moveTo>
                  <a:cubicBezTo>
                    <a:pt x="28724" y="7138"/>
                    <a:pt x="28772" y="7173"/>
                    <a:pt x="28787" y="7248"/>
                  </a:cubicBezTo>
                  <a:cubicBezTo>
                    <a:pt x="28921" y="7682"/>
                    <a:pt x="28921" y="8182"/>
                    <a:pt x="28954" y="8649"/>
                  </a:cubicBezTo>
                  <a:cubicBezTo>
                    <a:pt x="28954" y="8746"/>
                    <a:pt x="28864" y="8798"/>
                    <a:pt x="28781" y="8798"/>
                  </a:cubicBezTo>
                  <a:cubicBezTo>
                    <a:pt x="28723" y="8798"/>
                    <a:pt x="28668" y="8771"/>
                    <a:pt x="28654" y="8716"/>
                  </a:cubicBezTo>
                  <a:cubicBezTo>
                    <a:pt x="28587" y="8249"/>
                    <a:pt x="28487" y="7748"/>
                    <a:pt x="28521" y="7281"/>
                  </a:cubicBezTo>
                  <a:cubicBezTo>
                    <a:pt x="28539" y="7190"/>
                    <a:pt x="28608" y="7138"/>
                    <a:pt x="28671" y="7138"/>
                  </a:cubicBezTo>
                  <a:close/>
                  <a:moveTo>
                    <a:pt x="1151" y="7031"/>
                  </a:moveTo>
                  <a:cubicBezTo>
                    <a:pt x="1218" y="7031"/>
                    <a:pt x="1284" y="7081"/>
                    <a:pt x="1301" y="7181"/>
                  </a:cubicBezTo>
                  <a:cubicBezTo>
                    <a:pt x="1368" y="7782"/>
                    <a:pt x="1301" y="8382"/>
                    <a:pt x="1268" y="8983"/>
                  </a:cubicBezTo>
                  <a:cubicBezTo>
                    <a:pt x="1268" y="9066"/>
                    <a:pt x="1209" y="9108"/>
                    <a:pt x="1151" y="9108"/>
                  </a:cubicBezTo>
                  <a:cubicBezTo>
                    <a:pt x="1093" y="9108"/>
                    <a:pt x="1034" y="9066"/>
                    <a:pt x="1034" y="8983"/>
                  </a:cubicBezTo>
                  <a:cubicBezTo>
                    <a:pt x="1001" y="8382"/>
                    <a:pt x="934" y="7782"/>
                    <a:pt x="1001" y="7181"/>
                  </a:cubicBezTo>
                  <a:cubicBezTo>
                    <a:pt x="1018" y="7081"/>
                    <a:pt x="1084" y="7031"/>
                    <a:pt x="1151" y="7031"/>
                  </a:cubicBezTo>
                  <a:close/>
                  <a:moveTo>
                    <a:pt x="28687" y="10259"/>
                  </a:moveTo>
                  <a:cubicBezTo>
                    <a:pt x="28754" y="10259"/>
                    <a:pt x="28821" y="10300"/>
                    <a:pt x="28821" y="10384"/>
                  </a:cubicBezTo>
                  <a:cubicBezTo>
                    <a:pt x="28854" y="10884"/>
                    <a:pt x="28821" y="11384"/>
                    <a:pt x="28787" y="11885"/>
                  </a:cubicBezTo>
                  <a:cubicBezTo>
                    <a:pt x="28787" y="11951"/>
                    <a:pt x="28737" y="11985"/>
                    <a:pt x="28687" y="11985"/>
                  </a:cubicBezTo>
                  <a:cubicBezTo>
                    <a:pt x="28637" y="11985"/>
                    <a:pt x="28587" y="11951"/>
                    <a:pt x="28587" y="11885"/>
                  </a:cubicBezTo>
                  <a:cubicBezTo>
                    <a:pt x="28554" y="11384"/>
                    <a:pt x="28487" y="10884"/>
                    <a:pt x="28554" y="10384"/>
                  </a:cubicBezTo>
                  <a:cubicBezTo>
                    <a:pt x="28554" y="10300"/>
                    <a:pt x="28621" y="10259"/>
                    <a:pt x="28687" y="10259"/>
                  </a:cubicBezTo>
                  <a:close/>
                  <a:moveTo>
                    <a:pt x="1255" y="10609"/>
                  </a:moveTo>
                  <a:cubicBezTo>
                    <a:pt x="1301" y="10609"/>
                    <a:pt x="1351" y="10634"/>
                    <a:pt x="1368" y="10684"/>
                  </a:cubicBezTo>
                  <a:cubicBezTo>
                    <a:pt x="1468" y="11251"/>
                    <a:pt x="1401" y="11818"/>
                    <a:pt x="1401" y="12418"/>
                  </a:cubicBezTo>
                  <a:cubicBezTo>
                    <a:pt x="1385" y="12502"/>
                    <a:pt x="1318" y="12544"/>
                    <a:pt x="1255" y="12544"/>
                  </a:cubicBezTo>
                  <a:cubicBezTo>
                    <a:pt x="1193" y="12544"/>
                    <a:pt x="1134" y="12502"/>
                    <a:pt x="1134" y="12418"/>
                  </a:cubicBezTo>
                  <a:cubicBezTo>
                    <a:pt x="1101" y="11818"/>
                    <a:pt x="1068" y="11251"/>
                    <a:pt x="1168" y="10684"/>
                  </a:cubicBezTo>
                  <a:cubicBezTo>
                    <a:pt x="1168" y="10634"/>
                    <a:pt x="1209" y="10609"/>
                    <a:pt x="1255" y="10609"/>
                  </a:cubicBezTo>
                  <a:close/>
                  <a:moveTo>
                    <a:pt x="28897" y="13492"/>
                  </a:moveTo>
                  <a:cubicBezTo>
                    <a:pt x="28936" y="13492"/>
                    <a:pt x="28974" y="13511"/>
                    <a:pt x="28988" y="13553"/>
                  </a:cubicBezTo>
                  <a:cubicBezTo>
                    <a:pt x="29121" y="14153"/>
                    <a:pt x="29054" y="14753"/>
                    <a:pt x="28921" y="15354"/>
                  </a:cubicBezTo>
                  <a:cubicBezTo>
                    <a:pt x="28907" y="15396"/>
                    <a:pt x="28864" y="15414"/>
                    <a:pt x="28821" y="15414"/>
                  </a:cubicBezTo>
                  <a:cubicBezTo>
                    <a:pt x="28761" y="15414"/>
                    <a:pt x="28701" y="15379"/>
                    <a:pt x="28721" y="15321"/>
                  </a:cubicBezTo>
                  <a:cubicBezTo>
                    <a:pt x="28787" y="14753"/>
                    <a:pt x="28754" y="14186"/>
                    <a:pt x="28787" y="13586"/>
                  </a:cubicBezTo>
                  <a:cubicBezTo>
                    <a:pt x="28787" y="13528"/>
                    <a:pt x="28844" y="13492"/>
                    <a:pt x="28897" y="13492"/>
                  </a:cubicBezTo>
                  <a:close/>
                  <a:moveTo>
                    <a:pt x="1175" y="14432"/>
                  </a:moveTo>
                  <a:cubicBezTo>
                    <a:pt x="1225" y="14432"/>
                    <a:pt x="1268" y="14458"/>
                    <a:pt x="1268" y="14520"/>
                  </a:cubicBezTo>
                  <a:cubicBezTo>
                    <a:pt x="1368" y="15154"/>
                    <a:pt x="1368" y="15754"/>
                    <a:pt x="1568" y="16355"/>
                  </a:cubicBezTo>
                  <a:cubicBezTo>
                    <a:pt x="1609" y="16437"/>
                    <a:pt x="1536" y="16494"/>
                    <a:pt x="1458" y="16494"/>
                  </a:cubicBezTo>
                  <a:cubicBezTo>
                    <a:pt x="1410" y="16494"/>
                    <a:pt x="1360" y="16472"/>
                    <a:pt x="1334" y="16421"/>
                  </a:cubicBezTo>
                  <a:cubicBezTo>
                    <a:pt x="1101" y="15821"/>
                    <a:pt x="934" y="15154"/>
                    <a:pt x="1034" y="14520"/>
                  </a:cubicBezTo>
                  <a:cubicBezTo>
                    <a:pt x="1052" y="14466"/>
                    <a:pt x="1118" y="14432"/>
                    <a:pt x="1175" y="14432"/>
                  </a:cubicBezTo>
                  <a:close/>
                  <a:moveTo>
                    <a:pt x="29004" y="17122"/>
                  </a:moveTo>
                  <a:cubicBezTo>
                    <a:pt x="29063" y="17122"/>
                    <a:pt x="29121" y="17155"/>
                    <a:pt x="29121" y="17222"/>
                  </a:cubicBezTo>
                  <a:cubicBezTo>
                    <a:pt x="29188" y="17722"/>
                    <a:pt x="29121" y="18256"/>
                    <a:pt x="29121" y="18723"/>
                  </a:cubicBezTo>
                  <a:cubicBezTo>
                    <a:pt x="29121" y="18790"/>
                    <a:pt x="29071" y="18823"/>
                    <a:pt x="29021" y="18823"/>
                  </a:cubicBezTo>
                  <a:cubicBezTo>
                    <a:pt x="28971" y="18823"/>
                    <a:pt x="28921" y="18790"/>
                    <a:pt x="28921" y="18723"/>
                  </a:cubicBezTo>
                  <a:cubicBezTo>
                    <a:pt x="28888" y="18256"/>
                    <a:pt x="28821" y="17722"/>
                    <a:pt x="28888" y="17222"/>
                  </a:cubicBezTo>
                  <a:cubicBezTo>
                    <a:pt x="28888" y="17155"/>
                    <a:pt x="28946" y="17122"/>
                    <a:pt x="29004" y="17122"/>
                  </a:cubicBezTo>
                  <a:close/>
                  <a:moveTo>
                    <a:pt x="1251" y="18089"/>
                  </a:moveTo>
                  <a:cubicBezTo>
                    <a:pt x="1301" y="18089"/>
                    <a:pt x="1351" y="18123"/>
                    <a:pt x="1368" y="18189"/>
                  </a:cubicBezTo>
                  <a:cubicBezTo>
                    <a:pt x="1435" y="18690"/>
                    <a:pt x="1401" y="19190"/>
                    <a:pt x="1368" y="19690"/>
                  </a:cubicBezTo>
                  <a:cubicBezTo>
                    <a:pt x="1351" y="19757"/>
                    <a:pt x="1301" y="19790"/>
                    <a:pt x="1255" y="19790"/>
                  </a:cubicBezTo>
                  <a:cubicBezTo>
                    <a:pt x="1209" y="19790"/>
                    <a:pt x="1168" y="19757"/>
                    <a:pt x="1168" y="19690"/>
                  </a:cubicBezTo>
                  <a:cubicBezTo>
                    <a:pt x="1134" y="19190"/>
                    <a:pt x="1101" y="18690"/>
                    <a:pt x="1134" y="18189"/>
                  </a:cubicBezTo>
                  <a:cubicBezTo>
                    <a:pt x="1151" y="18123"/>
                    <a:pt x="1201" y="18089"/>
                    <a:pt x="1251" y="18089"/>
                  </a:cubicBezTo>
                  <a:close/>
                  <a:moveTo>
                    <a:pt x="29121" y="20357"/>
                  </a:moveTo>
                  <a:cubicBezTo>
                    <a:pt x="29171" y="20357"/>
                    <a:pt x="29221" y="20391"/>
                    <a:pt x="29221" y="20458"/>
                  </a:cubicBezTo>
                  <a:cubicBezTo>
                    <a:pt x="29254" y="20925"/>
                    <a:pt x="29221" y="21392"/>
                    <a:pt x="29221" y="21825"/>
                  </a:cubicBezTo>
                  <a:cubicBezTo>
                    <a:pt x="29221" y="21892"/>
                    <a:pt x="29171" y="21925"/>
                    <a:pt x="29121" y="21925"/>
                  </a:cubicBezTo>
                  <a:cubicBezTo>
                    <a:pt x="29071" y="21925"/>
                    <a:pt x="29021" y="21892"/>
                    <a:pt x="29021" y="21825"/>
                  </a:cubicBezTo>
                  <a:cubicBezTo>
                    <a:pt x="28988" y="21392"/>
                    <a:pt x="28954" y="20925"/>
                    <a:pt x="29021" y="20458"/>
                  </a:cubicBezTo>
                  <a:cubicBezTo>
                    <a:pt x="29021" y="20391"/>
                    <a:pt x="29071" y="20357"/>
                    <a:pt x="29121" y="20357"/>
                  </a:cubicBezTo>
                  <a:close/>
                  <a:moveTo>
                    <a:pt x="1047" y="21216"/>
                  </a:moveTo>
                  <a:cubicBezTo>
                    <a:pt x="1093" y="21216"/>
                    <a:pt x="1134" y="21241"/>
                    <a:pt x="1134" y="21291"/>
                  </a:cubicBezTo>
                  <a:cubicBezTo>
                    <a:pt x="1168" y="21625"/>
                    <a:pt x="1134" y="21959"/>
                    <a:pt x="1134" y="22259"/>
                  </a:cubicBezTo>
                  <a:cubicBezTo>
                    <a:pt x="1134" y="22309"/>
                    <a:pt x="1093" y="22334"/>
                    <a:pt x="1051" y="22334"/>
                  </a:cubicBezTo>
                  <a:cubicBezTo>
                    <a:pt x="1009" y="22334"/>
                    <a:pt x="968" y="22309"/>
                    <a:pt x="968" y="22259"/>
                  </a:cubicBezTo>
                  <a:cubicBezTo>
                    <a:pt x="934" y="21959"/>
                    <a:pt x="934" y="21625"/>
                    <a:pt x="934" y="21291"/>
                  </a:cubicBezTo>
                  <a:cubicBezTo>
                    <a:pt x="951" y="21241"/>
                    <a:pt x="1001" y="21216"/>
                    <a:pt x="1047" y="21216"/>
                  </a:cubicBezTo>
                  <a:close/>
                  <a:moveTo>
                    <a:pt x="1151" y="23893"/>
                  </a:moveTo>
                  <a:cubicBezTo>
                    <a:pt x="1193" y="23893"/>
                    <a:pt x="1234" y="23927"/>
                    <a:pt x="1234" y="23993"/>
                  </a:cubicBezTo>
                  <a:cubicBezTo>
                    <a:pt x="1268" y="24360"/>
                    <a:pt x="1268" y="24761"/>
                    <a:pt x="1234" y="25161"/>
                  </a:cubicBezTo>
                  <a:cubicBezTo>
                    <a:pt x="1234" y="25211"/>
                    <a:pt x="1193" y="25236"/>
                    <a:pt x="1151" y="25236"/>
                  </a:cubicBezTo>
                  <a:cubicBezTo>
                    <a:pt x="1109" y="25236"/>
                    <a:pt x="1068" y="25211"/>
                    <a:pt x="1068" y="25161"/>
                  </a:cubicBezTo>
                  <a:cubicBezTo>
                    <a:pt x="1034" y="24761"/>
                    <a:pt x="1034" y="24360"/>
                    <a:pt x="1068" y="23993"/>
                  </a:cubicBezTo>
                  <a:cubicBezTo>
                    <a:pt x="1068" y="23927"/>
                    <a:pt x="1109" y="23893"/>
                    <a:pt x="1151" y="23893"/>
                  </a:cubicBezTo>
                  <a:close/>
                  <a:moveTo>
                    <a:pt x="29229" y="23780"/>
                  </a:moveTo>
                  <a:cubicBezTo>
                    <a:pt x="29276" y="23780"/>
                    <a:pt x="29321" y="23815"/>
                    <a:pt x="29321" y="23893"/>
                  </a:cubicBezTo>
                  <a:cubicBezTo>
                    <a:pt x="29321" y="24360"/>
                    <a:pt x="29388" y="24794"/>
                    <a:pt x="29521" y="25261"/>
                  </a:cubicBezTo>
                  <a:cubicBezTo>
                    <a:pt x="29540" y="25336"/>
                    <a:pt x="29485" y="25379"/>
                    <a:pt x="29427" y="25379"/>
                  </a:cubicBezTo>
                  <a:cubicBezTo>
                    <a:pt x="29382" y="25379"/>
                    <a:pt x="29336" y="25353"/>
                    <a:pt x="29321" y="25294"/>
                  </a:cubicBezTo>
                  <a:cubicBezTo>
                    <a:pt x="29154" y="24827"/>
                    <a:pt x="29054" y="24360"/>
                    <a:pt x="29121" y="23893"/>
                  </a:cubicBezTo>
                  <a:cubicBezTo>
                    <a:pt x="29121" y="23823"/>
                    <a:pt x="29177" y="23780"/>
                    <a:pt x="29229" y="23780"/>
                  </a:cubicBezTo>
                  <a:close/>
                  <a:moveTo>
                    <a:pt x="1143" y="26644"/>
                  </a:moveTo>
                  <a:cubicBezTo>
                    <a:pt x="1205" y="26644"/>
                    <a:pt x="1268" y="26687"/>
                    <a:pt x="1268" y="26762"/>
                  </a:cubicBezTo>
                  <a:cubicBezTo>
                    <a:pt x="1301" y="27262"/>
                    <a:pt x="1401" y="27696"/>
                    <a:pt x="1668" y="28130"/>
                  </a:cubicBezTo>
                  <a:cubicBezTo>
                    <a:pt x="1718" y="28205"/>
                    <a:pt x="1637" y="28299"/>
                    <a:pt x="1565" y="28299"/>
                  </a:cubicBezTo>
                  <a:cubicBezTo>
                    <a:pt x="1541" y="28299"/>
                    <a:pt x="1518" y="28288"/>
                    <a:pt x="1501" y="28263"/>
                  </a:cubicBezTo>
                  <a:cubicBezTo>
                    <a:pt x="1101" y="27829"/>
                    <a:pt x="968" y="27296"/>
                    <a:pt x="1034" y="26729"/>
                  </a:cubicBezTo>
                  <a:cubicBezTo>
                    <a:pt x="1049" y="26670"/>
                    <a:pt x="1096" y="26644"/>
                    <a:pt x="1143" y="26644"/>
                  </a:cubicBezTo>
                  <a:close/>
                  <a:moveTo>
                    <a:pt x="9941" y="28230"/>
                  </a:moveTo>
                  <a:cubicBezTo>
                    <a:pt x="10441" y="28230"/>
                    <a:pt x="10941" y="28230"/>
                    <a:pt x="11442" y="28263"/>
                  </a:cubicBezTo>
                  <a:cubicBezTo>
                    <a:pt x="11575" y="28263"/>
                    <a:pt x="11575" y="28497"/>
                    <a:pt x="11442" y="28497"/>
                  </a:cubicBezTo>
                  <a:lnTo>
                    <a:pt x="9941" y="28497"/>
                  </a:lnTo>
                  <a:cubicBezTo>
                    <a:pt x="9774" y="28497"/>
                    <a:pt x="9774" y="28230"/>
                    <a:pt x="9941" y="28230"/>
                  </a:cubicBezTo>
                  <a:close/>
                  <a:moveTo>
                    <a:pt x="29771" y="26971"/>
                  </a:moveTo>
                  <a:cubicBezTo>
                    <a:pt x="29830" y="26971"/>
                    <a:pt x="29888" y="27012"/>
                    <a:pt x="29888" y="27096"/>
                  </a:cubicBezTo>
                  <a:cubicBezTo>
                    <a:pt x="29922" y="27763"/>
                    <a:pt x="29455" y="28296"/>
                    <a:pt x="28821" y="28497"/>
                  </a:cubicBezTo>
                  <a:cubicBezTo>
                    <a:pt x="28809" y="28500"/>
                    <a:pt x="28798" y="28501"/>
                    <a:pt x="28787" y="28501"/>
                  </a:cubicBezTo>
                  <a:cubicBezTo>
                    <a:pt x="28683" y="28501"/>
                    <a:pt x="28666" y="28357"/>
                    <a:pt x="28787" y="28296"/>
                  </a:cubicBezTo>
                  <a:cubicBezTo>
                    <a:pt x="29288" y="28096"/>
                    <a:pt x="29588" y="27629"/>
                    <a:pt x="29655" y="27096"/>
                  </a:cubicBezTo>
                  <a:cubicBezTo>
                    <a:pt x="29655" y="27012"/>
                    <a:pt x="29713" y="26971"/>
                    <a:pt x="29771" y="26971"/>
                  </a:cubicBezTo>
                  <a:close/>
                  <a:moveTo>
                    <a:pt x="20613" y="28221"/>
                  </a:moveTo>
                  <a:cubicBezTo>
                    <a:pt x="20889" y="28221"/>
                    <a:pt x="21163" y="28261"/>
                    <a:pt x="21449" y="28363"/>
                  </a:cubicBezTo>
                  <a:cubicBezTo>
                    <a:pt x="21573" y="28394"/>
                    <a:pt x="21524" y="28600"/>
                    <a:pt x="21408" y="28600"/>
                  </a:cubicBezTo>
                  <a:cubicBezTo>
                    <a:pt x="21400" y="28600"/>
                    <a:pt x="21391" y="28599"/>
                    <a:pt x="21382" y="28597"/>
                  </a:cubicBezTo>
                  <a:cubicBezTo>
                    <a:pt x="21057" y="28522"/>
                    <a:pt x="20750" y="28484"/>
                    <a:pt x="20435" y="28484"/>
                  </a:cubicBezTo>
                  <a:cubicBezTo>
                    <a:pt x="20329" y="28484"/>
                    <a:pt x="20223" y="28488"/>
                    <a:pt x="20115" y="28497"/>
                  </a:cubicBezTo>
                  <a:cubicBezTo>
                    <a:pt x="20106" y="28499"/>
                    <a:pt x="20097" y="28500"/>
                    <a:pt x="20089" y="28500"/>
                  </a:cubicBezTo>
                  <a:cubicBezTo>
                    <a:pt x="19977" y="28500"/>
                    <a:pt x="19957" y="28294"/>
                    <a:pt x="20081" y="28263"/>
                  </a:cubicBezTo>
                  <a:cubicBezTo>
                    <a:pt x="20262" y="28237"/>
                    <a:pt x="20438" y="28221"/>
                    <a:pt x="20613" y="28221"/>
                  </a:cubicBezTo>
                  <a:close/>
                  <a:moveTo>
                    <a:pt x="23827" y="28230"/>
                  </a:moveTo>
                  <a:cubicBezTo>
                    <a:pt x="23988" y="28230"/>
                    <a:pt x="24151" y="28241"/>
                    <a:pt x="24318" y="28263"/>
                  </a:cubicBezTo>
                  <a:cubicBezTo>
                    <a:pt x="24451" y="28296"/>
                    <a:pt x="24418" y="28497"/>
                    <a:pt x="24284" y="28497"/>
                  </a:cubicBezTo>
                  <a:cubicBezTo>
                    <a:pt x="24176" y="28488"/>
                    <a:pt x="24065" y="28484"/>
                    <a:pt x="23953" y="28484"/>
                  </a:cubicBezTo>
                  <a:cubicBezTo>
                    <a:pt x="23617" y="28484"/>
                    <a:pt x="23267" y="28522"/>
                    <a:pt x="22917" y="28597"/>
                  </a:cubicBezTo>
                  <a:cubicBezTo>
                    <a:pt x="22908" y="28599"/>
                    <a:pt x="22899" y="28600"/>
                    <a:pt x="22891" y="28600"/>
                  </a:cubicBezTo>
                  <a:cubicBezTo>
                    <a:pt x="22775" y="28600"/>
                    <a:pt x="22727" y="28394"/>
                    <a:pt x="22883" y="28363"/>
                  </a:cubicBezTo>
                  <a:cubicBezTo>
                    <a:pt x="23195" y="28274"/>
                    <a:pt x="23506" y="28230"/>
                    <a:pt x="23827" y="28230"/>
                  </a:cubicBezTo>
                  <a:close/>
                  <a:moveTo>
                    <a:pt x="13977" y="28353"/>
                  </a:moveTo>
                  <a:cubicBezTo>
                    <a:pt x="14319" y="28353"/>
                    <a:pt x="14659" y="28385"/>
                    <a:pt x="15011" y="28463"/>
                  </a:cubicBezTo>
                  <a:cubicBezTo>
                    <a:pt x="15111" y="28497"/>
                    <a:pt x="15078" y="28663"/>
                    <a:pt x="14978" y="28663"/>
                  </a:cubicBezTo>
                  <a:cubicBezTo>
                    <a:pt x="14562" y="28615"/>
                    <a:pt x="14147" y="28584"/>
                    <a:pt x="13719" y="28584"/>
                  </a:cubicBezTo>
                  <a:cubicBezTo>
                    <a:pt x="13562" y="28584"/>
                    <a:pt x="13404" y="28588"/>
                    <a:pt x="13243" y="28597"/>
                  </a:cubicBezTo>
                  <a:cubicBezTo>
                    <a:pt x="13143" y="28597"/>
                    <a:pt x="13143" y="28397"/>
                    <a:pt x="13243" y="28397"/>
                  </a:cubicBezTo>
                  <a:cubicBezTo>
                    <a:pt x="13492" y="28369"/>
                    <a:pt x="13735" y="28353"/>
                    <a:pt x="13977" y="28353"/>
                  </a:cubicBezTo>
                  <a:close/>
                  <a:moveTo>
                    <a:pt x="27409" y="28259"/>
                  </a:moveTo>
                  <a:cubicBezTo>
                    <a:pt x="27496" y="28259"/>
                    <a:pt x="27543" y="28432"/>
                    <a:pt x="27420" y="28463"/>
                  </a:cubicBezTo>
                  <a:cubicBezTo>
                    <a:pt x="27020" y="28530"/>
                    <a:pt x="26653" y="28597"/>
                    <a:pt x="26252" y="28663"/>
                  </a:cubicBezTo>
                  <a:cubicBezTo>
                    <a:pt x="26242" y="28666"/>
                    <a:pt x="26232" y="28667"/>
                    <a:pt x="26223" y="28667"/>
                  </a:cubicBezTo>
                  <a:cubicBezTo>
                    <a:pt x="26110" y="28667"/>
                    <a:pt x="26062" y="28494"/>
                    <a:pt x="26186" y="28463"/>
                  </a:cubicBezTo>
                  <a:cubicBezTo>
                    <a:pt x="26586" y="28397"/>
                    <a:pt x="26986" y="28296"/>
                    <a:pt x="27386" y="28263"/>
                  </a:cubicBezTo>
                  <a:cubicBezTo>
                    <a:pt x="27394" y="28261"/>
                    <a:pt x="27402" y="28259"/>
                    <a:pt x="27409" y="28259"/>
                  </a:cubicBezTo>
                  <a:close/>
                  <a:moveTo>
                    <a:pt x="7055" y="28472"/>
                  </a:moveTo>
                  <a:cubicBezTo>
                    <a:pt x="7339" y="28472"/>
                    <a:pt x="7622" y="28480"/>
                    <a:pt x="7906" y="28497"/>
                  </a:cubicBezTo>
                  <a:cubicBezTo>
                    <a:pt x="8039" y="28497"/>
                    <a:pt x="8039" y="28697"/>
                    <a:pt x="7906" y="28697"/>
                  </a:cubicBezTo>
                  <a:cubicBezTo>
                    <a:pt x="7717" y="28708"/>
                    <a:pt x="7528" y="28712"/>
                    <a:pt x="7339" y="28712"/>
                  </a:cubicBezTo>
                  <a:cubicBezTo>
                    <a:pt x="6961" y="28712"/>
                    <a:pt x="6583" y="28697"/>
                    <a:pt x="6205" y="28697"/>
                  </a:cubicBezTo>
                  <a:cubicBezTo>
                    <a:pt x="6071" y="28663"/>
                    <a:pt x="6071" y="28497"/>
                    <a:pt x="6205" y="28497"/>
                  </a:cubicBezTo>
                  <a:cubicBezTo>
                    <a:pt x="6488" y="28480"/>
                    <a:pt x="6772" y="28472"/>
                    <a:pt x="7055" y="28472"/>
                  </a:cubicBezTo>
                  <a:close/>
                  <a:moveTo>
                    <a:pt x="17546" y="28472"/>
                  </a:moveTo>
                  <a:cubicBezTo>
                    <a:pt x="17838" y="28472"/>
                    <a:pt x="18130" y="28480"/>
                    <a:pt x="18413" y="28497"/>
                  </a:cubicBezTo>
                  <a:cubicBezTo>
                    <a:pt x="18547" y="28497"/>
                    <a:pt x="18547" y="28697"/>
                    <a:pt x="18413" y="28697"/>
                  </a:cubicBezTo>
                  <a:cubicBezTo>
                    <a:pt x="18224" y="28708"/>
                    <a:pt x="18032" y="28712"/>
                    <a:pt x="17838" y="28712"/>
                  </a:cubicBezTo>
                  <a:cubicBezTo>
                    <a:pt x="17450" y="28712"/>
                    <a:pt x="17057" y="28697"/>
                    <a:pt x="16679" y="28697"/>
                  </a:cubicBezTo>
                  <a:cubicBezTo>
                    <a:pt x="16545" y="28697"/>
                    <a:pt x="16545" y="28497"/>
                    <a:pt x="16679" y="28497"/>
                  </a:cubicBezTo>
                  <a:cubicBezTo>
                    <a:pt x="16962" y="28480"/>
                    <a:pt x="17254" y="28472"/>
                    <a:pt x="17546" y="28472"/>
                  </a:cubicBezTo>
                  <a:close/>
                  <a:moveTo>
                    <a:pt x="2769" y="28363"/>
                  </a:moveTo>
                  <a:cubicBezTo>
                    <a:pt x="3369" y="28463"/>
                    <a:pt x="3936" y="28530"/>
                    <a:pt x="4503" y="28697"/>
                  </a:cubicBezTo>
                  <a:cubicBezTo>
                    <a:pt x="4603" y="28730"/>
                    <a:pt x="4570" y="28897"/>
                    <a:pt x="4470" y="28897"/>
                  </a:cubicBezTo>
                  <a:cubicBezTo>
                    <a:pt x="3903" y="28830"/>
                    <a:pt x="3303" y="28697"/>
                    <a:pt x="2735" y="28597"/>
                  </a:cubicBezTo>
                  <a:cubicBezTo>
                    <a:pt x="2569" y="28563"/>
                    <a:pt x="2635" y="28363"/>
                    <a:pt x="2769" y="28363"/>
                  </a:cubicBezTo>
                  <a:close/>
                  <a:moveTo>
                    <a:pt x="3259" y="0"/>
                  </a:moveTo>
                  <a:cubicBezTo>
                    <a:pt x="3017" y="0"/>
                    <a:pt x="2776" y="3"/>
                    <a:pt x="2535" y="10"/>
                  </a:cubicBezTo>
                  <a:cubicBezTo>
                    <a:pt x="434" y="43"/>
                    <a:pt x="0" y="1411"/>
                    <a:pt x="134" y="3045"/>
                  </a:cubicBezTo>
                  <a:cubicBezTo>
                    <a:pt x="167" y="3379"/>
                    <a:pt x="234" y="3712"/>
                    <a:pt x="300" y="4046"/>
                  </a:cubicBezTo>
                  <a:cubicBezTo>
                    <a:pt x="334" y="4146"/>
                    <a:pt x="234" y="4246"/>
                    <a:pt x="134" y="4246"/>
                  </a:cubicBezTo>
                  <a:cubicBezTo>
                    <a:pt x="367" y="8315"/>
                    <a:pt x="367" y="12418"/>
                    <a:pt x="434" y="16488"/>
                  </a:cubicBezTo>
                  <a:cubicBezTo>
                    <a:pt x="501" y="18723"/>
                    <a:pt x="534" y="20925"/>
                    <a:pt x="567" y="23159"/>
                  </a:cubicBezTo>
                  <a:cubicBezTo>
                    <a:pt x="601" y="24360"/>
                    <a:pt x="601" y="25561"/>
                    <a:pt x="667" y="26729"/>
                  </a:cubicBezTo>
                  <a:cubicBezTo>
                    <a:pt x="734" y="28063"/>
                    <a:pt x="1001" y="28897"/>
                    <a:pt x="2435" y="29130"/>
                  </a:cubicBezTo>
                  <a:cubicBezTo>
                    <a:pt x="2823" y="29205"/>
                    <a:pt x="3244" y="29229"/>
                    <a:pt x="3672" y="29229"/>
                  </a:cubicBezTo>
                  <a:cubicBezTo>
                    <a:pt x="4387" y="29229"/>
                    <a:pt x="5125" y="29164"/>
                    <a:pt x="5771" y="29164"/>
                  </a:cubicBezTo>
                  <a:cubicBezTo>
                    <a:pt x="6872" y="29164"/>
                    <a:pt x="8006" y="29197"/>
                    <a:pt x="9107" y="29197"/>
                  </a:cubicBezTo>
                  <a:lnTo>
                    <a:pt x="15778" y="29230"/>
                  </a:lnTo>
                  <a:cubicBezTo>
                    <a:pt x="20015" y="29264"/>
                    <a:pt x="24284" y="29297"/>
                    <a:pt x="28521" y="29331"/>
                  </a:cubicBezTo>
                  <a:cubicBezTo>
                    <a:pt x="28568" y="29307"/>
                    <a:pt x="28632" y="29283"/>
                    <a:pt x="28689" y="29283"/>
                  </a:cubicBezTo>
                  <a:cubicBezTo>
                    <a:pt x="28712" y="29283"/>
                    <a:pt x="28735" y="29287"/>
                    <a:pt x="28754" y="29297"/>
                  </a:cubicBezTo>
                  <a:cubicBezTo>
                    <a:pt x="28787" y="29331"/>
                    <a:pt x="28821" y="29331"/>
                    <a:pt x="28821" y="29364"/>
                  </a:cubicBezTo>
                  <a:lnTo>
                    <a:pt x="29121" y="29364"/>
                  </a:lnTo>
                  <a:cubicBezTo>
                    <a:pt x="29221" y="29364"/>
                    <a:pt x="29288" y="29397"/>
                    <a:pt x="29355" y="29464"/>
                  </a:cubicBezTo>
                  <a:cubicBezTo>
                    <a:pt x="30289" y="29397"/>
                    <a:pt x="30088" y="26929"/>
                    <a:pt x="30088" y="26562"/>
                  </a:cubicBezTo>
                  <a:cubicBezTo>
                    <a:pt x="30088" y="26028"/>
                    <a:pt x="30055" y="25528"/>
                    <a:pt x="30055" y="25027"/>
                  </a:cubicBezTo>
                  <a:cubicBezTo>
                    <a:pt x="30022" y="23827"/>
                    <a:pt x="29988" y="22626"/>
                    <a:pt x="29955" y="21425"/>
                  </a:cubicBezTo>
                  <a:cubicBezTo>
                    <a:pt x="29888" y="19190"/>
                    <a:pt x="29855" y="16955"/>
                    <a:pt x="29788" y="14753"/>
                  </a:cubicBezTo>
                  <a:cubicBezTo>
                    <a:pt x="29721" y="12519"/>
                    <a:pt x="29655" y="10284"/>
                    <a:pt x="29621" y="8049"/>
                  </a:cubicBezTo>
                  <a:cubicBezTo>
                    <a:pt x="29555" y="5680"/>
                    <a:pt x="29321" y="3279"/>
                    <a:pt x="29455" y="910"/>
                  </a:cubicBezTo>
                  <a:cubicBezTo>
                    <a:pt x="29288" y="577"/>
                    <a:pt x="29021" y="310"/>
                    <a:pt x="28687" y="176"/>
                  </a:cubicBezTo>
                  <a:cubicBezTo>
                    <a:pt x="28687" y="176"/>
                    <a:pt x="28654" y="210"/>
                    <a:pt x="28621" y="210"/>
                  </a:cubicBezTo>
                  <a:cubicBezTo>
                    <a:pt x="27806" y="338"/>
                    <a:pt x="26959" y="380"/>
                    <a:pt x="26100" y="380"/>
                  </a:cubicBezTo>
                  <a:cubicBezTo>
                    <a:pt x="24495" y="380"/>
                    <a:pt x="22846" y="231"/>
                    <a:pt x="21282" y="210"/>
                  </a:cubicBezTo>
                  <a:cubicBezTo>
                    <a:pt x="18780" y="210"/>
                    <a:pt x="16245" y="176"/>
                    <a:pt x="13743" y="143"/>
                  </a:cubicBezTo>
                  <a:cubicBezTo>
                    <a:pt x="11208" y="110"/>
                    <a:pt x="8706" y="76"/>
                    <a:pt x="6171" y="43"/>
                  </a:cubicBezTo>
                  <a:cubicBezTo>
                    <a:pt x="5211" y="43"/>
                    <a:pt x="4229" y="0"/>
                    <a:pt x="3259" y="0"/>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1"/>
            <p:cNvSpPr/>
            <p:nvPr/>
          </p:nvSpPr>
          <p:spPr>
            <a:xfrm>
              <a:off x="5159598" y="4203444"/>
              <a:ext cx="582535" cy="562564"/>
            </a:xfrm>
            <a:custGeom>
              <a:rect b="b" l="l" r="r" t="t"/>
              <a:pathLst>
                <a:path extrusionOk="0" h="30282" w="31357">
                  <a:moveTo>
                    <a:pt x="29222" y="0"/>
                  </a:moveTo>
                  <a:lnTo>
                    <a:pt x="29188" y="467"/>
                  </a:lnTo>
                  <a:cubicBezTo>
                    <a:pt x="29489" y="601"/>
                    <a:pt x="29755" y="868"/>
                    <a:pt x="29956" y="1201"/>
                  </a:cubicBezTo>
                  <a:cubicBezTo>
                    <a:pt x="29822" y="3536"/>
                    <a:pt x="30022" y="5971"/>
                    <a:pt x="30089" y="8340"/>
                  </a:cubicBezTo>
                  <a:cubicBezTo>
                    <a:pt x="30156" y="10541"/>
                    <a:pt x="30222" y="12776"/>
                    <a:pt x="30256" y="15011"/>
                  </a:cubicBezTo>
                  <a:cubicBezTo>
                    <a:pt x="30323" y="17246"/>
                    <a:pt x="30389" y="19481"/>
                    <a:pt x="30456" y="21716"/>
                  </a:cubicBezTo>
                  <a:cubicBezTo>
                    <a:pt x="30489" y="22883"/>
                    <a:pt x="30523" y="24084"/>
                    <a:pt x="30556" y="25285"/>
                  </a:cubicBezTo>
                  <a:cubicBezTo>
                    <a:pt x="30556" y="25819"/>
                    <a:pt x="30556" y="26319"/>
                    <a:pt x="30589" y="26853"/>
                  </a:cubicBezTo>
                  <a:cubicBezTo>
                    <a:pt x="30589" y="27220"/>
                    <a:pt x="30790" y="29688"/>
                    <a:pt x="29822" y="29755"/>
                  </a:cubicBezTo>
                  <a:cubicBezTo>
                    <a:pt x="29789" y="29688"/>
                    <a:pt x="29722" y="29655"/>
                    <a:pt x="29622" y="29622"/>
                  </a:cubicBezTo>
                  <a:lnTo>
                    <a:pt x="29322" y="29622"/>
                  </a:lnTo>
                  <a:cubicBezTo>
                    <a:pt x="29322" y="29622"/>
                    <a:pt x="29288" y="29622"/>
                    <a:pt x="29255" y="29588"/>
                  </a:cubicBezTo>
                  <a:cubicBezTo>
                    <a:pt x="29236" y="29578"/>
                    <a:pt x="29213" y="29574"/>
                    <a:pt x="29190" y="29574"/>
                  </a:cubicBezTo>
                  <a:cubicBezTo>
                    <a:pt x="29133" y="29574"/>
                    <a:pt x="29069" y="29598"/>
                    <a:pt x="29022" y="29622"/>
                  </a:cubicBezTo>
                  <a:cubicBezTo>
                    <a:pt x="24785" y="29588"/>
                    <a:pt x="20516" y="29555"/>
                    <a:pt x="16279" y="29521"/>
                  </a:cubicBezTo>
                  <a:lnTo>
                    <a:pt x="9608" y="29488"/>
                  </a:lnTo>
                  <a:cubicBezTo>
                    <a:pt x="8507" y="29488"/>
                    <a:pt x="7373" y="29455"/>
                    <a:pt x="6272" y="29455"/>
                  </a:cubicBezTo>
                  <a:cubicBezTo>
                    <a:pt x="5626" y="29455"/>
                    <a:pt x="4888" y="29520"/>
                    <a:pt x="4173" y="29520"/>
                  </a:cubicBezTo>
                  <a:cubicBezTo>
                    <a:pt x="3745" y="29520"/>
                    <a:pt x="3324" y="29496"/>
                    <a:pt x="2936" y="29421"/>
                  </a:cubicBezTo>
                  <a:cubicBezTo>
                    <a:pt x="1502" y="29188"/>
                    <a:pt x="1235" y="28354"/>
                    <a:pt x="1135" y="27020"/>
                  </a:cubicBezTo>
                  <a:cubicBezTo>
                    <a:pt x="1102" y="25819"/>
                    <a:pt x="1102" y="24618"/>
                    <a:pt x="1068" y="23450"/>
                  </a:cubicBezTo>
                  <a:cubicBezTo>
                    <a:pt x="1035" y="21216"/>
                    <a:pt x="1002" y="19014"/>
                    <a:pt x="935" y="16779"/>
                  </a:cubicBezTo>
                  <a:cubicBezTo>
                    <a:pt x="835" y="12709"/>
                    <a:pt x="868" y="8606"/>
                    <a:pt x="635" y="4537"/>
                  </a:cubicBezTo>
                  <a:cubicBezTo>
                    <a:pt x="735" y="4537"/>
                    <a:pt x="835" y="4437"/>
                    <a:pt x="801" y="4337"/>
                  </a:cubicBezTo>
                  <a:cubicBezTo>
                    <a:pt x="735" y="3970"/>
                    <a:pt x="668" y="3670"/>
                    <a:pt x="635" y="3336"/>
                  </a:cubicBezTo>
                  <a:lnTo>
                    <a:pt x="234" y="3336"/>
                  </a:lnTo>
                  <a:cubicBezTo>
                    <a:pt x="168" y="3369"/>
                    <a:pt x="134" y="3403"/>
                    <a:pt x="134" y="3503"/>
                  </a:cubicBezTo>
                  <a:cubicBezTo>
                    <a:pt x="1" y="8440"/>
                    <a:pt x="268" y="13410"/>
                    <a:pt x="368" y="18347"/>
                  </a:cubicBezTo>
                  <a:cubicBezTo>
                    <a:pt x="434" y="20882"/>
                    <a:pt x="501" y="23450"/>
                    <a:pt x="535" y="26019"/>
                  </a:cubicBezTo>
                  <a:cubicBezTo>
                    <a:pt x="568" y="27186"/>
                    <a:pt x="401" y="28921"/>
                    <a:pt x="1502" y="29688"/>
                  </a:cubicBezTo>
                  <a:cubicBezTo>
                    <a:pt x="1927" y="29988"/>
                    <a:pt x="2446" y="30026"/>
                    <a:pt x="2961" y="30026"/>
                  </a:cubicBezTo>
                  <a:cubicBezTo>
                    <a:pt x="3132" y="30026"/>
                    <a:pt x="3303" y="30022"/>
                    <a:pt x="3470" y="30022"/>
                  </a:cubicBezTo>
                  <a:cubicBezTo>
                    <a:pt x="4671" y="30055"/>
                    <a:pt x="5838" y="30055"/>
                    <a:pt x="7039" y="30055"/>
                  </a:cubicBezTo>
                  <a:cubicBezTo>
                    <a:pt x="9608" y="30089"/>
                    <a:pt x="12176" y="30089"/>
                    <a:pt x="14745" y="30122"/>
                  </a:cubicBezTo>
                  <a:cubicBezTo>
                    <a:pt x="19648" y="30155"/>
                    <a:pt x="24585" y="30222"/>
                    <a:pt x="29489" y="30222"/>
                  </a:cubicBezTo>
                  <a:cubicBezTo>
                    <a:pt x="29595" y="30263"/>
                    <a:pt x="29699" y="30282"/>
                    <a:pt x="29801" y="30282"/>
                  </a:cubicBezTo>
                  <a:cubicBezTo>
                    <a:pt x="30534" y="30282"/>
                    <a:pt x="31135" y="29311"/>
                    <a:pt x="31223" y="28521"/>
                  </a:cubicBezTo>
                  <a:cubicBezTo>
                    <a:pt x="31357" y="27053"/>
                    <a:pt x="31156" y="25485"/>
                    <a:pt x="31123" y="24018"/>
                  </a:cubicBezTo>
                  <a:cubicBezTo>
                    <a:pt x="31090" y="22483"/>
                    <a:pt x="31056" y="20949"/>
                    <a:pt x="30990" y="19381"/>
                  </a:cubicBezTo>
                  <a:cubicBezTo>
                    <a:pt x="30923" y="16379"/>
                    <a:pt x="30823" y="13377"/>
                    <a:pt x="30756" y="10374"/>
                  </a:cubicBezTo>
                  <a:cubicBezTo>
                    <a:pt x="30689" y="7339"/>
                    <a:pt x="30790" y="4170"/>
                    <a:pt x="30489" y="1134"/>
                  </a:cubicBezTo>
                  <a:cubicBezTo>
                    <a:pt x="30456" y="1068"/>
                    <a:pt x="30456" y="1001"/>
                    <a:pt x="30423" y="968"/>
                  </a:cubicBezTo>
                  <a:cubicBezTo>
                    <a:pt x="30256" y="434"/>
                    <a:pt x="29755" y="67"/>
                    <a:pt x="29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1"/>
            <p:cNvSpPr/>
            <p:nvPr/>
          </p:nvSpPr>
          <p:spPr>
            <a:xfrm>
              <a:off x="5701429" y="4709885"/>
              <a:ext cx="23352" cy="28442"/>
            </a:xfrm>
            <a:custGeom>
              <a:rect b="b" l="l" r="r" t="t"/>
              <a:pathLst>
                <a:path extrusionOk="0" h="1531" w="1257">
                  <a:moveTo>
                    <a:pt x="1102" y="1"/>
                  </a:moveTo>
                  <a:cubicBezTo>
                    <a:pt x="1040" y="1"/>
                    <a:pt x="973" y="42"/>
                    <a:pt x="956" y="126"/>
                  </a:cubicBezTo>
                  <a:cubicBezTo>
                    <a:pt x="923" y="659"/>
                    <a:pt x="623" y="1126"/>
                    <a:pt x="122" y="1326"/>
                  </a:cubicBezTo>
                  <a:cubicBezTo>
                    <a:pt x="1" y="1387"/>
                    <a:pt x="45" y="1531"/>
                    <a:pt x="130" y="1531"/>
                  </a:cubicBezTo>
                  <a:cubicBezTo>
                    <a:pt x="138" y="1531"/>
                    <a:pt x="147" y="1530"/>
                    <a:pt x="156" y="1527"/>
                  </a:cubicBezTo>
                  <a:cubicBezTo>
                    <a:pt x="790" y="1326"/>
                    <a:pt x="1257" y="793"/>
                    <a:pt x="1223" y="126"/>
                  </a:cubicBezTo>
                  <a:cubicBezTo>
                    <a:pt x="1223" y="42"/>
                    <a:pt x="1165" y="1"/>
                    <a:pt x="1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1"/>
            <p:cNvSpPr/>
            <p:nvPr/>
          </p:nvSpPr>
          <p:spPr>
            <a:xfrm>
              <a:off x="5708656" y="4650623"/>
              <a:ext cx="9382" cy="29724"/>
            </a:xfrm>
            <a:custGeom>
              <a:rect b="b" l="l" r="r" t="t"/>
              <a:pathLst>
                <a:path extrusionOk="0" h="1600" w="505">
                  <a:moveTo>
                    <a:pt x="187" y="0"/>
                  </a:moveTo>
                  <a:cubicBezTo>
                    <a:pt x="139" y="0"/>
                    <a:pt x="85" y="43"/>
                    <a:pt x="67" y="113"/>
                  </a:cubicBezTo>
                  <a:cubicBezTo>
                    <a:pt x="0" y="580"/>
                    <a:pt x="100" y="1047"/>
                    <a:pt x="267" y="1514"/>
                  </a:cubicBezTo>
                  <a:cubicBezTo>
                    <a:pt x="282" y="1573"/>
                    <a:pt x="335" y="1599"/>
                    <a:pt x="384" y="1599"/>
                  </a:cubicBezTo>
                  <a:cubicBezTo>
                    <a:pt x="448" y="1599"/>
                    <a:pt x="505" y="1556"/>
                    <a:pt x="467" y="1481"/>
                  </a:cubicBezTo>
                  <a:cubicBezTo>
                    <a:pt x="334" y="1014"/>
                    <a:pt x="301" y="580"/>
                    <a:pt x="267" y="113"/>
                  </a:cubicBezTo>
                  <a:cubicBezTo>
                    <a:pt x="267" y="35"/>
                    <a:pt x="23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1"/>
            <p:cNvSpPr/>
            <p:nvPr/>
          </p:nvSpPr>
          <p:spPr>
            <a:xfrm>
              <a:off x="5706798" y="4587032"/>
              <a:ext cx="5592" cy="29148"/>
            </a:xfrm>
            <a:custGeom>
              <a:rect b="b" l="l" r="r" t="t"/>
              <a:pathLst>
                <a:path extrusionOk="0" h="1569" w="301">
                  <a:moveTo>
                    <a:pt x="167" y="0"/>
                  </a:moveTo>
                  <a:cubicBezTo>
                    <a:pt x="117" y="0"/>
                    <a:pt x="67" y="34"/>
                    <a:pt x="67" y="101"/>
                  </a:cubicBezTo>
                  <a:cubicBezTo>
                    <a:pt x="0" y="534"/>
                    <a:pt x="34" y="1001"/>
                    <a:pt x="67" y="1468"/>
                  </a:cubicBezTo>
                  <a:cubicBezTo>
                    <a:pt x="67" y="1535"/>
                    <a:pt x="117" y="1568"/>
                    <a:pt x="167" y="1568"/>
                  </a:cubicBezTo>
                  <a:cubicBezTo>
                    <a:pt x="217" y="1568"/>
                    <a:pt x="267" y="1535"/>
                    <a:pt x="267" y="1468"/>
                  </a:cubicBezTo>
                  <a:cubicBezTo>
                    <a:pt x="267" y="1035"/>
                    <a:pt x="300" y="568"/>
                    <a:pt x="267" y="101"/>
                  </a:cubicBezTo>
                  <a:cubicBezTo>
                    <a:pt x="267" y="34"/>
                    <a:pt x="217"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1"/>
            <p:cNvSpPr/>
            <p:nvPr/>
          </p:nvSpPr>
          <p:spPr>
            <a:xfrm>
              <a:off x="5704308" y="4526915"/>
              <a:ext cx="6837" cy="31619"/>
            </a:xfrm>
            <a:custGeom>
              <a:rect b="b" l="l" r="r" t="t"/>
              <a:pathLst>
                <a:path extrusionOk="0" h="1702" w="368">
                  <a:moveTo>
                    <a:pt x="184" y="1"/>
                  </a:moveTo>
                  <a:cubicBezTo>
                    <a:pt x="126" y="1"/>
                    <a:pt x="68" y="34"/>
                    <a:pt x="68" y="101"/>
                  </a:cubicBezTo>
                  <a:cubicBezTo>
                    <a:pt x="1" y="601"/>
                    <a:pt x="68" y="1102"/>
                    <a:pt x="101" y="1602"/>
                  </a:cubicBezTo>
                  <a:cubicBezTo>
                    <a:pt x="101" y="1669"/>
                    <a:pt x="151" y="1702"/>
                    <a:pt x="201" y="1702"/>
                  </a:cubicBezTo>
                  <a:cubicBezTo>
                    <a:pt x="251" y="1702"/>
                    <a:pt x="301" y="1669"/>
                    <a:pt x="301" y="1602"/>
                  </a:cubicBezTo>
                  <a:cubicBezTo>
                    <a:pt x="301" y="1135"/>
                    <a:pt x="368" y="601"/>
                    <a:pt x="301" y="101"/>
                  </a:cubicBezTo>
                  <a:cubicBezTo>
                    <a:pt x="301" y="34"/>
                    <a:pt x="243"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1"/>
            <p:cNvSpPr/>
            <p:nvPr/>
          </p:nvSpPr>
          <p:spPr>
            <a:xfrm>
              <a:off x="5702098" y="4459498"/>
              <a:ext cx="7803" cy="35725"/>
            </a:xfrm>
            <a:custGeom>
              <a:rect b="b" l="l" r="r" t="t"/>
              <a:pathLst>
                <a:path extrusionOk="0" h="1923" w="420">
                  <a:moveTo>
                    <a:pt x="196" y="0"/>
                  </a:moveTo>
                  <a:cubicBezTo>
                    <a:pt x="143" y="0"/>
                    <a:pt x="86" y="36"/>
                    <a:pt x="86" y="94"/>
                  </a:cubicBezTo>
                  <a:cubicBezTo>
                    <a:pt x="53" y="694"/>
                    <a:pt x="86" y="1261"/>
                    <a:pt x="20" y="1829"/>
                  </a:cubicBezTo>
                  <a:cubicBezTo>
                    <a:pt x="0" y="1887"/>
                    <a:pt x="60" y="1922"/>
                    <a:pt x="120" y="1922"/>
                  </a:cubicBezTo>
                  <a:cubicBezTo>
                    <a:pt x="163" y="1922"/>
                    <a:pt x="206" y="1904"/>
                    <a:pt x="220" y="1862"/>
                  </a:cubicBezTo>
                  <a:cubicBezTo>
                    <a:pt x="353" y="1261"/>
                    <a:pt x="420" y="661"/>
                    <a:pt x="287" y="61"/>
                  </a:cubicBezTo>
                  <a:cubicBezTo>
                    <a:pt x="273" y="19"/>
                    <a:pt x="235" y="0"/>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1"/>
            <p:cNvSpPr/>
            <p:nvPr/>
          </p:nvSpPr>
          <p:spPr>
            <a:xfrm>
              <a:off x="5699348" y="4271605"/>
              <a:ext cx="9326" cy="35037"/>
            </a:xfrm>
            <a:custGeom>
              <a:rect b="b" l="l" r="r" t="t"/>
              <a:pathLst>
                <a:path extrusionOk="0" h="1886" w="502">
                  <a:moveTo>
                    <a:pt x="239" y="1"/>
                  </a:moveTo>
                  <a:cubicBezTo>
                    <a:pt x="168" y="1"/>
                    <a:pt x="101" y="34"/>
                    <a:pt x="101" y="101"/>
                  </a:cubicBezTo>
                  <a:cubicBezTo>
                    <a:pt x="1" y="634"/>
                    <a:pt x="68" y="1235"/>
                    <a:pt x="101" y="1735"/>
                  </a:cubicBezTo>
                  <a:cubicBezTo>
                    <a:pt x="101" y="1835"/>
                    <a:pt x="168" y="1885"/>
                    <a:pt x="239" y="1885"/>
                  </a:cubicBezTo>
                  <a:cubicBezTo>
                    <a:pt x="309" y="1885"/>
                    <a:pt x="385" y="1835"/>
                    <a:pt x="401" y="1735"/>
                  </a:cubicBezTo>
                  <a:cubicBezTo>
                    <a:pt x="401" y="1235"/>
                    <a:pt x="501" y="634"/>
                    <a:pt x="401" y="101"/>
                  </a:cubicBezTo>
                  <a:cubicBezTo>
                    <a:pt x="385" y="34"/>
                    <a:pt x="309" y="1"/>
                    <a:pt x="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1"/>
            <p:cNvSpPr/>
            <p:nvPr/>
          </p:nvSpPr>
          <p:spPr>
            <a:xfrm>
              <a:off x="5698122" y="4341456"/>
              <a:ext cx="8694" cy="30746"/>
            </a:xfrm>
            <a:custGeom>
              <a:rect b="b" l="l" r="r" t="t"/>
              <a:pathLst>
                <a:path extrusionOk="0" h="1655" w="468">
                  <a:moveTo>
                    <a:pt x="187" y="0"/>
                  </a:moveTo>
                  <a:cubicBezTo>
                    <a:pt x="127" y="0"/>
                    <a:pt x="67" y="52"/>
                    <a:pt x="67" y="143"/>
                  </a:cubicBezTo>
                  <a:cubicBezTo>
                    <a:pt x="0" y="610"/>
                    <a:pt x="100" y="1077"/>
                    <a:pt x="167" y="1544"/>
                  </a:cubicBezTo>
                  <a:cubicBezTo>
                    <a:pt x="182" y="1620"/>
                    <a:pt x="244" y="1654"/>
                    <a:pt x="309" y="1654"/>
                  </a:cubicBezTo>
                  <a:cubicBezTo>
                    <a:pt x="387" y="1654"/>
                    <a:pt x="467" y="1603"/>
                    <a:pt x="467" y="1511"/>
                  </a:cubicBezTo>
                  <a:cubicBezTo>
                    <a:pt x="434" y="1044"/>
                    <a:pt x="434" y="544"/>
                    <a:pt x="300" y="110"/>
                  </a:cubicBezTo>
                  <a:cubicBezTo>
                    <a:pt x="285" y="35"/>
                    <a:pt x="237"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1"/>
            <p:cNvSpPr/>
            <p:nvPr/>
          </p:nvSpPr>
          <p:spPr>
            <a:xfrm>
              <a:off x="5698735" y="4398954"/>
              <a:ext cx="6837" cy="32548"/>
            </a:xfrm>
            <a:custGeom>
              <a:rect b="b" l="l" r="r" t="t"/>
              <a:pathLst>
                <a:path extrusionOk="0" h="1752" w="368">
                  <a:moveTo>
                    <a:pt x="167" y="1"/>
                  </a:moveTo>
                  <a:cubicBezTo>
                    <a:pt x="101" y="1"/>
                    <a:pt x="34" y="51"/>
                    <a:pt x="34" y="151"/>
                  </a:cubicBezTo>
                  <a:cubicBezTo>
                    <a:pt x="1" y="618"/>
                    <a:pt x="34" y="1151"/>
                    <a:pt x="67" y="1652"/>
                  </a:cubicBezTo>
                  <a:cubicBezTo>
                    <a:pt x="67" y="1718"/>
                    <a:pt x="117" y="1752"/>
                    <a:pt x="167" y="1752"/>
                  </a:cubicBezTo>
                  <a:cubicBezTo>
                    <a:pt x="217" y="1752"/>
                    <a:pt x="267" y="1718"/>
                    <a:pt x="267" y="1652"/>
                  </a:cubicBezTo>
                  <a:cubicBezTo>
                    <a:pt x="301" y="1151"/>
                    <a:pt x="368" y="651"/>
                    <a:pt x="301" y="151"/>
                  </a:cubicBezTo>
                  <a:cubicBezTo>
                    <a:pt x="301" y="51"/>
                    <a:pt x="234"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1"/>
            <p:cNvSpPr/>
            <p:nvPr/>
          </p:nvSpPr>
          <p:spPr>
            <a:xfrm>
              <a:off x="5674807" y="4226294"/>
              <a:ext cx="31043" cy="15215"/>
            </a:xfrm>
            <a:custGeom>
              <a:rect b="b" l="l" r="r" t="t"/>
              <a:pathLst>
                <a:path extrusionOk="0" h="819" w="1671">
                  <a:moveTo>
                    <a:pt x="158" y="1"/>
                  </a:moveTo>
                  <a:cubicBezTo>
                    <a:pt x="46" y="1"/>
                    <a:pt x="0" y="174"/>
                    <a:pt x="154" y="205"/>
                  </a:cubicBezTo>
                  <a:cubicBezTo>
                    <a:pt x="355" y="271"/>
                    <a:pt x="588" y="371"/>
                    <a:pt x="788" y="472"/>
                  </a:cubicBezTo>
                  <a:cubicBezTo>
                    <a:pt x="988" y="572"/>
                    <a:pt x="1189" y="705"/>
                    <a:pt x="1389" y="805"/>
                  </a:cubicBezTo>
                  <a:cubicBezTo>
                    <a:pt x="1407" y="814"/>
                    <a:pt x="1426" y="818"/>
                    <a:pt x="1444" y="818"/>
                  </a:cubicBezTo>
                  <a:cubicBezTo>
                    <a:pt x="1562" y="818"/>
                    <a:pt x="1671" y="653"/>
                    <a:pt x="1555" y="538"/>
                  </a:cubicBezTo>
                  <a:cubicBezTo>
                    <a:pt x="1222" y="205"/>
                    <a:pt x="655" y="71"/>
                    <a:pt x="188" y="5"/>
                  </a:cubicBezTo>
                  <a:cubicBezTo>
                    <a:pt x="178" y="2"/>
                    <a:pt x="168"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1"/>
            <p:cNvSpPr/>
            <p:nvPr/>
          </p:nvSpPr>
          <p:spPr>
            <a:xfrm>
              <a:off x="5158371" y="4196533"/>
              <a:ext cx="544098" cy="68904"/>
            </a:xfrm>
            <a:custGeom>
              <a:rect b="b" l="l" r="r" t="t"/>
              <a:pathLst>
                <a:path extrusionOk="0" h="3709" w="29288">
                  <a:moveTo>
                    <a:pt x="3567" y="0"/>
                  </a:moveTo>
                  <a:cubicBezTo>
                    <a:pt x="3026" y="0"/>
                    <a:pt x="2495" y="32"/>
                    <a:pt x="2002" y="139"/>
                  </a:cubicBezTo>
                  <a:cubicBezTo>
                    <a:pt x="167" y="539"/>
                    <a:pt x="0" y="2207"/>
                    <a:pt x="300" y="3708"/>
                  </a:cubicBezTo>
                  <a:lnTo>
                    <a:pt x="701" y="3708"/>
                  </a:lnTo>
                  <a:cubicBezTo>
                    <a:pt x="567" y="2074"/>
                    <a:pt x="967" y="706"/>
                    <a:pt x="3102" y="673"/>
                  </a:cubicBezTo>
                  <a:cubicBezTo>
                    <a:pt x="3343" y="666"/>
                    <a:pt x="3584" y="663"/>
                    <a:pt x="3826" y="663"/>
                  </a:cubicBezTo>
                  <a:cubicBezTo>
                    <a:pt x="4796" y="663"/>
                    <a:pt x="5778" y="706"/>
                    <a:pt x="6738" y="706"/>
                  </a:cubicBezTo>
                  <a:cubicBezTo>
                    <a:pt x="9273" y="739"/>
                    <a:pt x="11775" y="773"/>
                    <a:pt x="14310" y="806"/>
                  </a:cubicBezTo>
                  <a:cubicBezTo>
                    <a:pt x="16812" y="839"/>
                    <a:pt x="19347" y="839"/>
                    <a:pt x="21849" y="873"/>
                  </a:cubicBezTo>
                  <a:cubicBezTo>
                    <a:pt x="23391" y="894"/>
                    <a:pt x="25047" y="1043"/>
                    <a:pt x="26659" y="1043"/>
                  </a:cubicBezTo>
                  <a:cubicBezTo>
                    <a:pt x="27522" y="1043"/>
                    <a:pt x="28373" y="1001"/>
                    <a:pt x="29188" y="873"/>
                  </a:cubicBezTo>
                  <a:cubicBezTo>
                    <a:pt x="29221" y="839"/>
                    <a:pt x="29221" y="839"/>
                    <a:pt x="29254" y="839"/>
                  </a:cubicBezTo>
                  <a:lnTo>
                    <a:pt x="29288" y="372"/>
                  </a:lnTo>
                  <a:cubicBezTo>
                    <a:pt x="29154" y="372"/>
                    <a:pt x="28988" y="372"/>
                    <a:pt x="28821" y="406"/>
                  </a:cubicBezTo>
                  <a:cubicBezTo>
                    <a:pt x="28187" y="306"/>
                    <a:pt x="27545" y="281"/>
                    <a:pt x="26903" y="281"/>
                  </a:cubicBezTo>
                  <a:cubicBezTo>
                    <a:pt x="26261" y="281"/>
                    <a:pt x="25618" y="306"/>
                    <a:pt x="24985" y="306"/>
                  </a:cubicBezTo>
                  <a:cubicBezTo>
                    <a:pt x="23417" y="272"/>
                    <a:pt x="21849" y="272"/>
                    <a:pt x="20281" y="239"/>
                  </a:cubicBezTo>
                  <a:cubicBezTo>
                    <a:pt x="17079" y="206"/>
                    <a:pt x="13843" y="172"/>
                    <a:pt x="10641" y="139"/>
                  </a:cubicBezTo>
                  <a:cubicBezTo>
                    <a:pt x="9073" y="105"/>
                    <a:pt x="7505" y="105"/>
                    <a:pt x="5971" y="72"/>
                  </a:cubicBezTo>
                  <a:cubicBezTo>
                    <a:pt x="5211" y="72"/>
                    <a:pt x="4378" y="0"/>
                    <a:pt x="35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1"/>
            <p:cNvSpPr/>
            <p:nvPr/>
          </p:nvSpPr>
          <p:spPr>
            <a:xfrm>
              <a:off x="5653072" y="4733832"/>
              <a:ext cx="27532" cy="7598"/>
            </a:xfrm>
            <a:custGeom>
              <a:rect b="b" l="l" r="r" t="t"/>
              <a:pathLst>
                <a:path extrusionOk="0" h="409" w="1482">
                  <a:moveTo>
                    <a:pt x="1320" y="0"/>
                  </a:moveTo>
                  <a:cubicBezTo>
                    <a:pt x="1311" y="0"/>
                    <a:pt x="1301" y="2"/>
                    <a:pt x="1291" y="4"/>
                  </a:cubicBezTo>
                  <a:cubicBezTo>
                    <a:pt x="924" y="37"/>
                    <a:pt x="524" y="138"/>
                    <a:pt x="124" y="204"/>
                  </a:cubicBezTo>
                  <a:cubicBezTo>
                    <a:pt x="0" y="235"/>
                    <a:pt x="48" y="408"/>
                    <a:pt x="161" y="408"/>
                  </a:cubicBezTo>
                  <a:cubicBezTo>
                    <a:pt x="170" y="408"/>
                    <a:pt x="180" y="407"/>
                    <a:pt x="190" y="404"/>
                  </a:cubicBezTo>
                  <a:cubicBezTo>
                    <a:pt x="591" y="338"/>
                    <a:pt x="958" y="271"/>
                    <a:pt x="1358" y="204"/>
                  </a:cubicBezTo>
                  <a:cubicBezTo>
                    <a:pt x="1481" y="173"/>
                    <a:pt x="1434" y="0"/>
                    <a:pt x="1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1"/>
            <p:cNvSpPr/>
            <p:nvPr/>
          </p:nvSpPr>
          <p:spPr>
            <a:xfrm>
              <a:off x="5610734" y="4223341"/>
              <a:ext cx="37211" cy="6409"/>
            </a:xfrm>
            <a:custGeom>
              <a:rect b="b" l="l" r="r" t="t"/>
              <a:pathLst>
                <a:path extrusionOk="0" h="345" w="2003">
                  <a:moveTo>
                    <a:pt x="1268" y="0"/>
                  </a:moveTo>
                  <a:cubicBezTo>
                    <a:pt x="913" y="0"/>
                    <a:pt x="557" y="30"/>
                    <a:pt x="201" y="30"/>
                  </a:cubicBezTo>
                  <a:cubicBezTo>
                    <a:pt x="1" y="30"/>
                    <a:pt x="1" y="297"/>
                    <a:pt x="201" y="297"/>
                  </a:cubicBezTo>
                  <a:cubicBezTo>
                    <a:pt x="578" y="321"/>
                    <a:pt x="956" y="344"/>
                    <a:pt x="1333" y="344"/>
                  </a:cubicBezTo>
                  <a:cubicBezTo>
                    <a:pt x="1490" y="344"/>
                    <a:pt x="1646" y="340"/>
                    <a:pt x="1802" y="330"/>
                  </a:cubicBezTo>
                  <a:cubicBezTo>
                    <a:pt x="2002" y="297"/>
                    <a:pt x="2002" y="30"/>
                    <a:pt x="1802" y="30"/>
                  </a:cubicBezTo>
                  <a:cubicBezTo>
                    <a:pt x="1624" y="8"/>
                    <a:pt x="1446" y="0"/>
                    <a:pt x="12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1"/>
            <p:cNvSpPr/>
            <p:nvPr/>
          </p:nvSpPr>
          <p:spPr>
            <a:xfrm>
              <a:off x="5591116" y="4733274"/>
              <a:ext cx="32028" cy="6892"/>
            </a:xfrm>
            <a:custGeom>
              <a:rect b="b" l="l" r="r" t="t"/>
              <a:pathLst>
                <a:path extrusionOk="0" h="371" w="1724">
                  <a:moveTo>
                    <a:pt x="1100" y="1"/>
                  </a:moveTo>
                  <a:cubicBezTo>
                    <a:pt x="779" y="1"/>
                    <a:pt x="468" y="45"/>
                    <a:pt x="156" y="134"/>
                  </a:cubicBezTo>
                  <a:cubicBezTo>
                    <a:pt x="0" y="165"/>
                    <a:pt x="48" y="371"/>
                    <a:pt x="164" y="371"/>
                  </a:cubicBezTo>
                  <a:cubicBezTo>
                    <a:pt x="172" y="371"/>
                    <a:pt x="181" y="370"/>
                    <a:pt x="190" y="368"/>
                  </a:cubicBezTo>
                  <a:cubicBezTo>
                    <a:pt x="540" y="293"/>
                    <a:pt x="890" y="255"/>
                    <a:pt x="1226" y="255"/>
                  </a:cubicBezTo>
                  <a:cubicBezTo>
                    <a:pt x="1338" y="255"/>
                    <a:pt x="1449" y="259"/>
                    <a:pt x="1557" y="268"/>
                  </a:cubicBezTo>
                  <a:cubicBezTo>
                    <a:pt x="1691" y="268"/>
                    <a:pt x="1724" y="67"/>
                    <a:pt x="1591" y="34"/>
                  </a:cubicBezTo>
                  <a:cubicBezTo>
                    <a:pt x="1424" y="12"/>
                    <a:pt x="1261" y="1"/>
                    <a:pt x="1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1"/>
            <p:cNvSpPr/>
            <p:nvPr/>
          </p:nvSpPr>
          <p:spPr>
            <a:xfrm>
              <a:off x="5547533" y="4223266"/>
              <a:ext cx="37824" cy="6223"/>
            </a:xfrm>
            <a:custGeom>
              <a:rect b="b" l="l" r="r" t="t"/>
              <a:pathLst>
                <a:path extrusionOk="0" h="335" w="2036">
                  <a:moveTo>
                    <a:pt x="167" y="1"/>
                  </a:moveTo>
                  <a:cubicBezTo>
                    <a:pt x="34" y="1"/>
                    <a:pt x="0" y="201"/>
                    <a:pt x="134" y="201"/>
                  </a:cubicBezTo>
                  <a:cubicBezTo>
                    <a:pt x="512" y="290"/>
                    <a:pt x="905" y="334"/>
                    <a:pt x="1303" y="334"/>
                  </a:cubicBezTo>
                  <a:cubicBezTo>
                    <a:pt x="1502" y="334"/>
                    <a:pt x="1702" y="323"/>
                    <a:pt x="1902" y="301"/>
                  </a:cubicBezTo>
                  <a:cubicBezTo>
                    <a:pt x="2035" y="268"/>
                    <a:pt x="2002" y="34"/>
                    <a:pt x="1868" y="34"/>
                  </a:cubicBezTo>
                  <a:cubicBezTo>
                    <a:pt x="1634" y="48"/>
                    <a:pt x="1399" y="56"/>
                    <a:pt x="1164" y="56"/>
                  </a:cubicBezTo>
                  <a:cubicBezTo>
                    <a:pt x="832" y="56"/>
                    <a:pt x="499" y="40"/>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1"/>
            <p:cNvSpPr/>
            <p:nvPr/>
          </p:nvSpPr>
          <p:spPr>
            <a:xfrm>
              <a:off x="5539638" y="4733126"/>
              <a:ext cx="30058" cy="7041"/>
            </a:xfrm>
            <a:custGeom>
              <a:rect b="b" l="l" r="r" t="t"/>
              <a:pathLst>
                <a:path extrusionOk="0" h="379" w="1618">
                  <a:moveTo>
                    <a:pt x="657" y="0"/>
                  </a:moveTo>
                  <a:cubicBezTo>
                    <a:pt x="482" y="0"/>
                    <a:pt x="306" y="16"/>
                    <a:pt x="125" y="42"/>
                  </a:cubicBezTo>
                  <a:cubicBezTo>
                    <a:pt x="1" y="73"/>
                    <a:pt x="21" y="279"/>
                    <a:pt x="133" y="279"/>
                  </a:cubicBezTo>
                  <a:cubicBezTo>
                    <a:pt x="141" y="279"/>
                    <a:pt x="150" y="278"/>
                    <a:pt x="159" y="276"/>
                  </a:cubicBezTo>
                  <a:cubicBezTo>
                    <a:pt x="267" y="267"/>
                    <a:pt x="373" y="263"/>
                    <a:pt x="479" y="263"/>
                  </a:cubicBezTo>
                  <a:cubicBezTo>
                    <a:pt x="794" y="263"/>
                    <a:pt x="1101" y="301"/>
                    <a:pt x="1426" y="376"/>
                  </a:cubicBezTo>
                  <a:cubicBezTo>
                    <a:pt x="1435" y="378"/>
                    <a:pt x="1444" y="379"/>
                    <a:pt x="1452" y="379"/>
                  </a:cubicBezTo>
                  <a:cubicBezTo>
                    <a:pt x="1568" y="379"/>
                    <a:pt x="1617" y="173"/>
                    <a:pt x="1493" y="142"/>
                  </a:cubicBezTo>
                  <a:cubicBezTo>
                    <a:pt x="1207" y="40"/>
                    <a:pt x="933"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1"/>
            <p:cNvSpPr/>
            <p:nvPr/>
          </p:nvSpPr>
          <p:spPr>
            <a:xfrm>
              <a:off x="5475787" y="4226127"/>
              <a:ext cx="37675" cy="7134"/>
            </a:xfrm>
            <a:custGeom>
              <a:rect b="b" l="l" r="r" t="t"/>
              <a:pathLst>
                <a:path extrusionOk="0" h="384" w="2028">
                  <a:moveTo>
                    <a:pt x="976" y="1"/>
                  </a:moveTo>
                  <a:cubicBezTo>
                    <a:pt x="693" y="1"/>
                    <a:pt x="410" y="33"/>
                    <a:pt x="126" y="80"/>
                  </a:cubicBezTo>
                  <a:cubicBezTo>
                    <a:pt x="1" y="80"/>
                    <a:pt x="23" y="317"/>
                    <a:pt x="137" y="317"/>
                  </a:cubicBezTo>
                  <a:cubicBezTo>
                    <a:pt x="144" y="317"/>
                    <a:pt x="152" y="316"/>
                    <a:pt x="160" y="314"/>
                  </a:cubicBezTo>
                  <a:cubicBezTo>
                    <a:pt x="304" y="298"/>
                    <a:pt x="445" y="291"/>
                    <a:pt x="583" y="291"/>
                  </a:cubicBezTo>
                  <a:cubicBezTo>
                    <a:pt x="1021" y="291"/>
                    <a:pt x="1438" y="355"/>
                    <a:pt x="1894" y="380"/>
                  </a:cubicBezTo>
                  <a:cubicBezTo>
                    <a:pt x="1903" y="383"/>
                    <a:pt x="1911" y="384"/>
                    <a:pt x="1919" y="384"/>
                  </a:cubicBezTo>
                  <a:cubicBezTo>
                    <a:pt x="2027" y="384"/>
                    <a:pt x="2021" y="178"/>
                    <a:pt x="1928" y="147"/>
                  </a:cubicBezTo>
                  <a:cubicBezTo>
                    <a:pt x="1611" y="41"/>
                    <a:pt x="1293" y="1"/>
                    <a:pt x="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1"/>
            <p:cNvSpPr/>
            <p:nvPr/>
          </p:nvSpPr>
          <p:spPr>
            <a:xfrm>
              <a:off x="5476270" y="4737621"/>
              <a:ext cx="37192" cy="4626"/>
            </a:xfrm>
            <a:custGeom>
              <a:rect b="b" l="l" r="r" t="t"/>
              <a:pathLst>
                <a:path extrusionOk="0" h="249" w="2002">
                  <a:moveTo>
                    <a:pt x="134" y="0"/>
                  </a:moveTo>
                  <a:cubicBezTo>
                    <a:pt x="0" y="34"/>
                    <a:pt x="0" y="234"/>
                    <a:pt x="134" y="234"/>
                  </a:cubicBezTo>
                  <a:cubicBezTo>
                    <a:pt x="512" y="234"/>
                    <a:pt x="905" y="249"/>
                    <a:pt x="1293" y="249"/>
                  </a:cubicBezTo>
                  <a:cubicBezTo>
                    <a:pt x="1487" y="249"/>
                    <a:pt x="1679" y="245"/>
                    <a:pt x="1868" y="234"/>
                  </a:cubicBezTo>
                  <a:cubicBezTo>
                    <a:pt x="2002" y="234"/>
                    <a:pt x="2002" y="34"/>
                    <a:pt x="1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1"/>
            <p:cNvSpPr/>
            <p:nvPr/>
          </p:nvSpPr>
          <p:spPr>
            <a:xfrm>
              <a:off x="5413050" y="4735559"/>
              <a:ext cx="36579" cy="5796"/>
            </a:xfrm>
            <a:custGeom>
              <a:rect b="b" l="l" r="r" t="t"/>
              <a:pathLst>
                <a:path extrusionOk="0" h="312" w="1969">
                  <a:moveTo>
                    <a:pt x="841" y="1"/>
                  </a:moveTo>
                  <a:cubicBezTo>
                    <a:pt x="604" y="1"/>
                    <a:pt x="369" y="17"/>
                    <a:pt x="134" y="45"/>
                  </a:cubicBezTo>
                  <a:cubicBezTo>
                    <a:pt x="1" y="45"/>
                    <a:pt x="1" y="245"/>
                    <a:pt x="134" y="245"/>
                  </a:cubicBezTo>
                  <a:cubicBezTo>
                    <a:pt x="286" y="236"/>
                    <a:pt x="438" y="232"/>
                    <a:pt x="590" y="232"/>
                  </a:cubicBezTo>
                  <a:cubicBezTo>
                    <a:pt x="1005" y="232"/>
                    <a:pt x="1420" y="263"/>
                    <a:pt x="1836" y="311"/>
                  </a:cubicBezTo>
                  <a:cubicBezTo>
                    <a:pt x="1936" y="311"/>
                    <a:pt x="1969" y="145"/>
                    <a:pt x="1869" y="111"/>
                  </a:cubicBezTo>
                  <a:cubicBezTo>
                    <a:pt x="1517" y="33"/>
                    <a:pt x="1177"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1"/>
            <p:cNvSpPr/>
            <p:nvPr/>
          </p:nvSpPr>
          <p:spPr>
            <a:xfrm>
              <a:off x="5414908" y="4221799"/>
              <a:ext cx="34721" cy="5833"/>
            </a:xfrm>
            <a:custGeom>
              <a:rect b="b" l="l" r="r" t="t"/>
              <a:pathLst>
                <a:path extrusionOk="0" h="314" w="1869">
                  <a:moveTo>
                    <a:pt x="887" y="0"/>
                  </a:moveTo>
                  <a:cubicBezTo>
                    <a:pt x="620" y="0"/>
                    <a:pt x="353" y="33"/>
                    <a:pt x="101" y="80"/>
                  </a:cubicBezTo>
                  <a:cubicBezTo>
                    <a:pt x="1" y="80"/>
                    <a:pt x="34" y="247"/>
                    <a:pt x="134" y="247"/>
                  </a:cubicBezTo>
                  <a:cubicBezTo>
                    <a:pt x="211" y="242"/>
                    <a:pt x="287" y="240"/>
                    <a:pt x="363" y="240"/>
                  </a:cubicBezTo>
                  <a:cubicBezTo>
                    <a:pt x="821" y="240"/>
                    <a:pt x="1278" y="313"/>
                    <a:pt x="1736" y="313"/>
                  </a:cubicBezTo>
                  <a:cubicBezTo>
                    <a:pt x="1836" y="313"/>
                    <a:pt x="1869" y="180"/>
                    <a:pt x="1769" y="146"/>
                  </a:cubicBezTo>
                  <a:cubicBezTo>
                    <a:pt x="1487" y="41"/>
                    <a:pt x="1186" y="0"/>
                    <a:pt x="8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1"/>
            <p:cNvSpPr/>
            <p:nvPr/>
          </p:nvSpPr>
          <p:spPr>
            <a:xfrm>
              <a:off x="5356259" y="4218250"/>
              <a:ext cx="36375" cy="7115"/>
            </a:xfrm>
            <a:custGeom>
              <a:rect b="b" l="l" r="r" t="t"/>
              <a:pathLst>
                <a:path extrusionOk="0" h="383" w="1958">
                  <a:moveTo>
                    <a:pt x="191" y="1"/>
                  </a:moveTo>
                  <a:cubicBezTo>
                    <a:pt x="48" y="1"/>
                    <a:pt x="0" y="206"/>
                    <a:pt x="156" y="237"/>
                  </a:cubicBezTo>
                  <a:cubicBezTo>
                    <a:pt x="564" y="339"/>
                    <a:pt x="971" y="383"/>
                    <a:pt x="1394" y="383"/>
                  </a:cubicBezTo>
                  <a:cubicBezTo>
                    <a:pt x="1524" y="383"/>
                    <a:pt x="1656" y="379"/>
                    <a:pt x="1790" y="371"/>
                  </a:cubicBezTo>
                  <a:cubicBezTo>
                    <a:pt x="1957" y="337"/>
                    <a:pt x="1957" y="104"/>
                    <a:pt x="1790" y="104"/>
                  </a:cubicBezTo>
                  <a:cubicBezTo>
                    <a:pt x="1257" y="104"/>
                    <a:pt x="723" y="104"/>
                    <a:pt x="223" y="4"/>
                  </a:cubicBezTo>
                  <a:cubicBezTo>
                    <a:pt x="212" y="2"/>
                    <a:pt x="201" y="1"/>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1"/>
            <p:cNvSpPr/>
            <p:nvPr/>
          </p:nvSpPr>
          <p:spPr>
            <a:xfrm>
              <a:off x="5350463" y="4733442"/>
              <a:ext cx="33495" cy="5090"/>
            </a:xfrm>
            <a:custGeom>
              <a:rect b="b" l="l" r="r" t="t"/>
              <a:pathLst>
                <a:path extrusionOk="0" h="274" w="1803">
                  <a:moveTo>
                    <a:pt x="918" y="0"/>
                  </a:moveTo>
                  <a:cubicBezTo>
                    <a:pt x="668" y="0"/>
                    <a:pt x="418" y="8"/>
                    <a:pt x="168" y="25"/>
                  </a:cubicBezTo>
                  <a:cubicBezTo>
                    <a:pt x="1" y="25"/>
                    <a:pt x="1" y="259"/>
                    <a:pt x="168" y="259"/>
                  </a:cubicBezTo>
                  <a:cubicBezTo>
                    <a:pt x="334" y="270"/>
                    <a:pt x="501" y="273"/>
                    <a:pt x="668" y="273"/>
                  </a:cubicBezTo>
                  <a:cubicBezTo>
                    <a:pt x="1002" y="273"/>
                    <a:pt x="1335" y="259"/>
                    <a:pt x="1669" y="259"/>
                  </a:cubicBezTo>
                  <a:cubicBezTo>
                    <a:pt x="1802" y="225"/>
                    <a:pt x="1802" y="25"/>
                    <a:pt x="1669" y="25"/>
                  </a:cubicBezTo>
                  <a:cubicBezTo>
                    <a:pt x="1419" y="8"/>
                    <a:pt x="1168" y="0"/>
                    <a:pt x="9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1"/>
            <p:cNvSpPr/>
            <p:nvPr/>
          </p:nvSpPr>
          <p:spPr>
            <a:xfrm>
              <a:off x="5304632" y="4216393"/>
              <a:ext cx="27885" cy="6892"/>
            </a:xfrm>
            <a:custGeom>
              <a:rect b="b" l="l" r="r" t="t"/>
              <a:pathLst>
                <a:path extrusionOk="0" h="371" w="1501">
                  <a:moveTo>
                    <a:pt x="139" y="1"/>
                  </a:moveTo>
                  <a:cubicBezTo>
                    <a:pt x="0" y="1"/>
                    <a:pt x="9" y="237"/>
                    <a:pt x="166" y="237"/>
                  </a:cubicBezTo>
                  <a:cubicBezTo>
                    <a:pt x="566" y="304"/>
                    <a:pt x="967" y="371"/>
                    <a:pt x="1334" y="371"/>
                  </a:cubicBezTo>
                  <a:cubicBezTo>
                    <a:pt x="1467" y="371"/>
                    <a:pt x="1500" y="137"/>
                    <a:pt x="1367" y="137"/>
                  </a:cubicBezTo>
                  <a:cubicBezTo>
                    <a:pt x="967" y="37"/>
                    <a:pt x="566" y="4"/>
                    <a:pt x="166" y="4"/>
                  </a:cubicBezTo>
                  <a:cubicBezTo>
                    <a:pt x="156" y="2"/>
                    <a:pt x="147"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1"/>
            <p:cNvSpPr/>
            <p:nvPr/>
          </p:nvSpPr>
          <p:spPr>
            <a:xfrm>
              <a:off x="5281689" y="4737770"/>
              <a:ext cx="36579" cy="4459"/>
            </a:xfrm>
            <a:custGeom>
              <a:rect b="b" l="l" r="r" t="t"/>
              <a:pathLst>
                <a:path extrusionOk="0" h="240" w="1969">
                  <a:moveTo>
                    <a:pt x="984" y="1"/>
                  </a:moveTo>
                  <a:cubicBezTo>
                    <a:pt x="701" y="1"/>
                    <a:pt x="417" y="9"/>
                    <a:pt x="134" y="26"/>
                  </a:cubicBezTo>
                  <a:cubicBezTo>
                    <a:pt x="0" y="26"/>
                    <a:pt x="0" y="192"/>
                    <a:pt x="134" y="192"/>
                  </a:cubicBezTo>
                  <a:cubicBezTo>
                    <a:pt x="535" y="216"/>
                    <a:pt x="936" y="240"/>
                    <a:pt x="1337" y="240"/>
                  </a:cubicBezTo>
                  <a:cubicBezTo>
                    <a:pt x="1503" y="240"/>
                    <a:pt x="1669" y="236"/>
                    <a:pt x="1835" y="226"/>
                  </a:cubicBezTo>
                  <a:cubicBezTo>
                    <a:pt x="1968" y="226"/>
                    <a:pt x="1968" y="26"/>
                    <a:pt x="1835" y="26"/>
                  </a:cubicBezTo>
                  <a:cubicBezTo>
                    <a:pt x="1551" y="9"/>
                    <a:pt x="1268" y="1"/>
                    <a:pt x="9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1"/>
            <p:cNvSpPr/>
            <p:nvPr/>
          </p:nvSpPr>
          <p:spPr>
            <a:xfrm>
              <a:off x="5239537" y="4220164"/>
              <a:ext cx="39682" cy="6837"/>
            </a:xfrm>
            <a:custGeom>
              <a:rect b="b" l="l" r="r" t="t"/>
              <a:pathLst>
                <a:path extrusionOk="0" h="368" w="2136">
                  <a:moveTo>
                    <a:pt x="134" y="1"/>
                  </a:moveTo>
                  <a:cubicBezTo>
                    <a:pt x="1" y="1"/>
                    <a:pt x="1" y="234"/>
                    <a:pt x="134" y="234"/>
                  </a:cubicBezTo>
                  <a:cubicBezTo>
                    <a:pt x="735" y="301"/>
                    <a:pt x="1335" y="368"/>
                    <a:pt x="1969" y="368"/>
                  </a:cubicBezTo>
                  <a:cubicBezTo>
                    <a:pt x="2136" y="368"/>
                    <a:pt x="2102" y="134"/>
                    <a:pt x="1969" y="134"/>
                  </a:cubicBezTo>
                  <a:cubicBezTo>
                    <a:pt x="1369" y="68"/>
                    <a:pt x="735" y="34"/>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1"/>
            <p:cNvSpPr/>
            <p:nvPr/>
          </p:nvSpPr>
          <p:spPr>
            <a:xfrm>
              <a:off x="5216612" y="4735764"/>
              <a:ext cx="37824" cy="9920"/>
            </a:xfrm>
            <a:custGeom>
              <a:rect b="b" l="l" r="r" t="t"/>
              <a:pathLst>
                <a:path extrusionOk="0" h="534" w="2036">
                  <a:moveTo>
                    <a:pt x="234" y="0"/>
                  </a:moveTo>
                  <a:cubicBezTo>
                    <a:pt x="67" y="0"/>
                    <a:pt x="1" y="200"/>
                    <a:pt x="167" y="234"/>
                  </a:cubicBezTo>
                  <a:cubicBezTo>
                    <a:pt x="735" y="334"/>
                    <a:pt x="1335" y="467"/>
                    <a:pt x="1902" y="534"/>
                  </a:cubicBezTo>
                  <a:cubicBezTo>
                    <a:pt x="2035" y="534"/>
                    <a:pt x="2035" y="367"/>
                    <a:pt x="1935" y="334"/>
                  </a:cubicBezTo>
                  <a:cubicBezTo>
                    <a:pt x="1368" y="167"/>
                    <a:pt x="801" y="10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1"/>
            <p:cNvSpPr/>
            <p:nvPr/>
          </p:nvSpPr>
          <p:spPr>
            <a:xfrm>
              <a:off x="5189340" y="4222040"/>
              <a:ext cx="24188" cy="24522"/>
            </a:xfrm>
            <a:custGeom>
              <a:rect b="b" l="l" r="r" t="t"/>
              <a:pathLst>
                <a:path extrusionOk="0" h="1320" w="1302">
                  <a:moveTo>
                    <a:pt x="1135" y="0"/>
                  </a:moveTo>
                  <a:cubicBezTo>
                    <a:pt x="501" y="0"/>
                    <a:pt x="34" y="600"/>
                    <a:pt x="1" y="1201"/>
                  </a:cubicBezTo>
                  <a:cubicBezTo>
                    <a:pt x="1" y="1276"/>
                    <a:pt x="75" y="1319"/>
                    <a:pt x="145" y="1319"/>
                  </a:cubicBezTo>
                  <a:cubicBezTo>
                    <a:pt x="200" y="1319"/>
                    <a:pt x="253" y="1293"/>
                    <a:pt x="268" y="1234"/>
                  </a:cubicBezTo>
                  <a:cubicBezTo>
                    <a:pt x="335" y="734"/>
                    <a:pt x="701" y="400"/>
                    <a:pt x="1168" y="267"/>
                  </a:cubicBezTo>
                  <a:cubicBezTo>
                    <a:pt x="1302" y="234"/>
                    <a:pt x="1269" y="0"/>
                    <a:pt x="1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1"/>
            <p:cNvSpPr/>
            <p:nvPr/>
          </p:nvSpPr>
          <p:spPr>
            <a:xfrm>
              <a:off x="5186869" y="4703810"/>
              <a:ext cx="13970" cy="30764"/>
            </a:xfrm>
            <a:custGeom>
              <a:rect b="b" l="l" r="r" t="t"/>
              <a:pathLst>
                <a:path extrusionOk="0" h="1656" w="752">
                  <a:moveTo>
                    <a:pt x="190" y="1"/>
                  </a:moveTo>
                  <a:cubicBezTo>
                    <a:pt x="135" y="1"/>
                    <a:pt x="82" y="27"/>
                    <a:pt x="67" y="86"/>
                  </a:cubicBezTo>
                  <a:cubicBezTo>
                    <a:pt x="1" y="653"/>
                    <a:pt x="134" y="1186"/>
                    <a:pt x="534" y="1620"/>
                  </a:cubicBezTo>
                  <a:cubicBezTo>
                    <a:pt x="551" y="1645"/>
                    <a:pt x="574" y="1656"/>
                    <a:pt x="598" y="1656"/>
                  </a:cubicBezTo>
                  <a:cubicBezTo>
                    <a:pt x="670" y="1656"/>
                    <a:pt x="751" y="1562"/>
                    <a:pt x="701" y="1487"/>
                  </a:cubicBezTo>
                  <a:cubicBezTo>
                    <a:pt x="434" y="1053"/>
                    <a:pt x="334" y="619"/>
                    <a:pt x="334" y="119"/>
                  </a:cubicBezTo>
                  <a:cubicBezTo>
                    <a:pt x="334" y="44"/>
                    <a:pt x="261"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1"/>
            <p:cNvSpPr/>
            <p:nvPr/>
          </p:nvSpPr>
          <p:spPr>
            <a:xfrm>
              <a:off x="5186256" y="4476942"/>
              <a:ext cx="12503" cy="38511"/>
            </a:xfrm>
            <a:custGeom>
              <a:rect b="b" l="l" r="r" t="t"/>
              <a:pathLst>
                <a:path extrusionOk="0" h="2073" w="673">
                  <a:moveTo>
                    <a:pt x="228" y="1"/>
                  </a:moveTo>
                  <a:cubicBezTo>
                    <a:pt x="174" y="1"/>
                    <a:pt x="118" y="35"/>
                    <a:pt x="100" y="89"/>
                  </a:cubicBezTo>
                  <a:cubicBezTo>
                    <a:pt x="0" y="723"/>
                    <a:pt x="167" y="1390"/>
                    <a:pt x="400" y="1990"/>
                  </a:cubicBezTo>
                  <a:cubicBezTo>
                    <a:pt x="428" y="2046"/>
                    <a:pt x="485" y="2073"/>
                    <a:pt x="537" y="2073"/>
                  </a:cubicBezTo>
                  <a:cubicBezTo>
                    <a:pt x="610" y="2073"/>
                    <a:pt x="673" y="2021"/>
                    <a:pt x="634" y="1924"/>
                  </a:cubicBezTo>
                  <a:cubicBezTo>
                    <a:pt x="434" y="1323"/>
                    <a:pt x="434" y="723"/>
                    <a:pt x="334" y="89"/>
                  </a:cubicBezTo>
                  <a:cubicBezTo>
                    <a:pt x="318" y="27"/>
                    <a:pt x="274"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1"/>
            <p:cNvSpPr/>
            <p:nvPr/>
          </p:nvSpPr>
          <p:spPr>
            <a:xfrm>
              <a:off x="5188727" y="4405920"/>
              <a:ext cx="7450" cy="35966"/>
            </a:xfrm>
            <a:custGeom>
              <a:rect b="b" l="l" r="r" t="t"/>
              <a:pathLst>
                <a:path extrusionOk="0" h="1936" w="401">
                  <a:moveTo>
                    <a:pt x="188" y="1"/>
                  </a:moveTo>
                  <a:cubicBezTo>
                    <a:pt x="142" y="1"/>
                    <a:pt x="101" y="26"/>
                    <a:pt x="101" y="76"/>
                  </a:cubicBezTo>
                  <a:cubicBezTo>
                    <a:pt x="1" y="643"/>
                    <a:pt x="34" y="1210"/>
                    <a:pt x="67" y="1810"/>
                  </a:cubicBezTo>
                  <a:cubicBezTo>
                    <a:pt x="67" y="1894"/>
                    <a:pt x="126" y="1936"/>
                    <a:pt x="188" y="1936"/>
                  </a:cubicBezTo>
                  <a:cubicBezTo>
                    <a:pt x="251" y="1936"/>
                    <a:pt x="318" y="1894"/>
                    <a:pt x="334" y="1810"/>
                  </a:cubicBezTo>
                  <a:cubicBezTo>
                    <a:pt x="334" y="1210"/>
                    <a:pt x="401" y="643"/>
                    <a:pt x="301" y="76"/>
                  </a:cubicBezTo>
                  <a:cubicBezTo>
                    <a:pt x="284" y="26"/>
                    <a:pt x="234" y="1"/>
                    <a:pt x="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1"/>
            <p:cNvSpPr/>
            <p:nvPr/>
          </p:nvSpPr>
          <p:spPr>
            <a:xfrm>
              <a:off x="5189340" y="4544898"/>
              <a:ext cx="6223" cy="31619"/>
            </a:xfrm>
            <a:custGeom>
              <a:rect b="b" l="l" r="r" t="t"/>
              <a:pathLst>
                <a:path extrusionOk="0" h="1702" w="335">
                  <a:moveTo>
                    <a:pt x="168" y="0"/>
                  </a:moveTo>
                  <a:cubicBezTo>
                    <a:pt x="118" y="0"/>
                    <a:pt x="68" y="34"/>
                    <a:pt x="68" y="100"/>
                  </a:cubicBezTo>
                  <a:cubicBezTo>
                    <a:pt x="1" y="601"/>
                    <a:pt x="34" y="1101"/>
                    <a:pt x="68" y="1601"/>
                  </a:cubicBezTo>
                  <a:cubicBezTo>
                    <a:pt x="68" y="1668"/>
                    <a:pt x="118" y="1701"/>
                    <a:pt x="168" y="1701"/>
                  </a:cubicBezTo>
                  <a:cubicBezTo>
                    <a:pt x="218" y="1701"/>
                    <a:pt x="268" y="1668"/>
                    <a:pt x="268" y="1601"/>
                  </a:cubicBezTo>
                  <a:cubicBezTo>
                    <a:pt x="301" y="1101"/>
                    <a:pt x="335" y="601"/>
                    <a:pt x="268" y="100"/>
                  </a:cubicBezTo>
                  <a:cubicBezTo>
                    <a:pt x="268" y="34"/>
                    <a:pt x="218"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1"/>
            <p:cNvSpPr/>
            <p:nvPr/>
          </p:nvSpPr>
          <p:spPr>
            <a:xfrm>
              <a:off x="5185625" y="4273927"/>
              <a:ext cx="9326" cy="34721"/>
            </a:xfrm>
            <a:custGeom>
              <a:rect b="b" l="l" r="r" t="t"/>
              <a:pathLst>
                <a:path extrusionOk="0" h="1869" w="502">
                  <a:moveTo>
                    <a:pt x="264" y="1"/>
                  </a:moveTo>
                  <a:cubicBezTo>
                    <a:pt x="209" y="1"/>
                    <a:pt x="151" y="26"/>
                    <a:pt x="134" y="76"/>
                  </a:cubicBezTo>
                  <a:cubicBezTo>
                    <a:pt x="1" y="609"/>
                    <a:pt x="68" y="1210"/>
                    <a:pt x="101" y="1744"/>
                  </a:cubicBezTo>
                  <a:cubicBezTo>
                    <a:pt x="118" y="1827"/>
                    <a:pt x="193" y="1869"/>
                    <a:pt x="264" y="1869"/>
                  </a:cubicBezTo>
                  <a:cubicBezTo>
                    <a:pt x="334" y="1869"/>
                    <a:pt x="401" y="1827"/>
                    <a:pt x="401" y="1744"/>
                  </a:cubicBezTo>
                  <a:cubicBezTo>
                    <a:pt x="434" y="1210"/>
                    <a:pt x="501" y="609"/>
                    <a:pt x="368" y="76"/>
                  </a:cubicBezTo>
                  <a:cubicBezTo>
                    <a:pt x="368" y="26"/>
                    <a:pt x="318" y="1"/>
                    <a:pt x="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1"/>
            <p:cNvSpPr/>
            <p:nvPr/>
          </p:nvSpPr>
          <p:spPr>
            <a:xfrm>
              <a:off x="5186256" y="4339468"/>
              <a:ext cx="8063" cy="38585"/>
            </a:xfrm>
            <a:custGeom>
              <a:rect b="b" l="l" r="r" t="t"/>
              <a:pathLst>
                <a:path extrusionOk="0" h="2077" w="434">
                  <a:moveTo>
                    <a:pt x="217" y="0"/>
                  </a:moveTo>
                  <a:cubicBezTo>
                    <a:pt x="150" y="0"/>
                    <a:pt x="84" y="50"/>
                    <a:pt x="67" y="150"/>
                  </a:cubicBezTo>
                  <a:cubicBezTo>
                    <a:pt x="0" y="751"/>
                    <a:pt x="67" y="1351"/>
                    <a:pt x="100" y="1952"/>
                  </a:cubicBezTo>
                  <a:cubicBezTo>
                    <a:pt x="100" y="2035"/>
                    <a:pt x="159" y="2077"/>
                    <a:pt x="217" y="2077"/>
                  </a:cubicBezTo>
                  <a:cubicBezTo>
                    <a:pt x="275" y="2077"/>
                    <a:pt x="334" y="2035"/>
                    <a:pt x="334" y="1952"/>
                  </a:cubicBezTo>
                  <a:cubicBezTo>
                    <a:pt x="367" y="1351"/>
                    <a:pt x="434" y="751"/>
                    <a:pt x="367" y="150"/>
                  </a:cubicBezTo>
                  <a:cubicBezTo>
                    <a:pt x="350" y="50"/>
                    <a:pt x="284" y="0"/>
                    <a:pt x="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1"/>
            <p:cNvSpPr/>
            <p:nvPr/>
          </p:nvSpPr>
          <p:spPr>
            <a:xfrm>
              <a:off x="5188114" y="4652722"/>
              <a:ext cx="4347" cy="24950"/>
            </a:xfrm>
            <a:custGeom>
              <a:rect b="b" l="l" r="r" t="t"/>
              <a:pathLst>
                <a:path extrusionOk="0" h="1343" w="234">
                  <a:moveTo>
                    <a:pt x="117" y="0"/>
                  </a:moveTo>
                  <a:cubicBezTo>
                    <a:pt x="75" y="0"/>
                    <a:pt x="34" y="34"/>
                    <a:pt x="34" y="100"/>
                  </a:cubicBezTo>
                  <a:cubicBezTo>
                    <a:pt x="0" y="467"/>
                    <a:pt x="0" y="868"/>
                    <a:pt x="34" y="1268"/>
                  </a:cubicBezTo>
                  <a:cubicBezTo>
                    <a:pt x="34" y="1318"/>
                    <a:pt x="75" y="1343"/>
                    <a:pt x="117" y="1343"/>
                  </a:cubicBezTo>
                  <a:cubicBezTo>
                    <a:pt x="159" y="1343"/>
                    <a:pt x="200" y="1318"/>
                    <a:pt x="200" y="1268"/>
                  </a:cubicBezTo>
                  <a:cubicBezTo>
                    <a:pt x="234" y="868"/>
                    <a:pt x="234" y="467"/>
                    <a:pt x="200" y="100"/>
                  </a:cubicBezTo>
                  <a:cubicBezTo>
                    <a:pt x="200" y="34"/>
                    <a:pt x="159"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1"/>
            <p:cNvSpPr/>
            <p:nvPr/>
          </p:nvSpPr>
          <p:spPr>
            <a:xfrm>
              <a:off x="5186256" y="4602990"/>
              <a:ext cx="4347" cy="20770"/>
            </a:xfrm>
            <a:custGeom>
              <a:rect b="b" l="l" r="r" t="t"/>
              <a:pathLst>
                <a:path extrusionOk="0" h="1118" w="234">
                  <a:moveTo>
                    <a:pt x="117" y="0"/>
                  </a:moveTo>
                  <a:cubicBezTo>
                    <a:pt x="75" y="0"/>
                    <a:pt x="34" y="25"/>
                    <a:pt x="34" y="75"/>
                  </a:cubicBezTo>
                  <a:cubicBezTo>
                    <a:pt x="0" y="409"/>
                    <a:pt x="34" y="743"/>
                    <a:pt x="34" y="1043"/>
                  </a:cubicBezTo>
                  <a:cubicBezTo>
                    <a:pt x="34" y="1093"/>
                    <a:pt x="75" y="1118"/>
                    <a:pt x="117" y="1118"/>
                  </a:cubicBezTo>
                  <a:cubicBezTo>
                    <a:pt x="159" y="1118"/>
                    <a:pt x="200" y="1093"/>
                    <a:pt x="200" y="1043"/>
                  </a:cubicBezTo>
                  <a:cubicBezTo>
                    <a:pt x="200" y="743"/>
                    <a:pt x="234" y="409"/>
                    <a:pt x="200" y="75"/>
                  </a:cubicBezTo>
                  <a:cubicBezTo>
                    <a:pt x="200" y="25"/>
                    <a:pt x="159"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9" name="Google Shape;6359;p121"/>
          <p:cNvSpPr/>
          <p:nvPr/>
        </p:nvSpPr>
        <p:spPr>
          <a:xfrm>
            <a:off x="5454233" y="3100484"/>
            <a:ext cx="70567" cy="232417"/>
          </a:xfrm>
          <a:custGeom>
            <a:rect b="b" l="l" r="r" t="t"/>
            <a:pathLst>
              <a:path extrusionOk="0" h="10770" w="3270">
                <a:moveTo>
                  <a:pt x="500" y="1"/>
                </a:moveTo>
                <a:cubicBezTo>
                  <a:pt x="359" y="1"/>
                  <a:pt x="217" y="101"/>
                  <a:pt x="200" y="301"/>
                </a:cubicBezTo>
                <a:cubicBezTo>
                  <a:pt x="0" y="3603"/>
                  <a:pt x="134" y="7239"/>
                  <a:pt x="534" y="10508"/>
                </a:cubicBezTo>
                <a:cubicBezTo>
                  <a:pt x="551" y="10646"/>
                  <a:pt x="657" y="10721"/>
                  <a:pt x="759" y="10721"/>
                </a:cubicBezTo>
                <a:cubicBezTo>
                  <a:pt x="857" y="10721"/>
                  <a:pt x="951" y="10654"/>
                  <a:pt x="967" y="10508"/>
                </a:cubicBezTo>
                <a:cubicBezTo>
                  <a:pt x="1168" y="7706"/>
                  <a:pt x="1168" y="4637"/>
                  <a:pt x="934" y="1769"/>
                </a:cubicBezTo>
                <a:lnTo>
                  <a:pt x="934" y="1769"/>
                </a:lnTo>
                <a:cubicBezTo>
                  <a:pt x="1134" y="2069"/>
                  <a:pt x="1301" y="2369"/>
                  <a:pt x="1501" y="2669"/>
                </a:cubicBezTo>
                <a:cubicBezTo>
                  <a:pt x="1553" y="2773"/>
                  <a:pt x="1668" y="2832"/>
                  <a:pt x="1781" y="2832"/>
                </a:cubicBezTo>
                <a:cubicBezTo>
                  <a:pt x="1885" y="2832"/>
                  <a:pt x="1987" y="2782"/>
                  <a:pt x="2035" y="2669"/>
                </a:cubicBezTo>
                <a:cubicBezTo>
                  <a:pt x="2168" y="2369"/>
                  <a:pt x="2335" y="2069"/>
                  <a:pt x="2469" y="1769"/>
                </a:cubicBezTo>
                <a:lnTo>
                  <a:pt x="2469" y="1769"/>
                </a:lnTo>
                <a:cubicBezTo>
                  <a:pt x="2335" y="2970"/>
                  <a:pt x="2302" y="4204"/>
                  <a:pt x="2302" y="5405"/>
                </a:cubicBezTo>
                <a:cubicBezTo>
                  <a:pt x="2302" y="7106"/>
                  <a:pt x="2235" y="8941"/>
                  <a:pt x="2702" y="10575"/>
                </a:cubicBezTo>
                <a:cubicBezTo>
                  <a:pt x="2732" y="10709"/>
                  <a:pt x="2828" y="10770"/>
                  <a:pt x="2925" y="10770"/>
                </a:cubicBezTo>
                <a:cubicBezTo>
                  <a:pt x="3046" y="10770"/>
                  <a:pt x="3169" y="10675"/>
                  <a:pt x="3169" y="10508"/>
                </a:cubicBezTo>
                <a:cubicBezTo>
                  <a:pt x="3269" y="8840"/>
                  <a:pt x="2969" y="7106"/>
                  <a:pt x="2969" y="5405"/>
                </a:cubicBezTo>
                <a:cubicBezTo>
                  <a:pt x="2969" y="3703"/>
                  <a:pt x="3069" y="2002"/>
                  <a:pt x="3136" y="301"/>
                </a:cubicBezTo>
                <a:cubicBezTo>
                  <a:pt x="3136" y="151"/>
                  <a:pt x="3023" y="76"/>
                  <a:pt x="2896" y="76"/>
                </a:cubicBezTo>
                <a:cubicBezTo>
                  <a:pt x="2854" y="76"/>
                  <a:pt x="2810" y="84"/>
                  <a:pt x="2769" y="101"/>
                </a:cubicBezTo>
                <a:cubicBezTo>
                  <a:pt x="2745" y="93"/>
                  <a:pt x="2722" y="89"/>
                  <a:pt x="2698" y="89"/>
                </a:cubicBezTo>
                <a:cubicBezTo>
                  <a:pt x="2623" y="89"/>
                  <a:pt x="2553" y="132"/>
                  <a:pt x="2502" y="234"/>
                </a:cubicBezTo>
                <a:cubicBezTo>
                  <a:pt x="2235" y="768"/>
                  <a:pt x="1968" y="1302"/>
                  <a:pt x="1735" y="1835"/>
                </a:cubicBezTo>
                <a:cubicBezTo>
                  <a:pt x="1434" y="1368"/>
                  <a:pt x="1168" y="901"/>
                  <a:pt x="834" y="468"/>
                </a:cubicBezTo>
                <a:cubicBezTo>
                  <a:pt x="801" y="434"/>
                  <a:pt x="801" y="368"/>
                  <a:pt x="801" y="301"/>
                </a:cubicBezTo>
                <a:cubicBezTo>
                  <a:pt x="784" y="101"/>
                  <a:pt x="642"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1"/>
          <p:cNvSpPr/>
          <p:nvPr/>
        </p:nvSpPr>
        <p:spPr>
          <a:xfrm>
            <a:off x="5431185" y="3401947"/>
            <a:ext cx="90722" cy="225252"/>
          </a:xfrm>
          <a:custGeom>
            <a:rect b="b" l="l" r="r" t="t"/>
            <a:pathLst>
              <a:path extrusionOk="0" h="10438" w="4204">
                <a:moveTo>
                  <a:pt x="3669" y="0"/>
                </a:moveTo>
                <a:cubicBezTo>
                  <a:pt x="3554" y="0"/>
                  <a:pt x="3451" y="63"/>
                  <a:pt x="3436" y="209"/>
                </a:cubicBezTo>
                <a:cubicBezTo>
                  <a:pt x="3003" y="3011"/>
                  <a:pt x="3003" y="6013"/>
                  <a:pt x="3036" y="8882"/>
                </a:cubicBezTo>
                <a:cubicBezTo>
                  <a:pt x="2603" y="7581"/>
                  <a:pt x="2069" y="6246"/>
                  <a:pt x="1669" y="4945"/>
                </a:cubicBezTo>
                <a:cubicBezTo>
                  <a:pt x="1202" y="3378"/>
                  <a:pt x="901" y="1710"/>
                  <a:pt x="167" y="242"/>
                </a:cubicBezTo>
                <a:cubicBezTo>
                  <a:pt x="156" y="218"/>
                  <a:pt x="135" y="207"/>
                  <a:pt x="114" y="207"/>
                </a:cubicBezTo>
                <a:cubicBezTo>
                  <a:pt x="76" y="207"/>
                  <a:pt x="34" y="244"/>
                  <a:pt x="34" y="309"/>
                </a:cubicBezTo>
                <a:cubicBezTo>
                  <a:pt x="1" y="2010"/>
                  <a:pt x="634" y="3745"/>
                  <a:pt x="1135" y="5379"/>
                </a:cubicBezTo>
                <a:cubicBezTo>
                  <a:pt x="1635" y="7047"/>
                  <a:pt x="2136" y="8748"/>
                  <a:pt x="2903" y="10316"/>
                </a:cubicBezTo>
                <a:cubicBezTo>
                  <a:pt x="2952" y="10402"/>
                  <a:pt x="3032" y="10438"/>
                  <a:pt x="3115" y="10438"/>
                </a:cubicBezTo>
                <a:cubicBezTo>
                  <a:pt x="3256" y="10438"/>
                  <a:pt x="3403" y="10330"/>
                  <a:pt x="3403" y="10182"/>
                </a:cubicBezTo>
                <a:cubicBezTo>
                  <a:pt x="3470" y="10149"/>
                  <a:pt x="3503" y="10082"/>
                  <a:pt x="3503" y="10016"/>
                </a:cubicBezTo>
                <a:cubicBezTo>
                  <a:pt x="3803" y="6847"/>
                  <a:pt x="4204" y="3444"/>
                  <a:pt x="4004" y="275"/>
                </a:cubicBezTo>
                <a:cubicBezTo>
                  <a:pt x="3985" y="106"/>
                  <a:pt x="3817" y="0"/>
                  <a:pt x="36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1" name="Google Shape;6361;p121"/>
          <p:cNvGrpSpPr/>
          <p:nvPr/>
        </p:nvGrpSpPr>
        <p:grpSpPr>
          <a:xfrm>
            <a:off x="5013660" y="1877990"/>
            <a:ext cx="1035405" cy="377624"/>
            <a:chOff x="4528285" y="1895340"/>
            <a:chExt cx="1035405" cy="377624"/>
          </a:xfrm>
        </p:grpSpPr>
        <p:sp>
          <p:nvSpPr>
            <p:cNvPr id="6362" name="Google Shape;6362;p121"/>
            <p:cNvSpPr/>
            <p:nvPr/>
          </p:nvSpPr>
          <p:spPr>
            <a:xfrm>
              <a:off x="4558520" y="1895340"/>
              <a:ext cx="990522" cy="19595"/>
            </a:xfrm>
            <a:custGeom>
              <a:rect b="b" l="l" r="r" t="t"/>
              <a:pathLst>
                <a:path extrusionOk="0" h="908" w="45900">
                  <a:moveTo>
                    <a:pt x="2230" y="1"/>
                  </a:moveTo>
                  <a:cubicBezTo>
                    <a:pt x="1482" y="1"/>
                    <a:pt x="738" y="46"/>
                    <a:pt x="34" y="207"/>
                  </a:cubicBezTo>
                  <a:lnTo>
                    <a:pt x="1" y="641"/>
                  </a:lnTo>
                  <a:cubicBezTo>
                    <a:pt x="678" y="709"/>
                    <a:pt x="1360" y="727"/>
                    <a:pt x="2044" y="727"/>
                  </a:cubicBezTo>
                  <a:cubicBezTo>
                    <a:pt x="2842" y="727"/>
                    <a:pt x="3641" y="702"/>
                    <a:pt x="4435" y="702"/>
                  </a:cubicBezTo>
                  <a:cubicBezTo>
                    <a:pt x="4636" y="702"/>
                    <a:pt x="4837" y="704"/>
                    <a:pt x="5037" y="708"/>
                  </a:cubicBezTo>
                  <a:lnTo>
                    <a:pt x="10775" y="741"/>
                  </a:lnTo>
                  <a:cubicBezTo>
                    <a:pt x="14678" y="741"/>
                    <a:pt x="18580" y="774"/>
                    <a:pt x="22483" y="774"/>
                  </a:cubicBezTo>
                  <a:lnTo>
                    <a:pt x="45667" y="908"/>
                  </a:lnTo>
                  <a:cubicBezTo>
                    <a:pt x="45700" y="908"/>
                    <a:pt x="45767" y="908"/>
                    <a:pt x="45800" y="875"/>
                  </a:cubicBezTo>
                  <a:lnTo>
                    <a:pt x="45900" y="441"/>
                  </a:lnTo>
                  <a:cubicBezTo>
                    <a:pt x="45867" y="374"/>
                    <a:pt x="45800" y="307"/>
                    <a:pt x="45667" y="274"/>
                  </a:cubicBezTo>
                  <a:lnTo>
                    <a:pt x="22216" y="174"/>
                  </a:lnTo>
                  <a:cubicBezTo>
                    <a:pt x="18414" y="141"/>
                    <a:pt x="14611" y="141"/>
                    <a:pt x="10775" y="107"/>
                  </a:cubicBezTo>
                  <a:cubicBezTo>
                    <a:pt x="8874" y="107"/>
                    <a:pt x="6972" y="74"/>
                    <a:pt x="5037" y="74"/>
                  </a:cubicBezTo>
                  <a:cubicBezTo>
                    <a:pt x="4141" y="74"/>
                    <a:pt x="3181" y="1"/>
                    <a:pt x="22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3" name="Google Shape;6363;p121"/>
            <p:cNvGrpSpPr/>
            <p:nvPr/>
          </p:nvGrpSpPr>
          <p:grpSpPr>
            <a:xfrm>
              <a:off x="4542131" y="1904157"/>
              <a:ext cx="1021559" cy="368806"/>
              <a:chOff x="4730160" y="1830614"/>
              <a:chExt cx="879366" cy="317471"/>
            </a:xfrm>
          </p:grpSpPr>
          <p:sp>
            <p:nvSpPr>
              <p:cNvPr id="6364" name="Google Shape;6364;p121"/>
              <p:cNvSpPr/>
              <p:nvPr/>
            </p:nvSpPr>
            <p:spPr>
              <a:xfrm>
                <a:off x="5591524" y="1830614"/>
                <a:ext cx="18002" cy="236770"/>
              </a:xfrm>
              <a:custGeom>
                <a:rect b="b" l="l" r="r" t="t"/>
                <a:pathLst>
                  <a:path extrusionOk="0" h="12745" w="969">
                    <a:moveTo>
                      <a:pt x="485" y="0"/>
                    </a:moveTo>
                    <a:cubicBezTo>
                      <a:pt x="423" y="0"/>
                      <a:pt x="358" y="22"/>
                      <a:pt x="301" y="68"/>
                    </a:cubicBezTo>
                    <a:lnTo>
                      <a:pt x="201" y="469"/>
                    </a:lnTo>
                    <a:cubicBezTo>
                      <a:pt x="1" y="2470"/>
                      <a:pt x="168" y="4538"/>
                      <a:pt x="168" y="6506"/>
                    </a:cubicBezTo>
                    <a:cubicBezTo>
                      <a:pt x="168" y="8574"/>
                      <a:pt x="68" y="10676"/>
                      <a:pt x="301" y="12711"/>
                    </a:cubicBezTo>
                    <a:lnTo>
                      <a:pt x="668" y="12744"/>
                    </a:lnTo>
                    <a:cubicBezTo>
                      <a:pt x="901" y="10709"/>
                      <a:pt x="801" y="8574"/>
                      <a:pt x="801" y="6506"/>
                    </a:cubicBezTo>
                    <a:cubicBezTo>
                      <a:pt x="801" y="4438"/>
                      <a:pt x="968" y="2270"/>
                      <a:pt x="735" y="235"/>
                    </a:cubicBezTo>
                    <a:cubicBezTo>
                      <a:pt x="713" y="82"/>
                      <a:pt x="604" y="0"/>
                      <a:pt x="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1"/>
              <p:cNvSpPr/>
              <p:nvPr/>
            </p:nvSpPr>
            <p:spPr>
              <a:xfrm>
                <a:off x="5220327" y="2065824"/>
                <a:ext cx="386709" cy="12707"/>
              </a:xfrm>
              <a:custGeom>
                <a:rect b="b" l="l" r="r" t="t"/>
                <a:pathLst>
                  <a:path extrusionOk="0" h="684" w="20816">
                    <a:moveTo>
                      <a:pt x="3765" y="1"/>
                    </a:moveTo>
                    <a:cubicBezTo>
                      <a:pt x="2519" y="1"/>
                      <a:pt x="1274" y="22"/>
                      <a:pt x="34" y="83"/>
                    </a:cubicBezTo>
                    <a:lnTo>
                      <a:pt x="1" y="550"/>
                    </a:lnTo>
                    <a:cubicBezTo>
                      <a:pt x="1685" y="650"/>
                      <a:pt x="3387" y="675"/>
                      <a:pt x="5088" y="675"/>
                    </a:cubicBezTo>
                    <a:cubicBezTo>
                      <a:pt x="6789" y="675"/>
                      <a:pt x="8490" y="650"/>
                      <a:pt x="10175" y="650"/>
                    </a:cubicBezTo>
                    <a:cubicBezTo>
                      <a:pt x="11893" y="667"/>
                      <a:pt x="13611" y="683"/>
                      <a:pt x="15328" y="683"/>
                    </a:cubicBezTo>
                    <a:cubicBezTo>
                      <a:pt x="17046" y="683"/>
                      <a:pt x="18764" y="667"/>
                      <a:pt x="20482" y="617"/>
                    </a:cubicBezTo>
                    <a:cubicBezTo>
                      <a:pt x="20749" y="617"/>
                      <a:pt x="20816" y="283"/>
                      <a:pt x="20649" y="116"/>
                    </a:cubicBezTo>
                    <a:cubicBezTo>
                      <a:pt x="20649" y="116"/>
                      <a:pt x="20649" y="83"/>
                      <a:pt x="20649" y="83"/>
                    </a:cubicBezTo>
                    <a:lnTo>
                      <a:pt x="20282" y="50"/>
                    </a:lnTo>
                    <a:cubicBezTo>
                      <a:pt x="19608" y="43"/>
                      <a:pt x="18934" y="40"/>
                      <a:pt x="18261" y="40"/>
                    </a:cubicBezTo>
                    <a:cubicBezTo>
                      <a:pt x="15565" y="40"/>
                      <a:pt x="12870" y="83"/>
                      <a:pt x="10175" y="83"/>
                    </a:cubicBezTo>
                    <a:cubicBezTo>
                      <a:pt x="8046" y="62"/>
                      <a:pt x="5904" y="1"/>
                      <a:pt x="3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1"/>
              <p:cNvSpPr/>
              <p:nvPr/>
            </p:nvSpPr>
            <p:spPr>
              <a:xfrm>
                <a:off x="4730160" y="1834980"/>
                <a:ext cx="866956" cy="300640"/>
              </a:xfrm>
              <a:custGeom>
                <a:rect b="b" l="l" r="r" t="t"/>
                <a:pathLst>
                  <a:path extrusionOk="0" h="16183" w="46667">
                    <a:moveTo>
                      <a:pt x="567" y="0"/>
                    </a:moveTo>
                    <a:cubicBezTo>
                      <a:pt x="567" y="0"/>
                      <a:pt x="567" y="0"/>
                      <a:pt x="567" y="33"/>
                    </a:cubicBezTo>
                    <a:cubicBezTo>
                      <a:pt x="0" y="801"/>
                      <a:pt x="234" y="2202"/>
                      <a:pt x="234" y="3136"/>
                    </a:cubicBezTo>
                    <a:cubicBezTo>
                      <a:pt x="234" y="4170"/>
                      <a:pt x="234" y="5204"/>
                      <a:pt x="234" y="6238"/>
                    </a:cubicBezTo>
                    <a:cubicBezTo>
                      <a:pt x="234" y="8239"/>
                      <a:pt x="434" y="10374"/>
                      <a:pt x="200" y="12342"/>
                    </a:cubicBezTo>
                    <a:cubicBezTo>
                      <a:pt x="1332" y="12288"/>
                      <a:pt x="2470" y="12269"/>
                      <a:pt x="3613" y="12269"/>
                    </a:cubicBezTo>
                    <a:cubicBezTo>
                      <a:pt x="6006" y="12269"/>
                      <a:pt x="8414" y="12353"/>
                      <a:pt x="10808" y="12376"/>
                    </a:cubicBezTo>
                    <a:cubicBezTo>
                      <a:pt x="14344" y="12376"/>
                      <a:pt x="17913" y="12376"/>
                      <a:pt x="21449" y="12409"/>
                    </a:cubicBezTo>
                    <a:cubicBezTo>
                      <a:pt x="21749" y="12442"/>
                      <a:pt x="21816" y="12776"/>
                      <a:pt x="21682" y="12943"/>
                    </a:cubicBezTo>
                    <a:cubicBezTo>
                      <a:pt x="21783" y="13543"/>
                      <a:pt x="21783" y="14144"/>
                      <a:pt x="21582" y="14744"/>
                    </a:cubicBezTo>
                    <a:cubicBezTo>
                      <a:pt x="21482" y="15011"/>
                      <a:pt x="21382" y="15311"/>
                      <a:pt x="21215" y="15578"/>
                    </a:cubicBezTo>
                    <a:cubicBezTo>
                      <a:pt x="20949" y="16045"/>
                      <a:pt x="20682" y="16145"/>
                      <a:pt x="21349" y="16178"/>
                    </a:cubicBezTo>
                    <a:cubicBezTo>
                      <a:pt x="21414" y="16181"/>
                      <a:pt x="21479" y="16183"/>
                      <a:pt x="21543" y="16183"/>
                    </a:cubicBezTo>
                    <a:cubicBezTo>
                      <a:pt x="23686" y="16183"/>
                      <a:pt x="25365" y="14583"/>
                      <a:pt x="25819" y="12542"/>
                    </a:cubicBezTo>
                    <a:cubicBezTo>
                      <a:pt x="25869" y="12392"/>
                      <a:pt x="25986" y="12326"/>
                      <a:pt x="26106" y="12326"/>
                    </a:cubicBezTo>
                    <a:cubicBezTo>
                      <a:pt x="26227" y="12326"/>
                      <a:pt x="26352" y="12392"/>
                      <a:pt x="26419" y="12509"/>
                    </a:cubicBezTo>
                    <a:cubicBezTo>
                      <a:pt x="27659" y="12448"/>
                      <a:pt x="28904" y="12427"/>
                      <a:pt x="30150" y="12427"/>
                    </a:cubicBezTo>
                    <a:cubicBezTo>
                      <a:pt x="32289" y="12427"/>
                      <a:pt x="34431" y="12488"/>
                      <a:pt x="36560" y="12509"/>
                    </a:cubicBezTo>
                    <a:cubicBezTo>
                      <a:pt x="39255" y="12509"/>
                      <a:pt x="41950" y="12466"/>
                      <a:pt x="44646" y="12466"/>
                    </a:cubicBezTo>
                    <a:cubicBezTo>
                      <a:pt x="45319" y="12466"/>
                      <a:pt x="45993" y="12469"/>
                      <a:pt x="46667" y="12476"/>
                    </a:cubicBezTo>
                    <a:cubicBezTo>
                      <a:pt x="46434" y="10441"/>
                      <a:pt x="46534" y="8339"/>
                      <a:pt x="46534" y="6271"/>
                    </a:cubicBezTo>
                    <a:cubicBezTo>
                      <a:pt x="46534" y="4303"/>
                      <a:pt x="46367" y="2235"/>
                      <a:pt x="46567" y="234"/>
                    </a:cubicBezTo>
                    <a:lnTo>
                      <a:pt x="46567" y="234"/>
                    </a:lnTo>
                    <a:cubicBezTo>
                      <a:pt x="46500" y="267"/>
                      <a:pt x="46467" y="267"/>
                      <a:pt x="46400" y="267"/>
                    </a:cubicBezTo>
                    <a:lnTo>
                      <a:pt x="23250" y="167"/>
                    </a:lnTo>
                    <a:cubicBezTo>
                      <a:pt x="19347" y="133"/>
                      <a:pt x="15445" y="100"/>
                      <a:pt x="11542" y="100"/>
                    </a:cubicBezTo>
                    <a:lnTo>
                      <a:pt x="5804" y="67"/>
                    </a:lnTo>
                    <a:cubicBezTo>
                      <a:pt x="4895" y="67"/>
                      <a:pt x="3965" y="97"/>
                      <a:pt x="3043" y="97"/>
                    </a:cubicBezTo>
                    <a:cubicBezTo>
                      <a:pt x="2274" y="97"/>
                      <a:pt x="1511" y="76"/>
                      <a:pt x="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1"/>
              <p:cNvSpPr/>
              <p:nvPr/>
            </p:nvSpPr>
            <p:spPr>
              <a:xfrm>
                <a:off x="5104460" y="2063948"/>
                <a:ext cx="116518" cy="84137"/>
              </a:xfrm>
              <a:custGeom>
                <a:rect b="b" l="l" r="r" t="t"/>
                <a:pathLst>
                  <a:path extrusionOk="0" h="4529" w="6272">
                    <a:moveTo>
                      <a:pt x="5975" y="1"/>
                    </a:moveTo>
                    <a:cubicBezTo>
                      <a:pt x="5854" y="1"/>
                      <a:pt x="5737" y="67"/>
                      <a:pt x="5704" y="217"/>
                    </a:cubicBezTo>
                    <a:cubicBezTo>
                      <a:pt x="5251" y="2258"/>
                      <a:pt x="3540" y="3858"/>
                      <a:pt x="1395" y="3858"/>
                    </a:cubicBezTo>
                    <a:cubicBezTo>
                      <a:pt x="1331" y="3858"/>
                      <a:pt x="1266" y="3856"/>
                      <a:pt x="1201" y="3853"/>
                    </a:cubicBezTo>
                    <a:cubicBezTo>
                      <a:pt x="534" y="3820"/>
                      <a:pt x="834" y="3720"/>
                      <a:pt x="1101" y="3253"/>
                    </a:cubicBezTo>
                    <a:cubicBezTo>
                      <a:pt x="1234" y="2986"/>
                      <a:pt x="1368" y="2686"/>
                      <a:pt x="1434" y="2419"/>
                    </a:cubicBezTo>
                    <a:cubicBezTo>
                      <a:pt x="1635" y="1819"/>
                      <a:pt x="1635" y="1218"/>
                      <a:pt x="1534" y="618"/>
                    </a:cubicBezTo>
                    <a:lnTo>
                      <a:pt x="1534" y="618"/>
                    </a:lnTo>
                    <a:lnTo>
                      <a:pt x="1067" y="684"/>
                    </a:lnTo>
                    <a:cubicBezTo>
                      <a:pt x="1067" y="1885"/>
                      <a:pt x="567" y="2686"/>
                      <a:pt x="67" y="3720"/>
                    </a:cubicBezTo>
                    <a:cubicBezTo>
                      <a:pt x="33" y="3820"/>
                      <a:pt x="0" y="3920"/>
                      <a:pt x="67" y="4020"/>
                    </a:cubicBezTo>
                    <a:cubicBezTo>
                      <a:pt x="324" y="4393"/>
                      <a:pt x="785" y="4528"/>
                      <a:pt x="1304" y="4528"/>
                    </a:cubicBezTo>
                    <a:cubicBezTo>
                      <a:pt x="2130" y="4528"/>
                      <a:pt x="3103" y="4186"/>
                      <a:pt x="3636" y="3920"/>
                    </a:cubicBezTo>
                    <a:cubicBezTo>
                      <a:pt x="4937" y="3253"/>
                      <a:pt x="5838" y="2052"/>
                      <a:pt x="6238" y="651"/>
                    </a:cubicBezTo>
                    <a:lnTo>
                      <a:pt x="6271" y="184"/>
                    </a:lnTo>
                    <a:cubicBezTo>
                      <a:pt x="6221" y="67"/>
                      <a:pt x="6096" y="1"/>
                      <a:pt x="59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8" name="Google Shape;6368;p121"/>
            <p:cNvSpPr/>
            <p:nvPr/>
          </p:nvSpPr>
          <p:spPr>
            <a:xfrm>
              <a:off x="4528285" y="1899807"/>
              <a:ext cx="484471" cy="290122"/>
            </a:xfrm>
            <a:custGeom>
              <a:rect b="b" l="l" r="r" t="t"/>
              <a:pathLst>
                <a:path extrusionOk="0" h="13444" w="22450">
                  <a:moveTo>
                    <a:pt x="1435" y="0"/>
                  </a:moveTo>
                  <a:lnTo>
                    <a:pt x="1135" y="67"/>
                  </a:lnTo>
                  <a:cubicBezTo>
                    <a:pt x="1101" y="67"/>
                    <a:pt x="1068" y="100"/>
                    <a:pt x="1068" y="100"/>
                  </a:cubicBezTo>
                  <a:cubicBezTo>
                    <a:pt x="1035" y="84"/>
                    <a:pt x="1001" y="75"/>
                    <a:pt x="968" y="75"/>
                  </a:cubicBezTo>
                  <a:cubicBezTo>
                    <a:pt x="935" y="75"/>
                    <a:pt x="901" y="84"/>
                    <a:pt x="868" y="100"/>
                  </a:cubicBezTo>
                  <a:cubicBezTo>
                    <a:pt x="367" y="501"/>
                    <a:pt x="301" y="901"/>
                    <a:pt x="267" y="1501"/>
                  </a:cubicBezTo>
                  <a:cubicBezTo>
                    <a:pt x="201" y="2702"/>
                    <a:pt x="267" y="3937"/>
                    <a:pt x="267" y="5137"/>
                  </a:cubicBezTo>
                  <a:cubicBezTo>
                    <a:pt x="234" y="7673"/>
                    <a:pt x="1" y="10375"/>
                    <a:pt x="334" y="12876"/>
                  </a:cubicBezTo>
                  <a:cubicBezTo>
                    <a:pt x="367" y="13010"/>
                    <a:pt x="468" y="13076"/>
                    <a:pt x="568" y="13110"/>
                  </a:cubicBezTo>
                  <a:cubicBezTo>
                    <a:pt x="568" y="13177"/>
                    <a:pt x="634" y="13277"/>
                    <a:pt x="768" y="13277"/>
                  </a:cubicBezTo>
                  <a:cubicBezTo>
                    <a:pt x="2418" y="13386"/>
                    <a:pt x="4082" y="13415"/>
                    <a:pt x="5748" y="13415"/>
                  </a:cubicBezTo>
                  <a:cubicBezTo>
                    <a:pt x="7652" y="13415"/>
                    <a:pt x="9556" y="13377"/>
                    <a:pt x="11442" y="13377"/>
                  </a:cubicBezTo>
                  <a:cubicBezTo>
                    <a:pt x="14911" y="13410"/>
                    <a:pt x="18380" y="13443"/>
                    <a:pt x="21849" y="13443"/>
                  </a:cubicBezTo>
                  <a:lnTo>
                    <a:pt x="22316" y="13377"/>
                  </a:lnTo>
                  <a:cubicBezTo>
                    <a:pt x="22450" y="13210"/>
                    <a:pt x="22383" y="12876"/>
                    <a:pt x="22083" y="12843"/>
                  </a:cubicBezTo>
                  <a:cubicBezTo>
                    <a:pt x="18547" y="12810"/>
                    <a:pt x="14978" y="12810"/>
                    <a:pt x="11442" y="12810"/>
                  </a:cubicBezTo>
                  <a:cubicBezTo>
                    <a:pt x="9048" y="12787"/>
                    <a:pt x="6640" y="12703"/>
                    <a:pt x="4247" y="12703"/>
                  </a:cubicBezTo>
                  <a:cubicBezTo>
                    <a:pt x="3104" y="12703"/>
                    <a:pt x="1966" y="12722"/>
                    <a:pt x="834" y="12776"/>
                  </a:cubicBezTo>
                  <a:cubicBezTo>
                    <a:pt x="1068" y="10775"/>
                    <a:pt x="868" y="8673"/>
                    <a:pt x="868" y="6672"/>
                  </a:cubicBezTo>
                  <a:cubicBezTo>
                    <a:pt x="868" y="5638"/>
                    <a:pt x="868" y="4604"/>
                    <a:pt x="868" y="3570"/>
                  </a:cubicBezTo>
                  <a:cubicBezTo>
                    <a:pt x="868" y="2636"/>
                    <a:pt x="634" y="1201"/>
                    <a:pt x="1201" y="434"/>
                  </a:cubicBezTo>
                  <a:lnTo>
                    <a:pt x="1402" y="434"/>
                  </a:lnTo>
                  <a:lnTo>
                    <a:pt x="14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121"/>
          <p:cNvSpPr/>
          <p:nvPr/>
        </p:nvSpPr>
        <p:spPr>
          <a:xfrm>
            <a:off x="5413079" y="3719532"/>
            <a:ext cx="78594" cy="227129"/>
          </a:xfrm>
          <a:custGeom>
            <a:rect b="b" l="l" r="r" t="t"/>
            <a:pathLst>
              <a:path extrusionOk="0" h="10525" w="3642">
                <a:moveTo>
                  <a:pt x="891" y="1"/>
                </a:moveTo>
                <a:cubicBezTo>
                  <a:pt x="635" y="1"/>
                  <a:pt x="377" y="55"/>
                  <a:pt x="139" y="170"/>
                </a:cubicBezTo>
                <a:cubicBezTo>
                  <a:pt x="16" y="231"/>
                  <a:pt x="92" y="407"/>
                  <a:pt x="210" y="407"/>
                </a:cubicBezTo>
                <a:cubicBezTo>
                  <a:pt x="219" y="407"/>
                  <a:pt x="229" y="406"/>
                  <a:pt x="239" y="403"/>
                </a:cubicBezTo>
                <a:cubicBezTo>
                  <a:pt x="310" y="395"/>
                  <a:pt x="383" y="391"/>
                  <a:pt x="456" y="391"/>
                </a:cubicBezTo>
                <a:cubicBezTo>
                  <a:pt x="968" y="391"/>
                  <a:pt x="1515" y="595"/>
                  <a:pt x="1807" y="1004"/>
                </a:cubicBezTo>
                <a:cubicBezTo>
                  <a:pt x="2407" y="1838"/>
                  <a:pt x="1006" y="1871"/>
                  <a:pt x="573" y="2138"/>
                </a:cubicBezTo>
                <a:cubicBezTo>
                  <a:pt x="373" y="2271"/>
                  <a:pt x="373" y="2505"/>
                  <a:pt x="539" y="2605"/>
                </a:cubicBezTo>
                <a:cubicBezTo>
                  <a:pt x="573" y="2638"/>
                  <a:pt x="573" y="2638"/>
                  <a:pt x="606" y="2672"/>
                </a:cubicBezTo>
                <a:cubicBezTo>
                  <a:pt x="1907" y="3339"/>
                  <a:pt x="2407" y="4506"/>
                  <a:pt x="2674" y="5874"/>
                </a:cubicBezTo>
                <a:cubicBezTo>
                  <a:pt x="2943" y="7217"/>
                  <a:pt x="2918" y="9789"/>
                  <a:pt x="1212" y="9789"/>
                </a:cubicBezTo>
                <a:cubicBezTo>
                  <a:pt x="1012" y="9789"/>
                  <a:pt x="788" y="9754"/>
                  <a:pt x="539" y="9677"/>
                </a:cubicBezTo>
                <a:cubicBezTo>
                  <a:pt x="511" y="9668"/>
                  <a:pt x="484" y="9664"/>
                  <a:pt x="457" y="9664"/>
                </a:cubicBezTo>
                <a:cubicBezTo>
                  <a:pt x="170" y="9664"/>
                  <a:pt x="1" y="10124"/>
                  <a:pt x="306" y="10277"/>
                </a:cubicBezTo>
                <a:cubicBezTo>
                  <a:pt x="630" y="10448"/>
                  <a:pt x="942" y="10524"/>
                  <a:pt x="1235" y="10524"/>
                </a:cubicBezTo>
                <a:cubicBezTo>
                  <a:pt x="2543" y="10524"/>
                  <a:pt x="3487" y="9016"/>
                  <a:pt x="3542" y="7709"/>
                </a:cubicBezTo>
                <a:cubicBezTo>
                  <a:pt x="3642" y="5874"/>
                  <a:pt x="3108" y="3572"/>
                  <a:pt x="1473" y="2605"/>
                </a:cubicBezTo>
                <a:cubicBezTo>
                  <a:pt x="1740" y="2505"/>
                  <a:pt x="2007" y="2371"/>
                  <a:pt x="2174" y="2238"/>
                </a:cubicBezTo>
                <a:cubicBezTo>
                  <a:pt x="2608" y="1904"/>
                  <a:pt x="2708" y="1404"/>
                  <a:pt x="2474" y="937"/>
                </a:cubicBezTo>
                <a:cubicBezTo>
                  <a:pt x="2164" y="341"/>
                  <a:pt x="1531" y="1"/>
                  <a:pt x="8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1"/>
          <p:cNvSpPr/>
          <p:nvPr/>
        </p:nvSpPr>
        <p:spPr>
          <a:xfrm>
            <a:off x="5421841" y="2804609"/>
            <a:ext cx="69121" cy="239042"/>
          </a:xfrm>
          <a:custGeom>
            <a:rect b="b" l="l" r="r" t="t"/>
            <a:pathLst>
              <a:path extrusionOk="0" h="11077" w="3203">
                <a:moveTo>
                  <a:pt x="1211" y="1"/>
                </a:moveTo>
                <a:cubicBezTo>
                  <a:pt x="901" y="1"/>
                  <a:pt x="600" y="101"/>
                  <a:pt x="367" y="335"/>
                </a:cubicBezTo>
                <a:cubicBezTo>
                  <a:pt x="267" y="435"/>
                  <a:pt x="167" y="635"/>
                  <a:pt x="300" y="802"/>
                </a:cubicBezTo>
                <a:cubicBezTo>
                  <a:pt x="100" y="1135"/>
                  <a:pt x="100" y="1602"/>
                  <a:pt x="67" y="2036"/>
                </a:cubicBezTo>
                <a:cubicBezTo>
                  <a:pt x="0" y="3971"/>
                  <a:pt x="33" y="5939"/>
                  <a:pt x="133" y="7873"/>
                </a:cubicBezTo>
                <a:cubicBezTo>
                  <a:pt x="200" y="8741"/>
                  <a:pt x="0" y="10342"/>
                  <a:pt x="934" y="10842"/>
                </a:cubicBezTo>
                <a:cubicBezTo>
                  <a:pt x="1034" y="10909"/>
                  <a:pt x="1134" y="10942"/>
                  <a:pt x="1234" y="10976"/>
                </a:cubicBezTo>
                <a:cubicBezTo>
                  <a:pt x="1407" y="11040"/>
                  <a:pt x="1579" y="11077"/>
                  <a:pt x="1751" y="11077"/>
                </a:cubicBezTo>
                <a:cubicBezTo>
                  <a:pt x="1846" y="11077"/>
                  <a:pt x="1940" y="11066"/>
                  <a:pt x="2035" y="11042"/>
                </a:cubicBezTo>
                <a:cubicBezTo>
                  <a:pt x="2435" y="10909"/>
                  <a:pt x="2735" y="10609"/>
                  <a:pt x="2902" y="10242"/>
                </a:cubicBezTo>
                <a:cubicBezTo>
                  <a:pt x="3036" y="9908"/>
                  <a:pt x="3202" y="9374"/>
                  <a:pt x="2969" y="9007"/>
                </a:cubicBezTo>
                <a:cubicBezTo>
                  <a:pt x="2910" y="8919"/>
                  <a:pt x="2818" y="8876"/>
                  <a:pt x="2726" y="8876"/>
                </a:cubicBezTo>
                <a:cubicBezTo>
                  <a:pt x="2609" y="8876"/>
                  <a:pt x="2491" y="8944"/>
                  <a:pt x="2435" y="9074"/>
                </a:cubicBezTo>
                <a:cubicBezTo>
                  <a:pt x="2368" y="9308"/>
                  <a:pt x="2402" y="9508"/>
                  <a:pt x="2368" y="9741"/>
                </a:cubicBezTo>
                <a:cubicBezTo>
                  <a:pt x="2335" y="9875"/>
                  <a:pt x="2268" y="10008"/>
                  <a:pt x="2202" y="10142"/>
                </a:cubicBezTo>
                <a:cubicBezTo>
                  <a:pt x="2168" y="10108"/>
                  <a:pt x="2135" y="10108"/>
                  <a:pt x="2102" y="10075"/>
                </a:cubicBezTo>
                <a:cubicBezTo>
                  <a:pt x="2056" y="10188"/>
                  <a:pt x="1965" y="10255"/>
                  <a:pt x="1858" y="10255"/>
                </a:cubicBezTo>
                <a:cubicBezTo>
                  <a:pt x="1808" y="10255"/>
                  <a:pt x="1755" y="10240"/>
                  <a:pt x="1701" y="10208"/>
                </a:cubicBezTo>
                <a:cubicBezTo>
                  <a:pt x="1268" y="10042"/>
                  <a:pt x="1067" y="9741"/>
                  <a:pt x="1001" y="9408"/>
                </a:cubicBezTo>
                <a:cubicBezTo>
                  <a:pt x="967" y="9374"/>
                  <a:pt x="901" y="9341"/>
                  <a:pt x="834" y="9274"/>
                </a:cubicBezTo>
                <a:cubicBezTo>
                  <a:pt x="834" y="9074"/>
                  <a:pt x="834" y="8907"/>
                  <a:pt x="801" y="8707"/>
                </a:cubicBezTo>
                <a:cubicBezTo>
                  <a:pt x="734" y="8374"/>
                  <a:pt x="767" y="7973"/>
                  <a:pt x="767" y="7606"/>
                </a:cubicBezTo>
                <a:cubicBezTo>
                  <a:pt x="734" y="6773"/>
                  <a:pt x="701" y="5939"/>
                  <a:pt x="701" y="5105"/>
                </a:cubicBezTo>
                <a:cubicBezTo>
                  <a:pt x="667" y="4371"/>
                  <a:pt x="667" y="3604"/>
                  <a:pt x="667" y="2870"/>
                </a:cubicBezTo>
                <a:cubicBezTo>
                  <a:pt x="701" y="2269"/>
                  <a:pt x="567" y="1402"/>
                  <a:pt x="801" y="802"/>
                </a:cubicBezTo>
                <a:cubicBezTo>
                  <a:pt x="834" y="768"/>
                  <a:pt x="867" y="768"/>
                  <a:pt x="867" y="768"/>
                </a:cubicBezTo>
                <a:cubicBezTo>
                  <a:pt x="1004" y="723"/>
                  <a:pt x="1138" y="701"/>
                  <a:pt x="1269" y="701"/>
                </a:cubicBezTo>
                <a:cubicBezTo>
                  <a:pt x="1712" y="701"/>
                  <a:pt x="2103" y="949"/>
                  <a:pt x="2335" y="1335"/>
                </a:cubicBezTo>
                <a:cubicBezTo>
                  <a:pt x="2373" y="1398"/>
                  <a:pt x="2444" y="1428"/>
                  <a:pt x="2518" y="1428"/>
                </a:cubicBezTo>
                <a:cubicBezTo>
                  <a:pt x="2639" y="1428"/>
                  <a:pt x="2769" y="1347"/>
                  <a:pt x="2769" y="1202"/>
                </a:cubicBezTo>
                <a:cubicBezTo>
                  <a:pt x="2676" y="529"/>
                  <a:pt x="1920" y="1"/>
                  <a:pt x="1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1"/>
          <p:cNvSpPr/>
          <p:nvPr/>
        </p:nvSpPr>
        <p:spPr>
          <a:xfrm>
            <a:off x="5362795" y="3098067"/>
            <a:ext cx="61222" cy="232179"/>
          </a:xfrm>
          <a:custGeom>
            <a:rect b="b" l="l" r="r" t="t"/>
            <a:pathLst>
              <a:path extrusionOk="0" h="10759" w="2837">
                <a:moveTo>
                  <a:pt x="212" y="0"/>
                </a:moveTo>
                <a:cubicBezTo>
                  <a:pt x="103" y="0"/>
                  <a:pt x="1" y="67"/>
                  <a:pt x="1" y="213"/>
                </a:cubicBezTo>
                <a:cubicBezTo>
                  <a:pt x="101" y="3615"/>
                  <a:pt x="234" y="7084"/>
                  <a:pt x="635" y="10454"/>
                </a:cubicBezTo>
                <a:cubicBezTo>
                  <a:pt x="659" y="10652"/>
                  <a:pt x="832" y="10758"/>
                  <a:pt x="1001" y="10758"/>
                </a:cubicBezTo>
                <a:cubicBezTo>
                  <a:pt x="1059" y="10758"/>
                  <a:pt x="1117" y="10746"/>
                  <a:pt x="1168" y="10720"/>
                </a:cubicBezTo>
                <a:cubicBezTo>
                  <a:pt x="1402" y="10720"/>
                  <a:pt x="1669" y="10720"/>
                  <a:pt x="1902" y="10754"/>
                </a:cubicBezTo>
                <a:cubicBezTo>
                  <a:pt x="1991" y="10754"/>
                  <a:pt x="2080" y="10757"/>
                  <a:pt x="2168" y="10757"/>
                </a:cubicBezTo>
                <a:cubicBezTo>
                  <a:pt x="2343" y="10757"/>
                  <a:pt x="2514" y="10743"/>
                  <a:pt x="2669" y="10654"/>
                </a:cubicBezTo>
                <a:cubicBezTo>
                  <a:pt x="2836" y="10554"/>
                  <a:pt x="2836" y="10320"/>
                  <a:pt x="2669" y="10220"/>
                </a:cubicBezTo>
                <a:cubicBezTo>
                  <a:pt x="2514" y="10131"/>
                  <a:pt x="2343" y="10116"/>
                  <a:pt x="2168" y="10116"/>
                </a:cubicBezTo>
                <a:cubicBezTo>
                  <a:pt x="2080" y="10116"/>
                  <a:pt x="1991" y="10120"/>
                  <a:pt x="1902" y="10120"/>
                </a:cubicBezTo>
                <a:cubicBezTo>
                  <a:pt x="1702" y="10153"/>
                  <a:pt x="1502" y="10153"/>
                  <a:pt x="1302" y="10153"/>
                </a:cubicBezTo>
                <a:cubicBezTo>
                  <a:pt x="1202" y="6851"/>
                  <a:pt x="868" y="3515"/>
                  <a:pt x="468" y="213"/>
                </a:cubicBezTo>
                <a:cubicBezTo>
                  <a:pt x="451" y="76"/>
                  <a:pt x="327" y="0"/>
                  <a:pt x="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1"/>
          <p:cNvSpPr/>
          <p:nvPr/>
        </p:nvSpPr>
        <p:spPr>
          <a:xfrm>
            <a:off x="5336877" y="3396725"/>
            <a:ext cx="74170" cy="236193"/>
          </a:xfrm>
          <a:custGeom>
            <a:rect b="b" l="l" r="r" t="t"/>
            <a:pathLst>
              <a:path extrusionOk="0" h="10945" w="3437">
                <a:moveTo>
                  <a:pt x="2211" y="0"/>
                </a:moveTo>
                <a:cubicBezTo>
                  <a:pt x="2036" y="0"/>
                  <a:pt x="1869" y="117"/>
                  <a:pt x="1869" y="351"/>
                </a:cubicBezTo>
                <a:cubicBezTo>
                  <a:pt x="2002" y="1885"/>
                  <a:pt x="2136" y="3453"/>
                  <a:pt x="2269" y="4987"/>
                </a:cubicBezTo>
                <a:cubicBezTo>
                  <a:pt x="2336" y="5754"/>
                  <a:pt x="2369" y="6522"/>
                  <a:pt x="2436" y="7322"/>
                </a:cubicBezTo>
                <a:lnTo>
                  <a:pt x="2536" y="8490"/>
                </a:lnTo>
                <a:cubicBezTo>
                  <a:pt x="2703" y="9157"/>
                  <a:pt x="2336" y="9657"/>
                  <a:pt x="1502" y="9991"/>
                </a:cubicBezTo>
                <a:cubicBezTo>
                  <a:pt x="1168" y="9557"/>
                  <a:pt x="902" y="8823"/>
                  <a:pt x="868" y="8490"/>
                </a:cubicBezTo>
                <a:cubicBezTo>
                  <a:pt x="801" y="8056"/>
                  <a:pt x="902" y="7556"/>
                  <a:pt x="902" y="7122"/>
                </a:cubicBezTo>
                <a:cubicBezTo>
                  <a:pt x="902" y="6288"/>
                  <a:pt x="902" y="5454"/>
                  <a:pt x="902" y="4620"/>
                </a:cubicBezTo>
                <a:cubicBezTo>
                  <a:pt x="868" y="3119"/>
                  <a:pt x="768" y="1652"/>
                  <a:pt x="468" y="184"/>
                </a:cubicBezTo>
                <a:cubicBezTo>
                  <a:pt x="439" y="67"/>
                  <a:pt x="345" y="14"/>
                  <a:pt x="250" y="14"/>
                </a:cubicBezTo>
                <a:cubicBezTo>
                  <a:pt x="127" y="14"/>
                  <a:pt x="1" y="101"/>
                  <a:pt x="1" y="250"/>
                </a:cubicBezTo>
                <a:cubicBezTo>
                  <a:pt x="201" y="2986"/>
                  <a:pt x="134" y="5721"/>
                  <a:pt x="168" y="8490"/>
                </a:cubicBezTo>
                <a:cubicBezTo>
                  <a:pt x="196" y="9453"/>
                  <a:pt x="513" y="10944"/>
                  <a:pt x="1547" y="10944"/>
                </a:cubicBezTo>
                <a:cubicBezTo>
                  <a:pt x="1731" y="10944"/>
                  <a:pt x="1937" y="10897"/>
                  <a:pt x="2169" y="10791"/>
                </a:cubicBezTo>
                <a:cubicBezTo>
                  <a:pt x="2202" y="10758"/>
                  <a:pt x="2202" y="10725"/>
                  <a:pt x="2236" y="10725"/>
                </a:cubicBezTo>
                <a:cubicBezTo>
                  <a:pt x="2736" y="10558"/>
                  <a:pt x="3170" y="9991"/>
                  <a:pt x="3237" y="9390"/>
                </a:cubicBezTo>
                <a:cubicBezTo>
                  <a:pt x="3437" y="8089"/>
                  <a:pt x="3103" y="6588"/>
                  <a:pt x="3003" y="5287"/>
                </a:cubicBezTo>
                <a:cubicBezTo>
                  <a:pt x="2870" y="3620"/>
                  <a:pt x="2736" y="1985"/>
                  <a:pt x="2603" y="351"/>
                </a:cubicBezTo>
                <a:cubicBezTo>
                  <a:pt x="2569" y="117"/>
                  <a:pt x="2386"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1"/>
          <p:cNvSpPr/>
          <p:nvPr/>
        </p:nvSpPr>
        <p:spPr>
          <a:xfrm>
            <a:off x="5304484" y="2804350"/>
            <a:ext cx="95902" cy="239819"/>
          </a:xfrm>
          <a:custGeom>
            <a:rect b="b" l="l" r="r" t="t"/>
            <a:pathLst>
              <a:path extrusionOk="0" h="11113" w="4444">
                <a:moveTo>
                  <a:pt x="835" y="513"/>
                </a:moveTo>
                <a:cubicBezTo>
                  <a:pt x="2569" y="1147"/>
                  <a:pt x="3003" y="2982"/>
                  <a:pt x="2936" y="4716"/>
                </a:cubicBezTo>
                <a:cubicBezTo>
                  <a:pt x="2870" y="6351"/>
                  <a:pt x="2202" y="7385"/>
                  <a:pt x="1035" y="8386"/>
                </a:cubicBezTo>
                <a:cubicBezTo>
                  <a:pt x="1035" y="7352"/>
                  <a:pt x="968" y="6318"/>
                  <a:pt x="968" y="5317"/>
                </a:cubicBezTo>
                <a:cubicBezTo>
                  <a:pt x="935" y="3749"/>
                  <a:pt x="1102" y="2081"/>
                  <a:pt x="835" y="513"/>
                </a:cubicBezTo>
                <a:close/>
                <a:moveTo>
                  <a:pt x="1654" y="9161"/>
                </a:moveTo>
                <a:cubicBezTo>
                  <a:pt x="2051" y="9161"/>
                  <a:pt x="2412" y="9245"/>
                  <a:pt x="2369" y="9720"/>
                </a:cubicBezTo>
                <a:cubicBezTo>
                  <a:pt x="2339" y="10357"/>
                  <a:pt x="1701" y="10525"/>
                  <a:pt x="1159" y="10525"/>
                </a:cubicBezTo>
                <a:cubicBezTo>
                  <a:pt x="1106" y="10525"/>
                  <a:pt x="1053" y="10524"/>
                  <a:pt x="1002" y="10521"/>
                </a:cubicBezTo>
                <a:cubicBezTo>
                  <a:pt x="1035" y="10087"/>
                  <a:pt x="1035" y="9620"/>
                  <a:pt x="1035" y="9186"/>
                </a:cubicBezTo>
                <a:cubicBezTo>
                  <a:pt x="1212" y="9186"/>
                  <a:pt x="1438" y="9161"/>
                  <a:pt x="1654" y="9161"/>
                </a:cubicBezTo>
                <a:close/>
                <a:moveTo>
                  <a:pt x="842" y="1"/>
                </a:moveTo>
                <a:cubicBezTo>
                  <a:pt x="753" y="1"/>
                  <a:pt x="661" y="5"/>
                  <a:pt x="568" y="13"/>
                </a:cubicBezTo>
                <a:cubicBezTo>
                  <a:pt x="401" y="13"/>
                  <a:pt x="334" y="180"/>
                  <a:pt x="368" y="313"/>
                </a:cubicBezTo>
                <a:cubicBezTo>
                  <a:pt x="368" y="347"/>
                  <a:pt x="334" y="347"/>
                  <a:pt x="334" y="413"/>
                </a:cubicBezTo>
                <a:cubicBezTo>
                  <a:pt x="1" y="2081"/>
                  <a:pt x="234" y="3916"/>
                  <a:pt x="268" y="5584"/>
                </a:cubicBezTo>
                <a:cubicBezTo>
                  <a:pt x="301" y="7318"/>
                  <a:pt x="268" y="9053"/>
                  <a:pt x="535" y="10754"/>
                </a:cubicBezTo>
                <a:cubicBezTo>
                  <a:pt x="535" y="10821"/>
                  <a:pt x="568" y="10854"/>
                  <a:pt x="601" y="10854"/>
                </a:cubicBezTo>
                <a:cubicBezTo>
                  <a:pt x="635" y="10921"/>
                  <a:pt x="668" y="10988"/>
                  <a:pt x="735" y="11021"/>
                </a:cubicBezTo>
                <a:cubicBezTo>
                  <a:pt x="938" y="11082"/>
                  <a:pt x="1155" y="11113"/>
                  <a:pt x="1370" y="11113"/>
                </a:cubicBezTo>
                <a:cubicBezTo>
                  <a:pt x="2211" y="11113"/>
                  <a:pt x="3036" y="10643"/>
                  <a:pt x="3036" y="9687"/>
                </a:cubicBezTo>
                <a:cubicBezTo>
                  <a:pt x="3036" y="8986"/>
                  <a:pt x="2569" y="8619"/>
                  <a:pt x="2002" y="8519"/>
                </a:cubicBezTo>
                <a:cubicBezTo>
                  <a:pt x="4444" y="6436"/>
                  <a:pt x="4439" y="1"/>
                  <a:pt x="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4" name="Google Shape;6374;p121"/>
          <p:cNvGrpSpPr/>
          <p:nvPr/>
        </p:nvGrpSpPr>
        <p:grpSpPr>
          <a:xfrm>
            <a:off x="5148047" y="4084458"/>
            <a:ext cx="875021" cy="315974"/>
            <a:chOff x="4995725" y="3783017"/>
            <a:chExt cx="753225" cy="271993"/>
          </a:xfrm>
        </p:grpSpPr>
        <p:sp>
          <p:nvSpPr>
            <p:cNvPr id="6375" name="Google Shape;6375;p121"/>
            <p:cNvSpPr/>
            <p:nvPr/>
          </p:nvSpPr>
          <p:spPr>
            <a:xfrm>
              <a:off x="4995725" y="3783017"/>
              <a:ext cx="753225" cy="271993"/>
            </a:xfrm>
            <a:custGeom>
              <a:rect b="b" l="l" r="r" t="t"/>
              <a:pathLst>
                <a:path extrusionOk="0" h="14641" w="40545">
                  <a:moveTo>
                    <a:pt x="4196" y="545"/>
                  </a:moveTo>
                  <a:cubicBezTo>
                    <a:pt x="5494" y="545"/>
                    <a:pt x="6820" y="649"/>
                    <a:pt x="8088" y="649"/>
                  </a:cubicBezTo>
                  <a:cubicBezTo>
                    <a:pt x="10056" y="682"/>
                    <a:pt x="11991" y="682"/>
                    <a:pt x="13959" y="716"/>
                  </a:cubicBezTo>
                  <a:cubicBezTo>
                    <a:pt x="20644" y="772"/>
                    <a:pt x="27352" y="898"/>
                    <a:pt x="34045" y="898"/>
                  </a:cubicBezTo>
                  <a:cubicBezTo>
                    <a:pt x="35334" y="898"/>
                    <a:pt x="36622" y="893"/>
                    <a:pt x="37909" y="882"/>
                  </a:cubicBezTo>
                  <a:cubicBezTo>
                    <a:pt x="37976" y="882"/>
                    <a:pt x="38043" y="882"/>
                    <a:pt x="38076" y="849"/>
                  </a:cubicBezTo>
                  <a:cubicBezTo>
                    <a:pt x="38410" y="882"/>
                    <a:pt x="38843" y="849"/>
                    <a:pt x="39110" y="983"/>
                  </a:cubicBezTo>
                  <a:cubicBezTo>
                    <a:pt x="40011" y="1483"/>
                    <a:pt x="39711" y="2784"/>
                    <a:pt x="39677" y="3584"/>
                  </a:cubicBezTo>
                  <a:cubicBezTo>
                    <a:pt x="39644" y="4885"/>
                    <a:pt x="39611" y="6186"/>
                    <a:pt x="39611" y="7454"/>
                  </a:cubicBezTo>
                  <a:cubicBezTo>
                    <a:pt x="39611" y="8755"/>
                    <a:pt x="39611" y="10056"/>
                    <a:pt x="39644" y="11357"/>
                  </a:cubicBezTo>
                  <a:cubicBezTo>
                    <a:pt x="39677" y="12157"/>
                    <a:pt x="39977" y="13291"/>
                    <a:pt x="38877" y="13658"/>
                  </a:cubicBezTo>
                  <a:cubicBezTo>
                    <a:pt x="38762" y="13701"/>
                    <a:pt x="38617" y="13713"/>
                    <a:pt x="38460" y="13713"/>
                  </a:cubicBezTo>
                  <a:cubicBezTo>
                    <a:pt x="38250" y="13713"/>
                    <a:pt x="38019" y="13692"/>
                    <a:pt x="37809" y="13692"/>
                  </a:cubicBezTo>
                  <a:cubicBezTo>
                    <a:pt x="34740" y="13642"/>
                    <a:pt x="31663" y="13617"/>
                    <a:pt x="28586" y="13617"/>
                  </a:cubicBezTo>
                  <a:cubicBezTo>
                    <a:pt x="25509" y="13617"/>
                    <a:pt x="22432" y="13642"/>
                    <a:pt x="19363" y="13692"/>
                  </a:cubicBezTo>
                  <a:cubicBezTo>
                    <a:pt x="16260" y="13725"/>
                    <a:pt x="13158" y="13792"/>
                    <a:pt x="10089" y="13858"/>
                  </a:cubicBezTo>
                  <a:cubicBezTo>
                    <a:pt x="8522" y="13892"/>
                    <a:pt x="6987" y="13925"/>
                    <a:pt x="5453" y="13992"/>
                  </a:cubicBezTo>
                  <a:cubicBezTo>
                    <a:pt x="4871" y="14005"/>
                    <a:pt x="4154" y="14086"/>
                    <a:pt x="3451" y="14086"/>
                  </a:cubicBezTo>
                  <a:cubicBezTo>
                    <a:pt x="2381" y="14086"/>
                    <a:pt x="1346" y="13897"/>
                    <a:pt x="883" y="12991"/>
                  </a:cubicBezTo>
                  <a:cubicBezTo>
                    <a:pt x="916" y="12958"/>
                    <a:pt x="950" y="12891"/>
                    <a:pt x="916" y="12858"/>
                  </a:cubicBezTo>
                  <a:cubicBezTo>
                    <a:pt x="816" y="10823"/>
                    <a:pt x="649" y="8821"/>
                    <a:pt x="649" y="6787"/>
                  </a:cubicBezTo>
                  <a:cubicBezTo>
                    <a:pt x="616" y="5219"/>
                    <a:pt x="149" y="882"/>
                    <a:pt x="2284" y="649"/>
                  </a:cubicBezTo>
                  <a:cubicBezTo>
                    <a:pt x="2907" y="571"/>
                    <a:pt x="3548" y="545"/>
                    <a:pt x="4196" y="545"/>
                  </a:cubicBezTo>
                  <a:close/>
                  <a:moveTo>
                    <a:pt x="3001" y="0"/>
                  </a:moveTo>
                  <a:cubicBezTo>
                    <a:pt x="2075" y="0"/>
                    <a:pt x="1083" y="106"/>
                    <a:pt x="549" y="882"/>
                  </a:cubicBezTo>
                  <a:cubicBezTo>
                    <a:pt x="82" y="1516"/>
                    <a:pt x="149" y="2517"/>
                    <a:pt x="116" y="3251"/>
                  </a:cubicBezTo>
                  <a:cubicBezTo>
                    <a:pt x="82" y="4285"/>
                    <a:pt x="49" y="5286"/>
                    <a:pt x="49" y="6286"/>
                  </a:cubicBezTo>
                  <a:cubicBezTo>
                    <a:pt x="49" y="8321"/>
                    <a:pt x="116" y="10389"/>
                    <a:pt x="382" y="12391"/>
                  </a:cubicBezTo>
                  <a:cubicBezTo>
                    <a:pt x="349" y="12424"/>
                    <a:pt x="316" y="12457"/>
                    <a:pt x="316" y="12524"/>
                  </a:cubicBezTo>
                  <a:cubicBezTo>
                    <a:pt x="1" y="14365"/>
                    <a:pt x="1955" y="14641"/>
                    <a:pt x="3598" y="14641"/>
                  </a:cubicBezTo>
                  <a:cubicBezTo>
                    <a:pt x="4218" y="14641"/>
                    <a:pt x="4793" y="14601"/>
                    <a:pt x="5186" y="14592"/>
                  </a:cubicBezTo>
                  <a:cubicBezTo>
                    <a:pt x="8855" y="14459"/>
                    <a:pt x="12558" y="14359"/>
                    <a:pt x="16260" y="14325"/>
                  </a:cubicBezTo>
                  <a:cubicBezTo>
                    <a:pt x="20050" y="14254"/>
                    <a:pt x="23840" y="14221"/>
                    <a:pt x="27630" y="14221"/>
                  </a:cubicBezTo>
                  <a:cubicBezTo>
                    <a:pt x="30912" y="14221"/>
                    <a:pt x="34194" y="14246"/>
                    <a:pt x="37476" y="14292"/>
                  </a:cubicBezTo>
                  <a:cubicBezTo>
                    <a:pt x="37421" y="14428"/>
                    <a:pt x="37544" y="14586"/>
                    <a:pt x="37699" y="14586"/>
                  </a:cubicBezTo>
                  <a:cubicBezTo>
                    <a:pt x="37735" y="14586"/>
                    <a:pt x="37772" y="14577"/>
                    <a:pt x="37809" y="14559"/>
                  </a:cubicBezTo>
                  <a:cubicBezTo>
                    <a:pt x="37976" y="14492"/>
                    <a:pt x="38176" y="14392"/>
                    <a:pt x="38343" y="14259"/>
                  </a:cubicBezTo>
                  <a:cubicBezTo>
                    <a:pt x="38376" y="14259"/>
                    <a:pt x="38410" y="14225"/>
                    <a:pt x="38410" y="14192"/>
                  </a:cubicBezTo>
                  <a:cubicBezTo>
                    <a:pt x="38538" y="14197"/>
                    <a:pt x="38665" y="14201"/>
                    <a:pt x="38787" y="14201"/>
                  </a:cubicBezTo>
                  <a:cubicBezTo>
                    <a:pt x="39493" y="14201"/>
                    <a:pt x="40079" y="14062"/>
                    <a:pt x="40278" y="13125"/>
                  </a:cubicBezTo>
                  <a:cubicBezTo>
                    <a:pt x="40444" y="12257"/>
                    <a:pt x="40278" y="11223"/>
                    <a:pt x="40244" y="10356"/>
                  </a:cubicBezTo>
                  <a:cubicBezTo>
                    <a:pt x="40244" y="9222"/>
                    <a:pt x="40211" y="8088"/>
                    <a:pt x="40244" y="6953"/>
                  </a:cubicBezTo>
                  <a:cubicBezTo>
                    <a:pt x="40244" y="5819"/>
                    <a:pt x="40278" y="4685"/>
                    <a:pt x="40311" y="3584"/>
                  </a:cubicBezTo>
                  <a:cubicBezTo>
                    <a:pt x="40311" y="2884"/>
                    <a:pt x="40545" y="1917"/>
                    <a:pt x="40278" y="1249"/>
                  </a:cubicBezTo>
                  <a:cubicBezTo>
                    <a:pt x="40017" y="573"/>
                    <a:pt x="39290" y="282"/>
                    <a:pt x="38587" y="282"/>
                  </a:cubicBezTo>
                  <a:cubicBezTo>
                    <a:pt x="38389" y="282"/>
                    <a:pt x="38193" y="305"/>
                    <a:pt x="38009" y="349"/>
                  </a:cubicBezTo>
                  <a:cubicBezTo>
                    <a:pt x="37976" y="349"/>
                    <a:pt x="37943" y="315"/>
                    <a:pt x="37909" y="315"/>
                  </a:cubicBezTo>
                  <a:cubicBezTo>
                    <a:pt x="28836" y="115"/>
                    <a:pt x="19730" y="149"/>
                    <a:pt x="10623" y="82"/>
                  </a:cubicBezTo>
                  <a:cubicBezTo>
                    <a:pt x="8422" y="49"/>
                    <a:pt x="6220" y="49"/>
                    <a:pt x="3985" y="15"/>
                  </a:cubicBezTo>
                  <a:cubicBezTo>
                    <a:pt x="3685" y="15"/>
                    <a:pt x="3347" y="0"/>
                    <a:pt x="3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1"/>
            <p:cNvSpPr/>
            <p:nvPr/>
          </p:nvSpPr>
          <p:spPr>
            <a:xfrm>
              <a:off x="4998475" y="3793141"/>
              <a:ext cx="740555" cy="251577"/>
            </a:xfrm>
            <a:custGeom>
              <a:rect b="b" l="l" r="r" t="t"/>
              <a:pathLst>
                <a:path extrusionOk="0" h="13542" w="39863">
                  <a:moveTo>
                    <a:pt x="7706" y="596"/>
                  </a:moveTo>
                  <a:cubicBezTo>
                    <a:pt x="7940" y="596"/>
                    <a:pt x="8173" y="604"/>
                    <a:pt x="8407" y="638"/>
                  </a:cubicBezTo>
                  <a:cubicBezTo>
                    <a:pt x="8540" y="638"/>
                    <a:pt x="8540" y="838"/>
                    <a:pt x="8407" y="871"/>
                  </a:cubicBezTo>
                  <a:cubicBezTo>
                    <a:pt x="8251" y="882"/>
                    <a:pt x="8096" y="886"/>
                    <a:pt x="7940" y="886"/>
                  </a:cubicBezTo>
                  <a:cubicBezTo>
                    <a:pt x="7629" y="886"/>
                    <a:pt x="7317" y="871"/>
                    <a:pt x="7006" y="871"/>
                  </a:cubicBezTo>
                  <a:cubicBezTo>
                    <a:pt x="6839" y="871"/>
                    <a:pt x="6839" y="638"/>
                    <a:pt x="7006" y="604"/>
                  </a:cubicBezTo>
                  <a:cubicBezTo>
                    <a:pt x="7239" y="604"/>
                    <a:pt x="7473" y="596"/>
                    <a:pt x="7706" y="596"/>
                  </a:cubicBezTo>
                  <a:close/>
                  <a:moveTo>
                    <a:pt x="27120" y="538"/>
                  </a:moveTo>
                  <a:cubicBezTo>
                    <a:pt x="27687" y="604"/>
                    <a:pt x="28221" y="571"/>
                    <a:pt x="28755" y="604"/>
                  </a:cubicBezTo>
                  <a:cubicBezTo>
                    <a:pt x="28888" y="604"/>
                    <a:pt x="28955" y="838"/>
                    <a:pt x="28788" y="871"/>
                  </a:cubicBezTo>
                  <a:cubicBezTo>
                    <a:pt x="28591" y="906"/>
                    <a:pt x="28393" y="921"/>
                    <a:pt x="28195" y="921"/>
                  </a:cubicBezTo>
                  <a:cubicBezTo>
                    <a:pt x="27826" y="921"/>
                    <a:pt x="27456" y="870"/>
                    <a:pt x="27087" y="804"/>
                  </a:cubicBezTo>
                  <a:cubicBezTo>
                    <a:pt x="26954" y="771"/>
                    <a:pt x="26987" y="538"/>
                    <a:pt x="27120" y="538"/>
                  </a:cubicBezTo>
                  <a:close/>
                  <a:moveTo>
                    <a:pt x="10541" y="667"/>
                  </a:moveTo>
                  <a:cubicBezTo>
                    <a:pt x="10552" y="667"/>
                    <a:pt x="10563" y="668"/>
                    <a:pt x="10575" y="671"/>
                  </a:cubicBezTo>
                  <a:cubicBezTo>
                    <a:pt x="10942" y="738"/>
                    <a:pt x="11309" y="738"/>
                    <a:pt x="11709" y="738"/>
                  </a:cubicBezTo>
                  <a:cubicBezTo>
                    <a:pt x="11843" y="738"/>
                    <a:pt x="11876" y="938"/>
                    <a:pt x="11743" y="971"/>
                  </a:cubicBezTo>
                  <a:cubicBezTo>
                    <a:pt x="11622" y="990"/>
                    <a:pt x="11503" y="998"/>
                    <a:pt x="11387" y="998"/>
                  </a:cubicBezTo>
                  <a:cubicBezTo>
                    <a:pt x="11086" y="998"/>
                    <a:pt x="10797" y="943"/>
                    <a:pt x="10508" y="871"/>
                  </a:cubicBezTo>
                  <a:cubicBezTo>
                    <a:pt x="10387" y="810"/>
                    <a:pt x="10431" y="667"/>
                    <a:pt x="10541" y="667"/>
                  </a:cubicBezTo>
                  <a:close/>
                  <a:moveTo>
                    <a:pt x="3370" y="671"/>
                  </a:moveTo>
                  <a:cubicBezTo>
                    <a:pt x="3937" y="671"/>
                    <a:pt x="4538" y="671"/>
                    <a:pt x="5105" y="771"/>
                  </a:cubicBezTo>
                  <a:cubicBezTo>
                    <a:pt x="5238" y="804"/>
                    <a:pt x="5205" y="971"/>
                    <a:pt x="5071" y="1005"/>
                  </a:cubicBezTo>
                  <a:cubicBezTo>
                    <a:pt x="4504" y="1005"/>
                    <a:pt x="3904" y="905"/>
                    <a:pt x="3370" y="838"/>
                  </a:cubicBezTo>
                  <a:cubicBezTo>
                    <a:pt x="3237" y="838"/>
                    <a:pt x="3237" y="671"/>
                    <a:pt x="3370" y="671"/>
                  </a:cubicBezTo>
                  <a:close/>
                  <a:moveTo>
                    <a:pt x="17614" y="604"/>
                  </a:moveTo>
                  <a:cubicBezTo>
                    <a:pt x="18114" y="604"/>
                    <a:pt x="18648" y="604"/>
                    <a:pt x="19148" y="704"/>
                  </a:cubicBezTo>
                  <a:cubicBezTo>
                    <a:pt x="19315" y="738"/>
                    <a:pt x="19248" y="1005"/>
                    <a:pt x="19115" y="1005"/>
                  </a:cubicBezTo>
                  <a:cubicBezTo>
                    <a:pt x="18614" y="1005"/>
                    <a:pt x="18081" y="971"/>
                    <a:pt x="17580" y="871"/>
                  </a:cubicBezTo>
                  <a:cubicBezTo>
                    <a:pt x="17380" y="871"/>
                    <a:pt x="17447" y="604"/>
                    <a:pt x="17614" y="604"/>
                  </a:cubicBezTo>
                  <a:close/>
                  <a:moveTo>
                    <a:pt x="21750" y="690"/>
                  </a:moveTo>
                  <a:cubicBezTo>
                    <a:pt x="21906" y="690"/>
                    <a:pt x="22061" y="693"/>
                    <a:pt x="22217" y="704"/>
                  </a:cubicBezTo>
                  <a:cubicBezTo>
                    <a:pt x="22384" y="738"/>
                    <a:pt x="22384" y="971"/>
                    <a:pt x="22217" y="1005"/>
                  </a:cubicBezTo>
                  <a:cubicBezTo>
                    <a:pt x="22061" y="1016"/>
                    <a:pt x="21906" y="1019"/>
                    <a:pt x="21750" y="1019"/>
                  </a:cubicBezTo>
                  <a:cubicBezTo>
                    <a:pt x="21439" y="1019"/>
                    <a:pt x="21127" y="1005"/>
                    <a:pt x="20816" y="1005"/>
                  </a:cubicBezTo>
                  <a:cubicBezTo>
                    <a:pt x="20649" y="1005"/>
                    <a:pt x="20649" y="704"/>
                    <a:pt x="20816" y="704"/>
                  </a:cubicBezTo>
                  <a:cubicBezTo>
                    <a:pt x="21127" y="704"/>
                    <a:pt x="21439" y="690"/>
                    <a:pt x="21750" y="690"/>
                  </a:cubicBezTo>
                  <a:close/>
                  <a:moveTo>
                    <a:pt x="25044" y="685"/>
                  </a:moveTo>
                  <a:cubicBezTo>
                    <a:pt x="25262" y="685"/>
                    <a:pt x="25477" y="698"/>
                    <a:pt x="25686" y="738"/>
                  </a:cubicBezTo>
                  <a:cubicBezTo>
                    <a:pt x="25786" y="738"/>
                    <a:pt x="25786" y="938"/>
                    <a:pt x="25686" y="971"/>
                  </a:cubicBezTo>
                  <a:cubicBezTo>
                    <a:pt x="25477" y="1010"/>
                    <a:pt x="25262" y="1024"/>
                    <a:pt x="25044" y="1024"/>
                  </a:cubicBezTo>
                  <a:cubicBezTo>
                    <a:pt x="24707" y="1024"/>
                    <a:pt x="24363" y="991"/>
                    <a:pt x="24018" y="971"/>
                  </a:cubicBezTo>
                  <a:cubicBezTo>
                    <a:pt x="23851" y="971"/>
                    <a:pt x="23851" y="738"/>
                    <a:pt x="24018" y="738"/>
                  </a:cubicBezTo>
                  <a:cubicBezTo>
                    <a:pt x="24363" y="717"/>
                    <a:pt x="24707" y="685"/>
                    <a:pt x="25044" y="685"/>
                  </a:cubicBezTo>
                  <a:close/>
                  <a:moveTo>
                    <a:pt x="15245" y="838"/>
                  </a:moveTo>
                  <a:cubicBezTo>
                    <a:pt x="15412" y="838"/>
                    <a:pt x="15412" y="1071"/>
                    <a:pt x="15245" y="1071"/>
                  </a:cubicBezTo>
                  <a:cubicBezTo>
                    <a:pt x="15134" y="1082"/>
                    <a:pt x="15027" y="1086"/>
                    <a:pt x="14920" y="1086"/>
                  </a:cubicBezTo>
                  <a:cubicBezTo>
                    <a:pt x="14708" y="1086"/>
                    <a:pt x="14500" y="1071"/>
                    <a:pt x="14278" y="1071"/>
                  </a:cubicBezTo>
                  <a:cubicBezTo>
                    <a:pt x="14144" y="1038"/>
                    <a:pt x="14144" y="871"/>
                    <a:pt x="14278" y="838"/>
                  </a:cubicBezTo>
                  <a:close/>
                  <a:moveTo>
                    <a:pt x="35793" y="690"/>
                  </a:moveTo>
                  <a:cubicBezTo>
                    <a:pt x="35993" y="690"/>
                    <a:pt x="36194" y="704"/>
                    <a:pt x="36394" y="738"/>
                  </a:cubicBezTo>
                  <a:cubicBezTo>
                    <a:pt x="36527" y="771"/>
                    <a:pt x="36494" y="971"/>
                    <a:pt x="36360" y="971"/>
                  </a:cubicBezTo>
                  <a:cubicBezTo>
                    <a:pt x="35793" y="1005"/>
                    <a:pt x="35226" y="1005"/>
                    <a:pt x="34659" y="1105"/>
                  </a:cubicBezTo>
                  <a:cubicBezTo>
                    <a:pt x="34492" y="1105"/>
                    <a:pt x="34426" y="871"/>
                    <a:pt x="34592" y="838"/>
                  </a:cubicBezTo>
                  <a:cubicBezTo>
                    <a:pt x="34993" y="749"/>
                    <a:pt x="35393" y="690"/>
                    <a:pt x="35793" y="690"/>
                  </a:cubicBezTo>
                  <a:close/>
                  <a:moveTo>
                    <a:pt x="30631" y="868"/>
                  </a:moveTo>
                  <a:cubicBezTo>
                    <a:pt x="30639" y="868"/>
                    <a:pt x="30647" y="869"/>
                    <a:pt x="30656" y="871"/>
                  </a:cubicBezTo>
                  <a:cubicBezTo>
                    <a:pt x="31190" y="938"/>
                    <a:pt x="31757" y="938"/>
                    <a:pt x="32291" y="938"/>
                  </a:cubicBezTo>
                  <a:cubicBezTo>
                    <a:pt x="32424" y="938"/>
                    <a:pt x="32458" y="1171"/>
                    <a:pt x="32324" y="1205"/>
                  </a:cubicBezTo>
                  <a:cubicBezTo>
                    <a:pt x="32135" y="1238"/>
                    <a:pt x="31946" y="1253"/>
                    <a:pt x="31757" y="1253"/>
                  </a:cubicBezTo>
                  <a:cubicBezTo>
                    <a:pt x="31379" y="1253"/>
                    <a:pt x="31001" y="1194"/>
                    <a:pt x="30623" y="1105"/>
                  </a:cubicBezTo>
                  <a:cubicBezTo>
                    <a:pt x="30498" y="1074"/>
                    <a:pt x="30519" y="868"/>
                    <a:pt x="30631" y="868"/>
                  </a:cubicBezTo>
                  <a:close/>
                  <a:moveTo>
                    <a:pt x="37761" y="902"/>
                  </a:moveTo>
                  <a:cubicBezTo>
                    <a:pt x="37772" y="902"/>
                    <a:pt x="37783" y="903"/>
                    <a:pt x="37795" y="905"/>
                  </a:cubicBezTo>
                  <a:cubicBezTo>
                    <a:pt x="38195" y="971"/>
                    <a:pt x="38595" y="1205"/>
                    <a:pt x="38729" y="1572"/>
                  </a:cubicBezTo>
                  <a:cubicBezTo>
                    <a:pt x="38776" y="1667"/>
                    <a:pt x="38687" y="1746"/>
                    <a:pt x="38596" y="1746"/>
                  </a:cubicBezTo>
                  <a:cubicBezTo>
                    <a:pt x="38560" y="1746"/>
                    <a:pt x="38524" y="1733"/>
                    <a:pt x="38495" y="1705"/>
                  </a:cubicBezTo>
                  <a:cubicBezTo>
                    <a:pt x="38262" y="1505"/>
                    <a:pt x="38028" y="1305"/>
                    <a:pt x="37695" y="1205"/>
                  </a:cubicBezTo>
                  <a:cubicBezTo>
                    <a:pt x="37506" y="1142"/>
                    <a:pt x="37584" y="902"/>
                    <a:pt x="37761" y="902"/>
                  </a:cubicBezTo>
                  <a:close/>
                  <a:moveTo>
                    <a:pt x="2326" y="659"/>
                  </a:moveTo>
                  <a:cubicBezTo>
                    <a:pt x="2449" y="659"/>
                    <a:pt x="2487" y="850"/>
                    <a:pt x="2369" y="938"/>
                  </a:cubicBezTo>
                  <a:cubicBezTo>
                    <a:pt x="2236" y="1038"/>
                    <a:pt x="2036" y="1138"/>
                    <a:pt x="1902" y="1305"/>
                  </a:cubicBezTo>
                  <a:cubicBezTo>
                    <a:pt x="1769" y="1438"/>
                    <a:pt x="1635" y="1638"/>
                    <a:pt x="1569" y="1839"/>
                  </a:cubicBezTo>
                  <a:cubicBezTo>
                    <a:pt x="1554" y="1868"/>
                    <a:pt x="1519" y="1885"/>
                    <a:pt x="1484" y="1885"/>
                  </a:cubicBezTo>
                  <a:cubicBezTo>
                    <a:pt x="1442" y="1885"/>
                    <a:pt x="1402" y="1860"/>
                    <a:pt x="1402" y="1805"/>
                  </a:cubicBezTo>
                  <a:cubicBezTo>
                    <a:pt x="1469" y="1338"/>
                    <a:pt x="1802" y="804"/>
                    <a:pt x="2269" y="671"/>
                  </a:cubicBezTo>
                  <a:cubicBezTo>
                    <a:pt x="2290" y="663"/>
                    <a:pt x="2308" y="659"/>
                    <a:pt x="2326" y="659"/>
                  </a:cubicBezTo>
                  <a:close/>
                  <a:moveTo>
                    <a:pt x="38710" y="3003"/>
                  </a:moveTo>
                  <a:cubicBezTo>
                    <a:pt x="38740" y="3003"/>
                    <a:pt x="38770" y="3014"/>
                    <a:pt x="38795" y="3039"/>
                  </a:cubicBezTo>
                  <a:cubicBezTo>
                    <a:pt x="38962" y="3206"/>
                    <a:pt x="38862" y="3540"/>
                    <a:pt x="38729" y="3707"/>
                  </a:cubicBezTo>
                  <a:cubicBezTo>
                    <a:pt x="38699" y="3746"/>
                    <a:pt x="38661" y="3762"/>
                    <a:pt x="38624" y="3762"/>
                  </a:cubicBezTo>
                  <a:cubicBezTo>
                    <a:pt x="38534" y="3762"/>
                    <a:pt x="38448" y="3667"/>
                    <a:pt x="38495" y="3573"/>
                  </a:cubicBezTo>
                  <a:cubicBezTo>
                    <a:pt x="38562" y="3506"/>
                    <a:pt x="38562" y="3406"/>
                    <a:pt x="38595" y="3340"/>
                  </a:cubicBezTo>
                  <a:cubicBezTo>
                    <a:pt x="38595" y="3240"/>
                    <a:pt x="38562" y="3173"/>
                    <a:pt x="38595" y="3073"/>
                  </a:cubicBezTo>
                  <a:cubicBezTo>
                    <a:pt x="38616" y="3031"/>
                    <a:pt x="38662" y="3003"/>
                    <a:pt x="38710" y="3003"/>
                  </a:cubicBezTo>
                  <a:close/>
                  <a:moveTo>
                    <a:pt x="1391" y="2754"/>
                  </a:moveTo>
                  <a:cubicBezTo>
                    <a:pt x="1462" y="2754"/>
                    <a:pt x="1535" y="2798"/>
                    <a:pt x="1535" y="2873"/>
                  </a:cubicBezTo>
                  <a:cubicBezTo>
                    <a:pt x="1535" y="3273"/>
                    <a:pt x="1402" y="3707"/>
                    <a:pt x="1335" y="4107"/>
                  </a:cubicBezTo>
                  <a:cubicBezTo>
                    <a:pt x="1321" y="4149"/>
                    <a:pt x="1278" y="4167"/>
                    <a:pt x="1235" y="4167"/>
                  </a:cubicBezTo>
                  <a:cubicBezTo>
                    <a:pt x="1175" y="4167"/>
                    <a:pt x="1116" y="4132"/>
                    <a:pt x="1135" y="4073"/>
                  </a:cubicBezTo>
                  <a:cubicBezTo>
                    <a:pt x="1168" y="3673"/>
                    <a:pt x="1135" y="3206"/>
                    <a:pt x="1269" y="2839"/>
                  </a:cubicBezTo>
                  <a:cubicBezTo>
                    <a:pt x="1283" y="2781"/>
                    <a:pt x="1336" y="2754"/>
                    <a:pt x="1391" y="2754"/>
                  </a:cubicBezTo>
                  <a:close/>
                  <a:moveTo>
                    <a:pt x="38581" y="5135"/>
                  </a:moveTo>
                  <a:cubicBezTo>
                    <a:pt x="38625" y="5135"/>
                    <a:pt x="38670" y="5157"/>
                    <a:pt x="38695" y="5208"/>
                  </a:cubicBezTo>
                  <a:cubicBezTo>
                    <a:pt x="38929" y="5675"/>
                    <a:pt x="38962" y="6175"/>
                    <a:pt x="38862" y="6675"/>
                  </a:cubicBezTo>
                  <a:cubicBezTo>
                    <a:pt x="38847" y="6722"/>
                    <a:pt x="38795" y="6747"/>
                    <a:pt x="38748" y="6747"/>
                  </a:cubicBezTo>
                  <a:cubicBezTo>
                    <a:pt x="38693" y="6747"/>
                    <a:pt x="38644" y="6713"/>
                    <a:pt x="38662" y="6642"/>
                  </a:cubicBezTo>
                  <a:cubicBezTo>
                    <a:pt x="38695" y="6175"/>
                    <a:pt x="38629" y="5741"/>
                    <a:pt x="38462" y="5274"/>
                  </a:cubicBezTo>
                  <a:cubicBezTo>
                    <a:pt x="38441" y="5192"/>
                    <a:pt x="38510" y="5135"/>
                    <a:pt x="38581" y="5135"/>
                  </a:cubicBezTo>
                  <a:close/>
                  <a:moveTo>
                    <a:pt x="1214" y="5449"/>
                  </a:moveTo>
                  <a:cubicBezTo>
                    <a:pt x="1277" y="5449"/>
                    <a:pt x="1335" y="5491"/>
                    <a:pt x="1335" y="5575"/>
                  </a:cubicBezTo>
                  <a:cubicBezTo>
                    <a:pt x="1402" y="6142"/>
                    <a:pt x="1335" y="6809"/>
                    <a:pt x="1302" y="7376"/>
                  </a:cubicBezTo>
                  <a:cubicBezTo>
                    <a:pt x="1302" y="7438"/>
                    <a:pt x="1266" y="7464"/>
                    <a:pt x="1227" y="7464"/>
                  </a:cubicBezTo>
                  <a:cubicBezTo>
                    <a:pt x="1183" y="7464"/>
                    <a:pt x="1135" y="7429"/>
                    <a:pt x="1135" y="7376"/>
                  </a:cubicBezTo>
                  <a:cubicBezTo>
                    <a:pt x="1102" y="6809"/>
                    <a:pt x="1002" y="6142"/>
                    <a:pt x="1068" y="5575"/>
                  </a:cubicBezTo>
                  <a:cubicBezTo>
                    <a:pt x="1085" y="5491"/>
                    <a:pt x="1152" y="5449"/>
                    <a:pt x="1214" y="5449"/>
                  </a:cubicBezTo>
                  <a:close/>
                  <a:moveTo>
                    <a:pt x="38825" y="8043"/>
                  </a:moveTo>
                  <a:cubicBezTo>
                    <a:pt x="38879" y="8043"/>
                    <a:pt x="38929" y="8076"/>
                    <a:pt x="38929" y="8143"/>
                  </a:cubicBezTo>
                  <a:cubicBezTo>
                    <a:pt x="38996" y="8643"/>
                    <a:pt x="38962" y="9144"/>
                    <a:pt x="38929" y="9644"/>
                  </a:cubicBezTo>
                  <a:cubicBezTo>
                    <a:pt x="38929" y="9711"/>
                    <a:pt x="38870" y="9744"/>
                    <a:pt x="38812" y="9744"/>
                  </a:cubicBezTo>
                  <a:cubicBezTo>
                    <a:pt x="38754" y="9744"/>
                    <a:pt x="38695" y="9711"/>
                    <a:pt x="38695" y="9644"/>
                  </a:cubicBezTo>
                  <a:cubicBezTo>
                    <a:pt x="38695" y="9144"/>
                    <a:pt x="38662" y="8643"/>
                    <a:pt x="38695" y="8143"/>
                  </a:cubicBezTo>
                  <a:cubicBezTo>
                    <a:pt x="38712" y="8076"/>
                    <a:pt x="38770" y="8043"/>
                    <a:pt x="38825" y="8043"/>
                  </a:cubicBezTo>
                  <a:close/>
                  <a:moveTo>
                    <a:pt x="1300" y="8330"/>
                  </a:moveTo>
                  <a:cubicBezTo>
                    <a:pt x="1359" y="8330"/>
                    <a:pt x="1420" y="8364"/>
                    <a:pt x="1435" y="8443"/>
                  </a:cubicBezTo>
                  <a:cubicBezTo>
                    <a:pt x="1535" y="8910"/>
                    <a:pt x="1535" y="9444"/>
                    <a:pt x="1569" y="9944"/>
                  </a:cubicBezTo>
                  <a:cubicBezTo>
                    <a:pt x="1569" y="10028"/>
                    <a:pt x="1510" y="10069"/>
                    <a:pt x="1452" y="10069"/>
                  </a:cubicBezTo>
                  <a:cubicBezTo>
                    <a:pt x="1394" y="10069"/>
                    <a:pt x="1335" y="10028"/>
                    <a:pt x="1335" y="9944"/>
                  </a:cubicBezTo>
                  <a:cubicBezTo>
                    <a:pt x="1269" y="9477"/>
                    <a:pt x="1168" y="8944"/>
                    <a:pt x="1168" y="8443"/>
                  </a:cubicBezTo>
                  <a:cubicBezTo>
                    <a:pt x="1168" y="8373"/>
                    <a:pt x="1233" y="8330"/>
                    <a:pt x="1300" y="8330"/>
                  </a:cubicBezTo>
                  <a:close/>
                  <a:moveTo>
                    <a:pt x="29489" y="11746"/>
                  </a:moveTo>
                  <a:cubicBezTo>
                    <a:pt x="29656" y="11746"/>
                    <a:pt x="29689" y="11979"/>
                    <a:pt x="29522" y="12046"/>
                  </a:cubicBezTo>
                  <a:cubicBezTo>
                    <a:pt x="29155" y="12179"/>
                    <a:pt x="28655" y="12179"/>
                    <a:pt x="28255" y="12246"/>
                  </a:cubicBezTo>
                  <a:cubicBezTo>
                    <a:pt x="28088" y="12246"/>
                    <a:pt x="28021" y="12046"/>
                    <a:pt x="28188" y="12012"/>
                  </a:cubicBezTo>
                  <a:cubicBezTo>
                    <a:pt x="28588" y="11912"/>
                    <a:pt x="29055" y="11746"/>
                    <a:pt x="29489" y="11746"/>
                  </a:cubicBezTo>
                  <a:close/>
                  <a:moveTo>
                    <a:pt x="31732" y="11876"/>
                  </a:moveTo>
                  <a:cubicBezTo>
                    <a:pt x="31740" y="11876"/>
                    <a:pt x="31748" y="11877"/>
                    <a:pt x="31757" y="11879"/>
                  </a:cubicBezTo>
                  <a:cubicBezTo>
                    <a:pt x="32357" y="11946"/>
                    <a:pt x="32991" y="11946"/>
                    <a:pt x="33592" y="12113"/>
                  </a:cubicBezTo>
                  <a:cubicBezTo>
                    <a:pt x="33725" y="12146"/>
                    <a:pt x="33692" y="12346"/>
                    <a:pt x="33558" y="12346"/>
                  </a:cubicBezTo>
                  <a:cubicBezTo>
                    <a:pt x="33494" y="12350"/>
                    <a:pt x="33430" y="12351"/>
                    <a:pt x="33365" y="12351"/>
                  </a:cubicBezTo>
                  <a:cubicBezTo>
                    <a:pt x="32822" y="12351"/>
                    <a:pt x="32256" y="12235"/>
                    <a:pt x="31690" y="12146"/>
                  </a:cubicBezTo>
                  <a:cubicBezTo>
                    <a:pt x="31532" y="12146"/>
                    <a:pt x="31584" y="11876"/>
                    <a:pt x="31732" y="11876"/>
                  </a:cubicBezTo>
                  <a:close/>
                  <a:moveTo>
                    <a:pt x="38920" y="10793"/>
                  </a:moveTo>
                  <a:cubicBezTo>
                    <a:pt x="38968" y="10793"/>
                    <a:pt x="39014" y="10820"/>
                    <a:pt x="39029" y="10878"/>
                  </a:cubicBezTo>
                  <a:cubicBezTo>
                    <a:pt x="39162" y="11412"/>
                    <a:pt x="38929" y="11946"/>
                    <a:pt x="38595" y="12313"/>
                  </a:cubicBezTo>
                  <a:cubicBezTo>
                    <a:pt x="38566" y="12342"/>
                    <a:pt x="38534" y="12354"/>
                    <a:pt x="38504" y="12354"/>
                  </a:cubicBezTo>
                  <a:cubicBezTo>
                    <a:pt x="38431" y="12354"/>
                    <a:pt x="38371" y="12283"/>
                    <a:pt x="38395" y="12213"/>
                  </a:cubicBezTo>
                  <a:lnTo>
                    <a:pt x="38328" y="12213"/>
                  </a:lnTo>
                  <a:lnTo>
                    <a:pt x="38328" y="12012"/>
                  </a:lnTo>
                  <a:cubicBezTo>
                    <a:pt x="38395" y="12012"/>
                    <a:pt x="38462" y="12012"/>
                    <a:pt x="38495" y="12046"/>
                  </a:cubicBezTo>
                  <a:cubicBezTo>
                    <a:pt x="38695" y="11712"/>
                    <a:pt x="38762" y="11345"/>
                    <a:pt x="38795" y="10912"/>
                  </a:cubicBezTo>
                  <a:cubicBezTo>
                    <a:pt x="38795" y="10837"/>
                    <a:pt x="38858" y="10793"/>
                    <a:pt x="38920" y="10793"/>
                  </a:cubicBezTo>
                  <a:close/>
                  <a:moveTo>
                    <a:pt x="22379" y="12054"/>
                  </a:moveTo>
                  <a:cubicBezTo>
                    <a:pt x="22650" y="12054"/>
                    <a:pt x="22917" y="12062"/>
                    <a:pt x="23184" y="12079"/>
                  </a:cubicBezTo>
                  <a:cubicBezTo>
                    <a:pt x="23318" y="12113"/>
                    <a:pt x="23318" y="12313"/>
                    <a:pt x="23184" y="12313"/>
                  </a:cubicBezTo>
                  <a:cubicBezTo>
                    <a:pt x="22807" y="12336"/>
                    <a:pt x="22429" y="12360"/>
                    <a:pt x="22040" y="12360"/>
                  </a:cubicBezTo>
                  <a:cubicBezTo>
                    <a:pt x="21879" y="12360"/>
                    <a:pt x="21716" y="12356"/>
                    <a:pt x="21550" y="12346"/>
                  </a:cubicBezTo>
                  <a:cubicBezTo>
                    <a:pt x="21416" y="12313"/>
                    <a:pt x="21416" y="12079"/>
                    <a:pt x="21550" y="12079"/>
                  </a:cubicBezTo>
                  <a:cubicBezTo>
                    <a:pt x="21833" y="12062"/>
                    <a:pt x="22108" y="12054"/>
                    <a:pt x="22379" y="12054"/>
                  </a:cubicBezTo>
                  <a:close/>
                  <a:moveTo>
                    <a:pt x="25019" y="12012"/>
                  </a:moveTo>
                  <a:cubicBezTo>
                    <a:pt x="25586" y="12113"/>
                    <a:pt x="26153" y="12079"/>
                    <a:pt x="26720" y="12113"/>
                  </a:cubicBezTo>
                  <a:cubicBezTo>
                    <a:pt x="26820" y="12113"/>
                    <a:pt x="26853" y="12279"/>
                    <a:pt x="26753" y="12313"/>
                  </a:cubicBezTo>
                  <a:cubicBezTo>
                    <a:pt x="26553" y="12346"/>
                    <a:pt x="26353" y="12361"/>
                    <a:pt x="26154" y="12361"/>
                  </a:cubicBezTo>
                  <a:cubicBezTo>
                    <a:pt x="25756" y="12361"/>
                    <a:pt x="25364" y="12302"/>
                    <a:pt x="24985" y="12213"/>
                  </a:cubicBezTo>
                  <a:cubicBezTo>
                    <a:pt x="24852" y="12179"/>
                    <a:pt x="24885" y="12012"/>
                    <a:pt x="25019" y="12012"/>
                  </a:cubicBezTo>
                  <a:close/>
                  <a:moveTo>
                    <a:pt x="19548" y="12113"/>
                  </a:moveTo>
                  <a:cubicBezTo>
                    <a:pt x="19682" y="12113"/>
                    <a:pt x="19682" y="12346"/>
                    <a:pt x="19548" y="12346"/>
                  </a:cubicBezTo>
                  <a:cubicBezTo>
                    <a:pt x="19015" y="12413"/>
                    <a:pt x="18447" y="12413"/>
                    <a:pt x="17914" y="12446"/>
                  </a:cubicBezTo>
                  <a:cubicBezTo>
                    <a:pt x="17780" y="12446"/>
                    <a:pt x="17814" y="12246"/>
                    <a:pt x="17914" y="12246"/>
                  </a:cubicBezTo>
                  <a:cubicBezTo>
                    <a:pt x="18447" y="12179"/>
                    <a:pt x="18981" y="12113"/>
                    <a:pt x="19548" y="12113"/>
                  </a:cubicBezTo>
                  <a:close/>
                  <a:moveTo>
                    <a:pt x="15579" y="12198"/>
                  </a:moveTo>
                  <a:cubicBezTo>
                    <a:pt x="15723" y="12198"/>
                    <a:pt x="15868" y="12201"/>
                    <a:pt x="16012" y="12213"/>
                  </a:cubicBezTo>
                  <a:cubicBezTo>
                    <a:pt x="16146" y="12213"/>
                    <a:pt x="16112" y="12413"/>
                    <a:pt x="16012" y="12413"/>
                  </a:cubicBezTo>
                  <a:cubicBezTo>
                    <a:pt x="15579" y="12479"/>
                    <a:pt x="15145" y="12446"/>
                    <a:pt x="14711" y="12479"/>
                  </a:cubicBezTo>
                  <a:cubicBezTo>
                    <a:pt x="14545" y="12479"/>
                    <a:pt x="14545" y="12213"/>
                    <a:pt x="14711" y="12213"/>
                  </a:cubicBezTo>
                  <a:cubicBezTo>
                    <a:pt x="15001" y="12213"/>
                    <a:pt x="15290" y="12198"/>
                    <a:pt x="15579" y="12198"/>
                  </a:cubicBezTo>
                  <a:close/>
                  <a:moveTo>
                    <a:pt x="12343" y="12313"/>
                  </a:moveTo>
                  <a:cubicBezTo>
                    <a:pt x="12477" y="12313"/>
                    <a:pt x="12477" y="12513"/>
                    <a:pt x="12343" y="12546"/>
                  </a:cubicBezTo>
                  <a:lnTo>
                    <a:pt x="10742" y="12546"/>
                  </a:lnTo>
                  <a:cubicBezTo>
                    <a:pt x="10609" y="12546"/>
                    <a:pt x="10609" y="12313"/>
                    <a:pt x="10742" y="12313"/>
                  </a:cubicBezTo>
                  <a:close/>
                  <a:moveTo>
                    <a:pt x="35170" y="12242"/>
                  </a:moveTo>
                  <a:cubicBezTo>
                    <a:pt x="35178" y="12242"/>
                    <a:pt x="35185" y="12243"/>
                    <a:pt x="35193" y="12246"/>
                  </a:cubicBezTo>
                  <a:cubicBezTo>
                    <a:pt x="35443" y="12296"/>
                    <a:pt x="35685" y="12304"/>
                    <a:pt x="35927" y="12304"/>
                  </a:cubicBezTo>
                  <a:cubicBezTo>
                    <a:pt x="36048" y="12304"/>
                    <a:pt x="36168" y="12302"/>
                    <a:pt x="36290" y="12302"/>
                  </a:cubicBezTo>
                  <a:cubicBezTo>
                    <a:pt x="36412" y="12302"/>
                    <a:pt x="36535" y="12304"/>
                    <a:pt x="36661" y="12313"/>
                  </a:cubicBezTo>
                  <a:cubicBezTo>
                    <a:pt x="36794" y="12313"/>
                    <a:pt x="36827" y="12513"/>
                    <a:pt x="36694" y="12546"/>
                  </a:cubicBezTo>
                  <a:cubicBezTo>
                    <a:pt x="36561" y="12575"/>
                    <a:pt x="36418" y="12587"/>
                    <a:pt x="36271" y="12587"/>
                  </a:cubicBezTo>
                  <a:cubicBezTo>
                    <a:pt x="35897" y="12587"/>
                    <a:pt x="35494" y="12508"/>
                    <a:pt x="35159" y="12413"/>
                  </a:cubicBezTo>
                  <a:cubicBezTo>
                    <a:pt x="35036" y="12413"/>
                    <a:pt x="35084" y="12242"/>
                    <a:pt x="35170" y="12242"/>
                  </a:cubicBezTo>
                  <a:close/>
                  <a:moveTo>
                    <a:pt x="1490" y="11327"/>
                  </a:moveTo>
                  <a:cubicBezTo>
                    <a:pt x="1541" y="11327"/>
                    <a:pt x="1588" y="11354"/>
                    <a:pt x="1602" y="11412"/>
                  </a:cubicBezTo>
                  <a:cubicBezTo>
                    <a:pt x="1635" y="11812"/>
                    <a:pt x="1802" y="12146"/>
                    <a:pt x="2102" y="12413"/>
                  </a:cubicBezTo>
                  <a:cubicBezTo>
                    <a:pt x="2186" y="12469"/>
                    <a:pt x="2106" y="12595"/>
                    <a:pt x="2019" y="12595"/>
                  </a:cubicBezTo>
                  <a:cubicBezTo>
                    <a:pt x="2002" y="12595"/>
                    <a:pt x="1985" y="12590"/>
                    <a:pt x="1969" y="12580"/>
                  </a:cubicBezTo>
                  <a:cubicBezTo>
                    <a:pt x="1602" y="12313"/>
                    <a:pt x="1335" y="11946"/>
                    <a:pt x="1335" y="11445"/>
                  </a:cubicBezTo>
                  <a:cubicBezTo>
                    <a:pt x="1354" y="11370"/>
                    <a:pt x="1425" y="11327"/>
                    <a:pt x="1490" y="11327"/>
                  </a:cubicBezTo>
                  <a:close/>
                  <a:moveTo>
                    <a:pt x="7773" y="12531"/>
                  </a:moveTo>
                  <a:cubicBezTo>
                    <a:pt x="7940" y="12531"/>
                    <a:pt x="8107" y="12535"/>
                    <a:pt x="8274" y="12546"/>
                  </a:cubicBezTo>
                  <a:cubicBezTo>
                    <a:pt x="8407" y="12546"/>
                    <a:pt x="8407" y="12713"/>
                    <a:pt x="8274" y="12713"/>
                  </a:cubicBezTo>
                  <a:cubicBezTo>
                    <a:pt x="7773" y="12746"/>
                    <a:pt x="7273" y="12746"/>
                    <a:pt x="6772" y="12746"/>
                  </a:cubicBezTo>
                  <a:cubicBezTo>
                    <a:pt x="6672" y="12713"/>
                    <a:pt x="6672" y="12546"/>
                    <a:pt x="6772" y="12546"/>
                  </a:cubicBezTo>
                  <a:cubicBezTo>
                    <a:pt x="7106" y="12546"/>
                    <a:pt x="7440" y="12531"/>
                    <a:pt x="7773" y="12531"/>
                  </a:cubicBezTo>
                  <a:close/>
                  <a:moveTo>
                    <a:pt x="4119" y="12478"/>
                  </a:moveTo>
                  <a:cubicBezTo>
                    <a:pt x="4419" y="12478"/>
                    <a:pt x="4723" y="12519"/>
                    <a:pt x="5005" y="12613"/>
                  </a:cubicBezTo>
                  <a:cubicBezTo>
                    <a:pt x="5128" y="12644"/>
                    <a:pt x="5109" y="12817"/>
                    <a:pt x="5000" y="12817"/>
                  </a:cubicBezTo>
                  <a:cubicBezTo>
                    <a:pt x="4991" y="12817"/>
                    <a:pt x="4981" y="12816"/>
                    <a:pt x="4971" y="12813"/>
                  </a:cubicBezTo>
                  <a:cubicBezTo>
                    <a:pt x="4471" y="12813"/>
                    <a:pt x="3970" y="12746"/>
                    <a:pt x="3470" y="12746"/>
                  </a:cubicBezTo>
                  <a:cubicBezTo>
                    <a:pt x="3337" y="12746"/>
                    <a:pt x="3303" y="12580"/>
                    <a:pt x="3437" y="12546"/>
                  </a:cubicBezTo>
                  <a:cubicBezTo>
                    <a:pt x="3655" y="12502"/>
                    <a:pt x="3886" y="12478"/>
                    <a:pt x="4119" y="12478"/>
                  </a:cubicBezTo>
                  <a:close/>
                  <a:moveTo>
                    <a:pt x="4048" y="0"/>
                  </a:moveTo>
                  <a:cubicBezTo>
                    <a:pt x="3400" y="0"/>
                    <a:pt x="2759" y="26"/>
                    <a:pt x="2136" y="104"/>
                  </a:cubicBezTo>
                  <a:cubicBezTo>
                    <a:pt x="1" y="337"/>
                    <a:pt x="468" y="4674"/>
                    <a:pt x="501" y="6242"/>
                  </a:cubicBezTo>
                  <a:cubicBezTo>
                    <a:pt x="501" y="8276"/>
                    <a:pt x="668" y="10278"/>
                    <a:pt x="768" y="12313"/>
                  </a:cubicBezTo>
                  <a:cubicBezTo>
                    <a:pt x="768" y="12379"/>
                    <a:pt x="768" y="12413"/>
                    <a:pt x="735" y="12446"/>
                  </a:cubicBezTo>
                  <a:cubicBezTo>
                    <a:pt x="1198" y="13352"/>
                    <a:pt x="2233" y="13541"/>
                    <a:pt x="3296" y="13541"/>
                  </a:cubicBezTo>
                  <a:cubicBezTo>
                    <a:pt x="3994" y="13541"/>
                    <a:pt x="4703" y="13460"/>
                    <a:pt x="5271" y="13447"/>
                  </a:cubicBezTo>
                  <a:cubicBezTo>
                    <a:pt x="6839" y="13380"/>
                    <a:pt x="8374" y="13347"/>
                    <a:pt x="9941" y="13313"/>
                  </a:cubicBezTo>
                  <a:cubicBezTo>
                    <a:pt x="13010" y="13247"/>
                    <a:pt x="16112" y="13180"/>
                    <a:pt x="19215" y="13147"/>
                  </a:cubicBezTo>
                  <a:cubicBezTo>
                    <a:pt x="21985" y="13101"/>
                    <a:pt x="24763" y="13083"/>
                    <a:pt x="27541" y="13083"/>
                  </a:cubicBezTo>
                  <a:cubicBezTo>
                    <a:pt x="30917" y="13083"/>
                    <a:pt x="34294" y="13110"/>
                    <a:pt x="37661" y="13147"/>
                  </a:cubicBezTo>
                  <a:cubicBezTo>
                    <a:pt x="37871" y="13147"/>
                    <a:pt x="38102" y="13168"/>
                    <a:pt x="38312" y="13168"/>
                  </a:cubicBezTo>
                  <a:cubicBezTo>
                    <a:pt x="38469" y="13168"/>
                    <a:pt x="38614" y="13156"/>
                    <a:pt x="38729" y="13113"/>
                  </a:cubicBezTo>
                  <a:cubicBezTo>
                    <a:pt x="39829" y="12746"/>
                    <a:pt x="39529" y="11612"/>
                    <a:pt x="39496" y="10845"/>
                  </a:cubicBezTo>
                  <a:cubicBezTo>
                    <a:pt x="39463" y="9544"/>
                    <a:pt x="39463" y="8243"/>
                    <a:pt x="39463" y="6942"/>
                  </a:cubicBezTo>
                  <a:cubicBezTo>
                    <a:pt x="39463" y="5641"/>
                    <a:pt x="39496" y="4340"/>
                    <a:pt x="39529" y="3039"/>
                  </a:cubicBezTo>
                  <a:cubicBezTo>
                    <a:pt x="39563" y="2239"/>
                    <a:pt x="39863" y="938"/>
                    <a:pt x="38962" y="438"/>
                  </a:cubicBezTo>
                  <a:cubicBezTo>
                    <a:pt x="38695" y="304"/>
                    <a:pt x="38262" y="337"/>
                    <a:pt x="37928" y="304"/>
                  </a:cubicBezTo>
                  <a:cubicBezTo>
                    <a:pt x="37861" y="337"/>
                    <a:pt x="37828" y="337"/>
                    <a:pt x="37761" y="337"/>
                  </a:cubicBezTo>
                  <a:cubicBezTo>
                    <a:pt x="36474" y="348"/>
                    <a:pt x="35186" y="353"/>
                    <a:pt x="33897" y="353"/>
                  </a:cubicBezTo>
                  <a:cubicBezTo>
                    <a:pt x="27204" y="353"/>
                    <a:pt x="20496" y="227"/>
                    <a:pt x="13811" y="171"/>
                  </a:cubicBezTo>
                  <a:cubicBezTo>
                    <a:pt x="11843" y="137"/>
                    <a:pt x="9908" y="137"/>
                    <a:pt x="7940" y="104"/>
                  </a:cubicBezTo>
                  <a:cubicBezTo>
                    <a:pt x="6672" y="104"/>
                    <a:pt x="5346"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1"/>
            <p:cNvSpPr/>
            <p:nvPr/>
          </p:nvSpPr>
          <p:spPr>
            <a:xfrm>
              <a:off x="5710513" y="3993648"/>
              <a:ext cx="15512" cy="28999"/>
            </a:xfrm>
            <a:custGeom>
              <a:rect b="b" l="l" r="r" t="t"/>
              <a:pathLst>
                <a:path extrusionOk="0" h="1561" w="835">
                  <a:moveTo>
                    <a:pt x="592" y="0"/>
                  </a:moveTo>
                  <a:cubicBezTo>
                    <a:pt x="530" y="0"/>
                    <a:pt x="467" y="44"/>
                    <a:pt x="467" y="119"/>
                  </a:cubicBezTo>
                  <a:cubicBezTo>
                    <a:pt x="434" y="552"/>
                    <a:pt x="367" y="919"/>
                    <a:pt x="134" y="1253"/>
                  </a:cubicBezTo>
                  <a:cubicBezTo>
                    <a:pt x="134" y="1219"/>
                    <a:pt x="67" y="1219"/>
                    <a:pt x="0" y="1219"/>
                  </a:cubicBezTo>
                  <a:lnTo>
                    <a:pt x="0" y="1420"/>
                  </a:lnTo>
                  <a:cubicBezTo>
                    <a:pt x="0" y="1420"/>
                    <a:pt x="34" y="1420"/>
                    <a:pt x="67" y="1386"/>
                  </a:cubicBezTo>
                  <a:lnTo>
                    <a:pt x="67" y="1386"/>
                  </a:lnTo>
                  <a:cubicBezTo>
                    <a:pt x="43" y="1482"/>
                    <a:pt x="105" y="1560"/>
                    <a:pt x="179" y="1560"/>
                  </a:cubicBezTo>
                  <a:cubicBezTo>
                    <a:pt x="208" y="1560"/>
                    <a:pt x="239" y="1548"/>
                    <a:pt x="267" y="1520"/>
                  </a:cubicBezTo>
                  <a:cubicBezTo>
                    <a:pt x="601" y="1153"/>
                    <a:pt x="834" y="619"/>
                    <a:pt x="701" y="85"/>
                  </a:cubicBezTo>
                  <a:cubicBezTo>
                    <a:pt x="686" y="27"/>
                    <a:pt x="640"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1"/>
            <p:cNvSpPr/>
            <p:nvPr/>
          </p:nvSpPr>
          <p:spPr>
            <a:xfrm>
              <a:off x="5716087" y="3942542"/>
              <a:ext cx="6223" cy="31637"/>
            </a:xfrm>
            <a:custGeom>
              <a:rect b="b" l="l" r="r" t="t"/>
              <a:pathLst>
                <a:path extrusionOk="0" h="1703" w="335">
                  <a:moveTo>
                    <a:pt x="197" y="1"/>
                  </a:moveTo>
                  <a:cubicBezTo>
                    <a:pt x="142" y="1"/>
                    <a:pt x="84" y="34"/>
                    <a:pt x="67" y="101"/>
                  </a:cubicBezTo>
                  <a:cubicBezTo>
                    <a:pt x="1" y="601"/>
                    <a:pt x="34" y="1102"/>
                    <a:pt x="67" y="1602"/>
                  </a:cubicBezTo>
                  <a:cubicBezTo>
                    <a:pt x="67" y="1669"/>
                    <a:pt x="126" y="1702"/>
                    <a:pt x="184" y="1702"/>
                  </a:cubicBezTo>
                  <a:cubicBezTo>
                    <a:pt x="242" y="1702"/>
                    <a:pt x="301" y="1669"/>
                    <a:pt x="301" y="1602"/>
                  </a:cubicBezTo>
                  <a:cubicBezTo>
                    <a:pt x="334" y="1102"/>
                    <a:pt x="334" y="601"/>
                    <a:pt x="301" y="101"/>
                  </a:cubicBezTo>
                  <a:cubicBezTo>
                    <a:pt x="301" y="34"/>
                    <a:pt x="251" y="1"/>
                    <a:pt x="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1"/>
            <p:cNvSpPr/>
            <p:nvPr/>
          </p:nvSpPr>
          <p:spPr>
            <a:xfrm>
              <a:off x="5712613" y="3888518"/>
              <a:ext cx="9697" cy="29966"/>
            </a:xfrm>
            <a:custGeom>
              <a:rect b="b" l="l" r="r" t="t"/>
              <a:pathLst>
                <a:path extrusionOk="0" h="1613" w="522">
                  <a:moveTo>
                    <a:pt x="140" y="1"/>
                  </a:moveTo>
                  <a:cubicBezTo>
                    <a:pt x="69" y="1"/>
                    <a:pt x="0" y="58"/>
                    <a:pt x="21" y="140"/>
                  </a:cubicBezTo>
                  <a:cubicBezTo>
                    <a:pt x="188" y="607"/>
                    <a:pt x="254" y="1041"/>
                    <a:pt x="188" y="1508"/>
                  </a:cubicBezTo>
                  <a:cubicBezTo>
                    <a:pt x="188" y="1579"/>
                    <a:pt x="245" y="1613"/>
                    <a:pt x="304" y="1613"/>
                  </a:cubicBezTo>
                  <a:cubicBezTo>
                    <a:pt x="354" y="1613"/>
                    <a:pt x="406" y="1588"/>
                    <a:pt x="421" y="1541"/>
                  </a:cubicBezTo>
                  <a:cubicBezTo>
                    <a:pt x="521" y="1041"/>
                    <a:pt x="488" y="541"/>
                    <a:pt x="254" y="74"/>
                  </a:cubicBezTo>
                  <a:cubicBezTo>
                    <a:pt x="229" y="23"/>
                    <a:pt x="184" y="1"/>
                    <a:pt x="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1"/>
            <p:cNvSpPr/>
            <p:nvPr/>
          </p:nvSpPr>
          <p:spPr>
            <a:xfrm>
              <a:off x="5712297" y="3848930"/>
              <a:ext cx="10013" cy="14100"/>
            </a:xfrm>
            <a:custGeom>
              <a:rect b="b" l="l" r="r" t="t"/>
              <a:pathLst>
                <a:path extrusionOk="0" h="759" w="539">
                  <a:moveTo>
                    <a:pt x="286" y="0"/>
                  </a:moveTo>
                  <a:cubicBezTo>
                    <a:pt x="238" y="0"/>
                    <a:pt x="192" y="28"/>
                    <a:pt x="171" y="70"/>
                  </a:cubicBezTo>
                  <a:cubicBezTo>
                    <a:pt x="138" y="170"/>
                    <a:pt x="171" y="237"/>
                    <a:pt x="171" y="303"/>
                  </a:cubicBezTo>
                  <a:cubicBezTo>
                    <a:pt x="138" y="403"/>
                    <a:pt x="138" y="503"/>
                    <a:pt x="71" y="570"/>
                  </a:cubicBezTo>
                  <a:cubicBezTo>
                    <a:pt x="0" y="664"/>
                    <a:pt x="96" y="759"/>
                    <a:pt x="194" y="759"/>
                  </a:cubicBezTo>
                  <a:cubicBezTo>
                    <a:pt x="235" y="759"/>
                    <a:pt x="275" y="743"/>
                    <a:pt x="305" y="704"/>
                  </a:cubicBezTo>
                  <a:cubicBezTo>
                    <a:pt x="438" y="537"/>
                    <a:pt x="538" y="203"/>
                    <a:pt x="371" y="36"/>
                  </a:cubicBezTo>
                  <a:cubicBezTo>
                    <a:pt x="346" y="11"/>
                    <a:pt x="316"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1"/>
            <p:cNvSpPr/>
            <p:nvPr/>
          </p:nvSpPr>
          <p:spPr>
            <a:xfrm>
              <a:off x="5695243" y="3809880"/>
              <a:ext cx="23631" cy="15438"/>
            </a:xfrm>
            <a:custGeom>
              <a:rect b="b" l="l" r="r" t="t"/>
              <a:pathLst>
                <a:path extrusionOk="0" h="831" w="1272">
                  <a:moveTo>
                    <a:pt x="255" y="1"/>
                  </a:moveTo>
                  <a:cubicBezTo>
                    <a:pt x="78" y="1"/>
                    <a:pt x="0" y="241"/>
                    <a:pt x="189" y="304"/>
                  </a:cubicBezTo>
                  <a:cubicBezTo>
                    <a:pt x="522" y="404"/>
                    <a:pt x="722" y="604"/>
                    <a:pt x="989" y="804"/>
                  </a:cubicBezTo>
                  <a:cubicBezTo>
                    <a:pt x="1016" y="822"/>
                    <a:pt x="1050" y="830"/>
                    <a:pt x="1084" y="830"/>
                  </a:cubicBezTo>
                  <a:cubicBezTo>
                    <a:pt x="1177" y="830"/>
                    <a:pt x="1271" y="768"/>
                    <a:pt x="1223" y="671"/>
                  </a:cubicBezTo>
                  <a:cubicBezTo>
                    <a:pt x="1089" y="304"/>
                    <a:pt x="689" y="70"/>
                    <a:pt x="289" y="4"/>
                  </a:cubicBezTo>
                  <a:cubicBezTo>
                    <a:pt x="277" y="2"/>
                    <a:pt x="266"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1"/>
            <p:cNvSpPr/>
            <p:nvPr/>
          </p:nvSpPr>
          <p:spPr>
            <a:xfrm>
              <a:off x="5649393" y="4020549"/>
              <a:ext cx="33254" cy="6428"/>
            </a:xfrm>
            <a:custGeom>
              <a:rect b="b" l="l" r="r" t="t"/>
              <a:pathLst>
                <a:path extrusionOk="0" h="346" w="1790">
                  <a:moveTo>
                    <a:pt x="121" y="1"/>
                  </a:moveTo>
                  <a:cubicBezTo>
                    <a:pt x="17" y="1"/>
                    <a:pt x="0" y="141"/>
                    <a:pt x="121" y="172"/>
                  </a:cubicBezTo>
                  <a:cubicBezTo>
                    <a:pt x="456" y="267"/>
                    <a:pt x="859" y="346"/>
                    <a:pt x="1233" y="346"/>
                  </a:cubicBezTo>
                  <a:cubicBezTo>
                    <a:pt x="1380" y="346"/>
                    <a:pt x="1523" y="334"/>
                    <a:pt x="1656" y="305"/>
                  </a:cubicBezTo>
                  <a:cubicBezTo>
                    <a:pt x="1789" y="272"/>
                    <a:pt x="1756" y="72"/>
                    <a:pt x="1623" y="38"/>
                  </a:cubicBezTo>
                  <a:cubicBezTo>
                    <a:pt x="1337" y="38"/>
                    <a:pt x="1062" y="60"/>
                    <a:pt x="785" y="60"/>
                  </a:cubicBezTo>
                  <a:cubicBezTo>
                    <a:pt x="578" y="60"/>
                    <a:pt x="369" y="48"/>
                    <a:pt x="155" y="5"/>
                  </a:cubicBezTo>
                  <a:cubicBezTo>
                    <a:pt x="143" y="2"/>
                    <a:pt x="132" y="1"/>
                    <a:pt x="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1"/>
            <p:cNvSpPr/>
            <p:nvPr/>
          </p:nvSpPr>
          <p:spPr>
            <a:xfrm>
              <a:off x="5638005" y="3805941"/>
              <a:ext cx="39068" cy="7728"/>
            </a:xfrm>
            <a:custGeom>
              <a:rect b="b" l="l" r="r" t="t"/>
              <a:pathLst>
                <a:path extrusionOk="0" h="416" w="2103">
                  <a:moveTo>
                    <a:pt x="1368" y="1"/>
                  </a:moveTo>
                  <a:cubicBezTo>
                    <a:pt x="968" y="1"/>
                    <a:pt x="568" y="60"/>
                    <a:pt x="167" y="149"/>
                  </a:cubicBezTo>
                  <a:cubicBezTo>
                    <a:pt x="1" y="182"/>
                    <a:pt x="67" y="416"/>
                    <a:pt x="234" y="416"/>
                  </a:cubicBezTo>
                  <a:cubicBezTo>
                    <a:pt x="801" y="316"/>
                    <a:pt x="1368" y="316"/>
                    <a:pt x="1935" y="282"/>
                  </a:cubicBezTo>
                  <a:cubicBezTo>
                    <a:pt x="2069" y="282"/>
                    <a:pt x="2102" y="82"/>
                    <a:pt x="1969" y="49"/>
                  </a:cubicBezTo>
                  <a:cubicBezTo>
                    <a:pt x="1769" y="15"/>
                    <a:pt x="1568" y="1"/>
                    <a:pt x="1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1"/>
            <p:cNvSpPr/>
            <p:nvPr/>
          </p:nvSpPr>
          <p:spPr>
            <a:xfrm>
              <a:off x="5584261" y="4013768"/>
              <a:ext cx="40759" cy="8843"/>
            </a:xfrm>
            <a:custGeom>
              <a:rect b="b" l="l" r="r" t="t"/>
              <a:pathLst>
                <a:path extrusionOk="0" h="476" w="2194">
                  <a:moveTo>
                    <a:pt x="200" y="0"/>
                  </a:moveTo>
                  <a:cubicBezTo>
                    <a:pt x="52" y="0"/>
                    <a:pt x="0" y="270"/>
                    <a:pt x="158" y="270"/>
                  </a:cubicBezTo>
                  <a:cubicBezTo>
                    <a:pt x="724" y="359"/>
                    <a:pt x="1290" y="475"/>
                    <a:pt x="1833" y="475"/>
                  </a:cubicBezTo>
                  <a:cubicBezTo>
                    <a:pt x="1898" y="475"/>
                    <a:pt x="1962" y="474"/>
                    <a:pt x="2026" y="470"/>
                  </a:cubicBezTo>
                  <a:cubicBezTo>
                    <a:pt x="2160" y="470"/>
                    <a:pt x="2193" y="270"/>
                    <a:pt x="2060" y="237"/>
                  </a:cubicBezTo>
                  <a:cubicBezTo>
                    <a:pt x="1459" y="70"/>
                    <a:pt x="825" y="70"/>
                    <a:pt x="225" y="3"/>
                  </a:cubicBezTo>
                  <a:cubicBezTo>
                    <a:pt x="216" y="1"/>
                    <a:pt x="208"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1"/>
            <p:cNvSpPr/>
            <p:nvPr/>
          </p:nvSpPr>
          <p:spPr>
            <a:xfrm>
              <a:off x="5565052" y="3809248"/>
              <a:ext cx="36412" cy="7022"/>
            </a:xfrm>
            <a:custGeom>
              <a:rect b="b" l="l" r="r" t="t"/>
              <a:pathLst>
                <a:path extrusionOk="0" h="378" w="1960">
                  <a:moveTo>
                    <a:pt x="133" y="1"/>
                  </a:moveTo>
                  <a:cubicBezTo>
                    <a:pt x="21" y="1"/>
                    <a:pt x="0" y="207"/>
                    <a:pt x="125" y="238"/>
                  </a:cubicBezTo>
                  <a:cubicBezTo>
                    <a:pt x="475" y="320"/>
                    <a:pt x="826" y="377"/>
                    <a:pt x="1176" y="377"/>
                  </a:cubicBezTo>
                  <a:cubicBezTo>
                    <a:pt x="1393" y="377"/>
                    <a:pt x="1609" y="355"/>
                    <a:pt x="1826" y="304"/>
                  </a:cubicBezTo>
                  <a:cubicBezTo>
                    <a:pt x="1960" y="304"/>
                    <a:pt x="1926" y="71"/>
                    <a:pt x="1793" y="71"/>
                  </a:cubicBezTo>
                  <a:cubicBezTo>
                    <a:pt x="1259" y="71"/>
                    <a:pt x="692" y="71"/>
                    <a:pt x="158" y="4"/>
                  </a:cubicBezTo>
                  <a:cubicBezTo>
                    <a:pt x="149" y="2"/>
                    <a:pt x="141"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1"/>
            <p:cNvSpPr/>
            <p:nvPr/>
          </p:nvSpPr>
          <p:spPr>
            <a:xfrm>
              <a:off x="5519035" y="4011334"/>
              <a:ext cx="30987" cy="9307"/>
            </a:xfrm>
            <a:custGeom>
              <a:rect b="b" l="l" r="r" t="t"/>
              <a:pathLst>
                <a:path extrusionOk="0" h="501" w="1668">
                  <a:moveTo>
                    <a:pt x="1468" y="1"/>
                  </a:moveTo>
                  <a:cubicBezTo>
                    <a:pt x="1034" y="1"/>
                    <a:pt x="567" y="167"/>
                    <a:pt x="167" y="267"/>
                  </a:cubicBezTo>
                  <a:cubicBezTo>
                    <a:pt x="0" y="301"/>
                    <a:pt x="67" y="501"/>
                    <a:pt x="234" y="501"/>
                  </a:cubicBezTo>
                  <a:cubicBezTo>
                    <a:pt x="634" y="434"/>
                    <a:pt x="1101" y="434"/>
                    <a:pt x="1501" y="267"/>
                  </a:cubicBezTo>
                  <a:cubicBezTo>
                    <a:pt x="1668" y="234"/>
                    <a:pt x="1635" y="1"/>
                    <a:pt x="1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1"/>
            <p:cNvSpPr/>
            <p:nvPr/>
          </p:nvSpPr>
          <p:spPr>
            <a:xfrm>
              <a:off x="5499194" y="3803117"/>
              <a:ext cx="37192" cy="7134"/>
            </a:xfrm>
            <a:custGeom>
              <a:rect b="b" l="l" r="r" t="t"/>
              <a:pathLst>
                <a:path extrusionOk="0" h="384" w="2002">
                  <a:moveTo>
                    <a:pt x="167" y="1"/>
                  </a:moveTo>
                  <a:cubicBezTo>
                    <a:pt x="34" y="1"/>
                    <a:pt x="1" y="234"/>
                    <a:pt x="134" y="267"/>
                  </a:cubicBezTo>
                  <a:cubicBezTo>
                    <a:pt x="503" y="333"/>
                    <a:pt x="873" y="384"/>
                    <a:pt x="1242" y="384"/>
                  </a:cubicBezTo>
                  <a:cubicBezTo>
                    <a:pt x="1440" y="384"/>
                    <a:pt x="1638" y="369"/>
                    <a:pt x="1835" y="334"/>
                  </a:cubicBezTo>
                  <a:cubicBezTo>
                    <a:pt x="2002" y="301"/>
                    <a:pt x="1969" y="67"/>
                    <a:pt x="1802" y="67"/>
                  </a:cubicBezTo>
                  <a:cubicBezTo>
                    <a:pt x="1235" y="34"/>
                    <a:pt x="701" y="67"/>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1"/>
            <p:cNvSpPr/>
            <p:nvPr/>
          </p:nvSpPr>
          <p:spPr>
            <a:xfrm>
              <a:off x="5460349" y="4016220"/>
              <a:ext cx="37006" cy="6558"/>
            </a:xfrm>
            <a:custGeom>
              <a:rect b="b" l="l" r="r" t="t"/>
              <a:pathLst>
                <a:path extrusionOk="0" h="353" w="1992">
                  <a:moveTo>
                    <a:pt x="128" y="1"/>
                  </a:moveTo>
                  <a:cubicBezTo>
                    <a:pt x="19" y="1"/>
                    <a:pt x="0" y="174"/>
                    <a:pt x="123" y="205"/>
                  </a:cubicBezTo>
                  <a:cubicBezTo>
                    <a:pt x="502" y="294"/>
                    <a:pt x="894" y="353"/>
                    <a:pt x="1292" y="353"/>
                  </a:cubicBezTo>
                  <a:cubicBezTo>
                    <a:pt x="1491" y="353"/>
                    <a:pt x="1691" y="338"/>
                    <a:pt x="1891" y="305"/>
                  </a:cubicBezTo>
                  <a:cubicBezTo>
                    <a:pt x="1991" y="271"/>
                    <a:pt x="1958" y="105"/>
                    <a:pt x="1858" y="105"/>
                  </a:cubicBezTo>
                  <a:cubicBezTo>
                    <a:pt x="1291" y="71"/>
                    <a:pt x="724" y="105"/>
                    <a:pt x="157" y="4"/>
                  </a:cubicBezTo>
                  <a:cubicBezTo>
                    <a:pt x="147" y="2"/>
                    <a:pt x="137" y="1"/>
                    <a:pt x="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1"/>
            <p:cNvSpPr/>
            <p:nvPr/>
          </p:nvSpPr>
          <p:spPr>
            <a:xfrm>
              <a:off x="5441567" y="3805848"/>
              <a:ext cx="35966" cy="6335"/>
            </a:xfrm>
            <a:custGeom>
              <a:rect b="b" l="l" r="r" t="t"/>
              <a:pathLst>
                <a:path extrusionOk="0" h="341" w="1936">
                  <a:moveTo>
                    <a:pt x="1193" y="1"/>
                  </a:moveTo>
                  <a:cubicBezTo>
                    <a:pt x="856" y="1"/>
                    <a:pt x="512" y="33"/>
                    <a:pt x="167" y="54"/>
                  </a:cubicBezTo>
                  <a:cubicBezTo>
                    <a:pt x="0" y="54"/>
                    <a:pt x="0" y="287"/>
                    <a:pt x="167" y="287"/>
                  </a:cubicBezTo>
                  <a:cubicBezTo>
                    <a:pt x="512" y="307"/>
                    <a:pt x="856" y="340"/>
                    <a:pt x="1193" y="340"/>
                  </a:cubicBezTo>
                  <a:cubicBezTo>
                    <a:pt x="1411" y="340"/>
                    <a:pt x="1626" y="326"/>
                    <a:pt x="1835" y="287"/>
                  </a:cubicBezTo>
                  <a:cubicBezTo>
                    <a:pt x="1935" y="254"/>
                    <a:pt x="1935" y="87"/>
                    <a:pt x="1835" y="54"/>
                  </a:cubicBezTo>
                  <a:cubicBezTo>
                    <a:pt x="1626" y="14"/>
                    <a:pt x="1411" y="1"/>
                    <a:pt x="1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1"/>
            <p:cNvSpPr/>
            <p:nvPr/>
          </p:nvSpPr>
          <p:spPr>
            <a:xfrm>
              <a:off x="5396331" y="4017075"/>
              <a:ext cx="35334" cy="5685"/>
            </a:xfrm>
            <a:custGeom>
              <a:rect b="b" l="l" r="r" t="t"/>
              <a:pathLst>
                <a:path extrusionOk="0" h="306" w="1902">
                  <a:moveTo>
                    <a:pt x="963" y="0"/>
                  </a:moveTo>
                  <a:cubicBezTo>
                    <a:pt x="692" y="0"/>
                    <a:pt x="417" y="8"/>
                    <a:pt x="134" y="25"/>
                  </a:cubicBezTo>
                  <a:cubicBezTo>
                    <a:pt x="0" y="25"/>
                    <a:pt x="0" y="259"/>
                    <a:pt x="134" y="292"/>
                  </a:cubicBezTo>
                  <a:cubicBezTo>
                    <a:pt x="300" y="302"/>
                    <a:pt x="463" y="306"/>
                    <a:pt x="624" y="306"/>
                  </a:cubicBezTo>
                  <a:cubicBezTo>
                    <a:pt x="1013" y="306"/>
                    <a:pt x="1391" y="282"/>
                    <a:pt x="1768" y="259"/>
                  </a:cubicBezTo>
                  <a:cubicBezTo>
                    <a:pt x="1902" y="259"/>
                    <a:pt x="1902" y="59"/>
                    <a:pt x="1768" y="25"/>
                  </a:cubicBezTo>
                  <a:cubicBezTo>
                    <a:pt x="1501" y="8"/>
                    <a:pt x="1234" y="0"/>
                    <a:pt x="9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1"/>
            <p:cNvSpPr/>
            <p:nvPr/>
          </p:nvSpPr>
          <p:spPr>
            <a:xfrm>
              <a:off x="5382082" y="3805941"/>
              <a:ext cx="32232" cy="6149"/>
            </a:xfrm>
            <a:custGeom>
              <a:rect b="b" l="l" r="r" t="t"/>
              <a:pathLst>
                <a:path extrusionOk="0" h="331" w="1735">
                  <a:moveTo>
                    <a:pt x="1101" y="1"/>
                  </a:moveTo>
                  <a:cubicBezTo>
                    <a:pt x="790" y="1"/>
                    <a:pt x="478" y="15"/>
                    <a:pt x="167" y="15"/>
                  </a:cubicBezTo>
                  <a:cubicBezTo>
                    <a:pt x="0" y="15"/>
                    <a:pt x="0" y="316"/>
                    <a:pt x="167" y="316"/>
                  </a:cubicBezTo>
                  <a:cubicBezTo>
                    <a:pt x="478" y="316"/>
                    <a:pt x="790" y="330"/>
                    <a:pt x="1101" y="330"/>
                  </a:cubicBezTo>
                  <a:cubicBezTo>
                    <a:pt x="1257" y="330"/>
                    <a:pt x="1412" y="327"/>
                    <a:pt x="1568" y="316"/>
                  </a:cubicBezTo>
                  <a:cubicBezTo>
                    <a:pt x="1735" y="282"/>
                    <a:pt x="1735" y="49"/>
                    <a:pt x="1568" y="15"/>
                  </a:cubicBezTo>
                  <a:cubicBezTo>
                    <a:pt x="1412" y="4"/>
                    <a:pt x="1257" y="1"/>
                    <a:pt x="1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1"/>
            <p:cNvSpPr/>
            <p:nvPr/>
          </p:nvSpPr>
          <p:spPr>
            <a:xfrm>
              <a:off x="5328783" y="4018152"/>
              <a:ext cx="35334" cy="6223"/>
            </a:xfrm>
            <a:custGeom>
              <a:rect b="b" l="l" r="r" t="t"/>
              <a:pathLst>
                <a:path extrusionOk="0" h="335" w="1902">
                  <a:moveTo>
                    <a:pt x="1768" y="1"/>
                  </a:moveTo>
                  <a:cubicBezTo>
                    <a:pt x="1201" y="1"/>
                    <a:pt x="667" y="67"/>
                    <a:pt x="134" y="134"/>
                  </a:cubicBezTo>
                  <a:cubicBezTo>
                    <a:pt x="34" y="134"/>
                    <a:pt x="0" y="334"/>
                    <a:pt x="134" y="334"/>
                  </a:cubicBezTo>
                  <a:cubicBezTo>
                    <a:pt x="667" y="301"/>
                    <a:pt x="1235" y="301"/>
                    <a:pt x="1768" y="234"/>
                  </a:cubicBezTo>
                  <a:cubicBezTo>
                    <a:pt x="1902" y="234"/>
                    <a:pt x="1902" y="1"/>
                    <a:pt x="17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1"/>
            <p:cNvSpPr/>
            <p:nvPr/>
          </p:nvSpPr>
          <p:spPr>
            <a:xfrm>
              <a:off x="5321352" y="3804362"/>
              <a:ext cx="35947" cy="7450"/>
            </a:xfrm>
            <a:custGeom>
              <a:rect b="b" l="l" r="r" t="t"/>
              <a:pathLst>
                <a:path extrusionOk="0" h="401" w="1935">
                  <a:moveTo>
                    <a:pt x="234" y="0"/>
                  </a:moveTo>
                  <a:cubicBezTo>
                    <a:pt x="67" y="0"/>
                    <a:pt x="0" y="267"/>
                    <a:pt x="200" y="301"/>
                  </a:cubicBezTo>
                  <a:cubicBezTo>
                    <a:pt x="701" y="367"/>
                    <a:pt x="1234" y="401"/>
                    <a:pt x="1735" y="401"/>
                  </a:cubicBezTo>
                  <a:cubicBezTo>
                    <a:pt x="1868" y="401"/>
                    <a:pt x="1935" y="134"/>
                    <a:pt x="1768" y="100"/>
                  </a:cubicBezTo>
                  <a:cubicBezTo>
                    <a:pt x="1268" y="34"/>
                    <a:pt x="734"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1"/>
            <p:cNvSpPr/>
            <p:nvPr/>
          </p:nvSpPr>
          <p:spPr>
            <a:xfrm>
              <a:off x="5268666" y="4019731"/>
              <a:ext cx="29761" cy="5257"/>
            </a:xfrm>
            <a:custGeom>
              <a:rect b="b" l="l" r="r" t="t"/>
              <a:pathLst>
                <a:path extrusionOk="0" h="283" w="1602">
                  <a:moveTo>
                    <a:pt x="1035" y="1"/>
                  </a:moveTo>
                  <a:cubicBezTo>
                    <a:pt x="746" y="1"/>
                    <a:pt x="457" y="16"/>
                    <a:pt x="167" y="16"/>
                  </a:cubicBezTo>
                  <a:cubicBezTo>
                    <a:pt x="1" y="16"/>
                    <a:pt x="1" y="282"/>
                    <a:pt x="167" y="282"/>
                  </a:cubicBezTo>
                  <a:cubicBezTo>
                    <a:pt x="601" y="282"/>
                    <a:pt x="1035" y="282"/>
                    <a:pt x="1468" y="216"/>
                  </a:cubicBezTo>
                  <a:cubicBezTo>
                    <a:pt x="1568" y="216"/>
                    <a:pt x="1602" y="16"/>
                    <a:pt x="1468" y="16"/>
                  </a:cubicBezTo>
                  <a:cubicBezTo>
                    <a:pt x="1324" y="4"/>
                    <a:pt x="1179" y="1"/>
                    <a:pt x="1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1"/>
            <p:cNvSpPr/>
            <p:nvPr/>
          </p:nvSpPr>
          <p:spPr>
            <a:xfrm>
              <a:off x="5261235" y="3808691"/>
              <a:ext cx="23556" cy="4644"/>
            </a:xfrm>
            <a:custGeom>
              <a:rect b="b" l="l" r="r" t="t"/>
              <a:pathLst>
                <a:path extrusionOk="0" h="250" w="1268">
                  <a:moveTo>
                    <a:pt x="134" y="1"/>
                  </a:moveTo>
                  <a:cubicBezTo>
                    <a:pt x="0" y="34"/>
                    <a:pt x="0" y="234"/>
                    <a:pt x="134" y="234"/>
                  </a:cubicBezTo>
                  <a:cubicBezTo>
                    <a:pt x="356" y="234"/>
                    <a:pt x="564" y="249"/>
                    <a:pt x="776" y="249"/>
                  </a:cubicBezTo>
                  <a:cubicBezTo>
                    <a:pt x="883" y="249"/>
                    <a:pt x="990" y="245"/>
                    <a:pt x="1101" y="234"/>
                  </a:cubicBezTo>
                  <a:cubicBezTo>
                    <a:pt x="1268" y="234"/>
                    <a:pt x="1268" y="1"/>
                    <a:pt x="1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1"/>
            <p:cNvSpPr/>
            <p:nvPr/>
          </p:nvSpPr>
          <p:spPr>
            <a:xfrm>
              <a:off x="5195545" y="4021589"/>
              <a:ext cx="34721" cy="4644"/>
            </a:xfrm>
            <a:custGeom>
              <a:rect b="b" l="l" r="r" t="t"/>
              <a:pathLst>
                <a:path extrusionOk="0" h="250" w="1869">
                  <a:moveTo>
                    <a:pt x="1201" y="1"/>
                  </a:moveTo>
                  <a:cubicBezTo>
                    <a:pt x="846" y="1"/>
                    <a:pt x="490" y="16"/>
                    <a:pt x="134" y="16"/>
                  </a:cubicBezTo>
                  <a:cubicBezTo>
                    <a:pt x="1" y="16"/>
                    <a:pt x="1" y="249"/>
                    <a:pt x="134" y="249"/>
                  </a:cubicBezTo>
                  <a:lnTo>
                    <a:pt x="1735" y="249"/>
                  </a:lnTo>
                  <a:cubicBezTo>
                    <a:pt x="1869" y="216"/>
                    <a:pt x="1869" y="16"/>
                    <a:pt x="1735" y="16"/>
                  </a:cubicBezTo>
                  <a:cubicBezTo>
                    <a:pt x="1557" y="5"/>
                    <a:pt x="1379" y="1"/>
                    <a:pt x="1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1"/>
            <p:cNvSpPr/>
            <p:nvPr/>
          </p:nvSpPr>
          <p:spPr>
            <a:xfrm>
              <a:off x="5191421" y="3805514"/>
              <a:ext cx="27699" cy="6186"/>
            </a:xfrm>
            <a:custGeom>
              <a:rect b="b" l="l" r="r" t="t"/>
              <a:pathLst>
                <a:path extrusionOk="0" h="333" w="1491">
                  <a:moveTo>
                    <a:pt x="123" y="1"/>
                  </a:moveTo>
                  <a:cubicBezTo>
                    <a:pt x="18" y="1"/>
                    <a:pt x="1" y="144"/>
                    <a:pt x="122" y="205"/>
                  </a:cubicBezTo>
                  <a:cubicBezTo>
                    <a:pt x="411" y="277"/>
                    <a:pt x="700" y="332"/>
                    <a:pt x="1001" y="332"/>
                  </a:cubicBezTo>
                  <a:cubicBezTo>
                    <a:pt x="1117" y="332"/>
                    <a:pt x="1236" y="324"/>
                    <a:pt x="1357" y="305"/>
                  </a:cubicBezTo>
                  <a:cubicBezTo>
                    <a:pt x="1490" y="272"/>
                    <a:pt x="1457" y="72"/>
                    <a:pt x="1323" y="72"/>
                  </a:cubicBezTo>
                  <a:cubicBezTo>
                    <a:pt x="923" y="72"/>
                    <a:pt x="556" y="72"/>
                    <a:pt x="156" y="5"/>
                  </a:cubicBezTo>
                  <a:cubicBezTo>
                    <a:pt x="144" y="2"/>
                    <a:pt x="133" y="1"/>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1"/>
            <p:cNvSpPr/>
            <p:nvPr/>
          </p:nvSpPr>
          <p:spPr>
            <a:xfrm>
              <a:off x="5125526" y="3804195"/>
              <a:ext cx="31619" cy="5406"/>
            </a:xfrm>
            <a:custGeom>
              <a:rect b="b" l="l" r="r" t="t"/>
              <a:pathLst>
                <a:path extrusionOk="0" h="291" w="1702">
                  <a:moveTo>
                    <a:pt x="867" y="1"/>
                  </a:moveTo>
                  <a:cubicBezTo>
                    <a:pt x="634" y="1"/>
                    <a:pt x="400" y="9"/>
                    <a:pt x="167" y="9"/>
                  </a:cubicBezTo>
                  <a:cubicBezTo>
                    <a:pt x="0" y="9"/>
                    <a:pt x="0" y="276"/>
                    <a:pt x="167" y="276"/>
                  </a:cubicBezTo>
                  <a:cubicBezTo>
                    <a:pt x="478" y="276"/>
                    <a:pt x="790" y="291"/>
                    <a:pt x="1101" y="291"/>
                  </a:cubicBezTo>
                  <a:cubicBezTo>
                    <a:pt x="1257" y="291"/>
                    <a:pt x="1412" y="287"/>
                    <a:pt x="1568" y="276"/>
                  </a:cubicBezTo>
                  <a:cubicBezTo>
                    <a:pt x="1701" y="243"/>
                    <a:pt x="1701" y="43"/>
                    <a:pt x="1568" y="43"/>
                  </a:cubicBezTo>
                  <a:cubicBezTo>
                    <a:pt x="1334" y="9"/>
                    <a:pt x="1101" y="1"/>
                    <a:pt x="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1"/>
            <p:cNvSpPr/>
            <p:nvPr/>
          </p:nvSpPr>
          <p:spPr>
            <a:xfrm>
              <a:off x="5122424" y="4025936"/>
              <a:ext cx="32232" cy="4013"/>
            </a:xfrm>
            <a:custGeom>
              <a:rect b="b" l="l" r="r" t="t"/>
              <a:pathLst>
                <a:path extrusionOk="0" h="216" w="1735">
                  <a:moveTo>
                    <a:pt x="1101" y="0"/>
                  </a:moveTo>
                  <a:cubicBezTo>
                    <a:pt x="768" y="0"/>
                    <a:pt x="434" y="15"/>
                    <a:pt x="100" y="15"/>
                  </a:cubicBezTo>
                  <a:cubicBezTo>
                    <a:pt x="0" y="15"/>
                    <a:pt x="0" y="215"/>
                    <a:pt x="100" y="215"/>
                  </a:cubicBezTo>
                  <a:lnTo>
                    <a:pt x="1602" y="215"/>
                  </a:lnTo>
                  <a:cubicBezTo>
                    <a:pt x="1735" y="182"/>
                    <a:pt x="1735" y="15"/>
                    <a:pt x="1602" y="15"/>
                  </a:cubicBezTo>
                  <a:cubicBezTo>
                    <a:pt x="1435" y="4"/>
                    <a:pt x="1268" y="0"/>
                    <a:pt x="1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1"/>
            <p:cNvSpPr/>
            <p:nvPr/>
          </p:nvSpPr>
          <p:spPr>
            <a:xfrm>
              <a:off x="5058592" y="3805607"/>
              <a:ext cx="37211" cy="6205"/>
            </a:xfrm>
            <a:custGeom>
              <a:rect b="b" l="l" r="r" t="t"/>
              <a:pathLst>
                <a:path extrusionOk="0" h="334" w="2003">
                  <a:moveTo>
                    <a:pt x="101" y="0"/>
                  </a:moveTo>
                  <a:cubicBezTo>
                    <a:pt x="1" y="0"/>
                    <a:pt x="1" y="167"/>
                    <a:pt x="101" y="167"/>
                  </a:cubicBezTo>
                  <a:cubicBezTo>
                    <a:pt x="668" y="234"/>
                    <a:pt x="1268" y="334"/>
                    <a:pt x="1835" y="334"/>
                  </a:cubicBezTo>
                  <a:cubicBezTo>
                    <a:pt x="1969" y="300"/>
                    <a:pt x="2002" y="133"/>
                    <a:pt x="1869" y="100"/>
                  </a:cubicBezTo>
                  <a:cubicBezTo>
                    <a:pt x="1302" y="0"/>
                    <a:pt x="701"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1"/>
            <p:cNvSpPr/>
            <p:nvPr/>
          </p:nvSpPr>
          <p:spPr>
            <a:xfrm>
              <a:off x="5060022" y="4024933"/>
              <a:ext cx="33291" cy="6316"/>
            </a:xfrm>
            <a:custGeom>
              <a:rect b="b" l="l" r="r" t="t"/>
              <a:pathLst>
                <a:path extrusionOk="0" h="340" w="1792">
                  <a:moveTo>
                    <a:pt x="806" y="1"/>
                  </a:moveTo>
                  <a:cubicBezTo>
                    <a:pt x="573" y="1"/>
                    <a:pt x="342" y="25"/>
                    <a:pt x="124" y="69"/>
                  </a:cubicBezTo>
                  <a:cubicBezTo>
                    <a:pt x="1" y="100"/>
                    <a:pt x="20" y="273"/>
                    <a:pt x="128" y="273"/>
                  </a:cubicBezTo>
                  <a:cubicBezTo>
                    <a:pt x="137" y="273"/>
                    <a:pt x="147" y="272"/>
                    <a:pt x="157" y="269"/>
                  </a:cubicBezTo>
                  <a:cubicBezTo>
                    <a:pt x="657" y="269"/>
                    <a:pt x="1158" y="336"/>
                    <a:pt x="1658" y="336"/>
                  </a:cubicBezTo>
                  <a:cubicBezTo>
                    <a:pt x="1668" y="339"/>
                    <a:pt x="1678" y="340"/>
                    <a:pt x="1686" y="340"/>
                  </a:cubicBezTo>
                  <a:cubicBezTo>
                    <a:pt x="1791" y="340"/>
                    <a:pt x="1784" y="167"/>
                    <a:pt x="1692" y="136"/>
                  </a:cubicBezTo>
                  <a:cubicBezTo>
                    <a:pt x="1410" y="42"/>
                    <a:pt x="1106" y="1"/>
                    <a:pt x="8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1"/>
            <p:cNvSpPr/>
            <p:nvPr/>
          </p:nvSpPr>
          <p:spPr>
            <a:xfrm>
              <a:off x="5024781" y="3805384"/>
              <a:ext cx="19897" cy="22776"/>
            </a:xfrm>
            <a:custGeom>
              <a:rect b="b" l="l" r="r" t="t"/>
              <a:pathLst>
                <a:path extrusionOk="0" h="1226" w="1071">
                  <a:moveTo>
                    <a:pt x="910" y="0"/>
                  </a:moveTo>
                  <a:cubicBezTo>
                    <a:pt x="892" y="0"/>
                    <a:pt x="874" y="4"/>
                    <a:pt x="853" y="12"/>
                  </a:cubicBezTo>
                  <a:cubicBezTo>
                    <a:pt x="386" y="145"/>
                    <a:pt x="53" y="679"/>
                    <a:pt x="19" y="1146"/>
                  </a:cubicBezTo>
                  <a:cubicBezTo>
                    <a:pt x="1" y="1201"/>
                    <a:pt x="33" y="1226"/>
                    <a:pt x="71" y="1226"/>
                  </a:cubicBezTo>
                  <a:cubicBezTo>
                    <a:pt x="103" y="1226"/>
                    <a:pt x="138" y="1209"/>
                    <a:pt x="153" y="1180"/>
                  </a:cubicBezTo>
                  <a:cubicBezTo>
                    <a:pt x="253" y="979"/>
                    <a:pt x="353" y="779"/>
                    <a:pt x="486" y="646"/>
                  </a:cubicBezTo>
                  <a:cubicBezTo>
                    <a:pt x="620" y="479"/>
                    <a:pt x="820" y="379"/>
                    <a:pt x="953" y="279"/>
                  </a:cubicBezTo>
                  <a:cubicBezTo>
                    <a:pt x="1071" y="191"/>
                    <a:pt x="1033" y="0"/>
                    <a:pt x="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1"/>
            <p:cNvSpPr/>
            <p:nvPr/>
          </p:nvSpPr>
          <p:spPr>
            <a:xfrm>
              <a:off x="5023276" y="4003569"/>
              <a:ext cx="15828" cy="23556"/>
            </a:xfrm>
            <a:custGeom>
              <a:rect b="b" l="l" r="r" t="t"/>
              <a:pathLst>
                <a:path extrusionOk="0" h="1268" w="852">
                  <a:moveTo>
                    <a:pt x="155" y="0"/>
                  </a:moveTo>
                  <a:cubicBezTo>
                    <a:pt x="90" y="0"/>
                    <a:pt x="19" y="43"/>
                    <a:pt x="0" y="118"/>
                  </a:cubicBezTo>
                  <a:cubicBezTo>
                    <a:pt x="0" y="619"/>
                    <a:pt x="234" y="986"/>
                    <a:pt x="634" y="1253"/>
                  </a:cubicBezTo>
                  <a:cubicBezTo>
                    <a:pt x="650" y="1263"/>
                    <a:pt x="667" y="1268"/>
                    <a:pt x="684" y="1268"/>
                  </a:cubicBezTo>
                  <a:cubicBezTo>
                    <a:pt x="771" y="1268"/>
                    <a:pt x="851" y="1142"/>
                    <a:pt x="767" y="1086"/>
                  </a:cubicBezTo>
                  <a:cubicBezTo>
                    <a:pt x="467" y="819"/>
                    <a:pt x="300" y="485"/>
                    <a:pt x="267" y="85"/>
                  </a:cubicBezTo>
                  <a:cubicBezTo>
                    <a:pt x="253" y="27"/>
                    <a:pt x="206"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1"/>
            <p:cNvSpPr/>
            <p:nvPr/>
          </p:nvSpPr>
          <p:spPr>
            <a:xfrm>
              <a:off x="5020173" y="3947948"/>
              <a:ext cx="7450" cy="32269"/>
            </a:xfrm>
            <a:custGeom>
              <a:rect b="b" l="l" r="r" t="t"/>
              <a:pathLst>
                <a:path extrusionOk="0" h="1737" w="401">
                  <a:moveTo>
                    <a:pt x="140" y="1"/>
                  </a:moveTo>
                  <a:cubicBezTo>
                    <a:pt x="71" y="1"/>
                    <a:pt x="0" y="52"/>
                    <a:pt x="0" y="144"/>
                  </a:cubicBezTo>
                  <a:cubicBezTo>
                    <a:pt x="0" y="611"/>
                    <a:pt x="101" y="1144"/>
                    <a:pt x="167" y="1611"/>
                  </a:cubicBezTo>
                  <a:cubicBezTo>
                    <a:pt x="167" y="1695"/>
                    <a:pt x="226" y="1736"/>
                    <a:pt x="284" y="1736"/>
                  </a:cubicBezTo>
                  <a:cubicBezTo>
                    <a:pt x="342" y="1736"/>
                    <a:pt x="401" y="1695"/>
                    <a:pt x="401" y="1611"/>
                  </a:cubicBezTo>
                  <a:cubicBezTo>
                    <a:pt x="367" y="1111"/>
                    <a:pt x="367" y="611"/>
                    <a:pt x="267" y="110"/>
                  </a:cubicBezTo>
                  <a:cubicBezTo>
                    <a:pt x="252" y="35"/>
                    <a:pt x="197" y="1"/>
                    <a:pt x="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1"/>
            <p:cNvSpPr/>
            <p:nvPr/>
          </p:nvSpPr>
          <p:spPr>
            <a:xfrm>
              <a:off x="5019189" y="3844304"/>
              <a:ext cx="7821" cy="26269"/>
            </a:xfrm>
            <a:custGeom>
              <a:rect b="b" l="l" r="r" t="t"/>
              <a:pathLst>
                <a:path extrusionOk="0" h="1414" w="421">
                  <a:moveTo>
                    <a:pt x="266" y="0"/>
                  </a:moveTo>
                  <a:cubicBezTo>
                    <a:pt x="215" y="0"/>
                    <a:pt x="168" y="27"/>
                    <a:pt x="154" y="85"/>
                  </a:cubicBezTo>
                  <a:cubicBezTo>
                    <a:pt x="20" y="486"/>
                    <a:pt x="53" y="919"/>
                    <a:pt x="20" y="1319"/>
                  </a:cubicBezTo>
                  <a:cubicBezTo>
                    <a:pt x="1" y="1378"/>
                    <a:pt x="60" y="1413"/>
                    <a:pt x="120" y="1413"/>
                  </a:cubicBezTo>
                  <a:cubicBezTo>
                    <a:pt x="163" y="1413"/>
                    <a:pt x="206" y="1395"/>
                    <a:pt x="220" y="1353"/>
                  </a:cubicBezTo>
                  <a:cubicBezTo>
                    <a:pt x="287" y="953"/>
                    <a:pt x="420" y="519"/>
                    <a:pt x="420" y="119"/>
                  </a:cubicBezTo>
                  <a:cubicBezTo>
                    <a:pt x="402" y="44"/>
                    <a:pt x="330"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1"/>
            <p:cNvSpPr/>
            <p:nvPr/>
          </p:nvSpPr>
          <p:spPr>
            <a:xfrm>
              <a:off x="5017071" y="3894370"/>
              <a:ext cx="7450" cy="37434"/>
            </a:xfrm>
            <a:custGeom>
              <a:rect b="b" l="l" r="r" t="t"/>
              <a:pathLst>
                <a:path extrusionOk="0" h="2015" w="401">
                  <a:moveTo>
                    <a:pt x="213" y="0"/>
                  </a:moveTo>
                  <a:cubicBezTo>
                    <a:pt x="151" y="0"/>
                    <a:pt x="84" y="42"/>
                    <a:pt x="67" y="126"/>
                  </a:cubicBezTo>
                  <a:cubicBezTo>
                    <a:pt x="1" y="693"/>
                    <a:pt x="101" y="1360"/>
                    <a:pt x="134" y="1927"/>
                  </a:cubicBezTo>
                  <a:cubicBezTo>
                    <a:pt x="134" y="1980"/>
                    <a:pt x="182" y="2015"/>
                    <a:pt x="226" y="2015"/>
                  </a:cubicBezTo>
                  <a:cubicBezTo>
                    <a:pt x="265" y="2015"/>
                    <a:pt x="301" y="1989"/>
                    <a:pt x="301" y="1927"/>
                  </a:cubicBezTo>
                  <a:cubicBezTo>
                    <a:pt x="334" y="1360"/>
                    <a:pt x="401" y="693"/>
                    <a:pt x="334" y="126"/>
                  </a:cubicBezTo>
                  <a:cubicBezTo>
                    <a:pt x="334" y="42"/>
                    <a:pt x="276" y="0"/>
                    <a:pt x="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7" name="Google Shape;6407;p121"/>
          <p:cNvSpPr/>
          <p:nvPr/>
        </p:nvSpPr>
        <p:spPr>
          <a:xfrm>
            <a:off x="5294384" y="3721302"/>
            <a:ext cx="67006" cy="225511"/>
          </a:xfrm>
          <a:custGeom>
            <a:rect b="b" l="l" r="r" t="t"/>
            <a:pathLst>
              <a:path extrusionOk="0" h="10450" w="3105">
                <a:moveTo>
                  <a:pt x="1684" y="1"/>
                </a:moveTo>
                <a:cubicBezTo>
                  <a:pt x="907" y="1"/>
                  <a:pt x="0" y="709"/>
                  <a:pt x="169" y="1656"/>
                </a:cubicBezTo>
                <a:cubicBezTo>
                  <a:pt x="199" y="1776"/>
                  <a:pt x="290" y="1828"/>
                  <a:pt x="384" y="1828"/>
                </a:cubicBezTo>
                <a:cubicBezTo>
                  <a:pt x="498" y="1828"/>
                  <a:pt x="617" y="1750"/>
                  <a:pt x="636" y="1622"/>
                </a:cubicBezTo>
                <a:cubicBezTo>
                  <a:pt x="1164" y="1249"/>
                  <a:pt x="1540" y="1065"/>
                  <a:pt x="1761" y="1065"/>
                </a:cubicBezTo>
                <a:cubicBezTo>
                  <a:pt x="2015" y="1065"/>
                  <a:pt x="2064" y="1308"/>
                  <a:pt x="1903" y="1789"/>
                </a:cubicBezTo>
                <a:cubicBezTo>
                  <a:pt x="1836" y="2323"/>
                  <a:pt x="1770" y="2856"/>
                  <a:pt x="1703" y="3390"/>
                </a:cubicBezTo>
                <a:cubicBezTo>
                  <a:pt x="1570" y="4124"/>
                  <a:pt x="1436" y="4891"/>
                  <a:pt x="1303" y="5625"/>
                </a:cubicBezTo>
                <a:cubicBezTo>
                  <a:pt x="1036" y="6893"/>
                  <a:pt x="469" y="8260"/>
                  <a:pt x="402" y="9528"/>
                </a:cubicBezTo>
                <a:cubicBezTo>
                  <a:pt x="366" y="10260"/>
                  <a:pt x="771" y="10450"/>
                  <a:pt x="1310" y="10450"/>
                </a:cubicBezTo>
                <a:cubicBezTo>
                  <a:pt x="1753" y="10450"/>
                  <a:pt x="2286" y="10322"/>
                  <a:pt x="2737" y="10262"/>
                </a:cubicBezTo>
                <a:cubicBezTo>
                  <a:pt x="3104" y="10195"/>
                  <a:pt x="3004" y="9595"/>
                  <a:pt x="2637" y="9595"/>
                </a:cubicBezTo>
                <a:cubicBezTo>
                  <a:pt x="2546" y="9595"/>
                  <a:pt x="1435" y="9732"/>
                  <a:pt x="1184" y="9732"/>
                </a:cubicBezTo>
                <a:cubicBezTo>
                  <a:pt x="1159" y="9732"/>
                  <a:pt x="1142" y="9731"/>
                  <a:pt x="1136" y="9728"/>
                </a:cubicBezTo>
                <a:cubicBezTo>
                  <a:pt x="1036" y="9595"/>
                  <a:pt x="1236" y="9128"/>
                  <a:pt x="1303" y="8861"/>
                </a:cubicBezTo>
                <a:cubicBezTo>
                  <a:pt x="1536" y="7860"/>
                  <a:pt x="1770" y="6826"/>
                  <a:pt x="1970" y="5825"/>
                </a:cubicBezTo>
                <a:cubicBezTo>
                  <a:pt x="2170" y="4891"/>
                  <a:pt x="2337" y="3957"/>
                  <a:pt x="2470" y="2990"/>
                </a:cubicBezTo>
                <a:cubicBezTo>
                  <a:pt x="2537" y="2356"/>
                  <a:pt x="2837" y="1455"/>
                  <a:pt x="2670" y="822"/>
                </a:cubicBezTo>
                <a:cubicBezTo>
                  <a:pt x="2547" y="243"/>
                  <a:pt x="2138" y="1"/>
                  <a:pt x="1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1"/>
          <p:cNvSpPr/>
          <p:nvPr/>
        </p:nvSpPr>
        <p:spPr>
          <a:xfrm>
            <a:off x="5244748" y="3099901"/>
            <a:ext cx="61913" cy="233474"/>
          </a:xfrm>
          <a:custGeom>
            <a:rect b="b" l="l" r="r" t="t"/>
            <a:pathLst>
              <a:path extrusionOk="0" h="10819" w="2869">
                <a:moveTo>
                  <a:pt x="2538" y="0"/>
                </a:moveTo>
                <a:cubicBezTo>
                  <a:pt x="2434" y="0"/>
                  <a:pt x="2332" y="61"/>
                  <a:pt x="2302" y="195"/>
                </a:cubicBezTo>
                <a:cubicBezTo>
                  <a:pt x="1668" y="2196"/>
                  <a:pt x="1334" y="4331"/>
                  <a:pt x="901" y="6432"/>
                </a:cubicBezTo>
                <a:cubicBezTo>
                  <a:pt x="901" y="4364"/>
                  <a:pt x="901" y="2296"/>
                  <a:pt x="734" y="261"/>
                </a:cubicBezTo>
                <a:cubicBezTo>
                  <a:pt x="717" y="128"/>
                  <a:pt x="617" y="61"/>
                  <a:pt x="517" y="61"/>
                </a:cubicBezTo>
                <a:cubicBezTo>
                  <a:pt x="417" y="61"/>
                  <a:pt x="317" y="128"/>
                  <a:pt x="300" y="261"/>
                </a:cubicBezTo>
                <a:cubicBezTo>
                  <a:pt x="0" y="3630"/>
                  <a:pt x="134" y="7100"/>
                  <a:pt x="167" y="10469"/>
                </a:cubicBezTo>
                <a:cubicBezTo>
                  <a:pt x="167" y="10702"/>
                  <a:pt x="334" y="10819"/>
                  <a:pt x="501" y="10819"/>
                </a:cubicBezTo>
                <a:cubicBezTo>
                  <a:pt x="667" y="10819"/>
                  <a:pt x="834" y="10702"/>
                  <a:pt x="834" y="10469"/>
                </a:cubicBezTo>
                <a:cubicBezTo>
                  <a:pt x="834" y="9701"/>
                  <a:pt x="867" y="8901"/>
                  <a:pt x="867" y="8100"/>
                </a:cubicBezTo>
                <a:cubicBezTo>
                  <a:pt x="1101" y="8534"/>
                  <a:pt x="1368" y="8934"/>
                  <a:pt x="1601" y="9334"/>
                </a:cubicBezTo>
                <a:cubicBezTo>
                  <a:pt x="1868" y="9768"/>
                  <a:pt x="2068" y="10402"/>
                  <a:pt x="2502" y="10669"/>
                </a:cubicBezTo>
                <a:cubicBezTo>
                  <a:pt x="2539" y="10696"/>
                  <a:pt x="2578" y="10709"/>
                  <a:pt x="2616" y="10709"/>
                </a:cubicBezTo>
                <a:cubicBezTo>
                  <a:pt x="2717" y="10709"/>
                  <a:pt x="2811" y="10623"/>
                  <a:pt x="2836" y="10502"/>
                </a:cubicBezTo>
                <a:cubicBezTo>
                  <a:pt x="2869" y="9968"/>
                  <a:pt x="2369" y="9368"/>
                  <a:pt x="2068" y="8934"/>
                </a:cubicBezTo>
                <a:cubicBezTo>
                  <a:pt x="1768" y="8501"/>
                  <a:pt x="1435" y="8067"/>
                  <a:pt x="1068" y="7700"/>
                </a:cubicBezTo>
                <a:cubicBezTo>
                  <a:pt x="1902" y="5398"/>
                  <a:pt x="2769" y="2696"/>
                  <a:pt x="2802" y="261"/>
                </a:cubicBezTo>
                <a:cubicBezTo>
                  <a:pt x="2802" y="95"/>
                  <a:pt x="2669" y="0"/>
                  <a:pt x="2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1"/>
          <p:cNvSpPr/>
          <p:nvPr/>
        </p:nvSpPr>
        <p:spPr>
          <a:xfrm>
            <a:off x="5223362" y="3395387"/>
            <a:ext cx="65301" cy="238308"/>
          </a:xfrm>
          <a:custGeom>
            <a:rect b="b" l="l" r="r" t="t"/>
            <a:pathLst>
              <a:path extrusionOk="0" h="11043" w="3026">
                <a:moveTo>
                  <a:pt x="2071" y="1"/>
                </a:moveTo>
                <a:cubicBezTo>
                  <a:pt x="1469" y="1"/>
                  <a:pt x="860" y="50"/>
                  <a:pt x="291" y="179"/>
                </a:cubicBezTo>
                <a:cubicBezTo>
                  <a:pt x="1" y="243"/>
                  <a:pt x="53" y="681"/>
                  <a:pt x="327" y="681"/>
                </a:cubicBezTo>
                <a:cubicBezTo>
                  <a:pt x="337" y="681"/>
                  <a:pt x="347" y="681"/>
                  <a:pt x="357" y="679"/>
                </a:cubicBezTo>
                <a:lnTo>
                  <a:pt x="1158" y="679"/>
                </a:lnTo>
                <a:cubicBezTo>
                  <a:pt x="1125" y="713"/>
                  <a:pt x="1125" y="779"/>
                  <a:pt x="1091" y="846"/>
                </a:cubicBezTo>
                <a:cubicBezTo>
                  <a:pt x="991" y="4115"/>
                  <a:pt x="1125" y="7684"/>
                  <a:pt x="1758" y="10887"/>
                </a:cubicBezTo>
                <a:cubicBezTo>
                  <a:pt x="1788" y="10992"/>
                  <a:pt x="1879" y="11043"/>
                  <a:pt x="1970" y="11043"/>
                </a:cubicBezTo>
                <a:cubicBezTo>
                  <a:pt x="2081" y="11043"/>
                  <a:pt x="2192" y="10967"/>
                  <a:pt x="2192" y="10820"/>
                </a:cubicBezTo>
                <a:cubicBezTo>
                  <a:pt x="2259" y="7551"/>
                  <a:pt x="2025" y="4115"/>
                  <a:pt x="1758" y="846"/>
                </a:cubicBezTo>
                <a:cubicBezTo>
                  <a:pt x="1758" y="779"/>
                  <a:pt x="1725" y="713"/>
                  <a:pt x="1692" y="679"/>
                </a:cubicBezTo>
                <a:cubicBezTo>
                  <a:pt x="1992" y="679"/>
                  <a:pt x="2292" y="679"/>
                  <a:pt x="2592" y="713"/>
                </a:cubicBezTo>
                <a:cubicBezTo>
                  <a:pt x="2602" y="714"/>
                  <a:pt x="2612" y="714"/>
                  <a:pt x="2622" y="714"/>
                </a:cubicBezTo>
                <a:cubicBezTo>
                  <a:pt x="3026" y="714"/>
                  <a:pt x="3016" y="45"/>
                  <a:pt x="2592" y="12"/>
                </a:cubicBezTo>
                <a:cubicBezTo>
                  <a:pt x="2420" y="5"/>
                  <a:pt x="2246" y="1"/>
                  <a:pt x="2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1"/>
          <p:cNvSpPr/>
          <p:nvPr/>
        </p:nvSpPr>
        <p:spPr>
          <a:xfrm>
            <a:off x="5176510" y="2807523"/>
            <a:ext cx="92362" cy="233042"/>
          </a:xfrm>
          <a:custGeom>
            <a:rect b="b" l="l" r="r" t="t"/>
            <a:pathLst>
              <a:path extrusionOk="0" h="10799" w="4280">
                <a:moveTo>
                  <a:pt x="2662" y="2034"/>
                </a:moveTo>
                <a:cubicBezTo>
                  <a:pt x="2862" y="4169"/>
                  <a:pt x="3062" y="6337"/>
                  <a:pt x="3329" y="8439"/>
                </a:cubicBezTo>
                <a:cubicBezTo>
                  <a:pt x="3062" y="8372"/>
                  <a:pt x="2795" y="8372"/>
                  <a:pt x="2495" y="8339"/>
                </a:cubicBezTo>
                <a:cubicBezTo>
                  <a:pt x="2295" y="8322"/>
                  <a:pt x="2095" y="8314"/>
                  <a:pt x="1895" y="8314"/>
                </a:cubicBezTo>
                <a:cubicBezTo>
                  <a:pt x="1694" y="8314"/>
                  <a:pt x="1494" y="8322"/>
                  <a:pt x="1294" y="8339"/>
                </a:cubicBezTo>
                <a:cubicBezTo>
                  <a:pt x="1795" y="6271"/>
                  <a:pt x="2061" y="4102"/>
                  <a:pt x="2662" y="2034"/>
                </a:cubicBezTo>
                <a:close/>
                <a:moveTo>
                  <a:pt x="2850" y="0"/>
                </a:moveTo>
                <a:cubicBezTo>
                  <a:pt x="2713" y="0"/>
                  <a:pt x="2570" y="86"/>
                  <a:pt x="2495" y="266"/>
                </a:cubicBezTo>
                <a:cubicBezTo>
                  <a:pt x="1227" y="3502"/>
                  <a:pt x="927" y="7038"/>
                  <a:pt x="60" y="10407"/>
                </a:cubicBezTo>
                <a:cubicBezTo>
                  <a:pt x="0" y="10645"/>
                  <a:pt x="177" y="10789"/>
                  <a:pt x="358" y="10789"/>
                </a:cubicBezTo>
                <a:cubicBezTo>
                  <a:pt x="481" y="10789"/>
                  <a:pt x="606" y="10722"/>
                  <a:pt x="660" y="10574"/>
                </a:cubicBezTo>
                <a:cubicBezTo>
                  <a:pt x="861" y="10007"/>
                  <a:pt x="1027" y="9473"/>
                  <a:pt x="1161" y="8906"/>
                </a:cubicBezTo>
                <a:cubicBezTo>
                  <a:pt x="1628" y="8906"/>
                  <a:pt x="2061" y="8939"/>
                  <a:pt x="2528" y="9006"/>
                </a:cubicBezTo>
                <a:cubicBezTo>
                  <a:pt x="2774" y="9060"/>
                  <a:pt x="2996" y="9115"/>
                  <a:pt x="3233" y="9115"/>
                </a:cubicBezTo>
                <a:cubicBezTo>
                  <a:pt x="3287" y="9115"/>
                  <a:pt x="3341" y="9112"/>
                  <a:pt x="3396" y="9106"/>
                </a:cubicBezTo>
                <a:cubicBezTo>
                  <a:pt x="3429" y="9573"/>
                  <a:pt x="3496" y="10007"/>
                  <a:pt x="3562" y="10474"/>
                </a:cubicBezTo>
                <a:cubicBezTo>
                  <a:pt x="3579" y="10690"/>
                  <a:pt x="3763" y="10799"/>
                  <a:pt x="3938" y="10799"/>
                </a:cubicBezTo>
                <a:cubicBezTo>
                  <a:pt x="4113" y="10799"/>
                  <a:pt x="4280" y="10690"/>
                  <a:pt x="4263" y="10474"/>
                </a:cubicBezTo>
                <a:cubicBezTo>
                  <a:pt x="3963" y="7105"/>
                  <a:pt x="3562" y="3735"/>
                  <a:pt x="3196" y="366"/>
                </a:cubicBezTo>
                <a:cubicBezTo>
                  <a:pt x="3177" y="128"/>
                  <a:pt x="3018" y="0"/>
                  <a:pt x="2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1"/>
          <p:cNvSpPr/>
          <p:nvPr/>
        </p:nvSpPr>
        <p:spPr>
          <a:xfrm>
            <a:off x="5202061" y="3715108"/>
            <a:ext cx="39815" cy="226568"/>
          </a:xfrm>
          <a:custGeom>
            <a:rect b="b" l="l" r="r" t="t"/>
            <a:pathLst>
              <a:path extrusionOk="0" h="10499" w="1845">
                <a:moveTo>
                  <a:pt x="1498" y="0"/>
                </a:moveTo>
                <a:cubicBezTo>
                  <a:pt x="1360" y="0"/>
                  <a:pt x="1222" y="78"/>
                  <a:pt x="1178" y="241"/>
                </a:cubicBezTo>
                <a:cubicBezTo>
                  <a:pt x="1044" y="808"/>
                  <a:pt x="744" y="1209"/>
                  <a:pt x="244" y="1342"/>
                </a:cubicBezTo>
                <a:cubicBezTo>
                  <a:pt x="1" y="1464"/>
                  <a:pt x="145" y="1889"/>
                  <a:pt x="399" y="1889"/>
                </a:cubicBezTo>
                <a:cubicBezTo>
                  <a:pt x="424" y="1889"/>
                  <a:pt x="450" y="1885"/>
                  <a:pt x="477" y="1876"/>
                </a:cubicBezTo>
                <a:cubicBezTo>
                  <a:pt x="744" y="1776"/>
                  <a:pt x="944" y="1676"/>
                  <a:pt x="1144" y="1509"/>
                </a:cubicBezTo>
                <a:lnTo>
                  <a:pt x="1144" y="1509"/>
                </a:lnTo>
                <a:cubicBezTo>
                  <a:pt x="1044" y="4411"/>
                  <a:pt x="1011" y="7280"/>
                  <a:pt x="977" y="10148"/>
                </a:cubicBezTo>
                <a:cubicBezTo>
                  <a:pt x="977" y="10382"/>
                  <a:pt x="1153" y="10499"/>
                  <a:pt x="1328" y="10499"/>
                </a:cubicBezTo>
                <a:cubicBezTo>
                  <a:pt x="1503" y="10499"/>
                  <a:pt x="1678" y="10382"/>
                  <a:pt x="1678" y="10148"/>
                </a:cubicBezTo>
                <a:cubicBezTo>
                  <a:pt x="1745" y="6879"/>
                  <a:pt x="1845" y="3610"/>
                  <a:pt x="1845" y="341"/>
                </a:cubicBezTo>
                <a:cubicBezTo>
                  <a:pt x="1845" y="120"/>
                  <a:pt x="1671" y="0"/>
                  <a:pt x="1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1"/>
          <p:cNvSpPr/>
          <p:nvPr/>
        </p:nvSpPr>
        <p:spPr>
          <a:xfrm>
            <a:off x="5129571" y="3101455"/>
            <a:ext cx="82069" cy="224734"/>
          </a:xfrm>
          <a:custGeom>
            <a:rect b="b" l="l" r="r" t="t"/>
            <a:pathLst>
              <a:path extrusionOk="0" h="10414" w="3803">
                <a:moveTo>
                  <a:pt x="3083" y="0"/>
                </a:moveTo>
                <a:cubicBezTo>
                  <a:pt x="2927" y="0"/>
                  <a:pt x="2754" y="118"/>
                  <a:pt x="2735" y="289"/>
                </a:cubicBezTo>
                <a:cubicBezTo>
                  <a:pt x="2669" y="1891"/>
                  <a:pt x="2802" y="3458"/>
                  <a:pt x="2802" y="5026"/>
                </a:cubicBezTo>
                <a:cubicBezTo>
                  <a:pt x="2802" y="6460"/>
                  <a:pt x="2735" y="7895"/>
                  <a:pt x="2802" y="9296"/>
                </a:cubicBezTo>
                <a:cubicBezTo>
                  <a:pt x="2569" y="9555"/>
                  <a:pt x="2336" y="9794"/>
                  <a:pt x="1993" y="9794"/>
                </a:cubicBezTo>
                <a:cubicBezTo>
                  <a:pt x="1895" y="9794"/>
                  <a:pt x="1787" y="9774"/>
                  <a:pt x="1668" y="9729"/>
                </a:cubicBezTo>
                <a:cubicBezTo>
                  <a:pt x="1401" y="9629"/>
                  <a:pt x="1234" y="9363"/>
                  <a:pt x="1134" y="9096"/>
                </a:cubicBezTo>
                <a:cubicBezTo>
                  <a:pt x="1067" y="8862"/>
                  <a:pt x="1134" y="8662"/>
                  <a:pt x="1034" y="8429"/>
                </a:cubicBezTo>
                <a:cubicBezTo>
                  <a:pt x="991" y="8364"/>
                  <a:pt x="920" y="8327"/>
                  <a:pt x="857" y="8327"/>
                </a:cubicBezTo>
                <a:cubicBezTo>
                  <a:pt x="823" y="8327"/>
                  <a:pt x="791" y="8338"/>
                  <a:pt x="767" y="8362"/>
                </a:cubicBezTo>
                <a:cubicBezTo>
                  <a:pt x="0" y="8929"/>
                  <a:pt x="901" y="10130"/>
                  <a:pt x="1534" y="10363"/>
                </a:cubicBezTo>
                <a:cubicBezTo>
                  <a:pt x="1653" y="10397"/>
                  <a:pt x="1783" y="10414"/>
                  <a:pt x="1916" y="10414"/>
                </a:cubicBezTo>
                <a:cubicBezTo>
                  <a:pt x="2308" y="10414"/>
                  <a:pt x="2737" y="10270"/>
                  <a:pt x="3036" y="9996"/>
                </a:cubicBezTo>
                <a:cubicBezTo>
                  <a:pt x="3059" y="10004"/>
                  <a:pt x="3083" y="10008"/>
                  <a:pt x="3106" y="10008"/>
                </a:cubicBezTo>
                <a:cubicBezTo>
                  <a:pt x="3179" y="10008"/>
                  <a:pt x="3244" y="9965"/>
                  <a:pt x="3269" y="9863"/>
                </a:cubicBezTo>
                <a:cubicBezTo>
                  <a:pt x="3269" y="9830"/>
                  <a:pt x="3269" y="9796"/>
                  <a:pt x="3269" y="9729"/>
                </a:cubicBezTo>
                <a:cubicBezTo>
                  <a:pt x="3402" y="9563"/>
                  <a:pt x="3436" y="9363"/>
                  <a:pt x="3402" y="9129"/>
                </a:cubicBezTo>
                <a:cubicBezTo>
                  <a:pt x="3402" y="9129"/>
                  <a:pt x="3369" y="9096"/>
                  <a:pt x="3369" y="9096"/>
                </a:cubicBezTo>
                <a:cubicBezTo>
                  <a:pt x="3803" y="6260"/>
                  <a:pt x="3736" y="2991"/>
                  <a:pt x="3336" y="223"/>
                </a:cubicBezTo>
                <a:cubicBezTo>
                  <a:pt x="3307" y="66"/>
                  <a:pt x="3199" y="0"/>
                  <a:pt x="30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1"/>
          <p:cNvSpPr/>
          <p:nvPr/>
        </p:nvSpPr>
        <p:spPr>
          <a:xfrm>
            <a:off x="5067656" y="3716856"/>
            <a:ext cx="95750" cy="228640"/>
          </a:xfrm>
          <a:custGeom>
            <a:rect b="b" l="l" r="r" t="t"/>
            <a:pathLst>
              <a:path extrusionOk="0" h="10595" w="4437">
                <a:moveTo>
                  <a:pt x="2369" y="494"/>
                </a:moveTo>
                <a:cubicBezTo>
                  <a:pt x="2369" y="527"/>
                  <a:pt x="2369" y="561"/>
                  <a:pt x="2402" y="594"/>
                </a:cubicBezTo>
                <a:cubicBezTo>
                  <a:pt x="3336" y="1895"/>
                  <a:pt x="3469" y="3396"/>
                  <a:pt x="3436" y="4930"/>
                </a:cubicBezTo>
                <a:cubicBezTo>
                  <a:pt x="3436" y="5464"/>
                  <a:pt x="3403" y="5998"/>
                  <a:pt x="3369" y="6532"/>
                </a:cubicBezTo>
                <a:cubicBezTo>
                  <a:pt x="3336" y="7032"/>
                  <a:pt x="3303" y="7532"/>
                  <a:pt x="3203" y="8033"/>
                </a:cubicBezTo>
                <a:cubicBezTo>
                  <a:pt x="3203" y="8933"/>
                  <a:pt x="2569" y="9400"/>
                  <a:pt x="1368" y="9400"/>
                </a:cubicBezTo>
                <a:cubicBezTo>
                  <a:pt x="734" y="8566"/>
                  <a:pt x="1001" y="6498"/>
                  <a:pt x="1068" y="5464"/>
                </a:cubicBezTo>
                <a:cubicBezTo>
                  <a:pt x="1101" y="3696"/>
                  <a:pt x="1301" y="1928"/>
                  <a:pt x="2369" y="494"/>
                </a:cubicBezTo>
                <a:close/>
                <a:moveTo>
                  <a:pt x="2372" y="0"/>
                </a:moveTo>
                <a:cubicBezTo>
                  <a:pt x="2341" y="0"/>
                  <a:pt x="2306" y="8"/>
                  <a:pt x="2269" y="27"/>
                </a:cubicBezTo>
                <a:cubicBezTo>
                  <a:pt x="301" y="894"/>
                  <a:pt x="367" y="4163"/>
                  <a:pt x="334" y="5998"/>
                </a:cubicBezTo>
                <a:cubicBezTo>
                  <a:pt x="301" y="7232"/>
                  <a:pt x="0" y="10101"/>
                  <a:pt x="1668" y="10534"/>
                </a:cubicBezTo>
                <a:cubicBezTo>
                  <a:pt x="1827" y="10576"/>
                  <a:pt x="1975" y="10595"/>
                  <a:pt x="2113" y="10595"/>
                </a:cubicBezTo>
                <a:cubicBezTo>
                  <a:pt x="3651" y="10595"/>
                  <a:pt x="3914" y="8198"/>
                  <a:pt x="4037" y="7065"/>
                </a:cubicBezTo>
                <a:cubicBezTo>
                  <a:pt x="4270" y="4797"/>
                  <a:pt x="4437" y="2162"/>
                  <a:pt x="3002" y="227"/>
                </a:cubicBezTo>
                <a:cubicBezTo>
                  <a:pt x="2941" y="125"/>
                  <a:pt x="2842" y="85"/>
                  <a:pt x="2737" y="85"/>
                </a:cubicBezTo>
                <a:cubicBezTo>
                  <a:pt x="2670" y="85"/>
                  <a:pt x="2600" y="101"/>
                  <a:pt x="2535" y="127"/>
                </a:cubicBezTo>
                <a:cubicBezTo>
                  <a:pt x="2511" y="55"/>
                  <a:pt x="2453" y="0"/>
                  <a:pt x="2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4" name="Google Shape;6414;p121"/>
          <p:cNvGrpSpPr/>
          <p:nvPr/>
        </p:nvGrpSpPr>
        <p:grpSpPr>
          <a:xfrm>
            <a:off x="5017977" y="2325278"/>
            <a:ext cx="1024592" cy="358490"/>
            <a:chOff x="4532602" y="2342628"/>
            <a:chExt cx="1024592" cy="358490"/>
          </a:xfrm>
        </p:grpSpPr>
        <p:grpSp>
          <p:nvGrpSpPr>
            <p:cNvPr id="6415" name="Google Shape;6415;p121"/>
            <p:cNvGrpSpPr/>
            <p:nvPr/>
          </p:nvGrpSpPr>
          <p:grpSpPr>
            <a:xfrm>
              <a:off x="4539973" y="2342628"/>
              <a:ext cx="1017222" cy="358490"/>
              <a:chOff x="4728302" y="2208053"/>
              <a:chExt cx="875632" cy="308591"/>
            </a:xfrm>
          </p:grpSpPr>
          <p:sp>
            <p:nvSpPr>
              <p:cNvPr id="6416" name="Google Shape;6416;p121"/>
              <p:cNvSpPr/>
              <p:nvPr/>
            </p:nvSpPr>
            <p:spPr>
              <a:xfrm>
                <a:off x="4735733" y="2208053"/>
                <a:ext cx="868201" cy="226181"/>
              </a:xfrm>
              <a:custGeom>
                <a:rect b="b" l="l" r="r" t="t"/>
                <a:pathLst>
                  <a:path extrusionOk="0" h="12175" w="46734">
                    <a:moveTo>
                      <a:pt x="3320" y="0"/>
                    </a:moveTo>
                    <a:cubicBezTo>
                      <a:pt x="2210" y="0"/>
                      <a:pt x="1103" y="18"/>
                      <a:pt x="1" y="66"/>
                    </a:cubicBezTo>
                    <a:lnTo>
                      <a:pt x="1" y="499"/>
                    </a:lnTo>
                    <a:cubicBezTo>
                      <a:pt x="3770" y="766"/>
                      <a:pt x="7573" y="700"/>
                      <a:pt x="11342" y="733"/>
                    </a:cubicBezTo>
                    <a:cubicBezTo>
                      <a:pt x="15211" y="766"/>
                      <a:pt x="19081" y="800"/>
                      <a:pt x="22917" y="833"/>
                    </a:cubicBezTo>
                    <a:cubicBezTo>
                      <a:pt x="26736" y="850"/>
                      <a:pt x="30556" y="858"/>
                      <a:pt x="34375" y="858"/>
                    </a:cubicBezTo>
                    <a:cubicBezTo>
                      <a:pt x="38194" y="858"/>
                      <a:pt x="42014" y="850"/>
                      <a:pt x="45833" y="833"/>
                    </a:cubicBezTo>
                    <a:lnTo>
                      <a:pt x="45833" y="833"/>
                    </a:lnTo>
                    <a:cubicBezTo>
                      <a:pt x="45667" y="2634"/>
                      <a:pt x="45833" y="4502"/>
                      <a:pt x="45867" y="6304"/>
                    </a:cubicBezTo>
                    <a:cubicBezTo>
                      <a:pt x="45867" y="6871"/>
                      <a:pt x="46167" y="11641"/>
                      <a:pt x="45833" y="11774"/>
                    </a:cubicBezTo>
                    <a:lnTo>
                      <a:pt x="45900" y="12174"/>
                    </a:lnTo>
                    <a:cubicBezTo>
                      <a:pt x="46300" y="12141"/>
                      <a:pt x="46400" y="11941"/>
                      <a:pt x="46500" y="11574"/>
                    </a:cubicBezTo>
                    <a:cubicBezTo>
                      <a:pt x="46734" y="10640"/>
                      <a:pt x="46500" y="9372"/>
                      <a:pt x="46500" y="8405"/>
                    </a:cubicBezTo>
                    <a:cubicBezTo>
                      <a:pt x="46467" y="5870"/>
                      <a:pt x="46634" y="3235"/>
                      <a:pt x="46367" y="700"/>
                    </a:cubicBezTo>
                    <a:cubicBezTo>
                      <a:pt x="46500" y="533"/>
                      <a:pt x="46400" y="199"/>
                      <a:pt x="46134" y="199"/>
                    </a:cubicBezTo>
                    <a:cubicBezTo>
                      <a:pt x="42264" y="216"/>
                      <a:pt x="38395" y="224"/>
                      <a:pt x="34525" y="224"/>
                    </a:cubicBezTo>
                    <a:cubicBezTo>
                      <a:pt x="30656" y="224"/>
                      <a:pt x="26786" y="216"/>
                      <a:pt x="22917" y="199"/>
                    </a:cubicBezTo>
                    <a:cubicBezTo>
                      <a:pt x="19148" y="199"/>
                      <a:pt x="15378" y="166"/>
                      <a:pt x="11575" y="133"/>
                    </a:cubicBezTo>
                    <a:cubicBezTo>
                      <a:pt x="8842" y="109"/>
                      <a:pt x="6074" y="0"/>
                      <a:pt x="3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1"/>
              <p:cNvSpPr/>
              <p:nvPr/>
            </p:nvSpPr>
            <p:spPr>
              <a:xfrm>
                <a:off x="4728302" y="2423534"/>
                <a:ext cx="860138" cy="93110"/>
              </a:xfrm>
              <a:custGeom>
                <a:rect b="b" l="l" r="r" t="t"/>
                <a:pathLst>
                  <a:path extrusionOk="0" h="5012" w="46300">
                    <a:moveTo>
                      <a:pt x="5055" y="0"/>
                    </a:moveTo>
                    <a:cubicBezTo>
                      <a:pt x="3572" y="0"/>
                      <a:pt x="2067" y="101"/>
                      <a:pt x="634" y="142"/>
                    </a:cubicBezTo>
                    <a:cubicBezTo>
                      <a:pt x="601" y="142"/>
                      <a:pt x="601" y="108"/>
                      <a:pt x="567" y="108"/>
                    </a:cubicBezTo>
                    <a:lnTo>
                      <a:pt x="467" y="142"/>
                    </a:lnTo>
                    <a:lnTo>
                      <a:pt x="0" y="209"/>
                    </a:lnTo>
                    <a:cubicBezTo>
                      <a:pt x="34" y="242"/>
                      <a:pt x="67" y="309"/>
                      <a:pt x="134" y="342"/>
                    </a:cubicBezTo>
                    <a:cubicBezTo>
                      <a:pt x="67" y="509"/>
                      <a:pt x="134" y="709"/>
                      <a:pt x="367" y="709"/>
                    </a:cubicBezTo>
                    <a:cubicBezTo>
                      <a:pt x="1782" y="749"/>
                      <a:pt x="3268" y="836"/>
                      <a:pt x="4740" y="836"/>
                    </a:cubicBezTo>
                    <a:cubicBezTo>
                      <a:pt x="5732" y="836"/>
                      <a:pt x="6719" y="796"/>
                      <a:pt x="7672" y="676"/>
                    </a:cubicBezTo>
                    <a:cubicBezTo>
                      <a:pt x="7939" y="2744"/>
                      <a:pt x="9073" y="4945"/>
                      <a:pt x="11442" y="5012"/>
                    </a:cubicBezTo>
                    <a:cubicBezTo>
                      <a:pt x="11675" y="5012"/>
                      <a:pt x="11809" y="4812"/>
                      <a:pt x="11742" y="4612"/>
                    </a:cubicBezTo>
                    <a:cubicBezTo>
                      <a:pt x="11408" y="3311"/>
                      <a:pt x="11342" y="2010"/>
                      <a:pt x="11475" y="676"/>
                    </a:cubicBezTo>
                    <a:lnTo>
                      <a:pt x="11475" y="642"/>
                    </a:lnTo>
                    <a:cubicBezTo>
                      <a:pt x="11508" y="676"/>
                      <a:pt x="11575" y="676"/>
                      <a:pt x="11609" y="676"/>
                    </a:cubicBezTo>
                    <a:cubicBezTo>
                      <a:pt x="14646" y="835"/>
                      <a:pt x="17693" y="872"/>
                      <a:pt x="20739" y="872"/>
                    </a:cubicBezTo>
                    <a:cubicBezTo>
                      <a:pt x="23447" y="872"/>
                      <a:pt x="26154" y="842"/>
                      <a:pt x="28854" y="842"/>
                    </a:cubicBezTo>
                    <a:cubicBezTo>
                      <a:pt x="31690" y="842"/>
                      <a:pt x="34525" y="842"/>
                      <a:pt x="37360" y="809"/>
                    </a:cubicBezTo>
                    <a:cubicBezTo>
                      <a:pt x="38700" y="809"/>
                      <a:pt x="40046" y="830"/>
                      <a:pt x="41393" y="830"/>
                    </a:cubicBezTo>
                    <a:cubicBezTo>
                      <a:pt x="42965" y="830"/>
                      <a:pt x="44537" y="801"/>
                      <a:pt x="46100" y="676"/>
                    </a:cubicBezTo>
                    <a:cubicBezTo>
                      <a:pt x="46200" y="676"/>
                      <a:pt x="46267" y="642"/>
                      <a:pt x="46300" y="575"/>
                    </a:cubicBezTo>
                    <a:lnTo>
                      <a:pt x="46233" y="175"/>
                    </a:lnTo>
                    <a:cubicBezTo>
                      <a:pt x="46200" y="142"/>
                      <a:pt x="46167" y="142"/>
                      <a:pt x="46100" y="142"/>
                    </a:cubicBezTo>
                    <a:cubicBezTo>
                      <a:pt x="45311" y="105"/>
                      <a:pt x="44523" y="91"/>
                      <a:pt x="43735" y="91"/>
                    </a:cubicBezTo>
                    <a:cubicBezTo>
                      <a:pt x="41688" y="91"/>
                      <a:pt x="39641" y="184"/>
                      <a:pt x="37594" y="209"/>
                    </a:cubicBezTo>
                    <a:cubicBezTo>
                      <a:pt x="34692" y="242"/>
                      <a:pt x="31756" y="242"/>
                      <a:pt x="28854" y="242"/>
                    </a:cubicBezTo>
                    <a:cubicBezTo>
                      <a:pt x="24366" y="242"/>
                      <a:pt x="19898" y="101"/>
                      <a:pt x="15434" y="101"/>
                    </a:cubicBezTo>
                    <a:cubicBezTo>
                      <a:pt x="14159" y="101"/>
                      <a:pt x="12884" y="112"/>
                      <a:pt x="11609" y="142"/>
                    </a:cubicBezTo>
                    <a:cubicBezTo>
                      <a:pt x="11408" y="142"/>
                      <a:pt x="11342" y="275"/>
                      <a:pt x="11342" y="409"/>
                    </a:cubicBezTo>
                    <a:cubicBezTo>
                      <a:pt x="11290" y="378"/>
                      <a:pt x="11229" y="363"/>
                      <a:pt x="11168" y="363"/>
                    </a:cubicBezTo>
                    <a:cubicBezTo>
                      <a:pt x="11032" y="363"/>
                      <a:pt x="10898" y="437"/>
                      <a:pt x="10875" y="575"/>
                    </a:cubicBezTo>
                    <a:cubicBezTo>
                      <a:pt x="10675" y="1843"/>
                      <a:pt x="10775" y="3111"/>
                      <a:pt x="11041" y="4378"/>
                    </a:cubicBezTo>
                    <a:cubicBezTo>
                      <a:pt x="9240" y="4045"/>
                      <a:pt x="8506" y="2143"/>
                      <a:pt x="8173" y="509"/>
                    </a:cubicBezTo>
                    <a:cubicBezTo>
                      <a:pt x="8173" y="409"/>
                      <a:pt x="8106" y="375"/>
                      <a:pt x="8073" y="342"/>
                    </a:cubicBezTo>
                    <a:cubicBezTo>
                      <a:pt x="8039" y="275"/>
                      <a:pt x="8006" y="209"/>
                      <a:pt x="7906" y="175"/>
                    </a:cubicBezTo>
                    <a:cubicBezTo>
                      <a:pt x="6983" y="43"/>
                      <a:pt x="6024" y="0"/>
                      <a:pt x="50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1"/>
              <p:cNvSpPr/>
              <p:nvPr/>
            </p:nvSpPr>
            <p:spPr>
              <a:xfrm>
                <a:off x="4735733" y="2217324"/>
                <a:ext cx="857667" cy="286929"/>
              </a:xfrm>
              <a:custGeom>
                <a:rect b="b" l="l" r="r" t="t"/>
                <a:pathLst>
                  <a:path extrusionOk="0" h="15445" w="46167">
                    <a:moveTo>
                      <a:pt x="1" y="0"/>
                    </a:moveTo>
                    <a:lnTo>
                      <a:pt x="1" y="0"/>
                    </a:lnTo>
                    <a:cubicBezTo>
                      <a:pt x="234" y="2002"/>
                      <a:pt x="67" y="4070"/>
                      <a:pt x="101" y="6105"/>
                    </a:cubicBezTo>
                    <a:cubicBezTo>
                      <a:pt x="101" y="7106"/>
                      <a:pt x="101" y="8106"/>
                      <a:pt x="101" y="9140"/>
                    </a:cubicBezTo>
                    <a:cubicBezTo>
                      <a:pt x="101" y="9641"/>
                      <a:pt x="101" y="10141"/>
                      <a:pt x="101" y="10675"/>
                    </a:cubicBezTo>
                    <a:cubicBezTo>
                      <a:pt x="101" y="10842"/>
                      <a:pt x="67" y="11008"/>
                      <a:pt x="67" y="11175"/>
                    </a:cubicBezTo>
                    <a:cubicBezTo>
                      <a:pt x="67" y="11208"/>
                      <a:pt x="67" y="11208"/>
                      <a:pt x="67" y="11242"/>
                    </a:cubicBezTo>
                    <a:lnTo>
                      <a:pt x="167" y="11208"/>
                    </a:lnTo>
                    <a:cubicBezTo>
                      <a:pt x="201" y="11208"/>
                      <a:pt x="201" y="11242"/>
                      <a:pt x="234" y="11242"/>
                    </a:cubicBezTo>
                    <a:cubicBezTo>
                      <a:pt x="1621" y="11183"/>
                      <a:pt x="3076" y="11090"/>
                      <a:pt x="4513" y="11090"/>
                    </a:cubicBezTo>
                    <a:cubicBezTo>
                      <a:pt x="5530" y="11090"/>
                      <a:pt x="6538" y="11137"/>
                      <a:pt x="7506" y="11275"/>
                    </a:cubicBezTo>
                    <a:cubicBezTo>
                      <a:pt x="7606" y="11309"/>
                      <a:pt x="7673" y="11375"/>
                      <a:pt x="7673" y="11442"/>
                    </a:cubicBezTo>
                    <a:cubicBezTo>
                      <a:pt x="7739" y="11475"/>
                      <a:pt x="7773" y="11509"/>
                      <a:pt x="7773" y="11575"/>
                    </a:cubicBezTo>
                    <a:cubicBezTo>
                      <a:pt x="8106" y="13243"/>
                      <a:pt x="8840" y="15145"/>
                      <a:pt x="10641" y="15445"/>
                    </a:cubicBezTo>
                    <a:cubicBezTo>
                      <a:pt x="10375" y="14211"/>
                      <a:pt x="10308" y="12943"/>
                      <a:pt x="10475" y="11675"/>
                    </a:cubicBezTo>
                    <a:cubicBezTo>
                      <a:pt x="10498" y="11537"/>
                      <a:pt x="10632" y="11463"/>
                      <a:pt x="10768" y="11463"/>
                    </a:cubicBezTo>
                    <a:cubicBezTo>
                      <a:pt x="10829" y="11463"/>
                      <a:pt x="10890" y="11478"/>
                      <a:pt x="10942" y="11509"/>
                    </a:cubicBezTo>
                    <a:cubicBezTo>
                      <a:pt x="10942" y="11375"/>
                      <a:pt x="11042" y="11242"/>
                      <a:pt x="11209" y="11242"/>
                    </a:cubicBezTo>
                    <a:cubicBezTo>
                      <a:pt x="12484" y="11212"/>
                      <a:pt x="13760" y="11201"/>
                      <a:pt x="15038" y="11201"/>
                    </a:cubicBezTo>
                    <a:cubicBezTo>
                      <a:pt x="19509" y="11201"/>
                      <a:pt x="23992" y="11342"/>
                      <a:pt x="28454" y="11342"/>
                    </a:cubicBezTo>
                    <a:cubicBezTo>
                      <a:pt x="31356" y="11342"/>
                      <a:pt x="34292" y="11309"/>
                      <a:pt x="37194" y="11309"/>
                    </a:cubicBezTo>
                    <a:cubicBezTo>
                      <a:pt x="39241" y="11284"/>
                      <a:pt x="41305" y="11191"/>
                      <a:pt x="43349" y="11191"/>
                    </a:cubicBezTo>
                    <a:cubicBezTo>
                      <a:pt x="44136" y="11191"/>
                      <a:pt x="44921" y="11205"/>
                      <a:pt x="45700" y="11242"/>
                    </a:cubicBezTo>
                    <a:cubicBezTo>
                      <a:pt x="45767" y="11242"/>
                      <a:pt x="45800" y="11242"/>
                      <a:pt x="45833" y="11275"/>
                    </a:cubicBezTo>
                    <a:cubicBezTo>
                      <a:pt x="46167" y="11142"/>
                      <a:pt x="45867" y="6372"/>
                      <a:pt x="45867" y="5805"/>
                    </a:cubicBezTo>
                    <a:cubicBezTo>
                      <a:pt x="45833" y="4003"/>
                      <a:pt x="45667" y="2135"/>
                      <a:pt x="45833" y="334"/>
                    </a:cubicBezTo>
                    <a:lnTo>
                      <a:pt x="45833" y="334"/>
                    </a:lnTo>
                    <a:cubicBezTo>
                      <a:pt x="42014" y="351"/>
                      <a:pt x="38194" y="359"/>
                      <a:pt x="34375" y="359"/>
                    </a:cubicBezTo>
                    <a:cubicBezTo>
                      <a:pt x="30556" y="359"/>
                      <a:pt x="26736" y="351"/>
                      <a:pt x="22917" y="334"/>
                    </a:cubicBezTo>
                    <a:cubicBezTo>
                      <a:pt x="19081" y="301"/>
                      <a:pt x="15211" y="267"/>
                      <a:pt x="11342" y="234"/>
                    </a:cubicBezTo>
                    <a:cubicBezTo>
                      <a:pt x="7573" y="201"/>
                      <a:pt x="3770" y="267"/>
                      <a:pt x="1" y="0"/>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9" name="Google Shape;6419;p121"/>
            <p:cNvSpPr/>
            <p:nvPr/>
          </p:nvSpPr>
          <p:spPr>
            <a:xfrm>
              <a:off x="4532602" y="2343964"/>
              <a:ext cx="20911" cy="253414"/>
            </a:xfrm>
            <a:custGeom>
              <a:rect b="b" l="l" r="r" t="t"/>
              <a:pathLst>
                <a:path extrusionOk="0" h="11743" w="969">
                  <a:moveTo>
                    <a:pt x="468" y="1"/>
                  </a:moveTo>
                  <a:cubicBezTo>
                    <a:pt x="301" y="1"/>
                    <a:pt x="268" y="134"/>
                    <a:pt x="301" y="268"/>
                  </a:cubicBezTo>
                  <a:cubicBezTo>
                    <a:pt x="268" y="301"/>
                    <a:pt x="234" y="334"/>
                    <a:pt x="201" y="434"/>
                  </a:cubicBezTo>
                  <a:cubicBezTo>
                    <a:pt x="1" y="2669"/>
                    <a:pt x="201" y="5038"/>
                    <a:pt x="201" y="7273"/>
                  </a:cubicBezTo>
                  <a:cubicBezTo>
                    <a:pt x="201" y="8373"/>
                    <a:pt x="201" y="9474"/>
                    <a:pt x="234" y="10575"/>
                  </a:cubicBezTo>
                  <a:cubicBezTo>
                    <a:pt x="234" y="10975"/>
                    <a:pt x="134" y="11442"/>
                    <a:pt x="334" y="11743"/>
                  </a:cubicBezTo>
                  <a:lnTo>
                    <a:pt x="801" y="11676"/>
                  </a:lnTo>
                  <a:cubicBezTo>
                    <a:pt x="801" y="11642"/>
                    <a:pt x="801" y="11642"/>
                    <a:pt x="801" y="11609"/>
                  </a:cubicBezTo>
                  <a:cubicBezTo>
                    <a:pt x="801" y="11442"/>
                    <a:pt x="801" y="11276"/>
                    <a:pt x="835" y="11109"/>
                  </a:cubicBezTo>
                  <a:cubicBezTo>
                    <a:pt x="835" y="10608"/>
                    <a:pt x="835" y="10075"/>
                    <a:pt x="835" y="9574"/>
                  </a:cubicBezTo>
                  <a:cubicBezTo>
                    <a:pt x="835" y="8574"/>
                    <a:pt x="835" y="7540"/>
                    <a:pt x="835" y="6505"/>
                  </a:cubicBezTo>
                  <a:cubicBezTo>
                    <a:pt x="801" y="4504"/>
                    <a:pt x="968" y="2403"/>
                    <a:pt x="735" y="401"/>
                  </a:cubicBezTo>
                  <a:lnTo>
                    <a:pt x="7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121"/>
          <p:cNvGrpSpPr/>
          <p:nvPr/>
        </p:nvGrpSpPr>
        <p:grpSpPr>
          <a:xfrm>
            <a:off x="4373142" y="2931739"/>
            <a:ext cx="378690" cy="246612"/>
            <a:chOff x="4243077" y="2730100"/>
            <a:chExt cx="325979" cy="212285"/>
          </a:xfrm>
        </p:grpSpPr>
        <p:sp>
          <p:nvSpPr>
            <p:cNvPr id="6421" name="Google Shape;6421;p121"/>
            <p:cNvSpPr/>
            <p:nvPr/>
          </p:nvSpPr>
          <p:spPr>
            <a:xfrm>
              <a:off x="4256713" y="2755830"/>
              <a:ext cx="104740" cy="158670"/>
            </a:xfrm>
            <a:custGeom>
              <a:rect b="b" l="l" r="r" t="t"/>
              <a:pathLst>
                <a:path extrusionOk="0" h="8541" w="5638">
                  <a:moveTo>
                    <a:pt x="234" y="1"/>
                  </a:moveTo>
                  <a:cubicBezTo>
                    <a:pt x="134" y="234"/>
                    <a:pt x="101" y="568"/>
                    <a:pt x="167" y="935"/>
                  </a:cubicBezTo>
                  <a:cubicBezTo>
                    <a:pt x="201" y="1035"/>
                    <a:pt x="134" y="1102"/>
                    <a:pt x="67" y="1135"/>
                  </a:cubicBezTo>
                  <a:cubicBezTo>
                    <a:pt x="167" y="2936"/>
                    <a:pt x="34" y="4738"/>
                    <a:pt x="34" y="6506"/>
                  </a:cubicBezTo>
                  <a:cubicBezTo>
                    <a:pt x="0" y="7006"/>
                    <a:pt x="0" y="7473"/>
                    <a:pt x="0" y="7973"/>
                  </a:cubicBezTo>
                  <a:cubicBezTo>
                    <a:pt x="0" y="8173"/>
                    <a:pt x="0" y="8374"/>
                    <a:pt x="34" y="8540"/>
                  </a:cubicBezTo>
                  <a:cubicBezTo>
                    <a:pt x="1835" y="7006"/>
                    <a:pt x="3736" y="5572"/>
                    <a:pt x="5638" y="4137"/>
                  </a:cubicBezTo>
                  <a:cubicBezTo>
                    <a:pt x="5104" y="3804"/>
                    <a:pt x="4604" y="3470"/>
                    <a:pt x="4070" y="3103"/>
                  </a:cubicBezTo>
                  <a:cubicBezTo>
                    <a:pt x="2736" y="2169"/>
                    <a:pt x="1435" y="1135"/>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1"/>
            <p:cNvSpPr/>
            <p:nvPr/>
          </p:nvSpPr>
          <p:spPr>
            <a:xfrm>
              <a:off x="4460582" y="2750888"/>
              <a:ext cx="98554" cy="157407"/>
            </a:xfrm>
            <a:custGeom>
              <a:rect b="b" l="l" r="r" t="t"/>
              <a:pathLst>
                <a:path extrusionOk="0" h="8473" w="5305">
                  <a:moveTo>
                    <a:pt x="4538" y="0"/>
                  </a:moveTo>
                  <a:cubicBezTo>
                    <a:pt x="4504" y="33"/>
                    <a:pt x="4504" y="67"/>
                    <a:pt x="4471" y="100"/>
                  </a:cubicBezTo>
                  <a:cubicBezTo>
                    <a:pt x="3036" y="1501"/>
                    <a:pt x="1502" y="2835"/>
                    <a:pt x="1" y="4170"/>
                  </a:cubicBezTo>
                  <a:cubicBezTo>
                    <a:pt x="1802" y="5471"/>
                    <a:pt x="3604" y="6938"/>
                    <a:pt x="5205" y="8473"/>
                  </a:cubicBezTo>
                  <a:cubicBezTo>
                    <a:pt x="5305" y="7572"/>
                    <a:pt x="5171" y="6538"/>
                    <a:pt x="5171" y="5637"/>
                  </a:cubicBezTo>
                  <a:cubicBezTo>
                    <a:pt x="5171" y="4637"/>
                    <a:pt x="5171" y="3636"/>
                    <a:pt x="5171" y="2669"/>
                  </a:cubicBezTo>
                  <a:cubicBezTo>
                    <a:pt x="5171" y="1735"/>
                    <a:pt x="5238" y="534"/>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1"/>
            <p:cNvSpPr/>
            <p:nvPr/>
          </p:nvSpPr>
          <p:spPr>
            <a:xfrm>
              <a:off x="4260428" y="2832053"/>
              <a:ext cx="296237" cy="99873"/>
            </a:xfrm>
            <a:custGeom>
              <a:rect b="b" l="l" r="r" t="t"/>
              <a:pathLst>
                <a:path extrusionOk="0" h="5376" w="15946">
                  <a:moveTo>
                    <a:pt x="10575" y="1"/>
                  </a:moveTo>
                  <a:cubicBezTo>
                    <a:pt x="9959" y="616"/>
                    <a:pt x="9230" y="1658"/>
                    <a:pt x="8335" y="1658"/>
                  </a:cubicBezTo>
                  <a:cubicBezTo>
                    <a:pt x="8260" y="1658"/>
                    <a:pt x="8184" y="1651"/>
                    <a:pt x="8106" y="1635"/>
                  </a:cubicBezTo>
                  <a:cubicBezTo>
                    <a:pt x="7439" y="1469"/>
                    <a:pt x="6605" y="768"/>
                    <a:pt x="6038" y="434"/>
                  </a:cubicBezTo>
                  <a:cubicBezTo>
                    <a:pt x="6005" y="401"/>
                    <a:pt x="5938" y="368"/>
                    <a:pt x="5905" y="368"/>
                  </a:cubicBezTo>
                  <a:cubicBezTo>
                    <a:pt x="3970" y="1869"/>
                    <a:pt x="2002" y="3403"/>
                    <a:pt x="1" y="4838"/>
                  </a:cubicBezTo>
                  <a:cubicBezTo>
                    <a:pt x="134" y="5038"/>
                    <a:pt x="368" y="5171"/>
                    <a:pt x="734" y="5271"/>
                  </a:cubicBezTo>
                  <a:cubicBezTo>
                    <a:pt x="1024" y="5349"/>
                    <a:pt x="1361" y="5375"/>
                    <a:pt x="1715" y="5375"/>
                  </a:cubicBezTo>
                  <a:cubicBezTo>
                    <a:pt x="2425" y="5375"/>
                    <a:pt x="3203" y="5271"/>
                    <a:pt x="3803" y="5271"/>
                  </a:cubicBezTo>
                  <a:cubicBezTo>
                    <a:pt x="5871" y="5271"/>
                    <a:pt x="7906" y="5238"/>
                    <a:pt x="9974" y="5238"/>
                  </a:cubicBezTo>
                  <a:lnTo>
                    <a:pt x="13043" y="5238"/>
                  </a:lnTo>
                  <a:cubicBezTo>
                    <a:pt x="13157" y="5230"/>
                    <a:pt x="13273" y="5228"/>
                    <a:pt x="13392" y="5228"/>
                  </a:cubicBezTo>
                  <a:cubicBezTo>
                    <a:pt x="13603" y="5228"/>
                    <a:pt x="13818" y="5236"/>
                    <a:pt x="14028" y="5236"/>
                  </a:cubicBezTo>
                  <a:cubicBezTo>
                    <a:pt x="14219" y="5236"/>
                    <a:pt x="14405" y="5229"/>
                    <a:pt x="14578" y="5205"/>
                  </a:cubicBezTo>
                  <a:cubicBezTo>
                    <a:pt x="14679" y="5224"/>
                    <a:pt x="14777" y="5233"/>
                    <a:pt x="14871" y="5233"/>
                  </a:cubicBezTo>
                  <a:cubicBezTo>
                    <a:pt x="15275" y="5233"/>
                    <a:pt x="15621" y="5062"/>
                    <a:pt x="15945" y="4738"/>
                  </a:cubicBezTo>
                  <a:cubicBezTo>
                    <a:pt x="14077" y="3337"/>
                    <a:pt x="12209" y="1702"/>
                    <a:pt x="10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1"/>
            <p:cNvSpPr/>
            <p:nvPr/>
          </p:nvSpPr>
          <p:spPr>
            <a:xfrm>
              <a:off x="4264775" y="2740503"/>
              <a:ext cx="271436" cy="108901"/>
            </a:xfrm>
            <a:custGeom>
              <a:rect b="b" l="l" r="r" t="t"/>
              <a:pathLst>
                <a:path extrusionOk="0" h="5862" w="14611">
                  <a:moveTo>
                    <a:pt x="1112" y="1"/>
                  </a:moveTo>
                  <a:cubicBezTo>
                    <a:pt x="940" y="1"/>
                    <a:pt x="785" y="16"/>
                    <a:pt x="667" y="59"/>
                  </a:cubicBezTo>
                  <a:cubicBezTo>
                    <a:pt x="367" y="192"/>
                    <a:pt x="167" y="326"/>
                    <a:pt x="0" y="492"/>
                  </a:cubicBezTo>
                  <a:cubicBezTo>
                    <a:pt x="2335" y="2327"/>
                    <a:pt x="4703" y="4095"/>
                    <a:pt x="7272" y="5596"/>
                  </a:cubicBezTo>
                  <a:cubicBezTo>
                    <a:pt x="7596" y="5781"/>
                    <a:pt x="7848" y="5862"/>
                    <a:pt x="8069" y="5862"/>
                  </a:cubicBezTo>
                  <a:cubicBezTo>
                    <a:pt x="8486" y="5862"/>
                    <a:pt x="8794" y="5576"/>
                    <a:pt x="9273" y="5162"/>
                  </a:cubicBezTo>
                  <a:cubicBezTo>
                    <a:pt x="9907" y="4562"/>
                    <a:pt x="10541" y="3995"/>
                    <a:pt x="11175" y="3394"/>
                  </a:cubicBezTo>
                  <a:cubicBezTo>
                    <a:pt x="12309" y="2360"/>
                    <a:pt x="13410" y="1293"/>
                    <a:pt x="14611" y="292"/>
                  </a:cubicBezTo>
                  <a:cubicBezTo>
                    <a:pt x="14477" y="259"/>
                    <a:pt x="14344" y="259"/>
                    <a:pt x="14210" y="225"/>
                  </a:cubicBezTo>
                  <a:cubicBezTo>
                    <a:pt x="13727" y="192"/>
                    <a:pt x="13243" y="184"/>
                    <a:pt x="12759" y="184"/>
                  </a:cubicBezTo>
                  <a:cubicBezTo>
                    <a:pt x="12276" y="184"/>
                    <a:pt x="11792" y="192"/>
                    <a:pt x="11308" y="192"/>
                  </a:cubicBezTo>
                  <a:cubicBezTo>
                    <a:pt x="9273" y="159"/>
                    <a:pt x="7272" y="125"/>
                    <a:pt x="5237" y="125"/>
                  </a:cubicBezTo>
                  <a:cubicBezTo>
                    <a:pt x="4236" y="92"/>
                    <a:pt x="3202" y="92"/>
                    <a:pt x="2202" y="92"/>
                  </a:cubicBezTo>
                  <a:cubicBezTo>
                    <a:pt x="1907" y="69"/>
                    <a:pt x="1474" y="1"/>
                    <a:pt x="1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1"/>
            <p:cNvSpPr/>
            <p:nvPr/>
          </p:nvSpPr>
          <p:spPr>
            <a:xfrm>
              <a:off x="4243077" y="2730100"/>
              <a:ext cx="325979" cy="212285"/>
            </a:xfrm>
            <a:custGeom>
              <a:rect b="b" l="l" r="r" t="t"/>
              <a:pathLst>
                <a:path extrusionOk="0" h="11427" w="17547">
                  <a:moveTo>
                    <a:pt x="2280" y="561"/>
                  </a:moveTo>
                  <a:cubicBezTo>
                    <a:pt x="2642" y="561"/>
                    <a:pt x="3075" y="629"/>
                    <a:pt x="3370" y="652"/>
                  </a:cubicBezTo>
                  <a:cubicBezTo>
                    <a:pt x="4370" y="652"/>
                    <a:pt x="5404" y="652"/>
                    <a:pt x="6405" y="685"/>
                  </a:cubicBezTo>
                  <a:cubicBezTo>
                    <a:pt x="8440" y="685"/>
                    <a:pt x="10441" y="719"/>
                    <a:pt x="12476" y="752"/>
                  </a:cubicBezTo>
                  <a:cubicBezTo>
                    <a:pt x="12960" y="752"/>
                    <a:pt x="13444" y="744"/>
                    <a:pt x="13927" y="744"/>
                  </a:cubicBezTo>
                  <a:cubicBezTo>
                    <a:pt x="14411" y="744"/>
                    <a:pt x="14895" y="752"/>
                    <a:pt x="15378" y="785"/>
                  </a:cubicBezTo>
                  <a:cubicBezTo>
                    <a:pt x="15512" y="819"/>
                    <a:pt x="15645" y="852"/>
                    <a:pt x="15779" y="886"/>
                  </a:cubicBezTo>
                  <a:cubicBezTo>
                    <a:pt x="14578" y="1853"/>
                    <a:pt x="13477" y="2920"/>
                    <a:pt x="12343" y="3954"/>
                  </a:cubicBezTo>
                  <a:cubicBezTo>
                    <a:pt x="11709" y="4555"/>
                    <a:pt x="11075" y="5122"/>
                    <a:pt x="10441" y="5722"/>
                  </a:cubicBezTo>
                  <a:cubicBezTo>
                    <a:pt x="9962" y="6136"/>
                    <a:pt x="9654" y="6422"/>
                    <a:pt x="9237" y="6422"/>
                  </a:cubicBezTo>
                  <a:cubicBezTo>
                    <a:pt x="9016" y="6422"/>
                    <a:pt x="8764" y="6341"/>
                    <a:pt x="8440" y="6156"/>
                  </a:cubicBezTo>
                  <a:cubicBezTo>
                    <a:pt x="5871" y="4655"/>
                    <a:pt x="3503" y="2887"/>
                    <a:pt x="1168" y="1052"/>
                  </a:cubicBezTo>
                  <a:cubicBezTo>
                    <a:pt x="1335" y="886"/>
                    <a:pt x="1535" y="752"/>
                    <a:pt x="1835" y="619"/>
                  </a:cubicBezTo>
                  <a:cubicBezTo>
                    <a:pt x="1953" y="576"/>
                    <a:pt x="2108" y="561"/>
                    <a:pt x="2280" y="561"/>
                  </a:cubicBezTo>
                  <a:close/>
                  <a:moveTo>
                    <a:pt x="16246" y="1119"/>
                  </a:moveTo>
                  <a:cubicBezTo>
                    <a:pt x="16946" y="1653"/>
                    <a:pt x="16913" y="2854"/>
                    <a:pt x="16913" y="3788"/>
                  </a:cubicBezTo>
                  <a:cubicBezTo>
                    <a:pt x="16913" y="4755"/>
                    <a:pt x="16913" y="5756"/>
                    <a:pt x="16879" y="6756"/>
                  </a:cubicBezTo>
                  <a:cubicBezTo>
                    <a:pt x="16879" y="7657"/>
                    <a:pt x="17013" y="8691"/>
                    <a:pt x="16913" y="9592"/>
                  </a:cubicBezTo>
                  <a:cubicBezTo>
                    <a:pt x="15312" y="8057"/>
                    <a:pt x="13510" y="6590"/>
                    <a:pt x="11709" y="5289"/>
                  </a:cubicBezTo>
                  <a:cubicBezTo>
                    <a:pt x="13210" y="3954"/>
                    <a:pt x="14744" y="2620"/>
                    <a:pt x="16179" y="1219"/>
                  </a:cubicBezTo>
                  <a:cubicBezTo>
                    <a:pt x="16212" y="1186"/>
                    <a:pt x="16212" y="1152"/>
                    <a:pt x="16246" y="1119"/>
                  </a:cubicBezTo>
                  <a:close/>
                  <a:moveTo>
                    <a:pt x="968" y="1353"/>
                  </a:moveTo>
                  <a:cubicBezTo>
                    <a:pt x="2169" y="2520"/>
                    <a:pt x="3470" y="3554"/>
                    <a:pt x="4804" y="4488"/>
                  </a:cubicBezTo>
                  <a:cubicBezTo>
                    <a:pt x="5338" y="4855"/>
                    <a:pt x="5838" y="5189"/>
                    <a:pt x="6372" y="5522"/>
                  </a:cubicBezTo>
                  <a:cubicBezTo>
                    <a:pt x="4470" y="6957"/>
                    <a:pt x="2602" y="8391"/>
                    <a:pt x="768" y="9925"/>
                  </a:cubicBezTo>
                  <a:cubicBezTo>
                    <a:pt x="734" y="9759"/>
                    <a:pt x="734" y="9558"/>
                    <a:pt x="734" y="9358"/>
                  </a:cubicBezTo>
                  <a:cubicBezTo>
                    <a:pt x="701" y="8858"/>
                    <a:pt x="734" y="8391"/>
                    <a:pt x="734" y="7891"/>
                  </a:cubicBezTo>
                  <a:cubicBezTo>
                    <a:pt x="768" y="6123"/>
                    <a:pt x="901" y="4288"/>
                    <a:pt x="801" y="2520"/>
                  </a:cubicBezTo>
                  <a:cubicBezTo>
                    <a:pt x="868" y="2487"/>
                    <a:pt x="901" y="2420"/>
                    <a:pt x="901" y="2287"/>
                  </a:cubicBezTo>
                  <a:cubicBezTo>
                    <a:pt x="835" y="1953"/>
                    <a:pt x="868" y="1619"/>
                    <a:pt x="968" y="1353"/>
                  </a:cubicBezTo>
                  <a:close/>
                  <a:moveTo>
                    <a:pt x="11509" y="5489"/>
                  </a:moveTo>
                  <a:cubicBezTo>
                    <a:pt x="13143" y="7190"/>
                    <a:pt x="15011" y="8825"/>
                    <a:pt x="16879" y="10226"/>
                  </a:cubicBezTo>
                  <a:cubicBezTo>
                    <a:pt x="16555" y="10550"/>
                    <a:pt x="16209" y="10721"/>
                    <a:pt x="15805" y="10721"/>
                  </a:cubicBezTo>
                  <a:cubicBezTo>
                    <a:pt x="15711" y="10721"/>
                    <a:pt x="15613" y="10712"/>
                    <a:pt x="15512" y="10693"/>
                  </a:cubicBezTo>
                  <a:cubicBezTo>
                    <a:pt x="15278" y="10726"/>
                    <a:pt x="15020" y="10734"/>
                    <a:pt x="14757" y="10734"/>
                  </a:cubicBezTo>
                  <a:cubicBezTo>
                    <a:pt x="14494" y="10734"/>
                    <a:pt x="14227" y="10726"/>
                    <a:pt x="13977" y="10726"/>
                  </a:cubicBezTo>
                  <a:lnTo>
                    <a:pt x="10908" y="10726"/>
                  </a:lnTo>
                  <a:cubicBezTo>
                    <a:pt x="8840" y="10726"/>
                    <a:pt x="6805" y="10759"/>
                    <a:pt x="4737" y="10759"/>
                  </a:cubicBezTo>
                  <a:cubicBezTo>
                    <a:pt x="4137" y="10759"/>
                    <a:pt x="3359" y="10863"/>
                    <a:pt x="2649" y="10863"/>
                  </a:cubicBezTo>
                  <a:cubicBezTo>
                    <a:pt x="2295" y="10863"/>
                    <a:pt x="1958" y="10837"/>
                    <a:pt x="1668" y="10759"/>
                  </a:cubicBezTo>
                  <a:cubicBezTo>
                    <a:pt x="1302" y="10659"/>
                    <a:pt x="1068" y="10526"/>
                    <a:pt x="935" y="10326"/>
                  </a:cubicBezTo>
                  <a:cubicBezTo>
                    <a:pt x="2936" y="8891"/>
                    <a:pt x="4904" y="7357"/>
                    <a:pt x="6839" y="5856"/>
                  </a:cubicBezTo>
                  <a:cubicBezTo>
                    <a:pt x="6906" y="5856"/>
                    <a:pt x="6939" y="5889"/>
                    <a:pt x="6972" y="5922"/>
                  </a:cubicBezTo>
                  <a:cubicBezTo>
                    <a:pt x="7539" y="6256"/>
                    <a:pt x="8373" y="6957"/>
                    <a:pt x="9040" y="7123"/>
                  </a:cubicBezTo>
                  <a:cubicBezTo>
                    <a:pt x="9118" y="7139"/>
                    <a:pt x="9194" y="7146"/>
                    <a:pt x="9269" y="7146"/>
                  </a:cubicBezTo>
                  <a:cubicBezTo>
                    <a:pt x="10164" y="7146"/>
                    <a:pt x="10893" y="6104"/>
                    <a:pt x="11509" y="5489"/>
                  </a:cubicBezTo>
                  <a:close/>
                  <a:moveTo>
                    <a:pt x="3941" y="1"/>
                  </a:moveTo>
                  <a:cubicBezTo>
                    <a:pt x="3234" y="1"/>
                    <a:pt x="2531" y="14"/>
                    <a:pt x="1835" y="52"/>
                  </a:cubicBezTo>
                  <a:cubicBezTo>
                    <a:pt x="568" y="152"/>
                    <a:pt x="234" y="886"/>
                    <a:pt x="401" y="1953"/>
                  </a:cubicBezTo>
                  <a:cubicBezTo>
                    <a:pt x="134" y="4155"/>
                    <a:pt x="234" y="6423"/>
                    <a:pt x="201" y="8624"/>
                  </a:cubicBezTo>
                  <a:cubicBezTo>
                    <a:pt x="167" y="9825"/>
                    <a:pt x="1" y="11126"/>
                    <a:pt x="1468" y="11293"/>
                  </a:cubicBezTo>
                  <a:cubicBezTo>
                    <a:pt x="2202" y="11393"/>
                    <a:pt x="2962" y="11426"/>
                    <a:pt x="3732" y="11426"/>
                  </a:cubicBezTo>
                  <a:cubicBezTo>
                    <a:pt x="5271" y="11426"/>
                    <a:pt x="6850" y="11293"/>
                    <a:pt x="8340" y="11293"/>
                  </a:cubicBezTo>
                  <a:lnTo>
                    <a:pt x="15512" y="11293"/>
                  </a:lnTo>
                  <a:cubicBezTo>
                    <a:pt x="17180" y="11260"/>
                    <a:pt x="17446" y="11126"/>
                    <a:pt x="17446" y="9492"/>
                  </a:cubicBezTo>
                  <a:cubicBezTo>
                    <a:pt x="17480" y="7190"/>
                    <a:pt x="17546" y="4888"/>
                    <a:pt x="17480" y="2620"/>
                  </a:cubicBezTo>
                  <a:cubicBezTo>
                    <a:pt x="17446" y="1419"/>
                    <a:pt x="17079" y="485"/>
                    <a:pt x="15812" y="252"/>
                  </a:cubicBezTo>
                  <a:cubicBezTo>
                    <a:pt x="14960" y="98"/>
                    <a:pt x="14062" y="56"/>
                    <a:pt x="13156" y="56"/>
                  </a:cubicBezTo>
                  <a:cubicBezTo>
                    <a:pt x="12030" y="56"/>
                    <a:pt x="10893" y="121"/>
                    <a:pt x="9819" y="121"/>
                  </a:cubicBezTo>
                  <a:cubicBezTo>
                    <a:pt x="9692" y="121"/>
                    <a:pt x="9566" y="120"/>
                    <a:pt x="9441" y="118"/>
                  </a:cubicBezTo>
                  <a:cubicBezTo>
                    <a:pt x="7635" y="94"/>
                    <a:pt x="5776" y="1"/>
                    <a:pt x="3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121"/>
          <p:cNvGrpSpPr/>
          <p:nvPr/>
        </p:nvGrpSpPr>
        <p:grpSpPr>
          <a:xfrm>
            <a:off x="4376034" y="3914281"/>
            <a:ext cx="386589" cy="428673"/>
            <a:chOff x="4245566" y="3661836"/>
            <a:chExt cx="332779" cy="369005"/>
          </a:xfrm>
        </p:grpSpPr>
        <p:sp>
          <p:nvSpPr>
            <p:cNvPr id="6427" name="Google Shape;6427;p121"/>
            <p:cNvSpPr/>
            <p:nvPr/>
          </p:nvSpPr>
          <p:spPr>
            <a:xfrm>
              <a:off x="4274677" y="3672982"/>
              <a:ext cx="270823" cy="258023"/>
            </a:xfrm>
            <a:custGeom>
              <a:rect b="b" l="l" r="r" t="t"/>
              <a:pathLst>
                <a:path extrusionOk="0" h="13889" w="14578">
                  <a:moveTo>
                    <a:pt x="12009" y="2035"/>
                  </a:moveTo>
                  <a:cubicBezTo>
                    <a:pt x="12210" y="2035"/>
                    <a:pt x="12210" y="2369"/>
                    <a:pt x="12009" y="2369"/>
                  </a:cubicBezTo>
                  <a:cubicBezTo>
                    <a:pt x="9834" y="2434"/>
                    <a:pt x="7658" y="2470"/>
                    <a:pt x="5492" y="2470"/>
                  </a:cubicBezTo>
                  <a:cubicBezTo>
                    <a:pt x="4303" y="2470"/>
                    <a:pt x="3117" y="2459"/>
                    <a:pt x="1936" y="2436"/>
                  </a:cubicBezTo>
                  <a:cubicBezTo>
                    <a:pt x="1802" y="2436"/>
                    <a:pt x="1802" y="2269"/>
                    <a:pt x="1936" y="2269"/>
                  </a:cubicBezTo>
                  <a:cubicBezTo>
                    <a:pt x="5271" y="2102"/>
                    <a:pt x="8640" y="2035"/>
                    <a:pt x="12009" y="2035"/>
                  </a:cubicBezTo>
                  <a:close/>
                  <a:moveTo>
                    <a:pt x="10110" y="4261"/>
                  </a:moveTo>
                  <a:cubicBezTo>
                    <a:pt x="10700" y="4261"/>
                    <a:pt x="11288" y="4264"/>
                    <a:pt x="11876" y="4270"/>
                  </a:cubicBezTo>
                  <a:cubicBezTo>
                    <a:pt x="12109" y="4270"/>
                    <a:pt x="12109" y="4604"/>
                    <a:pt x="11876" y="4604"/>
                  </a:cubicBezTo>
                  <a:cubicBezTo>
                    <a:pt x="10445" y="4694"/>
                    <a:pt x="8995" y="4730"/>
                    <a:pt x="7539" y="4730"/>
                  </a:cubicBezTo>
                  <a:cubicBezTo>
                    <a:pt x="5769" y="4730"/>
                    <a:pt x="3992" y="4677"/>
                    <a:pt x="2236" y="4604"/>
                  </a:cubicBezTo>
                  <a:cubicBezTo>
                    <a:pt x="2102" y="4604"/>
                    <a:pt x="2102" y="4370"/>
                    <a:pt x="2236" y="4370"/>
                  </a:cubicBezTo>
                  <a:cubicBezTo>
                    <a:pt x="4850" y="4316"/>
                    <a:pt x="7487" y="4261"/>
                    <a:pt x="10110" y="4261"/>
                  </a:cubicBezTo>
                  <a:close/>
                  <a:moveTo>
                    <a:pt x="3585" y="6554"/>
                  </a:moveTo>
                  <a:cubicBezTo>
                    <a:pt x="4652" y="6554"/>
                    <a:pt x="5746" y="6648"/>
                    <a:pt x="6806" y="6672"/>
                  </a:cubicBezTo>
                  <a:cubicBezTo>
                    <a:pt x="7640" y="6711"/>
                    <a:pt x="8586" y="6828"/>
                    <a:pt x="9508" y="6828"/>
                  </a:cubicBezTo>
                  <a:cubicBezTo>
                    <a:pt x="10172" y="6828"/>
                    <a:pt x="10822" y="6767"/>
                    <a:pt x="11409" y="6572"/>
                  </a:cubicBezTo>
                  <a:cubicBezTo>
                    <a:pt x="11425" y="6565"/>
                    <a:pt x="11441" y="6562"/>
                    <a:pt x="11457" y="6562"/>
                  </a:cubicBezTo>
                  <a:cubicBezTo>
                    <a:pt x="11599" y="6562"/>
                    <a:pt x="11693" y="6815"/>
                    <a:pt x="11542" y="6906"/>
                  </a:cubicBezTo>
                  <a:cubicBezTo>
                    <a:pt x="10983" y="7170"/>
                    <a:pt x="10352" y="7247"/>
                    <a:pt x="9704" y="7247"/>
                  </a:cubicBezTo>
                  <a:cubicBezTo>
                    <a:pt x="8884" y="7247"/>
                    <a:pt x="8037" y="7124"/>
                    <a:pt x="7273" y="7106"/>
                  </a:cubicBezTo>
                  <a:cubicBezTo>
                    <a:pt x="5638" y="7039"/>
                    <a:pt x="3937" y="7072"/>
                    <a:pt x="2336" y="6772"/>
                  </a:cubicBezTo>
                  <a:cubicBezTo>
                    <a:pt x="2236" y="6772"/>
                    <a:pt x="2269" y="6639"/>
                    <a:pt x="2369" y="6605"/>
                  </a:cubicBezTo>
                  <a:cubicBezTo>
                    <a:pt x="2768" y="6568"/>
                    <a:pt x="3175" y="6554"/>
                    <a:pt x="3585" y="6554"/>
                  </a:cubicBezTo>
                  <a:close/>
                  <a:moveTo>
                    <a:pt x="9039" y="9204"/>
                  </a:moveTo>
                  <a:cubicBezTo>
                    <a:pt x="9990" y="9204"/>
                    <a:pt x="10938" y="9224"/>
                    <a:pt x="11876" y="9274"/>
                  </a:cubicBezTo>
                  <a:cubicBezTo>
                    <a:pt x="12109" y="9307"/>
                    <a:pt x="12109" y="9607"/>
                    <a:pt x="11876" y="9607"/>
                  </a:cubicBezTo>
                  <a:cubicBezTo>
                    <a:pt x="10458" y="9713"/>
                    <a:pt x="9019" y="9750"/>
                    <a:pt x="7579" y="9750"/>
                  </a:cubicBezTo>
                  <a:cubicBezTo>
                    <a:pt x="5834" y="9750"/>
                    <a:pt x="4087" y="9696"/>
                    <a:pt x="2369" y="9641"/>
                  </a:cubicBezTo>
                  <a:cubicBezTo>
                    <a:pt x="2202" y="9641"/>
                    <a:pt x="2202" y="9407"/>
                    <a:pt x="2369" y="9407"/>
                  </a:cubicBezTo>
                  <a:cubicBezTo>
                    <a:pt x="4566" y="9314"/>
                    <a:pt x="6813" y="9204"/>
                    <a:pt x="9039" y="9204"/>
                  </a:cubicBezTo>
                  <a:close/>
                  <a:moveTo>
                    <a:pt x="7239" y="1"/>
                  </a:moveTo>
                  <a:cubicBezTo>
                    <a:pt x="4838" y="1"/>
                    <a:pt x="2403" y="201"/>
                    <a:pt x="1" y="201"/>
                  </a:cubicBezTo>
                  <a:cubicBezTo>
                    <a:pt x="34" y="234"/>
                    <a:pt x="34" y="267"/>
                    <a:pt x="34" y="301"/>
                  </a:cubicBezTo>
                  <a:cubicBezTo>
                    <a:pt x="101" y="2336"/>
                    <a:pt x="234" y="4370"/>
                    <a:pt x="368" y="6405"/>
                  </a:cubicBezTo>
                  <a:cubicBezTo>
                    <a:pt x="368" y="6405"/>
                    <a:pt x="368" y="6439"/>
                    <a:pt x="368" y="6472"/>
                  </a:cubicBezTo>
                  <a:cubicBezTo>
                    <a:pt x="434" y="7573"/>
                    <a:pt x="501" y="8640"/>
                    <a:pt x="568" y="9741"/>
                  </a:cubicBezTo>
                  <a:cubicBezTo>
                    <a:pt x="568" y="9774"/>
                    <a:pt x="568" y="9774"/>
                    <a:pt x="568" y="9808"/>
                  </a:cubicBezTo>
                  <a:cubicBezTo>
                    <a:pt x="1302" y="10308"/>
                    <a:pt x="2002" y="10842"/>
                    <a:pt x="2736" y="11342"/>
                  </a:cubicBezTo>
                  <a:cubicBezTo>
                    <a:pt x="3837" y="12109"/>
                    <a:pt x="5038" y="13143"/>
                    <a:pt x="6305" y="13710"/>
                  </a:cubicBezTo>
                  <a:cubicBezTo>
                    <a:pt x="6578" y="13834"/>
                    <a:pt x="6851" y="13888"/>
                    <a:pt x="7124" y="13888"/>
                  </a:cubicBezTo>
                  <a:cubicBezTo>
                    <a:pt x="8618" y="13888"/>
                    <a:pt x="10080" y="12250"/>
                    <a:pt x="11209" y="11375"/>
                  </a:cubicBezTo>
                  <a:cubicBezTo>
                    <a:pt x="11909" y="10808"/>
                    <a:pt x="12610" y="10275"/>
                    <a:pt x="13310" y="9708"/>
                  </a:cubicBezTo>
                  <a:cubicBezTo>
                    <a:pt x="13277" y="9708"/>
                    <a:pt x="13277" y="9674"/>
                    <a:pt x="13277" y="9641"/>
                  </a:cubicBezTo>
                  <a:cubicBezTo>
                    <a:pt x="13377" y="8106"/>
                    <a:pt x="13577" y="6605"/>
                    <a:pt x="13777" y="5104"/>
                  </a:cubicBezTo>
                  <a:cubicBezTo>
                    <a:pt x="14011" y="3536"/>
                    <a:pt x="14144" y="1869"/>
                    <a:pt x="14578" y="367"/>
                  </a:cubicBezTo>
                  <a:lnTo>
                    <a:pt x="14545" y="367"/>
                  </a:lnTo>
                  <a:cubicBezTo>
                    <a:pt x="12109" y="301"/>
                    <a:pt x="9674" y="34"/>
                    <a:pt x="7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1"/>
            <p:cNvSpPr/>
            <p:nvPr/>
          </p:nvSpPr>
          <p:spPr>
            <a:xfrm>
              <a:off x="4528130" y="3813651"/>
              <a:ext cx="24820" cy="34721"/>
            </a:xfrm>
            <a:custGeom>
              <a:rect b="b" l="l" r="r" t="t"/>
              <a:pathLst>
                <a:path extrusionOk="0" h="1869" w="1336">
                  <a:moveTo>
                    <a:pt x="301" y="1"/>
                  </a:moveTo>
                  <a:cubicBezTo>
                    <a:pt x="234" y="634"/>
                    <a:pt x="134" y="1235"/>
                    <a:pt x="1" y="1869"/>
                  </a:cubicBezTo>
                  <a:cubicBezTo>
                    <a:pt x="435" y="1535"/>
                    <a:pt x="835" y="1202"/>
                    <a:pt x="1268" y="868"/>
                  </a:cubicBezTo>
                  <a:cubicBezTo>
                    <a:pt x="1268" y="868"/>
                    <a:pt x="1302" y="835"/>
                    <a:pt x="1335" y="835"/>
                  </a:cubicBezTo>
                  <a:cubicBezTo>
                    <a:pt x="935" y="668"/>
                    <a:pt x="568" y="368"/>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1"/>
            <p:cNvSpPr/>
            <p:nvPr/>
          </p:nvSpPr>
          <p:spPr>
            <a:xfrm>
              <a:off x="4471134" y="3842780"/>
              <a:ext cx="91717" cy="164857"/>
            </a:xfrm>
            <a:custGeom>
              <a:rect b="b" l="l" r="r" t="t"/>
              <a:pathLst>
                <a:path extrusionOk="0" h="8874" w="4937">
                  <a:moveTo>
                    <a:pt x="4437" y="0"/>
                  </a:moveTo>
                  <a:cubicBezTo>
                    <a:pt x="2969" y="1168"/>
                    <a:pt x="1468" y="2335"/>
                    <a:pt x="0" y="3503"/>
                  </a:cubicBezTo>
                  <a:cubicBezTo>
                    <a:pt x="967" y="4670"/>
                    <a:pt x="1901" y="5871"/>
                    <a:pt x="2902" y="7005"/>
                  </a:cubicBezTo>
                  <a:cubicBezTo>
                    <a:pt x="3402" y="7573"/>
                    <a:pt x="3936" y="8106"/>
                    <a:pt x="4470" y="8673"/>
                  </a:cubicBezTo>
                  <a:cubicBezTo>
                    <a:pt x="4537" y="8740"/>
                    <a:pt x="4603" y="8807"/>
                    <a:pt x="4670" y="8873"/>
                  </a:cubicBezTo>
                  <a:cubicBezTo>
                    <a:pt x="4803" y="8607"/>
                    <a:pt x="4870" y="8240"/>
                    <a:pt x="4870" y="7839"/>
                  </a:cubicBezTo>
                  <a:cubicBezTo>
                    <a:pt x="4937" y="5238"/>
                    <a:pt x="4603" y="2602"/>
                    <a:pt x="4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1"/>
            <p:cNvSpPr/>
            <p:nvPr/>
          </p:nvSpPr>
          <p:spPr>
            <a:xfrm>
              <a:off x="4264775" y="3912186"/>
              <a:ext cx="286929" cy="107842"/>
            </a:xfrm>
            <a:custGeom>
              <a:rect b="b" l="l" r="r" t="t"/>
              <a:pathLst>
                <a:path extrusionOk="0" h="5805" w="15445">
                  <a:moveTo>
                    <a:pt x="10808" y="0"/>
                  </a:moveTo>
                  <a:cubicBezTo>
                    <a:pt x="10053" y="661"/>
                    <a:pt x="8911" y="1916"/>
                    <a:pt x="7889" y="1916"/>
                  </a:cubicBezTo>
                  <a:cubicBezTo>
                    <a:pt x="7827" y="1916"/>
                    <a:pt x="7766" y="1911"/>
                    <a:pt x="7706" y="1902"/>
                  </a:cubicBezTo>
                  <a:cubicBezTo>
                    <a:pt x="7038" y="1835"/>
                    <a:pt x="6271" y="1168"/>
                    <a:pt x="5738" y="834"/>
                  </a:cubicBezTo>
                  <a:cubicBezTo>
                    <a:pt x="5471" y="634"/>
                    <a:pt x="5204" y="467"/>
                    <a:pt x="4970" y="301"/>
                  </a:cubicBezTo>
                  <a:cubicBezTo>
                    <a:pt x="4303" y="1235"/>
                    <a:pt x="3403" y="2002"/>
                    <a:pt x="2602" y="2836"/>
                  </a:cubicBezTo>
                  <a:cubicBezTo>
                    <a:pt x="1735" y="3703"/>
                    <a:pt x="901" y="4637"/>
                    <a:pt x="0" y="5471"/>
                  </a:cubicBezTo>
                  <a:cubicBezTo>
                    <a:pt x="467" y="5805"/>
                    <a:pt x="1268" y="5805"/>
                    <a:pt x="1935" y="5805"/>
                  </a:cubicBezTo>
                  <a:cubicBezTo>
                    <a:pt x="2635" y="5805"/>
                    <a:pt x="3336" y="5805"/>
                    <a:pt x="4003" y="5771"/>
                  </a:cubicBezTo>
                  <a:lnTo>
                    <a:pt x="14644" y="5771"/>
                  </a:lnTo>
                  <a:cubicBezTo>
                    <a:pt x="14977" y="5738"/>
                    <a:pt x="15244" y="5671"/>
                    <a:pt x="15411" y="5571"/>
                  </a:cubicBezTo>
                  <a:cubicBezTo>
                    <a:pt x="15411" y="5538"/>
                    <a:pt x="15444" y="5504"/>
                    <a:pt x="15444" y="5504"/>
                  </a:cubicBezTo>
                  <a:cubicBezTo>
                    <a:pt x="15211" y="5104"/>
                    <a:pt x="14277" y="4370"/>
                    <a:pt x="14043" y="4103"/>
                  </a:cubicBezTo>
                  <a:cubicBezTo>
                    <a:pt x="13610" y="3670"/>
                    <a:pt x="13210" y="3203"/>
                    <a:pt x="12809" y="2702"/>
                  </a:cubicBezTo>
                  <a:cubicBezTo>
                    <a:pt x="12109" y="1835"/>
                    <a:pt x="11408" y="934"/>
                    <a:pt x="10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1"/>
            <p:cNvSpPr/>
            <p:nvPr/>
          </p:nvSpPr>
          <p:spPr>
            <a:xfrm>
              <a:off x="4253610" y="3841536"/>
              <a:ext cx="96696" cy="167959"/>
            </a:xfrm>
            <a:custGeom>
              <a:rect b="b" l="l" r="r" t="t"/>
              <a:pathLst>
                <a:path extrusionOk="0" h="9041" w="5205">
                  <a:moveTo>
                    <a:pt x="34" y="1"/>
                  </a:moveTo>
                  <a:lnTo>
                    <a:pt x="34" y="1"/>
                  </a:lnTo>
                  <a:cubicBezTo>
                    <a:pt x="167" y="2769"/>
                    <a:pt x="1" y="5571"/>
                    <a:pt x="167" y="8340"/>
                  </a:cubicBezTo>
                  <a:cubicBezTo>
                    <a:pt x="167" y="8640"/>
                    <a:pt x="234" y="8874"/>
                    <a:pt x="368" y="9041"/>
                  </a:cubicBezTo>
                  <a:cubicBezTo>
                    <a:pt x="1135" y="8073"/>
                    <a:pt x="2002" y="7173"/>
                    <a:pt x="2836" y="6272"/>
                  </a:cubicBezTo>
                  <a:cubicBezTo>
                    <a:pt x="3603" y="5471"/>
                    <a:pt x="4337" y="4537"/>
                    <a:pt x="5204" y="3870"/>
                  </a:cubicBezTo>
                  <a:cubicBezTo>
                    <a:pt x="4804" y="3603"/>
                    <a:pt x="4370" y="3303"/>
                    <a:pt x="3970" y="3036"/>
                  </a:cubicBezTo>
                  <a:cubicBezTo>
                    <a:pt x="2603" y="2069"/>
                    <a:pt x="1268" y="1102"/>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1"/>
            <p:cNvSpPr/>
            <p:nvPr/>
          </p:nvSpPr>
          <p:spPr>
            <a:xfrm>
              <a:off x="4252365" y="3803731"/>
              <a:ext cx="25433" cy="45886"/>
            </a:xfrm>
            <a:custGeom>
              <a:rect b="b" l="l" r="r" t="t"/>
              <a:pathLst>
                <a:path extrusionOk="0" h="2470" w="1369">
                  <a:moveTo>
                    <a:pt x="1068" y="1"/>
                  </a:moveTo>
                  <a:cubicBezTo>
                    <a:pt x="902" y="201"/>
                    <a:pt x="701" y="435"/>
                    <a:pt x="535" y="635"/>
                  </a:cubicBezTo>
                  <a:cubicBezTo>
                    <a:pt x="368" y="902"/>
                    <a:pt x="234" y="1269"/>
                    <a:pt x="1" y="1502"/>
                  </a:cubicBezTo>
                  <a:cubicBezTo>
                    <a:pt x="1" y="1502"/>
                    <a:pt x="34" y="1535"/>
                    <a:pt x="34" y="1535"/>
                  </a:cubicBezTo>
                  <a:cubicBezTo>
                    <a:pt x="501" y="1836"/>
                    <a:pt x="935" y="2136"/>
                    <a:pt x="1369" y="2469"/>
                  </a:cubicBezTo>
                  <a:cubicBezTo>
                    <a:pt x="1269" y="1669"/>
                    <a:pt x="1168" y="835"/>
                    <a:pt x="1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1"/>
            <p:cNvSpPr/>
            <p:nvPr/>
          </p:nvSpPr>
          <p:spPr>
            <a:xfrm>
              <a:off x="4245566" y="3661836"/>
              <a:ext cx="332779" cy="369005"/>
            </a:xfrm>
            <a:custGeom>
              <a:rect b="b" l="l" r="r" t="t"/>
              <a:pathLst>
                <a:path extrusionOk="0" h="19863" w="17913">
                  <a:moveTo>
                    <a:pt x="15511" y="8173"/>
                  </a:moveTo>
                  <a:cubicBezTo>
                    <a:pt x="15778" y="8540"/>
                    <a:pt x="16145" y="8840"/>
                    <a:pt x="16545" y="9007"/>
                  </a:cubicBezTo>
                  <a:cubicBezTo>
                    <a:pt x="16512" y="9007"/>
                    <a:pt x="16512" y="9040"/>
                    <a:pt x="16478" y="9040"/>
                  </a:cubicBezTo>
                  <a:cubicBezTo>
                    <a:pt x="16045" y="9374"/>
                    <a:pt x="15645" y="9707"/>
                    <a:pt x="15211" y="10041"/>
                  </a:cubicBezTo>
                  <a:cubicBezTo>
                    <a:pt x="15344" y="9407"/>
                    <a:pt x="15411" y="8806"/>
                    <a:pt x="15511" y="8173"/>
                  </a:cubicBezTo>
                  <a:close/>
                  <a:moveTo>
                    <a:pt x="1434" y="7639"/>
                  </a:moveTo>
                  <a:cubicBezTo>
                    <a:pt x="1534" y="8473"/>
                    <a:pt x="1635" y="9273"/>
                    <a:pt x="1735" y="10107"/>
                  </a:cubicBezTo>
                  <a:cubicBezTo>
                    <a:pt x="1301" y="9807"/>
                    <a:pt x="867" y="9474"/>
                    <a:pt x="434" y="9173"/>
                  </a:cubicBezTo>
                  <a:lnTo>
                    <a:pt x="400" y="9173"/>
                  </a:lnTo>
                  <a:cubicBezTo>
                    <a:pt x="400" y="9173"/>
                    <a:pt x="400" y="9140"/>
                    <a:pt x="367" y="9140"/>
                  </a:cubicBezTo>
                  <a:cubicBezTo>
                    <a:pt x="600" y="8907"/>
                    <a:pt x="734" y="8540"/>
                    <a:pt x="934" y="8306"/>
                  </a:cubicBezTo>
                  <a:cubicBezTo>
                    <a:pt x="1101" y="8073"/>
                    <a:pt x="1268" y="7839"/>
                    <a:pt x="1434" y="7639"/>
                  </a:cubicBezTo>
                  <a:close/>
                  <a:moveTo>
                    <a:pt x="8806" y="601"/>
                  </a:moveTo>
                  <a:cubicBezTo>
                    <a:pt x="11241" y="634"/>
                    <a:pt x="13676" y="901"/>
                    <a:pt x="16112" y="967"/>
                  </a:cubicBezTo>
                  <a:lnTo>
                    <a:pt x="16178" y="967"/>
                  </a:lnTo>
                  <a:cubicBezTo>
                    <a:pt x="15711" y="2469"/>
                    <a:pt x="15578" y="4136"/>
                    <a:pt x="15344" y="5671"/>
                  </a:cubicBezTo>
                  <a:cubicBezTo>
                    <a:pt x="15144" y="7205"/>
                    <a:pt x="14944" y="8706"/>
                    <a:pt x="14844" y="10207"/>
                  </a:cubicBezTo>
                  <a:cubicBezTo>
                    <a:pt x="14844" y="10274"/>
                    <a:pt x="14844" y="10274"/>
                    <a:pt x="14877" y="10308"/>
                  </a:cubicBezTo>
                  <a:cubicBezTo>
                    <a:pt x="14177" y="10875"/>
                    <a:pt x="13476" y="11408"/>
                    <a:pt x="12776" y="11975"/>
                  </a:cubicBezTo>
                  <a:cubicBezTo>
                    <a:pt x="11676" y="12850"/>
                    <a:pt x="10193" y="14488"/>
                    <a:pt x="8693" y="14488"/>
                  </a:cubicBezTo>
                  <a:cubicBezTo>
                    <a:pt x="8419" y="14488"/>
                    <a:pt x="8145" y="14434"/>
                    <a:pt x="7872" y="14310"/>
                  </a:cubicBezTo>
                  <a:cubicBezTo>
                    <a:pt x="6605" y="13743"/>
                    <a:pt x="5404" y="12709"/>
                    <a:pt x="4303" y="11942"/>
                  </a:cubicBezTo>
                  <a:cubicBezTo>
                    <a:pt x="3569" y="11442"/>
                    <a:pt x="2869" y="10908"/>
                    <a:pt x="2135" y="10408"/>
                  </a:cubicBezTo>
                  <a:cubicBezTo>
                    <a:pt x="2135" y="10374"/>
                    <a:pt x="2168" y="10374"/>
                    <a:pt x="2168" y="10341"/>
                  </a:cubicBezTo>
                  <a:cubicBezTo>
                    <a:pt x="2102" y="9240"/>
                    <a:pt x="2001" y="8173"/>
                    <a:pt x="1935" y="7072"/>
                  </a:cubicBezTo>
                  <a:cubicBezTo>
                    <a:pt x="1935" y="7039"/>
                    <a:pt x="1935" y="7005"/>
                    <a:pt x="1935" y="7005"/>
                  </a:cubicBezTo>
                  <a:cubicBezTo>
                    <a:pt x="1801" y="4970"/>
                    <a:pt x="1668" y="2936"/>
                    <a:pt x="1601" y="901"/>
                  </a:cubicBezTo>
                  <a:cubicBezTo>
                    <a:pt x="1601" y="867"/>
                    <a:pt x="1601" y="834"/>
                    <a:pt x="1568" y="801"/>
                  </a:cubicBezTo>
                  <a:cubicBezTo>
                    <a:pt x="4003" y="801"/>
                    <a:pt x="6405" y="601"/>
                    <a:pt x="8806" y="601"/>
                  </a:cubicBezTo>
                  <a:close/>
                  <a:moveTo>
                    <a:pt x="16579" y="9740"/>
                  </a:moveTo>
                  <a:cubicBezTo>
                    <a:pt x="16745" y="12342"/>
                    <a:pt x="17046" y="14978"/>
                    <a:pt x="17012" y="17579"/>
                  </a:cubicBezTo>
                  <a:cubicBezTo>
                    <a:pt x="17012" y="17980"/>
                    <a:pt x="16945" y="18347"/>
                    <a:pt x="16845" y="18613"/>
                  </a:cubicBezTo>
                  <a:cubicBezTo>
                    <a:pt x="16745" y="18547"/>
                    <a:pt x="16679" y="18480"/>
                    <a:pt x="16612" y="18413"/>
                  </a:cubicBezTo>
                  <a:cubicBezTo>
                    <a:pt x="16078" y="17846"/>
                    <a:pt x="15578" y="17313"/>
                    <a:pt x="15044" y="16745"/>
                  </a:cubicBezTo>
                  <a:cubicBezTo>
                    <a:pt x="14043" y="15611"/>
                    <a:pt x="13109" y="14410"/>
                    <a:pt x="12142" y="13243"/>
                  </a:cubicBezTo>
                  <a:cubicBezTo>
                    <a:pt x="13610" y="12075"/>
                    <a:pt x="15111" y="10908"/>
                    <a:pt x="16579" y="9740"/>
                  </a:cubicBezTo>
                  <a:close/>
                  <a:moveTo>
                    <a:pt x="467" y="9674"/>
                  </a:moveTo>
                  <a:lnTo>
                    <a:pt x="467" y="9674"/>
                  </a:lnTo>
                  <a:cubicBezTo>
                    <a:pt x="1701" y="10775"/>
                    <a:pt x="3036" y="11742"/>
                    <a:pt x="4403" y="12709"/>
                  </a:cubicBezTo>
                  <a:cubicBezTo>
                    <a:pt x="4803" y="12976"/>
                    <a:pt x="5237" y="13276"/>
                    <a:pt x="5637" y="13543"/>
                  </a:cubicBezTo>
                  <a:cubicBezTo>
                    <a:pt x="4770" y="14210"/>
                    <a:pt x="4036" y="15144"/>
                    <a:pt x="3269" y="15945"/>
                  </a:cubicBezTo>
                  <a:cubicBezTo>
                    <a:pt x="2435" y="16846"/>
                    <a:pt x="1568" y="17746"/>
                    <a:pt x="801" y="18714"/>
                  </a:cubicBezTo>
                  <a:cubicBezTo>
                    <a:pt x="701" y="18547"/>
                    <a:pt x="600" y="18313"/>
                    <a:pt x="600" y="18013"/>
                  </a:cubicBezTo>
                  <a:cubicBezTo>
                    <a:pt x="434" y="15244"/>
                    <a:pt x="600" y="12442"/>
                    <a:pt x="467" y="9674"/>
                  </a:cubicBezTo>
                  <a:close/>
                  <a:moveTo>
                    <a:pt x="11875" y="13476"/>
                  </a:moveTo>
                  <a:cubicBezTo>
                    <a:pt x="12476" y="14410"/>
                    <a:pt x="13143" y="15311"/>
                    <a:pt x="13843" y="16178"/>
                  </a:cubicBezTo>
                  <a:cubicBezTo>
                    <a:pt x="14244" y="16679"/>
                    <a:pt x="14677" y="17146"/>
                    <a:pt x="15077" y="17579"/>
                  </a:cubicBezTo>
                  <a:cubicBezTo>
                    <a:pt x="15311" y="17846"/>
                    <a:pt x="16245" y="18580"/>
                    <a:pt x="16478" y="18980"/>
                  </a:cubicBezTo>
                  <a:cubicBezTo>
                    <a:pt x="16478" y="19014"/>
                    <a:pt x="16445" y="19014"/>
                    <a:pt x="16445" y="19047"/>
                  </a:cubicBezTo>
                  <a:cubicBezTo>
                    <a:pt x="16278" y="19147"/>
                    <a:pt x="16011" y="19214"/>
                    <a:pt x="15678" y="19247"/>
                  </a:cubicBezTo>
                  <a:lnTo>
                    <a:pt x="5037" y="19247"/>
                  </a:lnTo>
                  <a:cubicBezTo>
                    <a:pt x="4370" y="19247"/>
                    <a:pt x="3669" y="19281"/>
                    <a:pt x="2969" y="19281"/>
                  </a:cubicBezTo>
                  <a:cubicBezTo>
                    <a:pt x="2302" y="19281"/>
                    <a:pt x="1501" y="19281"/>
                    <a:pt x="1034" y="18947"/>
                  </a:cubicBezTo>
                  <a:cubicBezTo>
                    <a:pt x="1935" y="18113"/>
                    <a:pt x="2769" y="17179"/>
                    <a:pt x="3636" y="16312"/>
                  </a:cubicBezTo>
                  <a:cubicBezTo>
                    <a:pt x="4437" y="15478"/>
                    <a:pt x="5337" y="14711"/>
                    <a:pt x="6004" y="13777"/>
                  </a:cubicBezTo>
                  <a:cubicBezTo>
                    <a:pt x="6271" y="13943"/>
                    <a:pt x="6505" y="14110"/>
                    <a:pt x="6772" y="14277"/>
                  </a:cubicBezTo>
                  <a:cubicBezTo>
                    <a:pt x="7305" y="14644"/>
                    <a:pt x="8072" y="15311"/>
                    <a:pt x="8740" y="15378"/>
                  </a:cubicBezTo>
                  <a:cubicBezTo>
                    <a:pt x="8802" y="15387"/>
                    <a:pt x="8865" y="15392"/>
                    <a:pt x="8928" y="15392"/>
                  </a:cubicBezTo>
                  <a:cubicBezTo>
                    <a:pt x="9975" y="15392"/>
                    <a:pt x="11089" y="14137"/>
                    <a:pt x="11875" y="13476"/>
                  </a:cubicBezTo>
                  <a:close/>
                  <a:moveTo>
                    <a:pt x="8806" y="0"/>
                  </a:moveTo>
                  <a:cubicBezTo>
                    <a:pt x="6338" y="0"/>
                    <a:pt x="3836" y="33"/>
                    <a:pt x="1434" y="467"/>
                  </a:cubicBezTo>
                  <a:cubicBezTo>
                    <a:pt x="1334" y="500"/>
                    <a:pt x="1301" y="567"/>
                    <a:pt x="1301" y="667"/>
                  </a:cubicBezTo>
                  <a:cubicBezTo>
                    <a:pt x="1168" y="667"/>
                    <a:pt x="1067" y="734"/>
                    <a:pt x="1067" y="901"/>
                  </a:cubicBezTo>
                  <a:cubicBezTo>
                    <a:pt x="1101" y="2936"/>
                    <a:pt x="1201" y="4970"/>
                    <a:pt x="1401" y="7005"/>
                  </a:cubicBezTo>
                  <a:cubicBezTo>
                    <a:pt x="1067" y="7305"/>
                    <a:pt x="801" y="7639"/>
                    <a:pt x="567" y="8006"/>
                  </a:cubicBezTo>
                  <a:cubicBezTo>
                    <a:pt x="367" y="8306"/>
                    <a:pt x="33" y="8773"/>
                    <a:pt x="100" y="9173"/>
                  </a:cubicBezTo>
                  <a:lnTo>
                    <a:pt x="133" y="9173"/>
                  </a:lnTo>
                  <a:cubicBezTo>
                    <a:pt x="100" y="9207"/>
                    <a:pt x="100" y="9240"/>
                    <a:pt x="100" y="9273"/>
                  </a:cubicBezTo>
                  <a:cubicBezTo>
                    <a:pt x="0" y="11141"/>
                    <a:pt x="33" y="13043"/>
                    <a:pt x="33" y="14944"/>
                  </a:cubicBezTo>
                  <a:cubicBezTo>
                    <a:pt x="33" y="15945"/>
                    <a:pt x="0" y="16979"/>
                    <a:pt x="67" y="18013"/>
                  </a:cubicBezTo>
                  <a:cubicBezTo>
                    <a:pt x="67" y="18413"/>
                    <a:pt x="67" y="18880"/>
                    <a:pt x="300" y="19214"/>
                  </a:cubicBezTo>
                  <a:cubicBezTo>
                    <a:pt x="641" y="19754"/>
                    <a:pt x="1317" y="19862"/>
                    <a:pt x="1991" y="19862"/>
                  </a:cubicBezTo>
                  <a:cubicBezTo>
                    <a:pt x="2440" y="19862"/>
                    <a:pt x="2889" y="19814"/>
                    <a:pt x="3236" y="19814"/>
                  </a:cubicBezTo>
                  <a:lnTo>
                    <a:pt x="14911" y="19814"/>
                  </a:lnTo>
                  <a:cubicBezTo>
                    <a:pt x="15114" y="19814"/>
                    <a:pt x="15321" y="19820"/>
                    <a:pt x="15525" y="19820"/>
                  </a:cubicBezTo>
                  <a:cubicBezTo>
                    <a:pt x="16288" y="19820"/>
                    <a:pt x="17010" y="19737"/>
                    <a:pt x="17379" y="18947"/>
                  </a:cubicBezTo>
                  <a:cubicBezTo>
                    <a:pt x="17913" y="17846"/>
                    <a:pt x="17546" y="16278"/>
                    <a:pt x="17479" y="15144"/>
                  </a:cubicBezTo>
                  <a:cubicBezTo>
                    <a:pt x="17346" y="13176"/>
                    <a:pt x="17246" y="11208"/>
                    <a:pt x="17112" y="9273"/>
                  </a:cubicBezTo>
                  <a:cubicBezTo>
                    <a:pt x="17079" y="9173"/>
                    <a:pt x="17046" y="9107"/>
                    <a:pt x="16979" y="9073"/>
                  </a:cubicBezTo>
                  <a:cubicBezTo>
                    <a:pt x="17046" y="9007"/>
                    <a:pt x="17046" y="8907"/>
                    <a:pt x="16945" y="8840"/>
                  </a:cubicBezTo>
                  <a:cubicBezTo>
                    <a:pt x="16478" y="8540"/>
                    <a:pt x="16112" y="8206"/>
                    <a:pt x="15811" y="7739"/>
                  </a:cubicBezTo>
                  <a:cubicBezTo>
                    <a:pt x="15778" y="7672"/>
                    <a:pt x="15678" y="7639"/>
                    <a:pt x="15611" y="7639"/>
                  </a:cubicBezTo>
                  <a:cubicBezTo>
                    <a:pt x="15745" y="6872"/>
                    <a:pt x="15845" y="6105"/>
                    <a:pt x="15978" y="5337"/>
                  </a:cubicBezTo>
                  <a:cubicBezTo>
                    <a:pt x="16212" y="3836"/>
                    <a:pt x="16579" y="2335"/>
                    <a:pt x="16645" y="834"/>
                  </a:cubicBezTo>
                  <a:cubicBezTo>
                    <a:pt x="16645" y="695"/>
                    <a:pt x="16553" y="626"/>
                    <a:pt x="16445" y="626"/>
                  </a:cubicBezTo>
                  <a:cubicBezTo>
                    <a:pt x="16423" y="626"/>
                    <a:pt x="16401" y="628"/>
                    <a:pt x="16378" y="634"/>
                  </a:cubicBezTo>
                  <a:cubicBezTo>
                    <a:pt x="16345" y="534"/>
                    <a:pt x="16312" y="467"/>
                    <a:pt x="16212" y="434"/>
                  </a:cubicBezTo>
                  <a:cubicBezTo>
                    <a:pt x="13777" y="33"/>
                    <a:pt x="11241" y="33"/>
                    <a:pt x="88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1"/>
            <p:cNvSpPr/>
            <p:nvPr/>
          </p:nvSpPr>
          <p:spPr>
            <a:xfrm>
              <a:off x="4308154" y="3710787"/>
              <a:ext cx="193355" cy="8100"/>
            </a:xfrm>
            <a:custGeom>
              <a:rect b="b" l="l" r="r" t="t"/>
              <a:pathLst>
                <a:path extrusionOk="0" h="436" w="10408">
                  <a:moveTo>
                    <a:pt x="10207" y="0"/>
                  </a:moveTo>
                  <a:cubicBezTo>
                    <a:pt x="6838" y="0"/>
                    <a:pt x="3469" y="67"/>
                    <a:pt x="134" y="234"/>
                  </a:cubicBezTo>
                  <a:cubicBezTo>
                    <a:pt x="0" y="234"/>
                    <a:pt x="0" y="401"/>
                    <a:pt x="134" y="401"/>
                  </a:cubicBezTo>
                  <a:cubicBezTo>
                    <a:pt x="1315" y="424"/>
                    <a:pt x="2501" y="435"/>
                    <a:pt x="3690" y="435"/>
                  </a:cubicBezTo>
                  <a:cubicBezTo>
                    <a:pt x="5856" y="435"/>
                    <a:pt x="8032" y="399"/>
                    <a:pt x="10207" y="334"/>
                  </a:cubicBezTo>
                  <a:cubicBezTo>
                    <a:pt x="10408" y="334"/>
                    <a:pt x="10408" y="0"/>
                    <a:pt x="10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1"/>
            <p:cNvSpPr/>
            <p:nvPr/>
          </p:nvSpPr>
          <p:spPr>
            <a:xfrm>
              <a:off x="4313727" y="3752141"/>
              <a:ext cx="185924" cy="8731"/>
            </a:xfrm>
            <a:custGeom>
              <a:rect b="b" l="l" r="r" t="t"/>
              <a:pathLst>
                <a:path extrusionOk="0" h="470" w="10008">
                  <a:moveTo>
                    <a:pt x="8008" y="0"/>
                  </a:moveTo>
                  <a:cubicBezTo>
                    <a:pt x="5385" y="0"/>
                    <a:pt x="2748" y="55"/>
                    <a:pt x="134" y="109"/>
                  </a:cubicBezTo>
                  <a:cubicBezTo>
                    <a:pt x="0" y="109"/>
                    <a:pt x="0" y="343"/>
                    <a:pt x="134" y="343"/>
                  </a:cubicBezTo>
                  <a:cubicBezTo>
                    <a:pt x="1890" y="416"/>
                    <a:pt x="3667" y="469"/>
                    <a:pt x="5437" y="469"/>
                  </a:cubicBezTo>
                  <a:cubicBezTo>
                    <a:pt x="6893" y="469"/>
                    <a:pt x="8343" y="433"/>
                    <a:pt x="9774" y="343"/>
                  </a:cubicBezTo>
                  <a:cubicBezTo>
                    <a:pt x="10007" y="343"/>
                    <a:pt x="10007" y="9"/>
                    <a:pt x="9774" y="9"/>
                  </a:cubicBezTo>
                  <a:cubicBezTo>
                    <a:pt x="9186" y="3"/>
                    <a:pt x="8598" y="0"/>
                    <a:pt x="80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1"/>
            <p:cNvSpPr/>
            <p:nvPr/>
          </p:nvSpPr>
          <p:spPr>
            <a:xfrm>
              <a:off x="4315585" y="3843951"/>
              <a:ext cx="184066" cy="10292"/>
            </a:xfrm>
            <a:custGeom>
              <a:rect b="b" l="l" r="r" t="t"/>
              <a:pathLst>
                <a:path extrusionOk="0" h="554" w="9908">
                  <a:moveTo>
                    <a:pt x="6837" y="1"/>
                  </a:moveTo>
                  <a:cubicBezTo>
                    <a:pt x="4611" y="1"/>
                    <a:pt x="2364" y="111"/>
                    <a:pt x="167" y="204"/>
                  </a:cubicBezTo>
                  <a:cubicBezTo>
                    <a:pt x="0" y="204"/>
                    <a:pt x="0" y="438"/>
                    <a:pt x="167" y="438"/>
                  </a:cubicBezTo>
                  <a:cubicBezTo>
                    <a:pt x="1978" y="496"/>
                    <a:pt x="3821" y="553"/>
                    <a:pt x="5660" y="553"/>
                  </a:cubicBezTo>
                  <a:cubicBezTo>
                    <a:pt x="7006" y="553"/>
                    <a:pt x="8349" y="522"/>
                    <a:pt x="9674" y="438"/>
                  </a:cubicBezTo>
                  <a:cubicBezTo>
                    <a:pt x="9907" y="404"/>
                    <a:pt x="9907" y="104"/>
                    <a:pt x="9674" y="71"/>
                  </a:cubicBezTo>
                  <a:cubicBezTo>
                    <a:pt x="8736" y="21"/>
                    <a:pt x="7788" y="1"/>
                    <a:pt x="68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1"/>
            <p:cNvSpPr/>
            <p:nvPr/>
          </p:nvSpPr>
          <p:spPr>
            <a:xfrm>
              <a:off x="4316198" y="3794628"/>
              <a:ext cx="175650" cy="12577"/>
            </a:xfrm>
            <a:custGeom>
              <a:rect b="b" l="l" r="r" t="t"/>
              <a:pathLst>
                <a:path extrusionOk="0" h="677" w="9455">
                  <a:moveTo>
                    <a:pt x="1492" y="0"/>
                  </a:moveTo>
                  <a:cubicBezTo>
                    <a:pt x="1033" y="0"/>
                    <a:pt x="579" y="16"/>
                    <a:pt x="134" y="57"/>
                  </a:cubicBezTo>
                  <a:cubicBezTo>
                    <a:pt x="34" y="91"/>
                    <a:pt x="1" y="191"/>
                    <a:pt x="101" y="224"/>
                  </a:cubicBezTo>
                  <a:cubicBezTo>
                    <a:pt x="1702" y="524"/>
                    <a:pt x="3403" y="458"/>
                    <a:pt x="5038" y="524"/>
                  </a:cubicBezTo>
                  <a:cubicBezTo>
                    <a:pt x="5785" y="561"/>
                    <a:pt x="6611" y="677"/>
                    <a:pt x="7409" y="677"/>
                  </a:cubicBezTo>
                  <a:cubicBezTo>
                    <a:pt x="8071" y="677"/>
                    <a:pt x="8714" y="597"/>
                    <a:pt x="9274" y="324"/>
                  </a:cubicBezTo>
                  <a:cubicBezTo>
                    <a:pt x="9454" y="264"/>
                    <a:pt x="9364" y="14"/>
                    <a:pt x="9198" y="14"/>
                  </a:cubicBezTo>
                  <a:cubicBezTo>
                    <a:pt x="9180" y="14"/>
                    <a:pt x="9160" y="17"/>
                    <a:pt x="9141" y="24"/>
                  </a:cubicBezTo>
                  <a:cubicBezTo>
                    <a:pt x="8568" y="219"/>
                    <a:pt x="7925" y="280"/>
                    <a:pt x="7266" y="280"/>
                  </a:cubicBezTo>
                  <a:cubicBezTo>
                    <a:pt x="6351" y="280"/>
                    <a:pt x="5405" y="163"/>
                    <a:pt x="4571" y="124"/>
                  </a:cubicBezTo>
                  <a:cubicBezTo>
                    <a:pt x="3558" y="78"/>
                    <a:pt x="2514" y="0"/>
                    <a:pt x="1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121"/>
          <p:cNvGrpSpPr/>
          <p:nvPr/>
        </p:nvGrpSpPr>
        <p:grpSpPr>
          <a:xfrm>
            <a:off x="4407694" y="3328191"/>
            <a:ext cx="323981" cy="405279"/>
            <a:chOff x="4272819" y="3071368"/>
            <a:chExt cx="278885" cy="348867"/>
          </a:xfrm>
        </p:grpSpPr>
        <p:sp>
          <p:nvSpPr>
            <p:cNvPr id="6439" name="Google Shape;6439;p121"/>
            <p:cNvSpPr/>
            <p:nvPr/>
          </p:nvSpPr>
          <p:spPr>
            <a:xfrm>
              <a:off x="4278392" y="3080564"/>
              <a:ext cx="262779" cy="328450"/>
            </a:xfrm>
            <a:custGeom>
              <a:rect b="b" l="l" r="r" t="t"/>
              <a:pathLst>
                <a:path extrusionOk="0" h="17680" w="14145">
                  <a:moveTo>
                    <a:pt x="7702" y="1897"/>
                  </a:moveTo>
                  <a:cubicBezTo>
                    <a:pt x="9030" y="1897"/>
                    <a:pt x="10351" y="1937"/>
                    <a:pt x="11643" y="2035"/>
                  </a:cubicBezTo>
                  <a:cubicBezTo>
                    <a:pt x="11809" y="2068"/>
                    <a:pt x="11809" y="2268"/>
                    <a:pt x="11643" y="2268"/>
                  </a:cubicBezTo>
                  <a:cubicBezTo>
                    <a:pt x="10351" y="2367"/>
                    <a:pt x="9030" y="2406"/>
                    <a:pt x="7702" y="2406"/>
                  </a:cubicBezTo>
                  <a:cubicBezTo>
                    <a:pt x="5874" y="2406"/>
                    <a:pt x="4033" y="2332"/>
                    <a:pt x="2236" y="2235"/>
                  </a:cubicBezTo>
                  <a:cubicBezTo>
                    <a:pt x="2136" y="2235"/>
                    <a:pt x="2136" y="2068"/>
                    <a:pt x="2236" y="2068"/>
                  </a:cubicBezTo>
                  <a:cubicBezTo>
                    <a:pt x="4033" y="1972"/>
                    <a:pt x="5874" y="1897"/>
                    <a:pt x="7702" y="1897"/>
                  </a:cubicBezTo>
                  <a:close/>
                  <a:moveTo>
                    <a:pt x="5210" y="4204"/>
                  </a:moveTo>
                  <a:cubicBezTo>
                    <a:pt x="7276" y="4204"/>
                    <a:pt x="9379" y="4345"/>
                    <a:pt x="11376" y="4637"/>
                  </a:cubicBezTo>
                  <a:cubicBezTo>
                    <a:pt x="11509" y="4637"/>
                    <a:pt x="11476" y="4870"/>
                    <a:pt x="11342" y="4870"/>
                  </a:cubicBezTo>
                  <a:cubicBezTo>
                    <a:pt x="8307" y="4804"/>
                    <a:pt x="5238" y="4670"/>
                    <a:pt x="2236" y="4470"/>
                  </a:cubicBezTo>
                  <a:cubicBezTo>
                    <a:pt x="2102" y="4470"/>
                    <a:pt x="2102" y="4303"/>
                    <a:pt x="2236" y="4303"/>
                  </a:cubicBezTo>
                  <a:cubicBezTo>
                    <a:pt x="3208" y="4238"/>
                    <a:pt x="4205" y="4204"/>
                    <a:pt x="5210" y="4204"/>
                  </a:cubicBezTo>
                  <a:close/>
                  <a:moveTo>
                    <a:pt x="11105" y="6231"/>
                  </a:moveTo>
                  <a:cubicBezTo>
                    <a:pt x="11329" y="6231"/>
                    <a:pt x="11553" y="6233"/>
                    <a:pt x="11776" y="6238"/>
                  </a:cubicBezTo>
                  <a:cubicBezTo>
                    <a:pt x="11976" y="6238"/>
                    <a:pt x="11976" y="6571"/>
                    <a:pt x="11776" y="6571"/>
                  </a:cubicBezTo>
                  <a:cubicBezTo>
                    <a:pt x="10347" y="6692"/>
                    <a:pt x="8892" y="6744"/>
                    <a:pt x="7433" y="6744"/>
                  </a:cubicBezTo>
                  <a:cubicBezTo>
                    <a:pt x="5657" y="6744"/>
                    <a:pt x="3876" y="6666"/>
                    <a:pt x="2136" y="6538"/>
                  </a:cubicBezTo>
                  <a:cubicBezTo>
                    <a:pt x="2002" y="6538"/>
                    <a:pt x="2036" y="6338"/>
                    <a:pt x="2169" y="6338"/>
                  </a:cubicBezTo>
                  <a:cubicBezTo>
                    <a:pt x="2269" y="6371"/>
                    <a:pt x="2369" y="6371"/>
                    <a:pt x="2469" y="6371"/>
                  </a:cubicBezTo>
                  <a:cubicBezTo>
                    <a:pt x="2503" y="6405"/>
                    <a:pt x="2503" y="6471"/>
                    <a:pt x="2469" y="6505"/>
                  </a:cubicBezTo>
                  <a:cubicBezTo>
                    <a:pt x="3193" y="6346"/>
                    <a:pt x="3992" y="6308"/>
                    <a:pt x="4802" y="6308"/>
                  </a:cubicBezTo>
                  <a:cubicBezTo>
                    <a:pt x="5521" y="6308"/>
                    <a:pt x="6249" y="6338"/>
                    <a:pt x="6939" y="6338"/>
                  </a:cubicBezTo>
                  <a:cubicBezTo>
                    <a:pt x="8346" y="6309"/>
                    <a:pt x="9727" y="6231"/>
                    <a:pt x="11105" y="6231"/>
                  </a:cubicBezTo>
                  <a:close/>
                  <a:moveTo>
                    <a:pt x="2870" y="8606"/>
                  </a:moveTo>
                  <a:cubicBezTo>
                    <a:pt x="5572" y="8640"/>
                    <a:pt x="8340" y="8606"/>
                    <a:pt x="11009" y="8906"/>
                  </a:cubicBezTo>
                  <a:cubicBezTo>
                    <a:pt x="11176" y="8940"/>
                    <a:pt x="11176" y="9173"/>
                    <a:pt x="11009" y="9173"/>
                  </a:cubicBezTo>
                  <a:cubicBezTo>
                    <a:pt x="10642" y="9187"/>
                    <a:pt x="10272" y="9193"/>
                    <a:pt x="9902" y="9193"/>
                  </a:cubicBezTo>
                  <a:cubicBezTo>
                    <a:pt x="7579" y="9193"/>
                    <a:pt x="5200" y="8950"/>
                    <a:pt x="2870" y="8806"/>
                  </a:cubicBezTo>
                  <a:cubicBezTo>
                    <a:pt x="2770" y="8806"/>
                    <a:pt x="2736" y="8606"/>
                    <a:pt x="2870" y="8606"/>
                  </a:cubicBezTo>
                  <a:close/>
                  <a:moveTo>
                    <a:pt x="8766" y="11010"/>
                  </a:moveTo>
                  <a:cubicBezTo>
                    <a:pt x="9519" y="11010"/>
                    <a:pt x="10268" y="11028"/>
                    <a:pt x="11009" y="11075"/>
                  </a:cubicBezTo>
                  <a:cubicBezTo>
                    <a:pt x="11209" y="11108"/>
                    <a:pt x="11209" y="11375"/>
                    <a:pt x="11009" y="11375"/>
                  </a:cubicBezTo>
                  <a:cubicBezTo>
                    <a:pt x="9964" y="11467"/>
                    <a:pt x="8904" y="11497"/>
                    <a:pt x="7838" y="11497"/>
                  </a:cubicBezTo>
                  <a:cubicBezTo>
                    <a:pt x="6215" y="11497"/>
                    <a:pt x="4580" y="11428"/>
                    <a:pt x="2970" y="11408"/>
                  </a:cubicBezTo>
                  <a:cubicBezTo>
                    <a:pt x="2836" y="11408"/>
                    <a:pt x="2836" y="11175"/>
                    <a:pt x="2970" y="11175"/>
                  </a:cubicBezTo>
                  <a:cubicBezTo>
                    <a:pt x="4888" y="11127"/>
                    <a:pt x="6841" y="11010"/>
                    <a:pt x="8766" y="11010"/>
                  </a:cubicBezTo>
                  <a:close/>
                  <a:moveTo>
                    <a:pt x="10335" y="12838"/>
                  </a:moveTo>
                  <a:cubicBezTo>
                    <a:pt x="10449" y="12838"/>
                    <a:pt x="10562" y="12840"/>
                    <a:pt x="10675" y="12843"/>
                  </a:cubicBezTo>
                  <a:cubicBezTo>
                    <a:pt x="10875" y="12843"/>
                    <a:pt x="10909" y="13109"/>
                    <a:pt x="10742" y="13143"/>
                  </a:cubicBezTo>
                  <a:cubicBezTo>
                    <a:pt x="9358" y="13387"/>
                    <a:pt x="7812" y="13532"/>
                    <a:pt x="6301" y="13532"/>
                  </a:cubicBezTo>
                  <a:cubicBezTo>
                    <a:pt x="5337" y="13532"/>
                    <a:pt x="4387" y="13473"/>
                    <a:pt x="3503" y="13343"/>
                  </a:cubicBezTo>
                  <a:cubicBezTo>
                    <a:pt x="3437" y="13343"/>
                    <a:pt x="3437" y="13210"/>
                    <a:pt x="3503" y="13210"/>
                  </a:cubicBezTo>
                  <a:cubicBezTo>
                    <a:pt x="4604" y="13043"/>
                    <a:pt x="5738" y="13076"/>
                    <a:pt x="6839" y="13043"/>
                  </a:cubicBezTo>
                  <a:cubicBezTo>
                    <a:pt x="7994" y="12982"/>
                    <a:pt x="9176" y="12838"/>
                    <a:pt x="10335" y="12838"/>
                  </a:cubicBezTo>
                  <a:close/>
                  <a:moveTo>
                    <a:pt x="11242" y="15044"/>
                  </a:moveTo>
                  <a:cubicBezTo>
                    <a:pt x="11476" y="15044"/>
                    <a:pt x="11476" y="15411"/>
                    <a:pt x="11242" y="15411"/>
                  </a:cubicBezTo>
                  <a:cubicBezTo>
                    <a:pt x="8374" y="15645"/>
                    <a:pt x="5505" y="15645"/>
                    <a:pt x="2670" y="15678"/>
                  </a:cubicBezTo>
                  <a:cubicBezTo>
                    <a:pt x="2503" y="15678"/>
                    <a:pt x="2503" y="15444"/>
                    <a:pt x="2670" y="15411"/>
                  </a:cubicBezTo>
                  <a:cubicBezTo>
                    <a:pt x="5505" y="15244"/>
                    <a:pt x="8374" y="15044"/>
                    <a:pt x="11242" y="15044"/>
                  </a:cubicBezTo>
                  <a:close/>
                  <a:moveTo>
                    <a:pt x="1" y="0"/>
                  </a:moveTo>
                  <a:lnTo>
                    <a:pt x="1" y="0"/>
                  </a:lnTo>
                  <a:cubicBezTo>
                    <a:pt x="1002" y="5804"/>
                    <a:pt x="1202" y="11775"/>
                    <a:pt x="1369" y="17646"/>
                  </a:cubicBezTo>
                  <a:cubicBezTo>
                    <a:pt x="3149" y="17550"/>
                    <a:pt x="4929" y="17500"/>
                    <a:pt x="6709" y="17500"/>
                  </a:cubicBezTo>
                  <a:cubicBezTo>
                    <a:pt x="8631" y="17500"/>
                    <a:pt x="10554" y="17558"/>
                    <a:pt x="12477" y="17679"/>
                  </a:cubicBezTo>
                  <a:cubicBezTo>
                    <a:pt x="12543" y="11909"/>
                    <a:pt x="13310" y="6071"/>
                    <a:pt x="14111" y="367"/>
                  </a:cubicBezTo>
                  <a:lnTo>
                    <a:pt x="14144" y="367"/>
                  </a:lnTo>
                  <a:cubicBezTo>
                    <a:pt x="11809" y="234"/>
                    <a:pt x="9474" y="133"/>
                    <a:pt x="7173" y="100"/>
                  </a:cubicBezTo>
                  <a:cubicBezTo>
                    <a:pt x="6942" y="97"/>
                    <a:pt x="6710" y="96"/>
                    <a:pt x="6477" y="96"/>
                  </a:cubicBezTo>
                  <a:cubicBezTo>
                    <a:pt x="5355" y="96"/>
                    <a:pt x="4221" y="127"/>
                    <a:pt x="3090" y="127"/>
                  </a:cubicBezTo>
                  <a:cubicBezTo>
                    <a:pt x="2055" y="127"/>
                    <a:pt x="1022" y="10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1"/>
            <p:cNvSpPr/>
            <p:nvPr/>
          </p:nvSpPr>
          <p:spPr>
            <a:xfrm>
              <a:off x="4272819" y="3071368"/>
              <a:ext cx="278885" cy="348867"/>
            </a:xfrm>
            <a:custGeom>
              <a:rect b="b" l="l" r="r" t="t"/>
              <a:pathLst>
                <a:path extrusionOk="0" h="18779" w="15012">
                  <a:moveTo>
                    <a:pt x="301" y="528"/>
                  </a:moveTo>
                  <a:lnTo>
                    <a:pt x="301" y="528"/>
                  </a:lnTo>
                  <a:cubicBezTo>
                    <a:pt x="1226" y="607"/>
                    <a:pt x="2162" y="629"/>
                    <a:pt x="3099" y="629"/>
                  </a:cubicBezTo>
                  <a:cubicBezTo>
                    <a:pt x="4330" y="629"/>
                    <a:pt x="5565" y="591"/>
                    <a:pt x="6785" y="591"/>
                  </a:cubicBezTo>
                  <a:cubicBezTo>
                    <a:pt x="7015" y="591"/>
                    <a:pt x="7244" y="592"/>
                    <a:pt x="7473" y="595"/>
                  </a:cubicBezTo>
                  <a:cubicBezTo>
                    <a:pt x="9774" y="628"/>
                    <a:pt x="12109" y="729"/>
                    <a:pt x="14411" y="862"/>
                  </a:cubicBezTo>
                  <a:cubicBezTo>
                    <a:pt x="13610" y="6566"/>
                    <a:pt x="12843" y="12404"/>
                    <a:pt x="12777" y="18208"/>
                  </a:cubicBezTo>
                  <a:cubicBezTo>
                    <a:pt x="10713" y="18078"/>
                    <a:pt x="8649" y="18010"/>
                    <a:pt x="6585" y="18010"/>
                  </a:cubicBezTo>
                  <a:cubicBezTo>
                    <a:pt x="4946" y="18010"/>
                    <a:pt x="3307" y="18052"/>
                    <a:pt x="1669" y="18141"/>
                  </a:cubicBezTo>
                  <a:cubicBezTo>
                    <a:pt x="1502" y="12270"/>
                    <a:pt x="1302" y="6299"/>
                    <a:pt x="301" y="528"/>
                  </a:cubicBezTo>
                  <a:close/>
                  <a:moveTo>
                    <a:pt x="4784" y="1"/>
                  </a:moveTo>
                  <a:cubicBezTo>
                    <a:pt x="3264" y="1"/>
                    <a:pt x="1735" y="56"/>
                    <a:pt x="234" y="295"/>
                  </a:cubicBezTo>
                  <a:cubicBezTo>
                    <a:pt x="201" y="295"/>
                    <a:pt x="168" y="328"/>
                    <a:pt x="168" y="362"/>
                  </a:cubicBezTo>
                  <a:cubicBezTo>
                    <a:pt x="67" y="362"/>
                    <a:pt x="1" y="428"/>
                    <a:pt x="1" y="528"/>
                  </a:cubicBezTo>
                  <a:cubicBezTo>
                    <a:pt x="268" y="6499"/>
                    <a:pt x="901" y="12437"/>
                    <a:pt x="1102" y="18441"/>
                  </a:cubicBezTo>
                  <a:cubicBezTo>
                    <a:pt x="1102" y="18608"/>
                    <a:pt x="1202" y="18741"/>
                    <a:pt x="1368" y="18741"/>
                  </a:cubicBezTo>
                  <a:cubicBezTo>
                    <a:pt x="3229" y="18645"/>
                    <a:pt x="5081" y="18595"/>
                    <a:pt x="6930" y="18595"/>
                  </a:cubicBezTo>
                  <a:cubicBezTo>
                    <a:pt x="8926" y="18595"/>
                    <a:pt x="10918" y="18654"/>
                    <a:pt x="12910" y="18775"/>
                  </a:cubicBezTo>
                  <a:cubicBezTo>
                    <a:pt x="12925" y="18777"/>
                    <a:pt x="12940" y="18778"/>
                    <a:pt x="12954" y="18778"/>
                  </a:cubicBezTo>
                  <a:cubicBezTo>
                    <a:pt x="13156" y="18778"/>
                    <a:pt x="13239" y="18564"/>
                    <a:pt x="13177" y="18408"/>
                  </a:cubicBezTo>
                  <a:cubicBezTo>
                    <a:pt x="13210" y="18375"/>
                    <a:pt x="13210" y="18341"/>
                    <a:pt x="13210" y="18274"/>
                  </a:cubicBezTo>
                  <a:cubicBezTo>
                    <a:pt x="13844" y="12537"/>
                    <a:pt x="14211" y="6766"/>
                    <a:pt x="14978" y="1029"/>
                  </a:cubicBezTo>
                  <a:cubicBezTo>
                    <a:pt x="15011" y="895"/>
                    <a:pt x="14945" y="795"/>
                    <a:pt x="14878" y="729"/>
                  </a:cubicBezTo>
                  <a:cubicBezTo>
                    <a:pt x="14945" y="562"/>
                    <a:pt x="14878" y="328"/>
                    <a:pt x="14645" y="295"/>
                  </a:cubicBezTo>
                  <a:cubicBezTo>
                    <a:pt x="12176" y="128"/>
                    <a:pt x="9674" y="61"/>
                    <a:pt x="7206" y="28"/>
                  </a:cubicBezTo>
                  <a:cubicBezTo>
                    <a:pt x="6405" y="16"/>
                    <a:pt x="5596" y="1"/>
                    <a:pt x="4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1"/>
            <p:cNvSpPr/>
            <p:nvPr/>
          </p:nvSpPr>
          <p:spPr>
            <a:xfrm>
              <a:off x="4315585" y="3196432"/>
              <a:ext cx="185311" cy="9437"/>
            </a:xfrm>
            <a:custGeom>
              <a:rect b="b" l="l" r="r" t="t"/>
              <a:pathLst>
                <a:path extrusionOk="0" h="508" w="9975">
                  <a:moveTo>
                    <a:pt x="9774" y="1"/>
                  </a:moveTo>
                  <a:cubicBezTo>
                    <a:pt x="8173" y="1"/>
                    <a:pt x="6538" y="68"/>
                    <a:pt x="4937" y="101"/>
                  </a:cubicBezTo>
                  <a:cubicBezTo>
                    <a:pt x="4247" y="101"/>
                    <a:pt x="3519" y="71"/>
                    <a:pt x="2800" y="71"/>
                  </a:cubicBezTo>
                  <a:cubicBezTo>
                    <a:pt x="1990" y="71"/>
                    <a:pt x="1191" y="109"/>
                    <a:pt x="467" y="268"/>
                  </a:cubicBezTo>
                  <a:cubicBezTo>
                    <a:pt x="501" y="234"/>
                    <a:pt x="501" y="168"/>
                    <a:pt x="467" y="168"/>
                  </a:cubicBezTo>
                  <a:cubicBezTo>
                    <a:pt x="367" y="134"/>
                    <a:pt x="267" y="134"/>
                    <a:pt x="167" y="101"/>
                  </a:cubicBezTo>
                  <a:cubicBezTo>
                    <a:pt x="34" y="101"/>
                    <a:pt x="0" y="301"/>
                    <a:pt x="134" y="301"/>
                  </a:cubicBezTo>
                  <a:cubicBezTo>
                    <a:pt x="1874" y="429"/>
                    <a:pt x="3655" y="507"/>
                    <a:pt x="5431" y="507"/>
                  </a:cubicBezTo>
                  <a:cubicBezTo>
                    <a:pt x="6890" y="507"/>
                    <a:pt x="8345" y="455"/>
                    <a:pt x="9774" y="334"/>
                  </a:cubicBezTo>
                  <a:cubicBezTo>
                    <a:pt x="9974" y="334"/>
                    <a:pt x="9974" y="1"/>
                    <a:pt x="9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1"/>
            <p:cNvSpPr/>
            <p:nvPr/>
          </p:nvSpPr>
          <p:spPr>
            <a:xfrm>
              <a:off x="4318055" y="3115991"/>
              <a:ext cx="179737" cy="9270"/>
            </a:xfrm>
            <a:custGeom>
              <a:rect b="b" l="l" r="r" t="t"/>
              <a:pathLst>
                <a:path extrusionOk="0" h="499" w="9675">
                  <a:moveTo>
                    <a:pt x="5793" y="0"/>
                  </a:moveTo>
                  <a:cubicBezTo>
                    <a:pt x="3891" y="0"/>
                    <a:pt x="1972" y="81"/>
                    <a:pt x="101" y="161"/>
                  </a:cubicBezTo>
                  <a:cubicBezTo>
                    <a:pt x="1" y="161"/>
                    <a:pt x="1" y="328"/>
                    <a:pt x="101" y="328"/>
                  </a:cubicBezTo>
                  <a:cubicBezTo>
                    <a:pt x="1898" y="425"/>
                    <a:pt x="3739" y="499"/>
                    <a:pt x="5567" y="499"/>
                  </a:cubicBezTo>
                  <a:cubicBezTo>
                    <a:pt x="6895" y="499"/>
                    <a:pt x="8216" y="460"/>
                    <a:pt x="9508" y="361"/>
                  </a:cubicBezTo>
                  <a:cubicBezTo>
                    <a:pt x="9674" y="361"/>
                    <a:pt x="9674" y="161"/>
                    <a:pt x="9508" y="128"/>
                  </a:cubicBezTo>
                  <a:cubicBezTo>
                    <a:pt x="8289" y="35"/>
                    <a:pt x="7045" y="0"/>
                    <a:pt x="5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1"/>
            <p:cNvSpPr/>
            <p:nvPr/>
          </p:nvSpPr>
          <p:spPr>
            <a:xfrm>
              <a:off x="4318055" y="3158664"/>
              <a:ext cx="174164" cy="12391"/>
            </a:xfrm>
            <a:custGeom>
              <a:rect b="b" l="l" r="r" t="t"/>
              <a:pathLst>
                <a:path extrusionOk="0" h="667" w="9375">
                  <a:moveTo>
                    <a:pt x="3075" y="0"/>
                  </a:moveTo>
                  <a:cubicBezTo>
                    <a:pt x="2070" y="0"/>
                    <a:pt x="1073" y="34"/>
                    <a:pt x="101" y="99"/>
                  </a:cubicBezTo>
                  <a:cubicBezTo>
                    <a:pt x="1" y="99"/>
                    <a:pt x="1" y="266"/>
                    <a:pt x="101" y="266"/>
                  </a:cubicBezTo>
                  <a:cubicBezTo>
                    <a:pt x="3103" y="466"/>
                    <a:pt x="6172" y="600"/>
                    <a:pt x="9207" y="666"/>
                  </a:cubicBezTo>
                  <a:cubicBezTo>
                    <a:pt x="9341" y="666"/>
                    <a:pt x="9374" y="433"/>
                    <a:pt x="9241" y="433"/>
                  </a:cubicBezTo>
                  <a:cubicBezTo>
                    <a:pt x="7244" y="141"/>
                    <a:pt x="5141" y="0"/>
                    <a:pt x="3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1"/>
            <p:cNvSpPr/>
            <p:nvPr/>
          </p:nvSpPr>
          <p:spPr>
            <a:xfrm>
              <a:off x="4324873" y="3360044"/>
              <a:ext cx="166714" cy="11778"/>
            </a:xfrm>
            <a:custGeom>
              <a:rect b="b" l="l" r="r" t="t"/>
              <a:pathLst>
                <a:path extrusionOk="0" h="634" w="8974">
                  <a:moveTo>
                    <a:pt x="8740" y="0"/>
                  </a:moveTo>
                  <a:cubicBezTo>
                    <a:pt x="5872" y="0"/>
                    <a:pt x="3003" y="200"/>
                    <a:pt x="168" y="367"/>
                  </a:cubicBezTo>
                  <a:cubicBezTo>
                    <a:pt x="1" y="400"/>
                    <a:pt x="1" y="634"/>
                    <a:pt x="168" y="634"/>
                  </a:cubicBezTo>
                  <a:cubicBezTo>
                    <a:pt x="3003" y="601"/>
                    <a:pt x="5872" y="601"/>
                    <a:pt x="8740" y="367"/>
                  </a:cubicBezTo>
                  <a:cubicBezTo>
                    <a:pt x="8974" y="367"/>
                    <a:pt x="8974" y="0"/>
                    <a:pt x="8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1"/>
            <p:cNvSpPr/>
            <p:nvPr/>
          </p:nvSpPr>
          <p:spPr>
            <a:xfrm>
              <a:off x="4329221" y="3240442"/>
              <a:ext cx="156794" cy="10924"/>
            </a:xfrm>
            <a:custGeom>
              <a:rect b="b" l="l" r="r" t="t"/>
              <a:pathLst>
                <a:path extrusionOk="0" h="588" w="8440">
                  <a:moveTo>
                    <a:pt x="134" y="0"/>
                  </a:moveTo>
                  <a:cubicBezTo>
                    <a:pt x="0" y="0"/>
                    <a:pt x="34" y="200"/>
                    <a:pt x="134" y="200"/>
                  </a:cubicBezTo>
                  <a:cubicBezTo>
                    <a:pt x="2464" y="344"/>
                    <a:pt x="4843" y="587"/>
                    <a:pt x="7166" y="587"/>
                  </a:cubicBezTo>
                  <a:cubicBezTo>
                    <a:pt x="7536" y="587"/>
                    <a:pt x="7906" y="581"/>
                    <a:pt x="8273" y="567"/>
                  </a:cubicBezTo>
                  <a:cubicBezTo>
                    <a:pt x="8440" y="534"/>
                    <a:pt x="8440" y="334"/>
                    <a:pt x="8273" y="300"/>
                  </a:cubicBezTo>
                  <a:cubicBezTo>
                    <a:pt x="5604" y="0"/>
                    <a:pt x="2836" y="34"/>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1"/>
            <p:cNvSpPr/>
            <p:nvPr/>
          </p:nvSpPr>
          <p:spPr>
            <a:xfrm>
              <a:off x="4331078" y="3285307"/>
              <a:ext cx="155549" cy="9010"/>
            </a:xfrm>
            <a:custGeom>
              <a:rect b="b" l="l" r="r" t="t"/>
              <a:pathLst>
                <a:path extrusionOk="0" h="485" w="8373">
                  <a:moveTo>
                    <a:pt x="5642" y="0"/>
                  </a:moveTo>
                  <a:cubicBezTo>
                    <a:pt x="3810" y="0"/>
                    <a:pt x="1956" y="108"/>
                    <a:pt x="134" y="154"/>
                  </a:cubicBezTo>
                  <a:cubicBezTo>
                    <a:pt x="0" y="154"/>
                    <a:pt x="0" y="387"/>
                    <a:pt x="134" y="387"/>
                  </a:cubicBezTo>
                  <a:cubicBezTo>
                    <a:pt x="1836" y="409"/>
                    <a:pt x="3565" y="484"/>
                    <a:pt x="5278" y="484"/>
                  </a:cubicBezTo>
                  <a:cubicBezTo>
                    <a:pt x="6251" y="484"/>
                    <a:pt x="7218" y="460"/>
                    <a:pt x="8173" y="387"/>
                  </a:cubicBezTo>
                  <a:cubicBezTo>
                    <a:pt x="8373" y="354"/>
                    <a:pt x="8373" y="87"/>
                    <a:pt x="8173" y="87"/>
                  </a:cubicBezTo>
                  <a:cubicBezTo>
                    <a:pt x="7338" y="24"/>
                    <a:pt x="6492" y="0"/>
                    <a:pt x="5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1"/>
            <p:cNvSpPr/>
            <p:nvPr/>
          </p:nvSpPr>
          <p:spPr>
            <a:xfrm>
              <a:off x="4342225" y="3319062"/>
              <a:ext cx="138830" cy="12893"/>
            </a:xfrm>
            <a:custGeom>
              <a:rect b="b" l="l" r="r" t="t"/>
              <a:pathLst>
                <a:path extrusionOk="0" h="694" w="7473">
                  <a:moveTo>
                    <a:pt x="6925" y="0"/>
                  </a:moveTo>
                  <a:cubicBezTo>
                    <a:pt x="5745" y="0"/>
                    <a:pt x="4588" y="144"/>
                    <a:pt x="3403" y="205"/>
                  </a:cubicBezTo>
                  <a:cubicBezTo>
                    <a:pt x="2302" y="238"/>
                    <a:pt x="1168" y="205"/>
                    <a:pt x="67" y="372"/>
                  </a:cubicBezTo>
                  <a:cubicBezTo>
                    <a:pt x="1" y="405"/>
                    <a:pt x="1" y="505"/>
                    <a:pt x="67" y="505"/>
                  </a:cubicBezTo>
                  <a:cubicBezTo>
                    <a:pt x="951" y="635"/>
                    <a:pt x="1901" y="694"/>
                    <a:pt x="2865" y="694"/>
                  </a:cubicBezTo>
                  <a:cubicBezTo>
                    <a:pt x="4376" y="694"/>
                    <a:pt x="5922" y="549"/>
                    <a:pt x="7306" y="305"/>
                  </a:cubicBezTo>
                  <a:cubicBezTo>
                    <a:pt x="7473" y="271"/>
                    <a:pt x="7439" y="5"/>
                    <a:pt x="7273" y="5"/>
                  </a:cubicBezTo>
                  <a:cubicBezTo>
                    <a:pt x="7156" y="2"/>
                    <a:pt x="7041" y="0"/>
                    <a:pt x="6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121"/>
          <p:cNvGrpSpPr/>
          <p:nvPr/>
        </p:nvGrpSpPr>
        <p:grpSpPr>
          <a:xfrm>
            <a:off x="4319879" y="1786669"/>
            <a:ext cx="378690" cy="390582"/>
            <a:chOff x="4197227" y="1744415"/>
            <a:chExt cx="325979" cy="336216"/>
          </a:xfrm>
        </p:grpSpPr>
        <p:sp>
          <p:nvSpPr>
            <p:cNvPr id="6449" name="Google Shape;6449;p121"/>
            <p:cNvSpPr/>
            <p:nvPr/>
          </p:nvSpPr>
          <p:spPr>
            <a:xfrm>
              <a:off x="4202188" y="1755598"/>
              <a:ext cx="301178" cy="309910"/>
            </a:xfrm>
            <a:custGeom>
              <a:rect b="b" l="l" r="r" t="t"/>
              <a:pathLst>
                <a:path extrusionOk="0" h="16682" w="16212">
                  <a:moveTo>
                    <a:pt x="7816" y="1"/>
                  </a:moveTo>
                  <a:cubicBezTo>
                    <a:pt x="6456" y="1"/>
                    <a:pt x="5097" y="356"/>
                    <a:pt x="3903" y="1104"/>
                  </a:cubicBezTo>
                  <a:cubicBezTo>
                    <a:pt x="2802" y="1805"/>
                    <a:pt x="1968" y="2739"/>
                    <a:pt x="1368" y="3773"/>
                  </a:cubicBezTo>
                  <a:cubicBezTo>
                    <a:pt x="67" y="6041"/>
                    <a:pt x="0" y="8943"/>
                    <a:pt x="1301" y="11445"/>
                  </a:cubicBezTo>
                  <a:cubicBezTo>
                    <a:pt x="1768" y="12312"/>
                    <a:pt x="2335" y="13079"/>
                    <a:pt x="3036" y="13747"/>
                  </a:cubicBezTo>
                  <a:cubicBezTo>
                    <a:pt x="3069" y="13747"/>
                    <a:pt x="3102" y="13747"/>
                    <a:pt x="3136" y="13780"/>
                  </a:cubicBezTo>
                  <a:cubicBezTo>
                    <a:pt x="3202" y="13880"/>
                    <a:pt x="3302" y="13980"/>
                    <a:pt x="3402" y="14080"/>
                  </a:cubicBezTo>
                  <a:cubicBezTo>
                    <a:pt x="3903" y="14480"/>
                    <a:pt x="4470" y="14847"/>
                    <a:pt x="5070" y="15148"/>
                  </a:cubicBezTo>
                  <a:cubicBezTo>
                    <a:pt x="5959" y="15554"/>
                    <a:pt x="6820" y="15716"/>
                    <a:pt x="7682" y="15716"/>
                  </a:cubicBezTo>
                  <a:cubicBezTo>
                    <a:pt x="8729" y="15716"/>
                    <a:pt x="9777" y="15477"/>
                    <a:pt x="10874" y="15148"/>
                  </a:cubicBezTo>
                  <a:cubicBezTo>
                    <a:pt x="10874" y="15061"/>
                    <a:pt x="10925" y="14974"/>
                    <a:pt x="11025" y="14974"/>
                  </a:cubicBezTo>
                  <a:cubicBezTo>
                    <a:pt x="11040" y="14974"/>
                    <a:pt x="11057" y="14976"/>
                    <a:pt x="11075" y="14981"/>
                  </a:cubicBezTo>
                  <a:cubicBezTo>
                    <a:pt x="11408" y="15081"/>
                    <a:pt x="11742" y="15181"/>
                    <a:pt x="12075" y="15314"/>
                  </a:cubicBezTo>
                  <a:cubicBezTo>
                    <a:pt x="13176" y="15715"/>
                    <a:pt x="14277" y="16215"/>
                    <a:pt x="15344" y="16682"/>
                  </a:cubicBezTo>
                  <a:cubicBezTo>
                    <a:pt x="14944" y="15481"/>
                    <a:pt x="14477" y="14314"/>
                    <a:pt x="14043" y="13113"/>
                  </a:cubicBezTo>
                  <a:cubicBezTo>
                    <a:pt x="13877" y="13079"/>
                    <a:pt x="13710" y="12913"/>
                    <a:pt x="13877" y="12712"/>
                  </a:cubicBezTo>
                  <a:cubicBezTo>
                    <a:pt x="16145" y="9710"/>
                    <a:pt x="16212" y="5207"/>
                    <a:pt x="13510" y="2405"/>
                  </a:cubicBezTo>
                  <a:cubicBezTo>
                    <a:pt x="12012" y="847"/>
                    <a:pt x="9913" y="1"/>
                    <a:pt x="7816"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1"/>
            <p:cNvSpPr/>
            <p:nvPr/>
          </p:nvSpPr>
          <p:spPr>
            <a:xfrm>
              <a:off x="4217663" y="1744415"/>
              <a:ext cx="305544" cy="336216"/>
            </a:xfrm>
            <a:custGeom>
              <a:rect b="b" l="l" r="r" t="t"/>
              <a:pathLst>
                <a:path extrusionOk="0" h="18098" w="16447">
                  <a:moveTo>
                    <a:pt x="14611" y="4775"/>
                  </a:moveTo>
                  <a:cubicBezTo>
                    <a:pt x="14778" y="5109"/>
                    <a:pt x="14912" y="5442"/>
                    <a:pt x="15045" y="5809"/>
                  </a:cubicBezTo>
                  <a:cubicBezTo>
                    <a:pt x="15012" y="5809"/>
                    <a:pt x="15012" y="5842"/>
                    <a:pt x="14978" y="5876"/>
                  </a:cubicBezTo>
                  <a:cubicBezTo>
                    <a:pt x="14878" y="5509"/>
                    <a:pt x="14745" y="5142"/>
                    <a:pt x="14611" y="4775"/>
                  </a:cubicBezTo>
                  <a:close/>
                  <a:moveTo>
                    <a:pt x="14144" y="14349"/>
                  </a:moveTo>
                  <a:cubicBezTo>
                    <a:pt x="14278" y="14649"/>
                    <a:pt x="14378" y="14949"/>
                    <a:pt x="14478" y="15249"/>
                  </a:cubicBezTo>
                  <a:cubicBezTo>
                    <a:pt x="14478" y="15283"/>
                    <a:pt x="14478" y="15283"/>
                    <a:pt x="14478" y="15316"/>
                  </a:cubicBezTo>
                  <a:cubicBezTo>
                    <a:pt x="14378" y="15016"/>
                    <a:pt x="14244" y="14715"/>
                    <a:pt x="14144" y="14415"/>
                  </a:cubicBezTo>
                  <a:cubicBezTo>
                    <a:pt x="14144" y="14382"/>
                    <a:pt x="14144" y="14349"/>
                    <a:pt x="14144" y="14349"/>
                  </a:cubicBezTo>
                  <a:close/>
                  <a:moveTo>
                    <a:pt x="6957" y="1"/>
                  </a:moveTo>
                  <a:cubicBezTo>
                    <a:pt x="4085" y="1"/>
                    <a:pt x="1460" y="1677"/>
                    <a:pt x="1" y="4141"/>
                  </a:cubicBezTo>
                  <a:lnTo>
                    <a:pt x="535" y="4375"/>
                  </a:lnTo>
                  <a:cubicBezTo>
                    <a:pt x="1135" y="3341"/>
                    <a:pt x="1969" y="2440"/>
                    <a:pt x="3070" y="1739"/>
                  </a:cubicBezTo>
                  <a:cubicBezTo>
                    <a:pt x="4252" y="978"/>
                    <a:pt x="5609" y="619"/>
                    <a:pt x="6972" y="619"/>
                  </a:cubicBezTo>
                  <a:cubicBezTo>
                    <a:pt x="9070" y="619"/>
                    <a:pt x="11180" y="1470"/>
                    <a:pt x="12677" y="3007"/>
                  </a:cubicBezTo>
                  <a:cubicBezTo>
                    <a:pt x="15379" y="5809"/>
                    <a:pt x="15312" y="10312"/>
                    <a:pt x="13010" y="13314"/>
                  </a:cubicBezTo>
                  <a:cubicBezTo>
                    <a:pt x="12877" y="13515"/>
                    <a:pt x="13010" y="13681"/>
                    <a:pt x="13210" y="13748"/>
                  </a:cubicBezTo>
                  <a:cubicBezTo>
                    <a:pt x="13644" y="14916"/>
                    <a:pt x="14111" y="16083"/>
                    <a:pt x="14511" y="17284"/>
                  </a:cubicBezTo>
                  <a:cubicBezTo>
                    <a:pt x="13444" y="16817"/>
                    <a:pt x="12343" y="16317"/>
                    <a:pt x="11242" y="15916"/>
                  </a:cubicBezTo>
                  <a:lnTo>
                    <a:pt x="11076" y="16383"/>
                  </a:lnTo>
                  <a:cubicBezTo>
                    <a:pt x="12310" y="16984"/>
                    <a:pt x="13577" y="17517"/>
                    <a:pt x="14812" y="18051"/>
                  </a:cubicBezTo>
                  <a:cubicBezTo>
                    <a:pt x="14845" y="18068"/>
                    <a:pt x="14878" y="18076"/>
                    <a:pt x="14912" y="18076"/>
                  </a:cubicBezTo>
                  <a:cubicBezTo>
                    <a:pt x="14945" y="18076"/>
                    <a:pt x="14978" y="18068"/>
                    <a:pt x="15012" y="18051"/>
                  </a:cubicBezTo>
                  <a:cubicBezTo>
                    <a:pt x="15057" y="18081"/>
                    <a:pt x="15108" y="18098"/>
                    <a:pt x="15158" y="18098"/>
                  </a:cubicBezTo>
                  <a:cubicBezTo>
                    <a:pt x="15218" y="18098"/>
                    <a:pt x="15275" y="18073"/>
                    <a:pt x="15312" y="18018"/>
                  </a:cubicBezTo>
                  <a:cubicBezTo>
                    <a:pt x="15645" y="17284"/>
                    <a:pt x="15545" y="16750"/>
                    <a:pt x="15312" y="15983"/>
                  </a:cubicBezTo>
                  <a:cubicBezTo>
                    <a:pt x="15078" y="15149"/>
                    <a:pt x="14778" y="14315"/>
                    <a:pt x="14511" y="13481"/>
                  </a:cubicBezTo>
                  <a:cubicBezTo>
                    <a:pt x="16346" y="11446"/>
                    <a:pt x="16446" y="7710"/>
                    <a:pt x="15479" y="5342"/>
                  </a:cubicBezTo>
                  <a:cubicBezTo>
                    <a:pt x="14378" y="2640"/>
                    <a:pt x="11943" y="705"/>
                    <a:pt x="9074" y="272"/>
                  </a:cubicBezTo>
                  <a:cubicBezTo>
                    <a:pt x="8440" y="138"/>
                    <a:pt x="7840" y="38"/>
                    <a:pt x="7206" y="5"/>
                  </a:cubicBezTo>
                  <a:cubicBezTo>
                    <a:pt x="7123" y="2"/>
                    <a:pt x="7040" y="1"/>
                    <a:pt x="6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1"/>
            <p:cNvSpPr/>
            <p:nvPr/>
          </p:nvSpPr>
          <p:spPr>
            <a:xfrm>
              <a:off x="4197227" y="1821344"/>
              <a:ext cx="229302" cy="252951"/>
            </a:xfrm>
            <a:custGeom>
              <a:rect b="b" l="l" r="r" t="t"/>
              <a:pathLst>
                <a:path extrusionOk="0" h="13616" w="12343">
                  <a:moveTo>
                    <a:pt x="1134" y="0"/>
                  </a:moveTo>
                  <a:cubicBezTo>
                    <a:pt x="1068" y="67"/>
                    <a:pt x="1034" y="167"/>
                    <a:pt x="1001" y="234"/>
                  </a:cubicBezTo>
                  <a:cubicBezTo>
                    <a:pt x="300" y="1535"/>
                    <a:pt x="0" y="2936"/>
                    <a:pt x="67" y="4337"/>
                  </a:cubicBezTo>
                  <a:cubicBezTo>
                    <a:pt x="67" y="4337"/>
                    <a:pt x="67" y="4370"/>
                    <a:pt x="67" y="4370"/>
                  </a:cubicBezTo>
                  <a:cubicBezTo>
                    <a:pt x="67" y="7472"/>
                    <a:pt x="1334" y="10708"/>
                    <a:pt x="3970" y="12476"/>
                  </a:cubicBezTo>
                  <a:cubicBezTo>
                    <a:pt x="5064" y="13222"/>
                    <a:pt x="6325" y="13616"/>
                    <a:pt x="7574" y="13616"/>
                  </a:cubicBezTo>
                  <a:cubicBezTo>
                    <a:pt x="8000" y="13616"/>
                    <a:pt x="8424" y="13570"/>
                    <a:pt x="8840" y="13477"/>
                  </a:cubicBezTo>
                  <a:cubicBezTo>
                    <a:pt x="9974" y="13376"/>
                    <a:pt x="11108" y="12976"/>
                    <a:pt x="12042" y="12442"/>
                  </a:cubicBezTo>
                  <a:cubicBezTo>
                    <a:pt x="12142" y="12409"/>
                    <a:pt x="12176" y="12309"/>
                    <a:pt x="12176" y="12242"/>
                  </a:cubicBezTo>
                  <a:lnTo>
                    <a:pt x="12342" y="11775"/>
                  </a:lnTo>
                  <a:cubicBezTo>
                    <a:pt x="12009" y="11642"/>
                    <a:pt x="11675" y="11542"/>
                    <a:pt x="11342" y="11442"/>
                  </a:cubicBezTo>
                  <a:cubicBezTo>
                    <a:pt x="11323" y="11429"/>
                    <a:pt x="11304" y="11424"/>
                    <a:pt x="11286" y="11424"/>
                  </a:cubicBezTo>
                  <a:cubicBezTo>
                    <a:pt x="11208" y="11424"/>
                    <a:pt x="11141" y="11527"/>
                    <a:pt x="11141" y="11609"/>
                  </a:cubicBezTo>
                  <a:cubicBezTo>
                    <a:pt x="10044" y="11938"/>
                    <a:pt x="8996" y="12177"/>
                    <a:pt x="7949" y="12177"/>
                  </a:cubicBezTo>
                  <a:cubicBezTo>
                    <a:pt x="7087" y="12177"/>
                    <a:pt x="6226" y="12015"/>
                    <a:pt x="5337" y="11609"/>
                  </a:cubicBezTo>
                  <a:cubicBezTo>
                    <a:pt x="4737" y="11308"/>
                    <a:pt x="4170" y="10941"/>
                    <a:pt x="3669" y="10541"/>
                  </a:cubicBezTo>
                  <a:cubicBezTo>
                    <a:pt x="3569" y="10441"/>
                    <a:pt x="3469" y="10341"/>
                    <a:pt x="3403" y="10241"/>
                  </a:cubicBezTo>
                  <a:cubicBezTo>
                    <a:pt x="3369" y="10208"/>
                    <a:pt x="3336" y="10208"/>
                    <a:pt x="3303" y="10208"/>
                  </a:cubicBezTo>
                  <a:cubicBezTo>
                    <a:pt x="2602" y="9540"/>
                    <a:pt x="2035" y="8773"/>
                    <a:pt x="1568" y="7906"/>
                  </a:cubicBezTo>
                  <a:cubicBezTo>
                    <a:pt x="267" y="5404"/>
                    <a:pt x="334" y="2502"/>
                    <a:pt x="1635" y="234"/>
                  </a:cubicBez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121"/>
          <p:cNvGrpSpPr/>
          <p:nvPr/>
        </p:nvGrpSpPr>
        <p:grpSpPr>
          <a:xfrm>
            <a:off x="4278119" y="2296294"/>
            <a:ext cx="498899" cy="405214"/>
            <a:chOff x="4161280" y="2183104"/>
            <a:chExt cx="429456" cy="348811"/>
          </a:xfrm>
        </p:grpSpPr>
        <p:sp>
          <p:nvSpPr>
            <p:cNvPr id="6453" name="Google Shape;6453;p121"/>
            <p:cNvSpPr/>
            <p:nvPr/>
          </p:nvSpPr>
          <p:spPr>
            <a:xfrm>
              <a:off x="4282127" y="2256355"/>
              <a:ext cx="8063" cy="42171"/>
            </a:xfrm>
            <a:custGeom>
              <a:rect b="b" l="l" r="r" t="t"/>
              <a:pathLst>
                <a:path extrusionOk="0" h="2270" w="434">
                  <a:moveTo>
                    <a:pt x="33" y="1"/>
                  </a:moveTo>
                  <a:lnTo>
                    <a:pt x="33" y="101"/>
                  </a:lnTo>
                  <a:cubicBezTo>
                    <a:pt x="33" y="802"/>
                    <a:pt x="0" y="1535"/>
                    <a:pt x="0" y="2269"/>
                  </a:cubicBezTo>
                  <a:cubicBezTo>
                    <a:pt x="100" y="2102"/>
                    <a:pt x="167" y="1969"/>
                    <a:pt x="234" y="1802"/>
                  </a:cubicBezTo>
                  <a:cubicBezTo>
                    <a:pt x="367" y="1435"/>
                    <a:pt x="434" y="1068"/>
                    <a:pt x="367" y="701"/>
                  </a:cubicBezTo>
                  <a:cubicBezTo>
                    <a:pt x="334" y="535"/>
                    <a:pt x="300" y="335"/>
                    <a:pt x="200" y="201"/>
                  </a:cubicBezTo>
                  <a:cubicBezTo>
                    <a:pt x="134" y="101"/>
                    <a:pt x="100" y="68"/>
                    <a:pt x="33"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1"/>
            <p:cNvSpPr/>
            <p:nvPr/>
          </p:nvSpPr>
          <p:spPr>
            <a:xfrm>
              <a:off x="4384377" y="2261947"/>
              <a:ext cx="5592" cy="48357"/>
            </a:xfrm>
            <a:custGeom>
              <a:rect b="b" l="l" r="r" t="t"/>
              <a:pathLst>
                <a:path extrusionOk="0" h="2603" w="301">
                  <a:moveTo>
                    <a:pt x="67" y="0"/>
                  </a:moveTo>
                  <a:cubicBezTo>
                    <a:pt x="67" y="67"/>
                    <a:pt x="67" y="134"/>
                    <a:pt x="67" y="167"/>
                  </a:cubicBezTo>
                  <a:cubicBezTo>
                    <a:pt x="33" y="300"/>
                    <a:pt x="33" y="434"/>
                    <a:pt x="33" y="567"/>
                  </a:cubicBezTo>
                  <a:cubicBezTo>
                    <a:pt x="0" y="834"/>
                    <a:pt x="0" y="1101"/>
                    <a:pt x="0" y="1368"/>
                  </a:cubicBezTo>
                  <a:cubicBezTo>
                    <a:pt x="0" y="1768"/>
                    <a:pt x="0" y="2168"/>
                    <a:pt x="33" y="2602"/>
                  </a:cubicBezTo>
                  <a:cubicBezTo>
                    <a:pt x="200" y="2035"/>
                    <a:pt x="300" y="1435"/>
                    <a:pt x="267" y="867"/>
                  </a:cubicBezTo>
                  <a:cubicBezTo>
                    <a:pt x="267" y="634"/>
                    <a:pt x="234" y="434"/>
                    <a:pt x="167" y="200"/>
                  </a:cubicBezTo>
                  <a:cubicBezTo>
                    <a:pt x="167" y="134"/>
                    <a:pt x="100" y="67"/>
                    <a:pt x="67" y="0"/>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1"/>
            <p:cNvSpPr/>
            <p:nvPr/>
          </p:nvSpPr>
          <p:spPr>
            <a:xfrm>
              <a:off x="4172426" y="2194938"/>
              <a:ext cx="399732" cy="317378"/>
            </a:xfrm>
            <a:custGeom>
              <a:rect b="b" l="l" r="r" t="t"/>
              <a:pathLst>
                <a:path extrusionOk="0" h="17084" w="21517">
                  <a:moveTo>
                    <a:pt x="5635" y="2671"/>
                  </a:moveTo>
                  <a:cubicBezTo>
                    <a:pt x="5788" y="2671"/>
                    <a:pt x="5913" y="2765"/>
                    <a:pt x="6039" y="2840"/>
                  </a:cubicBezTo>
                  <a:cubicBezTo>
                    <a:pt x="6806" y="3407"/>
                    <a:pt x="6839" y="4341"/>
                    <a:pt x="6572" y="5175"/>
                  </a:cubicBezTo>
                  <a:cubicBezTo>
                    <a:pt x="6405" y="5609"/>
                    <a:pt x="6205" y="6009"/>
                    <a:pt x="5905" y="6342"/>
                  </a:cubicBezTo>
                  <a:lnTo>
                    <a:pt x="5905" y="6443"/>
                  </a:lnTo>
                  <a:cubicBezTo>
                    <a:pt x="5905" y="6709"/>
                    <a:pt x="5905" y="6943"/>
                    <a:pt x="5905" y="7210"/>
                  </a:cubicBezTo>
                  <a:cubicBezTo>
                    <a:pt x="5972" y="7043"/>
                    <a:pt x="6005" y="6910"/>
                    <a:pt x="6072" y="6776"/>
                  </a:cubicBezTo>
                  <a:cubicBezTo>
                    <a:pt x="6221" y="6538"/>
                    <a:pt x="6449" y="6193"/>
                    <a:pt x="6758" y="6193"/>
                  </a:cubicBezTo>
                  <a:cubicBezTo>
                    <a:pt x="6795" y="6193"/>
                    <a:pt x="6833" y="6198"/>
                    <a:pt x="6872" y="6209"/>
                  </a:cubicBezTo>
                  <a:cubicBezTo>
                    <a:pt x="7273" y="6276"/>
                    <a:pt x="7406" y="6843"/>
                    <a:pt x="7440" y="7176"/>
                  </a:cubicBezTo>
                  <a:cubicBezTo>
                    <a:pt x="7506" y="7710"/>
                    <a:pt x="7406" y="8277"/>
                    <a:pt x="7540" y="8811"/>
                  </a:cubicBezTo>
                  <a:cubicBezTo>
                    <a:pt x="7567" y="9001"/>
                    <a:pt x="7594" y="9256"/>
                    <a:pt x="7764" y="9256"/>
                  </a:cubicBezTo>
                  <a:cubicBezTo>
                    <a:pt x="7803" y="9256"/>
                    <a:pt x="7850" y="9243"/>
                    <a:pt x="7907" y="9211"/>
                  </a:cubicBezTo>
                  <a:cubicBezTo>
                    <a:pt x="8040" y="9144"/>
                    <a:pt x="8140" y="9078"/>
                    <a:pt x="8240" y="8978"/>
                  </a:cubicBezTo>
                  <a:cubicBezTo>
                    <a:pt x="8240" y="8944"/>
                    <a:pt x="8207" y="8878"/>
                    <a:pt x="8207" y="8811"/>
                  </a:cubicBezTo>
                  <a:cubicBezTo>
                    <a:pt x="8107" y="8277"/>
                    <a:pt x="8207" y="7577"/>
                    <a:pt x="8407" y="7043"/>
                  </a:cubicBezTo>
                  <a:cubicBezTo>
                    <a:pt x="8607" y="6543"/>
                    <a:pt x="8941" y="6109"/>
                    <a:pt x="9474" y="5942"/>
                  </a:cubicBezTo>
                  <a:cubicBezTo>
                    <a:pt x="9506" y="5933"/>
                    <a:pt x="9536" y="5929"/>
                    <a:pt x="9566" y="5929"/>
                  </a:cubicBezTo>
                  <a:cubicBezTo>
                    <a:pt x="9758" y="5929"/>
                    <a:pt x="9908" y="6102"/>
                    <a:pt x="9908" y="6276"/>
                  </a:cubicBezTo>
                  <a:cubicBezTo>
                    <a:pt x="10008" y="7143"/>
                    <a:pt x="9775" y="8044"/>
                    <a:pt x="9308" y="8778"/>
                  </a:cubicBezTo>
                  <a:cubicBezTo>
                    <a:pt x="9274" y="8811"/>
                    <a:pt x="9241" y="8878"/>
                    <a:pt x="9207" y="8944"/>
                  </a:cubicBezTo>
                  <a:cubicBezTo>
                    <a:pt x="9278" y="8994"/>
                    <a:pt x="9357" y="9015"/>
                    <a:pt x="9439" y="9015"/>
                  </a:cubicBezTo>
                  <a:cubicBezTo>
                    <a:pt x="9742" y="9015"/>
                    <a:pt x="10091" y="8728"/>
                    <a:pt x="10275" y="8544"/>
                  </a:cubicBezTo>
                  <a:cubicBezTo>
                    <a:pt x="10475" y="8344"/>
                    <a:pt x="10642" y="8110"/>
                    <a:pt x="10775" y="7844"/>
                  </a:cubicBezTo>
                  <a:cubicBezTo>
                    <a:pt x="10675" y="7143"/>
                    <a:pt x="10608" y="6409"/>
                    <a:pt x="10608" y="5709"/>
                  </a:cubicBezTo>
                  <a:cubicBezTo>
                    <a:pt x="10575" y="5275"/>
                    <a:pt x="10608" y="4875"/>
                    <a:pt x="10608" y="4441"/>
                  </a:cubicBezTo>
                  <a:cubicBezTo>
                    <a:pt x="10642" y="4108"/>
                    <a:pt x="10642" y="3707"/>
                    <a:pt x="10742" y="3374"/>
                  </a:cubicBezTo>
                  <a:cubicBezTo>
                    <a:pt x="10834" y="3030"/>
                    <a:pt x="11130" y="2733"/>
                    <a:pt x="11459" y="2733"/>
                  </a:cubicBezTo>
                  <a:cubicBezTo>
                    <a:pt x="11608" y="2733"/>
                    <a:pt x="11764" y="2794"/>
                    <a:pt x="11909" y="2940"/>
                  </a:cubicBezTo>
                  <a:cubicBezTo>
                    <a:pt x="12310" y="3374"/>
                    <a:pt x="12410" y="4174"/>
                    <a:pt x="12376" y="4775"/>
                  </a:cubicBezTo>
                  <a:cubicBezTo>
                    <a:pt x="12310" y="5475"/>
                    <a:pt x="12143" y="6142"/>
                    <a:pt x="11909" y="6809"/>
                  </a:cubicBezTo>
                  <a:cubicBezTo>
                    <a:pt x="11809" y="7110"/>
                    <a:pt x="11709" y="7410"/>
                    <a:pt x="11576" y="7710"/>
                  </a:cubicBezTo>
                  <a:cubicBezTo>
                    <a:pt x="11609" y="7844"/>
                    <a:pt x="11609" y="8010"/>
                    <a:pt x="11643" y="8177"/>
                  </a:cubicBezTo>
                  <a:cubicBezTo>
                    <a:pt x="11704" y="8513"/>
                    <a:pt x="11737" y="9128"/>
                    <a:pt x="12151" y="9128"/>
                  </a:cubicBezTo>
                  <a:cubicBezTo>
                    <a:pt x="12189" y="9128"/>
                    <a:pt x="12231" y="9122"/>
                    <a:pt x="12276" y="9111"/>
                  </a:cubicBezTo>
                  <a:cubicBezTo>
                    <a:pt x="12710" y="9011"/>
                    <a:pt x="12943" y="8477"/>
                    <a:pt x="13110" y="8144"/>
                  </a:cubicBezTo>
                  <a:cubicBezTo>
                    <a:pt x="13144" y="8077"/>
                    <a:pt x="13177" y="8044"/>
                    <a:pt x="13177" y="8010"/>
                  </a:cubicBezTo>
                  <a:cubicBezTo>
                    <a:pt x="13077" y="7276"/>
                    <a:pt x="12977" y="6576"/>
                    <a:pt x="12943" y="5875"/>
                  </a:cubicBezTo>
                  <a:cubicBezTo>
                    <a:pt x="12910" y="5408"/>
                    <a:pt x="12910" y="4941"/>
                    <a:pt x="12910" y="4474"/>
                  </a:cubicBezTo>
                  <a:cubicBezTo>
                    <a:pt x="12910" y="4108"/>
                    <a:pt x="12877" y="3707"/>
                    <a:pt x="13044" y="3374"/>
                  </a:cubicBezTo>
                  <a:cubicBezTo>
                    <a:pt x="13186" y="3107"/>
                    <a:pt x="13432" y="2963"/>
                    <a:pt x="13677" y="2963"/>
                  </a:cubicBezTo>
                  <a:cubicBezTo>
                    <a:pt x="13891" y="2963"/>
                    <a:pt x="14104" y="3073"/>
                    <a:pt x="14244" y="3307"/>
                  </a:cubicBezTo>
                  <a:cubicBezTo>
                    <a:pt x="14411" y="3607"/>
                    <a:pt x="14445" y="4007"/>
                    <a:pt x="14478" y="4341"/>
                  </a:cubicBezTo>
                  <a:cubicBezTo>
                    <a:pt x="14511" y="4675"/>
                    <a:pt x="14545" y="5008"/>
                    <a:pt x="14511" y="5342"/>
                  </a:cubicBezTo>
                  <a:cubicBezTo>
                    <a:pt x="14511" y="6176"/>
                    <a:pt x="14344" y="7143"/>
                    <a:pt x="14011" y="7977"/>
                  </a:cubicBezTo>
                  <a:cubicBezTo>
                    <a:pt x="14044" y="8311"/>
                    <a:pt x="14111" y="8944"/>
                    <a:pt x="14478" y="8944"/>
                  </a:cubicBezTo>
                  <a:cubicBezTo>
                    <a:pt x="14912" y="8911"/>
                    <a:pt x="15078" y="8311"/>
                    <a:pt x="15212" y="7977"/>
                  </a:cubicBezTo>
                  <a:cubicBezTo>
                    <a:pt x="15278" y="7777"/>
                    <a:pt x="15445" y="7710"/>
                    <a:pt x="15579" y="7710"/>
                  </a:cubicBezTo>
                  <a:cubicBezTo>
                    <a:pt x="15670" y="7040"/>
                    <a:pt x="16095" y="6425"/>
                    <a:pt x="16778" y="6425"/>
                  </a:cubicBezTo>
                  <a:cubicBezTo>
                    <a:pt x="16843" y="6425"/>
                    <a:pt x="16910" y="6431"/>
                    <a:pt x="16980" y="6443"/>
                  </a:cubicBezTo>
                  <a:cubicBezTo>
                    <a:pt x="17313" y="6509"/>
                    <a:pt x="17313" y="7043"/>
                    <a:pt x="16980" y="7110"/>
                  </a:cubicBezTo>
                  <a:cubicBezTo>
                    <a:pt x="16413" y="7210"/>
                    <a:pt x="16112" y="8177"/>
                    <a:pt x="16646" y="8544"/>
                  </a:cubicBezTo>
                  <a:cubicBezTo>
                    <a:pt x="16714" y="8586"/>
                    <a:pt x="16786" y="8605"/>
                    <a:pt x="16858" y="8605"/>
                  </a:cubicBezTo>
                  <a:cubicBezTo>
                    <a:pt x="17069" y="8605"/>
                    <a:pt x="17280" y="8443"/>
                    <a:pt x="17380" y="8244"/>
                  </a:cubicBezTo>
                  <a:cubicBezTo>
                    <a:pt x="17613" y="7810"/>
                    <a:pt x="17380" y="7443"/>
                    <a:pt x="17413" y="7010"/>
                  </a:cubicBezTo>
                  <a:cubicBezTo>
                    <a:pt x="17413" y="6848"/>
                    <a:pt x="17526" y="6750"/>
                    <a:pt x="17651" y="6750"/>
                  </a:cubicBezTo>
                  <a:cubicBezTo>
                    <a:pt x="17705" y="6750"/>
                    <a:pt x="17763" y="6769"/>
                    <a:pt x="17814" y="6809"/>
                  </a:cubicBezTo>
                  <a:cubicBezTo>
                    <a:pt x="18314" y="7276"/>
                    <a:pt x="18214" y="8344"/>
                    <a:pt x="17847" y="8844"/>
                  </a:cubicBezTo>
                  <a:cubicBezTo>
                    <a:pt x="17577" y="9159"/>
                    <a:pt x="17156" y="9383"/>
                    <a:pt x="16746" y="9383"/>
                  </a:cubicBezTo>
                  <a:cubicBezTo>
                    <a:pt x="16548" y="9383"/>
                    <a:pt x="16353" y="9331"/>
                    <a:pt x="16179" y="9211"/>
                  </a:cubicBezTo>
                  <a:cubicBezTo>
                    <a:pt x="15979" y="9111"/>
                    <a:pt x="15846" y="8911"/>
                    <a:pt x="15745" y="8711"/>
                  </a:cubicBezTo>
                  <a:cubicBezTo>
                    <a:pt x="15512" y="9211"/>
                    <a:pt x="15178" y="9645"/>
                    <a:pt x="14578" y="9745"/>
                  </a:cubicBezTo>
                  <a:cubicBezTo>
                    <a:pt x="14526" y="9751"/>
                    <a:pt x="14477" y="9753"/>
                    <a:pt x="14429" y="9753"/>
                  </a:cubicBezTo>
                  <a:cubicBezTo>
                    <a:pt x="13921" y="9753"/>
                    <a:pt x="13627" y="9441"/>
                    <a:pt x="13444" y="9044"/>
                  </a:cubicBezTo>
                  <a:cubicBezTo>
                    <a:pt x="13377" y="9111"/>
                    <a:pt x="13344" y="9178"/>
                    <a:pt x="13277" y="9245"/>
                  </a:cubicBezTo>
                  <a:cubicBezTo>
                    <a:pt x="13004" y="9617"/>
                    <a:pt x="12546" y="9934"/>
                    <a:pt x="12082" y="9934"/>
                  </a:cubicBezTo>
                  <a:cubicBezTo>
                    <a:pt x="11922" y="9934"/>
                    <a:pt x="11763" y="9897"/>
                    <a:pt x="11609" y="9812"/>
                  </a:cubicBezTo>
                  <a:cubicBezTo>
                    <a:pt x="11209" y="9611"/>
                    <a:pt x="11042" y="9211"/>
                    <a:pt x="10942" y="8778"/>
                  </a:cubicBezTo>
                  <a:cubicBezTo>
                    <a:pt x="10575" y="9245"/>
                    <a:pt x="10108" y="9645"/>
                    <a:pt x="9508" y="9712"/>
                  </a:cubicBezTo>
                  <a:cubicBezTo>
                    <a:pt x="9207" y="9712"/>
                    <a:pt x="8907" y="9678"/>
                    <a:pt x="8674" y="9511"/>
                  </a:cubicBezTo>
                  <a:cubicBezTo>
                    <a:pt x="8391" y="9772"/>
                    <a:pt x="8052" y="9976"/>
                    <a:pt x="7730" y="9976"/>
                  </a:cubicBezTo>
                  <a:cubicBezTo>
                    <a:pt x="7558" y="9976"/>
                    <a:pt x="7391" y="9918"/>
                    <a:pt x="7239" y="9778"/>
                  </a:cubicBezTo>
                  <a:cubicBezTo>
                    <a:pt x="6906" y="9445"/>
                    <a:pt x="6939" y="8911"/>
                    <a:pt x="6939" y="8477"/>
                  </a:cubicBezTo>
                  <a:cubicBezTo>
                    <a:pt x="6939" y="8210"/>
                    <a:pt x="6939" y="7944"/>
                    <a:pt x="6939" y="7677"/>
                  </a:cubicBezTo>
                  <a:cubicBezTo>
                    <a:pt x="6939" y="7443"/>
                    <a:pt x="7006" y="7010"/>
                    <a:pt x="6906" y="6776"/>
                  </a:cubicBezTo>
                  <a:cubicBezTo>
                    <a:pt x="6931" y="6701"/>
                    <a:pt x="6900" y="6664"/>
                    <a:pt x="6826" y="6664"/>
                  </a:cubicBezTo>
                  <a:cubicBezTo>
                    <a:pt x="6802" y="6664"/>
                    <a:pt x="6772" y="6668"/>
                    <a:pt x="6739" y="6676"/>
                  </a:cubicBezTo>
                  <a:cubicBezTo>
                    <a:pt x="6706" y="6654"/>
                    <a:pt x="6672" y="6643"/>
                    <a:pt x="6641" y="6643"/>
                  </a:cubicBezTo>
                  <a:cubicBezTo>
                    <a:pt x="6580" y="6643"/>
                    <a:pt x="6528" y="6687"/>
                    <a:pt x="6506" y="6776"/>
                  </a:cubicBezTo>
                  <a:cubicBezTo>
                    <a:pt x="6405" y="6876"/>
                    <a:pt x="6372" y="6976"/>
                    <a:pt x="6305" y="7076"/>
                  </a:cubicBezTo>
                  <a:cubicBezTo>
                    <a:pt x="6272" y="7143"/>
                    <a:pt x="6239" y="7210"/>
                    <a:pt x="6239" y="7276"/>
                  </a:cubicBezTo>
                  <a:cubicBezTo>
                    <a:pt x="6172" y="7443"/>
                    <a:pt x="6105" y="7610"/>
                    <a:pt x="6105" y="7810"/>
                  </a:cubicBezTo>
                  <a:cubicBezTo>
                    <a:pt x="6005" y="8277"/>
                    <a:pt x="6039" y="8744"/>
                    <a:pt x="6039" y="9211"/>
                  </a:cubicBezTo>
                  <a:cubicBezTo>
                    <a:pt x="6039" y="9278"/>
                    <a:pt x="6039" y="9345"/>
                    <a:pt x="6039" y="9411"/>
                  </a:cubicBezTo>
                  <a:cubicBezTo>
                    <a:pt x="6055" y="9678"/>
                    <a:pt x="5872" y="9812"/>
                    <a:pt x="5676" y="9812"/>
                  </a:cubicBezTo>
                  <a:cubicBezTo>
                    <a:pt x="5480" y="9812"/>
                    <a:pt x="5271" y="9678"/>
                    <a:pt x="5238" y="9411"/>
                  </a:cubicBezTo>
                  <a:cubicBezTo>
                    <a:pt x="5138" y="8611"/>
                    <a:pt x="5105" y="7810"/>
                    <a:pt x="5071" y="6976"/>
                  </a:cubicBezTo>
                  <a:cubicBezTo>
                    <a:pt x="4971" y="7043"/>
                    <a:pt x="4838" y="7110"/>
                    <a:pt x="4704" y="7143"/>
                  </a:cubicBezTo>
                  <a:cubicBezTo>
                    <a:pt x="4686" y="7150"/>
                    <a:pt x="4669" y="7154"/>
                    <a:pt x="4652" y="7154"/>
                  </a:cubicBezTo>
                  <a:cubicBezTo>
                    <a:pt x="4519" y="7154"/>
                    <a:pt x="4456" y="6932"/>
                    <a:pt x="4604" y="6843"/>
                  </a:cubicBezTo>
                  <a:cubicBezTo>
                    <a:pt x="4771" y="6743"/>
                    <a:pt x="4904" y="6643"/>
                    <a:pt x="5071" y="6543"/>
                  </a:cubicBezTo>
                  <a:cubicBezTo>
                    <a:pt x="5071" y="6142"/>
                    <a:pt x="5071" y="5742"/>
                    <a:pt x="5071" y="5375"/>
                  </a:cubicBezTo>
                  <a:cubicBezTo>
                    <a:pt x="5105" y="4708"/>
                    <a:pt x="5105" y="4041"/>
                    <a:pt x="5205" y="3374"/>
                  </a:cubicBezTo>
                  <a:cubicBezTo>
                    <a:pt x="5238" y="3140"/>
                    <a:pt x="5238" y="2840"/>
                    <a:pt x="5471" y="2707"/>
                  </a:cubicBezTo>
                  <a:cubicBezTo>
                    <a:pt x="5530" y="2682"/>
                    <a:pt x="5584" y="2671"/>
                    <a:pt x="5635" y="2671"/>
                  </a:cubicBezTo>
                  <a:close/>
                  <a:moveTo>
                    <a:pt x="17460" y="1"/>
                  </a:moveTo>
                  <a:cubicBezTo>
                    <a:pt x="17243" y="1"/>
                    <a:pt x="17026" y="5"/>
                    <a:pt x="16813" y="5"/>
                  </a:cubicBezTo>
                  <a:cubicBezTo>
                    <a:pt x="14378" y="38"/>
                    <a:pt x="11976" y="105"/>
                    <a:pt x="9574" y="138"/>
                  </a:cubicBezTo>
                  <a:cubicBezTo>
                    <a:pt x="8724" y="155"/>
                    <a:pt x="7865" y="155"/>
                    <a:pt x="7002" y="155"/>
                  </a:cubicBezTo>
                  <a:cubicBezTo>
                    <a:pt x="6139" y="155"/>
                    <a:pt x="5271" y="155"/>
                    <a:pt x="4404" y="171"/>
                  </a:cubicBezTo>
                  <a:cubicBezTo>
                    <a:pt x="3637" y="171"/>
                    <a:pt x="2870" y="205"/>
                    <a:pt x="2069" y="271"/>
                  </a:cubicBezTo>
                  <a:cubicBezTo>
                    <a:pt x="1035" y="338"/>
                    <a:pt x="535" y="271"/>
                    <a:pt x="201" y="1806"/>
                  </a:cubicBezTo>
                  <a:cubicBezTo>
                    <a:pt x="68" y="2373"/>
                    <a:pt x="168" y="3073"/>
                    <a:pt x="134" y="3674"/>
                  </a:cubicBezTo>
                  <a:cubicBezTo>
                    <a:pt x="134" y="4841"/>
                    <a:pt x="101" y="6009"/>
                    <a:pt x="68" y="7143"/>
                  </a:cubicBezTo>
                  <a:cubicBezTo>
                    <a:pt x="34" y="8311"/>
                    <a:pt x="1" y="9478"/>
                    <a:pt x="101" y="10646"/>
                  </a:cubicBezTo>
                  <a:cubicBezTo>
                    <a:pt x="268" y="12647"/>
                    <a:pt x="2036" y="12514"/>
                    <a:pt x="3637" y="12680"/>
                  </a:cubicBezTo>
                  <a:cubicBezTo>
                    <a:pt x="5838" y="12914"/>
                    <a:pt x="8073" y="12847"/>
                    <a:pt x="10308" y="13047"/>
                  </a:cubicBezTo>
                  <a:cubicBezTo>
                    <a:pt x="10308" y="12941"/>
                    <a:pt x="10403" y="12861"/>
                    <a:pt x="10498" y="12861"/>
                  </a:cubicBezTo>
                  <a:cubicBezTo>
                    <a:pt x="10552" y="12861"/>
                    <a:pt x="10606" y="12887"/>
                    <a:pt x="10642" y="12947"/>
                  </a:cubicBezTo>
                  <a:cubicBezTo>
                    <a:pt x="10742" y="13147"/>
                    <a:pt x="10809" y="13347"/>
                    <a:pt x="10875" y="13548"/>
                  </a:cubicBezTo>
                  <a:cubicBezTo>
                    <a:pt x="11609" y="14615"/>
                    <a:pt x="12376" y="15849"/>
                    <a:pt x="12843" y="17084"/>
                  </a:cubicBezTo>
                  <a:cubicBezTo>
                    <a:pt x="13410" y="15783"/>
                    <a:pt x="13477" y="14248"/>
                    <a:pt x="14244" y="13047"/>
                  </a:cubicBezTo>
                  <a:cubicBezTo>
                    <a:pt x="14297" y="12959"/>
                    <a:pt x="14387" y="12918"/>
                    <a:pt x="14475" y="12918"/>
                  </a:cubicBezTo>
                  <a:cubicBezTo>
                    <a:pt x="14554" y="12918"/>
                    <a:pt x="14631" y="12951"/>
                    <a:pt x="14678" y="13014"/>
                  </a:cubicBezTo>
                  <a:cubicBezTo>
                    <a:pt x="16112" y="12880"/>
                    <a:pt x="18648" y="13014"/>
                    <a:pt x="20115" y="12147"/>
                  </a:cubicBezTo>
                  <a:cubicBezTo>
                    <a:pt x="20516" y="11880"/>
                    <a:pt x="20849" y="11546"/>
                    <a:pt x="21049" y="11113"/>
                  </a:cubicBezTo>
                  <a:cubicBezTo>
                    <a:pt x="21516" y="10078"/>
                    <a:pt x="21249" y="8644"/>
                    <a:pt x="21183" y="7543"/>
                  </a:cubicBezTo>
                  <a:cubicBezTo>
                    <a:pt x="21116" y="6409"/>
                    <a:pt x="21016" y="5275"/>
                    <a:pt x="20916" y="4174"/>
                  </a:cubicBezTo>
                  <a:cubicBezTo>
                    <a:pt x="20816" y="3007"/>
                    <a:pt x="20882" y="1606"/>
                    <a:pt x="19982" y="738"/>
                  </a:cubicBezTo>
                  <a:cubicBezTo>
                    <a:pt x="19282" y="66"/>
                    <a:pt x="18366" y="1"/>
                    <a:pt x="17460"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1"/>
            <p:cNvSpPr/>
            <p:nvPr/>
          </p:nvSpPr>
          <p:spPr>
            <a:xfrm>
              <a:off x="4254242" y="2183104"/>
              <a:ext cx="336494" cy="262909"/>
            </a:xfrm>
            <a:custGeom>
              <a:rect b="b" l="l" r="r" t="t"/>
              <a:pathLst>
                <a:path extrusionOk="0" h="14152" w="18113">
                  <a:moveTo>
                    <a:pt x="16945" y="2977"/>
                  </a:moveTo>
                  <a:lnTo>
                    <a:pt x="16945" y="2977"/>
                  </a:lnTo>
                  <a:cubicBezTo>
                    <a:pt x="17112" y="3577"/>
                    <a:pt x="17179" y="4211"/>
                    <a:pt x="17212" y="4778"/>
                  </a:cubicBezTo>
                  <a:cubicBezTo>
                    <a:pt x="17146" y="4177"/>
                    <a:pt x="17079" y="3577"/>
                    <a:pt x="16945" y="2977"/>
                  </a:cubicBezTo>
                  <a:close/>
                  <a:moveTo>
                    <a:pt x="11658" y="1"/>
                  </a:moveTo>
                  <a:cubicBezTo>
                    <a:pt x="9750" y="1"/>
                    <a:pt x="7817" y="150"/>
                    <a:pt x="5938" y="175"/>
                  </a:cubicBezTo>
                  <a:cubicBezTo>
                    <a:pt x="3970" y="208"/>
                    <a:pt x="1968" y="241"/>
                    <a:pt x="0" y="275"/>
                  </a:cubicBezTo>
                  <a:lnTo>
                    <a:pt x="0" y="808"/>
                  </a:lnTo>
                  <a:cubicBezTo>
                    <a:pt x="867" y="792"/>
                    <a:pt x="1726" y="792"/>
                    <a:pt x="2585" y="792"/>
                  </a:cubicBezTo>
                  <a:cubicBezTo>
                    <a:pt x="3444" y="792"/>
                    <a:pt x="4303" y="792"/>
                    <a:pt x="5170" y="775"/>
                  </a:cubicBezTo>
                  <a:cubicBezTo>
                    <a:pt x="7572" y="708"/>
                    <a:pt x="9974" y="675"/>
                    <a:pt x="12376" y="642"/>
                  </a:cubicBezTo>
                  <a:cubicBezTo>
                    <a:pt x="12634" y="634"/>
                    <a:pt x="12896" y="625"/>
                    <a:pt x="13157" y="625"/>
                  </a:cubicBezTo>
                  <a:cubicBezTo>
                    <a:pt x="14040" y="625"/>
                    <a:pt x="14908" y="732"/>
                    <a:pt x="15578" y="1375"/>
                  </a:cubicBezTo>
                  <a:cubicBezTo>
                    <a:pt x="16478" y="2209"/>
                    <a:pt x="16412" y="3644"/>
                    <a:pt x="16512" y="4811"/>
                  </a:cubicBezTo>
                  <a:cubicBezTo>
                    <a:pt x="16612" y="5912"/>
                    <a:pt x="16712" y="7046"/>
                    <a:pt x="16779" y="8180"/>
                  </a:cubicBezTo>
                  <a:cubicBezTo>
                    <a:pt x="16845" y="9281"/>
                    <a:pt x="17112" y="10715"/>
                    <a:pt x="16645" y="11750"/>
                  </a:cubicBezTo>
                  <a:cubicBezTo>
                    <a:pt x="16445" y="12183"/>
                    <a:pt x="16112" y="12517"/>
                    <a:pt x="15711" y="12784"/>
                  </a:cubicBezTo>
                  <a:lnTo>
                    <a:pt x="16312" y="13084"/>
                  </a:lnTo>
                  <a:cubicBezTo>
                    <a:pt x="16512" y="12950"/>
                    <a:pt x="16645" y="12784"/>
                    <a:pt x="16779" y="12617"/>
                  </a:cubicBezTo>
                  <a:lnTo>
                    <a:pt x="16779" y="12617"/>
                  </a:lnTo>
                  <a:cubicBezTo>
                    <a:pt x="16512" y="13017"/>
                    <a:pt x="16145" y="13317"/>
                    <a:pt x="15611" y="13551"/>
                  </a:cubicBezTo>
                  <a:lnTo>
                    <a:pt x="15845" y="14151"/>
                  </a:lnTo>
                  <a:cubicBezTo>
                    <a:pt x="15911" y="14118"/>
                    <a:pt x="15978" y="14118"/>
                    <a:pt x="16045" y="14085"/>
                  </a:cubicBezTo>
                  <a:cubicBezTo>
                    <a:pt x="17713" y="13284"/>
                    <a:pt x="18046" y="11683"/>
                    <a:pt x="18046" y="9948"/>
                  </a:cubicBezTo>
                  <a:cubicBezTo>
                    <a:pt x="17980" y="7713"/>
                    <a:pt x="18113" y="5245"/>
                    <a:pt x="17646" y="3077"/>
                  </a:cubicBezTo>
                  <a:cubicBezTo>
                    <a:pt x="17327" y="1576"/>
                    <a:pt x="16243" y="166"/>
                    <a:pt x="14658" y="166"/>
                  </a:cubicBezTo>
                  <a:cubicBezTo>
                    <a:pt x="14587" y="166"/>
                    <a:pt x="14516" y="169"/>
                    <a:pt x="14444" y="175"/>
                  </a:cubicBezTo>
                  <a:cubicBezTo>
                    <a:pt x="14210" y="108"/>
                    <a:pt x="13977" y="75"/>
                    <a:pt x="13743" y="75"/>
                  </a:cubicBezTo>
                  <a:cubicBezTo>
                    <a:pt x="13054" y="21"/>
                    <a:pt x="12358" y="1"/>
                    <a:pt x="11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1"/>
            <p:cNvSpPr/>
            <p:nvPr/>
          </p:nvSpPr>
          <p:spPr>
            <a:xfrm>
              <a:off x="4399852" y="2420580"/>
              <a:ext cx="157426" cy="111335"/>
            </a:xfrm>
            <a:custGeom>
              <a:rect b="b" l="l" r="r" t="t"/>
              <a:pathLst>
                <a:path extrusionOk="0" h="5993" w="8474">
                  <a:moveTo>
                    <a:pt x="7873" y="1"/>
                  </a:moveTo>
                  <a:cubicBezTo>
                    <a:pt x="6406" y="868"/>
                    <a:pt x="3870" y="734"/>
                    <a:pt x="2436" y="868"/>
                  </a:cubicBezTo>
                  <a:cubicBezTo>
                    <a:pt x="2373" y="805"/>
                    <a:pt x="2288" y="772"/>
                    <a:pt x="2205" y="772"/>
                  </a:cubicBezTo>
                  <a:cubicBezTo>
                    <a:pt x="2112" y="772"/>
                    <a:pt x="2022" y="813"/>
                    <a:pt x="1969" y="901"/>
                  </a:cubicBezTo>
                  <a:cubicBezTo>
                    <a:pt x="1202" y="2102"/>
                    <a:pt x="1168" y="3637"/>
                    <a:pt x="568" y="4938"/>
                  </a:cubicBezTo>
                  <a:lnTo>
                    <a:pt x="1" y="5304"/>
                  </a:lnTo>
                  <a:cubicBezTo>
                    <a:pt x="101" y="5438"/>
                    <a:pt x="201" y="5605"/>
                    <a:pt x="301" y="5771"/>
                  </a:cubicBezTo>
                  <a:cubicBezTo>
                    <a:pt x="368" y="5872"/>
                    <a:pt x="468" y="5905"/>
                    <a:pt x="568" y="5905"/>
                  </a:cubicBezTo>
                  <a:cubicBezTo>
                    <a:pt x="604" y="5958"/>
                    <a:pt x="668" y="5993"/>
                    <a:pt x="736" y="5993"/>
                  </a:cubicBezTo>
                  <a:cubicBezTo>
                    <a:pt x="794" y="5993"/>
                    <a:pt x="855" y="5967"/>
                    <a:pt x="902" y="5905"/>
                  </a:cubicBezTo>
                  <a:cubicBezTo>
                    <a:pt x="1802" y="4704"/>
                    <a:pt x="2369" y="3236"/>
                    <a:pt x="2703" y="1769"/>
                  </a:cubicBezTo>
                  <a:cubicBezTo>
                    <a:pt x="3364" y="1848"/>
                    <a:pt x="4088" y="1906"/>
                    <a:pt x="4819" y="1906"/>
                  </a:cubicBezTo>
                  <a:cubicBezTo>
                    <a:pt x="5932" y="1906"/>
                    <a:pt x="7060" y="1771"/>
                    <a:pt x="8007" y="1368"/>
                  </a:cubicBezTo>
                  <a:lnTo>
                    <a:pt x="7773" y="768"/>
                  </a:lnTo>
                  <a:cubicBezTo>
                    <a:pt x="7773" y="768"/>
                    <a:pt x="7773" y="734"/>
                    <a:pt x="7740" y="701"/>
                  </a:cubicBezTo>
                  <a:cubicBezTo>
                    <a:pt x="7840" y="668"/>
                    <a:pt x="7973" y="601"/>
                    <a:pt x="8073" y="534"/>
                  </a:cubicBezTo>
                  <a:cubicBezTo>
                    <a:pt x="8207" y="468"/>
                    <a:pt x="8340" y="401"/>
                    <a:pt x="8474" y="301"/>
                  </a:cubicBezTo>
                  <a:lnTo>
                    <a:pt x="78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1"/>
            <p:cNvSpPr/>
            <p:nvPr/>
          </p:nvSpPr>
          <p:spPr>
            <a:xfrm>
              <a:off x="4282740" y="2245078"/>
              <a:ext cx="229915" cy="134891"/>
            </a:xfrm>
            <a:custGeom>
              <a:rect b="b" l="l" r="r" t="t"/>
              <a:pathLst>
                <a:path extrusionOk="0" h="7261" w="12376">
                  <a:moveTo>
                    <a:pt x="7773" y="1308"/>
                  </a:moveTo>
                  <a:cubicBezTo>
                    <a:pt x="7873" y="1742"/>
                    <a:pt x="7873" y="2242"/>
                    <a:pt x="7873" y="2676"/>
                  </a:cubicBezTo>
                  <a:cubicBezTo>
                    <a:pt x="7839" y="2876"/>
                    <a:pt x="7839" y="3043"/>
                    <a:pt x="7806" y="3210"/>
                  </a:cubicBezTo>
                  <a:cubicBezTo>
                    <a:pt x="7806" y="2810"/>
                    <a:pt x="7773" y="2376"/>
                    <a:pt x="7773" y="1976"/>
                  </a:cubicBezTo>
                  <a:cubicBezTo>
                    <a:pt x="7773" y="1742"/>
                    <a:pt x="7773" y="1542"/>
                    <a:pt x="7773" y="1308"/>
                  </a:cubicBezTo>
                  <a:close/>
                  <a:moveTo>
                    <a:pt x="5538" y="908"/>
                  </a:moveTo>
                  <a:cubicBezTo>
                    <a:pt x="5571" y="975"/>
                    <a:pt x="5638" y="1075"/>
                    <a:pt x="5638" y="1108"/>
                  </a:cubicBezTo>
                  <a:cubicBezTo>
                    <a:pt x="5705" y="1342"/>
                    <a:pt x="5738" y="1542"/>
                    <a:pt x="5738" y="1775"/>
                  </a:cubicBezTo>
                  <a:cubicBezTo>
                    <a:pt x="5771" y="2343"/>
                    <a:pt x="5671" y="2943"/>
                    <a:pt x="5504" y="3510"/>
                  </a:cubicBezTo>
                  <a:cubicBezTo>
                    <a:pt x="5471" y="3076"/>
                    <a:pt x="5471" y="2676"/>
                    <a:pt x="5471" y="2276"/>
                  </a:cubicBezTo>
                  <a:cubicBezTo>
                    <a:pt x="5471" y="2009"/>
                    <a:pt x="5471" y="1742"/>
                    <a:pt x="5471" y="1475"/>
                  </a:cubicBezTo>
                  <a:cubicBezTo>
                    <a:pt x="5504" y="1342"/>
                    <a:pt x="5504" y="1208"/>
                    <a:pt x="5504" y="1075"/>
                  </a:cubicBezTo>
                  <a:cubicBezTo>
                    <a:pt x="5504" y="1042"/>
                    <a:pt x="5538" y="975"/>
                    <a:pt x="5538" y="908"/>
                  </a:cubicBezTo>
                  <a:close/>
                  <a:moveTo>
                    <a:pt x="3370" y="4311"/>
                  </a:moveTo>
                  <a:cubicBezTo>
                    <a:pt x="3336" y="4678"/>
                    <a:pt x="3236" y="5044"/>
                    <a:pt x="3069" y="5345"/>
                  </a:cubicBezTo>
                  <a:cubicBezTo>
                    <a:pt x="3103" y="5145"/>
                    <a:pt x="3136" y="4911"/>
                    <a:pt x="3169" y="4778"/>
                  </a:cubicBezTo>
                  <a:cubicBezTo>
                    <a:pt x="3236" y="4611"/>
                    <a:pt x="3269" y="4444"/>
                    <a:pt x="3370" y="4311"/>
                  </a:cubicBezTo>
                  <a:close/>
                  <a:moveTo>
                    <a:pt x="5535" y="1"/>
                  </a:moveTo>
                  <a:cubicBezTo>
                    <a:pt x="5208" y="1"/>
                    <a:pt x="4896" y="297"/>
                    <a:pt x="4804" y="641"/>
                  </a:cubicBezTo>
                  <a:cubicBezTo>
                    <a:pt x="4704" y="1008"/>
                    <a:pt x="4704" y="1375"/>
                    <a:pt x="4704" y="1742"/>
                  </a:cubicBezTo>
                  <a:cubicBezTo>
                    <a:pt x="4670" y="2142"/>
                    <a:pt x="4670" y="2576"/>
                    <a:pt x="4670" y="2976"/>
                  </a:cubicBezTo>
                  <a:cubicBezTo>
                    <a:pt x="4704" y="3710"/>
                    <a:pt x="4737" y="4444"/>
                    <a:pt x="4837" y="5145"/>
                  </a:cubicBezTo>
                  <a:cubicBezTo>
                    <a:pt x="4704" y="5378"/>
                    <a:pt x="4537" y="5612"/>
                    <a:pt x="4337" y="5845"/>
                  </a:cubicBezTo>
                  <a:cubicBezTo>
                    <a:pt x="4156" y="6026"/>
                    <a:pt x="3815" y="6287"/>
                    <a:pt x="3516" y="6287"/>
                  </a:cubicBezTo>
                  <a:cubicBezTo>
                    <a:pt x="3428" y="6287"/>
                    <a:pt x="3345" y="6265"/>
                    <a:pt x="3269" y="6212"/>
                  </a:cubicBezTo>
                  <a:cubicBezTo>
                    <a:pt x="3303" y="6179"/>
                    <a:pt x="3370" y="6112"/>
                    <a:pt x="3403" y="6045"/>
                  </a:cubicBezTo>
                  <a:cubicBezTo>
                    <a:pt x="3870" y="5345"/>
                    <a:pt x="4070" y="4411"/>
                    <a:pt x="4003" y="3577"/>
                  </a:cubicBezTo>
                  <a:cubicBezTo>
                    <a:pt x="3975" y="3379"/>
                    <a:pt x="3826" y="3228"/>
                    <a:pt x="3639" y="3228"/>
                  </a:cubicBezTo>
                  <a:cubicBezTo>
                    <a:pt x="3606" y="3228"/>
                    <a:pt x="3572" y="3233"/>
                    <a:pt x="3536" y="3243"/>
                  </a:cubicBezTo>
                  <a:cubicBezTo>
                    <a:pt x="3003" y="3410"/>
                    <a:pt x="2669" y="3810"/>
                    <a:pt x="2469" y="4344"/>
                  </a:cubicBezTo>
                  <a:cubicBezTo>
                    <a:pt x="2302" y="4844"/>
                    <a:pt x="2169" y="5578"/>
                    <a:pt x="2269" y="6112"/>
                  </a:cubicBezTo>
                  <a:cubicBezTo>
                    <a:pt x="2302" y="6179"/>
                    <a:pt x="2302" y="6212"/>
                    <a:pt x="2335" y="6279"/>
                  </a:cubicBezTo>
                  <a:cubicBezTo>
                    <a:pt x="2235" y="6379"/>
                    <a:pt x="2102" y="6445"/>
                    <a:pt x="1969" y="6512"/>
                  </a:cubicBezTo>
                  <a:cubicBezTo>
                    <a:pt x="1926" y="6533"/>
                    <a:pt x="1890" y="6543"/>
                    <a:pt x="1858" y="6543"/>
                  </a:cubicBezTo>
                  <a:cubicBezTo>
                    <a:pt x="1690" y="6543"/>
                    <a:pt x="1658" y="6275"/>
                    <a:pt x="1602" y="6079"/>
                  </a:cubicBezTo>
                  <a:cubicBezTo>
                    <a:pt x="1468" y="5578"/>
                    <a:pt x="1602" y="5011"/>
                    <a:pt x="1502" y="4477"/>
                  </a:cubicBezTo>
                  <a:cubicBezTo>
                    <a:pt x="1468" y="4144"/>
                    <a:pt x="1368" y="3577"/>
                    <a:pt x="968" y="3477"/>
                  </a:cubicBezTo>
                  <a:cubicBezTo>
                    <a:pt x="936" y="3471"/>
                    <a:pt x="904" y="3469"/>
                    <a:pt x="874" y="3469"/>
                  </a:cubicBezTo>
                  <a:cubicBezTo>
                    <a:pt x="525" y="3469"/>
                    <a:pt x="290" y="3801"/>
                    <a:pt x="167" y="4077"/>
                  </a:cubicBezTo>
                  <a:cubicBezTo>
                    <a:pt x="101" y="4211"/>
                    <a:pt x="34" y="4344"/>
                    <a:pt x="0" y="4477"/>
                  </a:cubicBezTo>
                  <a:lnTo>
                    <a:pt x="301" y="4544"/>
                  </a:lnTo>
                  <a:cubicBezTo>
                    <a:pt x="334" y="4477"/>
                    <a:pt x="334" y="4444"/>
                    <a:pt x="367" y="4377"/>
                  </a:cubicBezTo>
                  <a:cubicBezTo>
                    <a:pt x="434" y="4277"/>
                    <a:pt x="501" y="4144"/>
                    <a:pt x="568" y="4044"/>
                  </a:cubicBezTo>
                  <a:cubicBezTo>
                    <a:pt x="590" y="3955"/>
                    <a:pt x="642" y="3910"/>
                    <a:pt x="713" y="3910"/>
                  </a:cubicBezTo>
                  <a:cubicBezTo>
                    <a:pt x="749" y="3910"/>
                    <a:pt x="790" y="3921"/>
                    <a:pt x="834" y="3944"/>
                  </a:cubicBezTo>
                  <a:cubicBezTo>
                    <a:pt x="852" y="3938"/>
                    <a:pt x="869" y="3935"/>
                    <a:pt x="884" y="3935"/>
                  </a:cubicBezTo>
                  <a:cubicBezTo>
                    <a:pt x="956" y="3935"/>
                    <a:pt x="1001" y="3995"/>
                    <a:pt x="1001" y="4077"/>
                  </a:cubicBezTo>
                  <a:cubicBezTo>
                    <a:pt x="1068" y="4311"/>
                    <a:pt x="1035" y="4711"/>
                    <a:pt x="1001" y="4978"/>
                  </a:cubicBezTo>
                  <a:cubicBezTo>
                    <a:pt x="1001" y="5245"/>
                    <a:pt x="1001" y="5478"/>
                    <a:pt x="1001" y="5745"/>
                  </a:cubicBezTo>
                  <a:cubicBezTo>
                    <a:pt x="1001" y="6179"/>
                    <a:pt x="968" y="6746"/>
                    <a:pt x="1301" y="7046"/>
                  </a:cubicBezTo>
                  <a:cubicBezTo>
                    <a:pt x="1454" y="7198"/>
                    <a:pt x="1623" y="7260"/>
                    <a:pt x="1797" y="7260"/>
                  </a:cubicBezTo>
                  <a:cubicBezTo>
                    <a:pt x="2117" y="7260"/>
                    <a:pt x="2455" y="7050"/>
                    <a:pt x="2736" y="6812"/>
                  </a:cubicBezTo>
                  <a:cubicBezTo>
                    <a:pt x="2929" y="6923"/>
                    <a:pt x="3168" y="6988"/>
                    <a:pt x="3416" y="6988"/>
                  </a:cubicBezTo>
                  <a:cubicBezTo>
                    <a:pt x="3467" y="6988"/>
                    <a:pt x="3518" y="6985"/>
                    <a:pt x="3570" y="6979"/>
                  </a:cubicBezTo>
                  <a:cubicBezTo>
                    <a:pt x="4170" y="6946"/>
                    <a:pt x="4637" y="6512"/>
                    <a:pt x="5004" y="6045"/>
                  </a:cubicBezTo>
                  <a:cubicBezTo>
                    <a:pt x="5104" y="6479"/>
                    <a:pt x="5271" y="6879"/>
                    <a:pt x="5671" y="7113"/>
                  </a:cubicBezTo>
                  <a:cubicBezTo>
                    <a:pt x="5821" y="7188"/>
                    <a:pt x="5978" y="7221"/>
                    <a:pt x="6134" y="7221"/>
                  </a:cubicBezTo>
                  <a:cubicBezTo>
                    <a:pt x="6603" y="7221"/>
                    <a:pt x="7072" y="6921"/>
                    <a:pt x="7372" y="6546"/>
                  </a:cubicBezTo>
                  <a:cubicBezTo>
                    <a:pt x="7406" y="6479"/>
                    <a:pt x="7472" y="6412"/>
                    <a:pt x="7506" y="6345"/>
                  </a:cubicBezTo>
                  <a:cubicBezTo>
                    <a:pt x="7682" y="6727"/>
                    <a:pt x="7987" y="7030"/>
                    <a:pt x="8443" y="7030"/>
                  </a:cubicBezTo>
                  <a:cubicBezTo>
                    <a:pt x="8506" y="7030"/>
                    <a:pt x="8571" y="7025"/>
                    <a:pt x="8640" y="7013"/>
                  </a:cubicBezTo>
                  <a:cubicBezTo>
                    <a:pt x="9240" y="6946"/>
                    <a:pt x="9574" y="6512"/>
                    <a:pt x="9807" y="5978"/>
                  </a:cubicBezTo>
                  <a:cubicBezTo>
                    <a:pt x="9908" y="6212"/>
                    <a:pt x="10041" y="6379"/>
                    <a:pt x="10241" y="6512"/>
                  </a:cubicBezTo>
                  <a:cubicBezTo>
                    <a:pt x="10423" y="6619"/>
                    <a:pt x="10620" y="6668"/>
                    <a:pt x="10815" y="6668"/>
                  </a:cubicBezTo>
                  <a:cubicBezTo>
                    <a:pt x="11228" y="6668"/>
                    <a:pt x="11637" y="6451"/>
                    <a:pt x="11909" y="6112"/>
                  </a:cubicBezTo>
                  <a:cubicBezTo>
                    <a:pt x="12276" y="5645"/>
                    <a:pt x="12376" y="4577"/>
                    <a:pt x="11876" y="4110"/>
                  </a:cubicBezTo>
                  <a:cubicBezTo>
                    <a:pt x="11823" y="4069"/>
                    <a:pt x="11764" y="4050"/>
                    <a:pt x="11708" y="4050"/>
                  </a:cubicBezTo>
                  <a:cubicBezTo>
                    <a:pt x="11585" y="4050"/>
                    <a:pt x="11475" y="4140"/>
                    <a:pt x="11475" y="4277"/>
                  </a:cubicBezTo>
                  <a:cubicBezTo>
                    <a:pt x="11442" y="4711"/>
                    <a:pt x="11709" y="5111"/>
                    <a:pt x="11442" y="5545"/>
                  </a:cubicBezTo>
                  <a:cubicBezTo>
                    <a:pt x="11346" y="5736"/>
                    <a:pt x="11148" y="5893"/>
                    <a:pt x="10945" y="5893"/>
                  </a:cubicBezTo>
                  <a:cubicBezTo>
                    <a:pt x="10865" y="5893"/>
                    <a:pt x="10784" y="5868"/>
                    <a:pt x="10708" y="5812"/>
                  </a:cubicBezTo>
                  <a:cubicBezTo>
                    <a:pt x="10174" y="5445"/>
                    <a:pt x="10475" y="4477"/>
                    <a:pt x="11075" y="4377"/>
                  </a:cubicBezTo>
                  <a:cubicBezTo>
                    <a:pt x="11375" y="4344"/>
                    <a:pt x="11375" y="3810"/>
                    <a:pt x="11075" y="3744"/>
                  </a:cubicBezTo>
                  <a:cubicBezTo>
                    <a:pt x="10988" y="3726"/>
                    <a:pt x="10904" y="3718"/>
                    <a:pt x="10824" y="3718"/>
                  </a:cubicBezTo>
                  <a:cubicBezTo>
                    <a:pt x="10141" y="3718"/>
                    <a:pt x="9734" y="4324"/>
                    <a:pt x="9674" y="5011"/>
                  </a:cubicBezTo>
                  <a:cubicBezTo>
                    <a:pt x="9653" y="5007"/>
                    <a:pt x="9631" y="5005"/>
                    <a:pt x="9610" y="5005"/>
                  </a:cubicBezTo>
                  <a:cubicBezTo>
                    <a:pt x="9466" y="5005"/>
                    <a:pt x="9332" y="5099"/>
                    <a:pt x="9274" y="5245"/>
                  </a:cubicBezTo>
                  <a:cubicBezTo>
                    <a:pt x="9140" y="5578"/>
                    <a:pt x="8974" y="6179"/>
                    <a:pt x="8540" y="6212"/>
                  </a:cubicBezTo>
                  <a:cubicBezTo>
                    <a:pt x="8531" y="6213"/>
                    <a:pt x="8521" y="6213"/>
                    <a:pt x="8512" y="6213"/>
                  </a:cubicBezTo>
                  <a:cubicBezTo>
                    <a:pt x="8170" y="6213"/>
                    <a:pt x="8105" y="5602"/>
                    <a:pt x="8073" y="5245"/>
                  </a:cubicBezTo>
                  <a:cubicBezTo>
                    <a:pt x="8406" y="4411"/>
                    <a:pt x="8573" y="3477"/>
                    <a:pt x="8607" y="2609"/>
                  </a:cubicBezTo>
                  <a:cubicBezTo>
                    <a:pt x="8607" y="2276"/>
                    <a:pt x="8573" y="1942"/>
                    <a:pt x="8540" y="1609"/>
                  </a:cubicBezTo>
                  <a:cubicBezTo>
                    <a:pt x="8507" y="1275"/>
                    <a:pt x="8473" y="908"/>
                    <a:pt x="8306" y="608"/>
                  </a:cubicBezTo>
                  <a:cubicBezTo>
                    <a:pt x="8168" y="362"/>
                    <a:pt x="7960" y="251"/>
                    <a:pt x="7748" y="251"/>
                  </a:cubicBezTo>
                  <a:cubicBezTo>
                    <a:pt x="7501" y="251"/>
                    <a:pt x="7250" y="405"/>
                    <a:pt x="7106" y="675"/>
                  </a:cubicBezTo>
                  <a:cubicBezTo>
                    <a:pt x="6972" y="1008"/>
                    <a:pt x="6972" y="1409"/>
                    <a:pt x="6972" y="1775"/>
                  </a:cubicBezTo>
                  <a:cubicBezTo>
                    <a:pt x="6972" y="2242"/>
                    <a:pt x="6972" y="2676"/>
                    <a:pt x="7005" y="3143"/>
                  </a:cubicBezTo>
                  <a:cubicBezTo>
                    <a:pt x="7072" y="3877"/>
                    <a:pt x="7139" y="4577"/>
                    <a:pt x="7272" y="5278"/>
                  </a:cubicBezTo>
                  <a:cubicBezTo>
                    <a:pt x="7239" y="5345"/>
                    <a:pt x="7206" y="5378"/>
                    <a:pt x="7206" y="5411"/>
                  </a:cubicBezTo>
                  <a:cubicBezTo>
                    <a:pt x="7005" y="5778"/>
                    <a:pt x="6772" y="6312"/>
                    <a:pt x="6338" y="6412"/>
                  </a:cubicBezTo>
                  <a:cubicBezTo>
                    <a:pt x="6306" y="6419"/>
                    <a:pt x="6275" y="6422"/>
                    <a:pt x="6245" y="6422"/>
                  </a:cubicBezTo>
                  <a:cubicBezTo>
                    <a:pt x="5829" y="6422"/>
                    <a:pt x="5769" y="5788"/>
                    <a:pt x="5738" y="5445"/>
                  </a:cubicBezTo>
                  <a:cubicBezTo>
                    <a:pt x="5705" y="5311"/>
                    <a:pt x="5671" y="5145"/>
                    <a:pt x="5638" y="4978"/>
                  </a:cubicBezTo>
                  <a:cubicBezTo>
                    <a:pt x="5771" y="4711"/>
                    <a:pt x="5905" y="4411"/>
                    <a:pt x="6005" y="4110"/>
                  </a:cubicBezTo>
                  <a:cubicBezTo>
                    <a:pt x="6205" y="3443"/>
                    <a:pt x="6405" y="2776"/>
                    <a:pt x="6438" y="2076"/>
                  </a:cubicBezTo>
                  <a:cubicBezTo>
                    <a:pt x="6472" y="1475"/>
                    <a:pt x="6405" y="675"/>
                    <a:pt x="5971" y="208"/>
                  </a:cubicBezTo>
                  <a:cubicBezTo>
                    <a:pt x="5836" y="62"/>
                    <a:pt x="5684" y="1"/>
                    <a:pt x="55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1"/>
            <p:cNvSpPr/>
            <p:nvPr/>
          </p:nvSpPr>
          <p:spPr>
            <a:xfrm>
              <a:off x="4161280" y="2188194"/>
              <a:ext cx="249756" cy="330940"/>
            </a:xfrm>
            <a:custGeom>
              <a:rect b="b" l="l" r="r" t="t"/>
              <a:pathLst>
                <a:path extrusionOk="0" h="17814" w="13444">
                  <a:moveTo>
                    <a:pt x="5004" y="1"/>
                  </a:moveTo>
                  <a:cubicBezTo>
                    <a:pt x="4304" y="1"/>
                    <a:pt x="3636" y="34"/>
                    <a:pt x="2936" y="34"/>
                  </a:cubicBezTo>
                  <a:cubicBezTo>
                    <a:pt x="1235" y="67"/>
                    <a:pt x="301" y="568"/>
                    <a:pt x="201" y="2369"/>
                  </a:cubicBezTo>
                  <a:cubicBezTo>
                    <a:pt x="67" y="4871"/>
                    <a:pt x="0" y="7473"/>
                    <a:pt x="67" y="10008"/>
                  </a:cubicBezTo>
                  <a:cubicBezTo>
                    <a:pt x="101" y="10608"/>
                    <a:pt x="67" y="11476"/>
                    <a:pt x="267" y="12143"/>
                  </a:cubicBezTo>
                  <a:cubicBezTo>
                    <a:pt x="134" y="13410"/>
                    <a:pt x="1468" y="14044"/>
                    <a:pt x="2602" y="14177"/>
                  </a:cubicBezTo>
                  <a:cubicBezTo>
                    <a:pt x="2976" y="14217"/>
                    <a:pt x="3352" y="14230"/>
                    <a:pt x="3728" y="14230"/>
                  </a:cubicBezTo>
                  <a:cubicBezTo>
                    <a:pt x="4510" y="14230"/>
                    <a:pt x="5292" y="14173"/>
                    <a:pt x="6053" y="14173"/>
                  </a:cubicBezTo>
                  <a:cubicBezTo>
                    <a:pt x="6171" y="14173"/>
                    <a:pt x="6288" y="14174"/>
                    <a:pt x="6405" y="14177"/>
                  </a:cubicBezTo>
                  <a:cubicBezTo>
                    <a:pt x="7773" y="14177"/>
                    <a:pt x="9174" y="14311"/>
                    <a:pt x="10541" y="14311"/>
                  </a:cubicBezTo>
                  <a:cubicBezTo>
                    <a:pt x="10641" y="14311"/>
                    <a:pt x="10708" y="14278"/>
                    <a:pt x="10741" y="14211"/>
                  </a:cubicBezTo>
                  <a:cubicBezTo>
                    <a:pt x="10942" y="14811"/>
                    <a:pt x="11342" y="15345"/>
                    <a:pt x="11642" y="15845"/>
                  </a:cubicBezTo>
                  <a:cubicBezTo>
                    <a:pt x="12042" y="16512"/>
                    <a:pt x="12443" y="17146"/>
                    <a:pt x="12843" y="17813"/>
                  </a:cubicBezTo>
                  <a:lnTo>
                    <a:pt x="13443" y="17447"/>
                  </a:lnTo>
                  <a:cubicBezTo>
                    <a:pt x="12976" y="16212"/>
                    <a:pt x="12209" y="14978"/>
                    <a:pt x="11475" y="13911"/>
                  </a:cubicBezTo>
                  <a:cubicBezTo>
                    <a:pt x="11409" y="13710"/>
                    <a:pt x="11342" y="13510"/>
                    <a:pt x="11208" y="13310"/>
                  </a:cubicBezTo>
                  <a:cubicBezTo>
                    <a:pt x="11184" y="13250"/>
                    <a:pt x="11138" y="13224"/>
                    <a:pt x="11088" y="13224"/>
                  </a:cubicBezTo>
                  <a:cubicBezTo>
                    <a:pt x="10999" y="13224"/>
                    <a:pt x="10896" y="13304"/>
                    <a:pt x="10875" y="13410"/>
                  </a:cubicBezTo>
                  <a:cubicBezTo>
                    <a:pt x="8673" y="13210"/>
                    <a:pt x="6438" y="13277"/>
                    <a:pt x="4203" y="13043"/>
                  </a:cubicBezTo>
                  <a:cubicBezTo>
                    <a:pt x="2636" y="12877"/>
                    <a:pt x="868" y="13010"/>
                    <a:pt x="701" y="11009"/>
                  </a:cubicBezTo>
                  <a:cubicBezTo>
                    <a:pt x="601" y="9841"/>
                    <a:pt x="634" y="8674"/>
                    <a:pt x="668" y="7506"/>
                  </a:cubicBezTo>
                  <a:cubicBezTo>
                    <a:pt x="668" y="6339"/>
                    <a:pt x="701" y="5204"/>
                    <a:pt x="734" y="4037"/>
                  </a:cubicBezTo>
                  <a:cubicBezTo>
                    <a:pt x="734" y="3436"/>
                    <a:pt x="668" y="2736"/>
                    <a:pt x="768" y="2169"/>
                  </a:cubicBezTo>
                  <a:cubicBezTo>
                    <a:pt x="1135" y="634"/>
                    <a:pt x="1635" y="701"/>
                    <a:pt x="2669" y="634"/>
                  </a:cubicBezTo>
                  <a:cubicBezTo>
                    <a:pt x="3436" y="568"/>
                    <a:pt x="4237" y="534"/>
                    <a:pt x="5004" y="534"/>
                  </a:cubicBezTo>
                  <a:lnTo>
                    <a:pt x="50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1"/>
            <p:cNvSpPr/>
            <p:nvPr/>
          </p:nvSpPr>
          <p:spPr>
            <a:xfrm>
              <a:off x="4255189" y="2244447"/>
              <a:ext cx="44307" cy="132550"/>
            </a:xfrm>
            <a:custGeom>
              <a:rect b="b" l="l" r="r" t="t"/>
              <a:pathLst>
                <a:path extrusionOk="0" h="7135" w="2385">
                  <a:moveTo>
                    <a:pt x="1483" y="642"/>
                  </a:moveTo>
                  <a:cubicBezTo>
                    <a:pt x="1550" y="709"/>
                    <a:pt x="1584" y="742"/>
                    <a:pt x="1650" y="842"/>
                  </a:cubicBezTo>
                  <a:cubicBezTo>
                    <a:pt x="1750" y="976"/>
                    <a:pt x="1784" y="1176"/>
                    <a:pt x="1817" y="1342"/>
                  </a:cubicBezTo>
                  <a:cubicBezTo>
                    <a:pt x="1884" y="1709"/>
                    <a:pt x="1817" y="2076"/>
                    <a:pt x="1684" y="2443"/>
                  </a:cubicBezTo>
                  <a:cubicBezTo>
                    <a:pt x="1617" y="2610"/>
                    <a:pt x="1550" y="2743"/>
                    <a:pt x="1450" y="2910"/>
                  </a:cubicBezTo>
                  <a:cubicBezTo>
                    <a:pt x="1450" y="2176"/>
                    <a:pt x="1483" y="1443"/>
                    <a:pt x="1483" y="709"/>
                  </a:cubicBezTo>
                  <a:lnTo>
                    <a:pt x="1483" y="642"/>
                  </a:lnTo>
                  <a:close/>
                  <a:moveTo>
                    <a:pt x="1214" y="1"/>
                  </a:moveTo>
                  <a:cubicBezTo>
                    <a:pt x="1161" y="1"/>
                    <a:pt x="1107" y="13"/>
                    <a:pt x="1050" y="42"/>
                  </a:cubicBezTo>
                  <a:cubicBezTo>
                    <a:pt x="783" y="175"/>
                    <a:pt x="783" y="475"/>
                    <a:pt x="750" y="709"/>
                  </a:cubicBezTo>
                  <a:cubicBezTo>
                    <a:pt x="650" y="1342"/>
                    <a:pt x="650" y="2010"/>
                    <a:pt x="616" y="2677"/>
                  </a:cubicBezTo>
                  <a:cubicBezTo>
                    <a:pt x="616" y="3077"/>
                    <a:pt x="616" y="3477"/>
                    <a:pt x="616" y="3844"/>
                  </a:cubicBezTo>
                  <a:cubicBezTo>
                    <a:pt x="483" y="3978"/>
                    <a:pt x="316" y="4078"/>
                    <a:pt x="149" y="4178"/>
                  </a:cubicBezTo>
                  <a:cubicBezTo>
                    <a:pt x="1" y="4267"/>
                    <a:pt x="64" y="4489"/>
                    <a:pt x="197" y="4489"/>
                  </a:cubicBezTo>
                  <a:cubicBezTo>
                    <a:pt x="214" y="4489"/>
                    <a:pt x="231" y="4485"/>
                    <a:pt x="249" y="4478"/>
                  </a:cubicBezTo>
                  <a:cubicBezTo>
                    <a:pt x="383" y="4411"/>
                    <a:pt x="516" y="4378"/>
                    <a:pt x="616" y="4311"/>
                  </a:cubicBezTo>
                  <a:cubicBezTo>
                    <a:pt x="650" y="5112"/>
                    <a:pt x="683" y="5946"/>
                    <a:pt x="783" y="6746"/>
                  </a:cubicBezTo>
                  <a:cubicBezTo>
                    <a:pt x="817" y="7001"/>
                    <a:pt x="1032" y="7134"/>
                    <a:pt x="1230" y="7134"/>
                  </a:cubicBezTo>
                  <a:cubicBezTo>
                    <a:pt x="1423" y="7134"/>
                    <a:pt x="1600" y="7009"/>
                    <a:pt x="1584" y="6746"/>
                  </a:cubicBezTo>
                  <a:cubicBezTo>
                    <a:pt x="1584" y="6680"/>
                    <a:pt x="1584" y="6613"/>
                    <a:pt x="1584" y="6546"/>
                  </a:cubicBezTo>
                  <a:cubicBezTo>
                    <a:pt x="1584" y="6079"/>
                    <a:pt x="1584" y="5579"/>
                    <a:pt x="1650" y="5145"/>
                  </a:cubicBezTo>
                  <a:cubicBezTo>
                    <a:pt x="1684" y="4945"/>
                    <a:pt x="1717" y="4745"/>
                    <a:pt x="1784" y="4578"/>
                  </a:cubicBezTo>
                  <a:lnTo>
                    <a:pt x="1450" y="4511"/>
                  </a:lnTo>
                  <a:cubicBezTo>
                    <a:pt x="1450" y="4278"/>
                    <a:pt x="1450" y="4011"/>
                    <a:pt x="1450" y="3778"/>
                  </a:cubicBezTo>
                  <a:lnTo>
                    <a:pt x="1450" y="3677"/>
                  </a:lnTo>
                  <a:cubicBezTo>
                    <a:pt x="1750" y="3344"/>
                    <a:pt x="1984" y="2944"/>
                    <a:pt x="2117" y="2510"/>
                  </a:cubicBezTo>
                  <a:cubicBezTo>
                    <a:pt x="2384" y="1676"/>
                    <a:pt x="2351" y="709"/>
                    <a:pt x="1617" y="175"/>
                  </a:cubicBezTo>
                  <a:cubicBezTo>
                    <a:pt x="1474" y="79"/>
                    <a:pt x="1347" y="1"/>
                    <a:pt x="12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121"/>
          <p:cNvGrpSpPr/>
          <p:nvPr/>
        </p:nvGrpSpPr>
        <p:grpSpPr>
          <a:xfrm>
            <a:off x="4195332" y="1358665"/>
            <a:ext cx="605447" cy="374849"/>
            <a:chOff x="4090017" y="1375986"/>
            <a:chExt cx="521173" cy="322673"/>
          </a:xfrm>
        </p:grpSpPr>
        <p:sp>
          <p:nvSpPr>
            <p:cNvPr id="6462" name="Google Shape;6462;p121"/>
            <p:cNvSpPr/>
            <p:nvPr/>
          </p:nvSpPr>
          <p:spPr>
            <a:xfrm>
              <a:off x="4393666" y="1451373"/>
              <a:ext cx="28516" cy="91829"/>
            </a:xfrm>
            <a:custGeom>
              <a:rect b="b" l="l" r="r" t="t"/>
              <a:pathLst>
                <a:path extrusionOk="0" h="4943" w="1535">
                  <a:moveTo>
                    <a:pt x="1168" y="1"/>
                  </a:moveTo>
                  <a:cubicBezTo>
                    <a:pt x="1168" y="134"/>
                    <a:pt x="1101" y="268"/>
                    <a:pt x="968" y="335"/>
                  </a:cubicBezTo>
                  <a:cubicBezTo>
                    <a:pt x="167" y="735"/>
                    <a:pt x="0" y="1502"/>
                    <a:pt x="0" y="2336"/>
                  </a:cubicBezTo>
                  <a:cubicBezTo>
                    <a:pt x="0" y="2770"/>
                    <a:pt x="0" y="3237"/>
                    <a:pt x="67" y="3670"/>
                  </a:cubicBezTo>
                  <a:cubicBezTo>
                    <a:pt x="134" y="3970"/>
                    <a:pt x="234" y="4704"/>
                    <a:pt x="534" y="4904"/>
                  </a:cubicBezTo>
                  <a:cubicBezTo>
                    <a:pt x="579" y="4931"/>
                    <a:pt x="622" y="4943"/>
                    <a:pt x="664" y="4943"/>
                  </a:cubicBezTo>
                  <a:cubicBezTo>
                    <a:pt x="1157" y="4943"/>
                    <a:pt x="1468" y="3277"/>
                    <a:pt x="1468" y="2970"/>
                  </a:cubicBezTo>
                  <a:cubicBezTo>
                    <a:pt x="1535" y="2002"/>
                    <a:pt x="1435" y="1035"/>
                    <a:pt x="1268" y="68"/>
                  </a:cubicBezTo>
                  <a:cubicBezTo>
                    <a:pt x="1268" y="34"/>
                    <a:pt x="1268" y="34"/>
                    <a:pt x="1268" y="34"/>
                  </a:cubicBezTo>
                  <a:lnTo>
                    <a:pt x="1168" y="1"/>
                  </a:ln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1"/>
            <p:cNvSpPr/>
            <p:nvPr/>
          </p:nvSpPr>
          <p:spPr>
            <a:xfrm>
              <a:off x="4185449" y="1476787"/>
              <a:ext cx="42784" cy="71821"/>
            </a:xfrm>
            <a:custGeom>
              <a:rect b="b" l="l" r="r" t="t"/>
              <a:pathLst>
                <a:path extrusionOk="0" h="3866" w="2303">
                  <a:moveTo>
                    <a:pt x="2102" y="1"/>
                  </a:moveTo>
                  <a:cubicBezTo>
                    <a:pt x="2069" y="267"/>
                    <a:pt x="1935" y="534"/>
                    <a:pt x="1735" y="768"/>
                  </a:cubicBezTo>
                  <a:cubicBezTo>
                    <a:pt x="1268" y="1268"/>
                    <a:pt x="668" y="1502"/>
                    <a:pt x="34" y="1535"/>
                  </a:cubicBezTo>
                  <a:cubicBezTo>
                    <a:pt x="0" y="1635"/>
                    <a:pt x="0" y="1769"/>
                    <a:pt x="0" y="1902"/>
                  </a:cubicBezTo>
                  <a:cubicBezTo>
                    <a:pt x="34" y="2469"/>
                    <a:pt x="167" y="3103"/>
                    <a:pt x="501" y="3570"/>
                  </a:cubicBezTo>
                  <a:cubicBezTo>
                    <a:pt x="624" y="3718"/>
                    <a:pt x="747" y="3865"/>
                    <a:pt x="897" y="3865"/>
                  </a:cubicBezTo>
                  <a:cubicBezTo>
                    <a:pt x="950" y="3865"/>
                    <a:pt x="1007" y="3847"/>
                    <a:pt x="1068" y="3803"/>
                  </a:cubicBezTo>
                  <a:cubicBezTo>
                    <a:pt x="1335" y="3603"/>
                    <a:pt x="1435" y="3170"/>
                    <a:pt x="1535" y="2903"/>
                  </a:cubicBezTo>
                  <a:cubicBezTo>
                    <a:pt x="1835" y="1969"/>
                    <a:pt x="2102" y="1001"/>
                    <a:pt x="2302" y="34"/>
                  </a:cubicBezTo>
                  <a:lnTo>
                    <a:pt x="2102" y="1"/>
                  </a:ln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1"/>
            <p:cNvSpPr/>
            <p:nvPr/>
          </p:nvSpPr>
          <p:spPr>
            <a:xfrm>
              <a:off x="4187920" y="1462018"/>
              <a:ext cx="26677" cy="29668"/>
            </a:xfrm>
            <a:custGeom>
              <a:rect b="b" l="l" r="r" t="t"/>
              <a:pathLst>
                <a:path extrusionOk="0" h="1597" w="1436">
                  <a:moveTo>
                    <a:pt x="880" y="1"/>
                  </a:moveTo>
                  <a:cubicBezTo>
                    <a:pt x="577" y="1"/>
                    <a:pt x="242" y="714"/>
                    <a:pt x="168" y="962"/>
                  </a:cubicBezTo>
                  <a:cubicBezTo>
                    <a:pt x="101" y="1163"/>
                    <a:pt x="34" y="1363"/>
                    <a:pt x="1" y="1596"/>
                  </a:cubicBezTo>
                  <a:cubicBezTo>
                    <a:pt x="535" y="1463"/>
                    <a:pt x="1435" y="996"/>
                    <a:pt x="1168" y="295"/>
                  </a:cubicBezTo>
                  <a:cubicBezTo>
                    <a:pt x="1084" y="83"/>
                    <a:pt x="984" y="1"/>
                    <a:pt x="880"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1"/>
            <p:cNvSpPr/>
            <p:nvPr/>
          </p:nvSpPr>
          <p:spPr>
            <a:xfrm>
              <a:off x="4117288" y="1384921"/>
              <a:ext cx="472221" cy="296998"/>
            </a:xfrm>
            <a:custGeom>
              <a:rect b="b" l="l" r="r" t="t"/>
              <a:pathLst>
                <a:path extrusionOk="0" h="15987" w="25419">
                  <a:moveTo>
                    <a:pt x="12147" y="3155"/>
                  </a:moveTo>
                  <a:cubicBezTo>
                    <a:pt x="12352" y="3155"/>
                    <a:pt x="12553" y="3277"/>
                    <a:pt x="12642" y="3545"/>
                  </a:cubicBezTo>
                  <a:cubicBezTo>
                    <a:pt x="12943" y="4412"/>
                    <a:pt x="12943" y="5413"/>
                    <a:pt x="13009" y="6347"/>
                  </a:cubicBezTo>
                  <a:cubicBezTo>
                    <a:pt x="13043" y="7147"/>
                    <a:pt x="13210" y="8115"/>
                    <a:pt x="12976" y="8915"/>
                  </a:cubicBezTo>
                  <a:cubicBezTo>
                    <a:pt x="12815" y="9424"/>
                    <a:pt x="12310" y="9826"/>
                    <a:pt x="11772" y="9826"/>
                  </a:cubicBezTo>
                  <a:cubicBezTo>
                    <a:pt x="11640" y="9826"/>
                    <a:pt x="11506" y="9802"/>
                    <a:pt x="11375" y="9749"/>
                  </a:cubicBezTo>
                  <a:cubicBezTo>
                    <a:pt x="10841" y="9582"/>
                    <a:pt x="10608" y="9015"/>
                    <a:pt x="10941" y="8548"/>
                  </a:cubicBezTo>
                  <a:cubicBezTo>
                    <a:pt x="10979" y="8497"/>
                    <a:pt x="11042" y="8475"/>
                    <a:pt x="11108" y="8475"/>
                  </a:cubicBezTo>
                  <a:cubicBezTo>
                    <a:pt x="11216" y="8475"/>
                    <a:pt x="11334" y="8532"/>
                    <a:pt x="11375" y="8615"/>
                  </a:cubicBezTo>
                  <a:cubicBezTo>
                    <a:pt x="11430" y="8739"/>
                    <a:pt x="11478" y="8789"/>
                    <a:pt x="11520" y="8789"/>
                  </a:cubicBezTo>
                  <a:cubicBezTo>
                    <a:pt x="11679" y="8789"/>
                    <a:pt x="11742" y="8054"/>
                    <a:pt x="11742" y="7948"/>
                  </a:cubicBezTo>
                  <a:cubicBezTo>
                    <a:pt x="11742" y="7481"/>
                    <a:pt x="11708" y="7014"/>
                    <a:pt x="11708" y="6547"/>
                  </a:cubicBezTo>
                  <a:cubicBezTo>
                    <a:pt x="11642" y="5613"/>
                    <a:pt x="11475" y="4612"/>
                    <a:pt x="11575" y="3678"/>
                  </a:cubicBezTo>
                  <a:cubicBezTo>
                    <a:pt x="11631" y="3345"/>
                    <a:pt x="11892" y="3155"/>
                    <a:pt x="12147" y="3155"/>
                  </a:cubicBezTo>
                  <a:close/>
                  <a:moveTo>
                    <a:pt x="15332" y="3058"/>
                  </a:moveTo>
                  <a:cubicBezTo>
                    <a:pt x="15462" y="3058"/>
                    <a:pt x="15599" y="3075"/>
                    <a:pt x="15745" y="3111"/>
                  </a:cubicBezTo>
                  <a:cubicBezTo>
                    <a:pt x="15945" y="3178"/>
                    <a:pt x="16078" y="3378"/>
                    <a:pt x="16045" y="3578"/>
                  </a:cubicBezTo>
                  <a:lnTo>
                    <a:pt x="16145" y="3578"/>
                  </a:lnTo>
                  <a:cubicBezTo>
                    <a:pt x="16145" y="3425"/>
                    <a:pt x="16265" y="3327"/>
                    <a:pt x="16392" y="3327"/>
                  </a:cubicBezTo>
                  <a:cubicBezTo>
                    <a:pt x="16488" y="3327"/>
                    <a:pt x="16588" y="3383"/>
                    <a:pt x="16645" y="3511"/>
                  </a:cubicBezTo>
                  <a:cubicBezTo>
                    <a:pt x="17179" y="5012"/>
                    <a:pt x="16946" y="6480"/>
                    <a:pt x="16879" y="8048"/>
                  </a:cubicBezTo>
                  <a:cubicBezTo>
                    <a:pt x="16845" y="8615"/>
                    <a:pt x="16745" y="9182"/>
                    <a:pt x="16312" y="9549"/>
                  </a:cubicBezTo>
                  <a:cubicBezTo>
                    <a:pt x="16062" y="9766"/>
                    <a:pt x="15770" y="9866"/>
                    <a:pt x="15478" y="9866"/>
                  </a:cubicBezTo>
                  <a:cubicBezTo>
                    <a:pt x="15186" y="9866"/>
                    <a:pt x="14894" y="9766"/>
                    <a:pt x="14644" y="9582"/>
                  </a:cubicBezTo>
                  <a:cubicBezTo>
                    <a:pt x="13543" y="8682"/>
                    <a:pt x="13476" y="6814"/>
                    <a:pt x="13576" y="5513"/>
                  </a:cubicBezTo>
                  <a:cubicBezTo>
                    <a:pt x="13637" y="4461"/>
                    <a:pt x="14157" y="3058"/>
                    <a:pt x="15332" y="3058"/>
                  </a:cubicBezTo>
                  <a:close/>
                  <a:moveTo>
                    <a:pt x="18002" y="3268"/>
                  </a:moveTo>
                  <a:cubicBezTo>
                    <a:pt x="18259" y="3268"/>
                    <a:pt x="18513" y="3503"/>
                    <a:pt x="18447" y="3811"/>
                  </a:cubicBezTo>
                  <a:cubicBezTo>
                    <a:pt x="18380" y="4112"/>
                    <a:pt x="18447" y="4445"/>
                    <a:pt x="18547" y="4712"/>
                  </a:cubicBezTo>
                  <a:cubicBezTo>
                    <a:pt x="18647" y="4912"/>
                    <a:pt x="18880" y="5313"/>
                    <a:pt x="19114" y="5313"/>
                  </a:cubicBezTo>
                  <a:cubicBezTo>
                    <a:pt x="19347" y="5313"/>
                    <a:pt x="19581" y="4946"/>
                    <a:pt x="19681" y="4779"/>
                  </a:cubicBezTo>
                  <a:cubicBezTo>
                    <a:pt x="19848" y="4379"/>
                    <a:pt x="19781" y="3978"/>
                    <a:pt x="19881" y="3611"/>
                  </a:cubicBezTo>
                  <a:cubicBezTo>
                    <a:pt x="19918" y="3465"/>
                    <a:pt x="20035" y="3388"/>
                    <a:pt x="20161" y="3388"/>
                  </a:cubicBezTo>
                  <a:cubicBezTo>
                    <a:pt x="20264" y="3388"/>
                    <a:pt x="20373" y="3439"/>
                    <a:pt x="20448" y="3545"/>
                  </a:cubicBezTo>
                  <a:cubicBezTo>
                    <a:pt x="20815" y="4078"/>
                    <a:pt x="20648" y="4979"/>
                    <a:pt x="20481" y="5546"/>
                  </a:cubicBezTo>
                  <a:cubicBezTo>
                    <a:pt x="20348" y="6013"/>
                    <a:pt x="20048" y="6347"/>
                    <a:pt x="19681" y="6513"/>
                  </a:cubicBezTo>
                  <a:cubicBezTo>
                    <a:pt x="19814" y="7014"/>
                    <a:pt x="19914" y="7481"/>
                    <a:pt x="19948" y="7981"/>
                  </a:cubicBezTo>
                  <a:cubicBezTo>
                    <a:pt x="20014" y="8582"/>
                    <a:pt x="20148" y="9282"/>
                    <a:pt x="19714" y="9782"/>
                  </a:cubicBezTo>
                  <a:cubicBezTo>
                    <a:pt x="19635" y="9878"/>
                    <a:pt x="19509" y="9920"/>
                    <a:pt x="19378" y="9920"/>
                  </a:cubicBezTo>
                  <a:cubicBezTo>
                    <a:pt x="19235" y="9920"/>
                    <a:pt x="19085" y="9870"/>
                    <a:pt x="18980" y="9782"/>
                  </a:cubicBezTo>
                  <a:cubicBezTo>
                    <a:pt x="18547" y="9315"/>
                    <a:pt x="18680" y="8582"/>
                    <a:pt x="18713" y="7981"/>
                  </a:cubicBezTo>
                  <a:cubicBezTo>
                    <a:pt x="18747" y="7514"/>
                    <a:pt x="18814" y="7047"/>
                    <a:pt x="18947" y="6613"/>
                  </a:cubicBezTo>
                  <a:lnTo>
                    <a:pt x="18914" y="6613"/>
                  </a:lnTo>
                  <a:cubicBezTo>
                    <a:pt x="17513" y="6380"/>
                    <a:pt x="16946" y="4612"/>
                    <a:pt x="17646" y="3478"/>
                  </a:cubicBezTo>
                  <a:cubicBezTo>
                    <a:pt x="17737" y="3330"/>
                    <a:pt x="17870" y="3268"/>
                    <a:pt x="18002" y="3268"/>
                  </a:cubicBezTo>
                  <a:close/>
                  <a:moveTo>
                    <a:pt x="6565" y="2865"/>
                  </a:moveTo>
                  <a:cubicBezTo>
                    <a:pt x="6722" y="2865"/>
                    <a:pt x="6879" y="2952"/>
                    <a:pt x="6938" y="3144"/>
                  </a:cubicBezTo>
                  <a:cubicBezTo>
                    <a:pt x="7139" y="3811"/>
                    <a:pt x="7272" y="4512"/>
                    <a:pt x="7339" y="5212"/>
                  </a:cubicBezTo>
                  <a:cubicBezTo>
                    <a:pt x="7439" y="4445"/>
                    <a:pt x="7672" y="2978"/>
                    <a:pt x="8640" y="2877"/>
                  </a:cubicBezTo>
                  <a:cubicBezTo>
                    <a:pt x="8685" y="2872"/>
                    <a:pt x="8728" y="2870"/>
                    <a:pt x="8770" y="2870"/>
                  </a:cubicBezTo>
                  <a:cubicBezTo>
                    <a:pt x="9843" y="2870"/>
                    <a:pt x="9878" y="4473"/>
                    <a:pt x="9974" y="5179"/>
                  </a:cubicBezTo>
                  <a:cubicBezTo>
                    <a:pt x="10107" y="6580"/>
                    <a:pt x="10241" y="8014"/>
                    <a:pt x="10408" y="9415"/>
                  </a:cubicBezTo>
                  <a:cubicBezTo>
                    <a:pt x="10441" y="9832"/>
                    <a:pt x="10132" y="10041"/>
                    <a:pt x="9803" y="10041"/>
                  </a:cubicBezTo>
                  <a:cubicBezTo>
                    <a:pt x="9474" y="10041"/>
                    <a:pt x="9123" y="9832"/>
                    <a:pt x="9073" y="9415"/>
                  </a:cubicBezTo>
                  <a:cubicBezTo>
                    <a:pt x="8973" y="8381"/>
                    <a:pt x="8873" y="7381"/>
                    <a:pt x="8773" y="6380"/>
                  </a:cubicBezTo>
                  <a:cubicBezTo>
                    <a:pt x="8706" y="5880"/>
                    <a:pt x="8673" y="5379"/>
                    <a:pt x="8640" y="4879"/>
                  </a:cubicBezTo>
                  <a:cubicBezTo>
                    <a:pt x="8606" y="4679"/>
                    <a:pt x="8606" y="4445"/>
                    <a:pt x="8573" y="4245"/>
                  </a:cubicBezTo>
                  <a:cubicBezTo>
                    <a:pt x="8573" y="4145"/>
                    <a:pt x="8573" y="4078"/>
                    <a:pt x="8540" y="4012"/>
                  </a:cubicBezTo>
                  <a:cubicBezTo>
                    <a:pt x="8519" y="3931"/>
                    <a:pt x="8511" y="3887"/>
                    <a:pt x="8508" y="3887"/>
                  </a:cubicBezTo>
                  <a:cubicBezTo>
                    <a:pt x="8506" y="3887"/>
                    <a:pt x="8506" y="3905"/>
                    <a:pt x="8506" y="3945"/>
                  </a:cubicBezTo>
                  <a:cubicBezTo>
                    <a:pt x="8406" y="4045"/>
                    <a:pt x="8239" y="4479"/>
                    <a:pt x="8206" y="4612"/>
                  </a:cubicBezTo>
                  <a:cubicBezTo>
                    <a:pt x="8139" y="4779"/>
                    <a:pt x="8073" y="4979"/>
                    <a:pt x="8039" y="5146"/>
                  </a:cubicBezTo>
                  <a:lnTo>
                    <a:pt x="7972" y="5379"/>
                  </a:lnTo>
                  <a:cubicBezTo>
                    <a:pt x="7906" y="5746"/>
                    <a:pt x="7839" y="6113"/>
                    <a:pt x="7806" y="6480"/>
                  </a:cubicBezTo>
                  <a:cubicBezTo>
                    <a:pt x="7639" y="7447"/>
                    <a:pt x="7539" y="8381"/>
                    <a:pt x="7339" y="9349"/>
                  </a:cubicBezTo>
                  <a:cubicBezTo>
                    <a:pt x="7305" y="9349"/>
                    <a:pt x="7305" y="9382"/>
                    <a:pt x="7305" y="9382"/>
                  </a:cubicBezTo>
                  <a:cubicBezTo>
                    <a:pt x="7272" y="9382"/>
                    <a:pt x="7272" y="9415"/>
                    <a:pt x="7272" y="9415"/>
                  </a:cubicBezTo>
                  <a:cubicBezTo>
                    <a:pt x="7239" y="9832"/>
                    <a:pt x="6888" y="10041"/>
                    <a:pt x="6559" y="10041"/>
                  </a:cubicBezTo>
                  <a:cubicBezTo>
                    <a:pt x="6230" y="10041"/>
                    <a:pt x="5921" y="9832"/>
                    <a:pt x="5971" y="9415"/>
                  </a:cubicBezTo>
                  <a:cubicBezTo>
                    <a:pt x="6004" y="9215"/>
                    <a:pt x="6004" y="9049"/>
                    <a:pt x="6038" y="8848"/>
                  </a:cubicBezTo>
                  <a:lnTo>
                    <a:pt x="6038" y="8848"/>
                  </a:lnTo>
                  <a:cubicBezTo>
                    <a:pt x="5904" y="9182"/>
                    <a:pt x="5738" y="9482"/>
                    <a:pt x="5471" y="9682"/>
                  </a:cubicBezTo>
                  <a:cubicBezTo>
                    <a:pt x="5124" y="9999"/>
                    <a:pt x="4789" y="10132"/>
                    <a:pt x="4476" y="10132"/>
                  </a:cubicBezTo>
                  <a:cubicBezTo>
                    <a:pt x="3370" y="10132"/>
                    <a:pt x="2532" y="8480"/>
                    <a:pt x="2402" y="7414"/>
                  </a:cubicBezTo>
                  <a:cubicBezTo>
                    <a:pt x="2335" y="7047"/>
                    <a:pt x="2335" y="6647"/>
                    <a:pt x="2368" y="6213"/>
                  </a:cubicBezTo>
                  <a:cubicBezTo>
                    <a:pt x="2068" y="6080"/>
                    <a:pt x="1768" y="5880"/>
                    <a:pt x="1535" y="5613"/>
                  </a:cubicBezTo>
                  <a:cubicBezTo>
                    <a:pt x="1397" y="5475"/>
                    <a:pt x="1532" y="5246"/>
                    <a:pt x="1696" y="5246"/>
                  </a:cubicBezTo>
                  <a:cubicBezTo>
                    <a:pt x="1731" y="5246"/>
                    <a:pt x="1767" y="5256"/>
                    <a:pt x="1801" y="5279"/>
                  </a:cubicBezTo>
                  <a:cubicBezTo>
                    <a:pt x="2002" y="5413"/>
                    <a:pt x="2235" y="5546"/>
                    <a:pt x="2469" y="5613"/>
                  </a:cubicBezTo>
                  <a:cubicBezTo>
                    <a:pt x="2635" y="4645"/>
                    <a:pt x="3102" y="3711"/>
                    <a:pt x="3970" y="3344"/>
                  </a:cubicBezTo>
                  <a:cubicBezTo>
                    <a:pt x="4164" y="3267"/>
                    <a:pt x="4349" y="3231"/>
                    <a:pt x="4520" y="3231"/>
                  </a:cubicBezTo>
                  <a:cubicBezTo>
                    <a:pt x="5377" y="3231"/>
                    <a:pt x="5910" y="4112"/>
                    <a:pt x="5771" y="4946"/>
                  </a:cubicBezTo>
                  <a:lnTo>
                    <a:pt x="5971" y="4979"/>
                  </a:lnTo>
                  <a:cubicBezTo>
                    <a:pt x="6071" y="4412"/>
                    <a:pt x="6138" y="3811"/>
                    <a:pt x="6171" y="3244"/>
                  </a:cubicBezTo>
                  <a:cubicBezTo>
                    <a:pt x="6171" y="3003"/>
                    <a:pt x="6368" y="2865"/>
                    <a:pt x="6565" y="2865"/>
                  </a:cubicBezTo>
                  <a:close/>
                  <a:moveTo>
                    <a:pt x="10544" y="0"/>
                  </a:moveTo>
                  <a:cubicBezTo>
                    <a:pt x="8832" y="0"/>
                    <a:pt x="7123" y="65"/>
                    <a:pt x="5437" y="176"/>
                  </a:cubicBezTo>
                  <a:cubicBezTo>
                    <a:pt x="2335" y="342"/>
                    <a:pt x="134" y="1843"/>
                    <a:pt x="67" y="5146"/>
                  </a:cubicBezTo>
                  <a:cubicBezTo>
                    <a:pt x="0" y="7214"/>
                    <a:pt x="567" y="9582"/>
                    <a:pt x="2368" y="10850"/>
                  </a:cubicBezTo>
                  <a:cubicBezTo>
                    <a:pt x="3824" y="11882"/>
                    <a:pt x="5762" y="11948"/>
                    <a:pt x="7567" y="11948"/>
                  </a:cubicBezTo>
                  <a:cubicBezTo>
                    <a:pt x="7833" y="11948"/>
                    <a:pt x="8097" y="11947"/>
                    <a:pt x="8356" y="11947"/>
                  </a:cubicBezTo>
                  <a:cubicBezTo>
                    <a:pt x="8554" y="11947"/>
                    <a:pt x="8749" y="11948"/>
                    <a:pt x="8940" y="11951"/>
                  </a:cubicBezTo>
                  <a:cubicBezTo>
                    <a:pt x="9263" y="11955"/>
                    <a:pt x="9587" y="11956"/>
                    <a:pt x="9913" y="11956"/>
                  </a:cubicBezTo>
                  <a:cubicBezTo>
                    <a:pt x="10645" y="11956"/>
                    <a:pt x="11384" y="11949"/>
                    <a:pt x="12124" y="11949"/>
                  </a:cubicBezTo>
                  <a:cubicBezTo>
                    <a:pt x="13572" y="11949"/>
                    <a:pt x="15025" y="11978"/>
                    <a:pt x="16445" y="12151"/>
                  </a:cubicBezTo>
                  <a:cubicBezTo>
                    <a:pt x="16579" y="12184"/>
                    <a:pt x="16612" y="12284"/>
                    <a:pt x="16545" y="12384"/>
                  </a:cubicBezTo>
                  <a:cubicBezTo>
                    <a:pt x="16579" y="12418"/>
                    <a:pt x="16612" y="12451"/>
                    <a:pt x="16645" y="12484"/>
                  </a:cubicBezTo>
                  <a:cubicBezTo>
                    <a:pt x="16645" y="12484"/>
                    <a:pt x="16679" y="12518"/>
                    <a:pt x="16712" y="12518"/>
                  </a:cubicBezTo>
                  <a:cubicBezTo>
                    <a:pt x="17880" y="13618"/>
                    <a:pt x="19014" y="14819"/>
                    <a:pt x="20148" y="15987"/>
                  </a:cubicBezTo>
                  <a:cubicBezTo>
                    <a:pt x="20381" y="15320"/>
                    <a:pt x="20381" y="14586"/>
                    <a:pt x="20515" y="13919"/>
                  </a:cubicBezTo>
                  <a:cubicBezTo>
                    <a:pt x="20648" y="13151"/>
                    <a:pt x="20848" y="12351"/>
                    <a:pt x="21082" y="11617"/>
                  </a:cubicBezTo>
                  <a:cubicBezTo>
                    <a:pt x="21115" y="11484"/>
                    <a:pt x="21215" y="11417"/>
                    <a:pt x="21315" y="11417"/>
                  </a:cubicBezTo>
                  <a:cubicBezTo>
                    <a:pt x="21349" y="11317"/>
                    <a:pt x="21415" y="11250"/>
                    <a:pt x="21515" y="11250"/>
                  </a:cubicBezTo>
                  <a:cubicBezTo>
                    <a:pt x="24584" y="10716"/>
                    <a:pt x="25418" y="7381"/>
                    <a:pt x="24851" y="4712"/>
                  </a:cubicBezTo>
                  <a:cubicBezTo>
                    <a:pt x="24618" y="3645"/>
                    <a:pt x="24217" y="2577"/>
                    <a:pt x="23450" y="1777"/>
                  </a:cubicBezTo>
                  <a:cubicBezTo>
                    <a:pt x="23150" y="1410"/>
                    <a:pt x="22783" y="1176"/>
                    <a:pt x="22383" y="976"/>
                  </a:cubicBezTo>
                  <a:cubicBezTo>
                    <a:pt x="22316" y="943"/>
                    <a:pt x="22249" y="943"/>
                    <a:pt x="22183" y="909"/>
                  </a:cubicBezTo>
                  <a:cubicBezTo>
                    <a:pt x="22149" y="909"/>
                    <a:pt x="22149" y="876"/>
                    <a:pt x="22116" y="876"/>
                  </a:cubicBezTo>
                  <a:cubicBezTo>
                    <a:pt x="21415" y="609"/>
                    <a:pt x="20648" y="509"/>
                    <a:pt x="19848" y="442"/>
                  </a:cubicBezTo>
                  <a:cubicBezTo>
                    <a:pt x="17146" y="209"/>
                    <a:pt x="14377" y="42"/>
                    <a:pt x="11608" y="9"/>
                  </a:cubicBezTo>
                  <a:cubicBezTo>
                    <a:pt x="11254" y="3"/>
                    <a:pt x="10899" y="0"/>
                    <a:pt x="10544" y="0"/>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1"/>
            <p:cNvSpPr/>
            <p:nvPr/>
          </p:nvSpPr>
          <p:spPr>
            <a:xfrm>
              <a:off x="4332936" y="1376394"/>
              <a:ext cx="278254" cy="322264"/>
            </a:xfrm>
            <a:custGeom>
              <a:rect b="b" l="l" r="r" t="t"/>
              <a:pathLst>
                <a:path extrusionOk="0" h="17347" w="14978">
                  <a:moveTo>
                    <a:pt x="9741" y="13277"/>
                  </a:moveTo>
                  <a:cubicBezTo>
                    <a:pt x="9674" y="13677"/>
                    <a:pt x="9607" y="14077"/>
                    <a:pt x="9541" y="14444"/>
                  </a:cubicBezTo>
                  <a:lnTo>
                    <a:pt x="9474" y="14444"/>
                  </a:lnTo>
                  <a:cubicBezTo>
                    <a:pt x="9574" y="14044"/>
                    <a:pt x="9641" y="13644"/>
                    <a:pt x="9741" y="13277"/>
                  </a:cubicBezTo>
                  <a:close/>
                  <a:moveTo>
                    <a:pt x="34" y="1"/>
                  </a:moveTo>
                  <a:lnTo>
                    <a:pt x="0" y="468"/>
                  </a:lnTo>
                  <a:cubicBezTo>
                    <a:pt x="2769" y="501"/>
                    <a:pt x="5538" y="668"/>
                    <a:pt x="8240" y="901"/>
                  </a:cubicBezTo>
                  <a:cubicBezTo>
                    <a:pt x="9040" y="968"/>
                    <a:pt x="9807" y="1068"/>
                    <a:pt x="10508" y="1335"/>
                  </a:cubicBezTo>
                  <a:cubicBezTo>
                    <a:pt x="10541" y="1335"/>
                    <a:pt x="10541" y="1335"/>
                    <a:pt x="10575" y="1368"/>
                  </a:cubicBezTo>
                  <a:cubicBezTo>
                    <a:pt x="10641" y="1368"/>
                    <a:pt x="10708" y="1402"/>
                    <a:pt x="10775" y="1435"/>
                  </a:cubicBezTo>
                  <a:cubicBezTo>
                    <a:pt x="11175" y="1602"/>
                    <a:pt x="11542" y="1869"/>
                    <a:pt x="11876" y="2236"/>
                  </a:cubicBezTo>
                  <a:cubicBezTo>
                    <a:pt x="12609" y="3036"/>
                    <a:pt x="13010" y="4104"/>
                    <a:pt x="13243" y="5171"/>
                  </a:cubicBezTo>
                  <a:cubicBezTo>
                    <a:pt x="13810" y="7873"/>
                    <a:pt x="13010" y="11175"/>
                    <a:pt x="9907" y="11709"/>
                  </a:cubicBezTo>
                  <a:cubicBezTo>
                    <a:pt x="9807" y="11709"/>
                    <a:pt x="9741" y="11776"/>
                    <a:pt x="9707" y="11843"/>
                  </a:cubicBezTo>
                  <a:cubicBezTo>
                    <a:pt x="9607" y="11876"/>
                    <a:pt x="9507" y="11943"/>
                    <a:pt x="9474" y="12076"/>
                  </a:cubicBezTo>
                  <a:cubicBezTo>
                    <a:pt x="9240" y="12810"/>
                    <a:pt x="9040" y="13577"/>
                    <a:pt x="8907" y="14378"/>
                  </a:cubicBezTo>
                  <a:cubicBezTo>
                    <a:pt x="8773" y="15011"/>
                    <a:pt x="8773" y="15779"/>
                    <a:pt x="8540" y="16446"/>
                  </a:cubicBezTo>
                  <a:cubicBezTo>
                    <a:pt x="7406" y="15278"/>
                    <a:pt x="6272" y="14077"/>
                    <a:pt x="5104" y="12977"/>
                  </a:cubicBezTo>
                  <a:lnTo>
                    <a:pt x="4770" y="13310"/>
                  </a:lnTo>
                  <a:cubicBezTo>
                    <a:pt x="5938" y="14645"/>
                    <a:pt x="7206" y="15879"/>
                    <a:pt x="8440" y="17146"/>
                  </a:cubicBezTo>
                  <a:cubicBezTo>
                    <a:pt x="8473" y="17180"/>
                    <a:pt x="8540" y="17213"/>
                    <a:pt x="8607" y="17213"/>
                  </a:cubicBezTo>
                  <a:cubicBezTo>
                    <a:pt x="8607" y="17280"/>
                    <a:pt x="8673" y="17346"/>
                    <a:pt x="8773" y="17346"/>
                  </a:cubicBezTo>
                  <a:cubicBezTo>
                    <a:pt x="9374" y="17313"/>
                    <a:pt x="9641" y="16846"/>
                    <a:pt x="9774" y="16279"/>
                  </a:cubicBezTo>
                  <a:cubicBezTo>
                    <a:pt x="10074" y="15245"/>
                    <a:pt x="10241" y="14178"/>
                    <a:pt x="10408" y="13077"/>
                  </a:cubicBezTo>
                  <a:cubicBezTo>
                    <a:pt x="12910" y="12576"/>
                    <a:pt x="14678" y="10341"/>
                    <a:pt x="14811" y="7773"/>
                  </a:cubicBezTo>
                  <a:cubicBezTo>
                    <a:pt x="14978" y="5271"/>
                    <a:pt x="13744" y="2169"/>
                    <a:pt x="11342" y="1135"/>
                  </a:cubicBezTo>
                  <a:cubicBezTo>
                    <a:pt x="10841" y="835"/>
                    <a:pt x="10274" y="635"/>
                    <a:pt x="9641" y="501"/>
                  </a:cubicBezTo>
                  <a:cubicBezTo>
                    <a:pt x="7206" y="34"/>
                    <a:pt x="4570" y="101"/>
                    <a:pt x="2102" y="34"/>
                  </a:cubicBezTo>
                  <a:cubicBezTo>
                    <a:pt x="1401" y="34"/>
                    <a:pt x="701" y="1"/>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1"/>
            <p:cNvSpPr/>
            <p:nvPr/>
          </p:nvSpPr>
          <p:spPr>
            <a:xfrm>
              <a:off x="4432084" y="1445614"/>
              <a:ext cx="71895" cy="123615"/>
            </a:xfrm>
            <a:custGeom>
              <a:rect b="b" l="l" r="r" t="t"/>
              <a:pathLst>
                <a:path extrusionOk="0" h="6654" w="3870">
                  <a:moveTo>
                    <a:pt x="1057" y="1"/>
                  </a:moveTo>
                  <a:cubicBezTo>
                    <a:pt x="925" y="1"/>
                    <a:pt x="792" y="63"/>
                    <a:pt x="701" y="211"/>
                  </a:cubicBezTo>
                  <a:cubicBezTo>
                    <a:pt x="1" y="1345"/>
                    <a:pt x="568" y="3080"/>
                    <a:pt x="1969" y="3346"/>
                  </a:cubicBezTo>
                  <a:lnTo>
                    <a:pt x="2002" y="3346"/>
                  </a:lnTo>
                  <a:cubicBezTo>
                    <a:pt x="1869" y="3780"/>
                    <a:pt x="1802" y="4247"/>
                    <a:pt x="1768" y="4714"/>
                  </a:cubicBezTo>
                  <a:cubicBezTo>
                    <a:pt x="1735" y="5315"/>
                    <a:pt x="1602" y="6048"/>
                    <a:pt x="2035" y="6515"/>
                  </a:cubicBezTo>
                  <a:cubicBezTo>
                    <a:pt x="2140" y="6603"/>
                    <a:pt x="2290" y="6653"/>
                    <a:pt x="2433" y="6653"/>
                  </a:cubicBezTo>
                  <a:cubicBezTo>
                    <a:pt x="2564" y="6653"/>
                    <a:pt x="2690" y="6611"/>
                    <a:pt x="2769" y="6515"/>
                  </a:cubicBezTo>
                  <a:cubicBezTo>
                    <a:pt x="3203" y="6015"/>
                    <a:pt x="3069" y="5315"/>
                    <a:pt x="3003" y="4714"/>
                  </a:cubicBezTo>
                  <a:cubicBezTo>
                    <a:pt x="2969" y="4214"/>
                    <a:pt x="2869" y="3713"/>
                    <a:pt x="2736" y="3246"/>
                  </a:cubicBezTo>
                  <a:cubicBezTo>
                    <a:pt x="3103" y="3080"/>
                    <a:pt x="3403" y="2746"/>
                    <a:pt x="3536" y="2279"/>
                  </a:cubicBezTo>
                  <a:cubicBezTo>
                    <a:pt x="3703" y="1712"/>
                    <a:pt x="3870" y="811"/>
                    <a:pt x="3503" y="278"/>
                  </a:cubicBezTo>
                  <a:cubicBezTo>
                    <a:pt x="3443" y="172"/>
                    <a:pt x="3342" y="121"/>
                    <a:pt x="3241" y="121"/>
                  </a:cubicBezTo>
                  <a:cubicBezTo>
                    <a:pt x="3117" y="121"/>
                    <a:pt x="2991" y="198"/>
                    <a:pt x="2936" y="344"/>
                  </a:cubicBezTo>
                  <a:cubicBezTo>
                    <a:pt x="2836" y="711"/>
                    <a:pt x="2903" y="1112"/>
                    <a:pt x="2736" y="1512"/>
                  </a:cubicBezTo>
                  <a:cubicBezTo>
                    <a:pt x="2636" y="1679"/>
                    <a:pt x="2402" y="2046"/>
                    <a:pt x="2169" y="2046"/>
                  </a:cubicBezTo>
                  <a:cubicBezTo>
                    <a:pt x="1935" y="2046"/>
                    <a:pt x="1702" y="1612"/>
                    <a:pt x="1602" y="1445"/>
                  </a:cubicBezTo>
                  <a:cubicBezTo>
                    <a:pt x="1502" y="1178"/>
                    <a:pt x="1435" y="845"/>
                    <a:pt x="1502" y="544"/>
                  </a:cubicBezTo>
                  <a:cubicBezTo>
                    <a:pt x="1568" y="236"/>
                    <a:pt x="1314" y="1"/>
                    <a:pt x="10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1"/>
            <p:cNvSpPr/>
            <p:nvPr/>
          </p:nvSpPr>
          <p:spPr>
            <a:xfrm>
              <a:off x="4367639" y="1441713"/>
              <a:ext cx="68811" cy="126420"/>
            </a:xfrm>
            <a:custGeom>
              <a:rect b="b" l="l" r="r" t="t"/>
              <a:pathLst>
                <a:path extrusionOk="0" h="6805" w="3704">
                  <a:moveTo>
                    <a:pt x="1856" y="1"/>
                  </a:moveTo>
                  <a:cubicBezTo>
                    <a:pt x="681" y="1"/>
                    <a:pt x="161" y="1404"/>
                    <a:pt x="100" y="2456"/>
                  </a:cubicBezTo>
                  <a:cubicBezTo>
                    <a:pt x="0" y="3757"/>
                    <a:pt x="67" y="5625"/>
                    <a:pt x="1168" y="6492"/>
                  </a:cubicBezTo>
                  <a:cubicBezTo>
                    <a:pt x="1423" y="6696"/>
                    <a:pt x="1722" y="6805"/>
                    <a:pt x="2019" y="6805"/>
                  </a:cubicBezTo>
                  <a:cubicBezTo>
                    <a:pt x="2305" y="6805"/>
                    <a:pt x="2591" y="6704"/>
                    <a:pt x="2836" y="6492"/>
                  </a:cubicBezTo>
                  <a:cubicBezTo>
                    <a:pt x="3269" y="6125"/>
                    <a:pt x="3369" y="5558"/>
                    <a:pt x="3403" y="4991"/>
                  </a:cubicBezTo>
                  <a:cubicBezTo>
                    <a:pt x="3470" y="3423"/>
                    <a:pt x="3703" y="1955"/>
                    <a:pt x="3169" y="454"/>
                  </a:cubicBezTo>
                  <a:cubicBezTo>
                    <a:pt x="3112" y="326"/>
                    <a:pt x="3012" y="270"/>
                    <a:pt x="2916" y="270"/>
                  </a:cubicBezTo>
                  <a:cubicBezTo>
                    <a:pt x="2789" y="270"/>
                    <a:pt x="2669" y="368"/>
                    <a:pt x="2669" y="521"/>
                  </a:cubicBezTo>
                  <a:cubicBezTo>
                    <a:pt x="2669" y="554"/>
                    <a:pt x="2669" y="554"/>
                    <a:pt x="2669" y="588"/>
                  </a:cubicBezTo>
                  <a:cubicBezTo>
                    <a:pt x="2836" y="1555"/>
                    <a:pt x="2936" y="2522"/>
                    <a:pt x="2869" y="3490"/>
                  </a:cubicBezTo>
                  <a:cubicBezTo>
                    <a:pt x="2839" y="3795"/>
                    <a:pt x="2557" y="5437"/>
                    <a:pt x="2051" y="5437"/>
                  </a:cubicBezTo>
                  <a:cubicBezTo>
                    <a:pt x="2003" y="5437"/>
                    <a:pt x="1953" y="5423"/>
                    <a:pt x="1902" y="5391"/>
                  </a:cubicBezTo>
                  <a:cubicBezTo>
                    <a:pt x="1635" y="5224"/>
                    <a:pt x="1535" y="4490"/>
                    <a:pt x="1468" y="4190"/>
                  </a:cubicBezTo>
                  <a:cubicBezTo>
                    <a:pt x="1401" y="3757"/>
                    <a:pt x="1401" y="3290"/>
                    <a:pt x="1401" y="2856"/>
                  </a:cubicBezTo>
                  <a:cubicBezTo>
                    <a:pt x="1401" y="2022"/>
                    <a:pt x="1568" y="1255"/>
                    <a:pt x="2369" y="855"/>
                  </a:cubicBezTo>
                  <a:cubicBezTo>
                    <a:pt x="2502" y="788"/>
                    <a:pt x="2569" y="654"/>
                    <a:pt x="2569" y="521"/>
                  </a:cubicBezTo>
                  <a:cubicBezTo>
                    <a:pt x="2602" y="321"/>
                    <a:pt x="2469" y="121"/>
                    <a:pt x="2269" y="54"/>
                  </a:cubicBezTo>
                  <a:cubicBezTo>
                    <a:pt x="2123" y="18"/>
                    <a:pt x="1986" y="1"/>
                    <a:pt x="18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1"/>
            <p:cNvSpPr/>
            <p:nvPr/>
          </p:nvSpPr>
          <p:spPr>
            <a:xfrm>
              <a:off x="4090017" y="1375986"/>
              <a:ext cx="337758" cy="252078"/>
            </a:xfrm>
            <a:custGeom>
              <a:rect b="b" l="l" r="r" t="t"/>
              <a:pathLst>
                <a:path extrusionOk="0" h="13569" w="18181">
                  <a:moveTo>
                    <a:pt x="10720" y="1"/>
                  </a:moveTo>
                  <a:cubicBezTo>
                    <a:pt x="9600" y="1"/>
                    <a:pt x="8486" y="17"/>
                    <a:pt x="7372" y="56"/>
                  </a:cubicBezTo>
                  <a:cubicBezTo>
                    <a:pt x="5571" y="123"/>
                    <a:pt x="3603" y="456"/>
                    <a:pt x="2269" y="1824"/>
                  </a:cubicBezTo>
                  <a:cubicBezTo>
                    <a:pt x="0" y="4159"/>
                    <a:pt x="668" y="9229"/>
                    <a:pt x="3003" y="11364"/>
                  </a:cubicBezTo>
                  <a:cubicBezTo>
                    <a:pt x="4170" y="12665"/>
                    <a:pt x="5971" y="13232"/>
                    <a:pt x="7739" y="13432"/>
                  </a:cubicBezTo>
                  <a:cubicBezTo>
                    <a:pt x="8883" y="13551"/>
                    <a:pt x="10027" y="13568"/>
                    <a:pt x="11158" y="13568"/>
                  </a:cubicBezTo>
                  <a:cubicBezTo>
                    <a:pt x="11611" y="13568"/>
                    <a:pt x="12061" y="13566"/>
                    <a:pt x="12509" y="13566"/>
                  </a:cubicBezTo>
                  <a:cubicBezTo>
                    <a:pt x="14277" y="13532"/>
                    <a:pt x="16112" y="13566"/>
                    <a:pt x="17846" y="13332"/>
                  </a:cubicBezTo>
                  <a:lnTo>
                    <a:pt x="18180" y="12999"/>
                  </a:lnTo>
                  <a:cubicBezTo>
                    <a:pt x="18147" y="12965"/>
                    <a:pt x="18147" y="12965"/>
                    <a:pt x="18113" y="12932"/>
                  </a:cubicBezTo>
                  <a:cubicBezTo>
                    <a:pt x="18080" y="12899"/>
                    <a:pt x="18047" y="12865"/>
                    <a:pt x="18013" y="12865"/>
                  </a:cubicBezTo>
                  <a:cubicBezTo>
                    <a:pt x="18080" y="12765"/>
                    <a:pt x="18047" y="12632"/>
                    <a:pt x="17913" y="12632"/>
                  </a:cubicBezTo>
                  <a:cubicBezTo>
                    <a:pt x="16493" y="12459"/>
                    <a:pt x="15040" y="12430"/>
                    <a:pt x="13592" y="12430"/>
                  </a:cubicBezTo>
                  <a:cubicBezTo>
                    <a:pt x="12852" y="12430"/>
                    <a:pt x="12113" y="12437"/>
                    <a:pt x="11381" y="12437"/>
                  </a:cubicBezTo>
                  <a:cubicBezTo>
                    <a:pt x="11055" y="12437"/>
                    <a:pt x="10731" y="12436"/>
                    <a:pt x="10408" y="12432"/>
                  </a:cubicBezTo>
                  <a:cubicBezTo>
                    <a:pt x="10217" y="12429"/>
                    <a:pt x="10022" y="12428"/>
                    <a:pt x="9824" y="12428"/>
                  </a:cubicBezTo>
                  <a:cubicBezTo>
                    <a:pt x="9565" y="12428"/>
                    <a:pt x="9301" y="12429"/>
                    <a:pt x="9035" y="12429"/>
                  </a:cubicBezTo>
                  <a:cubicBezTo>
                    <a:pt x="7230" y="12429"/>
                    <a:pt x="5292" y="12363"/>
                    <a:pt x="3836" y="11331"/>
                  </a:cubicBezTo>
                  <a:cubicBezTo>
                    <a:pt x="2035" y="10063"/>
                    <a:pt x="1468" y="7695"/>
                    <a:pt x="1535" y="5627"/>
                  </a:cubicBezTo>
                  <a:cubicBezTo>
                    <a:pt x="1602" y="2324"/>
                    <a:pt x="3803" y="823"/>
                    <a:pt x="6905" y="623"/>
                  </a:cubicBezTo>
                  <a:cubicBezTo>
                    <a:pt x="8580" y="541"/>
                    <a:pt x="10277" y="481"/>
                    <a:pt x="11978" y="481"/>
                  </a:cubicBezTo>
                  <a:cubicBezTo>
                    <a:pt x="12344" y="481"/>
                    <a:pt x="12710" y="484"/>
                    <a:pt x="13076" y="490"/>
                  </a:cubicBezTo>
                  <a:lnTo>
                    <a:pt x="13110" y="23"/>
                  </a:lnTo>
                  <a:cubicBezTo>
                    <a:pt x="12308" y="9"/>
                    <a:pt x="11513" y="1"/>
                    <a:pt x="107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1"/>
            <p:cNvSpPr/>
            <p:nvPr/>
          </p:nvSpPr>
          <p:spPr>
            <a:xfrm>
              <a:off x="4314340" y="1443738"/>
              <a:ext cx="48357" cy="124061"/>
            </a:xfrm>
            <a:custGeom>
              <a:rect b="b" l="l" r="r" t="t"/>
              <a:pathLst>
                <a:path extrusionOk="0" h="6678" w="2603">
                  <a:moveTo>
                    <a:pt x="1551" y="0"/>
                  </a:moveTo>
                  <a:cubicBezTo>
                    <a:pt x="1292" y="0"/>
                    <a:pt x="1024" y="193"/>
                    <a:pt x="968" y="512"/>
                  </a:cubicBezTo>
                  <a:cubicBezTo>
                    <a:pt x="868" y="1446"/>
                    <a:pt x="1035" y="2447"/>
                    <a:pt x="1101" y="3381"/>
                  </a:cubicBezTo>
                  <a:cubicBezTo>
                    <a:pt x="1101" y="3848"/>
                    <a:pt x="1135" y="4315"/>
                    <a:pt x="1135" y="4782"/>
                  </a:cubicBezTo>
                  <a:cubicBezTo>
                    <a:pt x="1135" y="4888"/>
                    <a:pt x="1072" y="5623"/>
                    <a:pt x="929" y="5623"/>
                  </a:cubicBezTo>
                  <a:cubicBezTo>
                    <a:pt x="892" y="5623"/>
                    <a:pt x="850" y="5573"/>
                    <a:pt x="801" y="5449"/>
                  </a:cubicBezTo>
                  <a:cubicBezTo>
                    <a:pt x="745" y="5374"/>
                    <a:pt x="647" y="5331"/>
                    <a:pt x="548" y="5331"/>
                  </a:cubicBezTo>
                  <a:cubicBezTo>
                    <a:pt x="471" y="5331"/>
                    <a:pt x="393" y="5357"/>
                    <a:pt x="334" y="5416"/>
                  </a:cubicBezTo>
                  <a:cubicBezTo>
                    <a:pt x="1" y="5849"/>
                    <a:pt x="268" y="6416"/>
                    <a:pt x="768" y="6616"/>
                  </a:cubicBezTo>
                  <a:cubicBezTo>
                    <a:pt x="887" y="6658"/>
                    <a:pt x="1009" y="6678"/>
                    <a:pt x="1129" y="6678"/>
                  </a:cubicBezTo>
                  <a:cubicBezTo>
                    <a:pt x="1680" y="6678"/>
                    <a:pt x="2205" y="6270"/>
                    <a:pt x="2369" y="5749"/>
                  </a:cubicBezTo>
                  <a:cubicBezTo>
                    <a:pt x="2603" y="4949"/>
                    <a:pt x="2436" y="3981"/>
                    <a:pt x="2402" y="3181"/>
                  </a:cubicBezTo>
                  <a:cubicBezTo>
                    <a:pt x="2369" y="2247"/>
                    <a:pt x="2336" y="1246"/>
                    <a:pt x="2035" y="379"/>
                  </a:cubicBezTo>
                  <a:cubicBezTo>
                    <a:pt x="1948" y="116"/>
                    <a:pt x="1752" y="0"/>
                    <a:pt x="15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1"/>
            <p:cNvSpPr/>
            <p:nvPr/>
          </p:nvSpPr>
          <p:spPr>
            <a:xfrm>
              <a:off x="4254242" y="1438220"/>
              <a:ext cx="57014" cy="133238"/>
            </a:xfrm>
            <a:custGeom>
              <a:rect b="b" l="l" r="r" t="t"/>
              <a:pathLst>
                <a:path extrusionOk="0" h="7172" w="3069">
                  <a:moveTo>
                    <a:pt x="1430" y="1"/>
                  </a:moveTo>
                  <a:cubicBezTo>
                    <a:pt x="1388" y="1"/>
                    <a:pt x="1345" y="3"/>
                    <a:pt x="1301" y="8"/>
                  </a:cubicBezTo>
                  <a:cubicBezTo>
                    <a:pt x="300" y="109"/>
                    <a:pt x="100" y="1576"/>
                    <a:pt x="0" y="2343"/>
                  </a:cubicBezTo>
                  <a:lnTo>
                    <a:pt x="634" y="2510"/>
                  </a:lnTo>
                  <a:cubicBezTo>
                    <a:pt x="634" y="2444"/>
                    <a:pt x="634" y="2343"/>
                    <a:pt x="667" y="2277"/>
                  </a:cubicBezTo>
                  <a:cubicBezTo>
                    <a:pt x="701" y="2077"/>
                    <a:pt x="767" y="1910"/>
                    <a:pt x="834" y="1743"/>
                  </a:cubicBezTo>
                  <a:cubicBezTo>
                    <a:pt x="867" y="1610"/>
                    <a:pt x="1034" y="1176"/>
                    <a:pt x="1134" y="1076"/>
                  </a:cubicBezTo>
                  <a:cubicBezTo>
                    <a:pt x="1134" y="1032"/>
                    <a:pt x="1141" y="1008"/>
                    <a:pt x="1148" y="1008"/>
                  </a:cubicBezTo>
                  <a:cubicBezTo>
                    <a:pt x="1157" y="1008"/>
                    <a:pt x="1168" y="1049"/>
                    <a:pt x="1168" y="1143"/>
                  </a:cubicBezTo>
                  <a:cubicBezTo>
                    <a:pt x="1201" y="1209"/>
                    <a:pt x="1201" y="1276"/>
                    <a:pt x="1201" y="1343"/>
                  </a:cubicBezTo>
                  <a:cubicBezTo>
                    <a:pt x="1234" y="1576"/>
                    <a:pt x="1234" y="1776"/>
                    <a:pt x="1268" y="2010"/>
                  </a:cubicBezTo>
                  <a:cubicBezTo>
                    <a:pt x="1301" y="2510"/>
                    <a:pt x="1334" y="3011"/>
                    <a:pt x="1401" y="3511"/>
                  </a:cubicBezTo>
                  <a:cubicBezTo>
                    <a:pt x="1501" y="4512"/>
                    <a:pt x="1601" y="5512"/>
                    <a:pt x="1701" y="6546"/>
                  </a:cubicBezTo>
                  <a:cubicBezTo>
                    <a:pt x="1751" y="6963"/>
                    <a:pt x="2102" y="7172"/>
                    <a:pt x="2431" y="7172"/>
                  </a:cubicBezTo>
                  <a:cubicBezTo>
                    <a:pt x="2760" y="7172"/>
                    <a:pt x="3069" y="6963"/>
                    <a:pt x="3036" y="6546"/>
                  </a:cubicBezTo>
                  <a:cubicBezTo>
                    <a:pt x="2869" y="5145"/>
                    <a:pt x="2735" y="3711"/>
                    <a:pt x="2602" y="2310"/>
                  </a:cubicBezTo>
                  <a:cubicBezTo>
                    <a:pt x="2506" y="1572"/>
                    <a:pt x="2471" y="1"/>
                    <a:pt x="143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1"/>
            <p:cNvSpPr/>
            <p:nvPr/>
          </p:nvSpPr>
          <p:spPr>
            <a:xfrm>
              <a:off x="4143278" y="1437923"/>
              <a:ext cx="122742" cy="134984"/>
            </a:xfrm>
            <a:custGeom>
              <a:rect b="b" l="l" r="r" t="t"/>
              <a:pathLst>
                <a:path extrusionOk="0" h="7266" w="6607">
                  <a:moveTo>
                    <a:pt x="3283" y="1298"/>
                  </a:moveTo>
                  <a:cubicBezTo>
                    <a:pt x="3387" y="1298"/>
                    <a:pt x="3487" y="1380"/>
                    <a:pt x="3571" y="1592"/>
                  </a:cubicBezTo>
                  <a:cubicBezTo>
                    <a:pt x="3838" y="2293"/>
                    <a:pt x="2938" y="2760"/>
                    <a:pt x="2404" y="2893"/>
                  </a:cubicBezTo>
                  <a:cubicBezTo>
                    <a:pt x="2437" y="2660"/>
                    <a:pt x="2504" y="2460"/>
                    <a:pt x="2571" y="2259"/>
                  </a:cubicBezTo>
                  <a:cubicBezTo>
                    <a:pt x="2645" y="2011"/>
                    <a:pt x="2980" y="1298"/>
                    <a:pt x="3283" y="1298"/>
                  </a:cubicBezTo>
                  <a:close/>
                  <a:moveTo>
                    <a:pt x="5154" y="1"/>
                  </a:moveTo>
                  <a:cubicBezTo>
                    <a:pt x="4961" y="1"/>
                    <a:pt x="4772" y="136"/>
                    <a:pt x="4772" y="391"/>
                  </a:cubicBezTo>
                  <a:cubicBezTo>
                    <a:pt x="4739" y="958"/>
                    <a:pt x="4672" y="1526"/>
                    <a:pt x="4572" y="2126"/>
                  </a:cubicBezTo>
                  <a:cubicBezTo>
                    <a:pt x="4372" y="3093"/>
                    <a:pt x="4105" y="4061"/>
                    <a:pt x="3805" y="4995"/>
                  </a:cubicBezTo>
                  <a:cubicBezTo>
                    <a:pt x="3705" y="5262"/>
                    <a:pt x="3605" y="5695"/>
                    <a:pt x="3338" y="5895"/>
                  </a:cubicBezTo>
                  <a:cubicBezTo>
                    <a:pt x="3277" y="5939"/>
                    <a:pt x="3220" y="5957"/>
                    <a:pt x="3167" y="5957"/>
                  </a:cubicBezTo>
                  <a:cubicBezTo>
                    <a:pt x="3017" y="5957"/>
                    <a:pt x="2894" y="5810"/>
                    <a:pt x="2771" y="5662"/>
                  </a:cubicBezTo>
                  <a:cubicBezTo>
                    <a:pt x="2437" y="5195"/>
                    <a:pt x="2304" y="4561"/>
                    <a:pt x="2270" y="3994"/>
                  </a:cubicBezTo>
                  <a:cubicBezTo>
                    <a:pt x="2270" y="3861"/>
                    <a:pt x="2270" y="3727"/>
                    <a:pt x="2304" y="3594"/>
                  </a:cubicBezTo>
                  <a:cubicBezTo>
                    <a:pt x="2938" y="3594"/>
                    <a:pt x="3538" y="3360"/>
                    <a:pt x="4005" y="2860"/>
                  </a:cubicBezTo>
                  <a:cubicBezTo>
                    <a:pt x="4205" y="2626"/>
                    <a:pt x="4339" y="2359"/>
                    <a:pt x="4372" y="2093"/>
                  </a:cubicBezTo>
                  <a:cubicBezTo>
                    <a:pt x="4510" y="1264"/>
                    <a:pt x="3985" y="367"/>
                    <a:pt x="3137" y="367"/>
                  </a:cubicBezTo>
                  <a:cubicBezTo>
                    <a:pt x="2961" y="367"/>
                    <a:pt x="2771" y="405"/>
                    <a:pt x="2571" y="491"/>
                  </a:cubicBezTo>
                  <a:cubicBezTo>
                    <a:pt x="1703" y="858"/>
                    <a:pt x="1236" y="1792"/>
                    <a:pt x="1070" y="2760"/>
                  </a:cubicBezTo>
                  <a:cubicBezTo>
                    <a:pt x="836" y="2660"/>
                    <a:pt x="603" y="2560"/>
                    <a:pt x="402" y="2426"/>
                  </a:cubicBezTo>
                  <a:cubicBezTo>
                    <a:pt x="364" y="2394"/>
                    <a:pt x="325" y="2381"/>
                    <a:pt x="287" y="2381"/>
                  </a:cubicBezTo>
                  <a:cubicBezTo>
                    <a:pt x="128" y="2381"/>
                    <a:pt x="1" y="2625"/>
                    <a:pt x="136" y="2760"/>
                  </a:cubicBezTo>
                  <a:cubicBezTo>
                    <a:pt x="369" y="2993"/>
                    <a:pt x="669" y="3193"/>
                    <a:pt x="969" y="3360"/>
                  </a:cubicBezTo>
                  <a:cubicBezTo>
                    <a:pt x="936" y="3794"/>
                    <a:pt x="969" y="4194"/>
                    <a:pt x="1003" y="4561"/>
                  </a:cubicBezTo>
                  <a:cubicBezTo>
                    <a:pt x="1133" y="5629"/>
                    <a:pt x="1975" y="7266"/>
                    <a:pt x="3084" y="7266"/>
                  </a:cubicBezTo>
                  <a:cubicBezTo>
                    <a:pt x="3395" y="7266"/>
                    <a:pt x="3728" y="7137"/>
                    <a:pt x="4072" y="6829"/>
                  </a:cubicBezTo>
                  <a:cubicBezTo>
                    <a:pt x="4339" y="6596"/>
                    <a:pt x="4505" y="6329"/>
                    <a:pt x="4639" y="5995"/>
                  </a:cubicBezTo>
                  <a:lnTo>
                    <a:pt x="4639" y="5995"/>
                  </a:lnTo>
                  <a:cubicBezTo>
                    <a:pt x="4605" y="6162"/>
                    <a:pt x="4605" y="6362"/>
                    <a:pt x="4572" y="6562"/>
                  </a:cubicBezTo>
                  <a:cubicBezTo>
                    <a:pt x="4522" y="6979"/>
                    <a:pt x="4831" y="7188"/>
                    <a:pt x="5164" y="7188"/>
                  </a:cubicBezTo>
                  <a:cubicBezTo>
                    <a:pt x="5498" y="7188"/>
                    <a:pt x="5856" y="6979"/>
                    <a:pt x="5906" y="6562"/>
                  </a:cubicBezTo>
                  <a:cubicBezTo>
                    <a:pt x="5906" y="6529"/>
                    <a:pt x="5906" y="6529"/>
                    <a:pt x="5906" y="6529"/>
                  </a:cubicBezTo>
                  <a:cubicBezTo>
                    <a:pt x="5906" y="6529"/>
                    <a:pt x="5940" y="6496"/>
                    <a:pt x="5940" y="6462"/>
                  </a:cubicBezTo>
                  <a:cubicBezTo>
                    <a:pt x="6140" y="5528"/>
                    <a:pt x="6273" y="4561"/>
                    <a:pt x="6407" y="3627"/>
                  </a:cubicBezTo>
                  <a:cubicBezTo>
                    <a:pt x="6440" y="3260"/>
                    <a:pt x="6507" y="2893"/>
                    <a:pt x="6607" y="2526"/>
                  </a:cubicBezTo>
                  <a:lnTo>
                    <a:pt x="5973" y="2359"/>
                  </a:lnTo>
                  <a:cubicBezTo>
                    <a:pt x="5873" y="1659"/>
                    <a:pt x="5740" y="958"/>
                    <a:pt x="5539" y="291"/>
                  </a:cubicBezTo>
                  <a:cubicBezTo>
                    <a:pt x="5479" y="94"/>
                    <a:pt x="5315" y="1"/>
                    <a:pt x="51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121"/>
          <p:cNvGrpSpPr/>
          <p:nvPr/>
        </p:nvGrpSpPr>
        <p:grpSpPr>
          <a:xfrm>
            <a:off x="6861460" y="2674997"/>
            <a:ext cx="1128086" cy="716052"/>
            <a:chOff x="4065234" y="4204912"/>
            <a:chExt cx="971065" cy="616383"/>
          </a:xfrm>
        </p:grpSpPr>
        <p:sp>
          <p:nvSpPr>
            <p:cNvPr id="6474" name="Google Shape;6474;p121"/>
            <p:cNvSpPr/>
            <p:nvPr/>
          </p:nvSpPr>
          <p:spPr>
            <a:xfrm>
              <a:off x="4065234" y="4204912"/>
              <a:ext cx="971065" cy="616383"/>
            </a:xfrm>
            <a:custGeom>
              <a:rect b="b" l="l" r="r" t="t"/>
              <a:pathLst>
                <a:path extrusionOk="0" h="33179" w="52271">
                  <a:moveTo>
                    <a:pt x="1568" y="488"/>
                  </a:moveTo>
                  <a:cubicBezTo>
                    <a:pt x="5404" y="655"/>
                    <a:pt x="9257" y="689"/>
                    <a:pt x="13114" y="689"/>
                  </a:cubicBezTo>
                  <a:cubicBezTo>
                    <a:pt x="15685" y="689"/>
                    <a:pt x="18258" y="674"/>
                    <a:pt x="20829" y="674"/>
                  </a:cubicBezTo>
                  <a:cubicBezTo>
                    <a:pt x="22115" y="674"/>
                    <a:pt x="23400" y="677"/>
                    <a:pt x="24684" y="689"/>
                  </a:cubicBezTo>
                  <a:cubicBezTo>
                    <a:pt x="32357" y="755"/>
                    <a:pt x="40029" y="855"/>
                    <a:pt x="47701" y="955"/>
                  </a:cubicBezTo>
                  <a:cubicBezTo>
                    <a:pt x="47734" y="989"/>
                    <a:pt x="47768" y="1055"/>
                    <a:pt x="47868" y="1055"/>
                  </a:cubicBezTo>
                  <a:cubicBezTo>
                    <a:pt x="48218" y="1055"/>
                    <a:pt x="48585" y="1064"/>
                    <a:pt x="48956" y="1064"/>
                  </a:cubicBezTo>
                  <a:cubicBezTo>
                    <a:pt x="49327" y="1064"/>
                    <a:pt x="49702" y="1055"/>
                    <a:pt x="50069" y="1022"/>
                  </a:cubicBezTo>
                  <a:cubicBezTo>
                    <a:pt x="50094" y="1071"/>
                    <a:pt x="50154" y="1102"/>
                    <a:pt x="50224" y="1102"/>
                  </a:cubicBezTo>
                  <a:cubicBezTo>
                    <a:pt x="50249" y="1102"/>
                    <a:pt x="50276" y="1098"/>
                    <a:pt x="50303" y="1089"/>
                  </a:cubicBezTo>
                  <a:cubicBezTo>
                    <a:pt x="50331" y="1081"/>
                    <a:pt x="50358" y="1077"/>
                    <a:pt x="50384" y="1077"/>
                  </a:cubicBezTo>
                  <a:cubicBezTo>
                    <a:pt x="51227" y="1077"/>
                    <a:pt x="51070" y="5139"/>
                    <a:pt x="51070" y="5592"/>
                  </a:cubicBezTo>
                  <a:cubicBezTo>
                    <a:pt x="51103" y="6793"/>
                    <a:pt x="51103" y="7994"/>
                    <a:pt x="51137" y="9195"/>
                  </a:cubicBezTo>
                  <a:lnTo>
                    <a:pt x="51237" y="17200"/>
                  </a:lnTo>
                  <a:cubicBezTo>
                    <a:pt x="51303" y="19769"/>
                    <a:pt x="51337" y="22337"/>
                    <a:pt x="51370" y="24939"/>
                  </a:cubicBezTo>
                  <a:cubicBezTo>
                    <a:pt x="51403" y="26207"/>
                    <a:pt x="51403" y="27508"/>
                    <a:pt x="51437" y="28809"/>
                  </a:cubicBezTo>
                  <a:cubicBezTo>
                    <a:pt x="51470" y="29909"/>
                    <a:pt x="51737" y="31577"/>
                    <a:pt x="50903" y="32511"/>
                  </a:cubicBezTo>
                  <a:cubicBezTo>
                    <a:pt x="50870" y="32511"/>
                    <a:pt x="50836" y="32478"/>
                    <a:pt x="50770" y="32478"/>
                  </a:cubicBezTo>
                  <a:cubicBezTo>
                    <a:pt x="49142" y="32471"/>
                    <a:pt x="47514" y="32469"/>
                    <a:pt x="45886" y="32469"/>
                  </a:cubicBezTo>
                  <a:cubicBezTo>
                    <a:pt x="39375" y="32469"/>
                    <a:pt x="32864" y="32511"/>
                    <a:pt x="26352" y="32511"/>
                  </a:cubicBezTo>
                  <a:cubicBezTo>
                    <a:pt x="22349" y="32511"/>
                    <a:pt x="18380" y="32545"/>
                    <a:pt x="14410" y="32545"/>
                  </a:cubicBezTo>
                  <a:cubicBezTo>
                    <a:pt x="12309" y="32545"/>
                    <a:pt x="10241" y="32545"/>
                    <a:pt x="8173" y="32578"/>
                  </a:cubicBezTo>
                  <a:cubicBezTo>
                    <a:pt x="7787" y="32578"/>
                    <a:pt x="6151" y="32689"/>
                    <a:pt x="4612" y="32689"/>
                  </a:cubicBezTo>
                  <a:cubicBezTo>
                    <a:pt x="3352" y="32689"/>
                    <a:pt x="2158" y="32615"/>
                    <a:pt x="1768" y="32345"/>
                  </a:cubicBezTo>
                  <a:cubicBezTo>
                    <a:pt x="1768" y="32278"/>
                    <a:pt x="1768" y="32244"/>
                    <a:pt x="1768" y="32211"/>
                  </a:cubicBezTo>
                  <a:cubicBezTo>
                    <a:pt x="1301" y="30944"/>
                    <a:pt x="1501" y="29409"/>
                    <a:pt x="1468" y="28108"/>
                  </a:cubicBezTo>
                  <a:cubicBezTo>
                    <a:pt x="1468" y="26907"/>
                    <a:pt x="1434" y="25706"/>
                    <a:pt x="1434" y="24472"/>
                  </a:cubicBezTo>
                  <a:cubicBezTo>
                    <a:pt x="1401" y="21804"/>
                    <a:pt x="1368" y="19135"/>
                    <a:pt x="1334" y="16467"/>
                  </a:cubicBezTo>
                  <a:cubicBezTo>
                    <a:pt x="1301" y="13865"/>
                    <a:pt x="1268" y="11296"/>
                    <a:pt x="1234" y="8694"/>
                  </a:cubicBezTo>
                  <a:cubicBezTo>
                    <a:pt x="1201" y="7393"/>
                    <a:pt x="1201" y="6126"/>
                    <a:pt x="1168" y="4825"/>
                  </a:cubicBezTo>
                  <a:cubicBezTo>
                    <a:pt x="1168" y="4191"/>
                    <a:pt x="734" y="789"/>
                    <a:pt x="1468" y="555"/>
                  </a:cubicBezTo>
                  <a:cubicBezTo>
                    <a:pt x="1501" y="555"/>
                    <a:pt x="1535" y="522"/>
                    <a:pt x="1568" y="488"/>
                  </a:cubicBezTo>
                  <a:close/>
                  <a:moveTo>
                    <a:pt x="9378" y="0"/>
                  </a:moveTo>
                  <a:cubicBezTo>
                    <a:pt x="6704" y="0"/>
                    <a:pt x="4032" y="40"/>
                    <a:pt x="1368" y="155"/>
                  </a:cubicBezTo>
                  <a:cubicBezTo>
                    <a:pt x="1301" y="155"/>
                    <a:pt x="1268" y="188"/>
                    <a:pt x="1234" y="222"/>
                  </a:cubicBezTo>
                  <a:cubicBezTo>
                    <a:pt x="0" y="288"/>
                    <a:pt x="601" y="4425"/>
                    <a:pt x="601" y="5092"/>
                  </a:cubicBezTo>
                  <a:lnTo>
                    <a:pt x="734" y="14665"/>
                  </a:lnTo>
                  <a:lnTo>
                    <a:pt x="834" y="23972"/>
                  </a:lnTo>
                  <a:cubicBezTo>
                    <a:pt x="867" y="25606"/>
                    <a:pt x="901" y="27241"/>
                    <a:pt x="901" y="28875"/>
                  </a:cubicBezTo>
                  <a:cubicBezTo>
                    <a:pt x="934" y="30043"/>
                    <a:pt x="767" y="31244"/>
                    <a:pt x="1234" y="32345"/>
                  </a:cubicBezTo>
                  <a:cubicBezTo>
                    <a:pt x="1284" y="33064"/>
                    <a:pt x="2127" y="33156"/>
                    <a:pt x="2844" y="33156"/>
                  </a:cubicBezTo>
                  <a:cubicBezTo>
                    <a:pt x="3091" y="33156"/>
                    <a:pt x="3323" y="33145"/>
                    <a:pt x="3503" y="33145"/>
                  </a:cubicBezTo>
                  <a:cubicBezTo>
                    <a:pt x="5738" y="33178"/>
                    <a:pt x="7972" y="33178"/>
                    <a:pt x="10241" y="33178"/>
                  </a:cubicBezTo>
                  <a:cubicBezTo>
                    <a:pt x="14744" y="33145"/>
                    <a:pt x="19247" y="33145"/>
                    <a:pt x="23750" y="33145"/>
                  </a:cubicBezTo>
                  <a:cubicBezTo>
                    <a:pt x="32690" y="33112"/>
                    <a:pt x="41663" y="33145"/>
                    <a:pt x="50603" y="33078"/>
                  </a:cubicBezTo>
                  <a:cubicBezTo>
                    <a:pt x="50650" y="33102"/>
                    <a:pt x="50681" y="33126"/>
                    <a:pt x="50730" y="33126"/>
                  </a:cubicBezTo>
                  <a:cubicBezTo>
                    <a:pt x="50750" y="33126"/>
                    <a:pt x="50774" y="33122"/>
                    <a:pt x="50803" y="33112"/>
                  </a:cubicBezTo>
                  <a:cubicBezTo>
                    <a:pt x="51570" y="32812"/>
                    <a:pt x="51870" y="32211"/>
                    <a:pt x="52004" y="31411"/>
                  </a:cubicBezTo>
                  <a:cubicBezTo>
                    <a:pt x="52271" y="29909"/>
                    <a:pt x="52037" y="28242"/>
                    <a:pt x="52004" y="26741"/>
                  </a:cubicBezTo>
                  <a:cubicBezTo>
                    <a:pt x="51971" y="23205"/>
                    <a:pt x="51904" y="19669"/>
                    <a:pt x="51837" y="16166"/>
                  </a:cubicBezTo>
                  <a:cubicBezTo>
                    <a:pt x="51770" y="12630"/>
                    <a:pt x="51737" y="9128"/>
                    <a:pt x="51670" y="5592"/>
                  </a:cubicBezTo>
                  <a:cubicBezTo>
                    <a:pt x="51670" y="5023"/>
                    <a:pt x="52059" y="444"/>
                    <a:pt x="50683" y="444"/>
                  </a:cubicBezTo>
                  <a:cubicBezTo>
                    <a:pt x="50606" y="444"/>
                    <a:pt x="50524" y="458"/>
                    <a:pt x="50436" y="488"/>
                  </a:cubicBezTo>
                  <a:cubicBezTo>
                    <a:pt x="50248" y="463"/>
                    <a:pt x="50057" y="452"/>
                    <a:pt x="49866" y="452"/>
                  </a:cubicBezTo>
                  <a:cubicBezTo>
                    <a:pt x="49311" y="452"/>
                    <a:pt x="48747" y="539"/>
                    <a:pt x="48201" y="588"/>
                  </a:cubicBezTo>
                  <a:cubicBezTo>
                    <a:pt x="48168" y="522"/>
                    <a:pt x="48068" y="455"/>
                    <a:pt x="47968" y="455"/>
                  </a:cubicBezTo>
                  <a:cubicBezTo>
                    <a:pt x="40195" y="288"/>
                    <a:pt x="32423" y="222"/>
                    <a:pt x="24651" y="188"/>
                  </a:cubicBezTo>
                  <a:cubicBezTo>
                    <a:pt x="19576" y="144"/>
                    <a:pt x="14473" y="0"/>
                    <a:pt x="93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1"/>
            <p:cNvSpPr/>
            <p:nvPr/>
          </p:nvSpPr>
          <p:spPr>
            <a:xfrm>
              <a:off x="4078852" y="4213977"/>
              <a:ext cx="947545" cy="598233"/>
            </a:xfrm>
            <a:custGeom>
              <a:rect b="b" l="l" r="r" t="t"/>
              <a:pathLst>
                <a:path extrusionOk="0" h="32202" w="51005">
                  <a:moveTo>
                    <a:pt x="13177" y="567"/>
                  </a:moveTo>
                  <a:cubicBezTo>
                    <a:pt x="13277" y="567"/>
                    <a:pt x="13277" y="734"/>
                    <a:pt x="13177" y="734"/>
                  </a:cubicBezTo>
                  <a:cubicBezTo>
                    <a:pt x="12843" y="768"/>
                    <a:pt x="12543" y="768"/>
                    <a:pt x="12210" y="768"/>
                  </a:cubicBezTo>
                  <a:cubicBezTo>
                    <a:pt x="12110" y="734"/>
                    <a:pt x="12110" y="567"/>
                    <a:pt x="12210" y="567"/>
                  </a:cubicBezTo>
                  <a:close/>
                  <a:moveTo>
                    <a:pt x="17980" y="467"/>
                  </a:moveTo>
                  <a:cubicBezTo>
                    <a:pt x="18548" y="467"/>
                    <a:pt x="19148" y="501"/>
                    <a:pt x="19715" y="567"/>
                  </a:cubicBezTo>
                  <a:cubicBezTo>
                    <a:pt x="19807" y="598"/>
                    <a:pt x="19843" y="771"/>
                    <a:pt x="19743" y="771"/>
                  </a:cubicBezTo>
                  <a:cubicBezTo>
                    <a:pt x="19734" y="771"/>
                    <a:pt x="19725" y="770"/>
                    <a:pt x="19715" y="768"/>
                  </a:cubicBezTo>
                  <a:cubicBezTo>
                    <a:pt x="19115" y="768"/>
                    <a:pt x="18548" y="701"/>
                    <a:pt x="17980" y="668"/>
                  </a:cubicBezTo>
                  <a:cubicBezTo>
                    <a:pt x="17880" y="634"/>
                    <a:pt x="17847" y="467"/>
                    <a:pt x="17980" y="467"/>
                  </a:cubicBezTo>
                  <a:close/>
                  <a:moveTo>
                    <a:pt x="7335" y="676"/>
                  </a:moveTo>
                  <a:cubicBezTo>
                    <a:pt x="7531" y="676"/>
                    <a:pt x="7723" y="684"/>
                    <a:pt x="7907" y="701"/>
                  </a:cubicBezTo>
                  <a:cubicBezTo>
                    <a:pt x="8007" y="701"/>
                    <a:pt x="8007" y="834"/>
                    <a:pt x="7907" y="834"/>
                  </a:cubicBezTo>
                  <a:cubicBezTo>
                    <a:pt x="7723" y="851"/>
                    <a:pt x="7531" y="859"/>
                    <a:pt x="7335" y="859"/>
                  </a:cubicBezTo>
                  <a:cubicBezTo>
                    <a:pt x="7139" y="859"/>
                    <a:pt x="6939" y="851"/>
                    <a:pt x="6739" y="834"/>
                  </a:cubicBezTo>
                  <a:cubicBezTo>
                    <a:pt x="6639" y="834"/>
                    <a:pt x="6639" y="701"/>
                    <a:pt x="6739" y="701"/>
                  </a:cubicBezTo>
                  <a:cubicBezTo>
                    <a:pt x="6939" y="684"/>
                    <a:pt x="7139" y="676"/>
                    <a:pt x="7335" y="676"/>
                  </a:cubicBezTo>
                  <a:close/>
                  <a:moveTo>
                    <a:pt x="10012" y="676"/>
                  </a:moveTo>
                  <a:cubicBezTo>
                    <a:pt x="10175" y="676"/>
                    <a:pt x="10342" y="684"/>
                    <a:pt x="10508" y="701"/>
                  </a:cubicBezTo>
                  <a:cubicBezTo>
                    <a:pt x="10575" y="701"/>
                    <a:pt x="10575" y="834"/>
                    <a:pt x="10508" y="834"/>
                  </a:cubicBezTo>
                  <a:cubicBezTo>
                    <a:pt x="10342" y="851"/>
                    <a:pt x="10175" y="859"/>
                    <a:pt x="10012" y="859"/>
                  </a:cubicBezTo>
                  <a:cubicBezTo>
                    <a:pt x="9850" y="859"/>
                    <a:pt x="9691" y="851"/>
                    <a:pt x="9541" y="834"/>
                  </a:cubicBezTo>
                  <a:cubicBezTo>
                    <a:pt x="9441" y="834"/>
                    <a:pt x="9441" y="701"/>
                    <a:pt x="9541" y="701"/>
                  </a:cubicBezTo>
                  <a:cubicBezTo>
                    <a:pt x="9691" y="684"/>
                    <a:pt x="9850" y="676"/>
                    <a:pt x="10012" y="676"/>
                  </a:cubicBezTo>
                  <a:close/>
                  <a:moveTo>
                    <a:pt x="28311" y="654"/>
                  </a:moveTo>
                  <a:cubicBezTo>
                    <a:pt x="28448" y="654"/>
                    <a:pt x="28585" y="658"/>
                    <a:pt x="28721" y="668"/>
                  </a:cubicBezTo>
                  <a:cubicBezTo>
                    <a:pt x="28855" y="668"/>
                    <a:pt x="28855" y="868"/>
                    <a:pt x="28721" y="868"/>
                  </a:cubicBezTo>
                  <a:cubicBezTo>
                    <a:pt x="28585" y="877"/>
                    <a:pt x="28448" y="882"/>
                    <a:pt x="28311" y="882"/>
                  </a:cubicBezTo>
                  <a:cubicBezTo>
                    <a:pt x="27981" y="882"/>
                    <a:pt x="27651" y="858"/>
                    <a:pt x="27320" y="834"/>
                  </a:cubicBezTo>
                  <a:cubicBezTo>
                    <a:pt x="27220" y="834"/>
                    <a:pt x="27220" y="701"/>
                    <a:pt x="27320" y="701"/>
                  </a:cubicBezTo>
                  <a:cubicBezTo>
                    <a:pt x="27651" y="677"/>
                    <a:pt x="27981" y="654"/>
                    <a:pt x="28311" y="654"/>
                  </a:cubicBezTo>
                  <a:close/>
                  <a:moveTo>
                    <a:pt x="22817" y="563"/>
                  </a:moveTo>
                  <a:cubicBezTo>
                    <a:pt x="22922" y="563"/>
                    <a:pt x="22939" y="704"/>
                    <a:pt x="22817" y="734"/>
                  </a:cubicBezTo>
                  <a:cubicBezTo>
                    <a:pt x="22450" y="868"/>
                    <a:pt x="22050" y="901"/>
                    <a:pt x="21616" y="901"/>
                  </a:cubicBezTo>
                  <a:cubicBezTo>
                    <a:pt x="21492" y="870"/>
                    <a:pt x="21484" y="664"/>
                    <a:pt x="21592" y="664"/>
                  </a:cubicBezTo>
                  <a:cubicBezTo>
                    <a:pt x="21599" y="664"/>
                    <a:pt x="21608" y="665"/>
                    <a:pt x="21616" y="668"/>
                  </a:cubicBezTo>
                  <a:cubicBezTo>
                    <a:pt x="22017" y="668"/>
                    <a:pt x="22417" y="601"/>
                    <a:pt x="22784" y="567"/>
                  </a:cubicBezTo>
                  <a:cubicBezTo>
                    <a:pt x="22796" y="564"/>
                    <a:pt x="22807" y="563"/>
                    <a:pt x="22817" y="563"/>
                  </a:cubicBezTo>
                  <a:close/>
                  <a:moveTo>
                    <a:pt x="2068" y="608"/>
                  </a:moveTo>
                  <a:cubicBezTo>
                    <a:pt x="2170" y="608"/>
                    <a:pt x="2271" y="616"/>
                    <a:pt x="2369" y="634"/>
                  </a:cubicBezTo>
                  <a:cubicBezTo>
                    <a:pt x="2536" y="668"/>
                    <a:pt x="2469" y="901"/>
                    <a:pt x="2336" y="901"/>
                  </a:cubicBezTo>
                  <a:cubicBezTo>
                    <a:pt x="2214" y="889"/>
                    <a:pt x="2092" y="881"/>
                    <a:pt x="1968" y="881"/>
                  </a:cubicBezTo>
                  <a:cubicBezTo>
                    <a:pt x="1754" y="881"/>
                    <a:pt x="1535" y="904"/>
                    <a:pt x="1302" y="968"/>
                  </a:cubicBezTo>
                  <a:cubicBezTo>
                    <a:pt x="1292" y="970"/>
                    <a:pt x="1282" y="972"/>
                    <a:pt x="1273" y="972"/>
                  </a:cubicBezTo>
                  <a:cubicBezTo>
                    <a:pt x="1164" y="972"/>
                    <a:pt x="1143" y="798"/>
                    <a:pt x="1235" y="768"/>
                  </a:cubicBezTo>
                  <a:cubicBezTo>
                    <a:pt x="1504" y="670"/>
                    <a:pt x="1790" y="608"/>
                    <a:pt x="2068" y="608"/>
                  </a:cubicBezTo>
                  <a:close/>
                  <a:moveTo>
                    <a:pt x="24809" y="626"/>
                  </a:moveTo>
                  <a:cubicBezTo>
                    <a:pt x="25091" y="626"/>
                    <a:pt x="25374" y="665"/>
                    <a:pt x="25619" y="768"/>
                  </a:cubicBezTo>
                  <a:cubicBezTo>
                    <a:pt x="25742" y="798"/>
                    <a:pt x="25695" y="972"/>
                    <a:pt x="25582" y="972"/>
                  </a:cubicBezTo>
                  <a:cubicBezTo>
                    <a:pt x="25573" y="972"/>
                    <a:pt x="25563" y="970"/>
                    <a:pt x="25553" y="968"/>
                  </a:cubicBezTo>
                  <a:cubicBezTo>
                    <a:pt x="25152" y="901"/>
                    <a:pt x="24752" y="868"/>
                    <a:pt x="24318" y="868"/>
                  </a:cubicBezTo>
                  <a:cubicBezTo>
                    <a:pt x="24185" y="868"/>
                    <a:pt x="24185" y="701"/>
                    <a:pt x="24285" y="668"/>
                  </a:cubicBezTo>
                  <a:cubicBezTo>
                    <a:pt x="24453" y="642"/>
                    <a:pt x="24631" y="626"/>
                    <a:pt x="24809" y="626"/>
                  </a:cubicBezTo>
                  <a:close/>
                  <a:moveTo>
                    <a:pt x="5038" y="768"/>
                  </a:moveTo>
                  <a:cubicBezTo>
                    <a:pt x="5138" y="768"/>
                    <a:pt x="5138" y="968"/>
                    <a:pt x="5038" y="968"/>
                  </a:cubicBezTo>
                  <a:cubicBezTo>
                    <a:pt x="4930" y="978"/>
                    <a:pt x="4823" y="982"/>
                    <a:pt x="4716" y="982"/>
                  </a:cubicBezTo>
                  <a:cubicBezTo>
                    <a:pt x="4459" y="982"/>
                    <a:pt x="4206" y="958"/>
                    <a:pt x="3970" y="934"/>
                  </a:cubicBezTo>
                  <a:cubicBezTo>
                    <a:pt x="3870" y="934"/>
                    <a:pt x="3870" y="801"/>
                    <a:pt x="3970" y="801"/>
                  </a:cubicBezTo>
                  <a:cubicBezTo>
                    <a:pt x="4304" y="801"/>
                    <a:pt x="4671" y="768"/>
                    <a:pt x="5038" y="768"/>
                  </a:cubicBezTo>
                  <a:close/>
                  <a:moveTo>
                    <a:pt x="37661" y="738"/>
                  </a:moveTo>
                  <a:cubicBezTo>
                    <a:pt x="37850" y="738"/>
                    <a:pt x="38039" y="745"/>
                    <a:pt x="38228" y="768"/>
                  </a:cubicBezTo>
                  <a:cubicBezTo>
                    <a:pt x="38362" y="768"/>
                    <a:pt x="38362" y="968"/>
                    <a:pt x="38228" y="968"/>
                  </a:cubicBezTo>
                  <a:cubicBezTo>
                    <a:pt x="37989" y="996"/>
                    <a:pt x="37749" y="1006"/>
                    <a:pt x="37509" y="1006"/>
                  </a:cubicBezTo>
                  <a:cubicBezTo>
                    <a:pt x="37182" y="1006"/>
                    <a:pt x="36854" y="987"/>
                    <a:pt x="36527" y="968"/>
                  </a:cubicBezTo>
                  <a:cubicBezTo>
                    <a:pt x="36394" y="968"/>
                    <a:pt x="36394" y="768"/>
                    <a:pt x="36527" y="768"/>
                  </a:cubicBezTo>
                  <a:cubicBezTo>
                    <a:pt x="36905" y="768"/>
                    <a:pt x="37283" y="738"/>
                    <a:pt x="37661" y="738"/>
                  </a:cubicBezTo>
                  <a:close/>
                  <a:moveTo>
                    <a:pt x="16279" y="868"/>
                  </a:moveTo>
                  <a:cubicBezTo>
                    <a:pt x="16413" y="901"/>
                    <a:pt x="16413" y="1068"/>
                    <a:pt x="16279" y="1101"/>
                  </a:cubicBezTo>
                  <a:lnTo>
                    <a:pt x="15112" y="1101"/>
                  </a:lnTo>
                  <a:cubicBezTo>
                    <a:pt x="14978" y="1101"/>
                    <a:pt x="14978" y="868"/>
                    <a:pt x="15112" y="868"/>
                  </a:cubicBezTo>
                  <a:close/>
                  <a:moveTo>
                    <a:pt x="31281" y="853"/>
                  </a:moveTo>
                  <a:cubicBezTo>
                    <a:pt x="31464" y="853"/>
                    <a:pt x="31646" y="857"/>
                    <a:pt x="31824" y="868"/>
                  </a:cubicBezTo>
                  <a:cubicBezTo>
                    <a:pt x="31957" y="901"/>
                    <a:pt x="31957" y="1068"/>
                    <a:pt x="31824" y="1101"/>
                  </a:cubicBezTo>
                  <a:cubicBezTo>
                    <a:pt x="31646" y="1112"/>
                    <a:pt x="31464" y="1116"/>
                    <a:pt x="31281" y="1116"/>
                  </a:cubicBezTo>
                  <a:cubicBezTo>
                    <a:pt x="30916" y="1116"/>
                    <a:pt x="30545" y="1101"/>
                    <a:pt x="30189" y="1101"/>
                  </a:cubicBezTo>
                  <a:cubicBezTo>
                    <a:pt x="30089" y="1068"/>
                    <a:pt x="30089" y="901"/>
                    <a:pt x="30189" y="868"/>
                  </a:cubicBezTo>
                  <a:cubicBezTo>
                    <a:pt x="30545" y="868"/>
                    <a:pt x="30916" y="853"/>
                    <a:pt x="31281" y="853"/>
                  </a:cubicBezTo>
                  <a:close/>
                  <a:moveTo>
                    <a:pt x="35155" y="897"/>
                  </a:moveTo>
                  <a:cubicBezTo>
                    <a:pt x="35268" y="897"/>
                    <a:pt x="35313" y="1070"/>
                    <a:pt x="35159" y="1101"/>
                  </a:cubicBezTo>
                  <a:cubicBezTo>
                    <a:pt x="34781" y="1190"/>
                    <a:pt x="34403" y="1235"/>
                    <a:pt x="34015" y="1235"/>
                  </a:cubicBezTo>
                  <a:cubicBezTo>
                    <a:pt x="33821" y="1235"/>
                    <a:pt x="33625" y="1224"/>
                    <a:pt x="33425" y="1201"/>
                  </a:cubicBezTo>
                  <a:cubicBezTo>
                    <a:pt x="33258" y="1201"/>
                    <a:pt x="33258" y="968"/>
                    <a:pt x="33425" y="968"/>
                  </a:cubicBezTo>
                  <a:cubicBezTo>
                    <a:pt x="33577" y="977"/>
                    <a:pt x="33729" y="981"/>
                    <a:pt x="33881" y="981"/>
                  </a:cubicBezTo>
                  <a:cubicBezTo>
                    <a:pt x="34296" y="981"/>
                    <a:pt x="34711" y="950"/>
                    <a:pt x="35126" y="901"/>
                  </a:cubicBezTo>
                  <a:cubicBezTo>
                    <a:pt x="35136" y="899"/>
                    <a:pt x="35146" y="897"/>
                    <a:pt x="35155" y="897"/>
                  </a:cubicBezTo>
                  <a:close/>
                  <a:moveTo>
                    <a:pt x="47635" y="953"/>
                  </a:moveTo>
                  <a:cubicBezTo>
                    <a:pt x="47791" y="953"/>
                    <a:pt x="47946" y="957"/>
                    <a:pt x="48102" y="968"/>
                  </a:cubicBezTo>
                  <a:cubicBezTo>
                    <a:pt x="48235" y="968"/>
                    <a:pt x="48235" y="1201"/>
                    <a:pt x="48102" y="1201"/>
                  </a:cubicBezTo>
                  <a:cubicBezTo>
                    <a:pt x="47905" y="1229"/>
                    <a:pt x="47707" y="1240"/>
                    <a:pt x="47510" y="1240"/>
                  </a:cubicBezTo>
                  <a:cubicBezTo>
                    <a:pt x="47240" y="1240"/>
                    <a:pt x="46971" y="1221"/>
                    <a:pt x="46701" y="1201"/>
                  </a:cubicBezTo>
                  <a:cubicBezTo>
                    <a:pt x="46534" y="1201"/>
                    <a:pt x="46534" y="968"/>
                    <a:pt x="46701" y="968"/>
                  </a:cubicBezTo>
                  <a:cubicBezTo>
                    <a:pt x="47012" y="968"/>
                    <a:pt x="47324" y="953"/>
                    <a:pt x="47635" y="953"/>
                  </a:cubicBezTo>
                  <a:close/>
                  <a:moveTo>
                    <a:pt x="43632" y="901"/>
                  </a:moveTo>
                  <a:cubicBezTo>
                    <a:pt x="44132" y="968"/>
                    <a:pt x="44599" y="934"/>
                    <a:pt x="45100" y="968"/>
                  </a:cubicBezTo>
                  <a:cubicBezTo>
                    <a:pt x="45200" y="968"/>
                    <a:pt x="45233" y="1135"/>
                    <a:pt x="45133" y="1168"/>
                  </a:cubicBezTo>
                  <a:cubicBezTo>
                    <a:pt x="44933" y="1221"/>
                    <a:pt x="44717" y="1243"/>
                    <a:pt x="44500" y="1243"/>
                  </a:cubicBezTo>
                  <a:cubicBezTo>
                    <a:pt x="44174" y="1243"/>
                    <a:pt x="43846" y="1195"/>
                    <a:pt x="43565" y="1135"/>
                  </a:cubicBezTo>
                  <a:cubicBezTo>
                    <a:pt x="43399" y="1101"/>
                    <a:pt x="43465" y="901"/>
                    <a:pt x="43632" y="901"/>
                  </a:cubicBezTo>
                  <a:close/>
                  <a:moveTo>
                    <a:pt x="39840" y="1131"/>
                  </a:moveTo>
                  <a:cubicBezTo>
                    <a:pt x="39848" y="1131"/>
                    <a:pt x="39855" y="1132"/>
                    <a:pt x="39863" y="1135"/>
                  </a:cubicBezTo>
                  <a:cubicBezTo>
                    <a:pt x="40430" y="1201"/>
                    <a:pt x="40997" y="1168"/>
                    <a:pt x="41564" y="1201"/>
                  </a:cubicBezTo>
                  <a:cubicBezTo>
                    <a:pt x="41664" y="1201"/>
                    <a:pt x="41697" y="1368"/>
                    <a:pt x="41597" y="1401"/>
                  </a:cubicBezTo>
                  <a:cubicBezTo>
                    <a:pt x="41388" y="1436"/>
                    <a:pt x="41179" y="1451"/>
                    <a:pt x="40971" y="1451"/>
                  </a:cubicBezTo>
                  <a:cubicBezTo>
                    <a:pt x="40582" y="1451"/>
                    <a:pt x="40199" y="1400"/>
                    <a:pt x="39829" y="1335"/>
                  </a:cubicBezTo>
                  <a:cubicBezTo>
                    <a:pt x="39706" y="1304"/>
                    <a:pt x="39754" y="1131"/>
                    <a:pt x="39840" y="1131"/>
                  </a:cubicBezTo>
                  <a:close/>
                  <a:moveTo>
                    <a:pt x="49043" y="1306"/>
                  </a:moveTo>
                  <a:cubicBezTo>
                    <a:pt x="49079" y="1306"/>
                    <a:pt x="49115" y="1325"/>
                    <a:pt x="49136" y="1368"/>
                  </a:cubicBezTo>
                  <a:cubicBezTo>
                    <a:pt x="49370" y="1735"/>
                    <a:pt x="49603" y="2135"/>
                    <a:pt x="49770" y="2536"/>
                  </a:cubicBezTo>
                  <a:cubicBezTo>
                    <a:pt x="49812" y="2641"/>
                    <a:pt x="49721" y="2707"/>
                    <a:pt x="49631" y="2707"/>
                  </a:cubicBezTo>
                  <a:cubicBezTo>
                    <a:pt x="49579" y="2707"/>
                    <a:pt x="49527" y="2685"/>
                    <a:pt x="49503" y="2636"/>
                  </a:cubicBezTo>
                  <a:cubicBezTo>
                    <a:pt x="49269" y="2269"/>
                    <a:pt x="49103" y="1868"/>
                    <a:pt x="48936" y="1501"/>
                  </a:cubicBezTo>
                  <a:cubicBezTo>
                    <a:pt x="48891" y="1389"/>
                    <a:pt x="48968" y="1306"/>
                    <a:pt x="49043" y="1306"/>
                  </a:cubicBezTo>
                  <a:close/>
                  <a:moveTo>
                    <a:pt x="1064" y="2144"/>
                  </a:moveTo>
                  <a:cubicBezTo>
                    <a:pt x="1118" y="2144"/>
                    <a:pt x="1168" y="2185"/>
                    <a:pt x="1168" y="2269"/>
                  </a:cubicBezTo>
                  <a:cubicBezTo>
                    <a:pt x="1235" y="2702"/>
                    <a:pt x="1168" y="3136"/>
                    <a:pt x="1135" y="3570"/>
                  </a:cubicBezTo>
                  <a:cubicBezTo>
                    <a:pt x="1135" y="3620"/>
                    <a:pt x="1102" y="3645"/>
                    <a:pt x="1064" y="3645"/>
                  </a:cubicBezTo>
                  <a:cubicBezTo>
                    <a:pt x="1027" y="3645"/>
                    <a:pt x="985" y="3620"/>
                    <a:pt x="968" y="3570"/>
                  </a:cubicBezTo>
                  <a:cubicBezTo>
                    <a:pt x="935" y="3136"/>
                    <a:pt x="902" y="2702"/>
                    <a:pt x="935" y="2269"/>
                  </a:cubicBezTo>
                  <a:cubicBezTo>
                    <a:pt x="952" y="2185"/>
                    <a:pt x="1010" y="2144"/>
                    <a:pt x="1064" y="2144"/>
                  </a:cubicBezTo>
                  <a:close/>
                  <a:moveTo>
                    <a:pt x="49501" y="4188"/>
                  </a:moveTo>
                  <a:cubicBezTo>
                    <a:pt x="49546" y="4188"/>
                    <a:pt x="49589" y="4214"/>
                    <a:pt x="49603" y="4270"/>
                  </a:cubicBezTo>
                  <a:cubicBezTo>
                    <a:pt x="49736" y="4704"/>
                    <a:pt x="49770" y="5171"/>
                    <a:pt x="49703" y="5604"/>
                  </a:cubicBezTo>
                  <a:cubicBezTo>
                    <a:pt x="49689" y="5663"/>
                    <a:pt x="49642" y="5689"/>
                    <a:pt x="49597" y="5689"/>
                  </a:cubicBezTo>
                  <a:cubicBezTo>
                    <a:pt x="49539" y="5689"/>
                    <a:pt x="49484" y="5646"/>
                    <a:pt x="49503" y="5571"/>
                  </a:cubicBezTo>
                  <a:cubicBezTo>
                    <a:pt x="49503" y="5171"/>
                    <a:pt x="49436" y="4737"/>
                    <a:pt x="49370" y="4337"/>
                  </a:cubicBezTo>
                  <a:cubicBezTo>
                    <a:pt x="49370" y="4240"/>
                    <a:pt x="49437" y="4188"/>
                    <a:pt x="49501" y="4188"/>
                  </a:cubicBezTo>
                  <a:close/>
                  <a:moveTo>
                    <a:pt x="1305" y="4819"/>
                  </a:moveTo>
                  <a:cubicBezTo>
                    <a:pt x="1372" y="4819"/>
                    <a:pt x="1435" y="4862"/>
                    <a:pt x="1435" y="4937"/>
                  </a:cubicBezTo>
                  <a:cubicBezTo>
                    <a:pt x="1369" y="5504"/>
                    <a:pt x="1335" y="6005"/>
                    <a:pt x="1502" y="6538"/>
                  </a:cubicBezTo>
                  <a:cubicBezTo>
                    <a:pt x="1522" y="6619"/>
                    <a:pt x="1481" y="6663"/>
                    <a:pt x="1438" y="6663"/>
                  </a:cubicBezTo>
                  <a:cubicBezTo>
                    <a:pt x="1411" y="6663"/>
                    <a:pt x="1382" y="6645"/>
                    <a:pt x="1369" y="6605"/>
                  </a:cubicBezTo>
                  <a:cubicBezTo>
                    <a:pt x="1135" y="6071"/>
                    <a:pt x="1002" y="5471"/>
                    <a:pt x="1168" y="4904"/>
                  </a:cubicBezTo>
                  <a:cubicBezTo>
                    <a:pt x="1198" y="4845"/>
                    <a:pt x="1253" y="4819"/>
                    <a:pt x="1305" y="4819"/>
                  </a:cubicBezTo>
                  <a:close/>
                  <a:moveTo>
                    <a:pt x="49586" y="7739"/>
                  </a:moveTo>
                  <a:cubicBezTo>
                    <a:pt x="49628" y="7739"/>
                    <a:pt x="49670" y="7773"/>
                    <a:pt x="49670" y="7839"/>
                  </a:cubicBezTo>
                  <a:cubicBezTo>
                    <a:pt x="49736" y="8306"/>
                    <a:pt x="49703" y="8773"/>
                    <a:pt x="49703" y="9240"/>
                  </a:cubicBezTo>
                  <a:cubicBezTo>
                    <a:pt x="49703" y="9307"/>
                    <a:pt x="49653" y="9340"/>
                    <a:pt x="49599" y="9340"/>
                  </a:cubicBezTo>
                  <a:cubicBezTo>
                    <a:pt x="49545" y="9340"/>
                    <a:pt x="49486" y="9307"/>
                    <a:pt x="49470" y="9240"/>
                  </a:cubicBezTo>
                  <a:cubicBezTo>
                    <a:pt x="49470" y="8773"/>
                    <a:pt x="49470" y="8306"/>
                    <a:pt x="49503" y="7839"/>
                  </a:cubicBezTo>
                  <a:cubicBezTo>
                    <a:pt x="49503" y="7773"/>
                    <a:pt x="49545" y="7739"/>
                    <a:pt x="49586" y="7739"/>
                  </a:cubicBezTo>
                  <a:close/>
                  <a:moveTo>
                    <a:pt x="1278" y="8355"/>
                  </a:moveTo>
                  <a:cubicBezTo>
                    <a:pt x="1339" y="8355"/>
                    <a:pt x="1402" y="8398"/>
                    <a:pt x="1402" y="8473"/>
                  </a:cubicBezTo>
                  <a:cubicBezTo>
                    <a:pt x="1402" y="9007"/>
                    <a:pt x="1369" y="9541"/>
                    <a:pt x="1335" y="10074"/>
                  </a:cubicBezTo>
                  <a:cubicBezTo>
                    <a:pt x="1335" y="10158"/>
                    <a:pt x="1285" y="10199"/>
                    <a:pt x="1235" y="10199"/>
                  </a:cubicBezTo>
                  <a:cubicBezTo>
                    <a:pt x="1185" y="10199"/>
                    <a:pt x="1135" y="10158"/>
                    <a:pt x="1135" y="10074"/>
                  </a:cubicBezTo>
                  <a:cubicBezTo>
                    <a:pt x="1068" y="9541"/>
                    <a:pt x="1068" y="8973"/>
                    <a:pt x="1168" y="8440"/>
                  </a:cubicBezTo>
                  <a:cubicBezTo>
                    <a:pt x="1183" y="8381"/>
                    <a:pt x="1230" y="8355"/>
                    <a:pt x="1278" y="8355"/>
                  </a:cubicBezTo>
                  <a:close/>
                  <a:moveTo>
                    <a:pt x="1385" y="11500"/>
                  </a:moveTo>
                  <a:cubicBezTo>
                    <a:pt x="1427" y="11500"/>
                    <a:pt x="1469" y="11525"/>
                    <a:pt x="1469" y="11575"/>
                  </a:cubicBezTo>
                  <a:cubicBezTo>
                    <a:pt x="1569" y="11942"/>
                    <a:pt x="1502" y="12376"/>
                    <a:pt x="1469" y="12776"/>
                  </a:cubicBezTo>
                  <a:cubicBezTo>
                    <a:pt x="1469" y="12826"/>
                    <a:pt x="1427" y="12851"/>
                    <a:pt x="1385" y="12851"/>
                  </a:cubicBezTo>
                  <a:cubicBezTo>
                    <a:pt x="1344" y="12851"/>
                    <a:pt x="1302" y="12826"/>
                    <a:pt x="1302" y="12776"/>
                  </a:cubicBezTo>
                  <a:cubicBezTo>
                    <a:pt x="1269" y="12376"/>
                    <a:pt x="1202" y="11942"/>
                    <a:pt x="1302" y="11575"/>
                  </a:cubicBezTo>
                  <a:cubicBezTo>
                    <a:pt x="1302" y="11525"/>
                    <a:pt x="1344" y="11500"/>
                    <a:pt x="1385" y="11500"/>
                  </a:cubicBezTo>
                  <a:close/>
                  <a:moveTo>
                    <a:pt x="49803" y="11475"/>
                  </a:moveTo>
                  <a:cubicBezTo>
                    <a:pt x="49853" y="11475"/>
                    <a:pt x="49903" y="11509"/>
                    <a:pt x="49903" y="11575"/>
                  </a:cubicBezTo>
                  <a:cubicBezTo>
                    <a:pt x="49937" y="11976"/>
                    <a:pt x="49937" y="12376"/>
                    <a:pt x="49903" y="12776"/>
                  </a:cubicBezTo>
                  <a:cubicBezTo>
                    <a:pt x="49903" y="12843"/>
                    <a:pt x="49853" y="12876"/>
                    <a:pt x="49803" y="12876"/>
                  </a:cubicBezTo>
                  <a:cubicBezTo>
                    <a:pt x="49753" y="12876"/>
                    <a:pt x="49703" y="12843"/>
                    <a:pt x="49703" y="12776"/>
                  </a:cubicBezTo>
                  <a:cubicBezTo>
                    <a:pt x="49670" y="12376"/>
                    <a:pt x="49670" y="11976"/>
                    <a:pt x="49703" y="11575"/>
                  </a:cubicBezTo>
                  <a:cubicBezTo>
                    <a:pt x="49703" y="11509"/>
                    <a:pt x="49753" y="11475"/>
                    <a:pt x="49803" y="11475"/>
                  </a:cubicBezTo>
                  <a:close/>
                  <a:moveTo>
                    <a:pt x="1285" y="14252"/>
                  </a:moveTo>
                  <a:cubicBezTo>
                    <a:pt x="1335" y="14252"/>
                    <a:pt x="1385" y="14294"/>
                    <a:pt x="1402" y="14377"/>
                  </a:cubicBezTo>
                  <a:cubicBezTo>
                    <a:pt x="1469" y="14811"/>
                    <a:pt x="1402" y="15245"/>
                    <a:pt x="1402" y="15645"/>
                  </a:cubicBezTo>
                  <a:cubicBezTo>
                    <a:pt x="1385" y="15728"/>
                    <a:pt x="1327" y="15770"/>
                    <a:pt x="1273" y="15770"/>
                  </a:cubicBezTo>
                  <a:cubicBezTo>
                    <a:pt x="1219" y="15770"/>
                    <a:pt x="1168" y="15728"/>
                    <a:pt x="1168" y="15645"/>
                  </a:cubicBezTo>
                  <a:cubicBezTo>
                    <a:pt x="1135" y="15245"/>
                    <a:pt x="1102" y="14811"/>
                    <a:pt x="1168" y="14377"/>
                  </a:cubicBezTo>
                  <a:cubicBezTo>
                    <a:pt x="1185" y="14294"/>
                    <a:pt x="1235" y="14252"/>
                    <a:pt x="1285" y="14252"/>
                  </a:cubicBezTo>
                  <a:close/>
                  <a:moveTo>
                    <a:pt x="49703" y="15653"/>
                  </a:moveTo>
                  <a:cubicBezTo>
                    <a:pt x="49762" y="15653"/>
                    <a:pt x="49820" y="15695"/>
                    <a:pt x="49837" y="15778"/>
                  </a:cubicBezTo>
                  <a:cubicBezTo>
                    <a:pt x="49837" y="16145"/>
                    <a:pt x="49803" y="16546"/>
                    <a:pt x="49803" y="16946"/>
                  </a:cubicBezTo>
                  <a:cubicBezTo>
                    <a:pt x="49803" y="17013"/>
                    <a:pt x="49753" y="17046"/>
                    <a:pt x="49703" y="17046"/>
                  </a:cubicBezTo>
                  <a:cubicBezTo>
                    <a:pt x="49653" y="17046"/>
                    <a:pt x="49603" y="17013"/>
                    <a:pt x="49603" y="16946"/>
                  </a:cubicBezTo>
                  <a:cubicBezTo>
                    <a:pt x="49603" y="16546"/>
                    <a:pt x="49570" y="16145"/>
                    <a:pt x="49570" y="15778"/>
                  </a:cubicBezTo>
                  <a:cubicBezTo>
                    <a:pt x="49586" y="15695"/>
                    <a:pt x="49645" y="15653"/>
                    <a:pt x="49703" y="15653"/>
                  </a:cubicBezTo>
                  <a:close/>
                  <a:moveTo>
                    <a:pt x="1286" y="17447"/>
                  </a:moveTo>
                  <a:cubicBezTo>
                    <a:pt x="1339" y="17447"/>
                    <a:pt x="1388" y="17476"/>
                    <a:pt x="1402" y="17546"/>
                  </a:cubicBezTo>
                  <a:cubicBezTo>
                    <a:pt x="1535" y="18013"/>
                    <a:pt x="1435" y="18547"/>
                    <a:pt x="1302" y="19014"/>
                  </a:cubicBezTo>
                  <a:cubicBezTo>
                    <a:pt x="1276" y="19065"/>
                    <a:pt x="1236" y="19087"/>
                    <a:pt x="1198" y="19087"/>
                  </a:cubicBezTo>
                  <a:cubicBezTo>
                    <a:pt x="1137" y="19087"/>
                    <a:pt x="1081" y="19030"/>
                    <a:pt x="1102" y="18947"/>
                  </a:cubicBezTo>
                  <a:cubicBezTo>
                    <a:pt x="1168" y="18480"/>
                    <a:pt x="1102" y="18047"/>
                    <a:pt x="1135" y="17580"/>
                  </a:cubicBezTo>
                  <a:cubicBezTo>
                    <a:pt x="1135" y="17502"/>
                    <a:pt x="1214" y="17447"/>
                    <a:pt x="1286" y="17447"/>
                  </a:cubicBezTo>
                  <a:close/>
                  <a:moveTo>
                    <a:pt x="49920" y="19214"/>
                  </a:moveTo>
                  <a:cubicBezTo>
                    <a:pt x="49962" y="19214"/>
                    <a:pt x="50003" y="19248"/>
                    <a:pt x="50003" y="19314"/>
                  </a:cubicBezTo>
                  <a:cubicBezTo>
                    <a:pt x="50037" y="19715"/>
                    <a:pt x="50037" y="20148"/>
                    <a:pt x="50003" y="20582"/>
                  </a:cubicBezTo>
                  <a:cubicBezTo>
                    <a:pt x="50003" y="20649"/>
                    <a:pt x="49953" y="20682"/>
                    <a:pt x="49903" y="20682"/>
                  </a:cubicBezTo>
                  <a:cubicBezTo>
                    <a:pt x="49853" y="20682"/>
                    <a:pt x="49803" y="20649"/>
                    <a:pt x="49803" y="20582"/>
                  </a:cubicBezTo>
                  <a:cubicBezTo>
                    <a:pt x="49803" y="20148"/>
                    <a:pt x="49803" y="19715"/>
                    <a:pt x="49837" y="19314"/>
                  </a:cubicBezTo>
                  <a:cubicBezTo>
                    <a:pt x="49837" y="19248"/>
                    <a:pt x="49878" y="19214"/>
                    <a:pt x="49920" y="19214"/>
                  </a:cubicBezTo>
                  <a:close/>
                  <a:moveTo>
                    <a:pt x="1413" y="20585"/>
                  </a:moveTo>
                  <a:cubicBezTo>
                    <a:pt x="1461" y="20585"/>
                    <a:pt x="1502" y="20603"/>
                    <a:pt x="1502" y="20649"/>
                  </a:cubicBezTo>
                  <a:cubicBezTo>
                    <a:pt x="1569" y="21049"/>
                    <a:pt x="1502" y="21449"/>
                    <a:pt x="1602" y="21849"/>
                  </a:cubicBezTo>
                  <a:cubicBezTo>
                    <a:pt x="1623" y="21932"/>
                    <a:pt x="1541" y="21989"/>
                    <a:pt x="1468" y="21989"/>
                  </a:cubicBezTo>
                  <a:cubicBezTo>
                    <a:pt x="1423" y="21989"/>
                    <a:pt x="1381" y="21967"/>
                    <a:pt x="1369" y="21916"/>
                  </a:cubicBezTo>
                  <a:cubicBezTo>
                    <a:pt x="1235" y="21516"/>
                    <a:pt x="1135" y="21049"/>
                    <a:pt x="1269" y="20649"/>
                  </a:cubicBezTo>
                  <a:cubicBezTo>
                    <a:pt x="1287" y="20612"/>
                    <a:pt x="1355" y="20585"/>
                    <a:pt x="1413" y="20585"/>
                  </a:cubicBezTo>
                  <a:close/>
                  <a:moveTo>
                    <a:pt x="49916" y="22850"/>
                  </a:moveTo>
                  <a:cubicBezTo>
                    <a:pt x="49962" y="22850"/>
                    <a:pt x="50003" y="22883"/>
                    <a:pt x="50003" y="22950"/>
                  </a:cubicBezTo>
                  <a:cubicBezTo>
                    <a:pt x="50037" y="23384"/>
                    <a:pt x="50037" y="23784"/>
                    <a:pt x="50003" y="24218"/>
                  </a:cubicBezTo>
                  <a:cubicBezTo>
                    <a:pt x="50003" y="24284"/>
                    <a:pt x="49962" y="24318"/>
                    <a:pt x="49916" y="24318"/>
                  </a:cubicBezTo>
                  <a:cubicBezTo>
                    <a:pt x="49870" y="24318"/>
                    <a:pt x="49820" y="24284"/>
                    <a:pt x="49803" y="24218"/>
                  </a:cubicBezTo>
                  <a:cubicBezTo>
                    <a:pt x="49770" y="23784"/>
                    <a:pt x="49770" y="23384"/>
                    <a:pt x="49803" y="22950"/>
                  </a:cubicBezTo>
                  <a:cubicBezTo>
                    <a:pt x="49820" y="22883"/>
                    <a:pt x="49870" y="22850"/>
                    <a:pt x="49916" y="22850"/>
                  </a:cubicBezTo>
                  <a:close/>
                  <a:moveTo>
                    <a:pt x="1485" y="23684"/>
                  </a:moveTo>
                  <a:cubicBezTo>
                    <a:pt x="1535" y="23684"/>
                    <a:pt x="1585" y="23717"/>
                    <a:pt x="1602" y="23784"/>
                  </a:cubicBezTo>
                  <a:cubicBezTo>
                    <a:pt x="1702" y="24218"/>
                    <a:pt x="1635" y="24751"/>
                    <a:pt x="1569" y="25185"/>
                  </a:cubicBezTo>
                  <a:cubicBezTo>
                    <a:pt x="1569" y="25252"/>
                    <a:pt x="1527" y="25285"/>
                    <a:pt x="1485" y="25285"/>
                  </a:cubicBezTo>
                  <a:cubicBezTo>
                    <a:pt x="1444" y="25285"/>
                    <a:pt x="1402" y="25252"/>
                    <a:pt x="1402" y="25185"/>
                  </a:cubicBezTo>
                  <a:cubicBezTo>
                    <a:pt x="1369" y="24751"/>
                    <a:pt x="1269" y="24218"/>
                    <a:pt x="1369" y="23784"/>
                  </a:cubicBezTo>
                  <a:cubicBezTo>
                    <a:pt x="1385" y="23717"/>
                    <a:pt x="1435" y="23684"/>
                    <a:pt x="1485" y="23684"/>
                  </a:cubicBezTo>
                  <a:close/>
                  <a:moveTo>
                    <a:pt x="50120" y="25977"/>
                  </a:moveTo>
                  <a:cubicBezTo>
                    <a:pt x="50162" y="25977"/>
                    <a:pt x="50203" y="26002"/>
                    <a:pt x="50203" y="26052"/>
                  </a:cubicBezTo>
                  <a:cubicBezTo>
                    <a:pt x="50237" y="26519"/>
                    <a:pt x="50237" y="26986"/>
                    <a:pt x="50203" y="27453"/>
                  </a:cubicBezTo>
                  <a:cubicBezTo>
                    <a:pt x="50203" y="27503"/>
                    <a:pt x="50170" y="27528"/>
                    <a:pt x="50133" y="27528"/>
                  </a:cubicBezTo>
                  <a:cubicBezTo>
                    <a:pt x="50095" y="27528"/>
                    <a:pt x="50053" y="27503"/>
                    <a:pt x="50037" y="27453"/>
                  </a:cubicBezTo>
                  <a:cubicBezTo>
                    <a:pt x="50037" y="26986"/>
                    <a:pt x="50003" y="26519"/>
                    <a:pt x="50037" y="26052"/>
                  </a:cubicBezTo>
                  <a:cubicBezTo>
                    <a:pt x="50037" y="26002"/>
                    <a:pt x="50078" y="25977"/>
                    <a:pt x="50120" y="25977"/>
                  </a:cubicBezTo>
                  <a:close/>
                  <a:moveTo>
                    <a:pt x="1473" y="27023"/>
                  </a:moveTo>
                  <a:cubicBezTo>
                    <a:pt x="1519" y="27023"/>
                    <a:pt x="1569" y="27050"/>
                    <a:pt x="1569" y="27086"/>
                  </a:cubicBezTo>
                  <a:cubicBezTo>
                    <a:pt x="1669" y="27453"/>
                    <a:pt x="1635" y="27820"/>
                    <a:pt x="1602" y="28187"/>
                  </a:cubicBezTo>
                  <a:cubicBezTo>
                    <a:pt x="1602" y="28254"/>
                    <a:pt x="1560" y="28287"/>
                    <a:pt x="1519" y="28287"/>
                  </a:cubicBezTo>
                  <a:cubicBezTo>
                    <a:pt x="1477" y="28287"/>
                    <a:pt x="1435" y="28254"/>
                    <a:pt x="1435" y="28187"/>
                  </a:cubicBezTo>
                  <a:cubicBezTo>
                    <a:pt x="1369" y="27820"/>
                    <a:pt x="1302" y="27453"/>
                    <a:pt x="1402" y="27086"/>
                  </a:cubicBezTo>
                  <a:cubicBezTo>
                    <a:pt x="1402" y="27041"/>
                    <a:pt x="1436" y="27023"/>
                    <a:pt x="1473" y="27023"/>
                  </a:cubicBezTo>
                  <a:close/>
                  <a:moveTo>
                    <a:pt x="50033" y="28421"/>
                  </a:moveTo>
                  <a:cubicBezTo>
                    <a:pt x="50087" y="28421"/>
                    <a:pt x="50137" y="28454"/>
                    <a:pt x="50137" y="28521"/>
                  </a:cubicBezTo>
                  <a:cubicBezTo>
                    <a:pt x="50170" y="28954"/>
                    <a:pt x="50170" y="29388"/>
                    <a:pt x="50137" y="29788"/>
                  </a:cubicBezTo>
                  <a:cubicBezTo>
                    <a:pt x="50137" y="29872"/>
                    <a:pt x="50087" y="29913"/>
                    <a:pt x="50033" y="29913"/>
                  </a:cubicBezTo>
                  <a:cubicBezTo>
                    <a:pt x="49978" y="29913"/>
                    <a:pt x="49920" y="29872"/>
                    <a:pt x="49903" y="29788"/>
                  </a:cubicBezTo>
                  <a:cubicBezTo>
                    <a:pt x="49870" y="29388"/>
                    <a:pt x="49870" y="28954"/>
                    <a:pt x="49903" y="28521"/>
                  </a:cubicBezTo>
                  <a:cubicBezTo>
                    <a:pt x="49920" y="28454"/>
                    <a:pt x="49978" y="28421"/>
                    <a:pt x="50033" y="28421"/>
                  </a:cubicBezTo>
                  <a:close/>
                  <a:moveTo>
                    <a:pt x="1610" y="29792"/>
                  </a:moveTo>
                  <a:cubicBezTo>
                    <a:pt x="1680" y="29792"/>
                    <a:pt x="1755" y="29856"/>
                    <a:pt x="1736" y="29955"/>
                  </a:cubicBezTo>
                  <a:cubicBezTo>
                    <a:pt x="1669" y="30289"/>
                    <a:pt x="1702" y="30656"/>
                    <a:pt x="1869" y="30956"/>
                  </a:cubicBezTo>
                  <a:cubicBezTo>
                    <a:pt x="1893" y="31028"/>
                    <a:pt x="1830" y="31083"/>
                    <a:pt x="1769" y="31083"/>
                  </a:cubicBezTo>
                  <a:cubicBezTo>
                    <a:pt x="1745" y="31083"/>
                    <a:pt x="1721" y="31075"/>
                    <a:pt x="1702" y="31056"/>
                  </a:cubicBezTo>
                  <a:cubicBezTo>
                    <a:pt x="1469" y="30689"/>
                    <a:pt x="1369" y="30289"/>
                    <a:pt x="1502" y="29888"/>
                  </a:cubicBezTo>
                  <a:cubicBezTo>
                    <a:pt x="1516" y="29821"/>
                    <a:pt x="1562" y="29792"/>
                    <a:pt x="1610" y="29792"/>
                  </a:cubicBezTo>
                  <a:close/>
                  <a:moveTo>
                    <a:pt x="31173" y="31108"/>
                  </a:moveTo>
                  <a:cubicBezTo>
                    <a:pt x="31316" y="31108"/>
                    <a:pt x="31457" y="31112"/>
                    <a:pt x="31590" y="31123"/>
                  </a:cubicBezTo>
                  <a:cubicBezTo>
                    <a:pt x="31690" y="31123"/>
                    <a:pt x="31690" y="31256"/>
                    <a:pt x="31590" y="31256"/>
                  </a:cubicBezTo>
                  <a:cubicBezTo>
                    <a:pt x="31457" y="31267"/>
                    <a:pt x="31316" y="31271"/>
                    <a:pt x="31173" y="31271"/>
                  </a:cubicBezTo>
                  <a:cubicBezTo>
                    <a:pt x="30886" y="31271"/>
                    <a:pt x="30589" y="31256"/>
                    <a:pt x="30323" y="31256"/>
                  </a:cubicBezTo>
                  <a:cubicBezTo>
                    <a:pt x="30223" y="31256"/>
                    <a:pt x="30223" y="31123"/>
                    <a:pt x="30323" y="31123"/>
                  </a:cubicBezTo>
                  <a:cubicBezTo>
                    <a:pt x="30589" y="31123"/>
                    <a:pt x="30886" y="31108"/>
                    <a:pt x="31173" y="31108"/>
                  </a:cubicBezTo>
                  <a:close/>
                  <a:moveTo>
                    <a:pt x="42731" y="30989"/>
                  </a:moveTo>
                  <a:cubicBezTo>
                    <a:pt x="42898" y="30989"/>
                    <a:pt x="42865" y="31189"/>
                    <a:pt x="42731" y="31189"/>
                  </a:cubicBezTo>
                  <a:cubicBezTo>
                    <a:pt x="42064" y="31289"/>
                    <a:pt x="41397" y="31289"/>
                    <a:pt x="40697" y="31323"/>
                  </a:cubicBezTo>
                  <a:cubicBezTo>
                    <a:pt x="40563" y="31323"/>
                    <a:pt x="40563" y="31123"/>
                    <a:pt x="40697" y="31089"/>
                  </a:cubicBezTo>
                  <a:cubicBezTo>
                    <a:pt x="41364" y="31056"/>
                    <a:pt x="42064" y="30989"/>
                    <a:pt x="42731" y="30989"/>
                  </a:cubicBezTo>
                  <a:close/>
                  <a:moveTo>
                    <a:pt x="37062" y="30986"/>
                  </a:moveTo>
                  <a:cubicBezTo>
                    <a:pt x="37072" y="30986"/>
                    <a:pt x="37083" y="30987"/>
                    <a:pt x="37094" y="30989"/>
                  </a:cubicBezTo>
                  <a:cubicBezTo>
                    <a:pt x="37661" y="31089"/>
                    <a:pt x="38195" y="31056"/>
                    <a:pt x="38762" y="31089"/>
                  </a:cubicBezTo>
                  <a:cubicBezTo>
                    <a:pt x="38895" y="31089"/>
                    <a:pt x="38929" y="31289"/>
                    <a:pt x="38795" y="31289"/>
                  </a:cubicBezTo>
                  <a:cubicBezTo>
                    <a:pt x="38606" y="31323"/>
                    <a:pt x="38414" y="31338"/>
                    <a:pt x="38218" y="31338"/>
                  </a:cubicBezTo>
                  <a:cubicBezTo>
                    <a:pt x="37828" y="31338"/>
                    <a:pt x="37428" y="31278"/>
                    <a:pt x="37027" y="31189"/>
                  </a:cubicBezTo>
                  <a:cubicBezTo>
                    <a:pt x="36872" y="31189"/>
                    <a:pt x="36919" y="30986"/>
                    <a:pt x="37062" y="30986"/>
                  </a:cubicBezTo>
                  <a:close/>
                  <a:moveTo>
                    <a:pt x="9691" y="31198"/>
                  </a:moveTo>
                  <a:cubicBezTo>
                    <a:pt x="9916" y="31198"/>
                    <a:pt x="10142" y="31206"/>
                    <a:pt x="10375" y="31223"/>
                  </a:cubicBezTo>
                  <a:cubicBezTo>
                    <a:pt x="10508" y="31223"/>
                    <a:pt x="10508" y="31390"/>
                    <a:pt x="10375" y="31390"/>
                  </a:cubicBezTo>
                  <a:lnTo>
                    <a:pt x="9007" y="31390"/>
                  </a:lnTo>
                  <a:cubicBezTo>
                    <a:pt x="8874" y="31390"/>
                    <a:pt x="8874" y="31223"/>
                    <a:pt x="9007" y="31223"/>
                  </a:cubicBezTo>
                  <a:cubicBezTo>
                    <a:pt x="9241" y="31206"/>
                    <a:pt x="9466" y="31198"/>
                    <a:pt x="9691" y="31198"/>
                  </a:cubicBezTo>
                  <a:close/>
                  <a:moveTo>
                    <a:pt x="46167" y="31056"/>
                  </a:moveTo>
                  <a:cubicBezTo>
                    <a:pt x="46267" y="31056"/>
                    <a:pt x="46301" y="31256"/>
                    <a:pt x="46201" y="31256"/>
                  </a:cubicBezTo>
                  <a:cubicBezTo>
                    <a:pt x="45567" y="31390"/>
                    <a:pt x="44866" y="31390"/>
                    <a:pt x="44233" y="31390"/>
                  </a:cubicBezTo>
                  <a:cubicBezTo>
                    <a:pt x="44099" y="31390"/>
                    <a:pt x="44132" y="31223"/>
                    <a:pt x="44233" y="31189"/>
                  </a:cubicBezTo>
                  <a:cubicBezTo>
                    <a:pt x="44499" y="31156"/>
                    <a:pt x="44800" y="31123"/>
                    <a:pt x="45066" y="31089"/>
                  </a:cubicBezTo>
                  <a:lnTo>
                    <a:pt x="45100" y="31089"/>
                  </a:lnTo>
                  <a:cubicBezTo>
                    <a:pt x="45467" y="31056"/>
                    <a:pt x="45800" y="31056"/>
                    <a:pt x="46167" y="31056"/>
                  </a:cubicBezTo>
                  <a:close/>
                  <a:moveTo>
                    <a:pt x="27743" y="31186"/>
                  </a:moveTo>
                  <a:cubicBezTo>
                    <a:pt x="27830" y="31186"/>
                    <a:pt x="27877" y="31359"/>
                    <a:pt x="27754" y="31390"/>
                  </a:cubicBezTo>
                  <a:cubicBezTo>
                    <a:pt x="27437" y="31453"/>
                    <a:pt x="27120" y="31476"/>
                    <a:pt x="26802" y="31476"/>
                  </a:cubicBezTo>
                  <a:cubicBezTo>
                    <a:pt x="26619" y="31476"/>
                    <a:pt x="26436" y="31468"/>
                    <a:pt x="26253" y="31456"/>
                  </a:cubicBezTo>
                  <a:cubicBezTo>
                    <a:pt x="26120" y="31423"/>
                    <a:pt x="26120" y="31256"/>
                    <a:pt x="26253" y="31256"/>
                  </a:cubicBezTo>
                  <a:cubicBezTo>
                    <a:pt x="26378" y="31265"/>
                    <a:pt x="26506" y="31269"/>
                    <a:pt x="26635" y="31269"/>
                  </a:cubicBezTo>
                  <a:cubicBezTo>
                    <a:pt x="26988" y="31269"/>
                    <a:pt x="27354" y="31238"/>
                    <a:pt x="27721" y="31189"/>
                  </a:cubicBezTo>
                  <a:cubicBezTo>
                    <a:pt x="27728" y="31187"/>
                    <a:pt x="27736" y="31186"/>
                    <a:pt x="27743" y="31186"/>
                  </a:cubicBezTo>
                  <a:close/>
                  <a:moveTo>
                    <a:pt x="24511" y="31085"/>
                  </a:moveTo>
                  <a:cubicBezTo>
                    <a:pt x="24596" y="31085"/>
                    <a:pt x="24643" y="31226"/>
                    <a:pt x="24552" y="31256"/>
                  </a:cubicBezTo>
                  <a:cubicBezTo>
                    <a:pt x="24161" y="31412"/>
                    <a:pt x="23759" y="31477"/>
                    <a:pt x="23352" y="31477"/>
                  </a:cubicBezTo>
                  <a:cubicBezTo>
                    <a:pt x="23064" y="31477"/>
                    <a:pt x="22774" y="31445"/>
                    <a:pt x="22484" y="31390"/>
                  </a:cubicBezTo>
                  <a:cubicBezTo>
                    <a:pt x="22384" y="31390"/>
                    <a:pt x="22417" y="31256"/>
                    <a:pt x="22517" y="31256"/>
                  </a:cubicBezTo>
                  <a:cubicBezTo>
                    <a:pt x="22701" y="31284"/>
                    <a:pt x="22882" y="31296"/>
                    <a:pt x="23062" y="31296"/>
                  </a:cubicBezTo>
                  <a:cubicBezTo>
                    <a:pt x="23536" y="31296"/>
                    <a:pt x="24002" y="31210"/>
                    <a:pt x="24485" y="31089"/>
                  </a:cubicBezTo>
                  <a:cubicBezTo>
                    <a:pt x="24494" y="31086"/>
                    <a:pt x="24503" y="31085"/>
                    <a:pt x="24511" y="31085"/>
                  </a:cubicBezTo>
                  <a:close/>
                  <a:moveTo>
                    <a:pt x="7173" y="31289"/>
                  </a:moveTo>
                  <a:cubicBezTo>
                    <a:pt x="7306" y="31323"/>
                    <a:pt x="7306" y="31490"/>
                    <a:pt x="7173" y="31523"/>
                  </a:cubicBezTo>
                  <a:lnTo>
                    <a:pt x="5872" y="31523"/>
                  </a:lnTo>
                  <a:cubicBezTo>
                    <a:pt x="5738" y="31523"/>
                    <a:pt x="5738" y="31323"/>
                    <a:pt x="5872" y="31289"/>
                  </a:cubicBezTo>
                  <a:close/>
                  <a:moveTo>
                    <a:pt x="21216" y="31289"/>
                  </a:moveTo>
                  <a:cubicBezTo>
                    <a:pt x="21350" y="31289"/>
                    <a:pt x="21350" y="31490"/>
                    <a:pt x="21216" y="31523"/>
                  </a:cubicBezTo>
                  <a:cubicBezTo>
                    <a:pt x="20616" y="31523"/>
                    <a:pt x="19982" y="31523"/>
                    <a:pt x="19381" y="31490"/>
                  </a:cubicBezTo>
                  <a:cubicBezTo>
                    <a:pt x="19248" y="31490"/>
                    <a:pt x="19248" y="31323"/>
                    <a:pt x="19381" y="31289"/>
                  </a:cubicBezTo>
                  <a:close/>
                  <a:moveTo>
                    <a:pt x="13227" y="31281"/>
                  </a:moveTo>
                  <a:cubicBezTo>
                    <a:pt x="13502" y="31281"/>
                    <a:pt x="13777" y="31289"/>
                    <a:pt x="14044" y="31323"/>
                  </a:cubicBezTo>
                  <a:cubicBezTo>
                    <a:pt x="14144" y="31323"/>
                    <a:pt x="14144" y="31490"/>
                    <a:pt x="14044" y="31490"/>
                  </a:cubicBezTo>
                  <a:cubicBezTo>
                    <a:pt x="13777" y="31523"/>
                    <a:pt x="13502" y="31531"/>
                    <a:pt x="13227" y="31531"/>
                  </a:cubicBezTo>
                  <a:cubicBezTo>
                    <a:pt x="12952" y="31531"/>
                    <a:pt x="12677" y="31523"/>
                    <a:pt x="12410" y="31523"/>
                  </a:cubicBezTo>
                  <a:cubicBezTo>
                    <a:pt x="12276" y="31523"/>
                    <a:pt x="12276" y="31289"/>
                    <a:pt x="12410" y="31289"/>
                  </a:cubicBezTo>
                  <a:cubicBezTo>
                    <a:pt x="12677" y="31289"/>
                    <a:pt x="12952" y="31281"/>
                    <a:pt x="13227" y="31281"/>
                  </a:cubicBezTo>
                  <a:close/>
                  <a:moveTo>
                    <a:pt x="16813" y="31398"/>
                  </a:moveTo>
                  <a:cubicBezTo>
                    <a:pt x="17105" y="31398"/>
                    <a:pt x="17397" y="31406"/>
                    <a:pt x="17680" y="31423"/>
                  </a:cubicBezTo>
                  <a:cubicBezTo>
                    <a:pt x="17814" y="31423"/>
                    <a:pt x="17814" y="31623"/>
                    <a:pt x="17680" y="31623"/>
                  </a:cubicBezTo>
                  <a:cubicBezTo>
                    <a:pt x="17514" y="31633"/>
                    <a:pt x="17345" y="31637"/>
                    <a:pt x="17175" y="31637"/>
                  </a:cubicBezTo>
                  <a:cubicBezTo>
                    <a:pt x="16764" y="31637"/>
                    <a:pt x="16347" y="31613"/>
                    <a:pt x="15946" y="31590"/>
                  </a:cubicBezTo>
                  <a:cubicBezTo>
                    <a:pt x="15846" y="31590"/>
                    <a:pt x="15846" y="31423"/>
                    <a:pt x="15946" y="31423"/>
                  </a:cubicBezTo>
                  <a:cubicBezTo>
                    <a:pt x="16229" y="31406"/>
                    <a:pt x="16521" y="31398"/>
                    <a:pt x="16813" y="31398"/>
                  </a:cubicBezTo>
                  <a:close/>
                  <a:moveTo>
                    <a:pt x="2872" y="31384"/>
                  </a:moveTo>
                  <a:cubicBezTo>
                    <a:pt x="2882" y="31384"/>
                    <a:pt x="2892" y="31386"/>
                    <a:pt x="2903" y="31390"/>
                  </a:cubicBezTo>
                  <a:cubicBezTo>
                    <a:pt x="3120" y="31423"/>
                    <a:pt x="3328" y="31431"/>
                    <a:pt x="3537" y="31431"/>
                  </a:cubicBezTo>
                  <a:cubicBezTo>
                    <a:pt x="3745" y="31431"/>
                    <a:pt x="3954" y="31423"/>
                    <a:pt x="4171" y="31423"/>
                  </a:cubicBezTo>
                  <a:cubicBezTo>
                    <a:pt x="4271" y="31423"/>
                    <a:pt x="4271" y="31556"/>
                    <a:pt x="4204" y="31590"/>
                  </a:cubicBezTo>
                  <a:cubicBezTo>
                    <a:pt x="4059" y="31623"/>
                    <a:pt x="3907" y="31638"/>
                    <a:pt x="3754" y="31638"/>
                  </a:cubicBezTo>
                  <a:cubicBezTo>
                    <a:pt x="3448" y="31638"/>
                    <a:pt x="3137" y="31579"/>
                    <a:pt x="2870" y="31490"/>
                  </a:cubicBezTo>
                  <a:cubicBezTo>
                    <a:pt x="2781" y="31490"/>
                    <a:pt x="2797" y="31384"/>
                    <a:pt x="2872" y="31384"/>
                  </a:cubicBezTo>
                  <a:close/>
                  <a:moveTo>
                    <a:pt x="33714" y="31311"/>
                  </a:moveTo>
                  <a:cubicBezTo>
                    <a:pt x="33727" y="31311"/>
                    <a:pt x="33742" y="31315"/>
                    <a:pt x="33758" y="31323"/>
                  </a:cubicBezTo>
                  <a:cubicBezTo>
                    <a:pt x="33991" y="31386"/>
                    <a:pt x="34210" y="31409"/>
                    <a:pt x="34433" y="31409"/>
                  </a:cubicBezTo>
                  <a:cubicBezTo>
                    <a:pt x="34562" y="31409"/>
                    <a:pt x="34692" y="31402"/>
                    <a:pt x="34826" y="31390"/>
                  </a:cubicBezTo>
                  <a:cubicBezTo>
                    <a:pt x="34926" y="31390"/>
                    <a:pt x="34959" y="31590"/>
                    <a:pt x="34826" y="31623"/>
                  </a:cubicBezTo>
                  <a:cubicBezTo>
                    <a:pt x="34723" y="31642"/>
                    <a:pt x="34621" y="31650"/>
                    <a:pt x="34518" y="31650"/>
                  </a:cubicBezTo>
                  <a:cubicBezTo>
                    <a:pt x="34254" y="31650"/>
                    <a:pt x="33990" y="31595"/>
                    <a:pt x="33725" y="31523"/>
                  </a:cubicBezTo>
                  <a:cubicBezTo>
                    <a:pt x="33608" y="31494"/>
                    <a:pt x="33619" y="31311"/>
                    <a:pt x="33714" y="31311"/>
                  </a:cubicBezTo>
                  <a:close/>
                  <a:moveTo>
                    <a:pt x="50133" y="31219"/>
                  </a:moveTo>
                  <a:cubicBezTo>
                    <a:pt x="50251" y="31219"/>
                    <a:pt x="50327" y="31395"/>
                    <a:pt x="50203" y="31456"/>
                  </a:cubicBezTo>
                  <a:cubicBezTo>
                    <a:pt x="49875" y="31600"/>
                    <a:pt x="49522" y="31668"/>
                    <a:pt x="49167" y="31668"/>
                  </a:cubicBezTo>
                  <a:cubicBezTo>
                    <a:pt x="48944" y="31668"/>
                    <a:pt x="48721" y="31641"/>
                    <a:pt x="48502" y="31590"/>
                  </a:cubicBezTo>
                  <a:cubicBezTo>
                    <a:pt x="48379" y="31559"/>
                    <a:pt x="48427" y="31386"/>
                    <a:pt x="48540" y="31386"/>
                  </a:cubicBezTo>
                  <a:cubicBezTo>
                    <a:pt x="48549" y="31386"/>
                    <a:pt x="48559" y="31387"/>
                    <a:pt x="48569" y="31390"/>
                  </a:cubicBezTo>
                  <a:cubicBezTo>
                    <a:pt x="48734" y="31421"/>
                    <a:pt x="48896" y="31436"/>
                    <a:pt x="49056" y="31436"/>
                  </a:cubicBezTo>
                  <a:cubicBezTo>
                    <a:pt x="49413" y="31436"/>
                    <a:pt x="49758" y="31361"/>
                    <a:pt x="50103" y="31223"/>
                  </a:cubicBezTo>
                  <a:cubicBezTo>
                    <a:pt x="50114" y="31220"/>
                    <a:pt x="50123" y="31219"/>
                    <a:pt x="50133" y="31219"/>
                  </a:cubicBezTo>
                  <a:close/>
                  <a:moveTo>
                    <a:pt x="835" y="0"/>
                  </a:moveTo>
                  <a:cubicBezTo>
                    <a:pt x="802" y="34"/>
                    <a:pt x="768" y="67"/>
                    <a:pt x="735" y="67"/>
                  </a:cubicBezTo>
                  <a:cubicBezTo>
                    <a:pt x="1" y="301"/>
                    <a:pt x="435" y="3703"/>
                    <a:pt x="435" y="4337"/>
                  </a:cubicBezTo>
                  <a:cubicBezTo>
                    <a:pt x="468" y="5638"/>
                    <a:pt x="468" y="6939"/>
                    <a:pt x="501" y="8206"/>
                  </a:cubicBezTo>
                  <a:cubicBezTo>
                    <a:pt x="535" y="10808"/>
                    <a:pt x="568" y="13377"/>
                    <a:pt x="601" y="15979"/>
                  </a:cubicBezTo>
                  <a:cubicBezTo>
                    <a:pt x="635" y="18647"/>
                    <a:pt x="668" y="21316"/>
                    <a:pt x="701" y="23984"/>
                  </a:cubicBezTo>
                  <a:cubicBezTo>
                    <a:pt x="701" y="25218"/>
                    <a:pt x="735" y="26419"/>
                    <a:pt x="735" y="27620"/>
                  </a:cubicBezTo>
                  <a:cubicBezTo>
                    <a:pt x="768" y="28921"/>
                    <a:pt x="568" y="30489"/>
                    <a:pt x="1035" y="31723"/>
                  </a:cubicBezTo>
                  <a:cubicBezTo>
                    <a:pt x="1035" y="31756"/>
                    <a:pt x="1035" y="31790"/>
                    <a:pt x="1035" y="31857"/>
                  </a:cubicBezTo>
                  <a:cubicBezTo>
                    <a:pt x="1425" y="32127"/>
                    <a:pt x="2619" y="32201"/>
                    <a:pt x="3879" y="32201"/>
                  </a:cubicBezTo>
                  <a:cubicBezTo>
                    <a:pt x="5418" y="32201"/>
                    <a:pt x="7054" y="32090"/>
                    <a:pt x="7440" y="32090"/>
                  </a:cubicBezTo>
                  <a:cubicBezTo>
                    <a:pt x="9508" y="32057"/>
                    <a:pt x="11576" y="32057"/>
                    <a:pt x="13677" y="32057"/>
                  </a:cubicBezTo>
                  <a:cubicBezTo>
                    <a:pt x="17647" y="32057"/>
                    <a:pt x="21616" y="32023"/>
                    <a:pt x="25619" y="32023"/>
                  </a:cubicBezTo>
                  <a:cubicBezTo>
                    <a:pt x="32131" y="32023"/>
                    <a:pt x="38642" y="31981"/>
                    <a:pt x="45153" y="31981"/>
                  </a:cubicBezTo>
                  <a:cubicBezTo>
                    <a:pt x="46781" y="31981"/>
                    <a:pt x="48409" y="31983"/>
                    <a:pt x="50037" y="31990"/>
                  </a:cubicBezTo>
                  <a:cubicBezTo>
                    <a:pt x="50070" y="31990"/>
                    <a:pt x="50137" y="32023"/>
                    <a:pt x="50170" y="32023"/>
                  </a:cubicBezTo>
                  <a:cubicBezTo>
                    <a:pt x="51004" y="31089"/>
                    <a:pt x="50737" y="29421"/>
                    <a:pt x="50704" y="28321"/>
                  </a:cubicBezTo>
                  <a:cubicBezTo>
                    <a:pt x="50670" y="27020"/>
                    <a:pt x="50670" y="25719"/>
                    <a:pt x="50637" y="24451"/>
                  </a:cubicBezTo>
                  <a:cubicBezTo>
                    <a:pt x="50604" y="21849"/>
                    <a:pt x="50570" y="19281"/>
                    <a:pt x="50504" y="16712"/>
                  </a:cubicBezTo>
                  <a:lnTo>
                    <a:pt x="50404" y="8707"/>
                  </a:lnTo>
                  <a:cubicBezTo>
                    <a:pt x="50370" y="7506"/>
                    <a:pt x="50337" y="6305"/>
                    <a:pt x="50337" y="5104"/>
                  </a:cubicBezTo>
                  <a:cubicBezTo>
                    <a:pt x="50337" y="4651"/>
                    <a:pt x="50494" y="589"/>
                    <a:pt x="49651" y="589"/>
                  </a:cubicBezTo>
                  <a:cubicBezTo>
                    <a:pt x="49625" y="589"/>
                    <a:pt x="49598" y="593"/>
                    <a:pt x="49570" y="601"/>
                  </a:cubicBezTo>
                  <a:cubicBezTo>
                    <a:pt x="49543" y="610"/>
                    <a:pt x="49516" y="614"/>
                    <a:pt x="49491" y="614"/>
                  </a:cubicBezTo>
                  <a:cubicBezTo>
                    <a:pt x="49421" y="614"/>
                    <a:pt x="49361" y="583"/>
                    <a:pt x="49336" y="534"/>
                  </a:cubicBezTo>
                  <a:cubicBezTo>
                    <a:pt x="48969" y="567"/>
                    <a:pt x="48594" y="576"/>
                    <a:pt x="48223" y="576"/>
                  </a:cubicBezTo>
                  <a:cubicBezTo>
                    <a:pt x="47852" y="576"/>
                    <a:pt x="47485" y="567"/>
                    <a:pt x="47135" y="567"/>
                  </a:cubicBezTo>
                  <a:cubicBezTo>
                    <a:pt x="47035" y="567"/>
                    <a:pt x="46968" y="501"/>
                    <a:pt x="46968" y="467"/>
                  </a:cubicBezTo>
                  <a:cubicBezTo>
                    <a:pt x="39296" y="367"/>
                    <a:pt x="31624" y="267"/>
                    <a:pt x="23951" y="201"/>
                  </a:cubicBezTo>
                  <a:cubicBezTo>
                    <a:pt x="22667" y="189"/>
                    <a:pt x="21382" y="186"/>
                    <a:pt x="20096" y="186"/>
                  </a:cubicBezTo>
                  <a:cubicBezTo>
                    <a:pt x="17525" y="186"/>
                    <a:pt x="14952" y="201"/>
                    <a:pt x="12381" y="201"/>
                  </a:cubicBezTo>
                  <a:cubicBezTo>
                    <a:pt x="8524" y="201"/>
                    <a:pt x="4671" y="167"/>
                    <a:pt x="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1"/>
            <p:cNvSpPr/>
            <p:nvPr/>
          </p:nvSpPr>
          <p:spPr>
            <a:xfrm>
              <a:off x="4977612" y="4793948"/>
              <a:ext cx="36189" cy="8341"/>
            </a:xfrm>
            <a:custGeom>
              <a:rect b="b" l="l" r="r" t="t"/>
              <a:pathLst>
                <a:path extrusionOk="0" h="449" w="1948">
                  <a:moveTo>
                    <a:pt x="1754" y="0"/>
                  </a:moveTo>
                  <a:cubicBezTo>
                    <a:pt x="1744" y="0"/>
                    <a:pt x="1735" y="1"/>
                    <a:pt x="1724" y="4"/>
                  </a:cubicBezTo>
                  <a:cubicBezTo>
                    <a:pt x="1379" y="142"/>
                    <a:pt x="1034" y="217"/>
                    <a:pt x="677" y="217"/>
                  </a:cubicBezTo>
                  <a:cubicBezTo>
                    <a:pt x="517" y="217"/>
                    <a:pt x="355" y="202"/>
                    <a:pt x="190" y="171"/>
                  </a:cubicBezTo>
                  <a:cubicBezTo>
                    <a:pt x="180" y="168"/>
                    <a:pt x="170" y="167"/>
                    <a:pt x="161" y="167"/>
                  </a:cubicBezTo>
                  <a:cubicBezTo>
                    <a:pt x="48" y="167"/>
                    <a:pt x="0" y="340"/>
                    <a:pt x="123" y="371"/>
                  </a:cubicBezTo>
                  <a:cubicBezTo>
                    <a:pt x="342" y="422"/>
                    <a:pt x="565" y="449"/>
                    <a:pt x="788" y="449"/>
                  </a:cubicBezTo>
                  <a:cubicBezTo>
                    <a:pt x="1143" y="449"/>
                    <a:pt x="1496" y="381"/>
                    <a:pt x="1824" y="237"/>
                  </a:cubicBezTo>
                  <a:cubicBezTo>
                    <a:pt x="1948" y="176"/>
                    <a:pt x="1872" y="0"/>
                    <a:pt x="1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1"/>
            <p:cNvSpPr/>
            <p:nvPr/>
          </p:nvSpPr>
          <p:spPr>
            <a:xfrm>
              <a:off x="5007782" y="4696101"/>
              <a:ext cx="4347" cy="29297"/>
            </a:xfrm>
            <a:custGeom>
              <a:rect b="b" l="l" r="r" t="t"/>
              <a:pathLst>
                <a:path extrusionOk="0" h="1577" w="234">
                  <a:moveTo>
                    <a:pt x="121" y="0"/>
                  </a:moveTo>
                  <a:cubicBezTo>
                    <a:pt x="75" y="0"/>
                    <a:pt x="34" y="34"/>
                    <a:pt x="34" y="100"/>
                  </a:cubicBezTo>
                  <a:cubicBezTo>
                    <a:pt x="0" y="567"/>
                    <a:pt x="34" y="1034"/>
                    <a:pt x="67" y="1501"/>
                  </a:cubicBezTo>
                  <a:cubicBezTo>
                    <a:pt x="67" y="1551"/>
                    <a:pt x="100" y="1576"/>
                    <a:pt x="134" y="1576"/>
                  </a:cubicBezTo>
                  <a:cubicBezTo>
                    <a:pt x="167" y="1576"/>
                    <a:pt x="200" y="1551"/>
                    <a:pt x="200" y="1501"/>
                  </a:cubicBezTo>
                  <a:cubicBezTo>
                    <a:pt x="234" y="1034"/>
                    <a:pt x="234" y="567"/>
                    <a:pt x="234" y="100"/>
                  </a:cubicBezTo>
                  <a:cubicBezTo>
                    <a:pt x="217" y="34"/>
                    <a:pt x="167" y="0"/>
                    <a:pt x="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1"/>
            <p:cNvSpPr/>
            <p:nvPr/>
          </p:nvSpPr>
          <p:spPr>
            <a:xfrm>
              <a:off x="5005293" y="4741950"/>
              <a:ext cx="5610" cy="27755"/>
            </a:xfrm>
            <a:custGeom>
              <a:rect b="b" l="l" r="r" t="t"/>
              <a:pathLst>
                <a:path extrusionOk="0" h="1494" w="302">
                  <a:moveTo>
                    <a:pt x="164" y="1"/>
                  </a:moveTo>
                  <a:cubicBezTo>
                    <a:pt x="109" y="1"/>
                    <a:pt x="51" y="34"/>
                    <a:pt x="34" y="101"/>
                  </a:cubicBezTo>
                  <a:cubicBezTo>
                    <a:pt x="1" y="534"/>
                    <a:pt x="1" y="968"/>
                    <a:pt x="34" y="1368"/>
                  </a:cubicBezTo>
                  <a:cubicBezTo>
                    <a:pt x="51" y="1452"/>
                    <a:pt x="109" y="1493"/>
                    <a:pt x="164" y="1493"/>
                  </a:cubicBezTo>
                  <a:cubicBezTo>
                    <a:pt x="218" y="1493"/>
                    <a:pt x="268" y="1452"/>
                    <a:pt x="268" y="1368"/>
                  </a:cubicBezTo>
                  <a:cubicBezTo>
                    <a:pt x="301" y="968"/>
                    <a:pt x="301" y="534"/>
                    <a:pt x="268" y="101"/>
                  </a:cubicBezTo>
                  <a:cubicBezTo>
                    <a:pt x="268" y="34"/>
                    <a:pt x="218"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1"/>
            <p:cNvSpPr/>
            <p:nvPr/>
          </p:nvSpPr>
          <p:spPr>
            <a:xfrm>
              <a:off x="5004067" y="4638473"/>
              <a:ext cx="4347" cy="27272"/>
            </a:xfrm>
            <a:custGeom>
              <a:rect b="b" l="l" r="r" t="t"/>
              <a:pathLst>
                <a:path extrusionOk="0" h="1468" w="234">
                  <a:moveTo>
                    <a:pt x="113" y="0"/>
                  </a:moveTo>
                  <a:cubicBezTo>
                    <a:pt x="67" y="0"/>
                    <a:pt x="17" y="33"/>
                    <a:pt x="0" y="100"/>
                  </a:cubicBezTo>
                  <a:cubicBezTo>
                    <a:pt x="0" y="534"/>
                    <a:pt x="0" y="967"/>
                    <a:pt x="34" y="1368"/>
                  </a:cubicBezTo>
                  <a:cubicBezTo>
                    <a:pt x="34" y="1434"/>
                    <a:pt x="75" y="1468"/>
                    <a:pt x="117" y="1468"/>
                  </a:cubicBezTo>
                  <a:cubicBezTo>
                    <a:pt x="159" y="1468"/>
                    <a:pt x="200" y="1434"/>
                    <a:pt x="200" y="1368"/>
                  </a:cubicBezTo>
                  <a:cubicBezTo>
                    <a:pt x="234" y="967"/>
                    <a:pt x="234" y="534"/>
                    <a:pt x="200" y="100"/>
                  </a:cubicBezTo>
                  <a:cubicBezTo>
                    <a:pt x="200" y="33"/>
                    <a:pt x="159" y="0"/>
                    <a:pt x="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1"/>
            <p:cNvSpPr/>
            <p:nvPr/>
          </p:nvSpPr>
          <p:spPr>
            <a:xfrm>
              <a:off x="5003435" y="4570926"/>
              <a:ext cx="4979" cy="27272"/>
            </a:xfrm>
            <a:custGeom>
              <a:rect b="b" l="l" r="r" t="t"/>
              <a:pathLst>
                <a:path extrusionOk="0" h="1468" w="268">
                  <a:moveTo>
                    <a:pt x="151" y="0"/>
                  </a:moveTo>
                  <a:cubicBezTo>
                    <a:pt x="109" y="0"/>
                    <a:pt x="68" y="34"/>
                    <a:pt x="68" y="100"/>
                  </a:cubicBezTo>
                  <a:cubicBezTo>
                    <a:pt x="1" y="501"/>
                    <a:pt x="34" y="934"/>
                    <a:pt x="34" y="1368"/>
                  </a:cubicBezTo>
                  <a:cubicBezTo>
                    <a:pt x="34" y="1435"/>
                    <a:pt x="84" y="1468"/>
                    <a:pt x="134" y="1468"/>
                  </a:cubicBezTo>
                  <a:cubicBezTo>
                    <a:pt x="184" y="1468"/>
                    <a:pt x="234" y="1435"/>
                    <a:pt x="234" y="1368"/>
                  </a:cubicBezTo>
                  <a:cubicBezTo>
                    <a:pt x="268" y="934"/>
                    <a:pt x="268" y="501"/>
                    <a:pt x="234" y="100"/>
                  </a:cubicBezTo>
                  <a:cubicBezTo>
                    <a:pt x="234" y="34"/>
                    <a:pt x="193"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1"/>
            <p:cNvSpPr/>
            <p:nvPr/>
          </p:nvSpPr>
          <p:spPr>
            <a:xfrm>
              <a:off x="5001577" y="4427154"/>
              <a:ext cx="4979" cy="26046"/>
            </a:xfrm>
            <a:custGeom>
              <a:rect b="b" l="l" r="r" t="t"/>
              <a:pathLst>
                <a:path extrusionOk="0" h="1402" w="268">
                  <a:moveTo>
                    <a:pt x="138" y="0"/>
                  </a:moveTo>
                  <a:cubicBezTo>
                    <a:pt x="84" y="0"/>
                    <a:pt x="34" y="34"/>
                    <a:pt x="34" y="100"/>
                  </a:cubicBezTo>
                  <a:cubicBezTo>
                    <a:pt x="1" y="501"/>
                    <a:pt x="1" y="901"/>
                    <a:pt x="34" y="1301"/>
                  </a:cubicBezTo>
                  <a:cubicBezTo>
                    <a:pt x="34" y="1368"/>
                    <a:pt x="84" y="1401"/>
                    <a:pt x="134" y="1401"/>
                  </a:cubicBezTo>
                  <a:cubicBezTo>
                    <a:pt x="184" y="1401"/>
                    <a:pt x="234" y="1368"/>
                    <a:pt x="234" y="1301"/>
                  </a:cubicBezTo>
                  <a:cubicBezTo>
                    <a:pt x="268" y="901"/>
                    <a:pt x="268" y="501"/>
                    <a:pt x="268" y="100"/>
                  </a:cubicBezTo>
                  <a:cubicBezTo>
                    <a:pt x="251" y="34"/>
                    <a:pt x="193"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1"/>
            <p:cNvSpPr/>
            <p:nvPr/>
          </p:nvSpPr>
          <p:spPr>
            <a:xfrm>
              <a:off x="4999720" y="4504771"/>
              <a:ext cx="4979" cy="25878"/>
            </a:xfrm>
            <a:custGeom>
              <a:rect b="b" l="l" r="r" t="t"/>
              <a:pathLst>
                <a:path extrusionOk="0" h="1393" w="268">
                  <a:moveTo>
                    <a:pt x="134" y="0"/>
                  </a:moveTo>
                  <a:cubicBezTo>
                    <a:pt x="76" y="0"/>
                    <a:pt x="17" y="42"/>
                    <a:pt x="1" y="125"/>
                  </a:cubicBezTo>
                  <a:cubicBezTo>
                    <a:pt x="1" y="492"/>
                    <a:pt x="34" y="893"/>
                    <a:pt x="34" y="1293"/>
                  </a:cubicBezTo>
                  <a:cubicBezTo>
                    <a:pt x="34" y="1360"/>
                    <a:pt x="84" y="1393"/>
                    <a:pt x="134" y="1393"/>
                  </a:cubicBezTo>
                  <a:cubicBezTo>
                    <a:pt x="184" y="1393"/>
                    <a:pt x="234" y="1360"/>
                    <a:pt x="234" y="1293"/>
                  </a:cubicBezTo>
                  <a:cubicBezTo>
                    <a:pt x="234" y="893"/>
                    <a:pt x="268" y="492"/>
                    <a:pt x="268" y="125"/>
                  </a:cubicBezTo>
                  <a:cubicBezTo>
                    <a:pt x="251" y="42"/>
                    <a:pt x="193"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1"/>
            <p:cNvSpPr/>
            <p:nvPr/>
          </p:nvSpPr>
          <p:spPr>
            <a:xfrm>
              <a:off x="4987106" y="4238240"/>
              <a:ext cx="17147" cy="26027"/>
            </a:xfrm>
            <a:custGeom>
              <a:rect b="b" l="l" r="r" t="t"/>
              <a:pathLst>
                <a:path extrusionOk="0" h="1401" w="923">
                  <a:moveTo>
                    <a:pt x="153" y="0"/>
                  </a:moveTo>
                  <a:cubicBezTo>
                    <a:pt x="78" y="0"/>
                    <a:pt x="1" y="83"/>
                    <a:pt x="46" y="195"/>
                  </a:cubicBezTo>
                  <a:cubicBezTo>
                    <a:pt x="213" y="562"/>
                    <a:pt x="379" y="963"/>
                    <a:pt x="613" y="1330"/>
                  </a:cubicBezTo>
                  <a:cubicBezTo>
                    <a:pt x="637" y="1379"/>
                    <a:pt x="689" y="1401"/>
                    <a:pt x="741" y="1401"/>
                  </a:cubicBezTo>
                  <a:cubicBezTo>
                    <a:pt x="831" y="1401"/>
                    <a:pt x="922" y="1335"/>
                    <a:pt x="880" y="1230"/>
                  </a:cubicBezTo>
                  <a:cubicBezTo>
                    <a:pt x="713" y="829"/>
                    <a:pt x="480" y="429"/>
                    <a:pt x="246" y="62"/>
                  </a:cubicBezTo>
                  <a:cubicBezTo>
                    <a:pt x="225" y="19"/>
                    <a:pt x="189"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1"/>
            <p:cNvSpPr/>
            <p:nvPr/>
          </p:nvSpPr>
          <p:spPr>
            <a:xfrm>
              <a:off x="4996004" y="4291761"/>
              <a:ext cx="7450" cy="27978"/>
            </a:xfrm>
            <a:custGeom>
              <a:rect b="b" l="l" r="r" t="t"/>
              <a:pathLst>
                <a:path extrusionOk="0" h="1506" w="401">
                  <a:moveTo>
                    <a:pt x="132" y="1"/>
                  </a:moveTo>
                  <a:cubicBezTo>
                    <a:pt x="68" y="1"/>
                    <a:pt x="1" y="53"/>
                    <a:pt x="1" y="150"/>
                  </a:cubicBezTo>
                  <a:cubicBezTo>
                    <a:pt x="67" y="583"/>
                    <a:pt x="134" y="984"/>
                    <a:pt x="134" y="1417"/>
                  </a:cubicBezTo>
                  <a:cubicBezTo>
                    <a:pt x="116" y="1471"/>
                    <a:pt x="165" y="1505"/>
                    <a:pt x="220" y="1505"/>
                  </a:cubicBezTo>
                  <a:cubicBezTo>
                    <a:pt x="267" y="1505"/>
                    <a:pt x="319" y="1479"/>
                    <a:pt x="334" y="1417"/>
                  </a:cubicBezTo>
                  <a:cubicBezTo>
                    <a:pt x="401" y="984"/>
                    <a:pt x="401" y="517"/>
                    <a:pt x="234" y="83"/>
                  </a:cubicBezTo>
                  <a:cubicBezTo>
                    <a:pt x="220" y="27"/>
                    <a:pt x="177"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1"/>
            <p:cNvSpPr/>
            <p:nvPr/>
          </p:nvSpPr>
          <p:spPr>
            <a:xfrm>
              <a:off x="4997862" y="4357749"/>
              <a:ext cx="4979" cy="29761"/>
            </a:xfrm>
            <a:custGeom>
              <a:rect b="b" l="l" r="r" t="t"/>
              <a:pathLst>
                <a:path extrusionOk="0" h="1602" w="268">
                  <a:moveTo>
                    <a:pt x="122" y="0"/>
                  </a:moveTo>
                  <a:cubicBezTo>
                    <a:pt x="76" y="0"/>
                    <a:pt x="34" y="34"/>
                    <a:pt x="34" y="100"/>
                  </a:cubicBezTo>
                  <a:cubicBezTo>
                    <a:pt x="1" y="567"/>
                    <a:pt x="1" y="1034"/>
                    <a:pt x="34" y="1501"/>
                  </a:cubicBezTo>
                  <a:cubicBezTo>
                    <a:pt x="34" y="1568"/>
                    <a:pt x="84" y="1601"/>
                    <a:pt x="134" y="1601"/>
                  </a:cubicBezTo>
                  <a:cubicBezTo>
                    <a:pt x="184" y="1601"/>
                    <a:pt x="234" y="1568"/>
                    <a:pt x="234" y="1501"/>
                  </a:cubicBezTo>
                  <a:cubicBezTo>
                    <a:pt x="234" y="1034"/>
                    <a:pt x="267" y="567"/>
                    <a:pt x="234" y="100"/>
                  </a:cubicBezTo>
                  <a:cubicBezTo>
                    <a:pt x="217" y="34"/>
                    <a:pt x="167" y="0"/>
                    <a:pt x="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1"/>
            <p:cNvSpPr/>
            <p:nvPr/>
          </p:nvSpPr>
          <p:spPr>
            <a:xfrm>
              <a:off x="4943337" y="4231663"/>
              <a:ext cx="31619" cy="5183"/>
            </a:xfrm>
            <a:custGeom>
              <a:rect b="b" l="l" r="r" t="t"/>
              <a:pathLst>
                <a:path extrusionOk="0" h="279" w="1702">
                  <a:moveTo>
                    <a:pt x="1101" y="1"/>
                  </a:moveTo>
                  <a:cubicBezTo>
                    <a:pt x="790" y="1"/>
                    <a:pt x="478" y="16"/>
                    <a:pt x="167" y="16"/>
                  </a:cubicBezTo>
                  <a:cubicBezTo>
                    <a:pt x="0" y="16"/>
                    <a:pt x="0" y="249"/>
                    <a:pt x="167" y="249"/>
                  </a:cubicBezTo>
                  <a:cubicBezTo>
                    <a:pt x="478" y="249"/>
                    <a:pt x="790" y="279"/>
                    <a:pt x="1101" y="279"/>
                  </a:cubicBezTo>
                  <a:cubicBezTo>
                    <a:pt x="1257" y="279"/>
                    <a:pt x="1412" y="272"/>
                    <a:pt x="1568" y="249"/>
                  </a:cubicBezTo>
                  <a:cubicBezTo>
                    <a:pt x="1701" y="249"/>
                    <a:pt x="1701" y="49"/>
                    <a:pt x="1568" y="16"/>
                  </a:cubicBezTo>
                  <a:cubicBezTo>
                    <a:pt x="1412" y="5"/>
                    <a:pt x="1257" y="1"/>
                    <a:pt x="1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1"/>
            <p:cNvSpPr/>
            <p:nvPr/>
          </p:nvSpPr>
          <p:spPr>
            <a:xfrm>
              <a:off x="4898101" y="4790902"/>
              <a:ext cx="40908" cy="6223"/>
            </a:xfrm>
            <a:custGeom>
              <a:rect b="b" l="l" r="r" t="t"/>
              <a:pathLst>
                <a:path extrusionOk="0" h="335" w="2202">
                  <a:moveTo>
                    <a:pt x="2068" y="1"/>
                  </a:moveTo>
                  <a:cubicBezTo>
                    <a:pt x="1701" y="1"/>
                    <a:pt x="1368" y="1"/>
                    <a:pt x="1001" y="34"/>
                  </a:cubicBezTo>
                  <a:lnTo>
                    <a:pt x="967" y="34"/>
                  </a:lnTo>
                  <a:cubicBezTo>
                    <a:pt x="701" y="68"/>
                    <a:pt x="400" y="101"/>
                    <a:pt x="134" y="134"/>
                  </a:cubicBezTo>
                  <a:cubicBezTo>
                    <a:pt x="33" y="134"/>
                    <a:pt x="0" y="335"/>
                    <a:pt x="134" y="335"/>
                  </a:cubicBezTo>
                  <a:cubicBezTo>
                    <a:pt x="767" y="335"/>
                    <a:pt x="1468" y="335"/>
                    <a:pt x="2102" y="201"/>
                  </a:cubicBezTo>
                  <a:cubicBezTo>
                    <a:pt x="2202" y="201"/>
                    <a:pt x="2168" y="1"/>
                    <a:pt x="20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1"/>
            <p:cNvSpPr/>
            <p:nvPr/>
          </p:nvSpPr>
          <p:spPr>
            <a:xfrm>
              <a:off x="4885691" y="4230716"/>
              <a:ext cx="33495" cy="6632"/>
            </a:xfrm>
            <a:custGeom>
              <a:rect b="b" l="l" r="r" t="t"/>
              <a:pathLst>
                <a:path extrusionOk="0" h="357" w="1803">
                  <a:moveTo>
                    <a:pt x="201" y="0"/>
                  </a:moveTo>
                  <a:cubicBezTo>
                    <a:pt x="34" y="0"/>
                    <a:pt x="1" y="200"/>
                    <a:pt x="134" y="234"/>
                  </a:cubicBezTo>
                  <a:cubicBezTo>
                    <a:pt x="420" y="295"/>
                    <a:pt x="756" y="356"/>
                    <a:pt x="1089" y="356"/>
                  </a:cubicBezTo>
                  <a:cubicBezTo>
                    <a:pt x="1299" y="356"/>
                    <a:pt x="1508" y="332"/>
                    <a:pt x="1702" y="267"/>
                  </a:cubicBezTo>
                  <a:cubicBezTo>
                    <a:pt x="1802" y="234"/>
                    <a:pt x="1769" y="67"/>
                    <a:pt x="1669" y="67"/>
                  </a:cubicBezTo>
                  <a:cubicBezTo>
                    <a:pt x="1168" y="33"/>
                    <a:pt x="701" y="67"/>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1"/>
            <p:cNvSpPr/>
            <p:nvPr/>
          </p:nvSpPr>
          <p:spPr>
            <a:xfrm>
              <a:off x="4832411" y="4789676"/>
              <a:ext cx="43397" cy="6205"/>
            </a:xfrm>
            <a:custGeom>
              <a:rect b="b" l="l" r="r" t="t"/>
              <a:pathLst>
                <a:path extrusionOk="0" h="334" w="2336">
                  <a:moveTo>
                    <a:pt x="2168" y="0"/>
                  </a:moveTo>
                  <a:cubicBezTo>
                    <a:pt x="1501" y="0"/>
                    <a:pt x="834" y="67"/>
                    <a:pt x="134" y="100"/>
                  </a:cubicBezTo>
                  <a:cubicBezTo>
                    <a:pt x="0" y="100"/>
                    <a:pt x="0" y="334"/>
                    <a:pt x="134" y="334"/>
                  </a:cubicBezTo>
                  <a:cubicBezTo>
                    <a:pt x="801" y="300"/>
                    <a:pt x="1501" y="300"/>
                    <a:pt x="2168" y="200"/>
                  </a:cubicBezTo>
                  <a:cubicBezTo>
                    <a:pt x="2302" y="200"/>
                    <a:pt x="2335" y="0"/>
                    <a:pt x="2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1"/>
            <p:cNvSpPr/>
            <p:nvPr/>
          </p:nvSpPr>
          <p:spPr>
            <a:xfrm>
              <a:off x="4816285" y="4235044"/>
              <a:ext cx="37211" cy="5889"/>
            </a:xfrm>
            <a:custGeom>
              <a:rect b="b" l="l" r="r" t="t"/>
              <a:pathLst>
                <a:path extrusionOk="0" h="317" w="2003">
                  <a:moveTo>
                    <a:pt x="168" y="1"/>
                  </a:moveTo>
                  <a:cubicBezTo>
                    <a:pt x="34" y="1"/>
                    <a:pt x="1" y="167"/>
                    <a:pt x="134" y="201"/>
                  </a:cubicBezTo>
                  <a:cubicBezTo>
                    <a:pt x="504" y="266"/>
                    <a:pt x="887" y="317"/>
                    <a:pt x="1276" y="317"/>
                  </a:cubicBezTo>
                  <a:cubicBezTo>
                    <a:pt x="1484" y="317"/>
                    <a:pt x="1693" y="302"/>
                    <a:pt x="1902" y="267"/>
                  </a:cubicBezTo>
                  <a:cubicBezTo>
                    <a:pt x="2002" y="234"/>
                    <a:pt x="1969" y="67"/>
                    <a:pt x="1869" y="67"/>
                  </a:cubicBezTo>
                  <a:cubicBezTo>
                    <a:pt x="1302" y="34"/>
                    <a:pt x="735" y="67"/>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1"/>
            <p:cNvSpPr/>
            <p:nvPr/>
          </p:nvSpPr>
          <p:spPr>
            <a:xfrm>
              <a:off x="4764398" y="4789601"/>
              <a:ext cx="37657" cy="6558"/>
            </a:xfrm>
            <a:custGeom>
              <a:rect b="b" l="l" r="r" t="t"/>
              <a:pathLst>
                <a:path extrusionOk="0" h="353" w="2027">
                  <a:moveTo>
                    <a:pt x="166" y="1"/>
                  </a:moveTo>
                  <a:cubicBezTo>
                    <a:pt x="51" y="1"/>
                    <a:pt x="1" y="204"/>
                    <a:pt x="125" y="204"/>
                  </a:cubicBezTo>
                  <a:cubicBezTo>
                    <a:pt x="526" y="293"/>
                    <a:pt x="926" y="353"/>
                    <a:pt x="1316" y="353"/>
                  </a:cubicBezTo>
                  <a:cubicBezTo>
                    <a:pt x="1512" y="353"/>
                    <a:pt x="1704" y="338"/>
                    <a:pt x="1893" y="304"/>
                  </a:cubicBezTo>
                  <a:cubicBezTo>
                    <a:pt x="2027" y="304"/>
                    <a:pt x="1993" y="104"/>
                    <a:pt x="1860" y="104"/>
                  </a:cubicBezTo>
                  <a:cubicBezTo>
                    <a:pt x="1293" y="71"/>
                    <a:pt x="759" y="104"/>
                    <a:pt x="192" y="4"/>
                  </a:cubicBezTo>
                  <a:cubicBezTo>
                    <a:pt x="183" y="2"/>
                    <a:pt x="175"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1"/>
            <p:cNvSpPr/>
            <p:nvPr/>
          </p:nvSpPr>
          <p:spPr>
            <a:xfrm>
              <a:off x="4754942" y="4227669"/>
              <a:ext cx="36579" cy="5016"/>
            </a:xfrm>
            <a:custGeom>
              <a:rect b="b" l="l" r="r" t="t"/>
              <a:pathLst>
                <a:path extrusionOk="0" h="270" w="1969">
                  <a:moveTo>
                    <a:pt x="1268" y="1"/>
                  </a:moveTo>
                  <a:cubicBezTo>
                    <a:pt x="890" y="1"/>
                    <a:pt x="512" y="31"/>
                    <a:pt x="134" y="31"/>
                  </a:cubicBezTo>
                  <a:cubicBezTo>
                    <a:pt x="1" y="31"/>
                    <a:pt x="1" y="231"/>
                    <a:pt x="134" y="231"/>
                  </a:cubicBezTo>
                  <a:cubicBezTo>
                    <a:pt x="461" y="250"/>
                    <a:pt x="789" y="269"/>
                    <a:pt x="1116" y="269"/>
                  </a:cubicBezTo>
                  <a:cubicBezTo>
                    <a:pt x="1356" y="269"/>
                    <a:pt x="1596" y="259"/>
                    <a:pt x="1835" y="231"/>
                  </a:cubicBezTo>
                  <a:cubicBezTo>
                    <a:pt x="1969" y="231"/>
                    <a:pt x="1969" y="31"/>
                    <a:pt x="1835" y="31"/>
                  </a:cubicBezTo>
                  <a:cubicBezTo>
                    <a:pt x="1646" y="8"/>
                    <a:pt x="1457" y="1"/>
                    <a:pt x="1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1"/>
            <p:cNvSpPr/>
            <p:nvPr/>
          </p:nvSpPr>
          <p:spPr>
            <a:xfrm>
              <a:off x="4696702" y="4230641"/>
              <a:ext cx="38195" cy="6279"/>
            </a:xfrm>
            <a:custGeom>
              <a:rect b="b" l="l" r="r" t="t"/>
              <a:pathLst>
                <a:path extrusionOk="0" h="338" w="2056">
                  <a:moveTo>
                    <a:pt x="1871" y="0"/>
                  </a:moveTo>
                  <a:cubicBezTo>
                    <a:pt x="1860" y="0"/>
                    <a:pt x="1847" y="2"/>
                    <a:pt x="1835" y="4"/>
                  </a:cubicBezTo>
                  <a:cubicBezTo>
                    <a:pt x="1444" y="53"/>
                    <a:pt x="1035" y="84"/>
                    <a:pt x="622" y="84"/>
                  </a:cubicBezTo>
                  <a:cubicBezTo>
                    <a:pt x="471" y="84"/>
                    <a:pt x="319" y="80"/>
                    <a:pt x="167" y="71"/>
                  </a:cubicBezTo>
                  <a:cubicBezTo>
                    <a:pt x="156" y="69"/>
                    <a:pt x="145" y="68"/>
                    <a:pt x="136" y="68"/>
                  </a:cubicBezTo>
                  <a:cubicBezTo>
                    <a:pt x="1" y="68"/>
                    <a:pt x="11" y="273"/>
                    <a:pt x="167" y="304"/>
                  </a:cubicBezTo>
                  <a:cubicBezTo>
                    <a:pt x="367" y="327"/>
                    <a:pt x="563" y="338"/>
                    <a:pt x="757" y="338"/>
                  </a:cubicBezTo>
                  <a:cubicBezTo>
                    <a:pt x="1145" y="338"/>
                    <a:pt x="1523" y="293"/>
                    <a:pt x="1901" y="204"/>
                  </a:cubicBezTo>
                  <a:cubicBezTo>
                    <a:pt x="2055" y="173"/>
                    <a:pt x="2010" y="0"/>
                    <a:pt x="18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1"/>
            <p:cNvSpPr/>
            <p:nvPr/>
          </p:nvSpPr>
          <p:spPr>
            <a:xfrm>
              <a:off x="4703074" y="4795175"/>
              <a:ext cx="25247" cy="6781"/>
            </a:xfrm>
            <a:custGeom>
              <a:rect b="b" l="l" r="r" t="t"/>
              <a:pathLst>
                <a:path extrusionOk="0" h="365" w="1359">
                  <a:moveTo>
                    <a:pt x="129" y="1"/>
                  </a:moveTo>
                  <a:cubicBezTo>
                    <a:pt x="20" y="1"/>
                    <a:pt x="1" y="176"/>
                    <a:pt x="124" y="238"/>
                  </a:cubicBezTo>
                  <a:cubicBezTo>
                    <a:pt x="389" y="310"/>
                    <a:pt x="653" y="365"/>
                    <a:pt x="917" y="365"/>
                  </a:cubicBezTo>
                  <a:cubicBezTo>
                    <a:pt x="1020" y="365"/>
                    <a:pt x="1122" y="357"/>
                    <a:pt x="1225" y="338"/>
                  </a:cubicBezTo>
                  <a:cubicBezTo>
                    <a:pt x="1358" y="305"/>
                    <a:pt x="1325" y="105"/>
                    <a:pt x="1225" y="105"/>
                  </a:cubicBezTo>
                  <a:cubicBezTo>
                    <a:pt x="1103" y="116"/>
                    <a:pt x="984" y="123"/>
                    <a:pt x="867" y="123"/>
                  </a:cubicBezTo>
                  <a:cubicBezTo>
                    <a:pt x="632" y="123"/>
                    <a:pt x="402" y="93"/>
                    <a:pt x="157" y="4"/>
                  </a:cubicBezTo>
                  <a:cubicBezTo>
                    <a:pt x="147" y="2"/>
                    <a:pt x="138" y="1"/>
                    <a:pt x="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1"/>
            <p:cNvSpPr/>
            <p:nvPr/>
          </p:nvSpPr>
          <p:spPr>
            <a:xfrm>
              <a:off x="4637830" y="4229806"/>
              <a:ext cx="34721" cy="4886"/>
            </a:xfrm>
            <a:custGeom>
              <a:rect b="b" l="l" r="r" t="t"/>
              <a:pathLst>
                <a:path extrusionOk="0" h="263" w="1869">
                  <a:moveTo>
                    <a:pt x="1192" y="1"/>
                  </a:moveTo>
                  <a:cubicBezTo>
                    <a:pt x="827" y="1"/>
                    <a:pt x="456" y="16"/>
                    <a:pt x="100" y="16"/>
                  </a:cubicBezTo>
                  <a:cubicBezTo>
                    <a:pt x="0" y="16"/>
                    <a:pt x="0" y="216"/>
                    <a:pt x="100" y="216"/>
                  </a:cubicBezTo>
                  <a:cubicBezTo>
                    <a:pt x="478" y="239"/>
                    <a:pt x="872" y="263"/>
                    <a:pt x="1259" y="263"/>
                  </a:cubicBezTo>
                  <a:cubicBezTo>
                    <a:pt x="1419" y="263"/>
                    <a:pt x="1578" y="259"/>
                    <a:pt x="1735" y="249"/>
                  </a:cubicBezTo>
                  <a:cubicBezTo>
                    <a:pt x="1868" y="216"/>
                    <a:pt x="1868" y="49"/>
                    <a:pt x="1735" y="16"/>
                  </a:cubicBezTo>
                  <a:cubicBezTo>
                    <a:pt x="1557" y="5"/>
                    <a:pt x="1375" y="1"/>
                    <a:pt x="1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1"/>
            <p:cNvSpPr/>
            <p:nvPr/>
          </p:nvSpPr>
          <p:spPr>
            <a:xfrm>
              <a:off x="4640301" y="4791868"/>
              <a:ext cx="27290" cy="3047"/>
            </a:xfrm>
            <a:custGeom>
              <a:rect b="b" l="l" r="r" t="t"/>
              <a:pathLst>
                <a:path extrusionOk="0" h="164" w="1469">
                  <a:moveTo>
                    <a:pt x="951" y="1"/>
                  </a:moveTo>
                  <a:cubicBezTo>
                    <a:pt x="664" y="1"/>
                    <a:pt x="367" y="16"/>
                    <a:pt x="101" y="16"/>
                  </a:cubicBezTo>
                  <a:cubicBezTo>
                    <a:pt x="1" y="49"/>
                    <a:pt x="1" y="149"/>
                    <a:pt x="101" y="149"/>
                  </a:cubicBezTo>
                  <a:cubicBezTo>
                    <a:pt x="367" y="149"/>
                    <a:pt x="664" y="164"/>
                    <a:pt x="951" y="164"/>
                  </a:cubicBezTo>
                  <a:cubicBezTo>
                    <a:pt x="1094" y="164"/>
                    <a:pt x="1235" y="160"/>
                    <a:pt x="1368" y="149"/>
                  </a:cubicBezTo>
                  <a:cubicBezTo>
                    <a:pt x="1468" y="149"/>
                    <a:pt x="1468" y="16"/>
                    <a:pt x="1368" y="16"/>
                  </a:cubicBezTo>
                  <a:cubicBezTo>
                    <a:pt x="1235" y="5"/>
                    <a:pt x="1094"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1"/>
            <p:cNvSpPr/>
            <p:nvPr/>
          </p:nvSpPr>
          <p:spPr>
            <a:xfrm>
              <a:off x="4584531" y="4226090"/>
              <a:ext cx="30374" cy="4013"/>
            </a:xfrm>
            <a:custGeom>
              <a:rect b="b" l="l" r="r" t="t"/>
              <a:pathLst>
                <a:path extrusionOk="0" h="216" w="1635">
                  <a:moveTo>
                    <a:pt x="1034" y="1"/>
                  </a:moveTo>
                  <a:cubicBezTo>
                    <a:pt x="723" y="1"/>
                    <a:pt x="412" y="16"/>
                    <a:pt x="100" y="16"/>
                  </a:cubicBezTo>
                  <a:cubicBezTo>
                    <a:pt x="0" y="49"/>
                    <a:pt x="0" y="182"/>
                    <a:pt x="100" y="182"/>
                  </a:cubicBezTo>
                  <a:cubicBezTo>
                    <a:pt x="567" y="216"/>
                    <a:pt x="1034" y="216"/>
                    <a:pt x="1501" y="216"/>
                  </a:cubicBezTo>
                  <a:cubicBezTo>
                    <a:pt x="1635" y="216"/>
                    <a:pt x="1635" y="16"/>
                    <a:pt x="1501" y="16"/>
                  </a:cubicBezTo>
                  <a:cubicBezTo>
                    <a:pt x="1346" y="4"/>
                    <a:pt x="1190" y="1"/>
                    <a:pt x="1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1"/>
            <p:cNvSpPr/>
            <p:nvPr/>
          </p:nvSpPr>
          <p:spPr>
            <a:xfrm>
              <a:off x="4564077" y="4793317"/>
              <a:ext cx="32678" cy="5425"/>
            </a:xfrm>
            <a:custGeom>
              <a:rect b="b" l="l" r="r" t="t"/>
              <a:pathLst>
                <a:path extrusionOk="0" h="292" w="1759">
                  <a:moveTo>
                    <a:pt x="1624" y="1"/>
                  </a:moveTo>
                  <a:cubicBezTo>
                    <a:pt x="1617" y="1"/>
                    <a:pt x="1609" y="2"/>
                    <a:pt x="1602" y="4"/>
                  </a:cubicBezTo>
                  <a:cubicBezTo>
                    <a:pt x="1235" y="53"/>
                    <a:pt x="869" y="84"/>
                    <a:pt x="503" y="84"/>
                  </a:cubicBezTo>
                  <a:cubicBezTo>
                    <a:pt x="369" y="84"/>
                    <a:pt x="235" y="80"/>
                    <a:pt x="101" y="71"/>
                  </a:cubicBezTo>
                  <a:cubicBezTo>
                    <a:pt x="1" y="71"/>
                    <a:pt x="1" y="238"/>
                    <a:pt x="101" y="271"/>
                  </a:cubicBezTo>
                  <a:cubicBezTo>
                    <a:pt x="296" y="283"/>
                    <a:pt x="487" y="291"/>
                    <a:pt x="675" y="291"/>
                  </a:cubicBezTo>
                  <a:cubicBezTo>
                    <a:pt x="1001" y="291"/>
                    <a:pt x="1318" y="268"/>
                    <a:pt x="1635" y="205"/>
                  </a:cubicBezTo>
                  <a:cubicBezTo>
                    <a:pt x="1758" y="174"/>
                    <a:pt x="1711" y="1"/>
                    <a:pt x="16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1"/>
            <p:cNvSpPr/>
            <p:nvPr/>
          </p:nvSpPr>
          <p:spPr>
            <a:xfrm>
              <a:off x="4528130" y="4225588"/>
              <a:ext cx="28962" cy="6446"/>
            </a:xfrm>
            <a:custGeom>
              <a:rect b="b" l="l" r="r" t="t"/>
              <a:pathLst>
                <a:path extrusionOk="0" h="347" w="1559">
                  <a:moveTo>
                    <a:pt x="625" y="1"/>
                  </a:moveTo>
                  <a:cubicBezTo>
                    <a:pt x="447" y="1"/>
                    <a:pt x="269" y="17"/>
                    <a:pt x="101" y="43"/>
                  </a:cubicBezTo>
                  <a:cubicBezTo>
                    <a:pt x="1" y="76"/>
                    <a:pt x="1" y="243"/>
                    <a:pt x="134" y="243"/>
                  </a:cubicBezTo>
                  <a:cubicBezTo>
                    <a:pt x="535" y="243"/>
                    <a:pt x="968" y="276"/>
                    <a:pt x="1369" y="343"/>
                  </a:cubicBezTo>
                  <a:cubicBezTo>
                    <a:pt x="1379" y="345"/>
                    <a:pt x="1389" y="347"/>
                    <a:pt x="1398" y="347"/>
                  </a:cubicBezTo>
                  <a:cubicBezTo>
                    <a:pt x="1511" y="347"/>
                    <a:pt x="1558" y="173"/>
                    <a:pt x="1435" y="143"/>
                  </a:cubicBezTo>
                  <a:cubicBezTo>
                    <a:pt x="1190" y="40"/>
                    <a:pt x="907" y="1"/>
                    <a:pt x="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1"/>
            <p:cNvSpPr/>
            <p:nvPr/>
          </p:nvSpPr>
          <p:spPr>
            <a:xfrm>
              <a:off x="4494802" y="4791440"/>
              <a:ext cx="41855" cy="7320"/>
            </a:xfrm>
            <a:custGeom>
              <a:rect b="b" l="l" r="r" t="t"/>
              <a:pathLst>
                <a:path extrusionOk="0" h="394" w="2253">
                  <a:moveTo>
                    <a:pt x="2121" y="1"/>
                  </a:moveTo>
                  <a:cubicBezTo>
                    <a:pt x="2113" y="1"/>
                    <a:pt x="2104" y="2"/>
                    <a:pt x="2095" y="5"/>
                  </a:cubicBezTo>
                  <a:cubicBezTo>
                    <a:pt x="1612" y="126"/>
                    <a:pt x="1146" y="212"/>
                    <a:pt x="659" y="212"/>
                  </a:cubicBezTo>
                  <a:cubicBezTo>
                    <a:pt x="474" y="212"/>
                    <a:pt x="287" y="200"/>
                    <a:pt x="94" y="172"/>
                  </a:cubicBezTo>
                  <a:cubicBezTo>
                    <a:pt x="86" y="168"/>
                    <a:pt x="79" y="167"/>
                    <a:pt x="73" y="167"/>
                  </a:cubicBezTo>
                  <a:cubicBezTo>
                    <a:pt x="21" y="167"/>
                    <a:pt x="1" y="276"/>
                    <a:pt x="60" y="306"/>
                  </a:cubicBezTo>
                  <a:cubicBezTo>
                    <a:pt x="364" y="361"/>
                    <a:pt x="668" y="393"/>
                    <a:pt x="965" y="393"/>
                  </a:cubicBezTo>
                  <a:cubicBezTo>
                    <a:pt x="1385" y="393"/>
                    <a:pt x="1791" y="328"/>
                    <a:pt x="2162" y="172"/>
                  </a:cubicBezTo>
                  <a:cubicBezTo>
                    <a:pt x="2253" y="142"/>
                    <a:pt x="2206" y="1"/>
                    <a:pt x="2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1"/>
            <p:cNvSpPr/>
            <p:nvPr/>
          </p:nvSpPr>
          <p:spPr>
            <a:xfrm>
              <a:off x="4477952" y="4224437"/>
              <a:ext cx="27105" cy="6298"/>
            </a:xfrm>
            <a:custGeom>
              <a:rect b="b" l="l" r="r" t="t"/>
              <a:pathLst>
                <a:path extrusionOk="0" h="339" w="1459">
                  <a:moveTo>
                    <a:pt x="1335" y="0"/>
                  </a:moveTo>
                  <a:cubicBezTo>
                    <a:pt x="1324" y="0"/>
                    <a:pt x="1313" y="1"/>
                    <a:pt x="1301" y="4"/>
                  </a:cubicBezTo>
                  <a:cubicBezTo>
                    <a:pt x="934" y="38"/>
                    <a:pt x="534" y="105"/>
                    <a:pt x="167" y="105"/>
                  </a:cubicBezTo>
                  <a:cubicBezTo>
                    <a:pt x="156" y="102"/>
                    <a:pt x="145" y="101"/>
                    <a:pt x="136" y="101"/>
                  </a:cubicBezTo>
                  <a:cubicBezTo>
                    <a:pt x="1" y="101"/>
                    <a:pt x="11" y="307"/>
                    <a:pt x="167" y="338"/>
                  </a:cubicBezTo>
                  <a:cubicBezTo>
                    <a:pt x="567" y="338"/>
                    <a:pt x="967" y="305"/>
                    <a:pt x="1368" y="171"/>
                  </a:cubicBezTo>
                  <a:cubicBezTo>
                    <a:pt x="1459" y="141"/>
                    <a:pt x="1439" y="0"/>
                    <a:pt x="1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1"/>
            <p:cNvSpPr/>
            <p:nvPr/>
          </p:nvSpPr>
          <p:spPr>
            <a:xfrm>
              <a:off x="4436431" y="4795249"/>
              <a:ext cx="39050" cy="4347"/>
            </a:xfrm>
            <a:custGeom>
              <a:rect b="b" l="l" r="r" t="t"/>
              <a:pathLst>
                <a:path extrusionOk="0" h="234" w="2102">
                  <a:moveTo>
                    <a:pt x="1968" y="0"/>
                  </a:moveTo>
                  <a:cubicBezTo>
                    <a:pt x="1368" y="0"/>
                    <a:pt x="734" y="0"/>
                    <a:pt x="133" y="34"/>
                  </a:cubicBezTo>
                  <a:cubicBezTo>
                    <a:pt x="0" y="34"/>
                    <a:pt x="0" y="201"/>
                    <a:pt x="133" y="201"/>
                  </a:cubicBezTo>
                  <a:cubicBezTo>
                    <a:pt x="734" y="234"/>
                    <a:pt x="1368" y="234"/>
                    <a:pt x="1968" y="234"/>
                  </a:cubicBezTo>
                  <a:cubicBezTo>
                    <a:pt x="2102" y="201"/>
                    <a:pt x="2102" y="34"/>
                    <a:pt x="1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1"/>
            <p:cNvSpPr/>
            <p:nvPr/>
          </p:nvSpPr>
          <p:spPr>
            <a:xfrm>
              <a:off x="4410404" y="4222653"/>
              <a:ext cx="37081" cy="5666"/>
            </a:xfrm>
            <a:custGeom>
              <a:rect b="b" l="l" r="r" t="t"/>
              <a:pathLst>
                <a:path extrusionOk="0" h="305" w="1996">
                  <a:moveTo>
                    <a:pt x="133" y="0"/>
                  </a:moveTo>
                  <a:cubicBezTo>
                    <a:pt x="0" y="0"/>
                    <a:pt x="33" y="167"/>
                    <a:pt x="133" y="201"/>
                  </a:cubicBezTo>
                  <a:cubicBezTo>
                    <a:pt x="701" y="234"/>
                    <a:pt x="1268" y="301"/>
                    <a:pt x="1868" y="301"/>
                  </a:cubicBezTo>
                  <a:cubicBezTo>
                    <a:pt x="1878" y="303"/>
                    <a:pt x="1887" y="304"/>
                    <a:pt x="1896" y="304"/>
                  </a:cubicBezTo>
                  <a:cubicBezTo>
                    <a:pt x="1996" y="304"/>
                    <a:pt x="1960" y="131"/>
                    <a:pt x="1868" y="100"/>
                  </a:cubicBezTo>
                  <a:cubicBezTo>
                    <a:pt x="1301" y="34"/>
                    <a:pt x="701" y="34"/>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1"/>
            <p:cNvSpPr/>
            <p:nvPr/>
          </p:nvSpPr>
          <p:spPr>
            <a:xfrm>
              <a:off x="4373212" y="4797460"/>
              <a:ext cx="36579" cy="4254"/>
            </a:xfrm>
            <a:custGeom>
              <a:rect b="b" l="l" r="r" t="t"/>
              <a:pathLst>
                <a:path extrusionOk="0" h="229" w="1969">
                  <a:moveTo>
                    <a:pt x="1260" y="0"/>
                  </a:moveTo>
                  <a:cubicBezTo>
                    <a:pt x="872" y="0"/>
                    <a:pt x="479" y="15"/>
                    <a:pt x="101" y="15"/>
                  </a:cubicBezTo>
                  <a:cubicBezTo>
                    <a:pt x="1" y="48"/>
                    <a:pt x="1" y="182"/>
                    <a:pt x="101" y="182"/>
                  </a:cubicBezTo>
                  <a:cubicBezTo>
                    <a:pt x="502" y="205"/>
                    <a:pt x="919" y="229"/>
                    <a:pt x="1330" y="229"/>
                  </a:cubicBezTo>
                  <a:cubicBezTo>
                    <a:pt x="1500" y="229"/>
                    <a:pt x="1669" y="225"/>
                    <a:pt x="1835" y="215"/>
                  </a:cubicBezTo>
                  <a:cubicBezTo>
                    <a:pt x="1969" y="215"/>
                    <a:pt x="1969" y="15"/>
                    <a:pt x="1835" y="15"/>
                  </a:cubicBezTo>
                  <a:cubicBezTo>
                    <a:pt x="1646" y="4"/>
                    <a:pt x="1454" y="0"/>
                    <a:pt x="12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1"/>
            <p:cNvSpPr/>
            <p:nvPr/>
          </p:nvSpPr>
          <p:spPr>
            <a:xfrm>
              <a:off x="4357105" y="4230084"/>
              <a:ext cx="26659" cy="4366"/>
            </a:xfrm>
            <a:custGeom>
              <a:rect b="b" l="l" r="r" t="t"/>
              <a:pathLst>
                <a:path extrusionOk="0" h="235" w="1435">
                  <a:moveTo>
                    <a:pt x="134" y="1"/>
                  </a:moveTo>
                  <a:cubicBezTo>
                    <a:pt x="0" y="1"/>
                    <a:pt x="0" y="234"/>
                    <a:pt x="134" y="234"/>
                  </a:cubicBezTo>
                  <a:lnTo>
                    <a:pt x="1301" y="234"/>
                  </a:lnTo>
                  <a:cubicBezTo>
                    <a:pt x="1435" y="201"/>
                    <a:pt x="1435" y="34"/>
                    <a:pt x="13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1"/>
            <p:cNvSpPr/>
            <p:nvPr/>
          </p:nvSpPr>
          <p:spPr>
            <a:xfrm>
              <a:off x="4306909" y="4795100"/>
              <a:ext cx="34721" cy="4663"/>
            </a:xfrm>
            <a:custGeom>
              <a:rect b="b" l="l" r="r" t="t"/>
              <a:pathLst>
                <a:path extrusionOk="0" h="251" w="1869">
                  <a:moveTo>
                    <a:pt x="951" y="0"/>
                  </a:moveTo>
                  <a:cubicBezTo>
                    <a:pt x="676" y="0"/>
                    <a:pt x="401" y="8"/>
                    <a:pt x="134" y="8"/>
                  </a:cubicBezTo>
                  <a:cubicBezTo>
                    <a:pt x="0" y="8"/>
                    <a:pt x="0" y="242"/>
                    <a:pt x="134" y="242"/>
                  </a:cubicBezTo>
                  <a:cubicBezTo>
                    <a:pt x="401" y="242"/>
                    <a:pt x="676" y="250"/>
                    <a:pt x="951" y="250"/>
                  </a:cubicBezTo>
                  <a:cubicBezTo>
                    <a:pt x="1226" y="250"/>
                    <a:pt x="1501" y="242"/>
                    <a:pt x="1768" y="209"/>
                  </a:cubicBezTo>
                  <a:cubicBezTo>
                    <a:pt x="1868" y="209"/>
                    <a:pt x="1868" y="42"/>
                    <a:pt x="1768" y="42"/>
                  </a:cubicBezTo>
                  <a:cubicBezTo>
                    <a:pt x="1501" y="8"/>
                    <a:pt x="1226" y="0"/>
                    <a:pt x="9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1"/>
            <p:cNvSpPr/>
            <p:nvPr/>
          </p:nvSpPr>
          <p:spPr>
            <a:xfrm>
              <a:off x="4303806" y="4224511"/>
              <a:ext cx="21717" cy="3734"/>
            </a:xfrm>
            <a:custGeom>
              <a:rect b="b" l="l" r="r" t="t"/>
              <a:pathLst>
                <a:path extrusionOk="0" h="201" w="1169">
                  <a:moveTo>
                    <a:pt x="101" y="0"/>
                  </a:moveTo>
                  <a:cubicBezTo>
                    <a:pt x="1" y="0"/>
                    <a:pt x="1" y="167"/>
                    <a:pt x="101" y="201"/>
                  </a:cubicBezTo>
                  <a:cubicBezTo>
                    <a:pt x="434" y="201"/>
                    <a:pt x="734" y="201"/>
                    <a:pt x="1068" y="167"/>
                  </a:cubicBezTo>
                  <a:cubicBezTo>
                    <a:pt x="1168" y="167"/>
                    <a:pt x="1168" y="0"/>
                    <a:pt x="10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1"/>
            <p:cNvSpPr/>
            <p:nvPr/>
          </p:nvSpPr>
          <p:spPr>
            <a:xfrm>
              <a:off x="4254242" y="4226517"/>
              <a:ext cx="21085" cy="3437"/>
            </a:xfrm>
            <a:custGeom>
              <a:rect b="b" l="l" r="r" t="t"/>
              <a:pathLst>
                <a:path extrusionOk="0" h="185" w="1135">
                  <a:moveTo>
                    <a:pt x="571" y="1"/>
                  </a:moveTo>
                  <a:cubicBezTo>
                    <a:pt x="409" y="1"/>
                    <a:pt x="250" y="9"/>
                    <a:pt x="100" y="26"/>
                  </a:cubicBezTo>
                  <a:cubicBezTo>
                    <a:pt x="0" y="26"/>
                    <a:pt x="0" y="159"/>
                    <a:pt x="100" y="159"/>
                  </a:cubicBezTo>
                  <a:cubicBezTo>
                    <a:pt x="250" y="176"/>
                    <a:pt x="409" y="184"/>
                    <a:pt x="571" y="184"/>
                  </a:cubicBezTo>
                  <a:cubicBezTo>
                    <a:pt x="734" y="184"/>
                    <a:pt x="901" y="176"/>
                    <a:pt x="1067" y="159"/>
                  </a:cubicBezTo>
                  <a:cubicBezTo>
                    <a:pt x="1134" y="159"/>
                    <a:pt x="1134" y="26"/>
                    <a:pt x="1067" y="26"/>
                  </a:cubicBezTo>
                  <a:cubicBezTo>
                    <a:pt x="901" y="9"/>
                    <a:pt x="734" y="1"/>
                    <a:pt x="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1"/>
            <p:cNvSpPr/>
            <p:nvPr/>
          </p:nvSpPr>
          <p:spPr>
            <a:xfrm>
              <a:off x="4243690" y="4793540"/>
              <a:ext cx="30393" cy="3585"/>
            </a:xfrm>
            <a:custGeom>
              <a:rect b="b" l="l" r="r" t="t"/>
              <a:pathLst>
                <a:path extrusionOk="0" h="193" w="1636">
                  <a:moveTo>
                    <a:pt x="818" y="1"/>
                  </a:moveTo>
                  <a:cubicBezTo>
                    <a:pt x="593" y="1"/>
                    <a:pt x="368" y="9"/>
                    <a:pt x="134" y="26"/>
                  </a:cubicBezTo>
                  <a:cubicBezTo>
                    <a:pt x="1" y="26"/>
                    <a:pt x="1" y="193"/>
                    <a:pt x="134" y="193"/>
                  </a:cubicBezTo>
                  <a:lnTo>
                    <a:pt x="1502" y="193"/>
                  </a:lnTo>
                  <a:cubicBezTo>
                    <a:pt x="1635" y="193"/>
                    <a:pt x="1635" y="26"/>
                    <a:pt x="1502" y="26"/>
                  </a:cubicBezTo>
                  <a:cubicBezTo>
                    <a:pt x="1269" y="9"/>
                    <a:pt x="1043" y="1"/>
                    <a:pt x="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1"/>
            <p:cNvSpPr/>
            <p:nvPr/>
          </p:nvSpPr>
          <p:spPr>
            <a:xfrm>
              <a:off x="4202188" y="4226517"/>
              <a:ext cx="25414" cy="3437"/>
            </a:xfrm>
            <a:custGeom>
              <a:rect b="b" l="l" r="r" t="t"/>
              <a:pathLst>
                <a:path extrusionOk="0" h="185" w="1368">
                  <a:moveTo>
                    <a:pt x="696" y="1"/>
                  </a:moveTo>
                  <a:cubicBezTo>
                    <a:pt x="500" y="1"/>
                    <a:pt x="300" y="9"/>
                    <a:pt x="100" y="26"/>
                  </a:cubicBezTo>
                  <a:cubicBezTo>
                    <a:pt x="0" y="26"/>
                    <a:pt x="0" y="159"/>
                    <a:pt x="100" y="159"/>
                  </a:cubicBezTo>
                  <a:cubicBezTo>
                    <a:pt x="300" y="176"/>
                    <a:pt x="500" y="184"/>
                    <a:pt x="696" y="184"/>
                  </a:cubicBezTo>
                  <a:cubicBezTo>
                    <a:pt x="892" y="184"/>
                    <a:pt x="1084" y="176"/>
                    <a:pt x="1268" y="159"/>
                  </a:cubicBezTo>
                  <a:cubicBezTo>
                    <a:pt x="1368" y="159"/>
                    <a:pt x="1368" y="26"/>
                    <a:pt x="1268" y="26"/>
                  </a:cubicBezTo>
                  <a:cubicBezTo>
                    <a:pt x="1084" y="9"/>
                    <a:pt x="892" y="1"/>
                    <a:pt x="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1"/>
            <p:cNvSpPr/>
            <p:nvPr/>
          </p:nvSpPr>
          <p:spPr>
            <a:xfrm>
              <a:off x="4185449" y="4795249"/>
              <a:ext cx="29148" cy="4626"/>
            </a:xfrm>
            <a:custGeom>
              <a:rect b="b" l="l" r="r" t="t"/>
              <a:pathLst>
                <a:path extrusionOk="0" h="249" w="1569">
                  <a:moveTo>
                    <a:pt x="134" y="0"/>
                  </a:moveTo>
                  <a:cubicBezTo>
                    <a:pt x="0" y="0"/>
                    <a:pt x="0" y="234"/>
                    <a:pt x="134" y="234"/>
                  </a:cubicBezTo>
                  <a:cubicBezTo>
                    <a:pt x="278" y="245"/>
                    <a:pt x="423" y="249"/>
                    <a:pt x="567" y="249"/>
                  </a:cubicBezTo>
                  <a:cubicBezTo>
                    <a:pt x="857" y="249"/>
                    <a:pt x="1146" y="234"/>
                    <a:pt x="1435" y="234"/>
                  </a:cubicBezTo>
                  <a:cubicBezTo>
                    <a:pt x="1568" y="201"/>
                    <a:pt x="1568" y="34"/>
                    <a:pt x="1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1"/>
            <p:cNvSpPr/>
            <p:nvPr/>
          </p:nvSpPr>
          <p:spPr>
            <a:xfrm>
              <a:off x="4150746" y="4228226"/>
              <a:ext cx="23556" cy="3994"/>
            </a:xfrm>
            <a:custGeom>
              <a:rect b="b" l="l" r="r" t="t"/>
              <a:pathLst>
                <a:path extrusionOk="0" h="215" w="1268">
                  <a:moveTo>
                    <a:pt x="1168" y="1"/>
                  </a:moveTo>
                  <a:cubicBezTo>
                    <a:pt x="801" y="1"/>
                    <a:pt x="434" y="34"/>
                    <a:pt x="100" y="34"/>
                  </a:cubicBezTo>
                  <a:cubicBezTo>
                    <a:pt x="0" y="34"/>
                    <a:pt x="0" y="167"/>
                    <a:pt x="100" y="167"/>
                  </a:cubicBezTo>
                  <a:cubicBezTo>
                    <a:pt x="336" y="191"/>
                    <a:pt x="589" y="215"/>
                    <a:pt x="846" y="215"/>
                  </a:cubicBezTo>
                  <a:cubicBezTo>
                    <a:pt x="953" y="215"/>
                    <a:pt x="1060" y="211"/>
                    <a:pt x="1168" y="201"/>
                  </a:cubicBezTo>
                  <a:cubicBezTo>
                    <a:pt x="1268" y="201"/>
                    <a:pt x="1268" y="1"/>
                    <a:pt x="1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1"/>
            <p:cNvSpPr/>
            <p:nvPr/>
          </p:nvSpPr>
          <p:spPr>
            <a:xfrm>
              <a:off x="4130497" y="4797014"/>
              <a:ext cx="27699" cy="4719"/>
            </a:xfrm>
            <a:custGeom>
              <a:rect b="b" l="l" r="r" t="t"/>
              <a:pathLst>
                <a:path extrusionOk="0" h="254" w="1491">
                  <a:moveTo>
                    <a:pt x="92" y="0"/>
                  </a:moveTo>
                  <a:cubicBezTo>
                    <a:pt x="17" y="0"/>
                    <a:pt x="1" y="106"/>
                    <a:pt x="90" y="106"/>
                  </a:cubicBezTo>
                  <a:cubicBezTo>
                    <a:pt x="357" y="195"/>
                    <a:pt x="668" y="254"/>
                    <a:pt x="974" y="254"/>
                  </a:cubicBezTo>
                  <a:cubicBezTo>
                    <a:pt x="1127" y="254"/>
                    <a:pt x="1279" y="239"/>
                    <a:pt x="1424" y="206"/>
                  </a:cubicBezTo>
                  <a:cubicBezTo>
                    <a:pt x="1491" y="172"/>
                    <a:pt x="1491" y="39"/>
                    <a:pt x="1391" y="39"/>
                  </a:cubicBezTo>
                  <a:cubicBezTo>
                    <a:pt x="1174" y="39"/>
                    <a:pt x="965" y="47"/>
                    <a:pt x="757" y="47"/>
                  </a:cubicBezTo>
                  <a:cubicBezTo>
                    <a:pt x="548" y="47"/>
                    <a:pt x="340" y="39"/>
                    <a:pt x="123" y="6"/>
                  </a:cubicBezTo>
                  <a:cubicBezTo>
                    <a:pt x="112" y="2"/>
                    <a:pt x="102" y="0"/>
                    <a:pt x="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1"/>
            <p:cNvSpPr/>
            <p:nvPr/>
          </p:nvSpPr>
          <p:spPr>
            <a:xfrm>
              <a:off x="4100067" y="4225477"/>
              <a:ext cx="25916" cy="6558"/>
            </a:xfrm>
            <a:custGeom>
              <a:rect b="b" l="l" r="r" t="t"/>
              <a:pathLst>
                <a:path extrusionOk="0" h="353" w="1395">
                  <a:moveTo>
                    <a:pt x="852" y="0"/>
                  </a:moveTo>
                  <a:cubicBezTo>
                    <a:pt x="597" y="0"/>
                    <a:pt x="338" y="60"/>
                    <a:pt x="93" y="149"/>
                  </a:cubicBezTo>
                  <a:cubicBezTo>
                    <a:pt x="1" y="179"/>
                    <a:pt x="22" y="353"/>
                    <a:pt x="131" y="353"/>
                  </a:cubicBezTo>
                  <a:cubicBezTo>
                    <a:pt x="140" y="353"/>
                    <a:pt x="150" y="351"/>
                    <a:pt x="160" y="349"/>
                  </a:cubicBezTo>
                  <a:cubicBezTo>
                    <a:pt x="393" y="285"/>
                    <a:pt x="612" y="262"/>
                    <a:pt x="826" y="262"/>
                  </a:cubicBezTo>
                  <a:cubicBezTo>
                    <a:pt x="950" y="262"/>
                    <a:pt x="1072" y="270"/>
                    <a:pt x="1194" y="282"/>
                  </a:cubicBezTo>
                  <a:cubicBezTo>
                    <a:pt x="1327" y="282"/>
                    <a:pt x="1394" y="49"/>
                    <a:pt x="1227" y="49"/>
                  </a:cubicBezTo>
                  <a:cubicBezTo>
                    <a:pt x="1105" y="15"/>
                    <a:pt x="979" y="0"/>
                    <a:pt x="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1"/>
            <p:cNvSpPr/>
            <p:nvPr/>
          </p:nvSpPr>
          <p:spPr>
            <a:xfrm>
              <a:off x="4104266" y="4767420"/>
              <a:ext cx="9772" cy="24002"/>
            </a:xfrm>
            <a:custGeom>
              <a:rect b="b" l="l" r="r" t="t"/>
              <a:pathLst>
                <a:path extrusionOk="0" h="1292" w="526">
                  <a:moveTo>
                    <a:pt x="256" y="1"/>
                  </a:moveTo>
                  <a:cubicBezTo>
                    <a:pt x="210" y="1"/>
                    <a:pt x="161" y="30"/>
                    <a:pt x="134" y="97"/>
                  </a:cubicBezTo>
                  <a:cubicBezTo>
                    <a:pt x="1" y="498"/>
                    <a:pt x="101" y="898"/>
                    <a:pt x="334" y="1265"/>
                  </a:cubicBezTo>
                  <a:cubicBezTo>
                    <a:pt x="353" y="1284"/>
                    <a:pt x="377" y="1292"/>
                    <a:pt x="401" y="1292"/>
                  </a:cubicBezTo>
                  <a:cubicBezTo>
                    <a:pt x="462" y="1292"/>
                    <a:pt x="525" y="1237"/>
                    <a:pt x="501" y="1165"/>
                  </a:cubicBezTo>
                  <a:cubicBezTo>
                    <a:pt x="334" y="865"/>
                    <a:pt x="301" y="498"/>
                    <a:pt x="368" y="164"/>
                  </a:cubicBezTo>
                  <a:cubicBezTo>
                    <a:pt x="387" y="65"/>
                    <a:pt x="324" y="1"/>
                    <a:pt x="2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1"/>
            <p:cNvSpPr/>
            <p:nvPr/>
          </p:nvSpPr>
          <p:spPr>
            <a:xfrm>
              <a:off x="4103021" y="4653967"/>
              <a:ext cx="7468" cy="29761"/>
            </a:xfrm>
            <a:custGeom>
              <a:rect b="b" l="l" r="r" t="t"/>
              <a:pathLst>
                <a:path extrusionOk="0" h="1602" w="402">
                  <a:moveTo>
                    <a:pt x="189" y="0"/>
                  </a:moveTo>
                  <a:cubicBezTo>
                    <a:pt x="143" y="0"/>
                    <a:pt x="101" y="33"/>
                    <a:pt x="101" y="100"/>
                  </a:cubicBezTo>
                  <a:cubicBezTo>
                    <a:pt x="1" y="534"/>
                    <a:pt x="68" y="1067"/>
                    <a:pt x="101" y="1501"/>
                  </a:cubicBezTo>
                  <a:cubicBezTo>
                    <a:pt x="118" y="1568"/>
                    <a:pt x="159" y="1601"/>
                    <a:pt x="201" y="1601"/>
                  </a:cubicBezTo>
                  <a:cubicBezTo>
                    <a:pt x="243" y="1601"/>
                    <a:pt x="284" y="1568"/>
                    <a:pt x="301" y="1501"/>
                  </a:cubicBezTo>
                  <a:cubicBezTo>
                    <a:pt x="334" y="1067"/>
                    <a:pt x="401" y="534"/>
                    <a:pt x="301" y="100"/>
                  </a:cubicBezTo>
                  <a:cubicBezTo>
                    <a:pt x="284" y="33"/>
                    <a:pt x="234"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1"/>
            <p:cNvSpPr/>
            <p:nvPr/>
          </p:nvSpPr>
          <p:spPr>
            <a:xfrm>
              <a:off x="4103653" y="4715997"/>
              <a:ext cx="6205" cy="23501"/>
            </a:xfrm>
            <a:custGeom>
              <a:rect b="b" l="l" r="r" t="t"/>
              <a:pathLst>
                <a:path extrusionOk="0" h="1265" w="334">
                  <a:moveTo>
                    <a:pt x="138" y="0"/>
                  </a:moveTo>
                  <a:cubicBezTo>
                    <a:pt x="101" y="0"/>
                    <a:pt x="67" y="18"/>
                    <a:pt x="67" y="63"/>
                  </a:cubicBezTo>
                  <a:cubicBezTo>
                    <a:pt x="0" y="430"/>
                    <a:pt x="34" y="797"/>
                    <a:pt x="100" y="1164"/>
                  </a:cubicBezTo>
                  <a:cubicBezTo>
                    <a:pt x="100" y="1231"/>
                    <a:pt x="142" y="1264"/>
                    <a:pt x="184" y="1264"/>
                  </a:cubicBezTo>
                  <a:cubicBezTo>
                    <a:pt x="225" y="1264"/>
                    <a:pt x="267" y="1231"/>
                    <a:pt x="267" y="1164"/>
                  </a:cubicBezTo>
                  <a:cubicBezTo>
                    <a:pt x="300" y="797"/>
                    <a:pt x="334" y="430"/>
                    <a:pt x="234" y="63"/>
                  </a:cubicBezTo>
                  <a:cubicBezTo>
                    <a:pt x="234" y="27"/>
                    <a:pt x="184"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1"/>
            <p:cNvSpPr/>
            <p:nvPr/>
          </p:nvSpPr>
          <p:spPr>
            <a:xfrm>
              <a:off x="4099937" y="4596395"/>
              <a:ext cx="9066" cy="26083"/>
            </a:xfrm>
            <a:custGeom>
              <a:rect b="b" l="l" r="r" t="t"/>
              <a:pathLst>
                <a:path extrusionOk="0" h="1404" w="488">
                  <a:moveTo>
                    <a:pt x="278" y="0"/>
                  </a:moveTo>
                  <a:cubicBezTo>
                    <a:pt x="220" y="0"/>
                    <a:pt x="152" y="27"/>
                    <a:pt x="134" y="64"/>
                  </a:cubicBezTo>
                  <a:cubicBezTo>
                    <a:pt x="0" y="464"/>
                    <a:pt x="100" y="931"/>
                    <a:pt x="234" y="1331"/>
                  </a:cubicBezTo>
                  <a:cubicBezTo>
                    <a:pt x="246" y="1382"/>
                    <a:pt x="288" y="1404"/>
                    <a:pt x="333" y="1404"/>
                  </a:cubicBezTo>
                  <a:cubicBezTo>
                    <a:pt x="406" y="1404"/>
                    <a:pt x="488" y="1347"/>
                    <a:pt x="467" y="1264"/>
                  </a:cubicBezTo>
                  <a:cubicBezTo>
                    <a:pt x="367" y="864"/>
                    <a:pt x="434" y="464"/>
                    <a:pt x="367" y="64"/>
                  </a:cubicBezTo>
                  <a:cubicBezTo>
                    <a:pt x="367" y="18"/>
                    <a:pt x="326" y="0"/>
                    <a:pt x="2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1"/>
            <p:cNvSpPr/>
            <p:nvPr/>
          </p:nvSpPr>
          <p:spPr>
            <a:xfrm>
              <a:off x="4097448" y="4303484"/>
              <a:ext cx="9697" cy="34294"/>
            </a:xfrm>
            <a:custGeom>
              <a:rect b="b" l="l" r="r" t="t"/>
              <a:pathLst>
                <a:path extrusionOk="0" h="1846" w="522">
                  <a:moveTo>
                    <a:pt x="290" y="1"/>
                  </a:moveTo>
                  <a:cubicBezTo>
                    <a:pt x="235" y="1"/>
                    <a:pt x="182" y="27"/>
                    <a:pt x="167" y="86"/>
                  </a:cubicBezTo>
                  <a:cubicBezTo>
                    <a:pt x="1" y="653"/>
                    <a:pt x="134" y="1253"/>
                    <a:pt x="368" y="1787"/>
                  </a:cubicBezTo>
                  <a:cubicBezTo>
                    <a:pt x="381" y="1827"/>
                    <a:pt x="410" y="1845"/>
                    <a:pt x="437" y="1845"/>
                  </a:cubicBezTo>
                  <a:cubicBezTo>
                    <a:pt x="480" y="1845"/>
                    <a:pt x="521" y="1801"/>
                    <a:pt x="501" y="1720"/>
                  </a:cubicBezTo>
                  <a:cubicBezTo>
                    <a:pt x="334" y="1187"/>
                    <a:pt x="368" y="686"/>
                    <a:pt x="434" y="119"/>
                  </a:cubicBezTo>
                  <a:cubicBezTo>
                    <a:pt x="434" y="44"/>
                    <a:pt x="361"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1"/>
            <p:cNvSpPr/>
            <p:nvPr/>
          </p:nvSpPr>
          <p:spPr>
            <a:xfrm>
              <a:off x="4101163" y="4427619"/>
              <a:ext cx="6837" cy="25117"/>
            </a:xfrm>
            <a:custGeom>
              <a:rect b="b" l="l" r="r" t="t"/>
              <a:pathLst>
                <a:path extrusionOk="0" h="1352" w="368">
                  <a:moveTo>
                    <a:pt x="184" y="0"/>
                  </a:moveTo>
                  <a:cubicBezTo>
                    <a:pt x="143" y="0"/>
                    <a:pt x="101" y="25"/>
                    <a:pt x="101" y="75"/>
                  </a:cubicBezTo>
                  <a:cubicBezTo>
                    <a:pt x="1" y="442"/>
                    <a:pt x="68" y="876"/>
                    <a:pt x="101" y="1276"/>
                  </a:cubicBezTo>
                  <a:cubicBezTo>
                    <a:pt x="101" y="1326"/>
                    <a:pt x="143" y="1351"/>
                    <a:pt x="184" y="1351"/>
                  </a:cubicBezTo>
                  <a:cubicBezTo>
                    <a:pt x="226" y="1351"/>
                    <a:pt x="268" y="1326"/>
                    <a:pt x="268" y="1276"/>
                  </a:cubicBezTo>
                  <a:cubicBezTo>
                    <a:pt x="301" y="876"/>
                    <a:pt x="368" y="442"/>
                    <a:pt x="268" y="75"/>
                  </a:cubicBezTo>
                  <a:cubicBezTo>
                    <a:pt x="268" y="25"/>
                    <a:pt x="226"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1"/>
            <p:cNvSpPr/>
            <p:nvPr/>
          </p:nvSpPr>
          <p:spPr>
            <a:xfrm>
              <a:off x="4098692" y="4538359"/>
              <a:ext cx="8694" cy="30207"/>
            </a:xfrm>
            <a:custGeom>
              <a:rect b="b" l="l" r="r" t="t"/>
              <a:pathLst>
                <a:path extrusionOk="0" h="1626" w="468">
                  <a:moveTo>
                    <a:pt x="211" y="0"/>
                  </a:moveTo>
                  <a:cubicBezTo>
                    <a:pt x="141" y="0"/>
                    <a:pt x="67" y="44"/>
                    <a:pt x="67" y="119"/>
                  </a:cubicBezTo>
                  <a:cubicBezTo>
                    <a:pt x="34" y="586"/>
                    <a:pt x="100" y="1019"/>
                    <a:pt x="0" y="1486"/>
                  </a:cubicBezTo>
                  <a:cubicBezTo>
                    <a:pt x="0" y="1569"/>
                    <a:pt x="64" y="1626"/>
                    <a:pt x="121" y="1626"/>
                  </a:cubicBezTo>
                  <a:cubicBezTo>
                    <a:pt x="156" y="1626"/>
                    <a:pt x="188" y="1604"/>
                    <a:pt x="201" y="1553"/>
                  </a:cubicBezTo>
                  <a:cubicBezTo>
                    <a:pt x="367" y="1086"/>
                    <a:pt x="467" y="552"/>
                    <a:pt x="334" y="85"/>
                  </a:cubicBezTo>
                  <a:cubicBezTo>
                    <a:pt x="319" y="27"/>
                    <a:pt x="266"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1"/>
            <p:cNvSpPr/>
            <p:nvPr/>
          </p:nvSpPr>
          <p:spPr>
            <a:xfrm>
              <a:off x="4099305" y="4478744"/>
              <a:ext cx="6223" cy="28219"/>
            </a:xfrm>
            <a:custGeom>
              <a:rect b="b" l="l" r="r" t="t"/>
              <a:pathLst>
                <a:path extrusionOk="0" h="1519" w="335">
                  <a:moveTo>
                    <a:pt x="172" y="0"/>
                  </a:moveTo>
                  <a:cubicBezTo>
                    <a:pt x="118" y="0"/>
                    <a:pt x="67" y="42"/>
                    <a:pt x="67" y="125"/>
                  </a:cubicBezTo>
                  <a:cubicBezTo>
                    <a:pt x="1" y="559"/>
                    <a:pt x="34" y="993"/>
                    <a:pt x="67" y="1393"/>
                  </a:cubicBezTo>
                  <a:cubicBezTo>
                    <a:pt x="67" y="1476"/>
                    <a:pt x="118" y="1518"/>
                    <a:pt x="172" y="1518"/>
                  </a:cubicBezTo>
                  <a:cubicBezTo>
                    <a:pt x="226" y="1518"/>
                    <a:pt x="284" y="1476"/>
                    <a:pt x="301" y="1393"/>
                  </a:cubicBezTo>
                  <a:cubicBezTo>
                    <a:pt x="301" y="993"/>
                    <a:pt x="334" y="559"/>
                    <a:pt x="301" y="125"/>
                  </a:cubicBezTo>
                  <a:cubicBezTo>
                    <a:pt x="284" y="42"/>
                    <a:pt x="226"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1"/>
            <p:cNvSpPr/>
            <p:nvPr/>
          </p:nvSpPr>
          <p:spPr>
            <a:xfrm>
              <a:off x="4098692" y="4369174"/>
              <a:ext cx="6205" cy="34294"/>
            </a:xfrm>
            <a:custGeom>
              <a:rect b="b" l="l" r="r" t="t"/>
              <a:pathLst>
                <a:path extrusionOk="0" h="1846" w="334">
                  <a:moveTo>
                    <a:pt x="210" y="1"/>
                  </a:moveTo>
                  <a:cubicBezTo>
                    <a:pt x="162" y="1"/>
                    <a:pt x="115" y="27"/>
                    <a:pt x="100" y="86"/>
                  </a:cubicBezTo>
                  <a:cubicBezTo>
                    <a:pt x="0" y="619"/>
                    <a:pt x="0" y="1187"/>
                    <a:pt x="67" y="1720"/>
                  </a:cubicBezTo>
                  <a:cubicBezTo>
                    <a:pt x="67" y="1804"/>
                    <a:pt x="117" y="1845"/>
                    <a:pt x="167" y="1845"/>
                  </a:cubicBezTo>
                  <a:cubicBezTo>
                    <a:pt x="217" y="1845"/>
                    <a:pt x="267" y="1804"/>
                    <a:pt x="267" y="1720"/>
                  </a:cubicBezTo>
                  <a:cubicBezTo>
                    <a:pt x="301" y="1187"/>
                    <a:pt x="334" y="653"/>
                    <a:pt x="334" y="119"/>
                  </a:cubicBezTo>
                  <a:cubicBezTo>
                    <a:pt x="334" y="44"/>
                    <a:pt x="271"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1"/>
            <p:cNvSpPr/>
            <p:nvPr/>
          </p:nvSpPr>
          <p:spPr>
            <a:xfrm>
              <a:off x="4095590" y="4253789"/>
              <a:ext cx="6223" cy="27755"/>
            </a:xfrm>
            <a:custGeom>
              <a:rect b="b" l="l" r="r" t="t"/>
              <a:pathLst>
                <a:path extrusionOk="0" h="1494" w="335">
                  <a:moveTo>
                    <a:pt x="172" y="1"/>
                  </a:moveTo>
                  <a:cubicBezTo>
                    <a:pt x="117" y="1"/>
                    <a:pt x="67" y="42"/>
                    <a:pt x="67" y="126"/>
                  </a:cubicBezTo>
                  <a:cubicBezTo>
                    <a:pt x="1" y="559"/>
                    <a:pt x="67" y="960"/>
                    <a:pt x="101" y="1393"/>
                  </a:cubicBezTo>
                  <a:cubicBezTo>
                    <a:pt x="101" y="1460"/>
                    <a:pt x="134" y="1493"/>
                    <a:pt x="167" y="1493"/>
                  </a:cubicBezTo>
                  <a:cubicBezTo>
                    <a:pt x="201" y="1493"/>
                    <a:pt x="234" y="1460"/>
                    <a:pt x="234" y="1393"/>
                  </a:cubicBezTo>
                  <a:cubicBezTo>
                    <a:pt x="267" y="993"/>
                    <a:pt x="334" y="559"/>
                    <a:pt x="301" y="126"/>
                  </a:cubicBezTo>
                  <a:cubicBezTo>
                    <a:pt x="284" y="42"/>
                    <a:pt x="226"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121"/>
          <p:cNvGrpSpPr/>
          <p:nvPr/>
        </p:nvGrpSpPr>
        <p:grpSpPr>
          <a:xfrm>
            <a:off x="2994568" y="1735651"/>
            <a:ext cx="990612" cy="226800"/>
            <a:chOff x="3132588" y="1700497"/>
            <a:chExt cx="852726" cy="195231"/>
          </a:xfrm>
        </p:grpSpPr>
        <p:sp>
          <p:nvSpPr>
            <p:cNvPr id="6526" name="Google Shape;6526;p121"/>
            <p:cNvSpPr/>
            <p:nvPr/>
          </p:nvSpPr>
          <p:spPr>
            <a:xfrm>
              <a:off x="3132588" y="1700497"/>
              <a:ext cx="852726" cy="195231"/>
            </a:xfrm>
            <a:custGeom>
              <a:rect b="b" l="l" r="r" t="t"/>
              <a:pathLst>
                <a:path extrusionOk="0" h="10509" w="45901">
                  <a:moveTo>
                    <a:pt x="44999" y="601"/>
                  </a:moveTo>
                  <a:lnTo>
                    <a:pt x="44999" y="601"/>
                  </a:lnTo>
                  <a:cubicBezTo>
                    <a:pt x="43932" y="1869"/>
                    <a:pt x="42865" y="3236"/>
                    <a:pt x="41997" y="4637"/>
                  </a:cubicBezTo>
                  <a:cubicBezTo>
                    <a:pt x="41964" y="4704"/>
                    <a:pt x="41964" y="4771"/>
                    <a:pt x="41997" y="4837"/>
                  </a:cubicBezTo>
                  <a:cubicBezTo>
                    <a:pt x="41830" y="4871"/>
                    <a:pt x="41697" y="5037"/>
                    <a:pt x="41797" y="5204"/>
                  </a:cubicBezTo>
                  <a:cubicBezTo>
                    <a:pt x="42297" y="6138"/>
                    <a:pt x="43031" y="6972"/>
                    <a:pt x="43665" y="7806"/>
                  </a:cubicBezTo>
                  <a:cubicBezTo>
                    <a:pt x="44199" y="8540"/>
                    <a:pt x="44766" y="9240"/>
                    <a:pt x="45366" y="9908"/>
                  </a:cubicBezTo>
                  <a:cubicBezTo>
                    <a:pt x="37861" y="9874"/>
                    <a:pt x="30322" y="9841"/>
                    <a:pt x="22817" y="9841"/>
                  </a:cubicBezTo>
                  <a:cubicBezTo>
                    <a:pt x="19114" y="9808"/>
                    <a:pt x="15378" y="9808"/>
                    <a:pt x="11676" y="9808"/>
                  </a:cubicBezTo>
                  <a:cubicBezTo>
                    <a:pt x="9252" y="9808"/>
                    <a:pt x="6813" y="9748"/>
                    <a:pt x="4369" y="9748"/>
                  </a:cubicBezTo>
                  <a:cubicBezTo>
                    <a:pt x="3147" y="9748"/>
                    <a:pt x="1924" y="9763"/>
                    <a:pt x="701" y="9808"/>
                  </a:cubicBezTo>
                  <a:cubicBezTo>
                    <a:pt x="2035" y="8573"/>
                    <a:pt x="3403" y="7072"/>
                    <a:pt x="4204" y="5471"/>
                  </a:cubicBezTo>
                  <a:cubicBezTo>
                    <a:pt x="4270" y="5338"/>
                    <a:pt x="4204" y="5171"/>
                    <a:pt x="4070" y="5104"/>
                  </a:cubicBezTo>
                  <a:cubicBezTo>
                    <a:pt x="4070" y="5071"/>
                    <a:pt x="4070" y="5037"/>
                    <a:pt x="4070" y="5004"/>
                  </a:cubicBezTo>
                  <a:cubicBezTo>
                    <a:pt x="3203" y="3503"/>
                    <a:pt x="2069" y="2102"/>
                    <a:pt x="1068" y="701"/>
                  </a:cubicBezTo>
                  <a:lnTo>
                    <a:pt x="1068" y="701"/>
                  </a:lnTo>
                  <a:cubicBezTo>
                    <a:pt x="3449" y="799"/>
                    <a:pt x="5841" y="833"/>
                    <a:pt x="8236" y="833"/>
                  </a:cubicBezTo>
                  <a:cubicBezTo>
                    <a:pt x="13157" y="833"/>
                    <a:pt x="18093" y="690"/>
                    <a:pt x="22984" y="668"/>
                  </a:cubicBezTo>
                  <a:lnTo>
                    <a:pt x="44999" y="601"/>
                  </a:lnTo>
                  <a:close/>
                  <a:moveTo>
                    <a:pt x="45366" y="1"/>
                  </a:moveTo>
                  <a:cubicBezTo>
                    <a:pt x="37894" y="34"/>
                    <a:pt x="30456" y="34"/>
                    <a:pt x="22984" y="67"/>
                  </a:cubicBezTo>
                  <a:cubicBezTo>
                    <a:pt x="22459" y="70"/>
                    <a:pt x="21933" y="71"/>
                    <a:pt x="21407" y="71"/>
                  </a:cubicBezTo>
                  <a:cubicBezTo>
                    <a:pt x="17876" y="71"/>
                    <a:pt x="14331" y="24"/>
                    <a:pt x="10788" y="24"/>
                  </a:cubicBezTo>
                  <a:cubicBezTo>
                    <a:pt x="7387" y="24"/>
                    <a:pt x="3987" y="67"/>
                    <a:pt x="601" y="234"/>
                  </a:cubicBezTo>
                  <a:cubicBezTo>
                    <a:pt x="401" y="234"/>
                    <a:pt x="368" y="401"/>
                    <a:pt x="401" y="534"/>
                  </a:cubicBezTo>
                  <a:cubicBezTo>
                    <a:pt x="334" y="601"/>
                    <a:pt x="334" y="734"/>
                    <a:pt x="401" y="834"/>
                  </a:cubicBezTo>
                  <a:cubicBezTo>
                    <a:pt x="1468" y="2336"/>
                    <a:pt x="2436" y="3903"/>
                    <a:pt x="3637" y="5271"/>
                  </a:cubicBezTo>
                  <a:cubicBezTo>
                    <a:pt x="2469" y="6739"/>
                    <a:pt x="1435" y="8273"/>
                    <a:pt x="134" y="9641"/>
                  </a:cubicBezTo>
                  <a:cubicBezTo>
                    <a:pt x="34" y="9741"/>
                    <a:pt x="34" y="9841"/>
                    <a:pt x="101" y="9941"/>
                  </a:cubicBezTo>
                  <a:cubicBezTo>
                    <a:pt x="1" y="10074"/>
                    <a:pt x="67" y="10275"/>
                    <a:pt x="267" y="10275"/>
                  </a:cubicBezTo>
                  <a:cubicBezTo>
                    <a:pt x="1986" y="10366"/>
                    <a:pt x="3718" y="10388"/>
                    <a:pt x="5454" y="10388"/>
                  </a:cubicBezTo>
                  <a:cubicBezTo>
                    <a:pt x="7061" y="10388"/>
                    <a:pt x="8670" y="10369"/>
                    <a:pt x="10277" y="10369"/>
                  </a:cubicBezTo>
                  <a:cubicBezTo>
                    <a:pt x="10743" y="10369"/>
                    <a:pt x="11210" y="10371"/>
                    <a:pt x="11676" y="10375"/>
                  </a:cubicBezTo>
                  <a:cubicBezTo>
                    <a:pt x="15378" y="10408"/>
                    <a:pt x="19114" y="10408"/>
                    <a:pt x="22817" y="10441"/>
                  </a:cubicBezTo>
                  <a:cubicBezTo>
                    <a:pt x="30322" y="10475"/>
                    <a:pt x="37861" y="10475"/>
                    <a:pt x="45366" y="10508"/>
                  </a:cubicBezTo>
                  <a:cubicBezTo>
                    <a:pt x="45600" y="10508"/>
                    <a:pt x="45700" y="10308"/>
                    <a:pt x="45667" y="10108"/>
                  </a:cubicBezTo>
                  <a:cubicBezTo>
                    <a:pt x="45767" y="10108"/>
                    <a:pt x="45867" y="9974"/>
                    <a:pt x="45800" y="9841"/>
                  </a:cubicBezTo>
                  <a:cubicBezTo>
                    <a:pt x="45266" y="8940"/>
                    <a:pt x="44632" y="8073"/>
                    <a:pt x="43965" y="7206"/>
                  </a:cubicBezTo>
                  <a:cubicBezTo>
                    <a:pt x="43432" y="6472"/>
                    <a:pt x="42898" y="5638"/>
                    <a:pt x="42231" y="4971"/>
                  </a:cubicBezTo>
                  <a:cubicBezTo>
                    <a:pt x="42297" y="4937"/>
                    <a:pt x="42297" y="4937"/>
                    <a:pt x="42331" y="4904"/>
                  </a:cubicBezTo>
                  <a:cubicBezTo>
                    <a:pt x="43598" y="3603"/>
                    <a:pt x="44733" y="2035"/>
                    <a:pt x="45767" y="534"/>
                  </a:cubicBezTo>
                  <a:cubicBezTo>
                    <a:pt x="45900" y="401"/>
                    <a:pt x="45767" y="201"/>
                    <a:pt x="45633" y="134"/>
                  </a:cubicBezTo>
                  <a:cubicBezTo>
                    <a:pt x="45566" y="67"/>
                    <a:pt x="45500" y="1"/>
                    <a:pt x="45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1"/>
            <p:cNvSpPr/>
            <p:nvPr/>
          </p:nvSpPr>
          <p:spPr>
            <a:xfrm>
              <a:off x="3145611" y="1711644"/>
              <a:ext cx="829783" cy="172919"/>
            </a:xfrm>
            <a:custGeom>
              <a:rect b="b" l="l" r="r" t="t"/>
              <a:pathLst>
                <a:path extrusionOk="0" h="9308" w="44666">
                  <a:moveTo>
                    <a:pt x="44298" y="1"/>
                  </a:moveTo>
                  <a:lnTo>
                    <a:pt x="22283" y="68"/>
                  </a:lnTo>
                  <a:cubicBezTo>
                    <a:pt x="17392" y="90"/>
                    <a:pt x="12456" y="233"/>
                    <a:pt x="7535" y="233"/>
                  </a:cubicBezTo>
                  <a:cubicBezTo>
                    <a:pt x="5140" y="233"/>
                    <a:pt x="2748" y="199"/>
                    <a:pt x="367" y="101"/>
                  </a:cubicBezTo>
                  <a:lnTo>
                    <a:pt x="367" y="101"/>
                  </a:lnTo>
                  <a:cubicBezTo>
                    <a:pt x="1401" y="1502"/>
                    <a:pt x="2502" y="2903"/>
                    <a:pt x="3369" y="4404"/>
                  </a:cubicBezTo>
                  <a:cubicBezTo>
                    <a:pt x="3369" y="4437"/>
                    <a:pt x="3369" y="4471"/>
                    <a:pt x="3369" y="4504"/>
                  </a:cubicBezTo>
                  <a:cubicBezTo>
                    <a:pt x="3503" y="4571"/>
                    <a:pt x="3569" y="4738"/>
                    <a:pt x="3503" y="4871"/>
                  </a:cubicBezTo>
                  <a:cubicBezTo>
                    <a:pt x="2702" y="6472"/>
                    <a:pt x="1334" y="7973"/>
                    <a:pt x="0" y="9208"/>
                  </a:cubicBezTo>
                  <a:cubicBezTo>
                    <a:pt x="1223" y="9163"/>
                    <a:pt x="2446" y="9148"/>
                    <a:pt x="3668" y="9148"/>
                  </a:cubicBezTo>
                  <a:cubicBezTo>
                    <a:pt x="6112" y="9148"/>
                    <a:pt x="8551" y="9208"/>
                    <a:pt x="10975" y="9208"/>
                  </a:cubicBezTo>
                  <a:cubicBezTo>
                    <a:pt x="14677" y="9208"/>
                    <a:pt x="18413" y="9208"/>
                    <a:pt x="22116" y="9241"/>
                  </a:cubicBezTo>
                  <a:cubicBezTo>
                    <a:pt x="29621" y="9241"/>
                    <a:pt x="37160" y="9274"/>
                    <a:pt x="44665" y="9308"/>
                  </a:cubicBezTo>
                  <a:cubicBezTo>
                    <a:pt x="44065" y="8640"/>
                    <a:pt x="43498" y="7940"/>
                    <a:pt x="42964" y="7206"/>
                  </a:cubicBezTo>
                  <a:cubicBezTo>
                    <a:pt x="42330" y="6372"/>
                    <a:pt x="41596" y="5538"/>
                    <a:pt x="41096" y="4604"/>
                  </a:cubicBezTo>
                  <a:cubicBezTo>
                    <a:pt x="40996" y="4437"/>
                    <a:pt x="41129" y="4271"/>
                    <a:pt x="41296" y="4237"/>
                  </a:cubicBezTo>
                  <a:cubicBezTo>
                    <a:pt x="41263" y="4171"/>
                    <a:pt x="41263" y="4104"/>
                    <a:pt x="41296" y="4037"/>
                  </a:cubicBezTo>
                  <a:cubicBezTo>
                    <a:pt x="42164" y="2636"/>
                    <a:pt x="43231" y="1269"/>
                    <a:pt x="44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121"/>
          <p:cNvGrpSpPr/>
          <p:nvPr/>
        </p:nvGrpSpPr>
        <p:grpSpPr>
          <a:xfrm>
            <a:off x="2956412" y="1437610"/>
            <a:ext cx="1005006" cy="223908"/>
            <a:chOff x="3099743" y="1443942"/>
            <a:chExt cx="865117" cy="192742"/>
          </a:xfrm>
        </p:grpSpPr>
        <p:sp>
          <p:nvSpPr>
            <p:cNvPr id="6529" name="Google Shape;6529;p121"/>
            <p:cNvSpPr/>
            <p:nvPr/>
          </p:nvSpPr>
          <p:spPr>
            <a:xfrm>
              <a:off x="3099743" y="1443942"/>
              <a:ext cx="865117" cy="192742"/>
            </a:xfrm>
            <a:custGeom>
              <a:rect b="b" l="l" r="r" t="t"/>
              <a:pathLst>
                <a:path extrusionOk="0" h="10375" w="46568">
                  <a:moveTo>
                    <a:pt x="6005" y="501"/>
                  </a:moveTo>
                  <a:cubicBezTo>
                    <a:pt x="12710" y="568"/>
                    <a:pt x="19381" y="634"/>
                    <a:pt x="26086" y="701"/>
                  </a:cubicBezTo>
                  <a:cubicBezTo>
                    <a:pt x="30419" y="767"/>
                    <a:pt x="34781" y="877"/>
                    <a:pt x="39143" y="877"/>
                  </a:cubicBezTo>
                  <a:cubicBezTo>
                    <a:pt x="41397" y="877"/>
                    <a:pt x="43650" y="847"/>
                    <a:pt x="45900" y="768"/>
                  </a:cubicBezTo>
                  <a:lnTo>
                    <a:pt x="45900" y="768"/>
                  </a:lnTo>
                  <a:cubicBezTo>
                    <a:pt x="45133" y="1268"/>
                    <a:pt x="44466" y="2069"/>
                    <a:pt x="43832" y="2703"/>
                  </a:cubicBezTo>
                  <a:cubicBezTo>
                    <a:pt x="43131" y="3436"/>
                    <a:pt x="42364" y="4170"/>
                    <a:pt x="41797" y="5038"/>
                  </a:cubicBezTo>
                  <a:cubicBezTo>
                    <a:pt x="41730" y="5104"/>
                    <a:pt x="41730" y="5171"/>
                    <a:pt x="41764" y="5204"/>
                  </a:cubicBezTo>
                  <a:cubicBezTo>
                    <a:pt x="41730" y="5271"/>
                    <a:pt x="41730" y="5338"/>
                    <a:pt x="41797" y="5405"/>
                  </a:cubicBezTo>
                  <a:cubicBezTo>
                    <a:pt x="42331" y="6205"/>
                    <a:pt x="43165" y="6839"/>
                    <a:pt x="43799" y="7573"/>
                  </a:cubicBezTo>
                  <a:cubicBezTo>
                    <a:pt x="44432" y="8273"/>
                    <a:pt x="44999" y="8974"/>
                    <a:pt x="45633" y="9641"/>
                  </a:cubicBezTo>
                  <a:cubicBezTo>
                    <a:pt x="39494" y="9533"/>
                    <a:pt x="33333" y="9460"/>
                    <a:pt x="27171" y="9460"/>
                  </a:cubicBezTo>
                  <a:cubicBezTo>
                    <a:pt x="20041" y="9460"/>
                    <a:pt x="12908" y="9557"/>
                    <a:pt x="5805" y="9808"/>
                  </a:cubicBezTo>
                  <a:cubicBezTo>
                    <a:pt x="5771" y="9808"/>
                    <a:pt x="5738" y="9808"/>
                    <a:pt x="5705" y="9841"/>
                  </a:cubicBezTo>
                  <a:cubicBezTo>
                    <a:pt x="4904" y="8807"/>
                    <a:pt x="3970" y="7873"/>
                    <a:pt x="3070" y="6939"/>
                  </a:cubicBezTo>
                  <a:cubicBezTo>
                    <a:pt x="2302" y="6138"/>
                    <a:pt x="1535" y="5238"/>
                    <a:pt x="634" y="4571"/>
                  </a:cubicBezTo>
                  <a:cubicBezTo>
                    <a:pt x="634" y="4537"/>
                    <a:pt x="668" y="4537"/>
                    <a:pt x="668" y="4537"/>
                  </a:cubicBezTo>
                  <a:cubicBezTo>
                    <a:pt x="2336" y="3070"/>
                    <a:pt x="4137" y="1835"/>
                    <a:pt x="5938" y="568"/>
                  </a:cubicBezTo>
                  <a:cubicBezTo>
                    <a:pt x="5972" y="534"/>
                    <a:pt x="6005" y="534"/>
                    <a:pt x="6005" y="501"/>
                  </a:cubicBezTo>
                  <a:close/>
                  <a:moveTo>
                    <a:pt x="5671" y="1"/>
                  </a:moveTo>
                  <a:cubicBezTo>
                    <a:pt x="5538" y="1"/>
                    <a:pt x="5471" y="101"/>
                    <a:pt x="5438" y="201"/>
                  </a:cubicBezTo>
                  <a:cubicBezTo>
                    <a:pt x="3570" y="1302"/>
                    <a:pt x="1869" y="2703"/>
                    <a:pt x="268" y="4137"/>
                  </a:cubicBezTo>
                  <a:cubicBezTo>
                    <a:pt x="167" y="4237"/>
                    <a:pt x="167" y="4337"/>
                    <a:pt x="201" y="4404"/>
                  </a:cubicBezTo>
                  <a:cubicBezTo>
                    <a:pt x="101" y="4471"/>
                    <a:pt x="1" y="4637"/>
                    <a:pt x="101" y="4737"/>
                  </a:cubicBezTo>
                  <a:cubicBezTo>
                    <a:pt x="801" y="5705"/>
                    <a:pt x="1769" y="6505"/>
                    <a:pt x="2636" y="7373"/>
                  </a:cubicBezTo>
                  <a:cubicBezTo>
                    <a:pt x="3537" y="8340"/>
                    <a:pt x="4437" y="9341"/>
                    <a:pt x="5405" y="10241"/>
                  </a:cubicBezTo>
                  <a:cubicBezTo>
                    <a:pt x="5471" y="10308"/>
                    <a:pt x="5538" y="10308"/>
                    <a:pt x="5605" y="10308"/>
                  </a:cubicBezTo>
                  <a:cubicBezTo>
                    <a:pt x="5638" y="10341"/>
                    <a:pt x="5705" y="10375"/>
                    <a:pt x="5771" y="10375"/>
                  </a:cubicBezTo>
                  <a:cubicBezTo>
                    <a:pt x="16569" y="10348"/>
                    <a:pt x="27345" y="10214"/>
                    <a:pt x="38134" y="10214"/>
                  </a:cubicBezTo>
                  <a:cubicBezTo>
                    <a:pt x="40777" y="10214"/>
                    <a:pt x="43422" y="10222"/>
                    <a:pt x="46067" y="10241"/>
                  </a:cubicBezTo>
                  <a:cubicBezTo>
                    <a:pt x="46400" y="10241"/>
                    <a:pt x="46434" y="9774"/>
                    <a:pt x="46167" y="9674"/>
                  </a:cubicBezTo>
                  <a:cubicBezTo>
                    <a:pt x="45667" y="8774"/>
                    <a:pt x="45033" y="8006"/>
                    <a:pt x="44332" y="7273"/>
                  </a:cubicBezTo>
                  <a:cubicBezTo>
                    <a:pt x="43732" y="6572"/>
                    <a:pt x="43098" y="5738"/>
                    <a:pt x="42298" y="5204"/>
                  </a:cubicBezTo>
                  <a:cubicBezTo>
                    <a:pt x="43031" y="4504"/>
                    <a:pt x="43665" y="3737"/>
                    <a:pt x="44366" y="3036"/>
                  </a:cubicBezTo>
                  <a:cubicBezTo>
                    <a:pt x="45066" y="2369"/>
                    <a:pt x="45900" y="1735"/>
                    <a:pt x="46467" y="968"/>
                  </a:cubicBezTo>
                  <a:cubicBezTo>
                    <a:pt x="46567" y="835"/>
                    <a:pt x="46501" y="701"/>
                    <a:pt x="46367" y="634"/>
                  </a:cubicBezTo>
                  <a:cubicBezTo>
                    <a:pt x="46467" y="501"/>
                    <a:pt x="46400" y="301"/>
                    <a:pt x="46167" y="301"/>
                  </a:cubicBezTo>
                  <a:cubicBezTo>
                    <a:pt x="32691" y="1"/>
                    <a:pt x="19181" y="101"/>
                    <a:pt x="5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1"/>
            <p:cNvSpPr/>
            <p:nvPr/>
          </p:nvSpPr>
          <p:spPr>
            <a:xfrm>
              <a:off x="3111521" y="1453250"/>
              <a:ext cx="840948" cy="173532"/>
            </a:xfrm>
            <a:custGeom>
              <a:rect b="b" l="l" r="r" t="t"/>
              <a:pathLst>
                <a:path extrusionOk="0" h="9341" w="45267">
                  <a:moveTo>
                    <a:pt x="5371" y="0"/>
                  </a:moveTo>
                  <a:cubicBezTo>
                    <a:pt x="5338" y="33"/>
                    <a:pt x="5338" y="33"/>
                    <a:pt x="5304" y="67"/>
                  </a:cubicBezTo>
                  <a:cubicBezTo>
                    <a:pt x="3470" y="1334"/>
                    <a:pt x="1702" y="2602"/>
                    <a:pt x="34" y="4036"/>
                  </a:cubicBezTo>
                  <a:lnTo>
                    <a:pt x="0" y="4070"/>
                  </a:lnTo>
                  <a:cubicBezTo>
                    <a:pt x="901" y="4737"/>
                    <a:pt x="1668" y="5637"/>
                    <a:pt x="2436" y="6438"/>
                  </a:cubicBezTo>
                  <a:cubicBezTo>
                    <a:pt x="3336" y="7372"/>
                    <a:pt x="4270" y="8306"/>
                    <a:pt x="5071" y="9340"/>
                  </a:cubicBezTo>
                  <a:cubicBezTo>
                    <a:pt x="5104" y="9340"/>
                    <a:pt x="5137" y="9307"/>
                    <a:pt x="5171" y="9307"/>
                  </a:cubicBezTo>
                  <a:cubicBezTo>
                    <a:pt x="12274" y="9056"/>
                    <a:pt x="19407" y="8959"/>
                    <a:pt x="26537" y="8959"/>
                  </a:cubicBezTo>
                  <a:cubicBezTo>
                    <a:pt x="32699" y="8959"/>
                    <a:pt x="38860" y="9032"/>
                    <a:pt x="44999" y="9140"/>
                  </a:cubicBezTo>
                  <a:cubicBezTo>
                    <a:pt x="44365" y="8506"/>
                    <a:pt x="43798" y="7772"/>
                    <a:pt x="43165" y="7072"/>
                  </a:cubicBezTo>
                  <a:cubicBezTo>
                    <a:pt x="42531" y="6338"/>
                    <a:pt x="41697" y="5704"/>
                    <a:pt x="41163" y="4904"/>
                  </a:cubicBezTo>
                  <a:cubicBezTo>
                    <a:pt x="41096" y="4837"/>
                    <a:pt x="41096" y="4770"/>
                    <a:pt x="41130" y="4737"/>
                  </a:cubicBezTo>
                  <a:cubicBezTo>
                    <a:pt x="41096" y="4670"/>
                    <a:pt x="41096" y="4603"/>
                    <a:pt x="41163" y="4537"/>
                  </a:cubicBezTo>
                  <a:cubicBezTo>
                    <a:pt x="41730" y="3669"/>
                    <a:pt x="42497" y="2935"/>
                    <a:pt x="43198" y="2202"/>
                  </a:cubicBezTo>
                  <a:cubicBezTo>
                    <a:pt x="43832" y="1568"/>
                    <a:pt x="44499" y="767"/>
                    <a:pt x="45266" y="267"/>
                  </a:cubicBezTo>
                  <a:lnTo>
                    <a:pt x="45266" y="267"/>
                  </a:lnTo>
                  <a:cubicBezTo>
                    <a:pt x="43016" y="346"/>
                    <a:pt x="40763" y="376"/>
                    <a:pt x="38508" y="376"/>
                  </a:cubicBezTo>
                  <a:cubicBezTo>
                    <a:pt x="34143" y="376"/>
                    <a:pt x="29774" y="266"/>
                    <a:pt x="25419" y="200"/>
                  </a:cubicBezTo>
                  <a:cubicBezTo>
                    <a:pt x="18747" y="133"/>
                    <a:pt x="12076" y="67"/>
                    <a:pt x="5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121"/>
          <p:cNvGrpSpPr/>
          <p:nvPr/>
        </p:nvGrpSpPr>
        <p:grpSpPr>
          <a:xfrm>
            <a:off x="8049817" y="1510706"/>
            <a:ext cx="227167" cy="216398"/>
            <a:chOff x="3663347" y="4634906"/>
            <a:chExt cx="195547" cy="186277"/>
          </a:xfrm>
        </p:grpSpPr>
        <p:sp>
          <p:nvSpPr>
            <p:cNvPr id="6532" name="Google Shape;6532;p121"/>
            <p:cNvSpPr/>
            <p:nvPr/>
          </p:nvSpPr>
          <p:spPr>
            <a:xfrm>
              <a:off x="3700855" y="4670687"/>
              <a:ext cx="119621" cy="122259"/>
            </a:xfrm>
            <a:custGeom>
              <a:rect b="b" l="l" r="r" t="t"/>
              <a:pathLst>
                <a:path extrusionOk="0" h="6581" w="6439">
                  <a:moveTo>
                    <a:pt x="2635" y="1"/>
                  </a:moveTo>
                  <a:cubicBezTo>
                    <a:pt x="1068" y="501"/>
                    <a:pt x="33" y="1802"/>
                    <a:pt x="0" y="3503"/>
                  </a:cubicBezTo>
                  <a:cubicBezTo>
                    <a:pt x="0" y="5164"/>
                    <a:pt x="1040" y="6580"/>
                    <a:pt x="2739" y="6580"/>
                  </a:cubicBezTo>
                  <a:cubicBezTo>
                    <a:pt x="2815" y="6580"/>
                    <a:pt x="2891" y="6578"/>
                    <a:pt x="2969" y="6572"/>
                  </a:cubicBezTo>
                  <a:cubicBezTo>
                    <a:pt x="4703" y="6472"/>
                    <a:pt x="6438" y="4737"/>
                    <a:pt x="6371" y="2969"/>
                  </a:cubicBezTo>
                  <a:cubicBezTo>
                    <a:pt x="6308" y="1123"/>
                    <a:pt x="4755" y="127"/>
                    <a:pt x="3106" y="127"/>
                  </a:cubicBezTo>
                  <a:cubicBezTo>
                    <a:pt x="3027" y="127"/>
                    <a:pt x="2948" y="130"/>
                    <a:pt x="2869" y="134"/>
                  </a:cubicBezTo>
                  <a:cubicBezTo>
                    <a:pt x="2735" y="134"/>
                    <a:pt x="2669" y="67"/>
                    <a:pt x="2635"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1"/>
            <p:cNvSpPr/>
            <p:nvPr/>
          </p:nvSpPr>
          <p:spPr>
            <a:xfrm>
              <a:off x="3663347" y="4634906"/>
              <a:ext cx="195547" cy="186277"/>
            </a:xfrm>
            <a:custGeom>
              <a:rect b="b" l="l" r="r" t="t"/>
              <a:pathLst>
                <a:path extrusionOk="0" h="10027" w="10526">
                  <a:moveTo>
                    <a:pt x="4654" y="1927"/>
                  </a:moveTo>
                  <a:cubicBezTo>
                    <a:pt x="4688" y="1993"/>
                    <a:pt x="4754" y="2060"/>
                    <a:pt x="4888" y="2060"/>
                  </a:cubicBezTo>
                  <a:cubicBezTo>
                    <a:pt x="4967" y="2056"/>
                    <a:pt x="5046" y="2053"/>
                    <a:pt x="5125" y="2053"/>
                  </a:cubicBezTo>
                  <a:cubicBezTo>
                    <a:pt x="6771" y="2053"/>
                    <a:pt x="8295" y="3049"/>
                    <a:pt x="8390" y="4895"/>
                  </a:cubicBezTo>
                  <a:cubicBezTo>
                    <a:pt x="8457" y="6663"/>
                    <a:pt x="6722" y="8398"/>
                    <a:pt x="4988" y="8498"/>
                  </a:cubicBezTo>
                  <a:cubicBezTo>
                    <a:pt x="4910" y="8504"/>
                    <a:pt x="4834" y="8506"/>
                    <a:pt x="4758" y="8506"/>
                  </a:cubicBezTo>
                  <a:cubicBezTo>
                    <a:pt x="3059" y="8506"/>
                    <a:pt x="2019" y="7090"/>
                    <a:pt x="2019" y="5429"/>
                  </a:cubicBezTo>
                  <a:cubicBezTo>
                    <a:pt x="2052" y="3728"/>
                    <a:pt x="3087" y="2427"/>
                    <a:pt x="4654" y="1927"/>
                  </a:cubicBezTo>
                  <a:close/>
                  <a:moveTo>
                    <a:pt x="4542" y="0"/>
                  </a:moveTo>
                  <a:cubicBezTo>
                    <a:pt x="4463" y="0"/>
                    <a:pt x="4387" y="42"/>
                    <a:pt x="4387" y="125"/>
                  </a:cubicBezTo>
                  <a:cubicBezTo>
                    <a:pt x="4287" y="592"/>
                    <a:pt x="4321" y="1126"/>
                    <a:pt x="4387" y="1593"/>
                  </a:cubicBezTo>
                  <a:cubicBezTo>
                    <a:pt x="3654" y="1660"/>
                    <a:pt x="3087" y="1960"/>
                    <a:pt x="2620" y="2427"/>
                  </a:cubicBezTo>
                  <a:cubicBezTo>
                    <a:pt x="2586" y="2360"/>
                    <a:pt x="2519" y="2294"/>
                    <a:pt x="2486" y="2227"/>
                  </a:cubicBezTo>
                  <a:cubicBezTo>
                    <a:pt x="2386" y="2060"/>
                    <a:pt x="2319" y="1893"/>
                    <a:pt x="2186" y="1760"/>
                  </a:cubicBezTo>
                  <a:cubicBezTo>
                    <a:pt x="2154" y="1728"/>
                    <a:pt x="2115" y="1713"/>
                    <a:pt x="2077" y="1713"/>
                  </a:cubicBezTo>
                  <a:cubicBezTo>
                    <a:pt x="1996" y="1713"/>
                    <a:pt x="1919" y="1780"/>
                    <a:pt x="1919" y="1893"/>
                  </a:cubicBezTo>
                  <a:cubicBezTo>
                    <a:pt x="1919" y="2093"/>
                    <a:pt x="2052" y="2294"/>
                    <a:pt x="2186" y="2427"/>
                  </a:cubicBezTo>
                  <a:cubicBezTo>
                    <a:pt x="2253" y="2527"/>
                    <a:pt x="2319" y="2594"/>
                    <a:pt x="2386" y="2661"/>
                  </a:cubicBezTo>
                  <a:cubicBezTo>
                    <a:pt x="2086" y="3061"/>
                    <a:pt x="1886" y="3494"/>
                    <a:pt x="1719" y="3961"/>
                  </a:cubicBezTo>
                  <a:cubicBezTo>
                    <a:pt x="1552" y="3861"/>
                    <a:pt x="1352" y="3761"/>
                    <a:pt x="1152" y="3628"/>
                  </a:cubicBezTo>
                  <a:cubicBezTo>
                    <a:pt x="885" y="3494"/>
                    <a:pt x="618" y="3294"/>
                    <a:pt x="318" y="3194"/>
                  </a:cubicBezTo>
                  <a:cubicBezTo>
                    <a:pt x="295" y="3188"/>
                    <a:pt x="273" y="3185"/>
                    <a:pt x="253" y="3185"/>
                  </a:cubicBezTo>
                  <a:cubicBezTo>
                    <a:pt x="67" y="3185"/>
                    <a:pt x="1" y="3441"/>
                    <a:pt x="151" y="3561"/>
                  </a:cubicBezTo>
                  <a:cubicBezTo>
                    <a:pt x="418" y="3728"/>
                    <a:pt x="718" y="3861"/>
                    <a:pt x="1018" y="4028"/>
                  </a:cubicBezTo>
                  <a:cubicBezTo>
                    <a:pt x="1219" y="4128"/>
                    <a:pt x="1419" y="4228"/>
                    <a:pt x="1619" y="4328"/>
                  </a:cubicBezTo>
                  <a:cubicBezTo>
                    <a:pt x="1519" y="4895"/>
                    <a:pt x="1485" y="5496"/>
                    <a:pt x="1552" y="6063"/>
                  </a:cubicBezTo>
                  <a:cubicBezTo>
                    <a:pt x="1452" y="6096"/>
                    <a:pt x="1352" y="6130"/>
                    <a:pt x="1252" y="6196"/>
                  </a:cubicBezTo>
                  <a:cubicBezTo>
                    <a:pt x="1052" y="6263"/>
                    <a:pt x="785" y="6296"/>
                    <a:pt x="618" y="6430"/>
                  </a:cubicBezTo>
                  <a:cubicBezTo>
                    <a:pt x="505" y="6543"/>
                    <a:pt x="536" y="6752"/>
                    <a:pt x="690" y="6752"/>
                  </a:cubicBezTo>
                  <a:cubicBezTo>
                    <a:pt x="718" y="6752"/>
                    <a:pt x="749" y="6745"/>
                    <a:pt x="785" y="6730"/>
                  </a:cubicBezTo>
                  <a:cubicBezTo>
                    <a:pt x="785" y="6730"/>
                    <a:pt x="785" y="6697"/>
                    <a:pt x="818" y="6697"/>
                  </a:cubicBezTo>
                  <a:cubicBezTo>
                    <a:pt x="852" y="6697"/>
                    <a:pt x="918" y="6663"/>
                    <a:pt x="952" y="6663"/>
                  </a:cubicBezTo>
                  <a:cubicBezTo>
                    <a:pt x="1085" y="6630"/>
                    <a:pt x="1219" y="6597"/>
                    <a:pt x="1352" y="6563"/>
                  </a:cubicBezTo>
                  <a:cubicBezTo>
                    <a:pt x="1452" y="6530"/>
                    <a:pt x="1519" y="6530"/>
                    <a:pt x="1619" y="6497"/>
                  </a:cubicBezTo>
                  <a:cubicBezTo>
                    <a:pt x="1719" y="6930"/>
                    <a:pt x="1886" y="7331"/>
                    <a:pt x="2086" y="7664"/>
                  </a:cubicBezTo>
                  <a:cubicBezTo>
                    <a:pt x="2052" y="7664"/>
                    <a:pt x="2019" y="7697"/>
                    <a:pt x="1986" y="7697"/>
                  </a:cubicBezTo>
                  <a:cubicBezTo>
                    <a:pt x="1752" y="7864"/>
                    <a:pt x="1552" y="8064"/>
                    <a:pt x="1319" y="8231"/>
                  </a:cubicBezTo>
                  <a:cubicBezTo>
                    <a:pt x="1219" y="8331"/>
                    <a:pt x="1118" y="8398"/>
                    <a:pt x="1018" y="8465"/>
                  </a:cubicBezTo>
                  <a:cubicBezTo>
                    <a:pt x="952" y="8498"/>
                    <a:pt x="885" y="8531"/>
                    <a:pt x="818" y="8598"/>
                  </a:cubicBezTo>
                  <a:cubicBezTo>
                    <a:pt x="785" y="8598"/>
                    <a:pt x="752" y="8698"/>
                    <a:pt x="718" y="8698"/>
                  </a:cubicBezTo>
                  <a:cubicBezTo>
                    <a:pt x="651" y="8732"/>
                    <a:pt x="618" y="8765"/>
                    <a:pt x="618" y="8832"/>
                  </a:cubicBezTo>
                  <a:cubicBezTo>
                    <a:pt x="646" y="8914"/>
                    <a:pt x="696" y="8974"/>
                    <a:pt x="768" y="8974"/>
                  </a:cubicBezTo>
                  <a:cubicBezTo>
                    <a:pt x="784" y="8974"/>
                    <a:pt x="801" y="8971"/>
                    <a:pt x="818" y="8965"/>
                  </a:cubicBezTo>
                  <a:cubicBezTo>
                    <a:pt x="1085" y="8898"/>
                    <a:pt x="1352" y="8698"/>
                    <a:pt x="1619" y="8565"/>
                  </a:cubicBezTo>
                  <a:cubicBezTo>
                    <a:pt x="1852" y="8398"/>
                    <a:pt x="2119" y="8231"/>
                    <a:pt x="2253" y="7998"/>
                  </a:cubicBezTo>
                  <a:cubicBezTo>
                    <a:pt x="2253" y="7964"/>
                    <a:pt x="2253" y="7964"/>
                    <a:pt x="2253" y="7931"/>
                  </a:cubicBezTo>
                  <a:cubicBezTo>
                    <a:pt x="2653" y="8465"/>
                    <a:pt x="3187" y="8865"/>
                    <a:pt x="3887" y="9032"/>
                  </a:cubicBezTo>
                  <a:cubicBezTo>
                    <a:pt x="3787" y="9332"/>
                    <a:pt x="3787" y="9699"/>
                    <a:pt x="3854" y="9966"/>
                  </a:cubicBezTo>
                  <a:cubicBezTo>
                    <a:pt x="3868" y="10008"/>
                    <a:pt x="3905" y="10026"/>
                    <a:pt x="3944" y="10026"/>
                  </a:cubicBezTo>
                  <a:cubicBezTo>
                    <a:pt x="3998" y="10026"/>
                    <a:pt x="4054" y="9991"/>
                    <a:pt x="4054" y="9932"/>
                  </a:cubicBezTo>
                  <a:cubicBezTo>
                    <a:pt x="4087" y="9732"/>
                    <a:pt x="4087" y="9532"/>
                    <a:pt x="4154" y="9332"/>
                  </a:cubicBezTo>
                  <a:cubicBezTo>
                    <a:pt x="4187" y="9232"/>
                    <a:pt x="4221" y="9165"/>
                    <a:pt x="4254" y="9098"/>
                  </a:cubicBezTo>
                  <a:cubicBezTo>
                    <a:pt x="4392" y="9112"/>
                    <a:pt x="4536" y="9120"/>
                    <a:pt x="4686" y="9120"/>
                  </a:cubicBezTo>
                  <a:cubicBezTo>
                    <a:pt x="4897" y="9120"/>
                    <a:pt x="5120" y="9104"/>
                    <a:pt x="5355" y="9065"/>
                  </a:cubicBezTo>
                  <a:cubicBezTo>
                    <a:pt x="5755" y="8998"/>
                    <a:pt x="6189" y="8865"/>
                    <a:pt x="6556" y="8665"/>
                  </a:cubicBezTo>
                  <a:cubicBezTo>
                    <a:pt x="6656" y="8798"/>
                    <a:pt x="6756" y="8965"/>
                    <a:pt x="6856" y="9132"/>
                  </a:cubicBezTo>
                  <a:cubicBezTo>
                    <a:pt x="6989" y="9365"/>
                    <a:pt x="7089" y="9666"/>
                    <a:pt x="7256" y="9899"/>
                  </a:cubicBezTo>
                  <a:cubicBezTo>
                    <a:pt x="7307" y="9962"/>
                    <a:pt x="7381" y="9992"/>
                    <a:pt x="7450" y="9992"/>
                  </a:cubicBezTo>
                  <a:cubicBezTo>
                    <a:pt x="7564" y="9992"/>
                    <a:pt x="7665" y="9911"/>
                    <a:pt x="7623" y="9766"/>
                  </a:cubicBezTo>
                  <a:cubicBezTo>
                    <a:pt x="7556" y="9465"/>
                    <a:pt x="7323" y="9199"/>
                    <a:pt x="7156" y="8932"/>
                  </a:cubicBezTo>
                  <a:cubicBezTo>
                    <a:pt x="7056" y="8765"/>
                    <a:pt x="6956" y="8631"/>
                    <a:pt x="6823" y="8498"/>
                  </a:cubicBezTo>
                  <a:cubicBezTo>
                    <a:pt x="7256" y="8231"/>
                    <a:pt x="7590" y="7931"/>
                    <a:pt x="7923" y="7597"/>
                  </a:cubicBezTo>
                  <a:cubicBezTo>
                    <a:pt x="8023" y="7664"/>
                    <a:pt x="8157" y="7764"/>
                    <a:pt x="8290" y="7831"/>
                  </a:cubicBezTo>
                  <a:cubicBezTo>
                    <a:pt x="8424" y="7931"/>
                    <a:pt x="8524" y="8031"/>
                    <a:pt x="8657" y="8064"/>
                  </a:cubicBezTo>
                  <a:cubicBezTo>
                    <a:pt x="8672" y="8067"/>
                    <a:pt x="8686" y="8068"/>
                    <a:pt x="8700" y="8068"/>
                  </a:cubicBezTo>
                  <a:cubicBezTo>
                    <a:pt x="8866" y="8068"/>
                    <a:pt x="8917" y="7888"/>
                    <a:pt x="8824" y="7764"/>
                  </a:cubicBezTo>
                  <a:cubicBezTo>
                    <a:pt x="8724" y="7664"/>
                    <a:pt x="8590" y="7597"/>
                    <a:pt x="8457" y="7531"/>
                  </a:cubicBezTo>
                  <a:cubicBezTo>
                    <a:pt x="8357" y="7464"/>
                    <a:pt x="8224" y="7397"/>
                    <a:pt x="8123" y="7331"/>
                  </a:cubicBezTo>
                  <a:cubicBezTo>
                    <a:pt x="8524" y="6830"/>
                    <a:pt x="8791" y="6230"/>
                    <a:pt x="8924" y="5596"/>
                  </a:cubicBezTo>
                  <a:cubicBezTo>
                    <a:pt x="9324" y="5696"/>
                    <a:pt x="9791" y="5829"/>
                    <a:pt x="10225" y="5829"/>
                  </a:cubicBezTo>
                  <a:cubicBezTo>
                    <a:pt x="10458" y="5796"/>
                    <a:pt x="10525" y="5463"/>
                    <a:pt x="10292" y="5429"/>
                  </a:cubicBezTo>
                  <a:cubicBezTo>
                    <a:pt x="9891" y="5296"/>
                    <a:pt x="9391" y="5296"/>
                    <a:pt x="8924" y="5296"/>
                  </a:cubicBezTo>
                  <a:cubicBezTo>
                    <a:pt x="8957" y="5096"/>
                    <a:pt x="8957" y="4895"/>
                    <a:pt x="8957" y="4695"/>
                  </a:cubicBezTo>
                  <a:cubicBezTo>
                    <a:pt x="8924" y="4562"/>
                    <a:pt x="8924" y="4395"/>
                    <a:pt x="8891" y="4262"/>
                  </a:cubicBezTo>
                  <a:cubicBezTo>
                    <a:pt x="9224" y="4228"/>
                    <a:pt x="9625" y="4195"/>
                    <a:pt x="9958" y="4095"/>
                  </a:cubicBezTo>
                  <a:cubicBezTo>
                    <a:pt x="10092" y="4028"/>
                    <a:pt x="10092" y="3828"/>
                    <a:pt x="9891" y="3795"/>
                  </a:cubicBezTo>
                  <a:cubicBezTo>
                    <a:pt x="9558" y="3795"/>
                    <a:pt x="9158" y="3895"/>
                    <a:pt x="8791" y="3961"/>
                  </a:cubicBezTo>
                  <a:cubicBezTo>
                    <a:pt x="8691" y="3528"/>
                    <a:pt x="8457" y="3161"/>
                    <a:pt x="8190" y="2827"/>
                  </a:cubicBezTo>
                  <a:cubicBezTo>
                    <a:pt x="8490" y="2661"/>
                    <a:pt x="8824" y="2360"/>
                    <a:pt x="8924" y="2027"/>
                  </a:cubicBezTo>
                  <a:cubicBezTo>
                    <a:pt x="8948" y="1908"/>
                    <a:pt x="8836" y="1805"/>
                    <a:pt x="8733" y="1805"/>
                  </a:cubicBezTo>
                  <a:cubicBezTo>
                    <a:pt x="8692" y="1805"/>
                    <a:pt x="8652" y="1822"/>
                    <a:pt x="8624" y="1860"/>
                  </a:cubicBezTo>
                  <a:cubicBezTo>
                    <a:pt x="8490" y="1993"/>
                    <a:pt x="8424" y="2160"/>
                    <a:pt x="8290" y="2260"/>
                  </a:cubicBezTo>
                  <a:cubicBezTo>
                    <a:pt x="8190" y="2394"/>
                    <a:pt x="8090" y="2460"/>
                    <a:pt x="7957" y="2560"/>
                  </a:cubicBezTo>
                  <a:cubicBezTo>
                    <a:pt x="7623" y="2194"/>
                    <a:pt x="7189" y="1927"/>
                    <a:pt x="6756" y="1727"/>
                  </a:cubicBezTo>
                  <a:cubicBezTo>
                    <a:pt x="6889" y="1493"/>
                    <a:pt x="7056" y="1226"/>
                    <a:pt x="7156" y="959"/>
                  </a:cubicBezTo>
                  <a:cubicBezTo>
                    <a:pt x="7198" y="854"/>
                    <a:pt x="7120" y="788"/>
                    <a:pt x="7032" y="788"/>
                  </a:cubicBezTo>
                  <a:cubicBezTo>
                    <a:pt x="6981" y="788"/>
                    <a:pt x="6926" y="810"/>
                    <a:pt x="6889" y="859"/>
                  </a:cubicBezTo>
                  <a:cubicBezTo>
                    <a:pt x="6722" y="1093"/>
                    <a:pt x="6589" y="1360"/>
                    <a:pt x="6489" y="1660"/>
                  </a:cubicBezTo>
                  <a:cubicBezTo>
                    <a:pt x="6126" y="1546"/>
                    <a:pt x="5748" y="1479"/>
                    <a:pt x="5355" y="1479"/>
                  </a:cubicBezTo>
                  <a:cubicBezTo>
                    <a:pt x="5169" y="1479"/>
                    <a:pt x="4980" y="1494"/>
                    <a:pt x="4788" y="1526"/>
                  </a:cubicBezTo>
                  <a:cubicBezTo>
                    <a:pt x="4788" y="1560"/>
                    <a:pt x="4754" y="1560"/>
                    <a:pt x="4721" y="1560"/>
                  </a:cubicBezTo>
                  <a:cubicBezTo>
                    <a:pt x="4788" y="1093"/>
                    <a:pt x="4788" y="592"/>
                    <a:pt x="4721" y="125"/>
                  </a:cubicBezTo>
                  <a:cubicBezTo>
                    <a:pt x="4704" y="42"/>
                    <a:pt x="4621" y="0"/>
                    <a:pt x="45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121"/>
          <p:cNvGrpSpPr/>
          <p:nvPr/>
        </p:nvGrpSpPr>
        <p:grpSpPr>
          <a:xfrm>
            <a:off x="1941538" y="3782483"/>
            <a:ext cx="796939" cy="321780"/>
            <a:chOff x="3198278" y="4112972"/>
            <a:chExt cx="686011" cy="276991"/>
          </a:xfrm>
        </p:grpSpPr>
        <p:sp>
          <p:nvSpPr>
            <p:cNvPr id="6535" name="Google Shape;6535;p121"/>
            <p:cNvSpPr/>
            <p:nvPr/>
          </p:nvSpPr>
          <p:spPr>
            <a:xfrm>
              <a:off x="3198278" y="4112972"/>
              <a:ext cx="686011" cy="276991"/>
            </a:xfrm>
            <a:custGeom>
              <a:rect b="b" l="l" r="r" t="t"/>
              <a:pathLst>
                <a:path extrusionOk="0" h="14910" w="36927">
                  <a:moveTo>
                    <a:pt x="467" y="701"/>
                  </a:moveTo>
                  <a:cubicBezTo>
                    <a:pt x="467" y="701"/>
                    <a:pt x="467" y="734"/>
                    <a:pt x="501" y="734"/>
                  </a:cubicBezTo>
                  <a:cubicBezTo>
                    <a:pt x="5738" y="734"/>
                    <a:pt x="11008" y="734"/>
                    <a:pt x="16245" y="767"/>
                  </a:cubicBezTo>
                  <a:cubicBezTo>
                    <a:pt x="20626" y="796"/>
                    <a:pt x="25055" y="1021"/>
                    <a:pt x="29449" y="1021"/>
                  </a:cubicBezTo>
                  <a:cubicBezTo>
                    <a:pt x="30175" y="1021"/>
                    <a:pt x="30900" y="1015"/>
                    <a:pt x="31623" y="1001"/>
                  </a:cubicBezTo>
                  <a:cubicBezTo>
                    <a:pt x="32257" y="1835"/>
                    <a:pt x="32924" y="2669"/>
                    <a:pt x="33558" y="3503"/>
                  </a:cubicBezTo>
                  <a:cubicBezTo>
                    <a:pt x="28487" y="3770"/>
                    <a:pt x="23451" y="4036"/>
                    <a:pt x="18347" y="4036"/>
                  </a:cubicBezTo>
                  <a:cubicBezTo>
                    <a:pt x="13177" y="4003"/>
                    <a:pt x="8040" y="3703"/>
                    <a:pt x="2869" y="3536"/>
                  </a:cubicBezTo>
                  <a:cubicBezTo>
                    <a:pt x="2135" y="2602"/>
                    <a:pt x="1368" y="1701"/>
                    <a:pt x="534" y="867"/>
                  </a:cubicBezTo>
                  <a:cubicBezTo>
                    <a:pt x="501" y="834"/>
                    <a:pt x="467" y="801"/>
                    <a:pt x="434" y="801"/>
                  </a:cubicBezTo>
                  <a:cubicBezTo>
                    <a:pt x="434" y="767"/>
                    <a:pt x="467" y="734"/>
                    <a:pt x="467" y="701"/>
                  </a:cubicBezTo>
                  <a:close/>
                  <a:moveTo>
                    <a:pt x="3003" y="3703"/>
                  </a:moveTo>
                  <a:lnTo>
                    <a:pt x="3003" y="3703"/>
                  </a:lnTo>
                  <a:cubicBezTo>
                    <a:pt x="8106" y="4270"/>
                    <a:pt x="13243" y="4370"/>
                    <a:pt x="18347" y="4370"/>
                  </a:cubicBezTo>
                  <a:cubicBezTo>
                    <a:pt x="18845" y="4373"/>
                    <a:pt x="19343" y="4375"/>
                    <a:pt x="19840" y="4375"/>
                  </a:cubicBezTo>
                  <a:cubicBezTo>
                    <a:pt x="24513" y="4375"/>
                    <a:pt x="29182" y="4228"/>
                    <a:pt x="33825" y="3836"/>
                  </a:cubicBezTo>
                  <a:cubicBezTo>
                    <a:pt x="33858" y="3870"/>
                    <a:pt x="33925" y="3936"/>
                    <a:pt x="33958" y="3970"/>
                  </a:cubicBezTo>
                  <a:cubicBezTo>
                    <a:pt x="34625" y="4837"/>
                    <a:pt x="35526" y="5638"/>
                    <a:pt x="35759" y="6605"/>
                  </a:cubicBezTo>
                  <a:cubicBezTo>
                    <a:pt x="25752" y="6672"/>
                    <a:pt x="15712" y="6738"/>
                    <a:pt x="5705" y="7272"/>
                  </a:cubicBezTo>
                  <a:cubicBezTo>
                    <a:pt x="5638" y="6338"/>
                    <a:pt x="4437" y="5371"/>
                    <a:pt x="3903" y="4770"/>
                  </a:cubicBezTo>
                  <a:cubicBezTo>
                    <a:pt x="3603" y="4403"/>
                    <a:pt x="3303" y="4070"/>
                    <a:pt x="3003" y="3703"/>
                  </a:cubicBezTo>
                  <a:close/>
                  <a:moveTo>
                    <a:pt x="35793" y="6938"/>
                  </a:moveTo>
                  <a:lnTo>
                    <a:pt x="35793" y="6938"/>
                  </a:lnTo>
                  <a:cubicBezTo>
                    <a:pt x="35826" y="7372"/>
                    <a:pt x="35759" y="7806"/>
                    <a:pt x="35459" y="8306"/>
                  </a:cubicBezTo>
                  <a:cubicBezTo>
                    <a:pt x="34992" y="9073"/>
                    <a:pt x="34392" y="9774"/>
                    <a:pt x="33791" y="10474"/>
                  </a:cubicBezTo>
                  <a:cubicBezTo>
                    <a:pt x="33758" y="10474"/>
                    <a:pt x="33758" y="10441"/>
                    <a:pt x="33725" y="10441"/>
                  </a:cubicBezTo>
                  <a:cubicBezTo>
                    <a:pt x="26505" y="10798"/>
                    <a:pt x="19286" y="10849"/>
                    <a:pt x="12054" y="10849"/>
                  </a:cubicBezTo>
                  <a:cubicBezTo>
                    <a:pt x="9161" y="10849"/>
                    <a:pt x="6267" y="10841"/>
                    <a:pt x="3370" y="10841"/>
                  </a:cubicBezTo>
                  <a:cubicBezTo>
                    <a:pt x="3503" y="10708"/>
                    <a:pt x="3603" y="10541"/>
                    <a:pt x="3736" y="10374"/>
                  </a:cubicBezTo>
                  <a:cubicBezTo>
                    <a:pt x="4304" y="9640"/>
                    <a:pt x="5571" y="8506"/>
                    <a:pt x="5705" y="7506"/>
                  </a:cubicBezTo>
                  <a:cubicBezTo>
                    <a:pt x="15745" y="7439"/>
                    <a:pt x="25786" y="7072"/>
                    <a:pt x="35793" y="6938"/>
                  </a:cubicBezTo>
                  <a:close/>
                  <a:moveTo>
                    <a:pt x="33491" y="10841"/>
                  </a:moveTo>
                  <a:lnTo>
                    <a:pt x="33491" y="10841"/>
                  </a:lnTo>
                  <a:cubicBezTo>
                    <a:pt x="33324" y="11008"/>
                    <a:pt x="33157" y="11208"/>
                    <a:pt x="33024" y="11408"/>
                  </a:cubicBezTo>
                  <a:cubicBezTo>
                    <a:pt x="32357" y="12276"/>
                    <a:pt x="31690" y="13143"/>
                    <a:pt x="31023" y="14010"/>
                  </a:cubicBezTo>
                  <a:cubicBezTo>
                    <a:pt x="30313" y="13962"/>
                    <a:pt x="29599" y="13945"/>
                    <a:pt x="28882" y="13945"/>
                  </a:cubicBezTo>
                  <a:cubicBezTo>
                    <a:pt x="27103" y="13945"/>
                    <a:pt x="25310" y="14053"/>
                    <a:pt x="23551" y="14077"/>
                  </a:cubicBezTo>
                  <a:lnTo>
                    <a:pt x="15878" y="14177"/>
                  </a:lnTo>
                  <a:cubicBezTo>
                    <a:pt x="10808" y="14244"/>
                    <a:pt x="5738" y="14177"/>
                    <a:pt x="701" y="14477"/>
                  </a:cubicBezTo>
                  <a:lnTo>
                    <a:pt x="668" y="14444"/>
                  </a:lnTo>
                  <a:cubicBezTo>
                    <a:pt x="701" y="14444"/>
                    <a:pt x="701" y="14410"/>
                    <a:pt x="734" y="14410"/>
                  </a:cubicBezTo>
                  <a:cubicBezTo>
                    <a:pt x="734" y="14377"/>
                    <a:pt x="768" y="14377"/>
                    <a:pt x="768" y="14377"/>
                  </a:cubicBezTo>
                  <a:cubicBezTo>
                    <a:pt x="812" y="14377"/>
                    <a:pt x="842" y="14392"/>
                    <a:pt x="876" y="14392"/>
                  </a:cubicBezTo>
                  <a:cubicBezTo>
                    <a:pt x="894" y="14392"/>
                    <a:pt x="912" y="14388"/>
                    <a:pt x="934" y="14377"/>
                  </a:cubicBezTo>
                  <a:cubicBezTo>
                    <a:pt x="968" y="14377"/>
                    <a:pt x="1001" y="14344"/>
                    <a:pt x="1035" y="14344"/>
                  </a:cubicBezTo>
                  <a:cubicBezTo>
                    <a:pt x="1101" y="14310"/>
                    <a:pt x="1168" y="14244"/>
                    <a:pt x="1135" y="14177"/>
                  </a:cubicBezTo>
                  <a:cubicBezTo>
                    <a:pt x="968" y="13743"/>
                    <a:pt x="1868" y="12809"/>
                    <a:pt x="2169" y="12442"/>
                  </a:cubicBezTo>
                  <a:cubicBezTo>
                    <a:pt x="2536" y="11975"/>
                    <a:pt x="2903" y="11475"/>
                    <a:pt x="3269" y="11008"/>
                  </a:cubicBezTo>
                  <a:cubicBezTo>
                    <a:pt x="3269" y="11041"/>
                    <a:pt x="3303" y="11075"/>
                    <a:pt x="3370" y="11075"/>
                  </a:cubicBezTo>
                  <a:cubicBezTo>
                    <a:pt x="7118" y="11287"/>
                    <a:pt x="10880" y="11373"/>
                    <a:pt x="14646" y="11373"/>
                  </a:cubicBezTo>
                  <a:cubicBezTo>
                    <a:pt x="20934" y="11373"/>
                    <a:pt x="27232" y="11133"/>
                    <a:pt x="33491" y="10841"/>
                  </a:cubicBezTo>
                  <a:close/>
                  <a:moveTo>
                    <a:pt x="801" y="0"/>
                  </a:moveTo>
                  <a:cubicBezTo>
                    <a:pt x="768" y="0"/>
                    <a:pt x="701" y="0"/>
                    <a:pt x="668" y="34"/>
                  </a:cubicBezTo>
                  <a:cubicBezTo>
                    <a:pt x="601" y="34"/>
                    <a:pt x="534" y="34"/>
                    <a:pt x="534" y="100"/>
                  </a:cubicBezTo>
                  <a:cubicBezTo>
                    <a:pt x="334" y="234"/>
                    <a:pt x="201" y="567"/>
                    <a:pt x="234" y="834"/>
                  </a:cubicBezTo>
                  <a:cubicBezTo>
                    <a:pt x="101" y="901"/>
                    <a:pt x="0" y="1034"/>
                    <a:pt x="101" y="1201"/>
                  </a:cubicBezTo>
                  <a:cubicBezTo>
                    <a:pt x="868" y="2235"/>
                    <a:pt x="1802" y="3236"/>
                    <a:pt x="2636" y="4237"/>
                  </a:cubicBezTo>
                  <a:cubicBezTo>
                    <a:pt x="3136" y="4804"/>
                    <a:pt x="3703" y="5371"/>
                    <a:pt x="4137" y="6004"/>
                  </a:cubicBezTo>
                  <a:cubicBezTo>
                    <a:pt x="4470" y="6405"/>
                    <a:pt x="5037" y="7172"/>
                    <a:pt x="4971" y="7706"/>
                  </a:cubicBezTo>
                  <a:cubicBezTo>
                    <a:pt x="4937" y="8006"/>
                    <a:pt x="4470" y="8373"/>
                    <a:pt x="4304" y="8606"/>
                  </a:cubicBezTo>
                  <a:cubicBezTo>
                    <a:pt x="3436" y="9807"/>
                    <a:pt x="2536" y="10975"/>
                    <a:pt x="1635" y="12142"/>
                  </a:cubicBezTo>
                  <a:cubicBezTo>
                    <a:pt x="1268" y="12643"/>
                    <a:pt x="601" y="13243"/>
                    <a:pt x="568" y="13910"/>
                  </a:cubicBezTo>
                  <a:cubicBezTo>
                    <a:pt x="367" y="14010"/>
                    <a:pt x="234" y="14244"/>
                    <a:pt x="167" y="14410"/>
                  </a:cubicBezTo>
                  <a:cubicBezTo>
                    <a:pt x="101" y="14544"/>
                    <a:pt x="201" y="14677"/>
                    <a:pt x="301" y="14711"/>
                  </a:cubicBezTo>
                  <a:cubicBezTo>
                    <a:pt x="334" y="14777"/>
                    <a:pt x="401" y="14844"/>
                    <a:pt x="501" y="14844"/>
                  </a:cubicBezTo>
                  <a:lnTo>
                    <a:pt x="634" y="14844"/>
                  </a:lnTo>
                  <a:cubicBezTo>
                    <a:pt x="668" y="14844"/>
                    <a:pt x="668" y="14877"/>
                    <a:pt x="701" y="14877"/>
                  </a:cubicBezTo>
                  <a:cubicBezTo>
                    <a:pt x="711" y="14887"/>
                    <a:pt x="723" y="14891"/>
                    <a:pt x="738" y="14891"/>
                  </a:cubicBezTo>
                  <a:cubicBezTo>
                    <a:pt x="773" y="14891"/>
                    <a:pt x="821" y="14868"/>
                    <a:pt x="868" y="14844"/>
                  </a:cubicBezTo>
                  <a:cubicBezTo>
                    <a:pt x="2296" y="14892"/>
                    <a:pt x="3729" y="14910"/>
                    <a:pt x="5166" y="14910"/>
                  </a:cubicBezTo>
                  <a:cubicBezTo>
                    <a:pt x="8729" y="14910"/>
                    <a:pt x="12312" y="14801"/>
                    <a:pt x="15878" y="14777"/>
                  </a:cubicBezTo>
                  <a:lnTo>
                    <a:pt x="23551" y="14677"/>
                  </a:lnTo>
                  <a:cubicBezTo>
                    <a:pt x="23859" y="14673"/>
                    <a:pt x="24169" y="14672"/>
                    <a:pt x="24481" y="14672"/>
                  </a:cubicBezTo>
                  <a:cubicBezTo>
                    <a:pt x="25414" y="14672"/>
                    <a:pt x="26359" y="14686"/>
                    <a:pt x="27303" y="14686"/>
                  </a:cubicBezTo>
                  <a:cubicBezTo>
                    <a:pt x="28563" y="14686"/>
                    <a:pt x="29822" y="14661"/>
                    <a:pt x="31056" y="14544"/>
                  </a:cubicBezTo>
                  <a:lnTo>
                    <a:pt x="31256" y="14544"/>
                  </a:lnTo>
                  <a:cubicBezTo>
                    <a:pt x="31423" y="14511"/>
                    <a:pt x="31490" y="14344"/>
                    <a:pt x="31456" y="14210"/>
                  </a:cubicBezTo>
                  <a:cubicBezTo>
                    <a:pt x="32490" y="12976"/>
                    <a:pt x="33491" y="11742"/>
                    <a:pt x="34492" y="10474"/>
                  </a:cubicBezTo>
                  <a:cubicBezTo>
                    <a:pt x="35025" y="9841"/>
                    <a:pt x="35526" y="9207"/>
                    <a:pt x="36026" y="8540"/>
                  </a:cubicBezTo>
                  <a:cubicBezTo>
                    <a:pt x="36326" y="8173"/>
                    <a:pt x="36860" y="7672"/>
                    <a:pt x="36893" y="7139"/>
                  </a:cubicBezTo>
                  <a:cubicBezTo>
                    <a:pt x="36927" y="6271"/>
                    <a:pt x="35793" y="5304"/>
                    <a:pt x="35292" y="4704"/>
                  </a:cubicBezTo>
                  <a:cubicBezTo>
                    <a:pt x="34292" y="3403"/>
                    <a:pt x="33258" y="2035"/>
                    <a:pt x="32257" y="734"/>
                  </a:cubicBezTo>
                  <a:cubicBezTo>
                    <a:pt x="32257" y="634"/>
                    <a:pt x="32190" y="667"/>
                    <a:pt x="32023" y="400"/>
                  </a:cubicBezTo>
                  <a:lnTo>
                    <a:pt x="31990" y="400"/>
                  </a:lnTo>
                  <a:cubicBezTo>
                    <a:pt x="31923" y="333"/>
                    <a:pt x="31850" y="304"/>
                    <a:pt x="31780" y="304"/>
                  </a:cubicBezTo>
                  <a:cubicBezTo>
                    <a:pt x="31678" y="304"/>
                    <a:pt x="31583" y="368"/>
                    <a:pt x="31523" y="467"/>
                  </a:cubicBezTo>
                  <a:cubicBezTo>
                    <a:pt x="28308" y="233"/>
                    <a:pt x="25053" y="203"/>
                    <a:pt x="21800" y="203"/>
                  </a:cubicBezTo>
                  <a:cubicBezTo>
                    <a:pt x="20661" y="203"/>
                    <a:pt x="19521" y="206"/>
                    <a:pt x="18384" y="206"/>
                  </a:cubicBezTo>
                  <a:cubicBezTo>
                    <a:pt x="17681" y="206"/>
                    <a:pt x="16979" y="205"/>
                    <a:pt x="16279" y="200"/>
                  </a:cubicBezTo>
                  <a:cubicBezTo>
                    <a:pt x="12109" y="200"/>
                    <a:pt x="7973" y="200"/>
                    <a:pt x="3803" y="300"/>
                  </a:cubicBezTo>
                  <a:cubicBezTo>
                    <a:pt x="3370" y="200"/>
                    <a:pt x="2936" y="234"/>
                    <a:pt x="2502" y="200"/>
                  </a:cubicBezTo>
                  <a:cubicBezTo>
                    <a:pt x="2035" y="167"/>
                    <a:pt x="1535" y="134"/>
                    <a:pt x="1068" y="67"/>
                  </a:cubicBezTo>
                  <a:cubicBezTo>
                    <a:pt x="968" y="0"/>
                    <a:pt x="901" y="0"/>
                    <a:pt x="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1"/>
            <p:cNvSpPr/>
            <p:nvPr/>
          </p:nvSpPr>
          <p:spPr>
            <a:xfrm>
              <a:off x="3260866" y="4241862"/>
              <a:ext cx="602988" cy="72694"/>
            </a:xfrm>
            <a:custGeom>
              <a:rect b="b" l="l" r="r" t="t"/>
              <a:pathLst>
                <a:path extrusionOk="0" h="3913" w="32458">
                  <a:moveTo>
                    <a:pt x="32424" y="0"/>
                  </a:moveTo>
                  <a:lnTo>
                    <a:pt x="32424" y="0"/>
                  </a:lnTo>
                  <a:cubicBezTo>
                    <a:pt x="22417" y="134"/>
                    <a:pt x="12376" y="501"/>
                    <a:pt x="2336" y="568"/>
                  </a:cubicBezTo>
                  <a:cubicBezTo>
                    <a:pt x="2202" y="1568"/>
                    <a:pt x="935" y="2702"/>
                    <a:pt x="367" y="3436"/>
                  </a:cubicBezTo>
                  <a:cubicBezTo>
                    <a:pt x="234" y="3603"/>
                    <a:pt x="134" y="3770"/>
                    <a:pt x="1" y="3903"/>
                  </a:cubicBezTo>
                  <a:cubicBezTo>
                    <a:pt x="3043" y="3903"/>
                    <a:pt x="6082" y="3912"/>
                    <a:pt x="9119" y="3912"/>
                  </a:cubicBezTo>
                  <a:cubicBezTo>
                    <a:pt x="16205" y="3912"/>
                    <a:pt x="23280" y="3863"/>
                    <a:pt x="30356" y="3536"/>
                  </a:cubicBezTo>
                  <a:lnTo>
                    <a:pt x="30422" y="3536"/>
                  </a:lnTo>
                  <a:cubicBezTo>
                    <a:pt x="31023" y="2836"/>
                    <a:pt x="31623" y="2135"/>
                    <a:pt x="32090" y="1368"/>
                  </a:cubicBezTo>
                  <a:cubicBezTo>
                    <a:pt x="32357" y="868"/>
                    <a:pt x="32457" y="434"/>
                    <a:pt x="32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1"/>
            <p:cNvSpPr/>
            <p:nvPr/>
          </p:nvSpPr>
          <p:spPr>
            <a:xfrm>
              <a:off x="3254661" y="4181746"/>
              <a:ext cx="607949" cy="66340"/>
            </a:xfrm>
            <a:custGeom>
              <a:rect b="b" l="l" r="r" t="t"/>
              <a:pathLst>
                <a:path extrusionOk="0" h="3571" w="32725">
                  <a:moveTo>
                    <a:pt x="1" y="1"/>
                  </a:moveTo>
                  <a:cubicBezTo>
                    <a:pt x="268" y="368"/>
                    <a:pt x="568" y="701"/>
                    <a:pt x="868" y="1068"/>
                  </a:cubicBezTo>
                  <a:cubicBezTo>
                    <a:pt x="1402" y="1702"/>
                    <a:pt x="2603" y="2636"/>
                    <a:pt x="2670" y="3570"/>
                  </a:cubicBezTo>
                  <a:cubicBezTo>
                    <a:pt x="12677" y="3036"/>
                    <a:pt x="22717" y="2970"/>
                    <a:pt x="32724" y="2903"/>
                  </a:cubicBezTo>
                  <a:cubicBezTo>
                    <a:pt x="32457" y="1936"/>
                    <a:pt x="31590" y="1135"/>
                    <a:pt x="30923" y="268"/>
                  </a:cubicBezTo>
                  <a:cubicBezTo>
                    <a:pt x="30890" y="234"/>
                    <a:pt x="30823" y="168"/>
                    <a:pt x="30790" y="134"/>
                  </a:cubicBezTo>
                  <a:cubicBezTo>
                    <a:pt x="26147" y="526"/>
                    <a:pt x="21478" y="673"/>
                    <a:pt x="16805" y="673"/>
                  </a:cubicBezTo>
                  <a:cubicBezTo>
                    <a:pt x="16308" y="673"/>
                    <a:pt x="15810" y="671"/>
                    <a:pt x="15312" y="668"/>
                  </a:cubicBezTo>
                  <a:cubicBezTo>
                    <a:pt x="10208" y="668"/>
                    <a:pt x="5071" y="56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1"/>
            <p:cNvSpPr/>
            <p:nvPr/>
          </p:nvSpPr>
          <p:spPr>
            <a:xfrm>
              <a:off x="3210669" y="4314370"/>
              <a:ext cx="609806" cy="67566"/>
            </a:xfrm>
            <a:custGeom>
              <a:rect b="b" l="l" r="r" t="t"/>
              <a:pathLst>
                <a:path extrusionOk="0" h="3637" w="32825">
                  <a:moveTo>
                    <a:pt x="32824" y="0"/>
                  </a:moveTo>
                  <a:cubicBezTo>
                    <a:pt x="26565" y="292"/>
                    <a:pt x="20267" y="532"/>
                    <a:pt x="13979" y="532"/>
                  </a:cubicBezTo>
                  <a:cubicBezTo>
                    <a:pt x="10213" y="532"/>
                    <a:pt x="6451" y="446"/>
                    <a:pt x="2703" y="234"/>
                  </a:cubicBezTo>
                  <a:cubicBezTo>
                    <a:pt x="2636" y="234"/>
                    <a:pt x="2602" y="200"/>
                    <a:pt x="2602" y="167"/>
                  </a:cubicBezTo>
                  <a:lnTo>
                    <a:pt x="1468" y="1601"/>
                  </a:lnTo>
                  <a:cubicBezTo>
                    <a:pt x="1201" y="1968"/>
                    <a:pt x="301" y="2902"/>
                    <a:pt x="468" y="3336"/>
                  </a:cubicBezTo>
                  <a:cubicBezTo>
                    <a:pt x="468" y="3403"/>
                    <a:pt x="434" y="3469"/>
                    <a:pt x="368" y="3503"/>
                  </a:cubicBezTo>
                  <a:cubicBezTo>
                    <a:pt x="334" y="3503"/>
                    <a:pt x="267" y="3536"/>
                    <a:pt x="234" y="3536"/>
                  </a:cubicBezTo>
                  <a:cubicBezTo>
                    <a:pt x="223" y="3547"/>
                    <a:pt x="208" y="3551"/>
                    <a:pt x="192" y="3551"/>
                  </a:cubicBezTo>
                  <a:cubicBezTo>
                    <a:pt x="160" y="3551"/>
                    <a:pt x="123" y="3536"/>
                    <a:pt x="101" y="3536"/>
                  </a:cubicBezTo>
                  <a:cubicBezTo>
                    <a:pt x="67" y="3536"/>
                    <a:pt x="67" y="3536"/>
                    <a:pt x="34" y="3569"/>
                  </a:cubicBezTo>
                  <a:cubicBezTo>
                    <a:pt x="34" y="3569"/>
                    <a:pt x="34" y="3603"/>
                    <a:pt x="1" y="3603"/>
                  </a:cubicBezTo>
                  <a:lnTo>
                    <a:pt x="1" y="3636"/>
                  </a:lnTo>
                  <a:cubicBezTo>
                    <a:pt x="5071" y="3336"/>
                    <a:pt x="10141" y="3403"/>
                    <a:pt x="15178" y="3336"/>
                  </a:cubicBezTo>
                  <a:lnTo>
                    <a:pt x="22884" y="3236"/>
                  </a:lnTo>
                  <a:cubicBezTo>
                    <a:pt x="24643" y="3212"/>
                    <a:pt x="26436" y="3104"/>
                    <a:pt x="28215" y="3104"/>
                  </a:cubicBezTo>
                  <a:cubicBezTo>
                    <a:pt x="28932" y="3104"/>
                    <a:pt x="29646" y="3121"/>
                    <a:pt x="30356" y="3169"/>
                  </a:cubicBezTo>
                  <a:cubicBezTo>
                    <a:pt x="31023" y="2302"/>
                    <a:pt x="31657" y="1435"/>
                    <a:pt x="32357" y="567"/>
                  </a:cubicBezTo>
                  <a:cubicBezTo>
                    <a:pt x="32490" y="367"/>
                    <a:pt x="32657" y="167"/>
                    <a:pt x="32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1"/>
            <p:cNvSpPr/>
            <p:nvPr/>
          </p:nvSpPr>
          <p:spPr>
            <a:xfrm>
              <a:off x="3206341" y="4126607"/>
              <a:ext cx="615361" cy="61361"/>
            </a:xfrm>
            <a:custGeom>
              <a:rect b="b" l="l" r="r" t="t"/>
              <a:pathLst>
                <a:path extrusionOk="0" h="3303" w="33124">
                  <a:moveTo>
                    <a:pt x="33" y="0"/>
                  </a:moveTo>
                  <a:cubicBezTo>
                    <a:pt x="33" y="0"/>
                    <a:pt x="0" y="33"/>
                    <a:pt x="0" y="67"/>
                  </a:cubicBezTo>
                  <a:cubicBezTo>
                    <a:pt x="33" y="100"/>
                    <a:pt x="67" y="100"/>
                    <a:pt x="100" y="133"/>
                  </a:cubicBezTo>
                  <a:cubicBezTo>
                    <a:pt x="934" y="967"/>
                    <a:pt x="1701" y="1868"/>
                    <a:pt x="2435" y="2802"/>
                  </a:cubicBezTo>
                  <a:cubicBezTo>
                    <a:pt x="7606" y="2969"/>
                    <a:pt x="12743" y="3302"/>
                    <a:pt x="17913" y="3302"/>
                  </a:cubicBezTo>
                  <a:cubicBezTo>
                    <a:pt x="23017" y="3302"/>
                    <a:pt x="28053" y="3036"/>
                    <a:pt x="33124" y="2769"/>
                  </a:cubicBezTo>
                  <a:cubicBezTo>
                    <a:pt x="32490" y="1935"/>
                    <a:pt x="31823" y="1101"/>
                    <a:pt x="31189" y="267"/>
                  </a:cubicBezTo>
                  <a:cubicBezTo>
                    <a:pt x="30466" y="281"/>
                    <a:pt x="29741" y="287"/>
                    <a:pt x="29015" y="287"/>
                  </a:cubicBezTo>
                  <a:cubicBezTo>
                    <a:pt x="24621" y="287"/>
                    <a:pt x="20192" y="62"/>
                    <a:pt x="15811" y="33"/>
                  </a:cubicBezTo>
                  <a:cubicBezTo>
                    <a:pt x="10574" y="0"/>
                    <a:pt x="5304" y="0"/>
                    <a:pt x="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121"/>
          <p:cNvGrpSpPr/>
          <p:nvPr/>
        </p:nvGrpSpPr>
        <p:grpSpPr>
          <a:xfrm>
            <a:off x="3588491" y="2124570"/>
            <a:ext cx="521948" cy="523739"/>
            <a:chOff x="3643841" y="2035283"/>
            <a:chExt cx="449297" cy="450839"/>
          </a:xfrm>
        </p:grpSpPr>
        <p:sp>
          <p:nvSpPr>
            <p:cNvPr id="6541" name="Google Shape;6541;p121"/>
            <p:cNvSpPr/>
            <p:nvPr/>
          </p:nvSpPr>
          <p:spPr>
            <a:xfrm>
              <a:off x="3862591" y="2255129"/>
              <a:ext cx="86144" cy="123949"/>
            </a:xfrm>
            <a:custGeom>
              <a:rect b="b" l="l" r="r" t="t"/>
              <a:pathLst>
                <a:path extrusionOk="0" h="6672" w="4637">
                  <a:moveTo>
                    <a:pt x="4370" y="0"/>
                  </a:moveTo>
                  <a:cubicBezTo>
                    <a:pt x="3636" y="34"/>
                    <a:pt x="2902" y="34"/>
                    <a:pt x="2202" y="67"/>
                  </a:cubicBezTo>
                  <a:lnTo>
                    <a:pt x="2202" y="100"/>
                  </a:lnTo>
                  <a:cubicBezTo>
                    <a:pt x="2269" y="100"/>
                    <a:pt x="2369" y="167"/>
                    <a:pt x="2335" y="234"/>
                  </a:cubicBezTo>
                  <a:cubicBezTo>
                    <a:pt x="1902" y="1335"/>
                    <a:pt x="1435" y="2369"/>
                    <a:pt x="1034" y="3469"/>
                  </a:cubicBezTo>
                  <a:cubicBezTo>
                    <a:pt x="634" y="4503"/>
                    <a:pt x="301" y="5571"/>
                    <a:pt x="0" y="6672"/>
                  </a:cubicBezTo>
                  <a:cubicBezTo>
                    <a:pt x="801" y="5638"/>
                    <a:pt x="1601" y="4570"/>
                    <a:pt x="2369" y="3469"/>
                  </a:cubicBezTo>
                  <a:cubicBezTo>
                    <a:pt x="3136" y="2369"/>
                    <a:pt x="3836" y="1201"/>
                    <a:pt x="4637" y="100"/>
                  </a:cubicBezTo>
                  <a:cubicBezTo>
                    <a:pt x="4537" y="67"/>
                    <a:pt x="4437" y="34"/>
                    <a:pt x="4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1"/>
            <p:cNvSpPr/>
            <p:nvPr/>
          </p:nvSpPr>
          <p:spPr>
            <a:xfrm>
              <a:off x="3835319" y="2256355"/>
              <a:ext cx="68179" cy="116537"/>
            </a:xfrm>
            <a:custGeom>
              <a:rect b="b" l="l" r="r" t="t"/>
              <a:pathLst>
                <a:path extrusionOk="0" h="6273" w="3670">
                  <a:moveTo>
                    <a:pt x="3670" y="1"/>
                  </a:moveTo>
                  <a:cubicBezTo>
                    <a:pt x="2436" y="1"/>
                    <a:pt x="1235" y="34"/>
                    <a:pt x="1" y="68"/>
                  </a:cubicBezTo>
                  <a:cubicBezTo>
                    <a:pt x="468" y="1102"/>
                    <a:pt x="668" y="2303"/>
                    <a:pt x="901" y="3403"/>
                  </a:cubicBezTo>
                  <a:cubicBezTo>
                    <a:pt x="1101" y="4337"/>
                    <a:pt x="1302" y="5305"/>
                    <a:pt x="1402" y="6272"/>
                  </a:cubicBezTo>
                  <a:cubicBezTo>
                    <a:pt x="1902" y="4171"/>
                    <a:pt x="2536" y="1969"/>
                    <a:pt x="3570" y="68"/>
                  </a:cubicBezTo>
                  <a:cubicBezTo>
                    <a:pt x="3570" y="34"/>
                    <a:pt x="3637" y="34"/>
                    <a:pt x="3670" y="34"/>
                  </a:cubicBezTo>
                  <a:lnTo>
                    <a:pt x="36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1"/>
            <p:cNvSpPr/>
            <p:nvPr/>
          </p:nvSpPr>
          <p:spPr>
            <a:xfrm>
              <a:off x="3900396" y="2200585"/>
              <a:ext cx="55788" cy="52073"/>
            </a:xfrm>
            <a:custGeom>
              <a:rect b="b" l="l" r="r" t="t"/>
              <a:pathLst>
                <a:path extrusionOk="0" h="2803" w="3003">
                  <a:moveTo>
                    <a:pt x="1801" y="1"/>
                  </a:moveTo>
                  <a:cubicBezTo>
                    <a:pt x="1201" y="901"/>
                    <a:pt x="601" y="1802"/>
                    <a:pt x="0" y="2703"/>
                  </a:cubicBezTo>
                  <a:lnTo>
                    <a:pt x="2002" y="2669"/>
                  </a:lnTo>
                  <a:lnTo>
                    <a:pt x="2469" y="2669"/>
                  </a:lnTo>
                  <a:cubicBezTo>
                    <a:pt x="2569" y="2669"/>
                    <a:pt x="2635" y="2736"/>
                    <a:pt x="2602" y="2803"/>
                  </a:cubicBezTo>
                  <a:lnTo>
                    <a:pt x="2635" y="2803"/>
                  </a:lnTo>
                  <a:cubicBezTo>
                    <a:pt x="2769" y="2803"/>
                    <a:pt x="2869" y="2736"/>
                    <a:pt x="3002" y="2703"/>
                  </a:cubicBezTo>
                  <a:cubicBezTo>
                    <a:pt x="2502" y="1869"/>
                    <a:pt x="2202" y="901"/>
                    <a:pt x="1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1"/>
            <p:cNvSpPr/>
            <p:nvPr/>
          </p:nvSpPr>
          <p:spPr>
            <a:xfrm>
              <a:off x="3866919" y="2195012"/>
              <a:ext cx="65096" cy="50215"/>
            </a:xfrm>
            <a:custGeom>
              <a:rect b="b" l="l" r="r" t="t"/>
              <a:pathLst>
                <a:path extrusionOk="0" h="2703" w="3504">
                  <a:moveTo>
                    <a:pt x="3503" y="1"/>
                  </a:moveTo>
                  <a:lnTo>
                    <a:pt x="3503" y="1"/>
                  </a:lnTo>
                  <a:cubicBezTo>
                    <a:pt x="2936" y="84"/>
                    <a:pt x="2353" y="109"/>
                    <a:pt x="1765" y="109"/>
                  </a:cubicBezTo>
                  <a:cubicBezTo>
                    <a:pt x="1177" y="109"/>
                    <a:pt x="585" y="84"/>
                    <a:pt x="1" y="67"/>
                  </a:cubicBezTo>
                  <a:lnTo>
                    <a:pt x="1" y="67"/>
                  </a:lnTo>
                  <a:cubicBezTo>
                    <a:pt x="668" y="868"/>
                    <a:pt x="1202" y="1769"/>
                    <a:pt x="1635" y="2703"/>
                  </a:cubicBezTo>
                  <a:cubicBezTo>
                    <a:pt x="2269" y="1802"/>
                    <a:pt x="2870" y="901"/>
                    <a:pt x="35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1"/>
            <p:cNvSpPr/>
            <p:nvPr/>
          </p:nvSpPr>
          <p:spPr>
            <a:xfrm>
              <a:off x="3827256" y="2198727"/>
              <a:ext cx="66953" cy="53317"/>
            </a:xfrm>
            <a:custGeom>
              <a:rect b="b" l="l" r="r" t="t"/>
              <a:pathLst>
                <a:path extrusionOk="0" h="2870" w="3604">
                  <a:moveTo>
                    <a:pt x="1902" y="1"/>
                  </a:moveTo>
                  <a:cubicBezTo>
                    <a:pt x="1269" y="901"/>
                    <a:pt x="635" y="1869"/>
                    <a:pt x="68" y="2836"/>
                  </a:cubicBezTo>
                  <a:cubicBezTo>
                    <a:pt x="34" y="2836"/>
                    <a:pt x="34" y="2836"/>
                    <a:pt x="1" y="2869"/>
                  </a:cubicBezTo>
                  <a:cubicBezTo>
                    <a:pt x="1202" y="2836"/>
                    <a:pt x="2403" y="2836"/>
                    <a:pt x="3604" y="2803"/>
                  </a:cubicBezTo>
                  <a:cubicBezTo>
                    <a:pt x="3137" y="1802"/>
                    <a:pt x="2569" y="868"/>
                    <a:pt x="1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1"/>
            <p:cNvSpPr/>
            <p:nvPr/>
          </p:nvSpPr>
          <p:spPr>
            <a:xfrm>
              <a:off x="3797514" y="2191909"/>
              <a:ext cx="60748" cy="52704"/>
            </a:xfrm>
            <a:custGeom>
              <a:rect b="b" l="l" r="r" t="t"/>
              <a:pathLst>
                <a:path extrusionOk="0" h="2837" w="3270">
                  <a:moveTo>
                    <a:pt x="1" y="1"/>
                  </a:moveTo>
                  <a:lnTo>
                    <a:pt x="1" y="1"/>
                  </a:lnTo>
                  <a:cubicBezTo>
                    <a:pt x="168" y="234"/>
                    <a:pt x="301" y="568"/>
                    <a:pt x="368" y="735"/>
                  </a:cubicBezTo>
                  <a:cubicBezTo>
                    <a:pt x="768" y="1435"/>
                    <a:pt x="1168" y="2136"/>
                    <a:pt x="1535" y="2836"/>
                  </a:cubicBezTo>
                  <a:cubicBezTo>
                    <a:pt x="2102" y="1936"/>
                    <a:pt x="2669" y="1068"/>
                    <a:pt x="3270" y="201"/>
                  </a:cubicBezTo>
                  <a:cubicBezTo>
                    <a:pt x="2169" y="201"/>
                    <a:pt x="1068" y="13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1"/>
            <p:cNvSpPr/>
            <p:nvPr/>
          </p:nvSpPr>
          <p:spPr>
            <a:xfrm>
              <a:off x="3757238" y="2194603"/>
              <a:ext cx="67566" cy="59299"/>
            </a:xfrm>
            <a:custGeom>
              <a:rect b="b" l="l" r="r" t="t"/>
              <a:pathLst>
                <a:path extrusionOk="0" h="3192" w="3637">
                  <a:moveTo>
                    <a:pt x="1776" y="0"/>
                  </a:moveTo>
                  <a:cubicBezTo>
                    <a:pt x="1742" y="0"/>
                    <a:pt x="1707" y="7"/>
                    <a:pt x="1668" y="23"/>
                  </a:cubicBezTo>
                  <a:cubicBezTo>
                    <a:pt x="1468" y="123"/>
                    <a:pt x="1235" y="590"/>
                    <a:pt x="1101" y="790"/>
                  </a:cubicBezTo>
                  <a:cubicBezTo>
                    <a:pt x="968" y="1023"/>
                    <a:pt x="835" y="1257"/>
                    <a:pt x="701" y="1490"/>
                  </a:cubicBezTo>
                  <a:cubicBezTo>
                    <a:pt x="434" y="1991"/>
                    <a:pt x="234" y="2558"/>
                    <a:pt x="67" y="3125"/>
                  </a:cubicBezTo>
                  <a:cubicBezTo>
                    <a:pt x="34" y="3158"/>
                    <a:pt x="1" y="3192"/>
                    <a:pt x="1" y="3192"/>
                  </a:cubicBezTo>
                  <a:cubicBezTo>
                    <a:pt x="1201" y="3158"/>
                    <a:pt x="2436" y="3125"/>
                    <a:pt x="3637" y="3091"/>
                  </a:cubicBezTo>
                  <a:cubicBezTo>
                    <a:pt x="3603" y="3058"/>
                    <a:pt x="3603" y="3058"/>
                    <a:pt x="3570" y="3025"/>
                  </a:cubicBezTo>
                  <a:cubicBezTo>
                    <a:pt x="3303" y="2491"/>
                    <a:pt x="3003" y="1957"/>
                    <a:pt x="2703" y="1424"/>
                  </a:cubicBezTo>
                  <a:cubicBezTo>
                    <a:pt x="2569" y="1157"/>
                    <a:pt x="2402" y="890"/>
                    <a:pt x="2269" y="623"/>
                  </a:cubicBezTo>
                  <a:cubicBezTo>
                    <a:pt x="2151" y="416"/>
                    <a:pt x="2033" y="0"/>
                    <a:pt x="1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1"/>
            <p:cNvSpPr/>
            <p:nvPr/>
          </p:nvSpPr>
          <p:spPr>
            <a:xfrm>
              <a:off x="3762198" y="2257600"/>
              <a:ext cx="97309" cy="126438"/>
            </a:xfrm>
            <a:custGeom>
              <a:rect b="b" l="l" r="r" t="t"/>
              <a:pathLst>
                <a:path extrusionOk="0" h="6806" w="5238">
                  <a:moveTo>
                    <a:pt x="0" y="1"/>
                  </a:moveTo>
                  <a:cubicBezTo>
                    <a:pt x="467" y="401"/>
                    <a:pt x="834" y="935"/>
                    <a:pt x="1235" y="1368"/>
                  </a:cubicBezTo>
                  <a:cubicBezTo>
                    <a:pt x="1702" y="1935"/>
                    <a:pt x="2169" y="2502"/>
                    <a:pt x="2602" y="3103"/>
                  </a:cubicBezTo>
                  <a:cubicBezTo>
                    <a:pt x="3536" y="4304"/>
                    <a:pt x="4404" y="5538"/>
                    <a:pt x="5204" y="6806"/>
                  </a:cubicBezTo>
                  <a:lnTo>
                    <a:pt x="5238" y="6806"/>
                  </a:lnTo>
                  <a:cubicBezTo>
                    <a:pt x="5004" y="5671"/>
                    <a:pt x="4837" y="4537"/>
                    <a:pt x="4604" y="3403"/>
                  </a:cubicBezTo>
                  <a:cubicBezTo>
                    <a:pt x="4337" y="2236"/>
                    <a:pt x="3903" y="1135"/>
                    <a:pt x="3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1"/>
            <p:cNvSpPr/>
            <p:nvPr/>
          </p:nvSpPr>
          <p:spPr>
            <a:xfrm>
              <a:off x="4009446" y="2192541"/>
              <a:ext cx="83692" cy="270191"/>
            </a:xfrm>
            <a:custGeom>
              <a:rect b="b" l="l" r="r" t="t"/>
              <a:pathLst>
                <a:path extrusionOk="0" h="14544" w="4505">
                  <a:moveTo>
                    <a:pt x="4271" y="0"/>
                  </a:moveTo>
                  <a:lnTo>
                    <a:pt x="3937" y="100"/>
                  </a:lnTo>
                  <a:cubicBezTo>
                    <a:pt x="2603" y="2168"/>
                    <a:pt x="1335" y="4337"/>
                    <a:pt x="68" y="6438"/>
                  </a:cubicBezTo>
                  <a:cubicBezTo>
                    <a:pt x="1" y="6538"/>
                    <a:pt x="1" y="6638"/>
                    <a:pt x="68" y="6705"/>
                  </a:cubicBezTo>
                  <a:cubicBezTo>
                    <a:pt x="68" y="6738"/>
                    <a:pt x="68" y="6738"/>
                    <a:pt x="68" y="6738"/>
                  </a:cubicBezTo>
                  <a:cubicBezTo>
                    <a:pt x="68" y="9307"/>
                    <a:pt x="68" y="11909"/>
                    <a:pt x="168" y="14477"/>
                  </a:cubicBezTo>
                  <a:lnTo>
                    <a:pt x="601" y="14544"/>
                  </a:lnTo>
                  <a:cubicBezTo>
                    <a:pt x="935" y="12009"/>
                    <a:pt x="902" y="9240"/>
                    <a:pt x="568" y="6738"/>
                  </a:cubicBezTo>
                  <a:cubicBezTo>
                    <a:pt x="568" y="6705"/>
                    <a:pt x="568" y="6672"/>
                    <a:pt x="568" y="6672"/>
                  </a:cubicBezTo>
                  <a:cubicBezTo>
                    <a:pt x="2002" y="4737"/>
                    <a:pt x="3403" y="2569"/>
                    <a:pt x="4437" y="367"/>
                  </a:cubicBezTo>
                  <a:cubicBezTo>
                    <a:pt x="4504" y="200"/>
                    <a:pt x="4404" y="34"/>
                    <a:pt x="4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1"/>
            <p:cNvSpPr/>
            <p:nvPr/>
          </p:nvSpPr>
          <p:spPr>
            <a:xfrm>
              <a:off x="3791328" y="2035283"/>
              <a:ext cx="297463" cy="159135"/>
            </a:xfrm>
            <a:custGeom>
              <a:rect b="b" l="l" r="r" t="t"/>
              <a:pathLst>
                <a:path extrusionOk="0" h="8566" w="16012">
                  <a:moveTo>
                    <a:pt x="4387" y="1"/>
                  </a:moveTo>
                  <a:cubicBezTo>
                    <a:pt x="4303" y="1"/>
                    <a:pt x="4220" y="42"/>
                    <a:pt x="4170" y="126"/>
                  </a:cubicBezTo>
                  <a:cubicBezTo>
                    <a:pt x="2902" y="1994"/>
                    <a:pt x="1468" y="3695"/>
                    <a:pt x="0" y="5430"/>
                  </a:cubicBezTo>
                  <a:lnTo>
                    <a:pt x="300" y="5697"/>
                  </a:lnTo>
                  <a:cubicBezTo>
                    <a:pt x="1802" y="4162"/>
                    <a:pt x="3136" y="2461"/>
                    <a:pt x="4370" y="726"/>
                  </a:cubicBezTo>
                  <a:cubicBezTo>
                    <a:pt x="5571" y="2494"/>
                    <a:pt x="6738" y="4396"/>
                    <a:pt x="8106" y="6030"/>
                  </a:cubicBezTo>
                  <a:cubicBezTo>
                    <a:pt x="8073" y="6164"/>
                    <a:pt x="8106" y="6297"/>
                    <a:pt x="8273" y="6364"/>
                  </a:cubicBezTo>
                  <a:cubicBezTo>
                    <a:pt x="10641" y="7164"/>
                    <a:pt x="13210" y="8098"/>
                    <a:pt x="15678" y="8565"/>
                  </a:cubicBezTo>
                  <a:lnTo>
                    <a:pt x="16012" y="8465"/>
                  </a:lnTo>
                  <a:cubicBezTo>
                    <a:pt x="16012" y="8432"/>
                    <a:pt x="15978" y="8432"/>
                    <a:pt x="15978" y="8432"/>
                  </a:cubicBezTo>
                  <a:cubicBezTo>
                    <a:pt x="16012" y="8332"/>
                    <a:pt x="16012" y="8198"/>
                    <a:pt x="15878" y="8132"/>
                  </a:cubicBezTo>
                  <a:cubicBezTo>
                    <a:pt x="13577" y="7164"/>
                    <a:pt x="10975" y="6530"/>
                    <a:pt x="8573" y="5897"/>
                  </a:cubicBezTo>
                  <a:cubicBezTo>
                    <a:pt x="8540" y="5863"/>
                    <a:pt x="8540" y="5863"/>
                    <a:pt x="8540" y="5863"/>
                  </a:cubicBezTo>
                  <a:cubicBezTo>
                    <a:pt x="7439" y="3862"/>
                    <a:pt x="5938" y="1961"/>
                    <a:pt x="4604" y="126"/>
                  </a:cubicBezTo>
                  <a:cubicBezTo>
                    <a:pt x="4554" y="42"/>
                    <a:pt x="4470" y="1"/>
                    <a:pt x="4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1"/>
            <p:cNvSpPr/>
            <p:nvPr/>
          </p:nvSpPr>
          <p:spPr>
            <a:xfrm>
              <a:off x="3659947" y="2048770"/>
              <a:ext cx="422657" cy="423270"/>
            </a:xfrm>
            <a:custGeom>
              <a:rect b="b" l="l" r="r" t="t"/>
              <a:pathLst>
                <a:path extrusionOk="0" h="22784" w="22751">
                  <a:moveTo>
                    <a:pt x="7039" y="7506"/>
                  </a:moveTo>
                  <a:cubicBezTo>
                    <a:pt x="8306" y="7539"/>
                    <a:pt x="9541" y="7639"/>
                    <a:pt x="10808" y="7672"/>
                  </a:cubicBezTo>
                  <a:cubicBezTo>
                    <a:pt x="10927" y="7676"/>
                    <a:pt x="11046" y="7677"/>
                    <a:pt x="11165" y="7677"/>
                  </a:cubicBezTo>
                  <a:cubicBezTo>
                    <a:pt x="12018" y="7677"/>
                    <a:pt x="12881" y="7607"/>
                    <a:pt x="13726" y="7607"/>
                  </a:cubicBezTo>
                  <a:cubicBezTo>
                    <a:pt x="14024" y="7607"/>
                    <a:pt x="14319" y="7615"/>
                    <a:pt x="14611" y="7639"/>
                  </a:cubicBezTo>
                  <a:cubicBezTo>
                    <a:pt x="14678" y="7672"/>
                    <a:pt x="14711" y="7706"/>
                    <a:pt x="14711" y="7773"/>
                  </a:cubicBezTo>
                  <a:cubicBezTo>
                    <a:pt x="14739" y="7759"/>
                    <a:pt x="14772" y="7751"/>
                    <a:pt x="14804" y="7751"/>
                  </a:cubicBezTo>
                  <a:cubicBezTo>
                    <a:pt x="14849" y="7751"/>
                    <a:pt x="14892" y="7767"/>
                    <a:pt x="14911" y="7806"/>
                  </a:cubicBezTo>
                  <a:cubicBezTo>
                    <a:pt x="15345" y="8807"/>
                    <a:pt x="15912" y="9841"/>
                    <a:pt x="16212" y="10908"/>
                  </a:cubicBezTo>
                  <a:cubicBezTo>
                    <a:pt x="16212" y="10980"/>
                    <a:pt x="16160" y="11035"/>
                    <a:pt x="16106" y="11035"/>
                  </a:cubicBezTo>
                  <a:cubicBezTo>
                    <a:pt x="16085" y="11035"/>
                    <a:pt x="16064" y="11027"/>
                    <a:pt x="16045" y="11008"/>
                  </a:cubicBezTo>
                  <a:cubicBezTo>
                    <a:pt x="16045" y="11008"/>
                    <a:pt x="16045" y="11042"/>
                    <a:pt x="16045" y="11042"/>
                  </a:cubicBezTo>
                  <a:cubicBezTo>
                    <a:pt x="16012" y="11108"/>
                    <a:pt x="15945" y="11142"/>
                    <a:pt x="15879" y="11175"/>
                  </a:cubicBezTo>
                  <a:cubicBezTo>
                    <a:pt x="15178" y="12476"/>
                    <a:pt x="14244" y="13710"/>
                    <a:pt x="13410" y="14911"/>
                  </a:cubicBezTo>
                  <a:cubicBezTo>
                    <a:pt x="12543" y="16112"/>
                    <a:pt x="11709" y="17246"/>
                    <a:pt x="10808" y="18413"/>
                  </a:cubicBezTo>
                  <a:cubicBezTo>
                    <a:pt x="10783" y="18439"/>
                    <a:pt x="10752" y="18450"/>
                    <a:pt x="10721" y="18450"/>
                  </a:cubicBezTo>
                  <a:cubicBezTo>
                    <a:pt x="10670" y="18450"/>
                    <a:pt x="10616" y="18421"/>
                    <a:pt x="10575" y="18380"/>
                  </a:cubicBezTo>
                  <a:cubicBezTo>
                    <a:pt x="9774" y="17113"/>
                    <a:pt x="8907" y="15845"/>
                    <a:pt x="8006" y="14644"/>
                  </a:cubicBezTo>
                  <a:cubicBezTo>
                    <a:pt x="7506" y="14010"/>
                    <a:pt x="7006" y="13343"/>
                    <a:pt x="6472" y="12743"/>
                  </a:cubicBezTo>
                  <a:cubicBezTo>
                    <a:pt x="6072" y="12242"/>
                    <a:pt x="5571" y="11775"/>
                    <a:pt x="5238" y="11242"/>
                  </a:cubicBezTo>
                  <a:lnTo>
                    <a:pt x="5138" y="11242"/>
                  </a:lnTo>
                  <a:cubicBezTo>
                    <a:pt x="5004" y="11242"/>
                    <a:pt x="5004" y="11042"/>
                    <a:pt x="5138" y="11042"/>
                  </a:cubicBezTo>
                  <a:lnTo>
                    <a:pt x="5204" y="11042"/>
                  </a:lnTo>
                  <a:cubicBezTo>
                    <a:pt x="5138" y="11042"/>
                    <a:pt x="5104" y="10975"/>
                    <a:pt x="5104" y="10908"/>
                  </a:cubicBezTo>
                  <a:cubicBezTo>
                    <a:pt x="5271" y="10208"/>
                    <a:pt x="5538" y="9507"/>
                    <a:pt x="5905" y="8873"/>
                  </a:cubicBezTo>
                  <a:cubicBezTo>
                    <a:pt x="6105" y="8506"/>
                    <a:pt x="6505" y="7706"/>
                    <a:pt x="6905" y="7539"/>
                  </a:cubicBezTo>
                  <a:cubicBezTo>
                    <a:pt x="6939" y="7539"/>
                    <a:pt x="6939" y="7506"/>
                    <a:pt x="6972" y="7506"/>
                  </a:cubicBezTo>
                  <a:close/>
                  <a:moveTo>
                    <a:pt x="11442" y="0"/>
                  </a:moveTo>
                  <a:cubicBezTo>
                    <a:pt x="10208" y="1735"/>
                    <a:pt x="8874" y="3436"/>
                    <a:pt x="7372" y="4971"/>
                  </a:cubicBezTo>
                  <a:cubicBezTo>
                    <a:pt x="7272" y="5071"/>
                    <a:pt x="7172" y="5171"/>
                    <a:pt x="7072" y="5271"/>
                  </a:cubicBezTo>
                  <a:cubicBezTo>
                    <a:pt x="7039" y="5304"/>
                    <a:pt x="7006" y="5304"/>
                    <a:pt x="7006" y="5304"/>
                  </a:cubicBezTo>
                  <a:cubicBezTo>
                    <a:pt x="6372" y="5838"/>
                    <a:pt x="5037" y="5738"/>
                    <a:pt x="4304" y="5804"/>
                  </a:cubicBezTo>
                  <a:cubicBezTo>
                    <a:pt x="2869" y="5971"/>
                    <a:pt x="1435" y="6138"/>
                    <a:pt x="1" y="6305"/>
                  </a:cubicBezTo>
                  <a:cubicBezTo>
                    <a:pt x="1301" y="8606"/>
                    <a:pt x="2803" y="10808"/>
                    <a:pt x="4103" y="13110"/>
                  </a:cubicBezTo>
                  <a:cubicBezTo>
                    <a:pt x="4137" y="13176"/>
                    <a:pt x="4137" y="13210"/>
                    <a:pt x="4137" y="13276"/>
                  </a:cubicBezTo>
                  <a:cubicBezTo>
                    <a:pt x="4170" y="13310"/>
                    <a:pt x="4204" y="13343"/>
                    <a:pt x="4204" y="13410"/>
                  </a:cubicBezTo>
                  <a:cubicBezTo>
                    <a:pt x="4204" y="13410"/>
                    <a:pt x="4204" y="13410"/>
                    <a:pt x="4204" y="13443"/>
                  </a:cubicBezTo>
                  <a:cubicBezTo>
                    <a:pt x="4370" y="15011"/>
                    <a:pt x="4070" y="16746"/>
                    <a:pt x="3903" y="18347"/>
                  </a:cubicBezTo>
                  <a:cubicBezTo>
                    <a:pt x="3803" y="19814"/>
                    <a:pt x="3636" y="21282"/>
                    <a:pt x="3503" y="22783"/>
                  </a:cubicBezTo>
                  <a:cubicBezTo>
                    <a:pt x="4771" y="22183"/>
                    <a:pt x="6072" y="21582"/>
                    <a:pt x="7339" y="20915"/>
                  </a:cubicBezTo>
                  <a:cubicBezTo>
                    <a:pt x="8173" y="20482"/>
                    <a:pt x="9207" y="19648"/>
                    <a:pt x="10174" y="19381"/>
                  </a:cubicBezTo>
                  <a:cubicBezTo>
                    <a:pt x="10208" y="19347"/>
                    <a:pt x="10308" y="19314"/>
                    <a:pt x="10375" y="19314"/>
                  </a:cubicBezTo>
                  <a:lnTo>
                    <a:pt x="10541" y="19314"/>
                  </a:lnTo>
                  <a:cubicBezTo>
                    <a:pt x="10641" y="19314"/>
                    <a:pt x="10708" y="19347"/>
                    <a:pt x="10742" y="19414"/>
                  </a:cubicBezTo>
                  <a:cubicBezTo>
                    <a:pt x="12209" y="19748"/>
                    <a:pt x="13677" y="20315"/>
                    <a:pt x="15111" y="20815"/>
                  </a:cubicBezTo>
                  <a:cubicBezTo>
                    <a:pt x="16379" y="21249"/>
                    <a:pt x="17713" y="21649"/>
                    <a:pt x="18981" y="22216"/>
                  </a:cubicBezTo>
                  <a:cubicBezTo>
                    <a:pt x="18881" y="19648"/>
                    <a:pt x="18881" y="17046"/>
                    <a:pt x="18847" y="14477"/>
                  </a:cubicBezTo>
                  <a:cubicBezTo>
                    <a:pt x="18847" y="14444"/>
                    <a:pt x="18881" y="14444"/>
                    <a:pt x="18881" y="14444"/>
                  </a:cubicBezTo>
                  <a:cubicBezTo>
                    <a:pt x="18814" y="14377"/>
                    <a:pt x="18814" y="14277"/>
                    <a:pt x="18847" y="14177"/>
                  </a:cubicBezTo>
                  <a:cubicBezTo>
                    <a:pt x="20148" y="12076"/>
                    <a:pt x="21416" y="9907"/>
                    <a:pt x="22750" y="7839"/>
                  </a:cubicBezTo>
                  <a:cubicBezTo>
                    <a:pt x="20282" y="7372"/>
                    <a:pt x="17713" y="6438"/>
                    <a:pt x="15345" y="5638"/>
                  </a:cubicBezTo>
                  <a:cubicBezTo>
                    <a:pt x="15178" y="5571"/>
                    <a:pt x="15145" y="5438"/>
                    <a:pt x="15178" y="5304"/>
                  </a:cubicBezTo>
                  <a:cubicBezTo>
                    <a:pt x="13810" y="3670"/>
                    <a:pt x="12610" y="1768"/>
                    <a:pt x="11442" y="0"/>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1"/>
            <p:cNvSpPr/>
            <p:nvPr/>
          </p:nvSpPr>
          <p:spPr>
            <a:xfrm>
              <a:off x="3712763" y="2297876"/>
              <a:ext cx="310634" cy="188246"/>
            </a:xfrm>
            <a:custGeom>
              <a:rect b="b" l="l" r="r" t="t"/>
              <a:pathLst>
                <a:path extrusionOk="0" h="10133" w="16721">
                  <a:moveTo>
                    <a:pt x="1361" y="1"/>
                  </a:moveTo>
                  <a:lnTo>
                    <a:pt x="994" y="34"/>
                  </a:lnTo>
                  <a:cubicBezTo>
                    <a:pt x="627" y="1535"/>
                    <a:pt x="660" y="3170"/>
                    <a:pt x="527" y="4671"/>
                  </a:cubicBezTo>
                  <a:cubicBezTo>
                    <a:pt x="360" y="6405"/>
                    <a:pt x="193" y="8140"/>
                    <a:pt x="26" y="9841"/>
                  </a:cubicBezTo>
                  <a:cubicBezTo>
                    <a:pt x="1" y="10045"/>
                    <a:pt x="150" y="10132"/>
                    <a:pt x="312" y="10132"/>
                  </a:cubicBezTo>
                  <a:cubicBezTo>
                    <a:pt x="362" y="10132"/>
                    <a:pt x="413" y="10124"/>
                    <a:pt x="460" y="10108"/>
                  </a:cubicBezTo>
                  <a:cubicBezTo>
                    <a:pt x="1761" y="9508"/>
                    <a:pt x="3062" y="8874"/>
                    <a:pt x="4363" y="8240"/>
                  </a:cubicBezTo>
                  <a:cubicBezTo>
                    <a:pt x="5463" y="7706"/>
                    <a:pt x="6698" y="7173"/>
                    <a:pt x="7698" y="6472"/>
                  </a:cubicBezTo>
                  <a:cubicBezTo>
                    <a:pt x="8966" y="7006"/>
                    <a:pt x="10334" y="7373"/>
                    <a:pt x="11635" y="7806"/>
                  </a:cubicBezTo>
                  <a:cubicBezTo>
                    <a:pt x="13202" y="8340"/>
                    <a:pt x="14737" y="8974"/>
                    <a:pt x="16338" y="9408"/>
                  </a:cubicBezTo>
                  <a:cubicBezTo>
                    <a:pt x="16359" y="9414"/>
                    <a:pt x="16379" y="9416"/>
                    <a:pt x="16399" y="9416"/>
                  </a:cubicBezTo>
                  <a:cubicBezTo>
                    <a:pt x="16598" y="9416"/>
                    <a:pt x="16720" y="9129"/>
                    <a:pt x="16538" y="9007"/>
                  </a:cubicBezTo>
                  <a:cubicBezTo>
                    <a:pt x="16538" y="8974"/>
                    <a:pt x="16538" y="8907"/>
                    <a:pt x="16571" y="8841"/>
                  </a:cubicBezTo>
                  <a:lnTo>
                    <a:pt x="16138" y="8807"/>
                  </a:lnTo>
                  <a:cubicBezTo>
                    <a:pt x="14870" y="8240"/>
                    <a:pt x="13536" y="7840"/>
                    <a:pt x="12268" y="7406"/>
                  </a:cubicBezTo>
                  <a:cubicBezTo>
                    <a:pt x="10834" y="6906"/>
                    <a:pt x="9366" y="6305"/>
                    <a:pt x="7899" y="5972"/>
                  </a:cubicBezTo>
                  <a:cubicBezTo>
                    <a:pt x="7872" y="5945"/>
                    <a:pt x="7823" y="5896"/>
                    <a:pt x="7752" y="5896"/>
                  </a:cubicBezTo>
                  <a:cubicBezTo>
                    <a:pt x="7735" y="5896"/>
                    <a:pt x="7718" y="5899"/>
                    <a:pt x="7698" y="5905"/>
                  </a:cubicBezTo>
                  <a:lnTo>
                    <a:pt x="7532" y="5905"/>
                  </a:lnTo>
                  <a:cubicBezTo>
                    <a:pt x="7505" y="5896"/>
                    <a:pt x="7480" y="5892"/>
                    <a:pt x="7458" y="5892"/>
                  </a:cubicBezTo>
                  <a:cubicBezTo>
                    <a:pt x="7398" y="5892"/>
                    <a:pt x="7356" y="5923"/>
                    <a:pt x="7331" y="5972"/>
                  </a:cubicBezTo>
                  <a:cubicBezTo>
                    <a:pt x="6364" y="6239"/>
                    <a:pt x="5330" y="7073"/>
                    <a:pt x="4496" y="7506"/>
                  </a:cubicBezTo>
                  <a:cubicBezTo>
                    <a:pt x="3229" y="8140"/>
                    <a:pt x="1928" y="8774"/>
                    <a:pt x="660" y="9374"/>
                  </a:cubicBezTo>
                  <a:cubicBezTo>
                    <a:pt x="793" y="7873"/>
                    <a:pt x="960" y="6405"/>
                    <a:pt x="1060" y="4904"/>
                  </a:cubicBezTo>
                  <a:cubicBezTo>
                    <a:pt x="1227" y="3337"/>
                    <a:pt x="1527" y="1602"/>
                    <a:pt x="1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1"/>
            <p:cNvSpPr/>
            <p:nvPr/>
          </p:nvSpPr>
          <p:spPr>
            <a:xfrm>
              <a:off x="3752909" y="2188194"/>
              <a:ext cx="208049" cy="203331"/>
            </a:xfrm>
            <a:custGeom>
              <a:rect b="b" l="l" r="r" t="t"/>
              <a:pathLst>
                <a:path extrusionOk="0" h="10945" w="11199">
                  <a:moveTo>
                    <a:pt x="2402" y="201"/>
                  </a:moveTo>
                  <a:lnTo>
                    <a:pt x="2402" y="201"/>
                  </a:lnTo>
                  <a:cubicBezTo>
                    <a:pt x="3469" y="334"/>
                    <a:pt x="4570" y="401"/>
                    <a:pt x="5671" y="401"/>
                  </a:cubicBezTo>
                  <a:cubicBezTo>
                    <a:pt x="5070" y="1268"/>
                    <a:pt x="4503" y="2136"/>
                    <a:pt x="3936" y="3036"/>
                  </a:cubicBezTo>
                  <a:cubicBezTo>
                    <a:pt x="3569" y="2336"/>
                    <a:pt x="3169" y="1635"/>
                    <a:pt x="2769" y="935"/>
                  </a:cubicBezTo>
                  <a:cubicBezTo>
                    <a:pt x="2702" y="768"/>
                    <a:pt x="2569" y="434"/>
                    <a:pt x="2402" y="201"/>
                  </a:cubicBezTo>
                  <a:close/>
                  <a:moveTo>
                    <a:pt x="9640" y="368"/>
                  </a:moveTo>
                  <a:lnTo>
                    <a:pt x="9640" y="368"/>
                  </a:lnTo>
                  <a:cubicBezTo>
                    <a:pt x="9007" y="1268"/>
                    <a:pt x="8406" y="2169"/>
                    <a:pt x="7772" y="3070"/>
                  </a:cubicBezTo>
                  <a:cubicBezTo>
                    <a:pt x="7339" y="2136"/>
                    <a:pt x="6805" y="1268"/>
                    <a:pt x="6171" y="434"/>
                  </a:cubicBezTo>
                  <a:lnTo>
                    <a:pt x="6171" y="434"/>
                  </a:lnTo>
                  <a:cubicBezTo>
                    <a:pt x="6738" y="451"/>
                    <a:pt x="7322" y="476"/>
                    <a:pt x="7906" y="476"/>
                  </a:cubicBezTo>
                  <a:cubicBezTo>
                    <a:pt x="8490" y="476"/>
                    <a:pt x="9073" y="451"/>
                    <a:pt x="9640" y="368"/>
                  </a:cubicBezTo>
                  <a:close/>
                  <a:moveTo>
                    <a:pt x="5904" y="568"/>
                  </a:moveTo>
                  <a:cubicBezTo>
                    <a:pt x="6571" y="1435"/>
                    <a:pt x="7139" y="2369"/>
                    <a:pt x="7606" y="3370"/>
                  </a:cubicBezTo>
                  <a:cubicBezTo>
                    <a:pt x="6405" y="3370"/>
                    <a:pt x="5204" y="3403"/>
                    <a:pt x="4003" y="3436"/>
                  </a:cubicBezTo>
                  <a:cubicBezTo>
                    <a:pt x="4036" y="3403"/>
                    <a:pt x="4036" y="3403"/>
                    <a:pt x="4070" y="3370"/>
                  </a:cubicBezTo>
                  <a:cubicBezTo>
                    <a:pt x="4637" y="2436"/>
                    <a:pt x="5271" y="1468"/>
                    <a:pt x="5904" y="568"/>
                  </a:cubicBezTo>
                  <a:close/>
                  <a:moveTo>
                    <a:pt x="9740" y="668"/>
                  </a:moveTo>
                  <a:cubicBezTo>
                    <a:pt x="10141" y="1568"/>
                    <a:pt x="10441" y="2569"/>
                    <a:pt x="10941" y="3370"/>
                  </a:cubicBezTo>
                  <a:cubicBezTo>
                    <a:pt x="10808" y="3403"/>
                    <a:pt x="10708" y="3470"/>
                    <a:pt x="10574" y="3470"/>
                  </a:cubicBezTo>
                  <a:cubicBezTo>
                    <a:pt x="10574" y="3403"/>
                    <a:pt x="10508" y="3336"/>
                    <a:pt x="10441" y="3336"/>
                  </a:cubicBezTo>
                  <a:lnTo>
                    <a:pt x="9941" y="3336"/>
                  </a:lnTo>
                  <a:lnTo>
                    <a:pt x="7939" y="3370"/>
                  </a:lnTo>
                  <a:cubicBezTo>
                    <a:pt x="8540" y="2469"/>
                    <a:pt x="9140" y="1568"/>
                    <a:pt x="9740" y="668"/>
                  </a:cubicBezTo>
                  <a:close/>
                  <a:moveTo>
                    <a:pt x="2018" y="345"/>
                  </a:moveTo>
                  <a:cubicBezTo>
                    <a:pt x="2292" y="345"/>
                    <a:pt x="2384" y="761"/>
                    <a:pt x="2502" y="968"/>
                  </a:cubicBezTo>
                  <a:cubicBezTo>
                    <a:pt x="2635" y="1235"/>
                    <a:pt x="2769" y="1502"/>
                    <a:pt x="2936" y="1769"/>
                  </a:cubicBezTo>
                  <a:cubicBezTo>
                    <a:pt x="3236" y="2302"/>
                    <a:pt x="3536" y="2836"/>
                    <a:pt x="3803" y="3370"/>
                  </a:cubicBezTo>
                  <a:cubicBezTo>
                    <a:pt x="3836" y="3403"/>
                    <a:pt x="3836" y="3403"/>
                    <a:pt x="3870" y="3436"/>
                  </a:cubicBezTo>
                  <a:cubicBezTo>
                    <a:pt x="2635" y="3436"/>
                    <a:pt x="1434" y="3503"/>
                    <a:pt x="234" y="3537"/>
                  </a:cubicBezTo>
                  <a:cubicBezTo>
                    <a:pt x="234" y="3503"/>
                    <a:pt x="267" y="3503"/>
                    <a:pt x="300" y="3470"/>
                  </a:cubicBezTo>
                  <a:cubicBezTo>
                    <a:pt x="467" y="2903"/>
                    <a:pt x="667" y="2336"/>
                    <a:pt x="934" y="1835"/>
                  </a:cubicBezTo>
                  <a:cubicBezTo>
                    <a:pt x="1068" y="1602"/>
                    <a:pt x="1201" y="1368"/>
                    <a:pt x="1334" y="1135"/>
                  </a:cubicBezTo>
                  <a:cubicBezTo>
                    <a:pt x="1468" y="935"/>
                    <a:pt x="1701" y="434"/>
                    <a:pt x="1901" y="368"/>
                  </a:cubicBezTo>
                  <a:cubicBezTo>
                    <a:pt x="1944" y="352"/>
                    <a:pt x="1982" y="345"/>
                    <a:pt x="2018" y="345"/>
                  </a:cubicBezTo>
                  <a:close/>
                  <a:moveTo>
                    <a:pt x="10274" y="3603"/>
                  </a:moveTo>
                  <a:cubicBezTo>
                    <a:pt x="10341" y="3637"/>
                    <a:pt x="10441" y="3670"/>
                    <a:pt x="10541" y="3703"/>
                  </a:cubicBezTo>
                  <a:cubicBezTo>
                    <a:pt x="9740" y="4804"/>
                    <a:pt x="9040" y="5972"/>
                    <a:pt x="8273" y="7072"/>
                  </a:cubicBezTo>
                  <a:cubicBezTo>
                    <a:pt x="7505" y="8173"/>
                    <a:pt x="6738" y="9241"/>
                    <a:pt x="5904" y="10275"/>
                  </a:cubicBezTo>
                  <a:cubicBezTo>
                    <a:pt x="6205" y="9207"/>
                    <a:pt x="6538" y="8106"/>
                    <a:pt x="6938" y="7072"/>
                  </a:cubicBezTo>
                  <a:cubicBezTo>
                    <a:pt x="7305" y="5972"/>
                    <a:pt x="7806" y="4938"/>
                    <a:pt x="8206" y="3837"/>
                  </a:cubicBezTo>
                  <a:cubicBezTo>
                    <a:pt x="8239" y="3770"/>
                    <a:pt x="8173" y="3703"/>
                    <a:pt x="8106" y="3703"/>
                  </a:cubicBezTo>
                  <a:cubicBezTo>
                    <a:pt x="8039" y="3703"/>
                    <a:pt x="8006" y="3703"/>
                    <a:pt x="8006" y="3737"/>
                  </a:cubicBezTo>
                  <a:cubicBezTo>
                    <a:pt x="6972" y="5638"/>
                    <a:pt x="6338" y="7840"/>
                    <a:pt x="5838" y="9941"/>
                  </a:cubicBezTo>
                  <a:cubicBezTo>
                    <a:pt x="5738" y="8974"/>
                    <a:pt x="5537" y="8006"/>
                    <a:pt x="5337" y="7072"/>
                  </a:cubicBezTo>
                  <a:cubicBezTo>
                    <a:pt x="5104" y="5972"/>
                    <a:pt x="4870" y="4771"/>
                    <a:pt x="4437" y="3737"/>
                  </a:cubicBezTo>
                  <a:cubicBezTo>
                    <a:pt x="5671" y="3703"/>
                    <a:pt x="6872" y="3670"/>
                    <a:pt x="8106" y="3670"/>
                  </a:cubicBezTo>
                  <a:cubicBezTo>
                    <a:pt x="8806" y="3637"/>
                    <a:pt x="9540" y="3637"/>
                    <a:pt x="10274" y="3603"/>
                  </a:cubicBezTo>
                  <a:close/>
                  <a:moveTo>
                    <a:pt x="4170" y="3737"/>
                  </a:moveTo>
                  <a:cubicBezTo>
                    <a:pt x="4403" y="4871"/>
                    <a:pt x="4837" y="5972"/>
                    <a:pt x="5104" y="7106"/>
                  </a:cubicBezTo>
                  <a:cubicBezTo>
                    <a:pt x="5337" y="8240"/>
                    <a:pt x="5504" y="9407"/>
                    <a:pt x="5738" y="10542"/>
                  </a:cubicBezTo>
                  <a:lnTo>
                    <a:pt x="5704" y="10542"/>
                  </a:lnTo>
                  <a:cubicBezTo>
                    <a:pt x="4904" y="9274"/>
                    <a:pt x="4036" y="8040"/>
                    <a:pt x="3102" y="6806"/>
                  </a:cubicBezTo>
                  <a:cubicBezTo>
                    <a:pt x="2669" y="6238"/>
                    <a:pt x="2202" y="5671"/>
                    <a:pt x="1735" y="5104"/>
                  </a:cubicBezTo>
                  <a:cubicBezTo>
                    <a:pt x="1334" y="4671"/>
                    <a:pt x="967" y="4137"/>
                    <a:pt x="500" y="3737"/>
                  </a:cubicBezTo>
                  <a:close/>
                  <a:moveTo>
                    <a:pt x="1968" y="1"/>
                  </a:moveTo>
                  <a:cubicBezTo>
                    <a:pt x="1935" y="1"/>
                    <a:pt x="1901" y="1"/>
                    <a:pt x="1901" y="34"/>
                  </a:cubicBezTo>
                  <a:cubicBezTo>
                    <a:pt x="1468" y="201"/>
                    <a:pt x="1101" y="1001"/>
                    <a:pt x="901" y="1335"/>
                  </a:cubicBezTo>
                  <a:cubicBezTo>
                    <a:pt x="534" y="2002"/>
                    <a:pt x="267" y="2703"/>
                    <a:pt x="100" y="3403"/>
                  </a:cubicBezTo>
                  <a:cubicBezTo>
                    <a:pt x="67" y="3470"/>
                    <a:pt x="134" y="3537"/>
                    <a:pt x="200" y="3537"/>
                  </a:cubicBezTo>
                  <a:lnTo>
                    <a:pt x="134" y="3537"/>
                  </a:lnTo>
                  <a:cubicBezTo>
                    <a:pt x="0" y="3537"/>
                    <a:pt x="0" y="3737"/>
                    <a:pt x="134" y="3737"/>
                  </a:cubicBezTo>
                  <a:lnTo>
                    <a:pt x="234" y="3737"/>
                  </a:lnTo>
                  <a:cubicBezTo>
                    <a:pt x="567" y="4270"/>
                    <a:pt x="1068" y="4737"/>
                    <a:pt x="1468" y="5238"/>
                  </a:cubicBezTo>
                  <a:cubicBezTo>
                    <a:pt x="2002" y="5838"/>
                    <a:pt x="2502" y="6472"/>
                    <a:pt x="3002" y="7139"/>
                  </a:cubicBezTo>
                  <a:cubicBezTo>
                    <a:pt x="3903" y="8340"/>
                    <a:pt x="4770" y="9574"/>
                    <a:pt x="5571" y="10875"/>
                  </a:cubicBezTo>
                  <a:cubicBezTo>
                    <a:pt x="5591" y="10916"/>
                    <a:pt x="5650" y="10945"/>
                    <a:pt x="5708" y="10945"/>
                  </a:cubicBezTo>
                  <a:cubicBezTo>
                    <a:pt x="5744" y="10945"/>
                    <a:pt x="5779" y="10934"/>
                    <a:pt x="5804" y="10908"/>
                  </a:cubicBezTo>
                  <a:cubicBezTo>
                    <a:pt x="6672" y="9741"/>
                    <a:pt x="7539" y="8573"/>
                    <a:pt x="8373" y="7406"/>
                  </a:cubicBezTo>
                  <a:cubicBezTo>
                    <a:pt x="9240" y="6172"/>
                    <a:pt x="10141" y="4938"/>
                    <a:pt x="10875" y="3637"/>
                  </a:cubicBezTo>
                  <a:cubicBezTo>
                    <a:pt x="10941" y="3637"/>
                    <a:pt x="10975" y="3570"/>
                    <a:pt x="11041" y="3537"/>
                  </a:cubicBezTo>
                  <a:cubicBezTo>
                    <a:pt x="11041" y="3537"/>
                    <a:pt x="11041" y="3503"/>
                    <a:pt x="11041" y="3503"/>
                  </a:cubicBezTo>
                  <a:cubicBezTo>
                    <a:pt x="11060" y="3522"/>
                    <a:pt x="11081" y="3530"/>
                    <a:pt x="11101" y="3530"/>
                  </a:cubicBezTo>
                  <a:cubicBezTo>
                    <a:pt x="11154" y="3530"/>
                    <a:pt x="11199" y="3475"/>
                    <a:pt x="11175" y="3403"/>
                  </a:cubicBezTo>
                  <a:cubicBezTo>
                    <a:pt x="10908" y="2336"/>
                    <a:pt x="10341" y="1302"/>
                    <a:pt x="9907" y="301"/>
                  </a:cubicBezTo>
                  <a:cubicBezTo>
                    <a:pt x="9886" y="237"/>
                    <a:pt x="9838" y="214"/>
                    <a:pt x="9789" y="214"/>
                  </a:cubicBezTo>
                  <a:cubicBezTo>
                    <a:pt x="9760" y="214"/>
                    <a:pt x="9731" y="222"/>
                    <a:pt x="9707" y="234"/>
                  </a:cubicBezTo>
                  <a:cubicBezTo>
                    <a:pt x="9707" y="201"/>
                    <a:pt x="9674" y="134"/>
                    <a:pt x="9607" y="134"/>
                  </a:cubicBezTo>
                  <a:cubicBezTo>
                    <a:pt x="9270" y="107"/>
                    <a:pt x="8929" y="97"/>
                    <a:pt x="8584" y="97"/>
                  </a:cubicBezTo>
                  <a:cubicBezTo>
                    <a:pt x="7666" y="97"/>
                    <a:pt x="6726" y="167"/>
                    <a:pt x="5804" y="167"/>
                  </a:cubicBezTo>
                  <a:cubicBezTo>
                    <a:pt x="4537" y="134"/>
                    <a:pt x="3269" y="34"/>
                    <a:pt x="2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1"/>
            <p:cNvSpPr/>
            <p:nvPr/>
          </p:nvSpPr>
          <p:spPr>
            <a:xfrm>
              <a:off x="3643841" y="2136140"/>
              <a:ext cx="153079" cy="162999"/>
            </a:xfrm>
            <a:custGeom>
              <a:rect b="b" l="l" r="r" t="t"/>
              <a:pathLst>
                <a:path extrusionOk="0" h="8774" w="8240">
                  <a:moveTo>
                    <a:pt x="7939" y="1"/>
                  </a:moveTo>
                  <a:cubicBezTo>
                    <a:pt x="7906" y="34"/>
                    <a:pt x="7873" y="101"/>
                    <a:pt x="7839" y="134"/>
                  </a:cubicBezTo>
                  <a:cubicBezTo>
                    <a:pt x="7806" y="134"/>
                    <a:pt x="7739" y="134"/>
                    <a:pt x="7706" y="201"/>
                  </a:cubicBezTo>
                  <a:cubicBezTo>
                    <a:pt x="7372" y="468"/>
                    <a:pt x="6371" y="368"/>
                    <a:pt x="5938" y="434"/>
                  </a:cubicBezTo>
                  <a:cubicBezTo>
                    <a:pt x="5337" y="501"/>
                    <a:pt x="4770" y="568"/>
                    <a:pt x="4170" y="634"/>
                  </a:cubicBezTo>
                  <a:cubicBezTo>
                    <a:pt x="2902" y="768"/>
                    <a:pt x="1635" y="901"/>
                    <a:pt x="401" y="1068"/>
                  </a:cubicBezTo>
                  <a:cubicBezTo>
                    <a:pt x="167" y="1101"/>
                    <a:pt x="0" y="1302"/>
                    <a:pt x="134" y="1502"/>
                  </a:cubicBezTo>
                  <a:cubicBezTo>
                    <a:pt x="1501" y="3903"/>
                    <a:pt x="2836" y="6439"/>
                    <a:pt x="4537" y="8640"/>
                  </a:cubicBezTo>
                  <a:cubicBezTo>
                    <a:pt x="4570" y="8707"/>
                    <a:pt x="4637" y="8740"/>
                    <a:pt x="4704" y="8774"/>
                  </a:cubicBezTo>
                  <a:lnTo>
                    <a:pt x="5071" y="8707"/>
                  </a:lnTo>
                  <a:cubicBezTo>
                    <a:pt x="5071" y="8640"/>
                    <a:pt x="5037" y="8607"/>
                    <a:pt x="5004" y="8573"/>
                  </a:cubicBezTo>
                  <a:cubicBezTo>
                    <a:pt x="5004" y="8507"/>
                    <a:pt x="5004" y="8473"/>
                    <a:pt x="4970" y="8407"/>
                  </a:cubicBezTo>
                  <a:cubicBezTo>
                    <a:pt x="3670" y="6105"/>
                    <a:pt x="2202" y="3903"/>
                    <a:pt x="868" y="1602"/>
                  </a:cubicBezTo>
                  <a:cubicBezTo>
                    <a:pt x="2302" y="1435"/>
                    <a:pt x="3736" y="1268"/>
                    <a:pt x="5171" y="1101"/>
                  </a:cubicBezTo>
                  <a:cubicBezTo>
                    <a:pt x="5904" y="1035"/>
                    <a:pt x="7239" y="1135"/>
                    <a:pt x="7873" y="601"/>
                  </a:cubicBezTo>
                  <a:cubicBezTo>
                    <a:pt x="7873" y="601"/>
                    <a:pt x="7906" y="568"/>
                    <a:pt x="7939" y="568"/>
                  </a:cubicBezTo>
                  <a:cubicBezTo>
                    <a:pt x="8039" y="468"/>
                    <a:pt x="8139" y="368"/>
                    <a:pt x="8239" y="268"/>
                  </a:cubicBezTo>
                  <a:lnTo>
                    <a:pt x="79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121"/>
          <p:cNvGrpSpPr/>
          <p:nvPr/>
        </p:nvGrpSpPr>
        <p:grpSpPr>
          <a:xfrm>
            <a:off x="3588491" y="2754922"/>
            <a:ext cx="521948" cy="524020"/>
            <a:chOff x="3643841" y="2577894"/>
            <a:chExt cx="449297" cy="451080"/>
          </a:xfrm>
        </p:grpSpPr>
        <p:sp>
          <p:nvSpPr>
            <p:cNvPr id="6556" name="Google Shape;6556;p121"/>
            <p:cNvSpPr/>
            <p:nvPr/>
          </p:nvSpPr>
          <p:spPr>
            <a:xfrm>
              <a:off x="3770874" y="2727127"/>
              <a:ext cx="197014" cy="184270"/>
            </a:xfrm>
            <a:custGeom>
              <a:rect b="b" l="l" r="r" t="t"/>
              <a:pathLst>
                <a:path extrusionOk="0" h="9919" w="10605">
                  <a:moveTo>
                    <a:pt x="2189" y="0"/>
                  </a:moveTo>
                  <a:cubicBezTo>
                    <a:pt x="730" y="0"/>
                    <a:pt x="0" y="1765"/>
                    <a:pt x="0" y="3080"/>
                  </a:cubicBezTo>
                  <a:cubicBezTo>
                    <a:pt x="0" y="4648"/>
                    <a:pt x="768" y="6049"/>
                    <a:pt x="1735" y="7250"/>
                  </a:cubicBezTo>
                  <a:cubicBezTo>
                    <a:pt x="2602" y="8284"/>
                    <a:pt x="3603" y="9418"/>
                    <a:pt x="4904" y="9852"/>
                  </a:cubicBezTo>
                  <a:cubicBezTo>
                    <a:pt x="4937" y="9852"/>
                    <a:pt x="4971" y="9885"/>
                    <a:pt x="4971" y="9919"/>
                  </a:cubicBezTo>
                  <a:cubicBezTo>
                    <a:pt x="4971" y="9919"/>
                    <a:pt x="4971" y="9919"/>
                    <a:pt x="4971" y="9885"/>
                  </a:cubicBezTo>
                  <a:cubicBezTo>
                    <a:pt x="7739" y="9018"/>
                    <a:pt x="10475" y="6449"/>
                    <a:pt x="10541" y="3381"/>
                  </a:cubicBezTo>
                  <a:cubicBezTo>
                    <a:pt x="10604" y="1936"/>
                    <a:pt x="9602" y="225"/>
                    <a:pt x="8037" y="225"/>
                  </a:cubicBezTo>
                  <a:cubicBezTo>
                    <a:pt x="7940" y="225"/>
                    <a:pt x="7841" y="231"/>
                    <a:pt x="7739" y="245"/>
                  </a:cubicBezTo>
                  <a:cubicBezTo>
                    <a:pt x="6205" y="412"/>
                    <a:pt x="5538" y="2113"/>
                    <a:pt x="5438" y="3447"/>
                  </a:cubicBezTo>
                  <a:cubicBezTo>
                    <a:pt x="5438" y="3539"/>
                    <a:pt x="5367" y="3590"/>
                    <a:pt x="5298" y="3590"/>
                  </a:cubicBezTo>
                  <a:cubicBezTo>
                    <a:pt x="5241" y="3590"/>
                    <a:pt x="5186" y="3556"/>
                    <a:pt x="5171" y="3481"/>
                  </a:cubicBezTo>
                  <a:cubicBezTo>
                    <a:pt x="4771" y="2113"/>
                    <a:pt x="4203" y="378"/>
                    <a:pt x="2602" y="45"/>
                  </a:cubicBezTo>
                  <a:cubicBezTo>
                    <a:pt x="2459" y="14"/>
                    <a:pt x="2321"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1"/>
            <p:cNvSpPr/>
            <p:nvPr/>
          </p:nvSpPr>
          <p:spPr>
            <a:xfrm>
              <a:off x="4009446" y="2734763"/>
              <a:ext cx="83692" cy="270823"/>
            </a:xfrm>
            <a:custGeom>
              <a:rect b="b" l="l" r="r" t="t"/>
              <a:pathLst>
                <a:path extrusionOk="0" h="14578" w="4505">
                  <a:moveTo>
                    <a:pt x="4271" y="1"/>
                  </a:moveTo>
                  <a:lnTo>
                    <a:pt x="3937" y="134"/>
                  </a:lnTo>
                  <a:cubicBezTo>
                    <a:pt x="2603" y="2202"/>
                    <a:pt x="1335" y="4371"/>
                    <a:pt x="68" y="6472"/>
                  </a:cubicBezTo>
                  <a:cubicBezTo>
                    <a:pt x="1" y="6572"/>
                    <a:pt x="1" y="6672"/>
                    <a:pt x="68" y="6739"/>
                  </a:cubicBezTo>
                  <a:cubicBezTo>
                    <a:pt x="68" y="6739"/>
                    <a:pt x="68" y="6739"/>
                    <a:pt x="68" y="6772"/>
                  </a:cubicBezTo>
                  <a:cubicBezTo>
                    <a:pt x="68" y="9341"/>
                    <a:pt x="68" y="11943"/>
                    <a:pt x="168" y="14511"/>
                  </a:cubicBezTo>
                  <a:lnTo>
                    <a:pt x="601" y="14578"/>
                  </a:lnTo>
                  <a:cubicBezTo>
                    <a:pt x="935" y="12043"/>
                    <a:pt x="902" y="9274"/>
                    <a:pt x="568" y="6739"/>
                  </a:cubicBezTo>
                  <a:cubicBezTo>
                    <a:pt x="568" y="6739"/>
                    <a:pt x="568" y="6706"/>
                    <a:pt x="568" y="6706"/>
                  </a:cubicBezTo>
                  <a:cubicBezTo>
                    <a:pt x="2002" y="4737"/>
                    <a:pt x="3403" y="2603"/>
                    <a:pt x="4437" y="401"/>
                  </a:cubicBezTo>
                  <a:cubicBezTo>
                    <a:pt x="4504" y="234"/>
                    <a:pt x="4404" y="67"/>
                    <a:pt x="4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1"/>
            <p:cNvSpPr/>
            <p:nvPr/>
          </p:nvSpPr>
          <p:spPr>
            <a:xfrm>
              <a:off x="3791328" y="2577894"/>
              <a:ext cx="297463" cy="159376"/>
            </a:xfrm>
            <a:custGeom>
              <a:rect b="b" l="l" r="r" t="t"/>
              <a:pathLst>
                <a:path extrusionOk="0" h="8579" w="16012">
                  <a:moveTo>
                    <a:pt x="4375" y="1"/>
                  </a:moveTo>
                  <a:cubicBezTo>
                    <a:pt x="4296" y="1"/>
                    <a:pt x="4218" y="43"/>
                    <a:pt x="4170" y="139"/>
                  </a:cubicBezTo>
                  <a:cubicBezTo>
                    <a:pt x="2902" y="2007"/>
                    <a:pt x="1468" y="3708"/>
                    <a:pt x="0" y="5443"/>
                  </a:cubicBezTo>
                  <a:lnTo>
                    <a:pt x="300" y="5676"/>
                  </a:lnTo>
                  <a:cubicBezTo>
                    <a:pt x="1802" y="4175"/>
                    <a:pt x="3136" y="2474"/>
                    <a:pt x="4370" y="739"/>
                  </a:cubicBezTo>
                  <a:cubicBezTo>
                    <a:pt x="5571" y="2507"/>
                    <a:pt x="6738" y="4409"/>
                    <a:pt x="8106" y="6043"/>
                  </a:cubicBezTo>
                  <a:cubicBezTo>
                    <a:pt x="8073" y="6176"/>
                    <a:pt x="8106" y="6310"/>
                    <a:pt x="8273" y="6377"/>
                  </a:cubicBezTo>
                  <a:cubicBezTo>
                    <a:pt x="10641" y="7177"/>
                    <a:pt x="13210" y="8111"/>
                    <a:pt x="15678" y="8578"/>
                  </a:cubicBezTo>
                  <a:lnTo>
                    <a:pt x="16012" y="8445"/>
                  </a:lnTo>
                  <a:lnTo>
                    <a:pt x="15978" y="8445"/>
                  </a:lnTo>
                  <a:cubicBezTo>
                    <a:pt x="16012" y="8345"/>
                    <a:pt x="16012" y="8211"/>
                    <a:pt x="15878" y="8145"/>
                  </a:cubicBezTo>
                  <a:cubicBezTo>
                    <a:pt x="13577" y="7177"/>
                    <a:pt x="10975" y="6543"/>
                    <a:pt x="8573" y="5910"/>
                  </a:cubicBezTo>
                  <a:cubicBezTo>
                    <a:pt x="8540" y="5876"/>
                    <a:pt x="8540" y="5876"/>
                    <a:pt x="8540" y="5843"/>
                  </a:cubicBezTo>
                  <a:cubicBezTo>
                    <a:pt x="7439" y="3875"/>
                    <a:pt x="5938" y="1973"/>
                    <a:pt x="4604" y="139"/>
                  </a:cubicBezTo>
                  <a:cubicBezTo>
                    <a:pt x="4551" y="52"/>
                    <a:pt x="4463" y="1"/>
                    <a:pt x="4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1"/>
            <p:cNvSpPr/>
            <p:nvPr/>
          </p:nvSpPr>
          <p:spPr>
            <a:xfrm>
              <a:off x="3659947" y="2590991"/>
              <a:ext cx="422657" cy="423901"/>
            </a:xfrm>
            <a:custGeom>
              <a:rect b="b" l="l" r="r" t="t"/>
              <a:pathLst>
                <a:path extrusionOk="0" h="22818" w="22751">
                  <a:moveTo>
                    <a:pt x="8194" y="7066"/>
                  </a:moveTo>
                  <a:cubicBezTo>
                    <a:pt x="8370" y="7066"/>
                    <a:pt x="8552" y="7089"/>
                    <a:pt x="8740" y="7139"/>
                  </a:cubicBezTo>
                  <a:cubicBezTo>
                    <a:pt x="10141" y="7506"/>
                    <a:pt x="10808" y="8841"/>
                    <a:pt x="11209" y="10108"/>
                  </a:cubicBezTo>
                  <a:cubicBezTo>
                    <a:pt x="11442" y="8907"/>
                    <a:pt x="12109" y="7706"/>
                    <a:pt x="13310" y="7339"/>
                  </a:cubicBezTo>
                  <a:cubicBezTo>
                    <a:pt x="13522" y="7278"/>
                    <a:pt x="13734" y="7249"/>
                    <a:pt x="13942" y="7249"/>
                  </a:cubicBezTo>
                  <a:cubicBezTo>
                    <a:pt x="15205" y="7249"/>
                    <a:pt x="16335" y="8305"/>
                    <a:pt x="16679" y="9508"/>
                  </a:cubicBezTo>
                  <a:cubicBezTo>
                    <a:pt x="17179" y="11242"/>
                    <a:pt x="16346" y="13144"/>
                    <a:pt x="15311" y="14545"/>
                  </a:cubicBezTo>
                  <a:cubicBezTo>
                    <a:pt x="14211" y="15946"/>
                    <a:pt x="12710" y="16980"/>
                    <a:pt x="11042" y="17513"/>
                  </a:cubicBezTo>
                  <a:cubicBezTo>
                    <a:pt x="11024" y="17518"/>
                    <a:pt x="11007" y="17520"/>
                    <a:pt x="10992" y="17520"/>
                  </a:cubicBezTo>
                  <a:cubicBezTo>
                    <a:pt x="10892" y="17520"/>
                    <a:pt x="10846" y="17433"/>
                    <a:pt x="10875" y="17347"/>
                  </a:cubicBezTo>
                  <a:lnTo>
                    <a:pt x="10842" y="17347"/>
                  </a:lnTo>
                  <a:cubicBezTo>
                    <a:pt x="9240" y="16980"/>
                    <a:pt x="7973" y="15445"/>
                    <a:pt x="7072" y="14178"/>
                  </a:cubicBezTo>
                  <a:cubicBezTo>
                    <a:pt x="6072" y="12810"/>
                    <a:pt x="5404" y="11109"/>
                    <a:pt x="5805" y="9374"/>
                  </a:cubicBezTo>
                  <a:cubicBezTo>
                    <a:pt x="6067" y="8207"/>
                    <a:pt x="6968" y="7066"/>
                    <a:pt x="8194" y="7066"/>
                  </a:cubicBezTo>
                  <a:close/>
                  <a:moveTo>
                    <a:pt x="11442" y="1"/>
                  </a:moveTo>
                  <a:cubicBezTo>
                    <a:pt x="10208" y="1769"/>
                    <a:pt x="8874" y="3470"/>
                    <a:pt x="7372" y="4971"/>
                  </a:cubicBezTo>
                  <a:cubicBezTo>
                    <a:pt x="7272" y="5071"/>
                    <a:pt x="7172" y="5171"/>
                    <a:pt x="7072" y="5271"/>
                  </a:cubicBezTo>
                  <a:cubicBezTo>
                    <a:pt x="7039" y="5305"/>
                    <a:pt x="7006" y="5338"/>
                    <a:pt x="7006" y="5338"/>
                  </a:cubicBezTo>
                  <a:cubicBezTo>
                    <a:pt x="6372" y="5872"/>
                    <a:pt x="5037" y="5738"/>
                    <a:pt x="4304" y="5838"/>
                  </a:cubicBezTo>
                  <a:cubicBezTo>
                    <a:pt x="2869" y="6005"/>
                    <a:pt x="1435" y="6172"/>
                    <a:pt x="1" y="6339"/>
                  </a:cubicBezTo>
                  <a:cubicBezTo>
                    <a:pt x="1301" y="8607"/>
                    <a:pt x="2803" y="10809"/>
                    <a:pt x="4103" y="13110"/>
                  </a:cubicBezTo>
                  <a:cubicBezTo>
                    <a:pt x="4137" y="13177"/>
                    <a:pt x="4137" y="13244"/>
                    <a:pt x="4137" y="13310"/>
                  </a:cubicBezTo>
                  <a:cubicBezTo>
                    <a:pt x="4170" y="13344"/>
                    <a:pt x="4204" y="13377"/>
                    <a:pt x="4204" y="13410"/>
                  </a:cubicBezTo>
                  <a:cubicBezTo>
                    <a:pt x="4204" y="13444"/>
                    <a:pt x="4204" y="13444"/>
                    <a:pt x="4204" y="13444"/>
                  </a:cubicBezTo>
                  <a:cubicBezTo>
                    <a:pt x="4370" y="15045"/>
                    <a:pt x="4070" y="16780"/>
                    <a:pt x="3903" y="18347"/>
                  </a:cubicBezTo>
                  <a:cubicBezTo>
                    <a:pt x="3803" y="19848"/>
                    <a:pt x="3636" y="21316"/>
                    <a:pt x="3503" y="22817"/>
                  </a:cubicBezTo>
                  <a:cubicBezTo>
                    <a:pt x="4771" y="22217"/>
                    <a:pt x="6072" y="21583"/>
                    <a:pt x="7339" y="20949"/>
                  </a:cubicBezTo>
                  <a:cubicBezTo>
                    <a:pt x="8173" y="20516"/>
                    <a:pt x="9207" y="19682"/>
                    <a:pt x="10174" y="19415"/>
                  </a:cubicBezTo>
                  <a:cubicBezTo>
                    <a:pt x="10199" y="19366"/>
                    <a:pt x="10259" y="19335"/>
                    <a:pt x="10316" y="19335"/>
                  </a:cubicBezTo>
                  <a:cubicBezTo>
                    <a:pt x="10336" y="19335"/>
                    <a:pt x="10357" y="19339"/>
                    <a:pt x="10375" y="19348"/>
                  </a:cubicBezTo>
                  <a:lnTo>
                    <a:pt x="10541" y="19348"/>
                  </a:lnTo>
                  <a:cubicBezTo>
                    <a:pt x="10561" y="19342"/>
                    <a:pt x="10578" y="19339"/>
                    <a:pt x="10595" y="19339"/>
                  </a:cubicBezTo>
                  <a:cubicBezTo>
                    <a:pt x="10666" y="19339"/>
                    <a:pt x="10715" y="19388"/>
                    <a:pt x="10742" y="19415"/>
                  </a:cubicBezTo>
                  <a:cubicBezTo>
                    <a:pt x="12209" y="19748"/>
                    <a:pt x="13677" y="20349"/>
                    <a:pt x="15111" y="20849"/>
                  </a:cubicBezTo>
                  <a:cubicBezTo>
                    <a:pt x="16379" y="21283"/>
                    <a:pt x="17713" y="21683"/>
                    <a:pt x="18981" y="22250"/>
                  </a:cubicBezTo>
                  <a:cubicBezTo>
                    <a:pt x="18881" y="19682"/>
                    <a:pt x="18881" y="17046"/>
                    <a:pt x="18847" y="14478"/>
                  </a:cubicBezTo>
                  <a:lnTo>
                    <a:pt x="18881" y="14478"/>
                  </a:lnTo>
                  <a:cubicBezTo>
                    <a:pt x="18814" y="14411"/>
                    <a:pt x="18814" y="14311"/>
                    <a:pt x="18847" y="14211"/>
                  </a:cubicBezTo>
                  <a:cubicBezTo>
                    <a:pt x="20148" y="12110"/>
                    <a:pt x="21416" y="9941"/>
                    <a:pt x="22750" y="7873"/>
                  </a:cubicBezTo>
                  <a:cubicBezTo>
                    <a:pt x="20282" y="7406"/>
                    <a:pt x="17713" y="6472"/>
                    <a:pt x="15345" y="5672"/>
                  </a:cubicBezTo>
                  <a:cubicBezTo>
                    <a:pt x="15178" y="5605"/>
                    <a:pt x="15145" y="5471"/>
                    <a:pt x="15178" y="5338"/>
                  </a:cubicBezTo>
                  <a:cubicBezTo>
                    <a:pt x="13810" y="3704"/>
                    <a:pt x="12610" y="1802"/>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1"/>
            <p:cNvSpPr/>
            <p:nvPr/>
          </p:nvSpPr>
          <p:spPr>
            <a:xfrm>
              <a:off x="3712763" y="2840729"/>
              <a:ext cx="310634" cy="188246"/>
            </a:xfrm>
            <a:custGeom>
              <a:rect b="b" l="l" r="r" t="t"/>
              <a:pathLst>
                <a:path extrusionOk="0" h="10133" w="16721">
                  <a:moveTo>
                    <a:pt x="1361" y="1"/>
                  </a:moveTo>
                  <a:lnTo>
                    <a:pt x="994" y="34"/>
                  </a:lnTo>
                  <a:cubicBezTo>
                    <a:pt x="627" y="1535"/>
                    <a:pt x="660" y="3170"/>
                    <a:pt x="527" y="4671"/>
                  </a:cubicBezTo>
                  <a:cubicBezTo>
                    <a:pt x="360" y="6405"/>
                    <a:pt x="193" y="8140"/>
                    <a:pt x="26" y="9841"/>
                  </a:cubicBezTo>
                  <a:cubicBezTo>
                    <a:pt x="1" y="10045"/>
                    <a:pt x="150" y="10132"/>
                    <a:pt x="312" y="10132"/>
                  </a:cubicBezTo>
                  <a:cubicBezTo>
                    <a:pt x="362" y="10132"/>
                    <a:pt x="413" y="10124"/>
                    <a:pt x="460" y="10108"/>
                  </a:cubicBezTo>
                  <a:cubicBezTo>
                    <a:pt x="1761" y="9508"/>
                    <a:pt x="3062" y="8874"/>
                    <a:pt x="4363" y="8240"/>
                  </a:cubicBezTo>
                  <a:cubicBezTo>
                    <a:pt x="5463" y="7673"/>
                    <a:pt x="6698" y="7173"/>
                    <a:pt x="7698" y="6472"/>
                  </a:cubicBezTo>
                  <a:cubicBezTo>
                    <a:pt x="8966" y="7006"/>
                    <a:pt x="10334" y="7373"/>
                    <a:pt x="11635" y="7806"/>
                  </a:cubicBezTo>
                  <a:cubicBezTo>
                    <a:pt x="13202" y="8340"/>
                    <a:pt x="14737" y="8974"/>
                    <a:pt x="16338" y="9408"/>
                  </a:cubicBezTo>
                  <a:cubicBezTo>
                    <a:pt x="16359" y="9414"/>
                    <a:pt x="16379" y="9416"/>
                    <a:pt x="16399" y="9416"/>
                  </a:cubicBezTo>
                  <a:cubicBezTo>
                    <a:pt x="16598" y="9416"/>
                    <a:pt x="16720" y="9129"/>
                    <a:pt x="16538" y="9007"/>
                  </a:cubicBezTo>
                  <a:cubicBezTo>
                    <a:pt x="16538" y="8941"/>
                    <a:pt x="16538" y="8907"/>
                    <a:pt x="16571" y="8840"/>
                  </a:cubicBezTo>
                  <a:lnTo>
                    <a:pt x="16138" y="8807"/>
                  </a:lnTo>
                  <a:cubicBezTo>
                    <a:pt x="14870" y="8240"/>
                    <a:pt x="13536" y="7840"/>
                    <a:pt x="12268" y="7406"/>
                  </a:cubicBezTo>
                  <a:cubicBezTo>
                    <a:pt x="10834" y="6906"/>
                    <a:pt x="9366" y="6339"/>
                    <a:pt x="7899" y="5972"/>
                  </a:cubicBezTo>
                  <a:cubicBezTo>
                    <a:pt x="7872" y="5945"/>
                    <a:pt x="7823" y="5896"/>
                    <a:pt x="7752" y="5896"/>
                  </a:cubicBezTo>
                  <a:cubicBezTo>
                    <a:pt x="7735" y="5896"/>
                    <a:pt x="7718" y="5899"/>
                    <a:pt x="7698" y="5905"/>
                  </a:cubicBezTo>
                  <a:lnTo>
                    <a:pt x="7532" y="5905"/>
                  </a:lnTo>
                  <a:cubicBezTo>
                    <a:pt x="7505" y="5896"/>
                    <a:pt x="7480" y="5892"/>
                    <a:pt x="7458" y="5892"/>
                  </a:cubicBezTo>
                  <a:cubicBezTo>
                    <a:pt x="7398" y="5892"/>
                    <a:pt x="7356" y="5923"/>
                    <a:pt x="7331" y="5972"/>
                  </a:cubicBezTo>
                  <a:cubicBezTo>
                    <a:pt x="6364" y="6239"/>
                    <a:pt x="5330" y="7073"/>
                    <a:pt x="4496" y="7506"/>
                  </a:cubicBezTo>
                  <a:cubicBezTo>
                    <a:pt x="3229" y="8140"/>
                    <a:pt x="1928" y="8774"/>
                    <a:pt x="660" y="9374"/>
                  </a:cubicBezTo>
                  <a:cubicBezTo>
                    <a:pt x="793" y="7873"/>
                    <a:pt x="960" y="6405"/>
                    <a:pt x="1060" y="4904"/>
                  </a:cubicBezTo>
                  <a:cubicBezTo>
                    <a:pt x="1227" y="3337"/>
                    <a:pt x="1527" y="1602"/>
                    <a:pt x="1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1"/>
            <p:cNvSpPr/>
            <p:nvPr/>
          </p:nvSpPr>
          <p:spPr>
            <a:xfrm>
              <a:off x="3760340" y="2721628"/>
              <a:ext cx="218769" cy="194506"/>
            </a:xfrm>
            <a:custGeom>
              <a:rect b="b" l="l" r="r" t="t"/>
              <a:pathLst>
                <a:path extrusionOk="0" h="10470" w="11776">
                  <a:moveTo>
                    <a:pt x="2756" y="296"/>
                  </a:moveTo>
                  <a:cubicBezTo>
                    <a:pt x="2888" y="296"/>
                    <a:pt x="3026" y="310"/>
                    <a:pt x="3169" y="341"/>
                  </a:cubicBezTo>
                  <a:cubicBezTo>
                    <a:pt x="4770" y="674"/>
                    <a:pt x="5338" y="2409"/>
                    <a:pt x="5738" y="3777"/>
                  </a:cubicBezTo>
                  <a:cubicBezTo>
                    <a:pt x="5753" y="3852"/>
                    <a:pt x="5808" y="3886"/>
                    <a:pt x="5865" y="3886"/>
                  </a:cubicBezTo>
                  <a:cubicBezTo>
                    <a:pt x="5934" y="3886"/>
                    <a:pt x="6005" y="3835"/>
                    <a:pt x="6005" y="3743"/>
                  </a:cubicBezTo>
                  <a:cubicBezTo>
                    <a:pt x="6105" y="2409"/>
                    <a:pt x="6772" y="708"/>
                    <a:pt x="8306" y="541"/>
                  </a:cubicBezTo>
                  <a:cubicBezTo>
                    <a:pt x="8408" y="527"/>
                    <a:pt x="8507" y="521"/>
                    <a:pt x="8604" y="521"/>
                  </a:cubicBezTo>
                  <a:cubicBezTo>
                    <a:pt x="10169" y="521"/>
                    <a:pt x="11171" y="2232"/>
                    <a:pt x="11108" y="3677"/>
                  </a:cubicBezTo>
                  <a:cubicBezTo>
                    <a:pt x="11042" y="6745"/>
                    <a:pt x="8306" y="9314"/>
                    <a:pt x="5538" y="10181"/>
                  </a:cubicBezTo>
                  <a:cubicBezTo>
                    <a:pt x="5538" y="10215"/>
                    <a:pt x="5538" y="10215"/>
                    <a:pt x="5538" y="10215"/>
                  </a:cubicBezTo>
                  <a:cubicBezTo>
                    <a:pt x="5538" y="10181"/>
                    <a:pt x="5504" y="10148"/>
                    <a:pt x="5471" y="10148"/>
                  </a:cubicBezTo>
                  <a:cubicBezTo>
                    <a:pt x="4170" y="9714"/>
                    <a:pt x="3169" y="8580"/>
                    <a:pt x="2302" y="7546"/>
                  </a:cubicBezTo>
                  <a:cubicBezTo>
                    <a:pt x="1335" y="6345"/>
                    <a:pt x="567" y="4944"/>
                    <a:pt x="567" y="3376"/>
                  </a:cubicBezTo>
                  <a:cubicBezTo>
                    <a:pt x="567" y="2061"/>
                    <a:pt x="1297" y="296"/>
                    <a:pt x="2756" y="296"/>
                  </a:cubicBezTo>
                  <a:close/>
                  <a:moveTo>
                    <a:pt x="2791" y="0"/>
                  </a:moveTo>
                  <a:cubicBezTo>
                    <a:pt x="1564" y="0"/>
                    <a:pt x="663" y="1146"/>
                    <a:pt x="401" y="2342"/>
                  </a:cubicBezTo>
                  <a:cubicBezTo>
                    <a:pt x="0" y="4043"/>
                    <a:pt x="668" y="5778"/>
                    <a:pt x="1668" y="7146"/>
                  </a:cubicBezTo>
                  <a:cubicBezTo>
                    <a:pt x="2569" y="8380"/>
                    <a:pt x="3836" y="9948"/>
                    <a:pt x="5438" y="10315"/>
                  </a:cubicBezTo>
                  <a:lnTo>
                    <a:pt x="5471" y="10315"/>
                  </a:lnTo>
                  <a:cubicBezTo>
                    <a:pt x="5445" y="10392"/>
                    <a:pt x="5479" y="10470"/>
                    <a:pt x="5558" y="10470"/>
                  </a:cubicBezTo>
                  <a:cubicBezTo>
                    <a:pt x="5581" y="10470"/>
                    <a:pt x="5608" y="10463"/>
                    <a:pt x="5638" y="10448"/>
                  </a:cubicBezTo>
                  <a:cubicBezTo>
                    <a:pt x="7306" y="9914"/>
                    <a:pt x="8807" y="8914"/>
                    <a:pt x="9907" y="7479"/>
                  </a:cubicBezTo>
                  <a:cubicBezTo>
                    <a:pt x="10942" y="6112"/>
                    <a:pt x="11775" y="4210"/>
                    <a:pt x="11275" y="2476"/>
                  </a:cubicBezTo>
                  <a:cubicBezTo>
                    <a:pt x="10931" y="1273"/>
                    <a:pt x="9801" y="217"/>
                    <a:pt x="8538" y="217"/>
                  </a:cubicBezTo>
                  <a:cubicBezTo>
                    <a:pt x="8330" y="217"/>
                    <a:pt x="8118" y="246"/>
                    <a:pt x="7906" y="307"/>
                  </a:cubicBezTo>
                  <a:cubicBezTo>
                    <a:pt x="6672" y="641"/>
                    <a:pt x="6038" y="1875"/>
                    <a:pt x="5805" y="3076"/>
                  </a:cubicBezTo>
                  <a:cubicBezTo>
                    <a:pt x="5404" y="1775"/>
                    <a:pt x="4737" y="441"/>
                    <a:pt x="3336" y="74"/>
                  </a:cubicBezTo>
                  <a:cubicBezTo>
                    <a:pt x="3148" y="24"/>
                    <a:pt x="2966" y="0"/>
                    <a:pt x="2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1"/>
            <p:cNvSpPr/>
            <p:nvPr/>
          </p:nvSpPr>
          <p:spPr>
            <a:xfrm>
              <a:off x="3643841" y="2678993"/>
              <a:ext cx="153079" cy="162999"/>
            </a:xfrm>
            <a:custGeom>
              <a:rect b="b" l="l" r="r" t="t"/>
              <a:pathLst>
                <a:path extrusionOk="0" h="8774" w="8240">
                  <a:moveTo>
                    <a:pt x="7939" y="1"/>
                  </a:moveTo>
                  <a:cubicBezTo>
                    <a:pt x="7906" y="34"/>
                    <a:pt x="7873" y="101"/>
                    <a:pt x="7839" y="134"/>
                  </a:cubicBezTo>
                  <a:cubicBezTo>
                    <a:pt x="7806" y="134"/>
                    <a:pt x="7739" y="134"/>
                    <a:pt x="7706" y="167"/>
                  </a:cubicBezTo>
                  <a:cubicBezTo>
                    <a:pt x="7372" y="468"/>
                    <a:pt x="6371" y="368"/>
                    <a:pt x="5938" y="434"/>
                  </a:cubicBezTo>
                  <a:cubicBezTo>
                    <a:pt x="5337" y="501"/>
                    <a:pt x="4770" y="568"/>
                    <a:pt x="4170" y="634"/>
                  </a:cubicBezTo>
                  <a:cubicBezTo>
                    <a:pt x="2902" y="768"/>
                    <a:pt x="1635" y="901"/>
                    <a:pt x="401" y="1068"/>
                  </a:cubicBezTo>
                  <a:cubicBezTo>
                    <a:pt x="167" y="1101"/>
                    <a:pt x="0" y="1302"/>
                    <a:pt x="134" y="1502"/>
                  </a:cubicBezTo>
                  <a:cubicBezTo>
                    <a:pt x="1501" y="3903"/>
                    <a:pt x="2836" y="6439"/>
                    <a:pt x="4537" y="8640"/>
                  </a:cubicBezTo>
                  <a:cubicBezTo>
                    <a:pt x="4570" y="8707"/>
                    <a:pt x="4637" y="8740"/>
                    <a:pt x="4704" y="8774"/>
                  </a:cubicBezTo>
                  <a:lnTo>
                    <a:pt x="5071" y="8740"/>
                  </a:lnTo>
                  <a:cubicBezTo>
                    <a:pt x="5071" y="8707"/>
                    <a:pt x="5071" y="8707"/>
                    <a:pt x="5071" y="8707"/>
                  </a:cubicBezTo>
                  <a:cubicBezTo>
                    <a:pt x="5071" y="8640"/>
                    <a:pt x="5037" y="8607"/>
                    <a:pt x="5004" y="8573"/>
                  </a:cubicBezTo>
                  <a:cubicBezTo>
                    <a:pt x="5004" y="8507"/>
                    <a:pt x="5004" y="8473"/>
                    <a:pt x="4970" y="8407"/>
                  </a:cubicBezTo>
                  <a:cubicBezTo>
                    <a:pt x="3670" y="6072"/>
                    <a:pt x="2202" y="3903"/>
                    <a:pt x="868" y="1602"/>
                  </a:cubicBezTo>
                  <a:cubicBezTo>
                    <a:pt x="2302" y="1435"/>
                    <a:pt x="3736" y="1268"/>
                    <a:pt x="5171" y="1101"/>
                  </a:cubicBezTo>
                  <a:cubicBezTo>
                    <a:pt x="5904" y="1001"/>
                    <a:pt x="7239" y="1135"/>
                    <a:pt x="7873" y="601"/>
                  </a:cubicBezTo>
                  <a:cubicBezTo>
                    <a:pt x="7873" y="601"/>
                    <a:pt x="7906" y="568"/>
                    <a:pt x="7939" y="568"/>
                  </a:cubicBezTo>
                  <a:cubicBezTo>
                    <a:pt x="8039" y="468"/>
                    <a:pt x="8139" y="368"/>
                    <a:pt x="8239" y="267"/>
                  </a:cubicBezTo>
                  <a:lnTo>
                    <a:pt x="79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121"/>
          <p:cNvGrpSpPr/>
          <p:nvPr/>
        </p:nvGrpSpPr>
        <p:grpSpPr>
          <a:xfrm>
            <a:off x="7512417" y="1479391"/>
            <a:ext cx="290875" cy="258028"/>
            <a:chOff x="3200749" y="4607951"/>
            <a:chExt cx="250388" cy="222113"/>
          </a:xfrm>
        </p:grpSpPr>
        <p:sp>
          <p:nvSpPr>
            <p:cNvPr id="6564" name="Google Shape;6564;p121"/>
            <p:cNvSpPr/>
            <p:nvPr/>
          </p:nvSpPr>
          <p:spPr>
            <a:xfrm>
              <a:off x="3212638" y="4655639"/>
              <a:ext cx="230435" cy="164429"/>
            </a:xfrm>
            <a:custGeom>
              <a:rect b="b" l="l" r="r" t="t"/>
              <a:pathLst>
                <a:path extrusionOk="0" h="8851" w="12404">
                  <a:moveTo>
                    <a:pt x="6842" y="0"/>
                  </a:moveTo>
                  <a:cubicBezTo>
                    <a:pt x="6707" y="0"/>
                    <a:pt x="6570" y="14"/>
                    <a:pt x="6433" y="43"/>
                  </a:cubicBezTo>
                  <a:cubicBezTo>
                    <a:pt x="5732" y="177"/>
                    <a:pt x="5165" y="644"/>
                    <a:pt x="4665" y="1111"/>
                  </a:cubicBezTo>
                  <a:cubicBezTo>
                    <a:pt x="4606" y="1169"/>
                    <a:pt x="4535" y="1196"/>
                    <a:pt x="4465" y="1196"/>
                  </a:cubicBezTo>
                  <a:cubicBezTo>
                    <a:pt x="4375" y="1196"/>
                    <a:pt x="4287" y="1152"/>
                    <a:pt x="4231" y="1078"/>
                  </a:cubicBezTo>
                  <a:cubicBezTo>
                    <a:pt x="3829" y="515"/>
                    <a:pt x="3328" y="285"/>
                    <a:pt x="2859" y="285"/>
                  </a:cubicBezTo>
                  <a:cubicBezTo>
                    <a:pt x="1772" y="285"/>
                    <a:pt x="863" y="1523"/>
                    <a:pt x="1796" y="2712"/>
                  </a:cubicBezTo>
                  <a:cubicBezTo>
                    <a:pt x="1863" y="2712"/>
                    <a:pt x="1929" y="2712"/>
                    <a:pt x="1963" y="2745"/>
                  </a:cubicBezTo>
                  <a:cubicBezTo>
                    <a:pt x="2163" y="2779"/>
                    <a:pt x="2163" y="3112"/>
                    <a:pt x="1963" y="3146"/>
                  </a:cubicBezTo>
                  <a:cubicBezTo>
                    <a:pt x="1062" y="3279"/>
                    <a:pt x="61" y="3713"/>
                    <a:pt x="28" y="4814"/>
                  </a:cubicBezTo>
                  <a:cubicBezTo>
                    <a:pt x="1" y="5765"/>
                    <a:pt x="726" y="6339"/>
                    <a:pt x="1537" y="6339"/>
                  </a:cubicBezTo>
                  <a:cubicBezTo>
                    <a:pt x="1722" y="6339"/>
                    <a:pt x="1911" y="6310"/>
                    <a:pt x="2096" y="6248"/>
                  </a:cubicBezTo>
                  <a:cubicBezTo>
                    <a:pt x="2123" y="6239"/>
                    <a:pt x="2150" y="6235"/>
                    <a:pt x="2177" y="6235"/>
                  </a:cubicBezTo>
                  <a:cubicBezTo>
                    <a:pt x="2346" y="6235"/>
                    <a:pt x="2487" y="6404"/>
                    <a:pt x="2430" y="6548"/>
                  </a:cubicBezTo>
                  <a:cubicBezTo>
                    <a:pt x="2152" y="7290"/>
                    <a:pt x="2246" y="8404"/>
                    <a:pt x="3164" y="8404"/>
                  </a:cubicBezTo>
                  <a:cubicBezTo>
                    <a:pt x="3236" y="8404"/>
                    <a:pt x="3314" y="8397"/>
                    <a:pt x="3397" y="8383"/>
                  </a:cubicBezTo>
                  <a:cubicBezTo>
                    <a:pt x="3931" y="8316"/>
                    <a:pt x="4264" y="7882"/>
                    <a:pt x="4498" y="7415"/>
                  </a:cubicBezTo>
                  <a:cubicBezTo>
                    <a:pt x="4498" y="7349"/>
                    <a:pt x="4498" y="7315"/>
                    <a:pt x="4498" y="7249"/>
                  </a:cubicBezTo>
                  <a:cubicBezTo>
                    <a:pt x="4498" y="7149"/>
                    <a:pt x="4598" y="7115"/>
                    <a:pt x="4665" y="7082"/>
                  </a:cubicBezTo>
                  <a:cubicBezTo>
                    <a:pt x="4684" y="7053"/>
                    <a:pt x="4713" y="7041"/>
                    <a:pt x="4745" y="7041"/>
                  </a:cubicBezTo>
                  <a:cubicBezTo>
                    <a:pt x="4826" y="7041"/>
                    <a:pt x="4922" y="7120"/>
                    <a:pt x="4898" y="7215"/>
                  </a:cubicBezTo>
                  <a:cubicBezTo>
                    <a:pt x="4898" y="7249"/>
                    <a:pt x="4865" y="7282"/>
                    <a:pt x="4865" y="7349"/>
                  </a:cubicBezTo>
                  <a:cubicBezTo>
                    <a:pt x="4995" y="8132"/>
                    <a:pt x="5636" y="8851"/>
                    <a:pt x="6476" y="8851"/>
                  </a:cubicBezTo>
                  <a:cubicBezTo>
                    <a:pt x="6495" y="8851"/>
                    <a:pt x="6514" y="8850"/>
                    <a:pt x="6533" y="8850"/>
                  </a:cubicBezTo>
                  <a:cubicBezTo>
                    <a:pt x="7533" y="8816"/>
                    <a:pt x="7967" y="7916"/>
                    <a:pt x="8100" y="7082"/>
                  </a:cubicBezTo>
                  <a:cubicBezTo>
                    <a:pt x="8120" y="6985"/>
                    <a:pt x="8219" y="6933"/>
                    <a:pt x="8317" y="6933"/>
                  </a:cubicBezTo>
                  <a:cubicBezTo>
                    <a:pt x="8388" y="6933"/>
                    <a:pt x="8459" y="6959"/>
                    <a:pt x="8501" y="7015"/>
                  </a:cubicBezTo>
                  <a:cubicBezTo>
                    <a:pt x="8534" y="7015"/>
                    <a:pt x="8601" y="7048"/>
                    <a:pt x="8601" y="7115"/>
                  </a:cubicBezTo>
                  <a:cubicBezTo>
                    <a:pt x="8745" y="7674"/>
                    <a:pt x="9182" y="7911"/>
                    <a:pt x="9658" y="7911"/>
                  </a:cubicBezTo>
                  <a:cubicBezTo>
                    <a:pt x="10063" y="7911"/>
                    <a:pt x="10496" y="7740"/>
                    <a:pt x="10802" y="7449"/>
                  </a:cubicBezTo>
                  <a:cubicBezTo>
                    <a:pt x="11103" y="7182"/>
                    <a:pt x="11336" y="6748"/>
                    <a:pt x="11303" y="6315"/>
                  </a:cubicBezTo>
                  <a:cubicBezTo>
                    <a:pt x="11269" y="5914"/>
                    <a:pt x="11036" y="5681"/>
                    <a:pt x="10769" y="5381"/>
                  </a:cubicBezTo>
                  <a:cubicBezTo>
                    <a:pt x="10736" y="5347"/>
                    <a:pt x="10736" y="5347"/>
                    <a:pt x="10702" y="5314"/>
                  </a:cubicBezTo>
                  <a:cubicBezTo>
                    <a:pt x="10536" y="5214"/>
                    <a:pt x="10469" y="4880"/>
                    <a:pt x="10736" y="4814"/>
                  </a:cubicBezTo>
                  <a:cubicBezTo>
                    <a:pt x="11937" y="4547"/>
                    <a:pt x="12404" y="3346"/>
                    <a:pt x="11636" y="2345"/>
                  </a:cubicBezTo>
                  <a:cubicBezTo>
                    <a:pt x="11238" y="1833"/>
                    <a:pt x="10699" y="1623"/>
                    <a:pt x="10137" y="1623"/>
                  </a:cubicBezTo>
                  <a:cubicBezTo>
                    <a:pt x="9710" y="1623"/>
                    <a:pt x="9270" y="1743"/>
                    <a:pt x="8868" y="1945"/>
                  </a:cubicBezTo>
                  <a:cubicBezTo>
                    <a:pt x="8823" y="1972"/>
                    <a:pt x="8774" y="1984"/>
                    <a:pt x="8726" y="1984"/>
                  </a:cubicBezTo>
                  <a:cubicBezTo>
                    <a:pt x="8595" y="1984"/>
                    <a:pt x="8476" y="1891"/>
                    <a:pt x="8501" y="1745"/>
                  </a:cubicBezTo>
                  <a:cubicBezTo>
                    <a:pt x="8618" y="694"/>
                    <a:pt x="7789" y="0"/>
                    <a:pt x="6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1"/>
            <p:cNvSpPr/>
            <p:nvPr/>
          </p:nvSpPr>
          <p:spPr>
            <a:xfrm>
              <a:off x="3336476" y="4617314"/>
              <a:ext cx="91717" cy="63312"/>
            </a:xfrm>
            <a:custGeom>
              <a:rect b="b" l="l" r="r" t="t"/>
              <a:pathLst>
                <a:path extrusionOk="0" h="3408" w="4937">
                  <a:moveTo>
                    <a:pt x="2449" y="1"/>
                  </a:moveTo>
                  <a:cubicBezTo>
                    <a:pt x="1460" y="1"/>
                    <a:pt x="404" y="590"/>
                    <a:pt x="0" y="1506"/>
                  </a:cubicBezTo>
                  <a:cubicBezTo>
                    <a:pt x="71" y="1498"/>
                    <a:pt x="144" y="1494"/>
                    <a:pt x="218" y="1494"/>
                  </a:cubicBezTo>
                  <a:cubicBezTo>
                    <a:pt x="458" y="1494"/>
                    <a:pt x="713" y="1538"/>
                    <a:pt x="967" y="1639"/>
                  </a:cubicBezTo>
                  <a:cubicBezTo>
                    <a:pt x="1801" y="1940"/>
                    <a:pt x="2302" y="2607"/>
                    <a:pt x="2335" y="3407"/>
                  </a:cubicBezTo>
                  <a:cubicBezTo>
                    <a:pt x="2710" y="3282"/>
                    <a:pt x="3105" y="3215"/>
                    <a:pt x="3487" y="3215"/>
                  </a:cubicBezTo>
                  <a:cubicBezTo>
                    <a:pt x="3819" y="3215"/>
                    <a:pt x="4142" y="3266"/>
                    <a:pt x="4437" y="3374"/>
                  </a:cubicBezTo>
                  <a:cubicBezTo>
                    <a:pt x="4937" y="2106"/>
                    <a:pt x="4603" y="572"/>
                    <a:pt x="3136" y="105"/>
                  </a:cubicBezTo>
                  <a:cubicBezTo>
                    <a:pt x="2917" y="34"/>
                    <a:pt x="2685" y="1"/>
                    <a:pt x="2449"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1"/>
            <p:cNvSpPr/>
            <p:nvPr/>
          </p:nvSpPr>
          <p:spPr>
            <a:xfrm>
              <a:off x="3200749" y="4607951"/>
              <a:ext cx="250388" cy="222113"/>
            </a:xfrm>
            <a:custGeom>
              <a:rect b="b" l="l" r="r" t="t"/>
              <a:pathLst>
                <a:path extrusionOk="0" h="11956" w="13478">
                  <a:moveTo>
                    <a:pt x="9780" y="517"/>
                  </a:moveTo>
                  <a:cubicBezTo>
                    <a:pt x="10007" y="517"/>
                    <a:pt x="10231" y="547"/>
                    <a:pt x="10442" y="609"/>
                  </a:cubicBezTo>
                  <a:cubicBezTo>
                    <a:pt x="11909" y="1076"/>
                    <a:pt x="12243" y="2610"/>
                    <a:pt x="11743" y="3878"/>
                  </a:cubicBezTo>
                  <a:cubicBezTo>
                    <a:pt x="11457" y="3773"/>
                    <a:pt x="11145" y="3722"/>
                    <a:pt x="10824" y="3722"/>
                  </a:cubicBezTo>
                  <a:cubicBezTo>
                    <a:pt x="10432" y="3722"/>
                    <a:pt x="10026" y="3798"/>
                    <a:pt x="9641" y="3945"/>
                  </a:cubicBezTo>
                  <a:cubicBezTo>
                    <a:pt x="9608" y="3111"/>
                    <a:pt x="9107" y="2444"/>
                    <a:pt x="8273" y="2143"/>
                  </a:cubicBezTo>
                  <a:cubicBezTo>
                    <a:pt x="7999" y="2061"/>
                    <a:pt x="7724" y="2001"/>
                    <a:pt x="7469" y="2001"/>
                  </a:cubicBezTo>
                  <a:cubicBezTo>
                    <a:pt x="7413" y="2001"/>
                    <a:pt x="7359" y="2004"/>
                    <a:pt x="7306" y="2010"/>
                  </a:cubicBezTo>
                  <a:cubicBezTo>
                    <a:pt x="7713" y="1087"/>
                    <a:pt x="8784" y="517"/>
                    <a:pt x="9780" y="517"/>
                  </a:cubicBezTo>
                  <a:close/>
                  <a:moveTo>
                    <a:pt x="7482" y="2567"/>
                  </a:moveTo>
                  <a:cubicBezTo>
                    <a:pt x="8429" y="2567"/>
                    <a:pt x="9258" y="3261"/>
                    <a:pt x="9141" y="4312"/>
                  </a:cubicBezTo>
                  <a:cubicBezTo>
                    <a:pt x="9116" y="4458"/>
                    <a:pt x="9235" y="4551"/>
                    <a:pt x="9366" y="4551"/>
                  </a:cubicBezTo>
                  <a:cubicBezTo>
                    <a:pt x="9414" y="4551"/>
                    <a:pt x="9463" y="4539"/>
                    <a:pt x="9508" y="4512"/>
                  </a:cubicBezTo>
                  <a:cubicBezTo>
                    <a:pt x="9910" y="4310"/>
                    <a:pt x="10350" y="4190"/>
                    <a:pt x="10777" y="4190"/>
                  </a:cubicBezTo>
                  <a:cubicBezTo>
                    <a:pt x="11339" y="4190"/>
                    <a:pt x="11878" y="4400"/>
                    <a:pt x="12276" y="4912"/>
                  </a:cubicBezTo>
                  <a:cubicBezTo>
                    <a:pt x="13044" y="5913"/>
                    <a:pt x="12577" y="7114"/>
                    <a:pt x="11376" y="7381"/>
                  </a:cubicBezTo>
                  <a:cubicBezTo>
                    <a:pt x="11109" y="7447"/>
                    <a:pt x="11176" y="7781"/>
                    <a:pt x="11342" y="7881"/>
                  </a:cubicBezTo>
                  <a:cubicBezTo>
                    <a:pt x="11376" y="7881"/>
                    <a:pt x="11376" y="7914"/>
                    <a:pt x="11409" y="7948"/>
                  </a:cubicBezTo>
                  <a:cubicBezTo>
                    <a:pt x="11676" y="8248"/>
                    <a:pt x="11909" y="8448"/>
                    <a:pt x="11943" y="8882"/>
                  </a:cubicBezTo>
                  <a:cubicBezTo>
                    <a:pt x="11976" y="9315"/>
                    <a:pt x="11743" y="9716"/>
                    <a:pt x="11442" y="10016"/>
                  </a:cubicBezTo>
                  <a:cubicBezTo>
                    <a:pt x="11139" y="10304"/>
                    <a:pt x="10711" y="10475"/>
                    <a:pt x="10309" y="10475"/>
                  </a:cubicBezTo>
                  <a:cubicBezTo>
                    <a:pt x="9829" y="10475"/>
                    <a:pt x="9386" y="10230"/>
                    <a:pt x="9241" y="9649"/>
                  </a:cubicBezTo>
                  <a:cubicBezTo>
                    <a:pt x="9241" y="9615"/>
                    <a:pt x="9174" y="9582"/>
                    <a:pt x="9141" y="9549"/>
                  </a:cubicBezTo>
                  <a:cubicBezTo>
                    <a:pt x="9099" y="9507"/>
                    <a:pt x="9029" y="9483"/>
                    <a:pt x="8959" y="9483"/>
                  </a:cubicBezTo>
                  <a:cubicBezTo>
                    <a:pt x="8860" y="9483"/>
                    <a:pt x="8760" y="9532"/>
                    <a:pt x="8740" y="9649"/>
                  </a:cubicBezTo>
                  <a:cubicBezTo>
                    <a:pt x="8607" y="10483"/>
                    <a:pt x="8173" y="11383"/>
                    <a:pt x="7173" y="11417"/>
                  </a:cubicBezTo>
                  <a:cubicBezTo>
                    <a:pt x="7137" y="11419"/>
                    <a:pt x="7102" y="11421"/>
                    <a:pt x="7068" y="11421"/>
                  </a:cubicBezTo>
                  <a:cubicBezTo>
                    <a:pt x="6252" y="11421"/>
                    <a:pt x="5633" y="10684"/>
                    <a:pt x="5505" y="9916"/>
                  </a:cubicBezTo>
                  <a:cubicBezTo>
                    <a:pt x="5505" y="9849"/>
                    <a:pt x="5538" y="9816"/>
                    <a:pt x="5538" y="9782"/>
                  </a:cubicBezTo>
                  <a:cubicBezTo>
                    <a:pt x="5562" y="9687"/>
                    <a:pt x="5466" y="9608"/>
                    <a:pt x="5385" y="9608"/>
                  </a:cubicBezTo>
                  <a:cubicBezTo>
                    <a:pt x="5353" y="9608"/>
                    <a:pt x="5324" y="9620"/>
                    <a:pt x="5305" y="9649"/>
                  </a:cubicBezTo>
                  <a:cubicBezTo>
                    <a:pt x="5238" y="9682"/>
                    <a:pt x="5138" y="9716"/>
                    <a:pt x="5138" y="9816"/>
                  </a:cubicBezTo>
                  <a:cubicBezTo>
                    <a:pt x="5138" y="9882"/>
                    <a:pt x="5138" y="9916"/>
                    <a:pt x="5138" y="9982"/>
                  </a:cubicBezTo>
                  <a:cubicBezTo>
                    <a:pt x="4904" y="10449"/>
                    <a:pt x="4571" y="10883"/>
                    <a:pt x="4037" y="10950"/>
                  </a:cubicBezTo>
                  <a:cubicBezTo>
                    <a:pt x="3954" y="10964"/>
                    <a:pt x="3876" y="10971"/>
                    <a:pt x="3804" y="10971"/>
                  </a:cubicBezTo>
                  <a:cubicBezTo>
                    <a:pt x="2890" y="10971"/>
                    <a:pt x="2822" y="9857"/>
                    <a:pt x="3070" y="9115"/>
                  </a:cubicBezTo>
                  <a:cubicBezTo>
                    <a:pt x="3127" y="8971"/>
                    <a:pt x="2986" y="8802"/>
                    <a:pt x="2817" y="8802"/>
                  </a:cubicBezTo>
                  <a:cubicBezTo>
                    <a:pt x="2790" y="8802"/>
                    <a:pt x="2763" y="8806"/>
                    <a:pt x="2736" y="8815"/>
                  </a:cubicBezTo>
                  <a:cubicBezTo>
                    <a:pt x="2551" y="8877"/>
                    <a:pt x="2362" y="8906"/>
                    <a:pt x="2177" y="8906"/>
                  </a:cubicBezTo>
                  <a:cubicBezTo>
                    <a:pt x="1366" y="8906"/>
                    <a:pt x="641" y="8332"/>
                    <a:pt x="668" y="7381"/>
                  </a:cubicBezTo>
                  <a:cubicBezTo>
                    <a:pt x="701" y="6280"/>
                    <a:pt x="1702" y="5846"/>
                    <a:pt x="2603" y="5713"/>
                  </a:cubicBezTo>
                  <a:cubicBezTo>
                    <a:pt x="2803" y="5679"/>
                    <a:pt x="2803" y="5346"/>
                    <a:pt x="2603" y="5312"/>
                  </a:cubicBezTo>
                  <a:cubicBezTo>
                    <a:pt x="2569" y="5279"/>
                    <a:pt x="2503" y="5279"/>
                    <a:pt x="2436" y="5279"/>
                  </a:cubicBezTo>
                  <a:cubicBezTo>
                    <a:pt x="1503" y="4090"/>
                    <a:pt x="2412" y="2852"/>
                    <a:pt x="3499" y="2852"/>
                  </a:cubicBezTo>
                  <a:cubicBezTo>
                    <a:pt x="3968" y="2852"/>
                    <a:pt x="4469" y="3082"/>
                    <a:pt x="4871" y="3645"/>
                  </a:cubicBezTo>
                  <a:cubicBezTo>
                    <a:pt x="4946" y="3719"/>
                    <a:pt x="5031" y="3763"/>
                    <a:pt x="5116" y="3763"/>
                  </a:cubicBezTo>
                  <a:cubicBezTo>
                    <a:pt x="5181" y="3763"/>
                    <a:pt x="5246" y="3736"/>
                    <a:pt x="5305" y="3678"/>
                  </a:cubicBezTo>
                  <a:cubicBezTo>
                    <a:pt x="5805" y="3211"/>
                    <a:pt x="6372" y="2744"/>
                    <a:pt x="7073" y="2610"/>
                  </a:cubicBezTo>
                  <a:cubicBezTo>
                    <a:pt x="7210" y="2581"/>
                    <a:pt x="7347" y="2567"/>
                    <a:pt x="7482" y="2567"/>
                  </a:cubicBezTo>
                  <a:close/>
                  <a:moveTo>
                    <a:pt x="9790" y="1"/>
                  </a:moveTo>
                  <a:cubicBezTo>
                    <a:pt x="8522" y="1"/>
                    <a:pt x="7191" y="807"/>
                    <a:pt x="6906" y="2077"/>
                  </a:cubicBezTo>
                  <a:cubicBezTo>
                    <a:pt x="6239" y="2244"/>
                    <a:pt x="5672" y="2644"/>
                    <a:pt x="5138" y="3077"/>
                  </a:cubicBezTo>
                  <a:cubicBezTo>
                    <a:pt x="4674" y="2573"/>
                    <a:pt x="4038" y="2239"/>
                    <a:pt x="3387" y="2239"/>
                  </a:cubicBezTo>
                  <a:cubicBezTo>
                    <a:pt x="2962" y="2239"/>
                    <a:pt x="2531" y="2381"/>
                    <a:pt x="2136" y="2711"/>
                  </a:cubicBezTo>
                  <a:cubicBezTo>
                    <a:pt x="1302" y="3411"/>
                    <a:pt x="1302" y="4545"/>
                    <a:pt x="1936" y="5312"/>
                  </a:cubicBezTo>
                  <a:cubicBezTo>
                    <a:pt x="868" y="5513"/>
                    <a:pt x="1" y="6513"/>
                    <a:pt x="168" y="7681"/>
                  </a:cubicBezTo>
                  <a:cubicBezTo>
                    <a:pt x="290" y="8780"/>
                    <a:pt x="1195" y="9432"/>
                    <a:pt x="2166" y="9432"/>
                  </a:cubicBezTo>
                  <a:cubicBezTo>
                    <a:pt x="2256" y="9432"/>
                    <a:pt x="2346" y="9427"/>
                    <a:pt x="2436" y="9415"/>
                  </a:cubicBezTo>
                  <a:lnTo>
                    <a:pt x="2436" y="9415"/>
                  </a:lnTo>
                  <a:cubicBezTo>
                    <a:pt x="2269" y="10283"/>
                    <a:pt x="2336" y="11283"/>
                    <a:pt x="3370" y="11517"/>
                  </a:cubicBezTo>
                  <a:cubicBezTo>
                    <a:pt x="3495" y="11546"/>
                    <a:pt x="3615" y="11559"/>
                    <a:pt x="3729" y="11559"/>
                  </a:cubicBezTo>
                  <a:cubicBezTo>
                    <a:pt x="4406" y="11559"/>
                    <a:pt x="4895" y="11082"/>
                    <a:pt x="5238" y="10483"/>
                  </a:cubicBezTo>
                  <a:cubicBezTo>
                    <a:pt x="5460" y="11340"/>
                    <a:pt x="6256" y="11955"/>
                    <a:pt x="7167" y="11955"/>
                  </a:cubicBezTo>
                  <a:cubicBezTo>
                    <a:pt x="7213" y="11955"/>
                    <a:pt x="7259" y="11954"/>
                    <a:pt x="7306" y="11950"/>
                  </a:cubicBezTo>
                  <a:cubicBezTo>
                    <a:pt x="8140" y="11917"/>
                    <a:pt x="8974" y="11217"/>
                    <a:pt x="9174" y="10383"/>
                  </a:cubicBezTo>
                  <a:cubicBezTo>
                    <a:pt x="9440" y="10773"/>
                    <a:pt x="9905" y="10956"/>
                    <a:pt x="10397" y="10956"/>
                  </a:cubicBezTo>
                  <a:cubicBezTo>
                    <a:pt x="10830" y="10956"/>
                    <a:pt x="11284" y="10815"/>
                    <a:pt x="11643" y="10549"/>
                  </a:cubicBezTo>
                  <a:cubicBezTo>
                    <a:pt x="12410" y="9949"/>
                    <a:pt x="12877" y="8381"/>
                    <a:pt x="11976" y="7747"/>
                  </a:cubicBezTo>
                  <a:cubicBezTo>
                    <a:pt x="12977" y="7280"/>
                    <a:pt x="13477" y="6113"/>
                    <a:pt x="12977" y="5046"/>
                  </a:cubicBezTo>
                  <a:cubicBezTo>
                    <a:pt x="12777" y="4645"/>
                    <a:pt x="12510" y="4345"/>
                    <a:pt x="12210" y="4112"/>
                  </a:cubicBezTo>
                  <a:cubicBezTo>
                    <a:pt x="13010" y="2711"/>
                    <a:pt x="12343" y="809"/>
                    <a:pt x="10842" y="209"/>
                  </a:cubicBezTo>
                  <a:cubicBezTo>
                    <a:pt x="10514" y="67"/>
                    <a:pt x="10155" y="1"/>
                    <a:pt x="9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121"/>
          <p:cNvGrpSpPr/>
          <p:nvPr/>
        </p:nvGrpSpPr>
        <p:grpSpPr>
          <a:xfrm>
            <a:off x="2982362" y="3559415"/>
            <a:ext cx="796939" cy="321909"/>
            <a:chOff x="3198278" y="3270408"/>
            <a:chExt cx="686011" cy="277102"/>
          </a:xfrm>
        </p:grpSpPr>
        <p:sp>
          <p:nvSpPr>
            <p:cNvPr id="6568" name="Google Shape;6568;p121"/>
            <p:cNvSpPr/>
            <p:nvPr/>
          </p:nvSpPr>
          <p:spPr>
            <a:xfrm>
              <a:off x="3728740" y="3289394"/>
              <a:ext cx="148118" cy="152466"/>
            </a:xfrm>
            <a:custGeom>
              <a:rect b="b" l="l" r="r" t="t"/>
              <a:pathLst>
                <a:path extrusionOk="0" h="8207" w="7973">
                  <a:moveTo>
                    <a:pt x="0" y="0"/>
                  </a:moveTo>
                  <a:lnTo>
                    <a:pt x="0" y="34"/>
                  </a:lnTo>
                  <a:cubicBezTo>
                    <a:pt x="34" y="34"/>
                    <a:pt x="34" y="34"/>
                    <a:pt x="67" y="67"/>
                  </a:cubicBezTo>
                  <a:cubicBezTo>
                    <a:pt x="2268" y="2569"/>
                    <a:pt x="4637" y="5304"/>
                    <a:pt x="6271" y="8206"/>
                  </a:cubicBezTo>
                  <a:cubicBezTo>
                    <a:pt x="6505" y="7906"/>
                    <a:pt x="6705" y="7606"/>
                    <a:pt x="6905" y="7272"/>
                  </a:cubicBezTo>
                  <a:cubicBezTo>
                    <a:pt x="7973" y="5471"/>
                    <a:pt x="6438" y="4304"/>
                    <a:pt x="5404" y="2969"/>
                  </a:cubicBezTo>
                  <a:cubicBezTo>
                    <a:pt x="4603" y="1969"/>
                    <a:pt x="3836" y="968"/>
                    <a:pt x="3069" y="0"/>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1"/>
            <p:cNvSpPr/>
            <p:nvPr/>
          </p:nvSpPr>
          <p:spPr>
            <a:xfrm>
              <a:off x="3563270" y="3286291"/>
              <a:ext cx="224974" cy="244796"/>
            </a:xfrm>
            <a:custGeom>
              <a:rect b="b" l="l" r="r" t="t"/>
              <a:pathLst>
                <a:path extrusionOk="0" h="13177" w="12110">
                  <a:moveTo>
                    <a:pt x="1" y="1"/>
                  </a:moveTo>
                  <a:cubicBezTo>
                    <a:pt x="2870" y="4370"/>
                    <a:pt x="5772" y="8707"/>
                    <a:pt x="8607" y="13110"/>
                  </a:cubicBezTo>
                  <a:cubicBezTo>
                    <a:pt x="9541" y="13110"/>
                    <a:pt x="10442" y="13110"/>
                    <a:pt x="11376" y="13177"/>
                  </a:cubicBezTo>
                  <a:cubicBezTo>
                    <a:pt x="11609" y="12843"/>
                    <a:pt x="11876" y="12543"/>
                    <a:pt x="12109" y="12209"/>
                  </a:cubicBezTo>
                  <a:cubicBezTo>
                    <a:pt x="12109" y="12209"/>
                    <a:pt x="12076" y="12209"/>
                    <a:pt x="12076" y="12176"/>
                  </a:cubicBezTo>
                  <a:cubicBezTo>
                    <a:pt x="9708" y="8006"/>
                    <a:pt x="7273" y="3937"/>
                    <a:pt x="4437" y="101"/>
                  </a:cubicBezTo>
                  <a:cubicBezTo>
                    <a:pt x="2970" y="67"/>
                    <a:pt x="1469" y="34"/>
                    <a:pt x="1" y="1"/>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1"/>
            <p:cNvSpPr/>
            <p:nvPr/>
          </p:nvSpPr>
          <p:spPr>
            <a:xfrm>
              <a:off x="3377365" y="3284434"/>
              <a:ext cx="251001" cy="248511"/>
            </a:xfrm>
            <a:custGeom>
              <a:rect b="b" l="l" r="r" t="t"/>
              <a:pathLst>
                <a:path extrusionOk="0" h="13377" w="13511">
                  <a:moveTo>
                    <a:pt x="1" y="1"/>
                  </a:moveTo>
                  <a:cubicBezTo>
                    <a:pt x="1602" y="2269"/>
                    <a:pt x="3136" y="4571"/>
                    <a:pt x="4771" y="6839"/>
                  </a:cubicBezTo>
                  <a:cubicBezTo>
                    <a:pt x="5638" y="8040"/>
                    <a:pt x="6505" y="9241"/>
                    <a:pt x="7373" y="10441"/>
                  </a:cubicBezTo>
                  <a:cubicBezTo>
                    <a:pt x="8106" y="11409"/>
                    <a:pt x="8907" y="12343"/>
                    <a:pt x="9574" y="13377"/>
                  </a:cubicBezTo>
                  <a:lnTo>
                    <a:pt x="13510" y="13343"/>
                  </a:lnTo>
                  <a:cubicBezTo>
                    <a:pt x="10408" y="8974"/>
                    <a:pt x="7373" y="4537"/>
                    <a:pt x="4471" y="34"/>
                  </a:cubicBezTo>
                  <a:cubicBezTo>
                    <a:pt x="3003" y="1"/>
                    <a:pt x="1502" y="1"/>
                    <a:pt x="1" y="1"/>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1"/>
            <p:cNvSpPr/>
            <p:nvPr/>
          </p:nvSpPr>
          <p:spPr>
            <a:xfrm>
              <a:off x="3206341" y="3283821"/>
              <a:ext cx="249124" cy="250982"/>
            </a:xfrm>
            <a:custGeom>
              <a:rect b="b" l="l" r="r" t="t"/>
              <a:pathLst>
                <a:path extrusionOk="0" h="13510" w="13410">
                  <a:moveTo>
                    <a:pt x="33" y="0"/>
                  </a:moveTo>
                  <a:cubicBezTo>
                    <a:pt x="33" y="34"/>
                    <a:pt x="0" y="67"/>
                    <a:pt x="33" y="100"/>
                  </a:cubicBezTo>
                  <a:cubicBezTo>
                    <a:pt x="33" y="100"/>
                    <a:pt x="67" y="100"/>
                    <a:pt x="100" y="134"/>
                  </a:cubicBezTo>
                  <a:cubicBezTo>
                    <a:pt x="1301" y="1368"/>
                    <a:pt x="2368" y="2736"/>
                    <a:pt x="3469" y="4036"/>
                  </a:cubicBezTo>
                  <a:cubicBezTo>
                    <a:pt x="4036" y="4704"/>
                    <a:pt x="5337" y="5738"/>
                    <a:pt x="5271" y="6705"/>
                  </a:cubicBezTo>
                  <a:cubicBezTo>
                    <a:pt x="5271" y="6805"/>
                    <a:pt x="5271" y="6905"/>
                    <a:pt x="5237" y="7005"/>
                  </a:cubicBezTo>
                  <a:cubicBezTo>
                    <a:pt x="6705" y="9274"/>
                    <a:pt x="8273" y="11375"/>
                    <a:pt x="9974" y="13510"/>
                  </a:cubicBezTo>
                  <a:cubicBezTo>
                    <a:pt x="11108" y="13510"/>
                    <a:pt x="12276" y="13510"/>
                    <a:pt x="13410" y="13477"/>
                  </a:cubicBezTo>
                  <a:cubicBezTo>
                    <a:pt x="9941" y="9307"/>
                    <a:pt x="6872" y="4637"/>
                    <a:pt x="4003" y="34"/>
                  </a:cubicBezTo>
                  <a:cubicBezTo>
                    <a:pt x="2702" y="0"/>
                    <a:pt x="1368" y="0"/>
                    <a:pt x="67" y="0"/>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1"/>
            <p:cNvSpPr/>
            <p:nvPr/>
          </p:nvSpPr>
          <p:spPr>
            <a:xfrm>
              <a:off x="3215016" y="3475299"/>
              <a:ext cx="81815" cy="63851"/>
            </a:xfrm>
            <a:custGeom>
              <a:rect b="b" l="l" r="r" t="t"/>
              <a:pathLst>
                <a:path extrusionOk="0" h="3437" w="4404">
                  <a:moveTo>
                    <a:pt x="2335" y="1"/>
                  </a:moveTo>
                  <a:cubicBezTo>
                    <a:pt x="1968" y="501"/>
                    <a:pt x="1601" y="968"/>
                    <a:pt x="1234" y="1435"/>
                  </a:cubicBezTo>
                  <a:cubicBezTo>
                    <a:pt x="967" y="1802"/>
                    <a:pt x="67" y="2736"/>
                    <a:pt x="234" y="3170"/>
                  </a:cubicBezTo>
                  <a:cubicBezTo>
                    <a:pt x="234" y="3236"/>
                    <a:pt x="200" y="3303"/>
                    <a:pt x="134" y="3303"/>
                  </a:cubicBezTo>
                  <a:cubicBezTo>
                    <a:pt x="100" y="3336"/>
                    <a:pt x="67" y="3336"/>
                    <a:pt x="0" y="3370"/>
                  </a:cubicBezTo>
                  <a:cubicBezTo>
                    <a:pt x="33" y="3403"/>
                    <a:pt x="33" y="3403"/>
                    <a:pt x="0" y="3436"/>
                  </a:cubicBezTo>
                  <a:cubicBezTo>
                    <a:pt x="1468" y="3370"/>
                    <a:pt x="2936" y="3303"/>
                    <a:pt x="4403" y="3270"/>
                  </a:cubicBezTo>
                  <a:cubicBezTo>
                    <a:pt x="3536" y="2369"/>
                    <a:pt x="2835" y="1168"/>
                    <a:pt x="2335" y="1"/>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1"/>
            <p:cNvSpPr/>
            <p:nvPr/>
          </p:nvSpPr>
          <p:spPr>
            <a:xfrm>
              <a:off x="3198278" y="3270408"/>
              <a:ext cx="686011" cy="277102"/>
            </a:xfrm>
            <a:custGeom>
              <a:rect b="b" l="l" r="r" t="t"/>
              <a:pathLst>
                <a:path extrusionOk="0" h="14916" w="36927">
                  <a:moveTo>
                    <a:pt x="24418" y="956"/>
                  </a:moveTo>
                  <a:lnTo>
                    <a:pt x="24418" y="956"/>
                  </a:lnTo>
                  <a:cubicBezTo>
                    <a:pt x="25786" y="989"/>
                    <a:pt x="27153" y="1022"/>
                    <a:pt x="28554" y="1022"/>
                  </a:cubicBezTo>
                  <a:lnTo>
                    <a:pt x="31623" y="1022"/>
                  </a:lnTo>
                  <a:cubicBezTo>
                    <a:pt x="32390" y="1990"/>
                    <a:pt x="33157" y="2991"/>
                    <a:pt x="33958" y="3991"/>
                  </a:cubicBezTo>
                  <a:cubicBezTo>
                    <a:pt x="34992" y="5326"/>
                    <a:pt x="36527" y="6493"/>
                    <a:pt x="35459" y="8294"/>
                  </a:cubicBezTo>
                  <a:cubicBezTo>
                    <a:pt x="35259" y="8628"/>
                    <a:pt x="35059" y="8928"/>
                    <a:pt x="34825" y="9228"/>
                  </a:cubicBezTo>
                  <a:cubicBezTo>
                    <a:pt x="33191" y="6293"/>
                    <a:pt x="30822" y="3558"/>
                    <a:pt x="28621" y="1089"/>
                  </a:cubicBezTo>
                  <a:cubicBezTo>
                    <a:pt x="28621" y="1056"/>
                    <a:pt x="28588" y="1056"/>
                    <a:pt x="28554" y="1056"/>
                  </a:cubicBezTo>
                  <a:cubicBezTo>
                    <a:pt x="28454" y="1056"/>
                    <a:pt x="28387" y="1156"/>
                    <a:pt x="28454" y="1256"/>
                  </a:cubicBezTo>
                  <a:cubicBezTo>
                    <a:pt x="30589" y="3958"/>
                    <a:pt x="32424" y="6893"/>
                    <a:pt x="34558" y="9562"/>
                  </a:cubicBezTo>
                  <a:cubicBezTo>
                    <a:pt x="34058" y="10196"/>
                    <a:pt x="33491" y="10796"/>
                    <a:pt x="33024" y="11430"/>
                  </a:cubicBezTo>
                  <a:cubicBezTo>
                    <a:pt x="32657" y="11864"/>
                    <a:pt x="32324" y="12297"/>
                    <a:pt x="31990" y="12764"/>
                  </a:cubicBezTo>
                  <a:cubicBezTo>
                    <a:pt x="29922" y="8561"/>
                    <a:pt x="27287" y="4625"/>
                    <a:pt x="24418" y="956"/>
                  </a:cubicBezTo>
                  <a:close/>
                  <a:moveTo>
                    <a:pt x="19648" y="856"/>
                  </a:moveTo>
                  <a:cubicBezTo>
                    <a:pt x="21116" y="889"/>
                    <a:pt x="22617" y="922"/>
                    <a:pt x="24084" y="956"/>
                  </a:cubicBezTo>
                  <a:cubicBezTo>
                    <a:pt x="26920" y="4792"/>
                    <a:pt x="29355" y="8861"/>
                    <a:pt x="31723" y="13031"/>
                  </a:cubicBezTo>
                  <a:cubicBezTo>
                    <a:pt x="31723" y="13064"/>
                    <a:pt x="31756" y="13064"/>
                    <a:pt x="31756" y="13064"/>
                  </a:cubicBezTo>
                  <a:cubicBezTo>
                    <a:pt x="31523" y="13398"/>
                    <a:pt x="31256" y="13732"/>
                    <a:pt x="31023" y="14032"/>
                  </a:cubicBezTo>
                  <a:cubicBezTo>
                    <a:pt x="30122" y="13965"/>
                    <a:pt x="29188" y="13965"/>
                    <a:pt x="28254" y="13965"/>
                  </a:cubicBezTo>
                  <a:cubicBezTo>
                    <a:pt x="25419" y="9562"/>
                    <a:pt x="22517" y="5225"/>
                    <a:pt x="19648" y="856"/>
                  </a:cubicBezTo>
                  <a:close/>
                  <a:moveTo>
                    <a:pt x="16245" y="789"/>
                  </a:moveTo>
                  <a:cubicBezTo>
                    <a:pt x="17313" y="789"/>
                    <a:pt x="18347" y="822"/>
                    <a:pt x="19381" y="822"/>
                  </a:cubicBezTo>
                  <a:cubicBezTo>
                    <a:pt x="21949" y="5326"/>
                    <a:pt x="24751" y="9795"/>
                    <a:pt x="27787" y="13965"/>
                  </a:cubicBezTo>
                  <a:cubicBezTo>
                    <a:pt x="26386" y="13998"/>
                    <a:pt x="25018" y="14065"/>
                    <a:pt x="23651" y="14098"/>
                  </a:cubicBezTo>
                  <a:cubicBezTo>
                    <a:pt x="20682" y="9595"/>
                    <a:pt x="17613" y="5125"/>
                    <a:pt x="14444" y="789"/>
                  </a:cubicBezTo>
                  <a:close/>
                  <a:moveTo>
                    <a:pt x="9641" y="756"/>
                  </a:moveTo>
                  <a:cubicBezTo>
                    <a:pt x="11142" y="756"/>
                    <a:pt x="12609" y="756"/>
                    <a:pt x="14111" y="789"/>
                  </a:cubicBezTo>
                  <a:cubicBezTo>
                    <a:pt x="17013" y="5292"/>
                    <a:pt x="20048" y="9729"/>
                    <a:pt x="23150" y="14098"/>
                  </a:cubicBezTo>
                  <a:lnTo>
                    <a:pt x="19214" y="14132"/>
                  </a:lnTo>
                  <a:cubicBezTo>
                    <a:pt x="18547" y="13131"/>
                    <a:pt x="17746" y="12164"/>
                    <a:pt x="17013" y="11196"/>
                  </a:cubicBezTo>
                  <a:cubicBezTo>
                    <a:pt x="16145" y="9996"/>
                    <a:pt x="15278" y="8795"/>
                    <a:pt x="14411" y="7594"/>
                  </a:cubicBezTo>
                  <a:cubicBezTo>
                    <a:pt x="12776" y="5326"/>
                    <a:pt x="11242" y="3024"/>
                    <a:pt x="9641" y="756"/>
                  </a:cubicBezTo>
                  <a:close/>
                  <a:moveTo>
                    <a:pt x="9374" y="756"/>
                  </a:moveTo>
                  <a:cubicBezTo>
                    <a:pt x="10908" y="3224"/>
                    <a:pt x="12543" y="5626"/>
                    <a:pt x="14211" y="7994"/>
                  </a:cubicBezTo>
                  <a:cubicBezTo>
                    <a:pt x="15612" y="9996"/>
                    <a:pt x="16979" y="12331"/>
                    <a:pt x="18680" y="14165"/>
                  </a:cubicBezTo>
                  <a:lnTo>
                    <a:pt x="15845" y="14199"/>
                  </a:lnTo>
                  <a:lnTo>
                    <a:pt x="14277" y="14199"/>
                  </a:lnTo>
                  <a:cubicBezTo>
                    <a:pt x="11142" y="9695"/>
                    <a:pt x="7839" y="5292"/>
                    <a:pt x="4737" y="756"/>
                  </a:cubicBezTo>
                  <a:close/>
                  <a:moveTo>
                    <a:pt x="501" y="722"/>
                  </a:moveTo>
                  <a:cubicBezTo>
                    <a:pt x="1802" y="756"/>
                    <a:pt x="3136" y="756"/>
                    <a:pt x="4437" y="756"/>
                  </a:cubicBezTo>
                  <a:cubicBezTo>
                    <a:pt x="7306" y="5359"/>
                    <a:pt x="10375" y="10029"/>
                    <a:pt x="13844" y="14199"/>
                  </a:cubicBezTo>
                  <a:cubicBezTo>
                    <a:pt x="12710" y="14232"/>
                    <a:pt x="11542" y="14232"/>
                    <a:pt x="10408" y="14232"/>
                  </a:cubicBezTo>
                  <a:cubicBezTo>
                    <a:pt x="8707" y="12097"/>
                    <a:pt x="7139" y="9996"/>
                    <a:pt x="5671" y="7727"/>
                  </a:cubicBezTo>
                  <a:cubicBezTo>
                    <a:pt x="5705" y="7627"/>
                    <a:pt x="5705" y="7527"/>
                    <a:pt x="5705" y="7427"/>
                  </a:cubicBezTo>
                  <a:cubicBezTo>
                    <a:pt x="5771" y="6460"/>
                    <a:pt x="4470" y="5426"/>
                    <a:pt x="3903" y="4758"/>
                  </a:cubicBezTo>
                  <a:cubicBezTo>
                    <a:pt x="2802" y="3458"/>
                    <a:pt x="1735" y="2090"/>
                    <a:pt x="534" y="856"/>
                  </a:cubicBezTo>
                  <a:cubicBezTo>
                    <a:pt x="501" y="856"/>
                    <a:pt x="467" y="822"/>
                    <a:pt x="467" y="822"/>
                  </a:cubicBezTo>
                  <a:cubicBezTo>
                    <a:pt x="467" y="789"/>
                    <a:pt x="467" y="756"/>
                    <a:pt x="467" y="722"/>
                  </a:cubicBezTo>
                  <a:close/>
                  <a:moveTo>
                    <a:pt x="5538" y="8061"/>
                  </a:moveTo>
                  <a:cubicBezTo>
                    <a:pt x="6805" y="10262"/>
                    <a:pt x="8306" y="12397"/>
                    <a:pt x="10008" y="14232"/>
                  </a:cubicBezTo>
                  <a:cubicBezTo>
                    <a:pt x="8573" y="14265"/>
                    <a:pt x="7172" y="14265"/>
                    <a:pt x="5738" y="14299"/>
                  </a:cubicBezTo>
                  <a:cubicBezTo>
                    <a:pt x="4937" y="13131"/>
                    <a:pt x="4137" y="12030"/>
                    <a:pt x="3403" y="10829"/>
                  </a:cubicBezTo>
                  <a:cubicBezTo>
                    <a:pt x="3503" y="10696"/>
                    <a:pt x="3636" y="10529"/>
                    <a:pt x="3736" y="10396"/>
                  </a:cubicBezTo>
                  <a:cubicBezTo>
                    <a:pt x="4203" y="9762"/>
                    <a:pt x="5137" y="8895"/>
                    <a:pt x="5538" y="8061"/>
                  </a:cubicBezTo>
                  <a:close/>
                  <a:moveTo>
                    <a:pt x="3236" y="11030"/>
                  </a:moveTo>
                  <a:cubicBezTo>
                    <a:pt x="3736" y="12197"/>
                    <a:pt x="4437" y="13398"/>
                    <a:pt x="5304" y="14299"/>
                  </a:cubicBezTo>
                  <a:cubicBezTo>
                    <a:pt x="3837" y="14332"/>
                    <a:pt x="2369" y="14399"/>
                    <a:pt x="901" y="14465"/>
                  </a:cubicBezTo>
                  <a:cubicBezTo>
                    <a:pt x="934" y="14432"/>
                    <a:pt x="934" y="14432"/>
                    <a:pt x="934" y="14399"/>
                  </a:cubicBezTo>
                  <a:cubicBezTo>
                    <a:pt x="968" y="14365"/>
                    <a:pt x="1001" y="14365"/>
                    <a:pt x="1035" y="14332"/>
                  </a:cubicBezTo>
                  <a:cubicBezTo>
                    <a:pt x="1101" y="14332"/>
                    <a:pt x="1135" y="14265"/>
                    <a:pt x="1135" y="14199"/>
                  </a:cubicBezTo>
                  <a:cubicBezTo>
                    <a:pt x="968" y="13765"/>
                    <a:pt x="1868" y="12831"/>
                    <a:pt x="2169" y="12464"/>
                  </a:cubicBezTo>
                  <a:cubicBezTo>
                    <a:pt x="2536" y="11997"/>
                    <a:pt x="2869" y="11530"/>
                    <a:pt x="3236" y="11030"/>
                  </a:cubicBezTo>
                  <a:close/>
                  <a:moveTo>
                    <a:pt x="816" y="1"/>
                  </a:moveTo>
                  <a:cubicBezTo>
                    <a:pt x="451" y="1"/>
                    <a:pt x="178" y="458"/>
                    <a:pt x="234" y="822"/>
                  </a:cubicBezTo>
                  <a:cubicBezTo>
                    <a:pt x="101" y="889"/>
                    <a:pt x="0" y="1056"/>
                    <a:pt x="101" y="1189"/>
                  </a:cubicBezTo>
                  <a:cubicBezTo>
                    <a:pt x="868" y="2257"/>
                    <a:pt x="1802" y="3224"/>
                    <a:pt x="2636" y="4225"/>
                  </a:cubicBezTo>
                  <a:cubicBezTo>
                    <a:pt x="3136" y="4825"/>
                    <a:pt x="3703" y="5392"/>
                    <a:pt x="4137" y="5993"/>
                  </a:cubicBezTo>
                  <a:cubicBezTo>
                    <a:pt x="4470" y="6426"/>
                    <a:pt x="5037" y="7194"/>
                    <a:pt x="4971" y="7727"/>
                  </a:cubicBezTo>
                  <a:cubicBezTo>
                    <a:pt x="4937" y="8027"/>
                    <a:pt x="4470" y="8394"/>
                    <a:pt x="4304" y="8628"/>
                  </a:cubicBezTo>
                  <a:cubicBezTo>
                    <a:pt x="3436" y="9795"/>
                    <a:pt x="2536" y="10963"/>
                    <a:pt x="1635" y="12164"/>
                  </a:cubicBezTo>
                  <a:cubicBezTo>
                    <a:pt x="1335" y="12597"/>
                    <a:pt x="768" y="13098"/>
                    <a:pt x="601" y="13665"/>
                  </a:cubicBezTo>
                  <a:cubicBezTo>
                    <a:pt x="568" y="13665"/>
                    <a:pt x="501" y="13698"/>
                    <a:pt x="467" y="13732"/>
                  </a:cubicBezTo>
                  <a:cubicBezTo>
                    <a:pt x="334" y="13798"/>
                    <a:pt x="234" y="13965"/>
                    <a:pt x="234" y="14098"/>
                  </a:cubicBezTo>
                  <a:cubicBezTo>
                    <a:pt x="234" y="14265"/>
                    <a:pt x="301" y="14399"/>
                    <a:pt x="434" y="14499"/>
                  </a:cubicBezTo>
                  <a:cubicBezTo>
                    <a:pt x="267" y="14565"/>
                    <a:pt x="267" y="14832"/>
                    <a:pt x="501" y="14866"/>
                  </a:cubicBezTo>
                  <a:cubicBezTo>
                    <a:pt x="1885" y="14902"/>
                    <a:pt x="3272" y="14916"/>
                    <a:pt x="4661" y="14916"/>
                  </a:cubicBezTo>
                  <a:cubicBezTo>
                    <a:pt x="8392" y="14916"/>
                    <a:pt x="12135" y="14814"/>
                    <a:pt x="15878" y="14766"/>
                  </a:cubicBezTo>
                  <a:lnTo>
                    <a:pt x="19248" y="14732"/>
                  </a:lnTo>
                  <a:lnTo>
                    <a:pt x="19281" y="14732"/>
                  </a:lnTo>
                  <a:cubicBezTo>
                    <a:pt x="19295" y="14760"/>
                    <a:pt x="19321" y="14771"/>
                    <a:pt x="19349" y="14771"/>
                  </a:cubicBezTo>
                  <a:cubicBezTo>
                    <a:pt x="19387" y="14771"/>
                    <a:pt x="19428" y="14752"/>
                    <a:pt x="19448" y="14732"/>
                  </a:cubicBezTo>
                  <a:lnTo>
                    <a:pt x="23551" y="14666"/>
                  </a:lnTo>
                  <a:cubicBezTo>
                    <a:pt x="23792" y="14662"/>
                    <a:pt x="24034" y="14661"/>
                    <a:pt x="24276" y="14661"/>
                  </a:cubicBezTo>
                  <a:cubicBezTo>
                    <a:pt x="25448" y="14661"/>
                    <a:pt x="26638" y="14692"/>
                    <a:pt x="27825" y="14692"/>
                  </a:cubicBezTo>
                  <a:cubicBezTo>
                    <a:pt x="28910" y="14692"/>
                    <a:pt x="29992" y="14666"/>
                    <a:pt x="31056" y="14565"/>
                  </a:cubicBezTo>
                  <a:cubicBezTo>
                    <a:pt x="31089" y="14565"/>
                    <a:pt x="31123" y="14565"/>
                    <a:pt x="31189" y="14532"/>
                  </a:cubicBezTo>
                  <a:lnTo>
                    <a:pt x="31256" y="14532"/>
                  </a:lnTo>
                  <a:cubicBezTo>
                    <a:pt x="31423" y="14532"/>
                    <a:pt x="31490" y="14365"/>
                    <a:pt x="31456" y="14232"/>
                  </a:cubicBezTo>
                  <a:cubicBezTo>
                    <a:pt x="32490" y="12998"/>
                    <a:pt x="33491" y="11730"/>
                    <a:pt x="34492" y="10496"/>
                  </a:cubicBezTo>
                  <a:cubicBezTo>
                    <a:pt x="35025" y="9862"/>
                    <a:pt x="35526" y="9195"/>
                    <a:pt x="36026" y="8561"/>
                  </a:cubicBezTo>
                  <a:cubicBezTo>
                    <a:pt x="36326" y="8161"/>
                    <a:pt x="36860" y="7694"/>
                    <a:pt x="36893" y="7160"/>
                  </a:cubicBezTo>
                  <a:cubicBezTo>
                    <a:pt x="36927" y="6293"/>
                    <a:pt x="35793" y="5326"/>
                    <a:pt x="35292" y="4692"/>
                  </a:cubicBezTo>
                  <a:cubicBezTo>
                    <a:pt x="34292" y="3424"/>
                    <a:pt x="33258" y="2057"/>
                    <a:pt x="32257" y="756"/>
                  </a:cubicBezTo>
                  <a:cubicBezTo>
                    <a:pt x="32257" y="622"/>
                    <a:pt x="32190" y="656"/>
                    <a:pt x="32023" y="422"/>
                  </a:cubicBezTo>
                  <a:lnTo>
                    <a:pt x="31957" y="422"/>
                  </a:lnTo>
                  <a:cubicBezTo>
                    <a:pt x="31902" y="341"/>
                    <a:pt x="31837" y="309"/>
                    <a:pt x="31772" y="309"/>
                  </a:cubicBezTo>
                  <a:cubicBezTo>
                    <a:pt x="31677" y="309"/>
                    <a:pt x="31582" y="376"/>
                    <a:pt x="31523" y="455"/>
                  </a:cubicBezTo>
                  <a:cubicBezTo>
                    <a:pt x="28461" y="253"/>
                    <a:pt x="25350" y="222"/>
                    <a:pt x="22241" y="222"/>
                  </a:cubicBezTo>
                  <a:cubicBezTo>
                    <a:pt x="20923" y="222"/>
                    <a:pt x="19605" y="228"/>
                    <a:pt x="18292" y="228"/>
                  </a:cubicBezTo>
                  <a:cubicBezTo>
                    <a:pt x="17608" y="228"/>
                    <a:pt x="16926" y="226"/>
                    <a:pt x="16245" y="222"/>
                  </a:cubicBezTo>
                  <a:cubicBezTo>
                    <a:pt x="15146" y="213"/>
                    <a:pt x="14044" y="209"/>
                    <a:pt x="12941" y="209"/>
                  </a:cubicBezTo>
                  <a:cubicBezTo>
                    <a:pt x="9926" y="209"/>
                    <a:pt x="6898" y="240"/>
                    <a:pt x="3870" y="289"/>
                  </a:cubicBezTo>
                  <a:lnTo>
                    <a:pt x="3803" y="289"/>
                  </a:lnTo>
                  <a:cubicBezTo>
                    <a:pt x="3370" y="189"/>
                    <a:pt x="2903" y="222"/>
                    <a:pt x="2436" y="189"/>
                  </a:cubicBezTo>
                  <a:cubicBezTo>
                    <a:pt x="1969" y="155"/>
                    <a:pt x="1502" y="88"/>
                    <a:pt x="1035" y="55"/>
                  </a:cubicBezTo>
                  <a:cubicBezTo>
                    <a:pt x="959" y="18"/>
                    <a:pt x="886" y="1"/>
                    <a:pt x="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1"/>
            <p:cNvSpPr/>
            <p:nvPr/>
          </p:nvSpPr>
          <p:spPr>
            <a:xfrm>
              <a:off x="3651272" y="3288149"/>
              <a:ext cx="189026" cy="219400"/>
            </a:xfrm>
            <a:custGeom>
              <a:rect b="b" l="l" r="r" t="t"/>
              <a:pathLst>
                <a:path extrusionOk="0" h="11810" w="10175">
                  <a:moveTo>
                    <a:pt x="1" y="1"/>
                  </a:moveTo>
                  <a:lnTo>
                    <a:pt x="1" y="1"/>
                  </a:lnTo>
                  <a:cubicBezTo>
                    <a:pt x="2869" y="3703"/>
                    <a:pt x="5538" y="7606"/>
                    <a:pt x="7606" y="11809"/>
                  </a:cubicBezTo>
                  <a:cubicBezTo>
                    <a:pt x="7940" y="11376"/>
                    <a:pt x="8273" y="10909"/>
                    <a:pt x="8640" y="10475"/>
                  </a:cubicBezTo>
                  <a:cubicBezTo>
                    <a:pt x="9107" y="9841"/>
                    <a:pt x="9674" y="9241"/>
                    <a:pt x="10174" y="8607"/>
                  </a:cubicBezTo>
                  <a:cubicBezTo>
                    <a:pt x="8040" y="5938"/>
                    <a:pt x="6205" y="3003"/>
                    <a:pt x="4070" y="301"/>
                  </a:cubicBezTo>
                  <a:cubicBezTo>
                    <a:pt x="4003" y="234"/>
                    <a:pt x="4070" y="101"/>
                    <a:pt x="4170" y="101"/>
                  </a:cubicBezTo>
                  <a:lnTo>
                    <a:pt x="4170" y="67"/>
                  </a:lnTo>
                  <a:cubicBezTo>
                    <a:pt x="2769" y="67"/>
                    <a:pt x="1402" y="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1"/>
            <p:cNvSpPr/>
            <p:nvPr/>
          </p:nvSpPr>
          <p:spPr>
            <a:xfrm>
              <a:off x="3466611" y="3285047"/>
              <a:ext cx="247880" cy="247285"/>
            </a:xfrm>
            <a:custGeom>
              <a:rect b="b" l="l" r="r" t="t"/>
              <a:pathLst>
                <a:path extrusionOk="0" h="13311" w="13343">
                  <a:moveTo>
                    <a:pt x="0" y="1"/>
                  </a:moveTo>
                  <a:cubicBezTo>
                    <a:pt x="3169" y="4337"/>
                    <a:pt x="6238" y="8807"/>
                    <a:pt x="9207" y="13310"/>
                  </a:cubicBezTo>
                  <a:cubicBezTo>
                    <a:pt x="10574" y="13277"/>
                    <a:pt x="11942" y="13210"/>
                    <a:pt x="13343" y="13210"/>
                  </a:cubicBezTo>
                  <a:cubicBezTo>
                    <a:pt x="10307" y="9007"/>
                    <a:pt x="7505" y="4538"/>
                    <a:pt x="4937" y="34"/>
                  </a:cubicBezTo>
                  <a:cubicBezTo>
                    <a:pt x="3903" y="34"/>
                    <a:pt x="2835" y="1"/>
                    <a:pt x="1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1"/>
            <p:cNvSpPr/>
            <p:nvPr/>
          </p:nvSpPr>
          <p:spPr>
            <a:xfrm>
              <a:off x="3286280" y="3284434"/>
              <a:ext cx="259045" cy="249756"/>
            </a:xfrm>
            <a:custGeom>
              <a:rect b="b" l="l" r="r" t="t"/>
              <a:pathLst>
                <a:path extrusionOk="0" h="13444" w="13944">
                  <a:moveTo>
                    <a:pt x="0" y="1"/>
                  </a:moveTo>
                  <a:cubicBezTo>
                    <a:pt x="3069" y="4537"/>
                    <a:pt x="6405" y="8940"/>
                    <a:pt x="9540" y="13444"/>
                  </a:cubicBezTo>
                  <a:lnTo>
                    <a:pt x="11108" y="13444"/>
                  </a:lnTo>
                  <a:lnTo>
                    <a:pt x="13943" y="13410"/>
                  </a:lnTo>
                  <a:cubicBezTo>
                    <a:pt x="12242" y="11576"/>
                    <a:pt x="10875" y="9241"/>
                    <a:pt x="9474" y="7239"/>
                  </a:cubicBezTo>
                  <a:cubicBezTo>
                    <a:pt x="7806" y="4871"/>
                    <a:pt x="6171" y="2469"/>
                    <a:pt x="4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1"/>
            <p:cNvSpPr/>
            <p:nvPr/>
          </p:nvSpPr>
          <p:spPr>
            <a:xfrm>
              <a:off x="3261479" y="3420142"/>
              <a:ext cx="122723" cy="115905"/>
            </a:xfrm>
            <a:custGeom>
              <a:rect b="b" l="l" r="r" t="t"/>
              <a:pathLst>
                <a:path extrusionOk="0" h="6239" w="6606">
                  <a:moveTo>
                    <a:pt x="2136" y="1"/>
                  </a:moveTo>
                  <a:cubicBezTo>
                    <a:pt x="1735" y="835"/>
                    <a:pt x="801" y="1702"/>
                    <a:pt x="334" y="2336"/>
                  </a:cubicBezTo>
                  <a:cubicBezTo>
                    <a:pt x="234" y="2469"/>
                    <a:pt x="101" y="2636"/>
                    <a:pt x="1" y="2769"/>
                  </a:cubicBezTo>
                  <a:cubicBezTo>
                    <a:pt x="735" y="3970"/>
                    <a:pt x="1535" y="5071"/>
                    <a:pt x="2336" y="6239"/>
                  </a:cubicBezTo>
                  <a:cubicBezTo>
                    <a:pt x="3770" y="6205"/>
                    <a:pt x="5171" y="6205"/>
                    <a:pt x="6606" y="6172"/>
                  </a:cubicBezTo>
                  <a:cubicBezTo>
                    <a:pt x="4904" y="4337"/>
                    <a:pt x="3403" y="2202"/>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121"/>
          <p:cNvGrpSpPr/>
          <p:nvPr/>
        </p:nvGrpSpPr>
        <p:grpSpPr>
          <a:xfrm>
            <a:off x="2982362" y="4040769"/>
            <a:ext cx="796939" cy="324348"/>
            <a:chOff x="3198278" y="3684760"/>
            <a:chExt cx="686011" cy="279201"/>
          </a:xfrm>
        </p:grpSpPr>
        <p:sp>
          <p:nvSpPr>
            <p:cNvPr id="6579" name="Google Shape;6579;p121"/>
            <p:cNvSpPr/>
            <p:nvPr/>
          </p:nvSpPr>
          <p:spPr>
            <a:xfrm>
              <a:off x="3806190" y="3732467"/>
              <a:ext cx="70669" cy="165488"/>
            </a:xfrm>
            <a:custGeom>
              <a:rect b="b" l="l" r="r" t="t"/>
              <a:pathLst>
                <a:path extrusionOk="0" h="8908" w="3804">
                  <a:moveTo>
                    <a:pt x="1" y="1"/>
                  </a:moveTo>
                  <a:lnTo>
                    <a:pt x="1" y="1"/>
                  </a:lnTo>
                  <a:cubicBezTo>
                    <a:pt x="334" y="2903"/>
                    <a:pt x="401" y="5972"/>
                    <a:pt x="334" y="8907"/>
                  </a:cubicBezTo>
                  <a:cubicBezTo>
                    <a:pt x="1135" y="7907"/>
                    <a:pt x="2102" y="6939"/>
                    <a:pt x="2736" y="5838"/>
                  </a:cubicBezTo>
                  <a:cubicBezTo>
                    <a:pt x="3804" y="4037"/>
                    <a:pt x="2269" y="2870"/>
                    <a:pt x="1235" y="1535"/>
                  </a:cubicBezTo>
                  <a:cubicBezTo>
                    <a:pt x="835" y="1002"/>
                    <a:pt x="434" y="501"/>
                    <a:pt x="1"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21"/>
            <p:cNvSpPr/>
            <p:nvPr/>
          </p:nvSpPr>
          <p:spPr>
            <a:xfrm>
              <a:off x="3656232" y="3704582"/>
              <a:ext cx="79958" cy="243570"/>
            </a:xfrm>
            <a:custGeom>
              <a:rect b="b" l="l" r="r" t="t"/>
              <a:pathLst>
                <a:path extrusionOk="0" h="13111" w="4304">
                  <a:moveTo>
                    <a:pt x="0" y="1"/>
                  </a:moveTo>
                  <a:lnTo>
                    <a:pt x="0" y="1"/>
                  </a:lnTo>
                  <a:cubicBezTo>
                    <a:pt x="301" y="4337"/>
                    <a:pt x="367" y="8774"/>
                    <a:pt x="367" y="13110"/>
                  </a:cubicBezTo>
                  <a:cubicBezTo>
                    <a:pt x="1668" y="13077"/>
                    <a:pt x="3003" y="13010"/>
                    <a:pt x="4303" y="13010"/>
                  </a:cubicBezTo>
                  <a:cubicBezTo>
                    <a:pt x="4003" y="10975"/>
                    <a:pt x="4070" y="8907"/>
                    <a:pt x="4037" y="6872"/>
                  </a:cubicBezTo>
                  <a:cubicBezTo>
                    <a:pt x="4037" y="4637"/>
                    <a:pt x="3903" y="2336"/>
                    <a:pt x="4070" y="101"/>
                  </a:cubicBezTo>
                  <a:cubicBezTo>
                    <a:pt x="4070" y="101"/>
                    <a:pt x="4070" y="101"/>
                    <a:pt x="4070" y="67"/>
                  </a:cubicBezTo>
                  <a:cubicBezTo>
                    <a:pt x="2702" y="67"/>
                    <a:pt x="1368" y="34"/>
                    <a:pt x="0"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21"/>
            <p:cNvSpPr/>
            <p:nvPr/>
          </p:nvSpPr>
          <p:spPr>
            <a:xfrm>
              <a:off x="3500683" y="3701480"/>
              <a:ext cx="83060" cy="248530"/>
            </a:xfrm>
            <a:custGeom>
              <a:rect b="b" l="l" r="r" t="t"/>
              <a:pathLst>
                <a:path extrusionOk="0" h="13378" w="4471">
                  <a:moveTo>
                    <a:pt x="1" y="1"/>
                  </a:moveTo>
                  <a:cubicBezTo>
                    <a:pt x="168" y="4471"/>
                    <a:pt x="301" y="8941"/>
                    <a:pt x="301" y="13377"/>
                  </a:cubicBezTo>
                  <a:lnTo>
                    <a:pt x="4471" y="13344"/>
                  </a:lnTo>
                  <a:cubicBezTo>
                    <a:pt x="3803" y="9007"/>
                    <a:pt x="3703" y="4538"/>
                    <a:pt x="3870" y="168"/>
                  </a:cubicBezTo>
                  <a:cubicBezTo>
                    <a:pt x="3870" y="101"/>
                    <a:pt x="3870" y="101"/>
                    <a:pt x="3904" y="68"/>
                  </a:cubicBezTo>
                  <a:cubicBezTo>
                    <a:pt x="2603" y="34"/>
                    <a:pt x="1302" y="1"/>
                    <a:pt x="1"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21"/>
            <p:cNvSpPr/>
            <p:nvPr/>
          </p:nvSpPr>
          <p:spPr>
            <a:xfrm>
              <a:off x="3337702" y="3700867"/>
              <a:ext cx="79345" cy="251001"/>
            </a:xfrm>
            <a:custGeom>
              <a:rect b="b" l="l" r="r" t="t"/>
              <a:pathLst>
                <a:path extrusionOk="0" h="13511" w="4271">
                  <a:moveTo>
                    <a:pt x="1" y="1"/>
                  </a:moveTo>
                  <a:cubicBezTo>
                    <a:pt x="234" y="4504"/>
                    <a:pt x="535" y="9007"/>
                    <a:pt x="568" y="13510"/>
                  </a:cubicBezTo>
                  <a:cubicBezTo>
                    <a:pt x="1802" y="13477"/>
                    <a:pt x="3036" y="13477"/>
                    <a:pt x="4271" y="13477"/>
                  </a:cubicBezTo>
                  <a:cubicBezTo>
                    <a:pt x="4070" y="9007"/>
                    <a:pt x="3804" y="4471"/>
                    <a:pt x="3970" y="34"/>
                  </a:cubicBezTo>
                  <a:cubicBezTo>
                    <a:pt x="3970" y="34"/>
                    <a:pt x="3970" y="1"/>
                    <a:pt x="3970"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1"/>
            <p:cNvSpPr/>
            <p:nvPr/>
          </p:nvSpPr>
          <p:spPr>
            <a:xfrm>
              <a:off x="3214385" y="3875625"/>
              <a:ext cx="57033" cy="79958"/>
            </a:xfrm>
            <a:custGeom>
              <a:rect b="b" l="l" r="r" t="t"/>
              <a:pathLst>
                <a:path extrusionOk="0" h="4304" w="3070">
                  <a:moveTo>
                    <a:pt x="3036" y="0"/>
                  </a:moveTo>
                  <a:cubicBezTo>
                    <a:pt x="2970" y="67"/>
                    <a:pt x="2936" y="167"/>
                    <a:pt x="2869" y="234"/>
                  </a:cubicBezTo>
                  <a:cubicBezTo>
                    <a:pt x="2336" y="934"/>
                    <a:pt x="1802" y="1602"/>
                    <a:pt x="1302" y="2302"/>
                  </a:cubicBezTo>
                  <a:cubicBezTo>
                    <a:pt x="1102" y="2536"/>
                    <a:pt x="635" y="3036"/>
                    <a:pt x="401" y="3436"/>
                  </a:cubicBezTo>
                  <a:cubicBezTo>
                    <a:pt x="401" y="3470"/>
                    <a:pt x="434" y="3470"/>
                    <a:pt x="434" y="3470"/>
                  </a:cubicBezTo>
                  <a:cubicBezTo>
                    <a:pt x="501" y="3570"/>
                    <a:pt x="434" y="3736"/>
                    <a:pt x="334" y="3736"/>
                  </a:cubicBezTo>
                  <a:cubicBezTo>
                    <a:pt x="301" y="3770"/>
                    <a:pt x="301" y="3770"/>
                    <a:pt x="268" y="3770"/>
                  </a:cubicBezTo>
                  <a:cubicBezTo>
                    <a:pt x="234" y="3870"/>
                    <a:pt x="234" y="3937"/>
                    <a:pt x="268" y="4037"/>
                  </a:cubicBezTo>
                  <a:cubicBezTo>
                    <a:pt x="268" y="4103"/>
                    <a:pt x="234" y="4170"/>
                    <a:pt x="168" y="4170"/>
                  </a:cubicBezTo>
                  <a:cubicBezTo>
                    <a:pt x="134" y="4203"/>
                    <a:pt x="101" y="4203"/>
                    <a:pt x="34" y="4237"/>
                  </a:cubicBezTo>
                  <a:lnTo>
                    <a:pt x="1" y="4237"/>
                  </a:lnTo>
                  <a:cubicBezTo>
                    <a:pt x="1" y="4270"/>
                    <a:pt x="34" y="4270"/>
                    <a:pt x="34" y="4303"/>
                  </a:cubicBezTo>
                  <a:cubicBezTo>
                    <a:pt x="1035" y="4237"/>
                    <a:pt x="2036" y="4203"/>
                    <a:pt x="3070" y="4170"/>
                  </a:cubicBezTo>
                  <a:cubicBezTo>
                    <a:pt x="2936" y="2836"/>
                    <a:pt x="2869" y="1368"/>
                    <a:pt x="3036" y="0"/>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21"/>
            <p:cNvSpPr/>
            <p:nvPr/>
          </p:nvSpPr>
          <p:spPr>
            <a:xfrm>
              <a:off x="3206341" y="3700254"/>
              <a:ext cx="63832" cy="74384"/>
            </a:xfrm>
            <a:custGeom>
              <a:rect b="b" l="l" r="r" t="t"/>
              <a:pathLst>
                <a:path extrusionOk="0" h="4004" w="3436">
                  <a:moveTo>
                    <a:pt x="33" y="0"/>
                  </a:moveTo>
                  <a:cubicBezTo>
                    <a:pt x="0" y="34"/>
                    <a:pt x="0" y="67"/>
                    <a:pt x="0" y="100"/>
                  </a:cubicBezTo>
                  <a:cubicBezTo>
                    <a:pt x="33" y="100"/>
                    <a:pt x="67" y="100"/>
                    <a:pt x="100" y="134"/>
                  </a:cubicBezTo>
                  <a:cubicBezTo>
                    <a:pt x="1301" y="1335"/>
                    <a:pt x="2335" y="2702"/>
                    <a:pt x="3436" y="4003"/>
                  </a:cubicBezTo>
                  <a:cubicBezTo>
                    <a:pt x="3336" y="2669"/>
                    <a:pt x="3336" y="1335"/>
                    <a:pt x="3336" y="34"/>
                  </a:cubicBezTo>
                  <a:cubicBezTo>
                    <a:pt x="2235" y="0"/>
                    <a:pt x="1134" y="0"/>
                    <a:pt x="33" y="0"/>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21"/>
            <p:cNvSpPr/>
            <p:nvPr/>
          </p:nvSpPr>
          <p:spPr>
            <a:xfrm>
              <a:off x="3198278" y="3684760"/>
              <a:ext cx="686011" cy="279201"/>
            </a:xfrm>
            <a:custGeom>
              <a:rect b="b" l="l" r="r" t="t"/>
              <a:pathLst>
                <a:path extrusionOk="0" h="15029" w="36927">
                  <a:moveTo>
                    <a:pt x="1035" y="367"/>
                  </a:moveTo>
                  <a:cubicBezTo>
                    <a:pt x="1168" y="401"/>
                    <a:pt x="1301" y="434"/>
                    <a:pt x="1435" y="467"/>
                  </a:cubicBezTo>
                  <a:lnTo>
                    <a:pt x="701" y="467"/>
                  </a:lnTo>
                  <a:cubicBezTo>
                    <a:pt x="750" y="419"/>
                    <a:pt x="817" y="388"/>
                    <a:pt x="901" y="388"/>
                  </a:cubicBezTo>
                  <a:cubicBezTo>
                    <a:pt x="932" y="388"/>
                    <a:pt x="965" y="392"/>
                    <a:pt x="1001" y="401"/>
                  </a:cubicBezTo>
                  <a:cubicBezTo>
                    <a:pt x="1001" y="401"/>
                    <a:pt x="1035" y="401"/>
                    <a:pt x="1035" y="367"/>
                  </a:cubicBezTo>
                  <a:close/>
                  <a:moveTo>
                    <a:pt x="501" y="834"/>
                  </a:moveTo>
                  <a:cubicBezTo>
                    <a:pt x="1568" y="834"/>
                    <a:pt x="2669" y="834"/>
                    <a:pt x="3770" y="868"/>
                  </a:cubicBezTo>
                  <a:cubicBezTo>
                    <a:pt x="3770" y="2169"/>
                    <a:pt x="3770" y="3503"/>
                    <a:pt x="3870" y="4837"/>
                  </a:cubicBezTo>
                  <a:cubicBezTo>
                    <a:pt x="2769" y="3536"/>
                    <a:pt x="1735" y="2169"/>
                    <a:pt x="534" y="968"/>
                  </a:cubicBezTo>
                  <a:cubicBezTo>
                    <a:pt x="501" y="968"/>
                    <a:pt x="467" y="934"/>
                    <a:pt x="434" y="934"/>
                  </a:cubicBezTo>
                  <a:cubicBezTo>
                    <a:pt x="434" y="901"/>
                    <a:pt x="467" y="868"/>
                    <a:pt x="467" y="834"/>
                  </a:cubicBezTo>
                  <a:close/>
                  <a:moveTo>
                    <a:pt x="32757" y="2569"/>
                  </a:moveTo>
                  <a:lnTo>
                    <a:pt x="33958" y="4103"/>
                  </a:lnTo>
                  <a:cubicBezTo>
                    <a:pt x="34992" y="5438"/>
                    <a:pt x="36527" y="6605"/>
                    <a:pt x="35459" y="8406"/>
                  </a:cubicBezTo>
                  <a:cubicBezTo>
                    <a:pt x="34825" y="9507"/>
                    <a:pt x="33858" y="10475"/>
                    <a:pt x="33057" y="11475"/>
                  </a:cubicBezTo>
                  <a:cubicBezTo>
                    <a:pt x="33124" y="8540"/>
                    <a:pt x="33057" y="5471"/>
                    <a:pt x="32757" y="2569"/>
                  </a:cubicBezTo>
                  <a:close/>
                  <a:moveTo>
                    <a:pt x="31623" y="1134"/>
                  </a:moveTo>
                  <a:cubicBezTo>
                    <a:pt x="31857" y="1435"/>
                    <a:pt x="32090" y="1735"/>
                    <a:pt x="32357" y="2068"/>
                  </a:cubicBezTo>
                  <a:cubicBezTo>
                    <a:pt x="32357" y="2068"/>
                    <a:pt x="32357" y="2068"/>
                    <a:pt x="32324" y="2102"/>
                  </a:cubicBezTo>
                  <a:cubicBezTo>
                    <a:pt x="32290" y="5271"/>
                    <a:pt x="32490" y="8607"/>
                    <a:pt x="32824" y="11775"/>
                  </a:cubicBezTo>
                  <a:cubicBezTo>
                    <a:pt x="32223" y="12543"/>
                    <a:pt x="31623" y="13343"/>
                    <a:pt x="31023" y="14144"/>
                  </a:cubicBezTo>
                  <a:cubicBezTo>
                    <a:pt x="30422" y="14110"/>
                    <a:pt x="29788" y="14077"/>
                    <a:pt x="29188" y="14077"/>
                  </a:cubicBezTo>
                  <a:cubicBezTo>
                    <a:pt x="28788" y="9807"/>
                    <a:pt x="29355" y="5471"/>
                    <a:pt x="29021" y="1168"/>
                  </a:cubicBezTo>
                  <a:cubicBezTo>
                    <a:pt x="29021" y="1168"/>
                    <a:pt x="29021" y="1134"/>
                    <a:pt x="29021" y="1134"/>
                  </a:cubicBezTo>
                  <a:close/>
                  <a:moveTo>
                    <a:pt x="24651" y="1068"/>
                  </a:moveTo>
                  <a:cubicBezTo>
                    <a:pt x="26019" y="1101"/>
                    <a:pt x="27353" y="1134"/>
                    <a:pt x="28721" y="1134"/>
                  </a:cubicBezTo>
                  <a:cubicBezTo>
                    <a:pt x="28721" y="1134"/>
                    <a:pt x="28721" y="1168"/>
                    <a:pt x="28721" y="1168"/>
                  </a:cubicBezTo>
                  <a:cubicBezTo>
                    <a:pt x="28554" y="3403"/>
                    <a:pt x="28688" y="5704"/>
                    <a:pt x="28688" y="7939"/>
                  </a:cubicBezTo>
                  <a:cubicBezTo>
                    <a:pt x="28721" y="9974"/>
                    <a:pt x="28654" y="12042"/>
                    <a:pt x="28954" y="14077"/>
                  </a:cubicBezTo>
                  <a:cubicBezTo>
                    <a:pt x="27654" y="14077"/>
                    <a:pt x="26319" y="14144"/>
                    <a:pt x="25018" y="14177"/>
                  </a:cubicBezTo>
                  <a:cubicBezTo>
                    <a:pt x="25018" y="9841"/>
                    <a:pt x="24952" y="5404"/>
                    <a:pt x="24651" y="1068"/>
                  </a:cubicBezTo>
                  <a:close/>
                  <a:moveTo>
                    <a:pt x="20515" y="968"/>
                  </a:moveTo>
                  <a:lnTo>
                    <a:pt x="20515" y="968"/>
                  </a:lnTo>
                  <a:cubicBezTo>
                    <a:pt x="21783" y="1001"/>
                    <a:pt x="23050" y="1034"/>
                    <a:pt x="24318" y="1068"/>
                  </a:cubicBezTo>
                  <a:cubicBezTo>
                    <a:pt x="24184" y="5404"/>
                    <a:pt x="24385" y="9874"/>
                    <a:pt x="24751" y="14177"/>
                  </a:cubicBezTo>
                  <a:cubicBezTo>
                    <a:pt x="24351" y="14177"/>
                    <a:pt x="23951" y="14211"/>
                    <a:pt x="23551" y="14211"/>
                  </a:cubicBezTo>
                  <a:lnTo>
                    <a:pt x="20949" y="14244"/>
                  </a:lnTo>
                  <a:cubicBezTo>
                    <a:pt x="20615" y="9841"/>
                    <a:pt x="20348" y="5471"/>
                    <a:pt x="20515" y="1034"/>
                  </a:cubicBezTo>
                  <a:cubicBezTo>
                    <a:pt x="20548" y="1001"/>
                    <a:pt x="20515" y="1001"/>
                    <a:pt x="20515" y="968"/>
                  </a:cubicBezTo>
                  <a:close/>
                  <a:moveTo>
                    <a:pt x="16279" y="901"/>
                  </a:moveTo>
                  <a:cubicBezTo>
                    <a:pt x="17580" y="901"/>
                    <a:pt x="18847" y="934"/>
                    <a:pt x="20148" y="968"/>
                  </a:cubicBezTo>
                  <a:cubicBezTo>
                    <a:pt x="20148" y="1001"/>
                    <a:pt x="20148" y="1001"/>
                    <a:pt x="20148" y="1068"/>
                  </a:cubicBezTo>
                  <a:cubicBezTo>
                    <a:pt x="19981" y="5438"/>
                    <a:pt x="20081" y="9907"/>
                    <a:pt x="20715" y="14244"/>
                  </a:cubicBezTo>
                  <a:lnTo>
                    <a:pt x="16579" y="14277"/>
                  </a:lnTo>
                  <a:cubicBezTo>
                    <a:pt x="16579" y="9841"/>
                    <a:pt x="16446" y="5371"/>
                    <a:pt x="16279" y="901"/>
                  </a:cubicBezTo>
                  <a:close/>
                  <a:moveTo>
                    <a:pt x="11809" y="868"/>
                  </a:moveTo>
                  <a:cubicBezTo>
                    <a:pt x="13143" y="868"/>
                    <a:pt x="14477" y="868"/>
                    <a:pt x="15845" y="901"/>
                  </a:cubicBezTo>
                  <a:cubicBezTo>
                    <a:pt x="15912" y="5371"/>
                    <a:pt x="16045" y="9841"/>
                    <a:pt x="16279" y="14277"/>
                  </a:cubicBezTo>
                  <a:lnTo>
                    <a:pt x="15845" y="14311"/>
                  </a:lnTo>
                  <a:cubicBezTo>
                    <a:pt x="14611" y="14311"/>
                    <a:pt x="13310" y="14311"/>
                    <a:pt x="12042" y="14344"/>
                  </a:cubicBezTo>
                  <a:cubicBezTo>
                    <a:pt x="12076" y="9874"/>
                    <a:pt x="12176" y="5338"/>
                    <a:pt x="11809" y="901"/>
                  </a:cubicBezTo>
                  <a:cubicBezTo>
                    <a:pt x="11809" y="901"/>
                    <a:pt x="11809" y="901"/>
                    <a:pt x="11809" y="868"/>
                  </a:cubicBezTo>
                  <a:close/>
                  <a:moveTo>
                    <a:pt x="11475" y="868"/>
                  </a:moveTo>
                  <a:cubicBezTo>
                    <a:pt x="11475" y="901"/>
                    <a:pt x="11475" y="901"/>
                    <a:pt x="11475" y="934"/>
                  </a:cubicBezTo>
                  <a:cubicBezTo>
                    <a:pt x="11309" y="5371"/>
                    <a:pt x="11575" y="9907"/>
                    <a:pt x="11776" y="14344"/>
                  </a:cubicBezTo>
                  <a:cubicBezTo>
                    <a:pt x="10541" y="14344"/>
                    <a:pt x="9307" y="14344"/>
                    <a:pt x="8073" y="14377"/>
                  </a:cubicBezTo>
                  <a:cubicBezTo>
                    <a:pt x="8040" y="9874"/>
                    <a:pt x="7739" y="5371"/>
                    <a:pt x="7506" y="868"/>
                  </a:cubicBezTo>
                  <a:close/>
                  <a:moveTo>
                    <a:pt x="4103" y="834"/>
                  </a:moveTo>
                  <a:cubicBezTo>
                    <a:pt x="4170" y="834"/>
                    <a:pt x="4237" y="834"/>
                    <a:pt x="4304" y="868"/>
                  </a:cubicBezTo>
                  <a:cubicBezTo>
                    <a:pt x="4637" y="868"/>
                    <a:pt x="4971" y="882"/>
                    <a:pt x="5304" y="882"/>
                  </a:cubicBezTo>
                  <a:cubicBezTo>
                    <a:pt x="5471" y="882"/>
                    <a:pt x="5638" y="879"/>
                    <a:pt x="5805" y="868"/>
                  </a:cubicBezTo>
                  <a:lnTo>
                    <a:pt x="7139" y="868"/>
                  </a:lnTo>
                  <a:cubicBezTo>
                    <a:pt x="7272" y="5338"/>
                    <a:pt x="7406" y="9907"/>
                    <a:pt x="7839" y="14377"/>
                  </a:cubicBezTo>
                  <a:cubicBezTo>
                    <a:pt x="6605" y="14377"/>
                    <a:pt x="5371" y="14411"/>
                    <a:pt x="4137" y="14444"/>
                  </a:cubicBezTo>
                  <a:cubicBezTo>
                    <a:pt x="4170" y="13010"/>
                    <a:pt x="4304" y="11475"/>
                    <a:pt x="4203" y="10041"/>
                  </a:cubicBezTo>
                  <a:cubicBezTo>
                    <a:pt x="4203" y="10008"/>
                    <a:pt x="4170" y="10008"/>
                    <a:pt x="4170" y="9974"/>
                  </a:cubicBezTo>
                  <a:cubicBezTo>
                    <a:pt x="4804" y="9240"/>
                    <a:pt x="5671" y="8373"/>
                    <a:pt x="5705" y="7539"/>
                  </a:cubicBezTo>
                  <a:cubicBezTo>
                    <a:pt x="5771" y="6638"/>
                    <a:pt x="4637" y="5671"/>
                    <a:pt x="4037" y="5004"/>
                  </a:cubicBezTo>
                  <a:cubicBezTo>
                    <a:pt x="4103" y="3636"/>
                    <a:pt x="4103" y="2235"/>
                    <a:pt x="4103" y="834"/>
                  </a:cubicBezTo>
                  <a:close/>
                  <a:moveTo>
                    <a:pt x="3903" y="10274"/>
                  </a:moveTo>
                  <a:lnTo>
                    <a:pt x="3903" y="10274"/>
                  </a:lnTo>
                  <a:cubicBezTo>
                    <a:pt x="3736" y="11642"/>
                    <a:pt x="3803" y="13110"/>
                    <a:pt x="3937" y="14444"/>
                  </a:cubicBezTo>
                  <a:cubicBezTo>
                    <a:pt x="2903" y="14477"/>
                    <a:pt x="1902" y="14511"/>
                    <a:pt x="868" y="14577"/>
                  </a:cubicBezTo>
                  <a:cubicBezTo>
                    <a:pt x="868" y="14544"/>
                    <a:pt x="868" y="14544"/>
                    <a:pt x="834" y="14511"/>
                  </a:cubicBezTo>
                  <a:cubicBezTo>
                    <a:pt x="868" y="14511"/>
                    <a:pt x="868" y="14511"/>
                    <a:pt x="901" y="14477"/>
                  </a:cubicBezTo>
                  <a:cubicBezTo>
                    <a:pt x="934" y="14477"/>
                    <a:pt x="1001" y="14477"/>
                    <a:pt x="1035" y="14444"/>
                  </a:cubicBezTo>
                  <a:cubicBezTo>
                    <a:pt x="1101" y="14411"/>
                    <a:pt x="1135" y="14377"/>
                    <a:pt x="1101" y="14311"/>
                  </a:cubicBezTo>
                  <a:cubicBezTo>
                    <a:pt x="1101" y="14211"/>
                    <a:pt x="1101" y="14110"/>
                    <a:pt x="1135" y="14010"/>
                  </a:cubicBezTo>
                  <a:lnTo>
                    <a:pt x="1201" y="14010"/>
                  </a:lnTo>
                  <a:cubicBezTo>
                    <a:pt x="1301" y="13977"/>
                    <a:pt x="1335" y="13844"/>
                    <a:pt x="1301" y="13744"/>
                  </a:cubicBezTo>
                  <a:cubicBezTo>
                    <a:pt x="1268" y="13744"/>
                    <a:pt x="1268" y="13744"/>
                    <a:pt x="1268" y="13710"/>
                  </a:cubicBezTo>
                  <a:cubicBezTo>
                    <a:pt x="1502" y="13277"/>
                    <a:pt x="1969" y="12810"/>
                    <a:pt x="2135" y="12576"/>
                  </a:cubicBezTo>
                  <a:cubicBezTo>
                    <a:pt x="2669" y="11876"/>
                    <a:pt x="3203" y="11175"/>
                    <a:pt x="3736" y="10508"/>
                  </a:cubicBezTo>
                  <a:cubicBezTo>
                    <a:pt x="3803" y="10441"/>
                    <a:pt x="3837" y="10341"/>
                    <a:pt x="3903" y="10274"/>
                  </a:cubicBezTo>
                  <a:close/>
                  <a:moveTo>
                    <a:pt x="768" y="0"/>
                  </a:moveTo>
                  <a:cubicBezTo>
                    <a:pt x="668" y="0"/>
                    <a:pt x="634" y="67"/>
                    <a:pt x="634" y="167"/>
                  </a:cubicBezTo>
                  <a:cubicBezTo>
                    <a:pt x="367" y="267"/>
                    <a:pt x="201" y="634"/>
                    <a:pt x="234" y="934"/>
                  </a:cubicBezTo>
                  <a:cubicBezTo>
                    <a:pt x="101" y="1001"/>
                    <a:pt x="0" y="1134"/>
                    <a:pt x="101" y="1301"/>
                  </a:cubicBezTo>
                  <a:cubicBezTo>
                    <a:pt x="868" y="2369"/>
                    <a:pt x="1802" y="3336"/>
                    <a:pt x="2636" y="4337"/>
                  </a:cubicBezTo>
                  <a:cubicBezTo>
                    <a:pt x="3136" y="4937"/>
                    <a:pt x="3703" y="5471"/>
                    <a:pt x="4137" y="6105"/>
                  </a:cubicBezTo>
                  <a:cubicBezTo>
                    <a:pt x="4470" y="6538"/>
                    <a:pt x="5037" y="7272"/>
                    <a:pt x="4971" y="7839"/>
                  </a:cubicBezTo>
                  <a:cubicBezTo>
                    <a:pt x="4937" y="8106"/>
                    <a:pt x="4470" y="8506"/>
                    <a:pt x="4304" y="8740"/>
                  </a:cubicBezTo>
                  <a:cubicBezTo>
                    <a:pt x="3436" y="9907"/>
                    <a:pt x="2536" y="11075"/>
                    <a:pt x="1635" y="12276"/>
                  </a:cubicBezTo>
                  <a:cubicBezTo>
                    <a:pt x="1368" y="12643"/>
                    <a:pt x="868" y="13110"/>
                    <a:pt x="668" y="13643"/>
                  </a:cubicBezTo>
                  <a:cubicBezTo>
                    <a:pt x="534" y="13710"/>
                    <a:pt x="434" y="13810"/>
                    <a:pt x="367" y="13910"/>
                  </a:cubicBezTo>
                  <a:cubicBezTo>
                    <a:pt x="234" y="14144"/>
                    <a:pt x="301" y="14411"/>
                    <a:pt x="467" y="14611"/>
                  </a:cubicBezTo>
                  <a:cubicBezTo>
                    <a:pt x="267" y="14644"/>
                    <a:pt x="267" y="14944"/>
                    <a:pt x="501" y="14978"/>
                  </a:cubicBezTo>
                  <a:cubicBezTo>
                    <a:pt x="1885" y="15014"/>
                    <a:pt x="3272" y="15028"/>
                    <a:pt x="4661" y="15028"/>
                  </a:cubicBezTo>
                  <a:cubicBezTo>
                    <a:pt x="8392" y="15028"/>
                    <a:pt x="12135" y="14926"/>
                    <a:pt x="15878" y="14878"/>
                  </a:cubicBezTo>
                  <a:lnTo>
                    <a:pt x="23551" y="14778"/>
                  </a:lnTo>
                  <a:cubicBezTo>
                    <a:pt x="23859" y="14773"/>
                    <a:pt x="24169" y="14772"/>
                    <a:pt x="24481" y="14772"/>
                  </a:cubicBezTo>
                  <a:cubicBezTo>
                    <a:pt x="25414" y="14772"/>
                    <a:pt x="26359" y="14786"/>
                    <a:pt x="27303" y="14786"/>
                  </a:cubicBezTo>
                  <a:cubicBezTo>
                    <a:pt x="28563" y="14786"/>
                    <a:pt x="29822" y="14761"/>
                    <a:pt x="31056" y="14644"/>
                  </a:cubicBezTo>
                  <a:cubicBezTo>
                    <a:pt x="31073" y="14661"/>
                    <a:pt x="31089" y="14669"/>
                    <a:pt x="31110" y="14669"/>
                  </a:cubicBezTo>
                  <a:cubicBezTo>
                    <a:pt x="31131" y="14669"/>
                    <a:pt x="31156" y="14661"/>
                    <a:pt x="31189" y="14644"/>
                  </a:cubicBezTo>
                  <a:lnTo>
                    <a:pt x="31256" y="14644"/>
                  </a:lnTo>
                  <a:cubicBezTo>
                    <a:pt x="31423" y="14644"/>
                    <a:pt x="31490" y="14477"/>
                    <a:pt x="31456" y="14344"/>
                  </a:cubicBezTo>
                  <a:cubicBezTo>
                    <a:pt x="32490" y="13110"/>
                    <a:pt x="33491" y="11842"/>
                    <a:pt x="34492" y="10608"/>
                  </a:cubicBezTo>
                  <a:cubicBezTo>
                    <a:pt x="35025" y="9941"/>
                    <a:pt x="35526" y="9307"/>
                    <a:pt x="36026" y="8673"/>
                  </a:cubicBezTo>
                  <a:cubicBezTo>
                    <a:pt x="36326" y="8273"/>
                    <a:pt x="36860" y="7806"/>
                    <a:pt x="36893" y="7272"/>
                  </a:cubicBezTo>
                  <a:cubicBezTo>
                    <a:pt x="36927" y="6372"/>
                    <a:pt x="35793" y="5438"/>
                    <a:pt x="35292" y="4804"/>
                  </a:cubicBezTo>
                  <a:cubicBezTo>
                    <a:pt x="34292" y="3503"/>
                    <a:pt x="33258" y="2169"/>
                    <a:pt x="32257" y="868"/>
                  </a:cubicBezTo>
                  <a:cubicBezTo>
                    <a:pt x="32257" y="734"/>
                    <a:pt x="32190" y="768"/>
                    <a:pt x="32023" y="534"/>
                  </a:cubicBezTo>
                  <a:lnTo>
                    <a:pt x="31957" y="534"/>
                  </a:lnTo>
                  <a:cubicBezTo>
                    <a:pt x="31902" y="453"/>
                    <a:pt x="31837" y="421"/>
                    <a:pt x="31772" y="421"/>
                  </a:cubicBezTo>
                  <a:cubicBezTo>
                    <a:pt x="31677" y="421"/>
                    <a:pt x="31582" y="488"/>
                    <a:pt x="31523" y="567"/>
                  </a:cubicBezTo>
                  <a:cubicBezTo>
                    <a:pt x="28461" y="365"/>
                    <a:pt x="25350" y="334"/>
                    <a:pt x="22241" y="334"/>
                  </a:cubicBezTo>
                  <a:cubicBezTo>
                    <a:pt x="20923" y="334"/>
                    <a:pt x="19605" y="340"/>
                    <a:pt x="18292" y="340"/>
                  </a:cubicBezTo>
                  <a:cubicBezTo>
                    <a:pt x="17608" y="340"/>
                    <a:pt x="16926" y="338"/>
                    <a:pt x="16245" y="334"/>
                  </a:cubicBezTo>
                  <a:cubicBezTo>
                    <a:pt x="14698" y="320"/>
                    <a:pt x="13145" y="312"/>
                    <a:pt x="11588" y="312"/>
                  </a:cubicBezTo>
                  <a:cubicBezTo>
                    <a:pt x="9387" y="312"/>
                    <a:pt x="7179" y="328"/>
                    <a:pt x="4971" y="367"/>
                  </a:cubicBezTo>
                  <a:cubicBezTo>
                    <a:pt x="3570" y="234"/>
                    <a:pt x="2169" y="167"/>
                    <a:pt x="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1"/>
            <p:cNvSpPr/>
            <p:nvPr/>
          </p:nvSpPr>
          <p:spPr>
            <a:xfrm>
              <a:off x="3733069" y="3705827"/>
              <a:ext cx="74997" cy="241693"/>
            </a:xfrm>
            <a:custGeom>
              <a:rect b="b" l="l" r="r" t="t"/>
              <a:pathLst>
                <a:path extrusionOk="0" h="13010" w="4037">
                  <a:moveTo>
                    <a:pt x="234" y="0"/>
                  </a:moveTo>
                  <a:cubicBezTo>
                    <a:pt x="268" y="0"/>
                    <a:pt x="268" y="34"/>
                    <a:pt x="268" y="34"/>
                  </a:cubicBezTo>
                  <a:cubicBezTo>
                    <a:pt x="568" y="4337"/>
                    <a:pt x="1" y="8673"/>
                    <a:pt x="401" y="12943"/>
                  </a:cubicBezTo>
                  <a:cubicBezTo>
                    <a:pt x="1035" y="12943"/>
                    <a:pt x="1635" y="12976"/>
                    <a:pt x="2236" y="13010"/>
                  </a:cubicBezTo>
                  <a:cubicBezTo>
                    <a:pt x="2836" y="12209"/>
                    <a:pt x="3436" y="11409"/>
                    <a:pt x="4037" y="10641"/>
                  </a:cubicBezTo>
                  <a:cubicBezTo>
                    <a:pt x="3737" y="7473"/>
                    <a:pt x="3503" y="4137"/>
                    <a:pt x="3570" y="968"/>
                  </a:cubicBezTo>
                  <a:cubicBezTo>
                    <a:pt x="3570" y="934"/>
                    <a:pt x="3570" y="934"/>
                    <a:pt x="3570" y="934"/>
                  </a:cubicBezTo>
                  <a:cubicBezTo>
                    <a:pt x="3303" y="601"/>
                    <a:pt x="3070" y="301"/>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21"/>
            <p:cNvSpPr/>
            <p:nvPr/>
          </p:nvSpPr>
          <p:spPr>
            <a:xfrm>
              <a:off x="3576293" y="3702725"/>
              <a:ext cx="81815" cy="246653"/>
            </a:xfrm>
            <a:custGeom>
              <a:rect b="b" l="l" r="r" t="t"/>
              <a:pathLst>
                <a:path extrusionOk="0" h="13277" w="4404">
                  <a:moveTo>
                    <a:pt x="167" y="1"/>
                  </a:moveTo>
                  <a:cubicBezTo>
                    <a:pt x="167" y="34"/>
                    <a:pt x="167" y="34"/>
                    <a:pt x="167" y="67"/>
                  </a:cubicBezTo>
                  <a:cubicBezTo>
                    <a:pt x="0" y="4504"/>
                    <a:pt x="234" y="8874"/>
                    <a:pt x="601" y="13277"/>
                  </a:cubicBezTo>
                  <a:lnTo>
                    <a:pt x="3203" y="13244"/>
                  </a:lnTo>
                  <a:cubicBezTo>
                    <a:pt x="3603" y="13244"/>
                    <a:pt x="4003" y="13210"/>
                    <a:pt x="4403" y="13210"/>
                  </a:cubicBezTo>
                  <a:cubicBezTo>
                    <a:pt x="4037" y="8907"/>
                    <a:pt x="3836" y="4437"/>
                    <a:pt x="3970" y="101"/>
                  </a:cubicBezTo>
                  <a:cubicBezTo>
                    <a:pt x="2702" y="67"/>
                    <a:pt x="1435" y="34"/>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1"/>
            <p:cNvSpPr/>
            <p:nvPr/>
          </p:nvSpPr>
          <p:spPr>
            <a:xfrm>
              <a:off x="3417641" y="3700867"/>
              <a:ext cx="83060" cy="250369"/>
            </a:xfrm>
            <a:custGeom>
              <a:rect b="b" l="l" r="r" t="t"/>
              <a:pathLst>
                <a:path extrusionOk="0" h="13477" w="4471">
                  <a:moveTo>
                    <a:pt x="1" y="1"/>
                  </a:moveTo>
                  <a:cubicBezTo>
                    <a:pt x="1" y="34"/>
                    <a:pt x="1" y="34"/>
                    <a:pt x="1" y="34"/>
                  </a:cubicBezTo>
                  <a:cubicBezTo>
                    <a:pt x="368" y="4471"/>
                    <a:pt x="268" y="9007"/>
                    <a:pt x="268" y="13477"/>
                  </a:cubicBezTo>
                  <a:cubicBezTo>
                    <a:pt x="1535" y="13444"/>
                    <a:pt x="2803" y="13444"/>
                    <a:pt x="4070" y="13444"/>
                  </a:cubicBezTo>
                  <a:lnTo>
                    <a:pt x="4471" y="13410"/>
                  </a:lnTo>
                  <a:cubicBezTo>
                    <a:pt x="4237" y="8974"/>
                    <a:pt x="4104" y="4504"/>
                    <a:pt x="4037" y="34"/>
                  </a:cubicBezTo>
                  <a:cubicBezTo>
                    <a:pt x="2703" y="1"/>
                    <a:pt x="133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1"/>
            <p:cNvSpPr/>
            <p:nvPr/>
          </p:nvSpPr>
          <p:spPr>
            <a:xfrm>
              <a:off x="3273257" y="3700254"/>
              <a:ext cx="70669" cy="252858"/>
            </a:xfrm>
            <a:custGeom>
              <a:rect b="b" l="l" r="r" t="t"/>
              <a:pathLst>
                <a:path extrusionOk="0" h="13611" w="3804">
                  <a:moveTo>
                    <a:pt x="67" y="0"/>
                  </a:moveTo>
                  <a:cubicBezTo>
                    <a:pt x="67" y="1401"/>
                    <a:pt x="67" y="2802"/>
                    <a:pt x="1" y="4170"/>
                  </a:cubicBezTo>
                  <a:cubicBezTo>
                    <a:pt x="601" y="4837"/>
                    <a:pt x="1735" y="5804"/>
                    <a:pt x="1669" y="6705"/>
                  </a:cubicBezTo>
                  <a:cubicBezTo>
                    <a:pt x="1635" y="7539"/>
                    <a:pt x="768" y="8406"/>
                    <a:pt x="134" y="9140"/>
                  </a:cubicBezTo>
                  <a:cubicBezTo>
                    <a:pt x="134" y="9174"/>
                    <a:pt x="167" y="9174"/>
                    <a:pt x="167" y="9207"/>
                  </a:cubicBezTo>
                  <a:cubicBezTo>
                    <a:pt x="268" y="10641"/>
                    <a:pt x="134" y="12142"/>
                    <a:pt x="101" y="13610"/>
                  </a:cubicBezTo>
                  <a:cubicBezTo>
                    <a:pt x="1335" y="13577"/>
                    <a:pt x="2569" y="13543"/>
                    <a:pt x="3803" y="13543"/>
                  </a:cubicBezTo>
                  <a:cubicBezTo>
                    <a:pt x="3370" y="9073"/>
                    <a:pt x="3236" y="4504"/>
                    <a:pt x="3103" y="34"/>
                  </a:cubicBezTo>
                  <a:lnTo>
                    <a:pt x="1769" y="34"/>
                  </a:lnTo>
                  <a:cubicBezTo>
                    <a:pt x="1268" y="34"/>
                    <a:pt x="768" y="34"/>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121"/>
          <p:cNvGrpSpPr/>
          <p:nvPr/>
        </p:nvGrpSpPr>
        <p:grpSpPr>
          <a:xfrm>
            <a:off x="2867893" y="2124570"/>
            <a:ext cx="521948" cy="523739"/>
            <a:chOff x="3099743" y="2035283"/>
            <a:chExt cx="449297" cy="450839"/>
          </a:xfrm>
        </p:grpSpPr>
        <p:sp>
          <p:nvSpPr>
            <p:cNvPr id="6591" name="Google Shape;6591;p121"/>
            <p:cNvSpPr/>
            <p:nvPr/>
          </p:nvSpPr>
          <p:spPr>
            <a:xfrm>
              <a:off x="3213772" y="2191296"/>
              <a:ext cx="198315" cy="146261"/>
            </a:xfrm>
            <a:custGeom>
              <a:rect b="b" l="l" r="r" t="t"/>
              <a:pathLst>
                <a:path extrusionOk="0" h="7873" w="10675">
                  <a:moveTo>
                    <a:pt x="6238" y="0"/>
                  </a:moveTo>
                  <a:lnTo>
                    <a:pt x="3736" y="5571"/>
                  </a:lnTo>
                  <a:cubicBezTo>
                    <a:pt x="3718" y="5626"/>
                    <a:pt x="3669" y="5651"/>
                    <a:pt x="3618" y="5651"/>
                  </a:cubicBezTo>
                  <a:cubicBezTo>
                    <a:pt x="3576" y="5651"/>
                    <a:pt x="3533" y="5634"/>
                    <a:pt x="3503" y="5604"/>
                  </a:cubicBezTo>
                  <a:cubicBezTo>
                    <a:pt x="2369" y="4704"/>
                    <a:pt x="1201" y="3870"/>
                    <a:pt x="0" y="3103"/>
                  </a:cubicBezTo>
                  <a:lnTo>
                    <a:pt x="0" y="3103"/>
                  </a:lnTo>
                  <a:cubicBezTo>
                    <a:pt x="467" y="4670"/>
                    <a:pt x="968" y="6238"/>
                    <a:pt x="1401" y="7806"/>
                  </a:cubicBezTo>
                  <a:cubicBezTo>
                    <a:pt x="1861" y="7796"/>
                    <a:pt x="2323" y="7792"/>
                    <a:pt x="2786" y="7792"/>
                  </a:cubicBezTo>
                  <a:cubicBezTo>
                    <a:pt x="3904" y="7792"/>
                    <a:pt x="5030" y="7816"/>
                    <a:pt x="6138" y="7839"/>
                  </a:cubicBezTo>
                  <a:cubicBezTo>
                    <a:pt x="6972" y="7839"/>
                    <a:pt x="7773" y="7839"/>
                    <a:pt x="8573" y="7873"/>
                  </a:cubicBezTo>
                  <a:cubicBezTo>
                    <a:pt x="9040" y="7873"/>
                    <a:pt x="9507" y="7858"/>
                    <a:pt x="9974" y="7858"/>
                  </a:cubicBezTo>
                  <a:cubicBezTo>
                    <a:pt x="10208" y="7858"/>
                    <a:pt x="10441" y="7862"/>
                    <a:pt x="10675" y="7873"/>
                  </a:cubicBezTo>
                  <a:cubicBezTo>
                    <a:pt x="10641" y="6305"/>
                    <a:pt x="10641" y="4737"/>
                    <a:pt x="10608" y="3169"/>
                  </a:cubicBezTo>
                  <a:cubicBezTo>
                    <a:pt x="10008" y="3670"/>
                    <a:pt x="9374" y="4170"/>
                    <a:pt x="8740" y="4670"/>
                  </a:cubicBezTo>
                  <a:cubicBezTo>
                    <a:pt x="8573" y="4819"/>
                    <a:pt x="8426" y="4937"/>
                    <a:pt x="8289" y="4937"/>
                  </a:cubicBezTo>
                  <a:cubicBezTo>
                    <a:pt x="8180" y="4937"/>
                    <a:pt x="8076" y="4862"/>
                    <a:pt x="7973" y="4670"/>
                  </a:cubicBezTo>
                  <a:cubicBezTo>
                    <a:pt x="7572" y="3970"/>
                    <a:pt x="7372" y="3036"/>
                    <a:pt x="7072" y="2269"/>
                  </a:cubicBezTo>
                  <a:cubicBezTo>
                    <a:pt x="6805" y="1502"/>
                    <a:pt x="6538" y="734"/>
                    <a:pt x="6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1"/>
            <p:cNvSpPr/>
            <p:nvPr/>
          </p:nvSpPr>
          <p:spPr>
            <a:xfrm>
              <a:off x="3464754" y="2192541"/>
              <a:ext cx="84286" cy="270191"/>
            </a:xfrm>
            <a:custGeom>
              <a:rect b="b" l="l" r="r" t="t"/>
              <a:pathLst>
                <a:path extrusionOk="0" h="14544" w="4537">
                  <a:moveTo>
                    <a:pt x="4270" y="0"/>
                  </a:moveTo>
                  <a:lnTo>
                    <a:pt x="3970" y="100"/>
                  </a:lnTo>
                  <a:cubicBezTo>
                    <a:pt x="2602" y="2168"/>
                    <a:pt x="1368" y="4337"/>
                    <a:pt x="67" y="6438"/>
                  </a:cubicBezTo>
                  <a:cubicBezTo>
                    <a:pt x="0" y="6538"/>
                    <a:pt x="0" y="6638"/>
                    <a:pt x="67" y="6705"/>
                  </a:cubicBezTo>
                  <a:lnTo>
                    <a:pt x="67" y="6738"/>
                  </a:lnTo>
                  <a:cubicBezTo>
                    <a:pt x="100" y="9307"/>
                    <a:pt x="67" y="11909"/>
                    <a:pt x="167" y="14477"/>
                  </a:cubicBezTo>
                  <a:lnTo>
                    <a:pt x="600" y="14544"/>
                  </a:lnTo>
                  <a:cubicBezTo>
                    <a:pt x="967" y="12009"/>
                    <a:pt x="901" y="9240"/>
                    <a:pt x="600" y="6738"/>
                  </a:cubicBezTo>
                  <a:cubicBezTo>
                    <a:pt x="567" y="6705"/>
                    <a:pt x="567" y="6672"/>
                    <a:pt x="567" y="6672"/>
                  </a:cubicBezTo>
                  <a:cubicBezTo>
                    <a:pt x="2001" y="4737"/>
                    <a:pt x="3402" y="2569"/>
                    <a:pt x="4437" y="367"/>
                  </a:cubicBezTo>
                  <a:cubicBezTo>
                    <a:pt x="4537" y="200"/>
                    <a:pt x="4437" y="34"/>
                    <a:pt x="4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1"/>
            <p:cNvSpPr/>
            <p:nvPr/>
          </p:nvSpPr>
          <p:spPr>
            <a:xfrm>
              <a:off x="3247230" y="2035283"/>
              <a:ext cx="297482" cy="159135"/>
            </a:xfrm>
            <a:custGeom>
              <a:rect b="b" l="l" r="r" t="t"/>
              <a:pathLst>
                <a:path extrusionOk="0" h="8566" w="16013">
                  <a:moveTo>
                    <a:pt x="4370" y="1"/>
                  </a:moveTo>
                  <a:cubicBezTo>
                    <a:pt x="4287" y="1"/>
                    <a:pt x="4204" y="42"/>
                    <a:pt x="4137" y="126"/>
                  </a:cubicBezTo>
                  <a:cubicBezTo>
                    <a:pt x="2869" y="1994"/>
                    <a:pt x="1435" y="3695"/>
                    <a:pt x="1" y="5430"/>
                  </a:cubicBezTo>
                  <a:lnTo>
                    <a:pt x="268" y="5697"/>
                  </a:lnTo>
                  <a:cubicBezTo>
                    <a:pt x="1802" y="4162"/>
                    <a:pt x="3103" y="2461"/>
                    <a:pt x="4337" y="726"/>
                  </a:cubicBezTo>
                  <a:cubicBezTo>
                    <a:pt x="5538" y="2494"/>
                    <a:pt x="6705" y="4396"/>
                    <a:pt x="8073" y="6030"/>
                  </a:cubicBezTo>
                  <a:cubicBezTo>
                    <a:pt x="8040" y="6164"/>
                    <a:pt x="8073" y="6297"/>
                    <a:pt x="8240" y="6364"/>
                  </a:cubicBezTo>
                  <a:cubicBezTo>
                    <a:pt x="10642" y="7164"/>
                    <a:pt x="13210" y="8098"/>
                    <a:pt x="15679" y="8565"/>
                  </a:cubicBezTo>
                  <a:lnTo>
                    <a:pt x="15979" y="8465"/>
                  </a:lnTo>
                  <a:cubicBezTo>
                    <a:pt x="15979" y="8432"/>
                    <a:pt x="15945" y="8432"/>
                    <a:pt x="15945" y="8432"/>
                  </a:cubicBezTo>
                  <a:cubicBezTo>
                    <a:pt x="16012" y="8332"/>
                    <a:pt x="16012" y="8198"/>
                    <a:pt x="15879" y="8132"/>
                  </a:cubicBezTo>
                  <a:cubicBezTo>
                    <a:pt x="13544" y="7164"/>
                    <a:pt x="10975" y="6530"/>
                    <a:pt x="8540" y="5897"/>
                  </a:cubicBezTo>
                  <a:cubicBezTo>
                    <a:pt x="8540" y="5863"/>
                    <a:pt x="8540" y="5863"/>
                    <a:pt x="8540" y="5863"/>
                  </a:cubicBezTo>
                  <a:cubicBezTo>
                    <a:pt x="7439" y="3862"/>
                    <a:pt x="5938" y="1961"/>
                    <a:pt x="4604" y="126"/>
                  </a:cubicBezTo>
                  <a:cubicBezTo>
                    <a:pt x="4537" y="42"/>
                    <a:pt x="4454" y="1"/>
                    <a:pt x="4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1"/>
            <p:cNvSpPr/>
            <p:nvPr/>
          </p:nvSpPr>
          <p:spPr>
            <a:xfrm>
              <a:off x="3115237" y="2048770"/>
              <a:ext cx="423270" cy="423270"/>
            </a:xfrm>
            <a:custGeom>
              <a:rect b="b" l="l" r="r" t="t"/>
              <a:pathLst>
                <a:path extrusionOk="0" h="22784" w="22784">
                  <a:moveTo>
                    <a:pt x="11561" y="7145"/>
                  </a:moveTo>
                  <a:cubicBezTo>
                    <a:pt x="11625" y="7145"/>
                    <a:pt x="11690" y="7181"/>
                    <a:pt x="11709" y="7239"/>
                  </a:cubicBezTo>
                  <a:lnTo>
                    <a:pt x="13110" y="11042"/>
                  </a:lnTo>
                  <a:cubicBezTo>
                    <a:pt x="13177" y="11275"/>
                    <a:pt x="13277" y="11842"/>
                    <a:pt x="13477" y="12042"/>
                  </a:cubicBezTo>
                  <a:cubicBezTo>
                    <a:pt x="13553" y="12118"/>
                    <a:pt x="13633" y="12149"/>
                    <a:pt x="13714" y="12149"/>
                  </a:cubicBezTo>
                  <a:cubicBezTo>
                    <a:pt x="13986" y="12149"/>
                    <a:pt x="14272" y="11796"/>
                    <a:pt x="14478" y="11642"/>
                  </a:cubicBezTo>
                  <a:cubicBezTo>
                    <a:pt x="14978" y="11242"/>
                    <a:pt x="15478" y="10841"/>
                    <a:pt x="15945" y="10441"/>
                  </a:cubicBezTo>
                  <a:cubicBezTo>
                    <a:pt x="15979" y="10419"/>
                    <a:pt x="16019" y="10408"/>
                    <a:pt x="16059" y="10408"/>
                  </a:cubicBezTo>
                  <a:cubicBezTo>
                    <a:pt x="16138" y="10408"/>
                    <a:pt x="16212" y="10452"/>
                    <a:pt x="16212" y="10541"/>
                  </a:cubicBezTo>
                  <a:cubicBezTo>
                    <a:pt x="16212" y="12209"/>
                    <a:pt x="16246" y="13910"/>
                    <a:pt x="16246" y="15578"/>
                  </a:cubicBezTo>
                  <a:lnTo>
                    <a:pt x="16312" y="15578"/>
                  </a:lnTo>
                  <a:cubicBezTo>
                    <a:pt x="16479" y="15611"/>
                    <a:pt x="16479" y="15812"/>
                    <a:pt x="16312" y="15812"/>
                  </a:cubicBezTo>
                  <a:lnTo>
                    <a:pt x="16246" y="15812"/>
                  </a:lnTo>
                  <a:lnTo>
                    <a:pt x="16246" y="15878"/>
                  </a:lnTo>
                  <a:cubicBezTo>
                    <a:pt x="16246" y="15962"/>
                    <a:pt x="16179" y="16003"/>
                    <a:pt x="16112" y="16003"/>
                  </a:cubicBezTo>
                  <a:cubicBezTo>
                    <a:pt x="16045" y="16003"/>
                    <a:pt x="15979" y="15962"/>
                    <a:pt x="15979" y="15878"/>
                  </a:cubicBezTo>
                  <a:lnTo>
                    <a:pt x="15979" y="15845"/>
                  </a:lnTo>
                  <a:cubicBezTo>
                    <a:pt x="15832" y="15852"/>
                    <a:pt x="15685" y="15854"/>
                    <a:pt x="15538" y="15854"/>
                  </a:cubicBezTo>
                  <a:cubicBezTo>
                    <a:pt x="14951" y="15854"/>
                    <a:pt x="14364" y="15812"/>
                    <a:pt x="13777" y="15812"/>
                  </a:cubicBezTo>
                  <a:cubicBezTo>
                    <a:pt x="13010" y="15812"/>
                    <a:pt x="12243" y="15812"/>
                    <a:pt x="11442" y="15778"/>
                  </a:cubicBezTo>
                  <a:cubicBezTo>
                    <a:pt x="9841" y="15778"/>
                    <a:pt x="8206" y="15778"/>
                    <a:pt x="6572" y="15712"/>
                  </a:cubicBezTo>
                  <a:cubicBezTo>
                    <a:pt x="6472" y="15712"/>
                    <a:pt x="6472" y="15578"/>
                    <a:pt x="6505" y="15511"/>
                  </a:cubicBezTo>
                  <a:cubicBezTo>
                    <a:pt x="5938" y="13877"/>
                    <a:pt x="5438" y="12176"/>
                    <a:pt x="4937" y="10508"/>
                  </a:cubicBezTo>
                  <a:cubicBezTo>
                    <a:pt x="4911" y="10404"/>
                    <a:pt x="4987" y="10320"/>
                    <a:pt x="5069" y="10320"/>
                  </a:cubicBezTo>
                  <a:cubicBezTo>
                    <a:pt x="5092" y="10320"/>
                    <a:pt x="5116" y="10326"/>
                    <a:pt x="5138" y="10341"/>
                  </a:cubicBezTo>
                  <a:cubicBezTo>
                    <a:pt x="6439" y="11142"/>
                    <a:pt x="7673" y="12009"/>
                    <a:pt x="8874" y="12976"/>
                  </a:cubicBezTo>
                  <a:cubicBezTo>
                    <a:pt x="9741" y="11042"/>
                    <a:pt x="10608" y="9140"/>
                    <a:pt x="11442" y="7205"/>
                  </a:cubicBezTo>
                  <a:cubicBezTo>
                    <a:pt x="11470" y="7164"/>
                    <a:pt x="11516" y="7145"/>
                    <a:pt x="11561" y="7145"/>
                  </a:cubicBezTo>
                  <a:close/>
                  <a:moveTo>
                    <a:pt x="11442" y="0"/>
                  </a:moveTo>
                  <a:cubicBezTo>
                    <a:pt x="10208" y="1735"/>
                    <a:pt x="8907" y="3436"/>
                    <a:pt x="7373" y="4971"/>
                  </a:cubicBezTo>
                  <a:cubicBezTo>
                    <a:pt x="7272" y="5071"/>
                    <a:pt x="7172" y="5171"/>
                    <a:pt x="7072" y="5271"/>
                  </a:cubicBezTo>
                  <a:cubicBezTo>
                    <a:pt x="7072" y="5304"/>
                    <a:pt x="7039" y="5304"/>
                    <a:pt x="7006" y="5304"/>
                  </a:cubicBezTo>
                  <a:cubicBezTo>
                    <a:pt x="6405" y="5838"/>
                    <a:pt x="5038" y="5738"/>
                    <a:pt x="4337" y="5804"/>
                  </a:cubicBezTo>
                  <a:cubicBezTo>
                    <a:pt x="2869" y="5971"/>
                    <a:pt x="1435" y="6138"/>
                    <a:pt x="1" y="6305"/>
                  </a:cubicBezTo>
                  <a:cubicBezTo>
                    <a:pt x="1335" y="8606"/>
                    <a:pt x="2836" y="10808"/>
                    <a:pt x="4104" y="13110"/>
                  </a:cubicBezTo>
                  <a:cubicBezTo>
                    <a:pt x="4137" y="13176"/>
                    <a:pt x="4137" y="13210"/>
                    <a:pt x="4137" y="13276"/>
                  </a:cubicBezTo>
                  <a:cubicBezTo>
                    <a:pt x="4170" y="13310"/>
                    <a:pt x="4204" y="13343"/>
                    <a:pt x="4204" y="13410"/>
                  </a:cubicBezTo>
                  <a:cubicBezTo>
                    <a:pt x="4204" y="13410"/>
                    <a:pt x="4204" y="13410"/>
                    <a:pt x="4204" y="13443"/>
                  </a:cubicBezTo>
                  <a:cubicBezTo>
                    <a:pt x="4370" y="15011"/>
                    <a:pt x="4070" y="16746"/>
                    <a:pt x="3937" y="18347"/>
                  </a:cubicBezTo>
                  <a:cubicBezTo>
                    <a:pt x="3803" y="19814"/>
                    <a:pt x="3670" y="21282"/>
                    <a:pt x="3503" y="22783"/>
                  </a:cubicBezTo>
                  <a:cubicBezTo>
                    <a:pt x="4804" y="22183"/>
                    <a:pt x="6072" y="21582"/>
                    <a:pt x="7339" y="20915"/>
                  </a:cubicBezTo>
                  <a:cubicBezTo>
                    <a:pt x="8173" y="20482"/>
                    <a:pt x="9241" y="19648"/>
                    <a:pt x="10175" y="19381"/>
                  </a:cubicBezTo>
                  <a:cubicBezTo>
                    <a:pt x="10241" y="19347"/>
                    <a:pt x="10308" y="19314"/>
                    <a:pt x="10408" y="19314"/>
                  </a:cubicBezTo>
                  <a:lnTo>
                    <a:pt x="10575" y="19314"/>
                  </a:lnTo>
                  <a:cubicBezTo>
                    <a:pt x="10675" y="19314"/>
                    <a:pt x="10742" y="19347"/>
                    <a:pt x="10775" y="19414"/>
                  </a:cubicBezTo>
                  <a:cubicBezTo>
                    <a:pt x="12243" y="19748"/>
                    <a:pt x="13710" y="20315"/>
                    <a:pt x="15145" y="20815"/>
                  </a:cubicBezTo>
                  <a:cubicBezTo>
                    <a:pt x="16412" y="21249"/>
                    <a:pt x="17747" y="21649"/>
                    <a:pt x="18981" y="22216"/>
                  </a:cubicBezTo>
                  <a:cubicBezTo>
                    <a:pt x="18881" y="19648"/>
                    <a:pt x="18914" y="17046"/>
                    <a:pt x="18881" y="14477"/>
                  </a:cubicBezTo>
                  <a:lnTo>
                    <a:pt x="18881" y="14444"/>
                  </a:lnTo>
                  <a:cubicBezTo>
                    <a:pt x="18814" y="14377"/>
                    <a:pt x="18814" y="14277"/>
                    <a:pt x="18881" y="14177"/>
                  </a:cubicBezTo>
                  <a:cubicBezTo>
                    <a:pt x="20182" y="12076"/>
                    <a:pt x="21416" y="9907"/>
                    <a:pt x="22784" y="7839"/>
                  </a:cubicBezTo>
                  <a:cubicBezTo>
                    <a:pt x="20282" y="7372"/>
                    <a:pt x="17747" y="6438"/>
                    <a:pt x="15345" y="5638"/>
                  </a:cubicBezTo>
                  <a:cubicBezTo>
                    <a:pt x="15178" y="5571"/>
                    <a:pt x="15145" y="5438"/>
                    <a:pt x="15178" y="5304"/>
                  </a:cubicBezTo>
                  <a:cubicBezTo>
                    <a:pt x="13810" y="3670"/>
                    <a:pt x="12643" y="1768"/>
                    <a:pt x="11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1"/>
            <p:cNvSpPr/>
            <p:nvPr/>
          </p:nvSpPr>
          <p:spPr>
            <a:xfrm>
              <a:off x="3168052" y="2297876"/>
              <a:ext cx="310634" cy="188246"/>
            </a:xfrm>
            <a:custGeom>
              <a:rect b="b" l="l" r="r" t="t"/>
              <a:pathLst>
                <a:path extrusionOk="0" h="10133" w="16721">
                  <a:moveTo>
                    <a:pt x="1361" y="1"/>
                  </a:moveTo>
                  <a:lnTo>
                    <a:pt x="994" y="34"/>
                  </a:lnTo>
                  <a:cubicBezTo>
                    <a:pt x="660" y="1535"/>
                    <a:pt x="660" y="3170"/>
                    <a:pt x="527" y="4671"/>
                  </a:cubicBezTo>
                  <a:cubicBezTo>
                    <a:pt x="393" y="6405"/>
                    <a:pt x="193" y="8140"/>
                    <a:pt x="26" y="9841"/>
                  </a:cubicBezTo>
                  <a:cubicBezTo>
                    <a:pt x="1" y="10045"/>
                    <a:pt x="170" y="10132"/>
                    <a:pt x="326" y="10132"/>
                  </a:cubicBezTo>
                  <a:cubicBezTo>
                    <a:pt x="374" y="10132"/>
                    <a:pt x="421" y="10124"/>
                    <a:pt x="460" y="10108"/>
                  </a:cubicBezTo>
                  <a:cubicBezTo>
                    <a:pt x="1794" y="9508"/>
                    <a:pt x="3095" y="8874"/>
                    <a:pt x="4363" y="8240"/>
                  </a:cubicBezTo>
                  <a:cubicBezTo>
                    <a:pt x="5464" y="7706"/>
                    <a:pt x="6698" y="7173"/>
                    <a:pt x="7698" y="6472"/>
                  </a:cubicBezTo>
                  <a:cubicBezTo>
                    <a:pt x="8999" y="7006"/>
                    <a:pt x="10367" y="7373"/>
                    <a:pt x="11668" y="7806"/>
                  </a:cubicBezTo>
                  <a:cubicBezTo>
                    <a:pt x="13202" y="8340"/>
                    <a:pt x="14770" y="8974"/>
                    <a:pt x="16338" y="9408"/>
                  </a:cubicBezTo>
                  <a:cubicBezTo>
                    <a:pt x="16359" y="9414"/>
                    <a:pt x="16379" y="9416"/>
                    <a:pt x="16399" y="9416"/>
                  </a:cubicBezTo>
                  <a:cubicBezTo>
                    <a:pt x="16598" y="9416"/>
                    <a:pt x="16720" y="9129"/>
                    <a:pt x="16538" y="9007"/>
                  </a:cubicBezTo>
                  <a:cubicBezTo>
                    <a:pt x="16571" y="8941"/>
                    <a:pt x="16571" y="8907"/>
                    <a:pt x="16571" y="8841"/>
                  </a:cubicBezTo>
                  <a:lnTo>
                    <a:pt x="16138" y="8807"/>
                  </a:lnTo>
                  <a:cubicBezTo>
                    <a:pt x="14904" y="8240"/>
                    <a:pt x="13569" y="7840"/>
                    <a:pt x="12268" y="7406"/>
                  </a:cubicBezTo>
                  <a:cubicBezTo>
                    <a:pt x="10867" y="6906"/>
                    <a:pt x="9400" y="6305"/>
                    <a:pt x="7932" y="5972"/>
                  </a:cubicBezTo>
                  <a:cubicBezTo>
                    <a:pt x="7878" y="5945"/>
                    <a:pt x="7846" y="5896"/>
                    <a:pt x="7783" y="5896"/>
                  </a:cubicBezTo>
                  <a:cubicBezTo>
                    <a:pt x="7768" y="5896"/>
                    <a:pt x="7751" y="5899"/>
                    <a:pt x="7732" y="5905"/>
                  </a:cubicBezTo>
                  <a:lnTo>
                    <a:pt x="7565" y="5905"/>
                  </a:lnTo>
                  <a:cubicBezTo>
                    <a:pt x="7538" y="5896"/>
                    <a:pt x="7514" y="5892"/>
                    <a:pt x="7491" y="5892"/>
                  </a:cubicBezTo>
                  <a:cubicBezTo>
                    <a:pt x="7429" y="5892"/>
                    <a:pt x="7380" y="5923"/>
                    <a:pt x="7332" y="5972"/>
                  </a:cubicBezTo>
                  <a:cubicBezTo>
                    <a:pt x="6398" y="6239"/>
                    <a:pt x="5330" y="7073"/>
                    <a:pt x="4496" y="7506"/>
                  </a:cubicBezTo>
                  <a:cubicBezTo>
                    <a:pt x="3229" y="8140"/>
                    <a:pt x="1961" y="8774"/>
                    <a:pt x="660" y="9374"/>
                  </a:cubicBezTo>
                  <a:cubicBezTo>
                    <a:pt x="827" y="7873"/>
                    <a:pt x="960" y="6405"/>
                    <a:pt x="1094" y="4904"/>
                  </a:cubicBezTo>
                  <a:cubicBezTo>
                    <a:pt x="1227" y="3337"/>
                    <a:pt x="1527" y="1602"/>
                    <a:pt x="1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21"/>
            <p:cNvSpPr/>
            <p:nvPr/>
          </p:nvSpPr>
          <p:spPr>
            <a:xfrm>
              <a:off x="3206471" y="2181506"/>
              <a:ext cx="214923" cy="164578"/>
            </a:xfrm>
            <a:custGeom>
              <a:rect b="b" l="l" r="r" t="t"/>
              <a:pathLst>
                <a:path extrusionOk="0" h="8859" w="11569">
                  <a:moveTo>
                    <a:pt x="6665" y="527"/>
                  </a:moveTo>
                  <a:cubicBezTo>
                    <a:pt x="6931" y="1261"/>
                    <a:pt x="7198" y="2029"/>
                    <a:pt x="7498" y="2796"/>
                  </a:cubicBezTo>
                  <a:cubicBezTo>
                    <a:pt x="7765" y="3563"/>
                    <a:pt x="7965" y="4497"/>
                    <a:pt x="8366" y="5197"/>
                  </a:cubicBezTo>
                  <a:cubicBezTo>
                    <a:pt x="8469" y="5389"/>
                    <a:pt x="8573" y="5464"/>
                    <a:pt x="8682" y="5464"/>
                  </a:cubicBezTo>
                  <a:cubicBezTo>
                    <a:pt x="8819" y="5464"/>
                    <a:pt x="8966" y="5346"/>
                    <a:pt x="9133" y="5197"/>
                  </a:cubicBezTo>
                  <a:cubicBezTo>
                    <a:pt x="9767" y="4697"/>
                    <a:pt x="10401" y="4197"/>
                    <a:pt x="11001" y="3696"/>
                  </a:cubicBezTo>
                  <a:cubicBezTo>
                    <a:pt x="11034" y="5264"/>
                    <a:pt x="11034" y="6832"/>
                    <a:pt x="11068" y="8400"/>
                  </a:cubicBezTo>
                  <a:cubicBezTo>
                    <a:pt x="10834" y="8389"/>
                    <a:pt x="10601" y="8385"/>
                    <a:pt x="10368" y="8385"/>
                  </a:cubicBezTo>
                  <a:cubicBezTo>
                    <a:pt x="9904" y="8385"/>
                    <a:pt x="9444" y="8400"/>
                    <a:pt x="9000" y="8400"/>
                  </a:cubicBezTo>
                  <a:cubicBezTo>
                    <a:pt x="8166" y="8366"/>
                    <a:pt x="7365" y="8366"/>
                    <a:pt x="6564" y="8366"/>
                  </a:cubicBezTo>
                  <a:cubicBezTo>
                    <a:pt x="5432" y="8343"/>
                    <a:pt x="4300" y="8319"/>
                    <a:pt x="3180" y="8319"/>
                  </a:cubicBezTo>
                  <a:cubicBezTo>
                    <a:pt x="2716" y="8319"/>
                    <a:pt x="2254" y="8323"/>
                    <a:pt x="1794" y="8333"/>
                  </a:cubicBezTo>
                  <a:cubicBezTo>
                    <a:pt x="1394" y="6765"/>
                    <a:pt x="894" y="5197"/>
                    <a:pt x="393" y="3630"/>
                  </a:cubicBezTo>
                  <a:lnTo>
                    <a:pt x="393" y="3630"/>
                  </a:lnTo>
                  <a:cubicBezTo>
                    <a:pt x="1628" y="4397"/>
                    <a:pt x="2795" y="5231"/>
                    <a:pt x="3929" y="6131"/>
                  </a:cubicBezTo>
                  <a:cubicBezTo>
                    <a:pt x="3959" y="6161"/>
                    <a:pt x="3996" y="6178"/>
                    <a:pt x="4030" y="6178"/>
                  </a:cubicBezTo>
                  <a:cubicBezTo>
                    <a:pt x="4072" y="6178"/>
                    <a:pt x="4111" y="6153"/>
                    <a:pt x="4129" y="6098"/>
                  </a:cubicBezTo>
                  <a:lnTo>
                    <a:pt x="6665" y="527"/>
                  </a:lnTo>
                  <a:close/>
                  <a:moveTo>
                    <a:pt x="6657" y="0"/>
                  </a:moveTo>
                  <a:cubicBezTo>
                    <a:pt x="6616" y="0"/>
                    <a:pt x="6578" y="19"/>
                    <a:pt x="6564" y="60"/>
                  </a:cubicBezTo>
                  <a:cubicBezTo>
                    <a:pt x="5697" y="1995"/>
                    <a:pt x="4830" y="3897"/>
                    <a:pt x="3963" y="5798"/>
                  </a:cubicBezTo>
                  <a:cubicBezTo>
                    <a:pt x="2762" y="4864"/>
                    <a:pt x="1528" y="3997"/>
                    <a:pt x="227" y="3196"/>
                  </a:cubicBezTo>
                  <a:cubicBezTo>
                    <a:pt x="205" y="3181"/>
                    <a:pt x="181" y="3175"/>
                    <a:pt x="158" y="3175"/>
                  </a:cubicBezTo>
                  <a:cubicBezTo>
                    <a:pt x="76" y="3175"/>
                    <a:pt x="0" y="3259"/>
                    <a:pt x="26" y="3363"/>
                  </a:cubicBezTo>
                  <a:cubicBezTo>
                    <a:pt x="527" y="5031"/>
                    <a:pt x="1027" y="6732"/>
                    <a:pt x="1594" y="8366"/>
                  </a:cubicBezTo>
                  <a:cubicBezTo>
                    <a:pt x="1561" y="8433"/>
                    <a:pt x="1561" y="8567"/>
                    <a:pt x="1694" y="8567"/>
                  </a:cubicBezTo>
                  <a:cubicBezTo>
                    <a:pt x="3295" y="8633"/>
                    <a:pt x="4930" y="8633"/>
                    <a:pt x="6564" y="8633"/>
                  </a:cubicBezTo>
                  <a:cubicBezTo>
                    <a:pt x="7332" y="8667"/>
                    <a:pt x="8099" y="8667"/>
                    <a:pt x="8866" y="8667"/>
                  </a:cubicBezTo>
                  <a:cubicBezTo>
                    <a:pt x="9453" y="8667"/>
                    <a:pt x="10040" y="8709"/>
                    <a:pt x="10627" y="8709"/>
                  </a:cubicBezTo>
                  <a:cubicBezTo>
                    <a:pt x="10774" y="8709"/>
                    <a:pt x="10921" y="8707"/>
                    <a:pt x="11068" y="8700"/>
                  </a:cubicBezTo>
                  <a:lnTo>
                    <a:pt x="11068" y="8733"/>
                  </a:lnTo>
                  <a:cubicBezTo>
                    <a:pt x="11068" y="8817"/>
                    <a:pt x="11134" y="8858"/>
                    <a:pt x="11201" y="8858"/>
                  </a:cubicBezTo>
                  <a:cubicBezTo>
                    <a:pt x="11268" y="8858"/>
                    <a:pt x="11335" y="8817"/>
                    <a:pt x="11335" y="8733"/>
                  </a:cubicBezTo>
                  <a:lnTo>
                    <a:pt x="11335" y="8667"/>
                  </a:lnTo>
                  <a:lnTo>
                    <a:pt x="11401" y="8667"/>
                  </a:lnTo>
                  <a:cubicBezTo>
                    <a:pt x="11568" y="8667"/>
                    <a:pt x="11568" y="8466"/>
                    <a:pt x="11401" y="8433"/>
                  </a:cubicBezTo>
                  <a:lnTo>
                    <a:pt x="11335" y="8433"/>
                  </a:lnTo>
                  <a:cubicBezTo>
                    <a:pt x="11335" y="6732"/>
                    <a:pt x="11301" y="5064"/>
                    <a:pt x="11301" y="3396"/>
                  </a:cubicBezTo>
                  <a:cubicBezTo>
                    <a:pt x="11301" y="3307"/>
                    <a:pt x="11227" y="3248"/>
                    <a:pt x="11158" y="3248"/>
                  </a:cubicBezTo>
                  <a:cubicBezTo>
                    <a:pt x="11123" y="3248"/>
                    <a:pt x="11090" y="3263"/>
                    <a:pt x="11068" y="3296"/>
                  </a:cubicBezTo>
                  <a:cubicBezTo>
                    <a:pt x="10567" y="3696"/>
                    <a:pt x="10067" y="4097"/>
                    <a:pt x="9567" y="4497"/>
                  </a:cubicBezTo>
                  <a:cubicBezTo>
                    <a:pt x="9361" y="4651"/>
                    <a:pt x="9075" y="5004"/>
                    <a:pt x="8803" y="5004"/>
                  </a:cubicBezTo>
                  <a:cubicBezTo>
                    <a:pt x="8722" y="5004"/>
                    <a:pt x="8642" y="4973"/>
                    <a:pt x="8566" y="4897"/>
                  </a:cubicBezTo>
                  <a:cubicBezTo>
                    <a:pt x="8366" y="4697"/>
                    <a:pt x="8266" y="4130"/>
                    <a:pt x="8199" y="3897"/>
                  </a:cubicBezTo>
                  <a:cubicBezTo>
                    <a:pt x="7732" y="2629"/>
                    <a:pt x="7265" y="1361"/>
                    <a:pt x="6798" y="94"/>
                  </a:cubicBezTo>
                  <a:cubicBezTo>
                    <a:pt x="6779" y="36"/>
                    <a:pt x="6714" y="0"/>
                    <a:pt x="6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21"/>
            <p:cNvSpPr/>
            <p:nvPr/>
          </p:nvSpPr>
          <p:spPr>
            <a:xfrm>
              <a:off x="3099743" y="2136140"/>
              <a:ext cx="152466" cy="162999"/>
            </a:xfrm>
            <a:custGeom>
              <a:rect b="b" l="l" r="r" t="t"/>
              <a:pathLst>
                <a:path extrusionOk="0" h="8774" w="8207">
                  <a:moveTo>
                    <a:pt x="7940" y="1"/>
                  </a:moveTo>
                  <a:cubicBezTo>
                    <a:pt x="7906" y="34"/>
                    <a:pt x="7873" y="101"/>
                    <a:pt x="7840" y="134"/>
                  </a:cubicBezTo>
                  <a:cubicBezTo>
                    <a:pt x="7773" y="134"/>
                    <a:pt x="7740" y="134"/>
                    <a:pt x="7673" y="201"/>
                  </a:cubicBezTo>
                  <a:cubicBezTo>
                    <a:pt x="7339" y="468"/>
                    <a:pt x="6339" y="368"/>
                    <a:pt x="5905" y="434"/>
                  </a:cubicBezTo>
                  <a:lnTo>
                    <a:pt x="4137" y="634"/>
                  </a:lnTo>
                  <a:cubicBezTo>
                    <a:pt x="2903" y="768"/>
                    <a:pt x="1635" y="901"/>
                    <a:pt x="368" y="1068"/>
                  </a:cubicBezTo>
                  <a:cubicBezTo>
                    <a:pt x="134" y="1101"/>
                    <a:pt x="1" y="1302"/>
                    <a:pt x="101" y="1502"/>
                  </a:cubicBezTo>
                  <a:cubicBezTo>
                    <a:pt x="1468" y="3903"/>
                    <a:pt x="2836" y="6439"/>
                    <a:pt x="4504" y="8640"/>
                  </a:cubicBezTo>
                  <a:cubicBezTo>
                    <a:pt x="4571" y="8707"/>
                    <a:pt x="4604" y="8740"/>
                    <a:pt x="4671" y="8774"/>
                  </a:cubicBezTo>
                  <a:lnTo>
                    <a:pt x="5038" y="8707"/>
                  </a:lnTo>
                  <a:cubicBezTo>
                    <a:pt x="5038" y="8640"/>
                    <a:pt x="5004" y="8607"/>
                    <a:pt x="4971" y="8573"/>
                  </a:cubicBezTo>
                  <a:cubicBezTo>
                    <a:pt x="4971" y="8507"/>
                    <a:pt x="4971" y="8473"/>
                    <a:pt x="4938" y="8407"/>
                  </a:cubicBezTo>
                  <a:cubicBezTo>
                    <a:pt x="3670" y="6105"/>
                    <a:pt x="2169" y="3903"/>
                    <a:pt x="835" y="1602"/>
                  </a:cubicBezTo>
                  <a:cubicBezTo>
                    <a:pt x="2269" y="1435"/>
                    <a:pt x="3703" y="1268"/>
                    <a:pt x="5171" y="1101"/>
                  </a:cubicBezTo>
                  <a:cubicBezTo>
                    <a:pt x="5872" y="1035"/>
                    <a:pt x="7239" y="1135"/>
                    <a:pt x="7840" y="601"/>
                  </a:cubicBezTo>
                  <a:cubicBezTo>
                    <a:pt x="7873" y="601"/>
                    <a:pt x="7906" y="568"/>
                    <a:pt x="7906" y="568"/>
                  </a:cubicBezTo>
                  <a:cubicBezTo>
                    <a:pt x="8006" y="468"/>
                    <a:pt x="8106" y="368"/>
                    <a:pt x="8207" y="268"/>
                  </a:cubicBezTo>
                  <a:lnTo>
                    <a:pt x="7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121"/>
          <p:cNvGrpSpPr/>
          <p:nvPr/>
        </p:nvGrpSpPr>
        <p:grpSpPr>
          <a:xfrm>
            <a:off x="2867787" y="2754844"/>
            <a:ext cx="521929" cy="523997"/>
            <a:chOff x="2382412" y="2772194"/>
            <a:chExt cx="521929" cy="523997"/>
          </a:xfrm>
        </p:grpSpPr>
        <p:sp>
          <p:nvSpPr>
            <p:cNvPr id="6599" name="Google Shape;6599;p121"/>
            <p:cNvSpPr/>
            <p:nvPr/>
          </p:nvSpPr>
          <p:spPr>
            <a:xfrm>
              <a:off x="2506242" y="3041524"/>
              <a:ext cx="182135" cy="86493"/>
            </a:xfrm>
            <a:custGeom>
              <a:rect b="b" l="l" r="r" t="t"/>
              <a:pathLst>
                <a:path extrusionOk="0" h="4008" w="8440">
                  <a:moveTo>
                    <a:pt x="2068" y="1"/>
                  </a:moveTo>
                  <a:cubicBezTo>
                    <a:pt x="1234" y="234"/>
                    <a:pt x="0" y="635"/>
                    <a:pt x="0" y="1702"/>
                  </a:cubicBezTo>
                  <a:cubicBezTo>
                    <a:pt x="33" y="2569"/>
                    <a:pt x="967" y="3036"/>
                    <a:pt x="1635" y="3270"/>
                  </a:cubicBezTo>
                  <a:cubicBezTo>
                    <a:pt x="3108" y="3823"/>
                    <a:pt x="4695" y="4008"/>
                    <a:pt x="6265" y="4008"/>
                  </a:cubicBezTo>
                  <a:cubicBezTo>
                    <a:pt x="6400" y="4008"/>
                    <a:pt x="6536" y="4006"/>
                    <a:pt x="6672" y="4004"/>
                  </a:cubicBezTo>
                  <a:cubicBezTo>
                    <a:pt x="7272" y="4004"/>
                    <a:pt x="7872" y="3937"/>
                    <a:pt x="8439" y="3870"/>
                  </a:cubicBezTo>
                  <a:lnTo>
                    <a:pt x="8373" y="3303"/>
                  </a:lnTo>
                  <a:cubicBezTo>
                    <a:pt x="7972" y="3337"/>
                    <a:pt x="7539" y="3337"/>
                    <a:pt x="7139" y="3337"/>
                  </a:cubicBezTo>
                  <a:cubicBezTo>
                    <a:pt x="6438" y="3303"/>
                    <a:pt x="5738" y="3237"/>
                    <a:pt x="5037" y="3103"/>
                  </a:cubicBezTo>
                  <a:cubicBezTo>
                    <a:pt x="4503" y="2970"/>
                    <a:pt x="3836" y="2870"/>
                    <a:pt x="3369" y="2536"/>
                  </a:cubicBezTo>
                  <a:cubicBezTo>
                    <a:pt x="3102" y="2369"/>
                    <a:pt x="2869" y="2036"/>
                    <a:pt x="2936" y="1702"/>
                  </a:cubicBezTo>
                  <a:cubicBezTo>
                    <a:pt x="3002" y="1402"/>
                    <a:pt x="3202" y="1235"/>
                    <a:pt x="3469" y="1102"/>
                  </a:cubicBezTo>
                  <a:cubicBezTo>
                    <a:pt x="2969" y="802"/>
                    <a:pt x="2469" y="435"/>
                    <a:pt x="20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1"/>
            <p:cNvSpPr/>
            <p:nvPr/>
          </p:nvSpPr>
          <p:spPr>
            <a:xfrm>
              <a:off x="2686917" y="3042257"/>
              <a:ext cx="100800" cy="82802"/>
            </a:xfrm>
            <a:custGeom>
              <a:rect b="b" l="l" r="r" t="t"/>
              <a:pathLst>
                <a:path extrusionOk="0" h="3837" w="4671">
                  <a:moveTo>
                    <a:pt x="1268" y="0"/>
                  </a:moveTo>
                  <a:cubicBezTo>
                    <a:pt x="1102" y="234"/>
                    <a:pt x="901" y="467"/>
                    <a:pt x="668" y="667"/>
                  </a:cubicBezTo>
                  <a:lnTo>
                    <a:pt x="701" y="667"/>
                  </a:lnTo>
                  <a:cubicBezTo>
                    <a:pt x="729" y="665"/>
                    <a:pt x="756" y="664"/>
                    <a:pt x="783" y="664"/>
                  </a:cubicBezTo>
                  <a:cubicBezTo>
                    <a:pt x="1595" y="664"/>
                    <a:pt x="1989" y="1625"/>
                    <a:pt x="1602" y="2335"/>
                  </a:cubicBezTo>
                  <a:cubicBezTo>
                    <a:pt x="1268" y="2902"/>
                    <a:pt x="635" y="3169"/>
                    <a:pt x="1" y="3269"/>
                  </a:cubicBezTo>
                  <a:lnTo>
                    <a:pt x="67" y="3836"/>
                  </a:lnTo>
                  <a:cubicBezTo>
                    <a:pt x="368" y="3803"/>
                    <a:pt x="668" y="3770"/>
                    <a:pt x="935" y="3703"/>
                  </a:cubicBezTo>
                  <a:cubicBezTo>
                    <a:pt x="1769" y="3570"/>
                    <a:pt x="2703" y="3469"/>
                    <a:pt x="3437" y="3002"/>
                  </a:cubicBezTo>
                  <a:cubicBezTo>
                    <a:pt x="4237" y="2535"/>
                    <a:pt x="4671" y="1535"/>
                    <a:pt x="3937" y="768"/>
                  </a:cubicBezTo>
                  <a:cubicBezTo>
                    <a:pt x="3270" y="34"/>
                    <a:pt x="2236" y="34"/>
                    <a:pt x="1335" y="34"/>
                  </a:cubicBezTo>
                  <a:cubicBezTo>
                    <a:pt x="1302" y="34"/>
                    <a:pt x="1302" y="34"/>
                    <a:pt x="1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1"/>
            <p:cNvSpPr/>
            <p:nvPr/>
          </p:nvSpPr>
          <p:spPr>
            <a:xfrm>
              <a:off x="2575344" y="3058098"/>
              <a:ext cx="146787" cy="50821"/>
            </a:xfrm>
            <a:custGeom>
              <a:rect b="b" l="l" r="r" t="t"/>
              <a:pathLst>
                <a:path extrusionOk="0" h="2355" w="6802">
                  <a:moveTo>
                    <a:pt x="5771" y="0"/>
                  </a:moveTo>
                  <a:cubicBezTo>
                    <a:pt x="4982" y="698"/>
                    <a:pt x="4027" y="1148"/>
                    <a:pt x="2932" y="1148"/>
                  </a:cubicBezTo>
                  <a:cubicBezTo>
                    <a:pt x="2823" y="1148"/>
                    <a:pt x="2714" y="1143"/>
                    <a:pt x="2602" y="1134"/>
                  </a:cubicBezTo>
                  <a:cubicBezTo>
                    <a:pt x="1868" y="1034"/>
                    <a:pt x="1101" y="801"/>
                    <a:pt x="401" y="434"/>
                  </a:cubicBezTo>
                  <a:cubicBezTo>
                    <a:pt x="267" y="467"/>
                    <a:pt x="134" y="534"/>
                    <a:pt x="100" y="634"/>
                  </a:cubicBezTo>
                  <a:cubicBezTo>
                    <a:pt x="67" y="867"/>
                    <a:pt x="34" y="1101"/>
                    <a:pt x="0" y="1301"/>
                  </a:cubicBezTo>
                  <a:cubicBezTo>
                    <a:pt x="67" y="1435"/>
                    <a:pt x="167" y="1535"/>
                    <a:pt x="301" y="1601"/>
                  </a:cubicBezTo>
                  <a:cubicBezTo>
                    <a:pt x="601" y="1835"/>
                    <a:pt x="1034" y="1902"/>
                    <a:pt x="1368" y="2002"/>
                  </a:cubicBezTo>
                  <a:cubicBezTo>
                    <a:pt x="2135" y="2168"/>
                    <a:pt x="2869" y="2302"/>
                    <a:pt x="3636" y="2335"/>
                  </a:cubicBezTo>
                  <a:cubicBezTo>
                    <a:pt x="3848" y="2345"/>
                    <a:pt x="4077" y="2354"/>
                    <a:pt x="4311" y="2354"/>
                  </a:cubicBezTo>
                  <a:cubicBezTo>
                    <a:pt x="4887" y="2354"/>
                    <a:pt x="5497" y="2296"/>
                    <a:pt x="5971" y="2035"/>
                  </a:cubicBezTo>
                  <a:cubicBezTo>
                    <a:pt x="6272" y="1868"/>
                    <a:pt x="6572" y="1568"/>
                    <a:pt x="6672" y="1234"/>
                  </a:cubicBezTo>
                  <a:cubicBezTo>
                    <a:pt x="6801" y="716"/>
                    <a:pt x="6427" y="166"/>
                    <a:pt x="5916" y="166"/>
                  </a:cubicBezTo>
                  <a:cubicBezTo>
                    <a:pt x="5901" y="166"/>
                    <a:pt x="5886" y="166"/>
                    <a:pt x="5871" y="167"/>
                  </a:cubicBezTo>
                  <a:cubicBezTo>
                    <a:pt x="5771" y="167"/>
                    <a:pt x="5738" y="100"/>
                    <a:pt x="5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1"/>
            <p:cNvSpPr/>
            <p:nvPr/>
          </p:nvSpPr>
          <p:spPr>
            <a:xfrm>
              <a:off x="2532139" y="2954445"/>
              <a:ext cx="200154" cy="29802"/>
            </a:xfrm>
            <a:custGeom>
              <a:rect b="b" l="l" r="r" t="t"/>
              <a:pathLst>
                <a:path extrusionOk="0" h="1381" w="9275">
                  <a:moveTo>
                    <a:pt x="5598" y="1"/>
                  </a:moveTo>
                  <a:cubicBezTo>
                    <a:pt x="5255" y="1"/>
                    <a:pt x="4912" y="11"/>
                    <a:pt x="4571" y="33"/>
                  </a:cubicBezTo>
                  <a:cubicBezTo>
                    <a:pt x="3003" y="133"/>
                    <a:pt x="1502" y="500"/>
                    <a:pt x="1" y="934"/>
                  </a:cubicBezTo>
                  <a:cubicBezTo>
                    <a:pt x="802" y="967"/>
                    <a:pt x="1602" y="1234"/>
                    <a:pt x="2369" y="1301"/>
                  </a:cubicBezTo>
                  <a:cubicBezTo>
                    <a:pt x="2931" y="1350"/>
                    <a:pt x="3510" y="1380"/>
                    <a:pt x="4082" y="1380"/>
                  </a:cubicBezTo>
                  <a:cubicBezTo>
                    <a:pt x="4291" y="1380"/>
                    <a:pt x="4499" y="1376"/>
                    <a:pt x="4704" y="1367"/>
                  </a:cubicBezTo>
                  <a:cubicBezTo>
                    <a:pt x="6272" y="1267"/>
                    <a:pt x="7807" y="934"/>
                    <a:pt x="9274" y="400"/>
                  </a:cubicBezTo>
                  <a:cubicBezTo>
                    <a:pt x="8074" y="139"/>
                    <a:pt x="6833" y="1"/>
                    <a:pt x="5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1"/>
            <p:cNvSpPr/>
            <p:nvPr/>
          </p:nvSpPr>
          <p:spPr>
            <a:xfrm>
              <a:off x="2527111" y="2966659"/>
              <a:ext cx="210211" cy="110382"/>
            </a:xfrm>
            <a:custGeom>
              <a:rect b="b" l="l" r="r" t="t"/>
              <a:pathLst>
                <a:path extrusionOk="0" h="5115" w="9741">
                  <a:moveTo>
                    <a:pt x="9741" y="1"/>
                  </a:moveTo>
                  <a:lnTo>
                    <a:pt x="9741" y="1"/>
                  </a:lnTo>
                  <a:cubicBezTo>
                    <a:pt x="8206" y="601"/>
                    <a:pt x="6605" y="968"/>
                    <a:pt x="4937" y="1035"/>
                  </a:cubicBezTo>
                  <a:cubicBezTo>
                    <a:pt x="4729" y="1043"/>
                    <a:pt x="4518" y="1047"/>
                    <a:pt x="4307" y="1047"/>
                  </a:cubicBezTo>
                  <a:cubicBezTo>
                    <a:pt x="3672" y="1047"/>
                    <a:pt x="3028" y="1010"/>
                    <a:pt x="2402" y="935"/>
                  </a:cubicBezTo>
                  <a:cubicBezTo>
                    <a:pt x="1668" y="868"/>
                    <a:pt x="768" y="801"/>
                    <a:pt x="134" y="401"/>
                  </a:cubicBezTo>
                  <a:lnTo>
                    <a:pt x="101" y="401"/>
                  </a:lnTo>
                  <a:cubicBezTo>
                    <a:pt x="67" y="401"/>
                    <a:pt x="34" y="434"/>
                    <a:pt x="0" y="434"/>
                  </a:cubicBezTo>
                  <a:cubicBezTo>
                    <a:pt x="134" y="2936"/>
                    <a:pt x="2536" y="4904"/>
                    <a:pt x="4937" y="5104"/>
                  </a:cubicBezTo>
                  <a:cubicBezTo>
                    <a:pt x="5028" y="5111"/>
                    <a:pt x="5118" y="5115"/>
                    <a:pt x="5207" y="5115"/>
                  </a:cubicBezTo>
                  <a:cubicBezTo>
                    <a:pt x="6408" y="5115"/>
                    <a:pt x="7528" y="4504"/>
                    <a:pt x="8273" y="3603"/>
                  </a:cubicBezTo>
                  <a:cubicBezTo>
                    <a:pt x="8573" y="3270"/>
                    <a:pt x="8773" y="2903"/>
                    <a:pt x="8974" y="2536"/>
                  </a:cubicBezTo>
                  <a:cubicBezTo>
                    <a:pt x="8940" y="2536"/>
                    <a:pt x="8940" y="2536"/>
                    <a:pt x="8907" y="2503"/>
                  </a:cubicBezTo>
                  <a:cubicBezTo>
                    <a:pt x="8851" y="2447"/>
                    <a:pt x="8912" y="2320"/>
                    <a:pt x="8992" y="2320"/>
                  </a:cubicBezTo>
                  <a:cubicBezTo>
                    <a:pt x="9008" y="2320"/>
                    <a:pt x="9024" y="2325"/>
                    <a:pt x="9040" y="2336"/>
                  </a:cubicBezTo>
                  <a:lnTo>
                    <a:pt x="9074" y="2369"/>
                  </a:lnTo>
                  <a:cubicBezTo>
                    <a:pt x="9274" y="1835"/>
                    <a:pt x="9441" y="1302"/>
                    <a:pt x="9574" y="768"/>
                  </a:cubicBezTo>
                  <a:cubicBezTo>
                    <a:pt x="9541" y="768"/>
                    <a:pt x="9541" y="735"/>
                    <a:pt x="9574" y="701"/>
                  </a:cubicBezTo>
                  <a:cubicBezTo>
                    <a:pt x="9574" y="668"/>
                    <a:pt x="9607" y="635"/>
                    <a:pt x="9607" y="601"/>
                  </a:cubicBezTo>
                  <a:cubicBezTo>
                    <a:pt x="9674" y="401"/>
                    <a:pt x="9707" y="201"/>
                    <a:pt x="9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21"/>
            <p:cNvSpPr/>
            <p:nvPr/>
          </p:nvSpPr>
          <p:spPr>
            <a:xfrm>
              <a:off x="2732992" y="2989017"/>
              <a:ext cx="25702" cy="23911"/>
            </a:xfrm>
            <a:custGeom>
              <a:rect b="b" l="l" r="r" t="t"/>
              <a:pathLst>
                <a:path extrusionOk="0" h="1108" w="1191">
                  <a:moveTo>
                    <a:pt x="6" y="949"/>
                  </a:moveTo>
                  <a:lnTo>
                    <a:pt x="6" y="949"/>
                  </a:lnTo>
                  <a:cubicBezTo>
                    <a:pt x="3" y="954"/>
                    <a:pt x="1" y="960"/>
                    <a:pt x="1" y="966"/>
                  </a:cubicBezTo>
                  <a:cubicBezTo>
                    <a:pt x="3" y="960"/>
                    <a:pt x="4" y="955"/>
                    <a:pt x="6" y="949"/>
                  </a:cubicBezTo>
                  <a:close/>
                  <a:moveTo>
                    <a:pt x="471" y="0"/>
                  </a:moveTo>
                  <a:cubicBezTo>
                    <a:pt x="402" y="0"/>
                    <a:pt x="333" y="10"/>
                    <a:pt x="267" y="32"/>
                  </a:cubicBezTo>
                  <a:cubicBezTo>
                    <a:pt x="202" y="359"/>
                    <a:pt x="105" y="654"/>
                    <a:pt x="6" y="949"/>
                  </a:cubicBezTo>
                  <a:lnTo>
                    <a:pt x="6" y="949"/>
                  </a:lnTo>
                  <a:cubicBezTo>
                    <a:pt x="17" y="932"/>
                    <a:pt x="42" y="919"/>
                    <a:pt x="65" y="919"/>
                  </a:cubicBezTo>
                  <a:cubicBezTo>
                    <a:pt x="78" y="919"/>
                    <a:pt x="91" y="923"/>
                    <a:pt x="101" y="933"/>
                  </a:cubicBezTo>
                  <a:cubicBezTo>
                    <a:pt x="208" y="1053"/>
                    <a:pt x="364" y="1108"/>
                    <a:pt x="521" y="1108"/>
                  </a:cubicBezTo>
                  <a:cubicBezTo>
                    <a:pt x="803" y="1108"/>
                    <a:pt x="1092" y="932"/>
                    <a:pt x="1135" y="633"/>
                  </a:cubicBezTo>
                  <a:cubicBezTo>
                    <a:pt x="1191" y="270"/>
                    <a:pt x="826" y="0"/>
                    <a:pt x="4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21"/>
            <p:cNvSpPr/>
            <p:nvPr/>
          </p:nvSpPr>
          <p:spPr>
            <a:xfrm>
              <a:off x="2727964" y="2972486"/>
              <a:ext cx="55676" cy="55072"/>
            </a:xfrm>
            <a:custGeom>
              <a:rect b="b" l="l" r="r" t="t"/>
              <a:pathLst>
                <a:path extrusionOk="0" h="2552" w="2580">
                  <a:moveTo>
                    <a:pt x="1238" y="1"/>
                  </a:moveTo>
                  <a:cubicBezTo>
                    <a:pt x="1028" y="1"/>
                    <a:pt x="817" y="62"/>
                    <a:pt x="634" y="198"/>
                  </a:cubicBezTo>
                  <a:cubicBezTo>
                    <a:pt x="634" y="298"/>
                    <a:pt x="601" y="431"/>
                    <a:pt x="567" y="565"/>
                  </a:cubicBezTo>
                  <a:cubicBezTo>
                    <a:pt x="616" y="555"/>
                    <a:pt x="665" y="550"/>
                    <a:pt x="715" y="550"/>
                  </a:cubicBezTo>
                  <a:cubicBezTo>
                    <a:pt x="1172" y="550"/>
                    <a:pt x="1628" y="950"/>
                    <a:pt x="1568" y="1432"/>
                  </a:cubicBezTo>
                  <a:cubicBezTo>
                    <a:pt x="1503" y="1797"/>
                    <a:pt x="1134" y="2038"/>
                    <a:pt x="773" y="2038"/>
                  </a:cubicBezTo>
                  <a:cubicBezTo>
                    <a:pt x="573" y="2038"/>
                    <a:pt x="376" y="1965"/>
                    <a:pt x="234" y="1799"/>
                  </a:cubicBezTo>
                  <a:cubicBezTo>
                    <a:pt x="200" y="1799"/>
                    <a:pt x="200" y="1766"/>
                    <a:pt x="234" y="1732"/>
                  </a:cubicBezTo>
                  <a:lnTo>
                    <a:pt x="200" y="1732"/>
                  </a:lnTo>
                  <a:cubicBezTo>
                    <a:pt x="134" y="1899"/>
                    <a:pt x="67" y="2066"/>
                    <a:pt x="0" y="2233"/>
                  </a:cubicBezTo>
                  <a:cubicBezTo>
                    <a:pt x="293" y="2428"/>
                    <a:pt x="622" y="2552"/>
                    <a:pt x="973" y="2552"/>
                  </a:cubicBezTo>
                  <a:cubicBezTo>
                    <a:pt x="1102" y="2552"/>
                    <a:pt x="1234" y="2535"/>
                    <a:pt x="1368" y="2499"/>
                  </a:cubicBezTo>
                  <a:cubicBezTo>
                    <a:pt x="1901" y="2366"/>
                    <a:pt x="2302" y="1966"/>
                    <a:pt x="2402" y="1432"/>
                  </a:cubicBezTo>
                  <a:cubicBezTo>
                    <a:pt x="2579" y="620"/>
                    <a:pt x="1908" y="1"/>
                    <a:pt x="1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1"/>
            <p:cNvSpPr/>
            <p:nvPr/>
          </p:nvSpPr>
          <p:spPr>
            <a:xfrm>
              <a:off x="2806432" y="2954423"/>
              <a:ext cx="97908" cy="313881"/>
            </a:xfrm>
            <a:custGeom>
              <a:rect b="b" l="l" r="r" t="t"/>
              <a:pathLst>
                <a:path extrusionOk="0" h="14545" w="4537">
                  <a:moveTo>
                    <a:pt x="4270" y="1"/>
                  </a:moveTo>
                  <a:lnTo>
                    <a:pt x="3970" y="134"/>
                  </a:lnTo>
                  <a:cubicBezTo>
                    <a:pt x="2602" y="2202"/>
                    <a:pt x="1368" y="4371"/>
                    <a:pt x="67" y="6472"/>
                  </a:cubicBezTo>
                  <a:cubicBezTo>
                    <a:pt x="0" y="6572"/>
                    <a:pt x="0" y="6672"/>
                    <a:pt x="67" y="6739"/>
                  </a:cubicBezTo>
                  <a:cubicBezTo>
                    <a:pt x="100" y="9307"/>
                    <a:pt x="67" y="11943"/>
                    <a:pt x="167" y="14511"/>
                  </a:cubicBezTo>
                  <a:lnTo>
                    <a:pt x="600" y="14544"/>
                  </a:lnTo>
                  <a:cubicBezTo>
                    <a:pt x="967" y="12043"/>
                    <a:pt x="901" y="9274"/>
                    <a:pt x="600" y="6739"/>
                  </a:cubicBezTo>
                  <a:cubicBezTo>
                    <a:pt x="567" y="6739"/>
                    <a:pt x="567" y="6706"/>
                    <a:pt x="567" y="6706"/>
                  </a:cubicBezTo>
                  <a:cubicBezTo>
                    <a:pt x="2001" y="4737"/>
                    <a:pt x="3402" y="2603"/>
                    <a:pt x="4437" y="401"/>
                  </a:cubicBezTo>
                  <a:cubicBezTo>
                    <a:pt x="4537" y="234"/>
                    <a:pt x="4437" y="67"/>
                    <a:pt x="4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21"/>
            <p:cNvSpPr/>
            <p:nvPr/>
          </p:nvSpPr>
          <p:spPr>
            <a:xfrm>
              <a:off x="2553742" y="2772194"/>
              <a:ext cx="345561" cy="185135"/>
            </a:xfrm>
            <a:custGeom>
              <a:rect b="b" l="l" r="r" t="t"/>
              <a:pathLst>
                <a:path extrusionOk="0" h="8579" w="16013">
                  <a:moveTo>
                    <a:pt x="4359" y="1"/>
                  </a:moveTo>
                  <a:cubicBezTo>
                    <a:pt x="4280" y="1"/>
                    <a:pt x="4201" y="43"/>
                    <a:pt x="4137" y="139"/>
                  </a:cubicBezTo>
                  <a:cubicBezTo>
                    <a:pt x="2869" y="2007"/>
                    <a:pt x="1435" y="3708"/>
                    <a:pt x="1" y="5443"/>
                  </a:cubicBezTo>
                  <a:lnTo>
                    <a:pt x="268" y="5676"/>
                  </a:lnTo>
                  <a:cubicBezTo>
                    <a:pt x="1802" y="4175"/>
                    <a:pt x="3103" y="2474"/>
                    <a:pt x="4337" y="739"/>
                  </a:cubicBezTo>
                  <a:cubicBezTo>
                    <a:pt x="5538" y="2507"/>
                    <a:pt x="6705" y="4409"/>
                    <a:pt x="8073" y="6043"/>
                  </a:cubicBezTo>
                  <a:cubicBezTo>
                    <a:pt x="8040" y="6176"/>
                    <a:pt x="8073" y="6310"/>
                    <a:pt x="8240" y="6377"/>
                  </a:cubicBezTo>
                  <a:cubicBezTo>
                    <a:pt x="10642" y="7177"/>
                    <a:pt x="13210" y="8111"/>
                    <a:pt x="15679" y="8578"/>
                  </a:cubicBezTo>
                  <a:lnTo>
                    <a:pt x="15979" y="8445"/>
                  </a:lnTo>
                  <a:lnTo>
                    <a:pt x="15945" y="8445"/>
                  </a:lnTo>
                  <a:cubicBezTo>
                    <a:pt x="16012" y="8345"/>
                    <a:pt x="16012" y="8211"/>
                    <a:pt x="15879" y="8145"/>
                  </a:cubicBezTo>
                  <a:cubicBezTo>
                    <a:pt x="13544" y="7177"/>
                    <a:pt x="10975" y="6543"/>
                    <a:pt x="8540" y="5910"/>
                  </a:cubicBezTo>
                  <a:cubicBezTo>
                    <a:pt x="8540" y="5876"/>
                    <a:pt x="8540" y="5876"/>
                    <a:pt x="8540" y="5843"/>
                  </a:cubicBezTo>
                  <a:cubicBezTo>
                    <a:pt x="7439" y="3875"/>
                    <a:pt x="5938" y="1973"/>
                    <a:pt x="4604" y="139"/>
                  </a:cubicBezTo>
                  <a:cubicBezTo>
                    <a:pt x="4534" y="52"/>
                    <a:pt x="4446" y="1"/>
                    <a:pt x="4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21"/>
            <p:cNvSpPr/>
            <p:nvPr/>
          </p:nvSpPr>
          <p:spPr>
            <a:xfrm>
              <a:off x="2400410" y="2787408"/>
              <a:ext cx="491679" cy="492412"/>
            </a:xfrm>
            <a:custGeom>
              <a:rect b="b" l="l" r="r" t="t"/>
              <a:pathLst>
                <a:path extrusionOk="0" h="22818" w="22784">
                  <a:moveTo>
                    <a:pt x="11682" y="7509"/>
                  </a:moveTo>
                  <a:cubicBezTo>
                    <a:pt x="13028" y="7509"/>
                    <a:pt x="14371" y="7661"/>
                    <a:pt x="15645" y="7940"/>
                  </a:cubicBezTo>
                  <a:cubicBezTo>
                    <a:pt x="15678" y="7940"/>
                    <a:pt x="15712" y="7973"/>
                    <a:pt x="15712" y="8007"/>
                  </a:cubicBezTo>
                  <a:cubicBezTo>
                    <a:pt x="15779" y="8007"/>
                    <a:pt x="15845" y="8107"/>
                    <a:pt x="15812" y="8173"/>
                  </a:cubicBezTo>
                  <a:cubicBezTo>
                    <a:pt x="15845" y="8207"/>
                    <a:pt x="15879" y="8240"/>
                    <a:pt x="15879" y="8273"/>
                  </a:cubicBezTo>
                  <a:cubicBezTo>
                    <a:pt x="15845" y="8374"/>
                    <a:pt x="15845" y="8474"/>
                    <a:pt x="15845" y="8574"/>
                  </a:cubicBezTo>
                  <a:cubicBezTo>
                    <a:pt x="16034" y="8451"/>
                    <a:pt x="16248" y="8394"/>
                    <a:pt x="16465" y="8394"/>
                  </a:cubicBezTo>
                  <a:cubicBezTo>
                    <a:pt x="17132" y="8394"/>
                    <a:pt x="17822" y="8928"/>
                    <a:pt x="17847" y="9708"/>
                  </a:cubicBezTo>
                  <a:cubicBezTo>
                    <a:pt x="17847" y="10750"/>
                    <a:pt x="16988" y="11355"/>
                    <a:pt x="16097" y="11355"/>
                  </a:cubicBezTo>
                  <a:cubicBezTo>
                    <a:pt x="15733" y="11355"/>
                    <a:pt x="15364" y="11255"/>
                    <a:pt x="15045" y="11042"/>
                  </a:cubicBezTo>
                  <a:cubicBezTo>
                    <a:pt x="14945" y="11209"/>
                    <a:pt x="14845" y="11409"/>
                    <a:pt x="14678" y="11576"/>
                  </a:cubicBezTo>
                  <a:cubicBezTo>
                    <a:pt x="15545" y="11576"/>
                    <a:pt x="16446" y="11609"/>
                    <a:pt x="17146" y="12176"/>
                  </a:cubicBezTo>
                  <a:cubicBezTo>
                    <a:pt x="17647" y="12543"/>
                    <a:pt x="17947" y="13177"/>
                    <a:pt x="17780" y="13811"/>
                  </a:cubicBezTo>
                  <a:cubicBezTo>
                    <a:pt x="17413" y="15379"/>
                    <a:pt x="15278" y="15612"/>
                    <a:pt x="13977" y="15812"/>
                  </a:cubicBezTo>
                  <a:cubicBezTo>
                    <a:pt x="13074" y="15954"/>
                    <a:pt x="12151" y="16030"/>
                    <a:pt x="11225" y="16030"/>
                  </a:cubicBezTo>
                  <a:cubicBezTo>
                    <a:pt x="10407" y="16030"/>
                    <a:pt x="9587" y="15971"/>
                    <a:pt x="8774" y="15846"/>
                  </a:cubicBezTo>
                  <a:cubicBezTo>
                    <a:pt x="7539" y="15645"/>
                    <a:pt x="5404" y="15345"/>
                    <a:pt x="4804" y="14011"/>
                  </a:cubicBezTo>
                  <a:cubicBezTo>
                    <a:pt x="4170" y="12643"/>
                    <a:pt x="5805" y="11909"/>
                    <a:pt x="6872" y="11676"/>
                  </a:cubicBezTo>
                  <a:cubicBezTo>
                    <a:pt x="6172" y="10875"/>
                    <a:pt x="5738" y="9875"/>
                    <a:pt x="5771" y="8740"/>
                  </a:cubicBezTo>
                  <a:cubicBezTo>
                    <a:pt x="5738" y="8740"/>
                    <a:pt x="5738" y="8674"/>
                    <a:pt x="5771" y="8640"/>
                  </a:cubicBezTo>
                  <a:cubicBezTo>
                    <a:pt x="7599" y="7857"/>
                    <a:pt x="9644" y="7509"/>
                    <a:pt x="11682" y="7509"/>
                  </a:cubicBezTo>
                  <a:close/>
                  <a:moveTo>
                    <a:pt x="11442" y="1"/>
                  </a:moveTo>
                  <a:cubicBezTo>
                    <a:pt x="10208" y="1769"/>
                    <a:pt x="8907" y="3470"/>
                    <a:pt x="7373" y="4971"/>
                  </a:cubicBezTo>
                  <a:cubicBezTo>
                    <a:pt x="7272" y="5071"/>
                    <a:pt x="7172" y="5171"/>
                    <a:pt x="7072" y="5271"/>
                  </a:cubicBezTo>
                  <a:cubicBezTo>
                    <a:pt x="7072" y="5305"/>
                    <a:pt x="7039" y="5338"/>
                    <a:pt x="7006" y="5338"/>
                  </a:cubicBezTo>
                  <a:cubicBezTo>
                    <a:pt x="6405" y="5872"/>
                    <a:pt x="5038" y="5738"/>
                    <a:pt x="4337" y="5838"/>
                  </a:cubicBezTo>
                  <a:cubicBezTo>
                    <a:pt x="2869" y="6005"/>
                    <a:pt x="1435" y="6172"/>
                    <a:pt x="1" y="6339"/>
                  </a:cubicBezTo>
                  <a:cubicBezTo>
                    <a:pt x="1335" y="8607"/>
                    <a:pt x="2836" y="10809"/>
                    <a:pt x="4104" y="13110"/>
                  </a:cubicBezTo>
                  <a:cubicBezTo>
                    <a:pt x="4137" y="13177"/>
                    <a:pt x="4137" y="13244"/>
                    <a:pt x="4137" y="13310"/>
                  </a:cubicBezTo>
                  <a:cubicBezTo>
                    <a:pt x="4170" y="13344"/>
                    <a:pt x="4204" y="13377"/>
                    <a:pt x="4204" y="13410"/>
                  </a:cubicBezTo>
                  <a:cubicBezTo>
                    <a:pt x="4204" y="13444"/>
                    <a:pt x="4204" y="13444"/>
                    <a:pt x="4204" y="13444"/>
                  </a:cubicBezTo>
                  <a:cubicBezTo>
                    <a:pt x="4370" y="15045"/>
                    <a:pt x="4070" y="16780"/>
                    <a:pt x="3937" y="18347"/>
                  </a:cubicBezTo>
                  <a:cubicBezTo>
                    <a:pt x="3803" y="19848"/>
                    <a:pt x="3670" y="21316"/>
                    <a:pt x="3503" y="22817"/>
                  </a:cubicBezTo>
                  <a:cubicBezTo>
                    <a:pt x="4804" y="22217"/>
                    <a:pt x="6072" y="21583"/>
                    <a:pt x="7339" y="20949"/>
                  </a:cubicBezTo>
                  <a:cubicBezTo>
                    <a:pt x="8173" y="20516"/>
                    <a:pt x="9241" y="19682"/>
                    <a:pt x="10175" y="19415"/>
                  </a:cubicBezTo>
                  <a:cubicBezTo>
                    <a:pt x="10223" y="19366"/>
                    <a:pt x="10272" y="19335"/>
                    <a:pt x="10334" y="19335"/>
                  </a:cubicBezTo>
                  <a:cubicBezTo>
                    <a:pt x="10357" y="19335"/>
                    <a:pt x="10381" y="19339"/>
                    <a:pt x="10408" y="19348"/>
                  </a:cubicBezTo>
                  <a:lnTo>
                    <a:pt x="10575" y="19348"/>
                  </a:lnTo>
                  <a:cubicBezTo>
                    <a:pt x="10594" y="19342"/>
                    <a:pt x="10612" y="19339"/>
                    <a:pt x="10628" y="19339"/>
                  </a:cubicBezTo>
                  <a:cubicBezTo>
                    <a:pt x="10699" y="19339"/>
                    <a:pt x="10748" y="19388"/>
                    <a:pt x="10775" y="19415"/>
                  </a:cubicBezTo>
                  <a:cubicBezTo>
                    <a:pt x="12243" y="19748"/>
                    <a:pt x="13710" y="20349"/>
                    <a:pt x="15145" y="20849"/>
                  </a:cubicBezTo>
                  <a:cubicBezTo>
                    <a:pt x="16412" y="21283"/>
                    <a:pt x="17747" y="21683"/>
                    <a:pt x="18981" y="22250"/>
                  </a:cubicBezTo>
                  <a:cubicBezTo>
                    <a:pt x="18881" y="19682"/>
                    <a:pt x="18914" y="17046"/>
                    <a:pt x="18881" y="14478"/>
                  </a:cubicBezTo>
                  <a:cubicBezTo>
                    <a:pt x="18814" y="14411"/>
                    <a:pt x="18814" y="14311"/>
                    <a:pt x="18881" y="14211"/>
                  </a:cubicBezTo>
                  <a:cubicBezTo>
                    <a:pt x="20182" y="12110"/>
                    <a:pt x="21416" y="9941"/>
                    <a:pt x="22784" y="7873"/>
                  </a:cubicBezTo>
                  <a:cubicBezTo>
                    <a:pt x="20282" y="7406"/>
                    <a:pt x="17747" y="6472"/>
                    <a:pt x="15345" y="5672"/>
                  </a:cubicBezTo>
                  <a:cubicBezTo>
                    <a:pt x="15178" y="5605"/>
                    <a:pt x="15145" y="5471"/>
                    <a:pt x="15178" y="5338"/>
                  </a:cubicBezTo>
                  <a:cubicBezTo>
                    <a:pt x="13810" y="3704"/>
                    <a:pt x="12643" y="1802"/>
                    <a:pt x="11442" y="1"/>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1"/>
            <p:cNvSpPr/>
            <p:nvPr/>
          </p:nvSpPr>
          <p:spPr>
            <a:xfrm>
              <a:off x="2461764" y="3077521"/>
              <a:ext cx="360839" cy="218670"/>
            </a:xfrm>
            <a:custGeom>
              <a:rect b="b" l="l" r="r" t="t"/>
              <a:pathLst>
                <a:path extrusionOk="0" h="10133" w="16721">
                  <a:moveTo>
                    <a:pt x="1361" y="1"/>
                  </a:moveTo>
                  <a:lnTo>
                    <a:pt x="994" y="34"/>
                  </a:lnTo>
                  <a:cubicBezTo>
                    <a:pt x="660" y="1535"/>
                    <a:pt x="660" y="3170"/>
                    <a:pt x="527" y="4671"/>
                  </a:cubicBezTo>
                  <a:cubicBezTo>
                    <a:pt x="393" y="6405"/>
                    <a:pt x="193" y="8140"/>
                    <a:pt x="26" y="9841"/>
                  </a:cubicBezTo>
                  <a:cubicBezTo>
                    <a:pt x="1" y="10045"/>
                    <a:pt x="170" y="10132"/>
                    <a:pt x="326" y="10132"/>
                  </a:cubicBezTo>
                  <a:cubicBezTo>
                    <a:pt x="374" y="10132"/>
                    <a:pt x="421" y="10124"/>
                    <a:pt x="460" y="10108"/>
                  </a:cubicBezTo>
                  <a:cubicBezTo>
                    <a:pt x="1794" y="9508"/>
                    <a:pt x="3095" y="8874"/>
                    <a:pt x="4363" y="8240"/>
                  </a:cubicBezTo>
                  <a:cubicBezTo>
                    <a:pt x="5464" y="7673"/>
                    <a:pt x="6698" y="7173"/>
                    <a:pt x="7698" y="6472"/>
                  </a:cubicBezTo>
                  <a:cubicBezTo>
                    <a:pt x="8999" y="7006"/>
                    <a:pt x="10367" y="7373"/>
                    <a:pt x="11668" y="7806"/>
                  </a:cubicBezTo>
                  <a:cubicBezTo>
                    <a:pt x="13202" y="8340"/>
                    <a:pt x="14770" y="8974"/>
                    <a:pt x="16338" y="9408"/>
                  </a:cubicBezTo>
                  <a:cubicBezTo>
                    <a:pt x="16359" y="9414"/>
                    <a:pt x="16379" y="9416"/>
                    <a:pt x="16399" y="9416"/>
                  </a:cubicBezTo>
                  <a:cubicBezTo>
                    <a:pt x="16598" y="9416"/>
                    <a:pt x="16720" y="9129"/>
                    <a:pt x="16538" y="9007"/>
                  </a:cubicBezTo>
                  <a:cubicBezTo>
                    <a:pt x="16571" y="8941"/>
                    <a:pt x="16571" y="8907"/>
                    <a:pt x="16571" y="8840"/>
                  </a:cubicBezTo>
                  <a:lnTo>
                    <a:pt x="16138" y="8807"/>
                  </a:lnTo>
                  <a:cubicBezTo>
                    <a:pt x="14904" y="8240"/>
                    <a:pt x="13569" y="7840"/>
                    <a:pt x="12268" y="7406"/>
                  </a:cubicBezTo>
                  <a:cubicBezTo>
                    <a:pt x="10867" y="6906"/>
                    <a:pt x="9400" y="6339"/>
                    <a:pt x="7932" y="5972"/>
                  </a:cubicBezTo>
                  <a:cubicBezTo>
                    <a:pt x="7878" y="5945"/>
                    <a:pt x="7846" y="5896"/>
                    <a:pt x="7783" y="5896"/>
                  </a:cubicBezTo>
                  <a:cubicBezTo>
                    <a:pt x="7768" y="5896"/>
                    <a:pt x="7751" y="5899"/>
                    <a:pt x="7732" y="5905"/>
                  </a:cubicBezTo>
                  <a:lnTo>
                    <a:pt x="7565" y="5905"/>
                  </a:lnTo>
                  <a:cubicBezTo>
                    <a:pt x="7538" y="5896"/>
                    <a:pt x="7514" y="5892"/>
                    <a:pt x="7491" y="5892"/>
                  </a:cubicBezTo>
                  <a:cubicBezTo>
                    <a:pt x="7429" y="5892"/>
                    <a:pt x="7380" y="5923"/>
                    <a:pt x="7332" y="5972"/>
                  </a:cubicBezTo>
                  <a:cubicBezTo>
                    <a:pt x="6398" y="6239"/>
                    <a:pt x="5330" y="7073"/>
                    <a:pt x="4496" y="7506"/>
                  </a:cubicBezTo>
                  <a:cubicBezTo>
                    <a:pt x="3229" y="8140"/>
                    <a:pt x="1961" y="8774"/>
                    <a:pt x="660" y="9374"/>
                  </a:cubicBezTo>
                  <a:cubicBezTo>
                    <a:pt x="827" y="7873"/>
                    <a:pt x="960" y="6405"/>
                    <a:pt x="1094" y="4904"/>
                  </a:cubicBezTo>
                  <a:cubicBezTo>
                    <a:pt x="1227" y="3337"/>
                    <a:pt x="1527" y="1602"/>
                    <a:pt x="1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21"/>
            <p:cNvSpPr/>
            <p:nvPr/>
          </p:nvSpPr>
          <p:spPr>
            <a:xfrm>
              <a:off x="2490402" y="2949459"/>
              <a:ext cx="297308" cy="183883"/>
            </a:xfrm>
            <a:custGeom>
              <a:rect b="b" l="l" r="r" t="t"/>
              <a:pathLst>
                <a:path extrusionOk="0" h="8521" w="13777">
                  <a:moveTo>
                    <a:pt x="7725" y="246"/>
                  </a:moveTo>
                  <a:cubicBezTo>
                    <a:pt x="8896" y="246"/>
                    <a:pt x="10070" y="384"/>
                    <a:pt x="11208" y="631"/>
                  </a:cubicBezTo>
                  <a:cubicBezTo>
                    <a:pt x="9741" y="1165"/>
                    <a:pt x="8206" y="1498"/>
                    <a:pt x="6638" y="1598"/>
                  </a:cubicBezTo>
                  <a:cubicBezTo>
                    <a:pt x="6433" y="1607"/>
                    <a:pt x="6225" y="1611"/>
                    <a:pt x="6016" y="1611"/>
                  </a:cubicBezTo>
                  <a:cubicBezTo>
                    <a:pt x="5444" y="1611"/>
                    <a:pt x="4865" y="1581"/>
                    <a:pt x="4303" y="1532"/>
                  </a:cubicBezTo>
                  <a:cubicBezTo>
                    <a:pt x="3536" y="1465"/>
                    <a:pt x="2736" y="1198"/>
                    <a:pt x="1935" y="1165"/>
                  </a:cubicBezTo>
                  <a:cubicBezTo>
                    <a:pt x="3436" y="731"/>
                    <a:pt x="4937" y="398"/>
                    <a:pt x="6505" y="297"/>
                  </a:cubicBezTo>
                  <a:cubicBezTo>
                    <a:pt x="6910" y="263"/>
                    <a:pt x="7317" y="246"/>
                    <a:pt x="7725" y="246"/>
                  </a:cubicBezTo>
                  <a:close/>
                  <a:moveTo>
                    <a:pt x="12246" y="1068"/>
                  </a:moveTo>
                  <a:cubicBezTo>
                    <a:pt x="12916" y="1068"/>
                    <a:pt x="13587" y="1687"/>
                    <a:pt x="13410" y="2499"/>
                  </a:cubicBezTo>
                  <a:cubicBezTo>
                    <a:pt x="13310" y="3033"/>
                    <a:pt x="12909" y="3433"/>
                    <a:pt x="12376" y="3566"/>
                  </a:cubicBezTo>
                  <a:cubicBezTo>
                    <a:pt x="12253" y="3599"/>
                    <a:pt x="12132" y="3614"/>
                    <a:pt x="12013" y="3614"/>
                  </a:cubicBezTo>
                  <a:cubicBezTo>
                    <a:pt x="11650" y="3614"/>
                    <a:pt x="11310" y="3476"/>
                    <a:pt x="11008" y="3300"/>
                  </a:cubicBezTo>
                  <a:cubicBezTo>
                    <a:pt x="11075" y="3133"/>
                    <a:pt x="11142" y="2966"/>
                    <a:pt x="11208" y="2799"/>
                  </a:cubicBezTo>
                  <a:cubicBezTo>
                    <a:pt x="11342" y="2466"/>
                    <a:pt x="11442" y="2165"/>
                    <a:pt x="11508" y="1865"/>
                  </a:cubicBezTo>
                  <a:cubicBezTo>
                    <a:pt x="11578" y="1842"/>
                    <a:pt x="11652" y="1831"/>
                    <a:pt x="11726" y="1831"/>
                  </a:cubicBezTo>
                  <a:cubicBezTo>
                    <a:pt x="12077" y="1831"/>
                    <a:pt x="12431" y="2080"/>
                    <a:pt x="12376" y="2466"/>
                  </a:cubicBezTo>
                  <a:cubicBezTo>
                    <a:pt x="12310" y="2749"/>
                    <a:pt x="12018" y="2918"/>
                    <a:pt x="11739" y="2918"/>
                  </a:cubicBezTo>
                  <a:cubicBezTo>
                    <a:pt x="11590" y="2918"/>
                    <a:pt x="11446" y="2870"/>
                    <a:pt x="11342" y="2766"/>
                  </a:cubicBezTo>
                  <a:cubicBezTo>
                    <a:pt x="11328" y="2752"/>
                    <a:pt x="11308" y="2744"/>
                    <a:pt x="11290" y="2744"/>
                  </a:cubicBezTo>
                  <a:cubicBezTo>
                    <a:pt x="11264" y="2744"/>
                    <a:pt x="11242" y="2760"/>
                    <a:pt x="11242" y="2799"/>
                  </a:cubicBezTo>
                  <a:cubicBezTo>
                    <a:pt x="11208" y="2799"/>
                    <a:pt x="11208" y="2833"/>
                    <a:pt x="11242" y="2866"/>
                  </a:cubicBezTo>
                  <a:cubicBezTo>
                    <a:pt x="11384" y="3021"/>
                    <a:pt x="11582" y="3090"/>
                    <a:pt x="11783" y="3090"/>
                  </a:cubicBezTo>
                  <a:cubicBezTo>
                    <a:pt x="12144" y="3090"/>
                    <a:pt x="12512" y="2864"/>
                    <a:pt x="12576" y="2499"/>
                  </a:cubicBezTo>
                  <a:cubicBezTo>
                    <a:pt x="12636" y="1991"/>
                    <a:pt x="12186" y="1616"/>
                    <a:pt x="11732" y="1616"/>
                  </a:cubicBezTo>
                  <a:cubicBezTo>
                    <a:pt x="11680" y="1616"/>
                    <a:pt x="11627" y="1621"/>
                    <a:pt x="11575" y="1632"/>
                  </a:cubicBezTo>
                  <a:cubicBezTo>
                    <a:pt x="11609" y="1498"/>
                    <a:pt x="11642" y="1365"/>
                    <a:pt x="11642" y="1265"/>
                  </a:cubicBezTo>
                  <a:cubicBezTo>
                    <a:pt x="11825" y="1129"/>
                    <a:pt x="12036" y="1068"/>
                    <a:pt x="12246" y="1068"/>
                  </a:cubicBezTo>
                  <a:close/>
                  <a:moveTo>
                    <a:pt x="11442" y="798"/>
                  </a:moveTo>
                  <a:cubicBezTo>
                    <a:pt x="11408" y="998"/>
                    <a:pt x="11375" y="1198"/>
                    <a:pt x="11308" y="1398"/>
                  </a:cubicBezTo>
                  <a:cubicBezTo>
                    <a:pt x="11308" y="1432"/>
                    <a:pt x="11275" y="1465"/>
                    <a:pt x="11275" y="1498"/>
                  </a:cubicBezTo>
                  <a:cubicBezTo>
                    <a:pt x="11242" y="1532"/>
                    <a:pt x="11242" y="1565"/>
                    <a:pt x="11275" y="1565"/>
                  </a:cubicBezTo>
                  <a:cubicBezTo>
                    <a:pt x="11142" y="2132"/>
                    <a:pt x="10975" y="2666"/>
                    <a:pt x="10775" y="3166"/>
                  </a:cubicBezTo>
                  <a:lnTo>
                    <a:pt x="10741" y="3166"/>
                  </a:lnTo>
                  <a:cubicBezTo>
                    <a:pt x="10722" y="3153"/>
                    <a:pt x="10703" y="3148"/>
                    <a:pt x="10685" y="3148"/>
                  </a:cubicBezTo>
                  <a:cubicBezTo>
                    <a:pt x="10610" y="3148"/>
                    <a:pt x="10560" y="3246"/>
                    <a:pt x="10641" y="3300"/>
                  </a:cubicBezTo>
                  <a:cubicBezTo>
                    <a:pt x="10641" y="3333"/>
                    <a:pt x="10675" y="3333"/>
                    <a:pt x="10675" y="3366"/>
                  </a:cubicBezTo>
                  <a:cubicBezTo>
                    <a:pt x="10508" y="3700"/>
                    <a:pt x="10274" y="4067"/>
                    <a:pt x="10007" y="4400"/>
                  </a:cubicBezTo>
                  <a:cubicBezTo>
                    <a:pt x="9231" y="5301"/>
                    <a:pt x="8109" y="5912"/>
                    <a:pt x="6908" y="5912"/>
                  </a:cubicBezTo>
                  <a:cubicBezTo>
                    <a:pt x="6819" y="5912"/>
                    <a:pt x="6729" y="5908"/>
                    <a:pt x="6638" y="5901"/>
                  </a:cubicBezTo>
                  <a:cubicBezTo>
                    <a:pt x="4237" y="5701"/>
                    <a:pt x="1835" y="3733"/>
                    <a:pt x="1735" y="1231"/>
                  </a:cubicBezTo>
                  <a:cubicBezTo>
                    <a:pt x="1768" y="1231"/>
                    <a:pt x="1768" y="1231"/>
                    <a:pt x="1802" y="1198"/>
                  </a:cubicBezTo>
                  <a:cubicBezTo>
                    <a:pt x="1802" y="1198"/>
                    <a:pt x="1802" y="1231"/>
                    <a:pt x="1835" y="1231"/>
                  </a:cubicBezTo>
                  <a:cubicBezTo>
                    <a:pt x="2469" y="1598"/>
                    <a:pt x="3403" y="1665"/>
                    <a:pt x="4137" y="1765"/>
                  </a:cubicBezTo>
                  <a:cubicBezTo>
                    <a:pt x="4747" y="1814"/>
                    <a:pt x="5357" y="1845"/>
                    <a:pt x="5968" y="1845"/>
                  </a:cubicBezTo>
                  <a:cubicBezTo>
                    <a:pt x="6191" y="1845"/>
                    <a:pt x="6415" y="1841"/>
                    <a:pt x="6638" y="1832"/>
                  </a:cubicBezTo>
                  <a:cubicBezTo>
                    <a:pt x="8273" y="1765"/>
                    <a:pt x="9907" y="1398"/>
                    <a:pt x="11442" y="798"/>
                  </a:cubicBezTo>
                  <a:close/>
                  <a:moveTo>
                    <a:pt x="9707" y="5068"/>
                  </a:moveTo>
                  <a:cubicBezTo>
                    <a:pt x="9674" y="5134"/>
                    <a:pt x="9707" y="5201"/>
                    <a:pt x="9807" y="5201"/>
                  </a:cubicBezTo>
                  <a:cubicBezTo>
                    <a:pt x="9823" y="5200"/>
                    <a:pt x="9839" y="5200"/>
                    <a:pt x="9855" y="5200"/>
                  </a:cubicBezTo>
                  <a:cubicBezTo>
                    <a:pt x="10395" y="5200"/>
                    <a:pt x="10737" y="5750"/>
                    <a:pt x="10608" y="6268"/>
                  </a:cubicBezTo>
                  <a:cubicBezTo>
                    <a:pt x="10508" y="6602"/>
                    <a:pt x="10208" y="6902"/>
                    <a:pt x="9907" y="7069"/>
                  </a:cubicBezTo>
                  <a:cubicBezTo>
                    <a:pt x="9433" y="7330"/>
                    <a:pt x="8823" y="7388"/>
                    <a:pt x="8247" y="7388"/>
                  </a:cubicBezTo>
                  <a:cubicBezTo>
                    <a:pt x="8013" y="7388"/>
                    <a:pt x="7784" y="7379"/>
                    <a:pt x="7572" y="7369"/>
                  </a:cubicBezTo>
                  <a:cubicBezTo>
                    <a:pt x="6805" y="7336"/>
                    <a:pt x="6038" y="7202"/>
                    <a:pt x="5304" y="7036"/>
                  </a:cubicBezTo>
                  <a:cubicBezTo>
                    <a:pt x="4970" y="6936"/>
                    <a:pt x="4537" y="6869"/>
                    <a:pt x="4237" y="6635"/>
                  </a:cubicBezTo>
                  <a:cubicBezTo>
                    <a:pt x="4103" y="6569"/>
                    <a:pt x="4003" y="6469"/>
                    <a:pt x="3936" y="6335"/>
                  </a:cubicBezTo>
                  <a:cubicBezTo>
                    <a:pt x="3970" y="6135"/>
                    <a:pt x="4003" y="5901"/>
                    <a:pt x="4036" y="5668"/>
                  </a:cubicBezTo>
                  <a:cubicBezTo>
                    <a:pt x="4070" y="5568"/>
                    <a:pt x="4203" y="5501"/>
                    <a:pt x="4337" y="5468"/>
                  </a:cubicBezTo>
                  <a:cubicBezTo>
                    <a:pt x="5037" y="5835"/>
                    <a:pt x="5804" y="6068"/>
                    <a:pt x="6538" y="6168"/>
                  </a:cubicBezTo>
                  <a:cubicBezTo>
                    <a:pt x="6656" y="6178"/>
                    <a:pt x="6772" y="6183"/>
                    <a:pt x="6887" y="6183"/>
                  </a:cubicBezTo>
                  <a:cubicBezTo>
                    <a:pt x="7974" y="6183"/>
                    <a:pt x="8923" y="5762"/>
                    <a:pt x="9707" y="5068"/>
                  </a:cubicBezTo>
                  <a:close/>
                  <a:moveTo>
                    <a:pt x="2802" y="4267"/>
                  </a:moveTo>
                  <a:cubicBezTo>
                    <a:pt x="3203" y="4701"/>
                    <a:pt x="3670" y="5068"/>
                    <a:pt x="4203" y="5368"/>
                  </a:cubicBezTo>
                  <a:cubicBezTo>
                    <a:pt x="3936" y="5501"/>
                    <a:pt x="3703" y="5668"/>
                    <a:pt x="3670" y="5968"/>
                  </a:cubicBezTo>
                  <a:cubicBezTo>
                    <a:pt x="3603" y="6302"/>
                    <a:pt x="3836" y="6635"/>
                    <a:pt x="4103" y="6802"/>
                  </a:cubicBezTo>
                  <a:cubicBezTo>
                    <a:pt x="4570" y="7136"/>
                    <a:pt x="5237" y="7236"/>
                    <a:pt x="5771" y="7369"/>
                  </a:cubicBezTo>
                  <a:cubicBezTo>
                    <a:pt x="6472" y="7503"/>
                    <a:pt x="7172" y="7569"/>
                    <a:pt x="7873" y="7603"/>
                  </a:cubicBezTo>
                  <a:cubicBezTo>
                    <a:pt x="8273" y="7603"/>
                    <a:pt x="8673" y="7603"/>
                    <a:pt x="9107" y="7569"/>
                  </a:cubicBezTo>
                  <a:cubicBezTo>
                    <a:pt x="9741" y="7469"/>
                    <a:pt x="10374" y="7236"/>
                    <a:pt x="10708" y="6635"/>
                  </a:cubicBezTo>
                  <a:cubicBezTo>
                    <a:pt x="11101" y="5914"/>
                    <a:pt x="10689" y="4967"/>
                    <a:pt x="9851" y="4967"/>
                  </a:cubicBezTo>
                  <a:cubicBezTo>
                    <a:pt x="9836" y="4967"/>
                    <a:pt x="9822" y="4967"/>
                    <a:pt x="9807" y="4967"/>
                  </a:cubicBezTo>
                  <a:lnTo>
                    <a:pt x="9774" y="4967"/>
                  </a:lnTo>
                  <a:cubicBezTo>
                    <a:pt x="10007" y="4767"/>
                    <a:pt x="10208" y="4534"/>
                    <a:pt x="10374" y="4300"/>
                  </a:cubicBezTo>
                  <a:cubicBezTo>
                    <a:pt x="10408" y="4334"/>
                    <a:pt x="10408" y="4334"/>
                    <a:pt x="10441" y="4334"/>
                  </a:cubicBezTo>
                  <a:cubicBezTo>
                    <a:pt x="11342" y="4334"/>
                    <a:pt x="12376" y="4334"/>
                    <a:pt x="13043" y="5068"/>
                  </a:cubicBezTo>
                  <a:cubicBezTo>
                    <a:pt x="13777" y="5835"/>
                    <a:pt x="13343" y="6835"/>
                    <a:pt x="12543" y="7302"/>
                  </a:cubicBezTo>
                  <a:cubicBezTo>
                    <a:pt x="11809" y="7769"/>
                    <a:pt x="10875" y="7870"/>
                    <a:pt x="10041" y="8003"/>
                  </a:cubicBezTo>
                  <a:cubicBezTo>
                    <a:pt x="9741" y="8070"/>
                    <a:pt x="9474" y="8103"/>
                    <a:pt x="9173" y="8136"/>
                  </a:cubicBezTo>
                  <a:cubicBezTo>
                    <a:pt x="8573" y="8203"/>
                    <a:pt x="8006" y="8270"/>
                    <a:pt x="7406" y="8270"/>
                  </a:cubicBezTo>
                  <a:cubicBezTo>
                    <a:pt x="7270" y="8272"/>
                    <a:pt x="7134" y="8274"/>
                    <a:pt x="6999" y="8274"/>
                  </a:cubicBezTo>
                  <a:cubicBezTo>
                    <a:pt x="5429" y="8274"/>
                    <a:pt x="3842" y="8089"/>
                    <a:pt x="2369" y="7536"/>
                  </a:cubicBezTo>
                  <a:cubicBezTo>
                    <a:pt x="1701" y="7302"/>
                    <a:pt x="767" y="6835"/>
                    <a:pt x="734" y="5968"/>
                  </a:cubicBezTo>
                  <a:cubicBezTo>
                    <a:pt x="734" y="4901"/>
                    <a:pt x="1968" y="4500"/>
                    <a:pt x="2802" y="4267"/>
                  </a:cubicBezTo>
                  <a:close/>
                  <a:moveTo>
                    <a:pt x="7521" y="0"/>
                  </a:moveTo>
                  <a:cubicBezTo>
                    <a:pt x="5490" y="0"/>
                    <a:pt x="3449" y="348"/>
                    <a:pt x="1601" y="1131"/>
                  </a:cubicBezTo>
                  <a:cubicBezTo>
                    <a:pt x="1568" y="1165"/>
                    <a:pt x="1568" y="1231"/>
                    <a:pt x="1601" y="1231"/>
                  </a:cubicBezTo>
                  <a:cubicBezTo>
                    <a:pt x="1568" y="2366"/>
                    <a:pt x="2035" y="3366"/>
                    <a:pt x="2736" y="4167"/>
                  </a:cubicBezTo>
                  <a:cubicBezTo>
                    <a:pt x="1668" y="4400"/>
                    <a:pt x="0" y="5134"/>
                    <a:pt x="634" y="6502"/>
                  </a:cubicBezTo>
                  <a:cubicBezTo>
                    <a:pt x="1268" y="7836"/>
                    <a:pt x="3369" y="8136"/>
                    <a:pt x="4604" y="8337"/>
                  </a:cubicBezTo>
                  <a:cubicBezTo>
                    <a:pt x="5417" y="8462"/>
                    <a:pt x="6237" y="8521"/>
                    <a:pt x="7055" y="8521"/>
                  </a:cubicBezTo>
                  <a:cubicBezTo>
                    <a:pt x="7981" y="8521"/>
                    <a:pt x="8904" y="8445"/>
                    <a:pt x="9807" y="8303"/>
                  </a:cubicBezTo>
                  <a:cubicBezTo>
                    <a:pt x="11142" y="8103"/>
                    <a:pt x="13243" y="7870"/>
                    <a:pt x="13643" y="6302"/>
                  </a:cubicBezTo>
                  <a:cubicBezTo>
                    <a:pt x="13777" y="5668"/>
                    <a:pt x="13477" y="5034"/>
                    <a:pt x="12976" y="4667"/>
                  </a:cubicBezTo>
                  <a:cubicBezTo>
                    <a:pt x="12276" y="4100"/>
                    <a:pt x="11375" y="4100"/>
                    <a:pt x="10541" y="4067"/>
                  </a:cubicBezTo>
                  <a:cubicBezTo>
                    <a:pt x="10675" y="3900"/>
                    <a:pt x="10775" y="3700"/>
                    <a:pt x="10875" y="3533"/>
                  </a:cubicBezTo>
                  <a:cubicBezTo>
                    <a:pt x="11189" y="3742"/>
                    <a:pt x="11551" y="3840"/>
                    <a:pt x="11909" y="3840"/>
                  </a:cubicBezTo>
                  <a:cubicBezTo>
                    <a:pt x="12807" y="3840"/>
                    <a:pt x="13677" y="3224"/>
                    <a:pt x="13677" y="2199"/>
                  </a:cubicBezTo>
                  <a:cubicBezTo>
                    <a:pt x="13652" y="1419"/>
                    <a:pt x="12962" y="885"/>
                    <a:pt x="12295" y="885"/>
                  </a:cubicBezTo>
                  <a:cubicBezTo>
                    <a:pt x="12078" y="885"/>
                    <a:pt x="11864" y="942"/>
                    <a:pt x="11675" y="1065"/>
                  </a:cubicBezTo>
                  <a:cubicBezTo>
                    <a:pt x="11675" y="965"/>
                    <a:pt x="11709" y="865"/>
                    <a:pt x="11709" y="764"/>
                  </a:cubicBezTo>
                  <a:cubicBezTo>
                    <a:pt x="11709" y="731"/>
                    <a:pt x="11675" y="698"/>
                    <a:pt x="11642" y="664"/>
                  </a:cubicBezTo>
                  <a:cubicBezTo>
                    <a:pt x="11675" y="598"/>
                    <a:pt x="11642" y="498"/>
                    <a:pt x="11542" y="498"/>
                  </a:cubicBezTo>
                  <a:cubicBezTo>
                    <a:pt x="11542" y="464"/>
                    <a:pt x="11508" y="431"/>
                    <a:pt x="11475" y="431"/>
                  </a:cubicBezTo>
                  <a:cubicBezTo>
                    <a:pt x="10201" y="152"/>
                    <a:pt x="8863" y="0"/>
                    <a:pt x="75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1"/>
            <p:cNvSpPr/>
            <p:nvPr/>
          </p:nvSpPr>
          <p:spPr>
            <a:xfrm>
              <a:off x="2382412" y="2889637"/>
              <a:ext cx="177107" cy="189343"/>
            </a:xfrm>
            <a:custGeom>
              <a:rect b="b" l="l" r="r" t="t"/>
              <a:pathLst>
                <a:path extrusionOk="0" h="8774" w="8207">
                  <a:moveTo>
                    <a:pt x="7940" y="1"/>
                  </a:moveTo>
                  <a:cubicBezTo>
                    <a:pt x="7906" y="34"/>
                    <a:pt x="7873" y="101"/>
                    <a:pt x="7840" y="134"/>
                  </a:cubicBezTo>
                  <a:cubicBezTo>
                    <a:pt x="7773" y="134"/>
                    <a:pt x="7740" y="134"/>
                    <a:pt x="7673" y="167"/>
                  </a:cubicBezTo>
                  <a:cubicBezTo>
                    <a:pt x="7339" y="468"/>
                    <a:pt x="6339" y="368"/>
                    <a:pt x="5905" y="434"/>
                  </a:cubicBezTo>
                  <a:lnTo>
                    <a:pt x="4137" y="634"/>
                  </a:lnTo>
                  <a:cubicBezTo>
                    <a:pt x="2903" y="768"/>
                    <a:pt x="1635" y="901"/>
                    <a:pt x="368" y="1068"/>
                  </a:cubicBezTo>
                  <a:cubicBezTo>
                    <a:pt x="134" y="1101"/>
                    <a:pt x="1" y="1302"/>
                    <a:pt x="101" y="1502"/>
                  </a:cubicBezTo>
                  <a:cubicBezTo>
                    <a:pt x="1468" y="3903"/>
                    <a:pt x="2836" y="6439"/>
                    <a:pt x="4504" y="8640"/>
                  </a:cubicBezTo>
                  <a:cubicBezTo>
                    <a:pt x="4571" y="8707"/>
                    <a:pt x="4604" y="8740"/>
                    <a:pt x="4671" y="8774"/>
                  </a:cubicBezTo>
                  <a:lnTo>
                    <a:pt x="5038" y="8740"/>
                  </a:lnTo>
                  <a:cubicBezTo>
                    <a:pt x="5038" y="8707"/>
                    <a:pt x="5038" y="8707"/>
                    <a:pt x="5038" y="8707"/>
                  </a:cubicBezTo>
                  <a:cubicBezTo>
                    <a:pt x="5038" y="8640"/>
                    <a:pt x="5004" y="8607"/>
                    <a:pt x="4971" y="8573"/>
                  </a:cubicBezTo>
                  <a:cubicBezTo>
                    <a:pt x="4971" y="8507"/>
                    <a:pt x="4971" y="8473"/>
                    <a:pt x="4938" y="8407"/>
                  </a:cubicBezTo>
                  <a:cubicBezTo>
                    <a:pt x="3670" y="6072"/>
                    <a:pt x="2169" y="3903"/>
                    <a:pt x="835" y="1602"/>
                  </a:cubicBezTo>
                  <a:cubicBezTo>
                    <a:pt x="2269" y="1435"/>
                    <a:pt x="3703" y="1268"/>
                    <a:pt x="5171" y="1101"/>
                  </a:cubicBezTo>
                  <a:cubicBezTo>
                    <a:pt x="5872" y="1001"/>
                    <a:pt x="7239" y="1135"/>
                    <a:pt x="7840" y="601"/>
                  </a:cubicBezTo>
                  <a:cubicBezTo>
                    <a:pt x="7873" y="601"/>
                    <a:pt x="7906" y="568"/>
                    <a:pt x="7906" y="568"/>
                  </a:cubicBezTo>
                  <a:cubicBezTo>
                    <a:pt x="8006" y="468"/>
                    <a:pt x="8106" y="368"/>
                    <a:pt x="8207" y="267"/>
                  </a:cubicBezTo>
                  <a:lnTo>
                    <a:pt x="7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121"/>
          <p:cNvGrpSpPr/>
          <p:nvPr/>
        </p:nvGrpSpPr>
        <p:grpSpPr>
          <a:xfrm>
            <a:off x="2598082" y="3233751"/>
            <a:ext cx="164019" cy="351757"/>
            <a:chOff x="2867487" y="2990073"/>
            <a:chExt cx="141189" cy="302795"/>
          </a:xfrm>
        </p:grpSpPr>
        <p:sp>
          <p:nvSpPr>
            <p:cNvPr id="6613" name="Google Shape;6613;p121"/>
            <p:cNvSpPr/>
            <p:nvPr/>
          </p:nvSpPr>
          <p:spPr>
            <a:xfrm>
              <a:off x="2884095" y="2999752"/>
              <a:ext cx="109700" cy="254958"/>
            </a:xfrm>
            <a:custGeom>
              <a:rect b="b" l="l" r="r" t="t"/>
              <a:pathLst>
                <a:path extrusionOk="0" h="13724" w="5905">
                  <a:moveTo>
                    <a:pt x="3588" y="1"/>
                  </a:moveTo>
                  <a:cubicBezTo>
                    <a:pt x="3305" y="1"/>
                    <a:pt x="3022" y="5"/>
                    <a:pt x="2736" y="14"/>
                  </a:cubicBezTo>
                  <a:cubicBezTo>
                    <a:pt x="2836" y="47"/>
                    <a:pt x="2902" y="180"/>
                    <a:pt x="2869" y="347"/>
                  </a:cubicBezTo>
                  <a:cubicBezTo>
                    <a:pt x="2135" y="3149"/>
                    <a:pt x="1168" y="5851"/>
                    <a:pt x="0" y="8520"/>
                  </a:cubicBezTo>
                  <a:cubicBezTo>
                    <a:pt x="343" y="8472"/>
                    <a:pt x="686" y="8450"/>
                    <a:pt x="1030" y="8450"/>
                  </a:cubicBezTo>
                  <a:cubicBezTo>
                    <a:pt x="1657" y="8450"/>
                    <a:pt x="2290" y="8524"/>
                    <a:pt x="2936" y="8653"/>
                  </a:cubicBezTo>
                  <a:cubicBezTo>
                    <a:pt x="3103" y="8687"/>
                    <a:pt x="3203" y="8887"/>
                    <a:pt x="3136" y="9020"/>
                  </a:cubicBezTo>
                  <a:cubicBezTo>
                    <a:pt x="2636" y="10555"/>
                    <a:pt x="2235" y="12122"/>
                    <a:pt x="1968" y="13723"/>
                  </a:cubicBezTo>
                  <a:cubicBezTo>
                    <a:pt x="3136" y="11555"/>
                    <a:pt x="4303" y="9387"/>
                    <a:pt x="5504" y="7219"/>
                  </a:cubicBezTo>
                  <a:cubicBezTo>
                    <a:pt x="4570" y="7219"/>
                    <a:pt x="3703" y="7052"/>
                    <a:pt x="2836" y="6818"/>
                  </a:cubicBezTo>
                  <a:cubicBezTo>
                    <a:pt x="2636" y="6752"/>
                    <a:pt x="2536" y="6518"/>
                    <a:pt x="2636" y="6351"/>
                  </a:cubicBezTo>
                  <a:cubicBezTo>
                    <a:pt x="3970" y="4383"/>
                    <a:pt x="5037" y="2282"/>
                    <a:pt x="5905" y="80"/>
                  </a:cubicBezTo>
                  <a:cubicBezTo>
                    <a:pt x="5123" y="32"/>
                    <a:pt x="4360" y="1"/>
                    <a:pt x="3588" y="1"/>
                  </a:cubicBezTo>
                  <a:close/>
                </a:path>
              </a:pathLst>
            </a:custGeom>
            <a:solidFill>
              <a:srgbClr val="8CF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1"/>
            <p:cNvSpPr/>
            <p:nvPr/>
          </p:nvSpPr>
          <p:spPr>
            <a:xfrm>
              <a:off x="2867487" y="2990073"/>
              <a:ext cx="141189" cy="302795"/>
            </a:xfrm>
            <a:custGeom>
              <a:rect b="b" l="l" r="r" t="t"/>
              <a:pathLst>
                <a:path extrusionOk="0" h="16299" w="7600">
                  <a:moveTo>
                    <a:pt x="4482" y="522"/>
                  </a:moveTo>
                  <a:cubicBezTo>
                    <a:pt x="5254" y="522"/>
                    <a:pt x="6017" y="553"/>
                    <a:pt x="6799" y="601"/>
                  </a:cubicBezTo>
                  <a:cubicBezTo>
                    <a:pt x="5931" y="2803"/>
                    <a:pt x="4864" y="4904"/>
                    <a:pt x="3530" y="6872"/>
                  </a:cubicBezTo>
                  <a:cubicBezTo>
                    <a:pt x="3430" y="7039"/>
                    <a:pt x="3530" y="7273"/>
                    <a:pt x="3730" y="7339"/>
                  </a:cubicBezTo>
                  <a:cubicBezTo>
                    <a:pt x="4597" y="7606"/>
                    <a:pt x="5464" y="7740"/>
                    <a:pt x="6398" y="7740"/>
                  </a:cubicBezTo>
                  <a:cubicBezTo>
                    <a:pt x="5197" y="9908"/>
                    <a:pt x="4030" y="12076"/>
                    <a:pt x="2862" y="14244"/>
                  </a:cubicBezTo>
                  <a:cubicBezTo>
                    <a:pt x="3129" y="12677"/>
                    <a:pt x="3530" y="11109"/>
                    <a:pt x="4030" y="9541"/>
                  </a:cubicBezTo>
                  <a:cubicBezTo>
                    <a:pt x="4097" y="9408"/>
                    <a:pt x="3997" y="9208"/>
                    <a:pt x="3830" y="9174"/>
                  </a:cubicBezTo>
                  <a:cubicBezTo>
                    <a:pt x="3184" y="9045"/>
                    <a:pt x="2551" y="8971"/>
                    <a:pt x="1924" y="8971"/>
                  </a:cubicBezTo>
                  <a:cubicBezTo>
                    <a:pt x="1580" y="8971"/>
                    <a:pt x="1237" y="8993"/>
                    <a:pt x="894" y="9041"/>
                  </a:cubicBezTo>
                  <a:cubicBezTo>
                    <a:pt x="2062" y="6372"/>
                    <a:pt x="3029" y="3670"/>
                    <a:pt x="3763" y="868"/>
                  </a:cubicBezTo>
                  <a:cubicBezTo>
                    <a:pt x="3796" y="701"/>
                    <a:pt x="3730" y="601"/>
                    <a:pt x="3630" y="535"/>
                  </a:cubicBezTo>
                  <a:cubicBezTo>
                    <a:pt x="3916" y="526"/>
                    <a:pt x="4199" y="522"/>
                    <a:pt x="4482" y="522"/>
                  </a:cubicBezTo>
                  <a:close/>
                  <a:moveTo>
                    <a:pt x="5989" y="1"/>
                  </a:moveTo>
                  <a:cubicBezTo>
                    <a:pt x="5157" y="1"/>
                    <a:pt x="4319" y="45"/>
                    <a:pt x="3496" y="134"/>
                  </a:cubicBezTo>
                  <a:cubicBezTo>
                    <a:pt x="3296" y="134"/>
                    <a:pt x="3229" y="368"/>
                    <a:pt x="3363" y="468"/>
                  </a:cubicBezTo>
                  <a:cubicBezTo>
                    <a:pt x="3263" y="501"/>
                    <a:pt x="3196" y="568"/>
                    <a:pt x="3163" y="701"/>
                  </a:cubicBezTo>
                  <a:cubicBezTo>
                    <a:pt x="2395" y="3637"/>
                    <a:pt x="1395" y="6506"/>
                    <a:pt x="94" y="9241"/>
                  </a:cubicBezTo>
                  <a:cubicBezTo>
                    <a:pt x="0" y="9491"/>
                    <a:pt x="169" y="9711"/>
                    <a:pt x="410" y="9711"/>
                  </a:cubicBezTo>
                  <a:cubicBezTo>
                    <a:pt x="427" y="9711"/>
                    <a:pt x="444" y="9710"/>
                    <a:pt x="461" y="9708"/>
                  </a:cubicBezTo>
                  <a:cubicBezTo>
                    <a:pt x="944" y="9624"/>
                    <a:pt x="1420" y="9583"/>
                    <a:pt x="1895" y="9583"/>
                  </a:cubicBezTo>
                  <a:cubicBezTo>
                    <a:pt x="2370" y="9583"/>
                    <a:pt x="2846" y="9624"/>
                    <a:pt x="3329" y="9708"/>
                  </a:cubicBezTo>
                  <a:cubicBezTo>
                    <a:pt x="2696" y="11776"/>
                    <a:pt x="2229" y="13844"/>
                    <a:pt x="1995" y="15979"/>
                  </a:cubicBezTo>
                  <a:cubicBezTo>
                    <a:pt x="1975" y="16182"/>
                    <a:pt x="2140" y="16299"/>
                    <a:pt x="2302" y="16299"/>
                  </a:cubicBezTo>
                  <a:cubicBezTo>
                    <a:pt x="2407" y="16299"/>
                    <a:pt x="2510" y="16250"/>
                    <a:pt x="2562" y="16146"/>
                  </a:cubicBezTo>
                  <a:cubicBezTo>
                    <a:pt x="4063" y="13277"/>
                    <a:pt x="5598" y="10442"/>
                    <a:pt x="7166" y="7606"/>
                  </a:cubicBezTo>
                  <a:cubicBezTo>
                    <a:pt x="7299" y="7406"/>
                    <a:pt x="7132" y="7139"/>
                    <a:pt x="6899" y="7139"/>
                  </a:cubicBezTo>
                  <a:cubicBezTo>
                    <a:pt x="6806" y="7143"/>
                    <a:pt x="6713" y="7144"/>
                    <a:pt x="6622" y="7144"/>
                  </a:cubicBezTo>
                  <a:cubicBezTo>
                    <a:pt x="5826" y="7144"/>
                    <a:pt x="5075" y="7019"/>
                    <a:pt x="4297" y="6839"/>
                  </a:cubicBezTo>
                  <a:cubicBezTo>
                    <a:pt x="5598" y="4838"/>
                    <a:pt x="6699" y="2669"/>
                    <a:pt x="7532" y="401"/>
                  </a:cubicBezTo>
                  <a:cubicBezTo>
                    <a:pt x="7599" y="234"/>
                    <a:pt x="7432" y="34"/>
                    <a:pt x="7232" y="34"/>
                  </a:cubicBezTo>
                  <a:cubicBezTo>
                    <a:pt x="6821" y="12"/>
                    <a:pt x="6406" y="1"/>
                    <a:pt x="5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121"/>
          <p:cNvGrpSpPr/>
          <p:nvPr/>
        </p:nvGrpSpPr>
        <p:grpSpPr>
          <a:xfrm>
            <a:off x="6963859" y="1532007"/>
            <a:ext cx="296530" cy="219354"/>
            <a:chOff x="2728546" y="4653242"/>
            <a:chExt cx="255255" cy="188822"/>
          </a:xfrm>
        </p:grpSpPr>
        <p:sp>
          <p:nvSpPr>
            <p:cNvPr id="6616" name="Google Shape;6616;p121"/>
            <p:cNvSpPr/>
            <p:nvPr/>
          </p:nvSpPr>
          <p:spPr>
            <a:xfrm>
              <a:off x="2740937" y="4663962"/>
              <a:ext cx="233612" cy="166807"/>
            </a:xfrm>
            <a:custGeom>
              <a:rect b="b" l="l" r="r" t="t"/>
              <a:pathLst>
                <a:path extrusionOk="0" h="8979" w="12575">
                  <a:moveTo>
                    <a:pt x="3006" y="1"/>
                  </a:moveTo>
                  <a:cubicBezTo>
                    <a:pt x="2907" y="1"/>
                    <a:pt x="2806" y="10"/>
                    <a:pt x="2703" y="29"/>
                  </a:cubicBezTo>
                  <a:cubicBezTo>
                    <a:pt x="1102" y="329"/>
                    <a:pt x="1202" y="1697"/>
                    <a:pt x="1435" y="2864"/>
                  </a:cubicBezTo>
                  <a:cubicBezTo>
                    <a:pt x="1469" y="2931"/>
                    <a:pt x="1435" y="2965"/>
                    <a:pt x="1402" y="2998"/>
                  </a:cubicBezTo>
                  <a:lnTo>
                    <a:pt x="1569" y="2998"/>
                  </a:lnTo>
                  <a:cubicBezTo>
                    <a:pt x="1802" y="2998"/>
                    <a:pt x="1802" y="3331"/>
                    <a:pt x="1602" y="3398"/>
                  </a:cubicBezTo>
                  <a:cubicBezTo>
                    <a:pt x="735" y="3765"/>
                    <a:pt x="34" y="4232"/>
                    <a:pt x="34" y="5266"/>
                  </a:cubicBezTo>
                  <a:cubicBezTo>
                    <a:pt x="1" y="6334"/>
                    <a:pt x="902" y="7034"/>
                    <a:pt x="1902" y="7034"/>
                  </a:cubicBezTo>
                  <a:cubicBezTo>
                    <a:pt x="2069" y="7034"/>
                    <a:pt x="2236" y="7234"/>
                    <a:pt x="2169" y="7401"/>
                  </a:cubicBezTo>
                  <a:cubicBezTo>
                    <a:pt x="1858" y="8335"/>
                    <a:pt x="2593" y="8979"/>
                    <a:pt x="3452" y="8979"/>
                  </a:cubicBezTo>
                  <a:cubicBezTo>
                    <a:pt x="3513" y="8979"/>
                    <a:pt x="3575" y="8975"/>
                    <a:pt x="3637" y="8969"/>
                  </a:cubicBezTo>
                  <a:cubicBezTo>
                    <a:pt x="4171" y="8935"/>
                    <a:pt x="4704" y="8235"/>
                    <a:pt x="4938" y="7801"/>
                  </a:cubicBezTo>
                  <a:cubicBezTo>
                    <a:pt x="4971" y="7735"/>
                    <a:pt x="5038" y="7735"/>
                    <a:pt x="5071" y="7735"/>
                  </a:cubicBezTo>
                  <a:cubicBezTo>
                    <a:pt x="5129" y="7700"/>
                    <a:pt x="5190" y="7681"/>
                    <a:pt x="5249" y="7681"/>
                  </a:cubicBezTo>
                  <a:cubicBezTo>
                    <a:pt x="5360" y="7681"/>
                    <a:pt x="5461" y="7749"/>
                    <a:pt x="5505" y="7901"/>
                  </a:cubicBezTo>
                  <a:cubicBezTo>
                    <a:pt x="5634" y="8640"/>
                    <a:pt x="6228" y="8954"/>
                    <a:pt x="6926" y="8954"/>
                  </a:cubicBezTo>
                  <a:cubicBezTo>
                    <a:pt x="8214" y="8954"/>
                    <a:pt x="9856" y="7883"/>
                    <a:pt x="9574" y="6434"/>
                  </a:cubicBezTo>
                  <a:cubicBezTo>
                    <a:pt x="9548" y="6225"/>
                    <a:pt x="9685" y="6058"/>
                    <a:pt x="9857" y="6058"/>
                  </a:cubicBezTo>
                  <a:cubicBezTo>
                    <a:pt x="9906" y="6058"/>
                    <a:pt x="9957" y="6071"/>
                    <a:pt x="10008" y="6100"/>
                  </a:cubicBezTo>
                  <a:cubicBezTo>
                    <a:pt x="10294" y="6247"/>
                    <a:pt x="10574" y="6313"/>
                    <a:pt x="10837" y="6313"/>
                  </a:cubicBezTo>
                  <a:cubicBezTo>
                    <a:pt x="11831" y="6313"/>
                    <a:pt x="12575" y="5366"/>
                    <a:pt x="12443" y="4232"/>
                  </a:cubicBezTo>
                  <a:cubicBezTo>
                    <a:pt x="12303" y="3170"/>
                    <a:pt x="11297" y="2600"/>
                    <a:pt x="10327" y="2600"/>
                  </a:cubicBezTo>
                  <a:cubicBezTo>
                    <a:pt x="10139" y="2600"/>
                    <a:pt x="9953" y="2621"/>
                    <a:pt x="9775" y="2664"/>
                  </a:cubicBezTo>
                  <a:cubicBezTo>
                    <a:pt x="9741" y="2664"/>
                    <a:pt x="9708" y="2698"/>
                    <a:pt x="9674" y="2698"/>
                  </a:cubicBezTo>
                  <a:cubicBezTo>
                    <a:pt x="9656" y="2704"/>
                    <a:pt x="9639" y="2707"/>
                    <a:pt x="9623" y="2707"/>
                  </a:cubicBezTo>
                  <a:cubicBezTo>
                    <a:pt x="9551" y="2707"/>
                    <a:pt x="9502" y="2652"/>
                    <a:pt x="9474" y="2598"/>
                  </a:cubicBezTo>
                  <a:cubicBezTo>
                    <a:pt x="9408" y="2531"/>
                    <a:pt x="9341" y="2397"/>
                    <a:pt x="9408" y="2264"/>
                  </a:cubicBezTo>
                  <a:cubicBezTo>
                    <a:pt x="10079" y="762"/>
                    <a:pt x="8914" y="57"/>
                    <a:pt x="7616" y="57"/>
                  </a:cubicBezTo>
                  <a:cubicBezTo>
                    <a:pt x="6723" y="57"/>
                    <a:pt x="5767" y="391"/>
                    <a:pt x="5305" y="1030"/>
                  </a:cubicBezTo>
                  <a:cubicBezTo>
                    <a:pt x="5243" y="1112"/>
                    <a:pt x="5143" y="1169"/>
                    <a:pt x="5044" y="1169"/>
                  </a:cubicBezTo>
                  <a:cubicBezTo>
                    <a:pt x="4983" y="1169"/>
                    <a:pt x="4922" y="1147"/>
                    <a:pt x="4871" y="1097"/>
                  </a:cubicBezTo>
                  <a:cubicBezTo>
                    <a:pt x="4369" y="536"/>
                    <a:pt x="3763" y="1"/>
                    <a:pt x="30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1"/>
            <p:cNvSpPr/>
            <p:nvPr/>
          </p:nvSpPr>
          <p:spPr>
            <a:xfrm>
              <a:off x="2728546" y="4653242"/>
              <a:ext cx="255255" cy="188822"/>
            </a:xfrm>
            <a:custGeom>
              <a:rect b="b" l="l" r="r" t="t"/>
              <a:pathLst>
                <a:path extrusionOk="0" h="10164" w="13740">
                  <a:moveTo>
                    <a:pt x="3686" y="610"/>
                  </a:moveTo>
                  <a:cubicBezTo>
                    <a:pt x="4437" y="610"/>
                    <a:pt x="5039" y="1116"/>
                    <a:pt x="5538" y="1674"/>
                  </a:cubicBezTo>
                  <a:cubicBezTo>
                    <a:pt x="5589" y="1724"/>
                    <a:pt x="5650" y="1746"/>
                    <a:pt x="5711" y="1746"/>
                  </a:cubicBezTo>
                  <a:cubicBezTo>
                    <a:pt x="5810" y="1746"/>
                    <a:pt x="5910" y="1689"/>
                    <a:pt x="5972" y="1607"/>
                  </a:cubicBezTo>
                  <a:cubicBezTo>
                    <a:pt x="6434" y="982"/>
                    <a:pt x="7388" y="650"/>
                    <a:pt x="8281" y="650"/>
                  </a:cubicBezTo>
                  <a:cubicBezTo>
                    <a:pt x="9579" y="650"/>
                    <a:pt x="10747" y="1352"/>
                    <a:pt x="10075" y="2874"/>
                  </a:cubicBezTo>
                  <a:cubicBezTo>
                    <a:pt x="10041" y="2974"/>
                    <a:pt x="10075" y="3108"/>
                    <a:pt x="10141" y="3175"/>
                  </a:cubicBezTo>
                  <a:cubicBezTo>
                    <a:pt x="10169" y="3229"/>
                    <a:pt x="10218" y="3284"/>
                    <a:pt x="10290" y="3284"/>
                  </a:cubicBezTo>
                  <a:cubicBezTo>
                    <a:pt x="10306" y="3284"/>
                    <a:pt x="10323" y="3281"/>
                    <a:pt x="10341" y="3275"/>
                  </a:cubicBezTo>
                  <a:cubicBezTo>
                    <a:pt x="10375" y="3275"/>
                    <a:pt x="10408" y="3275"/>
                    <a:pt x="10442" y="3241"/>
                  </a:cubicBezTo>
                  <a:cubicBezTo>
                    <a:pt x="10629" y="3190"/>
                    <a:pt x="10825" y="3165"/>
                    <a:pt x="11023" y="3165"/>
                  </a:cubicBezTo>
                  <a:cubicBezTo>
                    <a:pt x="11984" y="3165"/>
                    <a:pt x="12972" y="3758"/>
                    <a:pt x="13110" y="4809"/>
                  </a:cubicBezTo>
                  <a:cubicBezTo>
                    <a:pt x="13242" y="5943"/>
                    <a:pt x="12498" y="6890"/>
                    <a:pt x="11504" y="6890"/>
                  </a:cubicBezTo>
                  <a:cubicBezTo>
                    <a:pt x="11241" y="6890"/>
                    <a:pt x="10961" y="6824"/>
                    <a:pt x="10675" y="6677"/>
                  </a:cubicBezTo>
                  <a:cubicBezTo>
                    <a:pt x="10624" y="6648"/>
                    <a:pt x="10573" y="6635"/>
                    <a:pt x="10524" y="6635"/>
                  </a:cubicBezTo>
                  <a:cubicBezTo>
                    <a:pt x="10352" y="6635"/>
                    <a:pt x="10215" y="6802"/>
                    <a:pt x="10241" y="7011"/>
                  </a:cubicBezTo>
                  <a:cubicBezTo>
                    <a:pt x="10523" y="8461"/>
                    <a:pt x="8880" y="9546"/>
                    <a:pt x="7592" y="9546"/>
                  </a:cubicBezTo>
                  <a:cubicBezTo>
                    <a:pt x="6894" y="9546"/>
                    <a:pt x="6301" y="9228"/>
                    <a:pt x="6172" y="8478"/>
                  </a:cubicBezTo>
                  <a:cubicBezTo>
                    <a:pt x="6128" y="8326"/>
                    <a:pt x="6028" y="8273"/>
                    <a:pt x="5918" y="8273"/>
                  </a:cubicBezTo>
                  <a:cubicBezTo>
                    <a:pt x="5858" y="8273"/>
                    <a:pt x="5796" y="8288"/>
                    <a:pt x="5738" y="8312"/>
                  </a:cubicBezTo>
                  <a:cubicBezTo>
                    <a:pt x="5705" y="8312"/>
                    <a:pt x="5638" y="8312"/>
                    <a:pt x="5605" y="8378"/>
                  </a:cubicBezTo>
                  <a:cubicBezTo>
                    <a:pt x="5371" y="8845"/>
                    <a:pt x="4838" y="9512"/>
                    <a:pt x="4304" y="9579"/>
                  </a:cubicBezTo>
                  <a:cubicBezTo>
                    <a:pt x="4244" y="9586"/>
                    <a:pt x="4185" y="9589"/>
                    <a:pt x="4126" y="9589"/>
                  </a:cubicBezTo>
                  <a:cubicBezTo>
                    <a:pt x="3264" y="9589"/>
                    <a:pt x="2524" y="8915"/>
                    <a:pt x="2836" y="7978"/>
                  </a:cubicBezTo>
                  <a:cubicBezTo>
                    <a:pt x="2903" y="7811"/>
                    <a:pt x="2736" y="7644"/>
                    <a:pt x="2569" y="7644"/>
                  </a:cubicBezTo>
                  <a:cubicBezTo>
                    <a:pt x="1569" y="7611"/>
                    <a:pt x="668" y="6911"/>
                    <a:pt x="701" y="5877"/>
                  </a:cubicBezTo>
                  <a:cubicBezTo>
                    <a:pt x="701" y="4842"/>
                    <a:pt x="1402" y="4342"/>
                    <a:pt x="2269" y="3975"/>
                  </a:cubicBezTo>
                  <a:cubicBezTo>
                    <a:pt x="2469" y="3908"/>
                    <a:pt x="2469" y="3608"/>
                    <a:pt x="2236" y="3575"/>
                  </a:cubicBezTo>
                  <a:lnTo>
                    <a:pt x="2069" y="3575"/>
                  </a:lnTo>
                  <a:cubicBezTo>
                    <a:pt x="2102" y="3542"/>
                    <a:pt x="2102" y="3508"/>
                    <a:pt x="2102" y="3441"/>
                  </a:cubicBezTo>
                  <a:cubicBezTo>
                    <a:pt x="1869" y="2274"/>
                    <a:pt x="1769" y="906"/>
                    <a:pt x="3370" y="639"/>
                  </a:cubicBezTo>
                  <a:cubicBezTo>
                    <a:pt x="3478" y="619"/>
                    <a:pt x="3583" y="610"/>
                    <a:pt x="3686" y="610"/>
                  </a:cubicBezTo>
                  <a:close/>
                  <a:moveTo>
                    <a:pt x="8184" y="1"/>
                  </a:moveTo>
                  <a:cubicBezTo>
                    <a:pt x="7262" y="1"/>
                    <a:pt x="6342" y="402"/>
                    <a:pt x="5738" y="1073"/>
                  </a:cubicBezTo>
                  <a:cubicBezTo>
                    <a:pt x="5103" y="460"/>
                    <a:pt x="4375" y="17"/>
                    <a:pt x="3565" y="17"/>
                  </a:cubicBezTo>
                  <a:cubicBezTo>
                    <a:pt x="3184" y="17"/>
                    <a:pt x="2785" y="115"/>
                    <a:pt x="2369" y="339"/>
                  </a:cubicBezTo>
                  <a:cubicBezTo>
                    <a:pt x="1135" y="1040"/>
                    <a:pt x="1368" y="2441"/>
                    <a:pt x="1835" y="3575"/>
                  </a:cubicBezTo>
                  <a:cubicBezTo>
                    <a:pt x="1835" y="3575"/>
                    <a:pt x="1869" y="3608"/>
                    <a:pt x="1869" y="3608"/>
                  </a:cubicBezTo>
                  <a:cubicBezTo>
                    <a:pt x="801" y="3808"/>
                    <a:pt x="1" y="4943"/>
                    <a:pt x="101" y="6010"/>
                  </a:cubicBezTo>
                  <a:cubicBezTo>
                    <a:pt x="168" y="7177"/>
                    <a:pt x="1135" y="7978"/>
                    <a:pt x="2236" y="8145"/>
                  </a:cubicBezTo>
                  <a:cubicBezTo>
                    <a:pt x="2102" y="9012"/>
                    <a:pt x="2603" y="9879"/>
                    <a:pt x="3503" y="10113"/>
                  </a:cubicBezTo>
                  <a:cubicBezTo>
                    <a:pt x="3647" y="10148"/>
                    <a:pt x="3787" y="10164"/>
                    <a:pt x="3924" y="10164"/>
                  </a:cubicBezTo>
                  <a:cubicBezTo>
                    <a:pt x="4708" y="10164"/>
                    <a:pt x="5364" y="9627"/>
                    <a:pt x="5705" y="8945"/>
                  </a:cubicBezTo>
                  <a:cubicBezTo>
                    <a:pt x="5986" y="9765"/>
                    <a:pt x="6826" y="10042"/>
                    <a:pt x="7682" y="10042"/>
                  </a:cubicBezTo>
                  <a:cubicBezTo>
                    <a:pt x="8046" y="10042"/>
                    <a:pt x="8412" y="9992"/>
                    <a:pt x="8740" y="9913"/>
                  </a:cubicBezTo>
                  <a:cubicBezTo>
                    <a:pt x="10008" y="9579"/>
                    <a:pt x="10875" y="8612"/>
                    <a:pt x="10875" y="7344"/>
                  </a:cubicBezTo>
                  <a:cubicBezTo>
                    <a:pt x="11086" y="7402"/>
                    <a:pt x="11300" y="7430"/>
                    <a:pt x="11511" y="7430"/>
                  </a:cubicBezTo>
                  <a:cubicBezTo>
                    <a:pt x="12637" y="7430"/>
                    <a:pt x="13682" y="6635"/>
                    <a:pt x="13711" y="5343"/>
                  </a:cubicBezTo>
                  <a:cubicBezTo>
                    <a:pt x="13739" y="3974"/>
                    <a:pt x="12622" y="2654"/>
                    <a:pt x="11338" y="2654"/>
                  </a:cubicBezTo>
                  <a:cubicBezTo>
                    <a:pt x="11120" y="2654"/>
                    <a:pt x="10898" y="2692"/>
                    <a:pt x="10675" y="2774"/>
                  </a:cubicBezTo>
                  <a:cubicBezTo>
                    <a:pt x="10942" y="1774"/>
                    <a:pt x="10508" y="773"/>
                    <a:pt x="9508" y="306"/>
                  </a:cubicBezTo>
                  <a:cubicBezTo>
                    <a:pt x="9090" y="97"/>
                    <a:pt x="8637" y="1"/>
                    <a:pt x="8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121"/>
          <p:cNvGrpSpPr/>
          <p:nvPr/>
        </p:nvGrpSpPr>
        <p:grpSpPr>
          <a:xfrm>
            <a:off x="2296308" y="3180380"/>
            <a:ext cx="156941" cy="420213"/>
            <a:chOff x="2607718" y="2944131"/>
            <a:chExt cx="135096" cy="361723"/>
          </a:xfrm>
        </p:grpSpPr>
        <p:sp>
          <p:nvSpPr>
            <p:cNvPr id="6619" name="Google Shape;6619;p121"/>
            <p:cNvSpPr/>
            <p:nvPr/>
          </p:nvSpPr>
          <p:spPr>
            <a:xfrm>
              <a:off x="2607718" y="2944131"/>
              <a:ext cx="135096" cy="361723"/>
            </a:xfrm>
            <a:custGeom>
              <a:rect b="b" l="l" r="r" t="t"/>
              <a:pathLst>
                <a:path extrusionOk="0" h="19471" w="7272">
                  <a:moveTo>
                    <a:pt x="4570" y="2807"/>
                  </a:moveTo>
                  <a:lnTo>
                    <a:pt x="4570" y="2807"/>
                  </a:lnTo>
                  <a:cubicBezTo>
                    <a:pt x="4203" y="4642"/>
                    <a:pt x="3769" y="6477"/>
                    <a:pt x="3202" y="8278"/>
                  </a:cubicBezTo>
                  <a:cubicBezTo>
                    <a:pt x="3136" y="8478"/>
                    <a:pt x="3302" y="8645"/>
                    <a:pt x="3503" y="8645"/>
                  </a:cubicBezTo>
                  <a:cubicBezTo>
                    <a:pt x="4503" y="8678"/>
                    <a:pt x="5471" y="8745"/>
                    <a:pt x="6438" y="8845"/>
                  </a:cubicBezTo>
                  <a:cubicBezTo>
                    <a:pt x="5371" y="11480"/>
                    <a:pt x="4270" y="14082"/>
                    <a:pt x="3202" y="16717"/>
                  </a:cubicBezTo>
                  <a:cubicBezTo>
                    <a:pt x="3536" y="14716"/>
                    <a:pt x="3936" y="12715"/>
                    <a:pt x="4470" y="10746"/>
                  </a:cubicBezTo>
                  <a:cubicBezTo>
                    <a:pt x="4503" y="10546"/>
                    <a:pt x="4370" y="10380"/>
                    <a:pt x="4170" y="10346"/>
                  </a:cubicBezTo>
                  <a:cubicBezTo>
                    <a:pt x="3069" y="10313"/>
                    <a:pt x="2002" y="10246"/>
                    <a:pt x="934" y="10179"/>
                  </a:cubicBezTo>
                  <a:cubicBezTo>
                    <a:pt x="2335" y="7811"/>
                    <a:pt x="3536" y="5343"/>
                    <a:pt x="4570" y="2807"/>
                  </a:cubicBezTo>
                  <a:close/>
                  <a:moveTo>
                    <a:pt x="5170" y="0"/>
                  </a:moveTo>
                  <a:cubicBezTo>
                    <a:pt x="5046" y="0"/>
                    <a:pt x="4922" y="62"/>
                    <a:pt x="4870" y="206"/>
                  </a:cubicBezTo>
                  <a:cubicBezTo>
                    <a:pt x="3636" y="3741"/>
                    <a:pt x="2068" y="7111"/>
                    <a:pt x="134" y="10279"/>
                  </a:cubicBezTo>
                  <a:cubicBezTo>
                    <a:pt x="0" y="10513"/>
                    <a:pt x="167" y="10746"/>
                    <a:pt x="400" y="10746"/>
                  </a:cubicBezTo>
                  <a:cubicBezTo>
                    <a:pt x="1501" y="10813"/>
                    <a:pt x="2635" y="10880"/>
                    <a:pt x="3769" y="10947"/>
                  </a:cubicBezTo>
                  <a:cubicBezTo>
                    <a:pt x="3102" y="13649"/>
                    <a:pt x="2569" y="16351"/>
                    <a:pt x="2202" y="19086"/>
                  </a:cubicBezTo>
                  <a:cubicBezTo>
                    <a:pt x="2202" y="19119"/>
                    <a:pt x="2202" y="19153"/>
                    <a:pt x="2202" y="19186"/>
                  </a:cubicBezTo>
                  <a:cubicBezTo>
                    <a:pt x="2167" y="19379"/>
                    <a:pt x="2306" y="19470"/>
                    <a:pt x="2461" y="19470"/>
                  </a:cubicBezTo>
                  <a:cubicBezTo>
                    <a:pt x="2602" y="19470"/>
                    <a:pt x="2755" y="19395"/>
                    <a:pt x="2802" y="19253"/>
                  </a:cubicBezTo>
                  <a:lnTo>
                    <a:pt x="7172" y="8678"/>
                  </a:lnTo>
                  <a:cubicBezTo>
                    <a:pt x="7272" y="8445"/>
                    <a:pt x="7038" y="8278"/>
                    <a:pt x="6872" y="8278"/>
                  </a:cubicBezTo>
                  <a:cubicBezTo>
                    <a:pt x="5871" y="8145"/>
                    <a:pt x="4904" y="8078"/>
                    <a:pt x="3903" y="8045"/>
                  </a:cubicBezTo>
                  <a:cubicBezTo>
                    <a:pt x="4637" y="5676"/>
                    <a:pt x="5137" y="3241"/>
                    <a:pt x="5337" y="739"/>
                  </a:cubicBezTo>
                  <a:cubicBezTo>
                    <a:pt x="5371" y="639"/>
                    <a:pt x="5437" y="506"/>
                    <a:pt x="5471" y="372"/>
                  </a:cubicBezTo>
                  <a:cubicBezTo>
                    <a:pt x="5552" y="149"/>
                    <a:pt x="5361" y="0"/>
                    <a:pt x="5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1"/>
            <p:cNvSpPr/>
            <p:nvPr/>
          </p:nvSpPr>
          <p:spPr>
            <a:xfrm>
              <a:off x="2624438" y="2996278"/>
              <a:ext cx="102901" cy="258432"/>
            </a:xfrm>
            <a:custGeom>
              <a:rect b="b" l="l" r="r" t="t"/>
              <a:pathLst>
                <a:path extrusionOk="0" h="13911" w="5539">
                  <a:moveTo>
                    <a:pt x="3670" y="0"/>
                  </a:moveTo>
                  <a:cubicBezTo>
                    <a:pt x="2636" y="2536"/>
                    <a:pt x="1402" y="5004"/>
                    <a:pt x="1" y="7372"/>
                  </a:cubicBezTo>
                  <a:cubicBezTo>
                    <a:pt x="1102" y="7439"/>
                    <a:pt x="2169" y="7506"/>
                    <a:pt x="3236" y="7573"/>
                  </a:cubicBezTo>
                  <a:cubicBezTo>
                    <a:pt x="3470" y="7573"/>
                    <a:pt x="3603" y="7739"/>
                    <a:pt x="3537" y="7939"/>
                  </a:cubicBezTo>
                  <a:cubicBezTo>
                    <a:pt x="3036" y="9908"/>
                    <a:pt x="2636" y="11909"/>
                    <a:pt x="2302" y="13910"/>
                  </a:cubicBezTo>
                  <a:cubicBezTo>
                    <a:pt x="3370" y="11275"/>
                    <a:pt x="4437" y="8673"/>
                    <a:pt x="5538" y="6038"/>
                  </a:cubicBezTo>
                  <a:cubicBezTo>
                    <a:pt x="4571" y="5938"/>
                    <a:pt x="3570" y="5871"/>
                    <a:pt x="2603" y="5871"/>
                  </a:cubicBezTo>
                  <a:cubicBezTo>
                    <a:pt x="2402" y="5838"/>
                    <a:pt x="2236" y="5671"/>
                    <a:pt x="2302" y="5471"/>
                  </a:cubicBezTo>
                  <a:cubicBezTo>
                    <a:pt x="2869" y="3670"/>
                    <a:pt x="3303" y="1835"/>
                    <a:pt x="3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121"/>
          <p:cNvGrpSpPr/>
          <p:nvPr/>
        </p:nvGrpSpPr>
        <p:grpSpPr>
          <a:xfrm>
            <a:off x="1879483" y="2789820"/>
            <a:ext cx="671680" cy="234310"/>
            <a:chOff x="2248912" y="2607934"/>
            <a:chExt cx="578188" cy="201696"/>
          </a:xfrm>
        </p:grpSpPr>
        <p:sp>
          <p:nvSpPr>
            <p:cNvPr id="6622" name="Google Shape;6622;p121"/>
            <p:cNvSpPr/>
            <p:nvPr/>
          </p:nvSpPr>
          <p:spPr>
            <a:xfrm>
              <a:off x="2261303" y="2607934"/>
              <a:ext cx="565796" cy="201696"/>
            </a:xfrm>
            <a:custGeom>
              <a:rect b="b" l="l" r="r" t="t"/>
              <a:pathLst>
                <a:path extrusionOk="0" h="10857" w="30456">
                  <a:moveTo>
                    <a:pt x="23111" y="0"/>
                  </a:moveTo>
                  <a:cubicBezTo>
                    <a:pt x="22964" y="0"/>
                    <a:pt x="22805" y="97"/>
                    <a:pt x="22783" y="290"/>
                  </a:cubicBezTo>
                  <a:cubicBezTo>
                    <a:pt x="22750" y="1157"/>
                    <a:pt x="22750" y="1991"/>
                    <a:pt x="22783" y="2858"/>
                  </a:cubicBezTo>
                  <a:lnTo>
                    <a:pt x="23217" y="2892"/>
                  </a:lnTo>
                  <a:cubicBezTo>
                    <a:pt x="23317" y="2158"/>
                    <a:pt x="23350" y="1391"/>
                    <a:pt x="23384" y="657"/>
                  </a:cubicBezTo>
                  <a:cubicBezTo>
                    <a:pt x="25485" y="2024"/>
                    <a:pt x="27553" y="3425"/>
                    <a:pt x="29588" y="4893"/>
                  </a:cubicBezTo>
                  <a:cubicBezTo>
                    <a:pt x="27520" y="6728"/>
                    <a:pt x="25385" y="8462"/>
                    <a:pt x="23317" y="10264"/>
                  </a:cubicBezTo>
                  <a:cubicBezTo>
                    <a:pt x="23350" y="9797"/>
                    <a:pt x="23250" y="9296"/>
                    <a:pt x="23217" y="8796"/>
                  </a:cubicBezTo>
                  <a:cubicBezTo>
                    <a:pt x="23184" y="8229"/>
                    <a:pt x="23117" y="7662"/>
                    <a:pt x="23017" y="7095"/>
                  </a:cubicBezTo>
                  <a:cubicBezTo>
                    <a:pt x="23017" y="7028"/>
                    <a:pt x="22984" y="6961"/>
                    <a:pt x="22950" y="6961"/>
                  </a:cubicBezTo>
                  <a:cubicBezTo>
                    <a:pt x="22950" y="6861"/>
                    <a:pt x="22883" y="6761"/>
                    <a:pt x="22783" y="6728"/>
                  </a:cubicBezTo>
                  <a:cubicBezTo>
                    <a:pt x="21082" y="6461"/>
                    <a:pt x="19281" y="6528"/>
                    <a:pt x="17546" y="6494"/>
                  </a:cubicBezTo>
                  <a:cubicBezTo>
                    <a:pt x="15578" y="6461"/>
                    <a:pt x="13577" y="6461"/>
                    <a:pt x="11609" y="6461"/>
                  </a:cubicBezTo>
                  <a:cubicBezTo>
                    <a:pt x="7739" y="6494"/>
                    <a:pt x="3837" y="6494"/>
                    <a:pt x="0" y="6861"/>
                  </a:cubicBezTo>
                  <a:lnTo>
                    <a:pt x="0" y="7228"/>
                  </a:lnTo>
                  <a:cubicBezTo>
                    <a:pt x="252" y="7230"/>
                    <a:pt x="503" y="7231"/>
                    <a:pt x="755" y="7231"/>
                  </a:cubicBezTo>
                  <a:cubicBezTo>
                    <a:pt x="4277" y="7231"/>
                    <a:pt x="7824" y="7028"/>
                    <a:pt x="11342" y="7028"/>
                  </a:cubicBezTo>
                  <a:cubicBezTo>
                    <a:pt x="13243" y="7028"/>
                    <a:pt x="15145" y="7061"/>
                    <a:pt x="17013" y="7095"/>
                  </a:cubicBezTo>
                  <a:cubicBezTo>
                    <a:pt x="18398" y="7120"/>
                    <a:pt x="19821" y="7240"/>
                    <a:pt x="21210" y="7240"/>
                  </a:cubicBezTo>
                  <a:cubicBezTo>
                    <a:pt x="21661" y="7240"/>
                    <a:pt x="22109" y="7227"/>
                    <a:pt x="22550" y="7195"/>
                  </a:cubicBezTo>
                  <a:cubicBezTo>
                    <a:pt x="22550" y="7795"/>
                    <a:pt x="22583" y="8362"/>
                    <a:pt x="22617" y="8929"/>
                  </a:cubicBezTo>
                  <a:cubicBezTo>
                    <a:pt x="22650" y="9463"/>
                    <a:pt x="22650" y="10030"/>
                    <a:pt x="22817" y="10530"/>
                  </a:cubicBezTo>
                  <a:cubicBezTo>
                    <a:pt x="22850" y="10630"/>
                    <a:pt x="22950" y="10697"/>
                    <a:pt x="23050" y="10697"/>
                  </a:cubicBezTo>
                  <a:cubicBezTo>
                    <a:pt x="23099" y="10795"/>
                    <a:pt x="23184" y="10857"/>
                    <a:pt x="23278" y="10857"/>
                  </a:cubicBezTo>
                  <a:cubicBezTo>
                    <a:pt x="23312" y="10857"/>
                    <a:pt x="23348" y="10848"/>
                    <a:pt x="23384" y="10831"/>
                  </a:cubicBezTo>
                  <a:cubicBezTo>
                    <a:pt x="25819" y="9063"/>
                    <a:pt x="28087" y="7095"/>
                    <a:pt x="30322" y="5093"/>
                  </a:cubicBezTo>
                  <a:cubicBezTo>
                    <a:pt x="30456" y="4960"/>
                    <a:pt x="30389" y="4726"/>
                    <a:pt x="30255" y="4626"/>
                  </a:cubicBezTo>
                  <a:cubicBezTo>
                    <a:pt x="28087" y="3025"/>
                    <a:pt x="25919" y="1491"/>
                    <a:pt x="23651" y="90"/>
                  </a:cubicBezTo>
                  <a:cubicBezTo>
                    <a:pt x="23594" y="61"/>
                    <a:pt x="23544" y="51"/>
                    <a:pt x="23497" y="51"/>
                  </a:cubicBezTo>
                  <a:cubicBezTo>
                    <a:pt x="23433" y="51"/>
                    <a:pt x="23375" y="70"/>
                    <a:pt x="23317" y="90"/>
                  </a:cubicBezTo>
                  <a:cubicBezTo>
                    <a:pt x="23269" y="30"/>
                    <a:pt x="23192" y="0"/>
                    <a:pt x="23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1"/>
            <p:cNvSpPr/>
            <p:nvPr/>
          </p:nvSpPr>
          <p:spPr>
            <a:xfrm>
              <a:off x="2261303" y="2620121"/>
              <a:ext cx="549690" cy="178493"/>
            </a:xfrm>
            <a:custGeom>
              <a:rect b="b" l="l" r="r" t="t"/>
              <a:pathLst>
                <a:path extrusionOk="0" h="9608" w="29589">
                  <a:moveTo>
                    <a:pt x="23384" y="1"/>
                  </a:moveTo>
                  <a:cubicBezTo>
                    <a:pt x="23350" y="735"/>
                    <a:pt x="23317" y="1502"/>
                    <a:pt x="23217" y="2236"/>
                  </a:cubicBezTo>
                  <a:cubicBezTo>
                    <a:pt x="23217" y="2269"/>
                    <a:pt x="23217" y="2302"/>
                    <a:pt x="23217" y="2302"/>
                  </a:cubicBezTo>
                  <a:cubicBezTo>
                    <a:pt x="23250" y="2436"/>
                    <a:pt x="23217" y="2636"/>
                    <a:pt x="23017" y="2636"/>
                  </a:cubicBezTo>
                  <a:cubicBezTo>
                    <a:pt x="21450" y="2799"/>
                    <a:pt x="19850" y="2852"/>
                    <a:pt x="18241" y="2852"/>
                  </a:cubicBezTo>
                  <a:cubicBezTo>
                    <a:pt x="15912" y="2852"/>
                    <a:pt x="13564" y="2742"/>
                    <a:pt x="11275" y="2703"/>
                  </a:cubicBezTo>
                  <a:cubicBezTo>
                    <a:pt x="7606" y="2669"/>
                    <a:pt x="3837" y="2703"/>
                    <a:pt x="167" y="2369"/>
                  </a:cubicBezTo>
                  <a:lnTo>
                    <a:pt x="167" y="2369"/>
                  </a:lnTo>
                  <a:cubicBezTo>
                    <a:pt x="301" y="3603"/>
                    <a:pt x="101" y="4971"/>
                    <a:pt x="0" y="6205"/>
                  </a:cubicBezTo>
                  <a:cubicBezTo>
                    <a:pt x="3837" y="5838"/>
                    <a:pt x="7739" y="5838"/>
                    <a:pt x="11609" y="5805"/>
                  </a:cubicBezTo>
                  <a:cubicBezTo>
                    <a:pt x="13577" y="5805"/>
                    <a:pt x="15578" y="5805"/>
                    <a:pt x="17546" y="5838"/>
                  </a:cubicBezTo>
                  <a:cubicBezTo>
                    <a:pt x="19248" y="5872"/>
                    <a:pt x="21049" y="5805"/>
                    <a:pt x="22750" y="6072"/>
                  </a:cubicBezTo>
                  <a:cubicBezTo>
                    <a:pt x="22883" y="6105"/>
                    <a:pt x="22950" y="6205"/>
                    <a:pt x="22917" y="6305"/>
                  </a:cubicBezTo>
                  <a:cubicBezTo>
                    <a:pt x="22984" y="6305"/>
                    <a:pt x="23017" y="6372"/>
                    <a:pt x="23017" y="6439"/>
                  </a:cubicBezTo>
                  <a:cubicBezTo>
                    <a:pt x="23117" y="7006"/>
                    <a:pt x="23184" y="7573"/>
                    <a:pt x="23217" y="8140"/>
                  </a:cubicBezTo>
                  <a:cubicBezTo>
                    <a:pt x="23250" y="8640"/>
                    <a:pt x="23350" y="9141"/>
                    <a:pt x="23317" y="9608"/>
                  </a:cubicBezTo>
                  <a:cubicBezTo>
                    <a:pt x="25385" y="7840"/>
                    <a:pt x="27520" y="6072"/>
                    <a:pt x="29588" y="4237"/>
                  </a:cubicBezTo>
                  <a:cubicBezTo>
                    <a:pt x="27553" y="2769"/>
                    <a:pt x="25485" y="1368"/>
                    <a:pt x="23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1"/>
            <p:cNvSpPr/>
            <p:nvPr/>
          </p:nvSpPr>
          <p:spPr>
            <a:xfrm>
              <a:off x="2248912" y="2656273"/>
              <a:ext cx="444950" cy="85958"/>
            </a:xfrm>
            <a:custGeom>
              <a:rect b="b" l="l" r="r" t="t"/>
              <a:pathLst>
                <a:path extrusionOk="0" h="4627" w="23951">
                  <a:moveTo>
                    <a:pt x="2065" y="0"/>
                  </a:moveTo>
                  <a:cubicBezTo>
                    <a:pt x="1454" y="0"/>
                    <a:pt x="844" y="7"/>
                    <a:pt x="234" y="23"/>
                  </a:cubicBezTo>
                  <a:cubicBezTo>
                    <a:pt x="0" y="23"/>
                    <a:pt x="0" y="323"/>
                    <a:pt x="234" y="356"/>
                  </a:cubicBezTo>
                  <a:lnTo>
                    <a:pt x="301" y="356"/>
                  </a:lnTo>
                  <a:cubicBezTo>
                    <a:pt x="67" y="1624"/>
                    <a:pt x="134" y="3092"/>
                    <a:pt x="167" y="4326"/>
                  </a:cubicBezTo>
                  <a:cubicBezTo>
                    <a:pt x="167" y="4493"/>
                    <a:pt x="308" y="4568"/>
                    <a:pt x="432" y="4568"/>
                  </a:cubicBezTo>
                  <a:cubicBezTo>
                    <a:pt x="456" y="4568"/>
                    <a:pt x="479" y="4565"/>
                    <a:pt x="501" y="4559"/>
                  </a:cubicBezTo>
                  <a:cubicBezTo>
                    <a:pt x="534" y="4593"/>
                    <a:pt x="567" y="4626"/>
                    <a:pt x="667" y="4626"/>
                  </a:cubicBezTo>
                  <a:lnTo>
                    <a:pt x="667" y="4259"/>
                  </a:lnTo>
                  <a:cubicBezTo>
                    <a:pt x="768" y="3058"/>
                    <a:pt x="968" y="1657"/>
                    <a:pt x="834" y="423"/>
                  </a:cubicBezTo>
                  <a:lnTo>
                    <a:pt x="834" y="423"/>
                  </a:lnTo>
                  <a:cubicBezTo>
                    <a:pt x="4504" y="757"/>
                    <a:pt x="8273" y="723"/>
                    <a:pt x="11942" y="757"/>
                  </a:cubicBezTo>
                  <a:cubicBezTo>
                    <a:pt x="14231" y="796"/>
                    <a:pt x="16579" y="906"/>
                    <a:pt x="18908" y="906"/>
                  </a:cubicBezTo>
                  <a:cubicBezTo>
                    <a:pt x="20517" y="906"/>
                    <a:pt x="22117" y="853"/>
                    <a:pt x="23684" y="690"/>
                  </a:cubicBezTo>
                  <a:cubicBezTo>
                    <a:pt x="23884" y="690"/>
                    <a:pt x="23951" y="490"/>
                    <a:pt x="23884" y="390"/>
                  </a:cubicBezTo>
                  <a:cubicBezTo>
                    <a:pt x="23884" y="356"/>
                    <a:pt x="23884" y="323"/>
                    <a:pt x="23884" y="290"/>
                  </a:cubicBezTo>
                  <a:lnTo>
                    <a:pt x="23450" y="256"/>
                  </a:lnTo>
                  <a:cubicBezTo>
                    <a:pt x="22244" y="182"/>
                    <a:pt x="21032" y="158"/>
                    <a:pt x="19815" y="158"/>
                  </a:cubicBezTo>
                  <a:cubicBezTo>
                    <a:pt x="17646" y="158"/>
                    <a:pt x="15465" y="234"/>
                    <a:pt x="13292" y="234"/>
                  </a:cubicBezTo>
                  <a:cubicBezTo>
                    <a:pt x="12841" y="234"/>
                    <a:pt x="12392" y="231"/>
                    <a:pt x="11942" y="223"/>
                  </a:cubicBezTo>
                  <a:cubicBezTo>
                    <a:pt x="8650" y="195"/>
                    <a:pt x="5357" y="0"/>
                    <a:pt x="20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121"/>
          <p:cNvGrpSpPr/>
          <p:nvPr/>
        </p:nvGrpSpPr>
        <p:grpSpPr>
          <a:xfrm>
            <a:off x="1904669" y="2485715"/>
            <a:ext cx="416134" cy="235109"/>
            <a:chOff x="2270592" y="2346158"/>
            <a:chExt cx="358211" cy="202383"/>
          </a:xfrm>
        </p:grpSpPr>
        <p:sp>
          <p:nvSpPr>
            <p:cNvPr id="6626" name="Google Shape;6626;p121"/>
            <p:cNvSpPr/>
            <p:nvPr/>
          </p:nvSpPr>
          <p:spPr>
            <a:xfrm>
              <a:off x="2270592" y="2346158"/>
              <a:ext cx="358211" cy="202383"/>
            </a:xfrm>
            <a:custGeom>
              <a:rect b="b" l="l" r="r" t="t"/>
              <a:pathLst>
                <a:path extrusionOk="0" h="10894" w="19282">
                  <a:moveTo>
                    <a:pt x="13377" y="671"/>
                  </a:moveTo>
                  <a:lnTo>
                    <a:pt x="13377" y="671"/>
                  </a:lnTo>
                  <a:cubicBezTo>
                    <a:pt x="14311" y="1438"/>
                    <a:pt x="15245" y="2172"/>
                    <a:pt x="16146" y="2939"/>
                  </a:cubicBezTo>
                  <a:cubicBezTo>
                    <a:pt x="16980" y="3673"/>
                    <a:pt x="17780" y="4507"/>
                    <a:pt x="18681" y="5174"/>
                  </a:cubicBezTo>
                  <a:cubicBezTo>
                    <a:pt x="17747" y="5975"/>
                    <a:pt x="17113" y="7075"/>
                    <a:pt x="16312" y="8009"/>
                  </a:cubicBezTo>
                  <a:cubicBezTo>
                    <a:pt x="15445" y="8977"/>
                    <a:pt x="14444" y="9744"/>
                    <a:pt x="13377" y="10478"/>
                  </a:cubicBezTo>
                  <a:cubicBezTo>
                    <a:pt x="13577" y="10078"/>
                    <a:pt x="13510" y="9577"/>
                    <a:pt x="13510" y="9110"/>
                  </a:cubicBezTo>
                  <a:cubicBezTo>
                    <a:pt x="13510" y="8610"/>
                    <a:pt x="13444" y="8076"/>
                    <a:pt x="13344" y="7576"/>
                  </a:cubicBezTo>
                  <a:cubicBezTo>
                    <a:pt x="13321" y="7462"/>
                    <a:pt x="13251" y="7410"/>
                    <a:pt x="13167" y="7410"/>
                  </a:cubicBezTo>
                  <a:cubicBezTo>
                    <a:pt x="13128" y="7410"/>
                    <a:pt x="13086" y="7421"/>
                    <a:pt x="13043" y="7442"/>
                  </a:cubicBezTo>
                  <a:cubicBezTo>
                    <a:pt x="13043" y="7442"/>
                    <a:pt x="13010" y="7442"/>
                    <a:pt x="12977" y="7409"/>
                  </a:cubicBezTo>
                  <a:cubicBezTo>
                    <a:pt x="12471" y="7393"/>
                    <a:pt x="11962" y="7387"/>
                    <a:pt x="11451" y="7387"/>
                  </a:cubicBezTo>
                  <a:cubicBezTo>
                    <a:pt x="9836" y="7387"/>
                    <a:pt x="8202" y="7450"/>
                    <a:pt x="6606" y="7476"/>
                  </a:cubicBezTo>
                  <a:cubicBezTo>
                    <a:pt x="6024" y="7476"/>
                    <a:pt x="5443" y="7473"/>
                    <a:pt x="4861" y="7473"/>
                  </a:cubicBezTo>
                  <a:cubicBezTo>
                    <a:pt x="3408" y="7473"/>
                    <a:pt x="1955" y="7490"/>
                    <a:pt x="501" y="7609"/>
                  </a:cubicBezTo>
                  <a:cubicBezTo>
                    <a:pt x="635" y="6975"/>
                    <a:pt x="601" y="6342"/>
                    <a:pt x="635" y="5708"/>
                  </a:cubicBezTo>
                  <a:cubicBezTo>
                    <a:pt x="635" y="4941"/>
                    <a:pt x="701" y="4140"/>
                    <a:pt x="635" y="3373"/>
                  </a:cubicBezTo>
                  <a:lnTo>
                    <a:pt x="635" y="3373"/>
                  </a:lnTo>
                  <a:cubicBezTo>
                    <a:pt x="1766" y="3599"/>
                    <a:pt x="2911" y="3671"/>
                    <a:pt x="4062" y="3671"/>
                  </a:cubicBezTo>
                  <a:cubicBezTo>
                    <a:pt x="6055" y="3671"/>
                    <a:pt x="8067" y="3456"/>
                    <a:pt x="10064" y="3456"/>
                  </a:cubicBezTo>
                  <a:cubicBezTo>
                    <a:pt x="10995" y="3456"/>
                    <a:pt x="11923" y="3503"/>
                    <a:pt x="12843" y="3640"/>
                  </a:cubicBezTo>
                  <a:cubicBezTo>
                    <a:pt x="12872" y="3646"/>
                    <a:pt x="12900" y="3649"/>
                    <a:pt x="12926" y="3649"/>
                  </a:cubicBezTo>
                  <a:cubicBezTo>
                    <a:pt x="13167" y="3649"/>
                    <a:pt x="13270" y="3387"/>
                    <a:pt x="13210" y="3206"/>
                  </a:cubicBezTo>
                  <a:cubicBezTo>
                    <a:pt x="13377" y="2839"/>
                    <a:pt x="13377" y="2405"/>
                    <a:pt x="13377" y="2005"/>
                  </a:cubicBezTo>
                  <a:cubicBezTo>
                    <a:pt x="13410" y="1572"/>
                    <a:pt x="13410" y="1105"/>
                    <a:pt x="13377" y="671"/>
                  </a:cubicBezTo>
                  <a:close/>
                  <a:moveTo>
                    <a:pt x="13123" y="1"/>
                  </a:moveTo>
                  <a:cubicBezTo>
                    <a:pt x="13072" y="1"/>
                    <a:pt x="13018" y="29"/>
                    <a:pt x="12977" y="70"/>
                  </a:cubicBezTo>
                  <a:cubicBezTo>
                    <a:pt x="12877" y="104"/>
                    <a:pt x="12810" y="204"/>
                    <a:pt x="12810" y="337"/>
                  </a:cubicBezTo>
                  <a:cubicBezTo>
                    <a:pt x="12810" y="904"/>
                    <a:pt x="12810" y="1438"/>
                    <a:pt x="12810" y="2005"/>
                  </a:cubicBezTo>
                  <a:cubicBezTo>
                    <a:pt x="12810" y="2339"/>
                    <a:pt x="12777" y="2706"/>
                    <a:pt x="12877" y="3006"/>
                  </a:cubicBezTo>
                  <a:cubicBezTo>
                    <a:pt x="11657" y="2857"/>
                    <a:pt x="10429" y="2809"/>
                    <a:pt x="9196" y="2809"/>
                  </a:cubicBezTo>
                  <a:cubicBezTo>
                    <a:pt x="6881" y="2809"/>
                    <a:pt x="4551" y="2980"/>
                    <a:pt x="2234" y="2980"/>
                  </a:cubicBezTo>
                  <a:cubicBezTo>
                    <a:pt x="1633" y="2980"/>
                    <a:pt x="1033" y="2968"/>
                    <a:pt x="434" y="2939"/>
                  </a:cubicBezTo>
                  <a:cubicBezTo>
                    <a:pt x="421" y="2935"/>
                    <a:pt x="408" y="2933"/>
                    <a:pt x="396" y="2933"/>
                  </a:cubicBezTo>
                  <a:cubicBezTo>
                    <a:pt x="318" y="2933"/>
                    <a:pt x="268" y="3019"/>
                    <a:pt x="268" y="3106"/>
                  </a:cubicBezTo>
                  <a:cubicBezTo>
                    <a:pt x="201" y="3106"/>
                    <a:pt x="134" y="3173"/>
                    <a:pt x="101" y="3273"/>
                  </a:cubicBezTo>
                  <a:cubicBezTo>
                    <a:pt x="1" y="4007"/>
                    <a:pt x="34" y="4774"/>
                    <a:pt x="34" y="5541"/>
                  </a:cubicBezTo>
                  <a:cubicBezTo>
                    <a:pt x="34" y="6242"/>
                    <a:pt x="1" y="7009"/>
                    <a:pt x="134" y="7709"/>
                  </a:cubicBezTo>
                  <a:cubicBezTo>
                    <a:pt x="68" y="7809"/>
                    <a:pt x="101" y="7943"/>
                    <a:pt x="234" y="7943"/>
                  </a:cubicBezTo>
                  <a:cubicBezTo>
                    <a:pt x="1129" y="8014"/>
                    <a:pt x="2036" y="8036"/>
                    <a:pt x="2945" y="8036"/>
                  </a:cubicBezTo>
                  <a:cubicBezTo>
                    <a:pt x="4170" y="8036"/>
                    <a:pt x="5399" y="7995"/>
                    <a:pt x="6606" y="7976"/>
                  </a:cubicBezTo>
                  <a:cubicBezTo>
                    <a:pt x="7306" y="7965"/>
                    <a:pt x="8010" y="7965"/>
                    <a:pt x="8716" y="7965"/>
                  </a:cubicBezTo>
                  <a:cubicBezTo>
                    <a:pt x="10127" y="7965"/>
                    <a:pt x="11542" y="7965"/>
                    <a:pt x="12943" y="7876"/>
                  </a:cubicBezTo>
                  <a:lnTo>
                    <a:pt x="12943" y="7876"/>
                  </a:lnTo>
                  <a:cubicBezTo>
                    <a:pt x="12943" y="8276"/>
                    <a:pt x="12943" y="8710"/>
                    <a:pt x="12910" y="9144"/>
                  </a:cubicBezTo>
                  <a:cubicBezTo>
                    <a:pt x="12910" y="9577"/>
                    <a:pt x="12843" y="10044"/>
                    <a:pt x="12977" y="10478"/>
                  </a:cubicBezTo>
                  <a:cubicBezTo>
                    <a:pt x="13032" y="10560"/>
                    <a:pt x="13132" y="10620"/>
                    <a:pt x="13221" y="10620"/>
                  </a:cubicBezTo>
                  <a:cubicBezTo>
                    <a:pt x="13240" y="10620"/>
                    <a:pt x="13259" y="10617"/>
                    <a:pt x="13277" y="10611"/>
                  </a:cubicBezTo>
                  <a:lnTo>
                    <a:pt x="13277" y="10611"/>
                  </a:lnTo>
                  <a:cubicBezTo>
                    <a:pt x="13221" y="10752"/>
                    <a:pt x="13307" y="10893"/>
                    <a:pt x="13456" y="10893"/>
                  </a:cubicBezTo>
                  <a:cubicBezTo>
                    <a:pt x="13483" y="10893"/>
                    <a:pt x="13513" y="10889"/>
                    <a:pt x="13544" y="10878"/>
                  </a:cubicBezTo>
                  <a:cubicBezTo>
                    <a:pt x="16046" y="9677"/>
                    <a:pt x="17280" y="7442"/>
                    <a:pt x="19148" y="5541"/>
                  </a:cubicBezTo>
                  <a:cubicBezTo>
                    <a:pt x="19248" y="5474"/>
                    <a:pt x="19248" y="5374"/>
                    <a:pt x="19248" y="5308"/>
                  </a:cubicBezTo>
                  <a:cubicBezTo>
                    <a:pt x="19281" y="5207"/>
                    <a:pt x="19281" y="5107"/>
                    <a:pt x="19215" y="5041"/>
                  </a:cubicBezTo>
                  <a:cubicBezTo>
                    <a:pt x="18414" y="3973"/>
                    <a:pt x="17213" y="3106"/>
                    <a:pt x="16212" y="2272"/>
                  </a:cubicBezTo>
                  <a:cubicBezTo>
                    <a:pt x="15245" y="1471"/>
                    <a:pt x="14278" y="704"/>
                    <a:pt x="13210" y="37"/>
                  </a:cubicBezTo>
                  <a:cubicBezTo>
                    <a:pt x="13185" y="12"/>
                    <a:pt x="13154" y="1"/>
                    <a:pt x="13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1"/>
            <p:cNvSpPr/>
            <p:nvPr/>
          </p:nvSpPr>
          <p:spPr>
            <a:xfrm>
              <a:off x="2279899" y="2358605"/>
              <a:ext cx="337739" cy="182208"/>
            </a:xfrm>
            <a:custGeom>
              <a:rect b="b" l="l" r="r" t="t"/>
              <a:pathLst>
                <a:path extrusionOk="0" h="9808" w="18180">
                  <a:moveTo>
                    <a:pt x="12876" y="1"/>
                  </a:moveTo>
                  <a:lnTo>
                    <a:pt x="12876" y="1"/>
                  </a:lnTo>
                  <a:cubicBezTo>
                    <a:pt x="12909" y="468"/>
                    <a:pt x="12909" y="902"/>
                    <a:pt x="12876" y="1369"/>
                  </a:cubicBezTo>
                  <a:cubicBezTo>
                    <a:pt x="12876" y="1735"/>
                    <a:pt x="12876" y="2169"/>
                    <a:pt x="12709" y="2536"/>
                  </a:cubicBezTo>
                  <a:cubicBezTo>
                    <a:pt x="12772" y="2726"/>
                    <a:pt x="12656" y="3006"/>
                    <a:pt x="12388" y="3006"/>
                  </a:cubicBezTo>
                  <a:cubicBezTo>
                    <a:pt x="12373" y="3006"/>
                    <a:pt x="12358" y="3005"/>
                    <a:pt x="12342" y="3003"/>
                  </a:cubicBezTo>
                  <a:cubicBezTo>
                    <a:pt x="11400" y="2855"/>
                    <a:pt x="10450" y="2805"/>
                    <a:pt x="9497" y="2805"/>
                  </a:cubicBezTo>
                  <a:cubicBezTo>
                    <a:pt x="7536" y="2805"/>
                    <a:pt x="5560" y="3016"/>
                    <a:pt x="3603" y="3016"/>
                  </a:cubicBezTo>
                  <a:cubicBezTo>
                    <a:pt x="2438" y="3016"/>
                    <a:pt x="1279" y="2941"/>
                    <a:pt x="134" y="2703"/>
                  </a:cubicBezTo>
                  <a:lnTo>
                    <a:pt x="134" y="2703"/>
                  </a:lnTo>
                  <a:cubicBezTo>
                    <a:pt x="200" y="3470"/>
                    <a:pt x="134" y="4271"/>
                    <a:pt x="134" y="5038"/>
                  </a:cubicBezTo>
                  <a:cubicBezTo>
                    <a:pt x="100" y="5672"/>
                    <a:pt x="134" y="6339"/>
                    <a:pt x="0" y="6973"/>
                  </a:cubicBezTo>
                  <a:cubicBezTo>
                    <a:pt x="2035" y="6772"/>
                    <a:pt x="4070" y="6839"/>
                    <a:pt x="6105" y="6806"/>
                  </a:cubicBezTo>
                  <a:cubicBezTo>
                    <a:pt x="7540" y="6783"/>
                    <a:pt x="9006" y="6729"/>
                    <a:pt x="10461" y="6729"/>
                  </a:cubicBezTo>
                  <a:cubicBezTo>
                    <a:pt x="11137" y="6729"/>
                    <a:pt x="11810" y="6741"/>
                    <a:pt x="12476" y="6772"/>
                  </a:cubicBezTo>
                  <a:lnTo>
                    <a:pt x="12542" y="6772"/>
                  </a:lnTo>
                  <a:cubicBezTo>
                    <a:pt x="12585" y="6751"/>
                    <a:pt x="12627" y="6740"/>
                    <a:pt x="12666" y="6740"/>
                  </a:cubicBezTo>
                  <a:cubicBezTo>
                    <a:pt x="12750" y="6740"/>
                    <a:pt x="12820" y="6792"/>
                    <a:pt x="12843" y="6906"/>
                  </a:cubicBezTo>
                  <a:cubicBezTo>
                    <a:pt x="12943" y="7406"/>
                    <a:pt x="12976" y="7940"/>
                    <a:pt x="13009" y="8474"/>
                  </a:cubicBezTo>
                  <a:cubicBezTo>
                    <a:pt x="13009" y="8907"/>
                    <a:pt x="13076" y="9408"/>
                    <a:pt x="12876" y="9808"/>
                  </a:cubicBezTo>
                  <a:cubicBezTo>
                    <a:pt x="13943" y="9074"/>
                    <a:pt x="14944" y="8307"/>
                    <a:pt x="15811" y="7339"/>
                  </a:cubicBezTo>
                  <a:cubicBezTo>
                    <a:pt x="16612" y="6405"/>
                    <a:pt x="17246" y="5305"/>
                    <a:pt x="18180" y="4504"/>
                  </a:cubicBezTo>
                  <a:cubicBezTo>
                    <a:pt x="17279" y="3837"/>
                    <a:pt x="16479" y="3003"/>
                    <a:pt x="15645" y="2269"/>
                  </a:cubicBezTo>
                  <a:cubicBezTo>
                    <a:pt x="14744" y="1502"/>
                    <a:pt x="13810" y="768"/>
                    <a:pt x="12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121"/>
          <p:cNvGrpSpPr/>
          <p:nvPr/>
        </p:nvGrpSpPr>
        <p:grpSpPr>
          <a:xfrm>
            <a:off x="6400194" y="1512390"/>
            <a:ext cx="293789" cy="328794"/>
            <a:chOff x="2243339" y="4636356"/>
            <a:chExt cx="252896" cy="283028"/>
          </a:xfrm>
        </p:grpSpPr>
        <p:sp>
          <p:nvSpPr>
            <p:cNvPr id="6629" name="Google Shape;6629;p121"/>
            <p:cNvSpPr/>
            <p:nvPr/>
          </p:nvSpPr>
          <p:spPr>
            <a:xfrm>
              <a:off x="2243692" y="4646555"/>
              <a:ext cx="240802" cy="148824"/>
            </a:xfrm>
            <a:custGeom>
              <a:rect b="b" l="l" r="r" t="t"/>
              <a:pathLst>
                <a:path extrusionOk="0" h="8011" w="12962">
                  <a:moveTo>
                    <a:pt x="6163" y="0"/>
                  </a:moveTo>
                  <a:cubicBezTo>
                    <a:pt x="5452" y="0"/>
                    <a:pt x="4750" y="409"/>
                    <a:pt x="4418" y="1233"/>
                  </a:cubicBezTo>
                  <a:cubicBezTo>
                    <a:pt x="4345" y="1354"/>
                    <a:pt x="4237" y="1440"/>
                    <a:pt x="4120" y="1440"/>
                  </a:cubicBezTo>
                  <a:cubicBezTo>
                    <a:pt x="4076" y="1440"/>
                    <a:pt x="4030" y="1427"/>
                    <a:pt x="3984" y="1400"/>
                  </a:cubicBezTo>
                  <a:cubicBezTo>
                    <a:pt x="3612" y="1206"/>
                    <a:pt x="3256" y="1122"/>
                    <a:pt x="2927" y="1122"/>
                  </a:cubicBezTo>
                  <a:cubicBezTo>
                    <a:pt x="987" y="1122"/>
                    <a:pt x="1" y="4076"/>
                    <a:pt x="2283" y="5102"/>
                  </a:cubicBezTo>
                  <a:cubicBezTo>
                    <a:pt x="2416" y="5136"/>
                    <a:pt x="2450" y="5303"/>
                    <a:pt x="2383" y="5436"/>
                  </a:cubicBezTo>
                  <a:cubicBezTo>
                    <a:pt x="2450" y="5469"/>
                    <a:pt x="2450" y="5503"/>
                    <a:pt x="2450" y="5569"/>
                  </a:cubicBezTo>
                  <a:cubicBezTo>
                    <a:pt x="2416" y="5870"/>
                    <a:pt x="2283" y="6136"/>
                    <a:pt x="2349" y="6470"/>
                  </a:cubicBezTo>
                  <a:cubicBezTo>
                    <a:pt x="2416" y="6670"/>
                    <a:pt x="2516" y="6870"/>
                    <a:pt x="2683" y="7004"/>
                  </a:cubicBezTo>
                  <a:cubicBezTo>
                    <a:pt x="2921" y="7198"/>
                    <a:pt x="3215" y="7323"/>
                    <a:pt x="3501" y="7323"/>
                  </a:cubicBezTo>
                  <a:cubicBezTo>
                    <a:pt x="3656" y="7323"/>
                    <a:pt x="3810" y="7286"/>
                    <a:pt x="3951" y="7204"/>
                  </a:cubicBezTo>
                  <a:cubicBezTo>
                    <a:pt x="3979" y="7185"/>
                    <a:pt x="4006" y="7177"/>
                    <a:pt x="4033" y="7177"/>
                  </a:cubicBezTo>
                  <a:cubicBezTo>
                    <a:pt x="4101" y="7177"/>
                    <a:pt x="4160" y="7232"/>
                    <a:pt x="4184" y="7304"/>
                  </a:cubicBezTo>
                  <a:cubicBezTo>
                    <a:pt x="4234" y="7271"/>
                    <a:pt x="4284" y="7254"/>
                    <a:pt x="4334" y="7254"/>
                  </a:cubicBezTo>
                  <a:cubicBezTo>
                    <a:pt x="4384" y="7254"/>
                    <a:pt x="4434" y="7271"/>
                    <a:pt x="4484" y="7304"/>
                  </a:cubicBezTo>
                  <a:cubicBezTo>
                    <a:pt x="5027" y="7648"/>
                    <a:pt x="5825" y="8011"/>
                    <a:pt x="6531" y="8011"/>
                  </a:cubicBezTo>
                  <a:cubicBezTo>
                    <a:pt x="7128" y="8011"/>
                    <a:pt x="7660" y="7752"/>
                    <a:pt x="7920" y="7004"/>
                  </a:cubicBezTo>
                  <a:cubicBezTo>
                    <a:pt x="7963" y="6874"/>
                    <a:pt x="8091" y="6786"/>
                    <a:pt x="8212" y="6786"/>
                  </a:cubicBezTo>
                  <a:cubicBezTo>
                    <a:pt x="8277" y="6786"/>
                    <a:pt x="8340" y="6812"/>
                    <a:pt x="8387" y="6870"/>
                  </a:cubicBezTo>
                  <a:cubicBezTo>
                    <a:pt x="8846" y="7425"/>
                    <a:pt x="9461" y="7754"/>
                    <a:pt x="10133" y="7754"/>
                  </a:cubicBezTo>
                  <a:cubicBezTo>
                    <a:pt x="10390" y="7754"/>
                    <a:pt x="10655" y="7706"/>
                    <a:pt x="10922" y="7604"/>
                  </a:cubicBezTo>
                  <a:cubicBezTo>
                    <a:pt x="11689" y="7271"/>
                    <a:pt x="12924" y="5236"/>
                    <a:pt x="11489" y="4869"/>
                  </a:cubicBezTo>
                  <a:cubicBezTo>
                    <a:pt x="11289" y="4802"/>
                    <a:pt x="11222" y="4569"/>
                    <a:pt x="11389" y="4402"/>
                  </a:cubicBezTo>
                  <a:cubicBezTo>
                    <a:pt x="12962" y="2751"/>
                    <a:pt x="11569" y="462"/>
                    <a:pt x="9784" y="462"/>
                  </a:cubicBezTo>
                  <a:cubicBezTo>
                    <a:pt x="9297" y="462"/>
                    <a:pt x="8780" y="632"/>
                    <a:pt x="8287" y="1033"/>
                  </a:cubicBezTo>
                  <a:cubicBezTo>
                    <a:pt x="8229" y="1091"/>
                    <a:pt x="8157" y="1118"/>
                    <a:pt x="8087" y="1118"/>
                  </a:cubicBezTo>
                  <a:cubicBezTo>
                    <a:pt x="7997" y="1118"/>
                    <a:pt x="7910" y="1074"/>
                    <a:pt x="7853" y="999"/>
                  </a:cubicBezTo>
                  <a:cubicBezTo>
                    <a:pt x="7457" y="334"/>
                    <a:pt x="6806" y="0"/>
                    <a:pt x="61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1"/>
            <p:cNvSpPr/>
            <p:nvPr/>
          </p:nvSpPr>
          <p:spPr>
            <a:xfrm>
              <a:off x="2336914" y="4792146"/>
              <a:ext cx="68792" cy="106616"/>
            </a:xfrm>
            <a:custGeom>
              <a:rect b="b" l="l" r="r" t="t"/>
              <a:pathLst>
                <a:path extrusionOk="0" h="5739" w="3703">
                  <a:moveTo>
                    <a:pt x="3069" y="1"/>
                  </a:moveTo>
                  <a:cubicBezTo>
                    <a:pt x="2679" y="520"/>
                    <a:pt x="2114" y="720"/>
                    <a:pt x="1499" y="720"/>
                  </a:cubicBezTo>
                  <a:cubicBezTo>
                    <a:pt x="1009" y="720"/>
                    <a:pt x="488" y="593"/>
                    <a:pt x="0" y="401"/>
                  </a:cubicBezTo>
                  <a:lnTo>
                    <a:pt x="0" y="401"/>
                  </a:lnTo>
                  <a:cubicBezTo>
                    <a:pt x="200" y="1168"/>
                    <a:pt x="334" y="2102"/>
                    <a:pt x="667" y="2769"/>
                  </a:cubicBezTo>
                  <a:cubicBezTo>
                    <a:pt x="801" y="3070"/>
                    <a:pt x="901" y="3236"/>
                    <a:pt x="1234" y="3403"/>
                  </a:cubicBezTo>
                  <a:cubicBezTo>
                    <a:pt x="1259" y="3411"/>
                    <a:pt x="1291" y="3414"/>
                    <a:pt x="1324" y="3414"/>
                  </a:cubicBezTo>
                  <a:cubicBezTo>
                    <a:pt x="1358" y="3414"/>
                    <a:pt x="1395" y="3411"/>
                    <a:pt x="1430" y="3411"/>
                  </a:cubicBezTo>
                  <a:cubicBezTo>
                    <a:pt x="1501" y="3411"/>
                    <a:pt x="1568" y="3420"/>
                    <a:pt x="1601" y="3470"/>
                  </a:cubicBezTo>
                  <a:cubicBezTo>
                    <a:pt x="1735" y="3603"/>
                    <a:pt x="1801" y="3670"/>
                    <a:pt x="1835" y="3870"/>
                  </a:cubicBezTo>
                  <a:cubicBezTo>
                    <a:pt x="1901" y="4070"/>
                    <a:pt x="1768" y="4370"/>
                    <a:pt x="1768" y="4571"/>
                  </a:cubicBezTo>
                  <a:cubicBezTo>
                    <a:pt x="1735" y="4971"/>
                    <a:pt x="1735" y="5338"/>
                    <a:pt x="1768" y="5738"/>
                  </a:cubicBezTo>
                  <a:cubicBezTo>
                    <a:pt x="2402" y="4804"/>
                    <a:pt x="3036" y="3837"/>
                    <a:pt x="3703" y="2869"/>
                  </a:cubicBezTo>
                  <a:cubicBezTo>
                    <a:pt x="3236" y="2869"/>
                    <a:pt x="2769" y="2803"/>
                    <a:pt x="2302" y="2736"/>
                  </a:cubicBezTo>
                  <a:cubicBezTo>
                    <a:pt x="2102" y="2703"/>
                    <a:pt x="2068" y="2469"/>
                    <a:pt x="2135" y="2336"/>
                  </a:cubicBezTo>
                  <a:cubicBezTo>
                    <a:pt x="2502" y="1568"/>
                    <a:pt x="2802" y="801"/>
                    <a:pt x="3069" y="1"/>
                  </a:cubicBezTo>
                  <a:close/>
                </a:path>
              </a:pathLst>
            </a:custGeom>
            <a:solidFill>
              <a:srgbClr val="FFE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1"/>
            <p:cNvSpPr/>
            <p:nvPr/>
          </p:nvSpPr>
          <p:spPr>
            <a:xfrm>
              <a:off x="2243339" y="4636356"/>
              <a:ext cx="252896" cy="283028"/>
            </a:xfrm>
            <a:custGeom>
              <a:rect b="b" l="l" r="r" t="t"/>
              <a:pathLst>
                <a:path extrusionOk="0" h="15235" w="13613">
                  <a:moveTo>
                    <a:pt x="6182" y="549"/>
                  </a:moveTo>
                  <a:cubicBezTo>
                    <a:pt x="6825" y="549"/>
                    <a:pt x="7476" y="883"/>
                    <a:pt x="7872" y="1548"/>
                  </a:cubicBezTo>
                  <a:cubicBezTo>
                    <a:pt x="7943" y="1636"/>
                    <a:pt x="8023" y="1678"/>
                    <a:pt x="8102" y="1678"/>
                  </a:cubicBezTo>
                  <a:cubicBezTo>
                    <a:pt x="8173" y="1678"/>
                    <a:pt x="8243" y="1645"/>
                    <a:pt x="8306" y="1582"/>
                  </a:cubicBezTo>
                  <a:cubicBezTo>
                    <a:pt x="8799" y="1181"/>
                    <a:pt x="9316" y="1011"/>
                    <a:pt x="9803" y="1011"/>
                  </a:cubicBezTo>
                  <a:cubicBezTo>
                    <a:pt x="11588" y="1011"/>
                    <a:pt x="12981" y="3300"/>
                    <a:pt x="11408" y="4951"/>
                  </a:cubicBezTo>
                  <a:cubicBezTo>
                    <a:pt x="11241" y="5118"/>
                    <a:pt x="11308" y="5385"/>
                    <a:pt x="11508" y="5418"/>
                  </a:cubicBezTo>
                  <a:cubicBezTo>
                    <a:pt x="12943" y="5785"/>
                    <a:pt x="11742" y="7853"/>
                    <a:pt x="10941" y="8153"/>
                  </a:cubicBezTo>
                  <a:cubicBezTo>
                    <a:pt x="10674" y="8255"/>
                    <a:pt x="10409" y="8303"/>
                    <a:pt x="10152" y="8303"/>
                  </a:cubicBezTo>
                  <a:cubicBezTo>
                    <a:pt x="9480" y="8303"/>
                    <a:pt x="8865" y="7974"/>
                    <a:pt x="8406" y="7419"/>
                  </a:cubicBezTo>
                  <a:cubicBezTo>
                    <a:pt x="8363" y="7365"/>
                    <a:pt x="8305" y="7343"/>
                    <a:pt x="8245" y="7343"/>
                  </a:cubicBezTo>
                  <a:cubicBezTo>
                    <a:pt x="8120" y="7343"/>
                    <a:pt x="7984" y="7440"/>
                    <a:pt x="7939" y="7553"/>
                  </a:cubicBezTo>
                  <a:cubicBezTo>
                    <a:pt x="7681" y="8312"/>
                    <a:pt x="7154" y="8573"/>
                    <a:pt x="6561" y="8573"/>
                  </a:cubicBezTo>
                  <a:cubicBezTo>
                    <a:pt x="5851" y="8573"/>
                    <a:pt x="5049" y="8198"/>
                    <a:pt x="4503" y="7853"/>
                  </a:cubicBezTo>
                  <a:cubicBezTo>
                    <a:pt x="4453" y="7820"/>
                    <a:pt x="4403" y="7803"/>
                    <a:pt x="4353" y="7803"/>
                  </a:cubicBezTo>
                  <a:cubicBezTo>
                    <a:pt x="4303" y="7803"/>
                    <a:pt x="4253" y="7820"/>
                    <a:pt x="4203" y="7853"/>
                  </a:cubicBezTo>
                  <a:cubicBezTo>
                    <a:pt x="4179" y="7781"/>
                    <a:pt x="4120" y="7726"/>
                    <a:pt x="4052" y="7726"/>
                  </a:cubicBezTo>
                  <a:cubicBezTo>
                    <a:pt x="4025" y="7726"/>
                    <a:pt x="3998" y="7734"/>
                    <a:pt x="3970" y="7753"/>
                  </a:cubicBezTo>
                  <a:cubicBezTo>
                    <a:pt x="3829" y="7835"/>
                    <a:pt x="3675" y="7872"/>
                    <a:pt x="3520" y="7872"/>
                  </a:cubicBezTo>
                  <a:cubicBezTo>
                    <a:pt x="3234" y="7872"/>
                    <a:pt x="2940" y="7747"/>
                    <a:pt x="2702" y="7553"/>
                  </a:cubicBezTo>
                  <a:cubicBezTo>
                    <a:pt x="2535" y="7419"/>
                    <a:pt x="2402" y="7253"/>
                    <a:pt x="2368" y="7019"/>
                  </a:cubicBezTo>
                  <a:cubicBezTo>
                    <a:pt x="2302" y="6685"/>
                    <a:pt x="2435" y="6419"/>
                    <a:pt x="2469" y="6118"/>
                  </a:cubicBezTo>
                  <a:cubicBezTo>
                    <a:pt x="2469" y="6052"/>
                    <a:pt x="2469" y="6018"/>
                    <a:pt x="2402" y="5985"/>
                  </a:cubicBezTo>
                  <a:cubicBezTo>
                    <a:pt x="2469" y="5852"/>
                    <a:pt x="2435" y="5718"/>
                    <a:pt x="2302" y="5651"/>
                  </a:cubicBezTo>
                  <a:cubicBezTo>
                    <a:pt x="14" y="4622"/>
                    <a:pt x="1011" y="1681"/>
                    <a:pt x="2960" y="1681"/>
                  </a:cubicBezTo>
                  <a:cubicBezTo>
                    <a:pt x="3285" y="1681"/>
                    <a:pt x="3636" y="1763"/>
                    <a:pt x="4003" y="1949"/>
                  </a:cubicBezTo>
                  <a:cubicBezTo>
                    <a:pt x="4055" y="1980"/>
                    <a:pt x="4106" y="1995"/>
                    <a:pt x="4156" y="1995"/>
                  </a:cubicBezTo>
                  <a:cubicBezTo>
                    <a:pt x="4267" y="1995"/>
                    <a:pt x="4367" y="1920"/>
                    <a:pt x="4437" y="1782"/>
                  </a:cubicBezTo>
                  <a:cubicBezTo>
                    <a:pt x="4769" y="958"/>
                    <a:pt x="5471" y="549"/>
                    <a:pt x="6182" y="549"/>
                  </a:cubicBezTo>
                  <a:close/>
                  <a:moveTo>
                    <a:pt x="8106" y="8387"/>
                  </a:moveTo>
                  <a:lnTo>
                    <a:pt x="8106" y="8387"/>
                  </a:lnTo>
                  <a:cubicBezTo>
                    <a:pt x="7839" y="9187"/>
                    <a:pt x="7539" y="9954"/>
                    <a:pt x="7172" y="10722"/>
                  </a:cubicBezTo>
                  <a:cubicBezTo>
                    <a:pt x="7105" y="10855"/>
                    <a:pt x="7139" y="11089"/>
                    <a:pt x="7339" y="11122"/>
                  </a:cubicBezTo>
                  <a:cubicBezTo>
                    <a:pt x="7806" y="11189"/>
                    <a:pt x="8273" y="11255"/>
                    <a:pt x="8740" y="11255"/>
                  </a:cubicBezTo>
                  <a:cubicBezTo>
                    <a:pt x="8073" y="12223"/>
                    <a:pt x="7439" y="13190"/>
                    <a:pt x="6805" y="14124"/>
                  </a:cubicBezTo>
                  <a:cubicBezTo>
                    <a:pt x="6772" y="13724"/>
                    <a:pt x="6772" y="13357"/>
                    <a:pt x="6805" y="12957"/>
                  </a:cubicBezTo>
                  <a:cubicBezTo>
                    <a:pt x="6805" y="12756"/>
                    <a:pt x="6938" y="12456"/>
                    <a:pt x="6872" y="12256"/>
                  </a:cubicBezTo>
                  <a:cubicBezTo>
                    <a:pt x="6838" y="12056"/>
                    <a:pt x="6772" y="11989"/>
                    <a:pt x="6638" y="11856"/>
                  </a:cubicBezTo>
                  <a:cubicBezTo>
                    <a:pt x="6571" y="11756"/>
                    <a:pt x="6371" y="11822"/>
                    <a:pt x="6271" y="11756"/>
                  </a:cubicBezTo>
                  <a:cubicBezTo>
                    <a:pt x="5938" y="11622"/>
                    <a:pt x="5838" y="11456"/>
                    <a:pt x="5704" y="11155"/>
                  </a:cubicBezTo>
                  <a:cubicBezTo>
                    <a:pt x="5371" y="10488"/>
                    <a:pt x="5237" y="9554"/>
                    <a:pt x="5037" y="8787"/>
                  </a:cubicBezTo>
                  <a:lnTo>
                    <a:pt x="5037" y="8787"/>
                  </a:lnTo>
                  <a:cubicBezTo>
                    <a:pt x="5525" y="8979"/>
                    <a:pt x="6046" y="9106"/>
                    <a:pt x="6536" y="9106"/>
                  </a:cubicBezTo>
                  <a:cubicBezTo>
                    <a:pt x="7151" y="9106"/>
                    <a:pt x="7716" y="8906"/>
                    <a:pt x="8106" y="8387"/>
                  </a:cubicBezTo>
                  <a:close/>
                  <a:moveTo>
                    <a:pt x="6226" y="0"/>
                  </a:moveTo>
                  <a:cubicBezTo>
                    <a:pt x="5373" y="0"/>
                    <a:pt x="4527" y="473"/>
                    <a:pt x="4036" y="1382"/>
                  </a:cubicBezTo>
                  <a:cubicBezTo>
                    <a:pt x="3692" y="1242"/>
                    <a:pt x="3321" y="1172"/>
                    <a:pt x="2952" y="1172"/>
                  </a:cubicBezTo>
                  <a:cubicBezTo>
                    <a:pt x="1999" y="1172"/>
                    <a:pt x="1057" y="1636"/>
                    <a:pt x="601" y="2549"/>
                  </a:cubicBezTo>
                  <a:cubicBezTo>
                    <a:pt x="0" y="3817"/>
                    <a:pt x="601" y="5284"/>
                    <a:pt x="1735" y="5952"/>
                  </a:cubicBezTo>
                  <a:cubicBezTo>
                    <a:pt x="865" y="7154"/>
                    <a:pt x="1781" y="8651"/>
                    <a:pt x="2977" y="8651"/>
                  </a:cubicBezTo>
                  <a:cubicBezTo>
                    <a:pt x="3341" y="8651"/>
                    <a:pt x="3730" y="8513"/>
                    <a:pt x="4103" y="8187"/>
                  </a:cubicBezTo>
                  <a:cubicBezTo>
                    <a:pt x="4136" y="8253"/>
                    <a:pt x="4170" y="8287"/>
                    <a:pt x="4203" y="8320"/>
                  </a:cubicBezTo>
                  <a:cubicBezTo>
                    <a:pt x="4270" y="8387"/>
                    <a:pt x="4370" y="8420"/>
                    <a:pt x="4437" y="8453"/>
                  </a:cubicBezTo>
                  <a:cubicBezTo>
                    <a:pt x="4437" y="8487"/>
                    <a:pt x="4403" y="8553"/>
                    <a:pt x="4437" y="8587"/>
                  </a:cubicBezTo>
                  <a:cubicBezTo>
                    <a:pt x="4637" y="9521"/>
                    <a:pt x="4870" y="10421"/>
                    <a:pt x="5137" y="11322"/>
                  </a:cubicBezTo>
                  <a:cubicBezTo>
                    <a:pt x="5237" y="11622"/>
                    <a:pt x="5304" y="12056"/>
                    <a:pt x="5571" y="12256"/>
                  </a:cubicBezTo>
                  <a:cubicBezTo>
                    <a:pt x="5704" y="12356"/>
                    <a:pt x="6205" y="12356"/>
                    <a:pt x="6271" y="12456"/>
                  </a:cubicBezTo>
                  <a:cubicBezTo>
                    <a:pt x="6338" y="12523"/>
                    <a:pt x="6205" y="13824"/>
                    <a:pt x="6205" y="13957"/>
                  </a:cubicBezTo>
                  <a:cubicBezTo>
                    <a:pt x="6205" y="14324"/>
                    <a:pt x="6271" y="14658"/>
                    <a:pt x="6305" y="15025"/>
                  </a:cubicBezTo>
                  <a:cubicBezTo>
                    <a:pt x="6322" y="15168"/>
                    <a:pt x="6436" y="15234"/>
                    <a:pt x="6558" y="15234"/>
                  </a:cubicBezTo>
                  <a:cubicBezTo>
                    <a:pt x="6664" y="15234"/>
                    <a:pt x="6776" y="15184"/>
                    <a:pt x="6838" y="15091"/>
                  </a:cubicBezTo>
                  <a:cubicBezTo>
                    <a:pt x="7739" y="13791"/>
                    <a:pt x="8606" y="12456"/>
                    <a:pt x="9507" y="11122"/>
                  </a:cubicBezTo>
                  <a:cubicBezTo>
                    <a:pt x="9640" y="10955"/>
                    <a:pt x="9474" y="10722"/>
                    <a:pt x="9273" y="10722"/>
                  </a:cubicBezTo>
                  <a:cubicBezTo>
                    <a:pt x="8773" y="10722"/>
                    <a:pt x="8306" y="10688"/>
                    <a:pt x="7806" y="10622"/>
                  </a:cubicBezTo>
                  <a:cubicBezTo>
                    <a:pt x="8106" y="9888"/>
                    <a:pt x="8339" y="9121"/>
                    <a:pt x="8506" y="8320"/>
                  </a:cubicBezTo>
                  <a:cubicBezTo>
                    <a:pt x="9009" y="8685"/>
                    <a:pt x="9602" y="8884"/>
                    <a:pt x="10190" y="8884"/>
                  </a:cubicBezTo>
                  <a:cubicBezTo>
                    <a:pt x="10890" y="8884"/>
                    <a:pt x="11583" y="8603"/>
                    <a:pt x="12109" y="7986"/>
                  </a:cubicBezTo>
                  <a:cubicBezTo>
                    <a:pt x="12776" y="7186"/>
                    <a:pt x="13043" y="5618"/>
                    <a:pt x="12042" y="5051"/>
                  </a:cubicBezTo>
                  <a:cubicBezTo>
                    <a:pt x="13613" y="3001"/>
                    <a:pt x="11932" y="483"/>
                    <a:pt x="9816" y="483"/>
                  </a:cubicBezTo>
                  <a:cubicBezTo>
                    <a:pt x="9281" y="483"/>
                    <a:pt x="8718" y="644"/>
                    <a:pt x="8173" y="1015"/>
                  </a:cubicBezTo>
                  <a:cubicBezTo>
                    <a:pt x="7656" y="331"/>
                    <a:pt x="6939" y="0"/>
                    <a:pt x="6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121"/>
          <p:cNvGrpSpPr/>
          <p:nvPr/>
        </p:nvGrpSpPr>
        <p:grpSpPr>
          <a:xfrm>
            <a:off x="1916905" y="3159316"/>
            <a:ext cx="203751" cy="475095"/>
            <a:chOff x="2281125" y="2925999"/>
            <a:chExt cx="175390" cy="408965"/>
          </a:xfrm>
        </p:grpSpPr>
        <p:sp>
          <p:nvSpPr>
            <p:cNvPr id="6633" name="Google Shape;6633;p121"/>
            <p:cNvSpPr/>
            <p:nvPr/>
          </p:nvSpPr>
          <p:spPr>
            <a:xfrm>
              <a:off x="2281125" y="2925999"/>
              <a:ext cx="175390" cy="408965"/>
            </a:xfrm>
            <a:custGeom>
              <a:rect b="b" l="l" r="r" t="t"/>
              <a:pathLst>
                <a:path extrusionOk="0" h="22014" w="9441">
                  <a:moveTo>
                    <a:pt x="468" y="548"/>
                  </a:moveTo>
                  <a:lnTo>
                    <a:pt x="468" y="548"/>
                  </a:lnTo>
                  <a:cubicBezTo>
                    <a:pt x="1980" y="637"/>
                    <a:pt x="3507" y="652"/>
                    <a:pt x="5039" y="652"/>
                  </a:cubicBezTo>
                  <a:cubicBezTo>
                    <a:pt x="5805" y="652"/>
                    <a:pt x="6572" y="648"/>
                    <a:pt x="7339" y="648"/>
                  </a:cubicBezTo>
                  <a:cubicBezTo>
                    <a:pt x="6005" y="3417"/>
                    <a:pt x="4671" y="6185"/>
                    <a:pt x="3370" y="8987"/>
                  </a:cubicBezTo>
                  <a:cubicBezTo>
                    <a:pt x="3237" y="9187"/>
                    <a:pt x="3370" y="9421"/>
                    <a:pt x="3637" y="9454"/>
                  </a:cubicBezTo>
                  <a:cubicBezTo>
                    <a:pt x="4793" y="9478"/>
                    <a:pt x="5965" y="9501"/>
                    <a:pt x="7142" y="9501"/>
                  </a:cubicBezTo>
                  <a:cubicBezTo>
                    <a:pt x="7630" y="9501"/>
                    <a:pt x="8119" y="9497"/>
                    <a:pt x="8607" y="9488"/>
                  </a:cubicBezTo>
                  <a:lnTo>
                    <a:pt x="8607" y="9488"/>
                  </a:lnTo>
                  <a:lnTo>
                    <a:pt x="3770" y="20329"/>
                  </a:lnTo>
                  <a:cubicBezTo>
                    <a:pt x="4070" y="17560"/>
                    <a:pt x="4137" y="14758"/>
                    <a:pt x="4070" y="11989"/>
                  </a:cubicBezTo>
                  <a:cubicBezTo>
                    <a:pt x="4070" y="11823"/>
                    <a:pt x="3937" y="11689"/>
                    <a:pt x="3737" y="11689"/>
                  </a:cubicBezTo>
                  <a:lnTo>
                    <a:pt x="768" y="11622"/>
                  </a:lnTo>
                  <a:cubicBezTo>
                    <a:pt x="801" y="7920"/>
                    <a:pt x="801" y="4217"/>
                    <a:pt x="468" y="548"/>
                  </a:cubicBezTo>
                  <a:close/>
                  <a:moveTo>
                    <a:pt x="4549" y="1"/>
                  </a:moveTo>
                  <a:cubicBezTo>
                    <a:pt x="3177" y="1"/>
                    <a:pt x="1806" y="22"/>
                    <a:pt x="435" y="114"/>
                  </a:cubicBezTo>
                  <a:cubicBezTo>
                    <a:pt x="368" y="114"/>
                    <a:pt x="334" y="148"/>
                    <a:pt x="301" y="181"/>
                  </a:cubicBezTo>
                  <a:cubicBezTo>
                    <a:pt x="279" y="175"/>
                    <a:pt x="256" y="173"/>
                    <a:pt x="233" y="173"/>
                  </a:cubicBezTo>
                  <a:cubicBezTo>
                    <a:pt x="117" y="173"/>
                    <a:pt x="1" y="242"/>
                    <a:pt x="1" y="381"/>
                  </a:cubicBezTo>
                  <a:cubicBezTo>
                    <a:pt x="34" y="4217"/>
                    <a:pt x="201" y="8087"/>
                    <a:pt x="134" y="11923"/>
                  </a:cubicBezTo>
                  <a:cubicBezTo>
                    <a:pt x="134" y="12089"/>
                    <a:pt x="268" y="12223"/>
                    <a:pt x="435" y="12223"/>
                  </a:cubicBezTo>
                  <a:cubicBezTo>
                    <a:pt x="1435" y="12256"/>
                    <a:pt x="2436" y="12256"/>
                    <a:pt x="3437" y="12290"/>
                  </a:cubicBezTo>
                  <a:cubicBezTo>
                    <a:pt x="3537" y="15459"/>
                    <a:pt x="3337" y="18561"/>
                    <a:pt x="3003" y="21696"/>
                  </a:cubicBezTo>
                  <a:cubicBezTo>
                    <a:pt x="2975" y="21889"/>
                    <a:pt x="3153" y="22014"/>
                    <a:pt x="3309" y="22014"/>
                  </a:cubicBezTo>
                  <a:cubicBezTo>
                    <a:pt x="3342" y="22014"/>
                    <a:pt x="3374" y="22008"/>
                    <a:pt x="3403" y="21997"/>
                  </a:cubicBezTo>
                  <a:cubicBezTo>
                    <a:pt x="3433" y="22004"/>
                    <a:pt x="3465" y="22008"/>
                    <a:pt x="3497" y="22008"/>
                  </a:cubicBezTo>
                  <a:cubicBezTo>
                    <a:pt x="3607" y="22008"/>
                    <a:pt x="3719" y="21959"/>
                    <a:pt x="3770" y="21830"/>
                  </a:cubicBezTo>
                  <a:cubicBezTo>
                    <a:pt x="5638" y="17660"/>
                    <a:pt x="7506" y="13490"/>
                    <a:pt x="9341" y="9321"/>
                  </a:cubicBezTo>
                  <a:cubicBezTo>
                    <a:pt x="9441" y="9121"/>
                    <a:pt x="9341" y="8854"/>
                    <a:pt x="9074" y="8854"/>
                  </a:cubicBezTo>
                  <a:cubicBezTo>
                    <a:pt x="8397" y="8868"/>
                    <a:pt x="7714" y="8876"/>
                    <a:pt x="7028" y="8876"/>
                  </a:cubicBezTo>
                  <a:cubicBezTo>
                    <a:pt x="6058" y="8876"/>
                    <a:pt x="5081" y="8860"/>
                    <a:pt x="4104" y="8820"/>
                  </a:cubicBezTo>
                  <a:lnTo>
                    <a:pt x="8107" y="481"/>
                  </a:lnTo>
                  <a:cubicBezTo>
                    <a:pt x="8207" y="281"/>
                    <a:pt x="8073" y="14"/>
                    <a:pt x="7840" y="14"/>
                  </a:cubicBezTo>
                  <a:cubicBezTo>
                    <a:pt x="6743" y="14"/>
                    <a:pt x="5646"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1"/>
            <p:cNvSpPr/>
            <p:nvPr/>
          </p:nvSpPr>
          <p:spPr>
            <a:xfrm>
              <a:off x="2289801" y="2936161"/>
              <a:ext cx="151239" cy="367500"/>
            </a:xfrm>
            <a:custGeom>
              <a:rect b="b" l="l" r="r" t="t"/>
              <a:pathLst>
                <a:path extrusionOk="0" h="19782" w="8141">
                  <a:moveTo>
                    <a:pt x="1" y="1"/>
                  </a:moveTo>
                  <a:lnTo>
                    <a:pt x="1" y="1"/>
                  </a:lnTo>
                  <a:cubicBezTo>
                    <a:pt x="334" y="3670"/>
                    <a:pt x="334" y="7373"/>
                    <a:pt x="301" y="11075"/>
                  </a:cubicBezTo>
                  <a:lnTo>
                    <a:pt x="3270" y="11142"/>
                  </a:lnTo>
                  <a:cubicBezTo>
                    <a:pt x="3437" y="11142"/>
                    <a:pt x="3570" y="11276"/>
                    <a:pt x="3603" y="11442"/>
                  </a:cubicBezTo>
                  <a:cubicBezTo>
                    <a:pt x="3670" y="14211"/>
                    <a:pt x="3603" y="17013"/>
                    <a:pt x="3303" y="19782"/>
                  </a:cubicBezTo>
                  <a:lnTo>
                    <a:pt x="8140" y="8941"/>
                  </a:lnTo>
                  <a:lnTo>
                    <a:pt x="8140" y="8941"/>
                  </a:lnTo>
                  <a:cubicBezTo>
                    <a:pt x="7652" y="8950"/>
                    <a:pt x="7163" y="8954"/>
                    <a:pt x="6674" y="8954"/>
                  </a:cubicBezTo>
                  <a:cubicBezTo>
                    <a:pt x="5495" y="8954"/>
                    <a:pt x="4316" y="8931"/>
                    <a:pt x="3136" y="8907"/>
                  </a:cubicBezTo>
                  <a:cubicBezTo>
                    <a:pt x="2903" y="8874"/>
                    <a:pt x="2770" y="8640"/>
                    <a:pt x="2870" y="8440"/>
                  </a:cubicBezTo>
                  <a:cubicBezTo>
                    <a:pt x="4204" y="5638"/>
                    <a:pt x="5538" y="2870"/>
                    <a:pt x="6872" y="101"/>
                  </a:cubicBezTo>
                  <a:cubicBezTo>
                    <a:pt x="6105" y="101"/>
                    <a:pt x="5338" y="105"/>
                    <a:pt x="4572" y="105"/>
                  </a:cubicBezTo>
                  <a:cubicBezTo>
                    <a:pt x="3040" y="105"/>
                    <a:pt x="1513" y="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121"/>
          <p:cNvGrpSpPr/>
          <p:nvPr/>
        </p:nvGrpSpPr>
        <p:grpSpPr>
          <a:xfrm>
            <a:off x="1838327" y="1489125"/>
            <a:ext cx="897854" cy="863669"/>
            <a:chOff x="2213485" y="1488287"/>
            <a:chExt cx="772880" cy="743453"/>
          </a:xfrm>
        </p:grpSpPr>
        <p:sp>
          <p:nvSpPr>
            <p:cNvPr id="6636" name="Google Shape;6636;p121"/>
            <p:cNvSpPr/>
            <p:nvPr/>
          </p:nvSpPr>
          <p:spPr>
            <a:xfrm>
              <a:off x="2226861" y="1499712"/>
              <a:ext cx="747726" cy="722498"/>
            </a:xfrm>
            <a:custGeom>
              <a:rect b="b" l="l" r="r" t="t"/>
              <a:pathLst>
                <a:path extrusionOk="0" h="38891" w="40249">
                  <a:moveTo>
                    <a:pt x="36779" y="1735"/>
                  </a:moveTo>
                  <a:cubicBezTo>
                    <a:pt x="36913" y="1735"/>
                    <a:pt x="37013" y="1835"/>
                    <a:pt x="37013" y="1969"/>
                  </a:cubicBezTo>
                  <a:cubicBezTo>
                    <a:pt x="37113" y="2002"/>
                    <a:pt x="37146" y="2069"/>
                    <a:pt x="37180" y="2202"/>
                  </a:cubicBezTo>
                  <a:cubicBezTo>
                    <a:pt x="37447" y="13277"/>
                    <a:pt x="37513" y="24452"/>
                    <a:pt x="37113" y="35526"/>
                  </a:cubicBezTo>
                  <a:cubicBezTo>
                    <a:pt x="37080" y="35693"/>
                    <a:pt x="36980" y="35760"/>
                    <a:pt x="36846" y="35793"/>
                  </a:cubicBezTo>
                  <a:cubicBezTo>
                    <a:pt x="36846" y="35860"/>
                    <a:pt x="36779" y="35893"/>
                    <a:pt x="36646" y="35927"/>
                  </a:cubicBezTo>
                  <a:cubicBezTo>
                    <a:pt x="35766" y="36003"/>
                    <a:pt x="34871" y="36029"/>
                    <a:pt x="33970" y="36029"/>
                  </a:cubicBezTo>
                  <a:cubicBezTo>
                    <a:pt x="32107" y="36029"/>
                    <a:pt x="30217" y="35916"/>
                    <a:pt x="28373" y="35893"/>
                  </a:cubicBezTo>
                  <a:cubicBezTo>
                    <a:pt x="25605" y="35860"/>
                    <a:pt x="22836" y="35826"/>
                    <a:pt x="20067" y="35793"/>
                  </a:cubicBezTo>
                  <a:cubicBezTo>
                    <a:pt x="14530" y="35726"/>
                    <a:pt x="8960" y="35860"/>
                    <a:pt x="3456" y="35526"/>
                  </a:cubicBezTo>
                  <a:cubicBezTo>
                    <a:pt x="3389" y="35526"/>
                    <a:pt x="3356" y="35493"/>
                    <a:pt x="3322" y="35460"/>
                  </a:cubicBezTo>
                  <a:cubicBezTo>
                    <a:pt x="3292" y="35480"/>
                    <a:pt x="3255" y="35491"/>
                    <a:pt x="3218" y="35491"/>
                  </a:cubicBezTo>
                  <a:cubicBezTo>
                    <a:pt x="3133" y="35491"/>
                    <a:pt x="3045" y="35432"/>
                    <a:pt x="3022" y="35293"/>
                  </a:cubicBezTo>
                  <a:cubicBezTo>
                    <a:pt x="3022" y="35259"/>
                    <a:pt x="3022" y="35226"/>
                    <a:pt x="3022" y="35226"/>
                  </a:cubicBezTo>
                  <a:cubicBezTo>
                    <a:pt x="2788" y="29755"/>
                    <a:pt x="3089" y="24252"/>
                    <a:pt x="3155" y="18814"/>
                  </a:cubicBezTo>
                  <a:cubicBezTo>
                    <a:pt x="3222" y="13310"/>
                    <a:pt x="3289" y="7806"/>
                    <a:pt x="3356" y="2302"/>
                  </a:cubicBezTo>
                  <a:cubicBezTo>
                    <a:pt x="3356" y="2102"/>
                    <a:pt x="3556" y="2002"/>
                    <a:pt x="3722" y="2002"/>
                  </a:cubicBezTo>
                  <a:lnTo>
                    <a:pt x="3989" y="2002"/>
                  </a:lnTo>
                  <a:cubicBezTo>
                    <a:pt x="14897" y="1835"/>
                    <a:pt x="25838" y="2002"/>
                    <a:pt x="36779" y="1735"/>
                  </a:cubicBezTo>
                  <a:close/>
                  <a:moveTo>
                    <a:pt x="19834" y="1"/>
                  </a:moveTo>
                  <a:cubicBezTo>
                    <a:pt x="16532" y="1"/>
                    <a:pt x="13263" y="1"/>
                    <a:pt x="9994" y="34"/>
                  </a:cubicBezTo>
                  <a:cubicBezTo>
                    <a:pt x="8426" y="34"/>
                    <a:pt x="6891" y="34"/>
                    <a:pt x="5324" y="68"/>
                  </a:cubicBezTo>
                  <a:lnTo>
                    <a:pt x="2989" y="68"/>
                  </a:lnTo>
                  <a:cubicBezTo>
                    <a:pt x="2722" y="68"/>
                    <a:pt x="2455" y="53"/>
                    <a:pt x="2188" y="53"/>
                  </a:cubicBezTo>
                  <a:cubicBezTo>
                    <a:pt x="2055" y="53"/>
                    <a:pt x="1921" y="56"/>
                    <a:pt x="1788" y="68"/>
                  </a:cubicBezTo>
                  <a:cubicBezTo>
                    <a:pt x="1521" y="68"/>
                    <a:pt x="1254" y="101"/>
                    <a:pt x="987" y="168"/>
                  </a:cubicBezTo>
                  <a:cubicBezTo>
                    <a:pt x="787" y="434"/>
                    <a:pt x="587" y="701"/>
                    <a:pt x="387" y="1002"/>
                  </a:cubicBezTo>
                  <a:cubicBezTo>
                    <a:pt x="587" y="4471"/>
                    <a:pt x="420" y="8007"/>
                    <a:pt x="420" y="11509"/>
                  </a:cubicBezTo>
                  <a:lnTo>
                    <a:pt x="353" y="22317"/>
                  </a:lnTo>
                  <a:cubicBezTo>
                    <a:pt x="320" y="29689"/>
                    <a:pt x="287" y="29956"/>
                    <a:pt x="253" y="37294"/>
                  </a:cubicBezTo>
                  <a:cubicBezTo>
                    <a:pt x="253" y="37328"/>
                    <a:pt x="287" y="37394"/>
                    <a:pt x="287" y="37428"/>
                  </a:cubicBezTo>
                  <a:cubicBezTo>
                    <a:pt x="1" y="38653"/>
                    <a:pt x="1553" y="38891"/>
                    <a:pt x="3052" y="38891"/>
                  </a:cubicBezTo>
                  <a:cubicBezTo>
                    <a:pt x="4002" y="38891"/>
                    <a:pt x="4930" y="38795"/>
                    <a:pt x="5357" y="38795"/>
                  </a:cubicBezTo>
                  <a:lnTo>
                    <a:pt x="10260" y="38729"/>
                  </a:lnTo>
                  <a:cubicBezTo>
                    <a:pt x="13463" y="38695"/>
                    <a:pt x="16632" y="38628"/>
                    <a:pt x="19834" y="38595"/>
                  </a:cubicBezTo>
                  <a:cubicBezTo>
                    <a:pt x="25459" y="38538"/>
                    <a:pt x="31084" y="38382"/>
                    <a:pt x="36709" y="38382"/>
                  </a:cubicBezTo>
                  <a:cubicBezTo>
                    <a:pt x="37622" y="38382"/>
                    <a:pt x="38535" y="38386"/>
                    <a:pt x="39448" y="38395"/>
                  </a:cubicBezTo>
                  <a:lnTo>
                    <a:pt x="39481" y="38395"/>
                  </a:lnTo>
                  <a:cubicBezTo>
                    <a:pt x="39648" y="38328"/>
                    <a:pt x="39815" y="38295"/>
                    <a:pt x="39982" y="38295"/>
                  </a:cubicBezTo>
                  <a:cubicBezTo>
                    <a:pt x="40248" y="36494"/>
                    <a:pt x="40048" y="34526"/>
                    <a:pt x="40048" y="32725"/>
                  </a:cubicBezTo>
                  <a:lnTo>
                    <a:pt x="40048" y="32725"/>
                  </a:lnTo>
                  <a:cubicBezTo>
                    <a:pt x="40048" y="29240"/>
                    <a:pt x="40048" y="25775"/>
                    <a:pt x="40048" y="22283"/>
                  </a:cubicBezTo>
                  <a:lnTo>
                    <a:pt x="40048" y="10442"/>
                  </a:lnTo>
                  <a:cubicBezTo>
                    <a:pt x="40048" y="8474"/>
                    <a:pt x="40048" y="6472"/>
                    <a:pt x="40048" y="4504"/>
                  </a:cubicBezTo>
                  <a:cubicBezTo>
                    <a:pt x="40048" y="3203"/>
                    <a:pt x="40249" y="1335"/>
                    <a:pt x="39281" y="301"/>
                  </a:cubicBezTo>
                  <a:lnTo>
                    <a:pt x="39248" y="301"/>
                  </a:lnTo>
                  <a:cubicBezTo>
                    <a:pt x="32777" y="168"/>
                    <a:pt x="26305" y="1"/>
                    <a:pt x="19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1"/>
            <p:cNvSpPr/>
            <p:nvPr/>
          </p:nvSpPr>
          <p:spPr>
            <a:xfrm>
              <a:off x="2290433" y="1541864"/>
              <a:ext cx="617850" cy="616606"/>
            </a:xfrm>
            <a:custGeom>
              <a:rect b="b" l="l" r="r" t="t"/>
              <a:pathLst>
                <a:path extrusionOk="0" h="33191" w="33258">
                  <a:moveTo>
                    <a:pt x="33157" y="0"/>
                  </a:moveTo>
                  <a:lnTo>
                    <a:pt x="33157" y="0"/>
                  </a:lnTo>
                  <a:cubicBezTo>
                    <a:pt x="26614" y="242"/>
                    <a:pt x="20034" y="447"/>
                    <a:pt x="13469" y="447"/>
                  </a:cubicBezTo>
                  <a:cubicBezTo>
                    <a:pt x="9157" y="447"/>
                    <a:pt x="4852" y="358"/>
                    <a:pt x="567" y="134"/>
                  </a:cubicBezTo>
                  <a:lnTo>
                    <a:pt x="334" y="16545"/>
                  </a:lnTo>
                  <a:cubicBezTo>
                    <a:pt x="267" y="21983"/>
                    <a:pt x="401" y="27486"/>
                    <a:pt x="0" y="32924"/>
                  </a:cubicBezTo>
                  <a:lnTo>
                    <a:pt x="34" y="32924"/>
                  </a:lnTo>
                  <a:cubicBezTo>
                    <a:pt x="1800" y="32849"/>
                    <a:pt x="3567" y="32822"/>
                    <a:pt x="5334" y="32822"/>
                  </a:cubicBezTo>
                  <a:cubicBezTo>
                    <a:pt x="9105" y="32822"/>
                    <a:pt x="12875" y="32945"/>
                    <a:pt x="16645" y="32990"/>
                  </a:cubicBezTo>
                  <a:lnTo>
                    <a:pt x="24951" y="33057"/>
                  </a:lnTo>
                  <a:cubicBezTo>
                    <a:pt x="25215" y="33060"/>
                    <a:pt x="25480" y="33062"/>
                    <a:pt x="25746" y="33062"/>
                  </a:cubicBezTo>
                  <a:cubicBezTo>
                    <a:pt x="26915" y="33062"/>
                    <a:pt x="28104" y="33036"/>
                    <a:pt x="29295" y="33036"/>
                  </a:cubicBezTo>
                  <a:cubicBezTo>
                    <a:pt x="30577" y="33036"/>
                    <a:pt x="31862" y="33066"/>
                    <a:pt x="33124" y="33191"/>
                  </a:cubicBezTo>
                  <a:cubicBezTo>
                    <a:pt x="33157" y="22116"/>
                    <a:pt x="33257" y="11075"/>
                    <a:pt x="33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1"/>
            <p:cNvSpPr/>
            <p:nvPr/>
          </p:nvSpPr>
          <p:spPr>
            <a:xfrm>
              <a:off x="2213485" y="1488287"/>
              <a:ext cx="772880" cy="743453"/>
            </a:xfrm>
            <a:custGeom>
              <a:rect b="b" l="l" r="r" t="t"/>
              <a:pathLst>
                <a:path extrusionOk="0" h="40019" w="41603">
                  <a:moveTo>
                    <a:pt x="20554" y="616"/>
                  </a:moveTo>
                  <a:cubicBezTo>
                    <a:pt x="27025" y="616"/>
                    <a:pt x="33497" y="783"/>
                    <a:pt x="39968" y="916"/>
                  </a:cubicBezTo>
                  <a:lnTo>
                    <a:pt x="40001" y="916"/>
                  </a:lnTo>
                  <a:cubicBezTo>
                    <a:pt x="40969" y="1950"/>
                    <a:pt x="40768" y="3818"/>
                    <a:pt x="40768" y="5119"/>
                  </a:cubicBezTo>
                  <a:cubicBezTo>
                    <a:pt x="40768" y="7120"/>
                    <a:pt x="40768" y="9089"/>
                    <a:pt x="40768" y="11057"/>
                  </a:cubicBezTo>
                  <a:lnTo>
                    <a:pt x="40768" y="22898"/>
                  </a:lnTo>
                  <a:cubicBezTo>
                    <a:pt x="40768" y="26390"/>
                    <a:pt x="40768" y="29855"/>
                    <a:pt x="40768" y="33340"/>
                  </a:cubicBezTo>
                  <a:lnTo>
                    <a:pt x="40768" y="33340"/>
                  </a:lnTo>
                  <a:cubicBezTo>
                    <a:pt x="40768" y="35141"/>
                    <a:pt x="40968" y="37109"/>
                    <a:pt x="40702" y="38910"/>
                  </a:cubicBezTo>
                  <a:cubicBezTo>
                    <a:pt x="40535" y="38910"/>
                    <a:pt x="40368" y="38943"/>
                    <a:pt x="40201" y="39010"/>
                  </a:cubicBezTo>
                  <a:lnTo>
                    <a:pt x="40168" y="39010"/>
                  </a:lnTo>
                  <a:cubicBezTo>
                    <a:pt x="39584" y="39007"/>
                    <a:pt x="39000" y="39006"/>
                    <a:pt x="38416" y="39006"/>
                  </a:cubicBezTo>
                  <a:cubicBezTo>
                    <a:pt x="32462" y="39006"/>
                    <a:pt x="26508" y="39149"/>
                    <a:pt x="20554" y="39210"/>
                  </a:cubicBezTo>
                  <a:cubicBezTo>
                    <a:pt x="17352" y="39277"/>
                    <a:pt x="14183" y="39310"/>
                    <a:pt x="10980" y="39344"/>
                  </a:cubicBezTo>
                  <a:lnTo>
                    <a:pt x="6077" y="39410"/>
                  </a:lnTo>
                  <a:cubicBezTo>
                    <a:pt x="5650" y="39410"/>
                    <a:pt x="4722" y="39506"/>
                    <a:pt x="3772" y="39506"/>
                  </a:cubicBezTo>
                  <a:cubicBezTo>
                    <a:pt x="2273" y="39506"/>
                    <a:pt x="721" y="39268"/>
                    <a:pt x="1007" y="38043"/>
                  </a:cubicBezTo>
                  <a:cubicBezTo>
                    <a:pt x="1007" y="38009"/>
                    <a:pt x="1007" y="37943"/>
                    <a:pt x="973" y="37909"/>
                  </a:cubicBezTo>
                  <a:cubicBezTo>
                    <a:pt x="1007" y="30571"/>
                    <a:pt x="1040" y="30304"/>
                    <a:pt x="1073" y="22965"/>
                  </a:cubicBezTo>
                  <a:lnTo>
                    <a:pt x="1140" y="12124"/>
                  </a:lnTo>
                  <a:cubicBezTo>
                    <a:pt x="1140" y="8622"/>
                    <a:pt x="1307" y="5086"/>
                    <a:pt x="1107" y="1617"/>
                  </a:cubicBezTo>
                  <a:cubicBezTo>
                    <a:pt x="1307" y="1316"/>
                    <a:pt x="1507" y="1049"/>
                    <a:pt x="1707" y="783"/>
                  </a:cubicBezTo>
                  <a:cubicBezTo>
                    <a:pt x="1974" y="716"/>
                    <a:pt x="2241" y="683"/>
                    <a:pt x="2508" y="683"/>
                  </a:cubicBezTo>
                  <a:lnTo>
                    <a:pt x="6044" y="683"/>
                  </a:lnTo>
                  <a:cubicBezTo>
                    <a:pt x="7611" y="649"/>
                    <a:pt x="9146" y="649"/>
                    <a:pt x="10714" y="649"/>
                  </a:cubicBezTo>
                  <a:cubicBezTo>
                    <a:pt x="13983" y="616"/>
                    <a:pt x="17252" y="616"/>
                    <a:pt x="20554" y="616"/>
                  </a:cubicBezTo>
                  <a:close/>
                  <a:moveTo>
                    <a:pt x="22897" y="1"/>
                  </a:moveTo>
                  <a:cubicBezTo>
                    <a:pt x="21071" y="1"/>
                    <a:pt x="19245" y="7"/>
                    <a:pt x="17418" y="15"/>
                  </a:cubicBezTo>
                  <a:cubicBezTo>
                    <a:pt x="13716" y="15"/>
                    <a:pt x="10013" y="49"/>
                    <a:pt x="6310" y="82"/>
                  </a:cubicBezTo>
                  <a:cubicBezTo>
                    <a:pt x="5443" y="82"/>
                    <a:pt x="4576" y="115"/>
                    <a:pt x="3709" y="115"/>
                  </a:cubicBezTo>
                  <a:cubicBezTo>
                    <a:pt x="3401" y="115"/>
                    <a:pt x="3057" y="94"/>
                    <a:pt x="2714" y="94"/>
                  </a:cubicBezTo>
                  <a:cubicBezTo>
                    <a:pt x="2314" y="94"/>
                    <a:pt x="1915" y="123"/>
                    <a:pt x="1574" y="249"/>
                  </a:cubicBezTo>
                  <a:cubicBezTo>
                    <a:pt x="873" y="516"/>
                    <a:pt x="540" y="1016"/>
                    <a:pt x="706" y="1717"/>
                  </a:cubicBezTo>
                  <a:cubicBezTo>
                    <a:pt x="506" y="5086"/>
                    <a:pt x="606" y="8488"/>
                    <a:pt x="606" y="11857"/>
                  </a:cubicBezTo>
                  <a:cubicBezTo>
                    <a:pt x="573" y="15560"/>
                    <a:pt x="573" y="19229"/>
                    <a:pt x="540" y="22932"/>
                  </a:cubicBezTo>
                  <a:cubicBezTo>
                    <a:pt x="506" y="30337"/>
                    <a:pt x="473" y="30637"/>
                    <a:pt x="440" y="38043"/>
                  </a:cubicBezTo>
                  <a:cubicBezTo>
                    <a:pt x="440" y="38143"/>
                    <a:pt x="473" y="38209"/>
                    <a:pt x="540" y="38243"/>
                  </a:cubicBezTo>
                  <a:cubicBezTo>
                    <a:pt x="1" y="39789"/>
                    <a:pt x="2209" y="40019"/>
                    <a:pt x="3918" y="40019"/>
                  </a:cubicBezTo>
                  <a:cubicBezTo>
                    <a:pt x="4643" y="40019"/>
                    <a:pt x="5278" y="39977"/>
                    <a:pt x="5577" y="39977"/>
                  </a:cubicBezTo>
                  <a:lnTo>
                    <a:pt x="17185" y="39844"/>
                  </a:lnTo>
                  <a:cubicBezTo>
                    <a:pt x="24790" y="39744"/>
                    <a:pt x="32396" y="39777"/>
                    <a:pt x="39968" y="39544"/>
                  </a:cubicBezTo>
                  <a:cubicBezTo>
                    <a:pt x="40143" y="39619"/>
                    <a:pt x="40318" y="39656"/>
                    <a:pt x="40493" y="39656"/>
                  </a:cubicBezTo>
                  <a:cubicBezTo>
                    <a:pt x="40552" y="39656"/>
                    <a:pt x="40610" y="39652"/>
                    <a:pt x="40668" y="39644"/>
                  </a:cubicBezTo>
                  <a:cubicBezTo>
                    <a:pt x="40733" y="39740"/>
                    <a:pt x="40852" y="39798"/>
                    <a:pt x="40961" y="39798"/>
                  </a:cubicBezTo>
                  <a:cubicBezTo>
                    <a:pt x="41078" y="39798"/>
                    <a:pt x="41185" y="39732"/>
                    <a:pt x="41202" y="39577"/>
                  </a:cubicBezTo>
                  <a:cubicBezTo>
                    <a:pt x="41602" y="37743"/>
                    <a:pt x="41402" y="35741"/>
                    <a:pt x="41402" y="33874"/>
                  </a:cubicBezTo>
                  <a:lnTo>
                    <a:pt x="41402" y="33874"/>
                  </a:lnTo>
                  <a:cubicBezTo>
                    <a:pt x="41402" y="29626"/>
                    <a:pt x="41402" y="25377"/>
                    <a:pt x="41402" y="21097"/>
                  </a:cubicBezTo>
                  <a:cubicBezTo>
                    <a:pt x="41402" y="16727"/>
                    <a:pt x="41402" y="12358"/>
                    <a:pt x="41402" y="7954"/>
                  </a:cubicBezTo>
                  <a:cubicBezTo>
                    <a:pt x="41402" y="6153"/>
                    <a:pt x="41569" y="4218"/>
                    <a:pt x="41269" y="2417"/>
                  </a:cubicBezTo>
                  <a:cubicBezTo>
                    <a:pt x="41069" y="1350"/>
                    <a:pt x="40635" y="416"/>
                    <a:pt x="39534" y="49"/>
                  </a:cubicBezTo>
                  <a:cubicBezTo>
                    <a:pt x="39520" y="45"/>
                    <a:pt x="39506" y="44"/>
                    <a:pt x="39492" y="44"/>
                  </a:cubicBezTo>
                  <a:cubicBezTo>
                    <a:pt x="39374" y="44"/>
                    <a:pt x="39271" y="163"/>
                    <a:pt x="39301" y="282"/>
                  </a:cubicBezTo>
                  <a:cubicBezTo>
                    <a:pt x="33847" y="57"/>
                    <a:pt x="28374" y="1"/>
                    <a:pt x="228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1"/>
            <p:cNvSpPr/>
            <p:nvPr/>
          </p:nvSpPr>
          <p:spPr>
            <a:xfrm>
              <a:off x="2282983" y="1531944"/>
              <a:ext cx="640794" cy="637115"/>
            </a:xfrm>
            <a:custGeom>
              <a:rect b="b" l="l" r="r" t="t"/>
              <a:pathLst>
                <a:path extrusionOk="0" h="34295" w="34493">
                  <a:moveTo>
                    <a:pt x="33758" y="0"/>
                  </a:moveTo>
                  <a:cubicBezTo>
                    <a:pt x="22817" y="267"/>
                    <a:pt x="11909" y="134"/>
                    <a:pt x="968" y="301"/>
                  </a:cubicBezTo>
                  <a:lnTo>
                    <a:pt x="968" y="668"/>
                  </a:lnTo>
                  <a:cubicBezTo>
                    <a:pt x="5355" y="898"/>
                    <a:pt x="9764" y="990"/>
                    <a:pt x="14179" y="990"/>
                  </a:cubicBezTo>
                  <a:cubicBezTo>
                    <a:pt x="20642" y="990"/>
                    <a:pt x="27118" y="792"/>
                    <a:pt x="33558" y="534"/>
                  </a:cubicBezTo>
                  <a:lnTo>
                    <a:pt x="33558" y="534"/>
                  </a:lnTo>
                  <a:cubicBezTo>
                    <a:pt x="33658" y="11609"/>
                    <a:pt x="33558" y="22683"/>
                    <a:pt x="33525" y="33725"/>
                  </a:cubicBezTo>
                  <a:cubicBezTo>
                    <a:pt x="32404" y="33614"/>
                    <a:pt x="31267" y="33584"/>
                    <a:pt x="30129" y="33584"/>
                  </a:cubicBezTo>
                  <a:cubicBezTo>
                    <a:pt x="28745" y="33584"/>
                    <a:pt x="27361" y="33628"/>
                    <a:pt x="26006" y="33628"/>
                  </a:cubicBezTo>
                  <a:cubicBezTo>
                    <a:pt x="25787" y="33628"/>
                    <a:pt x="25569" y="33627"/>
                    <a:pt x="25352" y="33624"/>
                  </a:cubicBezTo>
                  <a:lnTo>
                    <a:pt x="17046" y="33524"/>
                  </a:lnTo>
                  <a:cubicBezTo>
                    <a:pt x="13276" y="33479"/>
                    <a:pt x="9506" y="33356"/>
                    <a:pt x="5735" y="33356"/>
                  </a:cubicBezTo>
                  <a:cubicBezTo>
                    <a:pt x="3968" y="33356"/>
                    <a:pt x="2201" y="33383"/>
                    <a:pt x="435" y="33458"/>
                  </a:cubicBezTo>
                  <a:lnTo>
                    <a:pt x="401" y="33458"/>
                  </a:lnTo>
                  <a:lnTo>
                    <a:pt x="1" y="33491"/>
                  </a:lnTo>
                  <a:cubicBezTo>
                    <a:pt x="1" y="33524"/>
                    <a:pt x="1" y="33558"/>
                    <a:pt x="34" y="33591"/>
                  </a:cubicBezTo>
                  <a:cubicBezTo>
                    <a:pt x="34" y="33705"/>
                    <a:pt x="112" y="33757"/>
                    <a:pt x="204" y="33757"/>
                  </a:cubicBezTo>
                  <a:cubicBezTo>
                    <a:pt x="247" y="33757"/>
                    <a:pt x="292" y="33746"/>
                    <a:pt x="335" y="33725"/>
                  </a:cubicBezTo>
                  <a:cubicBezTo>
                    <a:pt x="335" y="33758"/>
                    <a:pt x="368" y="33791"/>
                    <a:pt x="435" y="33791"/>
                  </a:cubicBezTo>
                  <a:cubicBezTo>
                    <a:pt x="5939" y="34125"/>
                    <a:pt x="11509" y="34025"/>
                    <a:pt x="17046" y="34058"/>
                  </a:cubicBezTo>
                  <a:cubicBezTo>
                    <a:pt x="19815" y="34091"/>
                    <a:pt x="22584" y="34125"/>
                    <a:pt x="25352" y="34158"/>
                  </a:cubicBezTo>
                  <a:cubicBezTo>
                    <a:pt x="27196" y="34181"/>
                    <a:pt x="29086" y="34294"/>
                    <a:pt x="30960" y="34294"/>
                  </a:cubicBezTo>
                  <a:cubicBezTo>
                    <a:pt x="31865" y="34294"/>
                    <a:pt x="32767" y="34268"/>
                    <a:pt x="33658" y="34192"/>
                  </a:cubicBezTo>
                  <a:cubicBezTo>
                    <a:pt x="33758" y="34192"/>
                    <a:pt x="33825" y="34125"/>
                    <a:pt x="33858" y="34058"/>
                  </a:cubicBezTo>
                  <a:cubicBezTo>
                    <a:pt x="33959" y="34025"/>
                    <a:pt x="34059" y="33958"/>
                    <a:pt x="34092" y="33791"/>
                  </a:cubicBezTo>
                  <a:cubicBezTo>
                    <a:pt x="34492" y="22717"/>
                    <a:pt x="34426" y="11542"/>
                    <a:pt x="34159" y="467"/>
                  </a:cubicBezTo>
                  <a:cubicBezTo>
                    <a:pt x="34159" y="334"/>
                    <a:pt x="34092" y="267"/>
                    <a:pt x="33992" y="234"/>
                  </a:cubicBezTo>
                  <a:cubicBezTo>
                    <a:pt x="33992" y="100"/>
                    <a:pt x="33925" y="0"/>
                    <a:pt x="337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1"/>
            <p:cNvSpPr/>
            <p:nvPr/>
          </p:nvSpPr>
          <p:spPr>
            <a:xfrm>
              <a:off x="2278655" y="1536904"/>
              <a:ext cx="22330" cy="617237"/>
            </a:xfrm>
            <a:custGeom>
              <a:rect b="b" l="l" r="r" t="t"/>
              <a:pathLst>
                <a:path extrusionOk="0" h="33225" w="1202">
                  <a:moveTo>
                    <a:pt x="1201" y="0"/>
                  </a:moveTo>
                  <a:cubicBezTo>
                    <a:pt x="1101" y="0"/>
                    <a:pt x="1035" y="0"/>
                    <a:pt x="934" y="34"/>
                  </a:cubicBezTo>
                  <a:cubicBezTo>
                    <a:pt x="913" y="29"/>
                    <a:pt x="892" y="27"/>
                    <a:pt x="870" y="27"/>
                  </a:cubicBezTo>
                  <a:cubicBezTo>
                    <a:pt x="720" y="27"/>
                    <a:pt x="568" y="126"/>
                    <a:pt x="568" y="300"/>
                  </a:cubicBezTo>
                  <a:cubicBezTo>
                    <a:pt x="501" y="5804"/>
                    <a:pt x="434" y="11308"/>
                    <a:pt x="367" y="16812"/>
                  </a:cubicBezTo>
                  <a:cubicBezTo>
                    <a:pt x="301" y="22250"/>
                    <a:pt x="0" y="27753"/>
                    <a:pt x="234" y="33224"/>
                  </a:cubicBezTo>
                  <a:lnTo>
                    <a:pt x="634" y="33191"/>
                  </a:lnTo>
                  <a:cubicBezTo>
                    <a:pt x="1035" y="27753"/>
                    <a:pt x="901" y="22250"/>
                    <a:pt x="968" y="16812"/>
                  </a:cubicBezTo>
                  <a:cubicBezTo>
                    <a:pt x="1035" y="11342"/>
                    <a:pt x="1135" y="5871"/>
                    <a:pt x="1201" y="401"/>
                  </a:cubicBezTo>
                  <a:lnTo>
                    <a:pt x="12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1" name="Google Shape;6641;p121"/>
          <p:cNvSpPr/>
          <p:nvPr/>
        </p:nvSpPr>
        <p:spPr>
          <a:xfrm>
            <a:off x="1609782" y="3233751"/>
            <a:ext cx="164019" cy="351757"/>
          </a:xfrm>
          <a:custGeom>
            <a:rect b="b" l="l" r="r" t="t"/>
            <a:pathLst>
              <a:path extrusionOk="0" h="16299" w="7600">
                <a:moveTo>
                  <a:pt x="4482" y="522"/>
                </a:moveTo>
                <a:cubicBezTo>
                  <a:pt x="5254" y="522"/>
                  <a:pt x="6017" y="553"/>
                  <a:pt x="6799" y="601"/>
                </a:cubicBezTo>
                <a:cubicBezTo>
                  <a:pt x="5931" y="2803"/>
                  <a:pt x="4864" y="4904"/>
                  <a:pt x="3530" y="6872"/>
                </a:cubicBezTo>
                <a:cubicBezTo>
                  <a:pt x="3430" y="7039"/>
                  <a:pt x="3530" y="7273"/>
                  <a:pt x="3730" y="7339"/>
                </a:cubicBezTo>
                <a:cubicBezTo>
                  <a:pt x="4597" y="7606"/>
                  <a:pt x="5464" y="7740"/>
                  <a:pt x="6398" y="7740"/>
                </a:cubicBezTo>
                <a:cubicBezTo>
                  <a:pt x="5197" y="9908"/>
                  <a:pt x="4030" y="12076"/>
                  <a:pt x="2862" y="14244"/>
                </a:cubicBezTo>
                <a:cubicBezTo>
                  <a:pt x="3129" y="12677"/>
                  <a:pt x="3530" y="11109"/>
                  <a:pt x="4030" y="9541"/>
                </a:cubicBezTo>
                <a:cubicBezTo>
                  <a:pt x="4097" y="9408"/>
                  <a:pt x="3997" y="9208"/>
                  <a:pt x="3830" y="9174"/>
                </a:cubicBezTo>
                <a:cubicBezTo>
                  <a:pt x="3184" y="9045"/>
                  <a:pt x="2551" y="8971"/>
                  <a:pt x="1924" y="8971"/>
                </a:cubicBezTo>
                <a:cubicBezTo>
                  <a:pt x="1580" y="8971"/>
                  <a:pt x="1237" y="8993"/>
                  <a:pt x="894" y="9041"/>
                </a:cubicBezTo>
                <a:cubicBezTo>
                  <a:pt x="2062" y="6372"/>
                  <a:pt x="3029" y="3670"/>
                  <a:pt x="3763" y="868"/>
                </a:cubicBezTo>
                <a:cubicBezTo>
                  <a:pt x="3796" y="701"/>
                  <a:pt x="3730" y="601"/>
                  <a:pt x="3630" y="535"/>
                </a:cubicBezTo>
                <a:cubicBezTo>
                  <a:pt x="3916" y="526"/>
                  <a:pt x="4199" y="522"/>
                  <a:pt x="4482" y="522"/>
                </a:cubicBezTo>
                <a:close/>
                <a:moveTo>
                  <a:pt x="5989" y="1"/>
                </a:moveTo>
                <a:cubicBezTo>
                  <a:pt x="5157" y="1"/>
                  <a:pt x="4319" y="45"/>
                  <a:pt x="3496" y="134"/>
                </a:cubicBezTo>
                <a:cubicBezTo>
                  <a:pt x="3296" y="134"/>
                  <a:pt x="3229" y="368"/>
                  <a:pt x="3363" y="468"/>
                </a:cubicBezTo>
                <a:cubicBezTo>
                  <a:pt x="3263" y="501"/>
                  <a:pt x="3196" y="568"/>
                  <a:pt x="3163" y="701"/>
                </a:cubicBezTo>
                <a:cubicBezTo>
                  <a:pt x="2395" y="3637"/>
                  <a:pt x="1395" y="6506"/>
                  <a:pt x="94" y="9241"/>
                </a:cubicBezTo>
                <a:cubicBezTo>
                  <a:pt x="0" y="9491"/>
                  <a:pt x="169" y="9711"/>
                  <a:pt x="410" y="9711"/>
                </a:cubicBezTo>
                <a:cubicBezTo>
                  <a:pt x="427" y="9711"/>
                  <a:pt x="444" y="9710"/>
                  <a:pt x="461" y="9708"/>
                </a:cubicBezTo>
                <a:cubicBezTo>
                  <a:pt x="944" y="9624"/>
                  <a:pt x="1420" y="9583"/>
                  <a:pt x="1895" y="9583"/>
                </a:cubicBezTo>
                <a:cubicBezTo>
                  <a:pt x="2370" y="9583"/>
                  <a:pt x="2846" y="9624"/>
                  <a:pt x="3329" y="9708"/>
                </a:cubicBezTo>
                <a:cubicBezTo>
                  <a:pt x="2696" y="11776"/>
                  <a:pt x="2229" y="13844"/>
                  <a:pt x="1995" y="15979"/>
                </a:cubicBezTo>
                <a:cubicBezTo>
                  <a:pt x="1975" y="16182"/>
                  <a:pt x="2140" y="16299"/>
                  <a:pt x="2302" y="16299"/>
                </a:cubicBezTo>
                <a:cubicBezTo>
                  <a:pt x="2407" y="16299"/>
                  <a:pt x="2510" y="16250"/>
                  <a:pt x="2562" y="16146"/>
                </a:cubicBezTo>
                <a:cubicBezTo>
                  <a:pt x="4063" y="13277"/>
                  <a:pt x="5598" y="10442"/>
                  <a:pt x="7166" y="7606"/>
                </a:cubicBezTo>
                <a:cubicBezTo>
                  <a:pt x="7299" y="7406"/>
                  <a:pt x="7132" y="7139"/>
                  <a:pt x="6899" y="7139"/>
                </a:cubicBezTo>
                <a:cubicBezTo>
                  <a:pt x="6806" y="7143"/>
                  <a:pt x="6713" y="7144"/>
                  <a:pt x="6622" y="7144"/>
                </a:cubicBezTo>
                <a:cubicBezTo>
                  <a:pt x="5826" y="7144"/>
                  <a:pt x="5075" y="7019"/>
                  <a:pt x="4297" y="6839"/>
                </a:cubicBezTo>
                <a:cubicBezTo>
                  <a:pt x="5598" y="4838"/>
                  <a:pt x="6699" y="2669"/>
                  <a:pt x="7532" y="401"/>
                </a:cubicBezTo>
                <a:cubicBezTo>
                  <a:pt x="7599" y="234"/>
                  <a:pt x="7432" y="34"/>
                  <a:pt x="7232" y="34"/>
                </a:cubicBezTo>
                <a:cubicBezTo>
                  <a:pt x="6821" y="12"/>
                  <a:pt x="6406" y="1"/>
                  <a:pt x="5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1"/>
          <p:cNvSpPr/>
          <p:nvPr/>
        </p:nvSpPr>
        <p:spPr>
          <a:xfrm>
            <a:off x="1308008" y="3180380"/>
            <a:ext cx="156941" cy="420213"/>
          </a:xfrm>
          <a:custGeom>
            <a:rect b="b" l="l" r="r" t="t"/>
            <a:pathLst>
              <a:path extrusionOk="0" h="19471" w="7272">
                <a:moveTo>
                  <a:pt x="4570" y="2807"/>
                </a:moveTo>
                <a:lnTo>
                  <a:pt x="4570" y="2807"/>
                </a:lnTo>
                <a:cubicBezTo>
                  <a:pt x="4203" y="4642"/>
                  <a:pt x="3769" y="6477"/>
                  <a:pt x="3202" y="8278"/>
                </a:cubicBezTo>
                <a:cubicBezTo>
                  <a:pt x="3136" y="8478"/>
                  <a:pt x="3302" y="8645"/>
                  <a:pt x="3503" y="8645"/>
                </a:cubicBezTo>
                <a:cubicBezTo>
                  <a:pt x="4503" y="8678"/>
                  <a:pt x="5471" y="8745"/>
                  <a:pt x="6438" y="8845"/>
                </a:cubicBezTo>
                <a:cubicBezTo>
                  <a:pt x="5371" y="11480"/>
                  <a:pt x="4270" y="14082"/>
                  <a:pt x="3202" y="16717"/>
                </a:cubicBezTo>
                <a:cubicBezTo>
                  <a:pt x="3536" y="14716"/>
                  <a:pt x="3936" y="12715"/>
                  <a:pt x="4470" y="10746"/>
                </a:cubicBezTo>
                <a:cubicBezTo>
                  <a:pt x="4503" y="10546"/>
                  <a:pt x="4370" y="10380"/>
                  <a:pt x="4170" y="10346"/>
                </a:cubicBezTo>
                <a:cubicBezTo>
                  <a:pt x="3069" y="10313"/>
                  <a:pt x="2002" y="10246"/>
                  <a:pt x="934" y="10179"/>
                </a:cubicBezTo>
                <a:cubicBezTo>
                  <a:pt x="2335" y="7811"/>
                  <a:pt x="3536" y="5343"/>
                  <a:pt x="4570" y="2807"/>
                </a:cubicBezTo>
                <a:close/>
                <a:moveTo>
                  <a:pt x="5170" y="0"/>
                </a:moveTo>
                <a:cubicBezTo>
                  <a:pt x="5046" y="0"/>
                  <a:pt x="4922" y="62"/>
                  <a:pt x="4870" y="206"/>
                </a:cubicBezTo>
                <a:cubicBezTo>
                  <a:pt x="3636" y="3741"/>
                  <a:pt x="2068" y="7111"/>
                  <a:pt x="134" y="10279"/>
                </a:cubicBezTo>
                <a:cubicBezTo>
                  <a:pt x="0" y="10513"/>
                  <a:pt x="167" y="10746"/>
                  <a:pt x="400" y="10746"/>
                </a:cubicBezTo>
                <a:cubicBezTo>
                  <a:pt x="1501" y="10813"/>
                  <a:pt x="2635" y="10880"/>
                  <a:pt x="3769" y="10947"/>
                </a:cubicBezTo>
                <a:cubicBezTo>
                  <a:pt x="3102" y="13649"/>
                  <a:pt x="2569" y="16351"/>
                  <a:pt x="2202" y="19086"/>
                </a:cubicBezTo>
                <a:cubicBezTo>
                  <a:pt x="2202" y="19119"/>
                  <a:pt x="2202" y="19153"/>
                  <a:pt x="2202" y="19186"/>
                </a:cubicBezTo>
                <a:cubicBezTo>
                  <a:pt x="2167" y="19379"/>
                  <a:pt x="2306" y="19470"/>
                  <a:pt x="2461" y="19470"/>
                </a:cubicBezTo>
                <a:cubicBezTo>
                  <a:pt x="2602" y="19470"/>
                  <a:pt x="2755" y="19395"/>
                  <a:pt x="2802" y="19253"/>
                </a:cubicBezTo>
                <a:lnTo>
                  <a:pt x="7172" y="8678"/>
                </a:lnTo>
                <a:cubicBezTo>
                  <a:pt x="7272" y="8445"/>
                  <a:pt x="7038" y="8278"/>
                  <a:pt x="6872" y="8278"/>
                </a:cubicBezTo>
                <a:cubicBezTo>
                  <a:pt x="5871" y="8145"/>
                  <a:pt x="4904" y="8078"/>
                  <a:pt x="3903" y="8045"/>
                </a:cubicBezTo>
                <a:cubicBezTo>
                  <a:pt x="4637" y="5676"/>
                  <a:pt x="5137" y="3241"/>
                  <a:pt x="5337" y="739"/>
                </a:cubicBezTo>
                <a:cubicBezTo>
                  <a:pt x="5371" y="639"/>
                  <a:pt x="5437" y="506"/>
                  <a:pt x="5471" y="372"/>
                </a:cubicBezTo>
                <a:cubicBezTo>
                  <a:pt x="5552" y="149"/>
                  <a:pt x="5361" y="0"/>
                  <a:pt x="5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3" name="Google Shape;6643;p121"/>
          <p:cNvGrpSpPr/>
          <p:nvPr/>
        </p:nvGrpSpPr>
        <p:grpSpPr>
          <a:xfrm>
            <a:off x="891183" y="2789820"/>
            <a:ext cx="671680" cy="234310"/>
            <a:chOff x="2248912" y="2607934"/>
            <a:chExt cx="578188" cy="201696"/>
          </a:xfrm>
        </p:grpSpPr>
        <p:sp>
          <p:nvSpPr>
            <p:cNvPr id="6644" name="Google Shape;6644;p121"/>
            <p:cNvSpPr/>
            <p:nvPr/>
          </p:nvSpPr>
          <p:spPr>
            <a:xfrm>
              <a:off x="2261303" y="2607934"/>
              <a:ext cx="565796" cy="201696"/>
            </a:xfrm>
            <a:custGeom>
              <a:rect b="b" l="l" r="r" t="t"/>
              <a:pathLst>
                <a:path extrusionOk="0" h="10857" w="30456">
                  <a:moveTo>
                    <a:pt x="23111" y="0"/>
                  </a:moveTo>
                  <a:cubicBezTo>
                    <a:pt x="22964" y="0"/>
                    <a:pt x="22805" y="97"/>
                    <a:pt x="22783" y="290"/>
                  </a:cubicBezTo>
                  <a:cubicBezTo>
                    <a:pt x="22750" y="1157"/>
                    <a:pt x="22750" y="1991"/>
                    <a:pt x="22783" y="2858"/>
                  </a:cubicBezTo>
                  <a:lnTo>
                    <a:pt x="23217" y="2892"/>
                  </a:lnTo>
                  <a:cubicBezTo>
                    <a:pt x="23317" y="2158"/>
                    <a:pt x="23350" y="1391"/>
                    <a:pt x="23384" y="657"/>
                  </a:cubicBezTo>
                  <a:cubicBezTo>
                    <a:pt x="25485" y="2024"/>
                    <a:pt x="27553" y="3425"/>
                    <a:pt x="29588" y="4893"/>
                  </a:cubicBezTo>
                  <a:cubicBezTo>
                    <a:pt x="27520" y="6728"/>
                    <a:pt x="25385" y="8462"/>
                    <a:pt x="23317" y="10264"/>
                  </a:cubicBezTo>
                  <a:cubicBezTo>
                    <a:pt x="23350" y="9797"/>
                    <a:pt x="23250" y="9296"/>
                    <a:pt x="23217" y="8796"/>
                  </a:cubicBezTo>
                  <a:cubicBezTo>
                    <a:pt x="23184" y="8229"/>
                    <a:pt x="23117" y="7662"/>
                    <a:pt x="23017" y="7095"/>
                  </a:cubicBezTo>
                  <a:cubicBezTo>
                    <a:pt x="23017" y="7028"/>
                    <a:pt x="22984" y="6961"/>
                    <a:pt x="22950" y="6961"/>
                  </a:cubicBezTo>
                  <a:cubicBezTo>
                    <a:pt x="22950" y="6861"/>
                    <a:pt x="22883" y="6761"/>
                    <a:pt x="22783" y="6728"/>
                  </a:cubicBezTo>
                  <a:cubicBezTo>
                    <a:pt x="21082" y="6461"/>
                    <a:pt x="19281" y="6528"/>
                    <a:pt x="17546" y="6494"/>
                  </a:cubicBezTo>
                  <a:cubicBezTo>
                    <a:pt x="15578" y="6461"/>
                    <a:pt x="13577" y="6461"/>
                    <a:pt x="11609" y="6461"/>
                  </a:cubicBezTo>
                  <a:cubicBezTo>
                    <a:pt x="7739" y="6494"/>
                    <a:pt x="3837" y="6494"/>
                    <a:pt x="0" y="6861"/>
                  </a:cubicBezTo>
                  <a:lnTo>
                    <a:pt x="0" y="7228"/>
                  </a:lnTo>
                  <a:cubicBezTo>
                    <a:pt x="252" y="7230"/>
                    <a:pt x="503" y="7231"/>
                    <a:pt x="755" y="7231"/>
                  </a:cubicBezTo>
                  <a:cubicBezTo>
                    <a:pt x="4277" y="7231"/>
                    <a:pt x="7824" y="7028"/>
                    <a:pt x="11342" y="7028"/>
                  </a:cubicBezTo>
                  <a:cubicBezTo>
                    <a:pt x="13243" y="7028"/>
                    <a:pt x="15145" y="7061"/>
                    <a:pt x="17013" y="7095"/>
                  </a:cubicBezTo>
                  <a:cubicBezTo>
                    <a:pt x="18398" y="7120"/>
                    <a:pt x="19821" y="7240"/>
                    <a:pt x="21210" y="7240"/>
                  </a:cubicBezTo>
                  <a:cubicBezTo>
                    <a:pt x="21661" y="7240"/>
                    <a:pt x="22109" y="7227"/>
                    <a:pt x="22550" y="7195"/>
                  </a:cubicBezTo>
                  <a:cubicBezTo>
                    <a:pt x="22550" y="7795"/>
                    <a:pt x="22583" y="8362"/>
                    <a:pt x="22617" y="8929"/>
                  </a:cubicBezTo>
                  <a:cubicBezTo>
                    <a:pt x="22650" y="9463"/>
                    <a:pt x="22650" y="10030"/>
                    <a:pt x="22817" y="10530"/>
                  </a:cubicBezTo>
                  <a:cubicBezTo>
                    <a:pt x="22850" y="10630"/>
                    <a:pt x="22950" y="10697"/>
                    <a:pt x="23050" y="10697"/>
                  </a:cubicBezTo>
                  <a:cubicBezTo>
                    <a:pt x="23099" y="10795"/>
                    <a:pt x="23184" y="10857"/>
                    <a:pt x="23278" y="10857"/>
                  </a:cubicBezTo>
                  <a:cubicBezTo>
                    <a:pt x="23312" y="10857"/>
                    <a:pt x="23348" y="10848"/>
                    <a:pt x="23384" y="10831"/>
                  </a:cubicBezTo>
                  <a:cubicBezTo>
                    <a:pt x="25819" y="9063"/>
                    <a:pt x="28087" y="7095"/>
                    <a:pt x="30322" y="5093"/>
                  </a:cubicBezTo>
                  <a:cubicBezTo>
                    <a:pt x="30456" y="4960"/>
                    <a:pt x="30389" y="4726"/>
                    <a:pt x="30255" y="4626"/>
                  </a:cubicBezTo>
                  <a:cubicBezTo>
                    <a:pt x="28087" y="3025"/>
                    <a:pt x="25919" y="1491"/>
                    <a:pt x="23651" y="90"/>
                  </a:cubicBezTo>
                  <a:cubicBezTo>
                    <a:pt x="23594" y="61"/>
                    <a:pt x="23544" y="51"/>
                    <a:pt x="23497" y="51"/>
                  </a:cubicBezTo>
                  <a:cubicBezTo>
                    <a:pt x="23433" y="51"/>
                    <a:pt x="23375" y="70"/>
                    <a:pt x="23317" y="90"/>
                  </a:cubicBezTo>
                  <a:cubicBezTo>
                    <a:pt x="23269" y="30"/>
                    <a:pt x="23192" y="0"/>
                    <a:pt x="23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1"/>
            <p:cNvSpPr/>
            <p:nvPr/>
          </p:nvSpPr>
          <p:spPr>
            <a:xfrm>
              <a:off x="2248912" y="2656273"/>
              <a:ext cx="444950" cy="85958"/>
            </a:xfrm>
            <a:custGeom>
              <a:rect b="b" l="l" r="r" t="t"/>
              <a:pathLst>
                <a:path extrusionOk="0" h="4627" w="23951">
                  <a:moveTo>
                    <a:pt x="2065" y="0"/>
                  </a:moveTo>
                  <a:cubicBezTo>
                    <a:pt x="1454" y="0"/>
                    <a:pt x="844" y="7"/>
                    <a:pt x="234" y="23"/>
                  </a:cubicBezTo>
                  <a:cubicBezTo>
                    <a:pt x="0" y="23"/>
                    <a:pt x="0" y="323"/>
                    <a:pt x="234" y="356"/>
                  </a:cubicBezTo>
                  <a:lnTo>
                    <a:pt x="301" y="356"/>
                  </a:lnTo>
                  <a:cubicBezTo>
                    <a:pt x="67" y="1624"/>
                    <a:pt x="134" y="3092"/>
                    <a:pt x="167" y="4326"/>
                  </a:cubicBezTo>
                  <a:cubicBezTo>
                    <a:pt x="167" y="4493"/>
                    <a:pt x="308" y="4568"/>
                    <a:pt x="432" y="4568"/>
                  </a:cubicBezTo>
                  <a:cubicBezTo>
                    <a:pt x="456" y="4568"/>
                    <a:pt x="479" y="4565"/>
                    <a:pt x="501" y="4559"/>
                  </a:cubicBezTo>
                  <a:cubicBezTo>
                    <a:pt x="534" y="4593"/>
                    <a:pt x="567" y="4626"/>
                    <a:pt x="667" y="4626"/>
                  </a:cubicBezTo>
                  <a:lnTo>
                    <a:pt x="667" y="4259"/>
                  </a:lnTo>
                  <a:cubicBezTo>
                    <a:pt x="768" y="3058"/>
                    <a:pt x="968" y="1657"/>
                    <a:pt x="834" y="423"/>
                  </a:cubicBezTo>
                  <a:lnTo>
                    <a:pt x="834" y="423"/>
                  </a:lnTo>
                  <a:cubicBezTo>
                    <a:pt x="4504" y="757"/>
                    <a:pt x="8273" y="723"/>
                    <a:pt x="11942" y="757"/>
                  </a:cubicBezTo>
                  <a:cubicBezTo>
                    <a:pt x="14231" y="796"/>
                    <a:pt x="16579" y="906"/>
                    <a:pt x="18908" y="906"/>
                  </a:cubicBezTo>
                  <a:cubicBezTo>
                    <a:pt x="20517" y="906"/>
                    <a:pt x="22117" y="853"/>
                    <a:pt x="23684" y="690"/>
                  </a:cubicBezTo>
                  <a:cubicBezTo>
                    <a:pt x="23884" y="690"/>
                    <a:pt x="23951" y="490"/>
                    <a:pt x="23884" y="390"/>
                  </a:cubicBezTo>
                  <a:cubicBezTo>
                    <a:pt x="23884" y="356"/>
                    <a:pt x="23884" y="323"/>
                    <a:pt x="23884" y="290"/>
                  </a:cubicBezTo>
                  <a:lnTo>
                    <a:pt x="23450" y="256"/>
                  </a:lnTo>
                  <a:cubicBezTo>
                    <a:pt x="22244" y="182"/>
                    <a:pt x="21032" y="158"/>
                    <a:pt x="19815" y="158"/>
                  </a:cubicBezTo>
                  <a:cubicBezTo>
                    <a:pt x="17646" y="158"/>
                    <a:pt x="15465" y="234"/>
                    <a:pt x="13292" y="234"/>
                  </a:cubicBezTo>
                  <a:cubicBezTo>
                    <a:pt x="12841" y="234"/>
                    <a:pt x="12392" y="231"/>
                    <a:pt x="11942" y="223"/>
                  </a:cubicBezTo>
                  <a:cubicBezTo>
                    <a:pt x="8650" y="195"/>
                    <a:pt x="5357" y="0"/>
                    <a:pt x="20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121"/>
          <p:cNvSpPr/>
          <p:nvPr/>
        </p:nvSpPr>
        <p:spPr>
          <a:xfrm>
            <a:off x="916369" y="2485715"/>
            <a:ext cx="416134" cy="235109"/>
          </a:xfrm>
          <a:custGeom>
            <a:rect b="b" l="l" r="r" t="t"/>
            <a:pathLst>
              <a:path extrusionOk="0" h="10894" w="19282">
                <a:moveTo>
                  <a:pt x="13377" y="671"/>
                </a:moveTo>
                <a:lnTo>
                  <a:pt x="13377" y="671"/>
                </a:lnTo>
                <a:cubicBezTo>
                  <a:pt x="14311" y="1438"/>
                  <a:pt x="15245" y="2172"/>
                  <a:pt x="16146" y="2939"/>
                </a:cubicBezTo>
                <a:cubicBezTo>
                  <a:pt x="16980" y="3673"/>
                  <a:pt x="17780" y="4507"/>
                  <a:pt x="18681" y="5174"/>
                </a:cubicBezTo>
                <a:cubicBezTo>
                  <a:pt x="17747" y="5975"/>
                  <a:pt x="17113" y="7075"/>
                  <a:pt x="16312" y="8009"/>
                </a:cubicBezTo>
                <a:cubicBezTo>
                  <a:pt x="15445" y="8977"/>
                  <a:pt x="14444" y="9744"/>
                  <a:pt x="13377" y="10478"/>
                </a:cubicBezTo>
                <a:cubicBezTo>
                  <a:pt x="13577" y="10078"/>
                  <a:pt x="13510" y="9577"/>
                  <a:pt x="13510" y="9110"/>
                </a:cubicBezTo>
                <a:cubicBezTo>
                  <a:pt x="13510" y="8610"/>
                  <a:pt x="13444" y="8076"/>
                  <a:pt x="13344" y="7576"/>
                </a:cubicBezTo>
                <a:cubicBezTo>
                  <a:pt x="13321" y="7462"/>
                  <a:pt x="13251" y="7410"/>
                  <a:pt x="13167" y="7410"/>
                </a:cubicBezTo>
                <a:cubicBezTo>
                  <a:pt x="13128" y="7410"/>
                  <a:pt x="13086" y="7421"/>
                  <a:pt x="13043" y="7442"/>
                </a:cubicBezTo>
                <a:cubicBezTo>
                  <a:pt x="13043" y="7442"/>
                  <a:pt x="13010" y="7442"/>
                  <a:pt x="12977" y="7409"/>
                </a:cubicBezTo>
                <a:cubicBezTo>
                  <a:pt x="12471" y="7393"/>
                  <a:pt x="11962" y="7387"/>
                  <a:pt x="11451" y="7387"/>
                </a:cubicBezTo>
                <a:cubicBezTo>
                  <a:pt x="9836" y="7387"/>
                  <a:pt x="8202" y="7450"/>
                  <a:pt x="6606" y="7476"/>
                </a:cubicBezTo>
                <a:cubicBezTo>
                  <a:pt x="6024" y="7476"/>
                  <a:pt x="5443" y="7473"/>
                  <a:pt x="4861" y="7473"/>
                </a:cubicBezTo>
                <a:cubicBezTo>
                  <a:pt x="3408" y="7473"/>
                  <a:pt x="1955" y="7490"/>
                  <a:pt x="501" y="7609"/>
                </a:cubicBezTo>
                <a:cubicBezTo>
                  <a:pt x="635" y="6975"/>
                  <a:pt x="601" y="6342"/>
                  <a:pt x="635" y="5708"/>
                </a:cubicBezTo>
                <a:cubicBezTo>
                  <a:pt x="635" y="4941"/>
                  <a:pt x="701" y="4140"/>
                  <a:pt x="635" y="3373"/>
                </a:cubicBezTo>
                <a:lnTo>
                  <a:pt x="635" y="3373"/>
                </a:lnTo>
                <a:cubicBezTo>
                  <a:pt x="1766" y="3599"/>
                  <a:pt x="2911" y="3671"/>
                  <a:pt x="4062" y="3671"/>
                </a:cubicBezTo>
                <a:cubicBezTo>
                  <a:pt x="6055" y="3671"/>
                  <a:pt x="8067" y="3456"/>
                  <a:pt x="10064" y="3456"/>
                </a:cubicBezTo>
                <a:cubicBezTo>
                  <a:pt x="10995" y="3456"/>
                  <a:pt x="11923" y="3503"/>
                  <a:pt x="12843" y="3640"/>
                </a:cubicBezTo>
                <a:cubicBezTo>
                  <a:pt x="12872" y="3646"/>
                  <a:pt x="12900" y="3649"/>
                  <a:pt x="12926" y="3649"/>
                </a:cubicBezTo>
                <a:cubicBezTo>
                  <a:pt x="13167" y="3649"/>
                  <a:pt x="13270" y="3387"/>
                  <a:pt x="13210" y="3206"/>
                </a:cubicBezTo>
                <a:cubicBezTo>
                  <a:pt x="13377" y="2839"/>
                  <a:pt x="13377" y="2405"/>
                  <a:pt x="13377" y="2005"/>
                </a:cubicBezTo>
                <a:cubicBezTo>
                  <a:pt x="13410" y="1572"/>
                  <a:pt x="13410" y="1105"/>
                  <a:pt x="13377" y="671"/>
                </a:cubicBezTo>
                <a:close/>
                <a:moveTo>
                  <a:pt x="13123" y="1"/>
                </a:moveTo>
                <a:cubicBezTo>
                  <a:pt x="13072" y="1"/>
                  <a:pt x="13018" y="29"/>
                  <a:pt x="12977" y="70"/>
                </a:cubicBezTo>
                <a:cubicBezTo>
                  <a:pt x="12877" y="104"/>
                  <a:pt x="12810" y="204"/>
                  <a:pt x="12810" y="337"/>
                </a:cubicBezTo>
                <a:cubicBezTo>
                  <a:pt x="12810" y="904"/>
                  <a:pt x="12810" y="1438"/>
                  <a:pt x="12810" y="2005"/>
                </a:cubicBezTo>
                <a:cubicBezTo>
                  <a:pt x="12810" y="2339"/>
                  <a:pt x="12777" y="2706"/>
                  <a:pt x="12877" y="3006"/>
                </a:cubicBezTo>
                <a:cubicBezTo>
                  <a:pt x="11657" y="2857"/>
                  <a:pt x="10429" y="2809"/>
                  <a:pt x="9196" y="2809"/>
                </a:cubicBezTo>
                <a:cubicBezTo>
                  <a:pt x="6881" y="2809"/>
                  <a:pt x="4551" y="2980"/>
                  <a:pt x="2234" y="2980"/>
                </a:cubicBezTo>
                <a:cubicBezTo>
                  <a:pt x="1633" y="2980"/>
                  <a:pt x="1033" y="2968"/>
                  <a:pt x="434" y="2939"/>
                </a:cubicBezTo>
                <a:cubicBezTo>
                  <a:pt x="421" y="2935"/>
                  <a:pt x="408" y="2933"/>
                  <a:pt x="396" y="2933"/>
                </a:cubicBezTo>
                <a:cubicBezTo>
                  <a:pt x="318" y="2933"/>
                  <a:pt x="268" y="3019"/>
                  <a:pt x="268" y="3106"/>
                </a:cubicBezTo>
                <a:cubicBezTo>
                  <a:pt x="201" y="3106"/>
                  <a:pt x="134" y="3173"/>
                  <a:pt x="101" y="3273"/>
                </a:cubicBezTo>
                <a:cubicBezTo>
                  <a:pt x="1" y="4007"/>
                  <a:pt x="34" y="4774"/>
                  <a:pt x="34" y="5541"/>
                </a:cubicBezTo>
                <a:cubicBezTo>
                  <a:pt x="34" y="6242"/>
                  <a:pt x="1" y="7009"/>
                  <a:pt x="134" y="7709"/>
                </a:cubicBezTo>
                <a:cubicBezTo>
                  <a:pt x="68" y="7809"/>
                  <a:pt x="101" y="7943"/>
                  <a:pt x="234" y="7943"/>
                </a:cubicBezTo>
                <a:cubicBezTo>
                  <a:pt x="1129" y="8014"/>
                  <a:pt x="2036" y="8036"/>
                  <a:pt x="2945" y="8036"/>
                </a:cubicBezTo>
                <a:cubicBezTo>
                  <a:pt x="4170" y="8036"/>
                  <a:pt x="5399" y="7995"/>
                  <a:pt x="6606" y="7976"/>
                </a:cubicBezTo>
                <a:cubicBezTo>
                  <a:pt x="7306" y="7965"/>
                  <a:pt x="8010" y="7965"/>
                  <a:pt x="8716" y="7965"/>
                </a:cubicBezTo>
                <a:cubicBezTo>
                  <a:pt x="10127" y="7965"/>
                  <a:pt x="11542" y="7965"/>
                  <a:pt x="12943" y="7876"/>
                </a:cubicBezTo>
                <a:lnTo>
                  <a:pt x="12943" y="7876"/>
                </a:lnTo>
                <a:cubicBezTo>
                  <a:pt x="12943" y="8276"/>
                  <a:pt x="12943" y="8710"/>
                  <a:pt x="12910" y="9144"/>
                </a:cubicBezTo>
                <a:cubicBezTo>
                  <a:pt x="12910" y="9577"/>
                  <a:pt x="12843" y="10044"/>
                  <a:pt x="12977" y="10478"/>
                </a:cubicBezTo>
                <a:cubicBezTo>
                  <a:pt x="13032" y="10560"/>
                  <a:pt x="13132" y="10620"/>
                  <a:pt x="13221" y="10620"/>
                </a:cubicBezTo>
                <a:cubicBezTo>
                  <a:pt x="13240" y="10620"/>
                  <a:pt x="13259" y="10617"/>
                  <a:pt x="13277" y="10611"/>
                </a:cubicBezTo>
                <a:lnTo>
                  <a:pt x="13277" y="10611"/>
                </a:lnTo>
                <a:cubicBezTo>
                  <a:pt x="13221" y="10752"/>
                  <a:pt x="13307" y="10893"/>
                  <a:pt x="13456" y="10893"/>
                </a:cubicBezTo>
                <a:cubicBezTo>
                  <a:pt x="13483" y="10893"/>
                  <a:pt x="13513" y="10889"/>
                  <a:pt x="13544" y="10878"/>
                </a:cubicBezTo>
                <a:cubicBezTo>
                  <a:pt x="16046" y="9677"/>
                  <a:pt x="17280" y="7442"/>
                  <a:pt x="19148" y="5541"/>
                </a:cubicBezTo>
                <a:cubicBezTo>
                  <a:pt x="19248" y="5474"/>
                  <a:pt x="19248" y="5374"/>
                  <a:pt x="19248" y="5308"/>
                </a:cubicBezTo>
                <a:cubicBezTo>
                  <a:pt x="19281" y="5207"/>
                  <a:pt x="19281" y="5107"/>
                  <a:pt x="19215" y="5041"/>
                </a:cubicBezTo>
                <a:cubicBezTo>
                  <a:pt x="18414" y="3973"/>
                  <a:pt x="17213" y="3106"/>
                  <a:pt x="16212" y="2272"/>
                </a:cubicBezTo>
                <a:cubicBezTo>
                  <a:pt x="15245" y="1471"/>
                  <a:pt x="14278" y="704"/>
                  <a:pt x="13210" y="37"/>
                </a:cubicBezTo>
                <a:cubicBezTo>
                  <a:pt x="13185" y="12"/>
                  <a:pt x="13154" y="1"/>
                  <a:pt x="13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1"/>
          <p:cNvSpPr/>
          <p:nvPr/>
        </p:nvSpPr>
        <p:spPr>
          <a:xfrm>
            <a:off x="928605" y="3159316"/>
            <a:ext cx="203751" cy="475095"/>
          </a:xfrm>
          <a:custGeom>
            <a:rect b="b" l="l" r="r" t="t"/>
            <a:pathLst>
              <a:path extrusionOk="0" h="22014" w="9441">
                <a:moveTo>
                  <a:pt x="468" y="548"/>
                </a:moveTo>
                <a:lnTo>
                  <a:pt x="468" y="548"/>
                </a:lnTo>
                <a:cubicBezTo>
                  <a:pt x="1980" y="637"/>
                  <a:pt x="3507" y="652"/>
                  <a:pt x="5039" y="652"/>
                </a:cubicBezTo>
                <a:cubicBezTo>
                  <a:pt x="5805" y="652"/>
                  <a:pt x="6572" y="648"/>
                  <a:pt x="7339" y="648"/>
                </a:cubicBezTo>
                <a:cubicBezTo>
                  <a:pt x="6005" y="3417"/>
                  <a:pt x="4671" y="6185"/>
                  <a:pt x="3370" y="8987"/>
                </a:cubicBezTo>
                <a:cubicBezTo>
                  <a:pt x="3237" y="9187"/>
                  <a:pt x="3370" y="9421"/>
                  <a:pt x="3637" y="9454"/>
                </a:cubicBezTo>
                <a:cubicBezTo>
                  <a:pt x="4793" y="9478"/>
                  <a:pt x="5965" y="9501"/>
                  <a:pt x="7142" y="9501"/>
                </a:cubicBezTo>
                <a:cubicBezTo>
                  <a:pt x="7630" y="9501"/>
                  <a:pt x="8119" y="9497"/>
                  <a:pt x="8607" y="9488"/>
                </a:cubicBezTo>
                <a:lnTo>
                  <a:pt x="8607" y="9488"/>
                </a:lnTo>
                <a:lnTo>
                  <a:pt x="3770" y="20329"/>
                </a:lnTo>
                <a:cubicBezTo>
                  <a:pt x="4070" y="17560"/>
                  <a:pt x="4137" y="14758"/>
                  <a:pt x="4070" y="11989"/>
                </a:cubicBezTo>
                <a:cubicBezTo>
                  <a:pt x="4070" y="11823"/>
                  <a:pt x="3937" y="11689"/>
                  <a:pt x="3737" y="11689"/>
                </a:cubicBezTo>
                <a:lnTo>
                  <a:pt x="768" y="11622"/>
                </a:lnTo>
                <a:cubicBezTo>
                  <a:pt x="801" y="7920"/>
                  <a:pt x="801" y="4217"/>
                  <a:pt x="468" y="548"/>
                </a:cubicBezTo>
                <a:close/>
                <a:moveTo>
                  <a:pt x="4549" y="1"/>
                </a:moveTo>
                <a:cubicBezTo>
                  <a:pt x="3177" y="1"/>
                  <a:pt x="1806" y="22"/>
                  <a:pt x="435" y="114"/>
                </a:cubicBezTo>
                <a:cubicBezTo>
                  <a:pt x="368" y="114"/>
                  <a:pt x="334" y="148"/>
                  <a:pt x="301" y="181"/>
                </a:cubicBezTo>
                <a:cubicBezTo>
                  <a:pt x="279" y="175"/>
                  <a:pt x="256" y="173"/>
                  <a:pt x="233" y="173"/>
                </a:cubicBezTo>
                <a:cubicBezTo>
                  <a:pt x="117" y="173"/>
                  <a:pt x="1" y="242"/>
                  <a:pt x="1" y="381"/>
                </a:cubicBezTo>
                <a:cubicBezTo>
                  <a:pt x="34" y="4217"/>
                  <a:pt x="201" y="8087"/>
                  <a:pt x="134" y="11923"/>
                </a:cubicBezTo>
                <a:cubicBezTo>
                  <a:pt x="134" y="12089"/>
                  <a:pt x="268" y="12223"/>
                  <a:pt x="435" y="12223"/>
                </a:cubicBezTo>
                <a:cubicBezTo>
                  <a:pt x="1435" y="12256"/>
                  <a:pt x="2436" y="12256"/>
                  <a:pt x="3437" y="12290"/>
                </a:cubicBezTo>
                <a:cubicBezTo>
                  <a:pt x="3537" y="15459"/>
                  <a:pt x="3337" y="18561"/>
                  <a:pt x="3003" y="21696"/>
                </a:cubicBezTo>
                <a:cubicBezTo>
                  <a:pt x="2975" y="21889"/>
                  <a:pt x="3153" y="22014"/>
                  <a:pt x="3309" y="22014"/>
                </a:cubicBezTo>
                <a:cubicBezTo>
                  <a:pt x="3342" y="22014"/>
                  <a:pt x="3374" y="22008"/>
                  <a:pt x="3403" y="21997"/>
                </a:cubicBezTo>
                <a:cubicBezTo>
                  <a:pt x="3433" y="22004"/>
                  <a:pt x="3465" y="22008"/>
                  <a:pt x="3497" y="22008"/>
                </a:cubicBezTo>
                <a:cubicBezTo>
                  <a:pt x="3607" y="22008"/>
                  <a:pt x="3719" y="21959"/>
                  <a:pt x="3770" y="21830"/>
                </a:cubicBezTo>
                <a:cubicBezTo>
                  <a:pt x="5638" y="17660"/>
                  <a:pt x="7506" y="13490"/>
                  <a:pt x="9341" y="9321"/>
                </a:cubicBezTo>
                <a:cubicBezTo>
                  <a:pt x="9441" y="9121"/>
                  <a:pt x="9341" y="8854"/>
                  <a:pt x="9074" y="8854"/>
                </a:cubicBezTo>
                <a:cubicBezTo>
                  <a:pt x="8397" y="8868"/>
                  <a:pt x="7714" y="8876"/>
                  <a:pt x="7028" y="8876"/>
                </a:cubicBezTo>
                <a:cubicBezTo>
                  <a:pt x="6058" y="8876"/>
                  <a:pt x="5081" y="8860"/>
                  <a:pt x="4104" y="8820"/>
                </a:cubicBezTo>
                <a:lnTo>
                  <a:pt x="8107" y="481"/>
                </a:lnTo>
                <a:cubicBezTo>
                  <a:pt x="8207" y="281"/>
                  <a:pt x="8073" y="14"/>
                  <a:pt x="7840" y="14"/>
                </a:cubicBezTo>
                <a:cubicBezTo>
                  <a:pt x="6743" y="14"/>
                  <a:pt x="5646"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1"/>
          <p:cNvSpPr/>
          <p:nvPr/>
        </p:nvSpPr>
        <p:spPr>
          <a:xfrm rot="-269836">
            <a:off x="1355916" y="1976963"/>
            <a:ext cx="275402" cy="225452"/>
          </a:xfrm>
          <a:custGeom>
            <a:rect b="b" l="l" r="r" t="t"/>
            <a:pathLst>
              <a:path extrusionOk="0" h="7719" w="9430">
                <a:moveTo>
                  <a:pt x="5048" y="968"/>
                </a:moveTo>
                <a:cubicBezTo>
                  <a:pt x="5595" y="2409"/>
                  <a:pt x="6145" y="3849"/>
                  <a:pt x="6692" y="5288"/>
                </a:cubicBezTo>
                <a:cubicBezTo>
                  <a:pt x="6740" y="5413"/>
                  <a:pt x="6852" y="5486"/>
                  <a:pt x="6965" y="5486"/>
                </a:cubicBezTo>
                <a:cubicBezTo>
                  <a:pt x="7050" y="5486"/>
                  <a:pt x="7135" y="5445"/>
                  <a:pt x="7193" y="5355"/>
                </a:cubicBezTo>
                <a:cubicBezTo>
                  <a:pt x="7671" y="4597"/>
                  <a:pt x="8202" y="3891"/>
                  <a:pt x="8788" y="3221"/>
                </a:cubicBezTo>
                <a:lnTo>
                  <a:pt x="8788" y="3221"/>
                </a:lnTo>
                <a:cubicBezTo>
                  <a:pt x="8634" y="4573"/>
                  <a:pt x="8362" y="5891"/>
                  <a:pt x="8149" y="7237"/>
                </a:cubicBezTo>
                <a:cubicBezTo>
                  <a:pt x="6874" y="7071"/>
                  <a:pt x="5482" y="6955"/>
                  <a:pt x="4108" y="6955"/>
                </a:cubicBezTo>
                <a:cubicBezTo>
                  <a:pt x="3097" y="6955"/>
                  <a:pt x="2096" y="7018"/>
                  <a:pt x="1159" y="7170"/>
                </a:cubicBezTo>
                <a:cubicBezTo>
                  <a:pt x="1201" y="7135"/>
                  <a:pt x="1229" y="7088"/>
                  <a:pt x="1221" y="7027"/>
                </a:cubicBezTo>
                <a:cubicBezTo>
                  <a:pt x="1118" y="5840"/>
                  <a:pt x="921" y="4669"/>
                  <a:pt x="712" y="3501"/>
                </a:cubicBezTo>
                <a:lnTo>
                  <a:pt x="712" y="3501"/>
                </a:lnTo>
                <a:cubicBezTo>
                  <a:pt x="1282" y="4124"/>
                  <a:pt x="1847" y="4752"/>
                  <a:pt x="2390" y="5404"/>
                </a:cubicBezTo>
                <a:cubicBezTo>
                  <a:pt x="2435" y="5458"/>
                  <a:pt x="2501" y="5483"/>
                  <a:pt x="2568" y="5483"/>
                </a:cubicBezTo>
                <a:cubicBezTo>
                  <a:pt x="2664" y="5483"/>
                  <a:pt x="2764" y="5432"/>
                  <a:pt x="2811" y="5348"/>
                </a:cubicBezTo>
                <a:cubicBezTo>
                  <a:pt x="3619" y="3919"/>
                  <a:pt x="4362" y="2460"/>
                  <a:pt x="5048" y="968"/>
                </a:cubicBezTo>
                <a:close/>
                <a:moveTo>
                  <a:pt x="5038" y="0"/>
                </a:moveTo>
                <a:cubicBezTo>
                  <a:pt x="4956" y="0"/>
                  <a:pt x="4878" y="39"/>
                  <a:pt x="4835" y="134"/>
                </a:cubicBezTo>
                <a:cubicBezTo>
                  <a:pt x="4134" y="1704"/>
                  <a:pt x="3364" y="3239"/>
                  <a:pt x="2531" y="4743"/>
                </a:cubicBezTo>
                <a:cubicBezTo>
                  <a:pt x="1871" y="3967"/>
                  <a:pt x="1189" y="3207"/>
                  <a:pt x="479" y="2478"/>
                </a:cubicBezTo>
                <a:cubicBezTo>
                  <a:pt x="426" y="2424"/>
                  <a:pt x="364" y="2400"/>
                  <a:pt x="303" y="2400"/>
                </a:cubicBezTo>
                <a:cubicBezTo>
                  <a:pt x="147" y="2400"/>
                  <a:pt x="0" y="2554"/>
                  <a:pt x="42" y="2732"/>
                </a:cubicBezTo>
                <a:cubicBezTo>
                  <a:pt x="377" y="4168"/>
                  <a:pt x="592" y="5625"/>
                  <a:pt x="839" y="7080"/>
                </a:cubicBezTo>
                <a:cubicBezTo>
                  <a:pt x="851" y="7146"/>
                  <a:pt x="897" y="7186"/>
                  <a:pt x="952" y="7204"/>
                </a:cubicBezTo>
                <a:cubicBezTo>
                  <a:pt x="781" y="7246"/>
                  <a:pt x="847" y="7486"/>
                  <a:pt x="1002" y="7502"/>
                </a:cubicBezTo>
                <a:cubicBezTo>
                  <a:pt x="1567" y="7565"/>
                  <a:pt x="2141" y="7579"/>
                  <a:pt x="2715" y="7579"/>
                </a:cubicBezTo>
                <a:cubicBezTo>
                  <a:pt x="3178" y="7579"/>
                  <a:pt x="3643" y="7570"/>
                  <a:pt x="4104" y="7570"/>
                </a:cubicBezTo>
                <a:cubicBezTo>
                  <a:pt x="4286" y="7570"/>
                  <a:pt x="4467" y="7572"/>
                  <a:pt x="4648" y="7576"/>
                </a:cubicBezTo>
                <a:cubicBezTo>
                  <a:pt x="5863" y="7601"/>
                  <a:pt x="7078" y="7714"/>
                  <a:pt x="8292" y="7719"/>
                </a:cubicBezTo>
                <a:cubicBezTo>
                  <a:pt x="8419" y="7719"/>
                  <a:pt x="8500" y="7613"/>
                  <a:pt x="8516" y="7504"/>
                </a:cubicBezTo>
                <a:cubicBezTo>
                  <a:pt x="8555" y="7476"/>
                  <a:pt x="8590" y="7438"/>
                  <a:pt x="8609" y="7378"/>
                </a:cubicBezTo>
                <a:cubicBezTo>
                  <a:pt x="9121" y="5802"/>
                  <a:pt x="9292" y="4078"/>
                  <a:pt x="9416" y="2432"/>
                </a:cubicBezTo>
                <a:cubicBezTo>
                  <a:pt x="9429" y="2268"/>
                  <a:pt x="9281" y="2162"/>
                  <a:pt x="9135" y="2162"/>
                </a:cubicBezTo>
                <a:cubicBezTo>
                  <a:pt x="9066" y="2162"/>
                  <a:pt x="8998" y="2185"/>
                  <a:pt x="8948" y="2237"/>
                </a:cubicBezTo>
                <a:cubicBezTo>
                  <a:pt x="8233" y="2981"/>
                  <a:pt x="7597" y="3776"/>
                  <a:pt x="7022" y="4625"/>
                </a:cubicBezTo>
                <a:cubicBezTo>
                  <a:pt x="6459" y="3150"/>
                  <a:pt x="5895" y="1674"/>
                  <a:pt x="5334" y="199"/>
                </a:cubicBezTo>
                <a:cubicBezTo>
                  <a:pt x="5290" y="85"/>
                  <a:pt x="5159" y="0"/>
                  <a:pt x="5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1"/>
          <p:cNvSpPr/>
          <p:nvPr/>
        </p:nvSpPr>
        <p:spPr>
          <a:xfrm>
            <a:off x="942386" y="1615512"/>
            <a:ext cx="296372" cy="244066"/>
          </a:xfrm>
          <a:custGeom>
            <a:rect b="b" l="l" r="r" t="t"/>
            <a:pathLst>
              <a:path extrusionOk="0" h="8357" w="10148">
                <a:moveTo>
                  <a:pt x="5002" y="612"/>
                </a:moveTo>
                <a:cubicBezTo>
                  <a:pt x="5139" y="612"/>
                  <a:pt x="5176" y="700"/>
                  <a:pt x="5324" y="883"/>
                </a:cubicBezTo>
                <a:cubicBezTo>
                  <a:pt x="5461" y="1049"/>
                  <a:pt x="5585" y="1229"/>
                  <a:pt x="5698" y="1414"/>
                </a:cubicBezTo>
                <a:cubicBezTo>
                  <a:pt x="5893" y="1730"/>
                  <a:pt x="6008" y="2088"/>
                  <a:pt x="6219" y="2393"/>
                </a:cubicBezTo>
                <a:cubicBezTo>
                  <a:pt x="6243" y="2428"/>
                  <a:pt x="6281" y="2448"/>
                  <a:pt x="6320" y="2460"/>
                </a:cubicBezTo>
                <a:cubicBezTo>
                  <a:pt x="6344" y="2543"/>
                  <a:pt x="6408" y="2615"/>
                  <a:pt x="6512" y="2615"/>
                </a:cubicBezTo>
                <a:cubicBezTo>
                  <a:pt x="6515" y="2615"/>
                  <a:pt x="6518" y="2615"/>
                  <a:pt x="6521" y="2615"/>
                </a:cubicBezTo>
                <a:cubicBezTo>
                  <a:pt x="7006" y="2601"/>
                  <a:pt x="7490" y="2520"/>
                  <a:pt x="7977" y="2488"/>
                </a:cubicBezTo>
                <a:cubicBezTo>
                  <a:pt x="8145" y="2476"/>
                  <a:pt x="8627" y="2409"/>
                  <a:pt x="9004" y="2409"/>
                </a:cubicBezTo>
                <a:cubicBezTo>
                  <a:pt x="9238" y="2409"/>
                  <a:pt x="9431" y="2435"/>
                  <a:pt x="9483" y="2516"/>
                </a:cubicBezTo>
                <a:cubicBezTo>
                  <a:pt x="9711" y="2868"/>
                  <a:pt x="7730" y="4214"/>
                  <a:pt x="7451" y="4393"/>
                </a:cubicBezTo>
                <a:cubicBezTo>
                  <a:pt x="7394" y="4427"/>
                  <a:pt x="7370" y="4478"/>
                  <a:pt x="7368" y="4526"/>
                </a:cubicBezTo>
                <a:cubicBezTo>
                  <a:pt x="7281" y="4554"/>
                  <a:pt x="7207" y="4651"/>
                  <a:pt x="7231" y="4755"/>
                </a:cubicBezTo>
                <a:cubicBezTo>
                  <a:pt x="7345" y="5240"/>
                  <a:pt x="7613" y="5681"/>
                  <a:pt x="7752" y="6164"/>
                </a:cubicBezTo>
                <a:cubicBezTo>
                  <a:pt x="7878" y="6602"/>
                  <a:pt x="7955" y="7045"/>
                  <a:pt x="7996" y="7498"/>
                </a:cubicBezTo>
                <a:cubicBezTo>
                  <a:pt x="6985" y="7202"/>
                  <a:pt x="6092" y="6695"/>
                  <a:pt x="5287" y="6007"/>
                </a:cubicBezTo>
                <a:cubicBezTo>
                  <a:pt x="5256" y="5916"/>
                  <a:pt x="5167" y="5845"/>
                  <a:pt x="5070" y="5845"/>
                </a:cubicBezTo>
                <a:cubicBezTo>
                  <a:pt x="5020" y="5845"/>
                  <a:pt x="4968" y="5864"/>
                  <a:pt x="4921" y="5910"/>
                </a:cubicBezTo>
                <a:cubicBezTo>
                  <a:pt x="4599" y="6219"/>
                  <a:pt x="4283" y="6530"/>
                  <a:pt x="3946" y="6826"/>
                </a:cubicBezTo>
                <a:cubicBezTo>
                  <a:pt x="3678" y="7061"/>
                  <a:pt x="3059" y="7746"/>
                  <a:pt x="2689" y="7746"/>
                </a:cubicBezTo>
                <a:cubicBezTo>
                  <a:pt x="2663" y="7746"/>
                  <a:pt x="2639" y="7743"/>
                  <a:pt x="2616" y="7736"/>
                </a:cubicBezTo>
                <a:cubicBezTo>
                  <a:pt x="2337" y="7653"/>
                  <a:pt x="2471" y="7343"/>
                  <a:pt x="2505" y="7073"/>
                </a:cubicBezTo>
                <a:cubicBezTo>
                  <a:pt x="2535" y="6824"/>
                  <a:pt x="2581" y="6582"/>
                  <a:pt x="2639" y="6337"/>
                </a:cubicBezTo>
                <a:cubicBezTo>
                  <a:pt x="2752" y="5870"/>
                  <a:pt x="2898" y="5413"/>
                  <a:pt x="3050" y="4958"/>
                </a:cubicBezTo>
                <a:cubicBezTo>
                  <a:pt x="3076" y="4882"/>
                  <a:pt x="3028" y="4826"/>
                  <a:pt x="2965" y="4810"/>
                </a:cubicBezTo>
                <a:cubicBezTo>
                  <a:pt x="2949" y="4790"/>
                  <a:pt x="2928" y="4773"/>
                  <a:pt x="2903" y="4757"/>
                </a:cubicBezTo>
                <a:cubicBezTo>
                  <a:pt x="2557" y="4570"/>
                  <a:pt x="344" y="3520"/>
                  <a:pt x="710" y="3031"/>
                </a:cubicBezTo>
                <a:cubicBezTo>
                  <a:pt x="813" y="2890"/>
                  <a:pt x="1076" y="2857"/>
                  <a:pt x="1345" y="2857"/>
                </a:cubicBezTo>
                <a:cubicBezTo>
                  <a:pt x="1593" y="2857"/>
                  <a:pt x="1848" y="2885"/>
                  <a:pt x="1988" y="2885"/>
                </a:cubicBezTo>
                <a:cubicBezTo>
                  <a:pt x="1993" y="2885"/>
                  <a:pt x="1998" y="2885"/>
                  <a:pt x="2002" y="2885"/>
                </a:cubicBezTo>
                <a:cubicBezTo>
                  <a:pt x="2340" y="2880"/>
                  <a:pt x="2678" y="2878"/>
                  <a:pt x="3018" y="2852"/>
                </a:cubicBezTo>
                <a:cubicBezTo>
                  <a:pt x="3034" y="2875"/>
                  <a:pt x="3059" y="2889"/>
                  <a:pt x="3086" y="2889"/>
                </a:cubicBezTo>
                <a:cubicBezTo>
                  <a:pt x="3101" y="2889"/>
                  <a:pt x="3118" y="2884"/>
                  <a:pt x="3133" y="2874"/>
                </a:cubicBezTo>
                <a:cubicBezTo>
                  <a:pt x="3203" y="2854"/>
                  <a:pt x="3272" y="2836"/>
                  <a:pt x="3342" y="2820"/>
                </a:cubicBezTo>
                <a:cubicBezTo>
                  <a:pt x="3399" y="2811"/>
                  <a:pt x="3457" y="2806"/>
                  <a:pt x="3512" y="2797"/>
                </a:cubicBezTo>
                <a:lnTo>
                  <a:pt x="3509" y="2788"/>
                </a:lnTo>
                <a:cubicBezTo>
                  <a:pt x="3621" y="2746"/>
                  <a:pt x="3664" y="2601"/>
                  <a:pt x="3595" y="2524"/>
                </a:cubicBezTo>
                <a:cubicBezTo>
                  <a:pt x="3829" y="1899"/>
                  <a:pt x="4221" y="802"/>
                  <a:pt x="4794" y="649"/>
                </a:cubicBezTo>
                <a:cubicBezTo>
                  <a:pt x="4885" y="625"/>
                  <a:pt x="4951" y="612"/>
                  <a:pt x="5002" y="612"/>
                </a:cubicBezTo>
                <a:close/>
                <a:moveTo>
                  <a:pt x="4825" y="1"/>
                </a:moveTo>
                <a:cubicBezTo>
                  <a:pt x="4820" y="1"/>
                  <a:pt x="4815" y="1"/>
                  <a:pt x="4810" y="1"/>
                </a:cubicBezTo>
                <a:cubicBezTo>
                  <a:pt x="4376" y="15"/>
                  <a:pt x="4159" y="546"/>
                  <a:pt x="3978" y="872"/>
                </a:cubicBezTo>
                <a:cubicBezTo>
                  <a:pt x="3696" y="1377"/>
                  <a:pt x="3470" y="1908"/>
                  <a:pt x="3281" y="2455"/>
                </a:cubicBezTo>
                <a:cubicBezTo>
                  <a:pt x="2890" y="2406"/>
                  <a:pt x="2477" y="2382"/>
                  <a:pt x="2068" y="2382"/>
                </a:cubicBezTo>
                <a:cubicBezTo>
                  <a:pt x="1748" y="2382"/>
                  <a:pt x="1430" y="2397"/>
                  <a:pt x="1129" y="2425"/>
                </a:cubicBezTo>
                <a:cubicBezTo>
                  <a:pt x="760" y="2460"/>
                  <a:pt x="289" y="2585"/>
                  <a:pt x="157" y="2979"/>
                </a:cubicBezTo>
                <a:cubicBezTo>
                  <a:pt x="0" y="3455"/>
                  <a:pt x="455" y="3774"/>
                  <a:pt x="785" y="4025"/>
                </a:cubicBezTo>
                <a:cubicBezTo>
                  <a:pt x="1360" y="4464"/>
                  <a:pt x="1988" y="4852"/>
                  <a:pt x="2662" y="5120"/>
                </a:cubicBezTo>
                <a:cubicBezTo>
                  <a:pt x="2334" y="5695"/>
                  <a:pt x="2145" y="6316"/>
                  <a:pt x="2056" y="6981"/>
                </a:cubicBezTo>
                <a:cubicBezTo>
                  <a:pt x="2004" y="7339"/>
                  <a:pt x="1847" y="7993"/>
                  <a:pt x="2203" y="8258"/>
                </a:cubicBezTo>
                <a:cubicBezTo>
                  <a:pt x="2296" y="8328"/>
                  <a:pt x="2395" y="8357"/>
                  <a:pt x="2495" y="8357"/>
                </a:cubicBezTo>
                <a:cubicBezTo>
                  <a:pt x="2829" y="8357"/>
                  <a:pt x="3181" y="8034"/>
                  <a:pt x="3410" y="7856"/>
                </a:cubicBezTo>
                <a:cubicBezTo>
                  <a:pt x="4013" y="7389"/>
                  <a:pt x="4591" y="6886"/>
                  <a:pt x="5124" y="6341"/>
                </a:cubicBezTo>
                <a:cubicBezTo>
                  <a:pt x="5978" y="7172"/>
                  <a:pt x="7028" y="7731"/>
                  <a:pt x="8185" y="8019"/>
                </a:cubicBezTo>
                <a:cubicBezTo>
                  <a:pt x="8204" y="8024"/>
                  <a:pt x="8222" y="8027"/>
                  <a:pt x="8241" y="8027"/>
                </a:cubicBezTo>
                <a:cubicBezTo>
                  <a:pt x="8360" y="8027"/>
                  <a:pt x="8477" y="7933"/>
                  <a:pt x="8472" y="7803"/>
                </a:cubicBezTo>
                <a:cubicBezTo>
                  <a:pt x="8428" y="6819"/>
                  <a:pt x="8267" y="5508"/>
                  <a:pt x="7633" y="4693"/>
                </a:cubicBezTo>
                <a:cubicBezTo>
                  <a:pt x="8239" y="4381"/>
                  <a:pt x="8806" y="3997"/>
                  <a:pt x="9305" y="3534"/>
                </a:cubicBezTo>
                <a:cubicBezTo>
                  <a:pt x="9585" y="3273"/>
                  <a:pt x="10148" y="2813"/>
                  <a:pt x="10051" y="2359"/>
                </a:cubicBezTo>
                <a:cubicBezTo>
                  <a:pt x="9976" y="2005"/>
                  <a:pt x="9624" y="1951"/>
                  <a:pt x="9300" y="1951"/>
                </a:cubicBezTo>
                <a:cubicBezTo>
                  <a:pt x="9174" y="1951"/>
                  <a:pt x="9052" y="1959"/>
                  <a:pt x="8952" y="1961"/>
                </a:cubicBezTo>
                <a:cubicBezTo>
                  <a:pt x="8153" y="1973"/>
                  <a:pt x="7303" y="1989"/>
                  <a:pt x="6523" y="2174"/>
                </a:cubicBezTo>
                <a:cubicBezTo>
                  <a:pt x="6424" y="1661"/>
                  <a:pt x="6102" y="1186"/>
                  <a:pt x="5793" y="777"/>
                </a:cubicBezTo>
                <a:cubicBezTo>
                  <a:pt x="5568" y="480"/>
                  <a:pt x="5245" y="1"/>
                  <a:pt x="4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1"/>
          <p:cNvSpPr/>
          <p:nvPr/>
        </p:nvSpPr>
        <p:spPr>
          <a:xfrm>
            <a:off x="1343526" y="1667836"/>
            <a:ext cx="300169" cy="231187"/>
          </a:xfrm>
          <a:custGeom>
            <a:rect b="b" l="l" r="r" t="t"/>
            <a:pathLst>
              <a:path extrusionOk="0" h="7916" w="10278">
                <a:moveTo>
                  <a:pt x="7357" y="528"/>
                </a:moveTo>
                <a:cubicBezTo>
                  <a:pt x="8886" y="528"/>
                  <a:pt x="8922" y="2740"/>
                  <a:pt x="8396" y="3792"/>
                </a:cubicBezTo>
                <a:cubicBezTo>
                  <a:pt x="7578" y="5426"/>
                  <a:pt x="6108" y="6456"/>
                  <a:pt x="4602" y="7389"/>
                </a:cubicBezTo>
                <a:cubicBezTo>
                  <a:pt x="4522" y="7437"/>
                  <a:pt x="4492" y="7506"/>
                  <a:pt x="4490" y="7573"/>
                </a:cubicBezTo>
                <a:cubicBezTo>
                  <a:pt x="3361" y="6492"/>
                  <a:pt x="2315" y="5241"/>
                  <a:pt x="1806" y="3740"/>
                </a:cubicBezTo>
                <a:cubicBezTo>
                  <a:pt x="1504" y="2849"/>
                  <a:pt x="1365" y="1667"/>
                  <a:pt x="2125" y="949"/>
                </a:cubicBezTo>
                <a:cubicBezTo>
                  <a:pt x="2364" y="723"/>
                  <a:pt x="2666" y="625"/>
                  <a:pt x="2977" y="625"/>
                </a:cubicBezTo>
                <a:cubicBezTo>
                  <a:pt x="3565" y="625"/>
                  <a:pt x="4183" y="977"/>
                  <a:pt x="4464" y="1480"/>
                </a:cubicBezTo>
                <a:cubicBezTo>
                  <a:pt x="4681" y="1868"/>
                  <a:pt x="4759" y="2335"/>
                  <a:pt x="4836" y="2766"/>
                </a:cubicBezTo>
                <a:cubicBezTo>
                  <a:pt x="4857" y="2889"/>
                  <a:pt x="4963" y="2946"/>
                  <a:pt x="5072" y="2946"/>
                </a:cubicBezTo>
                <a:cubicBezTo>
                  <a:pt x="5208" y="2946"/>
                  <a:pt x="5348" y="2857"/>
                  <a:pt x="5332" y="2700"/>
                </a:cubicBezTo>
                <a:cubicBezTo>
                  <a:pt x="5332" y="2688"/>
                  <a:pt x="5330" y="2678"/>
                  <a:pt x="5330" y="2667"/>
                </a:cubicBezTo>
                <a:cubicBezTo>
                  <a:pt x="5526" y="1806"/>
                  <a:pt x="5948" y="818"/>
                  <a:pt x="6886" y="589"/>
                </a:cubicBezTo>
                <a:cubicBezTo>
                  <a:pt x="7057" y="547"/>
                  <a:pt x="7213" y="528"/>
                  <a:pt x="7357" y="528"/>
                </a:cubicBezTo>
                <a:close/>
                <a:moveTo>
                  <a:pt x="3085" y="0"/>
                </a:moveTo>
                <a:cubicBezTo>
                  <a:pt x="2364" y="0"/>
                  <a:pt x="1702" y="444"/>
                  <a:pt x="1326" y="1106"/>
                </a:cubicBezTo>
                <a:cubicBezTo>
                  <a:pt x="1" y="3440"/>
                  <a:pt x="2522" y="6659"/>
                  <a:pt x="4355" y="7890"/>
                </a:cubicBezTo>
                <a:cubicBezTo>
                  <a:pt x="4382" y="7907"/>
                  <a:pt x="4409" y="7915"/>
                  <a:pt x="4435" y="7915"/>
                </a:cubicBezTo>
                <a:cubicBezTo>
                  <a:pt x="4510" y="7915"/>
                  <a:pt x="4576" y="7850"/>
                  <a:pt x="4594" y="7774"/>
                </a:cubicBezTo>
                <a:cubicBezTo>
                  <a:pt x="4634" y="7805"/>
                  <a:pt x="4684" y="7824"/>
                  <a:pt x="4740" y="7824"/>
                </a:cubicBezTo>
                <a:cubicBezTo>
                  <a:pt x="4773" y="7824"/>
                  <a:pt x="4808" y="7817"/>
                  <a:pt x="4845" y="7802"/>
                </a:cubicBezTo>
                <a:cubicBezTo>
                  <a:pt x="6960" y="6909"/>
                  <a:pt x="10278" y="3867"/>
                  <a:pt x="9031" y="1275"/>
                </a:cubicBezTo>
                <a:cubicBezTo>
                  <a:pt x="8680" y="547"/>
                  <a:pt x="7983" y="6"/>
                  <a:pt x="7205" y="6"/>
                </a:cubicBezTo>
                <a:cubicBezTo>
                  <a:pt x="7000" y="6"/>
                  <a:pt x="6790" y="44"/>
                  <a:pt x="6578" y="125"/>
                </a:cubicBezTo>
                <a:cubicBezTo>
                  <a:pt x="5831" y="414"/>
                  <a:pt x="5399" y="1092"/>
                  <a:pt x="5163" y="1829"/>
                </a:cubicBezTo>
                <a:cubicBezTo>
                  <a:pt x="4944" y="1092"/>
                  <a:pt x="4514" y="430"/>
                  <a:pt x="3753" y="130"/>
                </a:cubicBezTo>
                <a:cubicBezTo>
                  <a:pt x="3529" y="41"/>
                  <a:pt x="3304" y="0"/>
                  <a:pt x="3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1" name="Google Shape;6651;p121"/>
          <p:cNvGrpSpPr/>
          <p:nvPr/>
        </p:nvGrpSpPr>
        <p:grpSpPr>
          <a:xfrm>
            <a:off x="928600" y="1996912"/>
            <a:ext cx="323971" cy="229493"/>
            <a:chOff x="6072450" y="2896632"/>
            <a:chExt cx="277325" cy="196450"/>
          </a:xfrm>
        </p:grpSpPr>
        <p:sp>
          <p:nvSpPr>
            <p:cNvPr id="6652" name="Google Shape;6652;p121"/>
            <p:cNvSpPr/>
            <p:nvPr/>
          </p:nvSpPr>
          <p:spPr>
            <a:xfrm>
              <a:off x="6072450" y="2896632"/>
              <a:ext cx="277325" cy="196450"/>
            </a:xfrm>
            <a:custGeom>
              <a:rect b="b" l="l" r="r" t="t"/>
              <a:pathLst>
                <a:path extrusionOk="0" h="7858" w="11093">
                  <a:moveTo>
                    <a:pt x="2988" y="287"/>
                  </a:moveTo>
                  <a:cubicBezTo>
                    <a:pt x="3133" y="287"/>
                    <a:pt x="3278" y="313"/>
                    <a:pt x="3392" y="402"/>
                  </a:cubicBezTo>
                  <a:cubicBezTo>
                    <a:pt x="3575" y="545"/>
                    <a:pt x="3529" y="714"/>
                    <a:pt x="3547" y="915"/>
                  </a:cubicBezTo>
                  <a:cubicBezTo>
                    <a:pt x="3547" y="917"/>
                    <a:pt x="3547" y="917"/>
                    <a:pt x="3549" y="919"/>
                  </a:cubicBezTo>
                  <a:cubicBezTo>
                    <a:pt x="3335" y="929"/>
                    <a:pt x="3120" y="938"/>
                    <a:pt x="2907" y="949"/>
                  </a:cubicBezTo>
                  <a:cubicBezTo>
                    <a:pt x="2682" y="768"/>
                    <a:pt x="2441" y="690"/>
                    <a:pt x="2202" y="690"/>
                  </a:cubicBezTo>
                  <a:cubicBezTo>
                    <a:pt x="2152" y="690"/>
                    <a:pt x="2103" y="694"/>
                    <a:pt x="2054" y="700"/>
                  </a:cubicBezTo>
                  <a:cubicBezTo>
                    <a:pt x="2155" y="451"/>
                    <a:pt x="2631" y="317"/>
                    <a:pt x="2829" y="296"/>
                  </a:cubicBezTo>
                  <a:cubicBezTo>
                    <a:pt x="2881" y="291"/>
                    <a:pt x="2935" y="287"/>
                    <a:pt x="2988" y="287"/>
                  </a:cubicBezTo>
                  <a:close/>
                  <a:moveTo>
                    <a:pt x="1935" y="1215"/>
                  </a:moveTo>
                  <a:cubicBezTo>
                    <a:pt x="1954" y="1275"/>
                    <a:pt x="2002" y="1324"/>
                    <a:pt x="2086" y="1324"/>
                  </a:cubicBezTo>
                  <a:lnTo>
                    <a:pt x="2674" y="1324"/>
                  </a:lnTo>
                  <a:cubicBezTo>
                    <a:pt x="2709" y="1340"/>
                    <a:pt x="2742" y="1354"/>
                    <a:pt x="2776" y="1372"/>
                  </a:cubicBezTo>
                  <a:cubicBezTo>
                    <a:pt x="2808" y="1387"/>
                    <a:pt x="2840" y="1394"/>
                    <a:pt x="2870" y="1394"/>
                  </a:cubicBezTo>
                  <a:cubicBezTo>
                    <a:pt x="2930" y="1394"/>
                    <a:pt x="2985" y="1367"/>
                    <a:pt x="3025" y="1326"/>
                  </a:cubicBezTo>
                  <a:cubicBezTo>
                    <a:pt x="3963" y="1330"/>
                    <a:pt x="4903" y="1340"/>
                    <a:pt x="5840" y="1358"/>
                  </a:cubicBezTo>
                  <a:cubicBezTo>
                    <a:pt x="6761" y="1378"/>
                    <a:pt x="7685" y="1412"/>
                    <a:pt x="8606" y="1455"/>
                  </a:cubicBezTo>
                  <a:cubicBezTo>
                    <a:pt x="8894" y="1471"/>
                    <a:pt x="9183" y="1485"/>
                    <a:pt x="9474" y="1503"/>
                  </a:cubicBezTo>
                  <a:cubicBezTo>
                    <a:pt x="9961" y="1698"/>
                    <a:pt x="10160" y="2023"/>
                    <a:pt x="10070" y="2480"/>
                  </a:cubicBezTo>
                  <a:cubicBezTo>
                    <a:pt x="10162" y="2881"/>
                    <a:pt x="10100" y="3392"/>
                    <a:pt x="10106" y="3801"/>
                  </a:cubicBezTo>
                  <a:cubicBezTo>
                    <a:pt x="10118" y="4378"/>
                    <a:pt x="10166" y="4985"/>
                    <a:pt x="10116" y="5561"/>
                  </a:cubicBezTo>
                  <a:cubicBezTo>
                    <a:pt x="10160" y="6010"/>
                    <a:pt x="10058" y="6434"/>
                    <a:pt x="9814" y="6830"/>
                  </a:cubicBezTo>
                  <a:cubicBezTo>
                    <a:pt x="9520" y="6881"/>
                    <a:pt x="9227" y="6923"/>
                    <a:pt x="8931" y="6955"/>
                  </a:cubicBezTo>
                  <a:cubicBezTo>
                    <a:pt x="7828" y="7089"/>
                    <a:pt x="6717" y="7183"/>
                    <a:pt x="5605" y="7241"/>
                  </a:cubicBezTo>
                  <a:cubicBezTo>
                    <a:pt x="4684" y="7290"/>
                    <a:pt x="3761" y="7313"/>
                    <a:pt x="2840" y="7313"/>
                  </a:cubicBezTo>
                  <a:cubicBezTo>
                    <a:pt x="2673" y="7313"/>
                    <a:pt x="2507" y="7312"/>
                    <a:pt x="2340" y="7311"/>
                  </a:cubicBezTo>
                  <a:cubicBezTo>
                    <a:pt x="2325" y="7311"/>
                    <a:pt x="2310" y="7310"/>
                    <a:pt x="2295" y="7310"/>
                  </a:cubicBezTo>
                  <a:cubicBezTo>
                    <a:pt x="2145" y="7310"/>
                    <a:pt x="2016" y="7314"/>
                    <a:pt x="1903" y="7314"/>
                  </a:cubicBezTo>
                  <a:cubicBezTo>
                    <a:pt x="1465" y="7314"/>
                    <a:pt x="1272" y="7255"/>
                    <a:pt x="1088" y="6674"/>
                  </a:cubicBezTo>
                  <a:cubicBezTo>
                    <a:pt x="941" y="6205"/>
                    <a:pt x="957" y="5591"/>
                    <a:pt x="935" y="5104"/>
                  </a:cubicBezTo>
                  <a:cubicBezTo>
                    <a:pt x="913" y="4553"/>
                    <a:pt x="915" y="4002"/>
                    <a:pt x="959" y="3452"/>
                  </a:cubicBezTo>
                  <a:cubicBezTo>
                    <a:pt x="1005" y="2855"/>
                    <a:pt x="1118" y="1416"/>
                    <a:pt x="1935" y="1215"/>
                  </a:cubicBezTo>
                  <a:close/>
                  <a:moveTo>
                    <a:pt x="2998" y="1"/>
                  </a:moveTo>
                  <a:cubicBezTo>
                    <a:pt x="2936" y="1"/>
                    <a:pt x="2873" y="5"/>
                    <a:pt x="2811" y="12"/>
                  </a:cubicBezTo>
                  <a:cubicBezTo>
                    <a:pt x="2434" y="54"/>
                    <a:pt x="1813" y="336"/>
                    <a:pt x="1806" y="758"/>
                  </a:cubicBezTo>
                  <a:cubicBezTo>
                    <a:pt x="1310" y="924"/>
                    <a:pt x="869" y="1384"/>
                    <a:pt x="666" y="1905"/>
                  </a:cubicBezTo>
                  <a:cubicBezTo>
                    <a:pt x="0" y="3603"/>
                    <a:pt x="364" y="5897"/>
                    <a:pt x="708" y="7631"/>
                  </a:cubicBezTo>
                  <a:cubicBezTo>
                    <a:pt x="730" y="7752"/>
                    <a:pt x="857" y="7830"/>
                    <a:pt x="973" y="7832"/>
                  </a:cubicBezTo>
                  <a:cubicBezTo>
                    <a:pt x="1552" y="7849"/>
                    <a:pt x="2132" y="7858"/>
                    <a:pt x="2711" y="7858"/>
                  </a:cubicBezTo>
                  <a:cubicBezTo>
                    <a:pt x="4638" y="7858"/>
                    <a:pt x="6562" y="7761"/>
                    <a:pt x="8479" y="7555"/>
                  </a:cubicBezTo>
                  <a:cubicBezTo>
                    <a:pt x="9063" y="7493"/>
                    <a:pt x="10122" y="7571"/>
                    <a:pt x="10508" y="6997"/>
                  </a:cubicBezTo>
                  <a:cubicBezTo>
                    <a:pt x="10906" y="6408"/>
                    <a:pt x="10669" y="5112"/>
                    <a:pt x="10661" y="4461"/>
                  </a:cubicBezTo>
                  <a:cubicBezTo>
                    <a:pt x="10645" y="3219"/>
                    <a:pt x="11092" y="1215"/>
                    <a:pt x="9474" y="1024"/>
                  </a:cubicBezTo>
                  <a:cubicBezTo>
                    <a:pt x="8405" y="897"/>
                    <a:pt x="7309" y="853"/>
                    <a:pt x="6209" y="853"/>
                  </a:cubicBezTo>
                  <a:cubicBezTo>
                    <a:pt x="5418" y="853"/>
                    <a:pt x="4624" y="876"/>
                    <a:pt x="3838" y="907"/>
                  </a:cubicBezTo>
                  <a:cubicBezTo>
                    <a:pt x="3945" y="726"/>
                    <a:pt x="3852" y="464"/>
                    <a:pt x="3722" y="305"/>
                  </a:cubicBezTo>
                  <a:cubicBezTo>
                    <a:pt x="3540" y="79"/>
                    <a:pt x="3272" y="1"/>
                    <a:pt x="29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1"/>
            <p:cNvSpPr/>
            <p:nvPr/>
          </p:nvSpPr>
          <p:spPr>
            <a:xfrm>
              <a:off x="6140150" y="2941607"/>
              <a:ext cx="143375" cy="122025"/>
            </a:xfrm>
            <a:custGeom>
              <a:rect b="b" l="l" r="r" t="t"/>
              <a:pathLst>
                <a:path extrusionOk="0" h="4881" w="5735">
                  <a:moveTo>
                    <a:pt x="3122" y="435"/>
                  </a:moveTo>
                  <a:cubicBezTo>
                    <a:pt x="3765" y="435"/>
                    <a:pt x="4404" y="762"/>
                    <a:pt x="4730" y="1358"/>
                  </a:cubicBezTo>
                  <a:cubicBezTo>
                    <a:pt x="5237" y="2289"/>
                    <a:pt x="4754" y="3553"/>
                    <a:pt x="3896" y="4098"/>
                  </a:cubicBezTo>
                  <a:cubicBezTo>
                    <a:pt x="3533" y="4327"/>
                    <a:pt x="3136" y="4437"/>
                    <a:pt x="2748" y="4437"/>
                  </a:cubicBezTo>
                  <a:cubicBezTo>
                    <a:pt x="2015" y="4437"/>
                    <a:pt x="1317" y="4044"/>
                    <a:pt x="952" y="3316"/>
                  </a:cubicBezTo>
                  <a:cubicBezTo>
                    <a:pt x="435" y="2279"/>
                    <a:pt x="1033" y="1152"/>
                    <a:pt x="1987" y="658"/>
                  </a:cubicBezTo>
                  <a:cubicBezTo>
                    <a:pt x="2020" y="686"/>
                    <a:pt x="2063" y="704"/>
                    <a:pt x="2110" y="704"/>
                  </a:cubicBezTo>
                  <a:cubicBezTo>
                    <a:pt x="2143" y="704"/>
                    <a:pt x="2179" y="695"/>
                    <a:pt x="2215" y="674"/>
                  </a:cubicBezTo>
                  <a:cubicBezTo>
                    <a:pt x="2494" y="512"/>
                    <a:pt x="2809" y="435"/>
                    <a:pt x="3122" y="435"/>
                  </a:cubicBezTo>
                  <a:close/>
                  <a:moveTo>
                    <a:pt x="3120" y="0"/>
                  </a:moveTo>
                  <a:cubicBezTo>
                    <a:pt x="2734" y="0"/>
                    <a:pt x="2347" y="100"/>
                    <a:pt x="2005" y="314"/>
                  </a:cubicBezTo>
                  <a:cubicBezTo>
                    <a:pt x="1979" y="328"/>
                    <a:pt x="1961" y="346"/>
                    <a:pt x="1947" y="367"/>
                  </a:cubicBezTo>
                  <a:cubicBezTo>
                    <a:pt x="768" y="746"/>
                    <a:pt x="1" y="1961"/>
                    <a:pt x="426" y="3235"/>
                  </a:cubicBezTo>
                  <a:cubicBezTo>
                    <a:pt x="774" y="4275"/>
                    <a:pt x="1726" y="4881"/>
                    <a:pt x="2732" y="4881"/>
                  </a:cubicBezTo>
                  <a:cubicBezTo>
                    <a:pt x="2778" y="4881"/>
                    <a:pt x="2823" y="4880"/>
                    <a:pt x="2869" y="4877"/>
                  </a:cubicBezTo>
                  <a:cubicBezTo>
                    <a:pt x="3180" y="4860"/>
                    <a:pt x="3494" y="4786"/>
                    <a:pt x="3794" y="4651"/>
                  </a:cubicBezTo>
                  <a:cubicBezTo>
                    <a:pt x="4991" y="4106"/>
                    <a:pt x="5734" y="2589"/>
                    <a:pt x="5201" y="1335"/>
                  </a:cubicBezTo>
                  <a:cubicBezTo>
                    <a:pt x="4843" y="499"/>
                    <a:pt x="3984" y="0"/>
                    <a:pt x="3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1"/>
            <p:cNvSpPr/>
            <p:nvPr/>
          </p:nvSpPr>
          <p:spPr>
            <a:xfrm>
              <a:off x="6170075" y="2965157"/>
              <a:ext cx="76700" cy="71575"/>
            </a:xfrm>
            <a:custGeom>
              <a:rect b="b" l="l" r="r" t="t"/>
              <a:pathLst>
                <a:path extrusionOk="0" h="2863" w="3068">
                  <a:moveTo>
                    <a:pt x="1237" y="374"/>
                  </a:moveTo>
                  <a:cubicBezTo>
                    <a:pt x="1256" y="381"/>
                    <a:pt x="1276" y="386"/>
                    <a:pt x="1299" y="386"/>
                  </a:cubicBezTo>
                  <a:cubicBezTo>
                    <a:pt x="1304" y="386"/>
                    <a:pt x="1310" y="386"/>
                    <a:pt x="1316" y="385"/>
                  </a:cubicBezTo>
                  <a:cubicBezTo>
                    <a:pt x="1344" y="383"/>
                    <a:pt x="1372" y="382"/>
                    <a:pt x="1399" y="382"/>
                  </a:cubicBezTo>
                  <a:cubicBezTo>
                    <a:pt x="2536" y="382"/>
                    <a:pt x="3067" y="1939"/>
                    <a:pt x="1879" y="2399"/>
                  </a:cubicBezTo>
                  <a:cubicBezTo>
                    <a:pt x="1750" y="2449"/>
                    <a:pt x="1619" y="2473"/>
                    <a:pt x="1491" y="2473"/>
                  </a:cubicBezTo>
                  <a:cubicBezTo>
                    <a:pt x="1104" y="2473"/>
                    <a:pt x="748" y="2252"/>
                    <a:pt x="587" y="1854"/>
                  </a:cubicBezTo>
                  <a:cubicBezTo>
                    <a:pt x="342" y="1258"/>
                    <a:pt x="684" y="637"/>
                    <a:pt x="1237" y="374"/>
                  </a:cubicBezTo>
                  <a:close/>
                  <a:moveTo>
                    <a:pt x="1465" y="1"/>
                  </a:moveTo>
                  <a:cubicBezTo>
                    <a:pt x="1416" y="1"/>
                    <a:pt x="1366" y="3"/>
                    <a:pt x="1316" y="9"/>
                  </a:cubicBezTo>
                  <a:cubicBezTo>
                    <a:pt x="1201" y="21"/>
                    <a:pt x="1141" y="116"/>
                    <a:pt x="1136" y="208"/>
                  </a:cubicBezTo>
                  <a:cubicBezTo>
                    <a:pt x="462" y="367"/>
                    <a:pt x="0" y="991"/>
                    <a:pt x="138" y="1720"/>
                  </a:cubicBezTo>
                  <a:cubicBezTo>
                    <a:pt x="265" y="2388"/>
                    <a:pt x="835" y="2863"/>
                    <a:pt x="1486" y="2863"/>
                  </a:cubicBezTo>
                  <a:cubicBezTo>
                    <a:pt x="1583" y="2863"/>
                    <a:pt x="1681" y="2852"/>
                    <a:pt x="1780" y="2830"/>
                  </a:cubicBezTo>
                  <a:cubicBezTo>
                    <a:pt x="2456" y="2683"/>
                    <a:pt x="3018" y="2073"/>
                    <a:pt x="2955" y="1360"/>
                  </a:cubicBezTo>
                  <a:cubicBezTo>
                    <a:pt x="2888" y="613"/>
                    <a:pt x="2204" y="1"/>
                    <a:pt x="1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8" name="Shape 6658"/>
        <p:cNvGrpSpPr/>
        <p:nvPr/>
      </p:nvGrpSpPr>
      <p:grpSpPr>
        <a:xfrm>
          <a:off x="0" y="0"/>
          <a:ext cx="0" cy="0"/>
          <a:chOff x="0" y="0"/>
          <a:chExt cx="0" cy="0"/>
        </a:xfrm>
      </p:grpSpPr>
      <p:sp>
        <p:nvSpPr>
          <p:cNvPr id="6659" name="Google Shape;6659;p122"/>
          <p:cNvSpPr txBox="1"/>
          <p:nvPr>
            <p:ph type="title"/>
          </p:nvPr>
        </p:nvSpPr>
        <p:spPr>
          <a:xfrm>
            <a:off x="2215950" y="758950"/>
            <a:ext cx="4712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Premium Resources</a:t>
            </a:r>
            <a:endParaRPr/>
          </a:p>
        </p:txBody>
      </p:sp>
      <p:grpSp>
        <p:nvGrpSpPr>
          <p:cNvPr id="6660" name="Google Shape;6660;p122"/>
          <p:cNvGrpSpPr/>
          <p:nvPr/>
        </p:nvGrpSpPr>
        <p:grpSpPr>
          <a:xfrm>
            <a:off x="5249429" y="1405655"/>
            <a:ext cx="813456" cy="905894"/>
            <a:chOff x="5433598" y="1405655"/>
            <a:chExt cx="813456" cy="905894"/>
          </a:xfrm>
        </p:grpSpPr>
        <p:sp>
          <p:nvSpPr>
            <p:cNvPr id="6661" name="Google Shape;6661;p122"/>
            <p:cNvSpPr/>
            <p:nvPr/>
          </p:nvSpPr>
          <p:spPr>
            <a:xfrm>
              <a:off x="5433598" y="1405655"/>
              <a:ext cx="813456" cy="905894"/>
            </a:xfrm>
            <a:custGeom>
              <a:rect b="b" l="l" r="r" t="t"/>
              <a:pathLst>
                <a:path extrusionOk="0" h="15190" w="13640">
                  <a:moveTo>
                    <a:pt x="7152" y="30"/>
                  </a:moveTo>
                  <a:cubicBezTo>
                    <a:pt x="7874" y="59"/>
                    <a:pt x="8586" y="78"/>
                    <a:pt x="9308" y="69"/>
                  </a:cubicBezTo>
                  <a:cubicBezTo>
                    <a:pt x="10196" y="49"/>
                    <a:pt x="11093" y="39"/>
                    <a:pt x="11971" y="20"/>
                  </a:cubicBezTo>
                  <a:cubicBezTo>
                    <a:pt x="12351" y="10"/>
                    <a:pt x="12732" y="30"/>
                    <a:pt x="13122" y="49"/>
                  </a:cubicBezTo>
                  <a:cubicBezTo>
                    <a:pt x="13347" y="59"/>
                    <a:pt x="13512" y="147"/>
                    <a:pt x="13571" y="391"/>
                  </a:cubicBezTo>
                  <a:cubicBezTo>
                    <a:pt x="13610" y="547"/>
                    <a:pt x="13639" y="713"/>
                    <a:pt x="13639" y="888"/>
                  </a:cubicBezTo>
                  <a:lnTo>
                    <a:pt x="13639" y="2615"/>
                  </a:lnTo>
                  <a:cubicBezTo>
                    <a:pt x="13620" y="3815"/>
                    <a:pt x="13639" y="5024"/>
                    <a:pt x="13620" y="6224"/>
                  </a:cubicBezTo>
                  <a:cubicBezTo>
                    <a:pt x="13590" y="7844"/>
                    <a:pt x="13610" y="9463"/>
                    <a:pt x="13620" y="11083"/>
                  </a:cubicBezTo>
                  <a:cubicBezTo>
                    <a:pt x="13620" y="11453"/>
                    <a:pt x="13590" y="11814"/>
                    <a:pt x="13542" y="12185"/>
                  </a:cubicBezTo>
                  <a:cubicBezTo>
                    <a:pt x="13532" y="12244"/>
                    <a:pt x="13522" y="12302"/>
                    <a:pt x="13512" y="12361"/>
                  </a:cubicBezTo>
                  <a:cubicBezTo>
                    <a:pt x="13425" y="12712"/>
                    <a:pt x="13259" y="12868"/>
                    <a:pt x="12898" y="12926"/>
                  </a:cubicBezTo>
                  <a:cubicBezTo>
                    <a:pt x="12644" y="12965"/>
                    <a:pt x="12381" y="12985"/>
                    <a:pt x="12117" y="12975"/>
                  </a:cubicBezTo>
                  <a:cubicBezTo>
                    <a:pt x="11025" y="12946"/>
                    <a:pt x="9932" y="13005"/>
                    <a:pt x="8849" y="12975"/>
                  </a:cubicBezTo>
                  <a:cubicBezTo>
                    <a:pt x="7757" y="12946"/>
                    <a:pt x="6693" y="13005"/>
                    <a:pt x="5610" y="12965"/>
                  </a:cubicBezTo>
                  <a:cubicBezTo>
                    <a:pt x="5327" y="12956"/>
                    <a:pt x="5054" y="12936"/>
                    <a:pt x="4771" y="12907"/>
                  </a:cubicBezTo>
                  <a:cubicBezTo>
                    <a:pt x="4693" y="12897"/>
                    <a:pt x="4615" y="12936"/>
                    <a:pt x="4576" y="13005"/>
                  </a:cubicBezTo>
                  <a:cubicBezTo>
                    <a:pt x="3991" y="13765"/>
                    <a:pt x="3279" y="14419"/>
                    <a:pt x="2479" y="14946"/>
                  </a:cubicBezTo>
                  <a:cubicBezTo>
                    <a:pt x="2372" y="15024"/>
                    <a:pt x="2254" y="15073"/>
                    <a:pt x="2137" y="15112"/>
                  </a:cubicBezTo>
                  <a:cubicBezTo>
                    <a:pt x="1972" y="15190"/>
                    <a:pt x="1786" y="15063"/>
                    <a:pt x="1806" y="14878"/>
                  </a:cubicBezTo>
                  <a:cubicBezTo>
                    <a:pt x="1806" y="14663"/>
                    <a:pt x="1825" y="14439"/>
                    <a:pt x="1874" y="14224"/>
                  </a:cubicBezTo>
                  <a:cubicBezTo>
                    <a:pt x="1933" y="13736"/>
                    <a:pt x="2011" y="13248"/>
                    <a:pt x="2089" y="12761"/>
                  </a:cubicBezTo>
                  <a:cubicBezTo>
                    <a:pt x="2118" y="12585"/>
                    <a:pt x="2118" y="12585"/>
                    <a:pt x="1952" y="12585"/>
                  </a:cubicBezTo>
                  <a:cubicBezTo>
                    <a:pt x="1757" y="12585"/>
                    <a:pt x="1572" y="12605"/>
                    <a:pt x="1386" y="12605"/>
                  </a:cubicBezTo>
                  <a:cubicBezTo>
                    <a:pt x="1250" y="12605"/>
                    <a:pt x="1103" y="12595"/>
                    <a:pt x="967" y="12575"/>
                  </a:cubicBezTo>
                  <a:cubicBezTo>
                    <a:pt x="596" y="12536"/>
                    <a:pt x="294" y="12263"/>
                    <a:pt x="216" y="11892"/>
                  </a:cubicBezTo>
                  <a:cubicBezTo>
                    <a:pt x="157" y="11668"/>
                    <a:pt x="138" y="11444"/>
                    <a:pt x="138" y="11219"/>
                  </a:cubicBezTo>
                  <a:cubicBezTo>
                    <a:pt x="128" y="10907"/>
                    <a:pt x="147" y="10585"/>
                    <a:pt x="147" y="10273"/>
                  </a:cubicBezTo>
                  <a:cubicBezTo>
                    <a:pt x="157" y="9054"/>
                    <a:pt x="128" y="7824"/>
                    <a:pt x="108" y="6595"/>
                  </a:cubicBezTo>
                  <a:cubicBezTo>
                    <a:pt x="79" y="5327"/>
                    <a:pt x="1" y="4059"/>
                    <a:pt x="40" y="2781"/>
                  </a:cubicBezTo>
                  <a:cubicBezTo>
                    <a:pt x="59" y="2186"/>
                    <a:pt x="89" y="1581"/>
                    <a:pt x="167" y="986"/>
                  </a:cubicBezTo>
                  <a:cubicBezTo>
                    <a:pt x="225" y="420"/>
                    <a:pt x="703" y="0"/>
                    <a:pt x="1279" y="10"/>
                  </a:cubicBezTo>
                  <a:cubicBezTo>
                    <a:pt x="1601" y="10"/>
                    <a:pt x="1933" y="20"/>
                    <a:pt x="2254" y="20"/>
                  </a:cubicBezTo>
                  <a:lnTo>
                    <a:pt x="6654" y="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2"/>
            <p:cNvSpPr/>
            <p:nvPr/>
          </p:nvSpPr>
          <p:spPr>
            <a:xfrm>
              <a:off x="5453971" y="1422638"/>
              <a:ext cx="774453" cy="861106"/>
            </a:xfrm>
            <a:custGeom>
              <a:rect b="b" l="l" r="r" t="t"/>
              <a:pathLst>
                <a:path extrusionOk="0" h="14439" w="12986">
                  <a:moveTo>
                    <a:pt x="1795" y="14439"/>
                  </a:moveTo>
                  <a:cubicBezTo>
                    <a:pt x="1825" y="14166"/>
                    <a:pt x="1854" y="13902"/>
                    <a:pt x="1893" y="13639"/>
                  </a:cubicBezTo>
                  <a:cubicBezTo>
                    <a:pt x="1952" y="13210"/>
                    <a:pt x="2000" y="12781"/>
                    <a:pt x="2069" y="12351"/>
                  </a:cubicBezTo>
                  <a:cubicBezTo>
                    <a:pt x="2098" y="12117"/>
                    <a:pt x="1991" y="11971"/>
                    <a:pt x="1747" y="11981"/>
                  </a:cubicBezTo>
                  <a:cubicBezTo>
                    <a:pt x="1503" y="12000"/>
                    <a:pt x="1288" y="11981"/>
                    <a:pt x="1064" y="11981"/>
                  </a:cubicBezTo>
                  <a:cubicBezTo>
                    <a:pt x="927" y="11981"/>
                    <a:pt x="781" y="11971"/>
                    <a:pt x="644" y="11942"/>
                  </a:cubicBezTo>
                  <a:cubicBezTo>
                    <a:pt x="410" y="11903"/>
                    <a:pt x="225" y="11727"/>
                    <a:pt x="186" y="11493"/>
                  </a:cubicBezTo>
                  <a:cubicBezTo>
                    <a:pt x="147" y="11307"/>
                    <a:pt x="117" y="11112"/>
                    <a:pt x="117" y="10917"/>
                  </a:cubicBezTo>
                  <a:cubicBezTo>
                    <a:pt x="108" y="10517"/>
                    <a:pt x="147" y="10117"/>
                    <a:pt x="137" y="9717"/>
                  </a:cubicBezTo>
                  <a:cubicBezTo>
                    <a:pt x="137" y="8459"/>
                    <a:pt x="117" y="7200"/>
                    <a:pt x="78" y="5942"/>
                  </a:cubicBezTo>
                  <a:cubicBezTo>
                    <a:pt x="59" y="5074"/>
                    <a:pt x="30" y="4215"/>
                    <a:pt x="10" y="3347"/>
                  </a:cubicBezTo>
                  <a:cubicBezTo>
                    <a:pt x="0" y="2557"/>
                    <a:pt x="39" y="1767"/>
                    <a:pt x="108" y="986"/>
                  </a:cubicBezTo>
                  <a:cubicBezTo>
                    <a:pt x="117" y="850"/>
                    <a:pt x="147" y="723"/>
                    <a:pt x="176" y="586"/>
                  </a:cubicBezTo>
                  <a:cubicBezTo>
                    <a:pt x="235" y="303"/>
                    <a:pt x="469" y="89"/>
                    <a:pt x="752" y="50"/>
                  </a:cubicBezTo>
                  <a:cubicBezTo>
                    <a:pt x="917" y="11"/>
                    <a:pt x="1083" y="1"/>
                    <a:pt x="1259" y="20"/>
                  </a:cubicBezTo>
                  <a:cubicBezTo>
                    <a:pt x="1961" y="50"/>
                    <a:pt x="2664" y="40"/>
                    <a:pt x="3366" y="40"/>
                  </a:cubicBezTo>
                  <a:cubicBezTo>
                    <a:pt x="4878" y="40"/>
                    <a:pt x="6390" y="40"/>
                    <a:pt x="7902" y="79"/>
                  </a:cubicBezTo>
                  <a:cubicBezTo>
                    <a:pt x="8556" y="98"/>
                    <a:pt x="9200" y="98"/>
                    <a:pt x="9854" y="69"/>
                  </a:cubicBezTo>
                  <a:cubicBezTo>
                    <a:pt x="10283" y="50"/>
                    <a:pt x="10702" y="50"/>
                    <a:pt x="11141" y="69"/>
                  </a:cubicBezTo>
                  <a:cubicBezTo>
                    <a:pt x="11385" y="79"/>
                    <a:pt x="11629" y="69"/>
                    <a:pt x="11883" y="50"/>
                  </a:cubicBezTo>
                  <a:cubicBezTo>
                    <a:pt x="12156" y="30"/>
                    <a:pt x="12439" y="30"/>
                    <a:pt x="12722" y="50"/>
                  </a:cubicBezTo>
                  <a:cubicBezTo>
                    <a:pt x="12829" y="40"/>
                    <a:pt x="12917" y="118"/>
                    <a:pt x="12936" y="215"/>
                  </a:cubicBezTo>
                  <a:cubicBezTo>
                    <a:pt x="12966" y="342"/>
                    <a:pt x="12975" y="469"/>
                    <a:pt x="12975" y="596"/>
                  </a:cubicBezTo>
                  <a:cubicBezTo>
                    <a:pt x="12985" y="1552"/>
                    <a:pt x="12975" y="2498"/>
                    <a:pt x="12956" y="3444"/>
                  </a:cubicBezTo>
                  <a:lnTo>
                    <a:pt x="12956" y="3630"/>
                  </a:lnTo>
                  <a:cubicBezTo>
                    <a:pt x="12985" y="5318"/>
                    <a:pt x="12927" y="7005"/>
                    <a:pt x="12936" y="8693"/>
                  </a:cubicBezTo>
                  <a:cubicBezTo>
                    <a:pt x="12936" y="9425"/>
                    <a:pt x="12975" y="10156"/>
                    <a:pt x="12956" y="10878"/>
                  </a:cubicBezTo>
                  <a:cubicBezTo>
                    <a:pt x="12956" y="11142"/>
                    <a:pt x="12946" y="11415"/>
                    <a:pt x="12927" y="11678"/>
                  </a:cubicBezTo>
                  <a:cubicBezTo>
                    <a:pt x="12917" y="11815"/>
                    <a:pt x="12887" y="11951"/>
                    <a:pt x="12819" y="12078"/>
                  </a:cubicBezTo>
                  <a:cubicBezTo>
                    <a:pt x="12751" y="12205"/>
                    <a:pt x="12624" y="12283"/>
                    <a:pt x="12488" y="12293"/>
                  </a:cubicBezTo>
                  <a:cubicBezTo>
                    <a:pt x="12253" y="12322"/>
                    <a:pt x="12019" y="12342"/>
                    <a:pt x="11785" y="12332"/>
                  </a:cubicBezTo>
                  <a:cubicBezTo>
                    <a:pt x="10683" y="12293"/>
                    <a:pt x="9600" y="12361"/>
                    <a:pt x="8507" y="12332"/>
                  </a:cubicBezTo>
                  <a:cubicBezTo>
                    <a:pt x="7434" y="12312"/>
                    <a:pt x="6371" y="12342"/>
                    <a:pt x="5298" y="12332"/>
                  </a:cubicBezTo>
                  <a:cubicBezTo>
                    <a:pt x="4966" y="12332"/>
                    <a:pt x="4625" y="12312"/>
                    <a:pt x="4293" y="12273"/>
                  </a:cubicBezTo>
                  <a:cubicBezTo>
                    <a:pt x="4195" y="12264"/>
                    <a:pt x="4088" y="12312"/>
                    <a:pt x="4039" y="12400"/>
                  </a:cubicBezTo>
                  <a:cubicBezTo>
                    <a:pt x="3668" y="12966"/>
                    <a:pt x="3171" y="13405"/>
                    <a:pt x="2664" y="13844"/>
                  </a:cubicBezTo>
                  <a:cubicBezTo>
                    <a:pt x="2449" y="14020"/>
                    <a:pt x="2225" y="14185"/>
                    <a:pt x="2000" y="14332"/>
                  </a:cubicBezTo>
                  <a:cubicBezTo>
                    <a:pt x="1942" y="14390"/>
                    <a:pt x="1873" y="14429"/>
                    <a:pt x="1795" y="144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2"/>
            <p:cNvSpPr/>
            <p:nvPr/>
          </p:nvSpPr>
          <p:spPr>
            <a:xfrm>
              <a:off x="5565697" y="1815848"/>
              <a:ext cx="603949" cy="28566"/>
            </a:xfrm>
            <a:custGeom>
              <a:rect b="b" l="l" r="r" t="t"/>
              <a:pathLst>
                <a:path extrusionOk="0" h="479" w="10127">
                  <a:moveTo>
                    <a:pt x="5054" y="390"/>
                  </a:moveTo>
                  <a:cubicBezTo>
                    <a:pt x="3795" y="429"/>
                    <a:pt x="2615" y="459"/>
                    <a:pt x="1435" y="439"/>
                  </a:cubicBezTo>
                  <a:cubicBezTo>
                    <a:pt x="1025" y="439"/>
                    <a:pt x="625" y="439"/>
                    <a:pt x="225" y="468"/>
                  </a:cubicBezTo>
                  <a:cubicBezTo>
                    <a:pt x="108" y="478"/>
                    <a:pt x="39" y="439"/>
                    <a:pt x="20" y="361"/>
                  </a:cubicBezTo>
                  <a:cubicBezTo>
                    <a:pt x="0" y="283"/>
                    <a:pt x="69" y="205"/>
                    <a:pt x="186" y="176"/>
                  </a:cubicBezTo>
                  <a:cubicBezTo>
                    <a:pt x="235" y="166"/>
                    <a:pt x="283" y="156"/>
                    <a:pt x="332" y="156"/>
                  </a:cubicBezTo>
                  <a:cubicBezTo>
                    <a:pt x="761" y="146"/>
                    <a:pt x="1200" y="117"/>
                    <a:pt x="1630" y="117"/>
                  </a:cubicBezTo>
                  <a:cubicBezTo>
                    <a:pt x="2752" y="127"/>
                    <a:pt x="3864" y="107"/>
                    <a:pt x="4986" y="59"/>
                  </a:cubicBezTo>
                  <a:cubicBezTo>
                    <a:pt x="6137" y="0"/>
                    <a:pt x="7288" y="39"/>
                    <a:pt x="8429" y="88"/>
                  </a:cubicBezTo>
                  <a:cubicBezTo>
                    <a:pt x="8751" y="107"/>
                    <a:pt x="9063" y="107"/>
                    <a:pt x="9376" y="88"/>
                  </a:cubicBezTo>
                  <a:cubicBezTo>
                    <a:pt x="9522" y="78"/>
                    <a:pt x="9668" y="78"/>
                    <a:pt x="9815" y="88"/>
                  </a:cubicBezTo>
                  <a:cubicBezTo>
                    <a:pt x="9893" y="78"/>
                    <a:pt x="9961" y="98"/>
                    <a:pt x="10029" y="137"/>
                  </a:cubicBezTo>
                  <a:cubicBezTo>
                    <a:pt x="10097" y="176"/>
                    <a:pt x="10127" y="254"/>
                    <a:pt x="10107" y="332"/>
                  </a:cubicBezTo>
                  <a:cubicBezTo>
                    <a:pt x="10088" y="410"/>
                    <a:pt x="10010" y="449"/>
                    <a:pt x="9932" y="439"/>
                  </a:cubicBezTo>
                  <a:cubicBezTo>
                    <a:pt x="9141" y="410"/>
                    <a:pt x="8361" y="439"/>
                    <a:pt x="7571" y="400"/>
                  </a:cubicBezTo>
                  <a:cubicBezTo>
                    <a:pt x="6732" y="341"/>
                    <a:pt x="5893" y="332"/>
                    <a:pt x="5054" y="3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2"/>
            <p:cNvSpPr/>
            <p:nvPr/>
          </p:nvSpPr>
          <p:spPr>
            <a:xfrm>
              <a:off x="5576194" y="1579024"/>
              <a:ext cx="587668" cy="33218"/>
            </a:xfrm>
            <a:custGeom>
              <a:rect b="b" l="l" r="r" t="t"/>
              <a:pathLst>
                <a:path extrusionOk="0" h="557" w="9854">
                  <a:moveTo>
                    <a:pt x="4810" y="459"/>
                  </a:moveTo>
                  <a:cubicBezTo>
                    <a:pt x="3873" y="479"/>
                    <a:pt x="2819" y="498"/>
                    <a:pt x="1766" y="537"/>
                  </a:cubicBezTo>
                  <a:cubicBezTo>
                    <a:pt x="1249" y="557"/>
                    <a:pt x="722" y="547"/>
                    <a:pt x="205" y="547"/>
                  </a:cubicBezTo>
                  <a:cubicBezTo>
                    <a:pt x="176" y="547"/>
                    <a:pt x="146" y="547"/>
                    <a:pt x="127" y="547"/>
                  </a:cubicBezTo>
                  <a:cubicBezTo>
                    <a:pt x="49" y="537"/>
                    <a:pt x="0" y="479"/>
                    <a:pt x="0" y="410"/>
                  </a:cubicBezTo>
                  <a:cubicBezTo>
                    <a:pt x="0" y="342"/>
                    <a:pt x="39" y="293"/>
                    <a:pt x="98" y="274"/>
                  </a:cubicBezTo>
                  <a:cubicBezTo>
                    <a:pt x="156" y="264"/>
                    <a:pt x="205" y="254"/>
                    <a:pt x="254" y="254"/>
                  </a:cubicBezTo>
                  <a:cubicBezTo>
                    <a:pt x="722" y="244"/>
                    <a:pt x="1180" y="235"/>
                    <a:pt x="1639" y="215"/>
                  </a:cubicBezTo>
                  <a:cubicBezTo>
                    <a:pt x="3083" y="147"/>
                    <a:pt x="4536" y="157"/>
                    <a:pt x="5970" y="88"/>
                  </a:cubicBezTo>
                  <a:cubicBezTo>
                    <a:pt x="7141" y="40"/>
                    <a:pt x="8312" y="1"/>
                    <a:pt x="9482" y="30"/>
                  </a:cubicBezTo>
                  <a:cubicBezTo>
                    <a:pt x="9561" y="20"/>
                    <a:pt x="9648" y="30"/>
                    <a:pt x="9726" y="59"/>
                  </a:cubicBezTo>
                  <a:cubicBezTo>
                    <a:pt x="9804" y="79"/>
                    <a:pt x="9853" y="157"/>
                    <a:pt x="9843" y="235"/>
                  </a:cubicBezTo>
                  <a:cubicBezTo>
                    <a:pt x="9834" y="322"/>
                    <a:pt x="9756" y="381"/>
                    <a:pt x="9668" y="361"/>
                  </a:cubicBezTo>
                  <a:cubicBezTo>
                    <a:pt x="9521" y="361"/>
                    <a:pt x="9375" y="352"/>
                    <a:pt x="9229" y="352"/>
                  </a:cubicBezTo>
                  <a:cubicBezTo>
                    <a:pt x="8165" y="342"/>
                    <a:pt x="7102" y="361"/>
                    <a:pt x="6039" y="420"/>
                  </a:cubicBezTo>
                  <a:cubicBezTo>
                    <a:pt x="5668" y="449"/>
                    <a:pt x="5297" y="449"/>
                    <a:pt x="481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2"/>
            <p:cNvSpPr/>
            <p:nvPr/>
          </p:nvSpPr>
          <p:spPr>
            <a:xfrm>
              <a:off x="5607563" y="2018857"/>
              <a:ext cx="545206" cy="32681"/>
            </a:xfrm>
            <a:custGeom>
              <a:rect b="b" l="l" r="r" t="t"/>
              <a:pathLst>
                <a:path extrusionOk="0" h="548" w="9142">
                  <a:moveTo>
                    <a:pt x="3084" y="1"/>
                  </a:moveTo>
                  <a:lnTo>
                    <a:pt x="4723" y="1"/>
                  </a:lnTo>
                  <a:cubicBezTo>
                    <a:pt x="5171" y="1"/>
                    <a:pt x="5610" y="30"/>
                    <a:pt x="6049" y="69"/>
                  </a:cubicBezTo>
                  <a:cubicBezTo>
                    <a:pt x="6186" y="79"/>
                    <a:pt x="6313" y="79"/>
                    <a:pt x="6449" y="79"/>
                  </a:cubicBezTo>
                  <a:cubicBezTo>
                    <a:pt x="7181" y="79"/>
                    <a:pt x="7922" y="147"/>
                    <a:pt x="8654" y="157"/>
                  </a:cubicBezTo>
                  <a:cubicBezTo>
                    <a:pt x="8761" y="157"/>
                    <a:pt x="8869" y="167"/>
                    <a:pt x="8976" y="196"/>
                  </a:cubicBezTo>
                  <a:cubicBezTo>
                    <a:pt x="9083" y="225"/>
                    <a:pt x="9142" y="293"/>
                    <a:pt x="9132" y="381"/>
                  </a:cubicBezTo>
                  <a:cubicBezTo>
                    <a:pt x="9113" y="479"/>
                    <a:pt x="9015" y="547"/>
                    <a:pt x="8917" y="518"/>
                  </a:cubicBezTo>
                  <a:cubicBezTo>
                    <a:pt x="8547" y="459"/>
                    <a:pt x="8176" y="479"/>
                    <a:pt x="7796" y="459"/>
                  </a:cubicBezTo>
                  <a:cubicBezTo>
                    <a:pt x="7337" y="430"/>
                    <a:pt x="6879" y="420"/>
                    <a:pt x="6410" y="410"/>
                  </a:cubicBezTo>
                  <a:cubicBezTo>
                    <a:pt x="5727" y="381"/>
                    <a:pt x="5035" y="323"/>
                    <a:pt x="4352" y="332"/>
                  </a:cubicBezTo>
                  <a:cubicBezTo>
                    <a:pt x="3542" y="332"/>
                    <a:pt x="2742" y="323"/>
                    <a:pt x="1942" y="332"/>
                  </a:cubicBezTo>
                  <a:cubicBezTo>
                    <a:pt x="1367" y="332"/>
                    <a:pt x="801" y="284"/>
                    <a:pt x="235" y="313"/>
                  </a:cubicBezTo>
                  <a:cubicBezTo>
                    <a:pt x="186" y="313"/>
                    <a:pt x="137" y="303"/>
                    <a:pt x="98" y="293"/>
                  </a:cubicBezTo>
                  <a:cubicBezTo>
                    <a:pt x="40" y="264"/>
                    <a:pt x="1" y="206"/>
                    <a:pt x="11" y="147"/>
                  </a:cubicBezTo>
                  <a:cubicBezTo>
                    <a:pt x="11" y="89"/>
                    <a:pt x="50" y="40"/>
                    <a:pt x="108" y="30"/>
                  </a:cubicBezTo>
                  <a:cubicBezTo>
                    <a:pt x="186" y="20"/>
                    <a:pt x="255" y="10"/>
                    <a:pt x="323" y="10"/>
                  </a:cubicBezTo>
                  <a:cubicBezTo>
                    <a:pt x="957" y="10"/>
                    <a:pt x="1581" y="10"/>
                    <a:pt x="2215" y="1"/>
                  </a:cubicBezTo>
                  <a:lnTo>
                    <a:pt x="30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2"/>
            <p:cNvSpPr/>
            <p:nvPr/>
          </p:nvSpPr>
          <p:spPr>
            <a:xfrm>
              <a:off x="5548223" y="1967687"/>
              <a:ext cx="50692" cy="43655"/>
            </a:xfrm>
            <a:custGeom>
              <a:rect b="b" l="l" r="r" t="t"/>
              <a:pathLst>
                <a:path extrusionOk="0" h="732" w="850">
                  <a:moveTo>
                    <a:pt x="401" y="712"/>
                  </a:moveTo>
                  <a:cubicBezTo>
                    <a:pt x="225" y="732"/>
                    <a:pt x="59" y="605"/>
                    <a:pt x="20" y="429"/>
                  </a:cubicBezTo>
                  <a:cubicBezTo>
                    <a:pt x="1" y="254"/>
                    <a:pt x="118" y="98"/>
                    <a:pt x="284" y="69"/>
                  </a:cubicBezTo>
                  <a:cubicBezTo>
                    <a:pt x="469" y="0"/>
                    <a:pt x="674" y="88"/>
                    <a:pt x="762" y="264"/>
                  </a:cubicBezTo>
                  <a:cubicBezTo>
                    <a:pt x="850" y="488"/>
                    <a:pt x="674" y="712"/>
                    <a:pt x="401" y="7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2"/>
            <p:cNvSpPr/>
            <p:nvPr/>
          </p:nvSpPr>
          <p:spPr>
            <a:xfrm>
              <a:off x="5545897" y="1750663"/>
              <a:ext cx="42522" cy="41388"/>
            </a:xfrm>
            <a:custGeom>
              <a:rect b="b" l="l" r="r" t="t"/>
              <a:pathLst>
                <a:path extrusionOk="0" h="694" w="713">
                  <a:moveTo>
                    <a:pt x="342" y="693"/>
                  </a:moveTo>
                  <a:cubicBezTo>
                    <a:pt x="157" y="693"/>
                    <a:pt x="11" y="547"/>
                    <a:pt x="11" y="361"/>
                  </a:cubicBezTo>
                  <a:cubicBezTo>
                    <a:pt x="1" y="166"/>
                    <a:pt x="147" y="10"/>
                    <a:pt x="342" y="0"/>
                  </a:cubicBezTo>
                  <a:cubicBezTo>
                    <a:pt x="537" y="0"/>
                    <a:pt x="703" y="147"/>
                    <a:pt x="713" y="342"/>
                  </a:cubicBezTo>
                  <a:cubicBezTo>
                    <a:pt x="693" y="537"/>
                    <a:pt x="537" y="693"/>
                    <a:pt x="342" y="6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2"/>
            <p:cNvSpPr/>
            <p:nvPr/>
          </p:nvSpPr>
          <p:spPr>
            <a:xfrm>
              <a:off x="5543571" y="1520280"/>
              <a:ext cx="41388" cy="39599"/>
            </a:xfrm>
            <a:custGeom>
              <a:rect b="b" l="l" r="r" t="t"/>
              <a:pathLst>
                <a:path extrusionOk="0" h="664" w="694">
                  <a:moveTo>
                    <a:pt x="693" y="351"/>
                  </a:moveTo>
                  <a:cubicBezTo>
                    <a:pt x="684" y="527"/>
                    <a:pt x="518" y="664"/>
                    <a:pt x="332" y="644"/>
                  </a:cubicBezTo>
                  <a:cubicBezTo>
                    <a:pt x="157" y="644"/>
                    <a:pt x="1" y="507"/>
                    <a:pt x="1" y="322"/>
                  </a:cubicBezTo>
                  <a:cubicBezTo>
                    <a:pt x="20" y="137"/>
                    <a:pt x="176" y="0"/>
                    <a:pt x="362" y="0"/>
                  </a:cubicBezTo>
                  <a:cubicBezTo>
                    <a:pt x="547" y="10"/>
                    <a:pt x="693" y="166"/>
                    <a:pt x="693" y="3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122"/>
          <p:cNvGrpSpPr/>
          <p:nvPr/>
        </p:nvGrpSpPr>
        <p:grpSpPr>
          <a:xfrm>
            <a:off x="3608637" y="1443466"/>
            <a:ext cx="1133424" cy="1428398"/>
            <a:chOff x="2983317" y="1443466"/>
            <a:chExt cx="1133424" cy="1428398"/>
          </a:xfrm>
        </p:grpSpPr>
        <p:grpSp>
          <p:nvGrpSpPr>
            <p:cNvPr id="6670" name="Google Shape;6670;p122"/>
            <p:cNvGrpSpPr/>
            <p:nvPr/>
          </p:nvGrpSpPr>
          <p:grpSpPr>
            <a:xfrm>
              <a:off x="3062457" y="1470244"/>
              <a:ext cx="266520" cy="260676"/>
              <a:chOff x="4302019" y="1470244"/>
              <a:chExt cx="266520" cy="260676"/>
            </a:xfrm>
          </p:grpSpPr>
          <p:sp>
            <p:nvSpPr>
              <p:cNvPr id="6671" name="Google Shape;6671;p122"/>
              <p:cNvSpPr/>
              <p:nvPr/>
            </p:nvSpPr>
            <p:spPr>
              <a:xfrm>
                <a:off x="4302019" y="1470244"/>
                <a:ext cx="266520" cy="260676"/>
              </a:xfrm>
              <a:custGeom>
                <a:rect b="b" l="l" r="r" t="t"/>
                <a:pathLst>
                  <a:path extrusionOk="0" h="4371" w="4469">
                    <a:moveTo>
                      <a:pt x="3015" y="1649"/>
                    </a:moveTo>
                    <a:cubicBezTo>
                      <a:pt x="3073" y="1610"/>
                      <a:pt x="3122" y="1551"/>
                      <a:pt x="3161" y="1483"/>
                    </a:cubicBezTo>
                    <a:cubicBezTo>
                      <a:pt x="3366" y="1181"/>
                      <a:pt x="3561" y="868"/>
                      <a:pt x="3747" y="547"/>
                    </a:cubicBezTo>
                    <a:cubicBezTo>
                      <a:pt x="3805" y="449"/>
                      <a:pt x="3873" y="361"/>
                      <a:pt x="3932" y="264"/>
                    </a:cubicBezTo>
                    <a:cubicBezTo>
                      <a:pt x="3990" y="166"/>
                      <a:pt x="4049" y="98"/>
                      <a:pt x="4176" y="117"/>
                    </a:cubicBezTo>
                    <a:cubicBezTo>
                      <a:pt x="4293" y="137"/>
                      <a:pt x="4322" y="234"/>
                      <a:pt x="4332" y="342"/>
                    </a:cubicBezTo>
                    <a:cubicBezTo>
                      <a:pt x="4390" y="781"/>
                      <a:pt x="4429" y="1220"/>
                      <a:pt x="4439" y="1659"/>
                    </a:cubicBezTo>
                    <a:cubicBezTo>
                      <a:pt x="4449" y="2127"/>
                      <a:pt x="4439" y="2595"/>
                      <a:pt x="4439" y="3063"/>
                    </a:cubicBezTo>
                    <a:cubicBezTo>
                      <a:pt x="4439" y="3200"/>
                      <a:pt x="4439" y="3337"/>
                      <a:pt x="4449" y="3463"/>
                    </a:cubicBezTo>
                    <a:cubicBezTo>
                      <a:pt x="4468" y="3610"/>
                      <a:pt x="4390" y="3746"/>
                      <a:pt x="4254" y="3805"/>
                    </a:cubicBezTo>
                    <a:cubicBezTo>
                      <a:pt x="4205" y="3834"/>
                      <a:pt x="4156" y="3854"/>
                      <a:pt x="4107" y="3863"/>
                    </a:cubicBezTo>
                    <a:cubicBezTo>
                      <a:pt x="3512" y="4078"/>
                      <a:pt x="2898" y="4224"/>
                      <a:pt x="2273" y="4302"/>
                    </a:cubicBezTo>
                    <a:cubicBezTo>
                      <a:pt x="1717" y="4371"/>
                      <a:pt x="1181" y="4263"/>
                      <a:pt x="644" y="4166"/>
                    </a:cubicBezTo>
                    <a:cubicBezTo>
                      <a:pt x="537" y="4146"/>
                      <a:pt x="420" y="4117"/>
                      <a:pt x="313" y="4088"/>
                    </a:cubicBezTo>
                    <a:cubicBezTo>
                      <a:pt x="147" y="4049"/>
                      <a:pt x="30" y="3912"/>
                      <a:pt x="20" y="3746"/>
                    </a:cubicBezTo>
                    <a:cubicBezTo>
                      <a:pt x="0" y="3659"/>
                      <a:pt x="0" y="3561"/>
                      <a:pt x="0" y="3463"/>
                    </a:cubicBezTo>
                    <a:cubicBezTo>
                      <a:pt x="10" y="2527"/>
                      <a:pt x="10" y="1590"/>
                      <a:pt x="69" y="664"/>
                    </a:cubicBezTo>
                    <a:cubicBezTo>
                      <a:pt x="69" y="654"/>
                      <a:pt x="69" y="654"/>
                      <a:pt x="69" y="644"/>
                    </a:cubicBezTo>
                    <a:cubicBezTo>
                      <a:pt x="78" y="537"/>
                      <a:pt x="78" y="420"/>
                      <a:pt x="215" y="390"/>
                    </a:cubicBezTo>
                    <a:cubicBezTo>
                      <a:pt x="342" y="351"/>
                      <a:pt x="391" y="439"/>
                      <a:pt x="459" y="517"/>
                    </a:cubicBezTo>
                    <a:cubicBezTo>
                      <a:pt x="664" y="790"/>
                      <a:pt x="869" y="1064"/>
                      <a:pt x="1054" y="1356"/>
                    </a:cubicBezTo>
                    <a:cubicBezTo>
                      <a:pt x="1142" y="1473"/>
                      <a:pt x="1230" y="1600"/>
                      <a:pt x="1317" y="1737"/>
                    </a:cubicBezTo>
                    <a:cubicBezTo>
                      <a:pt x="1376" y="1668"/>
                      <a:pt x="1405" y="1600"/>
                      <a:pt x="1425" y="1512"/>
                    </a:cubicBezTo>
                    <a:cubicBezTo>
                      <a:pt x="1542" y="1142"/>
                      <a:pt x="1639" y="771"/>
                      <a:pt x="1786" y="410"/>
                    </a:cubicBezTo>
                    <a:cubicBezTo>
                      <a:pt x="1815" y="322"/>
                      <a:pt x="1854" y="234"/>
                      <a:pt x="1893" y="147"/>
                    </a:cubicBezTo>
                    <a:cubicBezTo>
                      <a:pt x="1961" y="10"/>
                      <a:pt x="2147" y="0"/>
                      <a:pt x="2225" y="127"/>
                    </a:cubicBezTo>
                    <a:cubicBezTo>
                      <a:pt x="2273" y="186"/>
                      <a:pt x="2303" y="234"/>
                      <a:pt x="2342" y="293"/>
                    </a:cubicBezTo>
                    <a:cubicBezTo>
                      <a:pt x="2517" y="605"/>
                      <a:pt x="2664" y="927"/>
                      <a:pt x="2810" y="1249"/>
                    </a:cubicBezTo>
                    <a:cubicBezTo>
                      <a:pt x="2878" y="1376"/>
                      <a:pt x="2937" y="1512"/>
                      <a:pt x="3015" y="1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2"/>
              <p:cNvSpPr/>
              <p:nvPr/>
            </p:nvSpPr>
            <p:spPr>
              <a:xfrm>
                <a:off x="4320030" y="1503999"/>
                <a:ext cx="227577" cy="160604"/>
              </a:xfrm>
              <a:custGeom>
                <a:rect b="b" l="l" r="r" t="t"/>
                <a:pathLst>
                  <a:path extrusionOk="0" h="2693" w="3816">
                    <a:moveTo>
                      <a:pt x="3727" y="185"/>
                    </a:moveTo>
                    <a:cubicBezTo>
                      <a:pt x="3776" y="420"/>
                      <a:pt x="3796" y="654"/>
                      <a:pt x="3796" y="888"/>
                    </a:cubicBezTo>
                    <a:cubicBezTo>
                      <a:pt x="3815" y="1229"/>
                      <a:pt x="3805" y="1561"/>
                      <a:pt x="3815" y="1893"/>
                    </a:cubicBezTo>
                    <a:cubicBezTo>
                      <a:pt x="3815" y="1990"/>
                      <a:pt x="3766" y="2078"/>
                      <a:pt x="3679" y="2117"/>
                    </a:cubicBezTo>
                    <a:cubicBezTo>
                      <a:pt x="3259" y="2361"/>
                      <a:pt x="2791" y="2527"/>
                      <a:pt x="2313" y="2595"/>
                    </a:cubicBezTo>
                    <a:cubicBezTo>
                      <a:pt x="1640" y="2693"/>
                      <a:pt x="957" y="2654"/>
                      <a:pt x="303" y="2468"/>
                    </a:cubicBezTo>
                    <a:cubicBezTo>
                      <a:pt x="245" y="2449"/>
                      <a:pt x="186" y="2429"/>
                      <a:pt x="128" y="2410"/>
                    </a:cubicBezTo>
                    <a:cubicBezTo>
                      <a:pt x="50" y="2390"/>
                      <a:pt x="1" y="2322"/>
                      <a:pt x="20" y="2244"/>
                    </a:cubicBezTo>
                    <a:cubicBezTo>
                      <a:pt x="59" y="1649"/>
                      <a:pt x="30" y="1054"/>
                      <a:pt x="79" y="449"/>
                    </a:cubicBezTo>
                    <a:cubicBezTo>
                      <a:pt x="167" y="468"/>
                      <a:pt x="196" y="546"/>
                      <a:pt x="235" y="605"/>
                    </a:cubicBezTo>
                    <a:cubicBezTo>
                      <a:pt x="440" y="898"/>
                      <a:pt x="645" y="1200"/>
                      <a:pt x="840" y="1493"/>
                    </a:cubicBezTo>
                    <a:cubicBezTo>
                      <a:pt x="898" y="1580"/>
                      <a:pt x="947" y="1678"/>
                      <a:pt x="1064" y="1668"/>
                    </a:cubicBezTo>
                    <a:cubicBezTo>
                      <a:pt x="1191" y="1658"/>
                      <a:pt x="1240" y="1541"/>
                      <a:pt x="1279" y="1454"/>
                    </a:cubicBezTo>
                    <a:cubicBezTo>
                      <a:pt x="1406" y="1141"/>
                      <a:pt x="1513" y="820"/>
                      <a:pt x="1601" y="498"/>
                    </a:cubicBezTo>
                    <a:cubicBezTo>
                      <a:pt x="1650" y="332"/>
                      <a:pt x="1708" y="176"/>
                      <a:pt x="1767" y="0"/>
                    </a:cubicBezTo>
                    <a:cubicBezTo>
                      <a:pt x="1845" y="20"/>
                      <a:pt x="1854" y="88"/>
                      <a:pt x="1874" y="127"/>
                    </a:cubicBezTo>
                    <a:cubicBezTo>
                      <a:pt x="2040" y="468"/>
                      <a:pt x="2206" y="800"/>
                      <a:pt x="2362" y="1141"/>
                    </a:cubicBezTo>
                    <a:cubicBezTo>
                      <a:pt x="2401" y="1229"/>
                      <a:pt x="2449" y="1307"/>
                      <a:pt x="2498" y="1385"/>
                    </a:cubicBezTo>
                    <a:cubicBezTo>
                      <a:pt x="2596" y="1551"/>
                      <a:pt x="2732" y="1571"/>
                      <a:pt x="2869" y="1424"/>
                    </a:cubicBezTo>
                    <a:cubicBezTo>
                      <a:pt x="2918" y="1376"/>
                      <a:pt x="2967" y="1317"/>
                      <a:pt x="3006" y="1259"/>
                    </a:cubicBezTo>
                    <a:cubicBezTo>
                      <a:pt x="3220" y="956"/>
                      <a:pt x="3415" y="654"/>
                      <a:pt x="3601" y="351"/>
                    </a:cubicBezTo>
                    <a:cubicBezTo>
                      <a:pt x="3630" y="283"/>
                      <a:pt x="3679" y="234"/>
                      <a:pt x="3727" y="18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2"/>
              <p:cNvSpPr/>
              <p:nvPr/>
            </p:nvSpPr>
            <p:spPr>
              <a:xfrm>
                <a:off x="4320030" y="1649397"/>
                <a:ext cx="226980" cy="59399"/>
              </a:xfrm>
              <a:custGeom>
                <a:rect b="b" l="l" r="r" t="t"/>
                <a:pathLst>
                  <a:path extrusionOk="0" h="996" w="3806">
                    <a:moveTo>
                      <a:pt x="3805" y="1"/>
                    </a:moveTo>
                    <a:lnTo>
                      <a:pt x="3805" y="294"/>
                    </a:lnTo>
                    <a:cubicBezTo>
                      <a:pt x="3805" y="518"/>
                      <a:pt x="3805" y="518"/>
                      <a:pt x="3601" y="586"/>
                    </a:cubicBezTo>
                    <a:cubicBezTo>
                      <a:pt x="2976" y="811"/>
                      <a:pt x="2313" y="947"/>
                      <a:pt x="1650" y="996"/>
                    </a:cubicBezTo>
                    <a:cubicBezTo>
                      <a:pt x="1259" y="996"/>
                      <a:pt x="869" y="957"/>
                      <a:pt x="489" y="879"/>
                    </a:cubicBezTo>
                    <a:cubicBezTo>
                      <a:pt x="372" y="859"/>
                      <a:pt x="264" y="840"/>
                      <a:pt x="157" y="811"/>
                    </a:cubicBezTo>
                    <a:cubicBezTo>
                      <a:pt x="20" y="781"/>
                      <a:pt x="1" y="772"/>
                      <a:pt x="1" y="625"/>
                    </a:cubicBezTo>
                    <a:lnTo>
                      <a:pt x="1" y="264"/>
                    </a:lnTo>
                    <a:cubicBezTo>
                      <a:pt x="1298" y="674"/>
                      <a:pt x="2557" y="645"/>
                      <a:pt x="38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122"/>
            <p:cNvGrpSpPr/>
            <p:nvPr/>
          </p:nvGrpSpPr>
          <p:grpSpPr>
            <a:xfrm>
              <a:off x="3440027" y="1460344"/>
              <a:ext cx="284590" cy="266520"/>
              <a:chOff x="4679590" y="1460344"/>
              <a:chExt cx="284590" cy="266520"/>
            </a:xfrm>
          </p:grpSpPr>
          <p:sp>
            <p:nvSpPr>
              <p:cNvPr id="6675" name="Google Shape;6675;p122"/>
              <p:cNvSpPr/>
              <p:nvPr/>
            </p:nvSpPr>
            <p:spPr>
              <a:xfrm>
                <a:off x="4679590" y="1460344"/>
                <a:ext cx="284590" cy="266520"/>
              </a:xfrm>
              <a:custGeom>
                <a:rect b="b" l="l" r="r" t="t"/>
                <a:pathLst>
                  <a:path extrusionOk="0" h="4469" w="4772">
                    <a:moveTo>
                      <a:pt x="2313" y="1308"/>
                    </a:moveTo>
                    <a:cubicBezTo>
                      <a:pt x="2410" y="1064"/>
                      <a:pt x="2527" y="839"/>
                      <a:pt x="2674" y="634"/>
                    </a:cubicBezTo>
                    <a:cubicBezTo>
                      <a:pt x="2840" y="400"/>
                      <a:pt x="3084" y="235"/>
                      <a:pt x="3357" y="166"/>
                    </a:cubicBezTo>
                    <a:cubicBezTo>
                      <a:pt x="3649" y="78"/>
                      <a:pt x="3971" y="147"/>
                      <a:pt x="4205" y="332"/>
                    </a:cubicBezTo>
                    <a:cubicBezTo>
                      <a:pt x="4596" y="605"/>
                      <a:pt x="4771" y="1083"/>
                      <a:pt x="4674" y="1542"/>
                    </a:cubicBezTo>
                    <a:cubicBezTo>
                      <a:pt x="4596" y="1961"/>
                      <a:pt x="4410" y="2342"/>
                      <a:pt x="4147" y="2673"/>
                    </a:cubicBezTo>
                    <a:cubicBezTo>
                      <a:pt x="3640" y="3347"/>
                      <a:pt x="3015" y="3922"/>
                      <a:pt x="2293" y="4351"/>
                    </a:cubicBezTo>
                    <a:cubicBezTo>
                      <a:pt x="2137" y="4468"/>
                      <a:pt x="1923" y="4468"/>
                      <a:pt x="1767" y="4351"/>
                    </a:cubicBezTo>
                    <a:cubicBezTo>
                      <a:pt x="1679" y="4303"/>
                      <a:pt x="1610" y="4254"/>
                      <a:pt x="1532" y="4186"/>
                    </a:cubicBezTo>
                    <a:cubicBezTo>
                      <a:pt x="801" y="3473"/>
                      <a:pt x="284" y="2566"/>
                      <a:pt x="59" y="1571"/>
                    </a:cubicBezTo>
                    <a:cubicBezTo>
                      <a:pt x="11" y="1366"/>
                      <a:pt x="1" y="1152"/>
                      <a:pt x="20" y="947"/>
                    </a:cubicBezTo>
                    <a:cubicBezTo>
                      <a:pt x="79" y="361"/>
                      <a:pt x="684" y="0"/>
                      <a:pt x="1230" y="215"/>
                    </a:cubicBezTo>
                    <a:cubicBezTo>
                      <a:pt x="1484" y="313"/>
                      <a:pt x="1718" y="478"/>
                      <a:pt x="1893" y="693"/>
                    </a:cubicBezTo>
                    <a:cubicBezTo>
                      <a:pt x="2049" y="878"/>
                      <a:pt x="2196" y="1083"/>
                      <a:pt x="2313" y="13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2"/>
              <p:cNvSpPr/>
              <p:nvPr/>
            </p:nvSpPr>
            <p:spPr>
              <a:xfrm>
                <a:off x="4699390" y="1484795"/>
                <a:ext cx="243858" cy="223462"/>
              </a:xfrm>
              <a:custGeom>
                <a:rect b="b" l="l" r="r" t="t"/>
                <a:pathLst>
                  <a:path extrusionOk="0" h="3747" w="4089">
                    <a:moveTo>
                      <a:pt x="0" y="761"/>
                    </a:moveTo>
                    <a:cubicBezTo>
                      <a:pt x="10" y="683"/>
                      <a:pt x="10" y="605"/>
                      <a:pt x="30" y="537"/>
                    </a:cubicBezTo>
                    <a:cubicBezTo>
                      <a:pt x="88" y="205"/>
                      <a:pt x="430" y="0"/>
                      <a:pt x="742" y="107"/>
                    </a:cubicBezTo>
                    <a:cubicBezTo>
                      <a:pt x="917" y="166"/>
                      <a:pt x="1074" y="264"/>
                      <a:pt x="1200" y="390"/>
                    </a:cubicBezTo>
                    <a:cubicBezTo>
                      <a:pt x="1395" y="576"/>
                      <a:pt x="1552" y="800"/>
                      <a:pt x="1669" y="1034"/>
                    </a:cubicBezTo>
                    <a:cubicBezTo>
                      <a:pt x="1717" y="1151"/>
                      <a:pt x="1786" y="1268"/>
                      <a:pt x="1844" y="1376"/>
                    </a:cubicBezTo>
                    <a:cubicBezTo>
                      <a:pt x="1922" y="1512"/>
                      <a:pt x="2117" y="1493"/>
                      <a:pt x="2166" y="1356"/>
                    </a:cubicBezTo>
                    <a:cubicBezTo>
                      <a:pt x="2195" y="1298"/>
                      <a:pt x="2215" y="1239"/>
                      <a:pt x="2225" y="1181"/>
                    </a:cubicBezTo>
                    <a:cubicBezTo>
                      <a:pt x="2303" y="907"/>
                      <a:pt x="2430" y="654"/>
                      <a:pt x="2595" y="429"/>
                    </a:cubicBezTo>
                    <a:cubicBezTo>
                      <a:pt x="2703" y="264"/>
                      <a:pt x="2878" y="137"/>
                      <a:pt x="3073" y="78"/>
                    </a:cubicBezTo>
                    <a:cubicBezTo>
                      <a:pt x="3317" y="0"/>
                      <a:pt x="3590" y="78"/>
                      <a:pt x="3766" y="273"/>
                    </a:cubicBezTo>
                    <a:cubicBezTo>
                      <a:pt x="3990" y="478"/>
                      <a:pt x="4088" y="800"/>
                      <a:pt x="4010" y="1102"/>
                    </a:cubicBezTo>
                    <a:cubicBezTo>
                      <a:pt x="3932" y="1444"/>
                      <a:pt x="3776" y="1766"/>
                      <a:pt x="3561" y="2049"/>
                    </a:cubicBezTo>
                    <a:cubicBezTo>
                      <a:pt x="3073" y="2663"/>
                      <a:pt x="2547" y="3219"/>
                      <a:pt x="1854" y="3619"/>
                    </a:cubicBezTo>
                    <a:cubicBezTo>
                      <a:pt x="1678" y="3727"/>
                      <a:pt x="1600" y="3746"/>
                      <a:pt x="1415" y="3571"/>
                    </a:cubicBezTo>
                    <a:cubicBezTo>
                      <a:pt x="1132" y="3278"/>
                      <a:pt x="878" y="2956"/>
                      <a:pt x="674" y="2605"/>
                    </a:cubicBezTo>
                    <a:cubicBezTo>
                      <a:pt x="400" y="2127"/>
                      <a:pt x="137" y="1639"/>
                      <a:pt x="39" y="1093"/>
                    </a:cubicBezTo>
                    <a:cubicBezTo>
                      <a:pt x="30" y="976"/>
                      <a:pt x="20" y="868"/>
                      <a:pt x="0" y="76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122"/>
            <p:cNvGrpSpPr/>
            <p:nvPr/>
          </p:nvGrpSpPr>
          <p:grpSpPr>
            <a:xfrm>
              <a:off x="3805432" y="1443466"/>
              <a:ext cx="298486" cy="272364"/>
              <a:chOff x="5044994" y="1443466"/>
              <a:chExt cx="298486" cy="272364"/>
            </a:xfrm>
          </p:grpSpPr>
          <p:sp>
            <p:nvSpPr>
              <p:cNvPr id="6678" name="Google Shape;6678;p122"/>
              <p:cNvSpPr/>
              <p:nvPr/>
            </p:nvSpPr>
            <p:spPr>
              <a:xfrm>
                <a:off x="5044994" y="1443466"/>
                <a:ext cx="297949" cy="272364"/>
              </a:xfrm>
              <a:custGeom>
                <a:rect b="b" l="l" r="r" t="t"/>
                <a:pathLst>
                  <a:path extrusionOk="0" h="4567" w="4996">
                    <a:moveTo>
                      <a:pt x="2595" y="4566"/>
                    </a:moveTo>
                    <a:cubicBezTo>
                      <a:pt x="1025" y="4566"/>
                      <a:pt x="0" y="3083"/>
                      <a:pt x="547" y="1610"/>
                    </a:cubicBezTo>
                    <a:cubicBezTo>
                      <a:pt x="908" y="635"/>
                      <a:pt x="1844" y="0"/>
                      <a:pt x="2878" y="10"/>
                    </a:cubicBezTo>
                    <a:cubicBezTo>
                      <a:pt x="4049" y="20"/>
                      <a:pt x="4995" y="966"/>
                      <a:pt x="4995" y="2137"/>
                    </a:cubicBezTo>
                    <a:cubicBezTo>
                      <a:pt x="4995" y="3464"/>
                      <a:pt x="3922" y="4547"/>
                      <a:pt x="2595" y="45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2"/>
              <p:cNvSpPr/>
              <p:nvPr/>
            </p:nvSpPr>
            <p:spPr>
              <a:xfrm>
                <a:off x="5076961" y="1461477"/>
                <a:ext cx="266520" cy="235151"/>
              </a:xfrm>
              <a:custGeom>
                <a:rect b="b" l="l" r="r" t="t"/>
                <a:pathLst>
                  <a:path extrusionOk="0" h="3943" w="4469">
                    <a:moveTo>
                      <a:pt x="2010" y="3932"/>
                    </a:moveTo>
                    <a:cubicBezTo>
                      <a:pt x="859" y="3942"/>
                      <a:pt x="1" y="2889"/>
                      <a:pt x="225" y="1767"/>
                    </a:cubicBezTo>
                    <a:cubicBezTo>
                      <a:pt x="420" y="742"/>
                      <a:pt x="1337" y="1"/>
                      <a:pt x="2381" y="40"/>
                    </a:cubicBezTo>
                    <a:cubicBezTo>
                      <a:pt x="3659" y="79"/>
                      <a:pt x="4469" y="1357"/>
                      <a:pt x="4001" y="2576"/>
                    </a:cubicBezTo>
                    <a:cubicBezTo>
                      <a:pt x="3688" y="3396"/>
                      <a:pt x="2888" y="3942"/>
                      <a:pt x="2010" y="3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2"/>
              <p:cNvSpPr/>
              <p:nvPr/>
            </p:nvSpPr>
            <p:spPr>
              <a:xfrm>
                <a:off x="5129323" y="1496425"/>
                <a:ext cx="161260" cy="171100"/>
              </a:xfrm>
              <a:custGeom>
                <a:rect b="b" l="l" r="r" t="t"/>
                <a:pathLst>
                  <a:path extrusionOk="0" h="2869" w="2704">
                    <a:moveTo>
                      <a:pt x="986" y="1522"/>
                    </a:moveTo>
                    <a:lnTo>
                      <a:pt x="303" y="1522"/>
                    </a:lnTo>
                    <a:cubicBezTo>
                      <a:pt x="245" y="1532"/>
                      <a:pt x="186" y="1522"/>
                      <a:pt x="128" y="1512"/>
                    </a:cubicBezTo>
                    <a:cubicBezTo>
                      <a:pt x="50" y="1483"/>
                      <a:pt x="1" y="1434"/>
                      <a:pt x="11" y="1346"/>
                    </a:cubicBezTo>
                    <a:cubicBezTo>
                      <a:pt x="20" y="1278"/>
                      <a:pt x="79" y="1220"/>
                      <a:pt x="147" y="1220"/>
                    </a:cubicBezTo>
                    <a:cubicBezTo>
                      <a:pt x="245" y="1220"/>
                      <a:pt x="332" y="1210"/>
                      <a:pt x="430" y="1210"/>
                    </a:cubicBezTo>
                    <a:lnTo>
                      <a:pt x="947" y="1210"/>
                    </a:lnTo>
                    <a:cubicBezTo>
                      <a:pt x="976" y="1151"/>
                      <a:pt x="928" y="1122"/>
                      <a:pt x="908" y="1093"/>
                    </a:cubicBezTo>
                    <a:cubicBezTo>
                      <a:pt x="791" y="947"/>
                      <a:pt x="674" y="810"/>
                      <a:pt x="567" y="664"/>
                    </a:cubicBezTo>
                    <a:cubicBezTo>
                      <a:pt x="528" y="625"/>
                      <a:pt x="498" y="566"/>
                      <a:pt x="469" y="517"/>
                    </a:cubicBezTo>
                    <a:cubicBezTo>
                      <a:pt x="430" y="439"/>
                      <a:pt x="469" y="351"/>
                      <a:pt x="547" y="312"/>
                    </a:cubicBezTo>
                    <a:cubicBezTo>
                      <a:pt x="615" y="273"/>
                      <a:pt x="703" y="303"/>
                      <a:pt x="732" y="371"/>
                    </a:cubicBezTo>
                    <a:cubicBezTo>
                      <a:pt x="830" y="517"/>
                      <a:pt x="947" y="664"/>
                      <a:pt x="1064" y="800"/>
                    </a:cubicBezTo>
                    <a:cubicBezTo>
                      <a:pt x="1093" y="849"/>
                      <a:pt x="1132" y="878"/>
                      <a:pt x="1191" y="898"/>
                    </a:cubicBezTo>
                    <a:cubicBezTo>
                      <a:pt x="1181" y="683"/>
                      <a:pt x="1250" y="478"/>
                      <a:pt x="1171" y="264"/>
                    </a:cubicBezTo>
                    <a:cubicBezTo>
                      <a:pt x="1123" y="166"/>
                      <a:pt x="1181" y="49"/>
                      <a:pt x="1289" y="29"/>
                    </a:cubicBezTo>
                    <a:cubicBezTo>
                      <a:pt x="1376" y="0"/>
                      <a:pt x="1474" y="59"/>
                      <a:pt x="1503" y="147"/>
                    </a:cubicBezTo>
                    <a:cubicBezTo>
                      <a:pt x="1542" y="254"/>
                      <a:pt x="1552" y="371"/>
                      <a:pt x="1532" y="488"/>
                    </a:cubicBezTo>
                    <a:cubicBezTo>
                      <a:pt x="1532" y="634"/>
                      <a:pt x="1523" y="790"/>
                      <a:pt x="1513" y="947"/>
                    </a:cubicBezTo>
                    <a:cubicBezTo>
                      <a:pt x="1591" y="956"/>
                      <a:pt x="1610" y="898"/>
                      <a:pt x="1640" y="868"/>
                    </a:cubicBezTo>
                    <a:cubicBezTo>
                      <a:pt x="1815" y="673"/>
                      <a:pt x="2010" y="488"/>
                      <a:pt x="2176" y="283"/>
                    </a:cubicBezTo>
                    <a:cubicBezTo>
                      <a:pt x="2235" y="186"/>
                      <a:pt x="2362" y="166"/>
                      <a:pt x="2440" y="234"/>
                    </a:cubicBezTo>
                    <a:cubicBezTo>
                      <a:pt x="2518" y="293"/>
                      <a:pt x="2518" y="400"/>
                      <a:pt x="2430" y="498"/>
                    </a:cubicBezTo>
                    <a:cubicBezTo>
                      <a:pt x="2313" y="644"/>
                      <a:pt x="2176" y="771"/>
                      <a:pt x="2049" y="907"/>
                    </a:cubicBezTo>
                    <a:lnTo>
                      <a:pt x="1796" y="1181"/>
                    </a:lnTo>
                    <a:cubicBezTo>
                      <a:pt x="1825" y="1259"/>
                      <a:pt x="1874" y="1229"/>
                      <a:pt x="1913" y="1239"/>
                    </a:cubicBezTo>
                    <a:cubicBezTo>
                      <a:pt x="2079" y="1249"/>
                      <a:pt x="2235" y="1249"/>
                      <a:pt x="2401" y="1259"/>
                    </a:cubicBezTo>
                    <a:cubicBezTo>
                      <a:pt x="2440" y="1259"/>
                      <a:pt x="2488" y="1268"/>
                      <a:pt x="2537" y="1268"/>
                    </a:cubicBezTo>
                    <a:cubicBezTo>
                      <a:pt x="2654" y="1288"/>
                      <a:pt x="2703" y="1346"/>
                      <a:pt x="2703" y="1434"/>
                    </a:cubicBezTo>
                    <a:cubicBezTo>
                      <a:pt x="2703" y="1532"/>
                      <a:pt x="2615" y="1610"/>
                      <a:pt x="2518" y="1600"/>
                    </a:cubicBezTo>
                    <a:cubicBezTo>
                      <a:pt x="2371" y="1600"/>
                      <a:pt x="2225" y="1581"/>
                      <a:pt x="2079" y="1581"/>
                    </a:cubicBezTo>
                    <a:cubicBezTo>
                      <a:pt x="1981" y="1581"/>
                      <a:pt x="1893" y="1571"/>
                      <a:pt x="1796" y="1561"/>
                    </a:cubicBezTo>
                    <a:cubicBezTo>
                      <a:pt x="1767" y="1629"/>
                      <a:pt x="1825" y="1649"/>
                      <a:pt x="1845" y="1688"/>
                    </a:cubicBezTo>
                    <a:cubicBezTo>
                      <a:pt x="1952" y="1825"/>
                      <a:pt x="2069" y="1951"/>
                      <a:pt x="2176" y="2088"/>
                    </a:cubicBezTo>
                    <a:cubicBezTo>
                      <a:pt x="2215" y="2127"/>
                      <a:pt x="2245" y="2176"/>
                      <a:pt x="2264" y="2224"/>
                    </a:cubicBezTo>
                    <a:cubicBezTo>
                      <a:pt x="2303" y="2312"/>
                      <a:pt x="2264" y="2410"/>
                      <a:pt x="2167" y="2449"/>
                    </a:cubicBezTo>
                    <a:cubicBezTo>
                      <a:pt x="2088" y="2498"/>
                      <a:pt x="1981" y="2459"/>
                      <a:pt x="1952" y="2371"/>
                    </a:cubicBezTo>
                    <a:cubicBezTo>
                      <a:pt x="1864" y="2166"/>
                      <a:pt x="1698" y="2029"/>
                      <a:pt x="1562" y="1864"/>
                    </a:cubicBezTo>
                    <a:cubicBezTo>
                      <a:pt x="1503" y="1912"/>
                      <a:pt x="1532" y="1971"/>
                      <a:pt x="1532" y="2020"/>
                    </a:cubicBezTo>
                    <a:cubicBezTo>
                      <a:pt x="1562" y="2244"/>
                      <a:pt x="1523" y="2468"/>
                      <a:pt x="1552" y="2703"/>
                    </a:cubicBezTo>
                    <a:cubicBezTo>
                      <a:pt x="1562" y="2771"/>
                      <a:pt x="1513" y="2849"/>
                      <a:pt x="1435" y="2849"/>
                    </a:cubicBezTo>
                    <a:cubicBezTo>
                      <a:pt x="1357" y="2868"/>
                      <a:pt x="1279" y="2820"/>
                      <a:pt x="1259" y="2742"/>
                    </a:cubicBezTo>
                    <a:cubicBezTo>
                      <a:pt x="1250" y="2673"/>
                      <a:pt x="1250" y="2605"/>
                      <a:pt x="1250" y="2546"/>
                    </a:cubicBezTo>
                    <a:cubicBezTo>
                      <a:pt x="1259" y="2312"/>
                      <a:pt x="1240" y="2078"/>
                      <a:pt x="1201" y="1854"/>
                    </a:cubicBezTo>
                    <a:cubicBezTo>
                      <a:pt x="1123" y="1903"/>
                      <a:pt x="1054" y="1971"/>
                      <a:pt x="996" y="2049"/>
                    </a:cubicBezTo>
                    <a:cubicBezTo>
                      <a:pt x="859" y="2185"/>
                      <a:pt x="732" y="2332"/>
                      <a:pt x="625" y="2488"/>
                    </a:cubicBezTo>
                    <a:cubicBezTo>
                      <a:pt x="547" y="2585"/>
                      <a:pt x="469" y="2615"/>
                      <a:pt x="401" y="2566"/>
                    </a:cubicBezTo>
                    <a:cubicBezTo>
                      <a:pt x="332" y="2507"/>
                      <a:pt x="323" y="2400"/>
                      <a:pt x="372" y="2332"/>
                    </a:cubicBezTo>
                    <a:cubicBezTo>
                      <a:pt x="401" y="2273"/>
                      <a:pt x="440" y="2224"/>
                      <a:pt x="479" y="2185"/>
                    </a:cubicBezTo>
                    <a:cubicBezTo>
                      <a:pt x="645" y="1971"/>
                      <a:pt x="820" y="1766"/>
                      <a:pt x="1006" y="15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122"/>
            <p:cNvGrpSpPr/>
            <p:nvPr/>
          </p:nvGrpSpPr>
          <p:grpSpPr>
            <a:xfrm>
              <a:off x="3023453" y="1800104"/>
              <a:ext cx="381143" cy="248509"/>
              <a:chOff x="4263016" y="1800104"/>
              <a:chExt cx="381143" cy="248509"/>
            </a:xfrm>
          </p:grpSpPr>
          <p:sp>
            <p:nvSpPr>
              <p:cNvPr id="6682" name="Google Shape;6682;p122"/>
              <p:cNvSpPr/>
              <p:nvPr/>
            </p:nvSpPr>
            <p:spPr>
              <a:xfrm>
                <a:off x="4263016" y="1800104"/>
                <a:ext cx="381143" cy="248509"/>
              </a:xfrm>
              <a:custGeom>
                <a:rect b="b" l="l" r="r" t="t"/>
                <a:pathLst>
                  <a:path extrusionOk="0" h="4167" w="6391">
                    <a:moveTo>
                      <a:pt x="59" y="1903"/>
                    </a:moveTo>
                    <a:cubicBezTo>
                      <a:pt x="79" y="1688"/>
                      <a:pt x="79" y="1464"/>
                      <a:pt x="69" y="1240"/>
                    </a:cubicBezTo>
                    <a:cubicBezTo>
                      <a:pt x="69" y="1005"/>
                      <a:pt x="137" y="947"/>
                      <a:pt x="371" y="947"/>
                    </a:cubicBezTo>
                    <a:cubicBezTo>
                      <a:pt x="1308" y="947"/>
                      <a:pt x="2245" y="869"/>
                      <a:pt x="3171" y="898"/>
                    </a:cubicBezTo>
                    <a:cubicBezTo>
                      <a:pt x="3259" y="898"/>
                      <a:pt x="3298" y="869"/>
                      <a:pt x="3298" y="791"/>
                    </a:cubicBezTo>
                    <a:cubicBezTo>
                      <a:pt x="3298" y="615"/>
                      <a:pt x="3318" y="449"/>
                      <a:pt x="3357" y="293"/>
                    </a:cubicBezTo>
                    <a:cubicBezTo>
                      <a:pt x="3415" y="59"/>
                      <a:pt x="3542" y="1"/>
                      <a:pt x="3737" y="137"/>
                    </a:cubicBezTo>
                    <a:cubicBezTo>
                      <a:pt x="4020" y="323"/>
                      <a:pt x="4303" y="527"/>
                      <a:pt x="4586" y="732"/>
                    </a:cubicBezTo>
                    <a:cubicBezTo>
                      <a:pt x="5122" y="1103"/>
                      <a:pt x="5639" y="1483"/>
                      <a:pt x="6157" y="1883"/>
                    </a:cubicBezTo>
                    <a:cubicBezTo>
                      <a:pt x="6371" y="2049"/>
                      <a:pt x="6391" y="2176"/>
                      <a:pt x="6225" y="2391"/>
                    </a:cubicBezTo>
                    <a:cubicBezTo>
                      <a:pt x="6039" y="2625"/>
                      <a:pt x="5825" y="2849"/>
                      <a:pt x="5591" y="3035"/>
                    </a:cubicBezTo>
                    <a:cubicBezTo>
                      <a:pt x="5054" y="3415"/>
                      <a:pt x="4508" y="3766"/>
                      <a:pt x="3942" y="4108"/>
                    </a:cubicBezTo>
                    <a:cubicBezTo>
                      <a:pt x="3893" y="4147"/>
                      <a:pt x="3835" y="4166"/>
                      <a:pt x="3776" y="4166"/>
                    </a:cubicBezTo>
                    <a:cubicBezTo>
                      <a:pt x="3669" y="4166"/>
                      <a:pt x="3610" y="4098"/>
                      <a:pt x="3591" y="3961"/>
                    </a:cubicBezTo>
                    <a:cubicBezTo>
                      <a:pt x="3571" y="3786"/>
                      <a:pt x="3562" y="3600"/>
                      <a:pt x="3552" y="3425"/>
                    </a:cubicBezTo>
                    <a:cubicBezTo>
                      <a:pt x="3532" y="3239"/>
                      <a:pt x="3532" y="3259"/>
                      <a:pt x="3366" y="3269"/>
                    </a:cubicBezTo>
                    <a:cubicBezTo>
                      <a:pt x="2410" y="3357"/>
                      <a:pt x="1454" y="3308"/>
                      <a:pt x="498" y="3357"/>
                    </a:cubicBezTo>
                    <a:cubicBezTo>
                      <a:pt x="167" y="3376"/>
                      <a:pt x="98" y="3298"/>
                      <a:pt x="50" y="2966"/>
                    </a:cubicBezTo>
                    <a:cubicBezTo>
                      <a:pt x="1" y="2625"/>
                      <a:pt x="50" y="2293"/>
                      <a:pt x="59" y="19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2"/>
              <p:cNvSpPr/>
              <p:nvPr/>
            </p:nvSpPr>
            <p:spPr>
              <a:xfrm>
                <a:off x="4283949" y="1828014"/>
                <a:ext cx="336952" cy="194418"/>
              </a:xfrm>
              <a:custGeom>
                <a:rect b="b" l="l" r="r" t="t"/>
                <a:pathLst>
                  <a:path extrusionOk="0" h="3260" w="5650">
                    <a:moveTo>
                      <a:pt x="3308" y="1"/>
                    </a:moveTo>
                    <a:cubicBezTo>
                      <a:pt x="4118" y="557"/>
                      <a:pt x="4898" y="1103"/>
                      <a:pt x="5649" y="1708"/>
                    </a:cubicBezTo>
                    <a:cubicBezTo>
                      <a:pt x="5474" y="1913"/>
                      <a:pt x="5279" y="2108"/>
                      <a:pt x="5074" y="2284"/>
                    </a:cubicBezTo>
                    <a:cubicBezTo>
                      <a:pt x="4615" y="2625"/>
                      <a:pt x="4128" y="2918"/>
                      <a:pt x="3659" y="3230"/>
                    </a:cubicBezTo>
                    <a:cubicBezTo>
                      <a:pt x="3630" y="3240"/>
                      <a:pt x="3611" y="3249"/>
                      <a:pt x="3591" y="3259"/>
                    </a:cubicBezTo>
                    <a:cubicBezTo>
                      <a:pt x="3562" y="3162"/>
                      <a:pt x="3542" y="3064"/>
                      <a:pt x="3542" y="2967"/>
                    </a:cubicBezTo>
                    <a:cubicBezTo>
                      <a:pt x="3532" y="2869"/>
                      <a:pt x="3532" y="2781"/>
                      <a:pt x="3513" y="2684"/>
                    </a:cubicBezTo>
                    <a:cubicBezTo>
                      <a:pt x="3484" y="2528"/>
                      <a:pt x="3435" y="2469"/>
                      <a:pt x="3269" y="2469"/>
                    </a:cubicBezTo>
                    <a:cubicBezTo>
                      <a:pt x="3103" y="2469"/>
                      <a:pt x="2947" y="2479"/>
                      <a:pt x="2791" y="2489"/>
                    </a:cubicBezTo>
                    <a:cubicBezTo>
                      <a:pt x="2508" y="2518"/>
                      <a:pt x="2225" y="2528"/>
                      <a:pt x="1942" y="2528"/>
                    </a:cubicBezTo>
                    <a:cubicBezTo>
                      <a:pt x="1425" y="2528"/>
                      <a:pt x="898" y="2528"/>
                      <a:pt x="381" y="2557"/>
                    </a:cubicBezTo>
                    <a:lnTo>
                      <a:pt x="157" y="2557"/>
                    </a:lnTo>
                    <a:cubicBezTo>
                      <a:pt x="89" y="2557"/>
                      <a:pt x="40" y="2537"/>
                      <a:pt x="30" y="2450"/>
                    </a:cubicBezTo>
                    <a:cubicBezTo>
                      <a:pt x="11" y="2254"/>
                      <a:pt x="1" y="2050"/>
                      <a:pt x="11" y="1845"/>
                    </a:cubicBezTo>
                    <a:cubicBezTo>
                      <a:pt x="20" y="1523"/>
                      <a:pt x="60" y="1211"/>
                      <a:pt x="40" y="889"/>
                    </a:cubicBezTo>
                    <a:cubicBezTo>
                      <a:pt x="40" y="791"/>
                      <a:pt x="79" y="772"/>
                      <a:pt x="157" y="772"/>
                    </a:cubicBezTo>
                    <a:cubicBezTo>
                      <a:pt x="1074" y="781"/>
                      <a:pt x="1981" y="733"/>
                      <a:pt x="2889" y="752"/>
                    </a:cubicBezTo>
                    <a:lnTo>
                      <a:pt x="2996" y="752"/>
                    </a:lnTo>
                    <a:cubicBezTo>
                      <a:pt x="3133" y="762"/>
                      <a:pt x="3259" y="655"/>
                      <a:pt x="3259" y="518"/>
                    </a:cubicBezTo>
                    <a:cubicBezTo>
                      <a:pt x="3279" y="362"/>
                      <a:pt x="3289" y="206"/>
                      <a:pt x="3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122"/>
            <p:cNvGrpSpPr/>
            <p:nvPr/>
          </p:nvGrpSpPr>
          <p:grpSpPr>
            <a:xfrm>
              <a:off x="3474976" y="1793722"/>
              <a:ext cx="224595" cy="249643"/>
              <a:chOff x="4714538" y="1793722"/>
              <a:chExt cx="224595" cy="249643"/>
            </a:xfrm>
          </p:grpSpPr>
          <p:sp>
            <p:nvSpPr>
              <p:cNvPr id="6685" name="Google Shape;6685;p122"/>
              <p:cNvSpPr/>
              <p:nvPr/>
            </p:nvSpPr>
            <p:spPr>
              <a:xfrm>
                <a:off x="4714538" y="1793722"/>
                <a:ext cx="224595" cy="249643"/>
              </a:xfrm>
              <a:custGeom>
                <a:rect b="b" l="l" r="r" t="t"/>
                <a:pathLst>
                  <a:path extrusionOk="0" h="4186" w="3766">
                    <a:moveTo>
                      <a:pt x="3717" y="1347"/>
                    </a:moveTo>
                    <a:cubicBezTo>
                      <a:pt x="3668" y="2234"/>
                      <a:pt x="3639" y="2995"/>
                      <a:pt x="3590" y="3756"/>
                    </a:cubicBezTo>
                    <a:cubicBezTo>
                      <a:pt x="3561" y="4088"/>
                      <a:pt x="3424" y="4185"/>
                      <a:pt x="3132" y="4000"/>
                    </a:cubicBezTo>
                    <a:cubicBezTo>
                      <a:pt x="2790" y="3776"/>
                      <a:pt x="2458" y="3532"/>
                      <a:pt x="2127" y="3298"/>
                    </a:cubicBezTo>
                    <a:cubicBezTo>
                      <a:pt x="2010" y="3220"/>
                      <a:pt x="1912" y="3112"/>
                      <a:pt x="1785" y="3093"/>
                    </a:cubicBezTo>
                    <a:cubicBezTo>
                      <a:pt x="1659" y="3073"/>
                      <a:pt x="1571" y="3220"/>
                      <a:pt x="1463" y="3298"/>
                    </a:cubicBezTo>
                    <a:cubicBezTo>
                      <a:pt x="1132" y="3551"/>
                      <a:pt x="761" y="3766"/>
                      <a:pt x="420" y="4010"/>
                    </a:cubicBezTo>
                    <a:cubicBezTo>
                      <a:pt x="390" y="4020"/>
                      <a:pt x="371" y="4029"/>
                      <a:pt x="351" y="4049"/>
                    </a:cubicBezTo>
                    <a:cubicBezTo>
                      <a:pt x="166" y="4127"/>
                      <a:pt x="20" y="4049"/>
                      <a:pt x="20" y="3844"/>
                    </a:cubicBezTo>
                    <a:cubicBezTo>
                      <a:pt x="49" y="2761"/>
                      <a:pt x="0" y="1678"/>
                      <a:pt x="59" y="586"/>
                    </a:cubicBezTo>
                    <a:lnTo>
                      <a:pt x="59" y="527"/>
                    </a:lnTo>
                    <a:cubicBezTo>
                      <a:pt x="68" y="293"/>
                      <a:pt x="117" y="225"/>
                      <a:pt x="351" y="166"/>
                    </a:cubicBezTo>
                    <a:cubicBezTo>
                      <a:pt x="498" y="127"/>
                      <a:pt x="654" y="108"/>
                      <a:pt x="800" y="88"/>
                    </a:cubicBezTo>
                    <a:cubicBezTo>
                      <a:pt x="1141" y="49"/>
                      <a:pt x="1483" y="39"/>
                      <a:pt x="1824" y="49"/>
                    </a:cubicBezTo>
                    <a:cubicBezTo>
                      <a:pt x="2176" y="59"/>
                      <a:pt x="2517" y="49"/>
                      <a:pt x="2868" y="20"/>
                    </a:cubicBezTo>
                    <a:cubicBezTo>
                      <a:pt x="3044" y="10"/>
                      <a:pt x="3219" y="0"/>
                      <a:pt x="3385" y="0"/>
                    </a:cubicBezTo>
                    <a:cubicBezTo>
                      <a:pt x="3697" y="0"/>
                      <a:pt x="3766" y="69"/>
                      <a:pt x="3756" y="391"/>
                    </a:cubicBezTo>
                    <a:cubicBezTo>
                      <a:pt x="3746" y="751"/>
                      <a:pt x="3727" y="1112"/>
                      <a:pt x="3717" y="13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2"/>
              <p:cNvSpPr/>
              <p:nvPr/>
            </p:nvSpPr>
            <p:spPr>
              <a:xfrm>
                <a:off x="4733742" y="1810600"/>
                <a:ext cx="188514" cy="202529"/>
              </a:xfrm>
              <a:custGeom>
                <a:rect b="b" l="l" r="r" t="t"/>
                <a:pathLst>
                  <a:path extrusionOk="0" h="3396" w="3161">
                    <a:moveTo>
                      <a:pt x="2946" y="3395"/>
                    </a:moveTo>
                    <a:cubicBezTo>
                      <a:pt x="2858" y="3356"/>
                      <a:pt x="2771" y="3307"/>
                      <a:pt x="2693" y="3249"/>
                    </a:cubicBezTo>
                    <a:cubicBezTo>
                      <a:pt x="2449" y="3073"/>
                      <a:pt x="2205" y="2898"/>
                      <a:pt x="1961" y="2722"/>
                    </a:cubicBezTo>
                    <a:cubicBezTo>
                      <a:pt x="1854" y="2644"/>
                      <a:pt x="1737" y="2576"/>
                      <a:pt x="1619" y="2507"/>
                    </a:cubicBezTo>
                    <a:cubicBezTo>
                      <a:pt x="1434" y="2400"/>
                      <a:pt x="1356" y="2410"/>
                      <a:pt x="1190" y="2556"/>
                    </a:cubicBezTo>
                    <a:cubicBezTo>
                      <a:pt x="839" y="2849"/>
                      <a:pt x="459" y="3102"/>
                      <a:pt x="59" y="3337"/>
                    </a:cubicBezTo>
                    <a:cubicBezTo>
                      <a:pt x="0" y="3298"/>
                      <a:pt x="29" y="3249"/>
                      <a:pt x="29" y="3210"/>
                    </a:cubicBezTo>
                    <a:cubicBezTo>
                      <a:pt x="10" y="2293"/>
                      <a:pt x="39" y="1386"/>
                      <a:pt x="59" y="478"/>
                    </a:cubicBezTo>
                    <a:cubicBezTo>
                      <a:pt x="59" y="195"/>
                      <a:pt x="59" y="195"/>
                      <a:pt x="341" y="156"/>
                    </a:cubicBezTo>
                    <a:cubicBezTo>
                      <a:pt x="771" y="108"/>
                      <a:pt x="1210" y="78"/>
                      <a:pt x="1649" y="98"/>
                    </a:cubicBezTo>
                    <a:cubicBezTo>
                      <a:pt x="2010" y="108"/>
                      <a:pt x="2361" y="78"/>
                      <a:pt x="2722" y="59"/>
                    </a:cubicBezTo>
                    <a:cubicBezTo>
                      <a:pt x="2849" y="59"/>
                      <a:pt x="2995" y="0"/>
                      <a:pt x="3073" y="69"/>
                    </a:cubicBezTo>
                    <a:cubicBezTo>
                      <a:pt x="3161" y="147"/>
                      <a:pt x="3102" y="293"/>
                      <a:pt x="3102" y="410"/>
                    </a:cubicBezTo>
                    <a:cubicBezTo>
                      <a:pt x="3054" y="1395"/>
                      <a:pt x="3005" y="2381"/>
                      <a:pt x="2946" y="33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122"/>
            <p:cNvGrpSpPr/>
            <p:nvPr/>
          </p:nvGrpSpPr>
          <p:grpSpPr>
            <a:xfrm>
              <a:off x="3841513" y="1773326"/>
              <a:ext cx="275227" cy="267713"/>
              <a:chOff x="5081076" y="1773326"/>
              <a:chExt cx="275227" cy="267713"/>
            </a:xfrm>
          </p:grpSpPr>
          <p:sp>
            <p:nvSpPr>
              <p:cNvPr id="6688" name="Google Shape;6688;p122"/>
              <p:cNvSpPr/>
              <p:nvPr/>
            </p:nvSpPr>
            <p:spPr>
              <a:xfrm>
                <a:off x="5081076" y="1773326"/>
                <a:ext cx="275227" cy="267713"/>
              </a:xfrm>
              <a:custGeom>
                <a:rect b="b" l="l" r="r" t="t"/>
                <a:pathLst>
                  <a:path extrusionOk="0" h="4489" w="4615">
                    <a:moveTo>
                      <a:pt x="3180" y="1581"/>
                    </a:moveTo>
                    <a:lnTo>
                      <a:pt x="3688" y="1796"/>
                    </a:lnTo>
                    <a:cubicBezTo>
                      <a:pt x="3922" y="1893"/>
                      <a:pt x="4146" y="2011"/>
                      <a:pt x="4361" y="2147"/>
                    </a:cubicBezTo>
                    <a:cubicBezTo>
                      <a:pt x="4449" y="2196"/>
                      <a:pt x="4527" y="2254"/>
                      <a:pt x="4497" y="2371"/>
                    </a:cubicBezTo>
                    <a:cubicBezTo>
                      <a:pt x="4478" y="2459"/>
                      <a:pt x="4390" y="2528"/>
                      <a:pt x="4293" y="2528"/>
                    </a:cubicBezTo>
                    <a:cubicBezTo>
                      <a:pt x="3951" y="2576"/>
                      <a:pt x="3610" y="2645"/>
                      <a:pt x="3258" y="2674"/>
                    </a:cubicBezTo>
                    <a:cubicBezTo>
                      <a:pt x="2546" y="2742"/>
                      <a:pt x="1824" y="2830"/>
                      <a:pt x="1102" y="2869"/>
                    </a:cubicBezTo>
                    <a:cubicBezTo>
                      <a:pt x="917" y="2869"/>
                      <a:pt x="732" y="2879"/>
                      <a:pt x="546" y="2898"/>
                    </a:cubicBezTo>
                    <a:cubicBezTo>
                      <a:pt x="361" y="2918"/>
                      <a:pt x="351" y="2918"/>
                      <a:pt x="351" y="3113"/>
                    </a:cubicBezTo>
                    <a:cubicBezTo>
                      <a:pt x="351" y="3464"/>
                      <a:pt x="361" y="3815"/>
                      <a:pt x="361" y="4176"/>
                    </a:cubicBezTo>
                    <a:cubicBezTo>
                      <a:pt x="371" y="4235"/>
                      <a:pt x="361" y="4293"/>
                      <a:pt x="351" y="4352"/>
                    </a:cubicBezTo>
                    <a:cubicBezTo>
                      <a:pt x="312" y="4488"/>
                      <a:pt x="127" y="4488"/>
                      <a:pt x="88" y="4352"/>
                    </a:cubicBezTo>
                    <a:cubicBezTo>
                      <a:pt x="68" y="4303"/>
                      <a:pt x="68" y="4245"/>
                      <a:pt x="59" y="4196"/>
                    </a:cubicBezTo>
                    <a:cubicBezTo>
                      <a:pt x="20" y="3035"/>
                      <a:pt x="0" y="1864"/>
                      <a:pt x="20" y="703"/>
                    </a:cubicBezTo>
                    <a:cubicBezTo>
                      <a:pt x="20" y="586"/>
                      <a:pt x="29" y="450"/>
                      <a:pt x="39" y="323"/>
                    </a:cubicBezTo>
                    <a:cubicBezTo>
                      <a:pt x="49" y="196"/>
                      <a:pt x="88" y="157"/>
                      <a:pt x="215" y="147"/>
                    </a:cubicBezTo>
                    <a:cubicBezTo>
                      <a:pt x="751" y="118"/>
                      <a:pt x="1298" y="50"/>
                      <a:pt x="1834" y="40"/>
                    </a:cubicBezTo>
                    <a:cubicBezTo>
                      <a:pt x="2615" y="30"/>
                      <a:pt x="3385" y="1"/>
                      <a:pt x="4166" y="30"/>
                    </a:cubicBezTo>
                    <a:cubicBezTo>
                      <a:pt x="4234" y="20"/>
                      <a:pt x="4312" y="30"/>
                      <a:pt x="4380" y="50"/>
                    </a:cubicBezTo>
                    <a:cubicBezTo>
                      <a:pt x="4546" y="59"/>
                      <a:pt x="4614" y="255"/>
                      <a:pt x="4507" y="372"/>
                    </a:cubicBezTo>
                    <a:cubicBezTo>
                      <a:pt x="4458" y="430"/>
                      <a:pt x="4410" y="479"/>
                      <a:pt x="4351" y="528"/>
                    </a:cubicBezTo>
                    <a:cubicBezTo>
                      <a:pt x="4019" y="850"/>
                      <a:pt x="3668" y="1142"/>
                      <a:pt x="3307" y="1435"/>
                    </a:cubicBezTo>
                    <a:cubicBezTo>
                      <a:pt x="3258" y="1474"/>
                      <a:pt x="3200" y="1493"/>
                      <a:pt x="3180" y="15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22"/>
              <p:cNvSpPr/>
              <p:nvPr/>
            </p:nvSpPr>
            <p:spPr>
              <a:xfrm>
                <a:off x="5101412" y="1793126"/>
                <a:ext cx="219406" cy="133886"/>
              </a:xfrm>
              <a:custGeom>
                <a:rect b="b" l="l" r="r" t="t"/>
                <a:pathLst>
                  <a:path extrusionOk="0" h="2245" w="3679">
                    <a:moveTo>
                      <a:pt x="3678" y="40"/>
                    </a:moveTo>
                    <a:cubicBezTo>
                      <a:pt x="3376" y="332"/>
                      <a:pt x="3064" y="605"/>
                      <a:pt x="2732" y="869"/>
                    </a:cubicBezTo>
                    <a:cubicBezTo>
                      <a:pt x="2644" y="937"/>
                      <a:pt x="2566" y="996"/>
                      <a:pt x="2478" y="1064"/>
                    </a:cubicBezTo>
                    <a:cubicBezTo>
                      <a:pt x="2283" y="1230"/>
                      <a:pt x="2313" y="1386"/>
                      <a:pt x="2547" y="1483"/>
                    </a:cubicBezTo>
                    <a:cubicBezTo>
                      <a:pt x="2810" y="1591"/>
                      <a:pt x="3064" y="1698"/>
                      <a:pt x="3327" y="1805"/>
                    </a:cubicBezTo>
                    <a:cubicBezTo>
                      <a:pt x="3395" y="1825"/>
                      <a:pt x="3464" y="1864"/>
                      <a:pt x="3513" y="1922"/>
                    </a:cubicBezTo>
                    <a:cubicBezTo>
                      <a:pt x="3269" y="1971"/>
                      <a:pt x="3025" y="2000"/>
                      <a:pt x="2781" y="2020"/>
                    </a:cubicBezTo>
                    <a:cubicBezTo>
                      <a:pt x="1893" y="2108"/>
                      <a:pt x="1015" y="2186"/>
                      <a:pt x="127" y="2244"/>
                    </a:cubicBezTo>
                    <a:cubicBezTo>
                      <a:pt x="20" y="2244"/>
                      <a:pt x="1" y="2215"/>
                      <a:pt x="1" y="2118"/>
                    </a:cubicBezTo>
                    <a:lnTo>
                      <a:pt x="1" y="693"/>
                    </a:lnTo>
                    <a:cubicBezTo>
                      <a:pt x="1" y="547"/>
                      <a:pt x="10" y="391"/>
                      <a:pt x="10" y="235"/>
                    </a:cubicBezTo>
                    <a:cubicBezTo>
                      <a:pt x="10" y="137"/>
                      <a:pt x="49" y="108"/>
                      <a:pt x="137" y="98"/>
                    </a:cubicBezTo>
                    <a:cubicBezTo>
                      <a:pt x="361" y="88"/>
                      <a:pt x="576" y="59"/>
                      <a:pt x="800" y="49"/>
                    </a:cubicBezTo>
                    <a:cubicBezTo>
                      <a:pt x="1698" y="40"/>
                      <a:pt x="2605" y="1"/>
                      <a:pt x="3503" y="10"/>
                    </a:cubicBezTo>
                    <a:cubicBezTo>
                      <a:pt x="3571" y="1"/>
                      <a:pt x="3630" y="10"/>
                      <a:pt x="3678" y="4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122"/>
            <p:cNvGrpSpPr/>
            <p:nvPr/>
          </p:nvGrpSpPr>
          <p:grpSpPr>
            <a:xfrm>
              <a:off x="2983317" y="2083446"/>
              <a:ext cx="359619" cy="343934"/>
              <a:chOff x="4222879" y="2083446"/>
              <a:chExt cx="359619" cy="343934"/>
            </a:xfrm>
          </p:grpSpPr>
          <p:sp>
            <p:nvSpPr>
              <p:cNvPr id="6691" name="Google Shape;6691;p122"/>
              <p:cNvSpPr/>
              <p:nvPr/>
            </p:nvSpPr>
            <p:spPr>
              <a:xfrm>
                <a:off x="4491073" y="2134675"/>
                <a:ext cx="62321" cy="53554"/>
              </a:xfrm>
              <a:custGeom>
                <a:rect b="b" l="l" r="r" t="t"/>
                <a:pathLst>
                  <a:path extrusionOk="0" h="898" w="1045">
                    <a:moveTo>
                      <a:pt x="167" y="888"/>
                    </a:moveTo>
                    <a:cubicBezTo>
                      <a:pt x="69" y="898"/>
                      <a:pt x="1" y="800"/>
                      <a:pt x="30" y="712"/>
                    </a:cubicBezTo>
                    <a:cubicBezTo>
                      <a:pt x="30" y="683"/>
                      <a:pt x="40" y="663"/>
                      <a:pt x="59" y="644"/>
                    </a:cubicBezTo>
                    <a:cubicBezTo>
                      <a:pt x="284" y="439"/>
                      <a:pt x="518" y="234"/>
                      <a:pt x="762" y="49"/>
                    </a:cubicBezTo>
                    <a:cubicBezTo>
                      <a:pt x="840" y="0"/>
                      <a:pt x="947" y="20"/>
                      <a:pt x="986" y="98"/>
                    </a:cubicBezTo>
                    <a:cubicBezTo>
                      <a:pt x="1045" y="176"/>
                      <a:pt x="1025" y="283"/>
                      <a:pt x="937" y="332"/>
                    </a:cubicBezTo>
                    <a:cubicBezTo>
                      <a:pt x="713" y="449"/>
                      <a:pt x="528" y="654"/>
                      <a:pt x="323" y="800"/>
                    </a:cubicBezTo>
                    <a:cubicBezTo>
                      <a:pt x="284" y="849"/>
                      <a:pt x="225" y="878"/>
                      <a:pt x="167" y="8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2"/>
              <p:cNvSpPr/>
              <p:nvPr/>
            </p:nvSpPr>
            <p:spPr>
              <a:xfrm>
                <a:off x="4517254" y="2263792"/>
                <a:ext cx="65243" cy="22782"/>
              </a:xfrm>
              <a:custGeom>
                <a:rect b="b" l="l" r="r" t="t"/>
                <a:pathLst>
                  <a:path extrusionOk="0" h="382" w="1094">
                    <a:moveTo>
                      <a:pt x="889" y="381"/>
                    </a:moveTo>
                    <a:cubicBezTo>
                      <a:pt x="664" y="323"/>
                      <a:pt x="430" y="303"/>
                      <a:pt x="206" y="313"/>
                    </a:cubicBezTo>
                    <a:cubicBezTo>
                      <a:pt x="147" y="313"/>
                      <a:pt x="99" y="293"/>
                      <a:pt x="59" y="254"/>
                    </a:cubicBezTo>
                    <a:cubicBezTo>
                      <a:pt x="20" y="215"/>
                      <a:pt x="1" y="167"/>
                      <a:pt x="20" y="108"/>
                    </a:cubicBezTo>
                    <a:cubicBezTo>
                      <a:pt x="30" y="59"/>
                      <a:pt x="69" y="30"/>
                      <a:pt x="118" y="20"/>
                    </a:cubicBezTo>
                    <a:cubicBezTo>
                      <a:pt x="401" y="1"/>
                      <a:pt x="684" y="20"/>
                      <a:pt x="957" y="79"/>
                    </a:cubicBezTo>
                    <a:cubicBezTo>
                      <a:pt x="1035" y="89"/>
                      <a:pt x="1094" y="176"/>
                      <a:pt x="1074" y="254"/>
                    </a:cubicBezTo>
                    <a:cubicBezTo>
                      <a:pt x="1064" y="332"/>
                      <a:pt x="996" y="381"/>
                      <a:pt x="889" y="3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3" name="Google Shape;6693;p122"/>
              <p:cNvGrpSpPr/>
              <p:nvPr/>
            </p:nvGrpSpPr>
            <p:grpSpPr>
              <a:xfrm>
                <a:off x="4222879" y="2083446"/>
                <a:ext cx="287454" cy="343934"/>
                <a:chOff x="4222879" y="2083446"/>
                <a:chExt cx="287454" cy="343934"/>
              </a:xfrm>
            </p:grpSpPr>
            <p:sp>
              <p:nvSpPr>
                <p:cNvPr id="6694" name="Google Shape;6694;p122"/>
                <p:cNvSpPr/>
                <p:nvPr/>
              </p:nvSpPr>
              <p:spPr>
                <a:xfrm>
                  <a:off x="4304942" y="2163719"/>
                  <a:ext cx="205392" cy="191496"/>
                </a:xfrm>
                <a:custGeom>
                  <a:rect b="b" l="l" r="r" t="t"/>
                  <a:pathLst>
                    <a:path extrusionOk="0" h="3211" w="3444">
                      <a:moveTo>
                        <a:pt x="1542" y="3201"/>
                      </a:moveTo>
                      <a:cubicBezTo>
                        <a:pt x="1122" y="3210"/>
                        <a:pt x="722" y="3045"/>
                        <a:pt x="420" y="2752"/>
                      </a:cubicBezTo>
                      <a:cubicBezTo>
                        <a:pt x="283" y="2625"/>
                        <a:pt x="195" y="2459"/>
                        <a:pt x="147" y="2274"/>
                      </a:cubicBezTo>
                      <a:cubicBezTo>
                        <a:pt x="0" y="1611"/>
                        <a:pt x="137" y="1025"/>
                        <a:pt x="664" y="567"/>
                      </a:cubicBezTo>
                      <a:cubicBezTo>
                        <a:pt x="1015" y="274"/>
                        <a:pt x="1434" y="89"/>
                        <a:pt x="1873" y="40"/>
                      </a:cubicBezTo>
                      <a:cubicBezTo>
                        <a:pt x="2176" y="1"/>
                        <a:pt x="2488" y="79"/>
                        <a:pt x="2732" y="254"/>
                      </a:cubicBezTo>
                      <a:cubicBezTo>
                        <a:pt x="2976" y="420"/>
                        <a:pt x="3151" y="674"/>
                        <a:pt x="3220" y="967"/>
                      </a:cubicBezTo>
                      <a:cubicBezTo>
                        <a:pt x="3444" y="1747"/>
                        <a:pt x="3102" y="2586"/>
                        <a:pt x="2400" y="2996"/>
                      </a:cubicBezTo>
                      <a:cubicBezTo>
                        <a:pt x="2137" y="3142"/>
                        <a:pt x="1844" y="3210"/>
                        <a:pt x="1542" y="32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2"/>
                <p:cNvSpPr/>
                <p:nvPr/>
              </p:nvSpPr>
              <p:spPr>
                <a:xfrm>
                  <a:off x="4398037" y="2083446"/>
                  <a:ext cx="25644" cy="66377"/>
                </a:xfrm>
                <a:custGeom>
                  <a:rect b="b" l="l" r="r" t="t"/>
                  <a:pathLst>
                    <a:path extrusionOk="0" h="1113" w="430">
                      <a:moveTo>
                        <a:pt x="0" y="752"/>
                      </a:moveTo>
                      <a:cubicBezTo>
                        <a:pt x="10" y="576"/>
                        <a:pt x="29" y="391"/>
                        <a:pt x="59" y="215"/>
                      </a:cubicBezTo>
                      <a:cubicBezTo>
                        <a:pt x="68" y="176"/>
                        <a:pt x="78" y="137"/>
                        <a:pt x="98" y="108"/>
                      </a:cubicBezTo>
                      <a:cubicBezTo>
                        <a:pt x="137" y="30"/>
                        <a:pt x="224" y="1"/>
                        <a:pt x="302" y="40"/>
                      </a:cubicBezTo>
                      <a:cubicBezTo>
                        <a:pt x="381" y="69"/>
                        <a:pt x="429" y="157"/>
                        <a:pt x="400" y="235"/>
                      </a:cubicBezTo>
                      <a:cubicBezTo>
                        <a:pt x="322" y="449"/>
                        <a:pt x="293" y="674"/>
                        <a:pt x="302" y="898"/>
                      </a:cubicBezTo>
                      <a:cubicBezTo>
                        <a:pt x="302" y="927"/>
                        <a:pt x="293" y="957"/>
                        <a:pt x="293" y="986"/>
                      </a:cubicBezTo>
                      <a:cubicBezTo>
                        <a:pt x="283" y="1044"/>
                        <a:pt x="234" y="1093"/>
                        <a:pt x="166" y="1093"/>
                      </a:cubicBezTo>
                      <a:cubicBezTo>
                        <a:pt x="98" y="1113"/>
                        <a:pt x="39" y="1064"/>
                        <a:pt x="20" y="996"/>
                      </a:cubicBezTo>
                      <a:cubicBezTo>
                        <a:pt x="0" y="918"/>
                        <a:pt x="0" y="840"/>
                        <a:pt x="0"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2"/>
                <p:cNvSpPr/>
                <p:nvPr/>
              </p:nvSpPr>
              <p:spPr>
                <a:xfrm>
                  <a:off x="4222879" y="2209700"/>
                  <a:ext cx="64051" cy="25644"/>
                </a:xfrm>
                <a:custGeom>
                  <a:rect b="b" l="l" r="r" t="t"/>
                  <a:pathLst>
                    <a:path extrusionOk="0" h="430" w="1074">
                      <a:moveTo>
                        <a:pt x="225" y="10"/>
                      </a:moveTo>
                      <a:cubicBezTo>
                        <a:pt x="420" y="40"/>
                        <a:pt x="625" y="59"/>
                        <a:pt x="820" y="88"/>
                      </a:cubicBezTo>
                      <a:cubicBezTo>
                        <a:pt x="879" y="98"/>
                        <a:pt x="927" y="118"/>
                        <a:pt x="976" y="147"/>
                      </a:cubicBezTo>
                      <a:cubicBezTo>
                        <a:pt x="1035" y="166"/>
                        <a:pt x="1074" y="244"/>
                        <a:pt x="1054" y="313"/>
                      </a:cubicBezTo>
                      <a:cubicBezTo>
                        <a:pt x="1035" y="381"/>
                        <a:pt x="976" y="430"/>
                        <a:pt x="898" y="420"/>
                      </a:cubicBezTo>
                      <a:cubicBezTo>
                        <a:pt x="654" y="381"/>
                        <a:pt x="401" y="342"/>
                        <a:pt x="147" y="293"/>
                      </a:cubicBezTo>
                      <a:cubicBezTo>
                        <a:pt x="59" y="283"/>
                        <a:pt x="1" y="196"/>
                        <a:pt x="30" y="118"/>
                      </a:cubicBezTo>
                      <a:cubicBezTo>
                        <a:pt x="59" y="20"/>
                        <a:pt x="137" y="1"/>
                        <a:pt x="225"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2"/>
                <p:cNvSpPr/>
                <p:nvPr/>
              </p:nvSpPr>
              <p:spPr>
                <a:xfrm>
                  <a:off x="4240950" y="2331899"/>
                  <a:ext cx="50096" cy="45444"/>
                </a:xfrm>
                <a:custGeom>
                  <a:rect b="b" l="l" r="r" t="t"/>
                  <a:pathLst>
                    <a:path extrusionOk="0" h="762" w="840">
                      <a:moveTo>
                        <a:pt x="829" y="186"/>
                      </a:moveTo>
                      <a:cubicBezTo>
                        <a:pt x="820" y="254"/>
                        <a:pt x="781" y="312"/>
                        <a:pt x="722" y="351"/>
                      </a:cubicBezTo>
                      <a:cubicBezTo>
                        <a:pt x="556" y="449"/>
                        <a:pt x="410" y="566"/>
                        <a:pt x="263" y="693"/>
                      </a:cubicBezTo>
                      <a:cubicBezTo>
                        <a:pt x="215" y="751"/>
                        <a:pt x="127" y="761"/>
                        <a:pt x="68" y="712"/>
                      </a:cubicBezTo>
                      <a:cubicBezTo>
                        <a:pt x="0" y="654"/>
                        <a:pt x="0" y="556"/>
                        <a:pt x="59" y="498"/>
                      </a:cubicBezTo>
                      <a:cubicBezTo>
                        <a:pt x="215" y="312"/>
                        <a:pt x="410" y="166"/>
                        <a:pt x="624" y="59"/>
                      </a:cubicBezTo>
                      <a:cubicBezTo>
                        <a:pt x="722" y="0"/>
                        <a:pt x="839" y="78"/>
                        <a:pt x="829"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2"/>
                <p:cNvSpPr/>
                <p:nvPr/>
              </p:nvSpPr>
              <p:spPr>
                <a:xfrm>
                  <a:off x="4450936" y="2362136"/>
                  <a:ext cx="43714" cy="41925"/>
                </a:xfrm>
                <a:custGeom>
                  <a:rect b="b" l="l" r="r" t="t"/>
                  <a:pathLst>
                    <a:path extrusionOk="0" h="703" w="733">
                      <a:moveTo>
                        <a:pt x="567" y="703"/>
                      </a:moveTo>
                      <a:cubicBezTo>
                        <a:pt x="528" y="693"/>
                        <a:pt x="479" y="674"/>
                        <a:pt x="450" y="644"/>
                      </a:cubicBezTo>
                      <a:cubicBezTo>
                        <a:pt x="323" y="518"/>
                        <a:pt x="215" y="410"/>
                        <a:pt x="98" y="283"/>
                      </a:cubicBezTo>
                      <a:cubicBezTo>
                        <a:pt x="11" y="196"/>
                        <a:pt x="1" y="118"/>
                        <a:pt x="69" y="59"/>
                      </a:cubicBezTo>
                      <a:cubicBezTo>
                        <a:pt x="128" y="0"/>
                        <a:pt x="225" y="0"/>
                        <a:pt x="284" y="59"/>
                      </a:cubicBezTo>
                      <a:cubicBezTo>
                        <a:pt x="420" y="176"/>
                        <a:pt x="557" y="303"/>
                        <a:pt x="674" y="439"/>
                      </a:cubicBezTo>
                      <a:cubicBezTo>
                        <a:pt x="723" y="488"/>
                        <a:pt x="732" y="566"/>
                        <a:pt x="703" y="625"/>
                      </a:cubicBezTo>
                      <a:cubicBezTo>
                        <a:pt x="674" y="674"/>
                        <a:pt x="625" y="703"/>
                        <a:pt x="567" y="7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2"/>
                <p:cNvSpPr/>
                <p:nvPr/>
              </p:nvSpPr>
              <p:spPr>
                <a:xfrm>
                  <a:off x="4353189" y="2378417"/>
                  <a:ext cx="22185" cy="48962"/>
                </a:xfrm>
                <a:custGeom>
                  <a:rect b="b" l="l" r="r" t="t"/>
                  <a:pathLst>
                    <a:path extrusionOk="0" h="821" w="372">
                      <a:moveTo>
                        <a:pt x="372" y="274"/>
                      </a:moveTo>
                      <a:cubicBezTo>
                        <a:pt x="352" y="371"/>
                        <a:pt x="333" y="518"/>
                        <a:pt x="303" y="654"/>
                      </a:cubicBezTo>
                      <a:cubicBezTo>
                        <a:pt x="284" y="771"/>
                        <a:pt x="206" y="820"/>
                        <a:pt x="128" y="801"/>
                      </a:cubicBezTo>
                      <a:cubicBezTo>
                        <a:pt x="40" y="781"/>
                        <a:pt x="1" y="713"/>
                        <a:pt x="11" y="596"/>
                      </a:cubicBezTo>
                      <a:cubicBezTo>
                        <a:pt x="30" y="449"/>
                        <a:pt x="50" y="313"/>
                        <a:pt x="69" y="176"/>
                      </a:cubicBezTo>
                      <a:cubicBezTo>
                        <a:pt x="89" y="30"/>
                        <a:pt x="128" y="1"/>
                        <a:pt x="216" y="1"/>
                      </a:cubicBezTo>
                      <a:cubicBezTo>
                        <a:pt x="303" y="1"/>
                        <a:pt x="362" y="69"/>
                        <a:pt x="372" y="1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2"/>
                <p:cNvSpPr/>
                <p:nvPr/>
              </p:nvSpPr>
              <p:spPr>
                <a:xfrm>
                  <a:off x="4300290" y="2131156"/>
                  <a:ext cx="37870" cy="44251"/>
                </a:xfrm>
                <a:custGeom>
                  <a:rect b="b" l="l" r="r" t="t"/>
                  <a:pathLst>
                    <a:path extrusionOk="0" h="742" w="635">
                      <a:moveTo>
                        <a:pt x="205" y="10"/>
                      </a:moveTo>
                      <a:cubicBezTo>
                        <a:pt x="254" y="20"/>
                        <a:pt x="303" y="49"/>
                        <a:pt x="332" y="88"/>
                      </a:cubicBezTo>
                      <a:cubicBezTo>
                        <a:pt x="429" y="235"/>
                        <a:pt x="517" y="381"/>
                        <a:pt x="595" y="537"/>
                      </a:cubicBezTo>
                      <a:cubicBezTo>
                        <a:pt x="634" y="586"/>
                        <a:pt x="615" y="664"/>
                        <a:pt x="566" y="693"/>
                      </a:cubicBezTo>
                      <a:cubicBezTo>
                        <a:pt x="517" y="732"/>
                        <a:pt x="459" y="742"/>
                        <a:pt x="410" y="713"/>
                      </a:cubicBezTo>
                      <a:cubicBezTo>
                        <a:pt x="381" y="703"/>
                        <a:pt x="342" y="674"/>
                        <a:pt x="322" y="644"/>
                      </a:cubicBezTo>
                      <a:cubicBezTo>
                        <a:pt x="234" y="508"/>
                        <a:pt x="156" y="371"/>
                        <a:pt x="68" y="235"/>
                      </a:cubicBezTo>
                      <a:cubicBezTo>
                        <a:pt x="0" y="137"/>
                        <a:pt x="88" y="1"/>
                        <a:pt x="205"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2"/>
                <p:cNvSpPr/>
                <p:nvPr/>
              </p:nvSpPr>
              <p:spPr>
                <a:xfrm>
                  <a:off x="4328201" y="2180000"/>
                  <a:ext cx="162393" cy="159530"/>
                </a:xfrm>
                <a:custGeom>
                  <a:rect b="b" l="l" r="r" t="t"/>
                  <a:pathLst>
                    <a:path extrusionOk="0" h="2675" w="2723">
                      <a:moveTo>
                        <a:pt x="30" y="1591"/>
                      </a:moveTo>
                      <a:cubicBezTo>
                        <a:pt x="10" y="1220"/>
                        <a:pt x="156" y="859"/>
                        <a:pt x="430" y="606"/>
                      </a:cubicBezTo>
                      <a:cubicBezTo>
                        <a:pt x="683" y="342"/>
                        <a:pt x="1025" y="167"/>
                        <a:pt x="1386" y="99"/>
                      </a:cubicBezTo>
                      <a:cubicBezTo>
                        <a:pt x="1854" y="1"/>
                        <a:pt x="2312" y="264"/>
                        <a:pt x="2478" y="703"/>
                      </a:cubicBezTo>
                      <a:cubicBezTo>
                        <a:pt x="2722" y="1386"/>
                        <a:pt x="2420" y="2147"/>
                        <a:pt x="1776" y="2479"/>
                      </a:cubicBezTo>
                      <a:cubicBezTo>
                        <a:pt x="1376" y="2674"/>
                        <a:pt x="908" y="2655"/>
                        <a:pt x="517" y="2440"/>
                      </a:cubicBezTo>
                      <a:cubicBezTo>
                        <a:pt x="196" y="2284"/>
                        <a:pt x="0" y="1942"/>
                        <a:pt x="30" y="159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2" name="Google Shape;6702;p122"/>
            <p:cNvGrpSpPr/>
            <p:nvPr/>
          </p:nvGrpSpPr>
          <p:grpSpPr>
            <a:xfrm>
              <a:off x="3429591" y="2131156"/>
              <a:ext cx="241472" cy="297353"/>
              <a:chOff x="4669153" y="2131156"/>
              <a:chExt cx="241472" cy="297353"/>
            </a:xfrm>
          </p:grpSpPr>
          <p:sp>
            <p:nvSpPr>
              <p:cNvPr id="6703" name="Google Shape;6703;p122"/>
              <p:cNvSpPr/>
              <p:nvPr/>
            </p:nvSpPr>
            <p:spPr>
              <a:xfrm>
                <a:off x="4669153" y="2131156"/>
                <a:ext cx="241472" cy="297353"/>
              </a:xfrm>
              <a:custGeom>
                <a:rect b="b" l="l" r="r" t="t"/>
                <a:pathLst>
                  <a:path extrusionOk="0" h="4986" w="4049">
                    <a:moveTo>
                      <a:pt x="0" y="2566"/>
                    </a:moveTo>
                    <a:cubicBezTo>
                      <a:pt x="0" y="1844"/>
                      <a:pt x="342" y="1152"/>
                      <a:pt x="917" y="713"/>
                    </a:cubicBezTo>
                    <a:cubicBezTo>
                      <a:pt x="1483" y="254"/>
                      <a:pt x="2195" y="1"/>
                      <a:pt x="2927" y="20"/>
                    </a:cubicBezTo>
                    <a:cubicBezTo>
                      <a:pt x="3249" y="1"/>
                      <a:pt x="3561" y="79"/>
                      <a:pt x="3854" y="225"/>
                    </a:cubicBezTo>
                    <a:cubicBezTo>
                      <a:pt x="4039" y="332"/>
                      <a:pt x="4049" y="449"/>
                      <a:pt x="3873" y="566"/>
                    </a:cubicBezTo>
                    <a:cubicBezTo>
                      <a:pt x="3815" y="605"/>
                      <a:pt x="3756" y="635"/>
                      <a:pt x="3688" y="654"/>
                    </a:cubicBezTo>
                    <a:cubicBezTo>
                      <a:pt x="3122" y="947"/>
                      <a:pt x="2693" y="1435"/>
                      <a:pt x="2488" y="2039"/>
                    </a:cubicBezTo>
                    <a:cubicBezTo>
                      <a:pt x="2263" y="2664"/>
                      <a:pt x="2624" y="3669"/>
                      <a:pt x="3473" y="3981"/>
                    </a:cubicBezTo>
                    <a:cubicBezTo>
                      <a:pt x="3561" y="4010"/>
                      <a:pt x="3649" y="4039"/>
                      <a:pt x="3737" y="4078"/>
                    </a:cubicBezTo>
                    <a:cubicBezTo>
                      <a:pt x="3902" y="4166"/>
                      <a:pt x="3912" y="4332"/>
                      <a:pt x="3756" y="4420"/>
                    </a:cubicBezTo>
                    <a:cubicBezTo>
                      <a:pt x="3278" y="4683"/>
                      <a:pt x="2790" y="4908"/>
                      <a:pt x="2244" y="4937"/>
                    </a:cubicBezTo>
                    <a:cubicBezTo>
                      <a:pt x="1376" y="4986"/>
                      <a:pt x="488" y="4371"/>
                      <a:pt x="176" y="3532"/>
                    </a:cubicBezTo>
                    <a:cubicBezTo>
                      <a:pt x="59" y="3220"/>
                      <a:pt x="0" y="2898"/>
                      <a:pt x="0" y="25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2"/>
              <p:cNvSpPr/>
              <p:nvPr/>
            </p:nvSpPr>
            <p:spPr>
              <a:xfrm>
                <a:off x="4673805" y="2149763"/>
                <a:ext cx="200740" cy="272961"/>
              </a:xfrm>
              <a:custGeom>
                <a:rect b="b" l="l" r="r" t="t"/>
                <a:pathLst>
                  <a:path extrusionOk="0" h="4577" w="3366">
                    <a:moveTo>
                      <a:pt x="3366" y="79"/>
                    </a:moveTo>
                    <a:cubicBezTo>
                      <a:pt x="3181" y="196"/>
                      <a:pt x="3005" y="332"/>
                      <a:pt x="2839" y="488"/>
                    </a:cubicBezTo>
                    <a:cubicBezTo>
                      <a:pt x="2693" y="654"/>
                      <a:pt x="2546" y="820"/>
                      <a:pt x="2410" y="996"/>
                    </a:cubicBezTo>
                    <a:cubicBezTo>
                      <a:pt x="1600" y="2040"/>
                      <a:pt x="2156" y="3415"/>
                      <a:pt x="3054" y="3874"/>
                    </a:cubicBezTo>
                    <a:cubicBezTo>
                      <a:pt x="3112" y="3893"/>
                      <a:pt x="3161" y="3922"/>
                      <a:pt x="3200" y="3971"/>
                    </a:cubicBezTo>
                    <a:cubicBezTo>
                      <a:pt x="2156" y="4576"/>
                      <a:pt x="1200" y="4303"/>
                      <a:pt x="615" y="3493"/>
                    </a:cubicBezTo>
                    <a:cubicBezTo>
                      <a:pt x="0" y="2664"/>
                      <a:pt x="176" y="1366"/>
                      <a:pt x="976" y="713"/>
                    </a:cubicBezTo>
                    <a:cubicBezTo>
                      <a:pt x="1522" y="245"/>
                      <a:pt x="2234" y="1"/>
                      <a:pt x="2956" y="20"/>
                    </a:cubicBezTo>
                    <a:cubicBezTo>
                      <a:pt x="3093" y="20"/>
                      <a:pt x="3229" y="40"/>
                      <a:pt x="3366" y="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122"/>
            <p:cNvGrpSpPr/>
            <p:nvPr/>
          </p:nvGrpSpPr>
          <p:grpSpPr>
            <a:xfrm>
              <a:off x="3769947" y="2085771"/>
              <a:ext cx="313634" cy="300275"/>
              <a:chOff x="5009510" y="2085771"/>
              <a:chExt cx="313634" cy="300275"/>
            </a:xfrm>
          </p:grpSpPr>
          <p:sp>
            <p:nvSpPr>
              <p:cNvPr id="6706" name="Google Shape;6706;p122"/>
              <p:cNvSpPr/>
              <p:nvPr/>
            </p:nvSpPr>
            <p:spPr>
              <a:xfrm>
                <a:off x="5009510" y="2085771"/>
                <a:ext cx="313634" cy="300275"/>
              </a:xfrm>
              <a:custGeom>
                <a:rect b="b" l="l" r="r" t="t"/>
                <a:pathLst>
                  <a:path extrusionOk="0" h="5035" w="5259">
                    <a:moveTo>
                      <a:pt x="4215" y="5034"/>
                    </a:moveTo>
                    <a:cubicBezTo>
                      <a:pt x="4146" y="5025"/>
                      <a:pt x="4078" y="5005"/>
                      <a:pt x="4010" y="4976"/>
                    </a:cubicBezTo>
                    <a:cubicBezTo>
                      <a:pt x="3600" y="4820"/>
                      <a:pt x="3219" y="4615"/>
                      <a:pt x="2868" y="4361"/>
                    </a:cubicBezTo>
                    <a:cubicBezTo>
                      <a:pt x="2800" y="4293"/>
                      <a:pt x="2693" y="4283"/>
                      <a:pt x="2615" y="4342"/>
                    </a:cubicBezTo>
                    <a:cubicBezTo>
                      <a:pt x="2156" y="4605"/>
                      <a:pt x="1649" y="4732"/>
                      <a:pt x="1151" y="4898"/>
                    </a:cubicBezTo>
                    <a:cubicBezTo>
                      <a:pt x="1044" y="4927"/>
                      <a:pt x="937" y="4947"/>
                      <a:pt x="839" y="4947"/>
                    </a:cubicBezTo>
                    <a:cubicBezTo>
                      <a:pt x="615" y="4947"/>
                      <a:pt x="517" y="4820"/>
                      <a:pt x="566" y="4605"/>
                    </a:cubicBezTo>
                    <a:cubicBezTo>
                      <a:pt x="595" y="4498"/>
                      <a:pt x="625" y="4400"/>
                      <a:pt x="664" y="4303"/>
                    </a:cubicBezTo>
                    <a:cubicBezTo>
                      <a:pt x="781" y="3991"/>
                      <a:pt x="907" y="3688"/>
                      <a:pt x="1015" y="3386"/>
                    </a:cubicBezTo>
                    <a:cubicBezTo>
                      <a:pt x="1093" y="3181"/>
                      <a:pt x="1083" y="3200"/>
                      <a:pt x="937" y="3093"/>
                    </a:cubicBezTo>
                    <a:cubicBezTo>
                      <a:pt x="644" y="2869"/>
                      <a:pt x="390" y="2615"/>
                      <a:pt x="156" y="2342"/>
                    </a:cubicBezTo>
                    <a:cubicBezTo>
                      <a:pt x="127" y="2313"/>
                      <a:pt x="107" y="2283"/>
                      <a:pt x="98" y="2264"/>
                    </a:cubicBezTo>
                    <a:cubicBezTo>
                      <a:pt x="0" y="2118"/>
                      <a:pt x="29" y="1991"/>
                      <a:pt x="205" y="1932"/>
                    </a:cubicBezTo>
                    <a:cubicBezTo>
                      <a:pt x="371" y="1883"/>
                      <a:pt x="537" y="1854"/>
                      <a:pt x="712" y="1844"/>
                    </a:cubicBezTo>
                    <a:cubicBezTo>
                      <a:pt x="1044" y="1815"/>
                      <a:pt x="1376" y="1766"/>
                      <a:pt x="1707" y="1718"/>
                    </a:cubicBezTo>
                    <a:cubicBezTo>
                      <a:pt x="1824" y="1708"/>
                      <a:pt x="1912" y="1630"/>
                      <a:pt x="1951" y="1522"/>
                    </a:cubicBezTo>
                    <a:cubicBezTo>
                      <a:pt x="2127" y="1074"/>
                      <a:pt x="2361" y="654"/>
                      <a:pt x="2576" y="225"/>
                    </a:cubicBezTo>
                    <a:cubicBezTo>
                      <a:pt x="2673" y="10"/>
                      <a:pt x="2820" y="1"/>
                      <a:pt x="2976" y="176"/>
                    </a:cubicBezTo>
                    <a:cubicBezTo>
                      <a:pt x="3054" y="264"/>
                      <a:pt x="3112" y="352"/>
                      <a:pt x="3171" y="459"/>
                    </a:cubicBezTo>
                    <a:cubicBezTo>
                      <a:pt x="3356" y="810"/>
                      <a:pt x="3532" y="1171"/>
                      <a:pt x="3668" y="1552"/>
                    </a:cubicBezTo>
                    <a:cubicBezTo>
                      <a:pt x="3707" y="1669"/>
                      <a:pt x="3815" y="1737"/>
                      <a:pt x="3941" y="1727"/>
                    </a:cubicBezTo>
                    <a:cubicBezTo>
                      <a:pt x="4283" y="1727"/>
                      <a:pt x="4624" y="1747"/>
                      <a:pt x="4966" y="1776"/>
                    </a:cubicBezTo>
                    <a:cubicBezTo>
                      <a:pt x="5063" y="1786"/>
                      <a:pt x="5171" y="1796"/>
                      <a:pt x="5219" y="1903"/>
                    </a:cubicBezTo>
                    <a:cubicBezTo>
                      <a:pt x="5258" y="2000"/>
                      <a:pt x="5229" y="2118"/>
                      <a:pt x="5141" y="2196"/>
                    </a:cubicBezTo>
                    <a:cubicBezTo>
                      <a:pt x="4878" y="2518"/>
                      <a:pt x="4585" y="2810"/>
                      <a:pt x="4254" y="3064"/>
                    </a:cubicBezTo>
                    <a:cubicBezTo>
                      <a:pt x="4137" y="3142"/>
                      <a:pt x="4088" y="3298"/>
                      <a:pt x="4146" y="3435"/>
                    </a:cubicBezTo>
                    <a:cubicBezTo>
                      <a:pt x="4273" y="3854"/>
                      <a:pt x="4371" y="4283"/>
                      <a:pt x="4429" y="4722"/>
                    </a:cubicBezTo>
                    <a:cubicBezTo>
                      <a:pt x="4439" y="4761"/>
                      <a:pt x="4439" y="4810"/>
                      <a:pt x="4439" y="4849"/>
                    </a:cubicBezTo>
                    <a:cubicBezTo>
                      <a:pt x="4439" y="4966"/>
                      <a:pt x="4361" y="5034"/>
                      <a:pt x="4215" y="50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2"/>
              <p:cNvSpPr/>
              <p:nvPr/>
            </p:nvSpPr>
            <p:spPr>
              <a:xfrm>
                <a:off x="5040343" y="2116604"/>
                <a:ext cx="254294" cy="246720"/>
              </a:xfrm>
              <a:custGeom>
                <a:rect b="b" l="l" r="r" t="t"/>
                <a:pathLst>
                  <a:path extrusionOk="0" h="4137" w="4264">
                    <a:moveTo>
                      <a:pt x="4263" y="1591"/>
                    </a:moveTo>
                    <a:cubicBezTo>
                      <a:pt x="4098" y="1796"/>
                      <a:pt x="3922" y="1971"/>
                      <a:pt x="3727" y="2137"/>
                    </a:cubicBezTo>
                    <a:lnTo>
                      <a:pt x="3424" y="2401"/>
                    </a:lnTo>
                    <a:cubicBezTo>
                      <a:pt x="3288" y="2508"/>
                      <a:pt x="3229" y="2693"/>
                      <a:pt x="3288" y="2859"/>
                    </a:cubicBezTo>
                    <a:cubicBezTo>
                      <a:pt x="3376" y="3181"/>
                      <a:pt x="3454" y="3503"/>
                      <a:pt x="3532" y="3835"/>
                    </a:cubicBezTo>
                    <a:cubicBezTo>
                      <a:pt x="3551" y="3922"/>
                      <a:pt x="3561" y="4010"/>
                      <a:pt x="3580" y="4137"/>
                    </a:cubicBezTo>
                    <a:cubicBezTo>
                      <a:pt x="3327" y="4039"/>
                      <a:pt x="3083" y="3922"/>
                      <a:pt x="2849" y="3786"/>
                    </a:cubicBezTo>
                    <a:cubicBezTo>
                      <a:pt x="2712" y="3698"/>
                      <a:pt x="2576" y="3600"/>
                      <a:pt x="2439" y="3503"/>
                    </a:cubicBezTo>
                    <a:cubicBezTo>
                      <a:pt x="2332" y="3415"/>
                      <a:pt x="2185" y="3405"/>
                      <a:pt x="2068" y="3474"/>
                    </a:cubicBezTo>
                    <a:cubicBezTo>
                      <a:pt x="1629" y="3737"/>
                      <a:pt x="1142" y="3874"/>
                      <a:pt x="654" y="4030"/>
                    </a:cubicBezTo>
                    <a:cubicBezTo>
                      <a:pt x="576" y="4069"/>
                      <a:pt x="488" y="4078"/>
                      <a:pt x="410" y="4059"/>
                    </a:cubicBezTo>
                    <a:cubicBezTo>
                      <a:pt x="517" y="3776"/>
                      <a:pt x="615" y="3503"/>
                      <a:pt x="722" y="3230"/>
                    </a:cubicBezTo>
                    <a:cubicBezTo>
                      <a:pt x="771" y="3113"/>
                      <a:pt x="820" y="2986"/>
                      <a:pt x="859" y="2859"/>
                    </a:cubicBezTo>
                    <a:cubicBezTo>
                      <a:pt x="937" y="2615"/>
                      <a:pt x="907" y="2518"/>
                      <a:pt x="703" y="2371"/>
                    </a:cubicBezTo>
                    <a:cubicBezTo>
                      <a:pt x="468" y="2196"/>
                      <a:pt x="254" y="2001"/>
                      <a:pt x="49" y="1776"/>
                    </a:cubicBezTo>
                    <a:cubicBezTo>
                      <a:pt x="29" y="1757"/>
                      <a:pt x="0" y="1737"/>
                      <a:pt x="0" y="1698"/>
                    </a:cubicBezTo>
                    <a:cubicBezTo>
                      <a:pt x="49" y="1649"/>
                      <a:pt x="108" y="1659"/>
                      <a:pt x="166" y="1649"/>
                    </a:cubicBezTo>
                    <a:cubicBezTo>
                      <a:pt x="556" y="1620"/>
                      <a:pt x="937" y="1562"/>
                      <a:pt x="1327" y="1513"/>
                    </a:cubicBezTo>
                    <a:cubicBezTo>
                      <a:pt x="1503" y="1493"/>
                      <a:pt x="1659" y="1357"/>
                      <a:pt x="1698" y="1181"/>
                    </a:cubicBezTo>
                    <a:cubicBezTo>
                      <a:pt x="1864" y="771"/>
                      <a:pt x="2059" y="381"/>
                      <a:pt x="2283" y="1"/>
                    </a:cubicBezTo>
                    <a:cubicBezTo>
                      <a:pt x="2361" y="30"/>
                      <a:pt x="2381" y="108"/>
                      <a:pt x="2410" y="157"/>
                    </a:cubicBezTo>
                    <a:cubicBezTo>
                      <a:pt x="2585" y="479"/>
                      <a:pt x="2742" y="820"/>
                      <a:pt x="2868" y="1162"/>
                    </a:cubicBezTo>
                    <a:cubicBezTo>
                      <a:pt x="2937" y="1405"/>
                      <a:pt x="3161" y="1562"/>
                      <a:pt x="3415" y="1532"/>
                    </a:cubicBezTo>
                    <a:cubicBezTo>
                      <a:pt x="3620" y="1532"/>
                      <a:pt x="3824" y="1542"/>
                      <a:pt x="4039" y="1552"/>
                    </a:cubicBezTo>
                    <a:cubicBezTo>
                      <a:pt x="4107" y="1542"/>
                      <a:pt x="4185" y="1562"/>
                      <a:pt x="4263" y="159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122"/>
            <p:cNvGrpSpPr/>
            <p:nvPr/>
          </p:nvGrpSpPr>
          <p:grpSpPr>
            <a:xfrm>
              <a:off x="3013017" y="2478490"/>
              <a:ext cx="222269" cy="354366"/>
              <a:chOff x="4252579" y="2478490"/>
              <a:chExt cx="222269" cy="354366"/>
            </a:xfrm>
          </p:grpSpPr>
          <p:sp>
            <p:nvSpPr>
              <p:cNvPr id="6709" name="Google Shape;6709;p122"/>
              <p:cNvSpPr/>
              <p:nvPr/>
            </p:nvSpPr>
            <p:spPr>
              <a:xfrm>
                <a:off x="4252579" y="2478490"/>
                <a:ext cx="222269" cy="354366"/>
              </a:xfrm>
              <a:custGeom>
                <a:rect b="b" l="l" r="r" t="t"/>
                <a:pathLst>
                  <a:path extrusionOk="0" h="5942" w="3727">
                    <a:moveTo>
                      <a:pt x="654" y="4215"/>
                    </a:moveTo>
                    <a:cubicBezTo>
                      <a:pt x="634" y="3961"/>
                      <a:pt x="644" y="3717"/>
                      <a:pt x="664" y="3474"/>
                    </a:cubicBezTo>
                    <a:cubicBezTo>
                      <a:pt x="673" y="3405"/>
                      <a:pt x="654" y="3337"/>
                      <a:pt x="595" y="3298"/>
                    </a:cubicBezTo>
                    <a:cubicBezTo>
                      <a:pt x="293" y="2966"/>
                      <a:pt x="107" y="2547"/>
                      <a:pt x="68" y="2108"/>
                    </a:cubicBezTo>
                    <a:cubicBezTo>
                      <a:pt x="0" y="1610"/>
                      <a:pt x="166" y="1113"/>
                      <a:pt x="517" y="771"/>
                    </a:cubicBezTo>
                    <a:cubicBezTo>
                      <a:pt x="868" y="401"/>
                      <a:pt x="1337" y="147"/>
                      <a:pt x="1844" y="69"/>
                    </a:cubicBezTo>
                    <a:cubicBezTo>
                      <a:pt x="2215" y="1"/>
                      <a:pt x="2605" y="88"/>
                      <a:pt x="2907" y="313"/>
                    </a:cubicBezTo>
                    <a:cubicBezTo>
                      <a:pt x="3356" y="605"/>
                      <a:pt x="3639" y="1074"/>
                      <a:pt x="3698" y="1610"/>
                    </a:cubicBezTo>
                    <a:cubicBezTo>
                      <a:pt x="3727" y="1854"/>
                      <a:pt x="3727" y="2098"/>
                      <a:pt x="3688" y="2342"/>
                    </a:cubicBezTo>
                    <a:cubicBezTo>
                      <a:pt x="3619" y="2810"/>
                      <a:pt x="3346" y="3220"/>
                      <a:pt x="2946" y="3464"/>
                    </a:cubicBezTo>
                    <a:cubicBezTo>
                      <a:pt x="2810" y="3532"/>
                      <a:pt x="2732" y="3678"/>
                      <a:pt x="2741" y="3825"/>
                    </a:cubicBezTo>
                    <a:cubicBezTo>
                      <a:pt x="2751" y="4352"/>
                      <a:pt x="2693" y="4888"/>
                      <a:pt x="2576" y="5395"/>
                    </a:cubicBezTo>
                    <a:cubicBezTo>
                      <a:pt x="2556" y="5473"/>
                      <a:pt x="2546" y="5542"/>
                      <a:pt x="2517" y="5610"/>
                    </a:cubicBezTo>
                    <a:cubicBezTo>
                      <a:pt x="2488" y="5727"/>
                      <a:pt x="2390" y="5805"/>
                      <a:pt x="2273" y="5834"/>
                    </a:cubicBezTo>
                    <a:cubicBezTo>
                      <a:pt x="1844" y="5942"/>
                      <a:pt x="1395" y="5932"/>
                      <a:pt x="966" y="5815"/>
                    </a:cubicBezTo>
                    <a:cubicBezTo>
                      <a:pt x="829" y="5786"/>
                      <a:pt x="732" y="5669"/>
                      <a:pt x="722" y="5522"/>
                    </a:cubicBezTo>
                    <a:cubicBezTo>
                      <a:pt x="683" y="5278"/>
                      <a:pt x="654" y="5025"/>
                      <a:pt x="644" y="4771"/>
                    </a:cubicBezTo>
                    <a:cubicBezTo>
                      <a:pt x="644" y="4586"/>
                      <a:pt x="654" y="4400"/>
                      <a:pt x="654" y="42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2"/>
              <p:cNvSpPr/>
              <p:nvPr/>
            </p:nvSpPr>
            <p:spPr>
              <a:xfrm>
                <a:off x="4271783" y="2496561"/>
                <a:ext cx="183326" cy="191436"/>
              </a:xfrm>
              <a:custGeom>
                <a:rect b="b" l="l" r="r" t="t"/>
                <a:pathLst>
                  <a:path extrusionOk="0" h="3210" w="3074">
                    <a:moveTo>
                      <a:pt x="1424" y="1658"/>
                    </a:moveTo>
                    <a:lnTo>
                      <a:pt x="1063" y="1337"/>
                    </a:lnTo>
                    <a:cubicBezTo>
                      <a:pt x="1034" y="1297"/>
                      <a:pt x="995" y="1268"/>
                      <a:pt x="956" y="1239"/>
                    </a:cubicBezTo>
                    <a:cubicBezTo>
                      <a:pt x="917" y="1210"/>
                      <a:pt x="849" y="1219"/>
                      <a:pt x="810" y="1249"/>
                    </a:cubicBezTo>
                    <a:cubicBezTo>
                      <a:pt x="761" y="1288"/>
                      <a:pt x="742" y="1337"/>
                      <a:pt x="761" y="1395"/>
                    </a:cubicBezTo>
                    <a:cubicBezTo>
                      <a:pt x="781" y="1454"/>
                      <a:pt x="810" y="1512"/>
                      <a:pt x="868" y="1561"/>
                    </a:cubicBezTo>
                    <a:cubicBezTo>
                      <a:pt x="1015" y="1727"/>
                      <a:pt x="1161" y="1883"/>
                      <a:pt x="1307" y="2049"/>
                    </a:cubicBezTo>
                    <a:cubicBezTo>
                      <a:pt x="1356" y="2088"/>
                      <a:pt x="1376" y="2146"/>
                      <a:pt x="1376" y="2205"/>
                    </a:cubicBezTo>
                    <a:cubicBezTo>
                      <a:pt x="1376" y="2497"/>
                      <a:pt x="1366" y="2790"/>
                      <a:pt x="1366" y="3093"/>
                    </a:cubicBezTo>
                    <a:cubicBezTo>
                      <a:pt x="1366" y="3180"/>
                      <a:pt x="1327" y="3210"/>
                      <a:pt x="1239" y="3200"/>
                    </a:cubicBezTo>
                    <a:cubicBezTo>
                      <a:pt x="1083" y="3180"/>
                      <a:pt x="927" y="3122"/>
                      <a:pt x="800" y="3024"/>
                    </a:cubicBezTo>
                    <a:cubicBezTo>
                      <a:pt x="273" y="2654"/>
                      <a:pt x="0" y="2029"/>
                      <a:pt x="78" y="1405"/>
                    </a:cubicBezTo>
                    <a:cubicBezTo>
                      <a:pt x="98" y="1190"/>
                      <a:pt x="185" y="995"/>
                      <a:pt x="312" y="829"/>
                    </a:cubicBezTo>
                    <a:cubicBezTo>
                      <a:pt x="605" y="459"/>
                      <a:pt x="1005" y="205"/>
                      <a:pt x="1463" y="107"/>
                    </a:cubicBezTo>
                    <a:cubicBezTo>
                      <a:pt x="1883" y="0"/>
                      <a:pt x="2332" y="137"/>
                      <a:pt x="2624" y="459"/>
                    </a:cubicBezTo>
                    <a:cubicBezTo>
                      <a:pt x="2878" y="702"/>
                      <a:pt x="3034" y="1044"/>
                      <a:pt x="3054" y="1405"/>
                    </a:cubicBezTo>
                    <a:cubicBezTo>
                      <a:pt x="3073" y="1571"/>
                      <a:pt x="3073" y="1736"/>
                      <a:pt x="3054" y="1902"/>
                    </a:cubicBezTo>
                    <a:cubicBezTo>
                      <a:pt x="3034" y="2205"/>
                      <a:pt x="2898" y="2488"/>
                      <a:pt x="2673" y="2702"/>
                    </a:cubicBezTo>
                    <a:cubicBezTo>
                      <a:pt x="2459" y="2907"/>
                      <a:pt x="2195" y="3073"/>
                      <a:pt x="1912" y="3171"/>
                    </a:cubicBezTo>
                    <a:cubicBezTo>
                      <a:pt x="1834" y="3200"/>
                      <a:pt x="1746" y="3210"/>
                      <a:pt x="1668" y="3210"/>
                    </a:cubicBezTo>
                    <a:cubicBezTo>
                      <a:pt x="1678" y="2858"/>
                      <a:pt x="1698" y="2517"/>
                      <a:pt x="1707" y="2175"/>
                    </a:cubicBezTo>
                    <a:cubicBezTo>
                      <a:pt x="1717" y="2127"/>
                      <a:pt x="1746" y="2078"/>
                      <a:pt x="1795" y="2049"/>
                    </a:cubicBezTo>
                    <a:cubicBezTo>
                      <a:pt x="2010" y="1854"/>
                      <a:pt x="2215" y="1658"/>
                      <a:pt x="2429" y="1473"/>
                    </a:cubicBezTo>
                    <a:cubicBezTo>
                      <a:pt x="2527" y="1385"/>
                      <a:pt x="2546" y="1288"/>
                      <a:pt x="2478" y="1210"/>
                    </a:cubicBezTo>
                    <a:cubicBezTo>
                      <a:pt x="2410" y="1132"/>
                      <a:pt x="2293" y="1132"/>
                      <a:pt x="2224" y="1210"/>
                    </a:cubicBezTo>
                    <a:cubicBezTo>
                      <a:pt x="2127" y="1288"/>
                      <a:pt x="2029" y="1385"/>
                      <a:pt x="1932" y="1473"/>
                    </a:cubicBezTo>
                    <a:cubicBezTo>
                      <a:pt x="1883" y="1522"/>
                      <a:pt x="1844" y="1580"/>
                      <a:pt x="1766" y="1610"/>
                    </a:cubicBezTo>
                    <a:cubicBezTo>
                      <a:pt x="1746" y="1541"/>
                      <a:pt x="1746" y="1483"/>
                      <a:pt x="1756" y="1415"/>
                    </a:cubicBezTo>
                    <a:lnTo>
                      <a:pt x="1756" y="1210"/>
                    </a:lnTo>
                    <a:cubicBezTo>
                      <a:pt x="1756" y="1044"/>
                      <a:pt x="1698" y="956"/>
                      <a:pt x="1590" y="966"/>
                    </a:cubicBezTo>
                    <a:cubicBezTo>
                      <a:pt x="1483" y="976"/>
                      <a:pt x="1434" y="1054"/>
                      <a:pt x="1424" y="1229"/>
                    </a:cubicBezTo>
                    <a:cubicBezTo>
                      <a:pt x="1415" y="1366"/>
                      <a:pt x="1424" y="1512"/>
                      <a:pt x="1424" y="165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2"/>
              <p:cNvSpPr/>
              <p:nvPr/>
            </p:nvSpPr>
            <p:spPr>
              <a:xfrm>
                <a:off x="4308997" y="2691996"/>
                <a:ext cx="88502" cy="120527"/>
              </a:xfrm>
              <a:custGeom>
                <a:rect b="b" l="l" r="r" t="t"/>
                <a:pathLst>
                  <a:path extrusionOk="0" h="2021" w="1484">
                    <a:moveTo>
                      <a:pt x="10" y="1"/>
                    </a:moveTo>
                    <a:cubicBezTo>
                      <a:pt x="478" y="401"/>
                      <a:pt x="957" y="342"/>
                      <a:pt x="1454" y="186"/>
                    </a:cubicBezTo>
                    <a:cubicBezTo>
                      <a:pt x="1483" y="372"/>
                      <a:pt x="1483" y="557"/>
                      <a:pt x="1464" y="752"/>
                    </a:cubicBezTo>
                    <a:cubicBezTo>
                      <a:pt x="1435" y="1093"/>
                      <a:pt x="1376" y="1435"/>
                      <a:pt x="1308" y="1776"/>
                    </a:cubicBezTo>
                    <a:cubicBezTo>
                      <a:pt x="1298" y="1884"/>
                      <a:pt x="1200" y="1971"/>
                      <a:pt x="1093" y="1971"/>
                    </a:cubicBezTo>
                    <a:cubicBezTo>
                      <a:pt x="810" y="2020"/>
                      <a:pt x="527" y="2011"/>
                      <a:pt x="244" y="1952"/>
                    </a:cubicBezTo>
                    <a:cubicBezTo>
                      <a:pt x="157" y="1952"/>
                      <a:pt x="98" y="1884"/>
                      <a:pt x="98" y="1796"/>
                    </a:cubicBezTo>
                    <a:cubicBezTo>
                      <a:pt x="49" y="1454"/>
                      <a:pt x="20" y="1103"/>
                      <a:pt x="20" y="762"/>
                    </a:cubicBezTo>
                    <a:cubicBezTo>
                      <a:pt x="0" y="508"/>
                      <a:pt x="0" y="255"/>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2"/>
              <p:cNvSpPr/>
              <p:nvPr/>
            </p:nvSpPr>
            <p:spPr>
              <a:xfrm>
                <a:off x="4320030" y="2724021"/>
                <a:ext cx="62321" cy="22722"/>
              </a:xfrm>
              <a:custGeom>
                <a:rect b="b" l="l" r="r" t="t"/>
                <a:pathLst>
                  <a:path extrusionOk="0" h="381" w="1045">
                    <a:moveTo>
                      <a:pt x="508" y="371"/>
                    </a:moveTo>
                    <a:lnTo>
                      <a:pt x="254" y="352"/>
                    </a:lnTo>
                    <a:cubicBezTo>
                      <a:pt x="186" y="342"/>
                      <a:pt x="128" y="322"/>
                      <a:pt x="79" y="293"/>
                    </a:cubicBezTo>
                    <a:cubicBezTo>
                      <a:pt x="30" y="264"/>
                      <a:pt x="1" y="196"/>
                      <a:pt x="20" y="137"/>
                    </a:cubicBezTo>
                    <a:cubicBezTo>
                      <a:pt x="30" y="69"/>
                      <a:pt x="98" y="20"/>
                      <a:pt x="167" y="30"/>
                    </a:cubicBezTo>
                    <a:cubicBezTo>
                      <a:pt x="235" y="30"/>
                      <a:pt x="303" y="59"/>
                      <a:pt x="362" y="59"/>
                    </a:cubicBezTo>
                    <a:cubicBezTo>
                      <a:pt x="508" y="78"/>
                      <a:pt x="654" y="69"/>
                      <a:pt x="801" y="39"/>
                    </a:cubicBezTo>
                    <a:cubicBezTo>
                      <a:pt x="928" y="0"/>
                      <a:pt x="1006" y="49"/>
                      <a:pt x="1025" y="147"/>
                    </a:cubicBezTo>
                    <a:cubicBezTo>
                      <a:pt x="1045" y="235"/>
                      <a:pt x="986" y="303"/>
                      <a:pt x="869" y="342"/>
                    </a:cubicBezTo>
                    <a:cubicBezTo>
                      <a:pt x="752" y="371"/>
                      <a:pt x="635" y="381"/>
                      <a:pt x="508" y="3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2"/>
              <p:cNvSpPr/>
              <p:nvPr/>
            </p:nvSpPr>
            <p:spPr>
              <a:xfrm>
                <a:off x="4338697" y="2770003"/>
                <a:ext cx="18070" cy="18070"/>
              </a:xfrm>
              <a:custGeom>
                <a:rect b="b" l="l" r="r" t="t"/>
                <a:pathLst>
                  <a:path extrusionOk="0" h="303" w="303">
                    <a:moveTo>
                      <a:pt x="156" y="293"/>
                    </a:moveTo>
                    <a:cubicBezTo>
                      <a:pt x="78" y="303"/>
                      <a:pt x="20" y="244"/>
                      <a:pt x="10" y="166"/>
                    </a:cubicBezTo>
                    <a:cubicBezTo>
                      <a:pt x="0" y="78"/>
                      <a:pt x="68" y="10"/>
                      <a:pt x="146" y="0"/>
                    </a:cubicBezTo>
                    <a:cubicBezTo>
                      <a:pt x="224" y="0"/>
                      <a:pt x="293" y="59"/>
                      <a:pt x="293" y="127"/>
                    </a:cubicBezTo>
                    <a:cubicBezTo>
                      <a:pt x="302" y="215"/>
                      <a:pt x="244" y="283"/>
                      <a:pt x="156" y="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122"/>
            <p:cNvGrpSpPr/>
            <p:nvPr/>
          </p:nvGrpSpPr>
          <p:grpSpPr>
            <a:xfrm>
              <a:off x="3288785" y="2508727"/>
              <a:ext cx="310175" cy="308445"/>
              <a:chOff x="4528347" y="2508727"/>
              <a:chExt cx="310175" cy="308445"/>
            </a:xfrm>
          </p:grpSpPr>
          <p:sp>
            <p:nvSpPr>
              <p:cNvPr id="6715" name="Google Shape;6715;p122"/>
              <p:cNvSpPr/>
              <p:nvPr/>
            </p:nvSpPr>
            <p:spPr>
              <a:xfrm>
                <a:off x="4528347" y="2508727"/>
                <a:ext cx="310175" cy="308445"/>
              </a:xfrm>
              <a:custGeom>
                <a:rect b="b" l="l" r="r" t="t"/>
                <a:pathLst>
                  <a:path extrusionOk="0" h="5172" w="5201">
                    <a:moveTo>
                      <a:pt x="2907" y="11"/>
                    </a:moveTo>
                    <a:lnTo>
                      <a:pt x="3610" y="11"/>
                    </a:lnTo>
                    <a:cubicBezTo>
                      <a:pt x="3746" y="1"/>
                      <a:pt x="3873" y="69"/>
                      <a:pt x="3942" y="196"/>
                    </a:cubicBezTo>
                    <a:cubicBezTo>
                      <a:pt x="4039" y="352"/>
                      <a:pt x="4156" y="508"/>
                      <a:pt x="4244" y="664"/>
                    </a:cubicBezTo>
                    <a:cubicBezTo>
                      <a:pt x="4468" y="1035"/>
                      <a:pt x="4771" y="1347"/>
                      <a:pt x="5024" y="1689"/>
                    </a:cubicBezTo>
                    <a:cubicBezTo>
                      <a:pt x="5190" y="1932"/>
                      <a:pt x="5200" y="2254"/>
                      <a:pt x="5063" y="2508"/>
                    </a:cubicBezTo>
                    <a:cubicBezTo>
                      <a:pt x="4888" y="2781"/>
                      <a:pt x="4693" y="3035"/>
                      <a:pt x="4478" y="3269"/>
                    </a:cubicBezTo>
                    <a:cubicBezTo>
                      <a:pt x="3981" y="3796"/>
                      <a:pt x="3522" y="4352"/>
                      <a:pt x="3015" y="4869"/>
                    </a:cubicBezTo>
                    <a:cubicBezTo>
                      <a:pt x="2956" y="4937"/>
                      <a:pt x="2888" y="4996"/>
                      <a:pt x="2829" y="5054"/>
                    </a:cubicBezTo>
                    <a:cubicBezTo>
                      <a:pt x="2722" y="5162"/>
                      <a:pt x="2537" y="5171"/>
                      <a:pt x="2429" y="5054"/>
                    </a:cubicBezTo>
                    <a:cubicBezTo>
                      <a:pt x="2215" y="4898"/>
                      <a:pt x="2020" y="4713"/>
                      <a:pt x="1844" y="4508"/>
                    </a:cubicBezTo>
                    <a:cubicBezTo>
                      <a:pt x="1522" y="4147"/>
                      <a:pt x="1210" y="3776"/>
                      <a:pt x="888" y="3425"/>
                    </a:cubicBezTo>
                    <a:cubicBezTo>
                      <a:pt x="634" y="3142"/>
                      <a:pt x="391" y="2849"/>
                      <a:pt x="156" y="2547"/>
                    </a:cubicBezTo>
                    <a:cubicBezTo>
                      <a:pt x="0" y="2352"/>
                      <a:pt x="20" y="2137"/>
                      <a:pt x="10" y="1913"/>
                    </a:cubicBezTo>
                    <a:cubicBezTo>
                      <a:pt x="20" y="1874"/>
                      <a:pt x="39" y="1825"/>
                      <a:pt x="69" y="1796"/>
                    </a:cubicBezTo>
                    <a:cubicBezTo>
                      <a:pt x="469" y="1318"/>
                      <a:pt x="839" y="820"/>
                      <a:pt x="1269" y="372"/>
                    </a:cubicBezTo>
                    <a:cubicBezTo>
                      <a:pt x="1415" y="215"/>
                      <a:pt x="1620" y="118"/>
                      <a:pt x="1834" y="98"/>
                    </a:cubicBezTo>
                    <a:cubicBezTo>
                      <a:pt x="2186" y="69"/>
                      <a:pt x="2547" y="59"/>
                      <a:pt x="2907" y="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2"/>
              <p:cNvSpPr/>
              <p:nvPr/>
            </p:nvSpPr>
            <p:spPr>
              <a:xfrm>
                <a:off x="4704638" y="2648400"/>
                <a:ext cx="105379" cy="126312"/>
              </a:xfrm>
              <a:custGeom>
                <a:rect b="b" l="l" r="r" t="t"/>
                <a:pathLst>
                  <a:path extrusionOk="0" h="2118" w="1767">
                    <a:moveTo>
                      <a:pt x="1766" y="49"/>
                    </a:moveTo>
                    <a:cubicBezTo>
                      <a:pt x="1620" y="342"/>
                      <a:pt x="478" y="1678"/>
                      <a:pt x="0" y="2117"/>
                    </a:cubicBezTo>
                    <a:cubicBezTo>
                      <a:pt x="0" y="2088"/>
                      <a:pt x="0" y="2068"/>
                      <a:pt x="0" y="2049"/>
                    </a:cubicBezTo>
                    <a:cubicBezTo>
                      <a:pt x="225" y="1473"/>
                      <a:pt x="361" y="868"/>
                      <a:pt x="527" y="264"/>
                    </a:cubicBezTo>
                    <a:cubicBezTo>
                      <a:pt x="595" y="0"/>
                      <a:pt x="566" y="49"/>
                      <a:pt x="800" y="49"/>
                    </a:cubicBezTo>
                    <a:cubicBezTo>
                      <a:pt x="1112" y="49"/>
                      <a:pt x="1425" y="49"/>
                      <a:pt x="1766" y="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2"/>
              <p:cNvSpPr/>
              <p:nvPr/>
            </p:nvSpPr>
            <p:spPr>
              <a:xfrm>
                <a:off x="4641779" y="2652455"/>
                <a:ext cx="78006" cy="114683"/>
              </a:xfrm>
              <a:custGeom>
                <a:rect b="b" l="l" r="r" t="t"/>
                <a:pathLst>
                  <a:path extrusionOk="0" h="1923" w="1308">
                    <a:moveTo>
                      <a:pt x="1" y="0"/>
                    </a:moveTo>
                    <a:lnTo>
                      <a:pt x="1308" y="0"/>
                    </a:lnTo>
                    <a:cubicBezTo>
                      <a:pt x="1123" y="625"/>
                      <a:pt x="976" y="1259"/>
                      <a:pt x="723" y="1922"/>
                    </a:cubicBezTo>
                    <a:cubicBezTo>
                      <a:pt x="488" y="1249"/>
                      <a:pt x="225" y="64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2"/>
              <p:cNvSpPr/>
              <p:nvPr/>
            </p:nvSpPr>
            <p:spPr>
              <a:xfrm>
                <a:off x="4558584" y="2649533"/>
                <a:ext cx="107705" cy="126312"/>
              </a:xfrm>
              <a:custGeom>
                <a:rect b="b" l="l" r="r" t="t"/>
                <a:pathLst>
                  <a:path extrusionOk="0" h="2118" w="1806">
                    <a:moveTo>
                      <a:pt x="1" y="79"/>
                    </a:moveTo>
                    <a:cubicBezTo>
                      <a:pt x="235" y="49"/>
                      <a:pt x="469" y="40"/>
                      <a:pt x="693" y="40"/>
                    </a:cubicBezTo>
                    <a:cubicBezTo>
                      <a:pt x="820" y="40"/>
                      <a:pt x="957" y="1"/>
                      <a:pt x="1054" y="59"/>
                    </a:cubicBezTo>
                    <a:cubicBezTo>
                      <a:pt x="1142" y="118"/>
                      <a:pt x="1142" y="274"/>
                      <a:pt x="1181" y="381"/>
                    </a:cubicBezTo>
                    <a:cubicBezTo>
                      <a:pt x="1366" y="869"/>
                      <a:pt x="1542" y="1357"/>
                      <a:pt x="1718" y="1845"/>
                    </a:cubicBezTo>
                    <a:cubicBezTo>
                      <a:pt x="1747" y="1932"/>
                      <a:pt x="1776" y="2020"/>
                      <a:pt x="1805" y="2118"/>
                    </a:cubicBezTo>
                    <a:cubicBezTo>
                      <a:pt x="1640" y="2030"/>
                      <a:pt x="176" y="381"/>
                      <a:pt x="1" y="7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2"/>
              <p:cNvSpPr/>
              <p:nvPr/>
            </p:nvSpPr>
            <p:spPr>
              <a:xfrm>
                <a:off x="4546358" y="2551249"/>
                <a:ext cx="71028" cy="84387"/>
              </a:xfrm>
              <a:custGeom>
                <a:rect b="b" l="l" r="r" t="t"/>
                <a:pathLst>
                  <a:path extrusionOk="0" h="1415" w="1191">
                    <a:moveTo>
                      <a:pt x="1152" y="0"/>
                    </a:moveTo>
                    <a:lnTo>
                      <a:pt x="1152" y="176"/>
                    </a:lnTo>
                    <a:cubicBezTo>
                      <a:pt x="1142" y="527"/>
                      <a:pt x="1162" y="868"/>
                      <a:pt x="1181" y="1219"/>
                    </a:cubicBezTo>
                    <a:cubicBezTo>
                      <a:pt x="1191" y="1356"/>
                      <a:pt x="1191" y="1356"/>
                      <a:pt x="1054" y="1366"/>
                    </a:cubicBezTo>
                    <a:cubicBezTo>
                      <a:pt x="762" y="1376"/>
                      <a:pt x="469" y="1395"/>
                      <a:pt x="176" y="1405"/>
                    </a:cubicBezTo>
                    <a:cubicBezTo>
                      <a:pt x="40" y="1415"/>
                      <a:pt x="1" y="1346"/>
                      <a:pt x="50" y="1219"/>
                    </a:cubicBezTo>
                    <a:cubicBezTo>
                      <a:pt x="50" y="1200"/>
                      <a:pt x="59" y="1180"/>
                      <a:pt x="79" y="1171"/>
                    </a:cubicBezTo>
                    <a:cubicBezTo>
                      <a:pt x="410" y="780"/>
                      <a:pt x="723" y="371"/>
                      <a:pt x="1093" y="10"/>
                    </a:cubicBezTo>
                    <a:cubicBezTo>
                      <a:pt x="1103" y="10"/>
                      <a:pt x="1113" y="10"/>
                      <a:pt x="11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2"/>
              <p:cNvSpPr/>
              <p:nvPr/>
            </p:nvSpPr>
            <p:spPr>
              <a:xfrm>
                <a:off x="4741852" y="2550056"/>
                <a:ext cx="75143" cy="82121"/>
              </a:xfrm>
              <a:custGeom>
                <a:rect b="b" l="l" r="r" t="t"/>
                <a:pathLst>
                  <a:path extrusionOk="0" h="1377" w="1260">
                    <a:moveTo>
                      <a:pt x="1" y="1376"/>
                    </a:moveTo>
                    <a:cubicBezTo>
                      <a:pt x="127" y="898"/>
                      <a:pt x="176" y="449"/>
                      <a:pt x="254" y="10"/>
                    </a:cubicBezTo>
                    <a:cubicBezTo>
                      <a:pt x="303" y="1"/>
                      <a:pt x="313" y="30"/>
                      <a:pt x="323" y="49"/>
                    </a:cubicBezTo>
                    <a:cubicBezTo>
                      <a:pt x="576" y="430"/>
                      <a:pt x="849" y="791"/>
                      <a:pt x="1142" y="1132"/>
                    </a:cubicBezTo>
                    <a:cubicBezTo>
                      <a:pt x="1171" y="1171"/>
                      <a:pt x="1201" y="1210"/>
                      <a:pt x="1220" y="1249"/>
                    </a:cubicBezTo>
                    <a:cubicBezTo>
                      <a:pt x="1259" y="1327"/>
                      <a:pt x="1240" y="1376"/>
                      <a:pt x="1142" y="1376"/>
                    </a:cubicBezTo>
                    <a:cubicBezTo>
                      <a:pt x="781" y="1376"/>
                      <a:pt x="401" y="1376"/>
                      <a:pt x="1" y="13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2"/>
              <p:cNvSpPr/>
              <p:nvPr/>
            </p:nvSpPr>
            <p:spPr>
              <a:xfrm>
                <a:off x="4644702" y="2550056"/>
                <a:ext cx="72221" cy="82658"/>
              </a:xfrm>
              <a:custGeom>
                <a:rect b="b" l="l" r="r" t="t"/>
                <a:pathLst>
                  <a:path extrusionOk="0" h="1386" w="1211">
                    <a:moveTo>
                      <a:pt x="0" y="1376"/>
                    </a:moveTo>
                    <a:cubicBezTo>
                      <a:pt x="274" y="927"/>
                      <a:pt x="469" y="479"/>
                      <a:pt x="703" y="1"/>
                    </a:cubicBezTo>
                    <a:cubicBezTo>
                      <a:pt x="878" y="459"/>
                      <a:pt x="1005" y="908"/>
                      <a:pt x="1210" y="1357"/>
                    </a:cubicBezTo>
                    <a:cubicBezTo>
                      <a:pt x="800" y="1376"/>
                      <a:pt x="420" y="1386"/>
                      <a:pt x="0" y="13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2"/>
              <p:cNvSpPr/>
              <p:nvPr/>
            </p:nvSpPr>
            <p:spPr>
              <a:xfrm>
                <a:off x="4633072" y="2531449"/>
                <a:ext cx="39003" cy="74547"/>
              </a:xfrm>
              <a:custGeom>
                <a:rect b="b" l="l" r="r" t="t"/>
                <a:pathLst>
                  <a:path extrusionOk="0" h="1250" w="654">
                    <a:moveTo>
                      <a:pt x="69" y="1249"/>
                    </a:moveTo>
                    <a:cubicBezTo>
                      <a:pt x="30" y="1181"/>
                      <a:pt x="10" y="1112"/>
                      <a:pt x="20" y="1034"/>
                    </a:cubicBezTo>
                    <a:cubicBezTo>
                      <a:pt x="10" y="761"/>
                      <a:pt x="10" y="478"/>
                      <a:pt x="0" y="195"/>
                    </a:cubicBezTo>
                    <a:cubicBezTo>
                      <a:pt x="0" y="98"/>
                      <a:pt x="30" y="39"/>
                      <a:pt x="137" y="49"/>
                    </a:cubicBezTo>
                    <a:cubicBezTo>
                      <a:pt x="303" y="49"/>
                      <a:pt x="469" y="0"/>
                      <a:pt x="654" y="30"/>
                    </a:cubicBezTo>
                    <a:cubicBezTo>
                      <a:pt x="469" y="439"/>
                      <a:pt x="283" y="839"/>
                      <a:pt x="69" y="12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2"/>
              <p:cNvSpPr/>
              <p:nvPr/>
            </p:nvSpPr>
            <p:spPr>
              <a:xfrm>
                <a:off x="4701119" y="2529123"/>
                <a:ext cx="38466" cy="72758"/>
              </a:xfrm>
              <a:custGeom>
                <a:rect b="b" l="l" r="r" t="t"/>
                <a:pathLst>
                  <a:path extrusionOk="0" h="1220" w="645">
                    <a:moveTo>
                      <a:pt x="410" y="1220"/>
                    </a:moveTo>
                    <a:cubicBezTo>
                      <a:pt x="274" y="830"/>
                      <a:pt x="137" y="449"/>
                      <a:pt x="1" y="49"/>
                    </a:cubicBezTo>
                    <a:cubicBezTo>
                      <a:pt x="186" y="20"/>
                      <a:pt x="381" y="0"/>
                      <a:pt x="567" y="10"/>
                    </a:cubicBezTo>
                    <a:cubicBezTo>
                      <a:pt x="635" y="10"/>
                      <a:pt x="645" y="59"/>
                      <a:pt x="635" y="108"/>
                    </a:cubicBezTo>
                    <a:cubicBezTo>
                      <a:pt x="625" y="195"/>
                      <a:pt x="615" y="273"/>
                      <a:pt x="596" y="361"/>
                    </a:cubicBezTo>
                    <a:cubicBezTo>
                      <a:pt x="557" y="644"/>
                      <a:pt x="508" y="927"/>
                      <a:pt x="469" y="12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122"/>
            <p:cNvGrpSpPr/>
            <p:nvPr/>
          </p:nvGrpSpPr>
          <p:grpSpPr>
            <a:xfrm>
              <a:off x="3658244" y="2494771"/>
              <a:ext cx="118142" cy="377092"/>
              <a:chOff x="4897807" y="2494771"/>
              <a:chExt cx="118142" cy="377092"/>
            </a:xfrm>
          </p:grpSpPr>
          <p:sp>
            <p:nvSpPr>
              <p:cNvPr id="6725" name="Google Shape;6725;p122"/>
              <p:cNvSpPr/>
              <p:nvPr/>
            </p:nvSpPr>
            <p:spPr>
              <a:xfrm>
                <a:off x="4910569" y="2494771"/>
                <a:ext cx="105379" cy="255487"/>
              </a:xfrm>
              <a:custGeom>
                <a:rect b="b" l="l" r="r" t="t"/>
                <a:pathLst>
                  <a:path extrusionOk="0" h="4284" w="1767">
                    <a:moveTo>
                      <a:pt x="20" y="2352"/>
                    </a:moveTo>
                    <a:lnTo>
                      <a:pt x="20" y="801"/>
                    </a:lnTo>
                    <a:cubicBezTo>
                      <a:pt x="20" y="625"/>
                      <a:pt x="49" y="459"/>
                      <a:pt x="59" y="284"/>
                    </a:cubicBezTo>
                    <a:cubicBezTo>
                      <a:pt x="59" y="167"/>
                      <a:pt x="147" y="69"/>
                      <a:pt x="264" y="50"/>
                    </a:cubicBezTo>
                    <a:cubicBezTo>
                      <a:pt x="440" y="20"/>
                      <a:pt x="615" y="1"/>
                      <a:pt x="791" y="10"/>
                    </a:cubicBezTo>
                    <a:cubicBezTo>
                      <a:pt x="1006" y="10"/>
                      <a:pt x="1230" y="10"/>
                      <a:pt x="1445" y="20"/>
                    </a:cubicBezTo>
                    <a:cubicBezTo>
                      <a:pt x="1688" y="30"/>
                      <a:pt x="1766" y="118"/>
                      <a:pt x="1747" y="362"/>
                    </a:cubicBezTo>
                    <a:cubicBezTo>
                      <a:pt x="1688" y="869"/>
                      <a:pt x="1640" y="1376"/>
                      <a:pt x="1571" y="1874"/>
                    </a:cubicBezTo>
                    <a:cubicBezTo>
                      <a:pt x="1493" y="2459"/>
                      <a:pt x="1435" y="3035"/>
                      <a:pt x="1386" y="3610"/>
                    </a:cubicBezTo>
                    <a:cubicBezTo>
                      <a:pt x="1366" y="3727"/>
                      <a:pt x="1357" y="3854"/>
                      <a:pt x="1337" y="3971"/>
                    </a:cubicBezTo>
                    <a:cubicBezTo>
                      <a:pt x="1308" y="4176"/>
                      <a:pt x="1230" y="4244"/>
                      <a:pt x="1025" y="4274"/>
                    </a:cubicBezTo>
                    <a:cubicBezTo>
                      <a:pt x="859" y="4283"/>
                      <a:pt x="703" y="4283"/>
                      <a:pt x="547" y="4274"/>
                    </a:cubicBezTo>
                    <a:lnTo>
                      <a:pt x="264" y="4274"/>
                    </a:lnTo>
                    <a:cubicBezTo>
                      <a:pt x="89" y="4274"/>
                      <a:pt x="10" y="4196"/>
                      <a:pt x="1" y="4010"/>
                    </a:cubicBezTo>
                    <a:lnTo>
                      <a:pt x="1" y="3308"/>
                    </a:lnTo>
                    <a:lnTo>
                      <a:pt x="1" y="23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2"/>
              <p:cNvSpPr/>
              <p:nvPr/>
            </p:nvSpPr>
            <p:spPr>
              <a:xfrm>
                <a:off x="4897807" y="2774058"/>
                <a:ext cx="96016" cy="97806"/>
              </a:xfrm>
              <a:custGeom>
                <a:rect b="b" l="l" r="r" t="t"/>
                <a:pathLst>
                  <a:path extrusionOk="0" h="1640" w="1610">
                    <a:moveTo>
                      <a:pt x="1600" y="791"/>
                    </a:moveTo>
                    <a:cubicBezTo>
                      <a:pt x="1610" y="1230"/>
                      <a:pt x="1268" y="1610"/>
                      <a:pt x="829" y="1630"/>
                    </a:cubicBezTo>
                    <a:cubicBezTo>
                      <a:pt x="410" y="1639"/>
                      <a:pt x="0" y="1220"/>
                      <a:pt x="0" y="781"/>
                    </a:cubicBezTo>
                    <a:cubicBezTo>
                      <a:pt x="0" y="361"/>
                      <a:pt x="332" y="49"/>
                      <a:pt x="878" y="20"/>
                    </a:cubicBezTo>
                    <a:cubicBezTo>
                      <a:pt x="1249" y="0"/>
                      <a:pt x="1590" y="391"/>
                      <a:pt x="1600" y="7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2"/>
              <p:cNvSpPr/>
              <p:nvPr/>
            </p:nvSpPr>
            <p:spPr>
              <a:xfrm>
                <a:off x="4928640" y="2514571"/>
                <a:ext cx="66377" cy="215888"/>
              </a:xfrm>
              <a:custGeom>
                <a:rect b="b" l="l" r="r" t="t"/>
                <a:pathLst>
                  <a:path extrusionOk="0" h="3620" w="1113">
                    <a:moveTo>
                      <a:pt x="1112" y="10"/>
                    </a:moveTo>
                    <a:cubicBezTo>
                      <a:pt x="1044" y="586"/>
                      <a:pt x="985" y="1132"/>
                      <a:pt x="927" y="1688"/>
                    </a:cubicBezTo>
                    <a:cubicBezTo>
                      <a:pt x="859" y="2273"/>
                      <a:pt x="800" y="2859"/>
                      <a:pt x="732" y="3444"/>
                    </a:cubicBezTo>
                    <a:cubicBezTo>
                      <a:pt x="712" y="3620"/>
                      <a:pt x="703" y="3620"/>
                      <a:pt x="517" y="3620"/>
                    </a:cubicBezTo>
                    <a:cubicBezTo>
                      <a:pt x="390" y="3620"/>
                      <a:pt x="254" y="3610"/>
                      <a:pt x="117" y="3610"/>
                    </a:cubicBezTo>
                    <a:cubicBezTo>
                      <a:pt x="10" y="3610"/>
                      <a:pt x="0" y="3561"/>
                      <a:pt x="0" y="3473"/>
                    </a:cubicBezTo>
                    <a:cubicBezTo>
                      <a:pt x="0" y="3230"/>
                      <a:pt x="10" y="2995"/>
                      <a:pt x="10" y="2751"/>
                    </a:cubicBezTo>
                    <a:cubicBezTo>
                      <a:pt x="20" y="1991"/>
                      <a:pt x="29" y="1230"/>
                      <a:pt x="39" y="469"/>
                    </a:cubicBezTo>
                    <a:cubicBezTo>
                      <a:pt x="39" y="381"/>
                      <a:pt x="59" y="303"/>
                      <a:pt x="68" y="225"/>
                    </a:cubicBezTo>
                    <a:cubicBezTo>
                      <a:pt x="88" y="10"/>
                      <a:pt x="88" y="10"/>
                      <a:pt x="303" y="10"/>
                    </a:cubicBezTo>
                    <a:cubicBezTo>
                      <a:pt x="576" y="0"/>
                      <a:pt x="839" y="10"/>
                      <a:pt x="1112"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2"/>
              <p:cNvSpPr/>
              <p:nvPr/>
            </p:nvSpPr>
            <p:spPr>
              <a:xfrm>
                <a:off x="4916414" y="2793262"/>
                <a:ext cx="57669" cy="58206"/>
              </a:xfrm>
              <a:custGeom>
                <a:rect b="b" l="l" r="r" t="t"/>
                <a:pathLst>
                  <a:path extrusionOk="0" h="976" w="967">
                    <a:moveTo>
                      <a:pt x="956" y="459"/>
                    </a:moveTo>
                    <a:cubicBezTo>
                      <a:pt x="966" y="722"/>
                      <a:pt x="771" y="956"/>
                      <a:pt x="508" y="976"/>
                    </a:cubicBezTo>
                    <a:cubicBezTo>
                      <a:pt x="273" y="976"/>
                      <a:pt x="20" y="712"/>
                      <a:pt x="10" y="459"/>
                    </a:cubicBezTo>
                    <a:cubicBezTo>
                      <a:pt x="0" y="225"/>
                      <a:pt x="244" y="0"/>
                      <a:pt x="498" y="0"/>
                    </a:cubicBezTo>
                    <a:cubicBezTo>
                      <a:pt x="742" y="20"/>
                      <a:pt x="937" y="215"/>
                      <a:pt x="956" y="4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122"/>
            <p:cNvGrpSpPr/>
            <p:nvPr/>
          </p:nvGrpSpPr>
          <p:grpSpPr>
            <a:xfrm>
              <a:off x="3866502" y="2455828"/>
              <a:ext cx="211832" cy="405540"/>
              <a:chOff x="5106064" y="2455828"/>
              <a:chExt cx="211832" cy="405540"/>
            </a:xfrm>
          </p:grpSpPr>
          <p:sp>
            <p:nvSpPr>
              <p:cNvPr id="6730" name="Google Shape;6730;p122"/>
              <p:cNvSpPr/>
              <p:nvPr/>
            </p:nvSpPr>
            <p:spPr>
              <a:xfrm>
                <a:off x="5106064" y="2455828"/>
                <a:ext cx="211832" cy="287453"/>
              </a:xfrm>
              <a:custGeom>
                <a:rect b="b" l="l" r="r" t="t"/>
                <a:pathLst>
                  <a:path extrusionOk="0" h="4820" w="3552">
                    <a:moveTo>
                      <a:pt x="547" y="3951"/>
                    </a:moveTo>
                    <a:cubicBezTo>
                      <a:pt x="557" y="3619"/>
                      <a:pt x="576" y="3297"/>
                      <a:pt x="596" y="2966"/>
                    </a:cubicBezTo>
                    <a:cubicBezTo>
                      <a:pt x="596" y="2898"/>
                      <a:pt x="615" y="2839"/>
                      <a:pt x="625" y="2771"/>
                    </a:cubicBezTo>
                    <a:cubicBezTo>
                      <a:pt x="635" y="2673"/>
                      <a:pt x="703" y="2595"/>
                      <a:pt x="791" y="2556"/>
                    </a:cubicBezTo>
                    <a:cubicBezTo>
                      <a:pt x="898" y="2517"/>
                      <a:pt x="1015" y="2478"/>
                      <a:pt x="1132" y="2439"/>
                    </a:cubicBezTo>
                    <a:cubicBezTo>
                      <a:pt x="1425" y="2351"/>
                      <a:pt x="1708" y="2224"/>
                      <a:pt x="1961" y="2049"/>
                    </a:cubicBezTo>
                    <a:cubicBezTo>
                      <a:pt x="2059" y="1971"/>
                      <a:pt x="2186" y="1893"/>
                      <a:pt x="2118" y="1737"/>
                    </a:cubicBezTo>
                    <a:cubicBezTo>
                      <a:pt x="2069" y="1610"/>
                      <a:pt x="1932" y="1532"/>
                      <a:pt x="1796" y="1551"/>
                    </a:cubicBezTo>
                    <a:cubicBezTo>
                      <a:pt x="1366" y="1561"/>
                      <a:pt x="957" y="1678"/>
                      <a:pt x="586" y="1883"/>
                    </a:cubicBezTo>
                    <a:cubicBezTo>
                      <a:pt x="518" y="1922"/>
                      <a:pt x="449" y="1971"/>
                      <a:pt x="362" y="1932"/>
                    </a:cubicBezTo>
                    <a:cubicBezTo>
                      <a:pt x="244" y="1902"/>
                      <a:pt x="166" y="1805"/>
                      <a:pt x="147" y="1688"/>
                    </a:cubicBezTo>
                    <a:cubicBezTo>
                      <a:pt x="127" y="1493"/>
                      <a:pt x="98" y="1298"/>
                      <a:pt x="59" y="1102"/>
                    </a:cubicBezTo>
                    <a:cubicBezTo>
                      <a:pt x="1" y="927"/>
                      <a:pt x="79" y="742"/>
                      <a:pt x="244" y="654"/>
                    </a:cubicBezTo>
                    <a:cubicBezTo>
                      <a:pt x="722" y="312"/>
                      <a:pt x="1279" y="98"/>
                      <a:pt x="1874" y="29"/>
                    </a:cubicBezTo>
                    <a:cubicBezTo>
                      <a:pt x="2137" y="0"/>
                      <a:pt x="2410" y="49"/>
                      <a:pt x="2654" y="166"/>
                    </a:cubicBezTo>
                    <a:cubicBezTo>
                      <a:pt x="3317" y="498"/>
                      <a:pt x="3552" y="1288"/>
                      <a:pt x="3435" y="1854"/>
                    </a:cubicBezTo>
                    <a:cubicBezTo>
                      <a:pt x="3347" y="2254"/>
                      <a:pt x="3122" y="2615"/>
                      <a:pt x="2791" y="2858"/>
                    </a:cubicBezTo>
                    <a:cubicBezTo>
                      <a:pt x="2547" y="3054"/>
                      <a:pt x="2264" y="3210"/>
                      <a:pt x="1971" y="3317"/>
                    </a:cubicBezTo>
                    <a:cubicBezTo>
                      <a:pt x="1786" y="3385"/>
                      <a:pt x="1786" y="3385"/>
                      <a:pt x="1786" y="3590"/>
                    </a:cubicBezTo>
                    <a:cubicBezTo>
                      <a:pt x="1776" y="3902"/>
                      <a:pt x="1776" y="4205"/>
                      <a:pt x="1737" y="4517"/>
                    </a:cubicBezTo>
                    <a:cubicBezTo>
                      <a:pt x="1708" y="4741"/>
                      <a:pt x="1649" y="4800"/>
                      <a:pt x="1415" y="4810"/>
                    </a:cubicBezTo>
                    <a:cubicBezTo>
                      <a:pt x="1220" y="4810"/>
                      <a:pt x="1025" y="4819"/>
                      <a:pt x="840" y="4810"/>
                    </a:cubicBezTo>
                    <a:cubicBezTo>
                      <a:pt x="625" y="4800"/>
                      <a:pt x="547" y="4722"/>
                      <a:pt x="547" y="4507"/>
                    </a:cubicBezTo>
                    <a:cubicBezTo>
                      <a:pt x="537" y="4322"/>
                      <a:pt x="547" y="4136"/>
                      <a:pt x="547" y="39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2"/>
              <p:cNvSpPr/>
              <p:nvPr/>
            </p:nvSpPr>
            <p:spPr>
              <a:xfrm>
                <a:off x="5131112" y="2765888"/>
                <a:ext cx="95420" cy="95480"/>
              </a:xfrm>
              <a:custGeom>
                <a:rect b="b" l="l" r="r" t="t"/>
                <a:pathLst>
                  <a:path extrusionOk="0" h="1601" w="1600">
                    <a:moveTo>
                      <a:pt x="790" y="1591"/>
                    </a:moveTo>
                    <a:cubicBezTo>
                      <a:pt x="361" y="1591"/>
                      <a:pt x="0" y="1240"/>
                      <a:pt x="0" y="801"/>
                    </a:cubicBezTo>
                    <a:cubicBezTo>
                      <a:pt x="0" y="372"/>
                      <a:pt x="410" y="1"/>
                      <a:pt x="888" y="11"/>
                    </a:cubicBezTo>
                    <a:cubicBezTo>
                      <a:pt x="1268" y="20"/>
                      <a:pt x="1600" y="430"/>
                      <a:pt x="1590" y="869"/>
                    </a:cubicBezTo>
                    <a:cubicBezTo>
                      <a:pt x="1580" y="1308"/>
                      <a:pt x="1249" y="1601"/>
                      <a:pt x="790" y="15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2"/>
              <p:cNvSpPr/>
              <p:nvPr/>
            </p:nvSpPr>
            <p:spPr>
              <a:xfrm>
                <a:off x="5126997" y="2475031"/>
                <a:ext cx="167045" cy="249046"/>
              </a:xfrm>
              <a:custGeom>
                <a:rect b="b" l="l" r="r" t="t"/>
                <a:pathLst>
                  <a:path extrusionOk="0" h="4176" w="2801">
                    <a:moveTo>
                      <a:pt x="98" y="1239"/>
                    </a:moveTo>
                    <a:cubicBezTo>
                      <a:pt x="59" y="1073"/>
                      <a:pt x="30" y="898"/>
                      <a:pt x="11" y="732"/>
                    </a:cubicBezTo>
                    <a:cubicBezTo>
                      <a:pt x="1" y="673"/>
                      <a:pt x="30" y="624"/>
                      <a:pt x="79" y="595"/>
                    </a:cubicBezTo>
                    <a:cubicBezTo>
                      <a:pt x="537" y="273"/>
                      <a:pt x="1064" y="88"/>
                      <a:pt x="1620" y="39"/>
                    </a:cubicBezTo>
                    <a:cubicBezTo>
                      <a:pt x="2293" y="0"/>
                      <a:pt x="2742" y="507"/>
                      <a:pt x="2781" y="1171"/>
                    </a:cubicBezTo>
                    <a:cubicBezTo>
                      <a:pt x="2801" y="1522"/>
                      <a:pt x="2664" y="1873"/>
                      <a:pt x="2420" y="2117"/>
                    </a:cubicBezTo>
                    <a:cubicBezTo>
                      <a:pt x="2147" y="2380"/>
                      <a:pt x="1825" y="2585"/>
                      <a:pt x="1474" y="2712"/>
                    </a:cubicBezTo>
                    <a:cubicBezTo>
                      <a:pt x="1445" y="2722"/>
                      <a:pt x="1425" y="2722"/>
                      <a:pt x="1396" y="2732"/>
                    </a:cubicBezTo>
                    <a:cubicBezTo>
                      <a:pt x="1210" y="2761"/>
                      <a:pt x="1084" y="2927"/>
                      <a:pt x="1103" y="3112"/>
                    </a:cubicBezTo>
                    <a:cubicBezTo>
                      <a:pt x="1103" y="3307"/>
                      <a:pt x="1103" y="3512"/>
                      <a:pt x="1093" y="3717"/>
                    </a:cubicBezTo>
                    <a:cubicBezTo>
                      <a:pt x="1093" y="3824"/>
                      <a:pt x="1074" y="3941"/>
                      <a:pt x="1064" y="4058"/>
                    </a:cubicBezTo>
                    <a:cubicBezTo>
                      <a:pt x="1064" y="4136"/>
                      <a:pt x="1025" y="4166"/>
                      <a:pt x="937" y="4166"/>
                    </a:cubicBezTo>
                    <a:cubicBezTo>
                      <a:pt x="850" y="4156"/>
                      <a:pt x="752" y="4156"/>
                      <a:pt x="654" y="4166"/>
                    </a:cubicBezTo>
                    <a:cubicBezTo>
                      <a:pt x="557" y="4175"/>
                      <a:pt x="518" y="4146"/>
                      <a:pt x="518" y="4039"/>
                    </a:cubicBezTo>
                    <a:cubicBezTo>
                      <a:pt x="528" y="3688"/>
                      <a:pt x="528" y="3327"/>
                      <a:pt x="557" y="2975"/>
                    </a:cubicBezTo>
                    <a:cubicBezTo>
                      <a:pt x="567" y="2878"/>
                      <a:pt x="576" y="2771"/>
                      <a:pt x="576" y="2673"/>
                    </a:cubicBezTo>
                    <a:cubicBezTo>
                      <a:pt x="567" y="2576"/>
                      <a:pt x="635" y="2488"/>
                      <a:pt x="732" y="2478"/>
                    </a:cubicBezTo>
                    <a:cubicBezTo>
                      <a:pt x="957" y="2410"/>
                      <a:pt x="1191" y="2332"/>
                      <a:pt x="1406" y="2234"/>
                    </a:cubicBezTo>
                    <a:cubicBezTo>
                      <a:pt x="1581" y="2146"/>
                      <a:pt x="1747" y="2049"/>
                      <a:pt x="1893" y="1922"/>
                    </a:cubicBezTo>
                    <a:cubicBezTo>
                      <a:pt x="2284" y="1600"/>
                      <a:pt x="2108" y="1112"/>
                      <a:pt x="1737" y="966"/>
                    </a:cubicBezTo>
                    <a:cubicBezTo>
                      <a:pt x="1601" y="907"/>
                      <a:pt x="1445" y="888"/>
                      <a:pt x="1289" y="907"/>
                    </a:cubicBezTo>
                    <a:cubicBezTo>
                      <a:pt x="937" y="937"/>
                      <a:pt x="586" y="1034"/>
                      <a:pt x="264" y="1180"/>
                    </a:cubicBezTo>
                    <a:cubicBezTo>
                      <a:pt x="215" y="1210"/>
                      <a:pt x="157" y="1229"/>
                      <a:pt x="98" y="1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2"/>
              <p:cNvSpPr/>
              <p:nvPr/>
            </p:nvSpPr>
            <p:spPr>
              <a:xfrm>
                <a:off x="5150316" y="2784554"/>
                <a:ext cx="56477" cy="57073"/>
              </a:xfrm>
              <a:custGeom>
                <a:rect b="b" l="l" r="r" t="t"/>
                <a:pathLst>
                  <a:path extrusionOk="0" h="957" w="947">
                    <a:moveTo>
                      <a:pt x="946" y="537"/>
                    </a:moveTo>
                    <a:cubicBezTo>
                      <a:pt x="946" y="780"/>
                      <a:pt x="761" y="946"/>
                      <a:pt x="498" y="946"/>
                    </a:cubicBezTo>
                    <a:cubicBezTo>
                      <a:pt x="234" y="956"/>
                      <a:pt x="10" y="751"/>
                      <a:pt x="0" y="488"/>
                    </a:cubicBezTo>
                    <a:cubicBezTo>
                      <a:pt x="29" y="215"/>
                      <a:pt x="244" y="10"/>
                      <a:pt x="517" y="0"/>
                    </a:cubicBezTo>
                    <a:cubicBezTo>
                      <a:pt x="712" y="0"/>
                      <a:pt x="937" y="283"/>
                      <a:pt x="946" y="5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4" name="Google Shape;6734;p122"/>
          <p:cNvGrpSpPr/>
          <p:nvPr/>
        </p:nvGrpSpPr>
        <p:grpSpPr>
          <a:xfrm>
            <a:off x="5257595" y="2348180"/>
            <a:ext cx="797123" cy="463741"/>
            <a:chOff x="5460376" y="2348180"/>
            <a:chExt cx="797123" cy="463741"/>
          </a:xfrm>
        </p:grpSpPr>
        <p:sp>
          <p:nvSpPr>
            <p:cNvPr id="6735" name="Google Shape;6735;p122"/>
            <p:cNvSpPr/>
            <p:nvPr/>
          </p:nvSpPr>
          <p:spPr>
            <a:xfrm>
              <a:off x="5460376" y="2358617"/>
              <a:ext cx="209507" cy="447460"/>
            </a:xfrm>
            <a:custGeom>
              <a:rect b="b" l="l" r="r" t="t"/>
              <a:pathLst>
                <a:path extrusionOk="0" h="7503" w="3513">
                  <a:moveTo>
                    <a:pt x="3444" y="3445"/>
                  </a:moveTo>
                  <a:cubicBezTo>
                    <a:pt x="3493" y="4049"/>
                    <a:pt x="3513" y="4664"/>
                    <a:pt x="3493" y="5269"/>
                  </a:cubicBezTo>
                  <a:cubicBezTo>
                    <a:pt x="3474" y="5640"/>
                    <a:pt x="3435" y="6010"/>
                    <a:pt x="3366" y="6371"/>
                  </a:cubicBezTo>
                  <a:cubicBezTo>
                    <a:pt x="3318" y="6674"/>
                    <a:pt x="3181" y="6957"/>
                    <a:pt x="2966" y="7181"/>
                  </a:cubicBezTo>
                  <a:cubicBezTo>
                    <a:pt x="2771" y="7396"/>
                    <a:pt x="2488" y="7503"/>
                    <a:pt x="2205" y="7503"/>
                  </a:cubicBezTo>
                  <a:cubicBezTo>
                    <a:pt x="1923" y="7493"/>
                    <a:pt x="1649" y="7464"/>
                    <a:pt x="1376" y="7415"/>
                  </a:cubicBezTo>
                  <a:cubicBezTo>
                    <a:pt x="674" y="7249"/>
                    <a:pt x="293" y="6801"/>
                    <a:pt x="157" y="6127"/>
                  </a:cubicBezTo>
                  <a:cubicBezTo>
                    <a:pt x="69" y="5610"/>
                    <a:pt x="30" y="5093"/>
                    <a:pt x="30" y="4567"/>
                  </a:cubicBezTo>
                  <a:cubicBezTo>
                    <a:pt x="10" y="4040"/>
                    <a:pt x="10" y="3513"/>
                    <a:pt x="30" y="2986"/>
                  </a:cubicBezTo>
                  <a:cubicBezTo>
                    <a:pt x="40" y="2811"/>
                    <a:pt x="40" y="2645"/>
                    <a:pt x="10" y="2479"/>
                  </a:cubicBezTo>
                  <a:cubicBezTo>
                    <a:pt x="1" y="2430"/>
                    <a:pt x="10" y="2381"/>
                    <a:pt x="30" y="2342"/>
                  </a:cubicBezTo>
                  <a:cubicBezTo>
                    <a:pt x="49" y="2284"/>
                    <a:pt x="108" y="2245"/>
                    <a:pt x="167" y="2254"/>
                  </a:cubicBezTo>
                  <a:cubicBezTo>
                    <a:pt x="225" y="2245"/>
                    <a:pt x="284" y="2293"/>
                    <a:pt x="293" y="2352"/>
                  </a:cubicBezTo>
                  <a:cubicBezTo>
                    <a:pt x="303" y="2401"/>
                    <a:pt x="313" y="2450"/>
                    <a:pt x="313" y="2498"/>
                  </a:cubicBezTo>
                  <a:cubicBezTo>
                    <a:pt x="323" y="2615"/>
                    <a:pt x="332" y="2752"/>
                    <a:pt x="332" y="2879"/>
                  </a:cubicBezTo>
                  <a:cubicBezTo>
                    <a:pt x="332" y="3728"/>
                    <a:pt x="342" y="4576"/>
                    <a:pt x="401" y="5425"/>
                  </a:cubicBezTo>
                  <a:cubicBezTo>
                    <a:pt x="410" y="5688"/>
                    <a:pt x="449" y="5952"/>
                    <a:pt x="518" y="6215"/>
                  </a:cubicBezTo>
                  <a:cubicBezTo>
                    <a:pt x="625" y="6654"/>
                    <a:pt x="986" y="6996"/>
                    <a:pt x="1425" y="7083"/>
                  </a:cubicBezTo>
                  <a:cubicBezTo>
                    <a:pt x="1698" y="7142"/>
                    <a:pt x="1981" y="7171"/>
                    <a:pt x="2264" y="7171"/>
                  </a:cubicBezTo>
                  <a:cubicBezTo>
                    <a:pt x="2430" y="7162"/>
                    <a:pt x="2596" y="7093"/>
                    <a:pt x="2713" y="6976"/>
                  </a:cubicBezTo>
                  <a:cubicBezTo>
                    <a:pt x="2898" y="6791"/>
                    <a:pt x="3015" y="6557"/>
                    <a:pt x="3054" y="6303"/>
                  </a:cubicBezTo>
                  <a:cubicBezTo>
                    <a:pt x="3162" y="5688"/>
                    <a:pt x="3210" y="5064"/>
                    <a:pt x="3171" y="4449"/>
                  </a:cubicBezTo>
                  <a:cubicBezTo>
                    <a:pt x="3132" y="3659"/>
                    <a:pt x="3132" y="2879"/>
                    <a:pt x="3122" y="2098"/>
                  </a:cubicBezTo>
                  <a:cubicBezTo>
                    <a:pt x="3122" y="1796"/>
                    <a:pt x="3103" y="1494"/>
                    <a:pt x="3064" y="1201"/>
                  </a:cubicBezTo>
                  <a:cubicBezTo>
                    <a:pt x="2996" y="713"/>
                    <a:pt x="2713" y="440"/>
                    <a:pt x="2225" y="381"/>
                  </a:cubicBezTo>
                  <a:cubicBezTo>
                    <a:pt x="2137" y="372"/>
                    <a:pt x="2049" y="372"/>
                    <a:pt x="1962" y="381"/>
                  </a:cubicBezTo>
                  <a:cubicBezTo>
                    <a:pt x="1562" y="411"/>
                    <a:pt x="1415" y="528"/>
                    <a:pt x="1288" y="918"/>
                  </a:cubicBezTo>
                  <a:cubicBezTo>
                    <a:pt x="1181" y="1269"/>
                    <a:pt x="1123" y="1630"/>
                    <a:pt x="1113" y="2001"/>
                  </a:cubicBezTo>
                  <a:cubicBezTo>
                    <a:pt x="1074" y="2859"/>
                    <a:pt x="1113" y="3728"/>
                    <a:pt x="1210" y="4586"/>
                  </a:cubicBezTo>
                  <a:cubicBezTo>
                    <a:pt x="1249" y="4888"/>
                    <a:pt x="1327" y="5181"/>
                    <a:pt x="1445" y="5454"/>
                  </a:cubicBezTo>
                  <a:cubicBezTo>
                    <a:pt x="1513" y="5610"/>
                    <a:pt x="1620" y="5747"/>
                    <a:pt x="1766" y="5835"/>
                  </a:cubicBezTo>
                  <a:cubicBezTo>
                    <a:pt x="1932" y="5942"/>
                    <a:pt x="2059" y="5913"/>
                    <a:pt x="2166" y="5737"/>
                  </a:cubicBezTo>
                  <a:cubicBezTo>
                    <a:pt x="2284" y="5513"/>
                    <a:pt x="2362" y="5279"/>
                    <a:pt x="2381" y="5035"/>
                  </a:cubicBezTo>
                  <a:cubicBezTo>
                    <a:pt x="2401" y="4645"/>
                    <a:pt x="2401" y="4254"/>
                    <a:pt x="2352" y="3864"/>
                  </a:cubicBezTo>
                  <a:cubicBezTo>
                    <a:pt x="2313" y="3415"/>
                    <a:pt x="2303" y="2957"/>
                    <a:pt x="2323" y="2508"/>
                  </a:cubicBezTo>
                  <a:cubicBezTo>
                    <a:pt x="2323" y="2420"/>
                    <a:pt x="2352" y="2342"/>
                    <a:pt x="2391" y="2274"/>
                  </a:cubicBezTo>
                  <a:cubicBezTo>
                    <a:pt x="2430" y="2225"/>
                    <a:pt x="2508" y="2196"/>
                    <a:pt x="2576" y="2215"/>
                  </a:cubicBezTo>
                  <a:cubicBezTo>
                    <a:pt x="2644" y="2235"/>
                    <a:pt x="2683" y="2303"/>
                    <a:pt x="2674" y="2372"/>
                  </a:cubicBezTo>
                  <a:cubicBezTo>
                    <a:pt x="2566" y="3142"/>
                    <a:pt x="2723" y="3913"/>
                    <a:pt x="2723" y="4693"/>
                  </a:cubicBezTo>
                  <a:cubicBezTo>
                    <a:pt x="2732" y="5045"/>
                    <a:pt x="2664" y="5386"/>
                    <a:pt x="2537" y="5708"/>
                  </a:cubicBezTo>
                  <a:cubicBezTo>
                    <a:pt x="2498" y="5835"/>
                    <a:pt x="2430" y="5942"/>
                    <a:pt x="2352" y="6040"/>
                  </a:cubicBezTo>
                  <a:cubicBezTo>
                    <a:pt x="2186" y="6235"/>
                    <a:pt x="1913" y="6284"/>
                    <a:pt x="1688" y="6166"/>
                  </a:cubicBezTo>
                  <a:cubicBezTo>
                    <a:pt x="1435" y="6040"/>
                    <a:pt x="1240" y="5825"/>
                    <a:pt x="1132" y="5562"/>
                  </a:cubicBezTo>
                  <a:cubicBezTo>
                    <a:pt x="986" y="5191"/>
                    <a:pt x="888" y="4801"/>
                    <a:pt x="859" y="4410"/>
                  </a:cubicBezTo>
                  <a:cubicBezTo>
                    <a:pt x="781" y="3640"/>
                    <a:pt x="752" y="2879"/>
                    <a:pt x="771" y="2108"/>
                  </a:cubicBezTo>
                  <a:cubicBezTo>
                    <a:pt x="791" y="1650"/>
                    <a:pt x="859" y="1201"/>
                    <a:pt x="986" y="762"/>
                  </a:cubicBezTo>
                  <a:cubicBezTo>
                    <a:pt x="1084" y="372"/>
                    <a:pt x="1425" y="89"/>
                    <a:pt x="1825" y="59"/>
                  </a:cubicBezTo>
                  <a:cubicBezTo>
                    <a:pt x="2186" y="1"/>
                    <a:pt x="2566" y="79"/>
                    <a:pt x="2879" y="274"/>
                  </a:cubicBezTo>
                  <a:cubicBezTo>
                    <a:pt x="3113" y="411"/>
                    <a:pt x="3279" y="645"/>
                    <a:pt x="3347" y="908"/>
                  </a:cubicBezTo>
                  <a:cubicBezTo>
                    <a:pt x="3425" y="1298"/>
                    <a:pt x="3464" y="1698"/>
                    <a:pt x="3454" y="2098"/>
                  </a:cubicBezTo>
                  <a:cubicBezTo>
                    <a:pt x="3464" y="2528"/>
                    <a:pt x="3444" y="2957"/>
                    <a:pt x="3444" y="34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6" name="Google Shape;6736;p122"/>
            <p:cNvGrpSpPr/>
            <p:nvPr/>
          </p:nvGrpSpPr>
          <p:grpSpPr>
            <a:xfrm>
              <a:off x="5757673" y="2351103"/>
              <a:ext cx="174022" cy="440483"/>
              <a:chOff x="5757673" y="2351103"/>
              <a:chExt cx="174022" cy="440483"/>
            </a:xfrm>
          </p:grpSpPr>
          <p:sp>
            <p:nvSpPr>
              <p:cNvPr id="6737" name="Google Shape;6737;p122"/>
              <p:cNvSpPr/>
              <p:nvPr/>
            </p:nvSpPr>
            <p:spPr>
              <a:xfrm>
                <a:off x="5757673" y="2351103"/>
                <a:ext cx="174022" cy="440483"/>
              </a:xfrm>
              <a:custGeom>
                <a:rect b="b" l="l" r="r" t="t"/>
                <a:pathLst>
                  <a:path extrusionOk="0" h="7386" w="2918">
                    <a:moveTo>
                      <a:pt x="1152" y="5034"/>
                    </a:moveTo>
                    <a:cubicBezTo>
                      <a:pt x="1181" y="4322"/>
                      <a:pt x="1220" y="3610"/>
                      <a:pt x="1259" y="2898"/>
                    </a:cubicBezTo>
                    <a:cubicBezTo>
                      <a:pt x="1259" y="2819"/>
                      <a:pt x="1250" y="2780"/>
                      <a:pt x="1171" y="2771"/>
                    </a:cubicBezTo>
                    <a:cubicBezTo>
                      <a:pt x="1103" y="2761"/>
                      <a:pt x="1035" y="2732"/>
                      <a:pt x="967" y="2722"/>
                    </a:cubicBezTo>
                    <a:cubicBezTo>
                      <a:pt x="332" y="2556"/>
                      <a:pt x="69" y="1951"/>
                      <a:pt x="40" y="1512"/>
                    </a:cubicBezTo>
                    <a:cubicBezTo>
                      <a:pt x="1" y="1063"/>
                      <a:pt x="215" y="624"/>
                      <a:pt x="606" y="390"/>
                    </a:cubicBezTo>
                    <a:cubicBezTo>
                      <a:pt x="957" y="107"/>
                      <a:pt x="1425" y="0"/>
                      <a:pt x="1874" y="98"/>
                    </a:cubicBezTo>
                    <a:cubicBezTo>
                      <a:pt x="2079" y="137"/>
                      <a:pt x="2274" y="244"/>
                      <a:pt x="2410" y="410"/>
                    </a:cubicBezTo>
                    <a:cubicBezTo>
                      <a:pt x="2625" y="634"/>
                      <a:pt x="2771" y="907"/>
                      <a:pt x="2859" y="1210"/>
                    </a:cubicBezTo>
                    <a:cubicBezTo>
                      <a:pt x="2918" y="1522"/>
                      <a:pt x="2888" y="1844"/>
                      <a:pt x="2771" y="2137"/>
                    </a:cubicBezTo>
                    <a:cubicBezTo>
                      <a:pt x="2703" y="2283"/>
                      <a:pt x="2596" y="2410"/>
                      <a:pt x="2459" y="2488"/>
                    </a:cubicBezTo>
                    <a:cubicBezTo>
                      <a:pt x="2245" y="2654"/>
                      <a:pt x="1981" y="2751"/>
                      <a:pt x="1718" y="2780"/>
                    </a:cubicBezTo>
                    <a:cubicBezTo>
                      <a:pt x="1620" y="2790"/>
                      <a:pt x="1601" y="2829"/>
                      <a:pt x="1591" y="2917"/>
                    </a:cubicBezTo>
                    <a:cubicBezTo>
                      <a:pt x="1581" y="3005"/>
                      <a:pt x="1571" y="3102"/>
                      <a:pt x="1562" y="3200"/>
                    </a:cubicBezTo>
                    <a:cubicBezTo>
                      <a:pt x="1523" y="4107"/>
                      <a:pt x="1484" y="5024"/>
                      <a:pt x="1445" y="5941"/>
                    </a:cubicBezTo>
                    <a:cubicBezTo>
                      <a:pt x="1425" y="6322"/>
                      <a:pt x="1454" y="6702"/>
                      <a:pt x="1415" y="7083"/>
                    </a:cubicBezTo>
                    <a:cubicBezTo>
                      <a:pt x="1406" y="7141"/>
                      <a:pt x="1406" y="7190"/>
                      <a:pt x="1386" y="7239"/>
                    </a:cubicBezTo>
                    <a:cubicBezTo>
                      <a:pt x="1367" y="7336"/>
                      <a:pt x="1298" y="7385"/>
                      <a:pt x="1220" y="7375"/>
                    </a:cubicBezTo>
                    <a:cubicBezTo>
                      <a:pt x="1142" y="7356"/>
                      <a:pt x="1093" y="7288"/>
                      <a:pt x="1103" y="7209"/>
                    </a:cubicBezTo>
                    <a:cubicBezTo>
                      <a:pt x="1103" y="7044"/>
                      <a:pt x="1123" y="6878"/>
                      <a:pt x="1123" y="6702"/>
                    </a:cubicBezTo>
                    <a:cubicBezTo>
                      <a:pt x="1123" y="6146"/>
                      <a:pt x="1113" y="5590"/>
                      <a:pt x="1152" y="50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2"/>
              <p:cNvSpPr/>
              <p:nvPr/>
            </p:nvSpPr>
            <p:spPr>
              <a:xfrm>
                <a:off x="5776280" y="2371439"/>
                <a:ext cx="135675" cy="128638"/>
              </a:xfrm>
              <a:custGeom>
                <a:rect b="b" l="l" r="r" t="t"/>
                <a:pathLst>
                  <a:path extrusionOk="0" h="2157" w="2275">
                    <a:moveTo>
                      <a:pt x="1181" y="2137"/>
                    </a:moveTo>
                    <a:cubicBezTo>
                      <a:pt x="1025" y="2137"/>
                      <a:pt x="869" y="2108"/>
                      <a:pt x="713" y="2059"/>
                    </a:cubicBezTo>
                    <a:cubicBezTo>
                      <a:pt x="313" y="1922"/>
                      <a:pt x="118" y="1620"/>
                      <a:pt x="60" y="1220"/>
                    </a:cubicBezTo>
                    <a:cubicBezTo>
                      <a:pt x="1" y="859"/>
                      <a:pt x="167" y="498"/>
                      <a:pt x="479" y="313"/>
                    </a:cubicBezTo>
                    <a:cubicBezTo>
                      <a:pt x="762" y="88"/>
                      <a:pt x="1123" y="1"/>
                      <a:pt x="1474" y="69"/>
                    </a:cubicBezTo>
                    <a:cubicBezTo>
                      <a:pt x="1630" y="88"/>
                      <a:pt x="1767" y="176"/>
                      <a:pt x="1864" y="293"/>
                    </a:cubicBezTo>
                    <a:cubicBezTo>
                      <a:pt x="2079" y="566"/>
                      <a:pt x="2274" y="849"/>
                      <a:pt x="2245" y="1210"/>
                    </a:cubicBezTo>
                    <a:cubicBezTo>
                      <a:pt x="2235" y="1337"/>
                      <a:pt x="2215" y="1464"/>
                      <a:pt x="2176" y="1591"/>
                    </a:cubicBezTo>
                    <a:cubicBezTo>
                      <a:pt x="2157" y="1669"/>
                      <a:pt x="2108" y="1747"/>
                      <a:pt x="2040" y="1805"/>
                    </a:cubicBezTo>
                    <a:cubicBezTo>
                      <a:pt x="1786" y="2000"/>
                      <a:pt x="1523" y="2157"/>
                      <a:pt x="1181" y="213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122"/>
            <p:cNvGrpSpPr/>
            <p:nvPr/>
          </p:nvGrpSpPr>
          <p:grpSpPr>
            <a:xfrm>
              <a:off x="5990442" y="2348180"/>
              <a:ext cx="267057" cy="463741"/>
              <a:chOff x="5990442" y="2348180"/>
              <a:chExt cx="267057" cy="463741"/>
            </a:xfrm>
          </p:grpSpPr>
          <p:sp>
            <p:nvSpPr>
              <p:cNvPr id="6740" name="Google Shape;6740;p122"/>
              <p:cNvSpPr/>
              <p:nvPr/>
            </p:nvSpPr>
            <p:spPr>
              <a:xfrm>
                <a:off x="5990442" y="2348180"/>
                <a:ext cx="267057" cy="463741"/>
              </a:xfrm>
              <a:custGeom>
                <a:rect b="b" l="l" r="r" t="t"/>
                <a:pathLst>
                  <a:path extrusionOk="0" h="7776" w="4478">
                    <a:moveTo>
                      <a:pt x="4478" y="2712"/>
                    </a:moveTo>
                    <a:cubicBezTo>
                      <a:pt x="4458" y="3415"/>
                      <a:pt x="4302" y="4107"/>
                      <a:pt x="4010" y="4751"/>
                    </a:cubicBezTo>
                    <a:cubicBezTo>
                      <a:pt x="3610" y="5639"/>
                      <a:pt x="3063" y="6439"/>
                      <a:pt x="2517" y="7239"/>
                    </a:cubicBezTo>
                    <a:cubicBezTo>
                      <a:pt x="2410" y="7395"/>
                      <a:pt x="2283" y="7532"/>
                      <a:pt x="2136" y="7658"/>
                    </a:cubicBezTo>
                    <a:cubicBezTo>
                      <a:pt x="2000" y="7776"/>
                      <a:pt x="1932" y="7776"/>
                      <a:pt x="1785" y="7658"/>
                    </a:cubicBezTo>
                    <a:cubicBezTo>
                      <a:pt x="1590" y="7483"/>
                      <a:pt x="1415" y="7278"/>
                      <a:pt x="1268" y="7044"/>
                    </a:cubicBezTo>
                    <a:cubicBezTo>
                      <a:pt x="585" y="5980"/>
                      <a:pt x="166" y="4761"/>
                      <a:pt x="68" y="3493"/>
                    </a:cubicBezTo>
                    <a:cubicBezTo>
                      <a:pt x="0" y="2556"/>
                      <a:pt x="195" y="1678"/>
                      <a:pt x="829" y="937"/>
                    </a:cubicBezTo>
                    <a:cubicBezTo>
                      <a:pt x="1376" y="303"/>
                      <a:pt x="2068" y="0"/>
                      <a:pt x="2917" y="166"/>
                    </a:cubicBezTo>
                    <a:cubicBezTo>
                      <a:pt x="3317" y="244"/>
                      <a:pt x="3668" y="478"/>
                      <a:pt x="3892" y="820"/>
                    </a:cubicBezTo>
                    <a:cubicBezTo>
                      <a:pt x="4214" y="1269"/>
                      <a:pt x="4410" y="1795"/>
                      <a:pt x="4458" y="2342"/>
                    </a:cubicBezTo>
                    <a:cubicBezTo>
                      <a:pt x="4458" y="2468"/>
                      <a:pt x="4458" y="2576"/>
                      <a:pt x="4478" y="27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2"/>
              <p:cNvSpPr/>
              <p:nvPr/>
            </p:nvSpPr>
            <p:spPr>
              <a:xfrm>
                <a:off x="6009586" y="2367384"/>
                <a:ext cx="229903" cy="421876"/>
              </a:xfrm>
              <a:custGeom>
                <a:rect b="b" l="l" r="r" t="t"/>
                <a:pathLst>
                  <a:path extrusionOk="0" h="7074" w="3855">
                    <a:moveTo>
                      <a:pt x="1601" y="7073"/>
                    </a:moveTo>
                    <a:cubicBezTo>
                      <a:pt x="1455" y="6917"/>
                      <a:pt x="1328" y="6751"/>
                      <a:pt x="1211" y="6566"/>
                    </a:cubicBezTo>
                    <a:cubicBezTo>
                      <a:pt x="586" y="5561"/>
                      <a:pt x="196" y="4420"/>
                      <a:pt x="79" y="3239"/>
                    </a:cubicBezTo>
                    <a:cubicBezTo>
                      <a:pt x="1" y="2400"/>
                      <a:pt x="167" y="1610"/>
                      <a:pt x="684" y="917"/>
                    </a:cubicBezTo>
                    <a:cubicBezTo>
                      <a:pt x="918" y="595"/>
                      <a:pt x="1259" y="351"/>
                      <a:pt x="1640" y="225"/>
                    </a:cubicBezTo>
                    <a:cubicBezTo>
                      <a:pt x="2333" y="0"/>
                      <a:pt x="2996" y="166"/>
                      <a:pt x="3386" y="820"/>
                    </a:cubicBezTo>
                    <a:cubicBezTo>
                      <a:pt x="3698" y="1337"/>
                      <a:pt x="3854" y="1932"/>
                      <a:pt x="3815" y="2546"/>
                    </a:cubicBezTo>
                    <a:cubicBezTo>
                      <a:pt x="3776" y="3142"/>
                      <a:pt x="3640" y="3737"/>
                      <a:pt x="3386" y="4283"/>
                    </a:cubicBezTo>
                    <a:cubicBezTo>
                      <a:pt x="3230" y="4654"/>
                      <a:pt x="3035" y="5005"/>
                      <a:pt x="2820" y="5346"/>
                    </a:cubicBezTo>
                    <a:cubicBezTo>
                      <a:pt x="2547" y="5785"/>
                      <a:pt x="2274" y="6215"/>
                      <a:pt x="1991" y="6644"/>
                    </a:cubicBezTo>
                    <a:cubicBezTo>
                      <a:pt x="1884" y="6810"/>
                      <a:pt x="1747" y="6956"/>
                      <a:pt x="1601" y="707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2"/>
              <p:cNvSpPr/>
              <p:nvPr/>
            </p:nvSpPr>
            <p:spPr>
              <a:xfrm>
                <a:off x="6069522" y="2453502"/>
                <a:ext cx="125716" cy="128638"/>
              </a:xfrm>
              <a:custGeom>
                <a:rect b="b" l="l" r="r" t="t"/>
                <a:pathLst>
                  <a:path extrusionOk="0" h="2157" w="2108">
                    <a:moveTo>
                      <a:pt x="2088" y="1005"/>
                    </a:moveTo>
                    <a:cubicBezTo>
                      <a:pt x="2079" y="1649"/>
                      <a:pt x="1523" y="2156"/>
                      <a:pt x="869" y="2107"/>
                    </a:cubicBezTo>
                    <a:cubicBezTo>
                      <a:pt x="371" y="2068"/>
                      <a:pt x="1" y="1649"/>
                      <a:pt x="1" y="1141"/>
                    </a:cubicBezTo>
                    <a:cubicBezTo>
                      <a:pt x="11" y="546"/>
                      <a:pt x="489" y="59"/>
                      <a:pt x="1093" y="29"/>
                    </a:cubicBezTo>
                    <a:cubicBezTo>
                      <a:pt x="1649" y="0"/>
                      <a:pt x="2108" y="449"/>
                      <a:pt x="2088" y="10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2"/>
              <p:cNvSpPr/>
              <p:nvPr/>
            </p:nvSpPr>
            <p:spPr>
              <a:xfrm>
                <a:off x="6088130" y="2471512"/>
                <a:ext cx="87369" cy="90232"/>
              </a:xfrm>
              <a:custGeom>
                <a:rect b="b" l="l" r="r" t="t"/>
                <a:pathLst>
                  <a:path extrusionOk="0" h="1513" w="1465">
                    <a:moveTo>
                      <a:pt x="1445" y="693"/>
                    </a:moveTo>
                    <a:cubicBezTo>
                      <a:pt x="1445" y="1113"/>
                      <a:pt x="1113" y="1454"/>
                      <a:pt x="694" y="1483"/>
                    </a:cubicBezTo>
                    <a:cubicBezTo>
                      <a:pt x="313" y="1513"/>
                      <a:pt x="1" y="1200"/>
                      <a:pt x="30" y="820"/>
                    </a:cubicBezTo>
                    <a:cubicBezTo>
                      <a:pt x="40" y="352"/>
                      <a:pt x="459" y="1"/>
                      <a:pt x="918" y="69"/>
                    </a:cubicBezTo>
                    <a:cubicBezTo>
                      <a:pt x="1230" y="108"/>
                      <a:pt x="1464" y="381"/>
                      <a:pt x="1445" y="69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44" name="Google Shape;6744;p122"/>
          <p:cNvGrpSpPr/>
          <p:nvPr/>
        </p:nvGrpSpPr>
        <p:grpSpPr>
          <a:xfrm>
            <a:off x="5150848" y="3112970"/>
            <a:ext cx="1010617" cy="532384"/>
            <a:chOff x="5273648" y="2928820"/>
            <a:chExt cx="1010617" cy="532384"/>
          </a:xfrm>
        </p:grpSpPr>
        <p:sp>
          <p:nvSpPr>
            <p:cNvPr id="6745" name="Google Shape;6745;p122"/>
            <p:cNvSpPr/>
            <p:nvPr/>
          </p:nvSpPr>
          <p:spPr>
            <a:xfrm>
              <a:off x="5273648" y="2928820"/>
              <a:ext cx="1010617" cy="532384"/>
            </a:xfrm>
            <a:custGeom>
              <a:rect b="b" l="l" r="r" t="t"/>
              <a:pathLst>
                <a:path extrusionOk="0" h="8927" w="16946">
                  <a:moveTo>
                    <a:pt x="839" y="4703"/>
                  </a:moveTo>
                  <a:cubicBezTo>
                    <a:pt x="703" y="4605"/>
                    <a:pt x="576" y="4517"/>
                    <a:pt x="449" y="4429"/>
                  </a:cubicBezTo>
                  <a:cubicBezTo>
                    <a:pt x="361" y="4371"/>
                    <a:pt x="264" y="4312"/>
                    <a:pt x="176" y="4234"/>
                  </a:cubicBezTo>
                  <a:cubicBezTo>
                    <a:pt x="39" y="4146"/>
                    <a:pt x="29" y="3942"/>
                    <a:pt x="156" y="3834"/>
                  </a:cubicBezTo>
                  <a:cubicBezTo>
                    <a:pt x="293" y="3707"/>
                    <a:pt x="439" y="3590"/>
                    <a:pt x="595" y="3483"/>
                  </a:cubicBezTo>
                  <a:cubicBezTo>
                    <a:pt x="693" y="3415"/>
                    <a:pt x="790" y="3347"/>
                    <a:pt x="868" y="3259"/>
                  </a:cubicBezTo>
                  <a:lnTo>
                    <a:pt x="400" y="2751"/>
                  </a:lnTo>
                  <a:cubicBezTo>
                    <a:pt x="351" y="2703"/>
                    <a:pt x="303" y="2664"/>
                    <a:pt x="254" y="2615"/>
                  </a:cubicBezTo>
                  <a:cubicBezTo>
                    <a:pt x="98" y="2439"/>
                    <a:pt x="98" y="2322"/>
                    <a:pt x="273" y="2176"/>
                  </a:cubicBezTo>
                  <a:cubicBezTo>
                    <a:pt x="517" y="1971"/>
                    <a:pt x="781" y="1766"/>
                    <a:pt x="1025" y="1561"/>
                  </a:cubicBezTo>
                  <a:cubicBezTo>
                    <a:pt x="1083" y="1522"/>
                    <a:pt x="1132" y="1483"/>
                    <a:pt x="1181" y="1425"/>
                  </a:cubicBezTo>
                  <a:cubicBezTo>
                    <a:pt x="995" y="1210"/>
                    <a:pt x="868" y="956"/>
                    <a:pt x="693" y="742"/>
                  </a:cubicBezTo>
                  <a:cubicBezTo>
                    <a:pt x="654" y="693"/>
                    <a:pt x="615" y="644"/>
                    <a:pt x="586" y="595"/>
                  </a:cubicBezTo>
                  <a:cubicBezTo>
                    <a:pt x="459" y="410"/>
                    <a:pt x="527" y="274"/>
                    <a:pt x="742" y="244"/>
                  </a:cubicBezTo>
                  <a:cubicBezTo>
                    <a:pt x="868" y="225"/>
                    <a:pt x="995" y="215"/>
                    <a:pt x="1122" y="215"/>
                  </a:cubicBezTo>
                  <a:cubicBezTo>
                    <a:pt x="2810" y="117"/>
                    <a:pt x="4497" y="127"/>
                    <a:pt x="6185" y="69"/>
                  </a:cubicBezTo>
                  <a:cubicBezTo>
                    <a:pt x="7541" y="30"/>
                    <a:pt x="8897" y="0"/>
                    <a:pt x="10263" y="10"/>
                  </a:cubicBezTo>
                  <a:cubicBezTo>
                    <a:pt x="11395" y="10"/>
                    <a:pt x="12536" y="59"/>
                    <a:pt x="13677" y="127"/>
                  </a:cubicBezTo>
                  <a:cubicBezTo>
                    <a:pt x="14419" y="166"/>
                    <a:pt x="15170" y="205"/>
                    <a:pt x="15921" y="254"/>
                  </a:cubicBezTo>
                  <a:cubicBezTo>
                    <a:pt x="16029" y="254"/>
                    <a:pt x="16126" y="274"/>
                    <a:pt x="16233" y="293"/>
                  </a:cubicBezTo>
                  <a:cubicBezTo>
                    <a:pt x="16380" y="303"/>
                    <a:pt x="16477" y="439"/>
                    <a:pt x="16429" y="586"/>
                  </a:cubicBezTo>
                  <a:cubicBezTo>
                    <a:pt x="16409" y="674"/>
                    <a:pt x="16370" y="761"/>
                    <a:pt x="16321" y="839"/>
                  </a:cubicBezTo>
                  <a:cubicBezTo>
                    <a:pt x="16194" y="1064"/>
                    <a:pt x="16058" y="1288"/>
                    <a:pt x="15931" y="1522"/>
                  </a:cubicBezTo>
                  <a:cubicBezTo>
                    <a:pt x="15804" y="1747"/>
                    <a:pt x="15843" y="1708"/>
                    <a:pt x="16019" y="1795"/>
                  </a:cubicBezTo>
                  <a:cubicBezTo>
                    <a:pt x="16233" y="1903"/>
                    <a:pt x="16448" y="2020"/>
                    <a:pt x="16663" y="2166"/>
                  </a:cubicBezTo>
                  <a:cubicBezTo>
                    <a:pt x="16829" y="2283"/>
                    <a:pt x="16848" y="2381"/>
                    <a:pt x="16731" y="2547"/>
                  </a:cubicBezTo>
                  <a:cubicBezTo>
                    <a:pt x="16614" y="2722"/>
                    <a:pt x="16477" y="2878"/>
                    <a:pt x="16341" y="3034"/>
                  </a:cubicBezTo>
                  <a:cubicBezTo>
                    <a:pt x="16233" y="3142"/>
                    <a:pt x="16136" y="3268"/>
                    <a:pt x="16048" y="3395"/>
                  </a:cubicBezTo>
                  <a:cubicBezTo>
                    <a:pt x="16165" y="3503"/>
                    <a:pt x="16292" y="3610"/>
                    <a:pt x="16419" y="3698"/>
                  </a:cubicBezTo>
                  <a:cubicBezTo>
                    <a:pt x="16546" y="3786"/>
                    <a:pt x="16663" y="3873"/>
                    <a:pt x="16770" y="3971"/>
                  </a:cubicBezTo>
                  <a:cubicBezTo>
                    <a:pt x="16946" y="4127"/>
                    <a:pt x="16946" y="4234"/>
                    <a:pt x="16789" y="4400"/>
                  </a:cubicBezTo>
                  <a:cubicBezTo>
                    <a:pt x="16633" y="4537"/>
                    <a:pt x="16477" y="4673"/>
                    <a:pt x="16311" y="4800"/>
                  </a:cubicBezTo>
                  <a:cubicBezTo>
                    <a:pt x="16253" y="4839"/>
                    <a:pt x="16204" y="4888"/>
                    <a:pt x="16136" y="4946"/>
                  </a:cubicBezTo>
                  <a:cubicBezTo>
                    <a:pt x="16292" y="5073"/>
                    <a:pt x="16429" y="5190"/>
                    <a:pt x="16575" y="5317"/>
                  </a:cubicBezTo>
                  <a:cubicBezTo>
                    <a:pt x="16916" y="5581"/>
                    <a:pt x="16916" y="5698"/>
                    <a:pt x="16565" y="5971"/>
                  </a:cubicBezTo>
                  <a:cubicBezTo>
                    <a:pt x="16477" y="6049"/>
                    <a:pt x="16380" y="6127"/>
                    <a:pt x="16282" y="6195"/>
                  </a:cubicBezTo>
                  <a:cubicBezTo>
                    <a:pt x="16224" y="6244"/>
                    <a:pt x="16204" y="6283"/>
                    <a:pt x="16282" y="6332"/>
                  </a:cubicBezTo>
                  <a:cubicBezTo>
                    <a:pt x="16341" y="6371"/>
                    <a:pt x="16390" y="6420"/>
                    <a:pt x="16438" y="6459"/>
                  </a:cubicBezTo>
                  <a:cubicBezTo>
                    <a:pt x="16516" y="6507"/>
                    <a:pt x="16575" y="6566"/>
                    <a:pt x="16633" y="6634"/>
                  </a:cubicBezTo>
                  <a:cubicBezTo>
                    <a:pt x="16760" y="6732"/>
                    <a:pt x="16770" y="6917"/>
                    <a:pt x="16663" y="7024"/>
                  </a:cubicBezTo>
                  <a:cubicBezTo>
                    <a:pt x="16585" y="7132"/>
                    <a:pt x="16497" y="7239"/>
                    <a:pt x="16409" y="7337"/>
                  </a:cubicBezTo>
                  <a:cubicBezTo>
                    <a:pt x="16321" y="7434"/>
                    <a:pt x="16224" y="7532"/>
                    <a:pt x="16136" y="7639"/>
                  </a:cubicBezTo>
                  <a:cubicBezTo>
                    <a:pt x="16019" y="7785"/>
                    <a:pt x="16029" y="7785"/>
                    <a:pt x="16116" y="7951"/>
                  </a:cubicBezTo>
                  <a:cubicBezTo>
                    <a:pt x="16155" y="8029"/>
                    <a:pt x="16214" y="8097"/>
                    <a:pt x="16272" y="8166"/>
                  </a:cubicBezTo>
                  <a:cubicBezTo>
                    <a:pt x="16350" y="8263"/>
                    <a:pt x="16438" y="8361"/>
                    <a:pt x="16516" y="8458"/>
                  </a:cubicBezTo>
                  <a:cubicBezTo>
                    <a:pt x="16594" y="8527"/>
                    <a:pt x="16624" y="8644"/>
                    <a:pt x="16585" y="8751"/>
                  </a:cubicBezTo>
                  <a:cubicBezTo>
                    <a:pt x="16526" y="8849"/>
                    <a:pt x="16419" y="8897"/>
                    <a:pt x="16311" y="8888"/>
                  </a:cubicBezTo>
                  <a:lnTo>
                    <a:pt x="16146" y="8888"/>
                  </a:lnTo>
                  <a:cubicBezTo>
                    <a:pt x="15570" y="8907"/>
                    <a:pt x="14985" y="8927"/>
                    <a:pt x="14399" y="8927"/>
                  </a:cubicBezTo>
                  <a:cubicBezTo>
                    <a:pt x="13824" y="8927"/>
                    <a:pt x="13258" y="8888"/>
                    <a:pt x="12682" y="8858"/>
                  </a:cubicBezTo>
                  <a:cubicBezTo>
                    <a:pt x="11873" y="8819"/>
                    <a:pt x="11063" y="8810"/>
                    <a:pt x="10253" y="8800"/>
                  </a:cubicBezTo>
                  <a:cubicBezTo>
                    <a:pt x="7922" y="8771"/>
                    <a:pt x="5590" y="8751"/>
                    <a:pt x="3259" y="8712"/>
                  </a:cubicBezTo>
                  <a:cubicBezTo>
                    <a:pt x="2410" y="8693"/>
                    <a:pt x="1551" y="8712"/>
                    <a:pt x="693" y="8634"/>
                  </a:cubicBezTo>
                  <a:cubicBezTo>
                    <a:pt x="556" y="8624"/>
                    <a:pt x="429" y="8624"/>
                    <a:pt x="293" y="8615"/>
                  </a:cubicBezTo>
                  <a:cubicBezTo>
                    <a:pt x="156" y="8595"/>
                    <a:pt x="156" y="8585"/>
                    <a:pt x="166" y="8458"/>
                  </a:cubicBezTo>
                  <a:cubicBezTo>
                    <a:pt x="166" y="8341"/>
                    <a:pt x="215" y="8224"/>
                    <a:pt x="303" y="8137"/>
                  </a:cubicBezTo>
                  <a:cubicBezTo>
                    <a:pt x="615" y="7805"/>
                    <a:pt x="917" y="7463"/>
                    <a:pt x="1200" y="7112"/>
                  </a:cubicBezTo>
                  <a:cubicBezTo>
                    <a:pt x="1298" y="7005"/>
                    <a:pt x="1298" y="6995"/>
                    <a:pt x="1200" y="6907"/>
                  </a:cubicBezTo>
                  <a:cubicBezTo>
                    <a:pt x="878" y="6585"/>
                    <a:pt x="576" y="6244"/>
                    <a:pt x="225" y="5961"/>
                  </a:cubicBezTo>
                  <a:cubicBezTo>
                    <a:pt x="205" y="5942"/>
                    <a:pt x="186" y="5932"/>
                    <a:pt x="176" y="5922"/>
                  </a:cubicBezTo>
                  <a:cubicBezTo>
                    <a:pt x="20" y="5776"/>
                    <a:pt x="0" y="5668"/>
                    <a:pt x="147" y="5503"/>
                  </a:cubicBezTo>
                  <a:cubicBezTo>
                    <a:pt x="303" y="5317"/>
                    <a:pt x="468" y="5142"/>
                    <a:pt x="634" y="4956"/>
                  </a:cubicBezTo>
                  <a:cubicBezTo>
                    <a:pt x="712" y="4878"/>
                    <a:pt x="781" y="4790"/>
                    <a:pt x="839" y="47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2"/>
            <p:cNvSpPr/>
            <p:nvPr/>
          </p:nvSpPr>
          <p:spPr>
            <a:xfrm>
              <a:off x="5298040" y="2949156"/>
              <a:ext cx="960044" cy="493441"/>
            </a:xfrm>
            <a:custGeom>
              <a:rect b="b" l="l" r="r" t="t"/>
              <a:pathLst>
                <a:path extrusionOk="0" h="8274" w="16098">
                  <a:moveTo>
                    <a:pt x="79" y="2089"/>
                  </a:moveTo>
                  <a:lnTo>
                    <a:pt x="898" y="1425"/>
                  </a:lnTo>
                  <a:cubicBezTo>
                    <a:pt x="1230" y="1162"/>
                    <a:pt x="1230" y="1123"/>
                    <a:pt x="957" y="811"/>
                  </a:cubicBezTo>
                  <a:cubicBezTo>
                    <a:pt x="937" y="781"/>
                    <a:pt x="908" y="752"/>
                    <a:pt x="889" y="723"/>
                  </a:cubicBezTo>
                  <a:cubicBezTo>
                    <a:pt x="772" y="537"/>
                    <a:pt x="635" y="362"/>
                    <a:pt x="498" y="196"/>
                  </a:cubicBezTo>
                  <a:cubicBezTo>
                    <a:pt x="596" y="196"/>
                    <a:pt x="655" y="186"/>
                    <a:pt x="723" y="186"/>
                  </a:cubicBezTo>
                  <a:cubicBezTo>
                    <a:pt x="2108" y="147"/>
                    <a:pt x="3493" y="118"/>
                    <a:pt x="4879" y="89"/>
                  </a:cubicBezTo>
                  <a:cubicBezTo>
                    <a:pt x="6342" y="59"/>
                    <a:pt x="7796" y="1"/>
                    <a:pt x="9259" y="1"/>
                  </a:cubicBezTo>
                  <a:cubicBezTo>
                    <a:pt x="10488" y="1"/>
                    <a:pt x="11717" y="30"/>
                    <a:pt x="12947" y="108"/>
                  </a:cubicBezTo>
                  <a:cubicBezTo>
                    <a:pt x="13776" y="157"/>
                    <a:pt x="14605" y="196"/>
                    <a:pt x="15434" y="245"/>
                  </a:cubicBezTo>
                  <a:cubicBezTo>
                    <a:pt x="15512" y="245"/>
                    <a:pt x="15581" y="254"/>
                    <a:pt x="15649" y="284"/>
                  </a:cubicBezTo>
                  <a:cubicBezTo>
                    <a:pt x="15571" y="430"/>
                    <a:pt x="15502" y="567"/>
                    <a:pt x="15424" y="703"/>
                  </a:cubicBezTo>
                  <a:cubicBezTo>
                    <a:pt x="15307" y="879"/>
                    <a:pt x="15210" y="1074"/>
                    <a:pt x="15112" y="1269"/>
                  </a:cubicBezTo>
                  <a:cubicBezTo>
                    <a:pt x="15024" y="1474"/>
                    <a:pt x="15054" y="1571"/>
                    <a:pt x="15268" y="1669"/>
                  </a:cubicBezTo>
                  <a:cubicBezTo>
                    <a:pt x="15532" y="1776"/>
                    <a:pt x="15785" y="1913"/>
                    <a:pt x="16020" y="2079"/>
                  </a:cubicBezTo>
                  <a:cubicBezTo>
                    <a:pt x="15922" y="2196"/>
                    <a:pt x="15824" y="2313"/>
                    <a:pt x="15737" y="2420"/>
                  </a:cubicBezTo>
                  <a:cubicBezTo>
                    <a:pt x="15600" y="2567"/>
                    <a:pt x="15483" y="2713"/>
                    <a:pt x="15366" y="2869"/>
                  </a:cubicBezTo>
                  <a:cubicBezTo>
                    <a:pt x="15249" y="3054"/>
                    <a:pt x="15259" y="3181"/>
                    <a:pt x="15424" y="3327"/>
                  </a:cubicBezTo>
                  <a:cubicBezTo>
                    <a:pt x="15581" y="3445"/>
                    <a:pt x="15737" y="3562"/>
                    <a:pt x="15893" y="3679"/>
                  </a:cubicBezTo>
                  <a:cubicBezTo>
                    <a:pt x="15961" y="3727"/>
                    <a:pt x="16039" y="3786"/>
                    <a:pt x="16098" y="3854"/>
                  </a:cubicBezTo>
                  <a:cubicBezTo>
                    <a:pt x="16068" y="3913"/>
                    <a:pt x="16020" y="3952"/>
                    <a:pt x="15961" y="3991"/>
                  </a:cubicBezTo>
                  <a:cubicBezTo>
                    <a:pt x="15805" y="4118"/>
                    <a:pt x="15639" y="4244"/>
                    <a:pt x="15483" y="4381"/>
                  </a:cubicBezTo>
                  <a:cubicBezTo>
                    <a:pt x="15327" y="4527"/>
                    <a:pt x="15317" y="4693"/>
                    <a:pt x="15483" y="4849"/>
                  </a:cubicBezTo>
                  <a:cubicBezTo>
                    <a:pt x="15610" y="4966"/>
                    <a:pt x="15756" y="5064"/>
                    <a:pt x="15883" y="5181"/>
                  </a:cubicBezTo>
                  <a:cubicBezTo>
                    <a:pt x="15951" y="5210"/>
                    <a:pt x="15990" y="5259"/>
                    <a:pt x="16020" y="5318"/>
                  </a:cubicBezTo>
                  <a:cubicBezTo>
                    <a:pt x="15902" y="5425"/>
                    <a:pt x="15766" y="5522"/>
                    <a:pt x="15639" y="5630"/>
                  </a:cubicBezTo>
                  <a:cubicBezTo>
                    <a:pt x="15337" y="5874"/>
                    <a:pt x="15337" y="6000"/>
                    <a:pt x="15639" y="6235"/>
                  </a:cubicBezTo>
                  <a:cubicBezTo>
                    <a:pt x="15727" y="6303"/>
                    <a:pt x="15824" y="6381"/>
                    <a:pt x="15912" y="6449"/>
                  </a:cubicBezTo>
                  <a:cubicBezTo>
                    <a:pt x="15961" y="6469"/>
                    <a:pt x="15971" y="6547"/>
                    <a:pt x="15922" y="6576"/>
                  </a:cubicBezTo>
                  <a:cubicBezTo>
                    <a:pt x="15785" y="6732"/>
                    <a:pt x="15639" y="6888"/>
                    <a:pt x="15512" y="7044"/>
                  </a:cubicBezTo>
                  <a:cubicBezTo>
                    <a:pt x="15239" y="7366"/>
                    <a:pt x="15229" y="7493"/>
                    <a:pt x="15454" y="7844"/>
                  </a:cubicBezTo>
                  <a:cubicBezTo>
                    <a:pt x="15542" y="7981"/>
                    <a:pt x="15659" y="8098"/>
                    <a:pt x="15746" y="8215"/>
                  </a:cubicBezTo>
                  <a:cubicBezTo>
                    <a:pt x="15727" y="8264"/>
                    <a:pt x="15688" y="8254"/>
                    <a:pt x="15659" y="8254"/>
                  </a:cubicBezTo>
                  <a:cubicBezTo>
                    <a:pt x="15181" y="8254"/>
                    <a:pt x="14712" y="8254"/>
                    <a:pt x="14234" y="8264"/>
                  </a:cubicBezTo>
                  <a:cubicBezTo>
                    <a:pt x="13522" y="8274"/>
                    <a:pt x="12810" y="8215"/>
                    <a:pt x="12108" y="8186"/>
                  </a:cubicBezTo>
                  <a:cubicBezTo>
                    <a:pt x="11269" y="8137"/>
                    <a:pt x="10430" y="8147"/>
                    <a:pt x="9600" y="8137"/>
                  </a:cubicBezTo>
                  <a:cubicBezTo>
                    <a:pt x="7318" y="8108"/>
                    <a:pt x="5045" y="8088"/>
                    <a:pt x="2771" y="8039"/>
                  </a:cubicBezTo>
                  <a:cubicBezTo>
                    <a:pt x="2011" y="8030"/>
                    <a:pt x="1250" y="8039"/>
                    <a:pt x="498" y="7981"/>
                  </a:cubicBezTo>
                  <a:lnTo>
                    <a:pt x="225" y="7961"/>
                  </a:lnTo>
                  <a:cubicBezTo>
                    <a:pt x="274" y="7874"/>
                    <a:pt x="342" y="7786"/>
                    <a:pt x="411" y="7717"/>
                  </a:cubicBezTo>
                  <a:cubicBezTo>
                    <a:pt x="625" y="7474"/>
                    <a:pt x="840" y="7220"/>
                    <a:pt x="1055" y="6966"/>
                  </a:cubicBezTo>
                  <a:cubicBezTo>
                    <a:pt x="1094" y="6918"/>
                    <a:pt x="1133" y="6869"/>
                    <a:pt x="1162" y="6820"/>
                  </a:cubicBezTo>
                  <a:cubicBezTo>
                    <a:pt x="1250" y="6722"/>
                    <a:pt x="1240" y="6566"/>
                    <a:pt x="1142" y="6479"/>
                  </a:cubicBezTo>
                  <a:cubicBezTo>
                    <a:pt x="1094" y="6410"/>
                    <a:pt x="1045" y="6352"/>
                    <a:pt x="986" y="6293"/>
                  </a:cubicBezTo>
                  <a:cubicBezTo>
                    <a:pt x="664" y="5981"/>
                    <a:pt x="372" y="5640"/>
                    <a:pt x="1" y="5357"/>
                  </a:cubicBezTo>
                  <a:cubicBezTo>
                    <a:pt x="118" y="5220"/>
                    <a:pt x="225" y="5103"/>
                    <a:pt x="333" y="4976"/>
                  </a:cubicBezTo>
                  <a:cubicBezTo>
                    <a:pt x="450" y="4849"/>
                    <a:pt x="586" y="4693"/>
                    <a:pt x="703" y="4547"/>
                  </a:cubicBezTo>
                  <a:cubicBezTo>
                    <a:pt x="859" y="4342"/>
                    <a:pt x="840" y="4235"/>
                    <a:pt x="625" y="4088"/>
                  </a:cubicBezTo>
                  <a:cubicBezTo>
                    <a:pt x="430" y="3962"/>
                    <a:pt x="235" y="3825"/>
                    <a:pt x="30" y="3679"/>
                  </a:cubicBezTo>
                  <a:cubicBezTo>
                    <a:pt x="137" y="3591"/>
                    <a:pt x="225" y="3523"/>
                    <a:pt x="323" y="3445"/>
                  </a:cubicBezTo>
                  <a:cubicBezTo>
                    <a:pt x="489" y="3337"/>
                    <a:pt x="635" y="3210"/>
                    <a:pt x="772" y="3074"/>
                  </a:cubicBezTo>
                  <a:cubicBezTo>
                    <a:pt x="898" y="2927"/>
                    <a:pt x="898" y="2830"/>
                    <a:pt x="762" y="2693"/>
                  </a:cubicBezTo>
                  <a:cubicBezTo>
                    <a:pt x="596" y="2528"/>
                    <a:pt x="430" y="2371"/>
                    <a:pt x="255" y="2206"/>
                  </a:cubicBezTo>
                  <a:cubicBezTo>
                    <a:pt x="196" y="2167"/>
                    <a:pt x="137" y="2118"/>
                    <a:pt x="79" y="20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2"/>
            <p:cNvSpPr/>
            <p:nvPr/>
          </p:nvSpPr>
          <p:spPr>
            <a:xfrm>
              <a:off x="5419106" y="3197610"/>
              <a:ext cx="715054" cy="21589"/>
            </a:xfrm>
            <a:custGeom>
              <a:rect b="b" l="l" r="r" t="t"/>
              <a:pathLst>
                <a:path extrusionOk="0" h="362" w="11990">
                  <a:moveTo>
                    <a:pt x="6019" y="20"/>
                  </a:moveTo>
                  <a:lnTo>
                    <a:pt x="11638" y="20"/>
                  </a:lnTo>
                  <a:cubicBezTo>
                    <a:pt x="11707" y="20"/>
                    <a:pt x="11785" y="30"/>
                    <a:pt x="11853" y="30"/>
                  </a:cubicBezTo>
                  <a:cubicBezTo>
                    <a:pt x="11931" y="39"/>
                    <a:pt x="11990" y="108"/>
                    <a:pt x="11990" y="186"/>
                  </a:cubicBezTo>
                  <a:cubicBezTo>
                    <a:pt x="11990" y="254"/>
                    <a:pt x="11941" y="322"/>
                    <a:pt x="11873" y="332"/>
                  </a:cubicBezTo>
                  <a:cubicBezTo>
                    <a:pt x="11795" y="352"/>
                    <a:pt x="11707" y="361"/>
                    <a:pt x="11629" y="352"/>
                  </a:cubicBezTo>
                  <a:lnTo>
                    <a:pt x="2244" y="342"/>
                  </a:lnTo>
                  <a:lnTo>
                    <a:pt x="312" y="342"/>
                  </a:lnTo>
                  <a:cubicBezTo>
                    <a:pt x="244" y="342"/>
                    <a:pt x="176" y="332"/>
                    <a:pt x="117" y="322"/>
                  </a:cubicBezTo>
                  <a:cubicBezTo>
                    <a:pt x="49" y="313"/>
                    <a:pt x="0" y="244"/>
                    <a:pt x="0" y="176"/>
                  </a:cubicBezTo>
                  <a:cubicBezTo>
                    <a:pt x="0" y="118"/>
                    <a:pt x="39" y="59"/>
                    <a:pt x="98" y="30"/>
                  </a:cubicBezTo>
                  <a:cubicBezTo>
                    <a:pt x="166" y="10"/>
                    <a:pt x="244" y="0"/>
                    <a:pt x="312" y="10"/>
                  </a:cubicBezTo>
                  <a:lnTo>
                    <a:pt x="3268" y="10"/>
                  </a:lnTo>
                  <a:lnTo>
                    <a:pt x="6019" y="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2"/>
            <p:cNvSpPr/>
            <p:nvPr/>
          </p:nvSpPr>
          <p:spPr>
            <a:xfrm>
              <a:off x="5409206" y="3069626"/>
              <a:ext cx="719705" cy="20992"/>
            </a:xfrm>
            <a:custGeom>
              <a:rect b="b" l="l" r="r" t="t"/>
              <a:pathLst>
                <a:path extrusionOk="0" h="352" w="12068">
                  <a:moveTo>
                    <a:pt x="6039" y="351"/>
                  </a:moveTo>
                  <a:lnTo>
                    <a:pt x="351" y="351"/>
                  </a:lnTo>
                  <a:cubicBezTo>
                    <a:pt x="283" y="351"/>
                    <a:pt x="205" y="351"/>
                    <a:pt x="137" y="342"/>
                  </a:cubicBezTo>
                  <a:cubicBezTo>
                    <a:pt x="59" y="332"/>
                    <a:pt x="0" y="264"/>
                    <a:pt x="10" y="186"/>
                  </a:cubicBezTo>
                  <a:cubicBezTo>
                    <a:pt x="0" y="108"/>
                    <a:pt x="59" y="39"/>
                    <a:pt x="137" y="29"/>
                  </a:cubicBezTo>
                  <a:cubicBezTo>
                    <a:pt x="205" y="20"/>
                    <a:pt x="273" y="20"/>
                    <a:pt x="332" y="20"/>
                  </a:cubicBezTo>
                  <a:lnTo>
                    <a:pt x="11317" y="10"/>
                  </a:lnTo>
                  <a:lnTo>
                    <a:pt x="11804" y="10"/>
                  </a:lnTo>
                  <a:cubicBezTo>
                    <a:pt x="11853" y="0"/>
                    <a:pt x="11912" y="10"/>
                    <a:pt x="11961" y="20"/>
                  </a:cubicBezTo>
                  <a:cubicBezTo>
                    <a:pt x="12019" y="39"/>
                    <a:pt x="12058" y="98"/>
                    <a:pt x="12068" y="156"/>
                  </a:cubicBezTo>
                  <a:cubicBezTo>
                    <a:pt x="12068" y="225"/>
                    <a:pt x="12029" y="293"/>
                    <a:pt x="11961" y="312"/>
                  </a:cubicBezTo>
                  <a:cubicBezTo>
                    <a:pt x="11882" y="342"/>
                    <a:pt x="11795" y="342"/>
                    <a:pt x="11717" y="332"/>
                  </a:cubicBezTo>
                  <a:lnTo>
                    <a:pt x="6751" y="332"/>
                  </a:lnTo>
                  <a:lnTo>
                    <a:pt x="6029" y="3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2"/>
            <p:cNvSpPr/>
            <p:nvPr/>
          </p:nvSpPr>
          <p:spPr>
            <a:xfrm>
              <a:off x="5428410" y="3337820"/>
              <a:ext cx="713921" cy="21589"/>
            </a:xfrm>
            <a:custGeom>
              <a:rect b="b" l="l" r="r" t="t"/>
              <a:pathLst>
                <a:path extrusionOk="0" h="362" w="11971">
                  <a:moveTo>
                    <a:pt x="5961" y="361"/>
                  </a:moveTo>
                  <a:lnTo>
                    <a:pt x="361" y="361"/>
                  </a:lnTo>
                  <a:cubicBezTo>
                    <a:pt x="283" y="361"/>
                    <a:pt x="215" y="361"/>
                    <a:pt x="146" y="352"/>
                  </a:cubicBezTo>
                  <a:cubicBezTo>
                    <a:pt x="68" y="342"/>
                    <a:pt x="0" y="274"/>
                    <a:pt x="10" y="205"/>
                  </a:cubicBezTo>
                  <a:cubicBezTo>
                    <a:pt x="0" y="127"/>
                    <a:pt x="49" y="69"/>
                    <a:pt x="117" y="49"/>
                  </a:cubicBezTo>
                  <a:cubicBezTo>
                    <a:pt x="195" y="30"/>
                    <a:pt x="273" y="20"/>
                    <a:pt x="361" y="30"/>
                  </a:cubicBezTo>
                  <a:lnTo>
                    <a:pt x="5151" y="20"/>
                  </a:lnTo>
                  <a:lnTo>
                    <a:pt x="11619" y="10"/>
                  </a:lnTo>
                  <a:cubicBezTo>
                    <a:pt x="11687" y="1"/>
                    <a:pt x="11765" y="10"/>
                    <a:pt x="11834" y="10"/>
                  </a:cubicBezTo>
                  <a:cubicBezTo>
                    <a:pt x="11912" y="20"/>
                    <a:pt x="11970" y="88"/>
                    <a:pt x="11970" y="166"/>
                  </a:cubicBezTo>
                  <a:cubicBezTo>
                    <a:pt x="11970" y="235"/>
                    <a:pt x="11931" y="293"/>
                    <a:pt x="11863" y="313"/>
                  </a:cubicBezTo>
                  <a:cubicBezTo>
                    <a:pt x="11785" y="332"/>
                    <a:pt x="11717" y="342"/>
                    <a:pt x="11639" y="332"/>
                  </a:cubicBezTo>
                  <a:lnTo>
                    <a:pt x="6663" y="342"/>
                  </a:lnTo>
                  <a:lnTo>
                    <a:pt x="5961" y="3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122"/>
          <p:cNvGrpSpPr/>
          <p:nvPr/>
        </p:nvGrpSpPr>
        <p:grpSpPr>
          <a:xfrm>
            <a:off x="4451416" y="3539444"/>
            <a:ext cx="118142" cy="126849"/>
            <a:chOff x="4878603" y="3355294"/>
            <a:chExt cx="118142" cy="126849"/>
          </a:xfrm>
        </p:grpSpPr>
        <p:sp>
          <p:nvSpPr>
            <p:cNvPr id="6751" name="Google Shape;6751;p122"/>
            <p:cNvSpPr/>
            <p:nvPr/>
          </p:nvSpPr>
          <p:spPr>
            <a:xfrm>
              <a:off x="4878603" y="3355294"/>
              <a:ext cx="118142" cy="126849"/>
            </a:xfrm>
            <a:custGeom>
              <a:rect b="b" l="l" r="r" t="t"/>
              <a:pathLst>
                <a:path extrusionOk="0" h="2127" w="1981">
                  <a:moveTo>
                    <a:pt x="1961" y="1054"/>
                  </a:moveTo>
                  <a:cubicBezTo>
                    <a:pt x="1951" y="1298"/>
                    <a:pt x="1942" y="1551"/>
                    <a:pt x="1922" y="1795"/>
                  </a:cubicBezTo>
                  <a:cubicBezTo>
                    <a:pt x="1912" y="1961"/>
                    <a:pt x="1844" y="2039"/>
                    <a:pt x="1678" y="2049"/>
                  </a:cubicBezTo>
                  <a:cubicBezTo>
                    <a:pt x="1259" y="2078"/>
                    <a:pt x="839" y="2127"/>
                    <a:pt x="420" y="2107"/>
                  </a:cubicBezTo>
                  <a:cubicBezTo>
                    <a:pt x="78" y="2098"/>
                    <a:pt x="0" y="2039"/>
                    <a:pt x="39" y="1698"/>
                  </a:cubicBezTo>
                  <a:cubicBezTo>
                    <a:pt x="98" y="1220"/>
                    <a:pt x="107" y="742"/>
                    <a:pt x="137" y="264"/>
                  </a:cubicBezTo>
                  <a:cubicBezTo>
                    <a:pt x="137" y="147"/>
                    <a:pt x="225" y="49"/>
                    <a:pt x="332" y="29"/>
                  </a:cubicBezTo>
                  <a:cubicBezTo>
                    <a:pt x="400" y="20"/>
                    <a:pt x="459" y="10"/>
                    <a:pt x="527" y="10"/>
                  </a:cubicBezTo>
                  <a:cubicBezTo>
                    <a:pt x="927" y="0"/>
                    <a:pt x="1327" y="10"/>
                    <a:pt x="1727" y="49"/>
                  </a:cubicBezTo>
                  <a:cubicBezTo>
                    <a:pt x="1902" y="68"/>
                    <a:pt x="1971" y="137"/>
                    <a:pt x="1971" y="312"/>
                  </a:cubicBezTo>
                  <a:cubicBezTo>
                    <a:pt x="1981" y="556"/>
                    <a:pt x="1971" y="800"/>
                    <a:pt x="1971" y="10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2"/>
            <p:cNvSpPr/>
            <p:nvPr/>
          </p:nvSpPr>
          <p:spPr>
            <a:xfrm>
              <a:off x="4901862" y="3375034"/>
              <a:ext cx="74547" cy="86773"/>
            </a:xfrm>
            <a:custGeom>
              <a:rect b="b" l="l" r="r" t="t"/>
              <a:pathLst>
                <a:path extrusionOk="0" h="1455" w="1250">
                  <a:moveTo>
                    <a:pt x="1239" y="723"/>
                  </a:moveTo>
                  <a:cubicBezTo>
                    <a:pt x="1230" y="908"/>
                    <a:pt x="1220" y="1094"/>
                    <a:pt x="1210" y="1279"/>
                  </a:cubicBezTo>
                  <a:cubicBezTo>
                    <a:pt x="1210" y="1367"/>
                    <a:pt x="1191" y="1406"/>
                    <a:pt x="1103" y="1406"/>
                  </a:cubicBezTo>
                  <a:cubicBezTo>
                    <a:pt x="781" y="1406"/>
                    <a:pt x="459" y="1454"/>
                    <a:pt x="137" y="1454"/>
                  </a:cubicBezTo>
                  <a:cubicBezTo>
                    <a:pt x="0" y="1454"/>
                    <a:pt x="0" y="1454"/>
                    <a:pt x="0" y="1308"/>
                  </a:cubicBezTo>
                  <a:cubicBezTo>
                    <a:pt x="0" y="918"/>
                    <a:pt x="30" y="528"/>
                    <a:pt x="59" y="147"/>
                  </a:cubicBezTo>
                  <a:cubicBezTo>
                    <a:pt x="69" y="1"/>
                    <a:pt x="69" y="1"/>
                    <a:pt x="205" y="1"/>
                  </a:cubicBezTo>
                  <a:cubicBezTo>
                    <a:pt x="517" y="1"/>
                    <a:pt x="830" y="1"/>
                    <a:pt x="1152" y="30"/>
                  </a:cubicBezTo>
                  <a:cubicBezTo>
                    <a:pt x="1239" y="40"/>
                    <a:pt x="1249" y="79"/>
                    <a:pt x="1249" y="147"/>
                  </a:cubicBezTo>
                  <a:lnTo>
                    <a:pt x="1249" y="71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122"/>
          <p:cNvGrpSpPr/>
          <p:nvPr/>
        </p:nvGrpSpPr>
        <p:grpSpPr>
          <a:xfrm>
            <a:off x="3579264" y="3093170"/>
            <a:ext cx="1192170" cy="628400"/>
            <a:chOff x="2924589" y="3093170"/>
            <a:chExt cx="1192170" cy="628400"/>
          </a:xfrm>
        </p:grpSpPr>
        <p:grpSp>
          <p:nvGrpSpPr>
            <p:cNvPr id="6754" name="Google Shape;6754;p122"/>
            <p:cNvGrpSpPr/>
            <p:nvPr/>
          </p:nvGrpSpPr>
          <p:grpSpPr>
            <a:xfrm>
              <a:off x="3632079" y="3161813"/>
              <a:ext cx="449190" cy="302004"/>
              <a:chOff x="4713942" y="2977663"/>
              <a:chExt cx="449190" cy="302004"/>
            </a:xfrm>
          </p:grpSpPr>
          <p:sp>
            <p:nvSpPr>
              <p:cNvPr id="6755" name="Google Shape;6755;p122"/>
              <p:cNvSpPr/>
              <p:nvPr/>
            </p:nvSpPr>
            <p:spPr>
              <a:xfrm>
                <a:off x="4713942" y="2977663"/>
                <a:ext cx="449190" cy="302004"/>
              </a:xfrm>
              <a:custGeom>
                <a:rect b="b" l="l" r="r" t="t"/>
                <a:pathLst>
                  <a:path extrusionOk="0" h="5064" w="7532">
                    <a:moveTo>
                      <a:pt x="0" y="2801"/>
                    </a:moveTo>
                    <a:lnTo>
                      <a:pt x="108" y="557"/>
                    </a:lnTo>
                    <a:cubicBezTo>
                      <a:pt x="108" y="508"/>
                      <a:pt x="108" y="450"/>
                      <a:pt x="117" y="401"/>
                    </a:cubicBezTo>
                    <a:cubicBezTo>
                      <a:pt x="127" y="284"/>
                      <a:pt x="225" y="196"/>
                      <a:pt x="332" y="196"/>
                    </a:cubicBezTo>
                    <a:cubicBezTo>
                      <a:pt x="537" y="167"/>
                      <a:pt x="732" y="137"/>
                      <a:pt x="927" y="118"/>
                    </a:cubicBezTo>
                    <a:cubicBezTo>
                      <a:pt x="1473" y="79"/>
                      <a:pt x="2010" y="59"/>
                      <a:pt x="2556" y="59"/>
                    </a:cubicBezTo>
                    <a:cubicBezTo>
                      <a:pt x="3581" y="59"/>
                      <a:pt x="4615" y="30"/>
                      <a:pt x="5649" y="11"/>
                    </a:cubicBezTo>
                    <a:cubicBezTo>
                      <a:pt x="6166" y="1"/>
                      <a:pt x="6693" y="20"/>
                      <a:pt x="7210" y="69"/>
                    </a:cubicBezTo>
                    <a:cubicBezTo>
                      <a:pt x="7463" y="98"/>
                      <a:pt x="7532" y="167"/>
                      <a:pt x="7532" y="430"/>
                    </a:cubicBezTo>
                    <a:cubicBezTo>
                      <a:pt x="7522" y="1220"/>
                      <a:pt x="7483" y="2010"/>
                      <a:pt x="7434" y="2791"/>
                    </a:cubicBezTo>
                    <a:cubicBezTo>
                      <a:pt x="7405" y="3327"/>
                      <a:pt x="7376" y="3864"/>
                      <a:pt x="7346" y="4401"/>
                    </a:cubicBezTo>
                    <a:cubicBezTo>
                      <a:pt x="7346" y="4557"/>
                      <a:pt x="7307" y="4713"/>
                      <a:pt x="7297" y="4879"/>
                    </a:cubicBezTo>
                    <a:cubicBezTo>
                      <a:pt x="7297" y="4986"/>
                      <a:pt x="7219" y="5015"/>
                      <a:pt x="7122" y="5035"/>
                    </a:cubicBezTo>
                    <a:cubicBezTo>
                      <a:pt x="6907" y="5064"/>
                      <a:pt x="6683" y="5064"/>
                      <a:pt x="6459" y="5054"/>
                    </a:cubicBezTo>
                    <a:cubicBezTo>
                      <a:pt x="5502" y="4986"/>
                      <a:pt x="4546" y="4986"/>
                      <a:pt x="3590" y="4966"/>
                    </a:cubicBezTo>
                    <a:cubicBezTo>
                      <a:pt x="2595" y="4957"/>
                      <a:pt x="1600" y="4927"/>
                      <a:pt x="605" y="4908"/>
                    </a:cubicBezTo>
                    <a:cubicBezTo>
                      <a:pt x="547" y="4908"/>
                      <a:pt x="498" y="4898"/>
                      <a:pt x="439" y="4898"/>
                    </a:cubicBezTo>
                    <a:cubicBezTo>
                      <a:pt x="176" y="4888"/>
                      <a:pt x="78" y="4849"/>
                      <a:pt x="49" y="4488"/>
                    </a:cubicBezTo>
                    <a:cubicBezTo>
                      <a:pt x="20" y="4157"/>
                      <a:pt x="20" y="3835"/>
                      <a:pt x="10" y="3503"/>
                    </a:cubicBezTo>
                    <a:lnTo>
                      <a:pt x="10" y="28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2"/>
              <p:cNvSpPr/>
              <p:nvPr/>
            </p:nvSpPr>
            <p:spPr>
              <a:xfrm>
                <a:off x="4753482" y="2996867"/>
                <a:ext cx="370707" cy="156012"/>
              </a:xfrm>
              <a:custGeom>
                <a:rect b="b" l="l" r="r" t="t"/>
                <a:pathLst>
                  <a:path extrusionOk="0" h="2616" w="6216">
                    <a:moveTo>
                      <a:pt x="1" y="137"/>
                    </a:moveTo>
                    <a:cubicBezTo>
                      <a:pt x="840" y="50"/>
                      <a:pt x="5756" y="1"/>
                      <a:pt x="6205" y="69"/>
                    </a:cubicBezTo>
                    <a:cubicBezTo>
                      <a:pt x="6215" y="108"/>
                      <a:pt x="6176" y="118"/>
                      <a:pt x="6156" y="137"/>
                    </a:cubicBezTo>
                    <a:cubicBezTo>
                      <a:pt x="5366" y="752"/>
                      <a:pt x="4674" y="1474"/>
                      <a:pt x="3961" y="2167"/>
                    </a:cubicBezTo>
                    <a:cubicBezTo>
                      <a:pt x="3835" y="2293"/>
                      <a:pt x="3698" y="2410"/>
                      <a:pt x="3571" y="2537"/>
                    </a:cubicBezTo>
                    <a:cubicBezTo>
                      <a:pt x="3513" y="2606"/>
                      <a:pt x="3405" y="2615"/>
                      <a:pt x="3337" y="2566"/>
                    </a:cubicBezTo>
                    <a:cubicBezTo>
                      <a:pt x="3074" y="2440"/>
                      <a:pt x="2820" y="2274"/>
                      <a:pt x="2596" y="2088"/>
                    </a:cubicBezTo>
                    <a:cubicBezTo>
                      <a:pt x="1903" y="1552"/>
                      <a:pt x="1191" y="1015"/>
                      <a:pt x="479" y="498"/>
                    </a:cubicBezTo>
                    <a:cubicBezTo>
                      <a:pt x="323" y="391"/>
                      <a:pt x="186" y="274"/>
                      <a:pt x="1" y="1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2"/>
              <p:cNvSpPr/>
              <p:nvPr/>
            </p:nvSpPr>
            <p:spPr>
              <a:xfrm>
                <a:off x="4750023" y="3121988"/>
                <a:ext cx="357288" cy="136749"/>
              </a:xfrm>
              <a:custGeom>
                <a:rect b="b" l="l" r="r" t="t"/>
                <a:pathLst>
                  <a:path extrusionOk="0" h="2293" w="5991">
                    <a:moveTo>
                      <a:pt x="0" y="2176"/>
                    </a:moveTo>
                    <a:cubicBezTo>
                      <a:pt x="0" y="2137"/>
                      <a:pt x="20" y="2107"/>
                      <a:pt x="49" y="2088"/>
                    </a:cubicBezTo>
                    <a:cubicBezTo>
                      <a:pt x="664" y="1444"/>
                      <a:pt x="1288" y="810"/>
                      <a:pt x="1912" y="176"/>
                    </a:cubicBezTo>
                    <a:cubicBezTo>
                      <a:pt x="1951" y="137"/>
                      <a:pt x="1990" y="98"/>
                      <a:pt x="2029" y="59"/>
                    </a:cubicBezTo>
                    <a:cubicBezTo>
                      <a:pt x="2078" y="0"/>
                      <a:pt x="2127" y="0"/>
                      <a:pt x="2195" y="49"/>
                    </a:cubicBezTo>
                    <a:cubicBezTo>
                      <a:pt x="2361" y="186"/>
                      <a:pt x="2546" y="322"/>
                      <a:pt x="2722" y="449"/>
                    </a:cubicBezTo>
                    <a:cubicBezTo>
                      <a:pt x="2917" y="586"/>
                      <a:pt x="3122" y="712"/>
                      <a:pt x="3346" y="820"/>
                    </a:cubicBezTo>
                    <a:cubicBezTo>
                      <a:pt x="3473" y="898"/>
                      <a:pt x="3639" y="868"/>
                      <a:pt x="3746" y="771"/>
                    </a:cubicBezTo>
                    <a:cubicBezTo>
                      <a:pt x="3912" y="634"/>
                      <a:pt x="4078" y="488"/>
                      <a:pt x="4224" y="332"/>
                    </a:cubicBezTo>
                    <a:cubicBezTo>
                      <a:pt x="4254" y="283"/>
                      <a:pt x="4302" y="244"/>
                      <a:pt x="4351" y="225"/>
                    </a:cubicBezTo>
                    <a:cubicBezTo>
                      <a:pt x="4917" y="888"/>
                      <a:pt x="5444" y="1581"/>
                      <a:pt x="5990" y="2293"/>
                    </a:cubicBezTo>
                    <a:cubicBezTo>
                      <a:pt x="3971" y="2215"/>
                      <a:pt x="1990" y="2205"/>
                      <a:pt x="0" y="21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2"/>
              <p:cNvSpPr/>
              <p:nvPr/>
            </p:nvSpPr>
            <p:spPr>
              <a:xfrm>
                <a:off x="5022272" y="3014937"/>
                <a:ext cx="121661" cy="239743"/>
              </a:xfrm>
              <a:custGeom>
                <a:rect b="b" l="l" r="r" t="t"/>
                <a:pathLst>
                  <a:path extrusionOk="0" h="4020" w="2040">
                    <a:moveTo>
                      <a:pt x="1854" y="4019"/>
                    </a:moveTo>
                    <a:cubicBezTo>
                      <a:pt x="1747" y="3961"/>
                      <a:pt x="1659" y="3873"/>
                      <a:pt x="1601" y="3776"/>
                    </a:cubicBezTo>
                    <a:cubicBezTo>
                      <a:pt x="1113" y="3132"/>
                      <a:pt x="615" y="2498"/>
                      <a:pt x="79" y="1893"/>
                    </a:cubicBezTo>
                    <a:cubicBezTo>
                      <a:pt x="20" y="1824"/>
                      <a:pt x="1" y="1785"/>
                      <a:pt x="79" y="1707"/>
                    </a:cubicBezTo>
                    <a:cubicBezTo>
                      <a:pt x="654" y="1161"/>
                      <a:pt x="1210" y="595"/>
                      <a:pt x="1845" y="108"/>
                    </a:cubicBezTo>
                    <a:cubicBezTo>
                      <a:pt x="1893" y="49"/>
                      <a:pt x="1962" y="10"/>
                      <a:pt x="2040" y="0"/>
                    </a:cubicBezTo>
                    <a:cubicBezTo>
                      <a:pt x="1981" y="1327"/>
                      <a:pt x="1932" y="2654"/>
                      <a:pt x="1854" y="40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2"/>
              <p:cNvSpPr/>
              <p:nvPr/>
            </p:nvSpPr>
            <p:spPr>
              <a:xfrm>
                <a:off x="4730819" y="3017263"/>
                <a:ext cx="129175" cy="221136"/>
              </a:xfrm>
              <a:custGeom>
                <a:rect b="b" l="l" r="r" t="t"/>
                <a:pathLst>
                  <a:path extrusionOk="0" h="3708" w="2166">
                    <a:moveTo>
                      <a:pt x="147" y="0"/>
                    </a:moveTo>
                    <a:lnTo>
                      <a:pt x="2166" y="1542"/>
                    </a:lnTo>
                    <a:cubicBezTo>
                      <a:pt x="1444" y="2234"/>
                      <a:pt x="781" y="2976"/>
                      <a:pt x="69" y="3707"/>
                    </a:cubicBezTo>
                    <a:cubicBezTo>
                      <a:pt x="0" y="2459"/>
                      <a:pt x="78" y="1249"/>
                      <a:pt x="1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122"/>
            <p:cNvGrpSpPr/>
            <p:nvPr/>
          </p:nvGrpSpPr>
          <p:grpSpPr>
            <a:xfrm>
              <a:off x="3612279" y="3530677"/>
              <a:ext cx="121064" cy="134483"/>
              <a:chOff x="4694142" y="3346527"/>
              <a:chExt cx="121064" cy="134483"/>
            </a:xfrm>
          </p:grpSpPr>
          <p:sp>
            <p:nvSpPr>
              <p:cNvPr id="6761" name="Google Shape;6761;p122"/>
              <p:cNvSpPr/>
              <p:nvPr/>
            </p:nvSpPr>
            <p:spPr>
              <a:xfrm>
                <a:off x="4694142" y="3346527"/>
                <a:ext cx="121064" cy="134483"/>
              </a:xfrm>
              <a:custGeom>
                <a:rect b="b" l="l" r="r" t="t"/>
                <a:pathLst>
                  <a:path extrusionOk="0" h="2255" w="2030">
                    <a:moveTo>
                      <a:pt x="1093" y="2215"/>
                    </a:moveTo>
                    <a:cubicBezTo>
                      <a:pt x="752" y="2254"/>
                      <a:pt x="508" y="2215"/>
                      <a:pt x="274" y="2235"/>
                    </a:cubicBezTo>
                    <a:cubicBezTo>
                      <a:pt x="79" y="2245"/>
                      <a:pt x="20" y="2157"/>
                      <a:pt x="10" y="1962"/>
                    </a:cubicBezTo>
                    <a:cubicBezTo>
                      <a:pt x="1" y="1445"/>
                      <a:pt x="20" y="918"/>
                      <a:pt x="79" y="401"/>
                    </a:cubicBezTo>
                    <a:cubicBezTo>
                      <a:pt x="98" y="157"/>
                      <a:pt x="147" y="118"/>
                      <a:pt x="401" y="79"/>
                    </a:cubicBezTo>
                    <a:cubicBezTo>
                      <a:pt x="859" y="1"/>
                      <a:pt x="1318" y="50"/>
                      <a:pt x="1776" y="79"/>
                    </a:cubicBezTo>
                    <a:cubicBezTo>
                      <a:pt x="1932" y="89"/>
                      <a:pt x="1991" y="157"/>
                      <a:pt x="2001" y="333"/>
                    </a:cubicBezTo>
                    <a:cubicBezTo>
                      <a:pt x="2030" y="664"/>
                      <a:pt x="2020" y="996"/>
                      <a:pt x="1991" y="1328"/>
                    </a:cubicBezTo>
                    <a:cubicBezTo>
                      <a:pt x="1981" y="1532"/>
                      <a:pt x="1952" y="1737"/>
                      <a:pt x="1942" y="1942"/>
                    </a:cubicBezTo>
                    <a:cubicBezTo>
                      <a:pt x="1922" y="2157"/>
                      <a:pt x="1874" y="2206"/>
                      <a:pt x="1649" y="2215"/>
                    </a:cubicBezTo>
                    <a:cubicBezTo>
                      <a:pt x="1425" y="2215"/>
                      <a:pt x="1210" y="2215"/>
                      <a:pt x="1093" y="22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2"/>
              <p:cNvSpPr/>
              <p:nvPr/>
            </p:nvSpPr>
            <p:spPr>
              <a:xfrm>
                <a:off x="4712749" y="3368653"/>
                <a:ext cx="82121" cy="91961"/>
              </a:xfrm>
              <a:custGeom>
                <a:rect b="b" l="l" r="r" t="t"/>
                <a:pathLst>
                  <a:path extrusionOk="0" h="1542" w="1377">
                    <a:moveTo>
                      <a:pt x="1367" y="508"/>
                    </a:moveTo>
                    <a:cubicBezTo>
                      <a:pt x="1376" y="810"/>
                      <a:pt x="1318" y="1093"/>
                      <a:pt x="1308" y="1396"/>
                    </a:cubicBezTo>
                    <a:cubicBezTo>
                      <a:pt x="1308" y="1483"/>
                      <a:pt x="1279" y="1522"/>
                      <a:pt x="1181" y="1513"/>
                    </a:cubicBezTo>
                    <a:cubicBezTo>
                      <a:pt x="830" y="1503"/>
                      <a:pt x="479" y="1542"/>
                      <a:pt x="137" y="1522"/>
                    </a:cubicBezTo>
                    <a:cubicBezTo>
                      <a:pt x="30" y="1522"/>
                      <a:pt x="1" y="1493"/>
                      <a:pt x="1" y="1386"/>
                    </a:cubicBezTo>
                    <a:cubicBezTo>
                      <a:pt x="1" y="966"/>
                      <a:pt x="30" y="547"/>
                      <a:pt x="79" y="127"/>
                    </a:cubicBezTo>
                    <a:cubicBezTo>
                      <a:pt x="79" y="69"/>
                      <a:pt x="128" y="20"/>
                      <a:pt x="176" y="20"/>
                    </a:cubicBezTo>
                    <a:cubicBezTo>
                      <a:pt x="254" y="20"/>
                      <a:pt x="323" y="1"/>
                      <a:pt x="401" y="1"/>
                    </a:cubicBezTo>
                    <a:cubicBezTo>
                      <a:pt x="684" y="1"/>
                      <a:pt x="967" y="1"/>
                      <a:pt x="1240" y="20"/>
                    </a:cubicBezTo>
                    <a:cubicBezTo>
                      <a:pt x="1337" y="30"/>
                      <a:pt x="1376" y="49"/>
                      <a:pt x="1376" y="147"/>
                    </a:cubicBezTo>
                    <a:cubicBezTo>
                      <a:pt x="1367" y="274"/>
                      <a:pt x="1367" y="391"/>
                      <a:pt x="1367" y="50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122"/>
            <p:cNvGrpSpPr/>
            <p:nvPr/>
          </p:nvGrpSpPr>
          <p:grpSpPr>
            <a:xfrm>
              <a:off x="3993369" y="3529544"/>
              <a:ext cx="123390" cy="133886"/>
              <a:chOff x="5075231" y="3345394"/>
              <a:chExt cx="123390" cy="133886"/>
            </a:xfrm>
          </p:grpSpPr>
          <p:sp>
            <p:nvSpPr>
              <p:cNvPr id="6764" name="Google Shape;6764;p122"/>
              <p:cNvSpPr/>
              <p:nvPr/>
            </p:nvSpPr>
            <p:spPr>
              <a:xfrm>
                <a:off x="5075231" y="3345394"/>
                <a:ext cx="123390" cy="133886"/>
              </a:xfrm>
              <a:custGeom>
                <a:rect b="b" l="l" r="r" t="t"/>
                <a:pathLst>
                  <a:path extrusionOk="0" h="2245" w="2069">
                    <a:moveTo>
                      <a:pt x="2069" y="898"/>
                    </a:moveTo>
                    <a:cubicBezTo>
                      <a:pt x="2039" y="1249"/>
                      <a:pt x="2020" y="1591"/>
                      <a:pt x="1991" y="1932"/>
                    </a:cubicBezTo>
                    <a:cubicBezTo>
                      <a:pt x="1981" y="2127"/>
                      <a:pt x="1922" y="2176"/>
                      <a:pt x="1737" y="2205"/>
                    </a:cubicBezTo>
                    <a:cubicBezTo>
                      <a:pt x="1483" y="2244"/>
                      <a:pt x="1230" y="2186"/>
                      <a:pt x="976" y="2176"/>
                    </a:cubicBezTo>
                    <a:cubicBezTo>
                      <a:pt x="722" y="2156"/>
                      <a:pt x="488" y="2147"/>
                      <a:pt x="235" y="2137"/>
                    </a:cubicBezTo>
                    <a:cubicBezTo>
                      <a:pt x="30" y="2137"/>
                      <a:pt x="1" y="2088"/>
                      <a:pt x="20" y="1883"/>
                    </a:cubicBezTo>
                    <a:cubicBezTo>
                      <a:pt x="49" y="1678"/>
                      <a:pt x="49" y="1493"/>
                      <a:pt x="59" y="1298"/>
                    </a:cubicBezTo>
                    <a:cubicBezTo>
                      <a:pt x="69" y="966"/>
                      <a:pt x="98" y="634"/>
                      <a:pt x="147" y="303"/>
                    </a:cubicBezTo>
                    <a:cubicBezTo>
                      <a:pt x="176" y="88"/>
                      <a:pt x="225" y="30"/>
                      <a:pt x="430" y="20"/>
                    </a:cubicBezTo>
                    <a:cubicBezTo>
                      <a:pt x="888" y="0"/>
                      <a:pt x="1347" y="20"/>
                      <a:pt x="1796" y="69"/>
                    </a:cubicBezTo>
                    <a:cubicBezTo>
                      <a:pt x="2020" y="108"/>
                      <a:pt x="2069" y="156"/>
                      <a:pt x="2069" y="391"/>
                    </a:cubicBezTo>
                    <a:cubicBezTo>
                      <a:pt x="2069" y="556"/>
                      <a:pt x="2069" y="732"/>
                      <a:pt x="2069" y="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2"/>
              <p:cNvSpPr/>
              <p:nvPr/>
            </p:nvSpPr>
            <p:spPr>
              <a:xfrm>
                <a:off x="5095031" y="3365730"/>
                <a:ext cx="84387" cy="92557"/>
              </a:xfrm>
              <a:custGeom>
                <a:rect b="b" l="l" r="r" t="t"/>
                <a:pathLst>
                  <a:path extrusionOk="0" h="1552" w="1415">
                    <a:moveTo>
                      <a:pt x="1405" y="557"/>
                    </a:moveTo>
                    <a:cubicBezTo>
                      <a:pt x="1386" y="879"/>
                      <a:pt x="1366" y="1132"/>
                      <a:pt x="1346" y="1396"/>
                    </a:cubicBezTo>
                    <a:cubicBezTo>
                      <a:pt x="1337" y="1542"/>
                      <a:pt x="1327" y="1552"/>
                      <a:pt x="1171" y="1542"/>
                    </a:cubicBezTo>
                    <a:cubicBezTo>
                      <a:pt x="820" y="1523"/>
                      <a:pt x="459" y="1493"/>
                      <a:pt x="98" y="1474"/>
                    </a:cubicBezTo>
                    <a:cubicBezTo>
                      <a:pt x="29" y="1474"/>
                      <a:pt x="0" y="1435"/>
                      <a:pt x="10" y="1376"/>
                    </a:cubicBezTo>
                    <a:cubicBezTo>
                      <a:pt x="29" y="957"/>
                      <a:pt x="49" y="537"/>
                      <a:pt x="117" y="118"/>
                    </a:cubicBezTo>
                    <a:cubicBezTo>
                      <a:pt x="137" y="20"/>
                      <a:pt x="176" y="1"/>
                      <a:pt x="264" y="1"/>
                    </a:cubicBezTo>
                    <a:cubicBezTo>
                      <a:pt x="595" y="1"/>
                      <a:pt x="927" y="11"/>
                      <a:pt x="1268" y="40"/>
                    </a:cubicBezTo>
                    <a:cubicBezTo>
                      <a:pt x="1405" y="50"/>
                      <a:pt x="1405" y="59"/>
                      <a:pt x="1405" y="196"/>
                    </a:cubicBezTo>
                    <a:cubicBezTo>
                      <a:pt x="1415" y="332"/>
                      <a:pt x="1405" y="479"/>
                      <a:pt x="1405" y="55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122"/>
            <p:cNvGrpSpPr/>
            <p:nvPr/>
          </p:nvGrpSpPr>
          <p:grpSpPr>
            <a:xfrm>
              <a:off x="2924589" y="3093170"/>
              <a:ext cx="627804" cy="628400"/>
              <a:chOff x="4006451" y="2909020"/>
              <a:chExt cx="627804" cy="628400"/>
            </a:xfrm>
          </p:grpSpPr>
          <p:sp>
            <p:nvSpPr>
              <p:cNvPr id="6767" name="Google Shape;6767;p122"/>
              <p:cNvSpPr/>
              <p:nvPr/>
            </p:nvSpPr>
            <p:spPr>
              <a:xfrm>
                <a:off x="4006451" y="2909020"/>
                <a:ext cx="627804" cy="628400"/>
              </a:xfrm>
              <a:custGeom>
                <a:rect b="b" l="l" r="r" t="t"/>
                <a:pathLst>
                  <a:path extrusionOk="0" h="10537" w="10527">
                    <a:moveTo>
                      <a:pt x="10527" y="5074"/>
                    </a:moveTo>
                    <a:cubicBezTo>
                      <a:pt x="10527" y="7122"/>
                      <a:pt x="9288" y="8976"/>
                      <a:pt x="7395" y="9756"/>
                    </a:cubicBezTo>
                    <a:cubicBezTo>
                      <a:pt x="5503" y="10537"/>
                      <a:pt x="3317" y="10098"/>
                      <a:pt x="1874" y="8654"/>
                    </a:cubicBezTo>
                    <a:cubicBezTo>
                      <a:pt x="430" y="7200"/>
                      <a:pt x="1" y="5015"/>
                      <a:pt x="791" y="3122"/>
                    </a:cubicBezTo>
                    <a:cubicBezTo>
                      <a:pt x="1571" y="1240"/>
                      <a:pt x="3425" y="1"/>
                      <a:pt x="5473" y="10"/>
                    </a:cubicBezTo>
                    <a:cubicBezTo>
                      <a:pt x="8264" y="20"/>
                      <a:pt x="10527" y="2283"/>
                      <a:pt x="10527" y="50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2"/>
              <p:cNvSpPr/>
              <p:nvPr/>
            </p:nvSpPr>
            <p:spPr>
              <a:xfrm>
                <a:off x="4027384" y="2928223"/>
                <a:ext cx="587131" cy="587668"/>
              </a:xfrm>
              <a:custGeom>
                <a:rect b="b" l="l" r="r" t="t"/>
                <a:pathLst>
                  <a:path extrusionOk="0" h="9854" w="9845">
                    <a:moveTo>
                      <a:pt x="9844" y="4771"/>
                    </a:moveTo>
                    <a:cubicBezTo>
                      <a:pt x="9834" y="6683"/>
                      <a:pt x="8673" y="8410"/>
                      <a:pt x="6898" y="9132"/>
                    </a:cubicBezTo>
                    <a:cubicBezTo>
                      <a:pt x="5122" y="9854"/>
                      <a:pt x="3084" y="9434"/>
                      <a:pt x="1737" y="8068"/>
                    </a:cubicBezTo>
                    <a:cubicBezTo>
                      <a:pt x="391" y="6703"/>
                      <a:pt x="1" y="4664"/>
                      <a:pt x="752" y="2898"/>
                    </a:cubicBezTo>
                    <a:cubicBezTo>
                      <a:pt x="1503" y="1132"/>
                      <a:pt x="3240" y="1"/>
                      <a:pt x="5161" y="20"/>
                    </a:cubicBezTo>
                    <a:cubicBezTo>
                      <a:pt x="7737" y="30"/>
                      <a:pt x="9844" y="2157"/>
                      <a:pt x="9844" y="477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2"/>
              <p:cNvSpPr/>
              <p:nvPr/>
            </p:nvSpPr>
            <p:spPr>
              <a:xfrm>
                <a:off x="4073962" y="2971282"/>
                <a:ext cx="493977" cy="493977"/>
              </a:xfrm>
              <a:custGeom>
                <a:rect b="b" l="l" r="r" t="t"/>
                <a:pathLst>
                  <a:path extrusionOk="0" h="8283" w="8283">
                    <a:moveTo>
                      <a:pt x="8283" y="3991"/>
                    </a:moveTo>
                    <a:cubicBezTo>
                      <a:pt x="8283" y="5600"/>
                      <a:pt x="7307" y="7054"/>
                      <a:pt x="5815" y="7668"/>
                    </a:cubicBezTo>
                    <a:cubicBezTo>
                      <a:pt x="4332" y="8283"/>
                      <a:pt x="2615" y="7942"/>
                      <a:pt x="1473" y="6810"/>
                    </a:cubicBezTo>
                    <a:cubicBezTo>
                      <a:pt x="332" y="5669"/>
                      <a:pt x="0" y="3952"/>
                      <a:pt x="615" y="2469"/>
                    </a:cubicBezTo>
                    <a:cubicBezTo>
                      <a:pt x="1229" y="976"/>
                      <a:pt x="2683" y="1"/>
                      <a:pt x="4293" y="1"/>
                    </a:cubicBezTo>
                    <a:cubicBezTo>
                      <a:pt x="6497" y="10"/>
                      <a:pt x="8283" y="1786"/>
                      <a:pt x="8283" y="39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2"/>
              <p:cNvSpPr/>
              <p:nvPr/>
            </p:nvSpPr>
            <p:spPr>
              <a:xfrm>
                <a:off x="4111773" y="2991619"/>
                <a:ext cx="437560" cy="434698"/>
              </a:xfrm>
              <a:custGeom>
                <a:rect b="b" l="l" r="r" t="t"/>
                <a:pathLst>
                  <a:path extrusionOk="0" h="7289" w="7337">
                    <a:moveTo>
                      <a:pt x="1249" y="947"/>
                    </a:moveTo>
                    <a:cubicBezTo>
                      <a:pt x="1249" y="908"/>
                      <a:pt x="1269" y="869"/>
                      <a:pt x="1308" y="850"/>
                    </a:cubicBezTo>
                    <a:cubicBezTo>
                      <a:pt x="1883" y="362"/>
                      <a:pt x="2595" y="69"/>
                      <a:pt x="3346" y="1"/>
                    </a:cubicBezTo>
                    <a:cubicBezTo>
                      <a:pt x="3425" y="1"/>
                      <a:pt x="3493" y="1"/>
                      <a:pt x="3571" y="1"/>
                    </a:cubicBezTo>
                    <a:cubicBezTo>
                      <a:pt x="3620" y="1"/>
                      <a:pt x="3639" y="30"/>
                      <a:pt x="3639" y="79"/>
                    </a:cubicBezTo>
                    <a:cubicBezTo>
                      <a:pt x="3639" y="147"/>
                      <a:pt x="3639" y="216"/>
                      <a:pt x="3639" y="284"/>
                    </a:cubicBezTo>
                    <a:cubicBezTo>
                      <a:pt x="3649" y="401"/>
                      <a:pt x="3707" y="479"/>
                      <a:pt x="3805" y="469"/>
                    </a:cubicBezTo>
                    <a:cubicBezTo>
                      <a:pt x="3893" y="469"/>
                      <a:pt x="3942" y="401"/>
                      <a:pt x="3951" y="294"/>
                    </a:cubicBezTo>
                    <a:lnTo>
                      <a:pt x="3951" y="255"/>
                    </a:lnTo>
                    <a:cubicBezTo>
                      <a:pt x="3971" y="11"/>
                      <a:pt x="3971" y="1"/>
                      <a:pt x="4224" y="40"/>
                    </a:cubicBezTo>
                    <a:cubicBezTo>
                      <a:pt x="4985" y="157"/>
                      <a:pt x="5698" y="508"/>
                      <a:pt x="6234" y="1055"/>
                    </a:cubicBezTo>
                    <a:cubicBezTo>
                      <a:pt x="6341" y="1162"/>
                      <a:pt x="6341" y="1172"/>
                      <a:pt x="6234" y="1279"/>
                    </a:cubicBezTo>
                    <a:cubicBezTo>
                      <a:pt x="6127" y="1386"/>
                      <a:pt x="6059" y="1455"/>
                      <a:pt x="5971" y="1552"/>
                    </a:cubicBezTo>
                    <a:cubicBezTo>
                      <a:pt x="5883" y="1640"/>
                      <a:pt x="5873" y="1718"/>
                      <a:pt x="5922" y="1776"/>
                    </a:cubicBezTo>
                    <a:cubicBezTo>
                      <a:pt x="5980" y="1835"/>
                      <a:pt x="6078" y="1845"/>
                      <a:pt x="6166" y="1767"/>
                    </a:cubicBezTo>
                    <a:cubicBezTo>
                      <a:pt x="6263" y="1679"/>
                      <a:pt x="6322" y="1611"/>
                      <a:pt x="6400" y="1542"/>
                    </a:cubicBezTo>
                    <a:lnTo>
                      <a:pt x="6537" y="1416"/>
                    </a:lnTo>
                    <a:cubicBezTo>
                      <a:pt x="6732" y="1650"/>
                      <a:pt x="6888" y="1913"/>
                      <a:pt x="7005" y="2196"/>
                    </a:cubicBezTo>
                    <a:cubicBezTo>
                      <a:pt x="7229" y="2703"/>
                      <a:pt x="7337" y="3259"/>
                      <a:pt x="7297" y="3815"/>
                    </a:cubicBezTo>
                    <a:cubicBezTo>
                      <a:pt x="7297" y="3942"/>
                      <a:pt x="7288" y="3942"/>
                      <a:pt x="7161" y="3932"/>
                    </a:cubicBezTo>
                    <a:cubicBezTo>
                      <a:pt x="7112" y="3932"/>
                      <a:pt x="7063" y="3932"/>
                      <a:pt x="7015" y="3923"/>
                    </a:cubicBezTo>
                    <a:cubicBezTo>
                      <a:pt x="6927" y="3923"/>
                      <a:pt x="6858" y="3952"/>
                      <a:pt x="6839" y="4050"/>
                    </a:cubicBezTo>
                    <a:cubicBezTo>
                      <a:pt x="6829" y="4147"/>
                      <a:pt x="6888" y="4196"/>
                      <a:pt x="6995" y="4215"/>
                    </a:cubicBezTo>
                    <a:cubicBezTo>
                      <a:pt x="7083" y="4225"/>
                      <a:pt x="7171" y="4235"/>
                      <a:pt x="7258" y="4254"/>
                    </a:cubicBezTo>
                    <a:cubicBezTo>
                      <a:pt x="7122" y="5054"/>
                      <a:pt x="6722" y="5786"/>
                      <a:pt x="6127" y="6332"/>
                    </a:cubicBezTo>
                    <a:cubicBezTo>
                      <a:pt x="6059" y="6254"/>
                      <a:pt x="6000" y="6176"/>
                      <a:pt x="5941" y="6108"/>
                    </a:cubicBezTo>
                    <a:cubicBezTo>
                      <a:pt x="5893" y="6040"/>
                      <a:pt x="5795" y="6020"/>
                      <a:pt x="5727" y="6069"/>
                    </a:cubicBezTo>
                    <a:cubicBezTo>
                      <a:pt x="5668" y="6127"/>
                      <a:pt x="5659" y="6225"/>
                      <a:pt x="5707" y="6293"/>
                    </a:cubicBezTo>
                    <a:cubicBezTo>
                      <a:pt x="5717" y="6293"/>
                      <a:pt x="5717" y="6303"/>
                      <a:pt x="5727" y="6303"/>
                    </a:cubicBezTo>
                    <a:cubicBezTo>
                      <a:pt x="5883" y="6547"/>
                      <a:pt x="5883" y="6547"/>
                      <a:pt x="5639" y="6703"/>
                    </a:cubicBezTo>
                    <a:cubicBezTo>
                      <a:pt x="5102" y="7054"/>
                      <a:pt x="4488" y="7249"/>
                      <a:pt x="3854" y="7288"/>
                    </a:cubicBezTo>
                    <a:lnTo>
                      <a:pt x="3727" y="7288"/>
                    </a:lnTo>
                    <a:cubicBezTo>
                      <a:pt x="3668" y="7288"/>
                      <a:pt x="3649" y="7259"/>
                      <a:pt x="3649" y="7201"/>
                    </a:cubicBezTo>
                    <a:cubicBezTo>
                      <a:pt x="3649" y="7093"/>
                      <a:pt x="3659" y="6986"/>
                      <a:pt x="3659" y="6879"/>
                    </a:cubicBezTo>
                    <a:cubicBezTo>
                      <a:pt x="3649" y="6771"/>
                      <a:pt x="3600" y="6693"/>
                      <a:pt x="3512" y="6703"/>
                    </a:cubicBezTo>
                    <a:cubicBezTo>
                      <a:pt x="3425" y="6703"/>
                      <a:pt x="3366" y="6762"/>
                      <a:pt x="3356" y="6879"/>
                    </a:cubicBezTo>
                    <a:cubicBezTo>
                      <a:pt x="3346" y="6986"/>
                      <a:pt x="3346" y="7074"/>
                      <a:pt x="3346" y="7181"/>
                    </a:cubicBezTo>
                    <a:cubicBezTo>
                      <a:pt x="3346" y="7249"/>
                      <a:pt x="3317" y="7269"/>
                      <a:pt x="3259" y="7269"/>
                    </a:cubicBezTo>
                    <a:cubicBezTo>
                      <a:pt x="3093" y="7249"/>
                      <a:pt x="2927" y="7220"/>
                      <a:pt x="2771" y="7181"/>
                    </a:cubicBezTo>
                    <a:cubicBezTo>
                      <a:pt x="2234" y="7044"/>
                      <a:pt x="1747" y="6801"/>
                      <a:pt x="1327" y="6449"/>
                    </a:cubicBezTo>
                    <a:cubicBezTo>
                      <a:pt x="1376" y="6352"/>
                      <a:pt x="1454" y="6274"/>
                      <a:pt x="1532" y="6206"/>
                    </a:cubicBezTo>
                    <a:cubicBezTo>
                      <a:pt x="1620" y="6127"/>
                      <a:pt x="1639" y="6049"/>
                      <a:pt x="1581" y="5981"/>
                    </a:cubicBezTo>
                    <a:cubicBezTo>
                      <a:pt x="1512" y="5903"/>
                      <a:pt x="1395" y="5903"/>
                      <a:pt x="1327" y="5981"/>
                    </a:cubicBezTo>
                    <a:cubicBezTo>
                      <a:pt x="1249" y="6059"/>
                      <a:pt x="1171" y="6147"/>
                      <a:pt x="1093" y="6235"/>
                    </a:cubicBezTo>
                    <a:cubicBezTo>
                      <a:pt x="917" y="6069"/>
                      <a:pt x="761" y="5884"/>
                      <a:pt x="625" y="5679"/>
                    </a:cubicBezTo>
                    <a:cubicBezTo>
                      <a:pt x="273" y="5162"/>
                      <a:pt x="69" y="4567"/>
                      <a:pt x="20" y="3942"/>
                    </a:cubicBezTo>
                    <a:cubicBezTo>
                      <a:pt x="10" y="3806"/>
                      <a:pt x="20" y="3806"/>
                      <a:pt x="137" y="3806"/>
                    </a:cubicBezTo>
                    <a:cubicBezTo>
                      <a:pt x="205" y="3806"/>
                      <a:pt x="273" y="3806"/>
                      <a:pt x="342" y="3806"/>
                    </a:cubicBezTo>
                    <a:cubicBezTo>
                      <a:pt x="498" y="3786"/>
                      <a:pt x="517" y="3552"/>
                      <a:pt x="352" y="3523"/>
                    </a:cubicBezTo>
                    <a:cubicBezTo>
                      <a:pt x="283" y="3493"/>
                      <a:pt x="195" y="3493"/>
                      <a:pt x="117" y="3493"/>
                    </a:cubicBezTo>
                    <a:cubicBezTo>
                      <a:pt x="30" y="3493"/>
                      <a:pt x="0" y="3484"/>
                      <a:pt x="0" y="3386"/>
                    </a:cubicBezTo>
                    <a:cubicBezTo>
                      <a:pt x="59" y="2586"/>
                      <a:pt x="381" y="1825"/>
                      <a:pt x="908" y="1220"/>
                    </a:cubicBezTo>
                    <a:cubicBezTo>
                      <a:pt x="966" y="1152"/>
                      <a:pt x="1015" y="1133"/>
                      <a:pt x="1093" y="1211"/>
                    </a:cubicBezTo>
                    <a:cubicBezTo>
                      <a:pt x="1161" y="1259"/>
                      <a:pt x="1220" y="1318"/>
                      <a:pt x="1288" y="1377"/>
                    </a:cubicBezTo>
                    <a:cubicBezTo>
                      <a:pt x="1327" y="1455"/>
                      <a:pt x="1425" y="1474"/>
                      <a:pt x="1493" y="1425"/>
                    </a:cubicBezTo>
                    <a:cubicBezTo>
                      <a:pt x="1561" y="1367"/>
                      <a:pt x="1581" y="1259"/>
                      <a:pt x="1522" y="1191"/>
                    </a:cubicBezTo>
                    <a:cubicBezTo>
                      <a:pt x="1464" y="1113"/>
                      <a:pt x="1395" y="1055"/>
                      <a:pt x="1317" y="100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2"/>
              <p:cNvSpPr/>
              <p:nvPr/>
            </p:nvSpPr>
            <p:spPr>
              <a:xfrm>
                <a:off x="4226935" y="3049826"/>
                <a:ext cx="120527" cy="179270"/>
              </a:xfrm>
              <a:custGeom>
                <a:rect b="b" l="l" r="r" t="t"/>
                <a:pathLst>
                  <a:path extrusionOk="0" h="3006" w="2021">
                    <a:moveTo>
                      <a:pt x="2001" y="1513"/>
                    </a:moveTo>
                    <a:cubicBezTo>
                      <a:pt x="2020" y="1864"/>
                      <a:pt x="2020" y="2264"/>
                      <a:pt x="2011" y="2654"/>
                    </a:cubicBezTo>
                    <a:cubicBezTo>
                      <a:pt x="2011" y="2898"/>
                      <a:pt x="1923" y="3005"/>
                      <a:pt x="1679" y="3005"/>
                    </a:cubicBezTo>
                    <a:cubicBezTo>
                      <a:pt x="1181" y="2995"/>
                      <a:pt x="674" y="2976"/>
                      <a:pt x="177" y="2966"/>
                    </a:cubicBezTo>
                    <a:cubicBezTo>
                      <a:pt x="59" y="2966"/>
                      <a:pt x="1" y="2908"/>
                      <a:pt x="1" y="2820"/>
                    </a:cubicBezTo>
                    <a:cubicBezTo>
                      <a:pt x="1" y="2732"/>
                      <a:pt x="59" y="2683"/>
                      <a:pt x="177" y="2674"/>
                    </a:cubicBezTo>
                    <a:lnTo>
                      <a:pt x="401" y="2674"/>
                    </a:lnTo>
                    <a:cubicBezTo>
                      <a:pt x="762" y="2674"/>
                      <a:pt x="1133" y="2674"/>
                      <a:pt x="1494" y="2674"/>
                    </a:cubicBezTo>
                    <a:cubicBezTo>
                      <a:pt x="1679" y="2674"/>
                      <a:pt x="1679" y="2674"/>
                      <a:pt x="1679" y="2508"/>
                    </a:cubicBezTo>
                    <a:cubicBezTo>
                      <a:pt x="1679" y="1991"/>
                      <a:pt x="1669" y="1474"/>
                      <a:pt x="1669" y="957"/>
                    </a:cubicBezTo>
                    <a:cubicBezTo>
                      <a:pt x="1669" y="713"/>
                      <a:pt x="1669" y="479"/>
                      <a:pt x="1669" y="235"/>
                    </a:cubicBezTo>
                    <a:cubicBezTo>
                      <a:pt x="1669" y="215"/>
                      <a:pt x="1669" y="196"/>
                      <a:pt x="1669" y="176"/>
                    </a:cubicBezTo>
                    <a:cubicBezTo>
                      <a:pt x="1689" y="69"/>
                      <a:pt x="1757" y="1"/>
                      <a:pt x="1835" y="1"/>
                    </a:cubicBezTo>
                    <a:cubicBezTo>
                      <a:pt x="1933" y="10"/>
                      <a:pt x="1991" y="98"/>
                      <a:pt x="1972" y="186"/>
                    </a:cubicBezTo>
                    <a:cubicBezTo>
                      <a:pt x="1952" y="615"/>
                      <a:pt x="2001" y="1044"/>
                      <a:pt x="2001" y="15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2" name="Google Shape;6772;p122"/>
          <p:cNvGrpSpPr/>
          <p:nvPr/>
        </p:nvGrpSpPr>
        <p:grpSpPr>
          <a:xfrm>
            <a:off x="2048448" y="3078081"/>
            <a:ext cx="1015936" cy="728413"/>
            <a:chOff x="1498848" y="3078081"/>
            <a:chExt cx="1015936" cy="728413"/>
          </a:xfrm>
        </p:grpSpPr>
        <p:grpSp>
          <p:nvGrpSpPr>
            <p:cNvPr id="6773" name="Google Shape;6773;p122"/>
            <p:cNvGrpSpPr/>
            <p:nvPr/>
          </p:nvGrpSpPr>
          <p:grpSpPr>
            <a:xfrm>
              <a:off x="1498848" y="3113566"/>
              <a:ext cx="266580" cy="692928"/>
              <a:chOff x="2922523" y="2929416"/>
              <a:chExt cx="266580" cy="692928"/>
            </a:xfrm>
          </p:grpSpPr>
          <p:sp>
            <p:nvSpPr>
              <p:cNvPr id="6774" name="Google Shape;6774;p122"/>
              <p:cNvSpPr/>
              <p:nvPr/>
            </p:nvSpPr>
            <p:spPr>
              <a:xfrm>
                <a:off x="2922523" y="2929416"/>
                <a:ext cx="266580" cy="692928"/>
              </a:xfrm>
              <a:custGeom>
                <a:rect b="b" l="l" r="r" t="t"/>
                <a:pathLst>
                  <a:path extrusionOk="0" h="11619" w="4470">
                    <a:moveTo>
                      <a:pt x="4371" y="4654"/>
                    </a:moveTo>
                    <a:cubicBezTo>
                      <a:pt x="4342" y="5834"/>
                      <a:pt x="4371" y="7161"/>
                      <a:pt x="4450" y="8478"/>
                    </a:cubicBezTo>
                    <a:cubicBezTo>
                      <a:pt x="4469" y="8692"/>
                      <a:pt x="4410" y="8907"/>
                      <a:pt x="4293" y="9083"/>
                    </a:cubicBezTo>
                    <a:cubicBezTo>
                      <a:pt x="4030" y="9453"/>
                      <a:pt x="3757" y="9804"/>
                      <a:pt x="3454" y="10136"/>
                    </a:cubicBezTo>
                    <a:cubicBezTo>
                      <a:pt x="3133" y="10507"/>
                      <a:pt x="2820" y="10878"/>
                      <a:pt x="2498" y="11248"/>
                    </a:cubicBezTo>
                    <a:cubicBezTo>
                      <a:pt x="2430" y="11326"/>
                      <a:pt x="2352" y="11404"/>
                      <a:pt x="2284" y="11482"/>
                    </a:cubicBezTo>
                    <a:cubicBezTo>
                      <a:pt x="2167" y="11609"/>
                      <a:pt x="1972" y="11619"/>
                      <a:pt x="1845" y="11512"/>
                    </a:cubicBezTo>
                    <a:cubicBezTo>
                      <a:pt x="1659" y="11385"/>
                      <a:pt x="1503" y="11248"/>
                      <a:pt x="1357" y="11082"/>
                    </a:cubicBezTo>
                    <a:cubicBezTo>
                      <a:pt x="1055" y="10731"/>
                      <a:pt x="742" y="10370"/>
                      <a:pt x="440" y="10019"/>
                    </a:cubicBezTo>
                    <a:cubicBezTo>
                      <a:pt x="303" y="9843"/>
                      <a:pt x="186" y="9658"/>
                      <a:pt x="79" y="9463"/>
                    </a:cubicBezTo>
                    <a:cubicBezTo>
                      <a:pt x="40" y="9404"/>
                      <a:pt x="20" y="9346"/>
                      <a:pt x="30" y="9278"/>
                    </a:cubicBezTo>
                    <a:cubicBezTo>
                      <a:pt x="40" y="9053"/>
                      <a:pt x="50" y="8829"/>
                      <a:pt x="60" y="8614"/>
                    </a:cubicBezTo>
                    <a:cubicBezTo>
                      <a:pt x="69" y="8497"/>
                      <a:pt x="69" y="8390"/>
                      <a:pt x="60" y="8273"/>
                    </a:cubicBezTo>
                    <a:cubicBezTo>
                      <a:pt x="30" y="7258"/>
                      <a:pt x="1" y="6244"/>
                      <a:pt x="11" y="5229"/>
                    </a:cubicBezTo>
                    <a:cubicBezTo>
                      <a:pt x="11" y="4458"/>
                      <a:pt x="11" y="3697"/>
                      <a:pt x="30" y="2937"/>
                    </a:cubicBezTo>
                    <a:cubicBezTo>
                      <a:pt x="60" y="2176"/>
                      <a:pt x="108" y="1385"/>
                      <a:pt x="157" y="615"/>
                    </a:cubicBezTo>
                    <a:cubicBezTo>
                      <a:pt x="177" y="283"/>
                      <a:pt x="255" y="185"/>
                      <a:pt x="577" y="127"/>
                    </a:cubicBezTo>
                    <a:cubicBezTo>
                      <a:pt x="947" y="49"/>
                      <a:pt x="1328" y="10"/>
                      <a:pt x="1708" y="10"/>
                    </a:cubicBezTo>
                    <a:cubicBezTo>
                      <a:pt x="2147" y="20"/>
                      <a:pt x="2596" y="29"/>
                      <a:pt x="3035" y="10"/>
                    </a:cubicBezTo>
                    <a:cubicBezTo>
                      <a:pt x="3396" y="0"/>
                      <a:pt x="3767" y="29"/>
                      <a:pt x="4128" y="98"/>
                    </a:cubicBezTo>
                    <a:cubicBezTo>
                      <a:pt x="4371" y="137"/>
                      <a:pt x="4430" y="185"/>
                      <a:pt x="4420" y="439"/>
                    </a:cubicBezTo>
                    <a:cubicBezTo>
                      <a:pt x="4391" y="1785"/>
                      <a:pt x="4371" y="3151"/>
                      <a:pt x="4371" y="46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2"/>
              <p:cNvSpPr/>
              <p:nvPr/>
            </p:nvSpPr>
            <p:spPr>
              <a:xfrm>
                <a:off x="2942920" y="2949156"/>
                <a:ext cx="226384" cy="650526"/>
              </a:xfrm>
              <a:custGeom>
                <a:rect b="b" l="l" r="r" t="t"/>
                <a:pathLst>
                  <a:path extrusionOk="0" h="10908" w="3796">
                    <a:moveTo>
                      <a:pt x="3698" y="4576"/>
                    </a:moveTo>
                    <a:cubicBezTo>
                      <a:pt x="3669" y="5532"/>
                      <a:pt x="3708" y="6830"/>
                      <a:pt x="3776" y="8127"/>
                    </a:cubicBezTo>
                    <a:cubicBezTo>
                      <a:pt x="3795" y="8303"/>
                      <a:pt x="3747" y="8478"/>
                      <a:pt x="3639" y="8615"/>
                    </a:cubicBezTo>
                    <a:cubicBezTo>
                      <a:pt x="3395" y="8927"/>
                      <a:pt x="3171" y="9249"/>
                      <a:pt x="2908" y="9542"/>
                    </a:cubicBezTo>
                    <a:cubicBezTo>
                      <a:pt x="2566" y="9932"/>
                      <a:pt x="2244" y="10332"/>
                      <a:pt x="1903" y="10712"/>
                    </a:cubicBezTo>
                    <a:cubicBezTo>
                      <a:pt x="1864" y="10761"/>
                      <a:pt x="1815" y="10800"/>
                      <a:pt x="1776" y="10849"/>
                    </a:cubicBezTo>
                    <a:cubicBezTo>
                      <a:pt x="1737" y="10898"/>
                      <a:pt x="1688" y="10908"/>
                      <a:pt x="1630" y="10859"/>
                    </a:cubicBezTo>
                    <a:cubicBezTo>
                      <a:pt x="1493" y="10761"/>
                      <a:pt x="1376" y="10644"/>
                      <a:pt x="1259" y="10517"/>
                    </a:cubicBezTo>
                    <a:cubicBezTo>
                      <a:pt x="995" y="10205"/>
                      <a:pt x="722" y="9893"/>
                      <a:pt x="449" y="9581"/>
                    </a:cubicBezTo>
                    <a:cubicBezTo>
                      <a:pt x="313" y="9415"/>
                      <a:pt x="196" y="9249"/>
                      <a:pt x="88" y="9073"/>
                    </a:cubicBezTo>
                    <a:cubicBezTo>
                      <a:pt x="49" y="9005"/>
                      <a:pt x="30" y="8917"/>
                      <a:pt x="30" y="8839"/>
                    </a:cubicBezTo>
                    <a:cubicBezTo>
                      <a:pt x="69" y="8108"/>
                      <a:pt x="30" y="7366"/>
                      <a:pt x="30" y="6635"/>
                    </a:cubicBezTo>
                    <a:cubicBezTo>
                      <a:pt x="0" y="5259"/>
                      <a:pt x="0" y="3874"/>
                      <a:pt x="39" y="2498"/>
                    </a:cubicBezTo>
                    <a:cubicBezTo>
                      <a:pt x="59" y="1776"/>
                      <a:pt x="108" y="1054"/>
                      <a:pt x="157" y="333"/>
                    </a:cubicBezTo>
                    <a:cubicBezTo>
                      <a:pt x="166" y="137"/>
                      <a:pt x="166" y="137"/>
                      <a:pt x="371" y="98"/>
                    </a:cubicBezTo>
                    <a:cubicBezTo>
                      <a:pt x="703" y="30"/>
                      <a:pt x="1044" y="1"/>
                      <a:pt x="1386" y="1"/>
                    </a:cubicBezTo>
                    <a:cubicBezTo>
                      <a:pt x="1903" y="11"/>
                      <a:pt x="2420" y="11"/>
                      <a:pt x="2927" y="1"/>
                    </a:cubicBezTo>
                    <a:cubicBezTo>
                      <a:pt x="3171" y="1"/>
                      <a:pt x="3415" y="20"/>
                      <a:pt x="3659" y="69"/>
                    </a:cubicBezTo>
                    <a:cubicBezTo>
                      <a:pt x="3756" y="79"/>
                      <a:pt x="3766" y="128"/>
                      <a:pt x="3766" y="206"/>
                    </a:cubicBezTo>
                    <a:cubicBezTo>
                      <a:pt x="3756" y="284"/>
                      <a:pt x="3766" y="391"/>
                      <a:pt x="3756" y="479"/>
                    </a:cubicBezTo>
                    <a:cubicBezTo>
                      <a:pt x="3708" y="1737"/>
                      <a:pt x="3708" y="2986"/>
                      <a:pt x="3698" y="45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122"/>
            <p:cNvGrpSpPr/>
            <p:nvPr/>
          </p:nvGrpSpPr>
          <p:grpSpPr>
            <a:xfrm>
              <a:off x="1870098" y="3115892"/>
              <a:ext cx="271708" cy="683088"/>
              <a:chOff x="3293773" y="2931742"/>
              <a:chExt cx="271708" cy="683088"/>
            </a:xfrm>
          </p:grpSpPr>
          <p:sp>
            <p:nvSpPr>
              <p:cNvPr id="6777" name="Google Shape;6777;p122"/>
              <p:cNvSpPr/>
              <p:nvPr/>
            </p:nvSpPr>
            <p:spPr>
              <a:xfrm>
                <a:off x="3293773" y="2931742"/>
                <a:ext cx="271708" cy="683088"/>
              </a:xfrm>
              <a:custGeom>
                <a:rect b="b" l="l" r="r" t="t"/>
                <a:pathLst>
                  <a:path extrusionOk="0" h="11454" w="4556">
                    <a:moveTo>
                      <a:pt x="4507" y="4302"/>
                    </a:moveTo>
                    <a:cubicBezTo>
                      <a:pt x="4488" y="5268"/>
                      <a:pt x="4478" y="6478"/>
                      <a:pt x="4390" y="7678"/>
                    </a:cubicBezTo>
                    <a:cubicBezTo>
                      <a:pt x="4331" y="8468"/>
                      <a:pt x="4195" y="9248"/>
                      <a:pt x="3873" y="9980"/>
                    </a:cubicBezTo>
                    <a:cubicBezTo>
                      <a:pt x="3775" y="10185"/>
                      <a:pt x="3668" y="10400"/>
                      <a:pt x="3541" y="10595"/>
                    </a:cubicBezTo>
                    <a:cubicBezTo>
                      <a:pt x="3132" y="11258"/>
                      <a:pt x="2527" y="11453"/>
                      <a:pt x="1776" y="11356"/>
                    </a:cubicBezTo>
                    <a:cubicBezTo>
                      <a:pt x="1132" y="11268"/>
                      <a:pt x="712" y="10897"/>
                      <a:pt x="459" y="10312"/>
                    </a:cubicBezTo>
                    <a:cubicBezTo>
                      <a:pt x="224" y="9746"/>
                      <a:pt x="88" y="9141"/>
                      <a:pt x="59" y="8527"/>
                    </a:cubicBezTo>
                    <a:cubicBezTo>
                      <a:pt x="0" y="7356"/>
                      <a:pt x="59" y="6195"/>
                      <a:pt x="88" y="5034"/>
                    </a:cubicBezTo>
                    <a:cubicBezTo>
                      <a:pt x="107" y="4410"/>
                      <a:pt x="146" y="3785"/>
                      <a:pt x="137" y="3161"/>
                    </a:cubicBezTo>
                    <a:cubicBezTo>
                      <a:pt x="127" y="2829"/>
                      <a:pt x="166" y="2498"/>
                      <a:pt x="195" y="2166"/>
                    </a:cubicBezTo>
                    <a:cubicBezTo>
                      <a:pt x="205" y="2039"/>
                      <a:pt x="215" y="1922"/>
                      <a:pt x="215" y="1795"/>
                    </a:cubicBezTo>
                    <a:cubicBezTo>
                      <a:pt x="215" y="1307"/>
                      <a:pt x="293" y="839"/>
                      <a:pt x="332" y="361"/>
                    </a:cubicBezTo>
                    <a:cubicBezTo>
                      <a:pt x="341" y="254"/>
                      <a:pt x="410" y="186"/>
                      <a:pt x="556" y="166"/>
                    </a:cubicBezTo>
                    <a:cubicBezTo>
                      <a:pt x="702" y="137"/>
                      <a:pt x="819" y="127"/>
                      <a:pt x="956" y="117"/>
                    </a:cubicBezTo>
                    <a:cubicBezTo>
                      <a:pt x="1600" y="59"/>
                      <a:pt x="2254" y="59"/>
                      <a:pt x="2897" y="20"/>
                    </a:cubicBezTo>
                    <a:cubicBezTo>
                      <a:pt x="3249" y="0"/>
                      <a:pt x="3590" y="0"/>
                      <a:pt x="3941" y="0"/>
                    </a:cubicBezTo>
                    <a:cubicBezTo>
                      <a:pt x="4039" y="0"/>
                      <a:pt x="4127" y="10"/>
                      <a:pt x="4224" y="29"/>
                    </a:cubicBezTo>
                    <a:cubicBezTo>
                      <a:pt x="4400" y="59"/>
                      <a:pt x="4527" y="205"/>
                      <a:pt x="4507" y="381"/>
                    </a:cubicBezTo>
                    <a:cubicBezTo>
                      <a:pt x="4527" y="1005"/>
                      <a:pt x="4527" y="1620"/>
                      <a:pt x="4546" y="2234"/>
                    </a:cubicBezTo>
                    <a:cubicBezTo>
                      <a:pt x="4556" y="2849"/>
                      <a:pt x="4507" y="3454"/>
                      <a:pt x="4507" y="43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2"/>
              <p:cNvSpPr/>
              <p:nvPr/>
            </p:nvSpPr>
            <p:spPr>
              <a:xfrm>
                <a:off x="3314706" y="2951482"/>
                <a:ext cx="231572" cy="642356"/>
              </a:xfrm>
              <a:custGeom>
                <a:rect b="b" l="l" r="r" t="t"/>
                <a:pathLst>
                  <a:path extrusionOk="0" h="10771" w="3883">
                    <a:moveTo>
                      <a:pt x="3834" y="3396"/>
                    </a:moveTo>
                    <a:cubicBezTo>
                      <a:pt x="3815" y="4908"/>
                      <a:pt x="3795" y="6069"/>
                      <a:pt x="3717" y="7230"/>
                    </a:cubicBezTo>
                    <a:cubicBezTo>
                      <a:pt x="3688" y="7893"/>
                      <a:pt x="3561" y="8547"/>
                      <a:pt x="3356" y="9181"/>
                    </a:cubicBezTo>
                    <a:cubicBezTo>
                      <a:pt x="3239" y="9513"/>
                      <a:pt x="3083" y="9825"/>
                      <a:pt x="2898" y="10117"/>
                    </a:cubicBezTo>
                    <a:cubicBezTo>
                      <a:pt x="2576" y="10615"/>
                      <a:pt x="2117" y="10771"/>
                      <a:pt x="1551" y="10712"/>
                    </a:cubicBezTo>
                    <a:cubicBezTo>
                      <a:pt x="956" y="10664"/>
                      <a:pt x="595" y="10322"/>
                      <a:pt x="390" y="9786"/>
                    </a:cubicBezTo>
                    <a:cubicBezTo>
                      <a:pt x="156" y="9210"/>
                      <a:pt x="39" y="8595"/>
                      <a:pt x="20" y="7971"/>
                    </a:cubicBezTo>
                    <a:cubicBezTo>
                      <a:pt x="0" y="6654"/>
                      <a:pt x="39" y="5347"/>
                      <a:pt x="88" y="4040"/>
                    </a:cubicBezTo>
                    <a:cubicBezTo>
                      <a:pt x="98" y="3903"/>
                      <a:pt x="108" y="3766"/>
                      <a:pt x="98" y="3640"/>
                    </a:cubicBezTo>
                    <a:cubicBezTo>
                      <a:pt x="78" y="2664"/>
                      <a:pt x="195" y="1689"/>
                      <a:pt x="225" y="713"/>
                    </a:cubicBezTo>
                    <a:cubicBezTo>
                      <a:pt x="225" y="537"/>
                      <a:pt x="283" y="372"/>
                      <a:pt x="303" y="196"/>
                    </a:cubicBezTo>
                    <a:cubicBezTo>
                      <a:pt x="312" y="118"/>
                      <a:pt x="361" y="118"/>
                      <a:pt x="420" y="118"/>
                    </a:cubicBezTo>
                    <a:cubicBezTo>
                      <a:pt x="712" y="98"/>
                      <a:pt x="1005" y="79"/>
                      <a:pt x="1298" y="69"/>
                    </a:cubicBezTo>
                    <a:cubicBezTo>
                      <a:pt x="2029" y="59"/>
                      <a:pt x="2761" y="1"/>
                      <a:pt x="3502" y="11"/>
                    </a:cubicBezTo>
                    <a:cubicBezTo>
                      <a:pt x="3883" y="11"/>
                      <a:pt x="3834" y="11"/>
                      <a:pt x="3844" y="352"/>
                    </a:cubicBezTo>
                    <a:cubicBezTo>
                      <a:pt x="3863" y="1484"/>
                      <a:pt x="3883" y="2615"/>
                      <a:pt x="3834" y="339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122"/>
            <p:cNvGrpSpPr/>
            <p:nvPr/>
          </p:nvGrpSpPr>
          <p:grpSpPr>
            <a:xfrm>
              <a:off x="2228465" y="3078081"/>
              <a:ext cx="286320" cy="722628"/>
              <a:chOff x="3652140" y="2893931"/>
              <a:chExt cx="286320" cy="722628"/>
            </a:xfrm>
          </p:grpSpPr>
          <p:sp>
            <p:nvSpPr>
              <p:cNvPr id="6780" name="Google Shape;6780;p122"/>
              <p:cNvSpPr/>
              <p:nvPr/>
            </p:nvSpPr>
            <p:spPr>
              <a:xfrm>
                <a:off x="3652140" y="2893931"/>
                <a:ext cx="286320" cy="722628"/>
              </a:xfrm>
              <a:custGeom>
                <a:rect b="b" l="l" r="r" t="t"/>
                <a:pathLst>
                  <a:path extrusionOk="0" h="12117" w="4801">
                    <a:moveTo>
                      <a:pt x="1435" y="800"/>
                    </a:moveTo>
                    <a:cubicBezTo>
                      <a:pt x="1513" y="673"/>
                      <a:pt x="1571" y="556"/>
                      <a:pt x="1639" y="439"/>
                    </a:cubicBezTo>
                    <a:cubicBezTo>
                      <a:pt x="1864" y="59"/>
                      <a:pt x="1971" y="39"/>
                      <a:pt x="2342" y="293"/>
                    </a:cubicBezTo>
                    <a:cubicBezTo>
                      <a:pt x="2478" y="390"/>
                      <a:pt x="2615" y="507"/>
                      <a:pt x="2742" y="624"/>
                    </a:cubicBezTo>
                    <a:lnTo>
                      <a:pt x="2986" y="332"/>
                    </a:lnTo>
                    <a:cubicBezTo>
                      <a:pt x="3025" y="283"/>
                      <a:pt x="3064" y="224"/>
                      <a:pt x="3103" y="176"/>
                    </a:cubicBezTo>
                    <a:cubicBezTo>
                      <a:pt x="3191" y="49"/>
                      <a:pt x="3376" y="49"/>
                      <a:pt x="3473" y="166"/>
                    </a:cubicBezTo>
                    <a:cubicBezTo>
                      <a:pt x="3551" y="254"/>
                      <a:pt x="3630" y="351"/>
                      <a:pt x="3688" y="449"/>
                    </a:cubicBezTo>
                    <a:cubicBezTo>
                      <a:pt x="3795" y="585"/>
                      <a:pt x="3795" y="585"/>
                      <a:pt x="3912" y="478"/>
                    </a:cubicBezTo>
                    <a:cubicBezTo>
                      <a:pt x="4010" y="381"/>
                      <a:pt x="4108" y="273"/>
                      <a:pt x="4215" y="176"/>
                    </a:cubicBezTo>
                    <a:cubicBezTo>
                      <a:pt x="4410" y="0"/>
                      <a:pt x="4566" y="59"/>
                      <a:pt x="4625" y="322"/>
                    </a:cubicBezTo>
                    <a:cubicBezTo>
                      <a:pt x="4664" y="527"/>
                      <a:pt x="4683" y="741"/>
                      <a:pt x="4683" y="956"/>
                    </a:cubicBezTo>
                    <a:cubicBezTo>
                      <a:pt x="4742" y="3034"/>
                      <a:pt x="4800" y="5092"/>
                      <a:pt x="4781" y="7161"/>
                    </a:cubicBezTo>
                    <a:cubicBezTo>
                      <a:pt x="4771" y="8507"/>
                      <a:pt x="4683" y="9853"/>
                      <a:pt x="4508" y="11190"/>
                    </a:cubicBezTo>
                    <a:cubicBezTo>
                      <a:pt x="4488" y="11336"/>
                      <a:pt x="4478" y="11482"/>
                      <a:pt x="4449" y="11619"/>
                    </a:cubicBezTo>
                    <a:cubicBezTo>
                      <a:pt x="4449" y="11795"/>
                      <a:pt x="4273" y="11902"/>
                      <a:pt x="4117" y="11824"/>
                    </a:cubicBezTo>
                    <a:cubicBezTo>
                      <a:pt x="3961" y="11775"/>
                      <a:pt x="3825" y="11687"/>
                      <a:pt x="3717" y="11570"/>
                    </a:cubicBezTo>
                    <a:cubicBezTo>
                      <a:pt x="3659" y="11512"/>
                      <a:pt x="3610" y="11443"/>
                      <a:pt x="3581" y="11414"/>
                    </a:cubicBezTo>
                    <a:lnTo>
                      <a:pt x="3132" y="11824"/>
                    </a:lnTo>
                    <a:cubicBezTo>
                      <a:pt x="3064" y="11882"/>
                      <a:pt x="3005" y="11941"/>
                      <a:pt x="2937" y="11999"/>
                    </a:cubicBezTo>
                    <a:cubicBezTo>
                      <a:pt x="2830" y="12107"/>
                      <a:pt x="2644" y="12107"/>
                      <a:pt x="2537" y="11999"/>
                    </a:cubicBezTo>
                    <a:cubicBezTo>
                      <a:pt x="2439" y="11931"/>
                      <a:pt x="2352" y="11843"/>
                      <a:pt x="2264" y="11765"/>
                    </a:cubicBezTo>
                    <a:cubicBezTo>
                      <a:pt x="2215" y="11726"/>
                      <a:pt x="2166" y="11687"/>
                      <a:pt x="2127" y="11648"/>
                    </a:cubicBezTo>
                    <a:cubicBezTo>
                      <a:pt x="2000" y="11551"/>
                      <a:pt x="1981" y="11551"/>
                      <a:pt x="1874" y="11658"/>
                    </a:cubicBezTo>
                    <a:cubicBezTo>
                      <a:pt x="1805" y="11716"/>
                      <a:pt x="1756" y="11785"/>
                      <a:pt x="1698" y="11853"/>
                    </a:cubicBezTo>
                    <a:cubicBezTo>
                      <a:pt x="1649" y="11912"/>
                      <a:pt x="1591" y="11960"/>
                      <a:pt x="1542" y="12009"/>
                    </a:cubicBezTo>
                    <a:cubicBezTo>
                      <a:pt x="1435" y="12116"/>
                      <a:pt x="1269" y="12097"/>
                      <a:pt x="1191" y="11970"/>
                    </a:cubicBezTo>
                    <a:cubicBezTo>
                      <a:pt x="1113" y="11863"/>
                      <a:pt x="1044" y="11746"/>
                      <a:pt x="966" y="11629"/>
                    </a:cubicBezTo>
                    <a:cubicBezTo>
                      <a:pt x="888" y="11668"/>
                      <a:pt x="820" y="11726"/>
                      <a:pt x="761" y="11795"/>
                    </a:cubicBezTo>
                    <a:cubicBezTo>
                      <a:pt x="674" y="11882"/>
                      <a:pt x="576" y="11960"/>
                      <a:pt x="459" y="12009"/>
                    </a:cubicBezTo>
                    <a:cubicBezTo>
                      <a:pt x="274" y="12068"/>
                      <a:pt x="166" y="12019"/>
                      <a:pt x="118" y="11834"/>
                    </a:cubicBezTo>
                    <a:cubicBezTo>
                      <a:pt x="98" y="11736"/>
                      <a:pt x="78" y="11629"/>
                      <a:pt x="69" y="11521"/>
                    </a:cubicBezTo>
                    <a:cubicBezTo>
                      <a:pt x="20" y="10458"/>
                      <a:pt x="0" y="9395"/>
                      <a:pt x="20" y="8331"/>
                    </a:cubicBezTo>
                    <a:cubicBezTo>
                      <a:pt x="30" y="7414"/>
                      <a:pt x="59" y="6497"/>
                      <a:pt x="118" y="5580"/>
                    </a:cubicBezTo>
                    <a:cubicBezTo>
                      <a:pt x="166" y="4741"/>
                      <a:pt x="225" y="3912"/>
                      <a:pt x="264" y="3073"/>
                    </a:cubicBezTo>
                    <a:cubicBezTo>
                      <a:pt x="303" y="2302"/>
                      <a:pt x="381" y="1532"/>
                      <a:pt x="508" y="761"/>
                    </a:cubicBezTo>
                    <a:cubicBezTo>
                      <a:pt x="537" y="527"/>
                      <a:pt x="625" y="468"/>
                      <a:pt x="869" y="507"/>
                    </a:cubicBezTo>
                    <a:cubicBezTo>
                      <a:pt x="966" y="527"/>
                      <a:pt x="1054" y="566"/>
                      <a:pt x="1142" y="6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2"/>
              <p:cNvSpPr/>
              <p:nvPr/>
            </p:nvSpPr>
            <p:spPr>
              <a:xfrm>
                <a:off x="3671940" y="2921842"/>
                <a:ext cx="247913" cy="673188"/>
              </a:xfrm>
              <a:custGeom>
                <a:rect b="b" l="l" r="r" t="t"/>
                <a:pathLst>
                  <a:path extrusionOk="0" h="11288" w="4157">
                    <a:moveTo>
                      <a:pt x="517" y="391"/>
                    </a:moveTo>
                    <a:cubicBezTo>
                      <a:pt x="664" y="449"/>
                      <a:pt x="790" y="527"/>
                      <a:pt x="917" y="615"/>
                    </a:cubicBezTo>
                    <a:cubicBezTo>
                      <a:pt x="1210" y="781"/>
                      <a:pt x="1249" y="771"/>
                      <a:pt x="1405" y="469"/>
                    </a:cubicBezTo>
                    <a:cubicBezTo>
                      <a:pt x="1483" y="332"/>
                      <a:pt x="1561" y="195"/>
                      <a:pt x="1639" y="69"/>
                    </a:cubicBezTo>
                    <a:cubicBezTo>
                      <a:pt x="1649" y="49"/>
                      <a:pt x="1668" y="30"/>
                      <a:pt x="1688" y="10"/>
                    </a:cubicBezTo>
                    <a:cubicBezTo>
                      <a:pt x="1805" y="78"/>
                      <a:pt x="1922" y="156"/>
                      <a:pt x="2020" y="254"/>
                    </a:cubicBezTo>
                    <a:cubicBezTo>
                      <a:pt x="2078" y="312"/>
                      <a:pt x="2146" y="371"/>
                      <a:pt x="2195" y="420"/>
                    </a:cubicBezTo>
                    <a:cubicBezTo>
                      <a:pt x="2371" y="566"/>
                      <a:pt x="2488" y="566"/>
                      <a:pt x="2644" y="381"/>
                    </a:cubicBezTo>
                    <a:cubicBezTo>
                      <a:pt x="2751" y="264"/>
                      <a:pt x="2849" y="137"/>
                      <a:pt x="2966" y="0"/>
                    </a:cubicBezTo>
                    <a:cubicBezTo>
                      <a:pt x="3024" y="78"/>
                      <a:pt x="3073" y="156"/>
                      <a:pt x="3132" y="225"/>
                    </a:cubicBezTo>
                    <a:cubicBezTo>
                      <a:pt x="3346" y="517"/>
                      <a:pt x="3512" y="527"/>
                      <a:pt x="3766" y="283"/>
                    </a:cubicBezTo>
                    <a:cubicBezTo>
                      <a:pt x="3834" y="215"/>
                      <a:pt x="3902" y="156"/>
                      <a:pt x="3980" y="69"/>
                    </a:cubicBezTo>
                    <a:cubicBezTo>
                      <a:pt x="4010" y="303"/>
                      <a:pt x="4029" y="527"/>
                      <a:pt x="4029" y="761"/>
                    </a:cubicBezTo>
                    <a:cubicBezTo>
                      <a:pt x="4088" y="2790"/>
                      <a:pt x="4156" y="4829"/>
                      <a:pt x="4117" y="6858"/>
                    </a:cubicBezTo>
                    <a:cubicBezTo>
                      <a:pt x="4107" y="8136"/>
                      <a:pt x="4019" y="9405"/>
                      <a:pt x="3854" y="10663"/>
                    </a:cubicBezTo>
                    <a:cubicBezTo>
                      <a:pt x="3844" y="10770"/>
                      <a:pt x="3834" y="10878"/>
                      <a:pt x="3805" y="10985"/>
                    </a:cubicBezTo>
                    <a:cubicBezTo>
                      <a:pt x="3727" y="10966"/>
                      <a:pt x="3658" y="10927"/>
                      <a:pt x="3600" y="10858"/>
                    </a:cubicBezTo>
                    <a:cubicBezTo>
                      <a:pt x="3532" y="10790"/>
                      <a:pt x="3463" y="10722"/>
                      <a:pt x="3385" y="10653"/>
                    </a:cubicBezTo>
                    <a:cubicBezTo>
                      <a:pt x="3219" y="10527"/>
                      <a:pt x="3112" y="10536"/>
                      <a:pt x="2966" y="10692"/>
                    </a:cubicBezTo>
                    <a:cubicBezTo>
                      <a:pt x="2829" y="10848"/>
                      <a:pt x="2683" y="11005"/>
                      <a:pt x="2527" y="11161"/>
                    </a:cubicBezTo>
                    <a:cubicBezTo>
                      <a:pt x="2410" y="11287"/>
                      <a:pt x="2410" y="11287"/>
                      <a:pt x="2263" y="11170"/>
                    </a:cubicBezTo>
                    <a:cubicBezTo>
                      <a:pt x="2146" y="11063"/>
                      <a:pt x="2029" y="10966"/>
                      <a:pt x="1902" y="10868"/>
                    </a:cubicBezTo>
                    <a:cubicBezTo>
                      <a:pt x="1698" y="10741"/>
                      <a:pt x="1571" y="10751"/>
                      <a:pt x="1376" y="10907"/>
                    </a:cubicBezTo>
                    <a:cubicBezTo>
                      <a:pt x="1268" y="11005"/>
                      <a:pt x="1171" y="11112"/>
                      <a:pt x="1073" y="11219"/>
                    </a:cubicBezTo>
                    <a:cubicBezTo>
                      <a:pt x="995" y="11102"/>
                      <a:pt x="927" y="11005"/>
                      <a:pt x="859" y="10907"/>
                    </a:cubicBezTo>
                    <a:cubicBezTo>
                      <a:pt x="732" y="10751"/>
                      <a:pt x="615" y="10731"/>
                      <a:pt x="449" y="10868"/>
                    </a:cubicBezTo>
                    <a:cubicBezTo>
                      <a:pt x="332" y="10956"/>
                      <a:pt x="234" y="11063"/>
                      <a:pt x="98" y="11190"/>
                    </a:cubicBezTo>
                    <a:cubicBezTo>
                      <a:pt x="59" y="11005"/>
                      <a:pt x="39" y="10809"/>
                      <a:pt x="29" y="10614"/>
                    </a:cubicBezTo>
                    <a:cubicBezTo>
                      <a:pt x="20" y="9590"/>
                      <a:pt x="0" y="8556"/>
                      <a:pt x="20" y="7522"/>
                    </a:cubicBezTo>
                    <a:cubicBezTo>
                      <a:pt x="39" y="6732"/>
                      <a:pt x="59" y="5932"/>
                      <a:pt x="117" y="5141"/>
                    </a:cubicBezTo>
                    <a:cubicBezTo>
                      <a:pt x="176" y="4185"/>
                      <a:pt x="215" y="3229"/>
                      <a:pt x="273" y="2273"/>
                    </a:cubicBezTo>
                    <a:cubicBezTo>
                      <a:pt x="312" y="1678"/>
                      <a:pt x="381" y="1083"/>
                      <a:pt x="478" y="498"/>
                    </a:cubicBezTo>
                    <a:cubicBezTo>
                      <a:pt x="478" y="459"/>
                      <a:pt x="488" y="420"/>
                      <a:pt x="517" y="3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2" name="Google Shape;6782;p122"/>
          <p:cNvGrpSpPr/>
          <p:nvPr/>
        </p:nvGrpSpPr>
        <p:grpSpPr>
          <a:xfrm>
            <a:off x="1936185" y="4012690"/>
            <a:ext cx="1240460" cy="569657"/>
            <a:chOff x="2896342" y="3620565"/>
            <a:chExt cx="1240460" cy="569657"/>
          </a:xfrm>
        </p:grpSpPr>
        <p:sp>
          <p:nvSpPr>
            <p:cNvPr id="6783" name="Google Shape;6783;p122"/>
            <p:cNvSpPr/>
            <p:nvPr/>
          </p:nvSpPr>
          <p:spPr>
            <a:xfrm>
              <a:off x="2896342" y="3620565"/>
              <a:ext cx="1240460" cy="569657"/>
            </a:xfrm>
            <a:custGeom>
              <a:rect b="b" l="l" r="r" t="t"/>
              <a:pathLst>
                <a:path extrusionOk="0" h="9552" w="20800">
                  <a:moveTo>
                    <a:pt x="12283" y="9473"/>
                  </a:moveTo>
                  <a:cubicBezTo>
                    <a:pt x="11600" y="9483"/>
                    <a:pt x="10947" y="9493"/>
                    <a:pt x="10283" y="9522"/>
                  </a:cubicBezTo>
                  <a:cubicBezTo>
                    <a:pt x="9376" y="9551"/>
                    <a:pt x="8469" y="9522"/>
                    <a:pt x="7562" y="9464"/>
                  </a:cubicBezTo>
                  <a:cubicBezTo>
                    <a:pt x="6420" y="9395"/>
                    <a:pt x="5279" y="9337"/>
                    <a:pt x="4128" y="9288"/>
                  </a:cubicBezTo>
                  <a:cubicBezTo>
                    <a:pt x="3435" y="9269"/>
                    <a:pt x="2742" y="9200"/>
                    <a:pt x="2059" y="9103"/>
                  </a:cubicBezTo>
                  <a:cubicBezTo>
                    <a:pt x="1776" y="9054"/>
                    <a:pt x="1494" y="8976"/>
                    <a:pt x="1230" y="8869"/>
                  </a:cubicBezTo>
                  <a:cubicBezTo>
                    <a:pt x="840" y="8722"/>
                    <a:pt x="538" y="8410"/>
                    <a:pt x="411" y="8010"/>
                  </a:cubicBezTo>
                  <a:cubicBezTo>
                    <a:pt x="303" y="7669"/>
                    <a:pt x="216" y="7317"/>
                    <a:pt x="167" y="6956"/>
                  </a:cubicBezTo>
                  <a:cubicBezTo>
                    <a:pt x="60" y="6313"/>
                    <a:pt x="60" y="5649"/>
                    <a:pt x="30" y="4996"/>
                  </a:cubicBezTo>
                  <a:cubicBezTo>
                    <a:pt x="1" y="4547"/>
                    <a:pt x="11" y="4098"/>
                    <a:pt x="50" y="3659"/>
                  </a:cubicBezTo>
                  <a:cubicBezTo>
                    <a:pt x="79" y="3269"/>
                    <a:pt x="186" y="2888"/>
                    <a:pt x="352" y="2537"/>
                  </a:cubicBezTo>
                  <a:cubicBezTo>
                    <a:pt x="577" y="2059"/>
                    <a:pt x="1016" y="1708"/>
                    <a:pt x="1533" y="1591"/>
                  </a:cubicBezTo>
                  <a:cubicBezTo>
                    <a:pt x="1962" y="1493"/>
                    <a:pt x="2411" y="1445"/>
                    <a:pt x="2859" y="1445"/>
                  </a:cubicBezTo>
                  <a:cubicBezTo>
                    <a:pt x="4264" y="1386"/>
                    <a:pt x="5659" y="1367"/>
                    <a:pt x="7054" y="1396"/>
                  </a:cubicBezTo>
                  <a:cubicBezTo>
                    <a:pt x="8440" y="1435"/>
                    <a:pt x="9815" y="1503"/>
                    <a:pt x="11191" y="1581"/>
                  </a:cubicBezTo>
                  <a:cubicBezTo>
                    <a:pt x="11922" y="1630"/>
                    <a:pt x="12654" y="1718"/>
                    <a:pt x="13386" y="1766"/>
                  </a:cubicBezTo>
                  <a:cubicBezTo>
                    <a:pt x="13990" y="1806"/>
                    <a:pt x="14605" y="1884"/>
                    <a:pt x="15229" y="1854"/>
                  </a:cubicBezTo>
                  <a:cubicBezTo>
                    <a:pt x="15532" y="1845"/>
                    <a:pt x="15824" y="1903"/>
                    <a:pt x="16127" y="1884"/>
                  </a:cubicBezTo>
                  <a:cubicBezTo>
                    <a:pt x="16254" y="1893"/>
                    <a:pt x="16361" y="1815"/>
                    <a:pt x="16390" y="1698"/>
                  </a:cubicBezTo>
                  <a:cubicBezTo>
                    <a:pt x="16898" y="489"/>
                    <a:pt x="18351" y="1"/>
                    <a:pt x="19483" y="674"/>
                  </a:cubicBezTo>
                  <a:cubicBezTo>
                    <a:pt x="20605" y="1357"/>
                    <a:pt x="20800" y="2908"/>
                    <a:pt x="19873" y="3844"/>
                  </a:cubicBezTo>
                  <a:cubicBezTo>
                    <a:pt x="19717" y="3991"/>
                    <a:pt x="19639" y="4205"/>
                    <a:pt x="19658" y="4420"/>
                  </a:cubicBezTo>
                  <a:cubicBezTo>
                    <a:pt x="19678" y="5483"/>
                    <a:pt x="19639" y="6547"/>
                    <a:pt x="19532" y="7610"/>
                  </a:cubicBezTo>
                  <a:cubicBezTo>
                    <a:pt x="19502" y="7893"/>
                    <a:pt x="19434" y="8176"/>
                    <a:pt x="19327" y="8449"/>
                  </a:cubicBezTo>
                  <a:cubicBezTo>
                    <a:pt x="19219" y="8722"/>
                    <a:pt x="19005" y="8947"/>
                    <a:pt x="18732" y="9064"/>
                  </a:cubicBezTo>
                  <a:cubicBezTo>
                    <a:pt x="18400" y="9220"/>
                    <a:pt x="18039" y="9317"/>
                    <a:pt x="17668" y="9337"/>
                  </a:cubicBezTo>
                  <a:cubicBezTo>
                    <a:pt x="16771" y="9415"/>
                    <a:pt x="15864" y="9454"/>
                    <a:pt x="14966" y="9434"/>
                  </a:cubicBezTo>
                  <a:cubicBezTo>
                    <a:pt x="14059" y="9425"/>
                    <a:pt x="13161" y="9503"/>
                    <a:pt x="12283" y="94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2"/>
            <p:cNvSpPr/>
            <p:nvPr/>
          </p:nvSpPr>
          <p:spPr>
            <a:xfrm>
              <a:off x="2960394" y="3777056"/>
              <a:ext cx="1036798" cy="331107"/>
            </a:xfrm>
            <a:custGeom>
              <a:rect b="b" l="l" r="r" t="t"/>
              <a:pathLst>
                <a:path extrusionOk="0" h="5552" w="17385">
                  <a:moveTo>
                    <a:pt x="7180" y="40"/>
                  </a:moveTo>
                  <a:cubicBezTo>
                    <a:pt x="8214" y="69"/>
                    <a:pt x="9453" y="99"/>
                    <a:pt x="10692" y="167"/>
                  </a:cubicBezTo>
                  <a:cubicBezTo>
                    <a:pt x="11063" y="186"/>
                    <a:pt x="11424" y="186"/>
                    <a:pt x="11795" y="196"/>
                  </a:cubicBezTo>
                  <a:cubicBezTo>
                    <a:pt x="12263" y="216"/>
                    <a:pt x="12731" y="245"/>
                    <a:pt x="13190" y="294"/>
                  </a:cubicBezTo>
                  <a:cubicBezTo>
                    <a:pt x="13755" y="342"/>
                    <a:pt x="14321" y="333"/>
                    <a:pt x="14877" y="362"/>
                  </a:cubicBezTo>
                  <a:lnTo>
                    <a:pt x="14975" y="362"/>
                  </a:lnTo>
                  <a:cubicBezTo>
                    <a:pt x="15121" y="352"/>
                    <a:pt x="15258" y="450"/>
                    <a:pt x="15297" y="596"/>
                  </a:cubicBezTo>
                  <a:cubicBezTo>
                    <a:pt x="15589" y="1377"/>
                    <a:pt x="16341" y="1894"/>
                    <a:pt x="17170" y="1894"/>
                  </a:cubicBezTo>
                  <a:cubicBezTo>
                    <a:pt x="17384" y="1894"/>
                    <a:pt x="17384" y="1894"/>
                    <a:pt x="17355" y="2108"/>
                  </a:cubicBezTo>
                  <a:cubicBezTo>
                    <a:pt x="17267" y="2723"/>
                    <a:pt x="17209" y="3357"/>
                    <a:pt x="17189" y="3981"/>
                  </a:cubicBezTo>
                  <a:cubicBezTo>
                    <a:pt x="17180" y="4206"/>
                    <a:pt x="17150" y="4420"/>
                    <a:pt x="17121" y="4645"/>
                  </a:cubicBezTo>
                  <a:cubicBezTo>
                    <a:pt x="17082" y="4879"/>
                    <a:pt x="16936" y="5084"/>
                    <a:pt x="16721" y="5191"/>
                  </a:cubicBezTo>
                  <a:cubicBezTo>
                    <a:pt x="16487" y="5308"/>
                    <a:pt x="16233" y="5367"/>
                    <a:pt x="15970" y="5376"/>
                  </a:cubicBezTo>
                  <a:cubicBezTo>
                    <a:pt x="15160" y="5406"/>
                    <a:pt x="14360" y="5464"/>
                    <a:pt x="13560" y="5474"/>
                  </a:cubicBezTo>
                  <a:cubicBezTo>
                    <a:pt x="12321" y="5493"/>
                    <a:pt x="11082" y="5552"/>
                    <a:pt x="9843" y="5552"/>
                  </a:cubicBezTo>
                  <a:cubicBezTo>
                    <a:pt x="8702" y="5552"/>
                    <a:pt x="7570" y="5464"/>
                    <a:pt x="6439" y="5367"/>
                  </a:cubicBezTo>
                  <a:cubicBezTo>
                    <a:pt x="5795" y="5308"/>
                    <a:pt x="5141" y="5298"/>
                    <a:pt x="4497" y="5249"/>
                  </a:cubicBezTo>
                  <a:cubicBezTo>
                    <a:pt x="3561" y="5191"/>
                    <a:pt x="2624" y="5230"/>
                    <a:pt x="1688" y="5191"/>
                  </a:cubicBezTo>
                  <a:cubicBezTo>
                    <a:pt x="1483" y="5181"/>
                    <a:pt x="1278" y="5162"/>
                    <a:pt x="1083" y="5103"/>
                  </a:cubicBezTo>
                  <a:cubicBezTo>
                    <a:pt x="673" y="5006"/>
                    <a:pt x="351" y="4684"/>
                    <a:pt x="273" y="4274"/>
                  </a:cubicBezTo>
                  <a:cubicBezTo>
                    <a:pt x="107" y="3581"/>
                    <a:pt x="20" y="2889"/>
                    <a:pt x="10" y="2186"/>
                  </a:cubicBezTo>
                  <a:cubicBezTo>
                    <a:pt x="0" y="1806"/>
                    <a:pt x="29" y="1435"/>
                    <a:pt x="98" y="1064"/>
                  </a:cubicBezTo>
                  <a:cubicBezTo>
                    <a:pt x="176" y="752"/>
                    <a:pt x="361" y="489"/>
                    <a:pt x="634" y="323"/>
                  </a:cubicBezTo>
                  <a:cubicBezTo>
                    <a:pt x="917" y="138"/>
                    <a:pt x="1249" y="40"/>
                    <a:pt x="1580" y="40"/>
                  </a:cubicBezTo>
                  <a:cubicBezTo>
                    <a:pt x="2712" y="1"/>
                    <a:pt x="3844" y="30"/>
                    <a:pt x="4975" y="40"/>
                  </a:cubicBezTo>
                  <a:cubicBezTo>
                    <a:pt x="5639" y="50"/>
                    <a:pt x="6312" y="40"/>
                    <a:pt x="7180" y="4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2"/>
            <p:cNvSpPr/>
            <p:nvPr/>
          </p:nvSpPr>
          <p:spPr>
            <a:xfrm>
              <a:off x="2916142" y="3722368"/>
              <a:ext cx="1135140" cy="448057"/>
            </a:xfrm>
            <a:custGeom>
              <a:rect b="b" l="l" r="r" t="t"/>
              <a:pathLst>
                <a:path extrusionOk="0" h="7513" w="19034">
                  <a:moveTo>
                    <a:pt x="19034" y="2557"/>
                  </a:moveTo>
                  <a:cubicBezTo>
                    <a:pt x="19024" y="3006"/>
                    <a:pt x="19014" y="3425"/>
                    <a:pt x="18995" y="3835"/>
                  </a:cubicBezTo>
                  <a:cubicBezTo>
                    <a:pt x="18975" y="4362"/>
                    <a:pt x="18956" y="4888"/>
                    <a:pt x="18917" y="5425"/>
                  </a:cubicBezTo>
                  <a:cubicBezTo>
                    <a:pt x="18907" y="5786"/>
                    <a:pt x="18848" y="6137"/>
                    <a:pt x="18751" y="6488"/>
                  </a:cubicBezTo>
                  <a:cubicBezTo>
                    <a:pt x="18644" y="6898"/>
                    <a:pt x="18292" y="7191"/>
                    <a:pt x="17873" y="7230"/>
                  </a:cubicBezTo>
                  <a:cubicBezTo>
                    <a:pt x="16868" y="7386"/>
                    <a:pt x="15844" y="7396"/>
                    <a:pt x="14829" y="7405"/>
                  </a:cubicBezTo>
                  <a:cubicBezTo>
                    <a:pt x="14380" y="7405"/>
                    <a:pt x="13941" y="7405"/>
                    <a:pt x="13502" y="7425"/>
                  </a:cubicBezTo>
                  <a:cubicBezTo>
                    <a:pt x="12127" y="7464"/>
                    <a:pt x="10742" y="7474"/>
                    <a:pt x="9366" y="7493"/>
                  </a:cubicBezTo>
                  <a:cubicBezTo>
                    <a:pt x="8303" y="7513"/>
                    <a:pt x="7239" y="7454"/>
                    <a:pt x="6176" y="7376"/>
                  </a:cubicBezTo>
                  <a:cubicBezTo>
                    <a:pt x="5503" y="7318"/>
                    <a:pt x="4820" y="7308"/>
                    <a:pt x="4147" y="7279"/>
                  </a:cubicBezTo>
                  <a:cubicBezTo>
                    <a:pt x="3357" y="7240"/>
                    <a:pt x="2576" y="7191"/>
                    <a:pt x="1786" y="7083"/>
                  </a:cubicBezTo>
                  <a:cubicBezTo>
                    <a:pt x="1503" y="7035"/>
                    <a:pt x="1210" y="6957"/>
                    <a:pt x="947" y="6840"/>
                  </a:cubicBezTo>
                  <a:cubicBezTo>
                    <a:pt x="703" y="6732"/>
                    <a:pt x="518" y="6547"/>
                    <a:pt x="420" y="6303"/>
                  </a:cubicBezTo>
                  <a:cubicBezTo>
                    <a:pt x="362" y="6147"/>
                    <a:pt x="313" y="5991"/>
                    <a:pt x="274" y="5825"/>
                  </a:cubicBezTo>
                  <a:cubicBezTo>
                    <a:pt x="88" y="5054"/>
                    <a:pt x="49" y="4264"/>
                    <a:pt x="30" y="3474"/>
                  </a:cubicBezTo>
                  <a:cubicBezTo>
                    <a:pt x="20" y="3113"/>
                    <a:pt x="1" y="2752"/>
                    <a:pt x="10" y="2391"/>
                  </a:cubicBezTo>
                  <a:cubicBezTo>
                    <a:pt x="30" y="1903"/>
                    <a:pt x="79" y="1435"/>
                    <a:pt x="303" y="986"/>
                  </a:cubicBezTo>
                  <a:cubicBezTo>
                    <a:pt x="488" y="596"/>
                    <a:pt x="840" y="303"/>
                    <a:pt x="1269" y="196"/>
                  </a:cubicBezTo>
                  <a:cubicBezTo>
                    <a:pt x="1737" y="79"/>
                    <a:pt x="2215" y="79"/>
                    <a:pt x="2683" y="59"/>
                  </a:cubicBezTo>
                  <a:cubicBezTo>
                    <a:pt x="3796" y="1"/>
                    <a:pt x="4908" y="1"/>
                    <a:pt x="6020" y="1"/>
                  </a:cubicBezTo>
                  <a:cubicBezTo>
                    <a:pt x="7073" y="11"/>
                    <a:pt x="8137" y="50"/>
                    <a:pt x="9190" y="108"/>
                  </a:cubicBezTo>
                  <a:cubicBezTo>
                    <a:pt x="9766" y="147"/>
                    <a:pt x="10342" y="177"/>
                    <a:pt x="10917" y="206"/>
                  </a:cubicBezTo>
                  <a:cubicBezTo>
                    <a:pt x="11629" y="245"/>
                    <a:pt x="12341" y="342"/>
                    <a:pt x="13054" y="381"/>
                  </a:cubicBezTo>
                  <a:cubicBezTo>
                    <a:pt x="13697" y="420"/>
                    <a:pt x="14332" y="508"/>
                    <a:pt x="14975" y="469"/>
                  </a:cubicBezTo>
                  <a:cubicBezTo>
                    <a:pt x="15278" y="440"/>
                    <a:pt x="15580" y="498"/>
                    <a:pt x="15902" y="469"/>
                  </a:cubicBezTo>
                  <a:cubicBezTo>
                    <a:pt x="15892" y="645"/>
                    <a:pt x="15892" y="820"/>
                    <a:pt x="15912" y="1006"/>
                  </a:cubicBezTo>
                  <a:cubicBezTo>
                    <a:pt x="15600" y="967"/>
                    <a:pt x="15317" y="957"/>
                    <a:pt x="15034" y="947"/>
                  </a:cubicBezTo>
                  <a:cubicBezTo>
                    <a:pt x="13863" y="879"/>
                    <a:pt x="12693" y="781"/>
                    <a:pt x="11522" y="742"/>
                  </a:cubicBezTo>
                  <a:cubicBezTo>
                    <a:pt x="9971" y="694"/>
                    <a:pt x="8420" y="616"/>
                    <a:pt x="6869" y="625"/>
                  </a:cubicBezTo>
                  <a:cubicBezTo>
                    <a:pt x="5405" y="635"/>
                    <a:pt x="3952" y="567"/>
                    <a:pt x="2488" y="625"/>
                  </a:cubicBezTo>
                  <a:cubicBezTo>
                    <a:pt x="2274" y="625"/>
                    <a:pt x="2059" y="645"/>
                    <a:pt x="1854" y="684"/>
                  </a:cubicBezTo>
                  <a:cubicBezTo>
                    <a:pt x="1376" y="781"/>
                    <a:pt x="957" y="1064"/>
                    <a:pt x="674" y="1464"/>
                  </a:cubicBezTo>
                  <a:cubicBezTo>
                    <a:pt x="615" y="1542"/>
                    <a:pt x="576" y="1640"/>
                    <a:pt x="557" y="1737"/>
                  </a:cubicBezTo>
                  <a:cubicBezTo>
                    <a:pt x="479" y="2059"/>
                    <a:pt x="430" y="2391"/>
                    <a:pt x="420" y="2733"/>
                  </a:cubicBezTo>
                  <a:cubicBezTo>
                    <a:pt x="401" y="3571"/>
                    <a:pt x="488" y="4420"/>
                    <a:pt x="684" y="5240"/>
                  </a:cubicBezTo>
                  <a:cubicBezTo>
                    <a:pt x="781" y="5776"/>
                    <a:pt x="1181" y="6196"/>
                    <a:pt x="1708" y="6332"/>
                  </a:cubicBezTo>
                  <a:cubicBezTo>
                    <a:pt x="1962" y="6401"/>
                    <a:pt x="2225" y="6440"/>
                    <a:pt x="2488" y="6440"/>
                  </a:cubicBezTo>
                  <a:cubicBezTo>
                    <a:pt x="3132" y="6440"/>
                    <a:pt x="3786" y="6440"/>
                    <a:pt x="4439" y="6459"/>
                  </a:cubicBezTo>
                  <a:cubicBezTo>
                    <a:pt x="5522" y="6508"/>
                    <a:pt x="6605" y="6547"/>
                    <a:pt x="7688" y="6654"/>
                  </a:cubicBezTo>
                  <a:cubicBezTo>
                    <a:pt x="8829" y="6762"/>
                    <a:pt x="9981" y="6810"/>
                    <a:pt x="11132" y="6791"/>
                  </a:cubicBezTo>
                  <a:cubicBezTo>
                    <a:pt x="12468" y="6762"/>
                    <a:pt x="13795" y="6742"/>
                    <a:pt x="15132" y="6693"/>
                  </a:cubicBezTo>
                  <a:cubicBezTo>
                    <a:pt x="15746" y="6674"/>
                    <a:pt x="16370" y="6654"/>
                    <a:pt x="16995" y="6586"/>
                  </a:cubicBezTo>
                  <a:cubicBezTo>
                    <a:pt x="17209" y="6566"/>
                    <a:pt x="17424" y="6498"/>
                    <a:pt x="17619" y="6391"/>
                  </a:cubicBezTo>
                  <a:cubicBezTo>
                    <a:pt x="17931" y="6245"/>
                    <a:pt x="18136" y="5952"/>
                    <a:pt x="18185" y="5610"/>
                  </a:cubicBezTo>
                  <a:cubicBezTo>
                    <a:pt x="18234" y="5347"/>
                    <a:pt x="18263" y="5084"/>
                    <a:pt x="18273" y="4820"/>
                  </a:cubicBezTo>
                  <a:cubicBezTo>
                    <a:pt x="18302" y="4157"/>
                    <a:pt x="18361" y="3503"/>
                    <a:pt x="18448" y="2859"/>
                  </a:cubicBezTo>
                  <a:cubicBezTo>
                    <a:pt x="18458" y="2801"/>
                    <a:pt x="18468" y="2752"/>
                    <a:pt x="18526" y="2733"/>
                  </a:cubicBezTo>
                  <a:cubicBezTo>
                    <a:pt x="18702" y="2684"/>
                    <a:pt x="18868" y="2625"/>
                    <a:pt x="19034" y="255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2"/>
            <p:cNvSpPr/>
            <p:nvPr/>
          </p:nvSpPr>
          <p:spPr>
            <a:xfrm>
              <a:off x="3872623" y="3661895"/>
              <a:ext cx="234554" cy="211832"/>
            </a:xfrm>
            <a:custGeom>
              <a:rect b="b" l="l" r="r" t="t"/>
              <a:pathLst>
                <a:path extrusionOk="0" h="3552" w="3933">
                  <a:moveTo>
                    <a:pt x="1981" y="10"/>
                  </a:moveTo>
                  <a:cubicBezTo>
                    <a:pt x="3132" y="10"/>
                    <a:pt x="3932" y="966"/>
                    <a:pt x="3727" y="2059"/>
                  </a:cubicBezTo>
                  <a:cubicBezTo>
                    <a:pt x="3542" y="2869"/>
                    <a:pt x="2849" y="3454"/>
                    <a:pt x="2020" y="3503"/>
                  </a:cubicBezTo>
                  <a:cubicBezTo>
                    <a:pt x="1210" y="3551"/>
                    <a:pt x="479" y="3034"/>
                    <a:pt x="254" y="2264"/>
                  </a:cubicBezTo>
                  <a:cubicBezTo>
                    <a:pt x="1" y="1278"/>
                    <a:pt x="606" y="274"/>
                    <a:pt x="1601" y="49"/>
                  </a:cubicBezTo>
                  <a:cubicBezTo>
                    <a:pt x="1728" y="20"/>
                    <a:pt x="1854" y="0"/>
                    <a:pt x="198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2"/>
            <p:cNvSpPr/>
            <p:nvPr/>
          </p:nvSpPr>
          <p:spPr>
            <a:xfrm>
              <a:off x="3939537" y="3711335"/>
              <a:ext cx="61725" cy="105976"/>
            </a:xfrm>
            <a:custGeom>
              <a:rect b="b" l="l" r="r" t="t"/>
              <a:pathLst>
                <a:path extrusionOk="0" h="1777" w="1035">
                  <a:moveTo>
                    <a:pt x="703" y="576"/>
                  </a:moveTo>
                  <a:lnTo>
                    <a:pt x="342" y="957"/>
                  </a:lnTo>
                  <a:cubicBezTo>
                    <a:pt x="313" y="986"/>
                    <a:pt x="284" y="1015"/>
                    <a:pt x="254" y="1044"/>
                  </a:cubicBezTo>
                  <a:cubicBezTo>
                    <a:pt x="206" y="1093"/>
                    <a:pt x="128" y="1093"/>
                    <a:pt x="79" y="1044"/>
                  </a:cubicBezTo>
                  <a:cubicBezTo>
                    <a:pt x="20" y="1005"/>
                    <a:pt x="1" y="927"/>
                    <a:pt x="40" y="869"/>
                  </a:cubicBezTo>
                  <a:cubicBezTo>
                    <a:pt x="69" y="820"/>
                    <a:pt x="98" y="771"/>
                    <a:pt x="137" y="742"/>
                  </a:cubicBezTo>
                  <a:cubicBezTo>
                    <a:pt x="323" y="537"/>
                    <a:pt x="508" y="332"/>
                    <a:pt x="674" y="118"/>
                  </a:cubicBezTo>
                  <a:cubicBezTo>
                    <a:pt x="713" y="40"/>
                    <a:pt x="791" y="1"/>
                    <a:pt x="869" y="10"/>
                  </a:cubicBezTo>
                  <a:cubicBezTo>
                    <a:pt x="976" y="30"/>
                    <a:pt x="1006" y="118"/>
                    <a:pt x="1015" y="205"/>
                  </a:cubicBezTo>
                  <a:cubicBezTo>
                    <a:pt x="1015" y="293"/>
                    <a:pt x="1035" y="410"/>
                    <a:pt x="1035" y="508"/>
                  </a:cubicBezTo>
                  <a:lnTo>
                    <a:pt x="1035" y="1493"/>
                  </a:lnTo>
                  <a:cubicBezTo>
                    <a:pt x="1035" y="1522"/>
                    <a:pt x="1035" y="1552"/>
                    <a:pt x="1035" y="1591"/>
                  </a:cubicBezTo>
                  <a:cubicBezTo>
                    <a:pt x="1015" y="1776"/>
                    <a:pt x="752" y="1776"/>
                    <a:pt x="723" y="1591"/>
                  </a:cubicBezTo>
                  <a:cubicBezTo>
                    <a:pt x="713" y="1532"/>
                    <a:pt x="703" y="1464"/>
                    <a:pt x="713" y="1396"/>
                  </a:cubicBezTo>
                  <a:cubicBezTo>
                    <a:pt x="703" y="1142"/>
                    <a:pt x="703" y="879"/>
                    <a:pt x="703" y="5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122"/>
          <p:cNvGrpSpPr/>
          <p:nvPr/>
        </p:nvGrpSpPr>
        <p:grpSpPr>
          <a:xfrm>
            <a:off x="3715986" y="3965576"/>
            <a:ext cx="918725" cy="612716"/>
            <a:chOff x="3161950" y="3965576"/>
            <a:chExt cx="918725" cy="612716"/>
          </a:xfrm>
        </p:grpSpPr>
        <p:grpSp>
          <p:nvGrpSpPr>
            <p:cNvPr id="6789" name="Google Shape;6789;p122"/>
            <p:cNvGrpSpPr/>
            <p:nvPr/>
          </p:nvGrpSpPr>
          <p:grpSpPr>
            <a:xfrm>
              <a:off x="3161950" y="3988835"/>
              <a:ext cx="560950" cy="589457"/>
              <a:chOff x="4243812" y="3596710"/>
              <a:chExt cx="560950" cy="589457"/>
            </a:xfrm>
          </p:grpSpPr>
          <p:sp>
            <p:nvSpPr>
              <p:cNvPr id="6790" name="Google Shape;6790;p122"/>
              <p:cNvSpPr/>
              <p:nvPr/>
            </p:nvSpPr>
            <p:spPr>
              <a:xfrm>
                <a:off x="4243812" y="3596710"/>
                <a:ext cx="560950" cy="589457"/>
              </a:xfrm>
              <a:custGeom>
                <a:rect b="b" l="l" r="r" t="t"/>
                <a:pathLst>
                  <a:path extrusionOk="0" h="9884" w="9406">
                    <a:moveTo>
                      <a:pt x="1" y="5044"/>
                    </a:moveTo>
                    <a:cubicBezTo>
                      <a:pt x="20" y="3932"/>
                      <a:pt x="20" y="2801"/>
                      <a:pt x="1" y="1669"/>
                    </a:cubicBezTo>
                    <a:cubicBezTo>
                      <a:pt x="1" y="1279"/>
                      <a:pt x="20" y="889"/>
                      <a:pt x="59" y="508"/>
                    </a:cubicBezTo>
                    <a:cubicBezTo>
                      <a:pt x="79" y="303"/>
                      <a:pt x="137" y="225"/>
                      <a:pt x="333" y="186"/>
                    </a:cubicBezTo>
                    <a:cubicBezTo>
                      <a:pt x="742" y="98"/>
                      <a:pt x="1152" y="40"/>
                      <a:pt x="1571" y="11"/>
                    </a:cubicBezTo>
                    <a:cubicBezTo>
                      <a:pt x="2098" y="1"/>
                      <a:pt x="2635" y="20"/>
                      <a:pt x="3171" y="40"/>
                    </a:cubicBezTo>
                    <a:cubicBezTo>
                      <a:pt x="3747" y="59"/>
                      <a:pt x="4323" y="59"/>
                      <a:pt x="4898" y="50"/>
                    </a:cubicBezTo>
                    <a:cubicBezTo>
                      <a:pt x="5571" y="50"/>
                      <a:pt x="6244" y="40"/>
                      <a:pt x="6908" y="50"/>
                    </a:cubicBezTo>
                    <a:cubicBezTo>
                      <a:pt x="7269" y="59"/>
                      <a:pt x="7630" y="50"/>
                      <a:pt x="7991" y="30"/>
                    </a:cubicBezTo>
                    <a:cubicBezTo>
                      <a:pt x="8264" y="20"/>
                      <a:pt x="8537" y="30"/>
                      <a:pt x="8810" y="59"/>
                    </a:cubicBezTo>
                    <a:cubicBezTo>
                      <a:pt x="9025" y="79"/>
                      <a:pt x="9083" y="147"/>
                      <a:pt x="9113" y="362"/>
                    </a:cubicBezTo>
                    <a:cubicBezTo>
                      <a:pt x="9181" y="957"/>
                      <a:pt x="9210" y="1552"/>
                      <a:pt x="9200" y="2147"/>
                    </a:cubicBezTo>
                    <a:cubicBezTo>
                      <a:pt x="9200" y="3152"/>
                      <a:pt x="9230" y="4166"/>
                      <a:pt x="9288" y="5171"/>
                    </a:cubicBezTo>
                    <a:cubicBezTo>
                      <a:pt x="9337" y="5932"/>
                      <a:pt x="9347" y="6693"/>
                      <a:pt x="9386" y="7454"/>
                    </a:cubicBezTo>
                    <a:cubicBezTo>
                      <a:pt x="9405" y="7776"/>
                      <a:pt x="9288" y="8078"/>
                      <a:pt x="9054" y="8303"/>
                    </a:cubicBezTo>
                    <a:cubicBezTo>
                      <a:pt x="8644" y="8732"/>
                      <a:pt x="8196" y="9122"/>
                      <a:pt x="7708" y="9464"/>
                    </a:cubicBezTo>
                    <a:cubicBezTo>
                      <a:pt x="7678" y="9483"/>
                      <a:pt x="7649" y="9503"/>
                      <a:pt x="7630" y="9522"/>
                    </a:cubicBezTo>
                    <a:cubicBezTo>
                      <a:pt x="7308" y="9854"/>
                      <a:pt x="6898" y="9883"/>
                      <a:pt x="6469" y="9844"/>
                    </a:cubicBezTo>
                    <a:cubicBezTo>
                      <a:pt x="5805" y="9786"/>
                      <a:pt x="5142" y="9698"/>
                      <a:pt x="4469" y="9698"/>
                    </a:cubicBezTo>
                    <a:cubicBezTo>
                      <a:pt x="4176" y="9698"/>
                      <a:pt x="3884" y="9717"/>
                      <a:pt x="3591" y="9737"/>
                    </a:cubicBezTo>
                    <a:cubicBezTo>
                      <a:pt x="2967" y="9776"/>
                      <a:pt x="2342" y="9795"/>
                      <a:pt x="1728" y="9815"/>
                    </a:cubicBezTo>
                    <a:cubicBezTo>
                      <a:pt x="1250" y="9825"/>
                      <a:pt x="772" y="9776"/>
                      <a:pt x="313" y="9659"/>
                    </a:cubicBezTo>
                    <a:cubicBezTo>
                      <a:pt x="69" y="9600"/>
                      <a:pt x="30" y="9551"/>
                      <a:pt x="30" y="9298"/>
                    </a:cubicBezTo>
                    <a:lnTo>
                      <a:pt x="30" y="7708"/>
                    </a:lnTo>
                    <a:cubicBezTo>
                      <a:pt x="40" y="6830"/>
                      <a:pt x="20" y="5942"/>
                      <a:pt x="1" y="50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2"/>
              <p:cNvSpPr/>
              <p:nvPr/>
            </p:nvSpPr>
            <p:spPr>
              <a:xfrm>
                <a:off x="4262479" y="3614780"/>
                <a:ext cx="521351" cy="550991"/>
              </a:xfrm>
              <a:custGeom>
                <a:rect b="b" l="l" r="r" t="t"/>
                <a:pathLst>
                  <a:path extrusionOk="0" h="9239" w="8742">
                    <a:moveTo>
                      <a:pt x="8721" y="7297"/>
                    </a:moveTo>
                    <a:cubicBezTo>
                      <a:pt x="8692" y="7307"/>
                      <a:pt x="8653" y="7307"/>
                      <a:pt x="8614" y="7288"/>
                    </a:cubicBezTo>
                    <a:cubicBezTo>
                      <a:pt x="8224" y="7102"/>
                      <a:pt x="7804" y="7024"/>
                      <a:pt x="7385" y="6927"/>
                    </a:cubicBezTo>
                    <a:cubicBezTo>
                      <a:pt x="7287" y="6907"/>
                      <a:pt x="7190" y="6897"/>
                      <a:pt x="7092" y="6897"/>
                    </a:cubicBezTo>
                    <a:cubicBezTo>
                      <a:pt x="6907" y="6897"/>
                      <a:pt x="6839" y="6946"/>
                      <a:pt x="6780" y="7122"/>
                    </a:cubicBezTo>
                    <a:cubicBezTo>
                      <a:pt x="6731" y="7327"/>
                      <a:pt x="6683" y="7531"/>
                      <a:pt x="6663" y="7746"/>
                    </a:cubicBezTo>
                    <a:cubicBezTo>
                      <a:pt x="6605" y="8205"/>
                      <a:pt x="6546" y="8653"/>
                      <a:pt x="6478" y="9102"/>
                    </a:cubicBezTo>
                    <a:cubicBezTo>
                      <a:pt x="6458" y="9200"/>
                      <a:pt x="6419" y="9239"/>
                      <a:pt x="6322" y="9219"/>
                    </a:cubicBezTo>
                    <a:cubicBezTo>
                      <a:pt x="6078" y="9200"/>
                      <a:pt x="5834" y="9190"/>
                      <a:pt x="5600" y="9161"/>
                    </a:cubicBezTo>
                    <a:cubicBezTo>
                      <a:pt x="4956" y="9073"/>
                      <a:pt x="4302" y="9044"/>
                      <a:pt x="3658" y="9073"/>
                    </a:cubicBezTo>
                    <a:cubicBezTo>
                      <a:pt x="2975" y="9122"/>
                      <a:pt x="2293" y="9131"/>
                      <a:pt x="1610" y="9170"/>
                    </a:cubicBezTo>
                    <a:cubicBezTo>
                      <a:pt x="1180" y="9190"/>
                      <a:pt x="741" y="9161"/>
                      <a:pt x="312" y="9092"/>
                    </a:cubicBezTo>
                    <a:cubicBezTo>
                      <a:pt x="254" y="9083"/>
                      <a:pt x="195" y="9073"/>
                      <a:pt x="137" y="9053"/>
                    </a:cubicBezTo>
                    <a:cubicBezTo>
                      <a:pt x="107" y="9044"/>
                      <a:pt x="68" y="9034"/>
                      <a:pt x="68" y="8995"/>
                    </a:cubicBezTo>
                    <a:cubicBezTo>
                      <a:pt x="98" y="8829"/>
                      <a:pt x="0" y="8663"/>
                      <a:pt x="49" y="8507"/>
                    </a:cubicBezTo>
                    <a:cubicBezTo>
                      <a:pt x="98" y="8341"/>
                      <a:pt x="29" y="8214"/>
                      <a:pt x="29" y="8068"/>
                    </a:cubicBezTo>
                    <a:cubicBezTo>
                      <a:pt x="29" y="5834"/>
                      <a:pt x="29" y="3610"/>
                      <a:pt x="20" y="1376"/>
                    </a:cubicBezTo>
                    <a:cubicBezTo>
                      <a:pt x="10" y="1044"/>
                      <a:pt x="29" y="703"/>
                      <a:pt x="68" y="361"/>
                    </a:cubicBezTo>
                    <a:cubicBezTo>
                      <a:pt x="88" y="195"/>
                      <a:pt x="88" y="195"/>
                      <a:pt x="234" y="166"/>
                    </a:cubicBezTo>
                    <a:cubicBezTo>
                      <a:pt x="878" y="49"/>
                      <a:pt x="1551" y="0"/>
                      <a:pt x="2205" y="39"/>
                    </a:cubicBezTo>
                    <a:cubicBezTo>
                      <a:pt x="3034" y="78"/>
                      <a:pt x="3873" y="78"/>
                      <a:pt x="4702" y="78"/>
                    </a:cubicBezTo>
                    <a:cubicBezTo>
                      <a:pt x="5346" y="78"/>
                      <a:pt x="6000" y="68"/>
                      <a:pt x="6653" y="78"/>
                    </a:cubicBezTo>
                    <a:cubicBezTo>
                      <a:pt x="7014" y="88"/>
                      <a:pt x="7385" y="68"/>
                      <a:pt x="7756" y="59"/>
                    </a:cubicBezTo>
                    <a:cubicBezTo>
                      <a:pt x="7951" y="49"/>
                      <a:pt x="8136" y="59"/>
                      <a:pt x="8331" y="68"/>
                    </a:cubicBezTo>
                    <a:cubicBezTo>
                      <a:pt x="8429" y="78"/>
                      <a:pt x="8468" y="107"/>
                      <a:pt x="8478" y="215"/>
                    </a:cubicBezTo>
                    <a:cubicBezTo>
                      <a:pt x="8526" y="673"/>
                      <a:pt x="8556" y="1132"/>
                      <a:pt x="8556" y="1590"/>
                    </a:cubicBezTo>
                    <a:cubicBezTo>
                      <a:pt x="8556" y="2693"/>
                      <a:pt x="8575" y="3776"/>
                      <a:pt x="8643" y="4858"/>
                    </a:cubicBezTo>
                    <a:cubicBezTo>
                      <a:pt x="8682" y="5600"/>
                      <a:pt x="8712" y="6351"/>
                      <a:pt x="8731" y="7092"/>
                    </a:cubicBezTo>
                    <a:cubicBezTo>
                      <a:pt x="8741" y="7161"/>
                      <a:pt x="8741" y="7229"/>
                      <a:pt x="8721" y="729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2"/>
              <p:cNvSpPr/>
              <p:nvPr/>
            </p:nvSpPr>
            <p:spPr>
              <a:xfrm>
                <a:off x="4666827" y="4045310"/>
                <a:ext cx="108242" cy="117009"/>
              </a:xfrm>
              <a:custGeom>
                <a:rect b="b" l="l" r="r" t="t"/>
                <a:pathLst>
                  <a:path extrusionOk="0" h="1962" w="1815">
                    <a:moveTo>
                      <a:pt x="0" y="1932"/>
                    </a:moveTo>
                    <a:cubicBezTo>
                      <a:pt x="49" y="1649"/>
                      <a:pt x="88" y="1366"/>
                      <a:pt x="137" y="1083"/>
                    </a:cubicBezTo>
                    <a:cubicBezTo>
                      <a:pt x="185" y="761"/>
                      <a:pt x="244" y="439"/>
                      <a:pt x="293" y="117"/>
                    </a:cubicBezTo>
                    <a:cubicBezTo>
                      <a:pt x="303" y="39"/>
                      <a:pt x="332" y="0"/>
                      <a:pt x="420" y="10"/>
                    </a:cubicBezTo>
                    <a:cubicBezTo>
                      <a:pt x="898" y="108"/>
                      <a:pt x="1376" y="195"/>
                      <a:pt x="1815" y="420"/>
                    </a:cubicBezTo>
                    <a:cubicBezTo>
                      <a:pt x="1317" y="1054"/>
                      <a:pt x="664" y="1493"/>
                      <a:pt x="39" y="19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2"/>
              <p:cNvSpPr/>
              <p:nvPr/>
            </p:nvSpPr>
            <p:spPr>
              <a:xfrm>
                <a:off x="4514928" y="3713661"/>
                <a:ext cx="106572" cy="23915"/>
              </a:xfrm>
              <a:custGeom>
                <a:rect b="b" l="l" r="r" t="t"/>
                <a:pathLst>
                  <a:path extrusionOk="0" h="401" w="1787">
                    <a:moveTo>
                      <a:pt x="879" y="40"/>
                    </a:moveTo>
                    <a:lnTo>
                      <a:pt x="1455" y="40"/>
                    </a:lnTo>
                    <a:cubicBezTo>
                      <a:pt x="1533" y="30"/>
                      <a:pt x="1601" y="49"/>
                      <a:pt x="1669" y="79"/>
                    </a:cubicBezTo>
                    <a:cubicBezTo>
                      <a:pt x="1747" y="108"/>
                      <a:pt x="1786" y="196"/>
                      <a:pt x="1757" y="274"/>
                    </a:cubicBezTo>
                    <a:cubicBezTo>
                      <a:pt x="1747" y="352"/>
                      <a:pt x="1669" y="401"/>
                      <a:pt x="1591" y="391"/>
                    </a:cubicBezTo>
                    <a:cubicBezTo>
                      <a:pt x="1162" y="342"/>
                      <a:pt x="713" y="362"/>
                      <a:pt x="284" y="303"/>
                    </a:cubicBezTo>
                    <a:cubicBezTo>
                      <a:pt x="225" y="303"/>
                      <a:pt x="177" y="293"/>
                      <a:pt x="128" y="284"/>
                    </a:cubicBezTo>
                    <a:cubicBezTo>
                      <a:pt x="50" y="274"/>
                      <a:pt x="1" y="205"/>
                      <a:pt x="11" y="137"/>
                    </a:cubicBezTo>
                    <a:cubicBezTo>
                      <a:pt x="11" y="69"/>
                      <a:pt x="69" y="10"/>
                      <a:pt x="138" y="1"/>
                    </a:cubicBezTo>
                    <a:cubicBezTo>
                      <a:pt x="167" y="1"/>
                      <a:pt x="206" y="1"/>
                      <a:pt x="235" y="1"/>
                    </a:cubicBezTo>
                    <a:cubicBezTo>
                      <a:pt x="450" y="30"/>
                      <a:pt x="664" y="30"/>
                      <a:pt x="879" y="4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2"/>
              <p:cNvSpPr/>
              <p:nvPr/>
            </p:nvSpPr>
            <p:spPr>
              <a:xfrm>
                <a:off x="4396844" y="3710202"/>
                <a:ext cx="90828" cy="21589"/>
              </a:xfrm>
              <a:custGeom>
                <a:rect b="b" l="l" r="r" t="t"/>
                <a:pathLst>
                  <a:path extrusionOk="0" h="362" w="1523">
                    <a:moveTo>
                      <a:pt x="752" y="332"/>
                    </a:moveTo>
                    <a:lnTo>
                      <a:pt x="176" y="332"/>
                    </a:lnTo>
                    <a:cubicBezTo>
                      <a:pt x="69" y="332"/>
                      <a:pt x="10" y="293"/>
                      <a:pt x="1" y="205"/>
                    </a:cubicBezTo>
                    <a:cubicBezTo>
                      <a:pt x="1" y="127"/>
                      <a:pt x="59" y="49"/>
                      <a:pt x="147" y="39"/>
                    </a:cubicBezTo>
                    <a:cubicBezTo>
                      <a:pt x="186" y="29"/>
                      <a:pt x="235" y="29"/>
                      <a:pt x="283" y="29"/>
                    </a:cubicBezTo>
                    <a:lnTo>
                      <a:pt x="1220" y="0"/>
                    </a:lnTo>
                    <a:cubicBezTo>
                      <a:pt x="1279" y="0"/>
                      <a:pt x="1337" y="0"/>
                      <a:pt x="1396" y="29"/>
                    </a:cubicBezTo>
                    <a:cubicBezTo>
                      <a:pt x="1474" y="49"/>
                      <a:pt x="1522" y="137"/>
                      <a:pt x="1513" y="215"/>
                    </a:cubicBezTo>
                    <a:cubicBezTo>
                      <a:pt x="1503" y="303"/>
                      <a:pt x="1415" y="361"/>
                      <a:pt x="1337" y="342"/>
                    </a:cubicBezTo>
                    <a:cubicBezTo>
                      <a:pt x="1142" y="322"/>
                      <a:pt x="947" y="322"/>
                      <a:pt x="752" y="3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2"/>
              <p:cNvSpPr/>
              <p:nvPr/>
            </p:nvSpPr>
            <p:spPr>
              <a:xfrm>
                <a:off x="4291523" y="3713064"/>
                <a:ext cx="82717" cy="22185"/>
              </a:xfrm>
              <a:custGeom>
                <a:rect b="b" l="l" r="r" t="t"/>
                <a:pathLst>
                  <a:path extrusionOk="0" h="372" w="1387">
                    <a:moveTo>
                      <a:pt x="528" y="362"/>
                    </a:moveTo>
                    <a:lnTo>
                      <a:pt x="186" y="362"/>
                    </a:lnTo>
                    <a:cubicBezTo>
                      <a:pt x="98" y="372"/>
                      <a:pt x="20" y="313"/>
                      <a:pt x="11" y="225"/>
                    </a:cubicBezTo>
                    <a:cubicBezTo>
                      <a:pt x="1" y="147"/>
                      <a:pt x="59" y="89"/>
                      <a:pt x="167" y="69"/>
                    </a:cubicBezTo>
                    <a:cubicBezTo>
                      <a:pt x="274" y="59"/>
                      <a:pt x="391" y="50"/>
                      <a:pt x="498" y="50"/>
                    </a:cubicBezTo>
                    <a:cubicBezTo>
                      <a:pt x="684" y="50"/>
                      <a:pt x="859" y="40"/>
                      <a:pt x="1045" y="11"/>
                    </a:cubicBezTo>
                    <a:cubicBezTo>
                      <a:pt x="1103" y="1"/>
                      <a:pt x="1171" y="1"/>
                      <a:pt x="1240" y="11"/>
                    </a:cubicBezTo>
                    <a:cubicBezTo>
                      <a:pt x="1328" y="40"/>
                      <a:pt x="1386" y="79"/>
                      <a:pt x="1386" y="176"/>
                    </a:cubicBezTo>
                    <a:cubicBezTo>
                      <a:pt x="1386" y="264"/>
                      <a:pt x="1308" y="333"/>
                      <a:pt x="1220" y="323"/>
                    </a:cubicBezTo>
                    <a:cubicBezTo>
                      <a:pt x="986" y="342"/>
                      <a:pt x="752" y="362"/>
                      <a:pt x="528" y="3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2"/>
              <p:cNvSpPr/>
              <p:nvPr/>
            </p:nvSpPr>
            <p:spPr>
              <a:xfrm>
                <a:off x="4653409" y="3723561"/>
                <a:ext cx="85580" cy="22185"/>
              </a:xfrm>
              <a:custGeom>
                <a:rect b="b" l="l" r="r" t="t"/>
                <a:pathLst>
                  <a:path extrusionOk="0" h="372" w="1435">
                    <a:moveTo>
                      <a:pt x="713" y="20"/>
                    </a:moveTo>
                    <a:lnTo>
                      <a:pt x="1132" y="20"/>
                    </a:lnTo>
                    <a:cubicBezTo>
                      <a:pt x="1191" y="20"/>
                      <a:pt x="1240" y="30"/>
                      <a:pt x="1288" y="49"/>
                    </a:cubicBezTo>
                    <a:cubicBezTo>
                      <a:pt x="1376" y="59"/>
                      <a:pt x="1435" y="147"/>
                      <a:pt x="1415" y="235"/>
                    </a:cubicBezTo>
                    <a:cubicBezTo>
                      <a:pt x="1386" y="322"/>
                      <a:pt x="1298" y="371"/>
                      <a:pt x="1210" y="361"/>
                    </a:cubicBezTo>
                    <a:cubicBezTo>
                      <a:pt x="879" y="313"/>
                      <a:pt x="547" y="293"/>
                      <a:pt x="215" y="293"/>
                    </a:cubicBezTo>
                    <a:lnTo>
                      <a:pt x="196" y="293"/>
                    </a:lnTo>
                    <a:cubicBezTo>
                      <a:pt x="79" y="283"/>
                      <a:pt x="11" y="244"/>
                      <a:pt x="11" y="166"/>
                    </a:cubicBezTo>
                    <a:cubicBezTo>
                      <a:pt x="1" y="79"/>
                      <a:pt x="69" y="0"/>
                      <a:pt x="196" y="0"/>
                    </a:cubicBezTo>
                    <a:lnTo>
                      <a:pt x="7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122"/>
            <p:cNvGrpSpPr/>
            <p:nvPr/>
          </p:nvGrpSpPr>
          <p:grpSpPr>
            <a:xfrm>
              <a:off x="3801929" y="3965576"/>
              <a:ext cx="278746" cy="605738"/>
              <a:chOff x="4883792" y="3573451"/>
              <a:chExt cx="278746" cy="605738"/>
            </a:xfrm>
          </p:grpSpPr>
          <p:sp>
            <p:nvSpPr>
              <p:cNvPr id="6798" name="Google Shape;6798;p122"/>
              <p:cNvSpPr/>
              <p:nvPr/>
            </p:nvSpPr>
            <p:spPr>
              <a:xfrm>
                <a:off x="4883792" y="3573451"/>
                <a:ext cx="278746" cy="605738"/>
              </a:xfrm>
              <a:custGeom>
                <a:rect b="b" l="l" r="r" t="t"/>
                <a:pathLst>
                  <a:path extrusionOk="0" h="10157" w="4674">
                    <a:moveTo>
                      <a:pt x="3474" y="2937"/>
                    </a:moveTo>
                    <a:cubicBezTo>
                      <a:pt x="3503" y="3191"/>
                      <a:pt x="3513" y="3425"/>
                      <a:pt x="3542" y="3649"/>
                    </a:cubicBezTo>
                    <a:cubicBezTo>
                      <a:pt x="3630" y="4537"/>
                      <a:pt x="3630" y="5425"/>
                      <a:pt x="3542" y="6312"/>
                    </a:cubicBezTo>
                    <a:cubicBezTo>
                      <a:pt x="3474" y="7103"/>
                      <a:pt x="3337" y="7883"/>
                      <a:pt x="3123" y="8644"/>
                    </a:cubicBezTo>
                    <a:cubicBezTo>
                      <a:pt x="3015" y="9044"/>
                      <a:pt x="2850" y="9434"/>
                      <a:pt x="2703" y="9834"/>
                    </a:cubicBezTo>
                    <a:cubicBezTo>
                      <a:pt x="2684" y="9873"/>
                      <a:pt x="2664" y="9912"/>
                      <a:pt x="2645" y="9951"/>
                    </a:cubicBezTo>
                    <a:cubicBezTo>
                      <a:pt x="2576" y="10098"/>
                      <a:pt x="2391" y="10156"/>
                      <a:pt x="2245" y="10078"/>
                    </a:cubicBezTo>
                    <a:cubicBezTo>
                      <a:pt x="2089" y="9990"/>
                      <a:pt x="1942" y="9873"/>
                      <a:pt x="1835" y="9737"/>
                    </a:cubicBezTo>
                    <a:cubicBezTo>
                      <a:pt x="1728" y="9600"/>
                      <a:pt x="1630" y="9463"/>
                      <a:pt x="1513" y="9346"/>
                    </a:cubicBezTo>
                    <a:cubicBezTo>
                      <a:pt x="1406" y="9220"/>
                      <a:pt x="1406" y="9210"/>
                      <a:pt x="1250" y="9298"/>
                    </a:cubicBezTo>
                    <a:cubicBezTo>
                      <a:pt x="957" y="9483"/>
                      <a:pt x="645" y="9629"/>
                      <a:pt x="303" y="9727"/>
                    </a:cubicBezTo>
                    <a:cubicBezTo>
                      <a:pt x="216" y="9746"/>
                      <a:pt x="138" y="9776"/>
                      <a:pt x="59" y="9688"/>
                    </a:cubicBezTo>
                    <a:cubicBezTo>
                      <a:pt x="11" y="9620"/>
                      <a:pt x="1" y="9522"/>
                      <a:pt x="40" y="9444"/>
                    </a:cubicBezTo>
                    <a:cubicBezTo>
                      <a:pt x="138" y="9229"/>
                      <a:pt x="206" y="9005"/>
                      <a:pt x="372" y="8829"/>
                    </a:cubicBezTo>
                    <a:cubicBezTo>
                      <a:pt x="401" y="8790"/>
                      <a:pt x="420" y="8751"/>
                      <a:pt x="440" y="8712"/>
                    </a:cubicBezTo>
                    <a:cubicBezTo>
                      <a:pt x="957" y="7649"/>
                      <a:pt x="1406" y="6556"/>
                      <a:pt x="1650" y="5405"/>
                    </a:cubicBezTo>
                    <a:cubicBezTo>
                      <a:pt x="1806" y="4625"/>
                      <a:pt x="1913" y="3844"/>
                      <a:pt x="1981" y="3054"/>
                    </a:cubicBezTo>
                    <a:lnTo>
                      <a:pt x="1981" y="2898"/>
                    </a:lnTo>
                    <a:cubicBezTo>
                      <a:pt x="1903" y="2888"/>
                      <a:pt x="1855" y="2937"/>
                      <a:pt x="1806" y="2956"/>
                    </a:cubicBezTo>
                    <a:cubicBezTo>
                      <a:pt x="1552" y="3083"/>
                      <a:pt x="1289" y="3181"/>
                      <a:pt x="1025" y="3269"/>
                    </a:cubicBezTo>
                    <a:cubicBezTo>
                      <a:pt x="928" y="3298"/>
                      <a:pt x="840" y="3317"/>
                      <a:pt x="762" y="3230"/>
                    </a:cubicBezTo>
                    <a:cubicBezTo>
                      <a:pt x="703" y="3152"/>
                      <a:pt x="703" y="3035"/>
                      <a:pt x="762" y="2956"/>
                    </a:cubicBezTo>
                    <a:cubicBezTo>
                      <a:pt x="801" y="2878"/>
                      <a:pt x="850" y="2800"/>
                      <a:pt x="908" y="2732"/>
                    </a:cubicBezTo>
                    <a:cubicBezTo>
                      <a:pt x="1464" y="2020"/>
                      <a:pt x="2020" y="1298"/>
                      <a:pt x="2557" y="557"/>
                    </a:cubicBezTo>
                    <a:cubicBezTo>
                      <a:pt x="2645" y="440"/>
                      <a:pt x="2742" y="313"/>
                      <a:pt x="2850" y="205"/>
                    </a:cubicBezTo>
                    <a:cubicBezTo>
                      <a:pt x="3035" y="1"/>
                      <a:pt x="3172" y="1"/>
                      <a:pt x="3347" y="215"/>
                    </a:cubicBezTo>
                    <a:cubicBezTo>
                      <a:pt x="3650" y="586"/>
                      <a:pt x="3903" y="996"/>
                      <a:pt x="4079" y="1444"/>
                    </a:cubicBezTo>
                    <a:cubicBezTo>
                      <a:pt x="4264" y="1952"/>
                      <a:pt x="4440" y="2459"/>
                      <a:pt x="4615" y="2966"/>
                    </a:cubicBezTo>
                    <a:cubicBezTo>
                      <a:pt x="4674" y="3142"/>
                      <a:pt x="4586" y="3249"/>
                      <a:pt x="4391" y="3220"/>
                    </a:cubicBezTo>
                    <a:cubicBezTo>
                      <a:pt x="4225" y="3191"/>
                      <a:pt x="4069" y="3142"/>
                      <a:pt x="3913" y="30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2"/>
              <p:cNvSpPr/>
              <p:nvPr/>
            </p:nvSpPr>
            <p:spPr>
              <a:xfrm>
                <a:off x="4912299" y="3599036"/>
                <a:ext cx="222329" cy="556299"/>
              </a:xfrm>
              <a:custGeom>
                <a:rect b="b" l="l" r="r" t="t"/>
                <a:pathLst>
                  <a:path extrusionOk="0" h="9328" w="3728">
                    <a:moveTo>
                      <a:pt x="801" y="2371"/>
                    </a:moveTo>
                    <a:cubicBezTo>
                      <a:pt x="1425" y="1601"/>
                      <a:pt x="1991" y="791"/>
                      <a:pt x="2606" y="1"/>
                    </a:cubicBezTo>
                    <a:cubicBezTo>
                      <a:pt x="3230" y="693"/>
                      <a:pt x="3454" y="1542"/>
                      <a:pt x="3728" y="2371"/>
                    </a:cubicBezTo>
                    <a:cubicBezTo>
                      <a:pt x="3659" y="2410"/>
                      <a:pt x="3611" y="2362"/>
                      <a:pt x="3562" y="2352"/>
                    </a:cubicBezTo>
                    <a:cubicBezTo>
                      <a:pt x="3357" y="2284"/>
                      <a:pt x="3162" y="2215"/>
                      <a:pt x="2957" y="2147"/>
                    </a:cubicBezTo>
                    <a:cubicBezTo>
                      <a:pt x="2713" y="2069"/>
                      <a:pt x="2615" y="2137"/>
                      <a:pt x="2645" y="2401"/>
                    </a:cubicBezTo>
                    <a:cubicBezTo>
                      <a:pt x="2674" y="2664"/>
                      <a:pt x="2703" y="2947"/>
                      <a:pt x="2733" y="3220"/>
                    </a:cubicBezTo>
                    <a:cubicBezTo>
                      <a:pt x="2859" y="4469"/>
                      <a:pt x="2811" y="5737"/>
                      <a:pt x="2586" y="6976"/>
                    </a:cubicBezTo>
                    <a:cubicBezTo>
                      <a:pt x="2459" y="7727"/>
                      <a:pt x="2255" y="8449"/>
                      <a:pt x="1962" y="9151"/>
                    </a:cubicBezTo>
                    <a:cubicBezTo>
                      <a:pt x="1942" y="9210"/>
                      <a:pt x="1923" y="9259"/>
                      <a:pt x="1894" y="9327"/>
                    </a:cubicBezTo>
                    <a:cubicBezTo>
                      <a:pt x="1786" y="9288"/>
                      <a:pt x="1698" y="9230"/>
                      <a:pt x="1640" y="9142"/>
                    </a:cubicBezTo>
                    <a:cubicBezTo>
                      <a:pt x="1542" y="9034"/>
                      <a:pt x="1464" y="8917"/>
                      <a:pt x="1377" y="8810"/>
                    </a:cubicBezTo>
                    <a:cubicBezTo>
                      <a:pt x="1318" y="8742"/>
                      <a:pt x="1250" y="8664"/>
                      <a:pt x="1181" y="8605"/>
                    </a:cubicBezTo>
                    <a:cubicBezTo>
                      <a:pt x="986" y="8420"/>
                      <a:pt x="889" y="8420"/>
                      <a:pt x="655" y="8566"/>
                    </a:cubicBezTo>
                    <a:cubicBezTo>
                      <a:pt x="450" y="8693"/>
                      <a:pt x="225" y="8800"/>
                      <a:pt x="1" y="8898"/>
                    </a:cubicBezTo>
                    <a:cubicBezTo>
                      <a:pt x="11" y="8830"/>
                      <a:pt x="30" y="8771"/>
                      <a:pt x="79" y="8722"/>
                    </a:cubicBezTo>
                    <a:cubicBezTo>
                      <a:pt x="762" y="7513"/>
                      <a:pt x="1259" y="6196"/>
                      <a:pt x="1542" y="4830"/>
                    </a:cubicBezTo>
                    <a:cubicBezTo>
                      <a:pt x="1698" y="3981"/>
                      <a:pt x="1806" y="3132"/>
                      <a:pt x="1864" y="2274"/>
                    </a:cubicBezTo>
                    <a:cubicBezTo>
                      <a:pt x="1874" y="2088"/>
                      <a:pt x="1757" y="1923"/>
                      <a:pt x="1533" y="2059"/>
                    </a:cubicBezTo>
                    <a:cubicBezTo>
                      <a:pt x="1328" y="2176"/>
                      <a:pt x="1123" y="2284"/>
                      <a:pt x="908" y="2371"/>
                    </a:cubicBezTo>
                    <a:cubicBezTo>
                      <a:pt x="869" y="2391"/>
                      <a:pt x="830" y="2391"/>
                      <a:pt x="801" y="237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0" name="Google Shape;6800;p122"/>
          <p:cNvGrpSpPr/>
          <p:nvPr/>
        </p:nvGrpSpPr>
        <p:grpSpPr>
          <a:xfrm>
            <a:off x="5143835" y="3970824"/>
            <a:ext cx="1024642" cy="580690"/>
            <a:chOff x="5224148" y="3970824"/>
            <a:chExt cx="1024642" cy="580690"/>
          </a:xfrm>
        </p:grpSpPr>
        <p:grpSp>
          <p:nvGrpSpPr>
            <p:cNvPr id="6801" name="Google Shape;6801;p122"/>
            <p:cNvGrpSpPr/>
            <p:nvPr/>
          </p:nvGrpSpPr>
          <p:grpSpPr>
            <a:xfrm>
              <a:off x="5224148" y="3970824"/>
              <a:ext cx="633112" cy="580690"/>
              <a:chOff x="5224148" y="3578699"/>
              <a:chExt cx="633112" cy="580690"/>
            </a:xfrm>
          </p:grpSpPr>
          <p:sp>
            <p:nvSpPr>
              <p:cNvPr id="6802" name="Google Shape;6802;p122"/>
              <p:cNvSpPr/>
              <p:nvPr/>
            </p:nvSpPr>
            <p:spPr>
              <a:xfrm>
                <a:off x="5224148" y="3578699"/>
                <a:ext cx="633112" cy="580690"/>
              </a:xfrm>
              <a:custGeom>
                <a:rect b="b" l="l" r="r" t="t"/>
                <a:pathLst>
                  <a:path extrusionOk="0" h="9737" w="10616">
                    <a:moveTo>
                      <a:pt x="2079" y="9668"/>
                    </a:moveTo>
                    <a:cubicBezTo>
                      <a:pt x="1903" y="9736"/>
                      <a:pt x="1767" y="9639"/>
                      <a:pt x="1806" y="9444"/>
                    </a:cubicBezTo>
                    <a:cubicBezTo>
                      <a:pt x="1845" y="9210"/>
                      <a:pt x="1903" y="8975"/>
                      <a:pt x="1962" y="8741"/>
                    </a:cubicBezTo>
                    <a:cubicBezTo>
                      <a:pt x="2059" y="8361"/>
                      <a:pt x="2089" y="7961"/>
                      <a:pt x="2176" y="7580"/>
                    </a:cubicBezTo>
                    <a:cubicBezTo>
                      <a:pt x="2196" y="7522"/>
                      <a:pt x="2157" y="7454"/>
                      <a:pt x="2089" y="7444"/>
                    </a:cubicBezTo>
                    <a:cubicBezTo>
                      <a:pt x="2020" y="7424"/>
                      <a:pt x="1942" y="7395"/>
                      <a:pt x="1864" y="7376"/>
                    </a:cubicBezTo>
                    <a:cubicBezTo>
                      <a:pt x="898" y="7112"/>
                      <a:pt x="11" y="5961"/>
                      <a:pt x="11" y="4810"/>
                    </a:cubicBezTo>
                    <a:cubicBezTo>
                      <a:pt x="1" y="3815"/>
                      <a:pt x="372" y="2859"/>
                      <a:pt x="1045" y="2127"/>
                    </a:cubicBezTo>
                    <a:cubicBezTo>
                      <a:pt x="1581" y="1542"/>
                      <a:pt x="2235" y="1073"/>
                      <a:pt x="2957" y="752"/>
                    </a:cubicBezTo>
                    <a:cubicBezTo>
                      <a:pt x="3737" y="371"/>
                      <a:pt x="4576" y="137"/>
                      <a:pt x="5435" y="59"/>
                    </a:cubicBezTo>
                    <a:cubicBezTo>
                      <a:pt x="6205" y="0"/>
                      <a:pt x="6986" y="39"/>
                      <a:pt x="7757" y="186"/>
                    </a:cubicBezTo>
                    <a:cubicBezTo>
                      <a:pt x="8800" y="400"/>
                      <a:pt x="9600" y="976"/>
                      <a:pt x="10078" y="1922"/>
                    </a:cubicBezTo>
                    <a:cubicBezTo>
                      <a:pt x="10478" y="2664"/>
                      <a:pt x="10615" y="3522"/>
                      <a:pt x="10488" y="4351"/>
                    </a:cubicBezTo>
                    <a:cubicBezTo>
                      <a:pt x="10391" y="4985"/>
                      <a:pt x="10137" y="5590"/>
                      <a:pt x="9766" y="6117"/>
                    </a:cubicBezTo>
                    <a:cubicBezTo>
                      <a:pt x="9532" y="6429"/>
                      <a:pt x="9239" y="6693"/>
                      <a:pt x="8908" y="6888"/>
                    </a:cubicBezTo>
                    <a:cubicBezTo>
                      <a:pt x="8566" y="7093"/>
                      <a:pt x="8205" y="7258"/>
                      <a:pt x="7835" y="7376"/>
                    </a:cubicBezTo>
                    <a:cubicBezTo>
                      <a:pt x="7123" y="7610"/>
                      <a:pt x="6391" y="7746"/>
                      <a:pt x="5649" y="7776"/>
                    </a:cubicBezTo>
                    <a:cubicBezTo>
                      <a:pt x="5493" y="7785"/>
                      <a:pt x="5327" y="7776"/>
                      <a:pt x="5171" y="7776"/>
                    </a:cubicBezTo>
                    <a:cubicBezTo>
                      <a:pt x="4820" y="7766"/>
                      <a:pt x="4469" y="7766"/>
                      <a:pt x="4128" y="7727"/>
                    </a:cubicBezTo>
                    <a:cubicBezTo>
                      <a:pt x="4040" y="7717"/>
                      <a:pt x="3952" y="7756"/>
                      <a:pt x="3913" y="7834"/>
                    </a:cubicBezTo>
                    <a:cubicBezTo>
                      <a:pt x="3689" y="8156"/>
                      <a:pt x="3454" y="8468"/>
                      <a:pt x="3201" y="8771"/>
                    </a:cubicBezTo>
                    <a:cubicBezTo>
                      <a:pt x="2908" y="9102"/>
                      <a:pt x="2567" y="9395"/>
                      <a:pt x="2186" y="9619"/>
                    </a:cubicBezTo>
                    <a:cubicBezTo>
                      <a:pt x="2147" y="9639"/>
                      <a:pt x="2118" y="9658"/>
                      <a:pt x="2079" y="96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2"/>
              <p:cNvSpPr/>
              <p:nvPr/>
            </p:nvSpPr>
            <p:spPr>
              <a:xfrm>
                <a:off x="5236374" y="3598499"/>
                <a:ext cx="599357" cy="529462"/>
              </a:xfrm>
              <a:custGeom>
                <a:rect b="b" l="l" r="r" t="t"/>
                <a:pathLst>
                  <a:path extrusionOk="0" h="8878" w="10050">
                    <a:moveTo>
                      <a:pt x="2001" y="8878"/>
                    </a:moveTo>
                    <a:cubicBezTo>
                      <a:pt x="2059" y="8546"/>
                      <a:pt x="2137" y="8243"/>
                      <a:pt x="2176" y="7941"/>
                    </a:cubicBezTo>
                    <a:cubicBezTo>
                      <a:pt x="2206" y="7668"/>
                      <a:pt x="2245" y="7404"/>
                      <a:pt x="2274" y="7122"/>
                    </a:cubicBezTo>
                    <a:cubicBezTo>
                      <a:pt x="2293" y="6956"/>
                      <a:pt x="2254" y="6917"/>
                      <a:pt x="2098" y="6858"/>
                    </a:cubicBezTo>
                    <a:cubicBezTo>
                      <a:pt x="1952" y="6809"/>
                      <a:pt x="1815" y="6770"/>
                      <a:pt x="1679" y="6722"/>
                    </a:cubicBezTo>
                    <a:cubicBezTo>
                      <a:pt x="1298" y="6585"/>
                      <a:pt x="967" y="6331"/>
                      <a:pt x="723" y="6009"/>
                    </a:cubicBezTo>
                    <a:cubicBezTo>
                      <a:pt x="40" y="5190"/>
                      <a:pt x="1" y="4273"/>
                      <a:pt x="323" y="3307"/>
                    </a:cubicBezTo>
                    <a:cubicBezTo>
                      <a:pt x="567" y="2595"/>
                      <a:pt x="1015" y="1971"/>
                      <a:pt x="1620" y="1502"/>
                    </a:cubicBezTo>
                    <a:cubicBezTo>
                      <a:pt x="2547" y="751"/>
                      <a:pt x="3630" y="322"/>
                      <a:pt x="4801" y="107"/>
                    </a:cubicBezTo>
                    <a:cubicBezTo>
                      <a:pt x="5366" y="20"/>
                      <a:pt x="5942" y="0"/>
                      <a:pt x="6518" y="49"/>
                    </a:cubicBezTo>
                    <a:cubicBezTo>
                      <a:pt x="6791" y="68"/>
                      <a:pt x="7064" y="88"/>
                      <a:pt x="7337" y="137"/>
                    </a:cubicBezTo>
                    <a:cubicBezTo>
                      <a:pt x="8117" y="254"/>
                      <a:pt x="8820" y="663"/>
                      <a:pt x="9308" y="1278"/>
                    </a:cubicBezTo>
                    <a:cubicBezTo>
                      <a:pt x="9591" y="1619"/>
                      <a:pt x="9727" y="2029"/>
                      <a:pt x="9864" y="2439"/>
                    </a:cubicBezTo>
                    <a:cubicBezTo>
                      <a:pt x="10030" y="2995"/>
                      <a:pt x="10049" y="3571"/>
                      <a:pt x="9922" y="4127"/>
                    </a:cubicBezTo>
                    <a:cubicBezTo>
                      <a:pt x="9717" y="5151"/>
                      <a:pt x="9220" y="5961"/>
                      <a:pt x="8254" y="6429"/>
                    </a:cubicBezTo>
                    <a:cubicBezTo>
                      <a:pt x="7561" y="6751"/>
                      <a:pt x="6820" y="6965"/>
                      <a:pt x="6049" y="7063"/>
                    </a:cubicBezTo>
                    <a:cubicBezTo>
                      <a:pt x="5318" y="7151"/>
                      <a:pt x="4576" y="7102"/>
                      <a:pt x="3845" y="7063"/>
                    </a:cubicBezTo>
                    <a:cubicBezTo>
                      <a:pt x="3688" y="7034"/>
                      <a:pt x="3542" y="7122"/>
                      <a:pt x="3474" y="7258"/>
                    </a:cubicBezTo>
                    <a:cubicBezTo>
                      <a:pt x="3230" y="7629"/>
                      <a:pt x="2967" y="7980"/>
                      <a:pt x="2674" y="8312"/>
                    </a:cubicBezTo>
                    <a:cubicBezTo>
                      <a:pt x="2469" y="8526"/>
                      <a:pt x="2245" y="8721"/>
                      <a:pt x="2001" y="887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122"/>
            <p:cNvGrpSpPr/>
            <p:nvPr/>
          </p:nvGrpSpPr>
          <p:grpSpPr>
            <a:xfrm>
              <a:off x="5926987" y="3988835"/>
              <a:ext cx="321804" cy="542284"/>
              <a:chOff x="5926987" y="3596710"/>
              <a:chExt cx="321804" cy="542284"/>
            </a:xfrm>
          </p:grpSpPr>
          <p:sp>
            <p:nvSpPr>
              <p:cNvPr id="6805" name="Google Shape;6805;p122"/>
              <p:cNvSpPr/>
              <p:nvPr/>
            </p:nvSpPr>
            <p:spPr>
              <a:xfrm>
                <a:off x="5926987" y="3596710"/>
                <a:ext cx="321804" cy="542284"/>
              </a:xfrm>
              <a:custGeom>
                <a:rect b="b" l="l" r="r" t="t"/>
                <a:pathLst>
                  <a:path extrusionOk="0" h="9093" w="5396">
                    <a:moveTo>
                      <a:pt x="5366" y="3825"/>
                    </a:moveTo>
                    <a:cubicBezTo>
                      <a:pt x="5366" y="4761"/>
                      <a:pt x="5376" y="5757"/>
                      <a:pt x="5308" y="6752"/>
                    </a:cubicBezTo>
                    <a:cubicBezTo>
                      <a:pt x="5259" y="7464"/>
                      <a:pt x="5249" y="8176"/>
                      <a:pt x="5220" y="8898"/>
                    </a:cubicBezTo>
                    <a:cubicBezTo>
                      <a:pt x="5220" y="8995"/>
                      <a:pt x="5181" y="9044"/>
                      <a:pt x="5083" y="9044"/>
                    </a:cubicBezTo>
                    <a:cubicBezTo>
                      <a:pt x="4605" y="9064"/>
                      <a:pt x="4127" y="9093"/>
                      <a:pt x="3639" y="9073"/>
                    </a:cubicBezTo>
                    <a:cubicBezTo>
                      <a:pt x="3083" y="9054"/>
                      <a:pt x="2527" y="9015"/>
                      <a:pt x="1971" y="9044"/>
                    </a:cubicBezTo>
                    <a:cubicBezTo>
                      <a:pt x="1444" y="9073"/>
                      <a:pt x="918" y="9025"/>
                      <a:pt x="391" y="9015"/>
                    </a:cubicBezTo>
                    <a:cubicBezTo>
                      <a:pt x="235" y="9025"/>
                      <a:pt x="98" y="8898"/>
                      <a:pt x="108" y="8742"/>
                    </a:cubicBezTo>
                    <a:cubicBezTo>
                      <a:pt x="98" y="8508"/>
                      <a:pt x="98" y="8273"/>
                      <a:pt x="88" y="8039"/>
                    </a:cubicBezTo>
                    <a:cubicBezTo>
                      <a:pt x="1" y="6615"/>
                      <a:pt x="88" y="5191"/>
                      <a:pt x="118" y="3766"/>
                    </a:cubicBezTo>
                    <a:cubicBezTo>
                      <a:pt x="147" y="2684"/>
                      <a:pt x="284" y="1601"/>
                      <a:pt x="410" y="528"/>
                    </a:cubicBezTo>
                    <a:cubicBezTo>
                      <a:pt x="430" y="342"/>
                      <a:pt x="488" y="284"/>
                      <a:pt x="703" y="225"/>
                    </a:cubicBezTo>
                    <a:cubicBezTo>
                      <a:pt x="1132" y="118"/>
                      <a:pt x="1581" y="50"/>
                      <a:pt x="2030" y="30"/>
                    </a:cubicBezTo>
                    <a:cubicBezTo>
                      <a:pt x="2761" y="1"/>
                      <a:pt x="3483" y="40"/>
                      <a:pt x="4215" y="128"/>
                    </a:cubicBezTo>
                    <a:cubicBezTo>
                      <a:pt x="4498" y="157"/>
                      <a:pt x="4781" y="176"/>
                      <a:pt x="5064" y="215"/>
                    </a:cubicBezTo>
                    <a:cubicBezTo>
                      <a:pt x="5288" y="245"/>
                      <a:pt x="5366" y="323"/>
                      <a:pt x="5386" y="557"/>
                    </a:cubicBezTo>
                    <a:cubicBezTo>
                      <a:pt x="5395" y="674"/>
                      <a:pt x="5395" y="801"/>
                      <a:pt x="5395" y="918"/>
                    </a:cubicBezTo>
                    <a:cubicBezTo>
                      <a:pt x="5386" y="1864"/>
                      <a:pt x="5376" y="2810"/>
                      <a:pt x="5366" y="38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2"/>
              <p:cNvSpPr/>
              <p:nvPr/>
            </p:nvSpPr>
            <p:spPr>
              <a:xfrm>
                <a:off x="6002608" y="3615913"/>
                <a:ext cx="229306" cy="503877"/>
              </a:xfrm>
              <a:custGeom>
                <a:rect b="b" l="l" r="r" t="t"/>
                <a:pathLst>
                  <a:path extrusionOk="0" h="8449" w="3845">
                    <a:moveTo>
                      <a:pt x="3767" y="3474"/>
                    </a:moveTo>
                    <a:cubicBezTo>
                      <a:pt x="3767" y="4469"/>
                      <a:pt x="3767" y="5464"/>
                      <a:pt x="3708" y="6459"/>
                    </a:cubicBezTo>
                    <a:cubicBezTo>
                      <a:pt x="3669" y="7073"/>
                      <a:pt x="3640" y="7678"/>
                      <a:pt x="3649" y="8293"/>
                    </a:cubicBezTo>
                    <a:cubicBezTo>
                      <a:pt x="3649" y="8390"/>
                      <a:pt x="3610" y="8410"/>
                      <a:pt x="3523" y="8410"/>
                    </a:cubicBezTo>
                    <a:cubicBezTo>
                      <a:pt x="3113" y="8410"/>
                      <a:pt x="2693" y="8449"/>
                      <a:pt x="2274" y="8420"/>
                    </a:cubicBezTo>
                    <a:cubicBezTo>
                      <a:pt x="1601" y="8381"/>
                      <a:pt x="918" y="8381"/>
                      <a:pt x="245" y="8410"/>
                    </a:cubicBezTo>
                    <a:cubicBezTo>
                      <a:pt x="1" y="8420"/>
                      <a:pt x="20" y="8439"/>
                      <a:pt x="20" y="8195"/>
                    </a:cubicBezTo>
                    <a:cubicBezTo>
                      <a:pt x="30" y="6703"/>
                      <a:pt x="79" y="5210"/>
                      <a:pt x="118" y="3718"/>
                    </a:cubicBezTo>
                    <a:cubicBezTo>
                      <a:pt x="137" y="2801"/>
                      <a:pt x="176" y="1893"/>
                      <a:pt x="235" y="986"/>
                    </a:cubicBezTo>
                    <a:cubicBezTo>
                      <a:pt x="255" y="723"/>
                      <a:pt x="274" y="469"/>
                      <a:pt x="284" y="206"/>
                    </a:cubicBezTo>
                    <a:cubicBezTo>
                      <a:pt x="284" y="98"/>
                      <a:pt x="342" y="69"/>
                      <a:pt x="450" y="49"/>
                    </a:cubicBezTo>
                    <a:cubicBezTo>
                      <a:pt x="1103" y="1"/>
                      <a:pt x="1776" y="10"/>
                      <a:pt x="2430" y="79"/>
                    </a:cubicBezTo>
                    <a:cubicBezTo>
                      <a:pt x="2781" y="108"/>
                      <a:pt x="3132" y="147"/>
                      <a:pt x="3484" y="186"/>
                    </a:cubicBezTo>
                    <a:cubicBezTo>
                      <a:pt x="3845" y="215"/>
                      <a:pt x="3806" y="196"/>
                      <a:pt x="3796" y="537"/>
                    </a:cubicBezTo>
                    <a:cubicBezTo>
                      <a:pt x="3796" y="1513"/>
                      <a:pt x="3786" y="2498"/>
                      <a:pt x="3767" y="34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2"/>
              <p:cNvSpPr/>
              <p:nvPr/>
            </p:nvSpPr>
            <p:spPr>
              <a:xfrm>
                <a:off x="5947383" y="3623488"/>
                <a:ext cx="54747" cy="496900"/>
              </a:xfrm>
              <a:custGeom>
                <a:rect b="b" l="l" r="r" t="t"/>
                <a:pathLst>
                  <a:path extrusionOk="0" h="8332" w="918">
                    <a:moveTo>
                      <a:pt x="917" y="1"/>
                    </a:moveTo>
                    <a:cubicBezTo>
                      <a:pt x="898" y="244"/>
                      <a:pt x="878" y="479"/>
                      <a:pt x="859" y="713"/>
                    </a:cubicBezTo>
                    <a:cubicBezTo>
                      <a:pt x="800" y="1454"/>
                      <a:pt x="761" y="2196"/>
                      <a:pt x="742" y="2937"/>
                    </a:cubicBezTo>
                    <a:cubicBezTo>
                      <a:pt x="693" y="4098"/>
                      <a:pt x="683" y="5259"/>
                      <a:pt x="654" y="6410"/>
                    </a:cubicBezTo>
                    <a:cubicBezTo>
                      <a:pt x="634" y="6976"/>
                      <a:pt x="624" y="7551"/>
                      <a:pt x="615" y="8117"/>
                    </a:cubicBezTo>
                    <a:cubicBezTo>
                      <a:pt x="615" y="8283"/>
                      <a:pt x="615" y="8283"/>
                      <a:pt x="449" y="8283"/>
                    </a:cubicBezTo>
                    <a:cubicBezTo>
                      <a:pt x="332" y="8273"/>
                      <a:pt x="166" y="8332"/>
                      <a:pt x="88" y="8244"/>
                    </a:cubicBezTo>
                    <a:cubicBezTo>
                      <a:pt x="0" y="8146"/>
                      <a:pt x="68" y="8010"/>
                      <a:pt x="59" y="7893"/>
                    </a:cubicBezTo>
                    <a:cubicBezTo>
                      <a:pt x="49" y="7405"/>
                      <a:pt x="49" y="6927"/>
                      <a:pt x="39" y="6449"/>
                    </a:cubicBezTo>
                    <a:cubicBezTo>
                      <a:pt x="39" y="5103"/>
                      <a:pt x="88" y="3756"/>
                      <a:pt x="156" y="2410"/>
                    </a:cubicBezTo>
                    <a:cubicBezTo>
                      <a:pt x="195" y="1669"/>
                      <a:pt x="303" y="937"/>
                      <a:pt x="390" y="196"/>
                    </a:cubicBezTo>
                    <a:cubicBezTo>
                      <a:pt x="390" y="147"/>
                      <a:pt x="429" y="98"/>
                      <a:pt x="488" y="88"/>
                    </a:cubicBezTo>
                    <a:cubicBezTo>
                      <a:pt x="624" y="69"/>
                      <a:pt x="761" y="30"/>
                      <a:pt x="9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2"/>
              <p:cNvSpPr/>
              <p:nvPr/>
            </p:nvSpPr>
            <p:spPr>
              <a:xfrm>
                <a:off x="6023005" y="3693861"/>
                <a:ext cx="185652" cy="21052"/>
              </a:xfrm>
              <a:custGeom>
                <a:rect b="b" l="l" r="r" t="t"/>
                <a:pathLst>
                  <a:path extrusionOk="0" h="353" w="3113">
                    <a:moveTo>
                      <a:pt x="1551" y="352"/>
                    </a:moveTo>
                    <a:lnTo>
                      <a:pt x="273" y="352"/>
                    </a:lnTo>
                    <a:cubicBezTo>
                      <a:pt x="215" y="352"/>
                      <a:pt x="166" y="342"/>
                      <a:pt x="108" y="333"/>
                    </a:cubicBezTo>
                    <a:cubicBezTo>
                      <a:pt x="49" y="323"/>
                      <a:pt x="0" y="264"/>
                      <a:pt x="10" y="206"/>
                    </a:cubicBezTo>
                    <a:cubicBezTo>
                      <a:pt x="0" y="138"/>
                      <a:pt x="39" y="79"/>
                      <a:pt x="108" y="69"/>
                    </a:cubicBezTo>
                    <a:cubicBezTo>
                      <a:pt x="156" y="50"/>
                      <a:pt x="205" y="40"/>
                      <a:pt x="264" y="50"/>
                    </a:cubicBezTo>
                    <a:cubicBezTo>
                      <a:pt x="1044" y="30"/>
                      <a:pt x="1825" y="20"/>
                      <a:pt x="2605" y="11"/>
                    </a:cubicBezTo>
                    <a:cubicBezTo>
                      <a:pt x="2712" y="1"/>
                      <a:pt x="2829" y="11"/>
                      <a:pt x="2947" y="30"/>
                    </a:cubicBezTo>
                    <a:cubicBezTo>
                      <a:pt x="3054" y="40"/>
                      <a:pt x="3112" y="98"/>
                      <a:pt x="3103" y="196"/>
                    </a:cubicBezTo>
                    <a:cubicBezTo>
                      <a:pt x="3103" y="284"/>
                      <a:pt x="3025" y="352"/>
                      <a:pt x="2937" y="352"/>
                    </a:cubicBezTo>
                    <a:cubicBezTo>
                      <a:pt x="2810" y="352"/>
                      <a:pt x="2693" y="342"/>
                      <a:pt x="2566" y="342"/>
                    </a:cubicBezTo>
                    <a:lnTo>
                      <a:pt x="1542" y="3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2"/>
              <p:cNvSpPr/>
              <p:nvPr/>
            </p:nvSpPr>
            <p:spPr>
              <a:xfrm>
                <a:off x="6025330" y="3888222"/>
                <a:ext cx="187977" cy="22722"/>
              </a:xfrm>
              <a:custGeom>
                <a:rect b="b" l="l" r="r" t="t"/>
                <a:pathLst>
                  <a:path extrusionOk="0" h="381" w="3152">
                    <a:moveTo>
                      <a:pt x="1512" y="332"/>
                    </a:moveTo>
                    <a:lnTo>
                      <a:pt x="732" y="332"/>
                    </a:lnTo>
                    <a:cubicBezTo>
                      <a:pt x="556" y="322"/>
                      <a:pt x="381" y="322"/>
                      <a:pt x="205" y="342"/>
                    </a:cubicBezTo>
                    <a:cubicBezTo>
                      <a:pt x="127" y="361"/>
                      <a:pt x="39" y="312"/>
                      <a:pt x="20" y="234"/>
                    </a:cubicBezTo>
                    <a:cubicBezTo>
                      <a:pt x="0" y="156"/>
                      <a:pt x="59" y="78"/>
                      <a:pt x="166" y="49"/>
                    </a:cubicBezTo>
                    <a:cubicBezTo>
                      <a:pt x="215" y="39"/>
                      <a:pt x="274" y="30"/>
                      <a:pt x="322" y="30"/>
                    </a:cubicBezTo>
                    <a:cubicBezTo>
                      <a:pt x="1132" y="30"/>
                      <a:pt x="1932" y="0"/>
                      <a:pt x="2732" y="20"/>
                    </a:cubicBezTo>
                    <a:cubicBezTo>
                      <a:pt x="2829" y="20"/>
                      <a:pt x="2917" y="30"/>
                      <a:pt x="3015" y="49"/>
                    </a:cubicBezTo>
                    <a:cubicBezTo>
                      <a:pt x="3093" y="59"/>
                      <a:pt x="3151" y="137"/>
                      <a:pt x="3142" y="225"/>
                    </a:cubicBezTo>
                    <a:cubicBezTo>
                      <a:pt x="3132" y="312"/>
                      <a:pt x="3054" y="381"/>
                      <a:pt x="2956" y="361"/>
                    </a:cubicBezTo>
                    <a:cubicBezTo>
                      <a:pt x="2478" y="322"/>
                      <a:pt x="1990" y="351"/>
                      <a:pt x="1512" y="3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2"/>
              <p:cNvSpPr/>
              <p:nvPr/>
            </p:nvSpPr>
            <p:spPr>
              <a:xfrm>
                <a:off x="6032308" y="3793397"/>
                <a:ext cx="176944" cy="21589"/>
              </a:xfrm>
              <a:custGeom>
                <a:rect b="b" l="l" r="r" t="t"/>
                <a:pathLst>
                  <a:path extrusionOk="0" h="362" w="2967">
                    <a:moveTo>
                      <a:pt x="1503" y="312"/>
                    </a:moveTo>
                    <a:lnTo>
                      <a:pt x="254" y="312"/>
                    </a:lnTo>
                    <a:cubicBezTo>
                      <a:pt x="69" y="312"/>
                      <a:pt x="0" y="264"/>
                      <a:pt x="0" y="156"/>
                    </a:cubicBezTo>
                    <a:cubicBezTo>
                      <a:pt x="10" y="49"/>
                      <a:pt x="78" y="20"/>
                      <a:pt x="244" y="20"/>
                    </a:cubicBezTo>
                    <a:cubicBezTo>
                      <a:pt x="654" y="20"/>
                      <a:pt x="1064" y="10"/>
                      <a:pt x="1464" y="10"/>
                    </a:cubicBezTo>
                    <a:lnTo>
                      <a:pt x="2605" y="10"/>
                    </a:lnTo>
                    <a:cubicBezTo>
                      <a:pt x="2683" y="0"/>
                      <a:pt x="2771" y="10"/>
                      <a:pt x="2839" y="39"/>
                    </a:cubicBezTo>
                    <a:cubicBezTo>
                      <a:pt x="2927" y="68"/>
                      <a:pt x="2966" y="156"/>
                      <a:pt x="2937" y="234"/>
                    </a:cubicBezTo>
                    <a:cubicBezTo>
                      <a:pt x="2927" y="312"/>
                      <a:pt x="2849" y="361"/>
                      <a:pt x="2771" y="351"/>
                    </a:cubicBezTo>
                    <a:cubicBezTo>
                      <a:pt x="2352" y="312"/>
                      <a:pt x="1922" y="351"/>
                      <a:pt x="1503" y="3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2"/>
              <p:cNvSpPr/>
              <p:nvPr/>
            </p:nvSpPr>
            <p:spPr>
              <a:xfrm>
                <a:off x="6031115" y="3997003"/>
                <a:ext cx="167641" cy="20992"/>
              </a:xfrm>
              <a:custGeom>
                <a:rect b="b" l="l" r="r" t="t"/>
                <a:pathLst>
                  <a:path extrusionOk="0" h="352" w="2811">
                    <a:moveTo>
                      <a:pt x="1376" y="342"/>
                    </a:moveTo>
                    <a:lnTo>
                      <a:pt x="235" y="342"/>
                    </a:lnTo>
                    <a:cubicBezTo>
                      <a:pt x="177" y="352"/>
                      <a:pt x="128" y="342"/>
                      <a:pt x="79" y="313"/>
                    </a:cubicBezTo>
                    <a:cubicBezTo>
                      <a:pt x="1" y="244"/>
                      <a:pt x="20" y="118"/>
                      <a:pt x="118" y="69"/>
                    </a:cubicBezTo>
                    <a:cubicBezTo>
                      <a:pt x="167" y="49"/>
                      <a:pt x="216" y="40"/>
                      <a:pt x="274" y="49"/>
                    </a:cubicBezTo>
                    <a:lnTo>
                      <a:pt x="2498" y="10"/>
                    </a:lnTo>
                    <a:cubicBezTo>
                      <a:pt x="2557" y="1"/>
                      <a:pt x="2615" y="10"/>
                      <a:pt x="2674" y="20"/>
                    </a:cubicBezTo>
                    <a:cubicBezTo>
                      <a:pt x="2752" y="30"/>
                      <a:pt x="2811" y="98"/>
                      <a:pt x="2811" y="176"/>
                    </a:cubicBezTo>
                    <a:cubicBezTo>
                      <a:pt x="2811" y="244"/>
                      <a:pt x="2762" y="313"/>
                      <a:pt x="2684" y="332"/>
                    </a:cubicBezTo>
                    <a:cubicBezTo>
                      <a:pt x="2654" y="332"/>
                      <a:pt x="2635" y="332"/>
                      <a:pt x="2606" y="332"/>
                    </a:cubicBezTo>
                    <a:lnTo>
                      <a:pt x="1386" y="3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2" name="Google Shape;6812;p122"/>
          <p:cNvGrpSpPr/>
          <p:nvPr/>
        </p:nvGrpSpPr>
        <p:grpSpPr>
          <a:xfrm>
            <a:off x="1905949" y="1374226"/>
            <a:ext cx="1300932" cy="1451040"/>
            <a:chOff x="2859724" y="1374226"/>
            <a:chExt cx="1300932" cy="1451040"/>
          </a:xfrm>
        </p:grpSpPr>
        <p:sp>
          <p:nvSpPr>
            <p:cNvPr id="6813" name="Google Shape;6813;p122"/>
            <p:cNvSpPr/>
            <p:nvPr/>
          </p:nvSpPr>
          <p:spPr>
            <a:xfrm>
              <a:off x="2859724" y="1374226"/>
              <a:ext cx="1300932" cy="1451040"/>
            </a:xfrm>
            <a:custGeom>
              <a:rect b="b" l="l" r="r" t="t"/>
              <a:pathLst>
                <a:path extrusionOk="0" h="24331" w="21814">
                  <a:moveTo>
                    <a:pt x="11034" y="24321"/>
                  </a:moveTo>
                  <a:cubicBezTo>
                    <a:pt x="9668" y="24321"/>
                    <a:pt x="8312" y="24331"/>
                    <a:pt x="6956" y="24321"/>
                  </a:cubicBezTo>
                  <a:cubicBezTo>
                    <a:pt x="5024" y="24311"/>
                    <a:pt x="3103" y="24243"/>
                    <a:pt x="1171" y="24185"/>
                  </a:cubicBezTo>
                  <a:cubicBezTo>
                    <a:pt x="859" y="24175"/>
                    <a:pt x="556" y="24136"/>
                    <a:pt x="254" y="24087"/>
                  </a:cubicBezTo>
                  <a:cubicBezTo>
                    <a:pt x="195" y="24087"/>
                    <a:pt x="156" y="24038"/>
                    <a:pt x="156" y="23989"/>
                  </a:cubicBezTo>
                  <a:cubicBezTo>
                    <a:pt x="147" y="23882"/>
                    <a:pt x="147" y="23775"/>
                    <a:pt x="156" y="23668"/>
                  </a:cubicBezTo>
                  <a:cubicBezTo>
                    <a:pt x="166" y="23502"/>
                    <a:pt x="186" y="23336"/>
                    <a:pt x="186" y="23170"/>
                  </a:cubicBezTo>
                  <a:cubicBezTo>
                    <a:pt x="186" y="21658"/>
                    <a:pt x="195" y="20156"/>
                    <a:pt x="186" y="18653"/>
                  </a:cubicBezTo>
                  <a:cubicBezTo>
                    <a:pt x="176" y="17726"/>
                    <a:pt x="108" y="16800"/>
                    <a:pt x="78" y="15863"/>
                  </a:cubicBezTo>
                  <a:cubicBezTo>
                    <a:pt x="30" y="14644"/>
                    <a:pt x="0" y="13424"/>
                    <a:pt x="10" y="12205"/>
                  </a:cubicBezTo>
                  <a:cubicBezTo>
                    <a:pt x="30" y="10088"/>
                    <a:pt x="59" y="7961"/>
                    <a:pt x="69" y="5844"/>
                  </a:cubicBezTo>
                  <a:cubicBezTo>
                    <a:pt x="69" y="4400"/>
                    <a:pt x="10" y="2966"/>
                    <a:pt x="30" y="1522"/>
                  </a:cubicBezTo>
                  <a:cubicBezTo>
                    <a:pt x="30" y="1171"/>
                    <a:pt x="49" y="830"/>
                    <a:pt x="59" y="479"/>
                  </a:cubicBezTo>
                  <a:cubicBezTo>
                    <a:pt x="78" y="244"/>
                    <a:pt x="137" y="186"/>
                    <a:pt x="361" y="166"/>
                  </a:cubicBezTo>
                  <a:cubicBezTo>
                    <a:pt x="605" y="147"/>
                    <a:pt x="849" y="166"/>
                    <a:pt x="1083" y="215"/>
                  </a:cubicBezTo>
                  <a:cubicBezTo>
                    <a:pt x="1678" y="322"/>
                    <a:pt x="2273" y="381"/>
                    <a:pt x="2878" y="371"/>
                  </a:cubicBezTo>
                  <a:cubicBezTo>
                    <a:pt x="4585" y="362"/>
                    <a:pt x="6293" y="371"/>
                    <a:pt x="8000" y="352"/>
                  </a:cubicBezTo>
                  <a:cubicBezTo>
                    <a:pt x="9210" y="342"/>
                    <a:pt x="10429" y="303"/>
                    <a:pt x="11639" y="235"/>
                  </a:cubicBezTo>
                  <a:cubicBezTo>
                    <a:pt x="13522" y="118"/>
                    <a:pt x="15404" y="59"/>
                    <a:pt x="17287" y="20"/>
                  </a:cubicBezTo>
                  <a:cubicBezTo>
                    <a:pt x="18204" y="1"/>
                    <a:pt x="19112" y="30"/>
                    <a:pt x="20019" y="127"/>
                  </a:cubicBezTo>
                  <a:cubicBezTo>
                    <a:pt x="20185" y="127"/>
                    <a:pt x="20341" y="215"/>
                    <a:pt x="20429" y="371"/>
                  </a:cubicBezTo>
                  <a:cubicBezTo>
                    <a:pt x="20507" y="508"/>
                    <a:pt x="20604" y="654"/>
                    <a:pt x="20702" y="781"/>
                  </a:cubicBezTo>
                  <a:cubicBezTo>
                    <a:pt x="21082" y="1259"/>
                    <a:pt x="21346" y="1805"/>
                    <a:pt x="21658" y="2313"/>
                  </a:cubicBezTo>
                  <a:cubicBezTo>
                    <a:pt x="21716" y="2381"/>
                    <a:pt x="21726" y="2469"/>
                    <a:pt x="21687" y="2537"/>
                  </a:cubicBezTo>
                  <a:cubicBezTo>
                    <a:pt x="21667" y="2596"/>
                    <a:pt x="21658" y="2664"/>
                    <a:pt x="21677" y="2722"/>
                  </a:cubicBezTo>
                  <a:cubicBezTo>
                    <a:pt x="21775" y="3786"/>
                    <a:pt x="21814" y="4859"/>
                    <a:pt x="21785" y="5922"/>
                  </a:cubicBezTo>
                  <a:cubicBezTo>
                    <a:pt x="21755" y="7268"/>
                    <a:pt x="21746" y="8615"/>
                    <a:pt x="21755" y="9961"/>
                  </a:cubicBezTo>
                  <a:cubicBezTo>
                    <a:pt x="21755" y="11785"/>
                    <a:pt x="21775" y="13600"/>
                    <a:pt x="21736" y="15424"/>
                  </a:cubicBezTo>
                  <a:cubicBezTo>
                    <a:pt x="21716" y="16517"/>
                    <a:pt x="21736" y="17609"/>
                    <a:pt x="21716" y="18702"/>
                  </a:cubicBezTo>
                  <a:cubicBezTo>
                    <a:pt x="21687" y="20175"/>
                    <a:pt x="21658" y="21658"/>
                    <a:pt x="21580" y="23131"/>
                  </a:cubicBezTo>
                  <a:cubicBezTo>
                    <a:pt x="21570" y="23385"/>
                    <a:pt x="21570" y="23638"/>
                    <a:pt x="21560" y="23892"/>
                  </a:cubicBezTo>
                  <a:cubicBezTo>
                    <a:pt x="21550" y="24146"/>
                    <a:pt x="21482" y="24224"/>
                    <a:pt x="21228" y="24272"/>
                  </a:cubicBezTo>
                  <a:cubicBezTo>
                    <a:pt x="21043" y="24292"/>
                    <a:pt x="20858" y="24311"/>
                    <a:pt x="20672" y="24311"/>
                  </a:cubicBezTo>
                  <a:cubicBezTo>
                    <a:pt x="19853" y="24321"/>
                    <a:pt x="19024" y="24311"/>
                    <a:pt x="18204" y="24292"/>
                  </a:cubicBezTo>
                  <a:cubicBezTo>
                    <a:pt x="17531" y="24272"/>
                    <a:pt x="16848" y="24292"/>
                    <a:pt x="16175" y="24282"/>
                  </a:cubicBezTo>
                  <a:cubicBezTo>
                    <a:pt x="14731" y="24272"/>
                    <a:pt x="13287" y="24331"/>
                    <a:pt x="11834" y="24331"/>
                  </a:cubicBezTo>
                  <a:lnTo>
                    <a:pt x="11034" y="243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2"/>
            <p:cNvSpPr/>
            <p:nvPr/>
          </p:nvSpPr>
          <p:spPr>
            <a:xfrm>
              <a:off x="2878928" y="1394026"/>
              <a:ext cx="1260796" cy="1412633"/>
            </a:xfrm>
            <a:custGeom>
              <a:rect b="b" l="l" r="r" t="t"/>
              <a:pathLst>
                <a:path extrusionOk="0" h="23687" w="21141">
                  <a:moveTo>
                    <a:pt x="19511" y="127"/>
                  </a:moveTo>
                  <a:cubicBezTo>
                    <a:pt x="19511" y="176"/>
                    <a:pt x="19492" y="225"/>
                    <a:pt x="19472" y="264"/>
                  </a:cubicBezTo>
                  <a:cubicBezTo>
                    <a:pt x="19258" y="703"/>
                    <a:pt x="19131" y="1161"/>
                    <a:pt x="18965" y="1620"/>
                  </a:cubicBezTo>
                  <a:cubicBezTo>
                    <a:pt x="18897" y="1825"/>
                    <a:pt x="18809" y="2029"/>
                    <a:pt x="18711" y="2225"/>
                  </a:cubicBezTo>
                  <a:cubicBezTo>
                    <a:pt x="18594" y="2488"/>
                    <a:pt x="18672" y="2595"/>
                    <a:pt x="18955" y="2566"/>
                  </a:cubicBezTo>
                  <a:cubicBezTo>
                    <a:pt x="19355" y="2527"/>
                    <a:pt x="19746" y="2478"/>
                    <a:pt x="20136" y="2420"/>
                  </a:cubicBezTo>
                  <a:cubicBezTo>
                    <a:pt x="20409" y="2390"/>
                    <a:pt x="20682" y="2390"/>
                    <a:pt x="20955" y="2371"/>
                  </a:cubicBezTo>
                  <a:cubicBezTo>
                    <a:pt x="21043" y="2361"/>
                    <a:pt x="21053" y="2420"/>
                    <a:pt x="21053" y="2478"/>
                  </a:cubicBezTo>
                  <a:cubicBezTo>
                    <a:pt x="21072" y="2712"/>
                    <a:pt x="21092" y="2937"/>
                    <a:pt x="21092" y="3161"/>
                  </a:cubicBezTo>
                  <a:cubicBezTo>
                    <a:pt x="21131" y="4244"/>
                    <a:pt x="21141" y="5327"/>
                    <a:pt x="21111" y="6419"/>
                  </a:cubicBezTo>
                  <a:cubicBezTo>
                    <a:pt x="21063" y="8419"/>
                    <a:pt x="21111" y="10419"/>
                    <a:pt x="21102" y="12419"/>
                  </a:cubicBezTo>
                  <a:cubicBezTo>
                    <a:pt x="21092" y="14497"/>
                    <a:pt x="21082" y="16585"/>
                    <a:pt x="21053" y="18663"/>
                  </a:cubicBezTo>
                  <a:cubicBezTo>
                    <a:pt x="21043" y="19648"/>
                    <a:pt x="21004" y="20633"/>
                    <a:pt x="20975" y="21619"/>
                  </a:cubicBezTo>
                  <a:cubicBezTo>
                    <a:pt x="20955" y="22233"/>
                    <a:pt x="20906" y="22848"/>
                    <a:pt x="20916" y="23462"/>
                  </a:cubicBezTo>
                  <a:cubicBezTo>
                    <a:pt x="20916" y="23570"/>
                    <a:pt x="20877" y="23609"/>
                    <a:pt x="20770" y="23628"/>
                  </a:cubicBezTo>
                  <a:cubicBezTo>
                    <a:pt x="20585" y="23648"/>
                    <a:pt x="20389" y="23657"/>
                    <a:pt x="20204" y="23657"/>
                  </a:cubicBezTo>
                  <a:cubicBezTo>
                    <a:pt x="18877" y="23677"/>
                    <a:pt x="17541" y="23618"/>
                    <a:pt x="16214" y="23618"/>
                  </a:cubicBezTo>
                  <a:cubicBezTo>
                    <a:pt x="14663" y="23618"/>
                    <a:pt x="13122" y="23667"/>
                    <a:pt x="11580" y="23667"/>
                  </a:cubicBezTo>
                  <a:cubicBezTo>
                    <a:pt x="9405" y="23657"/>
                    <a:pt x="7239" y="23687"/>
                    <a:pt x="5073" y="23638"/>
                  </a:cubicBezTo>
                  <a:cubicBezTo>
                    <a:pt x="3727" y="23609"/>
                    <a:pt x="2381" y="23570"/>
                    <a:pt x="1034" y="23531"/>
                  </a:cubicBezTo>
                  <a:cubicBezTo>
                    <a:pt x="771" y="23521"/>
                    <a:pt x="517" y="23501"/>
                    <a:pt x="254" y="23462"/>
                  </a:cubicBezTo>
                  <a:cubicBezTo>
                    <a:pt x="166" y="23453"/>
                    <a:pt x="137" y="23423"/>
                    <a:pt x="137" y="23326"/>
                  </a:cubicBezTo>
                  <a:cubicBezTo>
                    <a:pt x="244" y="21950"/>
                    <a:pt x="176" y="20565"/>
                    <a:pt x="205" y="19189"/>
                  </a:cubicBezTo>
                  <a:cubicBezTo>
                    <a:pt x="215" y="18214"/>
                    <a:pt x="156" y="17248"/>
                    <a:pt x="108" y="16282"/>
                  </a:cubicBezTo>
                  <a:cubicBezTo>
                    <a:pt x="0" y="14078"/>
                    <a:pt x="0" y="11873"/>
                    <a:pt x="30" y="9678"/>
                  </a:cubicBezTo>
                  <a:cubicBezTo>
                    <a:pt x="39" y="8136"/>
                    <a:pt x="98" y="6595"/>
                    <a:pt x="69" y="5054"/>
                  </a:cubicBezTo>
                  <a:cubicBezTo>
                    <a:pt x="39" y="3766"/>
                    <a:pt x="20" y="2488"/>
                    <a:pt x="30" y="1200"/>
                  </a:cubicBezTo>
                  <a:cubicBezTo>
                    <a:pt x="30" y="888"/>
                    <a:pt x="49" y="586"/>
                    <a:pt x="59" y="273"/>
                  </a:cubicBezTo>
                  <a:cubicBezTo>
                    <a:pt x="59" y="176"/>
                    <a:pt x="88" y="156"/>
                    <a:pt x="186" y="156"/>
                  </a:cubicBezTo>
                  <a:cubicBezTo>
                    <a:pt x="342" y="156"/>
                    <a:pt x="498" y="166"/>
                    <a:pt x="644" y="195"/>
                  </a:cubicBezTo>
                  <a:cubicBezTo>
                    <a:pt x="1298" y="322"/>
                    <a:pt x="1961" y="381"/>
                    <a:pt x="2625" y="361"/>
                  </a:cubicBezTo>
                  <a:cubicBezTo>
                    <a:pt x="4859" y="351"/>
                    <a:pt x="7083" y="381"/>
                    <a:pt x="9317" y="312"/>
                  </a:cubicBezTo>
                  <a:cubicBezTo>
                    <a:pt x="10351" y="273"/>
                    <a:pt x="11385" y="215"/>
                    <a:pt x="12419" y="166"/>
                  </a:cubicBezTo>
                  <a:cubicBezTo>
                    <a:pt x="13970" y="88"/>
                    <a:pt x="15521" y="39"/>
                    <a:pt x="17082" y="10"/>
                  </a:cubicBezTo>
                  <a:cubicBezTo>
                    <a:pt x="17824" y="0"/>
                    <a:pt x="18565" y="20"/>
                    <a:pt x="19307" y="88"/>
                  </a:cubicBezTo>
                  <a:cubicBezTo>
                    <a:pt x="19375" y="88"/>
                    <a:pt x="19443" y="98"/>
                    <a:pt x="19511" y="1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2"/>
            <p:cNvSpPr/>
            <p:nvPr/>
          </p:nvSpPr>
          <p:spPr>
            <a:xfrm>
              <a:off x="4017484" y="1410307"/>
              <a:ext cx="111820" cy="116412"/>
            </a:xfrm>
            <a:custGeom>
              <a:rect b="b" l="l" r="r" t="t"/>
              <a:pathLst>
                <a:path extrusionOk="0" h="1952" w="1875">
                  <a:moveTo>
                    <a:pt x="1" y="1952"/>
                  </a:moveTo>
                  <a:cubicBezTo>
                    <a:pt x="284" y="1288"/>
                    <a:pt x="430" y="615"/>
                    <a:pt x="752" y="0"/>
                  </a:cubicBezTo>
                  <a:cubicBezTo>
                    <a:pt x="1181" y="547"/>
                    <a:pt x="1552" y="1132"/>
                    <a:pt x="1874" y="1756"/>
                  </a:cubicBezTo>
                  <a:cubicBezTo>
                    <a:pt x="1552" y="1795"/>
                    <a:pt x="1240" y="1786"/>
                    <a:pt x="937" y="1834"/>
                  </a:cubicBezTo>
                  <a:cubicBezTo>
                    <a:pt x="635" y="1873"/>
                    <a:pt x="333" y="1912"/>
                    <a:pt x="1" y="19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2"/>
            <p:cNvSpPr/>
            <p:nvPr/>
          </p:nvSpPr>
          <p:spPr>
            <a:xfrm>
              <a:off x="3122670" y="1943236"/>
              <a:ext cx="923367" cy="34948"/>
            </a:xfrm>
            <a:custGeom>
              <a:rect b="b" l="l" r="r" t="t"/>
              <a:pathLst>
                <a:path extrusionOk="0" h="586" w="15483">
                  <a:moveTo>
                    <a:pt x="1454" y="147"/>
                  </a:moveTo>
                  <a:cubicBezTo>
                    <a:pt x="3132" y="0"/>
                    <a:pt x="4859" y="59"/>
                    <a:pt x="6576" y="49"/>
                  </a:cubicBezTo>
                  <a:cubicBezTo>
                    <a:pt x="7600" y="40"/>
                    <a:pt x="8625" y="98"/>
                    <a:pt x="9649" y="118"/>
                  </a:cubicBezTo>
                  <a:cubicBezTo>
                    <a:pt x="10771" y="147"/>
                    <a:pt x="11893" y="196"/>
                    <a:pt x="13015" y="176"/>
                  </a:cubicBezTo>
                  <a:cubicBezTo>
                    <a:pt x="13746" y="166"/>
                    <a:pt x="14488" y="176"/>
                    <a:pt x="15229" y="176"/>
                  </a:cubicBezTo>
                  <a:lnTo>
                    <a:pt x="15288" y="176"/>
                  </a:lnTo>
                  <a:cubicBezTo>
                    <a:pt x="15376" y="166"/>
                    <a:pt x="15444" y="225"/>
                    <a:pt x="15463" y="313"/>
                  </a:cubicBezTo>
                  <a:cubicBezTo>
                    <a:pt x="15483" y="400"/>
                    <a:pt x="15434" y="488"/>
                    <a:pt x="15337" y="518"/>
                  </a:cubicBezTo>
                  <a:cubicBezTo>
                    <a:pt x="15220" y="576"/>
                    <a:pt x="15083" y="586"/>
                    <a:pt x="14946" y="547"/>
                  </a:cubicBezTo>
                  <a:cubicBezTo>
                    <a:pt x="14878" y="518"/>
                    <a:pt x="14800" y="498"/>
                    <a:pt x="14722" y="508"/>
                  </a:cubicBezTo>
                  <a:cubicBezTo>
                    <a:pt x="14166" y="508"/>
                    <a:pt x="13620" y="498"/>
                    <a:pt x="13073" y="508"/>
                  </a:cubicBezTo>
                  <a:cubicBezTo>
                    <a:pt x="11737" y="518"/>
                    <a:pt x="10410" y="469"/>
                    <a:pt x="9074" y="430"/>
                  </a:cubicBezTo>
                  <a:cubicBezTo>
                    <a:pt x="7883" y="400"/>
                    <a:pt x="6683" y="352"/>
                    <a:pt x="5484" y="381"/>
                  </a:cubicBezTo>
                  <a:cubicBezTo>
                    <a:pt x="4840" y="391"/>
                    <a:pt x="4186" y="381"/>
                    <a:pt x="3532" y="381"/>
                  </a:cubicBezTo>
                  <a:cubicBezTo>
                    <a:pt x="3123" y="381"/>
                    <a:pt x="2713" y="400"/>
                    <a:pt x="2313" y="430"/>
                  </a:cubicBezTo>
                  <a:cubicBezTo>
                    <a:pt x="1620" y="469"/>
                    <a:pt x="937" y="459"/>
                    <a:pt x="245" y="459"/>
                  </a:cubicBezTo>
                  <a:cubicBezTo>
                    <a:pt x="216" y="459"/>
                    <a:pt x="196" y="459"/>
                    <a:pt x="167" y="459"/>
                  </a:cubicBezTo>
                  <a:cubicBezTo>
                    <a:pt x="79" y="449"/>
                    <a:pt x="1" y="381"/>
                    <a:pt x="1" y="283"/>
                  </a:cubicBezTo>
                  <a:cubicBezTo>
                    <a:pt x="11" y="205"/>
                    <a:pt x="79" y="147"/>
                    <a:pt x="186"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2"/>
            <p:cNvSpPr/>
            <p:nvPr/>
          </p:nvSpPr>
          <p:spPr>
            <a:xfrm>
              <a:off x="3125592" y="2301066"/>
              <a:ext cx="923367" cy="28566"/>
            </a:xfrm>
            <a:custGeom>
              <a:rect b="b" l="l" r="r" t="t"/>
              <a:pathLst>
                <a:path extrusionOk="0" h="479" w="15483">
                  <a:moveTo>
                    <a:pt x="7737" y="49"/>
                  </a:moveTo>
                  <a:lnTo>
                    <a:pt x="8537" y="49"/>
                  </a:lnTo>
                  <a:cubicBezTo>
                    <a:pt x="9522" y="49"/>
                    <a:pt x="10507" y="0"/>
                    <a:pt x="11483" y="39"/>
                  </a:cubicBezTo>
                  <a:cubicBezTo>
                    <a:pt x="11980" y="49"/>
                    <a:pt x="12478" y="39"/>
                    <a:pt x="12976" y="29"/>
                  </a:cubicBezTo>
                  <a:cubicBezTo>
                    <a:pt x="13717" y="0"/>
                    <a:pt x="14458" y="59"/>
                    <a:pt x="15200" y="98"/>
                  </a:cubicBezTo>
                  <a:cubicBezTo>
                    <a:pt x="15229" y="98"/>
                    <a:pt x="15268" y="98"/>
                    <a:pt x="15297" y="107"/>
                  </a:cubicBezTo>
                  <a:cubicBezTo>
                    <a:pt x="15414" y="127"/>
                    <a:pt x="15483" y="195"/>
                    <a:pt x="15473" y="293"/>
                  </a:cubicBezTo>
                  <a:cubicBezTo>
                    <a:pt x="15463" y="381"/>
                    <a:pt x="15375" y="449"/>
                    <a:pt x="15249" y="439"/>
                  </a:cubicBezTo>
                  <a:cubicBezTo>
                    <a:pt x="15180" y="429"/>
                    <a:pt x="15102" y="420"/>
                    <a:pt x="15034" y="410"/>
                  </a:cubicBezTo>
                  <a:cubicBezTo>
                    <a:pt x="14205" y="361"/>
                    <a:pt x="13385" y="342"/>
                    <a:pt x="12566" y="361"/>
                  </a:cubicBezTo>
                  <a:cubicBezTo>
                    <a:pt x="11190" y="371"/>
                    <a:pt x="9815" y="342"/>
                    <a:pt x="8449" y="371"/>
                  </a:cubicBezTo>
                  <a:cubicBezTo>
                    <a:pt x="7503" y="400"/>
                    <a:pt x="6556" y="449"/>
                    <a:pt x="5620" y="459"/>
                  </a:cubicBezTo>
                  <a:cubicBezTo>
                    <a:pt x="4108" y="478"/>
                    <a:pt x="2596" y="478"/>
                    <a:pt x="1074" y="459"/>
                  </a:cubicBezTo>
                  <a:cubicBezTo>
                    <a:pt x="781" y="459"/>
                    <a:pt x="488" y="439"/>
                    <a:pt x="196" y="468"/>
                  </a:cubicBezTo>
                  <a:cubicBezTo>
                    <a:pt x="79" y="468"/>
                    <a:pt x="20" y="439"/>
                    <a:pt x="20" y="351"/>
                  </a:cubicBezTo>
                  <a:cubicBezTo>
                    <a:pt x="1" y="273"/>
                    <a:pt x="59" y="195"/>
                    <a:pt x="147" y="176"/>
                  </a:cubicBezTo>
                  <a:cubicBezTo>
                    <a:pt x="206" y="166"/>
                    <a:pt x="264" y="156"/>
                    <a:pt x="323" y="156"/>
                  </a:cubicBezTo>
                  <a:cubicBezTo>
                    <a:pt x="635" y="127"/>
                    <a:pt x="937" y="146"/>
                    <a:pt x="1249" y="137"/>
                  </a:cubicBezTo>
                  <a:cubicBezTo>
                    <a:pt x="2869" y="137"/>
                    <a:pt x="4488" y="156"/>
                    <a:pt x="6108" y="117"/>
                  </a:cubicBezTo>
                  <a:cubicBezTo>
                    <a:pt x="6654" y="107"/>
                    <a:pt x="7191" y="88"/>
                    <a:pt x="7737" y="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2"/>
            <p:cNvSpPr/>
            <p:nvPr/>
          </p:nvSpPr>
          <p:spPr>
            <a:xfrm>
              <a:off x="3130244" y="2679233"/>
              <a:ext cx="913468" cy="29699"/>
            </a:xfrm>
            <a:custGeom>
              <a:rect b="b" l="l" r="r" t="t"/>
              <a:pathLst>
                <a:path extrusionOk="0" h="498" w="15317">
                  <a:moveTo>
                    <a:pt x="7737" y="361"/>
                  </a:moveTo>
                  <a:cubicBezTo>
                    <a:pt x="6205" y="371"/>
                    <a:pt x="4683" y="390"/>
                    <a:pt x="3152" y="400"/>
                  </a:cubicBezTo>
                  <a:cubicBezTo>
                    <a:pt x="2313" y="410"/>
                    <a:pt x="1474" y="371"/>
                    <a:pt x="625" y="361"/>
                  </a:cubicBezTo>
                  <a:cubicBezTo>
                    <a:pt x="488" y="351"/>
                    <a:pt x="342" y="361"/>
                    <a:pt x="206" y="400"/>
                  </a:cubicBezTo>
                  <a:cubicBezTo>
                    <a:pt x="147" y="439"/>
                    <a:pt x="59" y="410"/>
                    <a:pt x="40" y="342"/>
                  </a:cubicBezTo>
                  <a:cubicBezTo>
                    <a:pt x="1" y="273"/>
                    <a:pt x="20" y="186"/>
                    <a:pt x="98" y="147"/>
                  </a:cubicBezTo>
                  <a:cubicBezTo>
                    <a:pt x="196" y="78"/>
                    <a:pt x="313" y="49"/>
                    <a:pt x="440" y="59"/>
                  </a:cubicBezTo>
                  <a:lnTo>
                    <a:pt x="1884" y="59"/>
                  </a:lnTo>
                  <a:cubicBezTo>
                    <a:pt x="3493" y="69"/>
                    <a:pt x="5093" y="59"/>
                    <a:pt x="6703" y="30"/>
                  </a:cubicBezTo>
                  <a:cubicBezTo>
                    <a:pt x="7893" y="0"/>
                    <a:pt x="9083" y="0"/>
                    <a:pt x="10283" y="30"/>
                  </a:cubicBezTo>
                  <a:cubicBezTo>
                    <a:pt x="11707" y="49"/>
                    <a:pt x="13132" y="108"/>
                    <a:pt x="14556" y="147"/>
                  </a:cubicBezTo>
                  <a:lnTo>
                    <a:pt x="14956" y="147"/>
                  </a:lnTo>
                  <a:cubicBezTo>
                    <a:pt x="15005" y="147"/>
                    <a:pt x="15063" y="147"/>
                    <a:pt x="15112" y="147"/>
                  </a:cubicBezTo>
                  <a:cubicBezTo>
                    <a:pt x="15249" y="166"/>
                    <a:pt x="15317" y="234"/>
                    <a:pt x="15307" y="332"/>
                  </a:cubicBezTo>
                  <a:cubicBezTo>
                    <a:pt x="15288" y="429"/>
                    <a:pt x="15200" y="498"/>
                    <a:pt x="15102" y="488"/>
                  </a:cubicBezTo>
                  <a:lnTo>
                    <a:pt x="13454" y="449"/>
                  </a:lnTo>
                  <a:cubicBezTo>
                    <a:pt x="12634" y="420"/>
                    <a:pt x="11815" y="410"/>
                    <a:pt x="10985" y="371"/>
                  </a:cubicBezTo>
                  <a:cubicBezTo>
                    <a:pt x="9903" y="332"/>
                    <a:pt x="8820" y="342"/>
                    <a:pt x="7737" y="3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2"/>
            <p:cNvSpPr/>
            <p:nvPr/>
          </p:nvSpPr>
          <p:spPr>
            <a:xfrm>
              <a:off x="3120940" y="1766945"/>
              <a:ext cx="914660" cy="29163"/>
            </a:xfrm>
            <a:custGeom>
              <a:rect b="b" l="l" r="r" t="t"/>
              <a:pathLst>
                <a:path extrusionOk="0" h="489" w="15337">
                  <a:moveTo>
                    <a:pt x="8049" y="49"/>
                  </a:moveTo>
                  <a:cubicBezTo>
                    <a:pt x="9863" y="59"/>
                    <a:pt x="12029" y="88"/>
                    <a:pt x="14185" y="147"/>
                  </a:cubicBezTo>
                  <a:cubicBezTo>
                    <a:pt x="14468" y="157"/>
                    <a:pt x="14751" y="147"/>
                    <a:pt x="15024" y="147"/>
                  </a:cubicBezTo>
                  <a:cubicBezTo>
                    <a:pt x="15092" y="147"/>
                    <a:pt x="15151" y="147"/>
                    <a:pt x="15210" y="166"/>
                  </a:cubicBezTo>
                  <a:cubicBezTo>
                    <a:pt x="15278" y="166"/>
                    <a:pt x="15336" y="235"/>
                    <a:pt x="15327" y="303"/>
                  </a:cubicBezTo>
                  <a:cubicBezTo>
                    <a:pt x="15336" y="371"/>
                    <a:pt x="15288" y="440"/>
                    <a:pt x="15219" y="459"/>
                  </a:cubicBezTo>
                  <a:cubicBezTo>
                    <a:pt x="15161" y="479"/>
                    <a:pt x="15092" y="479"/>
                    <a:pt x="15024" y="479"/>
                  </a:cubicBezTo>
                  <a:cubicBezTo>
                    <a:pt x="14234" y="488"/>
                    <a:pt x="13444" y="440"/>
                    <a:pt x="12654" y="430"/>
                  </a:cubicBezTo>
                  <a:cubicBezTo>
                    <a:pt x="10985" y="420"/>
                    <a:pt x="9307" y="362"/>
                    <a:pt x="7639" y="381"/>
                  </a:cubicBezTo>
                  <a:cubicBezTo>
                    <a:pt x="6956" y="391"/>
                    <a:pt x="6283" y="381"/>
                    <a:pt x="5610" y="381"/>
                  </a:cubicBezTo>
                  <a:cubicBezTo>
                    <a:pt x="4488" y="381"/>
                    <a:pt x="3376" y="410"/>
                    <a:pt x="2254" y="391"/>
                  </a:cubicBezTo>
                  <a:cubicBezTo>
                    <a:pt x="1640" y="391"/>
                    <a:pt x="1025" y="352"/>
                    <a:pt x="410" y="322"/>
                  </a:cubicBezTo>
                  <a:lnTo>
                    <a:pt x="166" y="322"/>
                  </a:lnTo>
                  <a:cubicBezTo>
                    <a:pt x="98" y="332"/>
                    <a:pt x="30" y="283"/>
                    <a:pt x="20" y="215"/>
                  </a:cubicBezTo>
                  <a:cubicBezTo>
                    <a:pt x="1" y="147"/>
                    <a:pt x="30" y="79"/>
                    <a:pt x="98" y="49"/>
                  </a:cubicBezTo>
                  <a:cubicBezTo>
                    <a:pt x="176" y="10"/>
                    <a:pt x="264" y="1"/>
                    <a:pt x="352" y="10"/>
                  </a:cubicBezTo>
                  <a:cubicBezTo>
                    <a:pt x="1064" y="49"/>
                    <a:pt x="1786" y="49"/>
                    <a:pt x="2498" y="59"/>
                  </a:cubicBezTo>
                  <a:cubicBezTo>
                    <a:pt x="3483" y="79"/>
                    <a:pt x="4469" y="40"/>
                    <a:pt x="5454" y="49"/>
                  </a:cubicBezTo>
                  <a:cubicBezTo>
                    <a:pt x="6205" y="59"/>
                    <a:pt x="6947" y="69"/>
                    <a:pt x="8049" y="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2"/>
            <p:cNvSpPr/>
            <p:nvPr/>
          </p:nvSpPr>
          <p:spPr>
            <a:xfrm>
              <a:off x="3124996" y="2122449"/>
              <a:ext cx="914660" cy="30296"/>
            </a:xfrm>
            <a:custGeom>
              <a:rect b="b" l="l" r="r" t="t"/>
              <a:pathLst>
                <a:path extrusionOk="0" h="508" w="15337">
                  <a:moveTo>
                    <a:pt x="8791" y="410"/>
                  </a:moveTo>
                  <a:cubicBezTo>
                    <a:pt x="7679" y="342"/>
                    <a:pt x="6410" y="351"/>
                    <a:pt x="5142" y="342"/>
                  </a:cubicBezTo>
                  <a:cubicBezTo>
                    <a:pt x="4430" y="332"/>
                    <a:pt x="3718" y="361"/>
                    <a:pt x="2996" y="410"/>
                  </a:cubicBezTo>
                  <a:cubicBezTo>
                    <a:pt x="2528" y="449"/>
                    <a:pt x="2050" y="449"/>
                    <a:pt x="1572" y="439"/>
                  </a:cubicBezTo>
                  <a:cubicBezTo>
                    <a:pt x="1103" y="439"/>
                    <a:pt x="655" y="400"/>
                    <a:pt x="196" y="420"/>
                  </a:cubicBezTo>
                  <a:cubicBezTo>
                    <a:pt x="89" y="420"/>
                    <a:pt x="20" y="381"/>
                    <a:pt x="11" y="303"/>
                  </a:cubicBezTo>
                  <a:cubicBezTo>
                    <a:pt x="1" y="215"/>
                    <a:pt x="59" y="137"/>
                    <a:pt x="137" y="127"/>
                  </a:cubicBezTo>
                  <a:cubicBezTo>
                    <a:pt x="216" y="108"/>
                    <a:pt x="284" y="108"/>
                    <a:pt x="362" y="108"/>
                  </a:cubicBezTo>
                  <a:cubicBezTo>
                    <a:pt x="1162" y="98"/>
                    <a:pt x="1972" y="137"/>
                    <a:pt x="2771" y="98"/>
                  </a:cubicBezTo>
                  <a:cubicBezTo>
                    <a:pt x="3445" y="59"/>
                    <a:pt x="4118" y="10"/>
                    <a:pt x="4801" y="10"/>
                  </a:cubicBezTo>
                  <a:cubicBezTo>
                    <a:pt x="5825" y="20"/>
                    <a:pt x="6859" y="0"/>
                    <a:pt x="7883" y="49"/>
                  </a:cubicBezTo>
                  <a:cubicBezTo>
                    <a:pt x="8713" y="88"/>
                    <a:pt x="9542" y="68"/>
                    <a:pt x="10371" y="78"/>
                  </a:cubicBezTo>
                  <a:cubicBezTo>
                    <a:pt x="11903" y="88"/>
                    <a:pt x="13425" y="98"/>
                    <a:pt x="14956" y="117"/>
                  </a:cubicBezTo>
                  <a:cubicBezTo>
                    <a:pt x="15024" y="117"/>
                    <a:pt x="15093" y="127"/>
                    <a:pt x="15171" y="137"/>
                  </a:cubicBezTo>
                  <a:cubicBezTo>
                    <a:pt x="15249" y="137"/>
                    <a:pt x="15307" y="195"/>
                    <a:pt x="15327" y="273"/>
                  </a:cubicBezTo>
                  <a:cubicBezTo>
                    <a:pt x="15337" y="351"/>
                    <a:pt x="15288" y="439"/>
                    <a:pt x="15210" y="468"/>
                  </a:cubicBezTo>
                  <a:cubicBezTo>
                    <a:pt x="15151" y="498"/>
                    <a:pt x="15083" y="507"/>
                    <a:pt x="15015" y="478"/>
                  </a:cubicBezTo>
                  <a:cubicBezTo>
                    <a:pt x="14917" y="449"/>
                    <a:pt x="14820" y="439"/>
                    <a:pt x="14722" y="449"/>
                  </a:cubicBezTo>
                  <a:cubicBezTo>
                    <a:pt x="12790" y="429"/>
                    <a:pt x="10869" y="400"/>
                    <a:pt x="8791" y="4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2"/>
            <p:cNvSpPr/>
            <p:nvPr/>
          </p:nvSpPr>
          <p:spPr>
            <a:xfrm>
              <a:off x="3126785" y="2503538"/>
              <a:ext cx="921578" cy="25644"/>
            </a:xfrm>
            <a:custGeom>
              <a:rect b="b" l="l" r="r" t="t"/>
              <a:pathLst>
                <a:path extrusionOk="0" h="430" w="15453">
                  <a:moveTo>
                    <a:pt x="7736" y="410"/>
                  </a:moveTo>
                  <a:cubicBezTo>
                    <a:pt x="6761" y="410"/>
                    <a:pt x="5785" y="390"/>
                    <a:pt x="4810" y="410"/>
                  </a:cubicBezTo>
                  <a:cubicBezTo>
                    <a:pt x="3756" y="429"/>
                    <a:pt x="2693" y="420"/>
                    <a:pt x="1639" y="390"/>
                  </a:cubicBezTo>
                  <a:cubicBezTo>
                    <a:pt x="1395" y="381"/>
                    <a:pt x="1151" y="351"/>
                    <a:pt x="917" y="342"/>
                  </a:cubicBezTo>
                  <a:cubicBezTo>
                    <a:pt x="673" y="302"/>
                    <a:pt x="429" y="302"/>
                    <a:pt x="186" y="332"/>
                  </a:cubicBezTo>
                  <a:cubicBezTo>
                    <a:pt x="107" y="351"/>
                    <a:pt x="29" y="302"/>
                    <a:pt x="20" y="224"/>
                  </a:cubicBezTo>
                  <a:cubicBezTo>
                    <a:pt x="0" y="146"/>
                    <a:pt x="39" y="68"/>
                    <a:pt x="107" y="39"/>
                  </a:cubicBezTo>
                  <a:cubicBezTo>
                    <a:pt x="176" y="20"/>
                    <a:pt x="254" y="10"/>
                    <a:pt x="322" y="10"/>
                  </a:cubicBezTo>
                  <a:cubicBezTo>
                    <a:pt x="771" y="0"/>
                    <a:pt x="1210" y="49"/>
                    <a:pt x="1649" y="59"/>
                  </a:cubicBezTo>
                  <a:cubicBezTo>
                    <a:pt x="2585" y="78"/>
                    <a:pt x="3522" y="117"/>
                    <a:pt x="4458" y="88"/>
                  </a:cubicBezTo>
                  <a:cubicBezTo>
                    <a:pt x="5063" y="59"/>
                    <a:pt x="5668" y="68"/>
                    <a:pt x="6263" y="59"/>
                  </a:cubicBezTo>
                  <a:cubicBezTo>
                    <a:pt x="7766" y="49"/>
                    <a:pt x="9268" y="10"/>
                    <a:pt x="10770" y="29"/>
                  </a:cubicBezTo>
                  <a:cubicBezTo>
                    <a:pt x="11785" y="39"/>
                    <a:pt x="12809" y="78"/>
                    <a:pt x="13834" y="78"/>
                  </a:cubicBezTo>
                  <a:lnTo>
                    <a:pt x="15082" y="78"/>
                  </a:lnTo>
                  <a:cubicBezTo>
                    <a:pt x="15151" y="68"/>
                    <a:pt x="15219" y="78"/>
                    <a:pt x="15277" y="98"/>
                  </a:cubicBezTo>
                  <a:cubicBezTo>
                    <a:pt x="15453" y="127"/>
                    <a:pt x="15443" y="381"/>
                    <a:pt x="15277" y="410"/>
                  </a:cubicBezTo>
                  <a:cubicBezTo>
                    <a:pt x="15238" y="420"/>
                    <a:pt x="15209" y="420"/>
                    <a:pt x="15180" y="420"/>
                  </a:cubicBezTo>
                  <a:cubicBezTo>
                    <a:pt x="14721" y="381"/>
                    <a:pt x="14263" y="420"/>
                    <a:pt x="13814" y="400"/>
                  </a:cubicBezTo>
                  <a:cubicBezTo>
                    <a:pt x="12721" y="390"/>
                    <a:pt x="11629" y="371"/>
                    <a:pt x="10536" y="361"/>
                  </a:cubicBezTo>
                  <a:cubicBezTo>
                    <a:pt x="9609" y="351"/>
                    <a:pt x="8683" y="361"/>
                    <a:pt x="7746" y="3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2"/>
            <p:cNvSpPr/>
            <p:nvPr/>
          </p:nvSpPr>
          <p:spPr>
            <a:xfrm>
              <a:off x="2949898" y="2573315"/>
              <a:ext cx="136808" cy="131560"/>
            </a:xfrm>
            <a:custGeom>
              <a:rect b="b" l="l" r="r" t="t"/>
              <a:pathLst>
                <a:path extrusionOk="0" h="2206" w="2294">
                  <a:moveTo>
                    <a:pt x="1152" y="1"/>
                  </a:moveTo>
                  <a:lnTo>
                    <a:pt x="1913" y="1"/>
                  </a:lnTo>
                  <a:cubicBezTo>
                    <a:pt x="2166" y="1"/>
                    <a:pt x="2225" y="79"/>
                    <a:pt x="2244" y="323"/>
                  </a:cubicBezTo>
                  <a:cubicBezTo>
                    <a:pt x="2283" y="810"/>
                    <a:pt x="2293" y="1288"/>
                    <a:pt x="2274" y="1766"/>
                  </a:cubicBezTo>
                  <a:cubicBezTo>
                    <a:pt x="2274" y="1806"/>
                    <a:pt x="2274" y="1854"/>
                    <a:pt x="2264" y="1893"/>
                  </a:cubicBezTo>
                  <a:cubicBezTo>
                    <a:pt x="2244" y="2079"/>
                    <a:pt x="2195" y="2137"/>
                    <a:pt x="2010" y="2176"/>
                  </a:cubicBezTo>
                  <a:cubicBezTo>
                    <a:pt x="1913" y="2196"/>
                    <a:pt x="1815" y="2205"/>
                    <a:pt x="1708" y="2205"/>
                  </a:cubicBezTo>
                  <a:lnTo>
                    <a:pt x="488" y="2205"/>
                  </a:lnTo>
                  <a:lnTo>
                    <a:pt x="449" y="2205"/>
                  </a:lnTo>
                  <a:cubicBezTo>
                    <a:pt x="137" y="2196"/>
                    <a:pt x="40" y="2118"/>
                    <a:pt x="30" y="1796"/>
                  </a:cubicBezTo>
                  <a:cubicBezTo>
                    <a:pt x="0" y="1279"/>
                    <a:pt x="10" y="752"/>
                    <a:pt x="69" y="235"/>
                  </a:cubicBezTo>
                  <a:cubicBezTo>
                    <a:pt x="88" y="79"/>
                    <a:pt x="166" y="20"/>
                    <a:pt x="352" y="10"/>
                  </a:cubicBezTo>
                  <a:cubicBezTo>
                    <a:pt x="625" y="10"/>
                    <a:pt x="888" y="10"/>
                    <a:pt x="1152"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2"/>
            <p:cNvSpPr/>
            <p:nvPr/>
          </p:nvSpPr>
          <p:spPr>
            <a:xfrm>
              <a:off x="2946975" y="1654646"/>
              <a:ext cx="133886" cy="135079"/>
            </a:xfrm>
            <a:custGeom>
              <a:rect b="b" l="l" r="r" t="t"/>
              <a:pathLst>
                <a:path extrusionOk="0" h="2265" w="2245">
                  <a:moveTo>
                    <a:pt x="2225" y="1171"/>
                  </a:moveTo>
                  <a:lnTo>
                    <a:pt x="2225" y="1874"/>
                  </a:lnTo>
                  <a:cubicBezTo>
                    <a:pt x="2225" y="2137"/>
                    <a:pt x="2186" y="2186"/>
                    <a:pt x="1923" y="2215"/>
                  </a:cubicBezTo>
                  <a:cubicBezTo>
                    <a:pt x="1484" y="2264"/>
                    <a:pt x="1025" y="2264"/>
                    <a:pt x="586" y="2205"/>
                  </a:cubicBezTo>
                  <a:cubicBezTo>
                    <a:pt x="488" y="2196"/>
                    <a:pt x="401" y="2196"/>
                    <a:pt x="303" y="2186"/>
                  </a:cubicBezTo>
                  <a:cubicBezTo>
                    <a:pt x="137" y="2176"/>
                    <a:pt x="89" y="2127"/>
                    <a:pt x="79" y="1971"/>
                  </a:cubicBezTo>
                  <a:cubicBezTo>
                    <a:pt x="40" y="1425"/>
                    <a:pt x="1" y="888"/>
                    <a:pt x="1" y="352"/>
                  </a:cubicBezTo>
                  <a:cubicBezTo>
                    <a:pt x="1" y="137"/>
                    <a:pt x="49" y="69"/>
                    <a:pt x="264" y="50"/>
                  </a:cubicBezTo>
                  <a:cubicBezTo>
                    <a:pt x="820" y="1"/>
                    <a:pt x="1386" y="1"/>
                    <a:pt x="1942" y="30"/>
                  </a:cubicBezTo>
                  <a:cubicBezTo>
                    <a:pt x="2137" y="50"/>
                    <a:pt x="2205" y="118"/>
                    <a:pt x="2225" y="303"/>
                  </a:cubicBezTo>
                  <a:cubicBezTo>
                    <a:pt x="2244" y="596"/>
                    <a:pt x="2244" y="879"/>
                    <a:pt x="2225" y="11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2"/>
            <p:cNvSpPr/>
            <p:nvPr/>
          </p:nvSpPr>
          <p:spPr>
            <a:xfrm>
              <a:off x="2949898" y="2008957"/>
              <a:ext cx="122794" cy="139731"/>
            </a:xfrm>
            <a:custGeom>
              <a:rect b="b" l="l" r="r" t="t"/>
              <a:pathLst>
                <a:path extrusionOk="0" h="2343" w="2059">
                  <a:moveTo>
                    <a:pt x="2049" y="1172"/>
                  </a:moveTo>
                  <a:lnTo>
                    <a:pt x="2049" y="1991"/>
                  </a:lnTo>
                  <a:cubicBezTo>
                    <a:pt x="2049" y="2225"/>
                    <a:pt x="1961" y="2303"/>
                    <a:pt x="1737" y="2332"/>
                  </a:cubicBezTo>
                  <a:cubicBezTo>
                    <a:pt x="1688" y="2332"/>
                    <a:pt x="1649" y="2332"/>
                    <a:pt x="1610" y="2332"/>
                  </a:cubicBezTo>
                  <a:lnTo>
                    <a:pt x="371" y="2342"/>
                  </a:lnTo>
                  <a:cubicBezTo>
                    <a:pt x="313" y="2342"/>
                    <a:pt x="264" y="2342"/>
                    <a:pt x="205" y="2332"/>
                  </a:cubicBezTo>
                  <a:cubicBezTo>
                    <a:pt x="88" y="2313"/>
                    <a:pt x="49" y="2274"/>
                    <a:pt x="30" y="2157"/>
                  </a:cubicBezTo>
                  <a:cubicBezTo>
                    <a:pt x="20" y="2040"/>
                    <a:pt x="10" y="1932"/>
                    <a:pt x="10" y="1815"/>
                  </a:cubicBezTo>
                  <a:cubicBezTo>
                    <a:pt x="0" y="1318"/>
                    <a:pt x="20" y="830"/>
                    <a:pt x="69" y="333"/>
                  </a:cubicBezTo>
                  <a:cubicBezTo>
                    <a:pt x="98" y="108"/>
                    <a:pt x="157" y="50"/>
                    <a:pt x="371" y="40"/>
                  </a:cubicBezTo>
                  <a:cubicBezTo>
                    <a:pt x="830" y="11"/>
                    <a:pt x="1278" y="1"/>
                    <a:pt x="1737" y="30"/>
                  </a:cubicBezTo>
                  <a:cubicBezTo>
                    <a:pt x="2000" y="50"/>
                    <a:pt x="2059" y="118"/>
                    <a:pt x="2059" y="381"/>
                  </a:cubicBezTo>
                  <a:cubicBezTo>
                    <a:pt x="2059" y="654"/>
                    <a:pt x="2059" y="908"/>
                    <a:pt x="2059" y="11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2"/>
            <p:cNvSpPr/>
            <p:nvPr/>
          </p:nvSpPr>
          <p:spPr>
            <a:xfrm>
              <a:off x="2948705" y="2381936"/>
              <a:ext cx="130427" cy="133827"/>
            </a:xfrm>
            <a:custGeom>
              <a:rect b="b" l="l" r="r" t="t"/>
              <a:pathLst>
                <a:path extrusionOk="0" h="2244" w="2187">
                  <a:moveTo>
                    <a:pt x="2176" y="1083"/>
                  </a:moveTo>
                  <a:cubicBezTo>
                    <a:pt x="2167" y="1337"/>
                    <a:pt x="2157" y="1590"/>
                    <a:pt x="2137" y="1844"/>
                  </a:cubicBezTo>
                  <a:cubicBezTo>
                    <a:pt x="2128" y="2098"/>
                    <a:pt x="2059" y="2166"/>
                    <a:pt x="1816" y="2195"/>
                  </a:cubicBezTo>
                  <a:cubicBezTo>
                    <a:pt x="1425" y="2234"/>
                    <a:pt x="1045" y="2244"/>
                    <a:pt x="655" y="2215"/>
                  </a:cubicBezTo>
                  <a:cubicBezTo>
                    <a:pt x="538" y="2215"/>
                    <a:pt x="411" y="2205"/>
                    <a:pt x="294" y="2195"/>
                  </a:cubicBezTo>
                  <a:cubicBezTo>
                    <a:pt x="128" y="2176"/>
                    <a:pt x="60" y="2107"/>
                    <a:pt x="50" y="1951"/>
                  </a:cubicBezTo>
                  <a:cubicBezTo>
                    <a:pt x="1" y="1415"/>
                    <a:pt x="1" y="878"/>
                    <a:pt x="50" y="342"/>
                  </a:cubicBezTo>
                  <a:cubicBezTo>
                    <a:pt x="69" y="176"/>
                    <a:pt x="128" y="117"/>
                    <a:pt x="303" y="98"/>
                  </a:cubicBezTo>
                  <a:cubicBezTo>
                    <a:pt x="420" y="78"/>
                    <a:pt x="557" y="68"/>
                    <a:pt x="684" y="68"/>
                  </a:cubicBezTo>
                  <a:cubicBezTo>
                    <a:pt x="1084" y="68"/>
                    <a:pt x="1474" y="0"/>
                    <a:pt x="1884" y="39"/>
                  </a:cubicBezTo>
                  <a:cubicBezTo>
                    <a:pt x="2137" y="68"/>
                    <a:pt x="2186" y="117"/>
                    <a:pt x="2186" y="381"/>
                  </a:cubicBezTo>
                  <a:lnTo>
                    <a:pt x="2186" y="107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2"/>
            <p:cNvSpPr/>
            <p:nvPr/>
          </p:nvSpPr>
          <p:spPr>
            <a:xfrm>
              <a:off x="2946379" y="1839644"/>
              <a:ext cx="133290" cy="127505"/>
            </a:xfrm>
            <a:custGeom>
              <a:rect b="b" l="l" r="r" t="t"/>
              <a:pathLst>
                <a:path extrusionOk="0" h="2138" w="2235">
                  <a:moveTo>
                    <a:pt x="2215" y="1084"/>
                  </a:moveTo>
                  <a:cubicBezTo>
                    <a:pt x="2196" y="1308"/>
                    <a:pt x="2186" y="1533"/>
                    <a:pt x="2176" y="1767"/>
                  </a:cubicBezTo>
                  <a:lnTo>
                    <a:pt x="2176" y="1845"/>
                  </a:lnTo>
                  <a:cubicBezTo>
                    <a:pt x="2157" y="2069"/>
                    <a:pt x="2079" y="2137"/>
                    <a:pt x="1855" y="2137"/>
                  </a:cubicBezTo>
                  <a:cubicBezTo>
                    <a:pt x="1630" y="2137"/>
                    <a:pt x="1445" y="2128"/>
                    <a:pt x="1240" y="2118"/>
                  </a:cubicBezTo>
                  <a:cubicBezTo>
                    <a:pt x="937" y="2098"/>
                    <a:pt x="645" y="2079"/>
                    <a:pt x="352" y="2069"/>
                  </a:cubicBezTo>
                  <a:cubicBezTo>
                    <a:pt x="138" y="2059"/>
                    <a:pt x="59" y="2001"/>
                    <a:pt x="50" y="1786"/>
                  </a:cubicBezTo>
                  <a:cubicBezTo>
                    <a:pt x="11" y="1318"/>
                    <a:pt x="1" y="840"/>
                    <a:pt x="11" y="362"/>
                  </a:cubicBezTo>
                  <a:cubicBezTo>
                    <a:pt x="20" y="99"/>
                    <a:pt x="79" y="50"/>
                    <a:pt x="342" y="30"/>
                  </a:cubicBezTo>
                  <a:cubicBezTo>
                    <a:pt x="879" y="1"/>
                    <a:pt x="1406" y="21"/>
                    <a:pt x="1933" y="89"/>
                  </a:cubicBezTo>
                  <a:cubicBezTo>
                    <a:pt x="2176" y="108"/>
                    <a:pt x="2225" y="177"/>
                    <a:pt x="2235" y="420"/>
                  </a:cubicBezTo>
                  <a:lnTo>
                    <a:pt x="2235" y="10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2"/>
            <p:cNvSpPr/>
            <p:nvPr/>
          </p:nvSpPr>
          <p:spPr>
            <a:xfrm>
              <a:off x="2956279" y="2191689"/>
              <a:ext cx="124583" cy="134423"/>
            </a:xfrm>
            <a:custGeom>
              <a:rect b="b" l="l" r="r" t="t"/>
              <a:pathLst>
                <a:path extrusionOk="0" h="2254" w="2089">
                  <a:moveTo>
                    <a:pt x="11" y="1093"/>
                  </a:moveTo>
                  <a:cubicBezTo>
                    <a:pt x="20" y="849"/>
                    <a:pt x="30" y="605"/>
                    <a:pt x="50" y="351"/>
                  </a:cubicBezTo>
                  <a:cubicBezTo>
                    <a:pt x="69" y="127"/>
                    <a:pt x="128" y="59"/>
                    <a:pt x="362" y="39"/>
                  </a:cubicBezTo>
                  <a:cubicBezTo>
                    <a:pt x="674" y="10"/>
                    <a:pt x="986" y="0"/>
                    <a:pt x="1298" y="10"/>
                  </a:cubicBezTo>
                  <a:cubicBezTo>
                    <a:pt x="1454" y="20"/>
                    <a:pt x="1620" y="29"/>
                    <a:pt x="1776" y="39"/>
                  </a:cubicBezTo>
                  <a:cubicBezTo>
                    <a:pt x="2020" y="59"/>
                    <a:pt x="2088" y="117"/>
                    <a:pt x="2088" y="361"/>
                  </a:cubicBezTo>
                  <a:cubicBezTo>
                    <a:pt x="2088" y="546"/>
                    <a:pt x="2088" y="732"/>
                    <a:pt x="2079" y="917"/>
                  </a:cubicBezTo>
                  <a:cubicBezTo>
                    <a:pt x="2069" y="1229"/>
                    <a:pt x="2049" y="1541"/>
                    <a:pt x="2030" y="1863"/>
                  </a:cubicBezTo>
                  <a:cubicBezTo>
                    <a:pt x="2010" y="2176"/>
                    <a:pt x="1942" y="2215"/>
                    <a:pt x="1630" y="2234"/>
                  </a:cubicBezTo>
                  <a:cubicBezTo>
                    <a:pt x="1318" y="2254"/>
                    <a:pt x="1035" y="2205"/>
                    <a:pt x="732" y="2195"/>
                  </a:cubicBezTo>
                  <a:cubicBezTo>
                    <a:pt x="615" y="2195"/>
                    <a:pt x="479" y="2185"/>
                    <a:pt x="352" y="2176"/>
                  </a:cubicBezTo>
                  <a:cubicBezTo>
                    <a:pt x="118" y="2166"/>
                    <a:pt x="30" y="2088"/>
                    <a:pt x="11" y="1854"/>
                  </a:cubicBezTo>
                  <a:cubicBezTo>
                    <a:pt x="1" y="1639"/>
                    <a:pt x="11" y="1434"/>
                    <a:pt x="11" y="1229"/>
                  </a:cubicBezTo>
                  <a:lnTo>
                    <a:pt x="11" y="1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2"/>
            <p:cNvSpPr/>
            <p:nvPr/>
          </p:nvSpPr>
          <p:spPr>
            <a:xfrm>
              <a:off x="3795272" y="1455692"/>
              <a:ext cx="150167" cy="156548"/>
            </a:xfrm>
            <a:custGeom>
              <a:rect b="b" l="l" r="r" t="t"/>
              <a:pathLst>
                <a:path extrusionOk="0" h="2625" w="2518">
                  <a:moveTo>
                    <a:pt x="2488" y="1200"/>
                  </a:moveTo>
                  <a:cubicBezTo>
                    <a:pt x="2478" y="1766"/>
                    <a:pt x="2273" y="2156"/>
                    <a:pt x="1815" y="2390"/>
                  </a:cubicBezTo>
                  <a:cubicBezTo>
                    <a:pt x="1395" y="2625"/>
                    <a:pt x="878" y="2586"/>
                    <a:pt x="488" y="2293"/>
                  </a:cubicBezTo>
                  <a:cubicBezTo>
                    <a:pt x="98" y="2010"/>
                    <a:pt x="0" y="1610"/>
                    <a:pt x="88" y="1151"/>
                  </a:cubicBezTo>
                  <a:cubicBezTo>
                    <a:pt x="244" y="469"/>
                    <a:pt x="859" y="0"/>
                    <a:pt x="1551" y="20"/>
                  </a:cubicBezTo>
                  <a:cubicBezTo>
                    <a:pt x="1708" y="30"/>
                    <a:pt x="1844" y="78"/>
                    <a:pt x="1961" y="176"/>
                  </a:cubicBezTo>
                  <a:cubicBezTo>
                    <a:pt x="2166" y="371"/>
                    <a:pt x="2517" y="839"/>
                    <a:pt x="2488" y="12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2"/>
            <p:cNvSpPr/>
            <p:nvPr/>
          </p:nvSpPr>
          <p:spPr>
            <a:xfrm>
              <a:off x="3325142" y="1464995"/>
              <a:ext cx="66973" cy="107109"/>
            </a:xfrm>
            <a:custGeom>
              <a:rect b="b" l="l" r="r" t="t"/>
              <a:pathLst>
                <a:path extrusionOk="0" h="1796" w="1123">
                  <a:moveTo>
                    <a:pt x="20" y="898"/>
                  </a:moveTo>
                  <a:cubicBezTo>
                    <a:pt x="20" y="703"/>
                    <a:pt x="11" y="517"/>
                    <a:pt x="20" y="332"/>
                  </a:cubicBezTo>
                  <a:cubicBezTo>
                    <a:pt x="30" y="98"/>
                    <a:pt x="157" y="0"/>
                    <a:pt x="381" y="59"/>
                  </a:cubicBezTo>
                  <a:cubicBezTo>
                    <a:pt x="557" y="98"/>
                    <a:pt x="713" y="196"/>
                    <a:pt x="820" y="342"/>
                  </a:cubicBezTo>
                  <a:cubicBezTo>
                    <a:pt x="1123" y="722"/>
                    <a:pt x="1035" y="1269"/>
                    <a:pt x="635" y="1532"/>
                  </a:cubicBezTo>
                  <a:cubicBezTo>
                    <a:pt x="528" y="1600"/>
                    <a:pt x="430" y="1669"/>
                    <a:pt x="323" y="1727"/>
                  </a:cubicBezTo>
                  <a:cubicBezTo>
                    <a:pt x="235" y="1795"/>
                    <a:pt x="108" y="1766"/>
                    <a:pt x="69" y="1659"/>
                  </a:cubicBezTo>
                  <a:cubicBezTo>
                    <a:pt x="30" y="1591"/>
                    <a:pt x="1" y="1513"/>
                    <a:pt x="11" y="1434"/>
                  </a:cubicBezTo>
                  <a:lnTo>
                    <a:pt x="11" y="8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2"/>
            <p:cNvSpPr/>
            <p:nvPr/>
          </p:nvSpPr>
          <p:spPr>
            <a:xfrm>
              <a:off x="3386808" y="1472570"/>
              <a:ext cx="72817" cy="94287"/>
            </a:xfrm>
            <a:custGeom>
              <a:rect b="b" l="l" r="r" t="t"/>
              <a:pathLst>
                <a:path extrusionOk="0" h="1581" w="1221">
                  <a:moveTo>
                    <a:pt x="1191" y="790"/>
                  </a:moveTo>
                  <a:cubicBezTo>
                    <a:pt x="1191" y="1015"/>
                    <a:pt x="1103" y="1229"/>
                    <a:pt x="947" y="1386"/>
                  </a:cubicBezTo>
                  <a:cubicBezTo>
                    <a:pt x="772" y="1581"/>
                    <a:pt x="469" y="1581"/>
                    <a:pt x="294" y="1386"/>
                  </a:cubicBezTo>
                  <a:cubicBezTo>
                    <a:pt x="59" y="1142"/>
                    <a:pt x="1" y="790"/>
                    <a:pt x="128" y="478"/>
                  </a:cubicBezTo>
                  <a:cubicBezTo>
                    <a:pt x="157" y="400"/>
                    <a:pt x="196" y="322"/>
                    <a:pt x="245" y="244"/>
                  </a:cubicBezTo>
                  <a:cubicBezTo>
                    <a:pt x="313" y="78"/>
                    <a:pt x="508" y="0"/>
                    <a:pt x="674" y="69"/>
                  </a:cubicBezTo>
                  <a:cubicBezTo>
                    <a:pt x="1006" y="156"/>
                    <a:pt x="1220" y="459"/>
                    <a:pt x="1191" y="7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2"/>
            <p:cNvSpPr/>
            <p:nvPr/>
          </p:nvSpPr>
          <p:spPr>
            <a:xfrm>
              <a:off x="3187855" y="1473703"/>
              <a:ext cx="74547" cy="94883"/>
            </a:xfrm>
            <a:custGeom>
              <a:rect b="b" l="l" r="r" t="t"/>
              <a:pathLst>
                <a:path extrusionOk="0" h="1591" w="1250">
                  <a:moveTo>
                    <a:pt x="1239" y="889"/>
                  </a:moveTo>
                  <a:cubicBezTo>
                    <a:pt x="1249" y="1084"/>
                    <a:pt x="1171" y="1269"/>
                    <a:pt x="1035" y="1406"/>
                  </a:cubicBezTo>
                  <a:cubicBezTo>
                    <a:pt x="898" y="1562"/>
                    <a:pt x="664" y="1591"/>
                    <a:pt x="498" y="1484"/>
                  </a:cubicBezTo>
                  <a:cubicBezTo>
                    <a:pt x="108" y="1249"/>
                    <a:pt x="1" y="625"/>
                    <a:pt x="283" y="274"/>
                  </a:cubicBezTo>
                  <a:cubicBezTo>
                    <a:pt x="508" y="1"/>
                    <a:pt x="947" y="50"/>
                    <a:pt x="1113" y="362"/>
                  </a:cubicBezTo>
                  <a:cubicBezTo>
                    <a:pt x="1200" y="528"/>
                    <a:pt x="1249" y="703"/>
                    <a:pt x="1239" y="8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2"/>
            <p:cNvSpPr/>
            <p:nvPr/>
          </p:nvSpPr>
          <p:spPr>
            <a:xfrm>
              <a:off x="3610810" y="1470244"/>
              <a:ext cx="66377" cy="94883"/>
            </a:xfrm>
            <a:custGeom>
              <a:rect b="b" l="l" r="r" t="t"/>
              <a:pathLst>
                <a:path extrusionOk="0" h="1591" w="1113">
                  <a:moveTo>
                    <a:pt x="352" y="605"/>
                  </a:moveTo>
                  <a:cubicBezTo>
                    <a:pt x="430" y="644"/>
                    <a:pt x="518" y="664"/>
                    <a:pt x="615" y="683"/>
                  </a:cubicBezTo>
                  <a:cubicBezTo>
                    <a:pt x="732" y="703"/>
                    <a:pt x="850" y="771"/>
                    <a:pt x="947" y="859"/>
                  </a:cubicBezTo>
                  <a:cubicBezTo>
                    <a:pt x="1064" y="956"/>
                    <a:pt x="1113" y="1122"/>
                    <a:pt x="1064" y="1278"/>
                  </a:cubicBezTo>
                  <a:cubicBezTo>
                    <a:pt x="1025" y="1425"/>
                    <a:pt x="898" y="1542"/>
                    <a:pt x="742" y="1561"/>
                  </a:cubicBezTo>
                  <a:cubicBezTo>
                    <a:pt x="576" y="1590"/>
                    <a:pt x="420" y="1590"/>
                    <a:pt x="254" y="1561"/>
                  </a:cubicBezTo>
                  <a:cubicBezTo>
                    <a:pt x="157" y="1561"/>
                    <a:pt x="79" y="1483"/>
                    <a:pt x="89" y="1376"/>
                  </a:cubicBezTo>
                  <a:cubicBezTo>
                    <a:pt x="98" y="1288"/>
                    <a:pt x="167" y="1239"/>
                    <a:pt x="293" y="1239"/>
                  </a:cubicBezTo>
                  <a:cubicBezTo>
                    <a:pt x="411" y="1239"/>
                    <a:pt x="518" y="1249"/>
                    <a:pt x="635" y="1249"/>
                  </a:cubicBezTo>
                  <a:cubicBezTo>
                    <a:pt x="684" y="1249"/>
                    <a:pt x="723" y="1220"/>
                    <a:pt x="742" y="1181"/>
                  </a:cubicBezTo>
                  <a:cubicBezTo>
                    <a:pt x="762" y="1122"/>
                    <a:pt x="723" y="1093"/>
                    <a:pt x="684" y="1064"/>
                  </a:cubicBezTo>
                  <a:cubicBezTo>
                    <a:pt x="615" y="1015"/>
                    <a:pt x="547" y="986"/>
                    <a:pt x="459" y="976"/>
                  </a:cubicBezTo>
                  <a:cubicBezTo>
                    <a:pt x="372" y="956"/>
                    <a:pt x="284" y="927"/>
                    <a:pt x="196" y="888"/>
                  </a:cubicBezTo>
                  <a:cubicBezTo>
                    <a:pt x="59" y="829"/>
                    <a:pt x="1" y="673"/>
                    <a:pt x="59" y="537"/>
                  </a:cubicBezTo>
                  <a:cubicBezTo>
                    <a:pt x="137" y="293"/>
                    <a:pt x="557" y="0"/>
                    <a:pt x="811" y="20"/>
                  </a:cubicBezTo>
                  <a:cubicBezTo>
                    <a:pt x="889" y="20"/>
                    <a:pt x="957" y="49"/>
                    <a:pt x="967" y="147"/>
                  </a:cubicBezTo>
                  <a:cubicBezTo>
                    <a:pt x="986" y="225"/>
                    <a:pt x="928" y="303"/>
                    <a:pt x="840" y="312"/>
                  </a:cubicBezTo>
                  <a:cubicBezTo>
                    <a:pt x="645" y="342"/>
                    <a:pt x="469" y="449"/>
                    <a:pt x="352" y="6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2"/>
            <p:cNvSpPr/>
            <p:nvPr/>
          </p:nvSpPr>
          <p:spPr>
            <a:xfrm>
              <a:off x="3104659" y="1473106"/>
              <a:ext cx="93750" cy="109494"/>
            </a:xfrm>
            <a:custGeom>
              <a:rect b="b" l="l" r="r" t="t"/>
              <a:pathLst>
                <a:path extrusionOk="0" h="1836" w="1572">
                  <a:moveTo>
                    <a:pt x="625" y="1074"/>
                  </a:moveTo>
                  <a:lnTo>
                    <a:pt x="625" y="499"/>
                  </a:lnTo>
                  <a:cubicBezTo>
                    <a:pt x="625" y="401"/>
                    <a:pt x="596" y="362"/>
                    <a:pt x="498" y="372"/>
                  </a:cubicBezTo>
                  <a:cubicBezTo>
                    <a:pt x="410" y="381"/>
                    <a:pt x="293" y="372"/>
                    <a:pt x="186" y="372"/>
                  </a:cubicBezTo>
                  <a:cubicBezTo>
                    <a:pt x="98" y="372"/>
                    <a:pt x="20" y="333"/>
                    <a:pt x="10" y="235"/>
                  </a:cubicBezTo>
                  <a:cubicBezTo>
                    <a:pt x="0" y="138"/>
                    <a:pt x="69" y="89"/>
                    <a:pt x="186" y="79"/>
                  </a:cubicBezTo>
                  <a:cubicBezTo>
                    <a:pt x="508" y="69"/>
                    <a:pt x="830" y="60"/>
                    <a:pt x="1161" y="40"/>
                  </a:cubicBezTo>
                  <a:cubicBezTo>
                    <a:pt x="1230" y="40"/>
                    <a:pt x="1298" y="21"/>
                    <a:pt x="1376" y="21"/>
                  </a:cubicBezTo>
                  <a:cubicBezTo>
                    <a:pt x="1464" y="1"/>
                    <a:pt x="1542" y="60"/>
                    <a:pt x="1552" y="138"/>
                  </a:cubicBezTo>
                  <a:cubicBezTo>
                    <a:pt x="1571" y="235"/>
                    <a:pt x="1522" y="294"/>
                    <a:pt x="1435" y="323"/>
                  </a:cubicBezTo>
                  <a:cubicBezTo>
                    <a:pt x="1327" y="352"/>
                    <a:pt x="1220" y="372"/>
                    <a:pt x="1113" y="362"/>
                  </a:cubicBezTo>
                  <a:cubicBezTo>
                    <a:pt x="957" y="372"/>
                    <a:pt x="947" y="372"/>
                    <a:pt x="947" y="528"/>
                  </a:cubicBezTo>
                  <a:cubicBezTo>
                    <a:pt x="937" y="820"/>
                    <a:pt x="937" y="1103"/>
                    <a:pt x="927" y="1386"/>
                  </a:cubicBezTo>
                  <a:cubicBezTo>
                    <a:pt x="927" y="1484"/>
                    <a:pt x="917" y="1581"/>
                    <a:pt x="908" y="1669"/>
                  </a:cubicBezTo>
                  <a:cubicBezTo>
                    <a:pt x="888" y="1777"/>
                    <a:pt x="820" y="1835"/>
                    <a:pt x="732" y="1825"/>
                  </a:cubicBezTo>
                  <a:cubicBezTo>
                    <a:pt x="654" y="1825"/>
                    <a:pt x="615" y="1757"/>
                    <a:pt x="615" y="1640"/>
                  </a:cubicBezTo>
                  <a:lnTo>
                    <a:pt x="615" y="10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2"/>
            <p:cNvSpPr/>
            <p:nvPr/>
          </p:nvSpPr>
          <p:spPr>
            <a:xfrm>
              <a:off x="3673073" y="1470780"/>
              <a:ext cx="72221" cy="95480"/>
            </a:xfrm>
            <a:custGeom>
              <a:rect b="b" l="l" r="r" t="t"/>
              <a:pathLst>
                <a:path extrusionOk="0" h="1601" w="1211">
                  <a:moveTo>
                    <a:pt x="401" y="381"/>
                  </a:moveTo>
                  <a:cubicBezTo>
                    <a:pt x="313" y="381"/>
                    <a:pt x="254" y="401"/>
                    <a:pt x="196" y="401"/>
                  </a:cubicBezTo>
                  <a:cubicBezTo>
                    <a:pt x="88" y="401"/>
                    <a:pt x="20" y="352"/>
                    <a:pt x="10" y="274"/>
                  </a:cubicBezTo>
                  <a:cubicBezTo>
                    <a:pt x="1" y="196"/>
                    <a:pt x="69" y="118"/>
                    <a:pt x="157" y="108"/>
                  </a:cubicBezTo>
                  <a:cubicBezTo>
                    <a:pt x="303" y="89"/>
                    <a:pt x="459" y="60"/>
                    <a:pt x="605" y="40"/>
                  </a:cubicBezTo>
                  <a:cubicBezTo>
                    <a:pt x="732" y="30"/>
                    <a:pt x="859" y="20"/>
                    <a:pt x="986" y="11"/>
                  </a:cubicBezTo>
                  <a:cubicBezTo>
                    <a:pt x="1113" y="1"/>
                    <a:pt x="1191" y="60"/>
                    <a:pt x="1201" y="147"/>
                  </a:cubicBezTo>
                  <a:cubicBezTo>
                    <a:pt x="1210" y="235"/>
                    <a:pt x="1142" y="303"/>
                    <a:pt x="1025" y="323"/>
                  </a:cubicBezTo>
                  <a:lnTo>
                    <a:pt x="1005" y="323"/>
                  </a:lnTo>
                  <a:cubicBezTo>
                    <a:pt x="918" y="333"/>
                    <a:pt x="810" y="303"/>
                    <a:pt x="752" y="362"/>
                  </a:cubicBezTo>
                  <a:cubicBezTo>
                    <a:pt x="693" y="420"/>
                    <a:pt x="723" y="557"/>
                    <a:pt x="723" y="655"/>
                  </a:cubicBezTo>
                  <a:lnTo>
                    <a:pt x="723" y="1318"/>
                  </a:lnTo>
                  <a:cubicBezTo>
                    <a:pt x="723" y="1357"/>
                    <a:pt x="723" y="1406"/>
                    <a:pt x="723" y="1455"/>
                  </a:cubicBezTo>
                  <a:cubicBezTo>
                    <a:pt x="723" y="1523"/>
                    <a:pt x="674" y="1581"/>
                    <a:pt x="605" y="1591"/>
                  </a:cubicBezTo>
                  <a:cubicBezTo>
                    <a:pt x="527" y="1601"/>
                    <a:pt x="449" y="1542"/>
                    <a:pt x="440" y="1464"/>
                  </a:cubicBezTo>
                  <a:cubicBezTo>
                    <a:pt x="430" y="1416"/>
                    <a:pt x="430" y="1357"/>
                    <a:pt x="430" y="1308"/>
                  </a:cubicBezTo>
                  <a:cubicBezTo>
                    <a:pt x="420" y="1006"/>
                    <a:pt x="410" y="694"/>
                    <a:pt x="401" y="3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2"/>
            <p:cNvSpPr/>
            <p:nvPr/>
          </p:nvSpPr>
          <p:spPr>
            <a:xfrm>
              <a:off x="3506682" y="1474895"/>
              <a:ext cx="63454" cy="88502"/>
            </a:xfrm>
            <a:custGeom>
              <a:rect b="b" l="l" r="r" t="t"/>
              <a:pathLst>
                <a:path extrusionOk="0" h="1484" w="1064">
                  <a:moveTo>
                    <a:pt x="742" y="1151"/>
                  </a:moveTo>
                  <a:lnTo>
                    <a:pt x="898" y="1151"/>
                  </a:lnTo>
                  <a:cubicBezTo>
                    <a:pt x="976" y="1142"/>
                    <a:pt x="1044" y="1200"/>
                    <a:pt x="1054" y="1278"/>
                  </a:cubicBezTo>
                  <a:cubicBezTo>
                    <a:pt x="1064" y="1366"/>
                    <a:pt x="1005" y="1444"/>
                    <a:pt x="927" y="1454"/>
                  </a:cubicBezTo>
                  <a:cubicBezTo>
                    <a:pt x="869" y="1473"/>
                    <a:pt x="801" y="1483"/>
                    <a:pt x="742" y="1483"/>
                  </a:cubicBezTo>
                  <a:cubicBezTo>
                    <a:pt x="566" y="1483"/>
                    <a:pt x="391" y="1464"/>
                    <a:pt x="205" y="1444"/>
                  </a:cubicBezTo>
                  <a:cubicBezTo>
                    <a:pt x="59" y="1425"/>
                    <a:pt x="1" y="1356"/>
                    <a:pt x="10" y="1200"/>
                  </a:cubicBezTo>
                  <a:cubicBezTo>
                    <a:pt x="40" y="849"/>
                    <a:pt x="98" y="498"/>
                    <a:pt x="176" y="156"/>
                  </a:cubicBezTo>
                  <a:cubicBezTo>
                    <a:pt x="196" y="69"/>
                    <a:pt x="244" y="0"/>
                    <a:pt x="342" y="20"/>
                  </a:cubicBezTo>
                  <a:cubicBezTo>
                    <a:pt x="430" y="30"/>
                    <a:pt x="488" y="108"/>
                    <a:pt x="459" y="195"/>
                  </a:cubicBezTo>
                  <a:cubicBezTo>
                    <a:pt x="430" y="410"/>
                    <a:pt x="401" y="615"/>
                    <a:pt x="371" y="829"/>
                  </a:cubicBezTo>
                  <a:cubicBezTo>
                    <a:pt x="322" y="1122"/>
                    <a:pt x="322" y="1122"/>
                    <a:pt x="625" y="1151"/>
                  </a:cubicBezTo>
                  <a:lnTo>
                    <a:pt x="742" y="11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2"/>
            <p:cNvSpPr/>
            <p:nvPr/>
          </p:nvSpPr>
          <p:spPr>
            <a:xfrm>
              <a:off x="3577055" y="1480144"/>
              <a:ext cx="21589" cy="81465"/>
            </a:xfrm>
            <a:custGeom>
              <a:rect b="b" l="l" r="r" t="t"/>
              <a:pathLst>
                <a:path extrusionOk="0" h="1366" w="362">
                  <a:moveTo>
                    <a:pt x="333" y="712"/>
                  </a:moveTo>
                  <a:cubicBezTo>
                    <a:pt x="342" y="868"/>
                    <a:pt x="352" y="1015"/>
                    <a:pt x="362" y="1161"/>
                  </a:cubicBezTo>
                  <a:cubicBezTo>
                    <a:pt x="362" y="1278"/>
                    <a:pt x="323" y="1346"/>
                    <a:pt x="235" y="1356"/>
                  </a:cubicBezTo>
                  <a:cubicBezTo>
                    <a:pt x="147" y="1366"/>
                    <a:pt x="69" y="1307"/>
                    <a:pt x="60" y="1180"/>
                  </a:cubicBezTo>
                  <a:cubicBezTo>
                    <a:pt x="20" y="849"/>
                    <a:pt x="11" y="517"/>
                    <a:pt x="11" y="185"/>
                  </a:cubicBezTo>
                  <a:cubicBezTo>
                    <a:pt x="1" y="88"/>
                    <a:pt x="69" y="10"/>
                    <a:pt x="167" y="0"/>
                  </a:cubicBezTo>
                  <a:cubicBezTo>
                    <a:pt x="255" y="0"/>
                    <a:pt x="323" y="78"/>
                    <a:pt x="333" y="195"/>
                  </a:cubicBezTo>
                  <a:lnTo>
                    <a:pt x="333" y="459"/>
                  </a:lnTo>
                  <a:lnTo>
                    <a:pt x="333" y="7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2"/>
            <p:cNvSpPr/>
            <p:nvPr/>
          </p:nvSpPr>
          <p:spPr>
            <a:xfrm>
              <a:off x="3575922" y="1453962"/>
              <a:ext cx="18070" cy="18070"/>
            </a:xfrm>
            <a:custGeom>
              <a:rect b="b" l="l" r="r" t="t"/>
              <a:pathLst>
                <a:path extrusionOk="0" h="303" w="303">
                  <a:moveTo>
                    <a:pt x="147" y="0"/>
                  </a:moveTo>
                  <a:cubicBezTo>
                    <a:pt x="225" y="0"/>
                    <a:pt x="293" y="59"/>
                    <a:pt x="303" y="137"/>
                  </a:cubicBezTo>
                  <a:cubicBezTo>
                    <a:pt x="303" y="215"/>
                    <a:pt x="244" y="293"/>
                    <a:pt x="166" y="302"/>
                  </a:cubicBezTo>
                  <a:cubicBezTo>
                    <a:pt x="88" y="302"/>
                    <a:pt x="20" y="254"/>
                    <a:pt x="20" y="176"/>
                  </a:cubicBezTo>
                  <a:cubicBezTo>
                    <a:pt x="0" y="88"/>
                    <a:pt x="69" y="10"/>
                    <a:pt x="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2"/>
            <p:cNvSpPr/>
            <p:nvPr/>
          </p:nvSpPr>
          <p:spPr>
            <a:xfrm>
              <a:off x="2968505" y="2593115"/>
              <a:ext cx="98402" cy="92557"/>
            </a:xfrm>
            <a:custGeom>
              <a:rect b="b" l="l" r="r" t="t"/>
              <a:pathLst>
                <a:path extrusionOk="0" h="1552" w="1650">
                  <a:moveTo>
                    <a:pt x="840" y="0"/>
                  </a:moveTo>
                  <a:lnTo>
                    <a:pt x="1484" y="0"/>
                  </a:lnTo>
                  <a:cubicBezTo>
                    <a:pt x="1571" y="0"/>
                    <a:pt x="1601" y="20"/>
                    <a:pt x="1620" y="117"/>
                  </a:cubicBezTo>
                  <a:cubicBezTo>
                    <a:pt x="1640" y="537"/>
                    <a:pt x="1649" y="956"/>
                    <a:pt x="1640" y="1386"/>
                  </a:cubicBezTo>
                  <a:cubicBezTo>
                    <a:pt x="1640" y="1532"/>
                    <a:pt x="1630" y="1542"/>
                    <a:pt x="1474" y="1542"/>
                  </a:cubicBezTo>
                  <a:lnTo>
                    <a:pt x="196" y="1542"/>
                  </a:lnTo>
                  <a:cubicBezTo>
                    <a:pt x="127" y="1552"/>
                    <a:pt x="59" y="1503"/>
                    <a:pt x="49" y="1434"/>
                  </a:cubicBezTo>
                  <a:cubicBezTo>
                    <a:pt x="20" y="1327"/>
                    <a:pt x="1" y="1220"/>
                    <a:pt x="1" y="1103"/>
                  </a:cubicBezTo>
                  <a:cubicBezTo>
                    <a:pt x="1" y="800"/>
                    <a:pt x="20" y="498"/>
                    <a:pt x="49" y="205"/>
                  </a:cubicBezTo>
                  <a:cubicBezTo>
                    <a:pt x="69" y="10"/>
                    <a:pt x="69" y="0"/>
                    <a:pt x="264" y="0"/>
                  </a:cubicBezTo>
                  <a:cubicBezTo>
                    <a:pt x="449" y="0"/>
                    <a:pt x="645" y="0"/>
                    <a:pt x="8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2"/>
            <p:cNvSpPr/>
            <p:nvPr/>
          </p:nvSpPr>
          <p:spPr>
            <a:xfrm>
              <a:off x="2966775" y="1674445"/>
              <a:ext cx="93750" cy="94883"/>
            </a:xfrm>
            <a:custGeom>
              <a:rect b="b" l="l" r="r" t="t"/>
              <a:pathLst>
                <a:path extrusionOk="0" h="1591" w="1572">
                  <a:moveTo>
                    <a:pt x="1571" y="800"/>
                  </a:moveTo>
                  <a:cubicBezTo>
                    <a:pt x="1571" y="1005"/>
                    <a:pt x="1561" y="1210"/>
                    <a:pt x="1571" y="1415"/>
                  </a:cubicBezTo>
                  <a:cubicBezTo>
                    <a:pt x="1571" y="1532"/>
                    <a:pt x="1522" y="1571"/>
                    <a:pt x="1425" y="1571"/>
                  </a:cubicBezTo>
                  <a:cubicBezTo>
                    <a:pt x="1171" y="1591"/>
                    <a:pt x="917" y="1591"/>
                    <a:pt x="664" y="1571"/>
                  </a:cubicBezTo>
                  <a:cubicBezTo>
                    <a:pt x="508" y="1561"/>
                    <a:pt x="352" y="1542"/>
                    <a:pt x="205" y="1522"/>
                  </a:cubicBezTo>
                  <a:cubicBezTo>
                    <a:pt x="49" y="1513"/>
                    <a:pt x="39" y="1503"/>
                    <a:pt x="30" y="1337"/>
                  </a:cubicBezTo>
                  <a:cubicBezTo>
                    <a:pt x="20" y="1122"/>
                    <a:pt x="10" y="898"/>
                    <a:pt x="10" y="683"/>
                  </a:cubicBezTo>
                  <a:cubicBezTo>
                    <a:pt x="10" y="508"/>
                    <a:pt x="10" y="332"/>
                    <a:pt x="0" y="157"/>
                  </a:cubicBezTo>
                  <a:cubicBezTo>
                    <a:pt x="0" y="78"/>
                    <a:pt x="20" y="39"/>
                    <a:pt x="108" y="39"/>
                  </a:cubicBezTo>
                  <a:cubicBezTo>
                    <a:pt x="556" y="10"/>
                    <a:pt x="995" y="0"/>
                    <a:pt x="1434" y="10"/>
                  </a:cubicBezTo>
                  <a:cubicBezTo>
                    <a:pt x="1532" y="10"/>
                    <a:pt x="1571" y="49"/>
                    <a:pt x="1571" y="157"/>
                  </a:cubicBezTo>
                  <a:lnTo>
                    <a:pt x="1571" y="8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2"/>
            <p:cNvSpPr/>
            <p:nvPr/>
          </p:nvSpPr>
          <p:spPr>
            <a:xfrm>
              <a:off x="2968505" y="2029950"/>
              <a:ext cx="84447" cy="99535"/>
            </a:xfrm>
            <a:custGeom>
              <a:rect b="b" l="l" r="r" t="t"/>
              <a:pathLst>
                <a:path extrusionOk="0" h="1669" w="1416">
                  <a:moveTo>
                    <a:pt x="1405" y="820"/>
                  </a:moveTo>
                  <a:lnTo>
                    <a:pt x="1405" y="1522"/>
                  </a:lnTo>
                  <a:cubicBezTo>
                    <a:pt x="1405" y="1610"/>
                    <a:pt x="1376" y="1659"/>
                    <a:pt x="1279" y="1659"/>
                  </a:cubicBezTo>
                  <a:cubicBezTo>
                    <a:pt x="888" y="1659"/>
                    <a:pt x="488" y="1659"/>
                    <a:pt x="98" y="1668"/>
                  </a:cubicBezTo>
                  <a:cubicBezTo>
                    <a:pt x="10" y="1668"/>
                    <a:pt x="1" y="1619"/>
                    <a:pt x="1" y="1551"/>
                  </a:cubicBezTo>
                  <a:cubicBezTo>
                    <a:pt x="1" y="1229"/>
                    <a:pt x="10" y="907"/>
                    <a:pt x="30" y="585"/>
                  </a:cubicBezTo>
                  <a:cubicBezTo>
                    <a:pt x="40" y="429"/>
                    <a:pt x="59" y="273"/>
                    <a:pt x="79" y="107"/>
                  </a:cubicBezTo>
                  <a:cubicBezTo>
                    <a:pt x="69" y="49"/>
                    <a:pt x="118" y="10"/>
                    <a:pt x="176" y="20"/>
                  </a:cubicBezTo>
                  <a:cubicBezTo>
                    <a:pt x="547" y="20"/>
                    <a:pt x="898" y="0"/>
                    <a:pt x="1259" y="0"/>
                  </a:cubicBezTo>
                  <a:cubicBezTo>
                    <a:pt x="1415" y="0"/>
                    <a:pt x="1415" y="10"/>
                    <a:pt x="1415" y="156"/>
                  </a:cubicBezTo>
                  <a:lnTo>
                    <a:pt x="1415" y="82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2"/>
            <p:cNvSpPr/>
            <p:nvPr/>
          </p:nvSpPr>
          <p:spPr>
            <a:xfrm>
              <a:off x="2967908" y="2402869"/>
              <a:ext cx="92617" cy="93154"/>
            </a:xfrm>
            <a:custGeom>
              <a:rect b="b" l="l" r="r" t="t"/>
              <a:pathLst>
                <a:path extrusionOk="0" h="1562" w="1553">
                  <a:moveTo>
                    <a:pt x="1523" y="752"/>
                  </a:moveTo>
                  <a:cubicBezTo>
                    <a:pt x="1513" y="966"/>
                    <a:pt x="1494" y="1181"/>
                    <a:pt x="1494" y="1395"/>
                  </a:cubicBezTo>
                  <a:cubicBezTo>
                    <a:pt x="1494" y="1493"/>
                    <a:pt x="1454" y="1522"/>
                    <a:pt x="1367" y="1532"/>
                  </a:cubicBezTo>
                  <a:cubicBezTo>
                    <a:pt x="947" y="1561"/>
                    <a:pt x="528" y="1551"/>
                    <a:pt x="118" y="1522"/>
                  </a:cubicBezTo>
                  <a:cubicBezTo>
                    <a:pt x="69" y="1522"/>
                    <a:pt x="30" y="1483"/>
                    <a:pt x="20" y="1434"/>
                  </a:cubicBezTo>
                  <a:cubicBezTo>
                    <a:pt x="20" y="1415"/>
                    <a:pt x="11" y="1386"/>
                    <a:pt x="11" y="1356"/>
                  </a:cubicBezTo>
                  <a:cubicBezTo>
                    <a:pt x="11" y="995"/>
                    <a:pt x="1" y="625"/>
                    <a:pt x="30" y="254"/>
                  </a:cubicBezTo>
                  <a:cubicBezTo>
                    <a:pt x="50" y="78"/>
                    <a:pt x="50" y="78"/>
                    <a:pt x="225" y="69"/>
                  </a:cubicBezTo>
                  <a:cubicBezTo>
                    <a:pt x="557" y="49"/>
                    <a:pt x="879" y="20"/>
                    <a:pt x="1211" y="10"/>
                  </a:cubicBezTo>
                  <a:cubicBezTo>
                    <a:pt x="1533" y="0"/>
                    <a:pt x="1552" y="10"/>
                    <a:pt x="1542" y="332"/>
                  </a:cubicBezTo>
                  <a:lnTo>
                    <a:pt x="1542" y="75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2"/>
            <p:cNvSpPr/>
            <p:nvPr/>
          </p:nvSpPr>
          <p:spPr>
            <a:xfrm>
              <a:off x="2963853" y="1859444"/>
              <a:ext cx="95480" cy="88502"/>
            </a:xfrm>
            <a:custGeom>
              <a:rect b="b" l="l" r="r" t="t"/>
              <a:pathLst>
                <a:path extrusionOk="0" h="1484" w="1601">
                  <a:moveTo>
                    <a:pt x="40" y="1405"/>
                  </a:moveTo>
                  <a:cubicBezTo>
                    <a:pt x="40" y="976"/>
                    <a:pt x="1" y="567"/>
                    <a:pt x="30" y="147"/>
                  </a:cubicBezTo>
                  <a:cubicBezTo>
                    <a:pt x="30" y="59"/>
                    <a:pt x="59" y="30"/>
                    <a:pt x="157" y="20"/>
                  </a:cubicBezTo>
                  <a:cubicBezTo>
                    <a:pt x="596" y="1"/>
                    <a:pt x="1035" y="20"/>
                    <a:pt x="1474" y="69"/>
                  </a:cubicBezTo>
                  <a:cubicBezTo>
                    <a:pt x="1571" y="69"/>
                    <a:pt x="1601" y="118"/>
                    <a:pt x="1601" y="206"/>
                  </a:cubicBezTo>
                  <a:cubicBezTo>
                    <a:pt x="1581" y="586"/>
                    <a:pt x="1571" y="966"/>
                    <a:pt x="1562" y="1347"/>
                  </a:cubicBezTo>
                  <a:cubicBezTo>
                    <a:pt x="1562" y="1445"/>
                    <a:pt x="1532" y="1484"/>
                    <a:pt x="1435" y="1474"/>
                  </a:cubicBezTo>
                  <a:cubicBezTo>
                    <a:pt x="976" y="1454"/>
                    <a:pt x="518" y="1425"/>
                    <a:pt x="40" y="140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2"/>
            <p:cNvSpPr/>
            <p:nvPr/>
          </p:nvSpPr>
          <p:spPr>
            <a:xfrm>
              <a:off x="2974349" y="2211429"/>
              <a:ext cx="87309" cy="94883"/>
            </a:xfrm>
            <a:custGeom>
              <a:rect b="b" l="l" r="r" t="t"/>
              <a:pathLst>
                <a:path extrusionOk="0" h="1591" w="1464">
                  <a:moveTo>
                    <a:pt x="1444" y="713"/>
                  </a:moveTo>
                  <a:cubicBezTo>
                    <a:pt x="1434" y="967"/>
                    <a:pt x="1425" y="1220"/>
                    <a:pt x="1405" y="1464"/>
                  </a:cubicBezTo>
                  <a:cubicBezTo>
                    <a:pt x="1395" y="1552"/>
                    <a:pt x="1356" y="1571"/>
                    <a:pt x="1278" y="1571"/>
                  </a:cubicBezTo>
                  <a:cubicBezTo>
                    <a:pt x="986" y="1591"/>
                    <a:pt x="693" y="1542"/>
                    <a:pt x="400" y="1532"/>
                  </a:cubicBezTo>
                  <a:cubicBezTo>
                    <a:pt x="342" y="1532"/>
                    <a:pt x="273" y="1523"/>
                    <a:pt x="215" y="1523"/>
                  </a:cubicBezTo>
                  <a:cubicBezTo>
                    <a:pt x="10" y="1513"/>
                    <a:pt x="0" y="1523"/>
                    <a:pt x="10" y="1318"/>
                  </a:cubicBezTo>
                  <a:cubicBezTo>
                    <a:pt x="29" y="928"/>
                    <a:pt x="29" y="547"/>
                    <a:pt x="59" y="167"/>
                  </a:cubicBezTo>
                  <a:cubicBezTo>
                    <a:pt x="69" y="59"/>
                    <a:pt x="108" y="30"/>
                    <a:pt x="215" y="20"/>
                  </a:cubicBezTo>
                  <a:cubicBezTo>
                    <a:pt x="586" y="1"/>
                    <a:pt x="947" y="1"/>
                    <a:pt x="1317" y="20"/>
                  </a:cubicBezTo>
                  <a:cubicBezTo>
                    <a:pt x="1454" y="30"/>
                    <a:pt x="1454" y="30"/>
                    <a:pt x="1454" y="176"/>
                  </a:cubicBezTo>
                  <a:cubicBezTo>
                    <a:pt x="1464" y="352"/>
                    <a:pt x="1454" y="528"/>
                    <a:pt x="1444" y="7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2"/>
            <p:cNvSpPr/>
            <p:nvPr/>
          </p:nvSpPr>
          <p:spPr>
            <a:xfrm>
              <a:off x="3813879" y="1473703"/>
              <a:ext cx="110628" cy="117009"/>
            </a:xfrm>
            <a:custGeom>
              <a:rect b="b" l="l" r="r" t="t"/>
              <a:pathLst>
                <a:path extrusionOk="0" h="1962" w="1855">
                  <a:moveTo>
                    <a:pt x="1844" y="898"/>
                  </a:moveTo>
                  <a:cubicBezTo>
                    <a:pt x="1835" y="1328"/>
                    <a:pt x="1698" y="1620"/>
                    <a:pt x="1366" y="1796"/>
                  </a:cubicBezTo>
                  <a:cubicBezTo>
                    <a:pt x="1064" y="1962"/>
                    <a:pt x="683" y="1952"/>
                    <a:pt x="391" y="1747"/>
                  </a:cubicBezTo>
                  <a:cubicBezTo>
                    <a:pt x="127" y="1562"/>
                    <a:pt x="0" y="1230"/>
                    <a:pt x="98" y="918"/>
                  </a:cubicBezTo>
                  <a:cubicBezTo>
                    <a:pt x="205" y="410"/>
                    <a:pt x="527" y="147"/>
                    <a:pt x="1025" y="40"/>
                  </a:cubicBezTo>
                  <a:cubicBezTo>
                    <a:pt x="1210" y="1"/>
                    <a:pt x="1415" y="69"/>
                    <a:pt x="1522" y="225"/>
                  </a:cubicBezTo>
                  <a:cubicBezTo>
                    <a:pt x="1698" y="450"/>
                    <a:pt x="1854" y="674"/>
                    <a:pt x="1844" y="8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2"/>
            <p:cNvSpPr/>
            <p:nvPr/>
          </p:nvSpPr>
          <p:spPr>
            <a:xfrm>
              <a:off x="3344942" y="1489447"/>
              <a:ext cx="20992" cy="55284"/>
            </a:xfrm>
            <a:custGeom>
              <a:rect b="b" l="l" r="r" t="t"/>
              <a:pathLst>
                <a:path extrusionOk="0" h="927" w="352">
                  <a:moveTo>
                    <a:pt x="1" y="0"/>
                  </a:moveTo>
                  <a:cubicBezTo>
                    <a:pt x="205" y="59"/>
                    <a:pt x="352" y="254"/>
                    <a:pt x="332" y="478"/>
                  </a:cubicBezTo>
                  <a:cubicBezTo>
                    <a:pt x="342" y="722"/>
                    <a:pt x="186" y="820"/>
                    <a:pt x="1" y="9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2"/>
            <p:cNvSpPr/>
            <p:nvPr/>
          </p:nvSpPr>
          <p:spPr>
            <a:xfrm>
              <a:off x="3408338" y="1494099"/>
              <a:ext cx="30892" cy="51825"/>
            </a:xfrm>
            <a:custGeom>
              <a:rect b="b" l="l" r="r" t="t"/>
              <a:pathLst>
                <a:path extrusionOk="0" h="869" w="518">
                  <a:moveTo>
                    <a:pt x="20" y="410"/>
                  </a:moveTo>
                  <a:cubicBezTo>
                    <a:pt x="11" y="303"/>
                    <a:pt x="40" y="195"/>
                    <a:pt x="98" y="108"/>
                  </a:cubicBezTo>
                  <a:cubicBezTo>
                    <a:pt x="128" y="29"/>
                    <a:pt x="225" y="0"/>
                    <a:pt x="294" y="49"/>
                  </a:cubicBezTo>
                  <a:cubicBezTo>
                    <a:pt x="401" y="98"/>
                    <a:pt x="469" y="195"/>
                    <a:pt x="489" y="303"/>
                  </a:cubicBezTo>
                  <a:cubicBezTo>
                    <a:pt x="518" y="459"/>
                    <a:pt x="489" y="615"/>
                    <a:pt x="391" y="742"/>
                  </a:cubicBezTo>
                  <a:cubicBezTo>
                    <a:pt x="303" y="868"/>
                    <a:pt x="196" y="859"/>
                    <a:pt x="98" y="732"/>
                  </a:cubicBezTo>
                  <a:cubicBezTo>
                    <a:pt x="30" y="634"/>
                    <a:pt x="1" y="517"/>
                    <a:pt x="20" y="4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2"/>
            <p:cNvSpPr/>
            <p:nvPr/>
          </p:nvSpPr>
          <p:spPr>
            <a:xfrm>
              <a:off x="3212306" y="1497558"/>
              <a:ext cx="30296" cy="48962"/>
            </a:xfrm>
            <a:custGeom>
              <a:rect b="b" l="l" r="r" t="t"/>
              <a:pathLst>
                <a:path extrusionOk="0" h="821" w="508">
                  <a:moveTo>
                    <a:pt x="498" y="459"/>
                  </a:moveTo>
                  <a:cubicBezTo>
                    <a:pt x="498" y="645"/>
                    <a:pt x="420" y="801"/>
                    <a:pt x="312" y="810"/>
                  </a:cubicBezTo>
                  <a:cubicBezTo>
                    <a:pt x="215" y="820"/>
                    <a:pt x="88" y="684"/>
                    <a:pt x="49" y="528"/>
                  </a:cubicBezTo>
                  <a:cubicBezTo>
                    <a:pt x="10" y="420"/>
                    <a:pt x="0" y="303"/>
                    <a:pt x="39" y="186"/>
                  </a:cubicBezTo>
                  <a:cubicBezTo>
                    <a:pt x="59" y="118"/>
                    <a:pt x="78" y="30"/>
                    <a:pt x="176" y="10"/>
                  </a:cubicBezTo>
                  <a:cubicBezTo>
                    <a:pt x="283" y="1"/>
                    <a:pt x="390" y="59"/>
                    <a:pt x="439" y="157"/>
                  </a:cubicBezTo>
                  <a:cubicBezTo>
                    <a:pt x="478" y="254"/>
                    <a:pt x="508" y="352"/>
                    <a:pt x="498" y="45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2"/>
            <p:cNvSpPr/>
            <p:nvPr/>
          </p:nvSpPr>
          <p:spPr>
            <a:xfrm>
              <a:off x="3847038" y="1541810"/>
              <a:ext cx="58803" cy="29103"/>
            </a:xfrm>
            <a:custGeom>
              <a:rect b="b" l="l" r="r" t="t"/>
              <a:pathLst>
                <a:path extrusionOk="0" h="488" w="986">
                  <a:moveTo>
                    <a:pt x="459" y="488"/>
                  </a:moveTo>
                  <a:cubicBezTo>
                    <a:pt x="303" y="478"/>
                    <a:pt x="157" y="400"/>
                    <a:pt x="69" y="283"/>
                  </a:cubicBezTo>
                  <a:cubicBezTo>
                    <a:pt x="10" y="234"/>
                    <a:pt x="1" y="146"/>
                    <a:pt x="49" y="88"/>
                  </a:cubicBezTo>
                  <a:cubicBezTo>
                    <a:pt x="108" y="20"/>
                    <a:pt x="176" y="20"/>
                    <a:pt x="264" y="78"/>
                  </a:cubicBezTo>
                  <a:cubicBezTo>
                    <a:pt x="479" y="215"/>
                    <a:pt x="479" y="215"/>
                    <a:pt x="703" y="68"/>
                  </a:cubicBezTo>
                  <a:cubicBezTo>
                    <a:pt x="801" y="0"/>
                    <a:pt x="888" y="0"/>
                    <a:pt x="937" y="68"/>
                  </a:cubicBezTo>
                  <a:cubicBezTo>
                    <a:pt x="986" y="137"/>
                    <a:pt x="976" y="234"/>
                    <a:pt x="908" y="293"/>
                  </a:cubicBezTo>
                  <a:cubicBezTo>
                    <a:pt x="791" y="420"/>
                    <a:pt x="625" y="488"/>
                    <a:pt x="459" y="4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2"/>
            <p:cNvSpPr/>
            <p:nvPr/>
          </p:nvSpPr>
          <p:spPr>
            <a:xfrm>
              <a:off x="3838331" y="1510380"/>
              <a:ext cx="17474" cy="17533"/>
            </a:xfrm>
            <a:custGeom>
              <a:rect b="b" l="l" r="r" t="t"/>
              <a:pathLst>
                <a:path extrusionOk="0" h="294" w="293">
                  <a:moveTo>
                    <a:pt x="293" y="147"/>
                  </a:moveTo>
                  <a:cubicBezTo>
                    <a:pt x="293" y="225"/>
                    <a:pt x="225" y="293"/>
                    <a:pt x="137" y="293"/>
                  </a:cubicBezTo>
                  <a:cubicBezTo>
                    <a:pt x="59" y="293"/>
                    <a:pt x="0" y="234"/>
                    <a:pt x="0" y="156"/>
                  </a:cubicBezTo>
                  <a:cubicBezTo>
                    <a:pt x="0" y="69"/>
                    <a:pt x="69" y="0"/>
                    <a:pt x="156" y="10"/>
                  </a:cubicBezTo>
                  <a:cubicBezTo>
                    <a:pt x="234" y="0"/>
                    <a:pt x="293" y="69"/>
                    <a:pt x="29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2"/>
            <p:cNvSpPr/>
            <p:nvPr/>
          </p:nvSpPr>
          <p:spPr>
            <a:xfrm>
              <a:off x="3881093" y="1510380"/>
              <a:ext cx="17474" cy="17533"/>
            </a:xfrm>
            <a:custGeom>
              <a:rect b="b" l="l" r="r" t="t"/>
              <a:pathLst>
                <a:path extrusionOk="0" h="294" w="293">
                  <a:moveTo>
                    <a:pt x="293" y="147"/>
                  </a:moveTo>
                  <a:cubicBezTo>
                    <a:pt x="293" y="225"/>
                    <a:pt x="225" y="293"/>
                    <a:pt x="137" y="293"/>
                  </a:cubicBezTo>
                  <a:cubicBezTo>
                    <a:pt x="59" y="293"/>
                    <a:pt x="0" y="234"/>
                    <a:pt x="0" y="156"/>
                  </a:cubicBezTo>
                  <a:cubicBezTo>
                    <a:pt x="0" y="69"/>
                    <a:pt x="69" y="0"/>
                    <a:pt x="156" y="10"/>
                  </a:cubicBezTo>
                  <a:cubicBezTo>
                    <a:pt x="234" y="0"/>
                    <a:pt x="293" y="69"/>
                    <a:pt x="29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1" name="Google Shape;6851;p122"/>
          <p:cNvSpPr/>
          <p:nvPr/>
        </p:nvSpPr>
        <p:spPr>
          <a:xfrm>
            <a:off x="7002413" y="1932713"/>
            <a:ext cx="142925" cy="255250"/>
          </a:xfrm>
          <a:custGeom>
            <a:rect b="b" l="l" r="r" t="t"/>
            <a:pathLst>
              <a:path extrusionOk="0" h="10210" w="5717">
                <a:moveTo>
                  <a:pt x="2880" y="480"/>
                </a:moveTo>
                <a:cubicBezTo>
                  <a:pt x="3054" y="480"/>
                  <a:pt x="3230" y="485"/>
                  <a:pt x="3405" y="493"/>
                </a:cubicBezTo>
                <a:cubicBezTo>
                  <a:pt x="3463" y="493"/>
                  <a:pt x="3522" y="503"/>
                  <a:pt x="3590" y="513"/>
                </a:cubicBezTo>
                <a:cubicBezTo>
                  <a:pt x="3493" y="757"/>
                  <a:pt x="3395" y="1001"/>
                  <a:pt x="3298" y="1235"/>
                </a:cubicBezTo>
                <a:cubicBezTo>
                  <a:pt x="3102" y="1703"/>
                  <a:pt x="3054" y="1703"/>
                  <a:pt x="2537" y="1742"/>
                </a:cubicBezTo>
                <a:cubicBezTo>
                  <a:pt x="1893" y="1791"/>
                  <a:pt x="1229" y="1801"/>
                  <a:pt x="576" y="1830"/>
                </a:cubicBezTo>
                <a:cubicBezTo>
                  <a:pt x="595" y="1654"/>
                  <a:pt x="625" y="1479"/>
                  <a:pt x="683" y="1303"/>
                </a:cubicBezTo>
                <a:cubicBezTo>
                  <a:pt x="937" y="532"/>
                  <a:pt x="1571" y="542"/>
                  <a:pt x="2244" y="503"/>
                </a:cubicBezTo>
                <a:cubicBezTo>
                  <a:pt x="2453" y="487"/>
                  <a:pt x="2666" y="480"/>
                  <a:pt x="2880" y="480"/>
                </a:cubicBezTo>
                <a:close/>
                <a:moveTo>
                  <a:pt x="4010" y="708"/>
                </a:moveTo>
                <a:cubicBezTo>
                  <a:pt x="4205" y="903"/>
                  <a:pt x="4254" y="1215"/>
                  <a:pt x="4312" y="1625"/>
                </a:cubicBezTo>
                <a:cubicBezTo>
                  <a:pt x="4566" y="3391"/>
                  <a:pt x="4868" y="5186"/>
                  <a:pt x="4985" y="6961"/>
                </a:cubicBezTo>
                <a:cubicBezTo>
                  <a:pt x="5054" y="7947"/>
                  <a:pt x="5054" y="9137"/>
                  <a:pt x="4078" y="9537"/>
                </a:cubicBezTo>
                <a:cubicBezTo>
                  <a:pt x="3854" y="6981"/>
                  <a:pt x="3668" y="4425"/>
                  <a:pt x="3541" y="1869"/>
                </a:cubicBezTo>
                <a:cubicBezTo>
                  <a:pt x="3766" y="1547"/>
                  <a:pt x="3883" y="1059"/>
                  <a:pt x="4010" y="708"/>
                </a:cubicBezTo>
                <a:close/>
                <a:moveTo>
                  <a:pt x="3102" y="2171"/>
                </a:moveTo>
                <a:cubicBezTo>
                  <a:pt x="3229" y="4659"/>
                  <a:pt x="3405" y="7147"/>
                  <a:pt x="3620" y="9634"/>
                </a:cubicBezTo>
                <a:cubicBezTo>
                  <a:pt x="3620" y="9634"/>
                  <a:pt x="3620" y="9654"/>
                  <a:pt x="3620" y="9664"/>
                </a:cubicBezTo>
                <a:cubicBezTo>
                  <a:pt x="3278" y="9732"/>
                  <a:pt x="2895" y="9784"/>
                  <a:pt x="2519" y="9784"/>
                </a:cubicBezTo>
                <a:cubicBezTo>
                  <a:pt x="1713" y="9784"/>
                  <a:pt x="942" y="9543"/>
                  <a:pt x="703" y="8698"/>
                </a:cubicBezTo>
                <a:cubicBezTo>
                  <a:pt x="342" y="6835"/>
                  <a:pt x="478" y="4825"/>
                  <a:pt x="547" y="2942"/>
                </a:cubicBezTo>
                <a:cubicBezTo>
                  <a:pt x="547" y="2737"/>
                  <a:pt x="547" y="2513"/>
                  <a:pt x="547" y="2288"/>
                </a:cubicBezTo>
                <a:lnTo>
                  <a:pt x="1893" y="2230"/>
                </a:lnTo>
                <a:cubicBezTo>
                  <a:pt x="1970" y="2226"/>
                  <a:pt x="2051" y="2225"/>
                  <a:pt x="2134" y="2225"/>
                </a:cubicBezTo>
                <a:cubicBezTo>
                  <a:pt x="2236" y="2225"/>
                  <a:pt x="2341" y="2226"/>
                  <a:pt x="2446" y="2226"/>
                </a:cubicBezTo>
                <a:cubicBezTo>
                  <a:pt x="2673" y="2226"/>
                  <a:pt x="2902" y="2219"/>
                  <a:pt x="3102" y="2171"/>
                </a:cubicBezTo>
                <a:close/>
                <a:moveTo>
                  <a:pt x="2197" y="0"/>
                </a:moveTo>
                <a:cubicBezTo>
                  <a:pt x="1438" y="0"/>
                  <a:pt x="632" y="112"/>
                  <a:pt x="351" y="737"/>
                </a:cubicBezTo>
                <a:cubicBezTo>
                  <a:pt x="156" y="1147"/>
                  <a:pt x="176" y="1674"/>
                  <a:pt x="137" y="2113"/>
                </a:cubicBezTo>
                <a:cubicBezTo>
                  <a:pt x="78" y="2884"/>
                  <a:pt x="69" y="3644"/>
                  <a:pt x="59" y="4415"/>
                </a:cubicBezTo>
                <a:cubicBezTo>
                  <a:pt x="29" y="5869"/>
                  <a:pt x="0" y="7352"/>
                  <a:pt x="264" y="8786"/>
                </a:cubicBezTo>
                <a:cubicBezTo>
                  <a:pt x="264" y="8805"/>
                  <a:pt x="273" y="8825"/>
                  <a:pt x="273" y="8844"/>
                </a:cubicBezTo>
                <a:cubicBezTo>
                  <a:pt x="283" y="8864"/>
                  <a:pt x="283" y="8873"/>
                  <a:pt x="293" y="8893"/>
                </a:cubicBezTo>
                <a:cubicBezTo>
                  <a:pt x="625" y="9966"/>
                  <a:pt x="1483" y="10210"/>
                  <a:pt x="2546" y="10210"/>
                </a:cubicBezTo>
                <a:cubicBezTo>
                  <a:pt x="3424" y="10210"/>
                  <a:pt x="4732" y="10151"/>
                  <a:pt x="5171" y="9244"/>
                </a:cubicBezTo>
                <a:cubicBezTo>
                  <a:pt x="5717" y="8103"/>
                  <a:pt x="5434" y="6610"/>
                  <a:pt x="5268" y="5420"/>
                </a:cubicBezTo>
                <a:cubicBezTo>
                  <a:pt x="5093" y="4035"/>
                  <a:pt x="4985" y="2610"/>
                  <a:pt x="4712" y="1235"/>
                </a:cubicBezTo>
                <a:cubicBezTo>
                  <a:pt x="4546" y="376"/>
                  <a:pt x="4137" y="45"/>
                  <a:pt x="3278" y="35"/>
                </a:cubicBezTo>
                <a:cubicBezTo>
                  <a:pt x="2988" y="32"/>
                  <a:pt x="2599" y="0"/>
                  <a:pt x="2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2" name="Google Shape;6852;p122"/>
          <p:cNvGrpSpPr/>
          <p:nvPr/>
        </p:nvGrpSpPr>
        <p:grpSpPr>
          <a:xfrm>
            <a:off x="6397619" y="1405638"/>
            <a:ext cx="363900" cy="339675"/>
            <a:chOff x="-1322075" y="1780000"/>
            <a:chExt cx="363900" cy="339675"/>
          </a:xfrm>
        </p:grpSpPr>
        <p:sp>
          <p:nvSpPr>
            <p:cNvPr id="6853" name="Google Shape;6853;p122"/>
            <p:cNvSpPr/>
            <p:nvPr/>
          </p:nvSpPr>
          <p:spPr>
            <a:xfrm>
              <a:off x="-1322075" y="1780000"/>
              <a:ext cx="363900" cy="339675"/>
            </a:xfrm>
            <a:custGeom>
              <a:rect b="b" l="l" r="r" t="t"/>
              <a:pathLst>
                <a:path extrusionOk="0" h="13587" w="14556">
                  <a:moveTo>
                    <a:pt x="7214" y="454"/>
                  </a:moveTo>
                  <a:cubicBezTo>
                    <a:pt x="9222" y="454"/>
                    <a:pt x="11307" y="1214"/>
                    <a:pt x="12624" y="2657"/>
                  </a:cubicBezTo>
                  <a:cubicBezTo>
                    <a:pt x="14497" y="4715"/>
                    <a:pt x="14009" y="8471"/>
                    <a:pt x="12585" y="10657"/>
                  </a:cubicBezTo>
                  <a:cubicBezTo>
                    <a:pt x="11863" y="11778"/>
                    <a:pt x="10741" y="12676"/>
                    <a:pt x="9444" y="13008"/>
                  </a:cubicBezTo>
                  <a:cubicBezTo>
                    <a:pt x="8993" y="13123"/>
                    <a:pt x="8476" y="13182"/>
                    <a:pt x="7941" y="13182"/>
                  </a:cubicBezTo>
                  <a:cubicBezTo>
                    <a:pt x="6797" y="13182"/>
                    <a:pt x="5572" y="12910"/>
                    <a:pt x="4741" y="12325"/>
                  </a:cubicBezTo>
                  <a:cubicBezTo>
                    <a:pt x="3473" y="11437"/>
                    <a:pt x="3844" y="9837"/>
                    <a:pt x="3298" y="8559"/>
                  </a:cubicBezTo>
                  <a:cubicBezTo>
                    <a:pt x="2888" y="7613"/>
                    <a:pt x="2137" y="6901"/>
                    <a:pt x="1161" y="6676"/>
                  </a:cubicBezTo>
                  <a:cubicBezTo>
                    <a:pt x="127" y="5808"/>
                    <a:pt x="1298" y="3691"/>
                    <a:pt x="1961" y="2881"/>
                  </a:cubicBezTo>
                  <a:cubicBezTo>
                    <a:pt x="2732" y="1935"/>
                    <a:pt x="3746" y="1223"/>
                    <a:pt x="4897" y="823"/>
                  </a:cubicBezTo>
                  <a:cubicBezTo>
                    <a:pt x="5622" y="575"/>
                    <a:pt x="6412" y="454"/>
                    <a:pt x="7214" y="454"/>
                  </a:cubicBezTo>
                  <a:close/>
                  <a:moveTo>
                    <a:pt x="7210" y="1"/>
                  </a:moveTo>
                  <a:cubicBezTo>
                    <a:pt x="5994" y="1"/>
                    <a:pt x="4784" y="274"/>
                    <a:pt x="3707" y="852"/>
                  </a:cubicBezTo>
                  <a:cubicBezTo>
                    <a:pt x="1864" y="1857"/>
                    <a:pt x="0" y="3993"/>
                    <a:pt x="371" y="6247"/>
                  </a:cubicBezTo>
                  <a:cubicBezTo>
                    <a:pt x="459" y="6803"/>
                    <a:pt x="751" y="7076"/>
                    <a:pt x="1278" y="7242"/>
                  </a:cubicBezTo>
                  <a:cubicBezTo>
                    <a:pt x="2107" y="7486"/>
                    <a:pt x="2751" y="8140"/>
                    <a:pt x="2985" y="8979"/>
                  </a:cubicBezTo>
                  <a:cubicBezTo>
                    <a:pt x="3229" y="9788"/>
                    <a:pt x="3171" y="10657"/>
                    <a:pt x="3473" y="11447"/>
                  </a:cubicBezTo>
                  <a:cubicBezTo>
                    <a:pt x="3941" y="12705"/>
                    <a:pt x="5278" y="13232"/>
                    <a:pt x="6497" y="13447"/>
                  </a:cubicBezTo>
                  <a:cubicBezTo>
                    <a:pt x="7006" y="13536"/>
                    <a:pt x="7519" y="13587"/>
                    <a:pt x="8026" y="13587"/>
                  </a:cubicBezTo>
                  <a:cubicBezTo>
                    <a:pt x="9290" y="13587"/>
                    <a:pt x="10518" y="13270"/>
                    <a:pt x="11541" y="12442"/>
                  </a:cubicBezTo>
                  <a:cubicBezTo>
                    <a:pt x="12799" y="11408"/>
                    <a:pt x="13677" y="9983"/>
                    <a:pt x="14029" y="8393"/>
                  </a:cubicBezTo>
                  <a:cubicBezTo>
                    <a:pt x="14555" y="5974"/>
                    <a:pt x="14263" y="3203"/>
                    <a:pt x="12146" y="1623"/>
                  </a:cubicBezTo>
                  <a:cubicBezTo>
                    <a:pt x="10744" y="573"/>
                    <a:pt x="8971" y="1"/>
                    <a:pt x="7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2"/>
            <p:cNvSpPr/>
            <p:nvPr/>
          </p:nvSpPr>
          <p:spPr>
            <a:xfrm>
              <a:off x="-1279900" y="1858525"/>
              <a:ext cx="91975" cy="84350"/>
            </a:xfrm>
            <a:custGeom>
              <a:rect b="b" l="l" r="r" t="t"/>
              <a:pathLst>
                <a:path extrusionOk="0" h="3374" w="3679">
                  <a:moveTo>
                    <a:pt x="1774" y="455"/>
                  </a:moveTo>
                  <a:cubicBezTo>
                    <a:pt x="2757" y="455"/>
                    <a:pt x="3589" y="1862"/>
                    <a:pt x="2615" y="2667"/>
                  </a:cubicBezTo>
                  <a:cubicBezTo>
                    <a:pt x="2391" y="2855"/>
                    <a:pt x="2163" y="2935"/>
                    <a:pt x="1947" y="2935"/>
                  </a:cubicBezTo>
                  <a:cubicBezTo>
                    <a:pt x="1051" y="2935"/>
                    <a:pt x="345" y="1571"/>
                    <a:pt x="879" y="872"/>
                  </a:cubicBezTo>
                  <a:cubicBezTo>
                    <a:pt x="908" y="862"/>
                    <a:pt x="937" y="843"/>
                    <a:pt x="957" y="823"/>
                  </a:cubicBezTo>
                  <a:cubicBezTo>
                    <a:pt x="1055" y="716"/>
                    <a:pt x="1172" y="628"/>
                    <a:pt x="1298" y="570"/>
                  </a:cubicBezTo>
                  <a:cubicBezTo>
                    <a:pt x="1386" y="531"/>
                    <a:pt x="1474" y="511"/>
                    <a:pt x="1562" y="492"/>
                  </a:cubicBezTo>
                  <a:cubicBezTo>
                    <a:pt x="1591" y="492"/>
                    <a:pt x="1620" y="482"/>
                    <a:pt x="1650" y="462"/>
                  </a:cubicBezTo>
                  <a:cubicBezTo>
                    <a:pt x="1691" y="457"/>
                    <a:pt x="1733" y="455"/>
                    <a:pt x="1774" y="455"/>
                  </a:cubicBezTo>
                  <a:close/>
                  <a:moveTo>
                    <a:pt x="1821" y="1"/>
                  </a:moveTo>
                  <a:cubicBezTo>
                    <a:pt x="1663" y="1"/>
                    <a:pt x="1503" y="24"/>
                    <a:pt x="1347" y="72"/>
                  </a:cubicBezTo>
                  <a:cubicBezTo>
                    <a:pt x="313" y="316"/>
                    <a:pt x="1" y="1399"/>
                    <a:pt x="420" y="2345"/>
                  </a:cubicBezTo>
                  <a:cubicBezTo>
                    <a:pt x="696" y="2956"/>
                    <a:pt x="1332" y="3373"/>
                    <a:pt x="1972" y="3373"/>
                  </a:cubicBezTo>
                  <a:cubicBezTo>
                    <a:pt x="2262" y="3373"/>
                    <a:pt x="2552" y="3288"/>
                    <a:pt x="2811" y="3096"/>
                  </a:cubicBezTo>
                  <a:cubicBezTo>
                    <a:pt x="3601" y="2530"/>
                    <a:pt x="3679" y="1350"/>
                    <a:pt x="3093" y="609"/>
                  </a:cubicBezTo>
                  <a:cubicBezTo>
                    <a:pt x="2777" y="219"/>
                    <a:pt x="2306"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2"/>
            <p:cNvSpPr/>
            <p:nvPr/>
          </p:nvSpPr>
          <p:spPr>
            <a:xfrm>
              <a:off x="-1186225" y="1809950"/>
              <a:ext cx="98050" cy="81275"/>
            </a:xfrm>
            <a:custGeom>
              <a:rect b="b" l="l" r="r" t="t"/>
              <a:pathLst>
                <a:path extrusionOk="0" h="3251" w="3922">
                  <a:moveTo>
                    <a:pt x="2000" y="504"/>
                  </a:moveTo>
                  <a:cubicBezTo>
                    <a:pt x="2688" y="504"/>
                    <a:pt x="3397" y="991"/>
                    <a:pt x="3288" y="1849"/>
                  </a:cubicBezTo>
                  <a:cubicBezTo>
                    <a:pt x="3206" y="2504"/>
                    <a:pt x="2738" y="2770"/>
                    <a:pt x="2229" y="2770"/>
                  </a:cubicBezTo>
                  <a:cubicBezTo>
                    <a:pt x="1578" y="2770"/>
                    <a:pt x="860" y="2335"/>
                    <a:pt x="800" y="1722"/>
                  </a:cubicBezTo>
                  <a:cubicBezTo>
                    <a:pt x="810" y="1693"/>
                    <a:pt x="820" y="1664"/>
                    <a:pt x="820" y="1635"/>
                  </a:cubicBezTo>
                  <a:cubicBezTo>
                    <a:pt x="810" y="1391"/>
                    <a:pt x="888" y="1166"/>
                    <a:pt x="1044" y="981"/>
                  </a:cubicBezTo>
                  <a:cubicBezTo>
                    <a:pt x="1054" y="952"/>
                    <a:pt x="1073" y="932"/>
                    <a:pt x="1073" y="903"/>
                  </a:cubicBezTo>
                  <a:cubicBezTo>
                    <a:pt x="1301" y="632"/>
                    <a:pt x="1648" y="504"/>
                    <a:pt x="2000" y="504"/>
                  </a:cubicBezTo>
                  <a:close/>
                  <a:moveTo>
                    <a:pt x="2013" y="1"/>
                  </a:moveTo>
                  <a:cubicBezTo>
                    <a:pt x="1431" y="1"/>
                    <a:pt x="890" y="305"/>
                    <a:pt x="595" y="825"/>
                  </a:cubicBezTo>
                  <a:cubicBezTo>
                    <a:pt x="0" y="1703"/>
                    <a:pt x="507" y="2708"/>
                    <a:pt x="1473" y="3117"/>
                  </a:cubicBezTo>
                  <a:cubicBezTo>
                    <a:pt x="1683" y="3207"/>
                    <a:pt x="1909" y="3250"/>
                    <a:pt x="2134" y="3250"/>
                  </a:cubicBezTo>
                  <a:cubicBezTo>
                    <a:pt x="2860" y="3250"/>
                    <a:pt x="3578" y="2802"/>
                    <a:pt x="3727" y="2035"/>
                  </a:cubicBezTo>
                  <a:cubicBezTo>
                    <a:pt x="3922" y="1078"/>
                    <a:pt x="3171" y="152"/>
                    <a:pt x="2234" y="15"/>
                  </a:cubicBezTo>
                  <a:cubicBezTo>
                    <a:pt x="2160" y="5"/>
                    <a:pt x="2086"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2"/>
            <p:cNvSpPr/>
            <p:nvPr/>
          </p:nvSpPr>
          <p:spPr>
            <a:xfrm>
              <a:off x="-1086000" y="1866200"/>
              <a:ext cx="92225" cy="84175"/>
            </a:xfrm>
            <a:custGeom>
              <a:rect b="b" l="l" r="r" t="t"/>
              <a:pathLst>
                <a:path extrusionOk="0" h="3367" w="3689">
                  <a:moveTo>
                    <a:pt x="1774" y="450"/>
                  </a:moveTo>
                  <a:cubicBezTo>
                    <a:pt x="2756" y="450"/>
                    <a:pt x="3589" y="1857"/>
                    <a:pt x="2625" y="2662"/>
                  </a:cubicBezTo>
                  <a:cubicBezTo>
                    <a:pt x="2401" y="2850"/>
                    <a:pt x="2173" y="2930"/>
                    <a:pt x="1956" y="2930"/>
                  </a:cubicBezTo>
                  <a:cubicBezTo>
                    <a:pt x="1060" y="2930"/>
                    <a:pt x="354" y="1567"/>
                    <a:pt x="888" y="867"/>
                  </a:cubicBezTo>
                  <a:cubicBezTo>
                    <a:pt x="908" y="858"/>
                    <a:pt x="937" y="838"/>
                    <a:pt x="957" y="819"/>
                  </a:cubicBezTo>
                  <a:cubicBezTo>
                    <a:pt x="1054" y="711"/>
                    <a:pt x="1171" y="633"/>
                    <a:pt x="1308" y="565"/>
                  </a:cubicBezTo>
                  <a:cubicBezTo>
                    <a:pt x="1386" y="536"/>
                    <a:pt x="1483" y="506"/>
                    <a:pt x="1571" y="487"/>
                  </a:cubicBezTo>
                  <a:cubicBezTo>
                    <a:pt x="1600" y="487"/>
                    <a:pt x="1620" y="477"/>
                    <a:pt x="1649" y="458"/>
                  </a:cubicBezTo>
                  <a:cubicBezTo>
                    <a:pt x="1691" y="453"/>
                    <a:pt x="1732" y="450"/>
                    <a:pt x="1774" y="450"/>
                  </a:cubicBezTo>
                  <a:close/>
                  <a:moveTo>
                    <a:pt x="1844" y="0"/>
                  </a:moveTo>
                  <a:cubicBezTo>
                    <a:pt x="1681" y="0"/>
                    <a:pt x="1517" y="25"/>
                    <a:pt x="1357" y="77"/>
                  </a:cubicBezTo>
                  <a:cubicBezTo>
                    <a:pt x="313" y="321"/>
                    <a:pt x="1" y="1394"/>
                    <a:pt x="430" y="2350"/>
                  </a:cubicBezTo>
                  <a:cubicBezTo>
                    <a:pt x="704" y="2959"/>
                    <a:pt x="1333" y="3367"/>
                    <a:pt x="1971" y="3367"/>
                  </a:cubicBezTo>
                  <a:cubicBezTo>
                    <a:pt x="2263" y="3367"/>
                    <a:pt x="2557" y="3281"/>
                    <a:pt x="2820" y="3092"/>
                  </a:cubicBezTo>
                  <a:cubicBezTo>
                    <a:pt x="3610" y="2526"/>
                    <a:pt x="3688" y="1336"/>
                    <a:pt x="3093" y="604"/>
                  </a:cubicBezTo>
                  <a:cubicBezTo>
                    <a:pt x="2787" y="218"/>
                    <a:pt x="2323" y="0"/>
                    <a:pt x="1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2"/>
            <p:cNvSpPr/>
            <p:nvPr/>
          </p:nvSpPr>
          <p:spPr>
            <a:xfrm>
              <a:off x="-1101125" y="1975800"/>
              <a:ext cx="91250" cy="84725"/>
            </a:xfrm>
            <a:custGeom>
              <a:rect b="b" l="l" r="r" t="t"/>
              <a:pathLst>
                <a:path extrusionOk="0" h="3389" w="3650">
                  <a:moveTo>
                    <a:pt x="1948" y="450"/>
                  </a:moveTo>
                  <a:cubicBezTo>
                    <a:pt x="1975" y="450"/>
                    <a:pt x="2003" y="451"/>
                    <a:pt x="2030" y="454"/>
                  </a:cubicBezTo>
                  <a:cubicBezTo>
                    <a:pt x="2059" y="473"/>
                    <a:pt x="2088" y="483"/>
                    <a:pt x="2118" y="493"/>
                  </a:cubicBezTo>
                  <a:cubicBezTo>
                    <a:pt x="2254" y="522"/>
                    <a:pt x="2391" y="571"/>
                    <a:pt x="2518" y="649"/>
                  </a:cubicBezTo>
                  <a:cubicBezTo>
                    <a:pt x="2586" y="698"/>
                    <a:pt x="2654" y="766"/>
                    <a:pt x="2723" y="834"/>
                  </a:cubicBezTo>
                  <a:cubicBezTo>
                    <a:pt x="2742" y="854"/>
                    <a:pt x="2762" y="873"/>
                    <a:pt x="2781" y="883"/>
                  </a:cubicBezTo>
                  <a:cubicBezTo>
                    <a:pt x="3371" y="1603"/>
                    <a:pt x="2835" y="2940"/>
                    <a:pt x="1831" y="2940"/>
                  </a:cubicBezTo>
                  <a:cubicBezTo>
                    <a:pt x="1706" y="2940"/>
                    <a:pt x="1573" y="2919"/>
                    <a:pt x="1435" y="2873"/>
                  </a:cubicBezTo>
                  <a:cubicBezTo>
                    <a:pt x="37" y="2426"/>
                    <a:pt x="901" y="450"/>
                    <a:pt x="1948" y="450"/>
                  </a:cubicBezTo>
                  <a:close/>
                  <a:moveTo>
                    <a:pt x="1971" y="0"/>
                  </a:moveTo>
                  <a:cubicBezTo>
                    <a:pt x="1432" y="0"/>
                    <a:pt x="894" y="321"/>
                    <a:pt x="537" y="844"/>
                  </a:cubicBezTo>
                  <a:cubicBezTo>
                    <a:pt x="1" y="1654"/>
                    <a:pt x="215" y="2883"/>
                    <a:pt x="1171" y="3273"/>
                  </a:cubicBezTo>
                  <a:cubicBezTo>
                    <a:pt x="1362" y="3352"/>
                    <a:pt x="1560" y="3389"/>
                    <a:pt x="1757" y="3389"/>
                  </a:cubicBezTo>
                  <a:cubicBezTo>
                    <a:pt x="2484" y="3389"/>
                    <a:pt x="3189" y="2889"/>
                    <a:pt x="3435" y="2190"/>
                  </a:cubicBezTo>
                  <a:cubicBezTo>
                    <a:pt x="3649" y="1556"/>
                    <a:pt x="3464" y="864"/>
                    <a:pt x="2957" y="425"/>
                  </a:cubicBezTo>
                  <a:cubicBezTo>
                    <a:pt x="2660" y="132"/>
                    <a:pt x="2315" y="0"/>
                    <a:pt x="1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2"/>
            <p:cNvSpPr/>
            <p:nvPr/>
          </p:nvSpPr>
          <p:spPr>
            <a:xfrm>
              <a:off x="-1204025" y="2001800"/>
              <a:ext cx="93425" cy="80750"/>
            </a:xfrm>
            <a:custGeom>
              <a:rect b="b" l="l" r="r" t="t"/>
              <a:pathLst>
                <a:path extrusionOk="0" h="3230" w="3737">
                  <a:moveTo>
                    <a:pt x="1636" y="493"/>
                  </a:moveTo>
                  <a:cubicBezTo>
                    <a:pt x="2207" y="493"/>
                    <a:pt x="2801" y="782"/>
                    <a:pt x="2946" y="1287"/>
                  </a:cubicBezTo>
                  <a:cubicBezTo>
                    <a:pt x="2946" y="1316"/>
                    <a:pt x="2946" y="1346"/>
                    <a:pt x="2946" y="1375"/>
                  </a:cubicBezTo>
                  <a:cubicBezTo>
                    <a:pt x="2966" y="1521"/>
                    <a:pt x="2966" y="1667"/>
                    <a:pt x="2946" y="1804"/>
                  </a:cubicBezTo>
                  <a:cubicBezTo>
                    <a:pt x="2917" y="1892"/>
                    <a:pt x="2888" y="1980"/>
                    <a:pt x="2849" y="2058"/>
                  </a:cubicBezTo>
                  <a:cubicBezTo>
                    <a:pt x="2829" y="2087"/>
                    <a:pt x="2829" y="2116"/>
                    <a:pt x="2819" y="2145"/>
                  </a:cubicBezTo>
                  <a:cubicBezTo>
                    <a:pt x="2603" y="2532"/>
                    <a:pt x="2161" y="2731"/>
                    <a:pt x="1717" y="2731"/>
                  </a:cubicBezTo>
                  <a:cubicBezTo>
                    <a:pt x="1119" y="2731"/>
                    <a:pt x="519" y="2369"/>
                    <a:pt x="468" y="1619"/>
                  </a:cubicBezTo>
                  <a:cubicBezTo>
                    <a:pt x="422" y="836"/>
                    <a:pt x="1015" y="493"/>
                    <a:pt x="1636" y="493"/>
                  </a:cubicBezTo>
                  <a:close/>
                  <a:moveTo>
                    <a:pt x="1682" y="1"/>
                  </a:moveTo>
                  <a:cubicBezTo>
                    <a:pt x="836" y="1"/>
                    <a:pt x="18" y="615"/>
                    <a:pt x="10" y="1521"/>
                  </a:cubicBezTo>
                  <a:cubicBezTo>
                    <a:pt x="0" y="2478"/>
                    <a:pt x="874" y="3229"/>
                    <a:pt x="1801" y="3229"/>
                  </a:cubicBezTo>
                  <a:cubicBezTo>
                    <a:pt x="1818" y="3229"/>
                    <a:pt x="1836" y="3229"/>
                    <a:pt x="1853" y="3228"/>
                  </a:cubicBezTo>
                  <a:cubicBezTo>
                    <a:pt x="2517" y="3199"/>
                    <a:pt x="3092" y="2760"/>
                    <a:pt x="3317" y="2136"/>
                  </a:cubicBezTo>
                  <a:cubicBezTo>
                    <a:pt x="3736" y="1160"/>
                    <a:pt x="3053" y="263"/>
                    <a:pt x="2039" y="38"/>
                  </a:cubicBezTo>
                  <a:cubicBezTo>
                    <a:pt x="1921" y="13"/>
                    <a:pt x="1801" y="1"/>
                    <a:pt x="16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122"/>
          <p:cNvGrpSpPr/>
          <p:nvPr/>
        </p:nvGrpSpPr>
        <p:grpSpPr>
          <a:xfrm>
            <a:off x="6943738" y="1415200"/>
            <a:ext cx="260275" cy="320550"/>
            <a:chOff x="-696275" y="1826850"/>
            <a:chExt cx="260275" cy="320550"/>
          </a:xfrm>
        </p:grpSpPr>
        <p:sp>
          <p:nvSpPr>
            <p:cNvPr id="6860" name="Google Shape;6860;p122"/>
            <p:cNvSpPr/>
            <p:nvPr/>
          </p:nvSpPr>
          <p:spPr>
            <a:xfrm>
              <a:off x="-696275" y="1826850"/>
              <a:ext cx="260275" cy="320550"/>
            </a:xfrm>
            <a:custGeom>
              <a:rect b="b" l="l" r="r" t="t"/>
              <a:pathLst>
                <a:path extrusionOk="0" h="12822" w="10411">
                  <a:moveTo>
                    <a:pt x="3240" y="744"/>
                  </a:moveTo>
                  <a:cubicBezTo>
                    <a:pt x="3903" y="1134"/>
                    <a:pt x="4469" y="1573"/>
                    <a:pt x="4810" y="2334"/>
                  </a:cubicBezTo>
                  <a:cubicBezTo>
                    <a:pt x="5113" y="2988"/>
                    <a:pt x="5259" y="3700"/>
                    <a:pt x="5230" y="4412"/>
                  </a:cubicBezTo>
                  <a:cubicBezTo>
                    <a:pt x="5220" y="4441"/>
                    <a:pt x="5210" y="4461"/>
                    <a:pt x="5210" y="4490"/>
                  </a:cubicBezTo>
                  <a:cubicBezTo>
                    <a:pt x="4947" y="3085"/>
                    <a:pt x="4128" y="1885"/>
                    <a:pt x="3240" y="744"/>
                  </a:cubicBezTo>
                  <a:close/>
                  <a:moveTo>
                    <a:pt x="7319" y="1278"/>
                  </a:moveTo>
                  <a:cubicBezTo>
                    <a:pt x="7352" y="1278"/>
                    <a:pt x="7373" y="1303"/>
                    <a:pt x="7376" y="1359"/>
                  </a:cubicBezTo>
                  <a:cubicBezTo>
                    <a:pt x="7386" y="1593"/>
                    <a:pt x="6966" y="2051"/>
                    <a:pt x="6849" y="2256"/>
                  </a:cubicBezTo>
                  <a:cubicBezTo>
                    <a:pt x="6654" y="2578"/>
                    <a:pt x="6479" y="2900"/>
                    <a:pt x="6323" y="3232"/>
                  </a:cubicBezTo>
                  <a:cubicBezTo>
                    <a:pt x="6079" y="3710"/>
                    <a:pt x="5864" y="4197"/>
                    <a:pt x="5669" y="4695"/>
                  </a:cubicBezTo>
                  <a:lnTo>
                    <a:pt x="5659" y="4695"/>
                  </a:lnTo>
                  <a:cubicBezTo>
                    <a:pt x="5669" y="4617"/>
                    <a:pt x="5679" y="4529"/>
                    <a:pt x="5679" y="4441"/>
                  </a:cubicBezTo>
                  <a:cubicBezTo>
                    <a:pt x="5747" y="4080"/>
                    <a:pt x="5845" y="3729"/>
                    <a:pt x="5952" y="3388"/>
                  </a:cubicBezTo>
                  <a:cubicBezTo>
                    <a:pt x="6088" y="2978"/>
                    <a:pt x="6254" y="2588"/>
                    <a:pt x="6449" y="2207"/>
                  </a:cubicBezTo>
                  <a:cubicBezTo>
                    <a:pt x="6540" y="2042"/>
                    <a:pt x="7131" y="1278"/>
                    <a:pt x="7319" y="1278"/>
                  </a:cubicBezTo>
                  <a:close/>
                  <a:moveTo>
                    <a:pt x="2967" y="1137"/>
                  </a:moveTo>
                  <a:cubicBezTo>
                    <a:pt x="3821" y="2245"/>
                    <a:pt x="4606" y="3432"/>
                    <a:pt x="4801" y="4822"/>
                  </a:cubicBezTo>
                  <a:cubicBezTo>
                    <a:pt x="4401" y="4275"/>
                    <a:pt x="3884" y="3836"/>
                    <a:pt x="3269" y="3544"/>
                  </a:cubicBezTo>
                  <a:cubicBezTo>
                    <a:pt x="3269" y="3524"/>
                    <a:pt x="3269" y="3505"/>
                    <a:pt x="3269" y="3495"/>
                  </a:cubicBezTo>
                  <a:cubicBezTo>
                    <a:pt x="3065" y="2719"/>
                    <a:pt x="2958" y="1933"/>
                    <a:pt x="2967" y="1137"/>
                  </a:cubicBezTo>
                  <a:close/>
                  <a:moveTo>
                    <a:pt x="2257" y="3746"/>
                  </a:moveTo>
                  <a:cubicBezTo>
                    <a:pt x="3449" y="3746"/>
                    <a:pt x="4662" y="5090"/>
                    <a:pt x="4996" y="6109"/>
                  </a:cubicBezTo>
                  <a:cubicBezTo>
                    <a:pt x="4996" y="6168"/>
                    <a:pt x="5015" y="6217"/>
                    <a:pt x="5054" y="6246"/>
                  </a:cubicBezTo>
                  <a:cubicBezTo>
                    <a:pt x="5103" y="6302"/>
                    <a:pt x="5165" y="6326"/>
                    <a:pt x="5226" y="6326"/>
                  </a:cubicBezTo>
                  <a:cubicBezTo>
                    <a:pt x="5337" y="6326"/>
                    <a:pt x="5445" y="6245"/>
                    <a:pt x="5464" y="6119"/>
                  </a:cubicBezTo>
                  <a:cubicBezTo>
                    <a:pt x="5552" y="5866"/>
                    <a:pt x="5688" y="5622"/>
                    <a:pt x="5854" y="5407"/>
                  </a:cubicBezTo>
                  <a:cubicBezTo>
                    <a:pt x="5874" y="5397"/>
                    <a:pt x="5884" y="5368"/>
                    <a:pt x="5893" y="5349"/>
                  </a:cubicBezTo>
                  <a:cubicBezTo>
                    <a:pt x="6335" y="4808"/>
                    <a:pt x="6967" y="4464"/>
                    <a:pt x="7663" y="4464"/>
                  </a:cubicBezTo>
                  <a:cubicBezTo>
                    <a:pt x="7859" y="4464"/>
                    <a:pt x="8060" y="4491"/>
                    <a:pt x="8264" y="4549"/>
                  </a:cubicBezTo>
                  <a:cubicBezTo>
                    <a:pt x="9698" y="4978"/>
                    <a:pt x="9981" y="6568"/>
                    <a:pt x="9669" y="7846"/>
                  </a:cubicBezTo>
                  <a:cubicBezTo>
                    <a:pt x="9415" y="8900"/>
                    <a:pt x="8879" y="9924"/>
                    <a:pt x="8254" y="10812"/>
                  </a:cubicBezTo>
                  <a:cubicBezTo>
                    <a:pt x="7932" y="11270"/>
                    <a:pt x="7571" y="11768"/>
                    <a:pt x="7093" y="12060"/>
                  </a:cubicBezTo>
                  <a:cubicBezTo>
                    <a:pt x="6860" y="12203"/>
                    <a:pt x="6575" y="12284"/>
                    <a:pt x="6305" y="12284"/>
                  </a:cubicBezTo>
                  <a:cubicBezTo>
                    <a:pt x="5852" y="12284"/>
                    <a:pt x="5436" y="12057"/>
                    <a:pt x="5357" y="11514"/>
                  </a:cubicBezTo>
                  <a:cubicBezTo>
                    <a:pt x="5336" y="11405"/>
                    <a:pt x="5243" y="11354"/>
                    <a:pt x="5147" y="11354"/>
                  </a:cubicBezTo>
                  <a:cubicBezTo>
                    <a:pt x="5064" y="11354"/>
                    <a:pt x="4978" y="11393"/>
                    <a:pt x="4937" y="11465"/>
                  </a:cubicBezTo>
                  <a:cubicBezTo>
                    <a:pt x="4569" y="12078"/>
                    <a:pt x="4151" y="12320"/>
                    <a:pt x="3733" y="12320"/>
                  </a:cubicBezTo>
                  <a:cubicBezTo>
                    <a:pt x="2967" y="12320"/>
                    <a:pt x="2202" y="11505"/>
                    <a:pt x="1747" y="10665"/>
                  </a:cubicBezTo>
                  <a:cubicBezTo>
                    <a:pt x="1181" y="9573"/>
                    <a:pt x="801" y="8383"/>
                    <a:pt x="645" y="7163"/>
                  </a:cubicBezTo>
                  <a:cubicBezTo>
                    <a:pt x="479" y="6012"/>
                    <a:pt x="440" y="4188"/>
                    <a:pt x="1864" y="3797"/>
                  </a:cubicBezTo>
                  <a:cubicBezTo>
                    <a:pt x="1994" y="3763"/>
                    <a:pt x="2125" y="3746"/>
                    <a:pt x="2257" y="3746"/>
                  </a:cubicBezTo>
                  <a:close/>
                  <a:moveTo>
                    <a:pt x="2786" y="1"/>
                  </a:moveTo>
                  <a:cubicBezTo>
                    <a:pt x="2668" y="1"/>
                    <a:pt x="2557" y="94"/>
                    <a:pt x="2557" y="227"/>
                  </a:cubicBezTo>
                  <a:cubicBezTo>
                    <a:pt x="2450" y="1280"/>
                    <a:pt x="2528" y="2334"/>
                    <a:pt x="2772" y="3368"/>
                  </a:cubicBezTo>
                  <a:cubicBezTo>
                    <a:pt x="2603" y="3328"/>
                    <a:pt x="2435" y="3306"/>
                    <a:pt x="2266" y="3306"/>
                  </a:cubicBezTo>
                  <a:cubicBezTo>
                    <a:pt x="2191" y="3306"/>
                    <a:pt x="2115" y="3310"/>
                    <a:pt x="2040" y="3319"/>
                  </a:cubicBezTo>
                  <a:cubicBezTo>
                    <a:pt x="342" y="3495"/>
                    <a:pt x="1" y="5436"/>
                    <a:pt x="138" y="6812"/>
                  </a:cubicBezTo>
                  <a:cubicBezTo>
                    <a:pt x="323" y="8548"/>
                    <a:pt x="850" y="10499"/>
                    <a:pt x="1991" y="11875"/>
                  </a:cubicBezTo>
                  <a:cubicBezTo>
                    <a:pt x="2430" y="12402"/>
                    <a:pt x="3045" y="12821"/>
                    <a:pt x="3767" y="12821"/>
                  </a:cubicBezTo>
                  <a:cubicBezTo>
                    <a:pt x="4371" y="12812"/>
                    <a:pt x="4742" y="12519"/>
                    <a:pt x="5064" y="12099"/>
                  </a:cubicBezTo>
                  <a:cubicBezTo>
                    <a:pt x="5297" y="12542"/>
                    <a:pt x="5754" y="12727"/>
                    <a:pt x="6243" y="12727"/>
                  </a:cubicBezTo>
                  <a:cubicBezTo>
                    <a:pt x="6736" y="12727"/>
                    <a:pt x="7263" y="12539"/>
                    <a:pt x="7630" y="12236"/>
                  </a:cubicBezTo>
                  <a:cubicBezTo>
                    <a:pt x="8937" y="11153"/>
                    <a:pt x="9961" y="9114"/>
                    <a:pt x="10205" y="7446"/>
                  </a:cubicBezTo>
                  <a:cubicBezTo>
                    <a:pt x="10410" y="6012"/>
                    <a:pt x="9786" y="4451"/>
                    <a:pt x="8274" y="4080"/>
                  </a:cubicBezTo>
                  <a:cubicBezTo>
                    <a:pt x="8071" y="4031"/>
                    <a:pt x="7866" y="4007"/>
                    <a:pt x="7661" y="4007"/>
                  </a:cubicBezTo>
                  <a:cubicBezTo>
                    <a:pt x="7174" y="4007"/>
                    <a:pt x="6693" y="4144"/>
                    <a:pt x="6274" y="4412"/>
                  </a:cubicBezTo>
                  <a:cubicBezTo>
                    <a:pt x="6479" y="3924"/>
                    <a:pt x="6713" y="3446"/>
                    <a:pt x="6966" y="2968"/>
                  </a:cubicBezTo>
                  <a:cubicBezTo>
                    <a:pt x="7259" y="2422"/>
                    <a:pt x="7727" y="1895"/>
                    <a:pt x="7952" y="1320"/>
                  </a:cubicBezTo>
                  <a:cubicBezTo>
                    <a:pt x="7971" y="1241"/>
                    <a:pt x="7952" y="1154"/>
                    <a:pt x="7893" y="1095"/>
                  </a:cubicBezTo>
                  <a:cubicBezTo>
                    <a:pt x="7694" y="853"/>
                    <a:pt x="7496" y="755"/>
                    <a:pt x="7307" y="755"/>
                  </a:cubicBezTo>
                  <a:cubicBezTo>
                    <a:pt x="6856" y="755"/>
                    <a:pt x="6451" y="1305"/>
                    <a:pt x="6176" y="1759"/>
                  </a:cubicBezTo>
                  <a:cubicBezTo>
                    <a:pt x="5923" y="2178"/>
                    <a:pt x="5718" y="2637"/>
                    <a:pt x="5562" y="3105"/>
                  </a:cubicBezTo>
                  <a:cubicBezTo>
                    <a:pt x="5493" y="2841"/>
                    <a:pt x="5415" y="2588"/>
                    <a:pt x="5318" y="2344"/>
                  </a:cubicBezTo>
                  <a:cubicBezTo>
                    <a:pt x="4810" y="1144"/>
                    <a:pt x="4010" y="627"/>
                    <a:pt x="2898" y="32"/>
                  </a:cubicBezTo>
                  <a:cubicBezTo>
                    <a:pt x="2863" y="10"/>
                    <a:pt x="2824" y="1"/>
                    <a:pt x="2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2"/>
            <p:cNvSpPr/>
            <p:nvPr/>
          </p:nvSpPr>
          <p:spPr>
            <a:xfrm>
              <a:off x="-523375" y="1989075"/>
              <a:ext cx="46875" cy="101300"/>
            </a:xfrm>
            <a:custGeom>
              <a:rect b="b" l="l" r="r" t="t"/>
              <a:pathLst>
                <a:path extrusionOk="0" h="4052" w="1875">
                  <a:moveTo>
                    <a:pt x="1595" y="0"/>
                  </a:moveTo>
                  <a:cubicBezTo>
                    <a:pt x="1507" y="0"/>
                    <a:pt x="1426" y="50"/>
                    <a:pt x="1406" y="167"/>
                  </a:cubicBezTo>
                  <a:cubicBezTo>
                    <a:pt x="1202" y="1416"/>
                    <a:pt x="763" y="2625"/>
                    <a:pt x="109" y="3708"/>
                  </a:cubicBezTo>
                  <a:cubicBezTo>
                    <a:pt x="0" y="3884"/>
                    <a:pt x="161" y="4051"/>
                    <a:pt x="318" y="4051"/>
                  </a:cubicBezTo>
                  <a:cubicBezTo>
                    <a:pt x="387" y="4051"/>
                    <a:pt x="455" y="4019"/>
                    <a:pt x="499" y="3942"/>
                  </a:cubicBezTo>
                  <a:cubicBezTo>
                    <a:pt x="1172" y="2820"/>
                    <a:pt x="1631" y="1572"/>
                    <a:pt x="1845" y="284"/>
                  </a:cubicBezTo>
                  <a:cubicBezTo>
                    <a:pt x="1875" y="114"/>
                    <a:pt x="1728" y="0"/>
                    <a:pt x="1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122"/>
          <p:cNvGrpSpPr/>
          <p:nvPr/>
        </p:nvGrpSpPr>
        <p:grpSpPr>
          <a:xfrm>
            <a:off x="6913013" y="2333475"/>
            <a:ext cx="321725" cy="493150"/>
            <a:chOff x="-980400" y="2619825"/>
            <a:chExt cx="321725" cy="493150"/>
          </a:xfrm>
        </p:grpSpPr>
        <p:sp>
          <p:nvSpPr>
            <p:cNvPr id="6863" name="Google Shape;6863;p122"/>
            <p:cNvSpPr/>
            <p:nvPr/>
          </p:nvSpPr>
          <p:spPr>
            <a:xfrm>
              <a:off x="-937950" y="2655750"/>
              <a:ext cx="241225" cy="215600"/>
            </a:xfrm>
            <a:custGeom>
              <a:rect b="b" l="l" r="r" t="t"/>
              <a:pathLst>
                <a:path extrusionOk="0" h="8624" w="9649">
                  <a:moveTo>
                    <a:pt x="5232" y="465"/>
                  </a:moveTo>
                  <a:cubicBezTo>
                    <a:pt x="5694" y="465"/>
                    <a:pt x="6157" y="536"/>
                    <a:pt x="6595" y="679"/>
                  </a:cubicBezTo>
                  <a:cubicBezTo>
                    <a:pt x="7229" y="864"/>
                    <a:pt x="7785" y="1235"/>
                    <a:pt x="8214" y="1742"/>
                  </a:cubicBezTo>
                  <a:cubicBezTo>
                    <a:pt x="8868" y="2552"/>
                    <a:pt x="8985" y="3683"/>
                    <a:pt x="8868" y="4747"/>
                  </a:cubicBezTo>
                  <a:cubicBezTo>
                    <a:pt x="8819" y="5137"/>
                    <a:pt x="8741" y="5527"/>
                    <a:pt x="8634" y="5908"/>
                  </a:cubicBezTo>
                  <a:cubicBezTo>
                    <a:pt x="8497" y="6474"/>
                    <a:pt x="8205" y="6981"/>
                    <a:pt x="7795" y="7391"/>
                  </a:cubicBezTo>
                  <a:cubicBezTo>
                    <a:pt x="7336" y="7781"/>
                    <a:pt x="6771" y="8034"/>
                    <a:pt x="6175" y="8093"/>
                  </a:cubicBezTo>
                  <a:cubicBezTo>
                    <a:pt x="5963" y="8117"/>
                    <a:pt x="5750" y="8129"/>
                    <a:pt x="5537" y="8129"/>
                  </a:cubicBezTo>
                  <a:cubicBezTo>
                    <a:pt x="5152" y="8129"/>
                    <a:pt x="4767" y="8090"/>
                    <a:pt x="4390" y="8015"/>
                  </a:cubicBezTo>
                  <a:cubicBezTo>
                    <a:pt x="3620" y="7878"/>
                    <a:pt x="2829" y="7664"/>
                    <a:pt x="2234" y="7147"/>
                  </a:cubicBezTo>
                  <a:cubicBezTo>
                    <a:pt x="1600" y="6600"/>
                    <a:pt x="1268" y="5771"/>
                    <a:pt x="1190" y="4942"/>
                  </a:cubicBezTo>
                  <a:cubicBezTo>
                    <a:pt x="1064" y="3586"/>
                    <a:pt x="1600" y="2171"/>
                    <a:pt x="2654" y="1332"/>
                  </a:cubicBezTo>
                  <a:cubicBezTo>
                    <a:pt x="3377" y="753"/>
                    <a:pt x="4304" y="465"/>
                    <a:pt x="5232" y="465"/>
                  </a:cubicBezTo>
                  <a:close/>
                  <a:moveTo>
                    <a:pt x="5166" y="1"/>
                  </a:moveTo>
                  <a:cubicBezTo>
                    <a:pt x="4973" y="1"/>
                    <a:pt x="4782" y="12"/>
                    <a:pt x="4595" y="35"/>
                  </a:cubicBezTo>
                  <a:cubicBezTo>
                    <a:pt x="1766" y="386"/>
                    <a:pt x="0" y="3693"/>
                    <a:pt x="1112" y="6288"/>
                  </a:cubicBezTo>
                  <a:cubicBezTo>
                    <a:pt x="1405" y="6991"/>
                    <a:pt x="1922" y="7586"/>
                    <a:pt x="2595" y="7956"/>
                  </a:cubicBezTo>
                  <a:cubicBezTo>
                    <a:pt x="3354" y="8376"/>
                    <a:pt x="4365" y="8624"/>
                    <a:pt x="5360" y="8624"/>
                  </a:cubicBezTo>
                  <a:cubicBezTo>
                    <a:pt x="6310" y="8624"/>
                    <a:pt x="7245" y="8398"/>
                    <a:pt x="7931" y="7878"/>
                  </a:cubicBezTo>
                  <a:cubicBezTo>
                    <a:pt x="9414" y="6776"/>
                    <a:pt x="9648" y="4044"/>
                    <a:pt x="9102" y="2415"/>
                  </a:cubicBezTo>
                  <a:cubicBezTo>
                    <a:pt x="8561" y="810"/>
                    <a:pt x="6796" y="1"/>
                    <a:pt x="5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2"/>
            <p:cNvSpPr/>
            <p:nvPr/>
          </p:nvSpPr>
          <p:spPr>
            <a:xfrm>
              <a:off x="-980400" y="2619825"/>
              <a:ext cx="321725" cy="493150"/>
            </a:xfrm>
            <a:custGeom>
              <a:rect b="b" l="l" r="r" t="t"/>
              <a:pathLst>
                <a:path extrusionOk="0" h="19726" w="12869">
                  <a:moveTo>
                    <a:pt x="7034" y="471"/>
                  </a:moveTo>
                  <a:cubicBezTo>
                    <a:pt x="7710" y="471"/>
                    <a:pt x="8388" y="585"/>
                    <a:pt x="9025" y="809"/>
                  </a:cubicBezTo>
                  <a:cubicBezTo>
                    <a:pt x="9854" y="1111"/>
                    <a:pt x="10654" y="1599"/>
                    <a:pt x="11190" y="2311"/>
                  </a:cubicBezTo>
                  <a:lnTo>
                    <a:pt x="11181" y="2311"/>
                  </a:lnTo>
                  <a:cubicBezTo>
                    <a:pt x="12049" y="3452"/>
                    <a:pt x="12166" y="5013"/>
                    <a:pt x="11961" y="6477"/>
                  </a:cubicBezTo>
                  <a:cubicBezTo>
                    <a:pt x="11883" y="7003"/>
                    <a:pt x="11766" y="7540"/>
                    <a:pt x="11620" y="8057"/>
                  </a:cubicBezTo>
                  <a:cubicBezTo>
                    <a:pt x="11395" y="8818"/>
                    <a:pt x="11015" y="9540"/>
                    <a:pt x="10429" y="10067"/>
                  </a:cubicBezTo>
                  <a:cubicBezTo>
                    <a:pt x="9815" y="10613"/>
                    <a:pt x="9015" y="10896"/>
                    <a:pt x="8205" y="10984"/>
                  </a:cubicBezTo>
                  <a:cubicBezTo>
                    <a:pt x="7997" y="11006"/>
                    <a:pt x="7788" y="11017"/>
                    <a:pt x="7578" y="11017"/>
                  </a:cubicBezTo>
                  <a:cubicBezTo>
                    <a:pt x="6980" y="11017"/>
                    <a:pt x="6378" y="10933"/>
                    <a:pt x="5786" y="10818"/>
                  </a:cubicBezTo>
                  <a:cubicBezTo>
                    <a:pt x="4742" y="10613"/>
                    <a:pt x="3679" y="10291"/>
                    <a:pt x="2888" y="9559"/>
                  </a:cubicBezTo>
                  <a:cubicBezTo>
                    <a:pt x="2049" y="8789"/>
                    <a:pt x="1630" y="7637"/>
                    <a:pt x="1542" y="6496"/>
                  </a:cubicBezTo>
                  <a:cubicBezTo>
                    <a:pt x="1415" y="4633"/>
                    <a:pt x="2196" y="2711"/>
                    <a:pt x="3659" y="1579"/>
                  </a:cubicBezTo>
                  <a:cubicBezTo>
                    <a:pt x="4617" y="835"/>
                    <a:pt x="5823" y="471"/>
                    <a:pt x="7034" y="471"/>
                  </a:cubicBezTo>
                  <a:close/>
                  <a:moveTo>
                    <a:pt x="8234" y="11423"/>
                  </a:moveTo>
                  <a:cubicBezTo>
                    <a:pt x="8322" y="12759"/>
                    <a:pt x="8371" y="14086"/>
                    <a:pt x="8361" y="15432"/>
                  </a:cubicBezTo>
                  <a:cubicBezTo>
                    <a:pt x="8351" y="16105"/>
                    <a:pt x="8342" y="16788"/>
                    <a:pt x="8312" y="17461"/>
                  </a:cubicBezTo>
                  <a:cubicBezTo>
                    <a:pt x="8286" y="18101"/>
                    <a:pt x="8284" y="19315"/>
                    <a:pt x="7428" y="19315"/>
                  </a:cubicBezTo>
                  <a:cubicBezTo>
                    <a:pt x="7331" y="19315"/>
                    <a:pt x="7223" y="19300"/>
                    <a:pt x="7103" y="19266"/>
                  </a:cubicBezTo>
                  <a:cubicBezTo>
                    <a:pt x="6430" y="19071"/>
                    <a:pt x="6537" y="17803"/>
                    <a:pt x="6498" y="17247"/>
                  </a:cubicBezTo>
                  <a:cubicBezTo>
                    <a:pt x="6459" y="16583"/>
                    <a:pt x="6439" y="15910"/>
                    <a:pt x="6439" y="15247"/>
                  </a:cubicBezTo>
                  <a:cubicBezTo>
                    <a:pt x="6430" y="13988"/>
                    <a:pt x="6430" y="12730"/>
                    <a:pt x="6430" y="11462"/>
                  </a:cubicBezTo>
                  <a:lnTo>
                    <a:pt x="6430" y="11462"/>
                  </a:lnTo>
                  <a:cubicBezTo>
                    <a:pt x="6681" y="11486"/>
                    <a:pt x="6933" y="11498"/>
                    <a:pt x="7184" y="11498"/>
                  </a:cubicBezTo>
                  <a:cubicBezTo>
                    <a:pt x="7536" y="11498"/>
                    <a:pt x="7887" y="11474"/>
                    <a:pt x="8234" y="11423"/>
                  </a:cubicBezTo>
                  <a:close/>
                  <a:moveTo>
                    <a:pt x="6908" y="0"/>
                  </a:moveTo>
                  <a:cubicBezTo>
                    <a:pt x="6647" y="0"/>
                    <a:pt x="6389" y="16"/>
                    <a:pt x="6137" y="48"/>
                  </a:cubicBezTo>
                  <a:cubicBezTo>
                    <a:pt x="2352" y="516"/>
                    <a:pt x="1" y="4925"/>
                    <a:pt x="1474" y="8389"/>
                  </a:cubicBezTo>
                  <a:cubicBezTo>
                    <a:pt x="1874" y="9325"/>
                    <a:pt x="2566" y="10115"/>
                    <a:pt x="3454" y="10613"/>
                  </a:cubicBezTo>
                  <a:cubicBezTo>
                    <a:pt x="4235" y="11023"/>
                    <a:pt x="5083" y="11296"/>
                    <a:pt x="5952" y="11413"/>
                  </a:cubicBezTo>
                  <a:cubicBezTo>
                    <a:pt x="5961" y="13218"/>
                    <a:pt x="5913" y="15022"/>
                    <a:pt x="6000" y="16817"/>
                  </a:cubicBezTo>
                  <a:cubicBezTo>
                    <a:pt x="6039" y="17559"/>
                    <a:pt x="6039" y="18466"/>
                    <a:pt x="6283" y="19168"/>
                  </a:cubicBezTo>
                  <a:cubicBezTo>
                    <a:pt x="6441" y="19624"/>
                    <a:pt x="6795" y="19725"/>
                    <a:pt x="7241" y="19725"/>
                  </a:cubicBezTo>
                  <a:cubicBezTo>
                    <a:pt x="7263" y="19725"/>
                    <a:pt x="7285" y="19725"/>
                    <a:pt x="7308" y="19725"/>
                  </a:cubicBezTo>
                  <a:cubicBezTo>
                    <a:pt x="8820" y="19676"/>
                    <a:pt x="8722" y="18359"/>
                    <a:pt x="8771" y="17178"/>
                  </a:cubicBezTo>
                  <a:cubicBezTo>
                    <a:pt x="8849" y="15237"/>
                    <a:pt x="8810" y="13296"/>
                    <a:pt x="8683" y="11354"/>
                  </a:cubicBezTo>
                  <a:lnTo>
                    <a:pt x="8683" y="11335"/>
                  </a:lnTo>
                  <a:cubicBezTo>
                    <a:pt x="9366" y="11198"/>
                    <a:pt x="10020" y="10915"/>
                    <a:pt x="10586" y="10506"/>
                  </a:cubicBezTo>
                  <a:cubicBezTo>
                    <a:pt x="12556" y="9032"/>
                    <a:pt x="12868" y="5394"/>
                    <a:pt x="12137" y="3218"/>
                  </a:cubicBezTo>
                  <a:cubicBezTo>
                    <a:pt x="11423" y="1085"/>
                    <a:pt x="9076" y="0"/>
                    <a:pt x="6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2"/>
            <p:cNvSpPr/>
            <p:nvPr/>
          </p:nvSpPr>
          <p:spPr>
            <a:xfrm>
              <a:off x="-879100" y="2685325"/>
              <a:ext cx="112050" cy="135000"/>
            </a:xfrm>
            <a:custGeom>
              <a:rect b="b" l="l" r="r" t="t"/>
              <a:pathLst>
                <a:path extrusionOk="0" h="5400" w="4482">
                  <a:moveTo>
                    <a:pt x="4174" y="1"/>
                  </a:moveTo>
                  <a:cubicBezTo>
                    <a:pt x="4123" y="1"/>
                    <a:pt x="4071" y="25"/>
                    <a:pt x="4026" y="81"/>
                  </a:cubicBezTo>
                  <a:cubicBezTo>
                    <a:pt x="2729" y="1720"/>
                    <a:pt x="1431" y="3359"/>
                    <a:pt x="134" y="4998"/>
                  </a:cubicBezTo>
                  <a:cubicBezTo>
                    <a:pt x="1" y="5168"/>
                    <a:pt x="154" y="5400"/>
                    <a:pt x="312" y="5400"/>
                  </a:cubicBezTo>
                  <a:cubicBezTo>
                    <a:pt x="362" y="5400"/>
                    <a:pt x="413" y="5376"/>
                    <a:pt x="456" y="5320"/>
                  </a:cubicBezTo>
                  <a:lnTo>
                    <a:pt x="4348" y="403"/>
                  </a:lnTo>
                  <a:cubicBezTo>
                    <a:pt x="4481" y="233"/>
                    <a:pt x="4334" y="1"/>
                    <a:pt x="4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2"/>
            <p:cNvSpPr/>
            <p:nvPr/>
          </p:nvSpPr>
          <p:spPr>
            <a:xfrm>
              <a:off x="-821125" y="2729625"/>
              <a:ext cx="68925" cy="86550"/>
            </a:xfrm>
            <a:custGeom>
              <a:rect b="b" l="l" r="r" t="t"/>
              <a:pathLst>
                <a:path extrusionOk="0" h="3462" w="2757">
                  <a:moveTo>
                    <a:pt x="2435" y="1"/>
                  </a:moveTo>
                  <a:cubicBezTo>
                    <a:pt x="2365" y="1"/>
                    <a:pt x="2294" y="31"/>
                    <a:pt x="2244" y="104"/>
                  </a:cubicBezTo>
                  <a:lnTo>
                    <a:pt x="117" y="3128"/>
                  </a:lnTo>
                  <a:cubicBezTo>
                    <a:pt x="1" y="3300"/>
                    <a:pt x="163" y="3461"/>
                    <a:pt x="328" y="3461"/>
                  </a:cubicBezTo>
                  <a:cubicBezTo>
                    <a:pt x="398" y="3461"/>
                    <a:pt x="468" y="3432"/>
                    <a:pt x="517" y="3362"/>
                  </a:cubicBezTo>
                  <a:lnTo>
                    <a:pt x="2634" y="329"/>
                  </a:lnTo>
                  <a:cubicBezTo>
                    <a:pt x="2757" y="165"/>
                    <a:pt x="2598" y="1"/>
                    <a:pt x="2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7" name="Google Shape;6867;p122"/>
          <p:cNvSpPr/>
          <p:nvPr/>
        </p:nvSpPr>
        <p:spPr>
          <a:xfrm>
            <a:off x="6518094" y="2901300"/>
            <a:ext cx="122950" cy="572275"/>
          </a:xfrm>
          <a:custGeom>
            <a:rect b="b" l="l" r="r" t="t"/>
            <a:pathLst>
              <a:path extrusionOk="0" h="22891" w="4918">
                <a:moveTo>
                  <a:pt x="2313" y="706"/>
                </a:moveTo>
                <a:cubicBezTo>
                  <a:pt x="2566" y="1213"/>
                  <a:pt x="2820" y="1711"/>
                  <a:pt x="3064" y="2218"/>
                </a:cubicBezTo>
                <a:cubicBezTo>
                  <a:pt x="2857" y="2309"/>
                  <a:pt x="2643" y="2346"/>
                  <a:pt x="2426" y="2346"/>
                </a:cubicBezTo>
                <a:cubicBezTo>
                  <a:pt x="2132" y="2346"/>
                  <a:pt x="1834" y="2278"/>
                  <a:pt x="1542" y="2189"/>
                </a:cubicBezTo>
                <a:cubicBezTo>
                  <a:pt x="1786" y="1691"/>
                  <a:pt x="2039" y="1194"/>
                  <a:pt x="2313" y="706"/>
                </a:cubicBezTo>
                <a:close/>
                <a:moveTo>
                  <a:pt x="1347" y="2598"/>
                </a:moveTo>
                <a:cubicBezTo>
                  <a:pt x="1706" y="2713"/>
                  <a:pt x="2069" y="2794"/>
                  <a:pt x="2427" y="2794"/>
                </a:cubicBezTo>
                <a:cubicBezTo>
                  <a:pt x="2711" y="2794"/>
                  <a:pt x="2993" y="2743"/>
                  <a:pt x="3269" y="2618"/>
                </a:cubicBezTo>
                <a:cubicBezTo>
                  <a:pt x="3415" y="2920"/>
                  <a:pt x="3552" y="3223"/>
                  <a:pt x="3698" y="3515"/>
                </a:cubicBezTo>
                <a:cubicBezTo>
                  <a:pt x="3766" y="3671"/>
                  <a:pt x="3825" y="3828"/>
                  <a:pt x="3874" y="3984"/>
                </a:cubicBezTo>
                <a:cubicBezTo>
                  <a:pt x="3630" y="4374"/>
                  <a:pt x="3415" y="4774"/>
                  <a:pt x="3200" y="5174"/>
                </a:cubicBezTo>
                <a:lnTo>
                  <a:pt x="2400" y="4032"/>
                </a:lnTo>
                <a:cubicBezTo>
                  <a:pt x="2381" y="4003"/>
                  <a:pt x="2342" y="3974"/>
                  <a:pt x="2313" y="3964"/>
                </a:cubicBezTo>
                <a:cubicBezTo>
                  <a:pt x="2276" y="3938"/>
                  <a:pt x="2235" y="3926"/>
                  <a:pt x="2194" y="3926"/>
                </a:cubicBezTo>
                <a:cubicBezTo>
                  <a:pt x="2127" y="3926"/>
                  <a:pt x="2062" y="3958"/>
                  <a:pt x="2020" y="4013"/>
                </a:cubicBezTo>
                <a:cubicBezTo>
                  <a:pt x="2000" y="4032"/>
                  <a:pt x="1991" y="4062"/>
                  <a:pt x="1981" y="4081"/>
                </a:cubicBezTo>
                <a:cubicBezTo>
                  <a:pt x="1757" y="4442"/>
                  <a:pt x="1542" y="4813"/>
                  <a:pt x="1327" y="5174"/>
                </a:cubicBezTo>
                <a:cubicBezTo>
                  <a:pt x="1113" y="4863"/>
                  <a:pt x="900" y="4561"/>
                  <a:pt x="666" y="4270"/>
                </a:cubicBezTo>
                <a:lnTo>
                  <a:pt x="666" y="4270"/>
                </a:lnTo>
                <a:cubicBezTo>
                  <a:pt x="880" y="3706"/>
                  <a:pt x="1104" y="3152"/>
                  <a:pt x="1347" y="2598"/>
                </a:cubicBezTo>
                <a:close/>
                <a:moveTo>
                  <a:pt x="3932" y="4793"/>
                </a:moveTo>
                <a:cubicBezTo>
                  <a:pt x="3932" y="5662"/>
                  <a:pt x="3913" y="6540"/>
                  <a:pt x="3913" y="7408"/>
                </a:cubicBezTo>
                <a:lnTo>
                  <a:pt x="3922" y="7408"/>
                </a:lnTo>
                <a:cubicBezTo>
                  <a:pt x="3913" y="10569"/>
                  <a:pt x="3922" y="13739"/>
                  <a:pt x="4059" y="16890"/>
                </a:cubicBezTo>
                <a:cubicBezTo>
                  <a:pt x="4078" y="17134"/>
                  <a:pt x="4088" y="17368"/>
                  <a:pt x="4098" y="17612"/>
                </a:cubicBezTo>
                <a:lnTo>
                  <a:pt x="3366" y="17671"/>
                </a:lnTo>
                <a:cubicBezTo>
                  <a:pt x="3620" y="13700"/>
                  <a:pt x="3532" y="9720"/>
                  <a:pt x="3425" y="5749"/>
                </a:cubicBezTo>
                <a:lnTo>
                  <a:pt x="3425" y="5740"/>
                </a:lnTo>
                <a:cubicBezTo>
                  <a:pt x="3591" y="5418"/>
                  <a:pt x="3756" y="5105"/>
                  <a:pt x="3932" y="4793"/>
                </a:cubicBezTo>
                <a:close/>
                <a:moveTo>
                  <a:pt x="2225" y="4569"/>
                </a:moveTo>
                <a:lnTo>
                  <a:pt x="2966" y="5632"/>
                </a:lnTo>
                <a:cubicBezTo>
                  <a:pt x="3074" y="9661"/>
                  <a:pt x="3171" y="13681"/>
                  <a:pt x="2908" y="17710"/>
                </a:cubicBezTo>
                <a:lnTo>
                  <a:pt x="1600" y="17807"/>
                </a:lnTo>
                <a:lnTo>
                  <a:pt x="1591" y="17817"/>
                </a:lnTo>
                <a:cubicBezTo>
                  <a:pt x="1737" y="13807"/>
                  <a:pt x="1864" y="9798"/>
                  <a:pt x="1493" y="5788"/>
                </a:cubicBezTo>
                <a:lnTo>
                  <a:pt x="2225" y="4569"/>
                </a:lnTo>
                <a:close/>
                <a:moveTo>
                  <a:pt x="615" y="4949"/>
                </a:moveTo>
                <a:cubicBezTo>
                  <a:pt x="752" y="5135"/>
                  <a:pt x="879" y="5320"/>
                  <a:pt x="1005" y="5515"/>
                </a:cubicBezTo>
                <a:cubicBezTo>
                  <a:pt x="1405" y="9613"/>
                  <a:pt x="1279" y="13729"/>
                  <a:pt x="1132" y="17836"/>
                </a:cubicBezTo>
                <a:lnTo>
                  <a:pt x="576" y="17885"/>
                </a:lnTo>
                <a:lnTo>
                  <a:pt x="576" y="17885"/>
                </a:lnTo>
                <a:cubicBezTo>
                  <a:pt x="576" y="15430"/>
                  <a:pt x="576" y="12985"/>
                  <a:pt x="586" y="10530"/>
                </a:cubicBezTo>
                <a:cubicBezTo>
                  <a:pt x="596" y="8666"/>
                  <a:pt x="605" y="6813"/>
                  <a:pt x="615" y="4949"/>
                </a:cubicBezTo>
                <a:close/>
                <a:moveTo>
                  <a:pt x="4127" y="18071"/>
                </a:moveTo>
                <a:cubicBezTo>
                  <a:pt x="4137" y="18236"/>
                  <a:pt x="4147" y="18412"/>
                  <a:pt x="4166" y="18578"/>
                </a:cubicBezTo>
                <a:cubicBezTo>
                  <a:pt x="4014" y="18577"/>
                  <a:pt x="3862" y="18576"/>
                  <a:pt x="3709" y="18576"/>
                </a:cubicBezTo>
                <a:cubicBezTo>
                  <a:pt x="2664" y="18576"/>
                  <a:pt x="1625" y="18605"/>
                  <a:pt x="586" y="18656"/>
                </a:cubicBezTo>
                <a:lnTo>
                  <a:pt x="586" y="18344"/>
                </a:lnTo>
                <a:lnTo>
                  <a:pt x="4127" y="18071"/>
                </a:lnTo>
                <a:close/>
                <a:moveTo>
                  <a:pt x="3742" y="19025"/>
                </a:moveTo>
                <a:cubicBezTo>
                  <a:pt x="3893" y="19025"/>
                  <a:pt x="4044" y="19025"/>
                  <a:pt x="4195" y="19027"/>
                </a:cubicBezTo>
                <a:lnTo>
                  <a:pt x="4195" y="19036"/>
                </a:lnTo>
                <a:lnTo>
                  <a:pt x="4195" y="19046"/>
                </a:lnTo>
                <a:cubicBezTo>
                  <a:pt x="4264" y="19885"/>
                  <a:pt x="4537" y="20949"/>
                  <a:pt x="4117" y="21709"/>
                </a:cubicBezTo>
                <a:cubicBezTo>
                  <a:pt x="3817" y="22275"/>
                  <a:pt x="3200" y="22419"/>
                  <a:pt x="2605" y="22419"/>
                </a:cubicBezTo>
                <a:cubicBezTo>
                  <a:pt x="2523" y="22419"/>
                  <a:pt x="2442" y="22417"/>
                  <a:pt x="2361" y="22412"/>
                </a:cubicBezTo>
                <a:cubicBezTo>
                  <a:pt x="1620" y="22363"/>
                  <a:pt x="810" y="22275"/>
                  <a:pt x="586" y="21417"/>
                </a:cubicBezTo>
                <a:cubicBezTo>
                  <a:pt x="459" y="20900"/>
                  <a:pt x="576" y="20168"/>
                  <a:pt x="576" y="19622"/>
                </a:cubicBezTo>
                <a:lnTo>
                  <a:pt x="576" y="19114"/>
                </a:lnTo>
                <a:cubicBezTo>
                  <a:pt x="1635" y="19055"/>
                  <a:pt x="2686" y="19025"/>
                  <a:pt x="3742" y="19025"/>
                </a:cubicBezTo>
                <a:close/>
                <a:moveTo>
                  <a:pt x="2332" y="1"/>
                </a:moveTo>
                <a:cubicBezTo>
                  <a:pt x="2257" y="1"/>
                  <a:pt x="2181" y="37"/>
                  <a:pt x="2137" y="111"/>
                </a:cubicBezTo>
                <a:cubicBezTo>
                  <a:pt x="1357" y="1428"/>
                  <a:pt x="703" y="2813"/>
                  <a:pt x="186" y="4257"/>
                </a:cubicBezTo>
                <a:cubicBezTo>
                  <a:pt x="176" y="4267"/>
                  <a:pt x="176" y="4276"/>
                  <a:pt x="166" y="4286"/>
                </a:cubicBezTo>
                <a:cubicBezTo>
                  <a:pt x="166" y="4296"/>
                  <a:pt x="166" y="4296"/>
                  <a:pt x="166" y="4296"/>
                </a:cubicBezTo>
                <a:cubicBezTo>
                  <a:pt x="166" y="4296"/>
                  <a:pt x="166" y="4306"/>
                  <a:pt x="166" y="4306"/>
                </a:cubicBezTo>
                <a:cubicBezTo>
                  <a:pt x="157" y="4345"/>
                  <a:pt x="157" y="4374"/>
                  <a:pt x="166" y="4413"/>
                </a:cubicBezTo>
                <a:cubicBezTo>
                  <a:pt x="137" y="9710"/>
                  <a:pt x="98" y="14998"/>
                  <a:pt x="127" y="20285"/>
                </a:cubicBezTo>
                <a:cubicBezTo>
                  <a:pt x="127" y="20890"/>
                  <a:pt x="1" y="21690"/>
                  <a:pt x="401" y="22197"/>
                </a:cubicBezTo>
                <a:cubicBezTo>
                  <a:pt x="857" y="22784"/>
                  <a:pt x="1873" y="22891"/>
                  <a:pt x="2601" y="22891"/>
                </a:cubicBezTo>
                <a:cubicBezTo>
                  <a:pt x="2636" y="22891"/>
                  <a:pt x="2670" y="22890"/>
                  <a:pt x="2703" y="22890"/>
                </a:cubicBezTo>
                <a:cubicBezTo>
                  <a:pt x="3522" y="22870"/>
                  <a:pt x="4283" y="22558"/>
                  <a:pt x="4605" y="21758"/>
                </a:cubicBezTo>
                <a:cubicBezTo>
                  <a:pt x="4917" y="20978"/>
                  <a:pt x="4742" y="20100"/>
                  <a:pt x="4673" y="19290"/>
                </a:cubicBezTo>
                <a:cubicBezTo>
                  <a:pt x="4381" y="15807"/>
                  <a:pt x="4381" y="12305"/>
                  <a:pt x="4371" y="8832"/>
                </a:cubicBezTo>
                <a:cubicBezTo>
                  <a:pt x="4371" y="7457"/>
                  <a:pt x="4391" y="6081"/>
                  <a:pt x="4391" y="4715"/>
                </a:cubicBezTo>
                <a:cubicBezTo>
                  <a:pt x="4400" y="4481"/>
                  <a:pt x="4391" y="4257"/>
                  <a:pt x="4361" y="4032"/>
                </a:cubicBezTo>
                <a:cubicBezTo>
                  <a:pt x="4371" y="3984"/>
                  <a:pt x="4361" y="3935"/>
                  <a:pt x="4332" y="3896"/>
                </a:cubicBezTo>
                <a:lnTo>
                  <a:pt x="4322" y="3847"/>
                </a:lnTo>
                <a:cubicBezTo>
                  <a:pt x="4156" y="3310"/>
                  <a:pt x="3844" y="2803"/>
                  <a:pt x="3600" y="2306"/>
                </a:cubicBezTo>
                <a:lnTo>
                  <a:pt x="2527" y="111"/>
                </a:lnTo>
                <a:cubicBezTo>
                  <a:pt x="2483" y="37"/>
                  <a:pt x="2408" y="1"/>
                  <a:pt x="2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8" name="Google Shape;6868;p122"/>
          <p:cNvGrpSpPr/>
          <p:nvPr/>
        </p:nvGrpSpPr>
        <p:grpSpPr>
          <a:xfrm>
            <a:off x="6468732" y="1878500"/>
            <a:ext cx="221675" cy="363675"/>
            <a:chOff x="-1138875" y="2183475"/>
            <a:chExt cx="221675" cy="363675"/>
          </a:xfrm>
        </p:grpSpPr>
        <p:sp>
          <p:nvSpPr>
            <p:cNvPr id="6869" name="Google Shape;6869;p122"/>
            <p:cNvSpPr/>
            <p:nvPr/>
          </p:nvSpPr>
          <p:spPr>
            <a:xfrm>
              <a:off x="-1087700" y="2211000"/>
              <a:ext cx="124400" cy="14950"/>
            </a:xfrm>
            <a:custGeom>
              <a:rect b="b" l="l" r="r" t="t"/>
              <a:pathLst>
                <a:path extrusionOk="0" h="598" w="4976">
                  <a:moveTo>
                    <a:pt x="267" y="0"/>
                  </a:moveTo>
                  <a:cubicBezTo>
                    <a:pt x="1" y="0"/>
                    <a:pt x="9" y="431"/>
                    <a:pt x="293" y="450"/>
                  </a:cubicBezTo>
                  <a:cubicBezTo>
                    <a:pt x="1634" y="549"/>
                    <a:pt x="2976" y="598"/>
                    <a:pt x="4317" y="598"/>
                  </a:cubicBezTo>
                  <a:cubicBezTo>
                    <a:pt x="4439" y="598"/>
                    <a:pt x="4561" y="597"/>
                    <a:pt x="4683" y="597"/>
                  </a:cubicBezTo>
                  <a:cubicBezTo>
                    <a:pt x="4973" y="597"/>
                    <a:pt x="4976" y="148"/>
                    <a:pt x="4692" y="148"/>
                  </a:cubicBezTo>
                  <a:cubicBezTo>
                    <a:pt x="4689" y="148"/>
                    <a:pt x="4686" y="148"/>
                    <a:pt x="4683" y="148"/>
                  </a:cubicBezTo>
                  <a:cubicBezTo>
                    <a:pt x="4577" y="149"/>
                    <a:pt x="4471" y="149"/>
                    <a:pt x="4364" y="149"/>
                  </a:cubicBezTo>
                  <a:cubicBezTo>
                    <a:pt x="3007" y="149"/>
                    <a:pt x="1650" y="92"/>
                    <a:pt x="293" y="2"/>
                  </a:cubicBezTo>
                  <a:cubicBezTo>
                    <a:pt x="284" y="1"/>
                    <a:pt x="275" y="0"/>
                    <a:pt x="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2"/>
            <p:cNvSpPr/>
            <p:nvPr/>
          </p:nvSpPr>
          <p:spPr>
            <a:xfrm>
              <a:off x="-1057825" y="2271625"/>
              <a:ext cx="16000" cy="159050"/>
            </a:xfrm>
            <a:custGeom>
              <a:rect b="b" l="l" r="r" t="t"/>
              <a:pathLst>
                <a:path extrusionOk="0" h="6362" w="640">
                  <a:moveTo>
                    <a:pt x="410" y="1"/>
                  </a:moveTo>
                  <a:cubicBezTo>
                    <a:pt x="295" y="1"/>
                    <a:pt x="181" y="74"/>
                    <a:pt x="181" y="220"/>
                  </a:cubicBezTo>
                  <a:cubicBezTo>
                    <a:pt x="161" y="2201"/>
                    <a:pt x="103" y="4171"/>
                    <a:pt x="5" y="6142"/>
                  </a:cubicBezTo>
                  <a:cubicBezTo>
                    <a:pt x="0" y="6288"/>
                    <a:pt x="113" y="6361"/>
                    <a:pt x="227" y="6361"/>
                  </a:cubicBezTo>
                  <a:cubicBezTo>
                    <a:pt x="342" y="6361"/>
                    <a:pt x="459" y="6288"/>
                    <a:pt x="464" y="6142"/>
                  </a:cubicBezTo>
                  <a:cubicBezTo>
                    <a:pt x="561" y="4171"/>
                    <a:pt x="610" y="2201"/>
                    <a:pt x="639" y="220"/>
                  </a:cubicBezTo>
                  <a:cubicBezTo>
                    <a:pt x="639" y="74"/>
                    <a:pt x="525" y="1"/>
                    <a:pt x="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2"/>
            <p:cNvSpPr/>
            <p:nvPr/>
          </p:nvSpPr>
          <p:spPr>
            <a:xfrm>
              <a:off x="-1056975" y="2438700"/>
              <a:ext cx="34575" cy="78450"/>
            </a:xfrm>
            <a:custGeom>
              <a:rect b="b" l="l" r="r" t="t"/>
              <a:pathLst>
                <a:path extrusionOk="0" h="3138" w="1383">
                  <a:moveTo>
                    <a:pt x="374" y="0"/>
                  </a:moveTo>
                  <a:cubicBezTo>
                    <a:pt x="259" y="0"/>
                    <a:pt x="142" y="73"/>
                    <a:pt x="137" y="220"/>
                  </a:cubicBezTo>
                  <a:cubicBezTo>
                    <a:pt x="108" y="1195"/>
                    <a:pt x="0" y="2512"/>
                    <a:pt x="947" y="3098"/>
                  </a:cubicBezTo>
                  <a:cubicBezTo>
                    <a:pt x="987" y="3125"/>
                    <a:pt x="1028" y="3137"/>
                    <a:pt x="1065" y="3137"/>
                  </a:cubicBezTo>
                  <a:cubicBezTo>
                    <a:pt x="1255" y="3137"/>
                    <a:pt x="1383" y="2838"/>
                    <a:pt x="1171" y="2707"/>
                  </a:cubicBezTo>
                  <a:cubicBezTo>
                    <a:pt x="420" y="2239"/>
                    <a:pt x="566" y="991"/>
                    <a:pt x="596" y="220"/>
                  </a:cubicBezTo>
                  <a:cubicBezTo>
                    <a:pt x="600" y="73"/>
                    <a:pt x="488" y="0"/>
                    <a:pt x="3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2"/>
            <p:cNvSpPr/>
            <p:nvPr/>
          </p:nvSpPr>
          <p:spPr>
            <a:xfrm>
              <a:off x="-1138875" y="2183475"/>
              <a:ext cx="221675" cy="363675"/>
            </a:xfrm>
            <a:custGeom>
              <a:rect b="b" l="l" r="r" t="t"/>
              <a:pathLst>
                <a:path extrusionOk="0" h="14547" w="8867">
                  <a:moveTo>
                    <a:pt x="5209" y="554"/>
                  </a:moveTo>
                  <a:cubicBezTo>
                    <a:pt x="5792" y="554"/>
                    <a:pt x="6374" y="596"/>
                    <a:pt x="6935" y="742"/>
                  </a:cubicBezTo>
                  <a:cubicBezTo>
                    <a:pt x="7384" y="859"/>
                    <a:pt x="8525" y="1190"/>
                    <a:pt x="7842" y="2000"/>
                  </a:cubicBezTo>
                  <a:cubicBezTo>
                    <a:pt x="7592" y="2291"/>
                    <a:pt x="7136" y="2313"/>
                    <a:pt x="6759" y="2313"/>
                  </a:cubicBezTo>
                  <a:cubicBezTo>
                    <a:pt x="6695" y="2313"/>
                    <a:pt x="6632" y="2312"/>
                    <a:pt x="6574" y="2312"/>
                  </a:cubicBezTo>
                  <a:cubicBezTo>
                    <a:pt x="6369" y="2322"/>
                    <a:pt x="6271" y="2585"/>
                    <a:pt x="6437" y="2732"/>
                  </a:cubicBezTo>
                  <a:cubicBezTo>
                    <a:pt x="6506" y="4722"/>
                    <a:pt x="6574" y="6712"/>
                    <a:pt x="6632" y="8712"/>
                  </a:cubicBezTo>
                  <a:cubicBezTo>
                    <a:pt x="6680" y="10304"/>
                    <a:pt x="7221" y="14084"/>
                    <a:pt x="4808" y="14084"/>
                  </a:cubicBezTo>
                  <a:cubicBezTo>
                    <a:pt x="4751" y="14084"/>
                    <a:pt x="4693" y="14082"/>
                    <a:pt x="4633" y="14077"/>
                  </a:cubicBezTo>
                  <a:cubicBezTo>
                    <a:pt x="2496" y="13921"/>
                    <a:pt x="2837" y="9980"/>
                    <a:pt x="2886" y="8497"/>
                  </a:cubicBezTo>
                  <a:cubicBezTo>
                    <a:pt x="2955" y="6458"/>
                    <a:pt x="3042" y="4458"/>
                    <a:pt x="2877" y="2429"/>
                  </a:cubicBezTo>
                  <a:cubicBezTo>
                    <a:pt x="2857" y="2294"/>
                    <a:pt x="2745" y="2210"/>
                    <a:pt x="2629" y="2210"/>
                  </a:cubicBezTo>
                  <a:cubicBezTo>
                    <a:pt x="2568" y="2210"/>
                    <a:pt x="2507" y="2233"/>
                    <a:pt x="2457" y="2283"/>
                  </a:cubicBezTo>
                  <a:cubicBezTo>
                    <a:pt x="2389" y="2289"/>
                    <a:pt x="2320" y="2293"/>
                    <a:pt x="2253" y="2293"/>
                  </a:cubicBezTo>
                  <a:cubicBezTo>
                    <a:pt x="2117" y="2293"/>
                    <a:pt x="1982" y="2280"/>
                    <a:pt x="1852" y="2254"/>
                  </a:cubicBezTo>
                  <a:cubicBezTo>
                    <a:pt x="1277" y="2185"/>
                    <a:pt x="1101" y="1795"/>
                    <a:pt x="1335" y="1093"/>
                  </a:cubicBezTo>
                  <a:cubicBezTo>
                    <a:pt x="1550" y="849"/>
                    <a:pt x="2096" y="781"/>
                    <a:pt x="2398" y="732"/>
                  </a:cubicBezTo>
                  <a:cubicBezTo>
                    <a:pt x="3120" y="595"/>
                    <a:pt x="3881" y="585"/>
                    <a:pt x="4613" y="566"/>
                  </a:cubicBezTo>
                  <a:cubicBezTo>
                    <a:pt x="4811" y="559"/>
                    <a:pt x="5010" y="554"/>
                    <a:pt x="5209" y="554"/>
                  </a:cubicBezTo>
                  <a:close/>
                  <a:moveTo>
                    <a:pt x="5413" y="92"/>
                  </a:moveTo>
                  <a:cubicBezTo>
                    <a:pt x="5115" y="92"/>
                    <a:pt x="4842" y="101"/>
                    <a:pt x="4623" y="107"/>
                  </a:cubicBezTo>
                  <a:cubicBezTo>
                    <a:pt x="3550" y="146"/>
                    <a:pt x="1452" y="0"/>
                    <a:pt x="740" y="1044"/>
                  </a:cubicBezTo>
                  <a:cubicBezTo>
                    <a:pt x="1" y="2138"/>
                    <a:pt x="1510" y="2732"/>
                    <a:pt x="2395" y="2732"/>
                  </a:cubicBezTo>
                  <a:cubicBezTo>
                    <a:pt x="2409" y="2732"/>
                    <a:pt x="2424" y="2732"/>
                    <a:pt x="2438" y="2732"/>
                  </a:cubicBezTo>
                  <a:lnTo>
                    <a:pt x="2438" y="2732"/>
                  </a:lnTo>
                  <a:cubicBezTo>
                    <a:pt x="2613" y="5219"/>
                    <a:pt x="2340" y="7688"/>
                    <a:pt x="2418" y="10185"/>
                  </a:cubicBezTo>
                  <a:cubicBezTo>
                    <a:pt x="2467" y="11756"/>
                    <a:pt x="2574" y="14516"/>
                    <a:pt x="4711" y="14546"/>
                  </a:cubicBezTo>
                  <a:cubicBezTo>
                    <a:pt x="4729" y="14546"/>
                    <a:pt x="4747" y="14546"/>
                    <a:pt x="4765" y="14546"/>
                  </a:cubicBezTo>
                  <a:cubicBezTo>
                    <a:pt x="7024" y="14546"/>
                    <a:pt x="7120" y="12142"/>
                    <a:pt x="7120" y="10439"/>
                  </a:cubicBezTo>
                  <a:cubicBezTo>
                    <a:pt x="7120" y="7873"/>
                    <a:pt x="6984" y="5317"/>
                    <a:pt x="6896" y="2751"/>
                  </a:cubicBezTo>
                  <a:cubicBezTo>
                    <a:pt x="7735" y="2654"/>
                    <a:pt x="8866" y="2234"/>
                    <a:pt x="8437" y="1190"/>
                  </a:cubicBezTo>
                  <a:cubicBezTo>
                    <a:pt x="8021" y="227"/>
                    <a:pt x="6534" y="92"/>
                    <a:pt x="5413" y="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122"/>
          <p:cNvGrpSpPr/>
          <p:nvPr/>
        </p:nvGrpSpPr>
        <p:grpSpPr>
          <a:xfrm>
            <a:off x="6420182" y="2410188"/>
            <a:ext cx="318775" cy="339725"/>
            <a:chOff x="6920250" y="2526138"/>
            <a:chExt cx="318775" cy="339725"/>
          </a:xfrm>
        </p:grpSpPr>
        <p:sp>
          <p:nvSpPr>
            <p:cNvPr id="6874" name="Google Shape;6874;p122"/>
            <p:cNvSpPr/>
            <p:nvPr/>
          </p:nvSpPr>
          <p:spPr>
            <a:xfrm>
              <a:off x="7052450" y="2629238"/>
              <a:ext cx="152200" cy="140075"/>
            </a:xfrm>
            <a:custGeom>
              <a:rect b="b" l="l" r="r" t="t"/>
              <a:pathLst>
                <a:path extrusionOk="0" h="5603" w="6088">
                  <a:moveTo>
                    <a:pt x="4073" y="442"/>
                  </a:moveTo>
                  <a:cubicBezTo>
                    <a:pt x="4639" y="442"/>
                    <a:pt x="5197" y="535"/>
                    <a:pt x="5414" y="1016"/>
                  </a:cubicBezTo>
                  <a:cubicBezTo>
                    <a:pt x="5639" y="1523"/>
                    <a:pt x="5541" y="2459"/>
                    <a:pt x="5570" y="3015"/>
                  </a:cubicBezTo>
                  <a:cubicBezTo>
                    <a:pt x="5609" y="3708"/>
                    <a:pt x="5619" y="4401"/>
                    <a:pt x="5619" y="5093"/>
                  </a:cubicBezTo>
                  <a:lnTo>
                    <a:pt x="3297" y="5113"/>
                  </a:lnTo>
                  <a:lnTo>
                    <a:pt x="2097" y="5123"/>
                  </a:lnTo>
                  <a:cubicBezTo>
                    <a:pt x="1951" y="5123"/>
                    <a:pt x="1436" y="5186"/>
                    <a:pt x="1083" y="5186"/>
                  </a:cubicBezTo>
                  <a:cubicBezTo>
                    <a:pt x="920" y="5186"/>
                    <a:pt x="791" y="5173"/>
                    <a:pt x="751" y="5132"/>
                  </a:cubicBezTo>
                  <a:cubicBezTo>
                    <a:pt x="605" y="4986"/>
                    <a:pt x="722" y="4401"/>
                    <a:pt x="722" y="4186"/>
                  </a:cubicBezTo>
                  <a:cubicBezTo>
                    <a:pt x="732" y="3796"/>
                    <a:pt x="751" y="3396"/>
                    <a:pt x="761" y="3006"/>
                  </a:cubicBezTo>
                  <a:cubicBezTo>
                    <a:pt x="780" y="2157"/>
                    <a:pt x="810" y="1308"/>
                    <a:pt x="839" y="450"/>
                  </a:cubicBezTo>
                  <a:lnTo>
                    <a:pt x="3034" y="479"/>
                  </a:lnTo>
                  <a:cubicBezTo>
                    <a:pt x="3047" y="479"/>
                    <a:pt x="3060" y="479"/>
                    <a:pt x="3073" y="479"/>
                  </a:cubicBezTo>
                  <a:cubicBezTo>
                    <a:pt x="3353" y="479"/>
                    <a:pt x="3714" y="442"/>
                    <a:pt x="4073" y="442"/>
                  </a:cubicBezTo>
                  <a:close/>
                  <a:moveTo>
                    <a:pt x="605" y="1"/>
                  </a:moveTo>
                  <a:cubicBezTo>
                    <a:pt x="459" y="1"/>
                    <a:pt x="351" y="147"/>
                    <a:pt x="390" y="284"/>
                  </a:cubicBezTo>
                  <a:cubicBezTo>
                    <a:pt x="390" y="303"/>
                    <a:pt x="390" y="323"/>
                    <a:pt x="390" y="342"/>
                  </a:cubicBezTo>
                  <a:cubicBezTo>
                    <a:pt x="351" y="1425"/>
                    <a:pt x="322" y="2518"/>
                    <a:pt x="293" y="3601"/>
                  </a:cubicBezTo>
                  <a:cubicBezTo>
                    <a:pt x="273" y="4049"/>
                    <a:pt x="0" y="5142"/>
                    <a:pt x="390" y="5493"/>
                  </a:cubicBezTo>
                  <a:cubicBezTo>
                    <a:pt x="502" y="5590"/>
                    <a:pt x="643" y="5602"/>
                    <a:pt x="781" y="5602"/>
                  </a:cubicBezTo>
                  <a:cubicBezTo>
                    <a:pt x="824" y="5602"/>
                    <a:pt x="866" y="5601"/>
                    <a:pt x="907" y="5601"/>
                  </a:cubicBezTo>
                  <a:cubicBezTo>
                    <a:pt x="985" y="5602"/>
                    <a:pt x="1063" y="5603"/>
                    <a:pt x="1141" y="5603"/>
                  </a:cubicBezTo>
                  <a:cubicBezTo>
                    <a:pt x="1610" y="5603"/>
                    <a:pt x="2079" y="5581"/>
                    <a:pt x="2556" y="5581"/>
                  </a:cubicBezTo>
                  <a:lnTo>
                    <a:pt x="5844" y="5542"/>
                  </a:lnTo>
                  <a:cubicBezTo>
                    <a:pt x="5970" y="5542"/>
                    <a:pt x="6068" y="5445"/>
                    <a:pt x="6078" y="5318"/>
                  </a:cubicBezTo>
                  <a:cubicBezTo>
                    <a:pt x="6087" y="4323"/>
                    <a:pt x="6058" y="3318"/>
                    <a:pt x="5990" y="2313"/>
                  </a:cubicBezTo>
                  <a:cubicBezTo>
                    <a:pt x="5951" y="1767"/>
                    <a:pt x="6048" y="840"/>
                    <a:pt x="5668" y="362"/>
                  </a:cubicBezTo>
                  <a:cubicBezTo>
                    <a:pt x="5438" y="65"/>
                    <a:pt x="5032" y="9"/>
                    <a:pt x="4631" y="9"/>
                  </a:cubicBezTo>
                  <a:cubicBezTo>
                    <a:pt x="4385" y="9"/>
                    <a:pt x="4141" y="30"/>
                    <a:pt x="3941" y="30"/>
                  </a:cubicBezTo>
                  <a:lnTo>
                    <a:pt x="6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2"/>
            <p:cNvSpPr/>
            <p:nvPr/>
          </p:nvSpPr>
          <p:spPr>
            <a:xfrm>
              <a:off x="6920250" y="2526138"/>
              <a:ext cx="318775" cy="339725"/>
            </a:xfrm>
            <a:custGeom>
              <a:rect b="b" l="l" r="r" t="t"/>
              <a:pathLst>
                <a:path extrusionOk="0" h="13589" w="12751">
                  <a:moveTo>
                    <a:pt x="2205" y="2554"/>
                  </a:moveTo>
                  <a:cubicBezTo>
                    <a:pt x="2225" y="2701"/>
                    <a:pt x="2225" y="2847"/>
                    <a:pt x="2137" y="2925"/>
                  </a:cubicBezTo>
                  <a:cubicBezTo>
                    <a:pt x="2088" y="2960"/>
                    <a:pt x="1930" y="2965"/>
                    <a:pt x="1776" y="2965"/>
                  </a:cubicBezTo>
                  <a:cubicBezTo>
                    <a:pt x="1714" y="2965"/>
                    <a:pt x="1653" y="2964"/>
                    <a:pt x="1600" y="2964"/>
                  </a:cubicBezTo>
                  <a:lnTo>
                    <a:pt x="1464" y="2964"/>
                  </a:lnTo>
                  <a:cubicBezTo>
                    <a:pt x="1366" y="2964"/>
                    <a:pt x="1249" y="2984"/>
                    <a:pt x="1142" y="2993"/>
                  </a:cubicBezTo>
                  <a:cubicBezTo>
                    <a:pt x="1108" y="2996"/>
                    <a:pt x="1075" y="2997"/>
                    <a:pt x="1042" y="2997"/>
                  </a:cubicBezTo>
                  <a:cubicBezTo>
                    <a:pt x="952" y="2997"/>
                    <a:pt x="867" y="2988"/>
                    <a:pt x="781" y="2974"/>
                  </a:cubicBezTo>
                  <a:cubicBezTo>
                    <a:pt x="744" y="2985"/>
                    <a:pt x="710" y="2990"/>
                    <a:pt x="681" y="2990"/>
                  </a:cubicBezTo>
                  <a:cubicBezTo>
                    <a:pt x="579" y="2990"/>
                    <a:pt x="521" y="2925"/>
                    <a:pt x="498" y="2788"/>
                  </a:cubicBezTo>
                  <a:cubicBezTo>
                    <a:pt x="479" y="2730"/>
                    <a:pt x="479" y="2671"/>
                    <a:pt x="479" y="2603"/>
                  </a:cubicBezTo>
                  <a:cubicBezTo>
                    <a:pt x="615" y="2593"/>
                    <a:pt x="752" y="2584"/>
                    <a:pt x="888" y="2584"/>
                  </a:cubicBezTo>
                  <a:cubicBezTo>
                    <a:pt x="976" y="2574"/>
                    <a:pt x="1064" y="2574"/>
                    <a:pt x="1152" y="2564"/>
                  </a:cubicBezTo>
                  <a:cubicBezTo>
                    <a:pt x="1230" y="2554"/>
                    <a:pt x="1317" y="2554"/>
                    <a:pt x="1396" y="2554"/>
                  </a:cubicBezTo>
                  <a:close/>
                  <a:moveTo>
                    <a:pt x="2205" y="5140"/>
                  </a:moveTo>
                  <a:cubicBezTo>
                    <a:pt x="2225" y="5286"/>
                    <a:pt x="2215" y="5442"/>
                    <a:pt x="2137" y="5510"/>
                  </a:cubicBezTo>
                  <a:cubicBezTo>
                    <a:pt x="2100" y="5547"/>
                    <a:pt x="1973" y="5555"/>
                    <a:pt x="1837" y="5555"/>
                  </a:cubicBezTo>
                  <a:cubicBezTo>
                    <a:pt x="1721" y="5555"/>
                    <a:pt x="1599" y="5549"/>
                    <a:pt x="1522" y="5549"/>
                  </a:cubicBezTo>
                  <a:lnTo>
                    <a:pt x="1464" y="5549"/>
                  </a:lnTo>
                  <a:cubicBezTo>
                    <a:pt x="1347" y="5549"/>
                    <a:pt x="1200" y="5579"/>
                    <a:pt x="1064" y="5579"/>
                  </a:cubicBezTo>
                  <a:cubicBezTo>
                    <a:pt x="1038" y="5581"/>
                    <a:pt x="1012" y="5582"/>
                    <a:pt x="987" y="5582"/>
                  </a:cubicBezTo>
                  <a:cubicBezTo>
                    <a:pt x="919" y="5582"/>
                    <a:pt x="852" y="5573"/>
                    <a:pt x="781" y="5559"/>
                  </a:cubicBezTo>
                  <a:cubicBezTo>
                    <a:pt x="742" y="5574"/>
                    <a:pt x="707" y="5581"/>
                    <a:pt x="676" y="5581"/>
                  </a:cubicBezTo>
                  <a:cubicBezTo>
                    <a:pt x="584" y="5581"/>
                    <a:pt x="527" y="5515"/>
                    <a:pt x="498" y="5383"/>
                  </a:cubicBezTo>
                  <a:cubicBezTo>
                    <a:pt x="488" y="5315"/>
                    <a:pt x="488" y="5257"/>
                    <a:pt x="488" y="5198"/>
                  </a:cubicBezTo>
                  <a:cubicBezTo>
                    <a:pt x="625" y="5179"/>
                    <a:pt x="752" y="5169"/>
                    <a:pt x="888" y="5169"/>
                  </a:cubicBezTo>
                  <a:cubicBezTo>
                    <a:pt x="947" y="5169"/>
                    <a:pt x="1015" y="5159"/>
                    <a:pt x="1074" y="5159"/>
                  </a:cubicBezTo>
                  <a:cubicBezTo>
                    <a:pt x="1181" y="5149"/>
                    <a:pt x="1288" y="5140"/>
                    <a:pt x="1396" y="5140"/>
                  </a:cubicBezTo>
                  <a:close/>
                  <a:moveTo>
                    <a:pt x="1841" y="7727"/>
                  </a:moveTo>
                  <a:cubicBezTo>
                    <a:pt x="1961" y="7727"/>
                    <a:pt x="2083" y="7730"/>
                    <a:pt x="2205" y="7734"/>
                  </a:cubicBezTo>
                  <a:cubicBezTo>
                    <a:pt x="2225" y="7871"/>
                    <a:pt x="2215" y="8027"/>
                    <a:pt x="2137" y="8095"/>
                  </a:cubicBezTo>
                  <a:cubicBezTo>
                    <a:pt x="2098" y="8134"/>
                    <a:pt x="1969" y="8144"/>
                    <a:pt x="1831" y="8144"/>
                  </a:cubicBezTo>
                  <a:cubicBezTo>
                    <a:pt x="1693" y="8144"/>
                    <a:pt x="1547" y="8134"/>
                    <a:pt x="1474" y="8134"/>
                  </a:cubicBezTo>
                  <a:lnTo>
                    <a:pt x="1464" y="8134"/>
                  </a:lnTo>
                  <a:cubicBezTo>
                    <a:pt x="1337" y="8134"/>
                    <a:pt x="1171" y="8164"/>
                    <a:pt x="1025" y="8173"/>
                  </a:cubicBezTo>
                  <a:cubicBezTo>
                    <a:pt x="937" y="8173"/>
                    <a:pt x="859" y="8164"/>
                    <a:pt x="781" y="8154"/>
                  </a:cubicBezTo>
                  <a:cubicBezTo>
                    <a:pt x="746" y="8165"/>
                    <a:pt x="714" y="8170"/>
                    <a:pt x="686" y="8170"/>
                  </a:cubicBezTo>
                  <a:cubicBezTo>
                    <a:pt x="588" y="8170"/>
                    <a:pt x="528" y="8105"/>
                    <a:pt x="498" y="7969"/>
                  </a:cubicBezTo>
                  <a:cubicBezTo>
                    <a:pt x="488" y="7900"/>
                    <a:pt x="488" y="7842"/>
                    <a:pt x="488" y="7783"/>
                  </a:cubicBezTo>
                  <a:cubicBezTo>
                    <a:pt x="625" y="7764"/>
                    <a:pt x="761" y="7764"/>
                    <a:pt x="888" y="7764"/>
                  </a:cubicBezTo>
                  <a:cubicBezTo>
                    <a:pt x="937" y="7754"/>
                    <a:pt x="986" y="7754"/>
                    <a:pt x="1025" y="7754"/>
                  </a:cubicBezTo>
                  <a:cubicBezTo>
                    <a:pt x="1152" y="7744"/>
                    <a:pt x="1269" y="7734"/>
                    <a:pt x="1396" y="7734"/>
                  </a:cubicBezTo>
                  <a:lnTo>
                    <a:pt x="1483" y="7734"/>
                  </a:lnTo>
                  <a:cubicBezTo>
                    <a:pt x="1600" y="7730"/>
                    <a:pt x="1720" y="7727"/>
                    <a:pt x="1841" y="7727"/>
                  </a:cubicBezTo>
                  <a:close/>
                  <a:moveTo>
                    <a:pt x="1715" y="10315"/>
                  </a:moveTo>
                  <a:cubicBezTo>
                    <a:pt x="1880" y="10315"/>
                    <a:pt x="2043" y="10320"/>
                    <a:pt x="2205" y="10320"/>
                  </a:cubicBezTo>
                  <a:cubicBezTo>
                    <a:pt x="2225" y="10466"/>
                    <a:pt x="2215" y="10612"/>
                    <a:pt x="2137" y="10681"/>
                  </a:cubicBezTo>
                  <a:cubicBezTo>
                    <a:pt x="2098" y="10720"/>
                    <a:pt x="1961" y="10729"/>
                    <a:pt x="1819" y="10729"/>
                  </a:cubicBezTo>
                  <a:cubicBezTo>
                    <a:pt x="1676" y="10729"/>
                    <a:pt x="1527" y="10720"/>
                    <a:pt x="1464" y="10720"/>
                  </a:cubicBezTo>
                  <a:lnTo>
                    <a:pt x="1454" y="10710"/>
                  </a:lnTo>
                  <a:cubicBezTo>
                    <a:pt x="1327" y="10720"/>
                    <a:pt x="1161" y="10749"/>
                    <a:pt x="1005" y="10749"/>
                  </a:cubicBezTo>
                  <a:cubicBezTo>
                    <a:pt x="982" y="10752"/>
                    <a:pt x="960" y="10753"/>
                    <a:pt x="937" y="10753"/>
                  </a:cubicBezTo>
                  <a:cubicBezTo>
                    <a:pt x="882" y="10753"/>
                    <a:pt x="829" y="10746"/>
                    <a:pt x="781" y="10739"/>
                  </a:cubicBezTo>
                  <a:cubicBezTo>
                    <a:pt x="744" y="10750"/>
                    <a:pt x="710" y="10756"/>
                    <a:pt x="681" y="10756"/>
                  </a:cubicBezTo>
                  <a:cubicBezTo>
                    <a:pt x="579" y="10756"/>
                    <a:pt x="521" y="10690"/>
                    <a:pt x="498" y="10554"/>
                  </a:cubicBezTo>
                  <a:cubicBezTo>
                    <a:pt x="488" y="10495"/>
                    <a:pt x="488" y="10437"/>
                    <a:pt x="488" y="10368"/>
                  </a:cubicBezTo>
                  <a:cubicBezTo>
                    <a:pt x="576" y="10349"/>
                    <a:pt x="839" y="10359"/>
                    <a:pt x="888" y="10349"/>
                  </a:cubicBezTo>
                  <a:cubicBezTo>
                    <a:pt x="927" y="10339"/>
                    <a:pt x="966" y="10339"/>
                    <a:pt x="1005" y="10339"/>
                  </a:cubicBezTo>
                  <a:cubicBezTo>
                    <a:pt x="1132" y="10329"/>
                    <a:pt x="1269" y="10320"/>
                    <a:pt x="1396" y="10320"/>
                  </a:cubicBezTo>
                  <a:lnTo>
                    <a:pt x="1464" y="10320"/>
                  </a:lnTo>
                  <a:cubicBezTo>
                    <a:pt x="1548" y="10316"/>
                    <a:pt x="1632" y="10315"/>
                    <a:pt x="1715" y="10315"/>
                  </a:cubicBezTo>
                  <a:close/>
                  <a:moveTo>
                    <a:pt x="1815" y="476"/>
                  </a:moveTo>
                  <a:cubicBezTo>
                    <a:pt x="1835" y="486"/>
                    <a:pt x="1864" y="496"/>
                    <a:pt x="1883" y="496"/>
                  </a:cubicBezTo>
                  <a:lnTo>
                    <a:pt x="3503" y="554"/>
                  </a:lnTo>
                  <a:cubicBezTo>
                    <a:pt x="3532" y="4730"/>
                    <a:pt x="3483" y="8905"/>
                    <a:pt x="3337" y="13061"/>
                  </a:cubicBezTo>
                  <a:cubicBezTo>
                    <a:pt x="2722" y="13042"/>
                    <a:pt x="2098" y="13022"/>
                    <a:pt x="1474" y="13002"/>
                  </a:cubicBezTo>
                  <a:cubicBezTo>
                    <a:pt x="1464" y="12388"/>
                    <a:pt x="1464" y="11773"/>
                    <a:pt x="1464" y="11159"/>
                  </a:cubicBezTo>
                  <a:cubicBezTo>
                    <a:pt x="1485" y="11158"/>
                    <a:pt x="1507" y="11158"/>
                    <a:pt x="1531" y="11158"/>
                  </a:cubicBezTo>
                  <a:cubicBezTo>
                    <a:pt x="1649" y="11158"/>
                    <a:pt x="1789" y="11165"/>
                    <a:pt x="1931" y="11165"/>
                  </a:cubicBezTo>
                  <a:cubicBezTo>
                    <a:pt x="2143" y="11165"/>
                    <a:pt x="2357" y="11148"/>
                    <a:pt x="2498" y="11061"/>
                  </a:cubicBezTo>
                  <a:cubicBezTo>
                    <a:pt x="2781" y="10886"/>
                    <a:pt x="2654" y="10359"/>
                    <a:pt x="2625" y="10086"/>
                  </a:cubicBezTo>
                  <a:cubicBezTo>
                    <a:pt x="2625" y="9959"/>
                    <a:pt x="2517" y="9861"/>
                    <a:pt x="2400" y="9861"/>
                  </a:cubicBezTo>
                  <a:cubicBezTo>
                    <a:pt x="2244" y="9856"/>
                    <a:pt x="2088" y="9854"/>
                    <a:pt x="1932" y="9854"/>
                  </a:cubicBezTo>
                  <a:cubicBezTo>
                    <a:pt x="1776" y="9854"/>
                    <a:pt x="1620" y="9856"/>
                    <a:pt x="1464" y="9861"/>
                  </a:cubicBezTo>
                  <a:cubicBezTo>
                    <a:pt x="1464" y="9432"/>
                    <a:pt x="1474" y="9003"/>
                    <a:pt x="1474" y="8583"/>
                  </a:cubicBezTo>
                  <a:cubicBezTo>
                    <a:pt x="1518" y="8580"/>
                    <a:pt x="1567" y="8579"/>
                    <a:pt x="1619" y="8579"/>
                  </a:cubicBezTo>
                  <a:cubicBezTo>
                    <a:pt x="1708" y="8579"/>
                    <a:pt x="1804" y="8582"/>
                    <a:pt x="1902" y="8582"/>
                  </a:cubicBezTo>
                  <a:cubicBezTo>
                    <a:pt x="2125" y="8582"/>
                    <a:pt x="2354" y="8568"/>
                    <a:pt x="2498" y="8476"/>
                  </a:cubicBezTo>
                  <a:cubicBezTo>
                    <a:pt x="2781" y="8300"/>
                    <a:pt x="2654" y="7774"/>
                    <a:pt x="2625" y="7500"/>
                  </a:cubicBezTo>
                  <a:cubicBezTo>
                    <a:pt x="2625" y="7374"/>
                    <a:pt x="2517" y="7276"/>
                    <a:pt x="2400" y="7276"/>
                  </a:cubicBezTo>
                  <a:cubicBezTo>
                    <a:pt x="2244" y="7271"/>
                    <a:pt x="2091" y="7269"/>
                    <a:pt x="1938" y="7269"/>
                  </a:cubicBezTo>
                  <a:cubicBezTo>
                    <a:pt x="1786" y="7269"/>
                    <a:pt x="1635" y="7271"/>
                    <a:pt x="1483" y="7276"/>
                  </a:cubicBezTo>
                  <a:cubicBezTo>
                    <a:pt x="1493" y="6847"/>
                    <a:pt x="1493" y="6417"/>
                    <a:pt x="1503" y="5998"/>
                  </a:cubicBezTo>
                  <a:cubicBezTo>
                    <a:pt x="1529" y="5997"/>
                    <a:pt x="1557" y="5997"/>
                    <a:pt x="1585" y="5997"/>
                  </a:cubicBezTo>
                  <a:cubicBezTo>
                    <a:pt x="1685" y="5997"/>
                    <a:pt x="1797" y="6001"/>
                    <a:pt x="1909" y="6001"/>
                  </a:cubicBezTo>
                  <a:cubicBezTo>
                    <a:pt x="2128" y="6001"/>
                    <a:pt x="2351" y="5985"/>
                    <a:pt x="2498" y="5891"/>
                  </a:cubicBezTo>
                  <a:cubicBezTo>
                    <a:pt x="2781" y="5715"/>
                    <a:pt x="2654" y="5188"/>
                    <a:pt x="2625" y="4915"/>
                  </a:cubicBezTo>
                  <a:cubicBezTo>
                    <a:pt x="2625" y="4788"/>
                    <a:pt x="2517" y="4691"/>
                    <a:pt x="2400" y="4691"/>
                  </a:cubicBezTo>
                  <a:cubicBezTo>
                    <a:pt x="2212" y="4691"/>
                    <a:pt x="2023" y="4686"/>
                    <a:pt x="1832" y="4686"/>
                  </a:cubicBezTo>
                  <a:cubicBezTo>
                    <a:pt x="1736" y="4686"/>
                    <a:pt x="1639" y="4688"/>
                    <a:pt x="1542" y="4691"/>
                  </a:cubicBezTo>
                  <a:cubicBezTo>
                    <a:pt x="1552" y="4262"/>
                    <a:pt x="1571" y="3832"/>
                    <a:pt x="1581" y="3413"/>
                  </a:cubicBezTo>
                  <a:cubicBezTo>
                    <a:pt x="1683" y="3413"/>
                    <a:pt x="1799" y="3417"/>
                    <a:pt x="1916" y="3417"/>
                  </a:cubicBezTo>
                  <a:cubicBezTo>
                    <a:pt x="2135" y="3417"/>
                    <a:pt x="2358" y="3401"/>
                    <a:pt x="2498" y="3305"/>
                  </a:cubicBezTo>
                  <a:cubicBezTo>
                    <a:pt x="2781" y="3130"/>
                    <a:pt x="2654" y="2603"/>
                    <a:pt x="2634" y="2330"/>
                  </a:cubicBezTo>
                  <a:cubicBezTo>
                    <a:pt x="2625" y="2213"/>
                    <a:pt x="2527" y="2106"/>
                    <a:pt x="2400" y="2106"/>
                  </a:cubicBezTo>
                  <a:cubicBezTo>
                    <a:pt x="2147" y="2096"/>
                    <a:pt x="1883" y="2096"/>
                    <a:pt x="1630" y="2096"/>
                  </a:cubicBezTo>
                  <a:cubicBezTo>
                    <a:pt x="1649" y="1559"/>
                    <a:pt x="1669" y="1032"/>
                    <a:pt x="1698" y="496"/>
                  </a:cubicBezTo>
                  <a:cubicBezTo>
                    <a:pt x="1737" y="486"/>
                    <a:pt x="1776" y="476"/>
                    <a:pt x="1815" y="476"/>
                  </a:cubicBezTo>
                  <a:close/>
                  <a:moveTo>
                    <a:pt x="3951" y="574"/>
                  </a:moveTo>
                  <a:lnTo>
                    <a:pt x="10195" y="798"/>
                  </a:lnTo>
                  <a:lnTo>
                    <a:pt x="11083" y="837"/>
                  </a:lnTo>
                  <a:cubicBezTo>
                    <a:pt x="11096" y="838"/>
                    <a:pt x="11111" y="838"/>
                    <a:pt x="11126" y="838"/>
                  </a:cubicBezTo>
                  <a:cubicBezTo>
                    <a:pt x="11249" y="838"/>
                    <a:pt x="11423" y="823"/>
                    <a:pt x="11593" y="823"/>
                  </a:cubicBezTo>
                  <a:cubicBezTo>
                    <a:pt x="11783" y="823"/>
                    <a:pt x="11966" y="842"/>
                    <a:pt x="12058" y="925"/>
                  </a:cubicBezTo>
                  <a:cubicBezTo>
                    <a:pt x="12341" y="1189"/>
                    <a:pt x="12166" y="2379"/>
                    <a:pt x="12166" y="2788"/>
                  </a:cubicBezTo>
                  <a:cubicBezTo>
                    <a:pt x="12185" y="4193"/>
                    <a:pt x="12195" y="5598"/>
                    <a:pt x="12195" y="7003"/>
                  </a:cubicBezTo>
                  <a:cubicBezTo>
                    <a:pt x="12195" y="8359"/>
                    <a:pt x="12185" y="9715"/>
                    <a:pt x="12166" y="11061"/>
                  </a:cubicBezTo>
                  <a:cubicBezTo>
                    <a:pt x="12156" y="11627"/>
                    <a:pt x="12380" y="12603"/>
                    <a:pt x="11775" y="12905"/>
                  </a:cubicBezTo>
                  <a:cubicBezTo>
                    <a:pt x="11567" y="13003"/>
                    <a:pt x="11251" y="13016"/>
                    <a:pt x="10946" y="13016"/>
                  </a:cubicBezTo>
                  <a:cubicBezTo>
                    <a:pt x="10843" y="13016"/>
                    <a:pt x="10741" y="13015"/>
                    <a:pt x="10644" y="13015"/>
                  </a:cubicBezTo>
                  <a:cubicBezTo>
                    <a:pt x="10546" y="13015"/>
                    <a:pt x="10453" y="13016"/>
                    <a:pt x="10371" y="13022"/>
                  </a:cubicBezTo>
                  <a:cubicBezTo>
                    <a:pt x="10078" y="13032"/>
                    <a:pt x="9785" y="13051"/>
                    <a:pt x="9493" y="13071"/>
                  </a:cubicBezTo>
                  <a:cubicBezTo>
                    <a:pt x="8546" y="13115"/>
                    <a:pt x="7598" y="13132"/>
                    <a:pt x="6648" y="13132"/>
                  </a:cubicBezTo>
                  <a:cubicBezTo>
                    <a:pt x="5698" y="13132"/>
                    <a:pt x="4747" y="13115"/>
                    <a:pt x="3795" y="13090"/>
                  </a:cubicBezTo>
                  <a:cubicBezTo>
                    <a:pt x="3932" y="8915"/>
                    <a:pt x="3981" y="4740"/>
                    <a:pt x="3951" y="574"/>
                  </a:cubicBezTo>
                  <a:close/>
                  <a:moveTo>
                    <a:pt x="2442" y="1"/>
                  </a:moveTo>
                  <a:cubicBezTo>
                    <a:pt x="2104" y="1"/>
                    <a:pt x="1768" y="19"/>
                    <a:pt x="1435" y="67"/>
                  </a:cubicBezTo>
                  <a:cubicBezTo>
                    <a:pt x="1327" y="96"/>
                    <a:pt x="1259" y="174"/>
                    <a:pt x="1249" y="281"/>
                  </a:cubicBezTo>
                  <a:cubicBezTo>
                    <a:pt x="1220" y="896"/>
                    <a:pt x="1191" y="1510"/>
                    <a:pt x="1171" y="2125"/>
                  </a:cubicBezTo>
                  <a:cubicBezTo>
                    <a:pt x="1103" y="2125"/>
                    <a:pt x="1044" y="2135"/>
                    <a:pt x="976" y="2135"/>
                  </a:cubicBezTo>
                  <a:cubicBezTo>
                    <a:pt x="742" y="2154"/>
                    <a:pt x="381" y="2115"/>
                    <a:pt x="176" y="2271"/>
                  </a:cubicBezTo>
                  <a:cubicBezTo>
                    <a:pt x="88" y="2301"/>
                    <a:pt x="20" y="2388"/>
                    <a:pt x="30" y="2476"/>
                  </a:cubicBezTo>
                  <a:cubicBezTo>
                    <a:pt x="30" y="2720"/>
                    <a:pt x="0" y="3237"/>
                    <a:pt x="244" y="3403"/>
                  </a:cubicBezTo>
                  <a:cubicBezTo>
                    <a:pt x="308" y="3442"/>
                    <a:pt x="386" y="3452"/>
                    <a:pt x="465" y="3452"/>
                  </a:cubicBezTo>
                  <a:cubicBezTo>
                    <a:pt x="544" y="3452"/>
                    <a:pt x="625" y="3442"/>
                    <a:pt x="693" y="3442"/>
                  </a:cubicBezTo>
                  <a:cubicBezTo>
                    <a:pt x="839" y="3442"/>
                    <a:pt x="986" y="3432"/>
                    <a:pt x="1122" y="3432"/>
                  </a:cubicBezTo>
                  <a:cubicBezTo>
                    <a:pt x="1113" y="3862"/>
                    <a:pt x="1093" y="4281"/>
                    <a:pt x="1083" y="4710"/>
                  </a:cubicBezTo>
                  <a:lnTo>
                    <a:pt x="976" y="4720"/>
                  </a:lnTo>
                  <a:cubicBezTo>
                    <a:pt x="742" y="4740"/>
                    <a:pt x="381" y="4701"/>
                    <a:pt x="176" y="4857"/>
                  </a:cubicBezTo>
                  <a:cubicBezTo>
                    <a:pt x="88" y="4886"/>
                    <a:pt x="20" y="4974"/>
                    <a:pt x="30" y="5071"/>
                  </a:cubicBezTo>
                  <a:cubicBezTo>
                    <a:pt x="30" y="5305"/>
                    <a:pt x="0" y="5832"/>
                    <a:pt x="244" y="5988"/>
                  </a:cubicBezTo>
                  <a:cubicBezTo>
                    <a:pt x="311" y="6030"/>
                    <a:pt x="400" y="6041"/>
                    <a:pt x="487" y="6041"/>
                  </a:cubicBezTo>
                  <a:cubicBezTo>
                    <a:pt x="563" y="6041"/>
                    <a:pt x="638" y="6032"/>
                    <a:pt x="693" y="6027"/>
                  </a:cubicBezTo>
                  <a:cubicBezTo>
                    <a:pt x="820" y="6027"/>
                    <a:pt x="927" y="6018"/>
                    <a:pt x="1054" y="6018"/>
                  </a:cubicBezTo>
                  <a:cubicBezTo>
                    <a:pt x="1044" y="6447"/>
                    <a:pt x="1035" y="6876"/>
                    <a:pt x="1035" y="7305"/>
                  </a:cubicBezTo>
                  <a:lnTo>
                    <a:pt x="976" y="7305"/>
                  </a:lnTo>
                  <a:cubicBezTo>
                    <a:pt x="742" y="7325"/>
                    <a:pt x="381" y="7286"/>
                    <a:pt x="176" y="7442"/>
                  </a:cubicBezTo>
                  <a:cubicBezTo>
                    <a:pt x="88" y="7471"/>
                    <a:pt x="20" y="7559"/>
                    <a:pt x="30" y="7656"/>
                  </a:cubicBezTo>
                  <a:cubicBezTo>
                    <a:pt x="30" y="7891"/>
                    <a:pt x="0" y="8417"/>
                    <a:pt x="244" y="8573"/>
                  </a:cubicBezTo>
                  <a:cubicBezTo>
                    <a:pt x="308" y="8612"/>
                    <a:pt x="388" y="8622"/>
                    <a:pt x="469" y="8622"/>
                  </a:cubicBezTo>
                  <a:cubicBezTo>
                    <a:pt x="549" y="8622"/>
                    <a:pt x="630" y="8612"/>
                    <a:pt x="693" y="8612"/>
                  </a:cubicBezTo>
                  <a:lnTo>
                    <a:pt x="1015" y="8603"/>
                  </a:lnTo>
                  <a:lnTo>
                    <a:pt x="1015" y="8603"/>
                  </a:lnTo>
                  <a:cubicBezTo>
                    <a:pt x="1005" y="9042"/>
                    <a:pt x="1005" y="9461"/>
                    <a:pt x="1005" y="9890"/>
                  </a:cubicBezTo>
                  <a:lnTo>
                    <a:pt x="976" y="9890"/>
                  </a:lnTo>
                  <a:cubicBezTo>
                    <a:pt x="742" y="9910"/>
                    <a:pt x="381" y="9871"/>
                    <a:pt x="176" y="10027"/>
                  </a:cubicBezTo>
                  <a:cubicBezTo>
                    <a:pt x="88" y="10056"/>
                    <a:pt x="20" y="10144"/>
                    <a:pt x="30" y="10242"/>
                  </a:cubicBezTo>
                  <a:cubicBezTo>
                    <a:pt x="30" y="10476"/>
                    <a:pt x="0" y="11003"/>
                    <a:pt x="244" y="11159"/>
                  </a:cubicBezTo>
                  <a:cubicBezTo>
                    <a:pt x="308" y="11198"/>
                    <a:pt x="388" y="11207"/>
                    <a:pt x="469" y="11207"/>
                  </a:cubicBezTo>
                  <a:cubicBezTo>
                    <a:pt x="549" y="11207"/>
                    <a:pt x="630" y="11198"/>
                    <a:pt x="693" y="11198"/>
                  </a:cubicBezTo>
                  <a:lnTo>
                    <a:pt x="1005" y="11188"/>
                  </a:lnTo>
                  <a:cubicBezTo>
                    <a:pt x="1005" y="11871"/>
                    <a:pt x="1015" y="12544"/>
                    <a:pt x="1025" y="13227"/>
                  </a:cubicBezTo>
                  <a:cubicBezTo>
                    <a:pt x="1015" y="13354"/>
                    <a:pt x="1113" y="13461"/>
                    <a:pt x="1239" y="13471"/>
                  </a:cubicBezTo>
                  <a:cubicBezTo>
                    <a:pt x="3049" y="13527"/>
                    <a:pt x="4858" y="13589"/>
                    <a:pt x="6668" y="13589"/>
                  </a:cubicBezTo>
                  <a:cubicBezTo>
                    <a:pt x="7356" y="13589"/>
                    <a:pt x="8044" y="13580"/>
                    <a:pt x="8732" y="13559"/>
                  </a:cubicBezTo>
                  <a:cubicBezTo>
                    <a:pt x="9327" y="13539"/>
                    <a:pt x="9912" y="13510"/>
                    <a:pt x="10497" y="13471"/>
                  </a:cubicBezTo>
                  <a:cubicBezTo>
                    <a:pt x="10975" y="13441"/>
                    <a:pt x="11590" y="13471"/>
                    <a:pt x="12049" y="13334"/>
                  </a:cubicBezTo>
                  <a:cubicBezTo>
                    <a:pt x="12751" y="13110"/>
                    <a:pt x="12605" y="12271"/>
                    <a:pt x="12614" y="11695"/>
                  </a:cubicBezTo>
                  <a:cubicBezTo>
                    <a:pt x="12653" y="9139"/>
                    <a:pt x="12663" y="6583"/>
                    <a:pt x="12644" y="4027"/>
                  </a:cubicBezTo>
                  <a:cubicBezTo>
                    <a:pt x="12634" y="3423"/>
                    <a:pt x="12624" y="2818"/>
                    <a:pt x="12614" y="2223"/>
                  </a:cubicBezTo>
                  <a:cubicBezTo>
                    <a:pt x="12614" y="1803"/>
                    <a:pt x="12722" y="1189"/>
                    <a:pt x="12575" y="798"/>
                  </a:cubicBezTo>
                  <a:cubicBezTo>
                    <a:pt x="12426" y="406"/>
                    <a:pt x="11925" y="331"/>
                    <a:pt x="11428" y="331"/>
                  </a:cubicBezTo>
                  <a:cubicBezTo>
                    <a:pt x="11118" y="331"/>
                    <a:pt x="10809" y="360"/>
                    <a:pt x="10587" y="360"/>
                  </a:cubicBezTo>
                  <a:cubicBezTo>
                    <a:pt x="10563" y="360"/>
                    <a:pt x="10539" y="360"/>
                    <a:pt x="10517" y="359"/>
                  </a:cubicBezTo>
                  <a:cubicBezTo>
                    <a:pt x="8946" y="311"/>
                    <a:pt x="7376" y="320"/>
                    <a:pt x="5815" y="252"/>
                  </a:cubicBezTo>
                  <a:cubicBezTo>
                    <a:pt x="4697" y="207"/>
                    <a:pt x="3563" y="1"/>
                    <a:pt x="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6" name="Google Shape;6876;p122"/>
          <p:cNvSpPr/>
          <p:nvPr/>
        </p:nvSpPr>
        <p:spPr>
          <a:xfrm>
            <a:off x="7007734" y="2923132"/>
            <a:ext cx="132283" cy="528611"/>
          </a:xfrm>
          <a:custGeom>
            <a:rect b="b" l="l" r="r" t="t"/>
            <a:pathLst>
              <a:path extrusionOk="0" h="18250" w="4567">
                <a:moveTo>
                  <a:pt x="2625" y="565"/>
                </a:moveTo>
                <a:cubicBezTo>
                  <a:pt x="2742" y="897"/>
                  <a:pt x="2849" y="1238"/>
                  <a:pt x="2956" y="1579"/>
                </a:cubicBezTo>
                <a:cubicBezTo>
                  <a:pt x="2863" y="1572"/>
                  <a:pt x="2769" y="1569"/>
                  <a:pt x="2674" y="1569"/>
                </a:cubicBezTo>
                <a:cubicBezTo>
                  <a:pt x="2501" y="1569"/>
                  <a:pt x="2327" y="1580"/>
                  <a:pt x="2157" y="1599"/>
                </a:cubicBezTo>
                <a:cubicBezTo>
                  <a:pt x="2293" y="1248"/>
                  <a:pt x="2449" y="906"/>
                  <a:pt x="2625" y="565"/>
                </a:cubicBezTo>
                <a:close/>
                <a:moveTo>
                  <a:pt x="2871" y="1918"/>
                </a:moveTo>
                <a:cubicBezTo>
                  <a:pt x="2971" y="1918"/>
                  <a:pt x="3069" y="1935"/>
                  <a:pt x="3152" y="1999"/>
                </a:cubicBezTo>
                <a:cubicBezTo>
                  <a:pt x="3269" y="2077"/>
                  <a:pt x="3356" y="2360"/>
                  <a:pt x="3415" y="2487"/>
                </a:cubicBezTo>
                <a:cubicBezTo>
                  <a:pt x="3571" y="2809"/>
                  <a:pt x="3698" y="3140"/>
                  <a:pt x="3815" y="3491"/>
                </a:cubicBezTo>
                <a:cubicBezTo>
                  <a:pt x="3551" y="3448"/>
                  <a:pt x="3285" y="3426"/>
                  <a:pt x="3020" y="3426"/>
                </a:cubicBezTo>
                <a:cubicBezTo>
                  <a:pt x="2453" y="3426"/>
                  <a:pt x="1889" y="3526"/>
                  <a:pt x="1357" y="3726"/>
                </a:cubicBezTo>
                <a:cubicBezTo>
                  <a:pt x="1464" y="3404"/>
                  <a:pt x="1581" y="3092"/>
                  <a:pt x="1688" y="2770"/>
                </a:cubicBezTo>
                <a:cubicBezTo>
                  <a:pt x="1747" y="2613"/>
                  <a:pt x="1805" y="2311"/>
                  <a:pt x="1893" y="2174"/>
                </a:cubicBezTo>
                <a:cubicBezTo>
                  <a:pt x="2088" y="1901"/>
                  <a:pt x="2293" y="1950"/>
                  <a:pt x="2576" y="1940"/>
                </a:cubicBezTo>
                <a:cubicBezTo>
                  <a:pt x="2669" y="1935"/>
                  <a:pt x="2771" y="1918"/>
                  <a:pt x="2871" y="1918"/>
                </a:cubicBezTo>
                <a:close/>
                <a:moveTo>
                  <a:pt x="3035" y="3748"/>
                </a:moveTo>
                <a:cubicBezTo>
                  <a:pt x="3308" y="3748"/>
                  <a:pt x="3582" y="3773"/>
                  <a:pt x="3854" y="3823"/>
                </a:cubicBezTo>
                <a:lnTo>
                  <a:pt x="3883" y="3823"/>
                </a:lnTo>
                <a:cubicBezTo>
                  <a:pt x="3903" y="4048"/>
                  <a:pt x="3913" y="4282"/>
                  <a:pt x="3932" y="4506"/>
                </a:cubicBezTo>
                <a:cubicBezTo>
                  <a:pt x="3847" y="4487"/>
                  <a:pt x="3751" y="4480"/>
                  <a:pt x="3653" y="4480"/>
                </a:cubicBezTo>
                <a:cubicBezTo>
                  <a:pt x="3458" y="4480"/>
                  <a:pt x="3259" y="4506"/>
                  <a:pt x="3142" y="4506"/>
                </a:cubicBezTo>
                <a:cubicBezTo>
                  <a:pt x="2556" y="4526"/>
                  <a:pt x="1981" y="4613"/>
                  <a:pt x="1425" y="4760"/>
                </a:cubicBezTo>
                <a:cubicBezTo>
                  <a:pt x="1405" y="4526"/>
                  <a:pt x="1386" y="4301"/>
                  <a:pt x="1366" y="4067"/>
                </a:cubicBezTo>
                <a:cubicBezTo>
                  <a:pt x="1900" y="3856"/>
                  <a:pt x="2466" y="3748"/>
                  <a:pt x="3035" y="3748"/>
                </a:cubicBezTo>
                <a:close/>
                <a:moveTo>
                  <a:pt x="3613" y="4799"/>
                </a:moveTo>
                <a:cubicBezTo>
                  <a:pt x="3763" y="4799"/>
                  <a:pt x="3877" y="4809"/>
                  <a:pt x="3893" y="4838"/>
                </a:cubicBezTo>
                <a:cubicBezTo>
                  <a:pt x="3903" y="4867"/>
                  <a:pt x="3932" y="4896"/>
                  <a:pt x="3952" y="4906"/>
                </a:cubicBezTo>
                <a:cubicBezTo>
                  <a:pt x="4098" y="7316"/>
                  <a:pt x="4147" y="9725"/>
                  <a:pt x="4156" y="12135"/>
                </a:cubicBezTo>
                <a:cubicBezTo>
                  <a:pt x="3288" y="12193"/>
                  <a:pt x="2410" y="12271"/>
                  <a:pt x="1542" y="12389"/>
                </a:cubicBezTo>
                <a:cubicBezTo>
                  <a:pt x="1552" y="11745"/>
                  <a:pt x="1561" y="11101"/>
                  <a:pt x="1561" y="10447"/>
                </a:cubicBezTo>
                <a:cubicBezTo>
                  <a:pt x="1571" y="8662"/>
                  <a:pt x="1552" y="6877"/>
                  <a:pt x="1444" y="5091"/>
                </a:cubicBezTo>
                <a:cubicBezTo>
                  <a:pt x="1864" y="4974"/>
                  <a:pt x="2303" y="4896"/>
                  <a:pt x="2742" y="4857"/>
                </a:cubicBezTo>
                <a:cubicBezTo>
                  <a:pt x="2815" y="4844"/>
                  <a:pt x="3295" y="4799"/>
                  <a:pt x="3613" y="4799"/>
                </a:cubicBezTo>
                <a:close/>
                <a:moveTo>
                  <a:pt x="449" y="13110"/>
                </a:moveTo>
                <a:lnTo>
                  <a:pt x="713" y="13130"/>
                </a:lnTo>
                <a:lnTo>
                  <a:pt x="625" y="16164"/>
                </a:lnTo>
                <a:cubicBezTo>
                  <a:pt x="616" y="16677"/>
                  <a:pt x="713" y="16985"/>
                  <a:pt x="1166" y="16985"/>
                </a:cubicBezTo>
                <a:cubicBezTo>
                  <a:pt x="1187" y="16985"/>
                  <a:pt x="1208" y="16985"/>
                  <a:pt x="1230" y="16983"/>
                </a:cubicBezTo>
                <a:cubicBezTo>
                  <a:pt x="1239" y="17061"/>
                  <a:pt x="1239" y="17149"/>
                  <a:pt x="1249" y="17227"/>
                </a:cubicBezTo>
                <a:cubicBezTo>
                  <a:pt x="1259" y="17354"/>
                  <a:pt x="1298" y="17481"/>
                  <a:pt x="1357" y="17608"/>
                </a:cubicBezTo>
                <a:cubicBezTo>
                  <a:pt x="1239" y="17634"/>
                  <a:pt x="1092" y="17660"/>
                  <a:pt x="961" y="17660"/>
                </a:cubicBezTo>
                <a:cubicBezTo>
                  <a:pt x="895" y="17660"/>
                  <a:pt x="833" y="17653"/>
                  <a:pt x="781" y="17637"/>
                </a:cubicBezTo>
                <a:cubicBezTo>
                  <a:pt x="342" y="17491"/>
                  <a:pt x="420" y="17237"/>
                  <a:pt x="420" y="16915"/>
                </a:cubicBezTo>
                <a:cubicBezTo>
                  <a:pt x="401" y="16466"/>
                  <a:pt x="401" y="16008"/>
                  <a:pt x="401" y="15549"/>
                </a:cubicBezTo>
                <a:cubicBezTo>
                  <a:pt x="401" y="14740"/>
                  <a:pt x="410" y="13920"/>
                  <a:pt x="449" y="13110"/>
                </a:cubicBezTo>
                <a:close/>
                <a:moveTo>
                  <a:pt x="4166" y="12457"/>
                </a:moveTo>
                <a:lnTo>
                  <a:pt x="4166" y="12467"/>
                </a:lnTo>
                <a:cubicBezTo>
                  <a:pt x="4166" y="13345"/>
                  <a:pt x="4166" y="14232"/>
                  <a:pt x="4166" y="15110"/>
                </a:cubicBezTo>
                <a:lnTo>
                  <a:pt x="4156" y="16505"/>
                </a:lnTo>
                <a:cubicBezTo>
                  <a:pt x="4156" y="16710"/>
                  <a:pt x="4166" y="16925"/>
                  <a:pt x="4156" y="17140"/>
                </a:cubicBezTo>
                <a:cubicBezTo>
                  <a:pt x="4137" y="17539"/>
                  <a:pt x="3913" y="17696"/>
                  <a:pt x="3552" y="17813"/>
                </a:cubicBezTo>
                <a:cubicBezTo>
                  <a:pt x="3331" y="17883"/>
                  <a:pt x="3025" y="17935"/>
                  <a:pt x="2730" y="17935"/>
                </a:cubicBezTo>
                <a:cubicBezTo>
                  <a:pt x="2490" y="17935"/>
                  <a:pt x="2259" y="17900"/>
                  <a:pt x="2088" y="17813"/>
                </a:cubicBezTo>
                <a:cubicBezTo>
                  <a:pt x="1698" y="17618"/>
                  <a:pt x="1591" y="17364"/>
                  <a:pt x="1561" y="16974"/>
                </a:cubicBezTo>
                <a:cubicBezTo>
                  <a:pt x="1542" y="16691"/>
                  <a:pt x="1542" y="16408"/>
                  <a:pt x="1542" y="16125"/>
                </a:cubicBezTo>
                <a:cubicBezTo>
                  <a:pt x="1522" y="14984"/>
                  <a:pt x="1532" y="13852"/>
                  <a:pt x="1542" y="12720"/>
                </a:cubicBezTo>
                <a:cubicBezTo>
                  <a:pt x="2410" y="12603"/>
                  <a:pt x="3288" y="12515"/>
                  <a:pt x="4166" y="12457"/>
                </a:cubicBezTo>
                <a:close/>
                <a:moveTo>
                  <a:pt x="2643" y="0"/>
                </a:moveTo>
                <a:cubicBezTo>
                  <a:pt x="2588" y="0"/>
                  <a:pt x="2532" y="25"/>
                  <a:pt x="2498" y="77"/>
                </a:cubicBezTo>
                <a:cubicBezTo>
                  <a:pt x="2205" y="633"/>
                  <a:pt x="1952" y="1209"/>
                  <a:pt x="1727" y="1794"/>
                </a:cubicBezTo>
                <a:cubicBezTo>
                  <a:pt x="1727" y="1804"/>
                  <a:pt x="1727" y="1804"/>
                  <a:pt x="1727" y="1814"/>
                </a:cubicBezTo>
                <a:lnTo>
                  <a:pt x="1698" y="1833"/>
                </a:lnTo>
                <a:cubicBezTo>
                  <a:pt x="1522" y="2048"/>
                  <a:pt x="1464" y="2428"/>
                  <a:pt x="1376" y="2682"/>
                </a:cubicBezTo>
                <a:lnTo>
                  <a:pt x="957" y="3862"/>
                </a:lnTo>
                <a:cubicBezTo>
                  <a:pt x="927" y="3940"/>
                  <a:pt x="966" y="4018"/>
                  <a:pt x="1044" y="4048"/>
                </a:cubicBezTo>
                <a:cubicBezTo>
                  <a:pt x="1230" y="6213"/>
                  <a:pt x="1249" y="8389"/>
                  <a:pt x="1239" y="10555"/>
                </a:cubicBezTo>
                <a:lnTo>
                  <a:pt x="1220" y="12486"/>
                </a:lnTo>
                <a:cubicBezTo>
                  <a:pt x="1210" y="12535"/>
                  <a:pt x="1210" y="12574"/>
                  <a:pt x="1220" y="12623"/>
                </a:cubicBezTo>
                <a:cubicBezTo>
                  <a:pt x="1220" y="13071"/>
                  <a:pt x="1210" y="13530"/>
                  <a:pt x="1210" y="13979"/>
                </a:cubicBezTo>
                <a:cubicBezTo>
                  <a:pt x="1210" y="14847"/>
                  <a:pt x="1171" y="15735"/>
                  <a:pt x="1210" y="16603"/>
                </a:cubicBezTo>
                <a:lnTo>
                  <a:pt x="957" y="16476"/>
                </a:lnTo>
                <a:lnTo>
                  <a:pt x="957" y="16271"/>
                </a:lnTo>
                <a:cubicBezTo>
                  <a:pt x="947" y="16105"/>
                  <a:pt x="947" y="15930"/>
                  <a:pt x="966" y="15764"/>
                </a:cubicBezTo>
                <a:lnTo>
                  <a:pt x="996" y="14837"/>
                </a:lnTo>
                <a:lnTo>
                  <a:pt x="1044" y="12993"/>
                </a:lnTo>
                <a:cubicBezTo>
                  <a:pt x="1044" y="12906"/>
                  <a:pt x="976" y="12828"/>
                  <a:pt x="888" y="12828"/>
                </a:cubicBezTo>
                <a:lnTo>
                  <a:pt x="293" y="12769"/>
                </a:lnTo>
                <a:cubicBezTo>
                  <a:pt x="205" y="12769"/>
                  <a:pt x="137" y="12847"/>
                  <a:pt x="127" y="12935"/>
                </a:cubicBezTo>
                <a:cubicBezTo>
                  <a:pt x="79" y="14223"/>
                  <a:pt x="59" y="15520"/>
                  <a:pt x="98" y="16818"/>
                </a:cubicBezTo>
                <a:cubicBezTo>
                  <a:pt x="98" y="17130"/>
                  <a:pt x="1" y="17647"/>
                  <a:pt x="283" y="17852"/>
                </a:cubicBezTo>
                <a:cubicBezTo>
                  <a:pt x="427" y="17952"/>
                  <a:pt x="628" y="17986"/>
                  <a:pt x="836" y="17986"/>
                </a:cubicBezTo>
                <a:cubicBezTo>
                  <a:pt x="1093" y="17986"/>
                  <a:pt x="1363" y="17934"/>
                  <a:pt x="1552" y="17891"/>
                </a:cubicBezTo>
                <a:lnTo>
                  <a:pt x="1571" y="17891"/>
                </a:lnTo>
                <a:cubicBezTo>
                  <a:pt x="1825" y="18115"/>
                  <a:pt x="2186" y="18203"/>
                  <a:pt x="2586" y="18242"/>
                </a:cubicBezTo>
                <a:cubicBezTo>
                  <a:pt x="2658" y="18247"/>
                  <a:pt x="2737" y="18250"/>
                  <a:pt x="2822" y="18250"/>
                </a:cubicBezTo>
                <a:cubicBezTo>
                  <a:pt x="3398" y="18250"/>
                  <a:pt x="4199" y="18113"/>
                  <a:pt x="4420" y="17569"/>
                </a:cubicBezTo>
                <a:cubicBezTo>
                  <a:pt x="4566" y="17198"/>
                  <a:pt x="4488" y="16681"/>
                  <a:pt x="4488" y="16291"/>
                </a:cubicBezTo>
                <a:cubicBezTo>
                  <a:pt x="4498" y="15715"/>
                  <a:pt x="4498" y="15149"/>
                  <a:pt x="4488" y="14574"/>
                </a:cubicBezTo>
                <a:cubicBezTo>
                  <a:pt x="4488" y="13471"/>
                  <a:pt x="4488" y="12369"/>
                  <a:pt x="4478" y="11267"/>
                </a:cubicBezTo>
                <a:cubicBezTo>
                  <a:pt x="4449" y="8750"/>
                  <a:pt x="4381" y="6223"/>
                  <a:pt x="4195" y="3706"/>
                </a:cubicBezTo>
                <a:cubicBezTo>
                  <a:pt x="4195" y="3677"/>
                  <a:pt x="4195" y="3648"/>
                  <a:pt x="4176" y="3628"/>
                </a:cubicBezTo>
                <a:cubicBezTo>
                  <a:pt x="4176" y="3609"/>
                  <a:pt x="4176" y="3589"/>
                  <a:pt x="4176" y="3570"/>
                </a:cubicBezTo>
                <a:cubicBezTo>
                  <a:pt x="3971" y="2906"/>
                  <a:pt x="3688" y="2262"/>
                  <a:pt x="3337" y="1667"/>
                </a:cubicBezTo>
                <a:cubicBezTo>
                  <a:pt x="3327" y="1657"/>
                  <a:pt x="3317" y="1638"/>
                  <a:pt x="3308" y="1628"/>
                </a:cubicBezTo>
                <a:cubicBezTo>
                  <a:pt x="3152" y="1121"/>
                  <a:pt x="2995" y="614"/>
                  <a:pt x="2800" y="116"/>
                </a:cubicBezTo>
                <a:cubicBezTo>
                  <a:pt x="2779" y="40"/>
                  <a:pt x="2711" y="0"/>
                  <a:pt x="2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7" name="Google Shape;6877;p122"/>
          <p:cNvGrpSpPr/>
          <p:nvPr/>
        </p:nvGrpSpPr>
        <p:grpSpPr>
          <a:xfrm>
            <a:off x="6931035" y="3649789"/>
            <a:ext cx="285682" cy="349665"/>
            <a:chOff x="8812663" y="3033601"/>
            <a:chExt cx="285682" cy="349665"/>
          </a:xfrm>
        </p:grpSpPr>
        <p:sp>
          <p:nvSpPr>
            <p:cNvPr id="6878" name="Google Shape;6878;p122"/>
            <p:cNvSpPr/>
            <p:nvPr/>
          </p:nvSpPr>
          <p:spPr>
            <a:xfrm>
              <a:off x="8812663" y="3033601"/>
              <a:ext cx="285682" cy="349665"/>
            </a:xfrm>
            <a:custGeom>
              <a:rect b="b" l="l" r="r" t="t"/>
              <a:pathLst>
                <a:path extrusionOk="0" h="12072" w="9863">
                  <a:moveTo>
                    <a:pt x="7123" y="324"/>
                  </a:moveTo>
                  <a:cubicBezTo>
                    <a:pt x="7809" y="324"/>
                    <a:pt x="8495" y="341"/>
                    <a:pt x="9180" y="361"/>
                  </a:cubicBezTo>
                  <a:cubicBezTo>
                    <a:pt x="9307" y="3405"/>
                    <a:pt x="9336" y="6458"/>
                    <a:pt x="9287" y="9502"/>
                  </a:cubicBezTo>
                  <a:cubicBezTo>
                    <a:pt x="7346" y="9590"/>
                    <a:pt x="5424" y="9746"/>
                    <a:pt x="3493" y="9961"/>
                  </a:cubicBezTo>
                  <a:cubicBezTo>
                    <a:pt x="3024" y="9990"/>
                    <a:pt x="2566" y="10058"/>
                    <a:pt x="2117" y="10156"/>
                  </a:cubicBezTo>
                  <a:cubicBezTo>
                    <a:pt x="1941" y="7044"/>
                    <a:pt x="1932" y="3932"/>
                    <a:pt x="2068" y="830"/>
                  </a:cubicBezTo>
                  <a:cubicBezTo>
                    <a:pt x="2478" y="732"/>
                    <a:pt x="2888" y="654"/>
                    <a:pt x="3307" y="586"/>
                  </a:cubicBezTo>
                  <a:cubicBezTo>
                    <a:pt x="4570" y="383"/>
                    <a:pt x="5846" y="324"/>
                    <a:pt x="7123" y="324"/>
                  </a:cubicBezTo>
                  <a:close/>
                  <a:moveTo>
                    <a:pt x="1737" y="908"/>
                  </a:moveTo>
                  <a:lnTo>
                    <a:pt x="1737" y="908"/>
                  </a:lnTo>
                  <a:cubicBezTo>
                    <a:pt x="1600" y="4020"/>
                    <a:pt x="1619" y="7132"/>
                    <a:pt x="1795" y="10244"/>
                  </a:cubicBezTo>
                  <a:cubicBezTo>
                    <a:pt x="1658" y="10283"/>
                    <a:pt x="1532" y="10322"/>
                    <a:pt x="1415" y="10380"/>
                  </a:cubicBezTo>
                  <a:cubicBezTo>
                    <a:pt x="1102" y="10507"/>
                    <a:pt x="829" y="10712"/>
                    <a:pt x="615" y="10966"/>
                  </a:cubicBezTo>
                  <a:lnTo>
                    <a:pt x="615" y="10839"/>
                  </a:lnTo>
                  <a:cubicBezTo>
                    <a:pt x="595" y="10341"/>
                    <a:pt x="585" y="9844"/>
                    <a:pt x="576" y="9346"/>
                  </a:cubicBezTo>
                  <a:cubicBezTo>
                    <a:pt x="537" y="7541"/>
                    <a:pt x="517" y="5727"/>
                    <a:pt x="517" y="3912"/>
                  </a:cubicBezTo>
                  <a:lnTo>
                    <a:pt x="517" y="2527"/>
                  </a:lnTo>
                  <a:cubicBezTo>
                    <a:pt x="517" y="2098"/>
                    <a:pt x="380" y="1464"/>
                    <a:pt x="790" y="1220"/>
                  </a:cubicBezTo>
                  <a:cubicBezTo>
                    <a:pt x="1093" y="1073"/>
                    <a:pt x="1405" y="966"/>
                    <a:pt x="1737" y="908"/>
                  </a:cubicBezTo>
                  <a:close/>
                  <a:moveTo>
                    <a:pt x="8946" y="9844"/>
                  </a:moveTo>
                  <a:cubicBezTo>
                    <a:pt x="8858" y="10019"/>
                    <a:pt x="8809" y="10205"/>
                    <a:pt x="8829" y="10400"/>
                  </a:cubicBezTo>
                  <a:cubicBezTo>
                    <a:pt x="6156" y="10605"/>
                    <a:pt x="3493" y="10868"/>
                    <a:pt x="829" y="11170"/>
                  </a:cubicBezTo>
                  <a:cubicBezTo>
                    <a:pt x="1141" y="10702"/>
                    <a:pt x="2029" y="10488"/>
                    <a:pt x="2468" y="10409"/>
                  </a:cubicBezTo>
                  <a:cubicBezTo>
                    <a:pt x="3229" y="10273"/>
                    <a:pt x="4000" y="10224"/>
                    <a:pt x="4770" y="10156"/>
                  </a:cubicBezTo>
                  <a:cubicBezTo>
                    <a:pt x="6156" y="10019"/>
                    <a:pt x="7551" y="9922"/>
                    <a:pt x="8946" y="9844"/>
                  </a:cubicBezTo>
                  <a:close/>
                  <a:moveTo>
                    <a:pt x="8897" y="10722"/>
                  </a:moveTo>
                  <a:cubicBezTo>
                    <a:pt x="8956" y="10897"/>
                    <a:pt x="9073" y="11044"/>
                    <a:pt x="9219" y="11170"/>
                  </a:cubicBezTo>
                  <a:lnTo>
                    <a:pt x="9209" y="11170"/>
                  </a:lnTo>
                  <a:cubicBezTo>
                    <a:pt x="7531" y="11336"/>
                    <a:pt x="5853" y="11483"/>
                    <a:pt x="4185" y="11609"/>
                  </a:cubicBezTo>
                  <a:cubicBezTo>
                    <a:pt x="3449" y="11666"/>
                    <a:pt x="2713" y="11736"/>
                    <a:pt x="1976" y="11736"/>
                  </a:cubicBezTo>
                  <a:cubicBezTo>
                    <a:pt x="1825" y="11736"/>
                    <a:pt x="1673" y="11733"/>
                    <a:pt x="1522" y="11726"/>
                  </a:cubicBezTo>
                  <a:cubicBezTo>
                    <a:pt x="1307" y="11717"/>
                    <a:pt x="937" y="11707"/>
                    <a:pt x="732" y="11561"/>
                  </a:cubicBezTo>
                  <a:lnTo>
                    <a:pt x="732" y="11512"/>
                  </a:lnTo>
                  <a:cubicBezTo>
                    <a:pt x="3453" y="11190"/>
                    <a:pt x="6166" y="10927"/>
                    <a:pt x="8897" y="10722"/>
                  </a:cubicBezTo>
                  <a:close/>
                  <a:moveTo>
                    <a:pt x="7142" y="0"/>
                  </a:moveTo>
                  <a:cubicBezTo>
                    <a:pt x="5928" y="0"/>
                    <a:pt x="4714" y="52"/>
                    <a:pt x="3512" y="225"/>
                  </a:cubicBezTo>
                  <a:cubicBezTo>
                    <a:pt x="2575" y="361"/>
                    <a:pt x="1532" y="517"/>
                    <a:pt x="663" y="917"/>
                  </a:cubicBezTo>
                  <a:cubicBezTo>
                    <a:pt x="0" y="1220"/>
                    <a:pt x="185" y="2029"/>
                    <a:pt x="185" y="2644"/>
                  </a:cubicBezTo>
                  <a:cubicBezTo>
                    <a:pt x="176" y="4771"/>
                    <a:pt x="195" y="6897"/>
                    <a:pt x="234" y="9034"/>
                  </a:cubicBezTo>
                  <a:cubicBezTo>
                    <a:pt x="254" y="9561"/>
                    <a:pt x="263" y="10097"/>
                    <a:pt x="273" y="10634"/>
                  </a:cubicBezTo>
                  <a:cubicBezTo>
                    <a:pt x="283" y="10956"/>
                    <a:pt x="215" y="11405"/>
                    <a:pt x="380" y="11707"/>
                  </a:cubicBezTo>
                  <a:cubicBezTo>
                    <a:pt x="498" y="11922"/>
                    <a:pt x="702" y="11970"/>
                    <a:pt x="917" y="12009"/>
                  </a:cubicBezTo>
                  <a:cubicBezTo>
                    <a:pt x="1247" y="12051"/>
                    <a:pt x="1581" y="12071"/>
                    <a:pt x="1913" y="12071"/>
                  </a:cubicBezTo>
                  <a:cubicBezTo>
                    <a:pt x="2122" y="12071"/>
                    <a:pt x="2330" y="12063"/>
                    <a:pt x="2536" y="12048"/>
                  </a:cubicBezTo>
                  <a:cubicBezTo>
                    <a:pt x="4917" y="11951"/>
                    <a:pt x="7307" y="11687"/>
                    <a:pt x="9678" y="11444"/>
                  </a:cubicBezTo>
                  <a:cubicBezTo>
                    <a:pt x="9785" y="11424"/>
                    <a:pt x="9863" y="11307"/>
                    <a:pt x="9814" y="11200"/>
                  </a:cubicBezTo>
                  <a:cubicBezTo>
                    <a:pt x="9814" y="11131"/>
                    <a:pt x="9765" y="11073"/>
                    <a:pt x="9707" y="11053"/>
                  </a:cubicBezTo>
                  <a:cubicBezTo>
                    <a:pt x="9151" y="10917"/>
                    <a:pt x="8965" y="10224"/>
                    <a:pt x="9375" y="9824"/>
                  </a:cubicBezTo>
                  <a:lnTo>
                    <a:pt x="9453" y="9824"/>
                  </a:lnTo>
                  <a:cubicBezTo>
                    <a:pt x="9541" y="9824"/>
                    <a:pt x="9609" y="9746"/>
                    <a:pt x="9619" y="9658"/>
                  </a:cubicBezTo>
                  <a:cubicBezTo>
                    <a:pt x="9668" y="6517"/>
                    <a:pt x="9639" y="3376"/>
                    <a:pt x="9512" y="244"/>
                  </a:cubicBezTo>
                  <a:cubicBezTo>
                    <a:pt x="9512" y="205"/>
                    <a:pt x="9512" y="176"/>
                    <a:pt x="9502" y="147"/>
                  </a:cubicBezTo>
                  <a:cubicBezTo>
                    <a:pt x="9481" y="68"/>
                    <a:pt x="9413" y="16"/>
                    <a:pt x="9340" y="16"/>
                  </a:cubicBezTo>
                  <a:cubicBezTo>
                    <a:pt x="9312" y="16"/>
                    <a:pt x="9285" y="23"/>
                    <a:pt x="9258" y="39"/>
                  </a:cubicBezTo>
                  <a:cubicBezTo>
                    <a:pt x="8554" y="18"/>
                    <a:pt x="7848" y="0"/>
                    <a:pt x="7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2"/>
            <p:cNvSpPr/>
            <p:nvPr/>
          </p:nvSpPr>
          <p:spPr>
            <a:xfrm>
              <a:off x="8905325" y="3120035"/>
              <a:ext cx="137642" cy="102073"/>
            </a:xfrm>
            <a:custGeom>
              <a:rect b="b" l="l" r="r" t="t"/>
              <a:pathLst>
                <a:path extrusionOk="0" h="3524" w="4752">
                  <a:moveTo>
                    <a:pt x="4245" y="343"/>
                  </a:moveTo>
                  <a:cubicBezTo>
                    <a:pt x="4362" y="1231"/>
                    <a:pt x="4420" y="2138"/>
                    <a:pt x="4420" y="3045"/>
                  </a:cubicBezTo>
                  <a:lnTo>
                    <a:pt x="333" y="3192"/>
                  </a:lnTo>
                  <a:lnTo>
                    <a:pt x="342" y="616"/>
                  </a:lnTo>
                  <a:cubicBezTo>
                    <a:pt x="1650" y="587"/>
                    <a:pt x="2947" y="499"/>
                    <a:pt x="4245" y="343"/>
                  </a:cubicBezTo>
                  <a:close/>
                  <a:moveTo>
                    <a:pt x="4396" y="0"/>
                  </a:moveTo>
                  <a:cubicBezTo>
                    <a:pt x="4391" y="0"/>
                    <a:pt x="4386" y="1"/>
                    <a:pt x="4381" y="2"/>
                  </a:cubicBezTo>
                  <a:cubicBezTo>
                    <a:pt x="3025" y="167"/>
                    <a:pt x="1659" y="265"/>
                    <a:pt x="284" y="294"/>
                  </a:cubicBezTo>
                  <a:cubicBezTo>
                    <a:pt x="274" y="294"/>
                    <a:pt x="254" y="294"/>
                    <a:pt x="235" y="304"/>
                  </a:cubicBezTo>
                  <a:cubicBezTo>
                    <a:pt x="216" y="297"/>
                    <a:pt x="197" y="294"/>
                    <a:pt x="178" y="294"/>
                  </a:cubicBezTo>
                  <a:cubicBezTo>
                    <a:pt x="93" y="294"/>
                    <a:pt x="20" y="362"/>
                    <a:pt x="20" y="450"/>
                  </a:cubicBezTo>
                  <a:lnTo>
                    <a:pt x="1" y="3357"/>
                  </a:lnTo>
                  <a:cubicBezTo>
                    <a:pt x="1" y="3445"/>
                    <a:pt x="79" y="3523"/>
                    <a:pt x="167" y="3523"/>
                  </a:cubicBezTo>
                  <a:lnTo>
                    <a:pt x="4576" y="3367"/>
                  </a:lnTo>
                  <a:cubicBezTo>
                    <a:pt x="4674" y="3367"/>
                    <a:pt x="4742" y="3289"/>
                    <a:pt x="4742" y="3201"/>
                  </a:cubicBezTo>
                  <a:cubicBezTo>
                    <a:pt x="4752" y="2167"/>
                    <a:pt x="4684" y="1143"/>
                    <a:pt x="4537" y="119"/>
                  </a:cubicBezTo>
                  <a:cubicBezTo>
                    <a:pt x="4519" y="55"/>
                    <a:pt x="4459" y="0"/>
                    <a:pt x="4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0" name="Google Shape;6880;p122"/>
          <p:cNvSpPr/>
          <p:nvPr/>
        </p:nvSpPr>
        <p:spPr>
          <a:xfrm>
            <a:off x="6397619" y="4113975"/>
            <a:ext cx="363899" cy="465077"/>
          </a:xfrm>
          <a:custGeom>
            <a:rect b="b" l="l" r="r" t="t"/>
            <a:pathLst>
              <a:path extrusionOk="0" h="19441" w="15210">
                <a:moveTo>
                  <a:pt x="8781" y="2368"/>
                </a:moveTo>
                <a:cubicBezTo>
                  <a:pt x="9591" y="2680"/>
                  <a:pt x="10303" y="3207"/>
                  <a:pt x="10849" y="3890"/>
                </a:cubicBezTo>
                <a:cubicBezTo>
                  <a:pt x="10508" y="3870"/>
                  <a:pt x="10166" y="3870"/>
                  <a:pt x="9834" y="3870"/>
                </a:cubicBezTo>
                <a:cubicBezTo>
                  <a:pt x="9571" y="3314"/>
                  <a:pt x="9210" y="2807"/>
                  <a:pt x="8781" y="2368"/>
                </a:cubicBezTo>
                <a:close/>
                <a:moveTo>
                  <a:pt x="6674" y="1968"/>
                </a:moveTo>
                <a:cubicBezTo>
                  <a:pt x="7074" y="1968"/>
                  <a:pt x="7474" y="2007"/>
                  <a:pt x="7864" y="2095"/>
                </a:cubicBezTo>
                <a:cubicBezTo>
                  <a:pt x="8566" y="2485"/>
                  <a:pt x="9093" y="3129"/>
                  <a:pt x="9473" y="3870"/>
                </a:cubicBezTo>
                <a:cubicBezTo>
                  <a:pt x="8898" y="3890"/>
                  <a:pt x="8322" y="3929"/>
                  <a:pt x="7747" y="3978"/>
                </a:cubicBezTo>
                <a:cubicBezTo>
                  <a:pt x="7532" y="3236"/>
                  <a:pt x="7161" y="2553"/>
                  <a:pt x="6664" y="1968"/>
                </a:cubicBezTo>
                <a:close/>
                <a:moveTo>
                  <a:pt x="6235" y="1988"/>
                </a:moveTo>
                <a:cubicBezTo>
                  <a:pt x="6791" y="2553"/>
                  <a:pt x="7200" y="3246"/>
                  <a:pt x="7435" y="4007"/>
                </a:cubicBezTo>
                <a:cubicBezTo>
                  <a:pt x="6976" y="4046"/>
                  <a:pt x="6518" y="4105"/>
                  <a:pt x="6059" y="4173"/>
                </a:cubicBezTo>
                <a:lnTo>
                  <a:pt x="4937" y="4319"/>
                </a:lnTo>
                <a:cubicBezTo>
                  <a:pt x="5191" y="3519"/>
                  <a:pt x="5522" y="2749"/>
                  <a:pt x="5932" y="2017"/>
                </a:cubicBezTo>
                <a:cubicBezTo>
                  <a:pt x="6030" y="2007"/>
                  <a:pt x="6137" y="1997"/>
                  <a:pt x="6235" y="1988"/>
                </a:cubicBezTo>
                <a:close/>
                <a:moveTo>
                  <a:pt x="5522" y="2075"/>
                </a:moveTo>
                <a:lnTo>
                  <a:pt x="5522" y="2075"/>
                </a:lnTo>
                <a:cubicBezTo>
                  <a:pt x="5132" y="2807"/>
                  <a:pt x="4810" y="3578"/>
                  <a:pt x="4576" y="4368"/>
                </a:cubicBezTo>
                <a:cubicBezTo>
                  <a:pt x="4020" y="4446"/>
                  <a:pt x="3474" y="4524"/>
                  <a:pt x="2927" y="4622"/>
                </a:cubicBezTo>
                <a:cubicBezTo>
                  <a:pt x="3191" y="3900"/>
                  <a:pt x="3552" y="3217"/>
                  <a:pt x="4010" y="2592"/>
                </a:cubicBezTo>
                <a:lnTo>
                  <a:pt x="4010" y="2573"/>
                </a:lnTo>
                <a:cubicBezTo>
                  <a:pt x="4430" y="2378"/>
                  <a:pt x="4859" y="2222"/>
                  <a:pt x="5308" y="2124"/>
                </a:cubicBezTo>
                <a:cubicBezTo>
                  <a:pt x="5376" y="2105"/>
                  <a:pt x="5454" y="2085"/>
                  <a:pt x="5522" y="2075"/>
                </a:cubicBezTo>
                <a:close/>
                <a:moveTo>
                  <a:pt x="3396" y="2924"/>
                </a:moveTo>
                <a:lnTo>
                  <a:pt x="3396" y="2924"/>
                </a:lnTo>
                <a:cubicBezTo>
                  <a:pt x="3045" y="3480"/>
                  <a:pt x="2762" y="4075"/>
                  <a:pt x="2547" y="4700"/>
                </a:cubicBezTo>
                <a:cubicBezTo>
                  <a:pt x="2151" y="4777"/>
                  <a:pt x="1755" y="4864"/>
                  <a:pt x="1369" y="4970"/>
                </a:cubicBezTo>
                <a:lnTo>
                  <a:pt x="1369" y="4970"/>
                </a:lnTo>
                <a:cubicBezTo>
                  <a:pt x="1885" y="4152"/>
                  <a:pt x="2577" y="3450"/>
                  <a:pt x="3396" y="2924"/>
                </a:cubicBezTo>
                <a:close/>
                <a:moveTo>
                  <a:pt x="9981" y="4192"/>
                </a:moveTo>
                <a:cubicBezTo>
                  <a:pt x="10351" y="4192"/>
                  <a:pt x="10722" y="4202"/>
                  <a:pt x="11093" y="4222"/>
                </a:cubicBezTo>
                <a:cubicBezTo>
                  <a:pt x="11161" y="4329"/>
                  <a:pt x="11229" y="4436"/>
                  <a:pt x="11288" y="4553"/>
                </a:cubicBezTo>
                <a:cubicBezTo>
                  <a:pt x="11668" y="5256"/>
                  <a:pt x="11903" y="6026"/>
                  <a:pt x="11990" y="6817"/>
                </a:cubicBezTo>
                <a:lnTo>
                  <a:pt x="11990" y="6826"/>
                </a:lnTo>
                <a:cubicBezTo>
                  <a:pt x="11561" y="6973"/>
                  <a:pt x="11122" y="7090"/>
                  <a:pt x="10673" y="7187"/>
                </a:cubicBezTo>
                <a:cubicBezTo>
                  <a:pt x="10654" y="6963"/>
                  <a:pt x="10634" y="6739"/>
                  <a:pt x="10605" y="6524"/>
                </a:cubicBezTo>
                <a:cubicBezTo>
                  <a:pt x="10498" y="5724"/>
                  <a:pt x="10283" y="4934"/>
                  <a:pt x="9981" y="4192"/>
                </a:cubicBezTo>
                <a:close/>
                <a:moveTo>
                  <a:pt x="9630" y="4202"/>
                </a:moveTo>
                <a:lnTo>
                  <a:pt x="9630" y="4212"/>
                </a:lnTo>
                <a:cubicBezTo>
                  <a:pt x="10010" y="5100"/>
                  <a:pt x="10244" y="6046"/>
                  <a:pt x="10332" y="7021"/>
                </a:cubicBezTo>
                <a:cubicBezTo>
                  <a:pt x="10342" y="7100"/>
                  <a:pt x="10351" y="7178"/>
                  <a:pt x="10351" y="7265"/>
                </a:cubicBezTo>
                <a:cubicBezTo>
                  <a:pt x="9659" y="7412"/>
                  <a:pt x="8947" y="7519"/>
                  <a:pt x="8244" y="7617"/>
                </a:cubicBezTo>
                <a:cubicBezTo>
                  <a:pt x="8234" y="7451"/>
                  <a:pt x="8234" y="7275"/>
                  <a:pt x="8225" y="7100"/>
                </a:cubicBezTo>
                <a:cubicBezTo>
                  <a:pt x="8195" y="6153"/>
                  <a:pt x="8069" y="5217"/>
                  <a:pt x="7844" y="4300"/>
                </a:cubicBezTo>
                <a:cubicBezTo>
                  <a:pt x="8439" y="4241"/>
                  <a:pt x="9034" y="4212"/>
                  <a:pt x="9630" y="4202"/>
                </a:cubicBezTo>
                <a:close/>
                <a:moveTo>
                  <a:pt x="7522" y="4319"/>
                </a:moveTo>
                <a:lnTo>
                  <a:pt x="7522" y="4329"/>
                </a:lnTo>
                <a:cubicBezTo>
                  <a:pt x="7815" y="5373"/>
                  <a:pt x="7893" y="6504"/>
                  <a:pt x="7922" y="7490"/>
                </a:cubicBezTo>
                <a:lnTo>
                  <a:pt x="7922" y="7656"/>
                </a:lnTo>
                <a:cubicBezTo>
                  <a:pt x="7347" y="7734"/>
                  <a:pt x="6781" y="7792"/>
                  <a:pt x="6215" y="7860"/>
                </a:cubicBezTo>
                <a:cubicBezTo>
                  <a:pt x="5591" y="7939"/>
                  <a:pt x="4966" y="7997"/>
                  <a:pt x="4342" y="8036"/>
                </a:cubicBezTo>
                <a:lnTo>
                  <a:pt x="4342" y="7773"/>
                </a:lnTo>
                <a:cubicBezTo>
                  <a:pt x="4371" y="6719"/>
                  <a:pt x="4537" y="5675"/>
                  <a:pt x="4830" y="4661"/>
                </a:cubicBezTo>
                <a:lnTo>
                  <a:pt x="5932" y="4514"/>
                </a:lnTo>
                <a:cubicBezTo>
                  <a:pt x="6459" y="4436"/>
                  <a:pt x="6996" y="4378"/>
                  <a:pt x="7522" y="4319"/>
                </a:cubicBezTo>
                <a:close/>
                <a:moveTo>
                  <a:pt x="2430" y="5051"/>
                </a:moveTo>
                <a:lnTo>
                  <a:pt x="2430" y="5051"/>
                </a:lnTo>
                <a:cubicBezTo>
                  <a:pt x="2167" y="5929"/>
                  <a:pt x="1991" y="6817"/>
                  <a:pt x="1913" y="7734"/>
                </a:cubicBezTo>
                <a:cubicBezTo>
                  <a:pt x="1903" y="7841"/>
                  <a:pt x="1893" y="7958"/>
                  <a:pt x="1893" y="8065"/>
                </a:cubicBezTo>
                <a:cubicBezTo>
                  <a:pt x="1386" y="8046"/>
                  <a:pt x="879" y="7997"/>
                  <a:pt x="381" y="7929"/>
                </a:cubicBezTo>
                <a:cubicBezTo>
                  <a:pt x="411" y="7529"/>
                  <a:pt x="479" y="7139"/>
                  <a:pt x="576" y="6748"/>
                </a:cubicBezTo>
                <a:cubicBezTo>
                  <a:pt x="703" y="6270"/>
                  <a:pt x="889" y="5812"/>
                  <a:pt x="1123" y="5383"/>
                </a:cubicBezTo>
                <a:cubicBezTo>
                  <a:pt x="1552" y="5256"/>
                  <a:pt x="1991" y="5148"/>
                  <a:pt x="2430" y="5051"/>
                </a:cubicBezTo>
                <a:close/>
                <a:moveTo>
                  <a:pt x="4479" y="4709"/>
                </a:moveTo>
                <a:cubicBezTo>
                  <a:pt x="4186" y="5773"/>
                  <a:pt x="4020" y="6865"/>
                  <a:pt x="4010" y="7958"/>
                </a:cubicBezTo>
                <a:lnTo>
                  <a:pt x="4010" y="8056"/>
                </a:lnTo>
                <a:cubicBezTo>
                  <a:pt x="3614" y="8082"/>
                  <a:pt x="3213" y="8095"/>
                  <a:pt x="2813" y="8095"/>
                </a:cubicBezTo>
                <a:cubicBezTo>
                  <a:pt x="2613" y="8095"/>
                  <a:pt x="2414" y="8091"/>
                  <a:pt x="2215" y="8085"/>
                </a:cubicBezTo>
                <a:cubicBezTo>
                  <a:pt x="2235" y="7909"/>
                  <a:pt x="2245" y="7734"/>
                  <a:pt x="2264" y="7558"/>
                </a:cubicBezTo>
                <a:cubicBezTo>
                  <a:pt x="2352" y="6680"/>
                  <a:pt x="2527" y="5812"/>
                  <a:pt x="2801" y="4983"/>
                </a:cubicBezTo>
                <a:cubicBezTo>
                  <a:pt x="3357" y="4875"/>
                  <a:pt x="3913" y="4787"/>
                  <a:pt x="4479" y="4709"/>
                </a:cubicBezTo>
                <a:close/>
                <a:moveTo>
                  <a:pt x="12029" y="7158"/>
                </a:moveTo>
                <a:lnTo>
                  <a:pt x="12029" y="7158"/>
                </a:lnTo>
                <a:cubicBezTo>
                  <a:pt x="12088" y="7987"/>
                  <a:pt x="12000" y="8826"/>
                  <a:pt x="11786" y="9626"/>
                </a:cubicBezTo>
                <a:cubicBezTo>
                  <a:pt x="11376" y="9802"/>
                  <a:pt x="10956" y="9958"/>
                  <a:pt x="10547" y="10104"/>
                </a:cubicBezTo>
                <a:cubicBezTo>
                  <a:pt x="10683" y="9246"/>
                  <a:pt x="10732" y="8387"/>
                  <a:pt x="10693" y="7519"/>
                </a:cubicBezTo>
                <a:cubicBezTo>
                  <a:pt x="11142" y="7421"/>
                  <a:pt x="11590" y="7295"/>
                  <a:pt x="12029" y="7158"/>
                </a:cubicBezTo>
                <a:close/>
                <a:moveTo>
                  <a:pt x="10371" y="7587"/>
                </a:moveTo>
                <a:lnTo>
                  <a:pt x="10371" y="7587"/>
                </a:lnTo>
                <a:cubicBezTo>
                  <a:pt x="10400" y="8465"/>
                  <a:pt x="10342" y="9343"/>
                  <a:pt x="10195" y="10212"/>
                </a:cubicBezTo>
                <a:cubicBezTo>
                  <a:pt x="9464" y="10446"/>
                  <a:pt x="8722" y="10651"/>
                  <a:pt x="7981" y="10807"/>
                </a:cubicBezTo>
                <a:cubicBezTo>
                  <a:pt x="8147" y="9860"/>
                  <a:pt x="8234" y="8904"/>
                  <a:pt x="8244" y="7939"/>
                </a:cubicBezTo>
                <a:cubicBezTo>
                  <a:pt x="8956" y="7851"/>
                  <a:pt x="9669" y="7734"/>
                  <a:pt x="10371" y="7587"/>
                </a:cubicBezTo>
                <a:close/>
                <a:moveTo>
                  <a:pt x="362" y="8251"/>
                </a:moveTo>
                <a:lnTo>
                  <a:pt x="362" y="8251"/>
                </a:lnTo>
                <a:cubicBezTo>
                  <a:pt x="859" y="8319"/>
                  <a:pt x="1367" y="8368"/>
                  <a:pt x="1864" y="8387"/>
                </a:cubicBezTo>
                <a:cubicBezTo>
                  <a:pt x="1815" y="9343"/>
                  <a:pt x="1845" y="10309"/>
                  <a:pt x="2079" y="11207"/>
                </a:cubicBezTo>
                <a:cubicBezTo>
                  <a:pt x="1768" y="11187"/>
                  <a:pt x="1447" y="11158"/>
                  <a:pt x="1126" y="11119"/>
                </a:cubicBezTo>
                <a:lnTo>
                  <a:pt x="1126" y="11119"/>
                </a:lnTo>
                <a:cubicBezTo>
                  <a:pt x="1089" y="11064"/>
                  <a:pt x="1052" y="11008"/>
                  <a:pt x="1015" y="10953"/>
                </a:cubicBezTo>
                <a:cubicBezTo>
                  <a:pt x="547" y="10124"/>
                  <a:pt x="323" y="9187"/>
                  <a:pt x="362" y="8251"/>
                </a:cubicBezTo>
                <a:close/>
                <a:moveTo>
                  <a:pt x="7922" y="7987"/>
                </a:moveTo>
                <a:lnTo>
                  <a:pt x="7922" y="7987"/>
                </a:lnTo>
                <a:cubicBezTo>
                  <a:pt x="7903" y="8953"/>
                  <a:pt x="7805" y="9919"/>
                  <a:pt x="7630" y="10865"/>
                </a:cubicBezTo>
                <a:cubicBezTo>
                  <a:pt x="6677" y="11050"/>
                  <a:pt x="5724" y="11177"/>
                  <a:pt x="4752" y="11226"/>
                </a:cubicBezTo>
                <a:lnTo>
                  <a:pt x="4752" y="11226"/>
                </a:lnTo>
                <a:cubicBezTo>
                  <a:pt x="4479" y="10299"/>
                  <a:pt x="4342" y="9333"/>
                  <a:pt x="4342" y="8368"/>
                </a:cubicBezTo>
                <a:cubicBezTo>
                  <a:pt x="4966" y="8329"/>
                  <a:pt x="5591" y="8270"/>
                  <a:pt x="6215" y="8192"/>
                </a:cubicBezTo>
                <a:cubicBezTo>
                  <a:pt x="6771" y="8124"/>
                  <a:pt x="7347" y="8065"/>
                  <a:pt x="7922" y="7987"/>
                </a:cubicBezTo>
                <a:close/>
                <a:moveTo>
                  <a:pt x="4010" y="8387"/>
                </a:moveTo>
                <a:cubicBezTo>
                  <a:pt x="4010" y="9353"/>
                  <a:pt x="4147" y="10309"/>
                  <a:pt x="4410" y="11246"/>
                </a:cubicBezTo>
                <a:cubicBezTo>
                  <a:pt x="4140" y="11254"/>
                  <a:pt x="3867" y="11258"/>
                  <a:pt x="3594" y="11258"/>
                </a:cubicBezTo>
                <a:cubicBezTo>
                  <a:pt x="3207" y="11258"/>
                  <a:pt x="2819" y="11249"/>
                  <a:pt x="2430" y="11226"/>
                </a:cubicBezTo>
                <a:cubicBezTo>
                  <a:pt x="2167" y="10329"/>
                  <a:pt x="2137" y="9353"/>
                  <a:pt x="2196" y="8407"/>
                </a:cubicBezTo>
                <a:lnTo>
                  <a:pt x="2196" y="8407"/>
                </a:lnTo>
                <a:cubicBezTo>
                  <a:pt x="2410" y="8414"/>
                  <a:pt x="2624" y="8417"/>
                  <a:pt x="2839" y="8417"/>
                </a:cubicBezTo>
                <a:cubicBezTo>
                  <a:pt x="3229" y="8417"/>
                  <a:pt x="3620" y="8406"/>
                  <a:pt x="4010" y="8387"/>
                </a:cubicBezTo>
                <a:close/>
                <a:moveTo>
                  <a:pt x="11659" y="10026"/>
                </a:moveTo>
                <a:lnTo>
                  <a:pt x="11659" y="10026"/>
                </a:lnTo>
                <a:cubicBezTo>
                  <a:pt x="11620" y="10153"/>
                  <a:pt x="11571" y="10290"/>
                  <a:pt x="11522" y="10407"/>
                </a:cubicBezTo>
                <a:cubicBezTo>
                  <a:pt x="11210" y="11177"/>
                  <a:pt x="10703" y="11851"/>
                  <a:pt x="10049" y="12358"/>
                </a:cubicBezTo>
                <a:cubicBezTo>
                  <a:pt x="10225" y="11733"/>
                  <a:pt x="10371" y="11099"/>
                  <a:pt x="10488" y="10455"/>
                </a:cubicBezTo>
                <a:cubicBezTo>
                  <a:pt x="10878" y="10319"/>
                  <a:pt x="11268" y="10182"/>
                  <a:pt x="11659" y="10026"/>
                </a:cubicBezTo>
                <a:close/>
                <a:moveTo>
                  <a:pt x="1367" y="11470"/>
                </a:moveTo>
                <a:lnTo>
                  <a:pt x="1367" y="11470"/>
                </a:lnTo>
                <a:cubicBezTo>
                  <a:pt x="1640" y="11499"/>
                  <a:pt x="1913" y="11519"/>
                  <a:pt x="2176" y="11538"/>
                </a:cubicBezTo>
                <a:cubicBezTo>
                  <a:pt x="2313" y="11948"/>
                  <a:pt x="2488" y="12329"/>
                  <a:pt x="2723" y="12689"/>
                </a:cubicBezTo>
                <a:lnTo>
                  <a:pt x="2732" y="12699"/>
                </a:lnTo>
                <a:cubicBezTo>
                  <a:pt x="2206" y="12377"/>
                  <a:pt x="1747" y="11958"/>
                  <a:pt x="1367" y="11470"/>
                </a:cubicBezTo>
                <a:close/>
                <a:moveTo>
                  <a:pt x="10127" y="10573"/>
                </a:moveTo>
                <a:cubicBezTo>
                  <a:pt x="10000" y="11275"/>
                  <a:pt x="9825" y="11968"/>
                  <a:pt x="9620" y="12660"/>
                </a:cubicBezTo>
                <a:cubicBezTo>
                  <a:pt x="8917" y="13089"/>
                  <a:pt x="8137" y="13382"/>
                  <a:pt x="7327" y="13509"/>
                </a:cubicBezTo>
                <a:cubicBezTo>
                  <a:pt x="7561" y="12738"/>
                  <a:pt x="7766" y="11948"/>
                  <a:pt x="7922" y="11158"/>
                </a:cubicBezTo>
                <a:cubicBezTo>
                  <a:pt x="8664" y="11002"/>
                  <a:pt x="9405" y="10807"/>
                  <a:pt x="10127" y="10573"/>
                </a:cubicBezTo>
                <a:close/>
                <a:moveTo>
                  <a:pt x="4508" y="11568"/>
                </a:moveTo>
                <a:cubicBezTo>
                  <a:pt x="4752" y="12290"/>
                  <a:pt x="5103" y="12972"/>
                  <a:pt x="5561" y="13577"/>
                </a:cubicBezTo>
                <a:lnTo>
                  <a:pt x="5571" y="13587"/>
                </a:lnTo>
                <a:cubicBezTo>
                  <a:pt x="5093" y="13548"/>
                  <a:pt x="4615" y="13460"/>
                  <a:pt x="4147" y="13324"/>
                </a:cubicBezTo>
                <a:cubicBezTo>
                  <a:pt x="3884" y="13255"/>
                  <a:pt x="3630" y="13158"/>
                  <a:pt x="3386" y="13050"/>
                </a:cubicBezTo>
                <a:cubicBezTo>
                  <a:pt x="3376" y="13041"/>
                  <a:pt x="3376" y="13021"/>
                  <a:pt x="3366" y="13021"/>
                </a:cubicBezTo>
                <a:cubicBezTo>
                  <a:pt x="2996" y="12592"/>
                  <a:pt x="2713" y="12094"/>
                  <a:pt x="2527" y="11568"/>
                </a:cubicBezTo>
                <a:lnTo>
                  <a:pt x="2527" y="11568"/>
                </a:lnTo>
                <a:cubicBezTo>
                  <a:pt x="2859" y="11582"/>
                  <a:pt x="3191" y="11590"/>
                  <a:pt x="3521" y="11590"/>
                </a:cubicBezTo>
                <a:cubicBezTo>
                  <a:pt x="3852" y="11590"/>
                  <a:pt x="4181" y="11582"/>
                  <a:pt x="4508" y="11568"/>
                </a:cubicBezTo>
                <a:close/>
                <a:moveTo>
                  <a:pt x="7561" y="11216"/>
                </a:moveTo>
                <a:lnTo>
                  <a:pt x="7561" y="11216"/>
                </a:lnTo>
                <a:cubicBezTo>
                  <a:pt x="7405" y="12007"/>
                  <a:pt x="7200" y="12787"/>
                  <a:pt x="6966" y="13558"/>
                </a:cubicBezTo>
                <a:cubicBezTo>
                  <a:pt x="6713" y="13588"/>
                  <a:pt x="6454" y="13600"/>
                  <a:pt x="6193" y="13600"/>
                </a:cubicBezTo>
                <a:cubicBezTo>
                  <a:pt x="6113" y="13600"/>
                  <a:pt x="6032" y="13599"/>
                  <a:pt x="5952" y="13597"/>
                </a:cubicBezTo>
                <a:cubicBezTo>
                  <a:pt x="5952" y="13567"/>
                  <a:pt x="5942" y="13528"/>
                  <a:pt x="5913" y="13509"/>
                </a:cubicBezTo>
                <a:cubicBezTo>
                  <a:pt x="5444" y="12924"/>
                  <a:pt x="5083" y="12260"/>
                  <a:pt x="4840" y="11548"/>
                </a:cubicBezTo>
                <a:cubicBezTo>
                  <a:pt x="5757" y="11499"/>
                  <a:pt x="6664" y="11382"/>
                  <a:pt x="7561" y="11216"/>
                </a:cubicBezTo>
                <a:close/>
                <a:moveTo>
                  <a:pt x="7596" y="1171"/>
                </a:moveTo>
                <a:cubicBezTo>
                  <a:pt x="9186" y="1171"/>
                  <a:pt x="10727" y="1740"/>
                  <a:pt x="11864" y="2885"/>
                </a:cubicBezTo>
                <a:cubicBezTo>
                  <a:pt x="13122" y="4153"/>
                  <a:pt x="13473" y="5861"/>
                  <a:pt x="13473" y="7597"/>
                </a:cubicBezTo>
                <a:cubicBezTo>
                  <a:pt x="13473" y="9295"/>
                  <a:pt x="13103" y="11080"/>
                  <a:pt x="11922" y="12368"/>
                </a:cubicBezTo>
                <a:cubicBezTo>
                  <a:pt x="11376" y="12963"/>
                  <a:pt x="10683" y="13411"/>
                  <a:pt x="9922" y="13675"/>
                </a:cubicBezTo>
                <a:cubicBezTo>
                  <a:pt x="9112" y="13948"/>
                  <a:pt x="8244" y="13977"/>
                  <a:pt x="7396" y="14045"/>
                </a:cubicBezTo>
                <a:lnTo>
                  <a:pt x="7396" y="13860"/>
                </a:lnTo>
                <a:cubicBezTo>
                  <a:pt x="7396" y="13850"/>
                  <a:pt x="7396" y="13850"/>
                  <a:pt x="7396" y="13850"/>
                </a:cubicBezTo>
                <a:cubicBezTo>
                  <a:pt x="8839" y="13616"/>
                  <a:pt x="10195" y="12953"/>
                  <a:pt x="11083" y="11821"/>
                </a:cubicBezTo>
                <a:cubicBezTo>
                  <a:pt x="12478" y="10036"/>
                  <a:pt x="12703" y="7295"/>
                  <a:pt x="11932" y="5197"/>
                </a:cubicBezTo>
                <a:cubicBezTo>
                  <a:pt x="11776" y="4768"/>
                  <a:pt x="11561" y="4358"/>
                  <a:pt x="11307" y="3978"/>
                </a:cubicBezTo>
                <a:cubicBezTo>
                  <a:pt x="11298" y="3968"/>
                  <a:pt x="11288" y="3958"/>
                  <a:pt x="11278" y="3948"/>
                </a:cubicBezTo>
                <a:cubicBezTo>
                  <a:pt x="10488" y="2827"/>
                  <a:pt x="9308" y="2056"/>
                  <a:pt x="7971" y="1773"/>
                </a:cubicBezTo>
                <a:cubicBezTo>
                  <a:pt x="7961" y="1773"/>
                  <a:pt x="7942" y="1773"/>
                  <a:pt x="7932" y="1763"/>
                </a:cubicBezTo>
                <a:cubicBezTo>
                  <a:pt x="7708" y="1724"/>
                  <a:pt x="7483" y="1685"/>
                  <a:pt x="7259" y="1666"/>
                </a:cubicBezTo>
                <a:lnTo>
                  <a:pt x="7288" y="1178"/>
                </a:lnTo>
                <a:cubicBezTo>
                  <a:pt x="7391" y="1173"/>
                  <a:pt x="7494" y="1171"/>
                  <a:pt x="7596" y="1171"/>
                </a:cubicBezTo>
                <a:close/>
                <a:moveTo>
                  <a:pt x="7528" y="336"/>
                </a:moveTo>
                <a:cubicBezTo>
                  <a:pt x="7914" y="336"/>
                  <a:pt x="8301" y="359"/>
                  <a:pt x="8683" y="407"/>
                </a:cubicBezTo>
                <a:cubicBezTo>
                  <a:pt x="10078" y="563"/>
                  <a:pt x="11395" y="1119"/>
                  <a:pt x="12478" y="2017"/>
                </a:cubicBezTo>
                <a:cubicBezTo>
                  <a:pt x="14010" y="3285"/>
                  <a:pt x="14624" y="5187"/>
                  <a:pt x="14761" y="7129"/>
                </a:cubicBezTo>
                <a:lnTo>
                  <a:pt x="14771" y="7139"/>
                </a:lnTo>
                <a:cubicBezTo>
                  <a:pt x="14907" y="9051"/>
                  <a:pt x="14605" y="11060"/>
                  <a:pt x="13454" y="12650"/>
                </a:cubicBezTo>
                <a:cubicBezTo>
                  <a:pt x="12108" y="14507"/>
                  <a:pt x="9888" y="14897"/>
                  <a:pt x="7735" y="14897"/>
                </a:cubicBezTo>
                <a:cubicBezTo>
                  <a:pt x="7625" y="14897"/>
                  <a:pt x="7515" y="14896"/>
                  <a:pt x="7405" y="14894"/>
                </a:cubicBezTo>
                <a:lnTo>
                  <a:pt x="7396" y="14377"/>
                </a:lnTo>
                <a:cubicBezTo>
                  <a:pt x="8800" y="14260"/>
                  <a:pt x="10147" y="14172"/>
                  <a:pt x="11337" y="13314"/>
                </a:cubicBezTo>
                <a:cubicBezTo>
                  <a:pt x="12351" y="12572"/>
                  <a:pt x="13093" y="11499"/>
                  <a:pt x="13444" y="10280"/>
                </a:cubicBezTo>
                <a:cubicBezTo>
                  <a:pt x="14254" y="7578"/>
                  <a:pt x="13922" y="4075"/>
                  <a:pt x="11590" y="2212"/>
                </a:cubicBezTo>
                <a:cubicBezTo>
                  <a:pt x="10465" y="1322"/>
                  <a:pt x="9074" y="846"/>
                  <a:pt x="7648" y="846"/>
                </a:cubicBezTo>
                <a:cubicBezTo>
                  <a:pt x="7480" y="846"/>
                  <a:pt x="7311" y="852"/>
                  <a:pt x="7142" y="866"/>
                </a:cubicBezTo>
                <a:cubicBezTo>
                  <a:pt x="7044" y="866"/>
                  <a:pt x="6976" y="934"/>
                  <a:pt x="6976" y="1022"/>
                </a:cubicBezTo>
                <a:lnTo>
                  <a:pt x="6937" y="1656"/>
                </a:lnTo>
                <a:cubicBezTo>
                  <a:pt x="6830" y="1646"/>
                  <a:pt x="6725" y="1641"/>
                  <a:pt x="6620" y="1641"/>
                </a:cubicBezTo>
                <a:cubicBezTo>
                  <a:pt x="6515" y="1641"/>
                  <a:pt x="6410" y="1646"/>
                  <a:pt x="6303" y="1656"/>
                </a:cubicBezTo>
                <a:lnTo>
                  <a:pt x="6254" y="1656"/>
                </a:lnTo>
                <a:cubicBezTo>
                  <a:pt x="6274" y="1315"/>
                  <a:pt x="6254" y="807"/>
                  <a:pt x="6391" y="544"/>
                </a:cubicBezTo>
                <a:cubicBezTo>
                  <a:pt x="6498" y="349"/>
                  <a:pt x="6800" y="358"/>
                  <a:pt x="7035" y="349"/>
                </a:cubicBezTo>
                <a:cubicBezTo>
                  <a:pt x="7198" y="340"/>
                  <a:pt x="7363" y="336"/>
                  <a:pt x="7528" y="336"/>
                </a:cubicBezTo>
                <a:close/>
                <a:moveTo>
                  <a:pt x="7064" y="13889"/>
                </a:moveTo>
                <a:cubicBezTo>
                  <a:pt x="7083" y="14914"/>
                  <a:pt x="7093" y="15938"/>
                  <a:pt x="7113" y="16962"/>
                </a:cubicBezTo>
                <a:cubicBezTo>
                  <a:pt x="7113" y="17050"/>
                  <a:pt x="7181" y="17118"/>
                  <a:pt x="7269" y="17128"/>
                </a:cubicBezTo>
                <a:lnTo>
                  <a:pt x="7278" y="17138"/>
                </a:lnTo>
                <a:cubicBezTo>
                  <a:pt x="8313" y="17206"/>
                  <a:pt x="9132" y="18026"/>
                  <a:pt x="9220" y="19050"/>
                </a:cubicBezTo>
                <a:lnTo>
                  <a:pt x="4713" y="19109"/>
                </a:lnTo>
                <a:cubicBezTo>
                  <a:pt x="4830" y="18650"/>
                  <a:pt x="5074" y="18240"/>
                  <a:pt x="5425" y="17928"/>
                </a:cubicBezTo>
                <a:cubicBezTo>
                  <a:pt x="5688" y="17694"/>
                  <a:pt x="6157" y="17587"/>
                  <a:pt x="6274" y="17236"/>
                </a:cubicBezTo>
                <a:cubicBezTo>
                  <a:pt x="6410" y="16797"/>
                  <a:pt x="6303" y="16153"/>
                  <a:pt x="6313" y="15694"/>
                </a:cubicBezTo>
                <a:lnTo>
                  <a:pt x="6352" y="13938"/>
                </a:lnTo>
                <a:cubicBezTo>
                  <a:pt x="6596" y="13938"/>
                  <a:pt x="6830" y="13919"/>
                  <a:pt x="7064" y="13889"/>
                </a:cubicBezTo>
                <a:close/>
                <a:moveTo>
                  <a:pt x="7428" y="0"/>
                </a:moveTo>
                <a:cubicBezTo>
                  <a:pt x="7141" y="0"/>
                  <a:pt x="6857" y="20"/>
                  <a:pt x="6586" y="76"/>
                </a:cubicBezTo>
                <a:cubicBezTo>
                  <a:pt x="6400" y="115"/>
                  <a:pt x="6196" y="163"/>
                  <a:pt x="6098" y="339"/>
                </a:cubicBezTo>
                <a:cubicBezTo>
                  <a:pt x="6020" y="466"/>
                  <a:pt x="6049" y="651"/>
                  <a:pt x="6030" y="797"/>
                </a:cubicBezTo>
                <a:cubicBezTo>
                  <a:pt x="6000" y="1100"/>
                  <a:pt x="5961" y="1393"/>
                  <a:pt x="5932" y="1685"/>
                </a:cubicBezTo>
                <a:cubicBezTo>
                  <a:pt x="3786" y="1939"/>
                  <a:pt x="1932" y="3275"/>
                  <a:pt x="898" y="5119"/>
                </a:cubicBezTo>
                <a:cubicBezTo>
                  <a:pt x="869" y="5148"/>
                  <a:pt x="850" y="5178"/>
                  <a:pt x="840" y="5226"/>
                </a:cubicBezTo>
                <a:cubicBezTo>
                  <a:pt x="596" y="5675"/>
                  <a:pt x="401" y="6163"/>
                  <a:pt x="254" y="6661"/>
                </a:cubicBezTo>
                <a:cubicBezTo>
                  <a:pt x="147" y="7109"/>
                  <a:pt x="79" y="7568"/>
                  <a:pt x="59" y="8036"/>
                </a:cubicBezTo>
                <a:cubicBezTo>
                  <a:pt x="50" y="8065"/>
                  <a:pt x="50" y="8104"/>
                  <a:pt x="59" y="8134"/>
                </a:cubicBezTo>
                <a:cubicBezTo>
                  <a:pt x="1" y="10212"/>
                  <a:pt x="947" y="12172"/>
                  <a:pt x="2927" y="13197"/>
                </a:cubicBezTo>
                <a:cubicBezTo>
                  <a:pt x="3893" y="13675"/>
                  <a:pt x="4957" y="13928"/>
                  <a:pt x="6030" y="13948"/>
                </a:cubicBezTo>
                <a:cubicBezTo>
                  <a:pt x="6020" y="14494"/>
                  <a:pt x="6010" y="15050"/>
                  <a:pt x="5991" y="15597"/>
                </a:cubicBezTo>
                <a:cubicBezTo>
                  <a:pt x="5991" y="15870"/>
                  <a:pt x="5981" y="16143"/>
                  <a:pt x="5981" y="16416"/>
                </a:cubicBezTo>
                <a:cubicBezTo>
                  <a:pt x="5971" y="16787"/>
                  <a:pt x="5991" y="17099"/>
                  <a:pt x="5688" y="17343"/>
                </a:cubicBezTo>
                <a:cubicBezTo>
                  <a:pt x="5015" y="17870"/>
                  <a:pt x="4527" y="18357"/>
                  <a:pt x="4352" y="19226"/>
                </a:cubicBezTo>
                <a:cubicBezTo>
                  <a:pt x="4323" y="19333"/>
                  <a:pt x="4401" y="19431"/>
                  <a:pt x="4508" y="19440"/>
                </a:cubicBezTo>
                <a:lnTo>
                  <a:pt x="9405" y="19382"/>
                </a:lnTo>
                <a:cubicBezTo>
                  <a:pt x="9493" y="19382"/>
                  <a:pt x="9561" y="19304"/>
                  <a:pt x="9561" y="19216"/>
                </a:cubicBezTo>
                <a:cubicBezTo>
                  <a:pt x="9551" y="17996"/>
                  <a:pt x="8644" y="16982"/>
                  <a:pt x="7435" y="16826"/>
                </a:cubicBezTo>
                <a:lnTo>
                  <a:pt x="7415" y="15216"/>
                </a:lnTo>
                <a:lnTo>
                  <a:pt x="7415" y="15216"/>
                </a:lnTo>
                <a:cubicBezTo>
                  <a:pt x="7538" y="15218"/>
                  <a:pt x="7661" y="15220"/>
                  <a:pt x="7785" y="15220"/>
                </a:cubicBezTo>
                <a:cubicBezTo>
                  <a:pt x="9780" y="15220"/>
                  <a:pt x="11911" y="14896"/>
                  <a:pt x="13307" y="13353"/>
                </a:cubicBezTo>
                <a:cubicBezTo>
                  <a:pt x="14751" y="11753"/>
                  <a:pt x="15210" y="9519"/>
                  <a:pt x="15112" y="7421"/>
                </a:cubicBezTo>
                <a:cubicBezTo>
                  <a:pt x="15015" y="5363"/>
                  <a:pt x="14429" y="3285"/>
                  <a:pt x="12829" y="1890"/>
                </a:cubicBezTo>
                <a:cubicBezTo>
                  <a:pt x="11668" y="876"/>
                  <a:pt x="10215" y="251"/>
                  <a:pt x="8683" y="85"/>
                </a:cubicBezTo>
                <a:cubicBezTo>
                  <a:pt x="8281" y="45"/>
                  <a:pt x="7852" y="0"/>
                  <a:pt x="7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2"/>
          <p:cNvSpPr/>
          <p:nvPr/>
        </p:nvSpPr>
        <p:spPr>
          <a:xfrm>
            <a:off x="6428792" y="3638927"/>
            <a:ext cx="301555" cy="371389"/>
          </a:xfrm>
          <a:custGeom>
            <a:rect b="b" l="l" r="r" t="t"/>
            <a:pathLst>
              <a:path extrusionOk="0" h="12822" w="10411">
                <a:moveTo>
                  <a:pt x="3240" y="744"/>
                </a:moveTo>
                <a:cubicBezTo>
                  <a:pt x="3903" y="1134"/>
                  <a:pt x="4469" y="1573"/>
                  <a:pt x="4810" y="2334"/>
                </a:cubicBezTo>
                <a:cubicBezTo>
                  <a:pt x="5113" y="2988"/>
                  <a:pt x="5259" y="3700"/>
                  <a:pt x="5230" y="4412"/>
                </a:cubicBezTo>
                <a:cubicBezTo>
                  <a:pt x="5220" y="4441"/>
                  <a:pt x="5210" y="4461"/>
                  <a:pt x="5210" y="4490"/>
                </a:cubicBezTo>
                <a:cubicBezTo>
                  <a:pt x="4947" y="3085"/>
                  <a:pt x="4128" y="1885"/>
                  <a:pt x="3240" y="744"/>
                </a:cubicBezTo>
                <a:close/>
                <a:moveTo>
                  <a:pt x="7319" y="1278"/>
                </a:moveTo>
                <a:cubicBezTo>
                  <a:pt x="7352" y="1278"/>
                  <a:pt x="7373" y="1303"/>
                  <a:pt x="7376" y="1359"/>
                </a:cubicBezTo>
                <a:cubicBezTo>
                  <a:pt x="7386" y="1593"/>
                  <a:pt x="6966" y="2051"/>
                  <a:pt x="6849" y="2256"/>
                </a:cubicBezTo>
                <a:cubicBezTo>
                  <a:pt x="6654" y="2578"/>
                  <a:pt x="6479" y="2900"/>
                  <a:pt x="6323" y="3232"/>
                </a:cubicBezTo>
                <a:cubicBezTo>
                  <a:pt x="6079" y="3710"/>
                  <a:pt x="5864" y="4197"/>
                  <a:pt x="5669" y="4695"/>
                </a:cubicBezTo>
                <a:lnTo>
                  <a:pt x="5659" y="4695"/>
                </a:lnTo>
                <a:cubicBezTo>
                  <a:pt x="5669" y="4617"/>
                  <a:pt x="5679" y="4529"/>
                  <a:pt x="5679" y="4441"/>
                </a:cubicBezTo>
                <a:cubicBezTo>
                  <a:pt x="5747" y="4080"/>
                  <a:pt x="5845" y="3729"/>
                  <a:pt x="5952" y="3388"/>
                </a:cubicBezTo>
                <a:cubicBezTo>
                  <a:pt x="6088" y="2978"/>
                  <a:pt x="6254" y="2588"/>
                  <a:pt x="6449" y="2207"/>
                </a:cubicBezTo>
                <a:cubicBezTo>
                  <a:pt x="6540" y="2042"/>
                  <a:pt x="7131" y="1278"/>
                  <a:pt x="7319" y="1278"/>
                </a:cubicBezTo>
                <a:close/>
                <a:moveTo>
                  <a:pt x="2967" y="1137"/>
                </a:moveTo>
                <a:cubicBezTo>
                  <a:pt x="3821" y="2245"/>
                  <a:pt x="4606" y="3432"/>
                  <a:pt x="4801" y="4822"/>
                </a:cubicBezTo>
                <a:cubicBezTo>
                  <a:pt x="4401" y="4275"/>
                  <a:pt x="3884" y="3836"/>
                  <a:pt x="3269" y="3544"/>
                </a:cubicBezTo>
                <a:cubicBezTo>
                  <a:pt x="3269" y="3524"/>
                  <a:pt x="3269" y="3505"/>
                  <a:pt x="3269" y="3495"/>
                </a:cubicBezTo>
                <a:cubicBezTo>
                  <a:pt x="3065" y="2719"/>
                  <a:pt x="2958" y="1933"/>
                  <a:pt x="2967" y="1137"/>
                </a:cubicBezTo>
                <a:close/>
                <a:moveTo>
                  <a:pt x="2257" y="3746"/>
                </a:moveTo>
                <a:cubicBezTo>
                  <a:pt x="3449" y="3746"/>
                  <a:pt x="4662" y="5090"/>
                  <a:pt x="4996" y="6109"/>
                </a:cubicBezTo>
                <a:cubicBezTo>
                  <a:pt x="4996" y="6168"/>
                  <a:pt x="5015" y="6217"/>
                  <a:pt x="5054" y="6246"/>
                </a:cubicBezTo>
                <a:cubicBezTo>
                  <a:pt x="5103" y="6302"/>
                  <a:pt x="5165" y="6326"/>
                  <a:pt x="5226" y="6326"/>
                </a:cubicBezTo>
                <a:cubicBezTo>
                  <a:pt x="5337" y="6326"/>
                  <a:pt x="5445" y="6245"/>
                  <a:pt x="5464" y="6119"/>
                </a:cubicBezTo>
                <a:cubicBezTo>
                  <a:pt x="5552" y="5866"/>
                  <a:pt x="5688" y="5622"/>
                  <a:pt x="5854" y="5407"/>
                </a:cubicBezTo>
                <a:cubicBezTo>
                  <a:pt x="5874" y="5397"/>
                  <a:pt x="5884" y="5368"/>
                  <a:pt x="5893" y="5349"/>
                </a:cubicBezTo>
                <a:cubicBezTo>
                  <a:pt x="6335" y="4808"/>
                  <a:pt x="6967" y="4464"/>
                  <a:pt x="7663" y="4464"/>
                </a:cubicBezTo>
                <a:cubicBezTo>
                  <a:pt x="7859" y="4464"/>
                  <a:pt x="8060" y="4491"/>
                  <a:pt x="8264" y="4549"/>
                </a:cubicBezTo>
                <a:cubicBezTo>
                  <a:pt x="9698" y="4978"/>
                  <a:pt x="9981" y="6568"/>
                  <a:pt x="9669" y="7846"/>
                </a:cubicBezTo>
                <a:cubicBezTo>
                  <a:pt x="9415" y="8900"/>
                  <a:pt x="8879" y="9924"/>
                  <a:pt x="8254" y="10812"/>
                </a:cubicBezTo>
                <a:cubicBezTo>
                  <a:pt x="7932" y="11270"/>
                  <a:pt x="7571" y="11768"/>
                  <a:pt x="7093" y="12060"/>
                </a:cubicBezTo>
                <a:cubicBezTo>
                  <a:pt x="6860" y="12203"/>
                  <a:pt x="6575" y="12284"/>
                  <a:pt x="6305" y="12284"/>
                </a:cubicBezTo>
                <a:cubicBezTo>
                  <a:pt x="5852" y="12284"/>
                  <a:pt x="5436" y="12057"/>
                  <a:pt x="5357" y="11514"/>
                </a:cubicBezTo>
                <a:cubicBezTo>
                  <a:pt x="5336" y="11405"/>
                  <a:pt x="5243" y="11354"/>
                  <a:pt x="5147" y="11354"/>
                </a:cubicBezTo>
                <a:cubicBezTo>
                  <a:pt x="5064" y="11354"/>
                  <a:pt x="4978" y="11393"/>
                  <a:pt x="4937" y="11465"/>
                </a:cubicBezTo>
                <a:cubicBezTo>
                  <a:pt x="4569" y="12078"/>
                  <a:pt x="4151" y="12320"/>
                  <a:pt x="3733" y="12320"/>
                </a:cubicBezTo>
                <a:cubicBezTo>
                  <a:pt x="2967" y="12320"/>
                  <a:pt x="2202" y="11505"/>
                  <a:pt x="1747" y="10665"/>
                </a:cubicBezTo>
                <a:cubicBezTo>
                  <a:pt x="1181" y="9573"/>
                  <a:pt x="801" y="8383"/>
                  <a:pt x="645" y="7163"/>
                </a:cubicBezTo>
                <a:cubicBezTo>
                  <a:pt x="479" y="6012"/>
                  <a:pt x="440" y="4188"/>
                  <a:pt x="1864" y="3797"/>
                </a:cubicBezTo>
                <a:cubicBezTo>
                  <a:pt x="1994" y="3763"/>
                  <a:pt x="2125" y="3746"/>
                  <a:pt x="2257" y="3746"/>
                </a:cubicBezTo>
                <a:close/>
                <a:moveTo>
                  <a:pt x="2786" y="1"/>
                </a:moveTo>
                <a:cubicBezTo>
                  <a:pt x="2668" y="1"/>
                  <a:pt x="2557" y="94"/>
                  <a:pt x="2557" y="227"/>
                </a:cubicBezTo>
                <a:cubicBezTo>
                  <a:pt x="2450" y="1280"/>
                  <a:pt x="2528" y="2334"/>
                  <a:pt x="2772" y="3368"/>
                </a:cubicBezTo>
                <a:cubicBezTo>
                  <a:pt x="2603" y="3328"/>
                  <a:pt x="2435" y="3306"/>
                  <a:pt x="2266" y="3306"/>
                </a:cubicBezTo>
                <a:cubicBezTo>
                  <a:pt x="2191" y="3306"/>
                  <a:pt x="2115" y="3310"/>
                  <a:pt x="2040" y="3319"/>
                </a:cubicBezTo>
                <a:cubicBezTo>
                  <a:pt x="342" y="3495"/>
                  <a:pt x="1" y="5436"/>
                  <a:pt x="138" y="6812"/>
                </a:cubicBezTo>
                <a:cubicBezTo>
                  <a:pt x="323" y="8548"/>
                  <a:pt x="850" y="10499"/>
                  <a:pt x="1991" y="11875"/>
                </a:cubicBezTo>
                <a:cubicBezTo>
                  <a:pt x="2430" y="12402"/>
                  <a:pt x="3045" y="12821"/>
                  <a:pt x="3767" y="12821"/>
                </a:cubicBezTo>
                <a:cubicBezTo>
                  <a:pt x="4371" y="12812"/>
                  <a:pt x="4742" y="12519"/>
                  <a:pt x="5064" y="12099"/>
                </a:cubicBezTo>
                <a:cubicBezTo>
                  <a:pt x="5297" y="12542"/>
                  <a:pt x="5754" y="12727"/>
                  <a:pt x="6243" y="12727"/>
                </a:cubicBezTo>
                <a:cubicBezTo>
                  <a:pt x="6736" y="12727"/>
                  <a:pt x="7263" y="12539"/>
                  <a:pt x="7630" y="12236"/>
                </a:cubicBezTo>
                <a:cubicBezTo>
                  <a:pt x="8937" y="11153"/>
                  <a:pt x="9961" y="9114"/>
                  <a:pt x="10205" y="7446"/>
                </a:cubicBezTo>
                <a:cubicBezTo>
                  <a:pt x="10410" y="6012"/>
                  <a:pt x="9786" y="4451"/>
                  <a:pt x="8274" y="4080"/>
                </a:cubicBezTo>
                <a:cubicBezTo>
                  <a:pt x="8071" y="4031"/>
                  <a:pt x="7866" y="4007"/>
                  <a:pt x="7661" y="4007"/>
                </a:cubicBezTo>
                <a:cubicBezTo>
                  <a:pt x="7174" y="4007"/>
                  <a:pt x="6693" y="4144"/>
                  <a:pt x="6274" y="4412"/>
                </a:cubicBezTo>
                <a:cubicBezTo>
                  <a:pt x="6479" y="3924"/>
                  <a:pt x="6713" y="3446"/>
                  <a:pt x="6966" y="2968"/>
                </a:cubicBezTo>
                <a:cubicBezTo>
                  <a:pt x="7259" y="2422"/>
                  <a:pt x="7727" y="1895"/>
                  <a:pt x="7952" y="1320"/>
                </a:cubicBezTo>
                <a:cubicBezTo>
                  <a:pt x="7971" y="1241"/>
                  <a:pt x="7952" y="1154"/>
                  <a:pt x="7893" y="1095"/>
                </a:cubicBezTo>
                <a:cubicBezTo>
                  <a:pt x="7694" y="853"/>
                  <a:pt x="7496" y="755"/>
                  <a:pt x="7307" y="755"/>
                </a:cubicBezTo>
                <a:cubicBezTo>
                  <a:pt x="6856" y="755"/>
                  <a:pt x="6451" y="1305"/>
                  <a:pt x="6176" y="1759"/>
                </a:cubicBezTo>
                <a:cubicBezTo>
                  <a:pt x="5923" y="2178"/>
                  <a:pt x="5718" y="2637"/>
                  <a:pt x="5562" y="3105"/>
                </a:cubicBezTo>
                <a:cubicBezTo>
                  <a:pt x="5493" y="2841"/>
                  <a:pt x="5415" y="2588"/>
                  <a:pt x="5318" y="2344"/>
                </a:cubicBezTo>
                <a:cubicBezTo>
                  <a:pt x="4810" y="1144"/>
                  <a:pt x="4010" y="627"/>
                  <a:pt x="2898" y="32"/>
                </a:cubicBezTo>
                <a:cubicBezTo>
                  <a:pt x="2863" y="10"/>
                  <a:pt x="2824" y="1"/>
                  <a:pt x="2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2" name="Google Shape;6882;p122"/>
          <p:cNvGrpSpPr/>
          <p:nvPr/>
        </p:nvGrpSpPr>
        <p:grpSpPr>
          <a:xfrm>
            <a:off x="6909702" y="4241443"/>
            <a:ext cx="328347" cy="210141"/>
            <a:chOff x="9065854" y="2422331"/>
            <a:chExt cx="328347" cy="210141"/>
          </a:xfrm>
        </p:grpSpPr>
        <p:sp>
          <p:nvSpPr>
            <p:cNvPr id="6883" name="Google Shape;6883;p122"/>
            <p:cNvSpPr/>
            <p:nvPr/>
          </p:nvSpPr>
          <p:spPr>
            <a:xfrm>
              <a:off x="9065854" y="2422331"/>
              <a:ext cx="328347" cy="210141"/>
            </a:xfrm>
            <a:custGeom>
              <a:rect b="b" l="l" r="r" t="t"/>
              <a:pathLst>
                <a:path extrusionOk="0" h="7255" w="11336">
                  <a:moveTo>
                    <a:pt x="8369" y="325"/>
                  </a:moveTo>
                  <a:cubicBezTo>
                    <a:pt x="9234" y="325"/>
                    <a:pt x="10100" y="572"/>
                    <a:pt x="10858" y="1065"/>
                  </a:cubicBezTo>
                  <a:cubicBezTo>
                    <a:pt x="11004" y="2929"/>
                    <a:pt x="11004" y="4802"/>
                    <a:pt x="10858" y="6675"/>
                  </a:cubicBezTo>
                  <a:cubicBezTo>
                    <a:pt x="10092" y="6215"/>
                    <a:pt x="9225" y="5983"/>
                    <a:pt x="8358" y="5983"/>
                  </a:cubicBezTo>
                  <a:cubicBezTo>
                    <a:pt x="7513" y="5983"/>
                    <a:pt x="6667" y="6203"/>
                    <a:pt x="5912" y="6646"/>
                  </a:cubicBezTo>
                  <a:cubicBezTo>
                    <a:pt x="6000" y="4782"/>
                    <a:pt x="5990" y="2919"/>
                    <a:pt x="5892" y="1056"/>
                  </a:cubicBezTo>
                  <a:cubicBezTo>
                    <a:pt x="6647" y="569"/>
                    <a:pt x="7507" y="325"/>
                    <a:pt x="8369" y="325"/>
                  </a:cubicBezTo>
                  <a:close/>
                  <a:moveTo>
                    <a:pt x="3498" y="415"/>
                  </a:moveTo>
                  <a:cubicBezTo>
                    <a:pt x="4212" y="415"/>
                    <a:pt x="4914" y="586"/>
                    <a:pt x="5561" y="1026"/>
                  </a:cubicBezTo>
                  <a:cubicBezTo>
                    <a:pt x="5658" y="2899"/>
                    <a:pt x="5668" y="4773"/>
                    <a:pt x="5590" y="6636"/>
                  </a:cubicBezTo>
                  <a:cubicBezTo>
                    <a:pt x="4932" y="6230"/>
                    <a:pt x="4227" y="6069"/>
                    <a:pt x="3510" y="6069"/>
                  </a:cubicBezTo>
                  <a:cubicBezTo>
                    <a:pt x="2452" y="6069"/>
                    <a:pt x="1369" y="6420"/>
                    <a:pt x="380" y="6850"/>
                  </a:cubicBezTo>
                  <a:cubicBezTo>
                    <a:pt x="449" y="4977"/>
                    <a:pt x="429" y="3104"/>
                    <a:pt x="332" y="1241"/>
                  </a:cubicBezTo>
                  <a:cubicBezTo>
                    <a:pt x="1322" y="802"/>
                    <a:pt x="2425" y="415"/>
                    <a:pt x="3498" y="415"/>
                  </a:cubicBezTo>
                  <a:close/>
                  <a:moveTo>
                    <a:pt x="8366" y="0"/>
                  </a:moveTo>
                  <a:cubicBezTo>
                    <a:pt x="7480" y="0"/>
                    <a:pt x="6592" y="242"/>
                    <a:pt x="5805" y="724"/>
                  </a:cubicBezTo>
                  <a:cubicBezTo>
                    <a:pt x="5780" y="705"/>
                    <a:pt x="5747" y="699"/>
                    <a:pt x="5714" y="699"/>
                  </a:cubicBezTo>
                  <a:cubicBezTo>
                    <a:pt x="5695" y="699"/>
                    <a:pt x="5676" y="701"/>
                    <a:pt x="5658" y="704"/>
                  </a:cubicBezTo>
                  <a:cubicBezTo>
                    <a:pt x="4982" y="259"/>
                    <a:pt x="4250" y="84"/>
                    <a:pt x="3505" y="84"/>
                  </a:cubicBezTo>
                  <a:cubicBezTo>
                    <a:pt x="2358" y="84"/>
                    <a:pt x="1180" y="499"/>
                    <a:pt x="127" y="978"/>
                  </a:cubicBezTo>
                  <a:cubicBezTo>
                    <a:pt x="107" y="987"/>
                    <a:pt x="98" y="997"/>
                    <a:pt x="78" y="1007"/>
                  </a:cubicBezTo>
                  <a:cubicBezTo>
                    <a:pt x="29" y="1036"/>
                    <a:pt x="0" y="1085"/>
                    <a:pt x="10" y="1143"/>
                  </a:cubicBezTo>
                  <a:cubicBezTo>
                    <a:pt x="117" y="3104"/>
                    <a:pt x="127" y="5055"/>
                    <a:pt x="49" y="7016"/>
                  </a:cubicBezTo>
                  <a:cubicBezTo>
                    <a:pt x="8" y="7139"/>
                    <a:pt x="104" y="7255"/>
                    <a:pt x="222" y="7255"/>
                  </a:cubicBezTo>
                  <a:cubicBezTo>
                    <a:pt x="245" y="7255"/>
                    <a:pt x="269" y="7250"/>
                    <a:pt x="293" y="7241"/>
                  </a:cubicBezTo>
                  <a:cubicBezTo>
                    <a:pt x="1285" y="6785"/>
                    <a:pt x="2396" y="6389"/>
                    <a:pt x="3482" y="6389"/>
                  </a:cubicBezTo>
                  <a:cubicBezTo>
                    <a:pt x="4211" y="6389"/>
                    <a:pt x="4928" y="6568"/>
                    <a:pt x="5590" y="7026"/>
                  </a:cubicBezTo>
                  <a:cubicBezTo>
                    <a:pt x="5609" y="7036"/>
                    <a:pt x="5639" y="7046"/>
                    <a:pt x="5668" y="7046"/>
                  </a:cubicBezTo>
                  <a:cubicBezTo>
                    <a:pt x="5696" y="7074"/>
                    <a:pt x="5731" y="7089"/>
                    <a:pt x="5767" y="7089"/>
                  </a:cubicBezTo>
                  <a:cubicBezTo>
                    <a:pt x="5793" y="7089"/>
                    <a:pt x="5819" y="7081"/>
                    <a:pt x="5844" y="7065"/>
                  </a:cubicBezTo>
                  <a:cubicBezTo>
                    <a:pt x="6605" y="6558"/>
                    <a:pt x="7480" y="6304"/>
                    <a:pt x="8357" y="6304"/>
                  </a:cubicBezTo>
                  <a:cubicBezTo>
                    <a:pt x="9234" y="6304"/>
                    <a:pt x="10112" y="6558"/>
                    <a:pt x="10877" y="7065"/>
                  </a:cubicBezTo>
                  <a:cubicBezTo>
                    <a:pt x="10901" y="7081"/>
                    <a:pt x="10929" y="7088"/>
                    <a:pt x="10957" y="7088"/>
                  </a:cubicBezTo>
                  <a:cubicBezTo>
                    <a:pt x="11000" y="7088"/>
                    <a:pt x="11043" y="7071"/>
                    <a:pt x="11073" y="7036"/>
                  </a:cubicBezTo>
                  <a:cubicBezTo>
                    <a:pt x="11131" y="7007"/>
                    <a:pt x="11170" y="6958"/>
                    <a:pt x="11170" y="6889"/>
                  </a:cubicBezTo>
                  <a:cubicBezTo>
                    <a:pt x="11336" y="4909"/>
                    <a:pt x="11336" y="2919"/>
                    <a:pt x="11170" y="948"/>
                  </a:cubicBezTo>
                  <a:cubicBezTo>
                    <a:pt x="11170" y="861"/>
                    <a:pt x="11102" y="802"/>
                    <a:pt x="11024" y="792"/>
                  </a:cubicBezTo>
                  <a:cubicBezTo>
                    <a:pt x="10216" y="264"/>
                    <a:pt x="9292" y="0"/>
                    <a:pt x="8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2"/>
            <p:cNvSpPr/>
            <p:nvPr/>
          </p:nvSpPr>
          <p:spPr>
            <a:xfrm>
              <a:off x="9091982" y="2509548"/>
              <a:ext cx="123304" cy="25518"/>
            </a:xfrm>
            <a:custGeom>
              <a:rect b="b" l="l" r="r" t="t"/>
              <a:pathLst>
                <a:path extrusionOk="0" h="881" w="4257">
                  <a:moveTo>
                    <a:pt x="2662" y="0"/>
                  </a:moveTo>
                  <a:cubicBezTo>
                    <a:pt x="1803" y="0"/>
                    <a:pt x="948" y="197"/>
                    <a:pt x="161" y="581"/>
                  </a:cubicBezTo>
                  <a:cubicBezTo>
                    <a:pt x="0" y="657"/>
                    <a:pt x="104" y="881"/>
                    <a:pt x="262" y="881"/>
                  </a:cubicBezTo>
                  <a:cubicBezTo>
                    <a:pt x="286" y="881"/>
                    <a:pt x="311" y="876"/>
                    <a:pt x="337" y="864"/>
                  </a:cubicBezTo>
                  <a:cubicBezTo>
                    <a:pt x="1065" y="506"/>
                    <a:pt x="1862" y="322"/>
                    <a:pt x="2665" y="322"/>
                  </a:cubicBezTo>
                  <a:cubicBezTo>
                    <a:pt x="3110" y="322"/>
                    <a:pt x="3557" y="379"/>
                    <a:pt x="3995" y="493"/>
                  </a:cubicBezTo>
                  <a:cubicBezTo>
                    <a:pt x="4007" y="496"/>
                    <a:pt x="4019" y="497"/>
                    <a:pt x="4030" y="497"/>
                  </a:cubicBezTo>
                  <a:cubicBezTo>
                    <a:pt x="4199" y="497"/>
                    <a:pt x="4256" y="236"/>
                    <a:pt x="4073" y="181"/>
                  </a:cubicBezTo>
                  <a:cubicBezTo>
                    <a:pt x="3609" y="60"/>
                    <a:pt x="3135"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2"/>
            <p:cNvSpPr/>
            <p:nvPr/>
          </p:nvSpPr>
          <p:spPr>
            <a:xfrm>
              <a:off x="9091982" y="2553634"/>
              <a:ext cx="123217" cy="25518"/>
            </a:xfrm>
            <a:custGeom>
              <a:rect b="b" l="l" r="r" t="t"/>
              <a:pathLst>
                <a:path extrusionOk="0" h="881" w="4254">
                  <a:moveTo>
                    <a:pt x="2662" y="0"/>
                  </a:moveTo>
                  <a:cubicBezTo>
                    <a:pt x="1803" y="0"/>
                    <a:pt x="948" y="197"/>
                    <a:pt x="161" y="581"/>
                  </a:cubicBezTo>
                  <a:cubicBezTo>
                    <a:pt x="0" y="657"/>
                    <a:pt x="104" y="881"/>
                    <a:pt x="262" y="881"/>
                  </a:cubicBezTo>
                  <a:cubicBezTo>
                    <a:pt x="286" y="881"/>
                    <a:pt x="311" y="875"/>
                    <a:pt x="337" y="864"/>
                  </a:cubicBezTo>
                  <a:cubicBezTo>
                    <a:pt x="1065" y="506"/>
                    <a:pt x="1861" y="326"/>
                    <a:pt x="2663" y="326"/>
                  </a:cubicBezTo>
                  <a:cubicBezTo>
                    <a:pt x="3109" y="326"/>
                    <a:pt x="3557" y="382"/>
                    <a:pt x="3995" y="493"/>
                  </a:cubicBezTo>
                  <a:cubicBezTo>
                    <a:pt x="4010" y="497"/>
                    <a:pt x="4024" y="499"/>
                    <a:pt x="4038" y="499"/>
                  </a:cubicBezTo>
                  <a:cubicBezTo>
                    <a:pt x="4201" y="499"/>
                    <a:pt x="4254" y="244"/>
                    <a:pt x="4073" y="181"/>
                  </a:cubicBezTo>
                  <a:cubicBezTo>
                    <a:pt x="3609" y="60"/>
                    <a:pt x="3135"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2"/>
            <p:cNvSpPr/>
            <p:nvPr/>
          </p:nvSpPr>
          <p:spPr>
            <a:xfrm>
              <a:off x="9253293" y="2468561"/>
              <a:ext cx="116526" cy="25547"/>
            </a:xfrm>
            <a:custGeom>
              <a:rect b="b" l="l" r="r" t="t"/>
              <a:pathLst>
                <a:path extrusionOk="0" h="882" w="4023">
                  <a:moveTo>
                    <a:pt x="2513" y="1"/>
                  </a:moveTo>
                  <a:cubicBezTo>
                    <a:pt x="1698" y="1"/>
                    <a:pt x="889" y="198"/>
                    <a:pt x="153" y="582"/>
                  </a:cubicBezTo>
                  <a:cubicBezTo>
                    <a:pt x="1" y="658"/>
                    <a:pt x="98" y="881"/>
                    <a:pt x="241" y="881"/>
                  </a:cubicBezTo>
                  <a:cubicBezTo>
                    <a:pt x="263" y="881"/>
                    <a:pt x="286" y="876"/>
                    <a:pt x="309" y="864"/>
                  </a:cubicBezTo>
                  <a:cubicBezTo>
                    <a:pt x="993" y="507"/>
                    <a:pt x="1750" y="322"/>
                    <a:pt x="2510" y="322"/>
                  </a:cubicBezTo>
                  <a:cubicBezTo>
                    <a:pt x="2931" y="322"/>
                    <a:pt x="3352" y="379"/>
                    <a:pt x="3763" y="494"/>
                  </a:cubicBezTo>
                  <a:cubicBezTo>
                    <a:pt x="3777" y="497"/>
                    <a:pt x="3790" y="499"/>
                    <a:pt x="3803" y="499"/>
                  </a:cubicBezTo>
                  <a:cubicBezTo>
                    <a:pt x="3968" y="499"/>
                    <a:pt x="4022" y="227"/>
                    <a:pt x="3850" y="182"/>
                  </a:cubicBezTo>
                  <a:cubicBezTo>
                    <a:pt x="3411" y="60"/>
                    <a:pt x="2961" y="1"/>
                    <a:pt x="2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2"/>
            <p:cNvSpPr/>
            <p:nvPr/>
          </p:nvSpPr>
          <p:spPr>
            <a:xfrm>
              <a:off x="9253293" y="2509548"/>
              <a:ext cx="116526" cy="25518"/>
            </a:xfrm>
            <a:custGeom>
              <a:rect b="b" l="l" r="r" t="t"/>
              <a:pathLst>
                <a:path extrusionOk="0" h="881" w="4023">
                  <a:moveTo>
                    <a:pt x="2513" y="0"/>
                  </a:moveTo>
                  <a:cubicBezTo>
                    <a:pt x="1698" y="0"/>
                    <a:pt x="889" y="197"/>
                    <a:pt x="153" y="581"/>
                  </a:cubicBezTo>
                  <a:cubicBezTo>
                    <a:pt x="1" y="657"/>
                    <a:pt x="98" y="881"/>
                    <a:pt x="241" y="881"/>
                  </a:cubicBezTo>
                  <a:cubicBezTo>
                    <a:pt x="263" y="881"/>
                    <a:pt x="286" y="876"/>
                    <a:pt x="309" y="864"/>
                  </a:cubicBezTo>
                  <a:cubicBezTo>
                    <a:pt x="993" y="506"/>
                    <a:pt x="1750" y="322"/>
                    <a:pt x="2510" y="322"/>
                  </a:cubicBezTo>
                  <a:cubicBezTo>
                    <a:pt x="2931" y="322"/>
                    <a:pt x="3352" y="379"/>
                    <a:pt x="3763" y="493"/>
                  </a:cubicBezTo>
                  <a:cubicBezTo>
                    <a:pt x="3777" y="497"/>
                    <a:pt x="3790" y="498"/>
                    <a:pt x="3803" y="498"/>
                  </a:cubicBezTo>
                  <a:cubicBezTo>
                    <a:pt x="3968" y="498"/>
                    <a:pt x="4022" y="226"/>
                    <a:pt x="3850" y="181"/>
                  </a:cubicBezTo>
                  <a:cubicBezTo>
                    <a:pt x="3411" y="60"/>
                    <a:pt x="2961" y="0"/>
                    <a:pt x="2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2"/>
            <p:cNvSpPr/>
            <p:nvPr/>
          </p:nvSpPr>
          <p:spPr>
            <a:xfrm>
              <a:off x="9253293" y="2553634"/>
              <a:ext cx="116526" cy="25518"/>
            </a:xfrm>
            <a:custGeom>
              <a:rect b="b" l="l" r="r" t="t"/>
              <a:pathLst>
                <a:path extrusionOk="0" h="881" w="4023">
                  <a:moveTo>
                    <a:pt x="2513" y="0"/>
                  </a:moveTo>
                  <a:cubicBezTo>
                    <a:pt x="1698" y="0"/>
                    <a:pt x="889" y="197"/>
                    <a:pt x="153" y="581"/>
                  </a:cubicBezTo>
                  <a:cubicBezTo>
                    <a:pt x="1" y="657"/>
                    <a:pt x="98" y="881"/>
                    <a:pt x="241" y="881"/>
                  </a:cubicBezTo>
                  <a:cubicBezTo>
                    <a:pt x="263" y="881"/>
                    <a:pt x="286" y="875"/>
                    <a:pt x="309" y="864"/>
                  </a:cubicBezTo>
                  <a:cubicBezTo>
                    <a:pt x="993" y="506"/>
                    <a:pt x="1749" y="326"/>
                    <a:pt x="2508" y="326"/>
                  </a:cubicBezTo>
                  <a:cubicBezTo>
                    <a:pt x="2930" y="326"/>
                    <a:pt x="3352" y="382"/>
                    <a:pt x="3763" y="493"/>
                  </a:cubicBezTo>
                  <a:cubicBezTo>
                    <a:pt x="3777" y="497"/>
                    <a:pt x="3790" y="498"/>
                    <a:pt x="3803" y="498"/>
                  </a:cubicBezTo>
                  <a:cubicBezTo>
                    <a:pt x="3968" y="498"/>
                    <a:pt x="4022" y="226"/>
                    <a:pt x="3850" y="181"/>
                  </a:cubicBezTo>
                  <a:cubicBezTo>
                    <a:pt x="3411" y="60"/>
                    <a:pt x="2961" y="0"/>
                    <a:pt x="2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2"/>
            <p:cNvSpPr/>
            <p:nvPr/>
          </p:nvSpPr>
          <p:spPr>
            <a:xfrm>
              <a:off x="9095356" y="2468561"/>
              <a:ext cx="116526" cy="25547"/>
            </a:xfrm>
            <a:custGeom>
              <a:rect b="b" l="l" r="r" t="t"/>
              <a:pathLst>
                <a:path extrusionOk="0" h="882" w="4023">
                  <a:moveTo>
                    <a:pt x="2513" y="1"/>
                  </a:moveTo>
                  <a:cubicBezTo>
                    <a:pt x="1698" y="1"/>
                    <a:pt x="889" y="198"/>
                    <a:pt x="153" y="582"/>
                  </a:cubicBezTo>
                  <a:cubicBezTo>
                    <a:pt x="1" y="658"/>
                    <a:pt x="98" y="881"/>
                    <a:pt x="241" y="881"/>
                  </a:cubicBezTo>
                  <a:cubicBezTo>
                    <a:pt x="263" y="881"/>
                    <a:pt x="286" y="876"/>
                    <a:pt x="309" y="864"/>
                  </a:cubicBezTo>
                  <a:cubicBezTo>
                    <a:pt x="993" y="507"/>
                    <a:pt x="1750" y="322"/>
                    <a:pt x="2510" y="322"/>
                  </a:cubicBezTo>
                  <a:cubicBezTo>
                    <a:pt x="2931" y="322"/>
                    <a:pt x="3352" y="379"/>
                    <a:pt x="3763" y="494"/>
                  </a:cubicBezTo>
                  <a:cubicBezTo>
                    <a:pt x="3777" y="497"/>
                    <a:pt x="3790" y="499"/>
                    <a:pt x="3803" y="499"/>
                  </a:cubicBezTo>
                  <a:cubicBezTo>
                    <a:pt x="3968" y="499"/>
                    <a:pt x="4022" y="227"/>
                    <a:pt x="3850" y="182"/>
                  </a:cubicBezTo>
                  <a:cubicBezTo>
                    <a:pt x="3411" y="60"/>
                    <a:pt x="2961" y="1"/>
                    <a:pt x="2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3" name="Shape 6893"/>
        <p:cNvGrpSpPr/>
        <p:nvPr/>
      </p:nvGrpSpPr>
      <p:grpSpPr>
        <a:xfrm>
          <a:off x="0" y="0"/>
          <a:ext cx="0" cy="0"/>
          <a:chOff x="0" y="0"/>
          <a:chExt cx="0" cy="0"/>
        </a:xfrm>
      </p:grpSpPr>
      <p:sp>
        <p:nvSpPr>
          <p:cNvPr id="6894" name="Google Shape;6894;p123"/>
          <p:cNvSpPr txBox="1"/>
          <p:nvPr>
            <p:ph type="title"/>
          </p:nvPr>
        </p:nvSpPr>
        <p:spPr>
          <a:xfrm>
            <a:off x="2215950" y="758950"/>
            <a:ext cx="4712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a:t>
            </a:r>
            <a:r>
              <a:rPr lang="en"/>
              <a:t> Premium Resources</a:t>
            </a:r>
            <a:endParaRPr/>
          </a:p>
        </p:txBody>
      </p:sp>
      <p:grpSp>
        <p:nvGrpSpPr>
          <p:cNvPr id="6895" name="Google Shape;6895;p123"/>
          <p:cNvGrpSpPr/>
          <p:nvPr/>
        </p:nvGrpSpPr>
        <p:grpSpPr>
          <a:xfrm>
            <a:off x="1165624" y="1441008"/>
            <a:ext cx="2764531" cy="2436828"/>
            <a:chOff x="1082425" y="1441000"/>
            <a:chExt cx="2930702" cy="2583301"/>
          </a:xfrm>
        </p:grpSpPr>
        <p:sp>
          <p:nvSpPr>
            <p:cNvPr id="6896" name="Google Shape;6896;p123"/>
            <p:cNvSpPr/>
            <p:nvPr/>
          </p:nvSpPr>
          <p:spPr>
            <a:xfrm>
              <a:off x="1763515" y="2072177"/>
              <a:ext cx="1094008" cy="1119598"/>
            </a:xfrm>
            <a:custGeom>
              <a:rect b="b" l="l" r="r" t="t"/>
              <a:pathLst>
                <a:path extrusionOk="0" h="9669" w="9448">
                  <a:moveTo>
                    <a:pt x="4508" y="0"/>
                  </a:moveTo>
                  <a:cubicBezTo>
                    <a:pt x="4487" y="0"/>
                    <a:pt x="4466" y="6"/>
                    <a:pt x="4447" y="18"/>
                  </a:cubicBezTo>
                  <a:cubicBezTo>
                    <a:pt x="4436" y="24"/>
                    <a:pt x="4419" y="24"/>
                    <a:pt x="4419" y="24"/>
                  </a:cubicBezTo>
                  <a:cubicBezTo>
                    <a:pt x="4411" y="13"/>
                    <a:pt x="4403" y="10"/>
                    <a:pt x="4394" y="10"/>
                  </a:cubicBezTo>
                  <a:cubicBezTo>
                    <a:pt x="4380" y="10"/>
                    <a:pt x="4366" y="18"/>
                    <a:pt x="4349" y="18"/>
                  </a:cubicBezTo>
                  <a:lnTo>
                    <a:pt x="4256" y="18"/>
                  </a:lnTo>
                  <a:lnTo>
                    <a:pt x="4240" y="45"/>
                  </a:lnTo>
                  <a:cubicBezTo>
                    <a:pt x="4233" y="25"/>
                    <a:pt x="4231" y="17"/>
                    <a:pt x="4221" y="17"/>
                  </a:cubicBezTo>
                  <a:cubicBezTo>
                    <a:pt x="4216" y="17"/>
                    <a:pt x="4209" y="20"/>
                    <a:pt x="4197" y="24"/>
                  </a:cubicBezTo>
                  <a:cubicBezTo>
                    <a:pt x="4194" y="26"/>
                    <a:pt x="4190" y="28"/>
                    <a:pt x="4186" y="28"/>
                  </a:cubicBezTo>
                  <a:cubicBezTo>
                    <a:pt x="4182" y="28"/>
                    <a:pt x="4178" y="26"/>
                    <a:pt x="4175" y="24"/>
                  </a:cubicBezTo>
                  <a:cubicBezTo>
                    <a:pt x="4168" y="16"/>
                    <a:pt x="4161" y="14"/>
                    <a:pt x="4155" y="14"/>
                  </a:cubicBezTo>
                  <a:cubicBezTo>
                    <a:pt x="4142" y="14"/>
                    <a:pt x="4131" y="24"/>
                    <a:pt x="4120" y="24"/>
                  </a:cubicBezTo>
                  <a:cubicBezTo>
                    <a:pt x="4102" y="24"/>
                    <a:pt x="4084" y="38"/>
                    <a:pt x="4068" y="38"/>
                  </a:cubicBezTo>
                  <a:cubicBezTo>
                    <a:pt x="4059" y="38"/>
                    <a:pt x="4052" y="34"/>
                    <a:pt x="4044" y="24"/>
                  </a:cubicBezTo>
                  <a:cubicBezTo>
                    <a:pt x="4038" y="31"/>
                    <a:pt x="4033" y="34"/>
                    <a:pt x="4027" y="34"/>
                  </a:cubicBezTo>
                  <a:cubicBezTo>
                    <a:pt x="4016" y="34"/>
                    <a:pt x="4005" y="22"/>
                    <a:pt x="3993" y="22"/>
                  </a:cubicBezTo>
                  <a:cubicBezTo>
                    <a:pt x="3990" y="22"/>
                    <a:pt x="3987" y="22"/>
                    <a:pt x="3985" y="24"/>
                  </a:cubicBezTo>
                  <a:cubicBezTo>
                    <a:pt x="3968" y="34"/>
                    <a:pt x="3952" y="51"/>
                    <a:pt x="3941" y="67"/>
                  </a:cubicBezTo>
                  <a:lnTo>
                    <a:pt x="3865" y="40"/>
                  </a:lnTo>
                  <a:cubicBezTo>
                    <a:pt x="3865" y="45"/>
                    <a:pt x="3865" y="51"/>
                    <a:pt x="3865" y="62"/>
                  </a:cubicBezTo>
                  <a:cubicBezTo>
                    <a:pt x="3837" y="71"/>
                    <a:pt x="3804" y="77"/>
                    <a:pt x="3772" y="77"/>
                  </a:cubicBezTo>
                  <a:cubicBezTo>
                    <a:pt x="3748" y="77"/>
                    <a:pt x="3725" y="74"/>
                    <a:pt x="3702" y="67"/>
                  </a:cubicBezTo>
                  <a:cubicBezTo>
                    <a:pt x="3689" y="67"/>
                    <a:pt x="3672" y="60"/>
                    <a:pt x="3663" y="60"/>
                  </a:cubicBezTo>
                  <a:cubicBezTo>
                    <a:pt x="3661" y="60"/>
                    <a:pt x="3660" y="61"/>
                    <a:pt x="3658" y="62"/>
                  </a:cubicBezTo>
                  <a:cubicBezTo>
                    <a:pt x="3648" y="78"/>
                    <a:pt x="3637" y="94"/>
                    <a:pt x="3631" y="116"/>
                  </a:cubicBezTo>
                  <a:cubicBezTo>
                    <a:pt x="3620" y="113"/>
                    <a:pt x="3609" y="112"/>
                    <a:pt x="3598" y="112"/>
                  </a:cubicBezTo>
                  <a:cubicBezTo>
                    <a:pt x="3566" y="112"/>
                    <a:pt x="3536" y="123"/>
                    <a:pt x="3512" y="143"/>
                  </a:cubicBezTo>
                  <a:lnTo>
                    <a:pt x="3479" y="105"/>
                  </a:lnTo>
                  <a:cubicBezTo>
                    <a:pt x="3463" y="121"/>
                    <a:pt x="3452" y="132"/>
                    <a:pt x="3446" y="143"/>
                  </a:cubicBezTo>
                  <a:cubicBezTo>
                    <a:pt x="3438" y="133"/>
                    <a:pt x="3430" y="130"/>
                    <a:pt x="3422" y="130"/>
                  </a:cubicBezTo>
                  <a:cubicBezTo>
                    <a:pt x="3409" y="130"/>
                    <a:pt x="3395" y="140"/>
                    <a:pt x="3381" y="143"/>
                  </a:cubicBezTo>
                  <a:cubicBezTo>
                    <a:pt x="3365" y="154"/>
                    <a:pt x="3332" y="149"/>
                    <a:pt x="3321" y="181"/>
                  </a:cubicBezTo>
                  <a:cubicBezTo>
                    <a:pt x="3316" y="192"/>
                    <a:pt x="3262" y="181"/>
                    <a:pt x="3251" y="197"/>
                  </a:cubicBezTo>
                  <a:cubicBezTo>
                    <a:pt x="3243" y="207"/>
                    <a:pt x="3235" y="210"/>
                    <a:pt x="3229" y="210"/>
                  </a:cubicBezTo>
                  <a:cubicBezTo>
                    <a:pt x="3213" y="210"/>
                    <a:pt x="3201" y="189"/>
                    <a:pt x="3188" y="189"/>
                  </a:cubicBezTo>
                  <a:cubicBezTo>
                    <a:pt x="3185" y="189"/>
                    <a:pt x="3183" y="190"/>
                    <a:pt x="3180" y="192"/>
                  </a:cubicBezTo>
                  <a:lnTo>
                    <a:pt x="3169" y="197"/>
                  </a:lnTo>
                  <a:lnTo>
                    <a:pt x="3191" y="230"/>
                  </a:lnTo>
                  <a:cubicBezTo>
                    <a:pt x="3172" y="230"/>
                    <a:pt x="3146" y="242"/>
                    <a:pt x="3135" y="242"/>
                  </a:cubicBezTo>
                  <a:cubicBezTo>
                    <a:pt x="3133" y="242"/>
                    <a:pt x="3132" y="242"/>
                    <a:pt x="3131" y="241"/>
                  </a:cubicBezTo>
                  <a:cubicBezTo>
                    <a:pt x="3127" y="236"/>
                    <a:pt x="3122" y="234"/>
                    <a:pt x="3117" y="234"/>
                  </a:cubicBezTo>
                  <a:cubicBezTo>
                    <a:pt x="3104" y="234"/>
                    <a:pt x="3090" y="247"/>
                    <a:pt x="3080" y="247"/>
                  </a:cubicBezTo>
                  <a:cubicBezTo>
                    <a:pt x="3074" y="247"/>
                    <a:pt x="3069" y="243"/>
                    <a:pt x="3066" y="230"/>
                  </a:cubicBezTo>
                  <a:lnTo>
                    <a:pt x="3001" y="263"/>
                  </a:lnTo>
                  <a:lnTo>
                    <a:pt x="3039" y="279"/>
                  </a:lnTo>
                  <a:cubicBezTo>
                    <a:pt x="3028" y="284"/>
                    <a:pt x="3012" y="290"/>
                    <a:pt x="2995" y="290"/>
                  </a:cubicBezTo>
                  <a:cubicBezTo>
                    <a:pt x="2984" y="290"/>
                    <a:pt x="2963" y="284"/>
                    <a:pt x="2963" y="284"/>
                  </a:cubicBezTo>
                  <a:cubicBezTo>
                    <a:pt x="2919" y="333"/>
                    <a:pt x="2854" y="323"/>
                    <a:pt x="2810" y="361"/>
                  </a:cubicBezTo>
                  <a:lnTo>
                    <a:pt x="2821" y="377"/>
                  </a:lnTo>
                  <a:cubicBezTo>
                    <a:pt x="2794" y="382"/>
                    <a:pt x="2767" y="377"/>
                    <a:pt x="2751" y="393"/>
                  </a:cubicBezTo>
                  <a:cubicBezTo>
                    <a:pt x="2669" y="453"/>
                    <a:pt x="2566" y="480"/>
                    <a:pt x="2484" y="540"/>
                  </a:cubicBezTo>
                  <a:cubicBezTo>
                    <a:pt x="2430" y="578"/>
                    <a:pt x="2370" y="616"/>
                    <a:pt x="2310" y="649"/>
                  </a:cubicBezTo>
                  <a:cubicBezTo>
                    <a:pt x="2261" y="670"/>
                    <a:pt x="2213" y="703"/>
                    <a:pt x="2169" y="736"/>
                  </a:cubicBezTo>
                  <a:cubicBezTo>
                    <a:pt x="2098" y="779"/>
                    <a:pt x="2022" y="823"/>
                    <a:pt x="1957" y="872"/>
                  </a:cubicBezTo>
                  <a:cubicBezTo>
                    <a:pt x="1908" y="904"/>
                    <a:pt x="1875" y="953"/>
                    <a:pt x="1810" y="969"/>
                  </a:cubicBezTo>
                  <a:cubicBezTo>
                    <a:pt x="1799" y="969"/>
                    <a:pt x="1789" y="980"/>
                    <a:pt x="1783" y="991"/>
                  </a:cubicBezTo>
                  <a:cubicBezTo>
                    <a:pt x="1761" y="1024"/>
                    <a:pt x="1729" y="1045"/>
                    <a:pt x="1696" y="1062"/>
                  </a:cubicBezTo>
                  <a:cubicBezTo>
                    <a:pt x="1680" y="1067"/>
                    <a:pt x="1669" y="1078"/>
                    <a:pt x="1653" y="1089"/>
                  </a:cubicBezTo>
                  <a:cubicBezTo>
                    <a:pt x="1631" y="1111"/>
                    <a:pt x="1615" y="1149"/>
                    <a:pt x="1593" y="1149"/>
                  </a:cubicBezTo>
                  <a:cubicBezTo>
                    <a:pt x="1544" y="1149"/>
                    <a:pt x="1549" y="1198"/>
                    <a:pt x="1522" y="1214"/>
                  </a:cubicBezTo>
                  <a:cubicBezTo>
                    <a:pt x="1506" y="1225"/>
                    <a:pt x="1484" y="1241"/>
                    <a:pt x="1468" y="1257"/>
                  </a:cubicBezTo>
                  <a:cubicBezTo>
                    <a:pt x="1451" y="1274"/>
                    <a:pt x="1430" y="1290"/>
                    <a:pt x="1424" y="1306"/>
                  </a:cubicBezTo>
                  <a:cubicBezTo>
                    <a:pt x="1419" y="1334"/>
                    <a:pt x="1370" y="1306"/>
                    <a:pt x="1375" y="1339"/>
                  </a:cubicBezTo>
                  <a:cubicBezTo>
                    <a:pt x="1386" y="1377"/>
                    <a:pt x="1337" y="1366"/>
                    <a:pt x="1332" y="1382"/>
                  </a:cubicBezTo>
                  <a:cubicBezTo>
                    <a:pt x="1321" y="1437"/>
                    <a:pt x="1267" y="1453"/>
                    <a:pt x="1245" y="1502"/>
                  </a:cubicBezTo>
                  <a:cubicBezTo>
                    <a:pt x="1212" y="1573"/>
                    <a:pt x="1125" y="1600"/>
                    <a:pt x="1087" y="1665"/>
                  </a:cubicBezTo>
                  <a:cubicBezTo>
                    <a:pt x="1076" y="1687"/>
                    <a:pt x="1038" y="1698"/>
                    <a:pt x="1033" y="1714"/>
                  </a:cubicBezTo>
                  <a:cubicBezTo>
                    <a:pt x="1028" y="1747"/>
                    <a:pt x="1000" y="1752"/>
                    <a:pt x="984" y="1774"/>
                  </a:cubicBezTo>
                  <a:cubicBezTo>
                    <a:pt x="962" y="1790"/>
                    <a:pt x="968" y="1817"/>
                    <a:pt x="962" y="1828"/>
                  </a:cubicBezTo>
                  <a:cubicBezTo>
                    <a:pt x="902" y="1888"/>
                    <a:pt x="854" y="1959"/>
                    <a:pt x="816" y="2029"/>
                  </a:cubicBezTo>
                  <a:cubicBezTo>
                    <a:pt x="794" y="2051"/>
                    <a:pt x="783" y="2073"/>
                    <a:pt x="772" y="2100"/>
                  </a:cubicBezTo>
                  <a:cubicBezTo>
                    <a:pt x="723" y="2198"/>
                    <a:pt x="636" y="2274"/>
                    <a:pt x="604" y="2383"/>
                  </a:cubicBezTo>
                  <a:cubicBezTo>
                    <a:pt x="604" y="2383"/>
                    <a:pt x="598" y="2388"/>
                    <a:pt x="598" y="2388"/>
                  </a:cubicBezTo>
                  <a:cubicBezTo>
                    <a:pt x="555" y="2442"/>
                    <a:pt x="522" y="2502"/>
                    <a:pt x="500" y="2568"/>
                  </a:cubicBezTo>
                  <a:cubicBezTo>
                    <a:pt x="478" y="2616"/>
                    <a:pt x="462" y="2665"/>
                    <a:pt x="440" y="2714"/>
                  </a:cubicBezTo>
                  <a:cubicBezTo>
                    <a:pt x="430" y="2741"/>
                    <a:pt x="408" y="2774"/>
                    <a:pt x="392" y="2807"/>
                  </a:cubicBezTo>
                  <a:cubicBezTo>
                    <a:pt x="375" y="2834"/>
                    <a:pt x="348" y="2866"/>
                    <a:pt x="348" y="2894"/>
                  </a:cubicBezTo>
                  <a:cubicBezTo>
                    <a:pt x="359" y="2943"/>
                    <a:pt x="315" y="2948"/>
                    <a:pt x="310" y="2981"/>
                  </a:cubicBezTo>
                  <a:cubicBezTo>
                    <a:pt x="310" y="2986"/>
                    <a:pt x="299" y="2991"/>
                    <a:pt x="299" y="2997"/>
                  </a:cubicBezTo>
                  <a:cubicBezTo>
                    <a:pt x="305" y="3046"/>
                    <a:pt x="266" y="3078"/>
                    <a:pt x="266" y="3127"/>
                  </a:cubicBezTo>
                  <a:cubicBezTo>
                    <a:pt x="266" y="3176"/>
                    <a:pt x="228" y="3214"/>
                    <a:pt x="218" y="3263"/>
                  </a:cubicBezTo>
                  <a:cubicBezTo>
                    <a:pt x="196" y="3334"/>
                    <a:pt x="180" y="3399"/>
                    <a:pt x="152" y="3470"/>
                  </a:cubicBezTo>
                  <a:cubicBezTo>
                    <a:pt x="131" y="3513"/>
                    <a:pt x="152" y="3568"/>
                    <a:pt x="109" y="3606"/>
                  </a:cubicBezTo>
                  <a:cubicBezTo>
                    <a:pt x="120" y="3676"/>
                    <a:pt x="76" y="3742"/>
                    <a:pt x="71" y="3807"/>
                  </a:cubicBezTo>
                  <a:cubicBezTo>
                    <a:pt x="60" y="3905"/>
                    <a:pt x="27" y="4008"/>
                    <a:pt x="22" y="4106"/>
                  </a:cubicBezTo>
                  <a:cubicBezTo>
                    <a:pt x="22" y="4171"/>
                    <a:pt x="16" y="4236"/>
                    <a:pt x="11" y="4296"/>
                  </a:cubicBezTo>
                  <a:cubicBezTo>
                    <a:pt x="6" y="4399"/>
                    <a:pt x="6" y="4497"/>
                    <a:pt x="0" y="4600"/>
                  </a:cubicBezTo>
                  <a:cubicBezTo>
                    <a:pt x="0" y="4709"/>
                    <a:pt x="6" y="4823"/>
                    <a:pt x="11" y="4938"/>
                  </a:cubicBezTo>
                  <a:lnTo>
                    <a:pt x="11" y="5052"/>
                  </a:lnTo>
                  <a:cubicBezTo>
                    <a:pt x="6" y="5079"/>
                    <a:pt x="6" y="5106"/>
                    <a:pt x="6" y="5139"/>
                  </a:cubicBezTo>
                  <a:cubicBezTo>
                    <a:pt x="16" y="5182"/>
                    <a:pt x="22" y="5226"/>
                    <a:pt x="27" y="5275"/>
                  </a:cubicBezTo>
                  <a:cubicBezTo>
                    <a:pt x="27" y="5356"/>
                    <a:pt x="38" y="5443"/>
                    <a:pt x="54" y="5525"/>
                  </a:cubicBezTo>
                  <a:cubicBezTo>
                    <a:pt x="54" y="5557"/>
                    <a:pt x="76" y="5595"/>
                    <a:pt x="76" y="5622"/>
                  </a:cubicBezTo>
                  <a:cubicBezTo>
                    <a:pt x="76" y="5666"/>
                    <a:pt x="87" y="5709"/>
                    <a:pt x="103" y="5747"/>
                  </a:cubicBezTo>
                  <a:cubicBezTo>
                    <a:pt x="103" y="5775"/>
                    <a:pt x="103" y="5796"/>
                    <a:pt x="103" y="5824"/>
                  </a:cubicBezTo>
                  <a:cubicBezTo>
                    <a:pt x="158" y="5867"/>
                    <a:pt x="103" y="5954"/>
                    <a:pt x="152" y="6008"/>
                  </a:cubicBezTo>
                  <a:lnTo>
                    <a:pt x="125" y="6063"/>
                  </a:lnTo>
                  <a:lnTo>
                    <a:pt x="185" y="6063"/>
                  </a:lnTo>
                  <a:lnTo>
                    <a:pt x="163" y="6133"/>
                  </a:lnTo>
                  <a:lnTo>
                    <a:pt x="180" y="6139"/>
                  </a:lnTo>
                  <a:cubicBezTo>
                    <a:pt x="169" y="6166"/>
                    <a:pt x="212" y="6188"/>
                    <a:pt x="201" y="6215"/>
                  </a:cubicBezTo>
                  <a:cubicBezTo>
                    <a:pt x="185" y="6264"/>
                    <a:pt x="196" y="6318"/>
                    <a:pt x="234" y="6351"/>
                  </a:cubicBezTo>
                  <a:cubicBezTo>
                    <a:pt x="239" y="6356"/>
                    <a:pt x="234" y="6373"/>
                    <a:pt x="234" y="6394"/>
                  </a:cubicBezTo>
                  <a:cubicBezTo>
                    <a:pt x="245" y="6405"/>
                    <a:pt x="277" y="6421"/>
                    <a:pt x="277" y="6438"/>
                  </a:cubicBezTo>
                  <a:cubicBezTo>
                    <a:pt x="277" y="6487"/>
                    <a:pt x="310" y="6514"/>
                    <a:pt x="321" y="6557"/>
                  </a:cubicBezTo>
                  <a:cubicBezTo>
                    <a:pt x="326" y="6590"/>
                    <a:pt x="337" y="6617"/>
                    <a:pt x="348" y="6644"/>
                  </a:cubicBezTo>
                  <a:cubicBezTo>
                    <a:pt x="359" y="6672"/>
                    <a:pt x="343" y="6715"/>
                    <a:pt x="386" y="6726"/>
                  </a:cubicBezTo>
                  <a:cubicBezTo>
                    <a:pt x="397" y="6780"/>
                    <a:pt x="446" y="6824"/>
                    <a:pt x="462" y="6878"/>
                  </a:cubicBezTo>
                  <a:cubicBezTo>
                    <a:pt x="484" y="6932"/>
                    <a:pt x="506" y="6987"/>
                    <a:pt x="538" y="7041"/>
                  </a:cubicBezTo>
                  <a:cubicBezTo>
                    <a:pt x="560" y="7106"/>
                    <a:pt x="604" y="7161"/>
                    <a:pt x="625" y="7231"/>
                  </a:cubicBezTo>
                  <a:cubicBezTo>
                    <a:pt x="636" y="7259"/>
                    <a:pt x="674" y="7280"/>
                    <a:pt x="680" y="7308"/>
                  </a:cubicBezTo>
                  <a:cubicBezTo>
                    <a:pt x="696" y="7356"/>
                    <a:pt x="729" y="7394"/>
                    <a:pt x="750" y="7443"/>
                  </a:cubicBezTo>
                  <a:cubicBezTo>
                    <a:pt x="756" y="7460"/>
                    <a:pt x="772" y="7471"/>
                    <a:pt x="788" y="7487"/>
                  </a:cubicBezTo>
                  <a:cubicBezTo>
                    <a:pt x="805" y="7503"/>
                    <a:pt x="805" y="7503"/>
                    <a:pt x="805" y="7503"/>
                  </a:cubicBezTo>
                  <a:cubicBezTo>
                    <a:pt x="783" y="7541"/>
                    <a:pt x="821" y="7547"/>
                    <a:pt x="832" y="7568"/>
                  </a:cubicBezTo>
                  <a:cubicBezTo>
                    <a:pt x="870" y="7612"/>
                    <a:pt x="897" y="7655"/>
                    <a:pt x="924" y="7704"/>
                  </a:cubicBezTo>
                  <a:cubicBezTo>
                    <a:pt x="941" y="7737"/>
                    <a:pt x="962" y="7770"/>
                    <a:pt x="989" y="7797"/>
                  </a:cubicBezTo>
                  <a:cubicBezTo>
                    <a:pt x="1006" y="7818"/>
                    <a:pt x="1017" y="7851"/>
                    <a:pt x="1033" y="7857"/>
                  </a:cubicBezTo>
                  <a:cubicBezTo>
                    <a:pt x="1060" y="7867"/>
                    <a:pt x="1066" y="7895"/>
                    <a:pt x="1087" y="7911"/>
                  </a:cubicBezTo>
                  <a:cubicBezTo>
                    <a:pt x="1109" y="7927"/>
                    <a:pt x="1120" y="7960"/>
                    <a:pt x="1142" y="7982"/>
                  </a:cubicBezTo>
                  <a:cubicBezTo>
                    <a:pt x="1157" y="7997"/>
                    <a:pt x="1163" y="8063"/>
                    <a:pt x="1217" y="8063"/>
                  </a:cubicBezTo>
                  <a:cubicBezTo>
                    <a:pt x="1219" y="8063"/>
                    <a:pt x="1221" y="8063"/>
                    <a:pt x="1223" y="8063"/>
                  </a:cubicBezTo>
                  <a:cubicBezTo>
                    <a:pt x="1229" y="8063"/>
                    <a:pt x="1234" y="8085"/>
                    <a:pt x="1240" y="8090"/>
                  </a:cubicBezTo>
                  <a:lnTo>
                    <a:pt x="1305" y="8161"/>
                  </a:lnTo>
                  <a:cubicBezTo>
                    <a:pt x="1310" y="8166"/>
                    <a:pt x="1321" y="8177"/>
                    <a:pt x="1332" y="8188"/>
                  </a:cubicBezTo>
                  <a:cubicBezTo>
                    <a:pt x="1375" y="8264"/>
                    <a:pt x="1457" y="8308"/>
                    <a:pt x="1506" y="8384"/>
                  </a:cubicBezTo>
                  <a:cubicBezTo>
                    <a:pt x="1555" y="8400"/>
                    <a:pt x="1566" y="8460"/>
                    <a:pt x="1615" y="8482"/>
                  </a:cubicBezTo>
                  <a:cubicBezTo>
                    <a:pt x="1636" y="8487"/>
                    <a:pt x="1658" y="8514"/>
                    <a:pt x="1674" y="8531"/>
                  </a:cubicBezTo>
                  <a:cubicBezTo>
                    <a:pt x="1696" y="8552"/>
                    <a:pt x="1696" y="8569"/>
                    <a:pt x="1702" y="8569"/>
                  </a:cubicBezTo>
                  <a:cubicBezTo>
                    <a:pt x="1706" y="8568"/>
                    <a:pt x="1709" y="8567"/>
                    <a:pt x="1713" y="8567"/>
                  </a:cubicBezTo>
                  <a:cubicBezTo>
                    <a:pt x="1752" y="8567"/>
                    <a:pt x="1760" y="8618"/>
                    <a:pt x="1799" y="8623"/>
                  </a:cubicBezTo>
                  <a:cubicBezTo>
                    <a:pt x="1843" y="8628"/>
                    <a:pt x="1859" y="8677"/>
                    <a:pt x="1886" y="8705"/>
                  </a:cubicBezTo>
                  <a:cubicBezTo>
                    <a:pt x="1892" y="8710"/>
                    <a:pt x="1903" y="8721"/>
                    <a:pt x="1908" y="8726"/>
                  </a:cubicBezTo>
                  <a:cubicBezTo>
                    <a:pt x="1935" y="8743"/>
                    <a:pt x="1968" y="8764"/>
                    <a:pt x="1995" y="8786"/>
                  </a:cubicBezTo>
                  <a:cubicBezTo>
                    <a:pt x="2039" y="8819"/>
                    <a:pt x="2098" y="8835"/>
                    <a:pt x="2120" y="8895"/>
                  </a:cubicBezTo>
                  <a:cubicBezTo>
                    <a:pt x="2120" y="8895"/>
                    <a:pt x="2136" y="8895"/>
                    <a:pt x="2142" y="8900"/>
                  </a:cubicBezTo>
                  <a:cubicBezTo>
                    <a:pt x="2164" y="8911"/>
                    <a:pt x="2185" y="8917"/>
                    <a:pt x="2202" y="8933"/>
                  </a:cubicBezTo>
                  <a:cubicBezTo>
                    <a:pt x="2223" y="8944"/>
                    <a:pt x="2240" y="8960"/>
                    <a:pt x="2261" y="8976"/>
                  </a:cubicBezTo>
                  <a:lnTo>
                    <a:pt x="2278" y="8965"/>
                  </a:lnTo>
                  <a:cubicBezTo>
                    <a:pt x="2305" y="8987"/>
                    <a:pt x="2321" y="9020"/>
                    <a:pt x="2343" y="9020"/>
                  </a:cubicBezTo>
                  <a:cubicBezTo>
                    <a:pt x="2386" y="9025"/>
                    <a:pt x="2414" y="9063"/>
                    <a:pt x="2457" y="9069"/>
                  </a:cubicBezTo>
                  <a:cubicBezTo>
                    <a:pt x="2473" y="9069"/>
                    <a:pt x="2501" y="9074"/>
                    <a:pt x="2506" y="9085"/>
                  </a:cubicBezTo>
                  <a:cubicBezTo>
                    <a:pt x="2522" y="9118"/>
                    <a:pt x="2550" y="9118"/>
                    <a:pt x="2577" y="9129"/>
                  </a:cubicBezTo>
                  <a:cubicBezTo>
                    <a:pt x="2604" y="9139"/>
                    <a:pt x="2647" y="9145"/>
                    <a:pt x="2669" y="9167"/>
                  </a:cubicBezTo>
                  <a:cubicBezTo>
                    <a:pt x="2707" y="9210"/>
                    <a:pt x="2762" y="9232"/>
                    <a:pt x="2816" y="9232"/>
                  </a:cubicBezTo>
                  <a:cubicBezTo>
                    <a:pt x="2841" y="9232"/>
                    <a:pt x="2840" y="9266"/>
                    <a:pt x="2855" y="9266"/>
                  </a:cubicBezTo>
                  <a:cubicBezTo>
                    <a:pt x="2860" y="9266"/>
                    <a:pt x="2866" y="9263"/>
                    <a:pt x="2876" y="9254"/>
                  </a:cubicBezTo>
                  <a:cubicBezTo>
                    <a:pt x="2892" y="9270"/>
                    <a:pt x="2919" y="9281"/>
                    <a:pt x="2941" y="9281"/>
                  </a:cubicBezTo>
                  <a:cubicBezTo>
                    <a:pt x="2963" y="9286"/>
                    <a:pt x="2984" y="9297"/>
                    <a:pt x="3001" y="9308"/>
                  </a:cubicBezTo>
                  <a:cubicBezTo>
                    <a:pt x="3017" y="9319"/>
                    <a:pt x="3033" y="9330"/>
                    <a:pt x="3055" y="9335"/>
                  </a:cubicBezTo>
                  <a:cubicBezTo>
                    <a:pt x="3077" y="9341"/>
                    <a:pt x="3104" y="9341"/>
                    <a:pt x="3126" y="9351"/>
                  </a:cubicBezTo>
                  <a:cubicBezTo>
                    <a:pt x="3145" y="9356"/>
                    <a:pt x="3156" y="9374"/>
                    <a:pt x="3166" y="9374"/>
                  </a:cubicBezTo>
                  <a:cubicBezTo>
                    <a:pt x="3167" y="9374"/>
                    <a:pt x="3168" y="9374"/>
                    <a:pt x="3169" y="9373"/>
                  </a:cubicBezTo>
                  <a:cubicBezTo>
                    <a:pt x="3174" y="9372"/>
                    <a:pt x="3179" y="9372"/>
                    <a:pt x="3184" y="9372"/>
                  </a:cubicBezTo>
                  <a:cubicBezTo>
                    <a:pt x="3207" y="9372"/>
                    <a:pt x="3233" y="9382"/>
                    <a:pt x="3251" y="9400"/>
                  </a:cubicBezTo>
                  <a:cubicBezTo>
                    <a:pt x="3289" y="9422"/>
                    <a:pt x="3327" y="9438"/>
                    <a:pt x="3365" y="9449"/>
                  </a:cubicBezTo>
                  <a:cubicBezTo>
                    <a:pt x="3368" y="9450"/>
                    <a:pt x="3372" y="9451"/>
                    <a:pt x="3377" y="9451"/>
                  </a:cubicBezTo>
                  <a:cubicBezTo>
                    <a:pt x="3388" y="9451"/>
                    <a:pt x="3402" y="9448"/>
                    <a:pt x="3416" y="9448"/>
                  </a:cubicBezTo>
                  <a:cubicBezTo>
                    <a:pt x="3421" y="9448"/>
                    <a:pt x="3426" y="9448"/>
                    <a:pt x="3430" y="9449"/>
                  </a:cubicBezTo>
                  <a:cubicBezTo>
                    <a:pt x="3445" y="9454"/>
                    <a:pt x="3470" y="9482"/>
                    <a:pt x="3486" y="9482"/>
                  </a:cubicBezTo>
                  <a:cubicBezTo>
                    <a:pt x="3487" y="9482"/>
                    <a:pt x="3489" y="9482"/>
                    <a:pt x="3490" y="9482"/>
                  </a:cubicBezTo>
                  <a:cubicBezTo>
                    <a:pt x="3496" y="9479"/>
                    <a:pt x="3502" y="9477"/>
                    <a:pt x="3507" y="9477"/>
                  </a:cubicBezTo>
                  <a:cubicBezTo>
                    <a:pt x="3518" y="9477"/>
                    <a:pt x="3527" y="9485"/>
                    <a:pt x="3539" y="9493"/>
                  </a:cubicBezTo>
                  <a:cubicBezTo>
                    <a:pt x="3561" y="9498"/>
                    <a:pt x="3593" y="9498"/>
                    <a:pt x="3593" y="9504"/>
                  </a:cubicBezTo>
                  <a:cubicBezTo>
                    <a:pt x="3593" y="9520"/>
                    <a:pt x="3598" y="9524"/>
                    <a:pt x="3605" y="9524"/>
                  </a:cubicBezTo>
                  <a:cubicBezTo>
                    <a:pt x="3612" y="9524"/>
                    <a:pt x="3621" y="9519"/>
                    <a:pt x="3628" y="9519"/>
                  </a:cubicBezTo>
                  <a:cubicBezTo>
                    <a:pt x="3629" y="9519"/>
                    <a:pt x="3630" y="9519"/>
                    <a:pt x="3631" y="9520"/>
                  </a:cubicBezTo>
                  <a:cubicBezTo>
                    <a:pt x="3641" y="9525"/>
                    <a:pt x="3668" y="9542"/>
                    <a:pt x="3685" y="9542"/>
                  </a:cubicBezTo>
                  <a:cubicBezTo>
                    <a:pt x="3687" y="9542"/>
                    <a:pt x="3689" y="9542"/>
                    <a:pt x="3691" y="9542"/>
                  </a:cubicBezTo>
                  <a:cubicBezTo>
                    <a:pt x="3701" y="9539"/>
                    <a:pt x="3712" y="9537"/>
                    <a:pt x="3723" y="9537"/>
                  </a:cubicBezTo>
                  <a:cubicBezTo>
                    <a:pt x="3754" y="9537"/>
                    <a:pt x="3787" y="9547"/>
                    <a:pt x="3811" y="9563"/>
                  </a:cubicBezTo>
                  <a:cubicBezTo>
                    <a:pt x="3827" y="9574"/>
                    <a:pt x="3846" y="9580"/>
                    <a:pt x="3866" y="9580"/>
                  </a:cubicBezTo>
                  <a:cubicBezTo>
                    <a:pt x="3885" y="9580"/>
                    <a:pt x="3906" y="9574"/>
                    <a:pt x="3925" y="9563"/>
                  </a:cubicBezTo>
                  <a:cubicBezTo>
                    <a:pt x="3952" y="9574"/>
                    <a:pt x="3979" y="9585"/>
                    <a:pt x="4012" y="9591"/>
                  </a:cubicBezTo>
                  <a:cubicBezTo>
                    <a:pt x="4088" y="9596"/>
                    <a:pt x="4169" y="9607"/>
                    <a:pt x="4240" y="9623"/>
                  </a:cubicBezTo>
                  <a:cubicBezTo>
                    <a:pt x="4300" y="9629"/>
                    <a:pt x="4354" y="9639"/>
                    <a:pt x="4403" y="9650"/>
                  </a:cubicBezTo>
                  <a:lnTo>
                    <a:pt x="4414" y="9650"/>
                  </a:lnTo>
                  <a:cubicBezTo>
                    <a:pt x="4452" y="9646"/>
                    <a:pt x="4490" y="9644"/>
                    <a:pt x="4527" y="9644"/>
                  </a:cubicBezTo>
                  <a:cubicBezTo>
                    <a:pt x="4587" y="9644"/>
                    <a:pt x="4645" y="9650"/>
                    <a:pt x="4702" y="9667"/>
                  </a:cubicBezTo>
                  <a:cubicBezTo>
                    <a:pt x="4705" y="9668"/>
                    <a:pt x="4709" y="9668"/>
                    <a:pt x="4712" y="9668"/>
                  </a:cubicBezTo>
                  <a:cubicBezTo>
                    <a:pt x="4725" y="9668"/>
                    <a:pt x="4738" y="9661"/>
                    <a:pt x="4751" y="9661"/>
                  </a:cubicBezTo>
                  <a:cubicBezTo>
                    <a:pt x="4795" y="9650"/>
                    <a:pt x="4838" y="9645"/>
                    <a:pt x="4887" y="9645"/>
                  </a:cubicBezTo>
                  <a:cubicBezTo>
                    <a:pt x="4917" y="9648"/>
                    <a:pt x="4948" y="9649"/>
                    <a:pt x="4980" y="9649"/>
                  </a:cubicBezTo>
                  <a:cubicBezTo>
                    <a:pt x="5012" y="9649"/>
                    <a:pt x="5045" y="9648"/>
                    <a:pt x="5077" y="9645"/>
                  </a:cubicBezTo>
                  <a:lnTo>
                    <a:pt x="5148" y="9645"/>
                  </a:lnTo>
                  <a:cubicBezTo>
                    <a:pt x="5175" y="9649"/>
                    <a:pt x="5203" y="9651"/>
                    <a:pt x="5231" y="9651"/>
                  </a:cubicBezTo>
                  <a:cubicBezTo>
                    <a:pt x="5276" y="9651"/>
                    <a:pt x="5322" y="9646"/>
                    <a:pt x="5365" y="9639"/>
                  </a:cubicBezTo>
                  <a:cubicBezTo>
                    <a:pt x="5387" y="9639"/>
                    <a:pt x="5403" y="9639"/>
                    <a:pt x="5425" y="9634"/>
                  </a:cubicBezTo>
                  <a:cubicBezTo>
                    <a:pt x="5447" y="9615"/>
                    <a:pt x="5473" y="9614"/>
                    <a:pt x="5499" y="9614"/>
                  </a:cubicBezTo>
                  <a:cubicBezTo>
                    <a:pt x="5502" y="9614"/>
                    <a:pt x="5505" y="9614"/>
                    <a:pt x="5509" y="9614"/>
                  </a:cubicBezTo>
                  <a:cubicBezTo>
                    <a:pt x="5538" y="9614"/>
                    <a:pt x="5566" y="9612"/>
                    <a:pt x="5588" y="9585"/>
                  </a:cubicBezTo>
                  <a:cubicBezTo>
                    <a:pt x="5601" y="9591"/>
                    <a:pt x="5614" y="9593"/>
                    <a:pt x="5626" y="9593"/>
                  </a:cubicBezTo>
                  <a:cubicBezTo>
                    <a:pt x="5658" y="9593"/>
                    <a:pt x="5685" y="9577"/>
                    <a:pt x="5713" y="9569"/>
                  </a:cubicBezTo>
                  <a:cubicBezTo>
                    <a:pt x="5757" y="9553"/>
                    <a:pt x="5800" y="9542"/>
                    <a:pt x="5844" y="9536"/>
                  </a:cubicBezTo>
                  <a:cubicBezTo>
                    <a:pt x="5903" y="9536"/>
                    <a:pt x="5958" y="9520"/>
                    <a:pt x="6012" y="9487"/>
                  </a:cubicBezTo>
                  <a:cubicBezTo>
                    <a:pt x="6045" y="9466"/>
                    <a:pt x="6094" y="9487"/>
                    <a:pt x="6126" y="9455"/>
                  </a:cubicBezTo>
                  <a:cubicBezTo>
                    <a:pt x="6138" y="9460"/>
                    <a:pt x="6150" y="9462"/>
                    <a:pt x="6163" y="9462"/>
                  </a:cubicBezTo>
                  <a:cubicBezTo>
                    <a:pt x="6190" y="9462"/>
                    <a:pt x="6218" y="9450"/>
                    <a:pt x="6240" y="9427"/>
                  </a:cubicBezTo>
                  <a:cubicBezTo>
                    <a:pt x="6251" y="9419"/>
                    <a:pt x="6262" y="9419"/>
                    <a:pt x="6273" y="9419"/>
                  </a:cubicBezTo>
                  <a:cubicBezTo>
                    <a:pt x="6284" y="9419"/>
                    <a:pt x="6295" y="9419"/>
                    <a:pt x="6306" y="9411"/>
                  </a:cubicBezTo>
                  <a:cubicBezTo>
                    <a:pt x="6327" y="9400"/>
                    <a:pt x="6349" y="9389"/>
                    <a:pt x="6376" y="9384"/>
                  </a:cubicBezTo>
                  <a:cubicBezTo>
                    <a:pt x="6436" y="9362"/>
                    <a:pt x="6496" y="9341"/>
                    <a:pt x="6550" y="9308"/>
                  </a:cubicBezTo>
                  <a:cubicBezTo>
                    <a:pt x="6599" y="9281"/>
                    <a:pt x="6654" y="9259"/>
                    <a:pt x="6708" y="9248"/>
                  </a:cubicBezTo>
                  <a:cubicBezTo>
                    <a:pt x="6746" y="9232"/>
                    <a:pt x="6784" y="9215"/>
                    <a:pt x="6822" y="9199"/>
                  </a:cubicBezTo>
                  <a:cubicBezTo>
                    <a:pt x="6844" y="9123"/>
                    <a:pt x="6936" y="9150"/>
                    <a:pt x="6969" y="9085"/>
                  </a:cubicBezTo>
                  <a:lnTo>
                    <a:pt x="6980" y="9112"/>
                  </a:lnTo>
                  <a:cubicBezTo>
                    <a:pt x="6996" y="9096"/>
                    <a:pt x="7007" y="9080"/>
                    <a:pt x="7023" y="9069"/>
                  </a:cubicBezTo>
                  <a:cubicBezTo>
                    <a:pt x="7067" y="9025"/>
                    <a:pt x="7143" y="9031"/>
                    <a:pt x="7170" y="8965"/>
                  </a:cubicBezTo>
                  <a:lnTo>
                    <a:pt x="7181" y="8965"/>
                  </a:lnTo>
                  <a:cubicBezTo>
                    <a:pt x="7257" y="8933"/>
                    <a:pt x="7338" y="8911"/>
                    <a:pt x="7387" y="8830"/>
                  </a:cubicBezTo>
                  <a:cubicBezTo>
                    <a:pt x="7387" y="8827"/>
                    <a:pt x="7390" y="8827"/>
                    <a:pt x="7394" y="8827"/>
                  </a:cubicBezTo>
                  <a:cubicBezTo>
                    <a:pt x="7397" y="8827"/>
                    <a:pt x="7401" y="8827"/>
                    <a:pt x="7404" y="8824"/>
                  </a:cubicBezTo>
                  <a:cubicBezTo>
                    <a:pt x="7436" y="8791"/>
                    <a:pt x="7502" y="8791"/>
                    <a:pt x="7512" y="8732"/>
                  </a:cubicBezTo>
                  <a:cubicBezTo>
                    <a:pt x="7512" y="8732"/>
                    <a:pt x="7518" y="8726"/>
                    <a:pt x="7523" y="8726"/>
                  </a:cubicBezTo>
                  <a:cubicBezTo>
                    <a:pt x="7538" y="8716"/>
                    <a:pt x="7557" y="8693"/>
                    <a:pt x="7573" y="8693"/>
                  </a:cubicBezTo>
                  <a:cubicBezTo>
                    <a:pt x="7575" y="8693"/>
                    <a:pt x="7576" y="8693"/>
                    <a:pt x="7578" y="8694"/>
                  </a:cubicBezTo>
                  <a:cubicBezTo>
                    <a:pt x="7583" y="8695"/>
                    <a:pt x="7587" y="8695"/>
                    <a:pt x="7590" y="8695"/>
                  </a:cubicBezTo>
                  <a:cubicBezTo>
                    <a:pt x="7620" y="8695"/>
                    <a:pt x="7591" y="8655"/>
                    <a:pt x="7616" y="8650"/>
                  </a:cubicBezTo>
                  <a:cubicBezTo>
                    <a:pt x="7621" y="8650"/>
                    <a:pt x="7627" y="8639"/>
                    <a:pt x="7627" y="8639"/>
                  </a:cubicBezTo>
                  <a:cubicBezTo>
                    <a:pt x="7633" y="8641"/>
                    <a:pt x="7638" y="8641"/>
                    <a:pt x="7642" y="8641"/>
                  </a:cubicBezTo>
                  <a:cubicBezTo>
                    <a:pt x="7672" y="8641"/>
                    <a:pt x="7678" y="8615"/>
                    <a:pt x="7697" y="8596"/>
                  </a:cubicBezTo>
                  <a:cubicBezTo>
                    <a:pt x="7735" y="8563"/>
                    <a:pt x="7762" y="8509"/>
                    <a:pt x="7811" y="8493"/>
                  </a:cubicBezTo>
                  <a:cubicBezTo>
                    <a:pt x="7871" y="8465"/>
                    <a:pt x="7882" y="8389"/>
                    <a:pt x="7953" y="8373"/>
                  </a:cubicBezTo>
                  <a:cubicBezTo>
                    <a:pt x="7953" y="8373"/>
                    <a:pt x="7953" y="8362"/>
                    <a:pt x="7958" y="8357"/>
                  </a:cubicBezTo>
                  <a:cubicBezTo>
                    <a:pt x="7969" y="8340"/>
                    <a:pt x="7980" y="8324"/>
                    <a:pt x="7996" y="8308"/>
                  </a:cubicBezTo>
                  <a:cubicBezTo>
                    <a:pt x="8013" y="8291"/>
                    <a:pt x="8040" y="8291"/>
                    <a:pt x="8040" y="8259"/>
                  </a:cubicBezTo>
                  <a:cubicBezTo>
                    <a:pt x="8056" y="8259"/>
                    <a:pt x="8078" y="8259"/>
                    <a:pt x="8078" y="8237"/>
                  </a:cubicBezTo>
                  <a:cubicBezTo>
                    <a:pt x="8078" y="8204"/>
                    <a:pt x="8116" y="8210"/>
                    <a:pt x="8132" y="8194"/>
                  </a:cubicBezTo>
                  <a:cubicBezTo>
                    <a:pt x="8176" y="8134"/>
                    <a:pt x="8230" y="8074"/>
                    <a:pt x="8273" y="8014"/>
                  </a:cubicBezTo>
                  <a:cubicBezTo>
                    <a:pt x="8322" y="7954"/>
                    <a:pt x="8388" y="7911"/>
                    <a:pt x="8420" y="7835"/>
                  </a:cubicBezTo>
                  <a:cubicBezTo>
                    <a:pt x="8436" y="7802"/>
                    <a:pt x="8485" y="7780"/>
                    <a:pt x="8491" y="7732"/>
                  </a:cubicBezTo>
                  <a:cubicBezTo>
                    <a:pt x="8529" y="7721"/>
                    <a:pt x="8540" y="7677"/>
                    <a:pt x="8567" y="7650"/>
                  </a:cubicBezTo>
                  <a:cubicBezTo>
                    <a:pt x="8605" y="7590"/>
                    <a:pt x="8643" y="7530"/>
                    <a:pt x="8692" y="7471"/>
                  </a:cubicBezTo>
                  <a:cubicBezTo>
                    <a:pt x="8703" y="7454"/>
                    <a:pt x="8714" y="7438"/>
                    <a:pt x="8719" y="7416"/>
                  </a:cubicBezTo>
                  <a:cubicBezTo>
                    <a:pt x="8730" y="7400"/>
                    <a:pt x="8735" y="7378"/>
                    <a:pt x="8741" y="7367"/>
                  </a:cubicBezTo>
                  <a:cubicBezTo>
                    <a:pt x="8774" y="7318"/>
                    <a:pt x="8779" y="7253"/>
                    <a:pt x="8833" y="7215"/>
                  </a:cubicBezTo>
                  <a:cubicBezTo>
                    <a:pt x="8833" y="7215"/>
                    <a:pt x="8833" y="7204"/>
                    <a:pt x="8839" y="7204"/>
                  </a:cubicBezTo>
                  <a:cubicBezTo>
                    <a:pt x="8850" y="7182"/>
                    <a:pt x="8812" y="7144"/>
                    <a:pt x="8860" y="7134"/>
                  </a:cubicBezTo>
                  <a:cubicBezTo>
                    <a:pt x="8877" y="7128"/>
                    <a:pt x="8888" y="7085"/>
                    <a:pt x="8899" y="7057"/>
                  </a:cubicBezTo>
                  <a:cubicBezTo>
                    <a:pt x="8909" y="7030"/>
                    <a:pt x="8915" y="7003"/>
                    <a:pt x="8926" y="6976"/>
                  </a:cubicBezTo>
                  <a:cubicBezTo>
                    <a:pt x="8937" y="6949"/>
                    <a:pt x="8926" y="6927"/>
                    <a:pt x="8942" y="6916"/>
                  </a:cubicBezTo>
                  <a:cubicBezTo>
                    <a:pt x="8969" y="6873"/>
                    <a:pt x="8991" y="6829"/>
                    <a:pt x="9002" y="6780"/>
                  </a:cubicBezTo>
                  <a:cubicBezTo>
                    <a:pt x="9018" y="6731"/>
                    <a:pt x="9067" y="6699"/>
                    <a:pt x="9056" y="6639"/>
                  </a:cubicBezTo>
                  <a:cubicBezTo>
                    <a:pt x="9127" y="6568"/>
                    <a:pt x="9116" y="6465"/>
                    <a:pt x="9170" y="6389"/>
                  </a:cubicBezTo>
                  <a:cubicBezTo>
                    <a:pt x="9170" y="6383"/>
                    <a:pt x="9170" y="6373"/>
                    <a:pt x="9170" y="6362"/>
                  </a:cubicBezTo>
                  <a:cubicBezTo>
                    <a:pt x="9170" y="6345"/>
                    <a:pt x="9170" y="6335"/>
                    <a:pt x="9176" y="6324"/>
                  </a:cubicBezTo>
                  <a:cubicBezTo>
                    <a:pt x="9208" y="6269"/>
                    <a:pt x="9230" y="6204"/>
                    <a:pt x="9236" y="6139"/>
                  </a:cubicBezTo>
                  <a:cubicBezTo>
                    <a:pt x="9241" y="6123"/>
                    <a:pt x="9252" y="6106"/>
                    <a:pt x="9263" y="6095"/>
                  </a:cubicBezTo>
                  <a:cubicBezTo>
                    <a:pt x="9268" y="6084"/>
                    <a:pt x="9279" y="6068"/>
                    <a:pt x="9274" y="6063"/>
                  </a:cubicBezTo>
                  <a:cubicBezTo>
                    <a:pt x="9274" y="6008"/>
                    <a:pt x="9279" y="5959"/>
                    <a:pt x="9295" y="5911"/>
                  </a:cubicBezTo>
                  <a:cubicBezTo>
                    <a:pt x="9306" y="5834"/>
                    <a:pt x="9333" y="5769"/>
                    <a:pt x="9350" y="5693"/>
                  </a:cubicBezTo>
                  <a:cubicBezTo>
                    <a:pt x="9366" y="5628"/>
                    <a:pt x="9377" y="5557"/>
                    <a:pt x="9382" y="5487"/>
                  </a:cubicBezTo>
                  <a:cubicBezTo>
                    <a:pt x="9382" y="5454"/>
                    <a:pt x="9388" y="5421"/>
                    <a:pt x="9399" y="5389"/>
                  </a:cubicBezTo>
                  <a:cubicBezTo>
                    <a:pt x="9404" y="5362"/>
                    <a:pt x="9415" y="5329"/>
                    <a:pt x="9420" y="5296"/>
                  </a:cubicBezTo>
                  <a:cubicBezTo>
                    <a:pt x="9426" y="5269"/>
                    <a:pt x="9437" y="5226"/>
                    <a:pt x="9420" y="5204"/>
                  </a:cubicBezTo>
                  <a:cubicBezTo>
                    <a:pt x="9399" y="5166"/>
                    <a:pt x="9437" y="5150"/>
                    <a:pt x="9431" y="5117"/>
                  </a:cubicBezTo>
                  <a:cubicBezTo>
                    <a:pt x="9420" y="5041"/>
                    <a:pt x="9420" y="4965"/>
                    <a:pt x="9431" y="4889"/>
                  </a:cubicBezTo>
                  <a:cubicBezTo>
                    <a:pt x="9437" y="4840"/>
                    <a:pt x="9437" y="4791"/>
                    <a:pt x="9437" y="4747"/>
                  </a:cubicBezTo>
                  <a:cubicBezTo>
                    <a:pt x="9448" y="4644"/>
                    <a:pt x="9431" y="4541"/>
                    <a:pt x="9437" y="4437"/>
                  </a:cubicBezTo>
                  <a:cubicBezTo>
                    <a:pt x="9437" y="4416"/>
                    <a:pt x="9431" y="4394"/>
                    <a:pt x="9431" y="4378"/>
                  </a:cubicBezTo>
                  <a:lnTo>
                    <a:pt x="9431" y="4133"/>
                  </a:lnTo>
                  <a:cubicBezTo>
                    <a:pt x="9431" y="4090"/>
                    <a:pt x="9404" y="4046"/>
                    <a:pt x="9420" y="4008"/>
                  </a:cubicBezTo>
                  <a:cubicBezTo>
                    <a:pt x="9437" y="3959"/>
                    <a:pt x="9388" y="3916"/>
                    <a:pt x="9415" y="3867"/>
                  </a:cubicBezTo>
                  <a:cubicBezTo>
                    <a:pt x="9393" y="3839"/>
                    <a:pt x="9371" y="3823"/>
                    <a:pt x="9382" y="3780"/>
                  </a:cubicBezTo>
                  <a:cubicBezTo>
                    <a:pt x="9393" y="3747"/>
                    <a:pt x="9361" y="3720"/>
                    <a:pt x="9366" y="3687"/>
                  </a:cubicBezTo>
                  <a:cubicBezTo>
                    <a:pt x="9361" y="3633"/>
                    <a:pt x="9344" y="3584"/>
                    <a:pt x="9317" y="3541"/>
                  </a:cubicBezTo>
                  <a:cubicBezTo>
                    <a:pt x="9290" y="3492"/>
                    <a:pt x="9263" y="3432"/>
                    <a:pt x="9252" y="3372"/>
                  </a:cubicBezTo>
                  <a:cubicBezTo>
                    <a:pt x="9236" y="3329"/>
                    <a:pt x="9236" y="3274"/>
                    <a:pt x="9208" y="3242"/>
                  </a:cubicBezTo>
                  <a:cubicBezTo>
                    <a:pt x="9181" y="3214"/>
                    <a:pt x="9165" y="3176"/>
                    <a:pt x="9159" y="3133"/>
                  </a:cubicBezTo>
                  <a:cubicBezTo>
                    <a:pt x="9154" y="3100"/>
                    <a:pt x="9127" y="3078"/>
                    <a:pt x="9127" y="3040"/>
                  </a:cubicBezTo>
                  <a:cubicBezTo>
                    <a:pt x="9127" y="3030"/>
                    <a:pt x="9111" y="3019"/>
                    <a:pt x="9105" y="3002"/>
                  </a:cubicBezTo>
                  <a:cubicBezTo>
                    <a:pt x="9094" y="2991"/>
                    <a:pt x="9089" y="2991"/>
                    <a:pt x="9083" y="2981"/>
                  </a:cubicBezTo>
                  <a:cubicBezTo>
                    <a:pt x="9078" y="2964"/>
                    <a:pt x="9072" y="2943"/>
                    <a:pt x="9062" y="2921"/>
                  </a:cubicBezTo>
                  <a:cubicBezTo>
                    <a:pt x="9056" y="2899"/>
                    <a:pt x="9040" y="2883"/>
                    <a:pt x="9034" y="2861"/>
                  </a:cubicBezTo>
                  <a:cubicBezTo>
                    <a:pt x="9024" y="2839"/>
                    <a:pt x="9018" y="2796"/>
                    <a:pt x="9007" y="2796"/>
                  </a:cubicBezTo>
                  <a:cubicBezTo>
                    <a:pt x="8969" y="2790"/>
                    <a:pt x="8996" y="2758"/>
                    <a:pt x="8980" y="2741"/>
                  </a:cubicBezTo>
                  <a:cubicBezTo>
                    <a:pt x="8964" y="2725"/>
                    <a:pt x="8975" y="2698"/>
                    <a:pt x="8964" y="2687"/>
                  </a:cubicBezTo>
                  <a:cubicBezTo>
                    <a:pt x="8947" y="2682"/>
                    <a:pt x="8937" y="2660"/>
                    <a:pt x="8931" y="2638"/>
                  </a:cubicBezTo>
                  <a:cubicBezTo>
                    <a:pt x="8926" y="2616"/>
                    <a:pt x="8915" y="2595"/>
                    <a:pt x="8899" y="2573"/>
                  </a:cubicBezTo>
                  <a:lnTo>
                    <a:pt x="8822" y="2437"/>
                  </a:lnTo>
                  <a:cubicBezTo>
                    <a:pt x="8855" y="2410"/>
                    <a:pt x="8801" y="2399"/>
                    <a:pt x="8806" y="2372"/>
                  </a:cubicBezTo>
                  <a:cubicBezTo>
                    <a:pt x="8774" y="2372"/>
                    <a:pt x="8790" y="2334"/>
                    <a:pt x="8779" y="2328"/>
                  </a:cubicBezTo>
                  <a:cubicBezTo>
                    <a:pt x="8768" y="2323"/>
                    <a:pt x="8757" y="2296"/>
                    <a:pt x="8746" y="2279"/>
                  </a:cubicBezTo>
                  <a:cubicBezTo>
                    <a:pt x="8719" y="2241"/>
                    <a:pt x="8714" y="2187"/>
                    <a:pt x="8665" y="2171"/>
                  </a:cubicBezTo>
                  <a:cubicBezTo>
                    <a:pt x="8659" y="2165"/>
                    <a:pt x="8654" y="2160"/>
                    <a:pt x="8648" y="2154"/>
                  </a:cubicBezTo>
                  <a:cubicBezTo>
                    <a:pt x="8627" y="2084"/>
                    <a:pt x="8583" y="2018"/>
                    <a:pt x="8529" y="1964"/>
                  </a:cubicBezTo>
                  <a:cubicBezTo>
                    <a:pt x="8496" y="1926"/>
                    <a:pt x="8485" y="1861"/>
                    <a:pt x="8426" y="1839"/>
                  </a:cubicBezTo>
                  <a:cubicBezTo>
                    <a:pt x="8393" y="1768"/>
                    <a:pt x="8322" y="1730"/>
                    <a:pt x="8290" y="1660"/>
                  </a:cubicBezTo>
                  <a:cubicBezTo>
                    <a:pt x="8279" y="1649"/>
                    <a:pt x="8279" y="1627"/>
                    <a:pt x="8268" y="1616"/>
                  </a:cubicBezTo>
                  <a:cubicBezTo>
                    <a:pt x="8225" y="1578"/>
                    <a:pt x="8170" y="1551"/>
                    <a:pt x="8148" y="1491"/>
                  </a:cubicBezTo>
                  <a:cubicBezTo>
                    <a:pt x="8083" y="1442"/>
                    <a:pt x="8029" y="1393"/>
                    <a:pt x="7969" y="1339"/>
                  </a:cubicBezTo>
                  <a:cubicBezTo>
                    <a:pt x="7844" y="1247"/>
                    <a:pt x="7730" y="1132"/>
                    <a:pt x="7610" y="1029"/>
                  </a:cubicBezTo>
                  <a:cubicBezTo>
                    <a:pt x="7583" y="1013"/>
                    <a:pt x="7567" y="980"/>
                    <a:pt x="7540" y="964"/>
                  </a:cubicBezTo>
                  <a:cubicBezTo>
                    <a:pt x="7474" y="910"/>
                    <a:pt x="7404" y="861"/>
                    <a:pt x="7328" y="817"/>
                  </a:cubicBezTo>
                  <a:cubicBezTo>
                    <a:pt x="7257" y="790"/>
                    <a:pt x="7203" y="736"/>
                    <a:pt x="7137" y="703"/>
                  </a:cubicBezTo>
                  <a:cubicBezTo>
                    <a:pt x="7078" y="660"/>
                    <a:pt x="7007" y="632"/>
                    <a:pt x="6936" y="616"/>
                  </a:cubicBezTo>
                  <a:cubicBezTo>
                    <a:pt x="6909" y="612"/>
                    <a:pt x="6885" y="592"/>
                    <a:pt x="6853" y="592"/>
                  </a:cubicBezTo>
                  <a:cubicBezTo>
                    <a:pt x="6847" y="592"/>
                    <a:pt x="6840" y="593"/>
                    <a:pt x="6833" y="594"/>
                  </a:cubicBezTo>
                  <a:lnTo>
                    <a:pt x="6833" y="513"/>
                  </a:lnTo>
                  <a:lnTo>
                    <a:pt x="6800" y="562"/>
                  </a:lnTo>
                  <a:cubicBezTo>
                    <a:pt x="6757" y="545"/>
                    <a:pt x="6713" y="529"/>
                    <a:pt x="6670" y="513"/>
                  </a:cubicBezTo>
                  <a:cubicBezTo>
                    <a:pt x="6632" y="491"/>
                    <a:pt x="6599" y="464"/>
                    <a:pt x="6561" y="437"/>
                  </a:cubicBezTo>
                  <a:cubicBezTo>
                    <a:pt x="6548" y="449"/>
                    <a:pt x="6543" y="455"/>
                    <a:pt x="6539" y="455"/>
                  </a:cubicBezTo>
                  <a:cubicBezTo>
                    <a:pt x="6536" y="455"/>
                    <a:pt x="6533" y="452"/>
                    <a:pt x="6529" y="448"/>
                  </a:cubicBezTo>
                  <a:cubicBezTo>
                    <a:pt x="6520" y="439"/>
                    <a:pt x="6514" y="430"/>
                    <a:pt x="6513" y="430"/>
                  </a:cubicBezTo>
                  <a:cubicBezTo>
                    <a:pt x="6512" y="430"/>
                    <a:pt x="6512" y="430"/>
                    <a:pt x="6512" y="431"/>
                  </a:cubicBezTo>
                  <a:cubicBezTo>
                    <a:pt x="6506" y="433"/>
                    <a:pt x="6501" y="434"/>
                    <a:pt x="6496" y="434"/>
                  </a:cubicBezTo>
                  <a:cubicBezTo>
                    <a:pt x="6474" y="434"/>
                    <a:pt x="6460" y="417"/>
                    <a:pt x="6447" y="404"/>
                  </a:cubicBezTo>
                  <a:cubicBezTo>
                    <a:pt x="6436" y="393"/>
                    <a:pt x="6420" y="388"/>
                    <a:pt x="6409" y="377"/>
                  </a:cubicBezTo>
                  <a:cubicBezTo>
                    <a:pt x="6295" y="344"/>
                    <a:pt x="6181" y="301"/>
                    <a:pt x="6077" y="246"/>
                  </a:cubicBezTo>
                  <a:cubicBezTo>
                    <a:pt x="6066" y="241"/>
                    <a:pt x="6056" y="236"/>
                    <a:pt x="6045" y="236"/>
                  </a:cubicBezTo>
                  <a:cubicBezTo>
                    <a:pt x="5985" y="230"/>
                    <a:pt x="5925" y="214"/>
                    <a:pt x="5865" y="197"/>
                  </a:cubicBezTo>
                  <a:cubicBezTo>
                    <a:pt x="5795" y="176"/>
                    <a:pt x="5713" y="181"/>
                    <a:pt x="5648" y="132"/>
                  </a:cubicBezTo>
                  <a:cubicBezTo>
                    <a:pt x="5645" y="131"/>
                    <a:pt x="5641" y="130"/>
                    <a:pt x="5638" y="130"/>
                  </a:cubicBezTo>
                  <a:cubicBezTo>
                    <a:pt x="5626" y="130"/>
                    <a:pt x="5615" y="138"/>
                    <a:pt x="5605" y="138"/>
                  </a:cubicBezTo>
                  <a:cubicBezTo>
                    <a:pt x="5599" y="138"/>
                    <a:pt x="5593" y="135"/>
                    <a:pt x="5588" y="127"/>
                  </a:cubicBezTo>
                  <a:cubicBezTo>
                    <a:pt x="5583" y="114"/>
                    <a:pt x="5575" y="111"/>
                    <a:pt x="5566" y="111"/>
                  </a:cubicBezTo>
                  <a:cubicBezTo>
                    <a:pt x="5555" y="111"/>
                    <a:pt x="5543" y="116"/>
                    <a:pt x="5534" y="116"/>
                  </a:cubicBezTo>
                  <a:cubicBezTo>
                    <a:pt x="5474" y="111"/>
                    <a:pt x="5414" y="105"/>
                    <a:pt x="5354" y="89"/>
                  </a:cubicBezTo>
                  <a:cubicBezTo>
                    <a:pt x="5338" y="83"/>
                    <a:pt x="5316" y="78"/>
                    <a:pt x="5295" y="78"/>
                  </a:cubicBezTo>
                  <a:cubicBezTo>
                    <a:pt x="5276" y="74"/>
                    <a:pt x="5257" y="68"/>
                    <a:pt x="5240" y="68"/>
                  </a:cubicBezTo>
                  <a:cubicBezTo>
                    <a:pt x="5233" y="68"/>
                    <a:pt x="5225" y="69"/>
                    <a:pt x="5219" y="72"/>
                  </a:cubicBezTo>
                  <a:cubicBezTo>
                    <a:pt x="5210" y="78"/>
                    <a:pt x="5202" y="80"/>
                    <a:pt x="5195" y="80"/>
                  </a:cubicBezTo>
                  <a:cubicBezTo>
                    <a:pt x="5173" y="80"/>
                    <a:pt x="5159" y="57"/>
                    <a:pt x="5142" y="40"/>
                  </a:cubicBezTo>
                  <a:cubicBezTo>
                    <a:pt x="5113" y="56"/>
                    <a:pt x="5080" y="64"/>
                    <a:pt x="5047" y="64"/>
                  </a:cubicBezTo>
                  <a:cubicBezTo>
                    <a:pt x="5015" y="64"/>
                    <a:pt x="4982" y="56"/>
                    <a:pt x="4952" y="40"/>
                  </a:cubicBezTo>
                  <a:cubicBezTo>
                    <a:pt x="4882" y="19"/>
                    <a:pt x="4809" y="7"/>
                    <a:pt x="4736" y="7"/>
                  </a:cubicBezTo>
                  <a:cubicBezTo>
                    <a:pt x="4696" y="7"/>
                    <a:pt x="4656" y="10"/>
                    <a:pt x="4615" y="18"/>
                  </a:cubicBezTo>
                  <a:cubicBezTo>
                    <a:pt x="4606" y="18"/>
                    <a:pt x="4594" y="25"/>
                    <a:pt x="4587" y="25"/>
                  </a:cubicBezTo>
                  <a:cubicBezTo>
                    <a:pt x="4585" y="25"/>
                    <a:pt x="4584" y="25"/>
                    <a:pt x="4583" y="24"/>
                  </a:cubicBezTo>
                  <a:cubicBezTo>
                    <a:pt x="4559" y="9"/>
                    <a:pt x="4533" y="0"/>
                    <a:pt x="45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3"/>
            <p:cNvSpPr/>
            <p:nvPr/>
          </p:nvSpPr>
          <p:spPr>
            <a:xfrm>
              <a:off x="1206438" y="2728827"/>
              <a:ext cx="1243843" cy="1240832"/>
            </a:xfrm>
            <a:custGeom>
              <a:rect b="b" l="l" r="r" t="t"/>
              <a:pathLst>
                <a:path extrusionOk="0" h="10716" w="10742">
                  <a:moveTo>
                    <a:pt x="5023" y="0"/>
                  </a:moveTo>
                  <a:cubicBezTo>
                    <a:pt x="4940" y="8"/>
                    <a:pt x="4856" y="13"/>
                    <a:pt x="4770" y="13"/>
                  </a:cubicBezTo>
                  <a:cubicBezTo>
                    <a:pt x="4739" y="13"/>
                    <a:pt x="4707" y="13"/>
                    <a:pt x="4675" y="11"/>
                  </a:cubicBezTo>
                  <a:cubicBezTo>
                    <a:pt x="4659" y="11"/>
                    <a:pt x="4632" y="11"/>
                    <a:pt x="4626" y="17"/>
                  </a:cubicBezTo>
                  <a:cubicBezTo>
                    <a:pt x="4603" y="40"/>
                    <a:pt x="4578" y="43"/>
                    <a:pt x="4553" y="43"/>
                  </a:cubicBezTo>
                  <a:cubicBezTo>
                    <a:pt x="4544" y="43"/>
                    <a:pt x="4536" y="43"/>
                    <a:pt x="4528" y="43"/>
                  </a:cubicBezTo>
                  <a:cubicBezTo>
                    <a:pt x="4521" y="43"/>
                    <a:pt x="4514" y="43"/>
                    <a:pt x="4507" y="44"/>
                  </a:cubicBezTo>
                  <a:cubicBezTo>
                    <a:pt x="4463" y="44"/>
                    <a:pt x="4420" y="55"/>
                    <a:pt x="4382" y="71"/>
                  </a:cubicBezTo>
                  <a:cubicBezTo>
                    <a:pt x="4371" y="76"/>
                    <a:pt x="4355" y="76"/>
                    <a:pt x="4344" y="76"/>
                  </a:cubicBezTo>
                  <a:cubicBezTo>
                    <a:pt x="4273" y="87"/>
                    <a:pt x="4202" y="104"/>
                    <a:pt x="4132" y="109"/>
                  </a:cubicBezTo>
                  <a:cubicBezTo>
                    <a:pt x="4098" y="113"/>
                    <a:pt x="4070" y="137"/>
                    <a:pt x="4037" y="137"/>
                  </a:cubicBezTo>
                  <a:cubicBezTo>
                    <a:pt x="4027" y="137"/>
                    <a:pt x="4017" y="136"/>
                    <a:pt x="4007" y="131"/>
                  </a:cubicBezTo>
                  <a:cubicBezTo>
                    <a:pt x="3979" y="174"/>
                    <a:pt x="3925" y="153"/>
                    <a:pt x="3892" y="169"/>
                  </a:cubicBezTo>
                  <a:cubicBezTo>
                    <a:pt x="3885" y="173"/>
                    <a:pt x="3876" y="175"/>
                    <a:pt x="3868" y="175"/>
                  </a:cubicBezTo>
                  <a:cubicBezTo>
                    <a:pt x="3854" y="175"/>
                    <a:pt x="3840" y="169"/>
                    <a:pt x="3833" y="158"/>
                  </a:cubicBezTo>
                  <a:cubicBezTo>
                    <a:pt x="3822" y="147"/>
                    <a:pt x="3813" y="142"/>
                    <a:pt x="3807" y="142"/>
                  </a:cubicBezTo>
                  <a:cubicBezTo>
                    <a:pt x="3797" y="142"/>
                    <a:pt x="3790" y="153"/>
                    <a:pt x="3784" y="169"/>
                  </a:cubicBezTo>
                  <a:cubicBezTo>
                    <a:pt x="3774" y="193"/>
                    <a:pt x="3751" y="213"/>
                    <a:pt x="3719" y="213"/>
                  </a:cubicBezTo>
                  <a:cubicBezTo>
                    <a:pt x="3715" y="213"/>
                    <a:pt x="3712" y="213"/>
                    <a:pt x="3708" y="212"/>
                  </a:cubicBezTo>
                  <a:cubicBezTo>
                    <a:pt x="3691" y="218"/>
                    <a:pt x="3670" y="223"/>
                    <a:pt x="3653" y="229"/>
                  </a:cubicBezTo>
                  <a:cubicBezTo>
                    <a:pt x="3648" y="229"/>
                    <a:pt x="3653" y="245"/>
                    <a:pt x="3648" y="250"/>
                  </a:cubicBezTo>
                  <a:cubicBezTo>
                    <a:pt x="3642" y="250"/>
                    <a:pt x="3637" y="245"/>
                    <a:pt x="3637" y="240"/>
                  </a:cubicBezTo>
                  <a:cubicBezTo>
                    <a:pt x="3625" y="216"/>
                    <a:pt x="3620" y="205"/>
                    <a:pt x="3613" y="205"/>
                  </a:cubicBezTo>
                  <a:cubicBezTo>
                    <a:pt x="3607" y="205"/>
                    <a:pt x="3601" y="214"/>
                    <a:pt x="3588" y="229"/>
                  </a:cubicBezTo>
                  <a:cubicBezTo>
                    <a:pt x="3572" y="245"/>
                    <a:pt x="3561" y="256"/>
                    <a:pt x="3550" y="272"/>
                  </a:cubicBezTo>
                  <a:cubicBezTo>
                    <a:pt x="3546" y="277"/>
                    <a:pt x="3534" y="284"/>
                    <a:pt x="3527" y="284"/>
                  </a:cubicBezTo>
                  <a:cubicBezTo>
                    <a:pt x="3525" y="284"/>
                    <a:pt x="3524" y="284"/>
                    <a:pt x="3523" y="283"/>
                  </a:cubicBezTo>
                  <a:cubicBezTo>
                    <a:pt x="3510" y="272"/>
                    <a:pt x="3498" y="268"/>
                    <a:pt x="3488" y="268"/>
                  </a:cubicBezTo>
                  <a:cubicBezTo>
                    <a:pt x="3471" y="268"/>
                    <a:pt x="3457" y="279"/>
                    <a:pt x="3447" y="299"/>
                  </a:cubicBezTo>
                  <a:cubicBezTo>
                    <a:pt x="3443" y="301"/>
                    <a:pt x="3440" y="302"/>
                    <a:pt x="3437" y="302"/>
                  </a:cubicBezTo>
                  <a:cubicBezTo>
                    <a:pt x="3432" y="302"/>
                    <a:pt x="3429" y="299"/>
                    <a:pt x="3425" y="299"/>
                  </a:cubicBezTo>
                  <a:cubicBezTo>
                    <a:pt x="3418" y="290"/>
                    <a:pt x="3412" y="287"/>
                    <a:pt x="3407" y="287"/>
                  </a:cubicBezTo>
                  <a:cubicBezTo>
                    <a:pt x="3400" y="287"/>
                    <a:pt x="3393" y="293"/>
                    <a:pt x="3387" y="299"/>
                  </a:cubicBezTo>
                  <a:cubicBezTo>
                    <a:pt x="3371" y="316"/>
                    <a:pt x="3354" y="321"/>
                    <a:pt x="3338" y="326"/>
                  </a:cubicBezTo>
                  <a:cubicBezTo>
                    <a:pt x="3273" y="343"/>
                    <a:pt x="3218" y="375"/>
                    <a:pt x="3164" y="413"/>
                  </a:cubicBezTo>
                  <a:cubicBezTo>
                    <a:pt x="3163" y="415"/>
                    <a:pt x="3160" y="416"/>
                    <a:pt x="3158" y="416"/>
                  </a:cubicBezTo>
                  <a:cubicBezTo>
                    <a:pt x="3152" y="416"/>
                    <a:pt x="3145" y="412"/>
                    <a:pt x="3137" y="408"/>
                  </a:cubicBezTo>
                  <a:lnTo>
                    <a:pt x="3115" y="408"/>
                  </a:lnTo>
                  <a:cubicBezTo>
                    <a:pt x="3104" y="446"/>
                    <a:pt x="3066" y="441"/>
                    <a:pt x="3039" y="452"/>
                  </a:cubicBezTo>
                  <a:cubicBezTo>
                    <a:pt x="2996" y="479"/>
                    <a:pt x="2952" y="500"/>
                    <a:pt x="2909" y="522"/>
                  </a:cubicBezTo>
                  <a:cubicBezTo>
                    <a:pt x="2887" y="528"/>
                    <a:pt x="2871" y="566"/>
                    <a:pt x="2833" y="566"/>
                  </a:cubicBezTo>
                  <a:cubicBezTo>
                    <a:pt x="2822" y="615"/>
                    <a:pt x="2773" y="587"/>
                    <a:pt x="2751" y="609"/>
                  </a:cubicBezTo>
                  <a:cubicBezTo>
                    <a:pt x="2735" y="625"/>
                    <a:pt x="2713" y="636"/>
                    <a:pt x="2697" y="647"/>
                  </a:cubicBezTo>
                  <a:cubicBezTo>
                    <a:pt x="2664" y="664"/>
                    <a:pt x="2637" y="680"/>
                    <a:pt x="2615" y="702"/>
                  </a:cubicBezTo>
                  <a:cubicBezTo>
                    <a:pt x="2588" y="729"/>
                    <a:pt x="2555" y="729"/>
                    <a:pt x="2528" y="745"/>
                  </a:cubicBezTo>
                  <a:cubicBezTo>
                    <a:pt x="2474" y="767"/>
                    <a:pt x="2430" y="794"/>
                    <a:pt x="2381" y="821"/>
                  </a:cubicBezTo>
                  <a:cubicBezTo>
                    <a:pt x="2338" y="854"/>
                    <a:pt x="2283" y="865"/>
                    <a:pt x="2256" y="914"/>
                  </a:cubicBezTo>
                  <a:cubicBezTo>
                    <a:pt x="2251" y="930"/>
                    <a:pt x="2240" y="935"/>
                    <a:pt x="2224" y="935"/>
                  </a:cubicBezTo>
                  <a:cubicBezTo>
                    <a:pt x="2169" y="941"/>
                    <a:pt x="2126" y="968"/>
                    <a:pt x="2099" y="1011"/>
                  </a:cubicBezTo>
                  <a:cubicBezTo>
                    <a:pt x="2093" y="1022"/>
                    <a:pt x="2082" y="1028"/>
                    <a:pt x="2071" y="1033"/>
                  </a:cubicBezTo>
                  <a:cubicBezTo>
                    <a:pt x="2039" y="1039"/>
                    <a:pt x="2012" y="1055"/>
                    <a:pt x="1985" y="1082"/>
                  </a:cubicBezTo>
                  <a:cubicBezTo>
                    <a:pt x="1963" y="1104"/>
                    <a:pt x="1936" y="1120"/>
                    <a:pt x="1903" y="1136"/>
                  </a:cubicBezTo>
                  <a:cubicBezTo>
                    <a:pt x="1881" y="1153"/>
                    <a:pt x="1854" y="1169"/>
                    <a:pt x="1843" y="1191"/>
                  </a:cubicBezTo>
                  <a:cubicBezTo>
                    <a:pt x="1811" y="1245"/>
                    <a:pt x="1767" y="1300"/>
                    <a:pt x="1713" y="1338"/>
                  </a:cubicBezTo>
                  <a:cubicBezTo>
                    <a:pt x="1702" y="1348"/>
                    <a:pt x="1686" y="1354"/>
                    <a:pt x="1686" y="1365"/>
                  </a:cubicBezTo>
                  <a:cubicBezTo>
                    <a:pt x="1686" y="1408"/>
                    <a:pt x="1642" y="1414"/>
                    <a:pt x="1620" y="1441"/>
                  </a:cubicBezTo>
                  <a:cubicBezTo>
                    <a:pt x="1593" y="1463"/>
                    <a:pt x="1550" y="1473"/>
                    <a:pt x="1544" y="1522"/>
                  </a:cubicBezTo>
                  <a:cubicBezTo>
                    <a:pt x="1544" y="1539"/>
                    <a:pt x="1522" y="1550"/>
                    <a:pt x="1506" y="1560"/>
                  </a:cubicBezTo>
                  <a:cubicBezTo>
                    <a:pt x="1474" y="1593"/>
                    <a:pt x="1425" y="1615"/>
                    <a:pt x="1403" y="1653"/>
                  </a:cubicBezTo>
                  <a:cubicBezTo>
                    <a:pt x="1349" y="1751"/>
                    <a:pt x="1240" y="1805"/>
                    <a:pt x="1180" y="1897"/>
                  </a:cubicBezTo>
                  <a:cubicBezTo>
                    <a:pt x="1158" y="1925"/>
                    <a:pt x="1131" y="1946"/>
                    <a:pt x="1104" y="1957"/>
                  </a:cubicBezTo>
                  <a:cubicBezTo>
                    <a:pt x="1077" y="1974"/>
                    <a:pt x="1071" y="2017"/>
                    <a:pt x="1060" y="2050"/>
                  </a:cubicBezTo>
                  <a:cubicBezTo>
                    <a:pt x="1055" y="2061"/>
                    <a:pt x="1050" y="2066"/>
                    <a:pt x="1039" y="2077"/>
                  </a:cubicBezTo>
                  <a:cubicBezTo>
                    <a:pt x="1028" y="2088"/>
                    <a:pt x="1017" y="2104"/>
                    <a:pt x="1001" y="2109"/>
                  </a:cubicBezTo>
                  <a:cubicBezTo>
                    <a:pt x="984" y="2115"/>
                    <a:pt x="1001" y="2153"/>
                    <a:pt x="973" y="2153"/>
                  </a:cubicBezTo>
                  <a:cubicBezTo>
                    <a:pt x="930" y="2158"/>
                    <a:pt x="990" y="2175"/>
                    <a:pt x="973" y="2186"/>
                  </a:cubicBezTo>
                  <a:cubicBezTo>
                    <a:pt x="952" y="2207"/>
                    <a:pt x="930" y="2229"/>
                    <a:pt x="914" y="2256"/>
                  </a:cubicBezTo>
                  <a:cubicBezTo>
                    <a:pt x="892" y="2289"/>
                    <a:pt x="876" y="2327"/>
                    <a:pt x="854" y="2359"/>
                  </a:cubicBezTo>
                  <a:cubicBezTo>
                    <a:pt x="843" y="2381"/>
                    <a:pt x="832" y="2398"/>
                    <a:pt x="816" y="2414"/>
                  </a:cubicBezTo>
                  <a:cubicBezTo>
                    <a:pt x="794" y="2425"/>
                    <a:pt x="832" y="2457"/>
                    <a:pt x="800" y="2457"/>
                  </a:cubicBezTo>
                  <a:cubicBezTo>
                    <a:pt x="778" y="2463"/>
                    <a:pt x="756" y="2485"/>
                    <a:pt x="761" y="2512"/>
                  </a:cubicBezTo>
                  <a:cubicBezTo>
                    <a:pt x="767" y="2561"/>
                    <a:pt x="707" y="2577"/>
                    <a:pt x="718" y="2620"/>
                  </a:cubicBezTo>
                  <a:cubicBezTo>
                    <a:pt x="664" y="2658"/>
                    <a:pt x="664" y="2718"/>
                    <a:pt x="642" y="2767"/>
                  </a:cubicBezTo>
                  <a:cubicBezTo>
                    <a:pt x="636" y="2789"/>
                    <a:pt x="620" y="2811"/>
                    <a:pt x="604" y="2827"/>
                  </a:cubicBezTo>
                  <a:cubicBezTo>
                    <a:pt x="598" y="2832"/>
                    <a:pt x="593" y="2843"/>
                    <a:pt x="588" y="2849"/>
                  </a:cubicBezTo>
                  <a:cubicBezTo>
                    <a:pt x="577" y="2881"/>
                    <a:pt x="566" y="2908"/>
                    <a:pt x="555" y="2936"/>
                  </a:cubicBezTo>
                  <a:cubicBezTo>
                    <a:pt x="549" y="2963"/>
                    <a:pt x="539" y="2990"/>
                    <a:pt x="522" y="3012"/>
                  </a:cubicBezTo>
                  <a:cubicBezTo>
                    <a:pt x="506" y="3034"/>
                    <a:pt x="517" y="3072"/>
                    <a:pt x="484" y="3082"/>
                  </a:cubicBezTo>
                  <a:cubicBezTo>
                    <a:pt x="490" y="3131"/>
                    <a:pt x="435" y="3153"/>
                    <a:pt x="435" y="3197"/>
                  </a:cubicBezTo>
                  <a:cubicBezTo>
                    <a:pt x="435" y="3213"/>
                    <a:pt x="424" y="3229"/>
                    <a:pt x="424" y="3240"/>
                  </a:cubicBezTo>
                  <a:cubicBezTo>
                    <a:pt x="435" y="3284"/>
                    <a:pt x="392" y="3294"/>
                    <a:pt x="386" y="3322"/>
                  </a:cubicBezTo>
                  <a:cubicBezTo>
                    <a:pt x="359" y="3419"/>
                    <a:pt x="316" y="3517"/>
                    <a:pt x="294" y="3615"/>
                  </a:cubicBezTo>
                  <a:cubicBezTo>
                    <a:pt x="283" y="3675"/>
                    <a:pt x="267" y="3735"/>
                    <a:pt x="234" y="3784"/>
                  </a:cubicBezTo>
                  <a:cubicBezTo>
                    <a:pt x="240" y="3871"/>
                    <a:pt x="196" y="3941"/>
                    <a:pt x="174" y="4017"/>
                  </a:cubicBezTo>
                  <a:cubicBezTo>
                    <a:pt x="174" y="4034"/>
                    <a:pt x="196" y="4039"/>
                    <a:pt x="174" y="4066"/>
                  </a:cubicBezTo>
                  <a:cubicBezTo>
                    <a:pt x="158" y="4110"/>
                    <a:pt x="147" y="4153"/>
                    <a:pt x="142" y="4202"/>
                  </a:cubicBezTo>
                  <a:cubicBezTo>
                    <a:pt x="131" y="4251"/>
                    <a:pt x="125" y="4300"/>
                    <a:pt x="120" y="4349"/>
                  </a:cubicBezTo>
                  <a:cubicBezTo>
                    <a:pt x="98" y="4485"/>
                    <a:pt x="82" y="4621"/>
                    <a:pt x="66" y="4757"/>
                  </a:cubicBezTo>
                  <a:cubicBezTo>
                    <a:pt x="66" y="4784"/>
                    <a:pt x="66" y="4811"/>
                    <a:pt x="60" y="4838"/>
                  </a:cubicBezTo>
                  <a:cubicBezTo>
                    <a:pt x="44" y="4909"/>
                    <a:pt x="33" y="4974"/>
                    <a:pt x="33" y="5039"/>
                  </a:cubicBezTo>
                  <a:cubicBezTo>
                    <a:pt x="33" y="5056"/>
                    <a:pt x="44" y="5077"/>
                    <a:pt x="39" y="5094"/>
                  </a:cubicBezTo>
                  <a:cubicBezTo>
                    <a:pt x="22" y="5170"/>
                    <a:pt x="22" y="5246"/>
                    <a:pt x="28" y="5327"/>
                  </a:cubicBezTo>
                  <a:cubicBezTo>
                    <a:pt x="33" y="5431"/>
                    <a:pt x="22" y="5539"/>
                    <a:pt x="28" y="5648"/>
                  </a:cubicBezTo>
                  <a:cubicBezTo>
                    <a:pt x="28" y="5702"/>
                    <a:pt x="0" y="5751"/>
                    <a:pt x="33" y="5806"/>
                  </a:cubicBezTo>
                  <a:cubicBezTo>
                    <a:pt x="49" y="5822"/>
                    <a:pt x="33" y="5860"/>
                    <a:pt x="22" y="5887"/>
                  </a:cubicBezTo>
                  <a:cubicBezTo>
                    <a:pt x="17" y="5898"/>
                    <a:pt x="22" y="5914"/>
                    <a:pt x="28" y="5920"/>
                  </a:cubicBezTo>
                  <a:lnTo>
                    <a:pt x="49" y="5942"/>
                  </a:lnTo>
                  <a:cubicBezTo>
                    <a:pt x="6" y="5974"/>
                    <a:pt x="55" y="6001"/>
                    <a:pt x="49" y="6034"/>
                  </a:cubicBezTo>
                  <a:cubicBezTo>
                    <a:pt x="44" y="6078"/>
                    <a:pt x="82" y="6126"/>
                    <a:pt x="55" y="6170"/>
                  </a:cubicBezTo>
                  <a:cubicBezTo>
                    <a:pt x="55" y="6175"/>
                    <a:pt x="60" y="6186"/>
                    <a:pt x="66" y="6197"/>
                  </a:cubicBezTo>
                  <a:lnTo>
                    <a:pt x="87" y="6186"/>
                  </a:lnTo>
                  <a:lnTo>
                    <a:pt x="87" y="6186"/>
                  </a:lnTo>
                  <a:cubicBezTo>
                    <a:pt x="82" y="6192"/>
                    <a:pt x="82" y="6208"/>
                    <a:pt x="77" y="6213"/>
                  </a:cubicBezTo>
                  <a:cubicBezTo>
                    <a:pt x="55" y="6230"/>
                    <a:pt x="60" y="6246"/>
                    <a:pt x="71" y="6262"/>
                  </a:cubicBezTo>
                  <a:cubicBezTo>
                    <a:pt x="82" y="6284"/>
                    <a:pt x="87" y="6295"/>
                    <a:pt x="87" y="6306"/>
                  </a:cubicBezTo>
                  <a:cubicBezTo>
                    <a:pt x="71" y="6328"/>
                    <a:pt x="87" y="6344"/>
                    <a:pt x="93" y="6366"/>
                  </a:cubicBezTo>
                  <a:cubicBezTo>
                    <a:pt x="109" y="6398"/>
                    <a:pt x="115" y="6431"/>
                    <a:pt x="115" y="6464"/>
                  </a:cubicBezTo>
                  <a:cubicBezTo>
                    <a:pt x="120" y="6485"/>
                    <a:pt x="125" y="6512"/>
                    <a:pt x="136" y="6529"/>
                  </a:cubicBezTo>
                  <a:cubicBezTo>
                    <a:pt x="142" y="6540"/>
                    <a:pt x="153" y="6556"/>
                    <a:pt x="147" y="6567"/>
                  </a:cubicBezTo>
                  <a:cubicBezTo>
                    <a:pt x="142" y="6616"/>
                    <a:pt x="196" y="6648"/>
                    <a:pt x="174" y="6703"/>
                  </a:cubicBezTo>
                  <a:cubicBezTo>
                    <a:pt x="174" y="6703"/>
                    <a:pt x="180" y="6714"/>
                    <a:pt x="180" y="6714"/>
                  </a:cubicBezTo>
                  <a:cubicBezTo>
                    <a:pt x="218" y="6730"/>
                    <a:pt x="212" y="6762"/>
                    <a:pt x="212" y="6790"/>
                  </a:cubicBezTo>
                  <a:cubicBezTo>
                    <a:pt x="218" y="6817"/>
                    <a:pt x="218" y="6844"/>
                    <a:pt x="229" y="6871"/>
                  </a:cubicBezTo>
                  <a:cubicBezTo>
                    <a:pt x="278" y="6985"/>
                    <a:pt x="299" y="7110"/>
                    <a:pt x="348" y="7225"/>
                  </a:cubicBezTo>
                  <a:cubicBezTo>
                    <a:pt x="354" y="7263"/>
                    <a:pt x="370" y="7306"/>
                    <a:pt x="381" y="7344"/>
                  </a:cubicBezTo>
                  <a:cubicBezTo>
                    <a:pt x="424" y="7420"/>
                    <a:pt x="452" y="7507"/>
                    <a:pt x="490" y="7589"/>
                  </a:cubicBezTo>
                  <a:cubicBezTo>
                    <a:pt x="522" y="7643"/>
                    <a:pt x="549" y="7697"/>
                    <a:pt x="571" y="7763"/>
                  </a:cubicBezTo>
                  <a:cubicBezTo>
                    <a:pt x="571" y="7769"/>
                    <a:pt x="575" y="7770"/>
                    <a:pt x="580" y="7770"/>
                  </a:cubicBezTo>
                  <a:cubicBezTo>
                    <a:pt x="581" y="7770"/>
                    <a:pt x="583" y="7769"/>
                    <a:pt x="585" y="7769"/>
                  </a:cubicBezTo>
                  <a:cubicBezTo>
                    <a:pt x="592" y="7769"/>
                    <a:pt x="598" y="7771"/>
                    <a:pt x="598" y="7784"/>
                  </a:cubicBezTo>
                  <a:cubicBezTo>
                    <a:pt x="598" y="7806"/>
                    <a:pt x="604" y="7828"/>
                    <a:pt x="615" y="7844"/>
                  </a:cubicBezTo>
                  <a:cubicBezTo>
                    <a:pt x="626" y="7871"/>
                    <a:pt x="647" y="7893"/>
                    <a:pt x="642" y="7931"/>
                  </a:cubicBezTo>
                  <a:cubicBezTo>
                    <a:pt x="636" y="7964"/>
                    <a:pt x="647" y="7996"/>
                    <a:pt x="669" y="8018"/>
                  </a:cubicBezTo>
                  <a:cubicBezTo>
                    <a:pt x="713" y="8067"/>
                    <a:pt x="740" y="8121"/>
                    <a:pt x="756" y="8181"/>
                  </a:cubicBezTo>
                  <a:cubicBezTo>
                    <a:pt x="761" y="8192"/>
                    <a:pt x="767" y="8203"/>
                    <a:pt x="772" y="8214"/>
                  </a:cubicBezTo>
                  <a:cubicBezTo>
                    <a:pt x="816" y="8263"/>
                    <a:pt x="870" y="8301"/>
                    <a:pt x="876" y="8371"/>
                  </a:cubicBezTo>
                  <a:cubicBezTo>
                    <a:pt x="876" y="8377"/>
                    <a:pt x="881" y="8382"/>
                    <a:pt x="881" y="8382"/>
                  </a:cubicBezTo>
                  <a:cubicBezTo>
                    <a:pt x="886" y="8381"/>
                    <a:pt x="891" y="8380"/>
                    <a:pt x="895" y="8380"/>
                  </a:cubicBezTo>
                  <a:cubicBezTo>
                    <a:pt x="921" y="8380"/>
                    <a:pt x="926" y="8407"/>
                    <a:pt x="935" y="8426"/>
                  </a:cubicBezTo>
                  <a:cubicBezTo>
                    <a:pt x="952" y="8448"/>
                    <a:pt x="984" y="8458"/>
                    <a:pt x="968" y="8491"/>
                  </a:cubicBezTo>
                  <a:cubicBezTo>
                    <a:pt x="968" y="8491"/>
                    <a:pt x="990" y="8502"/>
                    <a:pt x="995" y="8507"/>
                  </a:cubicBezTo>
                  <a:cubicBezTo>
                    <a:pt x="1012" y="8529"/>
                    <a:pt x="1044" y="8551"/>
                    <a:pt x="1044" y="8567"/>
                  </a:cubicBezTo>
                  <a:cubicBezTo>
                    <a:pt x="1039" y="8589"/>
                    <a:pt x="1050" y="8600"/>
                    <a:pt x="1060" y="8611"/>
                  </a:cubicBezTo>
                  <a:cubicBezTo>
                    <a:pt x="1071" y="8627"/>
                    <a:pt x="1093" y="8654"/>
                    <a:pt x="1115" y="8670"/>
                  </a:cubicBezTo>
                  <a:cubicBezTo>
                    <a:pt x="1131" y="8692"/>
                    <a:pt x="1147" y="8730"/>
                    <a:pt x="1175" y="8741"/>
                  </a:cubicBezTo>
                  <a:cubicBezTo>
                    <a:pt x="1202" y="8747"/>
                    <a:pt x="1213" y="8747"/>
                    <a:pt x="1213" y="8774"/>
                  </a:cubicBezTo>
                  <a:cubicBezTo>
                    <a:pt x="1213" y="8792"/>
                    <a:pt x="1213" y="8802"/>
                    <a:pt x="1228" y="8802"/>
                  </a:cubicBezTo>
                  <a:cubicBezTo>
                    <a:pt x="1231" y="8802"/>
                    <a:pt x="1235" y="8802"/>
                    <a:pt x="1240" y="8801"/>
                  </a:cubicBezTo>
                  <a:cubicBezTo>
                    <a:pt x="1240" y="8844"/>
                    <a:pt x="1283" y="8844"/>
                    <a:pt x="1305" y="8866"/>
                  </a:cubicBezTo>
                  <a:cubicBezTo>
                    <a:pt x="1321" y="8888"/>
                    <a:pt x="1316" y="8915"/>
                    <a:pt x="1332" y="8920"/>
                  </a:cubicBezTo>
                  <a:cubicBezTo>
                    <a:pt x="1387" y="8942"/>
                    <a:pt x="1419" y="9002"/>
                    <a:pt x="1468" y="9029"/>
                  </a:cubicBezTo>
                  <a:cubicBezTo>
                    <a:pt x="1474" y="9035"/>
                    <a:pt x="1490" y="9040"/>
                    <a:pt x="1490" y="9046"/>
                  </a:cubicBezTo>
                  <a:cubicBezTo>
                    <a:pt x="1484" y="9105"/>
                    <a:pt x="1522" y="9116"/>
                    <a:pt x="1561" y="9132"/>
                  </a:cubicBezTo>
                  <a:cubicBezTo>
                    <a:pt x="1571" y="9132"/>
                    <a:pt x="1582" y="9143"/>
                    <a:pt x="1588" y="9154"/>
                  </a:cubicBezTo>
                  <a:cubicBezTo>
                    <a:pt x="1615" y="9219"/>
                    <a:pt x="1669" y="9247"/>
                    <a:pt x="1718" y="9285"/>
                  </a:cubicBezTo>
                  <a:cubicBezTo>
                    <a:pt x="1756" y="9312"/>
                    <a:pt x="1794" y="9339"/>
                    <a:pt x="1827" y="9377"/>
                  </a:cubicBezTo>
                  <a:cubicBezTo>
                    <a:pt x="1854" y="9410"/>
                    <a:pt x="1898" y="9431"/>
                    <a:pt x="1914" y="9475"/>
                  </a:cubicBezTo>
                  <a:cubicBezTo>
                    <a:pt x="1919" y="9480"/>
                    <a:pt x="1930" y="9486"/>
                    <a:pt x="1941" y="9491"/>
                  </a:cubicBezTo>
                  <a:lnTo>
                    <a:pt x="2120" y="9589"/>
                  </a:lnTo>
                  <a:cubicBezTo>
                    <a:pt x="2126" y="9595"/>
                    <a:pt x="2126" y="9600"/>
                    <a:pt x="2126" y="9605"/>
                  </a:cubicBezTo>
                  <a:cubicBezTo>
                    <a:pt x="2126" y="9621"/>
                    <a:pt x="2130" y="9626"/>
                    <a:pt x="2135" y="9626"/>
                  </a:cubicBezTo>
                  <a:cubicBezTo>
                    <a:pt x="2139" y="9626"/>
                    <a:pt x="2143" y="9624"/>
                    <a:pt x="2148" y="9622"/>
                  </a:cubicBezTo>
                  <a:cubicBezTo>
                    <a:pt x="2156" y="9619"/>
                    <a:pt x="2161" y="9618"/>
                    <a:pt x="2165" y="9618"/>
                  </a:cubicBezTo>
                  <a:cubicBezTo>
                    <a:pt x="2169" y="9618"/>
                    <a:pt x="2172" y="9619"/>
                    <a:pt x="2175" y="9622"/>
                  </a:cubicBezTo>
                  <a:cubicBezTo>
                    <a:pt x="2197" y="9649"/>
                    <a:pt x="2224" y="9676"/>
                    <a:pt x="2251" y="9698"/>
                  </a:cubicBezTo>
                  <a:cubicBezTo>
                    <a:pt x="2284" y="9717"/>
                    <a:pt x="2305" y="9761"/>
                    <a:pt x="2349" y="9761"/>
                  </a:cubicBezTo>
                  <a:cubicBezTo>
                    <a:pt x="2356" y="9761"/>
                    <a:pt x="2363" y="9760"/>
                    <a:pt x="2370" y="9758"/>
                  </a:cubicBezTo>
                  <a:cubicBezTo>
                    <a:pt x="2376" y="9758"/>
                    <a:pt x="2387" y="9763"/>
                    <a:pt x="2392" y="9768"/>
                  </a:cubicBezTo>
                  <a:cubicBezTo>
                    <a:pt x="2447" y="9828"/>
                    <a:pt x="2512" y="9872"/>
                    <a:pt x="2582" y="9904"/>
                  </a:cubicBezTo>
                  <a:cubicBezTo>
                    <a:pt x="2615" y="9915"/>
                    <a:pt x="2648" y="9942"/>
                    <a:pt x="2680" y="9959"/>
                  </a:cubicBezTo>
                  <a:cubicBezTo>
                    <a:pt x="2707" y="9970"/>
                    <a:pt x="2740" y="9986"/>
                    <a:pt x="2762" y="10002"/>
                  </a:cubicBezTo>
                  <a:cubicBezTo>
                    <a:pt x="2800" y="10024"/>
                    <a:pt x="2854" y="10029"/>
                    <a:pt x="2876" y="10073"/>
                  </a:cubicBezTo>
                  <a:cubicBezTo>
                    <a:pt x="2882" y="10071"/>
                    <a:pt x="2888" y="10071"/>
                    <a:pt x="2893" y="10071"/>
                  </a:cubicBezTo>
                  <a:cubicBezTo>
                    <a:pt x="2941" y="10071"/>
                    <a:pt x="2969" y="10124"/>
                    <a:pt x="3017" y="10124"/>
                  </a:cubicBezTo>
                  <a:cubicBezTo>
                    <a:pt x="3022" y="10124"/>
                    <a:pt x="3028" y="10123"/>
                    <a:pt x="3034" y="10122"/>
                  </a:cubicBezTo>
                  <a:cubicBezTo>
                    <a:pt x="3072" y="10176"/>
                    <a:pt x="3142" y="10171"/>
                    <a:pt x="3186" y="10203"/>
                  </a:cubicBezTo>
                  <a:cubicBezTo>
                    <a:pt x="3218" y="10231"/>
                    <a:pt x="3262" y="10203"/>
                    <a:pt x="3284" y="10236"/>
                  </a:cubicBezTo>
                  <a:cubicBezTo>
                    <a:pt x="3305" y="10269"/>
                    <a:pt x="3343" y="10269"/>
                    <a:pt x="3371" y="10285"/>
                  </a:cubicBezTo>
                  <a:cubicBezTo>
                    <a:pt x="3376" y="10288"/>
                    <a:pt x="3384" y="10288"/>
                    <a:pt x="3392" y="10288"/>
                  </a:cubicBezTo>
                  <a:cubicBezTo>
                    <a:pt x="3401" y="10288"/>
                    <a:pt x="3409" y="10288"/>
                    <a:pt x="3414" y="10290"/>
                  </a:cubicBezTo>
                  <a:cubicBezTo>
                    <a:pt x="3430" y="10301"/>
                    <a:pt x="3436" y="10317"/>
                    <a:pt x="3447" y="10323"/>
                  </a:cubicBezTo>
                  <a:cubicBezTo>
                    <a:pt x="3466" y="10337"/>
                    <a:pt x="3494" y="10356"/>
                    <a:pt x="3516" y="10356"/>
                  </a:cubicBezTo>
                  <a:cubicBezTo>
                    <a:pt x="3518" y="10356"/>
                    <a:pt x="3521" y="10356"/>
                    <a:pt x="3523" y="10356"/>
                  </a:cubicBezTo>
                  <a:cubicBezTo>
                    <a:pt x="3530" y="10353"/>
                    <a:pt x="3538" y="10351"/>
                    <a:pt x="3546" y="10351"/>
                  </a:cubicBezTo>
                  <a:cubicBezTo>
                    <a:pt x="3565" y="10351"/>
                    <a:pt x="3583" y="10360"/>
                    <a:pt x="3599" y="10372"/>
                  </a:cubicBezTo>
                  <a:cubicBezTo>
                    <a:pt x="3653" y="10415"/>
                    <a:pt x="3740" y="10410"/>
                    <a:pt x="3795" y="10464"/>
                  </a:cubicBezTo>
                  <a:cubicBezTo>
                    <a:pt x="3796" y="10466"/>
                    <a:pt x="3799" y="10467"/>
                    <a:pt x="3802" y="10467"/>
                  </a:cubicBezTo>
                  <a:cubicBezTo>
                    <a:pt x="3807" y="10467"/>
                    <a:pt x="3815" y="10464"/>
                    <a:pt x="3822" y="10464"/>
                  </a:cubicBezTo>
                  <a:cubicBezTo>
                    <a:pt x="3844" y="10464"/>
                    <a:pt x="3865" y="10470"/>
                    <a:pt x="3887" y="10475"/>
                  </a:cubicBezTo>
                  <a:cubicBezTo>
                    <a:pt x="3958" y="10513"/>
                    <a:pt x="4045" y="10535"/>
                    <a:pt x="4126" y="10540"/>
                  </a:cubicBezTo>
                  <a:cubicBezTo>
                    <a:pt x="4159" y="10540"/>
                    <a:pt x="4186" y="10546"/>
                    <a:pt x="4213" y="10557"/>
                  </a:cubicBezTo>
                  <a:cubicBezTo>
                    <a:pt x="4240" y="10568"/>
                    <a:pt x="4268" y="10584"/>
                    <a:pt x="4300" y="10595"/>
                  </a:cubicBezTo>
                  <a:cubicBezTo>
                    <a:pt x="4333" y="10600"/>
                    <a:pt x="4371" y="10595"/>
                    <a:pt x="4387" y="10606"/>
                  </a:cubicBezTo>
                  <a:cubicBezTo>
                    <a:pt x="4447" y="10627"/>
                    <a:pt x="4507" y="10638"/>
                    <a:pt x="4567" y="10644"/>
                  </a:cubicBezTo>
                  <a:cubicBezTo>
                    <a:pt x="4588" y="10644"/>
                    <a:pt x="4610" y="10655"/>
                    <a:pt x="4632" y="10665"/>
                  </a:cubicBezTo>
                  <a:cubicBezTo>
                    <a:pt x="4635" y="10668"/>
                    <a:pt x="4638" y="10669"/>
                    <a:pt x="4642" y="10669"/>
                  </a:cubicBezTo>
                  <a:cubicBezTo>
                    <a:pt x="4657" y="10669"/>
                    <a:pt x="4675" y="10649"/>
                    <a:pt x="4693" y="10649"/>
                  </a:cubicBezTo>
                  <a:cubicBezTo>
                    <a:pt x="4698" y="10649"/>
                    <a:pt x="4703" y="10650"/>
                    <a:pt x="4708" y="10655"/>
                  </a:cubicBezTo>
                  <a:cubicBezTo>
                    <a:pt x="4711" y="10656"/>
                    <a:pt x="4716" y="10657"/>
                    <a:pt x="4720" y="10657"/>
                  </a:cubicBezTo>
                  <a:cubicBezTo>
                    <a:pt x="4728" y="10657"/>
                    <a:pt x="4735" y="10655"/>
                    <a:pt x="4735" y="10655"/>
                  </a:cubicBezTo>
                  <a:cubicBezTo>
                    <a:pt x="4744" y="10684"/>
                    <a:pt x="4757" y="10693"/>
                    <a:pt x="4772" y="10693"/>
                  </a:cubicBezTo>
                  <a:cubicBezTo>
                    <a:pt x="4792" y="10693"/>
                    <a:pt x="4816" y="10676"/>
                    <a:pt x="4838" y="10676"/>
                  </a:cubicBezTo>
                  <a:cubicBezTo>
                    <a:pt x="4849" y="10676"/>
                    <a:pt x="4865" y="10674"/>
                    <a:pt x="4877" y="10674"/>
                  </a:cubicBezTo>
                  <a:cubicBezTo>
                    <a:pt x="4884" y="10674"/>
                    <a:pt x="4889" y="10674"/>
                    <a:pt x="4893" y="10676"/>
                  </a:cubicBezTo>
                  <a:cubicBezTo>
                    <a:pt x="4904" y="10691"/>
                    <a:pt x="4917" y="10693"/>
                    <a:pt x="4929" y="10693"/>
                  </a:cubicBezTo>
                  <a:cubicBezTo>
                    <a:pt x="4936" y="10693"/>
                    <a:pt x="4942" y="10693"/>
                    <a:pt x="4947" y="10693"/>
                  </a:cubicBezTo>
                  <a:cubicBezTo>
                    <a:pt x="4992" y="10693"/>
                    <a:pt x="5037" y="10711"/>
                    <a:pt x="5082" y="10711"/>
                  </a:cubicBezTo>
                  <a:cubicBezTo>
                    <a:pt x="5097" y="10711"/>
                    <a:pt x="5111" y="10709"/>
                    <a:pt x="5126" y="10703"/>
                  </a:cubicBezTo>
                  <a:cubicBezTo>
                    <a:pt x="5141" y="10713"/>
                    <a:pt x="5157" y="10716"/>
                    <a:pt x="5173" y="10716"/>
                  </a:cubicBezTo>
                  <a:cubicBezTo>
                    <a:pt x="5199" y="10716"/>
                    <a:pt x="5226" y="10708"/>
                    <a:pt x="5254" y="10708"/>
                  </a:cubicBezTo>
                  <a:cubicBezTo>
                    <a:pt x="5258" y="10708"/>
                    <a:pt x="5263" y="10708"/>
                    <a:pt x="5268" y="10709"/>
                  </a:cubicBezTo>
                  <a:cubicBezTo>
                    <a:pt x="5282" y="10710"/>
                    <a:pt x="5297" y="10711"/>
                    <a:pt x="5312" y="10711"/>
                  </a:cubicBezTo>
                  <a:cubicBezTo>
                    <a:pt x="5348" y="10711"/>
                    <a:pt x="5385" y="10707"/>
                    <a:pt x="5420" y="10703"/>
                  </a:cubicBezTo>
                  <a:cubicBezTo>
                    <a:pt x="5441" y="10702"/>
                    <a:pt x="5461" y="10701"/>
                    <a:pt x="5482" y="10701"/>
                  </a:cubicBezTo>
                  <a:cubicBezTo>
                    <a:pt x="5532" y="10701"/>
                    <a:pt x="5584" y="10705"/>
                    <a:pt x="5637" y="10709"/>
                  </a:cubicBezTo>
                  <a:cubicBezTo>
                    <a:pt x="5644" y="10711"/>
                    <a:pt x="5650" y="10711"/>
                    <a:pt x="5655" y="10711"/>
                  </a:cubicBezTo>
                  <a:cubicBezTo>
                    <a:pt x="5683" y="10711"/>
                    <a:pt x="5704" y="10693"/>
                    <a:pt x="5735" y="10693"/>
                  </a:cubicBezTo>
                  <a:cubicBezTo>
                    <a:pt x="5806" y="10693"/>
                    <a:pt x="5882" y="10671"/>
                    <a:pt x="5958" y="10671"/>
                  </a:cubicBezTo>
                  <a:cubicBezTo>
                    <a:pt x="5970" y="10672"/>
                    <a:pt x="5982" y="10672"/>
                    <a:pt x="5993" y="10672"/>
                  </a:cubicBezTo>
                  <a:cubicBezTo>
                    <a:pt x="6052" y="10672"/>
                    <a:pt x="6110" y="10661"/>
                    <a:pt x="6165" y="10638"/>
                  </a:cubicBezTo>
                  <a:cubicBezTo>
                    <a:pt x="6170" y="10638"/>
                    <a:pt x="6186" y="10644"/>
                    <a:pt x="6192" y="10649"/>
                  </a:cubicBezTo>
                  <a:cubicBezTo>
                    <a:pt x="6203" y="10649"/>
                    <a:pt x="6208" y="10655"/>
                    <a:pt x="6214" y="10660"/>
                  </a:cubicBezTo>
                  <a:cubicBezTo>
                    <a:pt x="6230" y="10611"/>
                    <a:pt x="6279" y="10633"/>
                    <a:pt x="6311" y="10616"/>
                  </a:cubicBezTo>
                  <a:cubicBezTo>
                    <a:pt x="6327" y="10607"/>
                    <a:pt x="6347" y="10592"/>
                    <a:pt x="6366" y="10592"/>
                  </a:cubicBezTo>
                  <a:cubicBezTo>
                    <a:pt x="6379" y="10592"/>
                    <a:pt x="6393" y="10599"/>
                    <a:pt x="6404" y="10622"/>
                  </a:cubicBezTo>
                  <a:cubicBezTo>
                    <a:pt x="6404" y="10624"/>
                    <a:pt x="6406" y="10624"/>
                    <a:pt x="6410" y="10624"/>
                  </a:cubicBezTo>
                  <a:cubicBezTo>
                    <a:pt x="6417" y="10624"/>
                    <a:pt x="6429" y="10622"/>
                    <a:pt x="6436" y="10622"/>
                  </a:cubicBezTo>
                  <a:cubicBezTo>
                    <a:pt x="6523" y="10600"/>
                    <a:pt x="6616" y="10578"/>
                    <a:pt x="6708" y="10551"/>
                  </a:cubicBezTo>
                  <a:cubicBezTo>
                    <a:pt x="6746" y="10546"/>
                    <a:pt x="6784" y="10529"/>
                    <a:pt x="6822" y="10513"/>
                  </a:cubicBezTo>
                  <a:cubicBezTo>
                    <a:pt x="6839" y="10502"/>
                    <a:pt x="6860" y="10491"/>
                    <a:pt x="6882" y="10491"/>
                  </a:cubicBezTo>
                  <a:cubicBezTo>
                    <a:pt x="6904" y="10491"/>
                    <a:pt x="6926" y="10486"/>
                    <a:pt x="6942" y="10470"/>
                  </a:cubicBezTo>
                  <a:cubicBezTo>
                    <a:pt x="6974" y="10456"/>
                    <a:pt x="6998" y="10428"/>
                    <a:pt x="7033" y="10428"/>
                  </a:cubicBezTo>
                  <a:cubicBezTo>
                    <a:pt x="7040" y="10428"/>
                    <a:pt x="7048" y="10429"/>
                    <a:pt x="7056" y="10432"/>
                  </a:cubicBezTo>
                  <a:cubicBezTo>
                    <a:pt x="7062" y="10432"/>
                    <a:pt x="7067" y="10421"/>
                    <a:pt x="7072" y="10415"/>
                  </a:cubicBezTo>
                  <a:cubicBezTo>
                    <a:pt x="7089" y="10410"/>
                    <a:pt x="7105" y="10399"/>
                    <a:pt x="7121" y="10394"/>
                  </a:cubicBezTo>
                  <a:cubicBezTo>
                    <a:pt x="7149" y="10383"/>
                    <a:pt x="7176" y="10377"/>
                    <a:pt x="7203" y="10366"/>
                  </a:cubicBezTo>
                  <a:cubicBezTo>
                    <a:pt x="7224" y="10358"/>
                    <a:pt x="7245" y="10340"/>
                    <a:pt x="7269" y="10340"/>
                  </a:cubicBezTo>
                  <a:cubicBezTo>
                    <a:pt x="7276" y="10340"/>
                    <a:pt x="7283" y="10341"/>
                    <a:pt x="7290" y="10345"/>
                  </a:cubicBezTo>
                  <a:cubicBezTo>
                    <a:pt x="7290" y="10345"/>
                    <a:pt x="7301" y="10345"/>
                    <a:pt x="7301" y="10339"/>
                  </a:cubicBezTo>
                  <a:cubicBezTo>
                    <a:pt x="7290" y="10307"/>
                    <a:pt x="7328" y="10312"/>
                    <a:pt x="7339" y="10307"/>
                  </a:cubicBezTo>
                  <a:lnTo>
                    <a:pt x="7399" y="10307"/>
                  </a:lnTo>
                  <a:cubicBezTo>
                    <a:pt x="7405" y="10309"/>
                    <a:pt x="7411" y="10310"/>
                    <a:pt x="7417" y="10310"/>
                  </a:cubicBezTo>
                  <a:cubicBezTo>
                    <a:pt x="7439" y="10310"/>
                    <a:pt x="7461" y="10296"/>
                    <a:pt x="7469" y="10279"/>
                  </a:cubicBezTo>
                  <a:lnTo>
                    <a:pt x="7469" y="10269"/>
                  </a:lnTo>
                  <a:cubicBezTo>
                    <a:pt x="7496" y="10269"/>
                    <a:pt x="7524" y="10269"/>
                    <a:pt x="7524" y="10231"/>
                  </a:cubicBezTo>
                  <a:cubicBezTo>
                    <a:pt x="7526" y="10216"/>
                    <a:pt x="7529" y="10211"/>
                    <a:pt x="7534" y="10211"/>
                  </a:cubicBezTo>
                  <a:cubicBezTo>
                    <a:pt x="7540" y="10211"/>
                    <a:pt x="7547" y="10219"/>
                    <a:pt x="7556" y="10225"/>
                  </a:cubicBezTo>
                  <a:cubicBezTo>
                    <a:pt x="7562" y="10229"/>
                    <a:pt x="7566" y="10230"/>
                    <a:pt x="7570" y="10230"/>
                  </a:cubicBezTo>
                  <a:cubicBezTo>
                    <a:pt x="7577" y="10230"/>
                    <a:pt x="7582" y="10225"/>
                    <a:pt x="7589" y="10225"/>
                  </a:cubicBezTo>
                  <a:cubicBezTo>
                    <a:pt x="7585" y="10197"/>
                    <a:pt x="7592" y="10190"/>
                    <a:pt x="7609" y="10190"/>
                  </a:cubicBezTo>
                  <a:cubicBezTo>
                    <a:pt x="7616" y="10190"/>
                    <a:pt x="7623" y="10191"/>
                    <a:pt x="7632" y="10192"/>
                  </a:cubicBezTo>
                  <a:cubicBezTo>
                    <a:pt x="7640" y="10193"/>
                    <a:pt x="7648" y="10194"/>
                    <a:pt x="7656" y="10194"/>
                  </a:cubicBezTo>
                  <a:cubicBezTo>
                    <a:pt x="7691" y="10194"/>
                    <a:pt x="7721" y="10182"/>
                    <a:pt x="7730" y="10133"/>
                  </a:cubicBezTo>
                  <a:cubicBezTo>
                    <a:pt x="7730" y="10122"/>
                    <a:pt x="7741" y="10116"/>
                    <a:pt x="7746" y="10116"/>
                  </a:cubicBezTo>
                  <a:cubicBezTo>
                    <a:pt x="7850" y="10089"/>
                    <a:pt x="7926" y="10002"/>
                    <a:pt x="8024" y="9964"/>
                  </a:cubicBezTo>
                  <a:cubicBezTo>
                    <a:pt x="8067" y="9942"/>
                    <a:pt x="8105" y="9915"/>
                    <a:pt x="8143" y="9883"/>
                  </a:cubicBezTo>
                  <a:cubicBezTo>
                    <a:pt x="8192" y="9855"/>
                    <a:pt x="8252" y="9834"/>
                    <a:pt x="8295" y="9796"/>
                  </a:cubicBezTo>
                  <a:cubicBezTo>
                    <a:pt x="8344" y="9758"/>
                    <a:pt x="8382" y="9758"/>
                    <a:pt x="8421" y="9725"/>
                  </a:cubicBezTo>
                  <a:cubicBezTo>
                    <a:pt x="8513" y="9649"/>
                    <a:pt x="8611" y="9573"/>
                    <a:pt x="8714" y="9513"/>
                  </a:cubicBezTo>
                  <a:cubicBezTo>
                    <a:pt x="8725" y="9502"/>
                    <a:pt x="8736" y="9491"/>
                    <a:pt x="8747" y="9480"/>
                  </a:cubicBezTo>
                  <a:cubicBezTo>
                    <a:pt x="8758" y="9470"/>
                    <a:pt x="8768" y="9464"/>
                    <a:pt x="8779" y="9453"/>
                  </a:cubicBezTo>
                  <a:cubicBezTo>
                    <a:pt x="8801" y="9437"/>
                    <a:pt x="8828" y="9415"/>
                    <a:pt x="8850" y="9393"/>
                  </a:cubicBezTo>
                  <a:cubicBezTo>
                    <a:pt x="8872" y="9372"/>
                    <a:pt x="8872" y="9355"/>
                    <a:pt x="8888" y="9350"/>
                  </a:cubicBezTo>
                  <a:cubicBezTo>
                    <a:pt x="8953" y="9344"/>
                    <a:pt x="8970" y="9274"/>
                    <a:pt x="9024" y="9247"/>
                  </a:cubicBezTo>
                  <a:cubicBezTo>
                    <a:pt x="9046" y="9236"/>
                    <a:pt x="9056" y="9198"/>
                    <a:pt x="9078" y="9171"/>
                  </a:cubicBezTo>
                  <a:cubicBezTo>
                    <a:pt x="9100" y="9149"/>
                    <a:pt x="9133" y="9127"/>
                    <a:pt x="9154" y="9105"/>
                  </a:cubicBezTo>
                  <a:cubicBezTo>
                    <a:pt x="9198" y="9067"/>
                    <a:pt x="9241" y="9029"/>
                    <a:pt x="9274" y="8986"/>
                  </a:cubicBezTo>
                  <a:cubicBezTo>
                    <a:pt x="9301" y="8937"/>
                    <a:pt x="9361" y="8915"/>
                    <a:pt x="9377" y="8855"/>
                  </a:cubicBezTo>
                  <a:cubicBezTo>
                    <a:pt x="9377" y="8850"/>
                    <a:pt x="9383" y="8844"/>
                    <a:pt x="9394" y="8839"/>
                  </a:cubicBezTo>
                  <a:cubicBezTo>
                    <a:pt x="9470" y="8839"/>
                    <a:pt x="9475" y="8741"/>
                    <a:pt x="9540" y="8725"/>
                  </a:cubicBezTo>
                  <a:cubicBezTo>
                    <a:pt x="9546" y="8725"/>
                    <a:pt x="9551" y="8703"/>
                    <a:pt x="9551" y="8687"/>
                  </a:cubicBezTo>
                  <a:cubicBezTo>
                    <a:pt x="9551" y="8660"/>
                    <a:pt x="9567" y="8632"/>
                    <a:pt x="9595" y="8616"/>
                  </a:cubicBezTo>
                  <a:cubicBezTo>
                    <a:pt x="9611" y="8600"/>
                    <a:pt x="9633" y="8583"/>
                    <a:pt x="9654" y="8573"/>
                  </a:cubicBezTo>
                  <a:cubicBezTo>
                    <a:pt x="9665" y="8567"/>
                    <a:pt x="9676" y="8551"/>
                    <a:pt x="9676" y="8545"/>
                  </a:cubicBezTo>
                  <a:cubicBezTo>
                    <a:pt x="9660" y="8496"/>
                    <a:pt x="9709" y="8480"/>
                    <a:pt x="9731" y="8469"/>
                  </a:cubicBezTo>
                  <a:cubicBezTo>
                    <a:pt x="9769" y="8442"/>
                    <a:pt x="9769" y="8448"/>
                    <a:pt x="9779" y="8415"/>
                  </a:cubicBezTo>
                  <a:cubicBezTo>
                    <a:pt x="9779" y="8410"/>
                    <a:pt x="9785" y="8393"/>
                    <a:pt x="9785" y="8393"/>
                  </a:cubicBezTo>
                  <a:cubicBezTo>
                    <a:pt x="9823" y="8393"/>
                    <a:pt x="9818" y="8355"/>
                    <a:pt x="9834" y="8339"/>
                  </a:cubicBezTo>
                  <a:cubicBezTo>
                    <a:pt x="9856" y="8323"/>
                    <a:pt x="9861" y="8285"/>
                    <a:pt x="9877" y="8263"/>
                  </a:cubicBezTo>
                  <a:cubicBezTo>
                    <a:pt x="9894" y="8241"/>
                    <a:pt x="9932" y="8214"/>
                    <a:pt x="9953" y="8181"/>
                  </a:cubicBezTo>
                  <a:cubicBezTo>
                    <a:pt x="9970" y="8143"/>
                    <a:pt x="9991" y="8105"/>
                    <a:pt x="10002" y="8067"/>
                  </a:cubicBezTo>
                  <a:cubicBezTo>
                    <a:pt x="10013" y="8056"/>
                    <a:pt x="10019" y="8045"/>
                    <a:pt x="10030" y="8040"/>
                  </a:cubicBezTo>
                  <a:cubicBezTo>
                    <a:pt x="10057" y="8007"/>
                    <a:pt x="10084" y="7975"/>
                    <a:pt x="10100" y="7942"/>
                  </a:cubicBezTo>
                  <a:cubicBezTo>
                    <a:pt x="10111" y="7888"/>
                    <a:pt x="10155" y="7855"/>
                    <a:pt x="10165" y="7801"/>
                  </a:cubicBezTo>
                  <a:cubicBezTo>
                    <a:pt x="10171" y="7774"/>
                    <a:pt x="10203" y="7746"/>
                    <a:pt x="10220" y="7725"/>
                  </a:cubicBezTo>
                  <a:cubicBezTo>
                    <a:pt x="10242" y="7697"/>
                    <a:pt x="10220" y="7665"/>
                    <a:pt x="10258" y="7659"/>
                  </a:cubicBezTo>
                  <a:cubicBezTo>
                    <a:pt x="10258" y="7659"/>
                    <a:pt x="10269" y="7649"/>
                    <a:pt x="10263" y="7649"/>
                  </a:cubicBezTo>
                  <a:cubicBezTo>
                    <a:pt x="10242" y="7610"/>
                    <a:pt x="10274" y="7594"/>
                    <a:pt x="10290" y="7572"/>
                  </a:cubicBezTo>
                  <a:cubicBezTo>
                    <a:pt x="10312" y="7545"/>
                    <a:pt x="10328" y="7513"/>
                    <a:pt x="10334" y="7480"/>
                  </a:cubicBezTo>
                  <a:cubicBezTo>
                    <a:pt x="10334" y="7464"/>
                    <a:pt x="10350" y="7447"/>
                    <a:pt x="10356" y="7431"/>
                  </a:cubicBezTo>
                  <a:cubicBezTo>
                    <a:pt x="10361" y="7382"/>
                    <a:pt x="10405" y="7344"/>
                    <a:pt x="10405" y="7284"/>
                  </a:cubicBezTo>
                  <a:cubicBezTo>
                    <a:pt x="10415" y="7219"/>
                    <a:pt x="10426" y="7154"/>
                    <a:pt x="10448" y="7094"/>
                  </a:cubicBezTo>
                  <a:cubicBezTo>
                    <a:pt x="10459" y="7040"/>
                    <a:pt x="10486" y="6991"/>
                    <a:pt x="10497" y="6936"/>
                  </a:cubicBezTo>
                  <a:cubicBezTo>
                    <a:pt x="10513" y="6833"/>
                    <a:pt x="10540" y="6730"/>
                    <a:pt x="10584" y="6627"/>
                  </a:cubicBezTo>
                  <a:cubicBezTo>
                    <a:pt x="10600" y="6594"/>
                    <a:pt x="10579" y="6567"/>
                    <a:pt x="10589" y="6529"/>
                  </a:cubicBezTo>
                  <a:cubicBezTo>
                    <a:pt x="10617" y="6458"/>
                    <a:pt x="10633" y="6387"/>
                    <a:pt x="10638" y="6311"/>
                  </a:cubicBezTo>
                  <a:cubicBezTo>
                    <a:pt x="10638" y="6279"/>
                    <a:pt x="10655" y="6246"/>
                    <a:pt x="10660" y="6213"/>
                  </a:cubicBezTo>
                  <a:cubicBezTo>
                    <a:pt x="10665" y="6148"/>
                    <a:pt x="10671" y="6083"/>
                    <a:pt x="10676" y="6018"/>
                  </a:cubicBezTo>
                  <a:cubicBezTo>
                    <a:pt x="10687" y="5953"/>
                    <a:pt x="10698" y="5893"/>
                    <a:pt x="10709" y="5828"/>
                  </a:cubicBezTo>
                  <a:cubicBezTo>
                    <a:pt x="10720" y="5730"/>
                    <a:pt x="10725" y="5632"/>
                    <a:pt x="10725" y="5534"/>
                  </a:cubicBezTo>
                  <a:cubicBezTo>
                    <a:pt x="10725" y="5409"/>
                    <a:pt x="10736" y="5279"/>
                    <a:pt x="10731" y="5148"/>
                  </a:cubicBezTo>
                  <a:cubicBezTo>
                    <a:pt x="10731" y="5121"/>
                    <a:pt x="10714" y="5094"/>
                    <a:pt x="10720" y="5067"/>
                  </a:cubicBezTo>
                  <a:cubicBezTo>
                    <a:pt x="10742" y="4985"/>
                    <a:pt x="10714" y="4898"/>
                    <a:pt x="10725" y="4816"/>
                  </a:cubicBezTo>
                  <a:cubicBezTo>
                    <a:pt x="10725" y="4751"/>
                    <a:pt x="10714" y="4691"/>
                    <a:pt x="10704" y="4632"/>
                  </a:cubicBezTo>
                  <a:cubicBezTo>
                    <a:pt x="10698" y="4599"/>
                    <a:pt x="10693" y="4566"/>
                    <a:pt x="10687" y="4534"/>
                  </a:cubicBezTo>
                  <a:cubicBezTo>
                    <a:pt x="10682" y="4507"/>
                    <a:pt x="10665" y="4490"/>
                    <a:pt x="10665" y="4463"/>
                  </a:cubicBezTo>
                  <a:cubicBezTo>
                    <a:pt x="10660" y="4441"/>
                    <a:pt x="10655" y="4403"/>
                    <a:pt x="10671" y="4387"/>
                  </a:cubicBezTo>
                  <a:cubicBezTo>
                    <a:pt x="10698" y="4354"/>
                    <a:pt x="10638" y="4354"/>
                    <a:pt x="10655" y="4333"/>
                  </a:cubicBezTo>
                  <a:cubicBezTo>
                    <a:pt x="10671" y="4311"/>
                    <a:pt x="10655" y="4295"/>
                    <a:pt x="10655" y="4273"/>
                  </a:cubicBezTo>
                  <a:cubicBezTo>
                    <a:pt x="10644" y="4219"/>
                    <a:pt x="10627" y="4164"/>
                    <a:pt x="10617" y="4110"/>
                  </a:cubicBezTo>
                  <a:cubicBezTo>
                    <a:pt x="10606" y="4028"/>
                    <a:pt x="10584" y="3947"/>
                    <a:pt x="10562" y="3865"/>
                  </a:cubicBezTo>
                  <a:cubicBezTo>
                    <a:pt x="10546" y="3800"/>
                    <a:pt x="10535" y="3735"/>
                    <a:pt x="10519" y="3670"/>
                  </a:cubicBezTo>
                  <a:cubicBezTo>
                    <a:pt x="10508" y="3626"/>
                    <a:pt x="10492" y="3588"/>
                    <a:pt x="10475" y="3550"/>
                  </a:cubicBezTo>
                  <a:cubicBezTo>
                    <a:pt x="10464" y="3534"/>
                    <a:pt x="10459" y="3512"/>
                    <a:pt x="10453" y="3496"/>
                  </a:cubicBezTo>
                  <a:cubicBezTo>
                    <a:pt x="10443" y="3441"/>
                    <a:pt x="10399" y="3398"/>
                    <a:pt x="10399" y="3338"/>
                  </a:cubicBezTo>
                  <a:cubicBezTo>
                    <a:pt x="10399" y="3332"/>
                    <a:pt x="10394" y="3322"/>
                    <a:pt x="10383" y="3322"/>
                  </a:cubicBezTo>
                  <a:cubicBezTo>
                    <a:pt x="10350" y="3311"/>
                    <a:pt x="10367" y="3273"/>
                    <a:pt x="10345" y="3251"/>
                  </a:cubicBezTo>
                  <a:cubicBezTo>
                    <a:pt x="10339" y="3246"/>
                    <a:pt x="10345" y="3224"/>
                    <a:pt x="10339" y="3218"/>
                  </a:cubicBezTo>
                  <a:cubicBezTo>
                    <a:pt x="10312" y="3202"/>
                    <a:pt x="10301" y="3175"/>
                    <a:pt x="10307" y="3148"/>
                  </a:cubicBezTo>
                  <a:cubicBezTo>
                    <a:pt x="10307" y="3131"/>
                    <a:pt x="10296" y="3120"/>
                    <a:pt x="10285" y="3110"/>
                  </a:cubicBezTo>
                  <a:cubicBezTo>
                    <a:pt x="10252" y="3099"/>
                    <a:pt x="10252" y="3077"/>
                    <a:pt x="10247" y="3055"/>
                  </a:cubicBezTo>
                  <a:cubicBezTo>
                    <a:pt x="10231" y="3012"/>
                    <a:pt x="10187" y="2979"/>
                    <a:pt x="10198" y="2925"/>
                  </a:cubicBezTo>
                  <a:cubicBezTo>
                    <a:pt x="10198" y="2919"/>
                    <a:pt x="10187" y="2908"/>
                    <a:pt x="10182" y="2903"/>
                  </a:cubicBezTo>
                  <a:cubicBezTo>
                    <a:pt x="10133" y="2860"/>
                    <a:pt x="10106" y="2805"/>
                    <a:pt x="10089" y="2745"/>
                  </a:cubicBezTo>
                  <a:cubicBezTo>
                    <a:pt x="10084" y="2729"/>
                    <a:pt x="10078" y="2713"/>
                    <a:pt x="10073" y="2707"/>
                  </a:cubicBezTo>
                  <a:cubicBezTo>
                    <a:pt x="10024" y="2702"/>
                    <a:pt x="10019" y="2664"/>
                    <a:pt x="10008" y="2631"/>
                  </a:cubicBezTo>
                  <a:cubicBezTo>
                    <a:pt x="9981" y="2539"/>
                    <a:pt x="9904" y="2474"/>
                    <a:pt x="9856" y="2398"/>
                  </a:cubicBezTo>
                  <a:cubicBezTo>
                    <a:pt x="9850" y="2387"/>
                    <a:pt x="9839" y="2376"/>
                    <a:pt x="9823" y="2376"/>
                  </a:cubicBezTo>
                  <a:cubicBezTo>
                    <a:pt x="9807" y="2370"/>
                    <a:pt x="9807" y="2359"/>
                    <a:pt x="9812" y="2343"/>
                  </a:cubicBezTo>
                  <a:cubicBezTo>
                    <a:pt x="9818" y="2338"/>
                    <a:pt x="9818" y="2327"/>
                    <a:pt x="9812" y="2316"/>
                  </a:cubicBezTo>
                  <a:cubicBezTo>
                    <a:pt x="9790" y="2273"/>
                    <a:pt x="9758" y="2240"/>
                    <a:pt x="9720" y="2207"/>
                  </a:cubicBezTo>
                  <a:cubicBezTo>
                    <a:pt x="9703" y="2202"/>
                    <a:pt x="9692" y="2191"/>
                    <a:pt x="9682" y="2180"/>
                  </a:cubicBezTo>
                  <a:cubicBezTo>
                    <a:pt x="9665" y="2153"/>
                    <a:pt x="9654" y="2109"/>
                    <a:pt x="9627" y="2093"/>
                  </a:cubicBezTo>
                  <a:cubicBezTo>
                    <a:pt x="9589" y="2071"/>
                    <a:pt x="9584" y="2033"/>
                    <a:pt x="9562" y="2012"/>
                  </a:cubicBezTo>
                  <a:cubicBezTo>
                    <a:pt x="9529" y="1984"/>
                    <a:pt x="9508" y="1952"/>
                    <a:pt x="9480" y="1919"/>
                  </a:cubicBezTo>
                  <a:cubicBezTo>
                    <a:pt x="9475" y="1908"/>
                    <a:pt x="9464" y="1897"/>
                    <a:pt x="9459" y="1892"/>
                  </a:cubicBezTo>
                  <a:cubicBezTo>
                    <a:pt x="9421" y="1865"/>
                    <a:pt x="9394" y="1827"/>
                    <a:pt x="9372" y="1789"/>
                  </a:cubicBezTo>
                  <a:cubicBezTo>
                    <a:pt x="9361" y="1778"/>
                    <a:pt x="9350" y="1772"/>
                    <a:pt x="9339" y="1767"/>
                  </a:cubicBezTo>
                  <a:cubicBezTo>
                    <a:pt x="9296" y="1751"/>
                    <a:pt x="9263" y="1713"/>
                    <a:pt x="9258" y="1664"/>
                  </a:cubicBezTo>
                  <a:cubicBezTo>
                    <a:pt x="9252" y="1658"/>
                    <a:pt x="9247" y="1647"/>
                    <a:pt x="9236" y="1642"/>
                  </a:cubicBezTo>
                  <a:cubicBezTo>
                    <a:pt x="9220" y="1631"/>
                    <a:pt x="9198" y="1631"/>
                    <a:pt x="9198" y="1598"/>
                  </a:cubicBezTo>
                  <a:cubicBezTo>
                    <a:pt x="9198" y="1593"/>
                    <a:pt x="9182" y="1588"/>
                    <a:pt x="9171" y="1582"/>
                  </a:cubicBezTo>
                  <a:cubicBezTo>
                    <a:pt x="9160" y="1577"/>
                    <a:pt x="9149" y="1571"/>
                    <a:pt x="9138" y="1566"/>
                  </a:cubicBezTo>
                  <a:cubicBezTo>
                    <a:pt x="9111" y="1539"/>
                    <a:pt x="9078" y="1517"/>
                    <a:pt x="9067" y="1490"/>
                  </a:cubicBezTo>
                  <a:cubicBezTo>
                    <a:pt x="9062" y="1463"/>
                    <a:pt x="8986" y="1484"/>
                    <a:pt x="9018" y="1419"/>
                  </a:cubicBezTo>
                  <a:cubicBezTo>
                    <a:pt x="9013" y="1419"/>
                    <a:pt x="9008" y="1414"/>
                    <a:pt x="9002" y="1414"/>
                  </a:cubicBezTo>
                  <a:cubicBezTo>
                    <a:pt x="8996" y="1415"/>
                    <a:pt x="8991" y="1416"/>
                    <a:pt x="8986" y="1416"/>
                  </a:cubicBezTo>
                  <a:cubicBezTo>
                    <a:pt x="8961" y="1416"/>
                    <a:pt x="8953" y="1394"/>
                    <a:pt x="8953" y="1376"/>
                  </a:cubicBezTo>
                  <a:cubicBezTo>
                    <a:pt x="8953" y="1360"/>
                    <a:pt x="8950" y="1350"/>
                    <a:pt x="8938" y="1350"/>
                  </a:cubicBezTo>
                  <a:cubicBezTo>
                    <a:pt x="8934" y="1350"/>
                    <a:pt x="8928" y="1351"/>
                    <a:pt x="8921" y="1354"/>
                  </a:cubicBezTo>
                  <a:cubicBezTo>
                    <a:pt x="8910" y="1354"/>
                    <a:pt x="8899" y="1343"/>
                    <a:pt x="8893" y="1338"/>
                  </a:cubicBezTo>
                  <a:cubicBezTo>
                    <a:pt x="8866" y="1316"/>
                    <a:pt x="8834" y="1300"/>
                    <a:pt x="8823" y="1261"/>
                  </a:cubicBezTo>
                  <a:cubicBezTo>
                    <a:pt x="8747" y="1251"/>
                    <a:pt x="8730" y="1147"/>
                    <a:pt x="8643" y="1147"/>
                  </a:cubicBezTo>
                  <a:cubicBezTo>
                    <a:pt x="8643" y="1147"/>
                    <a:pt x="8638" y="1142"/>
                    <a:pt x="8638" y="1136"/>
                  </a:cubicBezTo>
                  <a:cubicBezTo>
                    <a:pt x="8627" y="1093"/>
                    <a:pt x="8594" y="1082"/>
                    <a:pt x="8567" y="1066"/>
                  </a:cubicBezTo>
                  <a:cubicBezTo>
                    <a:pt x="8518" y="1044"/>
                    <a:pt x="8475" y="1017"/>
                    <a:pt x="8426" y="990"/>
                  </a:cubicBezTo>
                  <a:cubicBezTo>
                    <a:pt x="8393" y="973"/>
                    <a:pt x="8366" y="946"/>
                    <a:pt x="8334" y="930"/>
                  </a:cubicBezTo>
                  <a:cubicBezTo>
                    <a:pt x="8301" y="908"/>
                    <a:pt x="8263" y="903"/>
                    <a:pt x="8247" y="881"/>
                  </a:cubicBezTo>
                  <a:cubicBezTo>
                    <a:pt x="8230" y="854"/>
                    <a:pt x="8187" y="848"/>
                    <a:pt x="8154" y="827"/>
                  </a:cubicBezTo>
                  <a:cubicBezTo>
                    <a:pt x="8100" y="789"/>
                    <a:pt x="8029" y="772"/>
                    <a:pt x="7986" y="718"/>
                  </a:cubicBezTo>
                  <a:cubicBezTo>
                    <a:pt x="7975" y="707"/>
                    <a:pt x="7964" y="702"/>
                    <a:pt x="7958" y="702"/>
                  </a:cubicBezTo>
                  <a:cubicBezTo>
                    <a:pt x="7955" y="702"/>
                    <a:pt x="7952" y="702"/>
                    <a:pt x="7949" y="702"/>
                  </a:cubicBezTo>
                  <a:cubicBezTo>
                    <a:pt x="7916" y="702"/>
                    <a:pt x="7896" y="679"/>
                    <a:pt x="7871" y="669"/>
                  </a:cubicBezTo>
                  <a:cubicBezTo>
                    <a:pt x="7850" y="653"/>
                    <a:pt x="7823" y="625"/>
                    <a:pt x="7801" y="620"/>
                  </a:cubicBezTo>
                  <a:cubicBezTo>
                    <a:pt x="7763" y="620"/>
                    <a:pt x="7730" y="604"/>
                    <a:pt x="7714" y="577"/>
                  </a:cubicBezTo>
                  <a:cubicBezTo>
                    <a:pt x="7687" y="544"/>
                    <a:pt x="7649" y="549"/>
                    <a:pt x="7632" y="528"/>
                  </a:cubicBezTo>
                  <a:cubicBezTo>
                    <a:pt x="7621" y="513"/>
                    <a:pt x="7611" y="511"/>
                    <a:pt x="7596" y="511"/>
                  </a:cubicBezTo>
                  <a:cubicBezTo>
                    <a:pt x="7589" y="511"/>
                    <a:pt x="7582" y="511"/>
                    <a:pt x="7573" y="511"/>
                  </a:cubicBezTo>
                  <a:cubicBezTo>
                    <a:pt x="7571" y="512"/>
                    <a:pt x="7569" y="512"/>
                    <a:pt x="7568" y="512"/>
                  </a:cubicBezTo>
                  <a:cubicBezTo>
                    <a:pt x="7549" y="512"/>
                    <a:pt x="7539" y="483"/>
                    <a:pt x="7524" y="473"/>
                  </a:cubicBezTo>
                  <a:cubicBezTo>
                    <a:pt x="7524" y="473"/>
                    <a:pt x="7513" y="473"/>
                    <a:pt x="7507" y="479"/>
                  </a:cubicBezTo>
                  <a:cubicBezTo>
                    <a:pt x="7505" y="481"/>
                    <a:pt x="7500" y="484"/>
                    <a:pt x="7496" y="484"/>
                  </a:cubicBezTo>
                  <a:cubicBezTo>
                    <a:pt x="7491" y="484"/>
                    <a:pt x="7486" y="480"/>
                    <a:pt x="7486" y="468"/>
                  </a:cubicBezTo>
                  <a:cubicBezTo>
                    <a:pt x="7491" y="452"/>
                    <a:pt x="7486" y="446"/>
                    <a:pt x="7469" y="441"/>
                  </a:cubicBezTo>
                  <a:cubicBezTo>
                    <a:pt x="7388" y="419"/>
                    <a:pt x="7312" y="392"/>
                    <a:pt x="7241" y="354"/>
                  </a:cubicBezTo>
                  <a:cubicBezTo>
                    <a:pt x="7197" y="332"/>
                    <a:pt x="7149" y="321"/>
                    <a:pt x="7105" y="310"/>
                  </a:cubicBezTo>
                  <a:cubicBezTo>
                    <a:pt x="7034" y="294"/>
                    <a:pt x="6969" y="272"/>
                    <a:pt x="6909" y="245"/>
                  </a:cubicBezTo>
                  <a:cubicBezTo>
                    <a:pt x="6888" y="229"/>
                    <a:pt x="6866" y="223"/>
                    <a:pt x="6839" y="212"/>
                  </a:cubicBezTo>
                  <a:cubicBezTo>
                    <a:pt x="6790" y="201"/>
                    <a:pt x="6741" y="191"/>
                    <a:pt x="6686" y="174"/>
                  </a:cubicBezTo>
                  <a:cubicBezTo>
                    <a:pt x="6638" y="163"/>
                    <a:pt x="6572" y="142"/>
                    <a:pt x="6513" y="125"/>
                  </a:cubicBezTo>
                  <a:cubicBezTo>
                    <a:pt x="6409" y="98"/>
                    <a:pt x="6306" y="104"/>
                    <a:pt x="6203" y="76"/>
                  </a:cubicBezTo>
                  <a:cubicBezTo>
                    <a:pt x="6094" y="55"/>
                    <a:pt x="5991" y="44"/>
                    <a:pt x="5887" y="38"/>
                  </a:cubicBezTo>
                  <a:cubicBezTo>
                    <a:pt x="5878" y="40"/>
                    <a:pt x="5869" y="40"/>
                    <a:pt x="5860" y="40"/>
                  </a:cubicBezTo>
                  <a:cubicBezTo>
                    <a:pt x="5833" y="40"/>
                    <a:pt x="5810" y="34"/>
                    <a:pt x="5790" y="22"/>
                  </a:cubicBezTo>
                  <a:cubicBezTo>
                    <a:pt x="5773" y="17"/>
                    <a:pt x="5762" y="17"/>
                    <a:pt x="5746" y="17"/>
                  </a:cubicBezTo>
                  <a:cubicBezTo>
                    <a:pt x="5721" y="23"/>
                    <a:pt x="5695" y="26"/>
                    <a:pt x="5671" y="26"/>
                  </a:cubicBezTo>
                  <a:cubicBezTo>
                    <a:pt x="5654" y="26"/>
                    <a:pt x="5637" y="24"/>
                    <a:pt x="5621" y="22"/>
                  </a:cubicBezTo>
                  <a:cubicBezTo>
                    <a:pt x="5594" y="14"/>
                    <a:pt x="5568" y="11"/>
                    <a:pt x="5541" y="11"/>
                  </a:cubicBezTo>
                  <a:cubicBezTo>
                    <a:pt x="5496" y="11"/>
                    <a:pt x="5452" y="19"/>
                    <a:pt x="5408" y="19"/>
                  </a:cubicBezTo>
                  <a:cubicBezTo>
                    <a:pt x="5396" y="19"/>
                    <a:pt x="5383" y="18"/>
                    <a:pt x="5371" y="17"/>
                  </a:cubicBezTo>
                  <a:cubicBezTo>
                    <a:pt x="5333" y="13"/>
                    <a:pt x="5294" y="9"/>
                    <a:pt x="5256" y="9"/>
                  </a:cubicBezTo>
                  <a:cubicBezTo>
                    <a:pt x="5240" y="9"/>
                    <a:pt x="5224" y="10"/>
                    <a:pt x="5208" y="11"/>
                  </a:cubicBezTo>
                  <a:cubicBezTo>
                    <a:pt x="5148" y="0"/>
                    <a:pt x="5083" y="0"/>
                    <a:pt x="50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3"/>
            <p:cNvSpPr/>
            <p:nvPr/>
          </p:nvSpPr>
          <p:spPr>
            <a:xfrm>
              <a:off x="2686842" y="2036166"/>
              <a:ext cx="851075" cy="855012"/>
            </a:xfrm>
            <a:custGeom>
              <a:rect b="b" l="l" r="r" t="t"/>
              <a:pathLst>
                <a:path extrusionOk="0" h="7384" w="7350">
                  <a:moveTo>
                    <a:pt x="3765" y="1"/>
                  </a:moveTo>
                  <a:cubicBezTo>
                    <a:pt x="3759" y="1"/>
                    <a:pt x="3755" y="5"/>
                    <a:pt x="3751" y="8"/>
                  </a:cubicBezTo>
                  <a:cubicBezTo>
                    <a:pt x="3727" y="19"/>
                    <a:pt x="3702" y="20"/>
                    <a:pt x="3677" y="20"/>
                  </a:cubicBezTo>
                  <a:cubicBezTo>
                    <a:pt x="3663" y="20"/>
                    <a:pt x="3648" y="20"/>
                    <a:pt x="3634" y="20"/>
                  </a:cubicBezTo>
                  <a:cubicBezTo>
                    <a:pt x="3607" y="20"/>
                    <a:pt x="3580" y="22"/>
                    <a:pt x="3555" y="36"/>
                  </a:cubicBezTo>
                  <a:cubicBezTo>
                    <a:pt x="3541" y="28"/>
                    <a:pt x="3526" y="26"/>
                    <a:pt x="3512" y="26"/>
                  </a:cubicBezTo>
                  <a:cubicBezTo>
                    <a:pt x="3484" y="26"/>
                    <a:pt x="3456" y="36"/>
                    <a:pt x="3430" y="36"/>
                  </a:cubicBezTo>
                  <a:cubicBezTo>
                    <a:pt x="3376" y="41"/>
                    <a:pt x="3322" y="46"/>
                    <a:pt x="3262" y="57"/>
                  </a:cubicBezTo>
                  <a:cubicBezTo>
                    <a:pt x="3240" y="63"/>
                    <a:pt x="3218" y="68"/>
                    <a:pt x="3197" y="74"/>
                  </a:cubicBezTo>
                  <a:cubicBezTo>
                    <a:pt x="3159" y="74"/>
                    <a:pt x="3121" y="68"/>
                    <a:pt x="3083" y="68"/>
                  </a:cubicBezTo>
                  <a:cubicBezTo>
                    <a:pt x="3045" y="74"/>
                    <a:pt x="3006" y="85"/>
                    <a:pt x="2974" y="101"/>
                  </a:cubicBezTo>
                  <a:cubicBezTo>
                    <a:pt x="2930" y="117"/>
                    <a:pt x="2887" y="128"/>
                    <a:pt x="2838" y="133"/>
                  </a:cubicBezTo>
                  <a:cubicBezTo>
                    <a:pt x="2802" y="142"/>
                    <a:pt x="2762" y="170"/>
                    <a:pt x="2722" y="170"/>
                  </a:cubicBezTo>
                  <a:cubicBezTo>
                    <a:pt x="2713" y="170"/>
                    <a:pt x="2705" y="169"/>
                    <a:pt x="2697" y="166"/>
                  </a:cubicBezTo>
                  <a:cubicBezTo>
                    <a:pt x="2695" y="165"/>
                    <a:pt x="2692" y="165"/>
                    <a:pt x="2690" y="165"/>
                  </a:cubicBezTo>
                  <a:cubicBezTo>
                    <a:pt x="2678" y="165"/>
                    <a:pt x="2662" y="173"/>
                    <a:pt x="2653" y="182"/>
                  </a:cubicBezTo>
                  <a:cubicBezTo>
                    <a:pt x="2621" y="204"/>
                    <a:pt x="2582" y="215"/>
                    <a:pt x="2544" y="215"/>
                  </a:cubicBezTo>
                  <a:cubicBezTo>
                    <a:pt x="2490" y="226"/>
                    <a:pt x="2436" y="242"/>
                    <a:pt x="2381" y="269"/>
                  </a:cubicBezTo>
                  <a:cubicBezTo>
                    <a:pt x="2311" y="296"/>
                    <a:pt x="2251" y="324"/>
                    <a:pt x="2180" y="345"/>
                  </a:cubicBezTo>
                  <a:cubicBezTo>
                    <a:pt x="2077" y="383"/>
                    <a:pt x="1979" y="432"/>
                    <a:pt x="1881" y="487"/>
                  </a:cubicBezTo>
                  <a:cubicBezTo>
                    <a:pt x="1800" y="536"/>
                    <a:pt x="1729" y="590"/>
                    <a:pt x="1653" y="644"/>
                  </a:cubicBezTo>
                  <a:cubicBezTo>
                    <a:pt x="1609" y="677"/>
                    <a:pt x="1566" y="704"/>
                    <a:pt x="1522" y="731"/>
                  </a:cubicBezTo>
                  <a:cubicBezTo>
                    <a:pt x="1430" y="780"/>
                    <a:pt x="1349" y="840"/>
                    <a:pt x="1267" y="911"/>
                  </a:cubicBezTo>
                  <a:cubicBezTo>
                    <a:pt x="1207" y="954"/>
                    <a:pt x="1153" y="1009"/>
                    <a:pt x="1098" y="1063"/>
                  </a:cubicBezTo>
                  <a:cubicBezTo>
                    <a:pt x="1071" y="1101"/>
                    <a:pt x="1044" y="1128"/>
                    <a:pt x="1012" y="1155"/>
                  </a:cubicBezTo>
                  <a:cubicBezTo>
                    <a:pt x="968" y="1183"/>
                    <a:pt x="952" y="1231"/>
                    <a:pt x="919" y="1259"/>
                  </a:cubicBezTo>
                  <a:cubicBezTo>
                    <a:pt x="843" y="1335"/>
                    <a:pt x="789" y="1427"/>
                    <a:pt x="713" y="1503"/>
                  </a:cubicBezTo>
                  <a:cubicBezTo>
                    <a:pt x="691" y="1530"/>
                    <a:pt x="669" y="1558"/>
                    <a:pt x="658" y="1590"/>
                  </a:cubicBezTo>
                  <a:cubicBezTo>
                    <a:pt x="642" y="1634"/>
                    <a:pt x="593" y="1655"/>
                    <a:pt x="598" y="1704"/>
                  </a:cubicBezTo>
                  <a:cubicBezTo>
                    <a:pt x="560" y="1732"/>
                    <a:pt x="533" y="1770"/>
                    <a:pt x="528" y="1813"/>
                  </a:cubicBezTo>
                  <a:cubicBezTo>
                    <a:pt x="528" y="1819"/>
                    <a:pt x="522" y="1819"/>
                    <a:pt x="517" y="1824"/>
                  </a:cubicBezTo>
                  <a:cubicBezTo>
                    <a:pt x="473" y="1857"/>
                    <a:pt x="435" y="1911"/>
                    <a:pt x="419" y="1965"/>
                  </a:cubicBezTo>
                  <a:cubicBezTo>
                    <a:pt x="414" y="1987"/>
                    <a:pt x="397" y="2003"/>
                    <a:pt x="381" y="2020"/>
                  </a:cubicBezTo>
                  <a:cubicBezTo>
                    <a:pt x="354" y="2052"/>
                    <a:pt x="332" y="2090"/>
                    <a:pt x="327" y="2134"/>
                  </a:cubicBezTo>
                  <a:cubicBezTo>
                    <a:pt x="327" y="2156"/>
                    <a:pt x="316" y="2177"/>
                    <a:pt x="299" y="2194"/>
                  </a:cubicBezTo>
                  <a:cubicBezTo>
                    <a:pt x="245" y="2253"/>
                    <a:pt x="218" y="2335"/>
                    <a:pt x="218" y="2416"/>
                  </a:cubicBezTo>
                  <a:cubicBezTo>
                    <a:pt x="218" y="2460"/>
                    <a:pt x="174" y="2487"/>
                    <a:pt x="191" y="2531"/>
                  </a:cubicBezTo>
                  <a:cubicBezTo>
                    <a:pt x="191" y="2531"/>
                    <a:pt x="185" y="2541"/>
                    <a:pt x="180" y="2541"/>
                  </a:cubicBezTo>
                  <a:cubicBezTo>
                    <a:pt x="125" y="2541"/>
                    <a:pt x="136" y="2585"/>
                    <a:pt x="136" y="2612"/>
                  </a:cubicBezTo>
                  <a:cubicBezTo>
                    <a:pt x="136" y="2656"/>
                    <a:pt x="125" y="2699"/>
                    <a:pt x="109" y="2737"/>
                  </a:cubicBezTo>
                  <a:cubicBezTo>
                    <a:pt x="104" y="2764"/>
                    <a:pt x="98" y="2792"/>
                    <a:pt x="93" y="2819"/>
                  </a:cubicBezTo>
                  <a:cubicBezTo>
                    <a:pt x="93" y="2840"/>
                    <a:pt x="93" y="2862"/>
                    <a:pt x="87" y="2884"/>
                  </a:cubicBezTo>
                  <a:cubicBezTo>
                    <a:pt x="87" y="2889"/>
                    <a:pt x="71" y="2889"/>
                    <a:pt x="60" y="2895"/>
                  </a:cubicBezTo>
                  <a:cubicBezTo>
                    <a:pt x="66" y="2906"/>
                    <a:pt x="71" y="2917"/>
                    <a:pt x="77" y="2927"/>
                  </a:cubicBezTo>
                  <a:cubicBezTo>
                    <a:pt x="87" y="2938"/>
                    <a:pt x="93" y="2955"/>
                    <a:pt x="66" y="2960"/>
                  </a:cubicBezTo>
                  <a:cubicBezTo>
                    <a:pt x="66" y="2960"/>
                    <a:pt x="60" y="2976"/>
                    <a:pt x="60" y="2987"/>
                  </a:cubicBezTo>
                  <a:cubicBezTo>
                    <a:pt x="49" y="3014"/>
                    <a:pt x="49" y="3042"/>
                    <a:pt x="55" y="3074"/>
                  </a:cubicBezTo>
                  <a:cubicBezTo>
                    <a:pt x="66" y="3112"/>
                    <a:pt x="28" y="3129"/>
                    <a:pt x="28" y="3161"/>
                  </a:cubicBezTo>
                  <a:lnTo>
                    <a:pt x="28" y="3183"/>
                  </a:lnTo>
                  <a:cubicBezTo>
                    <a:pt x="6" y="3221"/>
                    <a:pt x="44" y="3259"/>
                    <a:pt x="28" y="3302"/>
                  </a:cubicBezTo>
                  <a:cubicBezTo>
                    <a:pt x="22" y="3346"/>
                    <a:pt x="22" y="3389"/>
                    <a:pt x="22" y="3433"/>
                  </a:cubicBezTo>
                  <a:cubicBezTo>
                    <a:pt x="11" y="3476"/>
                    <a:pt x="0" y="3525"/>
                    <a:pt x="0" y="3574"/>
                  </a:cubicBezTo>
                  <a:cubicBezTo>
                    <a:pt x="17" y="3640"/>
                    <a:pt x="0" y="3716"/>
                    <a:pt x="11" y="3786"/>
                  </a:cubicBezTo>
                  <a:cubicBezTo>
                    <a:pt x="22" y="3857"/>
                    <a:pt x="22" y="3922"/>
                    <a:pt x="22" y="3993"/>
                  </a:cubicBezTo>
                  <a:cubicBezTo>
                    <a:pt x="22" y="4058"/>
                    <a:pt x="71" y="4129"/>
                    <a:pt x="55" y="4194"/>
                  </a:cubicBezTo>
                  <a:cubicBezTo>
                    <a:pt x="55" y="4205"/>
                    <a:pt x="60" y="4210"/>
                    <a:pt x="66" y="4216"/>
                  </a:cubicBezTo>
                  <a:cubicBezTo>
                    <a:pt x="87" y="4232"/>
                    <a:pt x="82" y="4248"/>
                    <a:pt x="66" y="4265"/>
                  </a:cubicBezTo>
                  <a:cubicBezTo>
                    <a:pt x="87" y="4276"/>
                    <a:pt x="93" y="4303"/>
                    <a:pt x="82" y="4324"/>
                  </a:cubicBezTo>
                  <a:cubicBezTo>
                    <a:pt x="77" y="4335"/>
                    <a:pt x="82" y="4352"/>
                    <a:pt x="87" y="4362"/>
                  </a:cubicBezTo>
                  <a:cubicBezTo>
                    <a:pt x="131" y="4406"/>
                    <a:pt x="115" y="4466"/>
                    <a:pt x="120" y="4515"/>
                  </a:cubicBezTo>
                  <a:cubicBezTo>
                    <a:pt x="142" y="4574"/>
                    <a:pt x="153" y="4634"/>
                    <a:pt x="158" y="4694"/>
                  </a:cubicBezTo>
                  <a:cubicBezTo>
                    <a:pt x="158" y="4705"/>
                    <a:pt x="196" y="4705"/>
                    <a:pt x="174" y="4738"/>
                  </a:cubicBezTo>
                  <a:cubicBezTo>
                    <a:pt x="174" y="4743"/>
                    <a:pt x="202" y="4770"/>
                    <a:pt x="207" y="4786"/>
                  </a:cubicBezTo>
                  <a:cubicBezTo>
                    <a:pt x="223" y="4814"/>
                    <a:pt x="229" y="4846"/>
                    <a:pt x="234" y="4879"/>
                  </a:cubicBezTo>
                  <a:cubicBezTo>
                    <a:pt x="234" y="4911"/>
                    <a:pt x="240" y="4944"/>
                    <a:pt x="261" y="4971"/>
                  </a:cubicBezTo>
                  <a:cubicBezTo>
                    <a:pt x="272" y="4993"/>
                    <a:pt x="283" y="5026"/>
                    <a:pt x="289" y="5053"/>
                  </a:cubicBezTo>
                  <a:cubicBezTo>
                    <a:pt x="316" y="5134"/>
                    <a:pt x="354" y="5210"/>
                    <a:pt x="403" y="5287"/>
                  </a:cubicBezTo>
                  <a:cubicBezTo>
                    <a:pt x="435" y="5335"/>
                    <a:pt x="452" y="5395"/>
                    <a:pt x="501" y="5433"/>
                  </a:cubicBezTo>
                  <a:cubicBezTo>
                    <a:pt x="511" y="5439"/>
                    <a:pt x="511" y="5455"/>
                    <a:pt x="517" y="5466"/>
                  </a:cubicBezTo>
                  <a:cubicBezTo>
                    <a:pt x="528" y="5531"/>
                    <a:pt x="560" y="5591"/>
                    <a:pt x="615" y="5629"/>
                  </a:cubicBezTo>
                  <a:cubicBezTo>
                    <a:pt x="642" y="5651"/>
                    <a:pt x="658" y="5678"/>
                    <a:pt x="658" y="5716"/>
                  </a:cubicBezTo>
                  <a:cubicBezTo>
                    <a:pt x="658" y="5743"/>
                    <a:pt x="674" y="5770"/>
                    <a:pt x="696" y="5792"/>
                  </a:cubicBezTo>
                  <a:cubicBezTo>
                    <a:pt x="729" y="5830"/>
                    <a:pt x="783" y="5852"/>
                    <a:pt x="783" y="5912"/>
                  </a:cubicBezTo>
                  <a:cubicBezTo>
                    <a:pt x="783" y="5912"/>
                    <a:pt x="789" y="5923"/>
                    <a:pt x="794" y="5923"/>
                  </a:cubicBezTo>
                  <a:cubicBezTo>
                    <a:pt x="854" y="5966"/>
                    <a:pt x="854" y="5966"/>
                    <a:pt x="876" y="6010"/>
                  </a:cubicBezTo>
                  <a:cubicBezTo>
                    <a:pt x="886" y="6031"/>
                    <a:pt x="903" y="6053"/>
                    <a:pt x="925" y="6075"/>
                  </a:cubicBezTo>
                  <a:cubicBezTo>
                    <a:pt x="973" y="6113"/>
                    <a:pt x="1017" y="6162"/>
                    <a:pt x="1055" y="6216"/>
                  </a:cubicBezTo>
                  <a:cubicBezTo>
                    <a:pt x="1077" y="6243"/>
                    <a:pt x="1093" y="6276"/>
                    <a:pt x="1131" y="6287"/>
                  </a:cubicBezTo>
                  <a:cubicBezTo>
                    <a:pt x="1137" y="6287"/>
                    <a:pt x="1142" y="6292"/>
                    <a:pt x="1147" y="6298"/>
                  </a:cubicBezTo>
                  <a:cubicBezTo>
                    <a:pt x="1164" y="6347"/>
                    <a:pt x="1202" y="6357"/>
                    <a:pt x="1240" y="6379"/>
                  </a:cubicBezTo>
                  <a:cubicBezTo>
                    <a:pt x="1267" y="6395"/>
                    <a:pt x="1294" y="6412"/>
                    <a:pt x="1294" y="6455"/>
                  </a:cubicBezTo>
                  <a:cubicBezTo>
                    <a:pt x="1294" y="6463"/>
                    <a:pt x="1297" y="6489"/>
                    <a:pt x="1310" y="6489"/>
                  </a:cubicBezTo>
                  <a:cubicBezTo>
                    <a:pt x="1315" y="6489"/>
                    <a:pt x="1323" y="6485"/>
                    <a:pt x="1332" y="6472"/>
                  </a:cubicBezTo>
                  <a:cubicBezTo>
                    <a:pt x="1338" y="6477"/>
                    <a:pt x="1343" y="6482"/>
                    <a:pt x="1349" y="6488"/>
                  </a:cubicBezTo>
                  <a:cubicBezTo>
                    <a:pt x="1365" y="6510"/>
                    <a:pt x="1392" y="6531"/>
                    <a:pt x="1392" y="6553"/>
                  </a:cubicBezTo>
                  <a:cubicBezTo>
                    <a:pt x="1397" y="6591"/>
                    <a:pt x="1436" y="6580"/>
                    <a:pt x="1452" y="6602"/>
                  </a:cubicBezTo>
                  <a:cubicBezTo>
                    <a:pt x="1468" y="6618"/>
                    <a:pt x="1490" y="6624"/>
                    <a:pt x="1506" y="6640"/>
                  </a:cubicBezTo>
                  <a:cubicBezTo>
                    <a:pt x="1533" y="6667"/>
                    <a:pt x="1566" y="6694"/>
                    <a:pt x="1599" y="6716"/>
                  </a:cubicBezTo>
                  <a:cubicBezTo>
                    <a:pt x="1615" y="6727"/>
                    <a:pt x="1631" y="6743"/>
                    <a:pt x="1648" y="6760"/>
                  </a:cubicBezTo>
                  <a:cubicBezTo>
                    <a:pt x="1648" y="6765"/>
                    <a:pt x="1626" y="6781"/>
                    <a:pt x="1653" y="6781"/>
                  </a:cubicBezTo>
                  <a:cubicBezTo>
                    <a:pt x="1669" y="6787"/>
                    <a:pt x="1686" y="6792"/>
                    <a:pt x="1696" y="6803"/>
                  </a:cubicBezTo>
                  <a:lnTo>
                    <a:pt x="1908" y="6961"/>
                  </a:lnTo>
                  <a:cubicBezTo>
                    <a:pt x="1916" y="6973"/>
                    <a:pt x="1927" y="6981"/>
                    <a:pt x="1940" y="6981"/>
                  </a:cubicBezTo>
                  <a:cubicBezTo>
                    <a:pt x="1946" y="6981"/>
                    <a:pt x="1951" y="6980"/>
                    <a:pt x="1957" y="6977"/>
                  </a:cubicBezTo>
                  <a:lnTo>
                    <a:pt x="2023" y="7021"/>
                  </a:lnTo>
                  <a:cubicBezTo>
                    <a:pt x="2039" y="7026"/>
                    <a:pt x="2061" y="7042"/>
                    <a:pt x="2066" y="7042"/>
                  </a:cubicBezTo>
                  <a:cubicBezTo>
                    <a:pt x="2076" y="7032"/>
                    <a:pt x="2084" y="7029"/>
                    <a:pt x="2092" y="7029"/>
                  </a:cubicBezTo>
                  <a:cubicBezTo>
                    <a:pt x="2109" y="7029"/>
                    <a:pt x="2120" y="7049"/>
                    <a:pt x="2131" y="7064"/>
                  </a:cubicBezTo>
                  <a:cubicBezTo>
                    <a:pt x="2134" y="7067"/>
                    <a:pt x="2138" y="7068"/>
                    <a:pt x="2143" y="7068"/>
                  </a:cubicBezTo>
                  <a:cubicBezTo>
                    <a:pt x="2148" y="7068"/>
                    <a:pt x="2153" y="7067"/>
                    <a:pt x="2158" y="7064"/>
                  </a:cubicBezTo>
                  <a:cubicBezTo>
                    <a:pt x="2170" y="7057"/>
                    <a:pt x="2177" y="7053"/>
                    <a:pt x="2182" y="7053"/>
                  </a:cubicBezTo>
                  <a:cubicBezTo>
                    <a:pt x="2188" y="7053"/>
                    <a:pt x="2190" y="7060"/>
                    <a:pt x="2197" y="7075"/>
                  </a:cubicBezTo>
                  <a:cubicBezTo>
                    <a:pt x="2201" y="7094"/>
                    <a:pt x="2214" y="7109"/>
                    <a:pt x="2232" y="7109"/>
                  </a:cubicBezTo>
                  <a:cubicBezTo>
                    <a:pt x="2234" y="7109"/>
                    <a:pt x="2237" y="7108"/>
                    <a:pt x="2240" y="7108"/>
                  </a:cubicBezTo>
                  <a:cubicBezTo>
                    <a:pt x="2252" y="7103"/>
                    <a:pt x="2263" y="7101"/>
                    <a:pt x="2275" y="7101"/>
                  </a:cubicBezTo>
                  <a:cubicBezTo>
                    <a:pt x="2306" y="7101"/>
                    <a:pt x="2334" y="7116"/>
                    <a:pt x="2354" y="7140"/>
                  </a:cubicBezTo>
                  <a:cubicBezTo>
                    <a:pt x="2361" y="7147"/>
                    <a:pt x="2367" y="7149"/>
                    <a:pt x="2372" y="7149"/>
                  </a:cubicBezTo>
                  <a:cubicBezTo>
                    <a:pt x="2376" y="7149"/>
                    <a:pt x="2379" y="7148"/>
                    <a:pt x="2381" y="7146"/>
                  </a:cubicBezTo>
                  <a:cubicBezTo>
                    <a:pt x="2398" y="7143"/>
                    <a:pt x="2408" y="7141"/>
                    <a:pt x="2414" y="7141"/>
                  </a:cubicBezTo>
                  <a:cubicBezTo>
                    <a:pt x="2422" y="7141"/>
                    <a:pt x="2424" y="7144"/>
                    <a:pt x="2430" y="7156"/>
                  </a:cubicBezTo>
                  <a:cubicBezTo>
                    <a:pt x="2447" y="7173"/>
                    <a:pt x="2447" y="7184"/>
                    <a:pt x="2452" y="7184"/>
                  </a:cubicBezTo>
                  <a:cubicBezTo>
                    <a:pt x="2495" y="7195"/>
                    <a:pt x="2539" y="7200"/>
                    <a:pt x="2582" y="7211"/>
                  </a:cubicBezTo>
                  <a:cubicBezTo>
                    <a:pt x="2586" y="7211"/>
                    <a:pt x="2595" y="7208"/>
                    <a:pt x="2601" y="7208"/>
                  </a:cubicBezTo>
                  <a:cubicBezTo>
                    <a:pt x="2605" y="7208"/>
                    <a:pt x="2608" y="7209"/>
                    <a:pt x="2610" y="7211"/>
                  </a:cubicBezTo>
                  <a:cubicBezTo>
                    <a:pt x="2653" y="7260"/>
                    <a:pt x="2729" y="7233"/>
                    <a:pt x="2773" y="7287"/>
                  </a:cubicBezTo>
                  <a:cubicBezTo>
                    <a:pt x="2773" y="7288"/>
                    <a:pt x="2774" y="7288"/>
                    <a:pt x="2775" y="7288"/>
                  </a:cubicBezTo>
                  <a:cubicBezTo>
                    <a:pt x="2781" y="7288"/>
                    <a:pt x="2797" y="7280"/>
                    <a:pt x="2805" y="7276"/>
                  </a:cubicBezTo>
                  <a:cubicBezTo>
                    <a:pt x="2814" y="7276"/>
                    <a:pt x="2833" y="7269"/>
                    <a:pt x="2843" y="7269"/>
                  </a:cubicBezTo>
                  <a:cubicBezTo>
                    <a:pt x="2846" y="7269"/>
                    <a:pt x="2848" y="7270"/>
                    <a:pt x="2849" y="7271"/>
                  </a:cubicBezTo>
                  <a:cubicBezTo>
                    <a:pt x="2887" y="7303"/>
                    <a:pt x="2925" y="7292"/>
                    <a:pt x="2963" y="7298"/>
                  </a:cubicBezTo>
                  <a:cubicBezTo>
                    <a:pt x="3066" y="7320"/>
                    <a:pt x="3175" y="7298"/>
                    <a:pt x="3278" y="7347"/>
                  </a:cubicBezTo>
                  <a:cubicBezTo>
                    <a:pt x="3290" y="7351"/>
                    <a:pt x="3301" y="7354"/>
                    <a:pt x="3315" y="7354"/>
                  </a:cubicBezTo>
                  <a:cubicBezTo>
                    <a:pt x="3320" y="7354"/>
                    <a:pt x="3326" y="7354"/>
                    <a:pt x="3333" y="7352"/>
                  </a:cubicBezTo>
                  <a:cubicBezTo>
                    <a:pt x="3371" y="7352"/>
                    <a:pt x="3410" y="7366"/>
                    <a:pt x="3449" y="7366"/>
                  </a:cubicBezTo>
                  <a:cubicBezTo>
                    <a:pt x="3465" y="7366"/>
                    <a:pt x="3480" y="7364"/>
                    <a:pt x="3496" y="7358"/>
                  </a:cubicBezTo>
                  <a:cubicBezTo>
                    <a:pt x="3505" y="7365"/>
                    <a:pt x="3514" y="7367"/>
                    <a:pt x="3524" y="7367"/>
                  </a:cubicBezTo>
                  <a:cubicBezTo>
                    <a:pt x="3538" y="7367"/>
                    <a:pt x="3553" y="7363"/>
                    <a:pt x="3566" y="7363"/>
                  </a:cubicBezTo>
                  <a:cubicBezTo>
                    <a:pt x="3578" y="7363"/>
                    <a:pt x="3590" y="7366"/>
                    <a:pt x="3599" y="7379"/>
                  </a:cubicBezTo>
                  <a:cubicBezTo>
                    <a:pt x="3602" y="7382"/>
                    <a:pt x="3606" y="7383"/>
                    <a:pt x="3610" y="7383"/>
                  </a:cubicBezTo>
                  <a:cubicBezTo>
                    <a:pt x="3614" y="7383"/>
                    <a:pt x="3618" y="7382"/>
                    <a:pt x="3621" y="7379"/>
                  </a:cubicBezTo>
                  <a:cubicBezTo>
                    <a:pt x="3642" y="7362"/>
                    <a:pt x="3665" y="7357"/>
                    <a:pt x="3688" y="7357"/>
                  </a:cubicBezTo>
                  <a:cubicBezTo>
                    <a:pt x="3717" y="7357"/>
                    <a:pt x="3746" y="7365"/>
                    <a:pt x="3773" y="7368"/>
                  </a:cubicBezTo>
                  <a:cubicBezTo>
                    <a:pt x="3789" y="7374"/>
                    <a:pt x="3804" y="7377"/>
                    <a:pt x="3819" y="7377"/>
                  </a:cubicBezTo>
                  <a:cubicBezTo>
                    <a:pt x="3834" y="7377"/>
                    <a:pt x="3849" y="7374"/>
                    <a:pt x="3865" y="7368"/>
                  </a:cubicBezTo>
                  <a:cubicBezTo>
                    <a:pt x="3936" y="7341"/>
                    <a:pt x="4018" y="7374"/>
                    <a:pt x="4083" y="7330"/>
                  </a:cubicBezTo>
                  <a:cubicBezTo>
                    <a:pt x="4101" y="7332"/>
                    <a:pt x="4119" y="7332"/>
                    <a:pt x="4137" y="7332"/>
                  </a:cubicBezTo>
                  <a:cubicBezTo>
                    <a:pt x="4194" y="7332"/>
                    <a:pt x="4252" y="7325"/>
                    <a:pt x="4306" y="7309"/>
                  </a:cubicBezTo>
                  <a:cubicBezTo>
                    <a:pt x="4387" y="7298"/>
                    <a:pt x="4469" y="7276"/>
                    <a:pt x="4550" y="7249"/>
                  </a:cubicBezTo>
                  <a:cubicBezTo>
                    <a:pt x="4664" y="7205"/>
                    <a:pt x="4779" y="7178"/>
                    <a:pt x="4893" y="7129"/>
                  </a:cubicBezTo>
                  <a:cubicBezTo>
                    <a:pt x="4963" y="7102"/>
                    <a:pt x="5039" y="7075"/>
                    <a:pt x="5116" y="7042"/>
                  </a:cubicBezTo>
                  <a:cubicBezTo>
                    <a:pt x="5148" y="7021"/>
                    <a:pt x="5186" y="7004"/>
                    <a:pt x="5230" y="6988"/>
                  </a:cubicBezTo>
                  <a:cubicBezTo>
                    <a:pt x="5262" y="6983"/>
                    <a:pt x="5295" y="6966"/>
                    <a:pt x="5322" y="6944"/>
                  </a:cubicBezTo>
                  <a:cubicBezTo>
                    <a:pt x="5387" y="6906"/>
                    <a:pt x="5453" y="6868"/>
                    <a:pt x="5518" y="6825"/>
                  </a:cubicBezTo>
                  <a:cubicBezTo>
                    <a:pt x="5540" y="6814"/>
                    <a:pt x="5561" y="6803"/>
                    <a:pt x="5578" y="6792"/>
                  </a:cubicBezTo>
                  <a:cubicBezTo>
                    <a:pt x="5616" y="6760"/>
                    <a:pt x="5654" y="6732"/>
                    <a:pt x="5692" y="6705"/>
                  </a:cubicBezTo>
                  <a:cubicBezTo>
                    <a:pt x="5730" y="6673"/>
                    <a:pt x="5779" y="6662"/>
                    <a:pt x="5817" y="6635"/>
                  </a:cubicBezTo>
                  <a:cubicBezTo>
                    <a:pt x="5855" y="6607"/>
                    <a:pt x="5893" y="6602"/>
                    <a:pt x="5904" y="6569"/>
                  </a:cubicBezTo>
                  <a:cubicBezTo>
                    <a:pt x="5925" y="6531"/>
                    <a:pt x="5969" y="6526"/>
                    <a:pt x="5996" y="6504"/>
                  </a:cubicBezTo>
                  <a:cubicBezTo>
                    <a:pt x="6002" y="6499"/>
                    <a:pt x="6002" y="6493"/>
                    <a:pt x="6007" y="6488"/>
                  </a:cubicBezTo>
                  <a:cubicBezTo>
                    <a:pt x="6056" y="6417"/>
                    <a:pt x="6154" y="6390"/>
                    <a:pt x="6192" y="6303"/>
                  </a:cubicBezTo>
                  <a:cubicBezTo>
                    <a:pt x="6262" y="6249"/>
                    <a:pt x="6328" y="6178"/>
                    <a:pt x="6377" y="6102"/>
                  </a:cubicBezTo>
                  <a:cubicBezTo>
                    <a:pt x="6409" y="6064"/>
                    <a:pt x="6436" y="6026"/>
                    <a:pt x="6469" y="5982"/>
                  </a:cubicBezTo>
                  <a:cubicBezTo>
                    <a:pt x="6496" y="5961"/>
                    <a:pt x="6518" y="5933"/>
                    <a:pt x="6540" y="5906"/>
                  </a:cubicBezTo>
                  <a:cubicBezTo>
                    <a:pt x="6567" y="5857"/>
                    <a:pt x="6600" y="5814"/>
                    <a:pt x="6638" y="5770"/>
                  </a:cubicBezTo>
                  <a:cubicBezTo>
                    <a:pt x="6654" y="5754"/>
                    <a:pt x="6665" y="5732"/>
                    <a:pt x="6676" y="5711"/>
                  </a:cubicBezTo>
                  <a:cubicBezTo>
                    <a:pt x="6697" y="5651"/>
                    <a:pt x="6730" y="5596"/>
                    <a:pt x="6773" y="5547"/>
                  </a:cubicBezTo>
                  <a:cubicBezTo>
                    <a:pt x="6779" y="5537"/>
                    <a:pt x="6790" y="5526"/>
                    <a:pt x="6790" y="5515"/>
                  </a:cubicBezTo>
                  <a:cubicBezTo>
                    <a:pt x="6795" y="5482"/>
                    <a:pt x="6812" y="5450"/>
                    <a:pt x="6833" y="5428"/>
                  </a:cubicBezTo>
                  <a:cubicBezTo>
                    <a:pt x="6850" y="5412"/>
                    <a:pt x="6855" y="5390"/>
                    <a:pt x="6866" y="5368"/>
                  </a:cubicBezTo>
                  <a:cubicBezTo>
                    <a:pt x="6871" y="5352"/>
                    <a:pt x="6877" y="5341"/>
                    <a:pt x="6888" y="5325"/>
                  </a:cubicBezTo>
                  <a:cubicBezTo>
                    <a:pt x="6937" y="5276"/>
                    <a:pt x="6969" y="5216"/>
                    <a:pt x="6985" y="5151"/>
                  </a:cubicBezTo>
                  <a:cubicBezTo>
                    <a:pt x="7002" y="5107"/>
                    <a:pt x="7018" y="5064"/>
                    <a:pt x="7040" y="5020"/>
                  </a:cubicBezTo>
                  <a:cubicBezTo>
                    <a:pt x="7056" y="4993"/>
                    <a:pt x="7083" y="4971"/>
                    <a:pt x="7067" y="4928"/>
                  </a:cubicBezTo>
                  <a:cubicBezTo>
                    <a:pt x="7062" y="4911"/>
                    <a:pt x="7078" y="4884"/>
                    <a:pt x="7094" y="4868"/>
                  </a:cubicBezTo>
                  <a:cubicBezTo>
                    <a:pt x="7110" y="4846"/>
                    <a:pt x="7116" y="4825"/>
                    <a:pt x="7110" y="4797"/>
                  </a:cubicBezTo>
                  <a:cubicBezTo>
                    <a:pt x="7105" y="4786"/>
                    <a:pt x="7105" y="4770"/>
                    <a:pt x="7110" y="4759"/>
                  </a:cubicBezTo>
                  <a:cubicBezTo>
                    <a:pt x="7132" y="4705"/>
                    <a:pt x="7149" y="4656"/>
                    <a:pt x="7165" y="4596"/>
                  </a:cubicBezTo>
                  <a:cubicBezTo>
                    <a:pt x="7176" y="4536"/>
                    <a:pt x="7187" y="4477"/>
                    <a:pt x="7203" y="4411"/>
                  </a:cubicBezTo>
                  <a:cubicBezTo>
                    <a:pt x="7219" y="4362"/>
                    <a:pt x="7203" y="4303"/>
                    <a:pt x="7246" y="4265"/>
                  </a:cubicBezTo>
                  <a:cubicBezTo>
                    <a:pt x="7252" y="4259"/>
                    <a:pt x="7257" y="4243"/>
                    <a:pt x="7252" y="4243"/>
                  </a:cubicBezTo>
                  <a:cubicBezTo>
                    <a:pt x="7219" y="4205"/>
                    <a:pt x="7268" y="4167"/>
                    <a:pt x="7252" y="4129"/>
                  </a:cubicBezTo>
                  <a:cubicBezTo>
                    <a:pt x="7252" y="4118"/>
                    <a:pt x="7252" y="4102"/>
                    <a:pt x="7263" y="4096"/>
                  </a:cubicBezTo>
                  <a:cubicBezTo>
                    <a:pt x="7290" y="4074"/>
                    <a:pt x="7290" y="4058"/>
                    <a:pt x="7268" y="4036"/>
                  </a:cubicBezTo>
                  <a:cubicBezTo>
                    <a:pt x="7263" y="4025"/>
                    <a:pt x="7263" y="4015"/>
                    <a:pt x="7268" y="4009"/>
                  </a:cubicBezTo>
                  <a:cubicBezTo>
                    <a:pt x="7284" y="3993"/>
                    <a:pt x="7284" y="3971"/>
                    <a:pt x="7279" y="3949"/>
                  </a:cubicBezTo>
                  <a:cubicBezTo>
                    <a:pt x="7290" y="3906"/>
                    <a:pt x="7295" y="3857"/>
                    <a:pt x="7295" y="3813"/>
                  </a:cubicBezTo>
                  <a:cubicBezTo>
                    <a:pt x="7284" y="3781"/>
                    <a:pt x="7322" y="3765"/>
                    <a:pt x="7312" y="3743"/>
                  </a:cubicBezTo>
                  <a:cubicBezTo>
                    <a:pt x="7290" y="3710"/>
                    <a:pt x="7333" y="3683"/>
                    <a:pt x="7317" y="3656"/>
                  </a:cubicBezTo>
                  <a:cubicBezTo>
                    <a:pt x="7306" y="3618"/>
                    <a:pt x="7312" y="3580"/>
                    <a:pt x="7328" y="3547"/>
                  </a:cubicBezTo>
                  <a:cubicBezTo>
                    <a:pt x="7333" y="3542"/>
                    <a:pt x="7333" y="3531"/>
                    <a:pt x="7328" y="3520"/>
                  </a:cubicBezTo>
                  <a:cubicBezTo>
                    <a:pt x="7312" y="3498"/>
                    <a:pt x="7306" y="3466"/>
                    <a:pt x="7317" y="3438"/>
                  </a:cubicBezTo>
                  <a:cubicBezTo>
                    <a:pt x="7333" y="3406"/>
                    <a:pt x="7301" y="3368"/>
                    <a:pt x="7339" y="3341"/>
                  </a:cubicBezTo>
                  <a:lnTo>
                    <a:pt x="7339" y="3335"/>
                  </a:lnTo>
                  <a:cubicBezTo>
                    <a:pt x="7295" y="3324"/>
                    <a:pt x="7333" y="3302"/>
                    <a:pt x="7333" y="3286"/>
                  </a:cubicBezTo>
                  <a:cubicBezTo>
                    <a:pt x="7339" y="3270"/>
                    <a:pt x="7350" y="3216"/>
                    <a:pt x="7344" y="3216"/>
                  </a:cubicBezTo>
                  <a:cubicBezTo>
                    <a:pt x="7306" y="3205"/>
                    <a:pt x="7339" y="3177"/>
                    <a:pt x="7333" y="3156"/>
                  </a:cubicBezTo>
                  <a:cubicBezTo>
                    <a:pt x="7317" y="3129"/>
                    <a:pt x="7312" y="3091"/>
                    <a:pt x="7317" y="3058"/>
                  </a:cubicBezTo>
                  <a:cubicBezTo>
                    <a:pt x="7328" y="3031"/>
                    <a:pt x="7301" y="2993"/>
                    <a:pt x="7290" y="2960"/>
                  </a:cubicBezTo>
                  <a:cubicBezTo>
                    <a:pt x="7274" y="2922"/>
                    <a:pt x="7257" y="2906"/>
                    <a:pt x="7246" y="2879"/>
                  </a:cubicBezTo>
                  <a:cubicBezTo>
                    <a:pt x="7241" y="2851"/>
                    <a:pt x="7235" y="2824"/>
                    <a:pt x="7230" y="2792"/>
                  </a:cubicBezTo>
                  <a:cubicBezTo>
                    <a:pt x="7230" y="2792"/>
                    <a:pt x="7225" y="2786"/>
                    <a:pt x="7225" y="2786"/>
                  </a:cubicBezTo>
                  <a:cubicBezTo>
                    <a:pt x="7203" y="2764"/>
                    <a:pt x="7187" y="2748"/>
                    <a:pt x="7208" y="2715"/>
                  </a:cubicBezTo>
                  <a:cubicBezTo>
                    <a:pt x="7208" y="2710"/>
                    <a:pt x="7208" y="2699"/>
                    <a:pt x="7208" y="2688"/>
                  </a:cubicBezTo>
                  <a:cubicBezTo>
                    <a:pt x="7149" y="2618"/>
                    <a:pt x="7176" y="2520"/>
                    <a:pt x="7116" y="2460"/>
                  </a:cubicBezTo>
                  <a:cubicBezTo>
                    <a:pt x="7110" y="2455"/>
                    <a:pt x="7110" y="2449"/>
                    <a:pt x="7110" y="2444"/>
                  </a:cubicBezTo>
                  <a:cubicBezTo>
                    <a:pt x="7105" y="2395"/>
                    <a:pt x="7089" y="2351"/>
                    <a:pt x="7083" y="2308"/>
                  </a:cubicBezTo>
                  <a:cubicBezTo>
                    <a:pt x="7078" y="2264"/>
                    <a:pt x="7051" y="2232"/>
                    <a:pt x="7045" y="2183"/>
                  </a:cubicBezTo>
                  <a:cubicBezTo>
                    <a:pt x="7034" y="2134"/>
                    <a:pt x="7013" y="2085"/>
                    <a:pt x="6980" y="2041"/>
                  </a:cubicBezTo>
                  <a:cubicBezTo>
                    <a:pt x="6975" y="2031"/>
                    <a:pt x="6964" y="2020"/>
                    <a:pt x="6964" y="2009"/>
                  </a:cubicBezTo>
                  <a:cubicBezTo>
                    <a:pt x="6975" y="1954"/>
                    <a:pt x="6915" y="1933"/>
                    <a:pt x="6909" y="1889"/>
                  </a:cubicBezTo>
                  <a:cubicBezTo>
                    <a:pt x="6839" y="1840"/>
                    <a:pt x="6833" y="1748"/>
                    <a:pt x="6763" y="1699"/>
                  </a:cubicBezTo>
                  <a:cubicBezTo>
                    <a:pt x="6752" y="1688"/>
                    <a:pt x="6757" y="1650"/>
                    <a:pt x="6752" y="1650"/>
                  </a:cubicBezTo>
                  <a:cubicBezTo>
                    <a:pt x="6708" y="1639"/>
                    <a:pt x="6708" y="1601"/>
                    <a:pt x="6703" y="1574"/>
                  </a:cubicBezTo>
                  <a:cubicBezTo>
                    <a:pt x="6697" y="1558"/>
                    <a:pt x="6686" y="1547"/>
                    <a:pt x="6676" y="1530"/>
                  </a:cubicBezTo>
                  <a:cubicBezTo>
                    <a:pt x="6632" y="1487"/>
                    <a:pt x="6594" y="1438"/>
                    <a:pt x="6551" y="1389"/>
                  </a:cubicBezTo>
                  <a:cubicBezTo>
                    <a:pt x="6523" y="1367"/>
                    <a:pt x="6513" y="1329"/>
                    <a:pt x="6469" y="1324"/>
                  </a:cubicBezTo>
                  <a:cubicBezTo>
                    <a:pt x="6458" y="1318"/>
                    <a:pt x="6453" y="1308"/>
                    <a:pt x="6453" y="1302"/>
                  </a:cubicBezTo>
                  <a:cubicBezTo>
                    <a:pt x="6447" y="1248"/>
                    <a:pt x="6382" y="1242"/>
                    <a:pt x="6371" y="1199"/>
                  </a:cubicBezTo>
                  <a:cubicBezTo>
                    <a:pt x="6366" y="1177"/>
                    <a:pt x="6339" y="1155"/>
                    <a:pt x="6322" y="1139"/>
                  </a:cubicBezTo>
                  <a:cubicBezTo>
                    <a:pt x="6295" y="1106"/>
                    <a:pt x="6268" y="1068"/>
                    <a:pt x="6235" y="1041"/>
                  </a:cubicBezTo>
                  <a:cubicBezTo>
                    <a:pt x="6192" y="1003"/>
                    <a:pt x="6154" y="954"/>
                    <a:pt x="6110" y="916"/>
                  </a:cubicBezTo>
                  <a:cubicBezTo>
                    <a:pt x="6034" y="856"/>
                    <a:pt x="5947" y="807"/>
                    <a:pt x="5877" y="742"/>
                  </a:cubicBezTo>
                  <a:cubicBezTo>
                    <a:pt x="5838" y="710"/>
                    <a:pt x="5800" y="688"/>
                    <a:pt x="5762" y="666"/>
                  </a:cubicBezTo>
                  <a:cubicBezTo>
                    <a:pt x="5726" y="645"/>
                    <a:pt x="5714" y="590"/>
                    <a:pt x="5666" y="590"/>
                  </a:cubicBezTo>
                  <a:cubicBezTo>
                    <a:pt x="5664" y="590"/>
                    <a:pt x="5661" y="590"/>
                    <a:pt x="5659" y="590"/>
                  </a:cubicBezTo>
                  <a:cubicBezTo>
                    <a:pt x="5588" y="514"/>
                    <a:pt x="5491" y="492"/>
                    <a:pt x="5415" y="427"/>
                  </a:cubicBezTo>
                  <a:cubicBezTo>
                    <a:pt x="5382" y="394"/>
                    <a:pt x="5328" y="394"/>
                    <a:pt x="5300" y="356"/>
                  </a:cubicBezTo>
                  <a:cubicBezTo>
                    <a:pt x="5284" y="329"/>
                    <a:pt x="5257" y="307"/>
                    <a:pt x="5224" y="296"/>
                  </a:cubicBezTo>
                  <a:cubicBezTo>
                    <a:pt x="5186" y="264"/>
                    <a:pt x="5132" y="248"/>
                    <a:pt x="5077" y="248"/>
                  </a:cubicBezTo>
                  <a:cubicBezTo>
                    <a:pt x="5075" y="248"/>
                    <a:pt x="5072" y="248"/>
                    <a:pt x="5068" y="248"/>
                  </a:cubicBezTo>
                  <a:cubicBezTo>
                    <a:pt x="5043" y="248"/>
                    <a:pt x="5015" y="230"/>
                    <a:pt x="4991" y="220"/>
                  </a:cubicBezTo>
                  <a:cubicBezTo>
                    <a:pt x="4996" y="177"/>
                    <a:pt x="4958" y="193"/>
                    <a:pt x="4936" y="177"/>
                  </a:cubicBezTo>
                  <a:cubicBezTo>
                    <a:pt x="4921" y="168"/>
                    <a:pt x="4905" y="164"/>
                    <a:pt x="4887" y="164"/>
                  </a:cubicBezTo>
                  <a:cubicBezTo>
                    <a:pt x="4873" y="164"/>
                    <a:pt x="4858" y="167"/>
                    <a:pt x="4844" y="171"/>
                  </a:cubicBezTo>
                  <a:lnTo>
                    <a:pt x="4817" y="171"/>
                  </a:lnTo>
                  <a:lnTo>
                    <a:pt x="4713" y="150"/>
                  </a:lnTo>
                  <a:cubicBezTo>
                    <a:pt x="4670" y="139"/>
                    <a:pt x="4626" y="133"/>
                    <a:pt x="4577" y="123"/>
                  </a:cubicBezTo>
                  <a:cubicBezTo>
                    <a:pt x="4528" y="117"/>
                    <a:pt x="4480" y="106"/>
                    <a:pt x="4436" y="90"/>
                  </a:cubicBezTo>
                  <a:cubicBezTo>
                    <a:pt x="4423" y="96"/>
                    <a:pt x="4411" y="99"/>
                    <a:pt x="4400" y="99"/>
                  </a:cubicBezTo>
                  <a:cubicBezTo>
                    <a:pt x="4375" y="99"/>
                    <a:pt x="4354" y="85"/>
                    <a:pt x="4327" y="74"/>
                  </a:cubicBezTo>
                  <a:cubicBezTo>
                    <a:pt x="4319" y="71"/>
                    <a:pt x="4311" y="70"/>
                    <a:pt x="4303" y="70"/>
                  </a:cubicBezTo>
                  <a:cubicBezTo>
                    <a:pt x="4295" y="70"/>
                    <a:pt x="4287" y="71"/>
                    <a:pt x="4278" y="74"/>
                  </a:cubicBezTo>
                  <a:cubicBezTo>
                    <a:pt x="4273" y="74"/>
                    <a:pt x="4263" y="75"/>
                    <a:pt x="4255" y="75"/>
                  </a:cubicBezTo>
                  <a:cubicBezTo>
                    <a:pt x="4246" y="75"/>
                    <a:pt x="4238" y="74"/>
                    <a:pt x="4235" y="68"/>
                  </a:cubicBezTo>
                  <a:cubicBezTo>
                    <a:pt x="4224" y="43"/>
                    <a:pt x="4208" y="36"/>
                    <a:pt x="4192" y="36"/>
                  </a:cubicBezTo>
                  <a:cubicBezTo>
                    <a:pt x="4171" y="36"/>
                    <a:pt x="4148" y="47"/>
                    <a:pt x="4128" y="47"/>
                  </a:cubicBezTo>
                  <a:cubicBezTo>
                    <a:pt x="4126" y="47"/>
                    <a:pt x="4123" y="47"/>
                    <a:pt x="4121" y="46"/>
                  </a:cubicBezTo>
                  <a:cubicBezTo>
                    <a:pt x="4061" y="36"/>
                    <a:pt x="4001" y="30"/>
                    <a:pt x="3941" y="19"/>
                  </a:cubicBezTo>
                  <a:cubicBezTo>
                    <a:pt x="3922" y="19"/>
                    <a:pt x="3908" y="8"/>
                    <a:pt x="3887" y="8"/>
                  </a:cubicBezTo>
                  <a:cubicBezTo>
                    <a:pt x="3879" y="8"/>
                    <a:pt x="3870" y="9"/>
                    <a:pt x="3860" y="14"/>
                  </a:cubicBezTo>
                  <a:cubicBezTo>
                    <a:pt x="3854" y="18"/>
                    <a:pt x="3847" y="20"/>
                    <a:pt x="3840" y="20"/>
                  </a:cubicBezTo>
                  <a:cubicBezTo>
                    <a:pt x="3819" y="20"/>
                    <a:pt x="3793" y="7"/>
                    <a:pt x="3773" y="3"/>
                  </a:cubicBezTo>
                  <a:cubicBezTo>
                    <a:pt x="3770" y="1"/>
                    <a:pt x="3767"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3"/>
            <p:cNvSpPr/>
            <p:nvPr/>
          </p:nvSpPr>
          <p:spPr>
            <a:xfrm>
              <a:off x="1185712" y="2710416"/>
              <a:ext cx="1280318" cy="1274412"/>
            </a:xfrm>
            <a:custGeom>
              <a:rect b="b" l="l" r="r" t="t"/>
              <a:pathLst>
                <a:path extrusionOk="0" h="11006" w="11057">
                  <a:moveTo>
                    <a:pt x="5202" y="159"/>
                  </a:moveTo>
                  <a:cubicBezTo>
                    <a:pt x="5262" y="159"/>
                    <a:pt x="5327" y="159"/>
                    <a:pt x="5387" y="170"/>
                  </a:cubicBezTo>
                  <a:cubicBezTo>
                    <a:pt x="5403" y="169"/>
                    <a:pt x="5419" y="168"/>
                    <a:pt x="5435" y="168"/>
                  </a:cubicBezTo>
                  <a:cubicBezTo>
                    <a:pt x="5473" y="168"/>
                    <a:pt x="5512" y="172"/>
                    <a:pt x="5550" y="176"/>
                  </a:cubicBezTo>
                  <a:cubicBezTo>
                    <a:pt x="5562" y="177"/>
                    <a:pt x="5575" y="178"/>
                    <a:pt x="5587" y="178"/>
                  </a:cubicBezTo>
                  <a:cubicBezTo>
                    <a:pt x="5631" y="178"/>
                    <a:pt x="5675" y="170"/>
                    <a:pt x="5720" y="170"/>
                  </a:cubicBezTo>
                  <a:cubicBezTo>
                    <a:pt x="5747" y="170"/>
                    <a:pt x="5773" y="173"/>
                    <a:pt x="5800" y="181"/>
                  </a:cubicBezTo>
                  <a:cubicBezTo>
                    <a:pt x="5816" y="183"/>
                    <a:pt x="5833" y="185"/>
                    <a:pt x="5850" y="185"/>
                  </a:cubicBezTo>
                  <a:cubicBezTo>
                    <a:pt x="5874" y="185"/>
                    <a:pt x="5900" y="182"/>
                    <a:pt x="5925" y="176"/>
                  </a:cubicBezTo>
                  <a:cubicBezTo>
                    <a:pt x="5941" y="176"/>
                    <a:pt x="5952" y="176"/>
                    <a:pt x="5969" y="181"/>
                  </a:cubicBezTo>
                  <a:cubicBezTo>
                    <a:pt x="5989" y="193"/>
                    <a:pt x="6012" y="199"/>
                    <a:pt x="6039" y="199"/>
                  </a:cubicBezTo>
                  <a:cubicBezTo>
                    <a:pt x="6048" y="199"/>
                    <a:pt x="6057" y="199"/>
                    <a:pt x="6066" y="197"/>
                  </a:cubicBezTo>
                  <a:cubicBezTo>
                    <a:pt x="6170" y="203"/>
                    <a:pt x="6273" y="214"/>
                    <a:pt x="6382" y="235"/>
                  </a:cubicBezTo>
                  <a:cubicBezTo>
                    <a:pt x="6485" y="263"/>
                    <a:pt x="6588" y="257"/>
                    <a:pt x="6692" y="284"/>
                  </a:cubicBezTo>
                  <a:cubicBezTo>
                    <a:pt x="6751" y="301"/>
                    <a:pt x="6817" y="322"/>
                    <a:pt x="6865" y="333"/>
                  </a:cubicBezTo>
                  <a:cubicBezTo>
                    <a:pt x="6920" y="350"/>
                    <a:pt x="6969" y="360"/>
                    <a:pt x="7018" y="371"/>
                  </a:cubicBezTo>
                  <a:cubicBezTo>
                    <a:pt x="7045" y="382"/>
                    <a:pt x="7067" y="388"/>
                    <a:pt x="7088" y="404"/>
                  </a:cubicBezTo>
                  <a:cubicBezTo>
                    <a:pt x="7148" y="431"/>
                    <a:pt x="7213" y="453"/>
                    <a:pt x="7284" y="469"/>
                  </a:cubicBezTo>
                  <a:cubicBezTo>
                    <a:pt x="7328" y="480"/>
                    <a:pt x="7376" y="491"/>
                    <a:pt x="7420" y="513"/>
                  </a:cubicBezTo>
                  <a:cubicBezTo>
                    <a:pt x="7491" y="551"/>
                    <a:pt x="7567" y="578"/>
                    <a:pt x="7648" y="600"/>
                  </a:cubicBezTo>
                  <a:cubicBezTo>
                    <a:pt x="7665" y="605"/>
                    <a:pt x="7670" y="611"/>
                    <a:pt x="7665" y="627"/>
                  </a:cubicBezTo>
                  <a:cubicBezTo>
                    <a:pt x="7665" y="639"/>
                    <a:pt x="7670" y="643"/>
                    <a:pt x="7675" y="643"/>
                  </a:cubicBezTo>
                  <a:cubicBezTo>
                    <a:pt x="7679" y="643"/>
                    <a:pt x="7684" y="640"/>
                    <a:pt x="7686" y="638"/>
                  </a:cubicBezTo>
                  <a:cubicBezTo>
                    <a:pt x="7692" y="632"/>
                    <a:pt x="7703" y="632"/>
                    <a:pt x="7703" y="632"/>
                  </a:cubicBezTo>
                  <a:cubicBezTo>
                    <a:pt x="7718" y="642"/>
                    <a:pt x="7728" y="671"/>
                    <a:pt x="7747" y="671"/>
                  </a:cubicBezTo>
                  <a:cubicBezTo>
                    <a:pt x="7748" y="671"/>
                    <a:pt x="7750" y="671"/>
                    <a:pt x="7752" y="670"/>
                  </a:cubicBezTo>
                  <a:cubicBezTo>
                    <a:pt x="7761" y="670"/>
                    <a:pt x="7768" y="670"/>
                    <a:pt x="7775" y="670"/>
                  </a:cubicBezTo>
                  <a:cubicBezTo>
                    <a:pt x="7790" y="670"/>
                    <a:pt x="7800" y="672"/>
                    <a:pt x="7811" y="687"/>
                  </a:cubicBezTo>
                  <a:cubicBezTo>
                    <a:pt x="7828" y="708"/>
                    <a:pt x="7866" y="703"/>
                    <a:pt x="7893" y="736"/>
                  </a:cubicBezTo>
                  <a:cubicBezTo>
                    <a:pt x="7909" y="763"/>
                    <a:pt x="7942" y="779"/>
                    <a:pt x="7980" y="779"/>
                  </a:cubicBezTo>
                  <a:cubicBezTo>
                    <a:pt x="8002" y="784"/>
                    <a:pt x="8029" y="812"/>
                    <a:pt x="8050" y="828"/>
                  </a:cubicBezTo>
                  <a:cubicBezTo>
                    <a:pt x="8075" y="838"/>
                    <a:pt x="8095" y="861"/>
                    <a:pt x="8128" y="861"/>
                  </a:cubicBezTo>
                  <a:cubicBezTo>
                    <a:pt x="8131" y="861"/>
                    <a:pt x="8134" y="861"/>
                    <a:pt x="8137" y="861"/>
                  </a:cubicBezTo>
                  <a:cubicBezTo>
                    <a:pt x="8143" y="861"/>
                    <a:pt x="8154" y="866"/>
                    <a:pt x="8165" y="877"/>
                  </a:cubicBezTo>
                  <a:cubicBezTo>
                    <a:pt x="8208" y="931"/>
                    <a:pt x="8279" y="948"/>
                    <a:pt x="8333" y="986"/>
                  </a:cubicBezTo>
                  <a:cubicBezTo>
                    <a:pt x="8366" y="1007"/>
                    <a:pt x="8409" y="1013"/>
                    <a:pt x="8426" y="1040"/>
                  </a:cubicBezTo>
                  <a:cubicBezTo>
                    <a:pt x="8442" y="1062"/>
                    <a:pt x="8480" y="1067"/>
                    <a:pt x="8513" y="1089"/>
                  </a:cubicBezTo>
                  <a:cubicBezTo>
                    <a:pt x="8545" y="1105"/>
                    <a:pt x="8572" y="1132"/>
                    <a:pt x="8605" y="1149"/>
                  </a:cubicBezTo>
                  <a:cubicBezTo>
                    <a:pt x="8654" y="1176"/>
                    <a:pt x="8697" y="1203"/>
                    <a:pt x="8746" y="1225"/>
                  </a:cubicBezTo>
                  <a:cubicBezTo>
                    <a:pt x="8773" y="1241"/>
                    <a:pt x="8806" y="1252"/>
                    <a:pt x="8817" y="1295"/>
                  </a:cubicBezTo>
                  <a:cubicBezTo>
                    <a:pt x="8817" y="1301"/>
                    <a:pt x="8822" y="1306"/>
                    <a:pt x="8822" y="1306"/>
                  </a:cubicBezTo>
                  <a:cubicBezTo>
                    <a:pt x="8909" y="1306"/>
                    <a:pt x="8926" y="1410"/>
                    <a:pt x="9002" y="1420"/>
                  </a:cubicBezTo>
                  <a:cubicBezTo>
                    <a:pt x="9013" y="1459"/>
                    <a:pt x="9045" y="1475"/>
                    <a:pt x="9072" y="1497"/>
                  </a:cubicBezTo>
                  <a:cubicBezTo>
                    <a:pt x="9078" y="1502"/>
                    <a:pt x="9089" y="1513"/>
                    <a:pt x="9100" y="1513"/>
                  </a:cubicBezTo>
                  <a:cubicBezTo>
                    <a:pt x="9107" y="1510"/>
                    <a:pt x="9113" y="1509"/>
                    <a:pt x="9117" y="1509"/>
                  </a:cubicBezTo>
                  <a:cubicBezTo>
                    <a:pt x="9129" y="1509"/>
                    <a:pt x="9132" y="1519"/>
                    <a:pt x="9132" y="1535"/>
                  </a:cubicBezTo>
                  <a:cubicBezTo>
                    <a:pt x="9132" y="1553"/>
                    <a:pt x="9140" y="1575"/>
                    <a:pt x="9165" y="1575"/>
                  </a:cubicBezTo>
                  <a:cubicBezTo>
                    <a:pt x="9170" y="1575"/>
                    <a:pt x="9175" y="1574"/>
                    <a:pt x="9181" y="1573"/>
                  </a:cubicBezTo>
                  <a:cubicBezTo>
                    <a:pt x="9187" y="1573"/>
                    <a:pt x="9192" y="1578"/>
                    <a:pt x="9197" y="1578"/>
                  </a:cubicBezTo>
                  <a:cubicBezTo>
                    <a:pt x="9165" y="1643"/>
                    <a:pt x="9241" y="1622"/>
                    <a:pt x="9246" y="1649"/>
                  </a:cubicBezTo>
                  <a:cubicBezTo>
                    <a:pt x="9257" y="1676"/>
                    <a:pt x="9290" y="1698"/>
                    <a:pt x="9317" y="1725"/>
                  </a:cubicBezTo>
                  <a:cubicBezTo>
                    <a:pt x="9328" y="1730"/>
                    <a:pt x="9339" y="1736"/>
                    <a:pt x="9350" y="1741"/>
                  </a:cubicBezTo>
                  <a:cubicBezTo>
                    <a:pt x="9361" y="1747"/>
                    <a:pt x="9377" y="1752"/>
                    <a:pt x="9377" y="1757"/>
                  </a:cubicBezTo>
                  <a:cubicBezTo>
                    <a:pt x="9377" y="1790"/>
                    <a:pt x="9399" y="1790"/>
                    <a:pt x="9415" y="1801"/>
                  </a:cubicBezTo>
                  <a:cubicBezTo>
                    <a:pt x="9426" y="1806"/>
                    <a:pt x="9431" y="1817"/>
                    <a:pt x="9437" y="1823"/>
                  </a:cubicBezTo>
                  <a:cubicBezTo>
                    <a:pt x="9442" y="1872"/>
                    <a:pt x="9475" y="1910"/>
                    <a:pt x="9518" y="1926"/>
                  </a:cubicBezTo>
                  <a:cubicBezTo>
                    <a:pt x="9529" y="1931"/>
                    <a:pt x="9540" y="1937"/>
                    <a:pt x="9551" y="1948"/>
                  </a:cubicBezTo>
                  <a:cubicBezTo>
                    <a:pt x="9573" y="1986"/>
                    <a:pt x="9600" y="2024"/>
                    <a:pt x="9638" y="2051"/>
                  </a:cubicBezTo>
                  <a:cubicBezTo>
                    <a:pt x="9643" y="2056"/>
                    <a:pt x="9654" y="2067"/>
                    <a:pt x="9659" y="2078"/>
                  </a:cubicBezTo>
                  <a:cubicBezTo>
                    <a:pt x="9687" y="2111"/>
                    <a:pt x="9708" y="2143"/>
                    <a:pt x="9741" y="2171"/>
                  </a:cubicBezTo>
                  <a:cubicBezTo>
                    <a:pt x="9763" y="2192"/>
                    <a:pt x="9768" y="2230"/>
                    <a:pt x="9806" y="2252"/>
                  </a:cubicBezTo>
                  <a:cubicBezTo>
                    <a:pt x="9833" y="2268"/>
                    <a:pt x="9844" y="2312"/>
                    <a:pt x="9861" y="2339"/>
                  </a:cubicBezTo>
                  <a:cubicBezTo>
                    <a:pt x="9871" y="2350"/>
                    <a:pt x="9882" y="2361"/>
                    <a:pt x="9899" y="2366"/>
                  </a:cubicBezTo>
                  <a:cubicBezTo>
                    <a:pt x="9937" y="2399"/>
                    <a:pt x="9969" y="2432"/>
                    <a:pt x="9991" y="2475"/>
                  </a:cubicBezTo>
                  <a:cubicBezTo>
                    <a:pt x="9997" y="2486"/>
                    <a:pt x="9997" y="2497"/>
                    <a:pt x="9991" y="2502"/>
                  </a:cubicBezTo>
                  <a:cubicBezTo>
                    <a:pt x="9986" y="2518"/>
                    <a:pt x="9986" y="2529"/>
                    <a:pt x="10002" y="2535"/>
                  </a:cubicBezTo>
                  <a:cubicBezTo>
                    <a:pt x="10018" y="2535"/>
                    <a:pt x="10029" y="2546"/>
                    <a:pt x="10035" y="2557"/>
                  </a:cubicBezTo>
                  <a:cubicBezTo>
                    <a:pt x="10083" y="2633"/>
                    <a:pt x="10160" y="2698"/>
                    <a:pt x="10187" y="2790"/>
                  </a:cubicBezTo>
                  <a:cubicBezTo>
                    <a:pt x="10198" y="2823"/>
                    <a:pt x="10203" y="2861"/>
                    <a:pt x="10252" y="2866"/>
                  </a:cubicBezTo>
                  <a:cubicBezTo>
                    <a:pt x="10257" y="2872"/>
                    <a:pt x="10263" y="2888"/>
                    <a:pt x="10268" y="2904"/>
                  </a:cubicBezTo>
                  <a:cubicBezTo>
                    <a:pt x="10285" y="2964"/>
                    <a:pt x="10312" y="3019"/>
                    <a:pt x="10361" y="3062"/>
                  </a:cubicBezTo>
                  <a:cubicBezTo>
                    <a:pt x="10366" y="3067"/>
                    <a:pt x="10377" y="3078"/>
                    <a:pt x="10377" y="3084"/>
                  </a:cubicBezTo>
                  <a:cubicBezTo>
                    <a:pt x="10366" y="3138"/>
                    <a:pt x="10410" y="3171"/>
                    <a:pt x="10426" y="3214"/>
                  </a:cubicBezTo>
                  <a:cubicBezTo>
                    <a:pt x="10431" y="3236"/>
                    <a:pt x="10431" y="3258"/>
                    <a:pt x="10464" y="3269"/>
                  </a:cubicBezTo>
                  <a:cubicBezTo>
                    <a:pt x="10475" y="3279"/>
                    <a:pt x="10486" y="3290"/>
                    <a:pt x="10486" y="3307"/>
                  </a:cubicBezTo>
                  <a:cubicBezTo>
                    <a:pt x="10480" y="3334"/>
                    <a:pt x="10491" y="3361"/>
                    <a:pt x="10518" y="3377"/>
                  </a:cubicBezTo>
                  <a:cubicBezTo>
                    <a:pt x="10524" y="3383"/>
                    <a:pt x="10518" y="3405"/>
                    <a:pt x="10524" y="3410"/>
                  </a:cubicBezTo>
                  <a:cubicBezTo>
                    <a:pt x="10546" y="3432"/>
                    <a:pt x="10529" y="3470"/>
                    <a:pt x="10562" y="3481"/>
                  </a:cubicBezTo>
                  <a:cubicBezTo>
                    <a:pt x="10573" y="3481"/>
                    <a:pt x="10578" y="3491"/>
                    <a:pt x="10578" y="3497"/>
                  </a:cubicBezTo>
                  <a:cubicBezTo>
                    <a:pt x="10578" y="3557"/>
                    <a:pt x="10622" y="3600"/>
                    <a:pt x="10632" y="3655"/>
                  </a:cubicBezTo>
                  <a:cubicBezTo>
                    <a:pt x="10638" y="3671"/>
                    <a:pt x="10643" y="3693"/>
                    <a:pt x="10654" y="3709"/>
                  </a:cubicBezTo>
                  <a:cubicBezTo>
                    <a:pt x="10671" y="3747"/>
                    <a:pt x="10687" y="3785"/>
                    <a:pt x="10698" y="3829"/>
                  </a:cubicBezTo>
                  <a:cubicBezTo>
                    <a:pt x="10714" y="3894"/>
                    <a:pt x="10725" y="3959"/>
                    <a:pt x="10741" y="4024"/>
                  </a:cubicBezTo>
                  <a:cubicBezTo>
                    <a:pt x="10763" y="4106"/>
                    <a:pt x="10785" y="4187"/>
                    <a:pt x="10796" y="4269"/>
                  </a:cubicBezTo>
                  <a:cubicBezTo>
                    <a:pt x="10806" y="4323"/>
                    <a:pt x="10823" y="4378"/>
                    <a:pt x="10834" y="4432"/>
                  </a:cubicBezTo>
                  <a:cubicBezTo>
                    <a:pt x="10834" y="4454"/>
                    <a:pt x="10850" y="4470"/>
                    <a:pt x="10834" y="4492"/>
                  </a:cubicBezTo>
                  <a:cubicBezTo>
                    <a:pt x="10817" y="4513"/>
                    <a:pt x="10877" y="4513"/>
                    <a:pt x="10850" y="4546"/>
                  </a:cubicBezTo>
                  <a:cubicBezTo>
                    <a:pt x="10834" y="4562"/>
                    <a:pt x="10839" y="4600"/>
                    <a:pt x="10844" y="4622"/>
                  </a:cubicBezTo>
                  <a:cubicBezTo>
                    <a:pt x="10844" y="4649"/>
                    <a:pt x="10861" y="4666"/>
                    <a:pt x="10866" y="4693"/>
                  </a:cubicBezTo>
                  <a:cubicBezTo>
                    <a:pt x="10872" y="4725"/>
                    <a:pt x="10877" y="4758"/>
                    <a:pt x="10883" y="4791"/>
                  </a:cubicBezTo>
                  <a:cubicBezTo>
                    <a:pt x="10893" y="4850"/>
                    <a:pt x="10904" y="4910"/>
                    <a:pt x="10904" y="4975"/>
                  </a:cubicBezTo>
                  <a:cubicBezTo>
                    <a:pt x="10893" y="5057"/>
                    <a:pt x="10921" y="5144"/>
                    <a:pt x="10899" y="5226"/>
                  </a:cubicBezTo>
                  <a:cubicBezTo>
                    <a:pt x="10893" y="5253"/>
                    <a:pt x="10910" y="5280"/>
                    <a:pt x="10910" y="5307"/>
                  </a:cubicBezTo>
                  <a:cubicBezTo>
                    <a:pt x="10915" y="5438"/>
                    <a:pt x="10904" y="5568"/>
                    <a:pt x="10904" y="5693"/>
                  </a:cubicBezTo>
                  <a:cubicBezTo>
                    <a:pt x="10904" y="5791"/>
                    <a:pt x="10899" y="5889"/>
                    <a:pt x="10888" y="5987"/>
                  </a:cubicBezTo>
                  <a:cubicBezTo>
                    <a:pt x="10877" y="6052"/>
                    <a:pt x="10866" y="6112"/>
                    <a:pt x="10855" y="6177"/>
                  </a:cubicBezTo>
                  <a:cubicBezTo>
                    <a:pt x="10850" y="6242"/>
                    <a:pt x="10844" y="6307"/>
                    <a:pt x="10839" y="6372"/>
                  </a:cubicBezTo>
                  <a:cubicBezTo>
                    <a:pt x="10834" y="6405"/>
                    <a:pt x="10817" y="6438"/>
                    <a:pt x="10817" y="6470"/>
                  </a:cubicBezTo>
                  <a:cubicBezTo>
                    <a:pt x="10812" y="6546"/>
                    <a:pt x="10796" y="6617"/>
                    <a:pt x="10768" y="6688"/>
                  </a:cubicBezTo>
                  <a:cubicBezTo>
                    <a:pt x="10758" y="6726"/>
                    <a:pt x="10779" y="6753"/>
                    <a:pt x="10763" y="6786"/>
                  </a:cubicBezTo>
                  <a:cubicBezTo>
                    <a:pt x="10719" y="6889"/>
                    <a:pt x="10692" y="6992"/>
                    <a:pt x="10676" y="7095"/>
                  </a:cubicBezTo>
                  <a:cubicBezTo>
                    <a:pt x="10665" y="7150"/>
                    <a:pt x="10638" y="7199"/>
                    <a:pt x="10627" y="7253"/>
                  </a:cubicBezTo>
                  <a:cubicBezTo>
                    <a:pt x="10605" y="7313"/>
                    <a:pt x="10594" y="7378"/>
                    <a:pt x="10584" y="7443"/>
                  </a:cubicBezTo>
                  <a:cubicBezTo>
                    <a:pt x="10584" y="7503"/>
                    <a:pt x="10540" y="7541"/>
                    <a:pt x="10535" y="7590"/>
                  </a:cubicBezTo>
                  <a:cubicBezTo>
                    <a:pt x="10529" y="7606"/>
                    <a:pt x="10513" y="7623"/>
                    <a:pt x="10513" y="7639"/>
                  </a:cubicBezTo>
                  <a:cubicBezTo>
                    <a:pt x="10507" y="7672"/>
                    <a:pt x="10491" y="7704"/>
                    <a:pt x="10469" y="7731"/>
                  </a:cubicBezTo>
                  <a:cubicBezTo>
                    <a:pt x="10453" y="7753"/>
                    <a:pt x="10421" y="7769"/>
                    <a:pt x="10442" y="7808"/>
                  </a:cubicBezTo>
                  <a:cubicBezTo>
                    <a:pt x="10448" y="7808"/>
                    <a:pt x="10437" y="7818"/>
                    <a:pt x="10437" y="7818"/>
                  </a:cubicBezTo>
                  <a:cubicBezTo>
                    <a:pt x="10399" y="7824"/>
                    <a:pt x="10421" y="7856"/>
                    <a:pt x="10399" y="7884"/>
                  </a:cubicBezTo>
                  <a:cubicBezTo>
                    <a:pt x="10382" y="7905"/>
                    <a:pt x="10350" y="7933"/>
                    <a:pt x="10344" y="7960"/>
                  </a:cubicBezTo>
                  <a:cubicBezTo>
                    <a:pt x="10334" y="8014"/>
                    <a:pt x="10290" y="8047"/>
                    <a:pt x="10279" y="8101"/>
                  </a:cubicBezTo>
                  <a:cubicBezTo>
                    <a:pt x="10263" y="8134"/>
                    <a:pt x="10236" y="8166"/>
                    <a:pt x="10209" y="8199"/>
                  </a:cubicBezTo>
                  <a:cubicBezTo>
                    <a:pt x="10198" y="8204"/>
                    <a:pt x="10192" y="8215"/>
                    <a:pt x="10181" y="8226"/>
                  </a:cubicBezTo>
                  <a:cubicBezTo>
                    <a:pt x="10170" y="8264"/>
                    <a:pt x="10149" y="8302"/>
                    <a:pt x="10132" y="8340"/>
                  </a:cubicBezTo>
                  <a:cubicBezTo>
                    <a:pt x="10111" y="8373"/>
                    <a:pt x="10073" y="8400"/>
                    <a:pt x="10056" y="8422"/>
                  </a:cubicBezTo>
                  <a:cubicBezTo>
                    <a:pt x="10040" y="8444"/>
                    <a:pt x="10035" y="8482"/>
                    <a:pt x="10013" y="8498"/>
                  </a:cubicBezTo>
                  <a:cubicBezTo>
                    <a:pt x="9997" y="8514"/>
                    <a:pt x="10002" y="8552"/>
                    <a:pt x="9964" y="8552"/>
                  </a:cubicBezTo>
                  <a:cubicBezTo>
                    <a:pt x="9964" y="8552"/>
                    <a:pt x="9958" y="8569"/>
                    <a:pt x="9958" y="8574"/>
                  </a:cubicBezTo>
                  <a:cubicBezTo>
                    <a:pt x="9948" y="8607"/>
                    <a:pt x="9948" y="8601"/>
                    <a:pt x="9910" y="8628"/>
                  </a:cubicBezTo>
                  <a:cubicBezTo>
                    <a:pt x="9888" y="8639"/>
                    <a:pt x="9839" y="8655"/>
                    <a:pt x="9855" y="8704"/>
                  </a:cubicBezTo>
                  <a:cubicBezTo>
                    <a:pt x="9855" y="8710"/>
                    <a:pt x="9844" y="8726"/>
                    <a:pt x="9833" y="8732"/>
                  </a:cubicBezTo>
                  <a:cubicBezTo>
                    <a:pt x="9812" y="8742"/>
                    <a:pt x="9790" y="8759"/>
                    <a:pt x="9774" y="8775"/>
                  </a:cubicBezTo>
                  <a:cubicBezTo>
                    <a:pt x="9746" y="8791"/>
                    <a:pt x="9730" y="8819"/>
                    <a:pt x="9730" y="8846"/>
                  </a:cubicBezTo>
                  <a:cubicBezTo>
                    <a:pt x="9730" y="8862"/>
                    <a:pt x="9725" y="8884"/>
                    <a:pt x="9719" y="8884"/>
                  </a:cubicBezTo>
                  <a:cubicBezTo>
                    <a:pt x="9654" y="8900"/>
                    <a:pt x="9649" y="8998"/>
                    <a:pt x="9573" y="8998"/>
                  </a:cubicBezTo>
                  <a:cubicBezTo>
                    <a:pt x="9562" y="9003"/>
                    <a:pt x="9556" y="9009"/>
                    <a:pt x="9556" y="9014"/>
                  </a:cubicBezTo>
                  <a:cubicBezTo>
                    <a:pt x="9540" y="9074"/>
                    <a:pt x="9480" y="9096"/>
                    <a:pt x="9453" y="9145"/>
                  </a:cubicBezTo>
                  <a:cubicBezTo>
                    <a:pt x="9420" y="9188"/>
                    <a:pt x="9377" y="9226"/>
                    <a:pt x="9333" y="9264"/>
                  </a:cubicBezTo>
                  <a:cubicBezTo>
                    <a:pt x="9312" y="9286"/>
                    <a:pt x="9279" y="9308"/>
                    <a:pt x="9257" y="9330"/>
                  </a:cubicBezTo>
                  <a:cubicBezTo>
                    <a:pt x="9235" y="9357"/>
                    <a:pt x="9225" y="9395"/>
                    <a:pt x="9203" y="9406"/>
                  </a:cubicBezTo>
                  <a:cubicBezTo>
                    <a:pt x="9149" y="9433"/>
                    <a:pt x="9132" y="9503"/>
                    <a:pt x="9067" y="9509"/>
                  </a:cubicBezTo>
                  <a:cubicBezTo>
                    <a:pt x="9051" y="9514"/>
                    <a:pt x="9051" y="9531"/>
                    <a:pt x="9029" y="9552"/>
                  </a:cubicBezTo>
                  <a:cubicBezTo>
                    <a:pt x="9007" y="9574"/>
                    <a:pt x="8980" y="9596"/>
                    <a:pt x="8958" y="9612"/>
                  </a:cubicBezTo>
                  <a:cubicBezTo>
                    <a:pt x="8947" y="9623"/>
                    <a:pt x="8937" y="9629"/>
                    <a:pt x="8926" y="9639"/>
                  </a:cubicBezTo>
                  <a:cubicBezTo>
                    <a:pt x="8915" y="9650"/>
                    <a:pt x="8904" y="9661"/>
                    <a:pt x="8893" y="9672"/>
                  </a:cubicBezTo>
                  <a:cubicBezTo>
                    <a:pt x="8790" y="9732"/>
                    <a:pt x="8692" y="9808"/>
                    <a:pt x="8600" y="9884"/>
                  </a:cubicBezTo>
                  <a:cubicBezTo>
                    <a:pt x="8561" y="9917"/>
                    <a:pt x="8523" y="9917"/>
                    <a:pt x="8474" y="9955"/>
                  </a:cubicBezTo>
                  <a:cubicBezTo>
                    <a:pt x="8431" y="9993"/>
                    <a:pt x="8371" y="10014"/>
                    <a:pt x="8322" y="10042"/>
                  </a:cubicBezTo>
                  <a:cubicBezTo>
                    <a:pt x="8284" y="10074"/>
                    <a:pt x="8246" y="10101"/>
                    <a:pt x="8203" y="10123"/>
                  </a:cubicBezTo>
                  <a:cubicBezTo>
                    <a:pt x="8105" y="10161"/>
                    <a:pt x="8029" y="10248"/>
                    <a:pt x="7925" y="10275"/>
                  </a:cubicBezTo>
                  <a:cubicBezTo>
                    <a:pt x="7920" y="10275"/>
                    <a:pt x="7909" y="10281"/>
                    <a:pt x="7909" y="10292"/>
                  </a:cubicBezTo>
                  <a:cubicBezTo>
                    <a:pt x="7900" y="10341"/>
                    <a:pt x="7870" y="10353"/>
                    <a:pt x="7835" y="10353"/>
                  </a:cubicBezTo>
                  <a:cubicBezTo>
                    <a:pt x="7827" y="10353"/>
                    <a:pt x="7819" y="10352"/>
                    <a:pt x="7811" y="10351"/>
                  </a:cubicBezTo>
                  <a:cubicBezTo>
                    <a:pt x="7802" y="10350"/>
                    <a:pt x="7795" y="10349"/>
                    <a:pt x="7788" y="10349"/>
                  </a:cubicBezTo>
                  <a:cubicBezTo>
                    <a:pt x="7771" y="10349"/>
                    <a:pt x="7764" y="10356"/>
                    <a:pt x="7768" y="10384"/>
                  </a:cubicBezTo>
                  <a:cubicBezTo>
                    <a:pt x="7761" y="10384"/>
                    <a:pt x="7756" y="10389"/>
                    <a:pt x="7749" y="10389"/>
                  </a:cubicBezTo>
                  <a:cubicBezTo>
                    <a:pt x="7745" y="10389"/>
                    <a:pt x="7741" y="10388"/>
                    <a:pt x="7735" y="10384"/>
                  </a:cubicBezTo>
                  <a:cubicBezTo>
                    <a:pt x="7726" y="10378"/>
                    <a:pt x="7719" y="10370"/>
                    <a:pt x="7713" y="10370"/>
                  </a:cubicBezTo>
                  <a:cubicBezTo>
                    <a:pt x="7708" y="10370"/>
                    <a:pt x="7705" y="10375"/>
                    <a:pt x="7703" y="10390"/>
                  </a:cubicBezTo>
                  <a:cubicBezTo>
                    <a:pt x="7703" y="10428"/>
                    <a:pt x="7675" y="10428"/>
                    <a:pt x="7648" y="10428"/>
                  </a:cubicBezTo>
                  <a:lnTo>
                    <a:pt x="7648" y="10438"/>
                  </a:lnTo>
                  <a:cubicBezTo>
                    <a:pt x="7640" y="10455"/>
                    <a:pt x="7618" y="10469"/>
                    <a:pt x="7596" y="10469"/>
                  </a:cubicBezTo>
                  <a:cubicBezTo>
                    <a:pt x="7590" y="10469"/>
                    <a:pt x="7584" y="10468"/>
                    <a:pt x="7578" y="10466"/>
                  </a:cubicBezTo>
                  <a:lnTo>
                    <a:pt x="7518" y="10466"/>
                  </a:lnTo>
                  <a:cubicBezTo>
                    <a:pt x="7507" y="10471"/>
                    <a:pt x="7469" y="10466"/>
                    <a:pt x="7480" y="10498"/>
                  </a:cubicBezTo>
                  <a:cubicBezTo>
                    <a:pt x="7480" y="10504"/>
                    <a:pt x="7469" y="10504"/>
                    <a:pt x="7469" y="10504"/>
                  </a:cubicBezTo>
                  <a:cubicBezTo>
                    <a:pt x="7462" y="10500"/>
                    <a:pt x="7455" y="10499"/>
                    <a:pt x="7448" y="10499"/>
                  </a:cubicBezTo>
                  <a:cubicBezTo>
                    <a:pt x="7424" y="10499"/>
                    <a:pt x="7403" y="10517"/>
                    <a:pt x="7382" y="10525"/>
                  </a:cubicBezTo>
                  <a:cubicBezTo>
                    <a:pt x="7355" y="10536"/>
                    <a:pt x="7328" y="10542"/>
                    <a:pt x="7300" y="10553"/>
                  </a:cubicBezTo>
                  <a:cubicBezTo>
                    <a:pt x="7284" y="10558"/>
                    <a:pt x="7268" y="10569"/>
                    <a:pt x="7251" y="10574"/>
                  </a:cubicBezTo>
                  <a:cubicBezTo>
                    <a:pt x="7246" y="10580"/>
                    <a:pt x="7241" y="10591"/>
                    <a:pt x="7235" y="10591"/>
                  </a:cubicBezTo>
                  <a:cubicBezTo>
                    <a:pt x="7227" y="10588"/>
                    <a:pt x="7219" y="10587"/>
                    <a:pt x="7212" y="10587"/>
                  </a:cubicBezTo>
                  <a:cubicBezTo>
                    <a:pt x="7177" y="10587"/>
                    <a:pt x="7153" y="10615"/>
                    <a:pt x="7121" y="10629"/>
                  </a:cubicBezTo>
                  <a:cubicBezTo>
                    <a:pt x="7105" y="10645"/>
                    <a:pt x="7083" y="10650"/>
                    <a:pt x="7061" y="10650"/>
                  </a:cubicBezTo>
                  <a:cubicBezTo>
                    <a:pt x="7039" y="10650"/>
                    <a:pt x="7018" y="10661"/>
                    <a:pt x="7001" y="10672"/>
                  </a:cubicBezTo>
                  <a:cubicBezTo>
                    <a:pt x="6963" y="10688"/>
                    <a:pt x="6925" y="10705"/>
                    <a:pt x="6887" y="10710"/>
                  </a:cubicBezTo>
                  <a:cubicBezTo>
                    <a:pt x="6795" y="10737"/>
                    <a:pt x="6702" y="10759"/>
                    <a:pt x="6615" y="10781"/>
                  </a:cubicBezTo>
                  <a:cubicBezTo>
                    <a:pt x="6608" y="10781"/>
                    <a:pt x="6596" y="10783"/>
                    <a:pt x="6589" y="10783"/>
                  </a:cubicBezTo>
                  <a:cubicBezTo>
                    <a:pt x="6585" y="10783"/>
                    <a:pt x="6583" y="10783"/>
                    <a:pt x="6583" y="10781"/>
                  </a:cubicBezTo>
                  <a:cubicBezTo>
                    <a:pt x="6572" y="10758"/>
                    <a:pt x="6558" y="10751"/>
                    <a:pt x="6545" y="10751"/>
                  </a:cubicBezTo>
                  <a:cubicBezTo>
                    <a:pt x="6526" y="10751"/>
                    <a:pt x="6506" y="10766"/>
                    <a:pt x="6490" y="10775"/>
                  </a:cubicBezTo>
                  <a:cubicBezTo>
                    <a:pt x="6458" y="10792"/>
                    <a:pt x="6409" y="10770"/>
                    <a:pt x="6393" y="10819"/>
                  </a:cubicBezTo>
                  <a:cubicBezTo>
                    <a:pt x="6387" y="10814"/>
                    <a:pt x="6382" y="10808"/>
                    <a:pt x="6371" y="10808"/>
                  </a:cubicBezTo>
                  <a:cubicBezTo>
                    <a:pt x="6365" y="10803"/>
                    <a:pt x="6349" y="10797"/>
                    <a:pt x="6344" y="10797"/>
                  </a:cubicBezTo>
                  <a:cubicBezTo>
                    <a:pt x="6289" y="10820"/>
                    <a:pt x="6231" y="10831"/>
                    <a:pt x="6172" y="10831"/>
                  </a:cubicBezTo>
                  <a:cubicBezTo>
                    <a:pt x="6161" y="10831"/>
                    <a:pt x="6149" y="10831"/>
                    <a:pt x="6137" y="10830"/>
                  </a:cubicBezTo>
                  <a:cubicBezTo>
                    <a:pt x="6061" y="10830"/>
                    <a:pt x="5985" y="10852"/>
                    <a:pt x="5914" y="10852"/>
                  </a:cubicBezTo>
                  <a:cubicBezTo>
                    <a:pt x="5883" y="10852"/>
                    <a:pt x="5862" y="10870"/>
                    <a:pt x="5834" y="10870"/>
                  </a:cubicBezTo>
                  <a:cubicBezTo>
                    <a:pt x="5829" y="10870"/>
                    <a:pt x="5823" y="10870"/>
                    <a:pt x="5816" y="10868"/>
                  </a:cubicBezTo>
                  <a:cubicBezTo>
                    <a:pt x="5763" y="10864"/>
                    <a:pt x="5711" y="10860"/>
                    <a:pt x="5661" y="10860"/>
                  </a:cubicBezTo>
                  <a:cubicBezTo>
                    <a:pt x="5640" y="10860"/>
                    <a:pt x="5620" y="10861"/>
                    <a:pt x="5599" y="10862"/>
                  </a:cubicBezTo>
                  <a:cubicBezTo>
                    <a:pt x="5564" y="10866"/>
                    <a:pt x="5527" y="10870"/>
                    <a:pt x="5491" y="10870"/>
                  </a:cubicBezTo>
                  <a:cubicBezTo>
                    <a:pt x="5476" y="10870"/>
                    <a:pt x="5461" y="10869"/>
                    <a:pt x="5447" y="10868"/>
                  </a:cubicBezTo>
                  <a:cubicBezTo>
                    <a:pt x="5442" y="10867"/>
                    <a:pt x="5437" y="10867"/>
                    <a:pt x="5433" y="10867"/>
                  </a:cubicBezTo>
                  <a:cubicBezTo>
                    <a:pt x="5405" y="10867"/>
                    <a:pt x="5378" y="10875"/>
                    <a:pt x="5352" y="10875"/>
                  </a:cubicBezTo>
                  <a:cubicBezTo>
                    <a:pt x="5336" y="10875"/>
                    <a:pt x="5320" y="10872"/>
                    <a:pt x="5305" y="10862"/>
                  </a:cubicBezTo>
                  <a:cubicBezTo>
                    <a:pt x="5290" y="10868"/>
                    <a:pt x="5276" y="10870"/>
                    <a:pt x="5261" y="10870"/>
                  </a:cubicBezTo>
                  <a:cubicBezTo>
                    <a:pt x="5216" y="10870"/>
                    <a:pt x="5171" y="10852"/>
                    <a:pt x="5126" y="10852"/>
                  </a:cubicBezTo>
                  <a:cubicBezTo>
                    <a:pt x="5121" y="10852"/>
                    <a:pt x="5115" y="10852"/>
                    <a:pt x="5108" y="10852"/>
                  </a:cubicBezTo>
                  <a:cubicBezTo>
                    <a:pt x="5096" y="10852"/>
                    <a:pt x="5083" y="10850"/>
                    <a:pt x="5072" y="10835"/>
                  </a:cubicBezTo>
                  <a:cubicBezTo>
                    <a:pt x="5068" y="10833"/>
                    <a:pt x="5063" y="10833"/>
                    <a:pt x="5056" y="10833"/>
                  </a:cubicBezTo>
                  <a:cubicBezTo>
                    <a:pt x="5044" y="10833"/>
                    <a:pt x="5028" y="10835"/>
                    <a:pt x="5017" y="10835"/>
                  </a:cubicBezTo>
                  <a:cubicBezTo>
                    <a:pt x="4995" y="10835"/>
                    <a:pt x="4971" y="10852"/>
                    <a:pt x="4951" y="10852"/>
                  </a:cubicBezTo>
                  <a:cubicBezTo>
                    <a:pt x="4936" y="10852"/>
                    <a:pt x="4923" y="10843"/>
                    <a:pt x="4914" y="10814"/>
                  </a:cubicBezTo>
                  <a:cubicBezTo>
                    <a:pt x="4914" y="10814"/>
                    <a:pt x="4907" y="10816"/>
                    <a:pt x="4899" y="10816"/>
                  </a:cubicBezTo>
                  <a:cubicBezTo>
                    <a:pt x="4895" y="10816"/>
                    <a:pt x="4890" y="10815"/>
                    <a:pt x="4887" y="10814"/>
                  </a:cubicBezTo>
                  <a:cubicBezTo>
                    <a:pt x="4882" y="10809"/>
                    <a:pt x="4877" y="10808"/>
                    <a:pt x="4872" y="10808"/>
                  </a:cubicBezTo>
                  <a:cubicBezTo>
                    <a:pt x="4854" y="10808"/>
                    <a:pt x="4836" y="10828"/>
                    <a:pt x="4821" y="10828"/>
                  </a:cubicBezTo>
                  <a:cubicBezTo>
                    <a:pt x="4817" y="10828"/>
                    <a:pt x="4814" y="10827"/>
                    <a:pt x="4811" y="10824"/>
                  </a:cubicBezTo>
                  <a:cubicBezTo>
                    <a:pt x="4789" y="10814"/>
                    <a:pt x="4767" y="10803"/>
                    <a:pt x="4746" y="10803"/>
                  </a:cubicBezTo>
                  <a:cubicBezTo>
                    <a:pt x="4686" y="10797"/>
                    <a:pt x="4626" y="10786"/>
                    <a:pt x="4566" y="10765"/>
                  </a:cubicBezTo>
                  <a:cubicBezTo>
                    <a:pt x="4550" y="10754"/>
                    <a:pt x="4512" y="10759"/>
                    <a:pt x="4479" y="10754"/>
                  </a:cubicBezTo>
                  <a:cubicBezTo>
                    <a:pt x="4447" y="10743"/>
                    <a:pt x="4419" y="10727"/>
                    <a:pt x="4392" y="10716"/>
                  </a:cubicBezTo>
                  <a:cubicBezTo>
                    <a:pt x="4365" y="10705"/>
                    <a:pt x="4338" y="10699"/>
                    <a:pt x="4305" y="10699"/>
                  </a:cubicBezTo>
                  <a:cubicBezTo>
                    <a:pt x="4224" y="10694"/>
                    <a:pt x="4137" y="10672"/>
                    <a:pt x="4066" y="10634"/>
                  </a:cubicBezTo>
                  <a:cubicBezTo>
                    <a:pt x="4044" y="10629"/>
                    <a:pt x="4023" y="10623"/>
                    <a:pt x="4001" y="10623"/>
                  </a:cubicBezTo>
                  <a:cubicBezTo>
                    <a:pt x="3994" y="10623"/>
                    <a:pt x="3986" y="10626"/>
                    <a:pt x="3981" y="10626"/>
                  </a:cubicBezTo>
                  <a:cubicBezTo>
                    <a:pt x="3978" y="10626"/>
                    <a:pt x="3975" y="10625"/>
                    <a:pt x="3974" y="10623"/>
                  </a:cubicBezTo>
                  <a:cubicBezTo>
                    <a:pt x="3919" y="10569"/>
                    <a:pt x="3832" y="10574"/>
                    <a:pt x="3778" y="10531"/>
                  </a:cubicBezTo>
                  <a:cubicBezTo>
                    <a:pt x="3762" y="10519"/>
                    <a:pt x="3744" y="10510"/>
                    <a:pt x="3725" y="10510"/>
                  </a:cubicBezTo>
                  <a:cubicBezTo>
                    <a:pt x="3717" y="10510"/>
                    <a:pt x="3709" y="10512"/>
                    <a:pt x="3702" y="10515"/>
                  </a:cubicBezTo>
                  <a:cubicBezTo>
                    <a:pt x="3700" y="10515"/>
                    <a:pt x="3697" y="10515"/>
                    <a:pt x="3695" y="10515"/>
                  </a:cubicBezTo>
                  <a:cubicBezTo>
                    <a:pt x="3673" y="10515"/>
                    <a:pt x="3645" y="10496"/>
                    <a:pt x="3626" y="10482"/>
                  </a:cubicBezTo>
                  <a:cubicBezTo>
                    <a:pt x="3615" y="10476"/>
                    <a:pt x="3609" y="10460"/>
                    <a:pt x="3593" y="10449"/>
                  </a:cubicBezTo>
                  <a:cubicBezTo>
                    <a:pt x="3588" y="10447"/>
                    <a:pt x="3580" y="10447"/>
                    <a:pt x="3571" y="10447"/>
                  </a:cubicBezTo>
                  <a:cubicBezTo>
                    <a:pt x="3563" y="10447"/>
                    <a:pt x="3555" y="10447"/>
                    <a:pt x="3550" y="10444"/>
                  </a:cubicBezTo>
                  <a:cubicBezTo>
                    <a:pt x="3522" y="10428"/>
                    <a:pt x="3484" y="10428"/>
                    <a:pt x="3463" y="10395"/>
                  </a:cubicBezTo>
                  <a:cubicBezTo>
                    <a:pt x="3441" y="10362"/>
                    <a:pt x="3397" y="10390"/>
                    <a:pt x="3365" y="10362"/>
                  </a:cubicBezTo>
                  <a:cubicBezTo>
                    <a:pt x="3321" y="10330"/>
                    <a:pt x="3251" y="10335"/>
                    <a:pt x="3213" y="10281"/>
                  </a:cubicBezTo>
                  <a:cubicBezTo>
                    <a:pt x="3207" y="10282"/>
                    <a:pt x="3201" y="10283"/>
                    <a:pt x="3196" y="10283"/>
                  </a:cubicBezTo>
                  <a:cubicBezTo>
                    <a:pt x="3148" y="10283"/>
                    <a:pt x="3120" y="10230"/>
                    <a:pt x="3072" y="10230"/>
                  </a:cubicBezTo>
                  <a:cubicBezTo>
                    <a:pt x="3067" y="10230"/>
                    <a:pt x="3061" y="10230"/>
                    <a:pt x="3055" y="10232"/>
                  </a:cubicBezTo>
                  <a:cubicBezTo>
                    <a:pt x="3033" y="10188"/>
                    <a:pt x="2979" y="10183"/>
                    <a:pt x="2941" y="10161"/>
                  </a:cubicBezTo>
                  <a:cubicBezTo>
                    <a:pt x="2919" y="10145"/>
                    <a:pt x="2886" y="10129"/>
                    <a:pt x="2859" y="10118"/>
                  </a:cubicBezTo>
                  <a:cubicBezTo>
                    <a:pt x="2827" y="10101"/>
                    <a:pt x="2794" y="10074"/>
                    <a:pt x="2761" y="10063"/>
                  </a:cubicBezTo>
                  <a:cubicBezTo>
                    <a:pt x="2691" y="10031"/>
                    <a:pt x="2626" y="9987"/>
                    <a:pt x="2571" y="9927"/>
                  </a:cubicBezTo>
                  <a:cubicBezTo>
                    <a:pt x="2566" y="9922"/>
                    <a:pt x="2555" y="9917"/>
                    <a:pt x="2549" y="9917"/>
                  </a:cubicBezTo>
                  <a:cubicBezTo>
                    <a:pt x="2542" y="9919"/>
                    <a:pt x="2535" y="9920"/>
                    <a:pt x="2528" y="9920"/>
                  </a:cubicBezTo>
                  <a:cubicBezTo>
                    <a:pt x="2484" y="9920"/>
                    <a:pt x="2463" y="9876"/>
                    <a:pt x="2430" y="9857"/>
                  </a:cubicBezTo>
                  <a:cubicBezTo>
                    <a:pt x="2403" y="9835"/>
                    <a:pt x="2376" y="9808"/>
                    <a:pt x="2354" y="9781"/>
                  </a:cubicBezTo>
                  <a:cubicBezTo>
                    <a:pt x="2351" y="9778"/>
                    <a:pt x="2348" y="9777"/>
                    <a:pt x="2344" y="9777"/>
                  </a:cubicBezTo>
                  <a:cubicBezTo>
                    <a:pt x="2340" y="9777"/>
                    <a:pt x="2335" y="9778"/>
                    <a:pt x="2327" y="9781"/>
                  </a:cubicBezTo>
                  <a:cubicBezTo>
                    <a:pt x="2322" y="9783"/>
                    <a:pt x="2318" y="9785"/>
                    <a:pt x="2314" y="9785"/>
                  </a:cubicBezTo>
                  <a:cubicBezTo>
                    <a:pt x="2309" y="9785"/>
                    <a:pt x="2305" y="9780"/>
                    <a:pt x="2305" y="9764"/>
                  </a:cubicBezTo>
                  <a:cubicBezTo>
                    <a:pt x="2305" y="9759"/>
                    <a:pt x="2305" y="9754"/>
                    <a:pt x="2299" y="9748"/>
                  </a:cubicBezTo>
                  <a:lnTo>
                    <a:pt x="2120" y="9650"/>
                  </a:lnTo>
                  <a:cubicBezTo>
                    <a:pt x="2109" y="9645"/>
                    <a:pt x="2098" y="9639"/>
                    <a:pt x="2093" y="9634"/>
                  </a:cubicBezTo>
                  <a:cubicBezTo>
                    <a:pt x="2077" y="9590"/>
                    <a:pt x="2033" y="9569"/>
                    <a:pt x="2006" y="9536"/>
                  </a:cubicBezTo>
                  <a:cubicBezTo>
                    <a:pt x="1973" y="9498"/>
                    <a:pt x="1935" y="9471"/>
                    <a:pt x="1897" y="9444"/>
                  </a:cubicBezTo>
                  <a:cubicBezTo>
                    <a:pt x="1848" y="9406"/>
                    <a:pt x="1794" y="9378"/>
                    <a:pt x="1767" y="9313"/>
                  </a:cubicBezTo>
                  <a:cubicBezTo>
                    <a:pt x="1761" y="9302"/>
                    <a:pt x="1750" y="9291"/>
                    <a:pt x="1740" y="9291"/>
                  </a:cubicBezTo>
                  <a:cubicBezTo>
                    <a:pt x="1701" y="9275"/>
                    <a:pt x="1663" y="9264"/>
                    <a:pt x="1669" y="9205"/>
                  </a:cubicBezTo>
                  <a:cubicBezTo>
                    <a:pt x="1669" y="9199"/>
                    <a:pt x="1653" y="9194"/>
                    <a:pt x="1647" y="9188"/>
                  </a:cubicBezTo>
                  <a:cubicBezTo>
                    <a:pt x="1598" y="9161"/>
                    <a:pt x="1566" y="9101"/>
                    <a:pt x="1511" y="9079"/>
                  </a:cubicBezTo>
                  <a:cubicBezTo>
                    <a:pt x="1495" y="9074"/>
                    <a:pt x="1500" y="9047"/>
                    <a:pt x="1484" y="9025"/>
                  </a:cubicBezTo>
                  <a:cubicBezTo>
                    <a:pt x="1462" y="9003"/>
                    <a:pt x="1419" y="9003"/>
                    <a:pt x="1419" y="8960"/>
                  </a:cubicBezTo>
                  <a:cubicBezTo>
                    <a:pt x="1414" y="8961"/>
                    <a:pt x="1410" y="8961"/>
                    <a:pt x="1407" y="8961"/>
                  </a:cubicBezTo>
                  <a:cubicBezTo>
                    <a:pt x="1392" y="8961"/>
                    <a:pt x="1392" y="8951"/>
                    <a:pt x="1392" y="8933"/>
                  </a:cubicBezTo>
                  <a:cubicBezTo>
                    <a:pt x="1392" y="8906"/>
                    <a:pt x="1381" y="8906"/>
                    <a:pt x="1354" y="8900"/>
                  </a:cubicBezTo>
                  <a:cubicBezTo>
                    <a:pt x="1326" y="8889"/>
                    <a:pt x="1310" y="8851"/>
                    <a:pt x="1294" y="8829"/>
                  </a:cubicBezTo>
                  <a:cubicBezTo>
                    <a:pt x="1272" y="8813"/>
                    <a:pt x="1250" y="8786"/>
                    <a:pt x="1239" y="8770"/>
                  </a:cubicBezTo>
                  <a:cubicBezTo>
                    <a:pt x="1229" y="8759"/>
                    <a:pt x="1218" y="8748"/>
                    <a:pt x="1223" y="8726"/>
                  </a:cubicBezTo>
                  <a:cubicBezTo>
                    <a:pt x="1223" y="8710"/>
                    <a:pt x="1191" y="8688"/>
                    <a:pt x="1174" y="8666"/>
                  </a:cubicBezTo>
                  <a:cubicBezTo>
                    <a:pt x="1169" y="8661"/>
                    <a:pt x="1147" y="8650"/>
                    <a:pt x="1147" y="8650"/>
                  </a:cubicBezTo>
                  <a:cubicBezTo>
                    <a:pt x="1163" y="8617"/>
                    <a:pt x="1131" y="8607"/>
                    <a:pt x="1114" y="8585"/>
                  </a:cubicBezTo>
                  <a:cubicBezTo>
                    <a:pt x="1105" y="8566"/>
                    <a:pt x="1100" y="8539"/>
                    <a:pt x="1074" y="8539"/>
                  </a:cubicBezTo>
                  <a:cubicBezTo>
                    <a:pt x="1070" y="8539"/>
                    <a:pt x="1065" y="8540"/>
                    <a:pt x="1060" y="8541"/>
                  </a:cubicBezTo>
                  <a:cubicBezTo>
                    <a:pt x="1060" y="8541"/>
                    <a:pt x="1055" y="8536"/>
                    <a:pt x="1055" y="8530"/>
                  </a:cubicBezTo>
                  <a:cubicBezTo>
                    <a:pt x="1049" y="8460"/>
                    <a:pt x="995" y="8422"/>
                    <a:pt x="951" y="8373"/>
                  </a:cubicBezTo>
                  <a:cubicBezTo>
                    <a:pt x="946" y="8362"/>
                    <a:pt x="940" y="8351"/>
                    <a:pt x="935" y="8340"/>
                  </a:cubicBezTo>
                  <a:cubicBezTo>
                    <a:pt x="919" y="8280"/>
                    <a:pt x="892" y="8226"/>
                    <a:pt x="848" y="8177"/>
                  </a:cubicBezTo>
                  <a:cubicBezTo>
                    <a:pt x="826" y="8155"/>
                    <a:pt x="815" y="8123"/>
                    <a:pt x="821" y="8090"/>
                  </a:cubicBezTo>
                  <a:cubicBezTo>
                    <a:pt x="826" y="8052"/>
                    <a:pt x="805" y="8030"/>
                    <a:pt x="794" y="8003"/>
                  </a:cubicBezTo>
                  <a:cubicBezTo>
                    <a:pt x="783" y="7987"/>
                    <a:pt x="777" y="7965"/>
                    <a:pt x="777" y="7943"/>
                  </a:cubicBezTo>
                  <a:cubicBezTo>
                    <a:pt x="777" y="7930"/>
                    <a:pt x="771" y="7928"/>
                    <a:pt x="764" y="7928"/>
                  </a:cubicBezTo>
                  <a:cubicBezTo>
                    <a:pt x="762" y="7928"/>
                    <a:pt x="760" y="7929"/>
                    <a:pt x="759" y="7929"/>
                  </a:cubicBezTo>
                  <a:cubicBezTo>
                    <a:pt x="754" y="7929"/>
                    <a:pt x="750" y="7928"/>
                    <a:pt x="750" y="7922"/>
                  </a:cubicBezTo>
                  <a:cubicBezTo>
                    <a:pt x="728" y="7856"/>
                    <a:pt x="701" y="7802"/>
                    <a:pt x="669" y="7748"/>
                  </a:cubicBezTo>
                  <a:cubicBezTo>
                    <a:pt x="631" y="7666"/>
                    <a:pt x="603" y="7579"/>
                    <a:pt x="560" y="7503"/>
                  </a:cubicBezTo>
                  <a:cubicBezTo>
                    <a:pt x="549" y="7465"/>
                    <a:pt x="533" y="7422"/>
                    <a:pt x="527" y="7384"/>
                  </a:cubicBezTo>
                  <a:cubicBezTo>
                    <a:pt x="478" y="7269"/>
                    <a:pt x="457" y="7144"/>
                    <a:pt x="408" y="7030"/>
                  </a:cubicBezTo>
                  <a:cubicBezTo>
                    <a:pt x="397" y="7003"/>
                    <a:pt x="397" y="6976"/>
                    <a:pt x="391" y="6949"/>
                  </a:cubicBezTo>
                  <a:cubicBezTo>
                    <a:pt x="391" y="6921"/>
                    <a:pt x="397" y="6889"/>
                    <a:pt x="359" y="6873"/>
                  </a:cubicBezTo>
                  <a:cubicBezTo>
                    <a:pt x="359" y="6873"/>
                    <a:pt x="353" y="6862"/>
                    <a:pt x="353" y="6862"/>
                  </a:cubicBezTo>
                  <a:cubicBezTo>
                    <a:pt x="375" y="6807"/>
                    <a:pt x="321" y="6775"/>
                    <a:pt x="326" y="6726"/>
                  </a:cubicBezTo>
                  <a:cubicBezTo>
                    <a:pt x="332" y="6715"/>
                    <a:pt x="321" y="6699"/>
                    <a:pt x="315" y="6688"/>
                  </a:cubicBezTo>
                  <a:cubicBezTo>
                    <a:pt x="304" y="6671"/>
                    <a:pt x="299" y="6644"/>
                    <a:pt x="294" y="6623"/>
                  </a:cubicBezTo>
                  <a:cubicBezTo>
                    <a:pt x="294" y="6590"/>
                    <a:pt x="288" y="6557"/>
                    <a:pt x="272" y="6525"/>
                  </a:cubicBezTo>
                  <a:cubicBezTo>
                    <a:pt x="266" y="6503"/>
                    <a:pt x="250" y="6487"/>
                    <a:pt x="266" y="6465"/>
                  </a:cubicBezTo>
                  <a:cubicBezTo>
                    <a:pt x="266" y="6454"/>
                    <a:pt x="261" y="6443"/>
                    <a:pt x="250" y="6421"/>
                  </a:cubicBezTo>
                  <a:cubicBezTo>
                    <a:pt x="239" y="6405"/>
                    <a:pt x="234" y="6389"/>
                    <a:pt x="256" y="6372"/>
                  </a:cubicBezTo>
                  <a:cubicBezTo>
                    <a:pt x="261" y="6367"/>
                    <a:pt x="261" y="6351"/>
                    <a:pt x="266" y="6345"/>
                  </a:cubicBezTo>
                  <a:lnTo>
                    <a:pt x="266" y="6345"/>
                  </a:lnTo>
                  <a:lnTo>
                    <a:pt x="245" y="6356"/>
                  </a:lnTo>
                  <a:cubicBezTo>
                    <a:pt x="239" y="6345"/>
                    <a:pt x="234" y="6334"/>
                    <a:pt x="234" y="6329"/>
                  </a:cubicBezTo>
                  <a:cubicBezTo>
                    <a:pt x="261" y="6285"/>
                    <a:pt x="223" y="6237"/>
                    <a:pt x="228" y="6193"/>
                  </a:cubicBezTo>
                  <a:cubicBezTo>
                    <a:pt x="234" y="6160"/>
                    <a:pt x="185" y="6133"/>
                    <a:pt x="228" y="6101"/>
                  </a:cubicBezTo>
                  <a:lnTo>
                    <a:pt x="207" y="6079"/>
                  </a:lnTo>
                  <a:cubicBezTo>
                    <a:pt x="201" y="6073"/>
                    <a:pt x="196" y="6057"/>
                    <a:pt x="201" y="6046"/>
                  </a:cubicBezTo>
                  <a:cubicBezTo>
                    <a:pt x="212" y="6019"/>
                    <a:pt x="228" y="5981"/>
                    <a:pt x="212" y="5965"/>
                  </a:cubicBezTo>
                  <a:cubicBezTo>
                    <a:pt x="179" y="5910"/>
                    <a:pt x="207" y="5861"/>
                    <a:pt x="207" y="5807"/>
                  </a:cubicBezTo>
                  <a:cubicBezTo>
                    <a:pt x="201" y="5698"/>
                    <a:pt x="212" y="5590"/>
                    <a:pt x="207" y="5486"/>
                  </a:cubicBezTo>
                  <a:cubicBezTo>
                    <a:pt x="201" y="5405"/>
                    <a:pt x="201" y="5329"/>
                    <a:pt x="218" y="5253"/>
                  </a:cubicBezTo>
                  <a:cubicBezTo>
                    <a:pt x="223" y="5236"/>
                    <a:pt x="212" y="5215"/>
                    <a:pt x="212" y="5198"/>
                  </a:cubicBezTo>
                  <a:cubicBezTo>
                    <a:pt x="212" y="5133"/>
                    <a:pt x="223" y="5068"/>
                    <a:pt x="239" y="4997"/>
                  </a:cubicBezTo>
                  <a:cubicBezTo>
                    <a:pt x="245" y="4970"/>
                    <a:pt x="245" y="4943"/>
                    <a:pt x="245" y="4916"/>
                  </a:cubicBezTo>
                  <a:cubicBezTo>
                    <a:pt x="261" y="4780"/>
                    <a:pt x="277" y="4644"/>
                    <a:pt x="299" y="4508"/>
                  </a:cubicBezTo>
                  <a:cubicBezTo>
                    <a:pt x="304" y="4459"/>
                    <a:pt x="310" y="4410"/>
                    <a:pt x="321" y="4361"/>
                  </a:cubicBezTo>
                  <a:cubicBezTo>
                    <a:pt x="326" y="4312"/>
                    <a:pt x="337" y="4269"/>
                    <a:pt x="353" y="4225"/>
                  </a:cubicBezTo>
                  <a:cubicBezTo>
                    <a:pt x="375" y="4198"/>
                    <a:pt x="353" y="4193"/>
                    <a:pt x="353" y="4176"/>
                  </a:cubicBezTo>
                  <a:cubicBezTo>
                    <a:pt x="375" y="4100"/>
                    <a:pt x="419" y="4030"/>
                    <a:pt x="413" y="3943"/>
                  </a:cubicBezTo>
                  <a:cubicBezTo>
                    <a:pt x="446" y="3894"/>
                    <a:pt x="462" y="3834"/>
                    <a:pt x="473" y="3774"/>
                  </a:cubicBezTo>
                  <a:cubicBezTo>
                    <a:pt x="495" y="3676"/>
                    <a:pt x="538" y="3578"/>
                    <a:pt x="565" y="3481"/>
                  </a:cubicBezTo>
                  <a:cubicBezTo>
                    <a:pt x="571" y="3453"/>
                    <a:pt x="614" y="3443"/>
                    <a:pt x="603" y="3399"/>
                  </a:cubicBezTo>
                  <a:cubicBezTo>
                    <a:pt x="603" y="3388"/>
                    <a:pt x="614" y="3372"/>
                    <a:pt x="614" y="3356"/>
                  </a:cubicBezTo>
                  <a:cubicBezTo>
                    <a:pt x="614" y="3312"/>
                    <a:pt x="669" y="3290"/>
                    <a:pt x="663" y="3241"/>
                  </a:cubicBezTo>
                  <a:cubicBezTo>
                    <a:pt x="696" y="3231"/>
                    <a:pt x="685" y="3193"/>
                    <a:pt x="701" y="3171"/>
                  </a:cubicBezTo>
                  <a:cubicBezTo>
                    <a:pt x="718" y="3149"/>
                    <a:pt x="728" y="3122"/>
                    <a:pt x="734" y="3095"/>
                  </a:cubicBezTo>
                  <a:cubicBezTo>
                    <a:pt x="745" y="3067"/>
                    <a:pt x="756" y="3040"/>
                    <a:pt x="767" y="3008"/>
                  </a:cubicBezTo>
                  <a:cubicBezTo>
                    <a:pt x="772" y="3002"/>
                    <a:pt x="777" y="2991"/>
                    <a:pt x="783" y="2986"/>
                  </a:cubicBezTo>
                  <a:cubicBezTo>
                    <a:pt x="799" y="2970"/>
                    <a:pt x="815" y="2948"/>
                    <a:pt x="821" y="2926"/>
                  </a:cubicBezTo>
                  <a:cubicBezTo>
                    <a:pt x="843" y="2877"/>
                    <a:pt x="843" y="2817"/>
                    <a:pt x="897" y="2779"/>
                  </a:cubicBezTo>
                  <a:cubicBezTo>
                    <a:pt x="886" y="2736"/>
                    <a:pt x="946" y="2720"/>
                    <a:pt x="940" y="2671"/>
                  </a:cubicBezTo>
                  <a:cubicBezTo>
                    <a:pt x="935" y="2644"/>
                    <a:pt x="957" y="2622"/>
                    <a:pt x="979" y="2616"/>
                  </a:cubicBezTo>
                  <a:cubicBezTo>
                    <a:pt x="1011" y="2616"/>
                    <a:pt x="973" y="2584"/>
                    <a:pt x="995" y="2573"/>
                  </a:cubicBezTo>
                  <a:cubicBezTo>
                    <a:pt x="1011" y="2557"/>
                    <a:pt x="1022" y="2540"/>
                    <a:pt x="1033" y="2518"/>
                  </a:cubicBezTo>
                  <a:cubicBezTo>
                    <a:pt x="1055" y="2486"/>
                    <a:pt x="1071" y="2448"/>
                    <a:pt x="1093" y="2415"/>
                  </a:cubicBezTo>
                  <a:cubicBezTo>
                    <a:pt x="1109" y="2388"/>
                    <a:pt x="1131" y="2366"/>
                    <a:pt x="1152" y="2345"/>
                  </a:cubicBezTo>
                  <a:cubicBezTo>
                    <a:pt x="1169" y="2334"/>
                    <a:pt x="1109" y="2317"/>
                    <a:pt x="1152" y="2312"/>
                  </a:cubicBezTo>
                  <a:cubicBezTo>
                    <a:pt x="1180" y="2312"/>
                    <a:pt x="1163" y="2274"/>
                    <a:pt x="1180" y="2268"/>
                  </a:cubicBezTo>
                  <a:cubicBezTo>
                    <a:pt x="1196" y="2263"/>
                    <a:pt x="1207" y="2247"/>
                    <a:pt x="1218" y="2236"/>
                  </a:cubicBezTo>
                  <a:cubicBezTo>
                    <a:pt x="1229" y="2225"/>
                    <a:pt x="1234" y="2220"/>
                    <a:pt x="1239" y="2209"/>
                  </a:cubicBezTo>
                  <a:cubicBezTo>
                    <a:pt x="1250" y="2176"/>
                    <a:pt x="1256" y="2133"/>
                    <a:pt x="1283" y="2116"/>
                  </a:cubicBezTo>
                  <a:cubicBezTo>
                    <a:pt x="1310" y="2105"/>
                    <a:pt x="1337" y="2084"/>
                    <a:pt x="1359" y="2056"/>
                  </a:cubicBezTo>
                  <a:cubicBezTo>
                    <a:pt x="1419" y="1964"/>
                    <a:pt x="1528" y="1910"/>
                    <a:pt x="1582" y="1812"/>
                  </a:cubicBezTo>
                  <a:cubicBezTo>
                    <a:pt x="1604" y="1774"/>
                    <a:pt x="1653" y="1752"/>
                    <a:pt x="1685" y="1719"/>
                  </a:cubicBezTo>
                  <a:cubicBezTo>
                    <a:pt x="1701" y="1709"/>
                    <a:pt x="1723" y="1698"/>
                    <a:pt x="1723" y="1681"/>
                  </a:cubicBezTo>
                  <a:cubicBezTo>
                    <a:pt x="1729" y="1632"/>
                    <a:pt x="1772" y="1622"/>
                    <a:pt x="1799" y="1600"/>
                  </a:cubicBezTo>
                  <a:cubicBezTo>
                    <a:pt x="1821" y="1573"/>
                    <a:pt x="1865" y="1567"/>
                    <a:pt x="1865" y="1524"/>
                  </a:cubicBezTo>
                  <a:cubicBezTo>
                    <a:pt x="1865" y="1513"/>
                    <a:pt x="1881" y="1507"/>
                    <a:pt x="1892" y="1497"/>
                  </a:cubicBezTo>
                  <a:cubicBezTo>
                    <a:pt x="1946" y="1459"/>
                    <a:pt x="1990" y="1404"/>
                    <a:pt x="2022" y="1350"/>
                  </a:cubicBezTo>
                  <a:cubicBezTo>
                    <a:pt x="2033" y="1328"/>
                    <a:pt x="2060" y="1312"/>
                    <a:pt x="2082" y="1295"/>
                  </a:cubicBezTo>
                  <a:cubicBezTo>
                    <a:pt x="2115" y="1279"/>
                    <a:pt x="2142" y="1263"/>
                    <a:pt x="2164" y="1241"/>
                  </a:cubicBezTo>
                  <a:cubicBezTo>
                    <a:pt x="2191" y="1214"/>
                    <a:pt x="2218" y="1198"/>
                    <a:pt x="2250" y="1192"/>
                  </a:cubicBezTo>
                  <a:cubicBezTo>
                    <a:pt x="2261" y="1187"/>
                    <a:pt x="2272" y="1181"/>
                    <a:pt x="2278" y="1170"/>
                  </a:cubicBezTo>
                  <a:cubicBezTo>
                    <a:pt x="2305" y="1127"/>
                    <a:pt x="2348" y="1100"/>
                    <a:pt x="2403" y="1094"/>
                  </a:cubicBezTo>
                  <a:cubicBezTo>
                    <a:pt x="2419" y="1094"/>
                    <a:pt x="2430" y="1089"/>
                    <a:pt x="2435" y="1073"/>
                  </a:cubicBezTo>
                  <a:cubicBezTo>
                    <a:pt x="2462" y="1024"/>
                    <a:pt x="2517" y="1013"/>
                    <a:pt x="2560" y="980"/>
                  </a:cubicBezTo>
                  <a:cubicBezTo>
                    <a:pt x="2609" y="953"/>
                    <a:pt x="2653" y="926"/>
                    <a:pt x="2707" y="904"/>
                  </a:cubicBezTo>
                  <a:cubicBezTo>
                    <a:pt x="2734" y="888"/>
                    <a:pt x="2767" y="888"/>
                    <a:pt x="2794" y="861"/>
                  </a:cubicBezTo>
                  <a:cubicBezTo>
                    <a:pt x="2816" y="839"/>
                    <a:pt x="2843" y="823"/>
                    <a:pt x="2876" y="806"/>
                  </a:cubicBezTo>
                  <a:cubicBezTo>
                    <a:pt x="2892" y="795"/>
                    <a:pt x="2914" y="784"/>
                    <a:pt x="2930" y="768"/>
                  </a:cubicBezTo>
                  <a:cubicBezTo>
                    <a:pt x="2952" y="746"/>
                    <a:pt x="3001" y="774"/>
                    <a:pt x="3012" y="725"/>
                  </a:cubicBezTo>
                  <a:cubicBezTo>
                    <a:pt x="3050" y="725"/>
                    <a:pt x="3066" y="687"/>
                    <a:pt x="3088" y="681"/>
                  </a:cubicBezTo>
                  <a:cubicBezTo>
                    <a:pt x="3131" y="659"/>
                    <a:pt x="3175" y="638"/>
                    <a:pt x="3218" y="611"/>
                  </a:cubicBezTo>
                  <a:cubicBezTo>
                    <a:pt x="3245" y="600"/>
                    <a:pt x="3283" y="605"/>
                    <a:pt x="3294" y="567"/>
                  </a:cubicBezTo>
                  <a:lnTo>
                    <a:pt x="3316" y="567"/>
                  </a:lnTo>
                  <a:cubicBezTo>
                    <a:pt x="3324" y="571"/>
                    <a:pt x="3331" y="575"/>
                    <a:pt x="3337" y="575"/>
                  </a:cubicBezTo>
                  <a:cubicBezTo>
                    <a:pt x="3339" y="575"/>
                    <a:pt x="3342" y="574"/>
                    <a:pt x="3343" y="572"/>
                  </a:cubicBezTo>
                  <a:cubicBezTo>
                    <a:pt x="3397" y="534"/>
                    <a:pt x="3452" y="502"/>
                    <a:pt x="3517" y="485"/>
                  </a:cubicBezTo>
                  <a:cubicBezTo>
                    <a:pt x="3533" y="480"/>
                    <a:pt x="3550" y="475"/>
                    <a:pt x="3566" y="458"/>
                  </a:cubicBezTo>
                  <a:cubicBezTo>
                    <a:pt x="3572" y="452"/>
                    <a:pt x="3579" y="446"/>
                    <a:pt x="3586" y="446"/>
                  </a:cubicBezTo>
                  <a:cubicBezTo>
                    <a:pt x="3591" y="446"/>
                    <a:pt x="3597" y="449"/>
                    <a:pt x="3604" y="458"/>
                  </a:cubicBezTo>
                  <a:cubicBezTo>
                    <a:pt x="3608" y="458"/>
                    <a:pt x="3611" y="461"/>
                    <a:pt x="3616" y="461"/>
                  </a:cubicBezTo>
                  <a:cubicBezTo>
                    <a:pt x="3619" y="461"/>
                    <a:pt x="3622" y="460"/>
                    <a:pt x="3626" y="458"/>
                  </a:cubicBezTo>
                  <a:cubicBezTo>
                    <a:pt x="3636" y="438"/>
                    <a:pt x="3650" y="427"/>
                    <a:pt x="3667" y="427"/>
                  </a:cubicBezTo>
                  <a:cubicBezTo>
                    <a:pt x="3677" y="427"/>
                    <a:pt x="3689" y="431"/>
                    <a:pt x="3702" y="442"/>
                  </a:cubicBezTo>
                  <a:cubicBezTo>
                    <a:pt x="3703" y="443"/>
                    <a:pt x="3704" y="443"/>
                    <a:pt x="3706" y="443"/>
                  </a:cubicBezTo>
                  <a:cubicBezTo>
                    <a:pt x="3713" y="443"/>
                    <a:pt x="3725" y="436"/>
                    <a:pt x="3729" y="431"/>
                  </a:cubicBezTo>
                  <a:cubicBezTo>
                    <a:pt x="3740" y="415"/>
                    <a:pt x="3751" y="404"/>
                    <a:pt x="3767" y="388"/>
                  </a:cubicBezTo>
                  <a:cubicBezTo>
                    <a:pt x="3780" y="373"/>
                    <a:pt x="3786" y="364"/>
                    <a:pt x="3792" y="364"/>
                  </a:cubicBezTo>
                  <a:cubicBezTo>
                    <a:pt x="3799" y="364"/>
                    <a:pt x="3804" y="375"/>
                    <a:pt x="3816" y="399"/>
                  </a:cubicBezTo>
                  <a:cubicBezTo>
                    <a:pt x="3816" y="404"/>
                    <a:pt x="3821" y="409"/>
                    <a:pt x="3827" y="409"/>
                  </a:cubicBezTo>
                  <a:cubicBezTo>
                    <a:pt x="3832" y="404"/>
                    <a:pt x="3827" y="388"/>
                    <a:pt x="3832" y="388"/>
                  </a:cubicBezTo>
                  <a:cubicBezTo>
                    <a:pt x="3849" y="382"/>
                    <a:pt x="3870" y="377"/>
                    <a:pt x="3887" y="371"/>
                  </a:cubicBezTo>
                  <a:cubicBezTo>
                    <a:pt x="3891" y="372"/>
                    <a:pt x="3894" y="372"/>
                    <a:pt x="3898" y="372"/>
                  </a:cubicBezTo>
                  <a:cubicBezTo>
                    <a:pt x="3930" y="372"/>
                    <a:pt x="3953" y="352"/>
                    <a:pt x="3963" y="328"/>
                  </a:cubicBezTo>
                  <a:cubicBezTo>
                    <a:pt x="3969" y="312"/>
                    <a:pt x="3976" y="301"/>
                    <a:pt x="3986" y="301"/>
                  </a:cubicBezTo>
                  <a:cubicBezTo>
                    <a:pt x="3992" y="301"/>
                    <a:pt x="4001" y="306"/>
                    <a:pt x="4012" y="317"/>
                  </a:cubicBezTo>
                  <a:cubicBezTo>
                    <a:pt x="4019" y="328"/>
                    <a:pt x="4033" y="334"/>
                    <a:pt x="4047" y="334"/>
                  </a:cubicBezTo>
                  <a:cubicBezTo>
                    <a:pt x="4055" y="334"/>
                    <a:pt x="4064" y="332"/>
                    <a:pt x="4071" y="328"/>
                  </a:cubicBezTo>
                  <a:cubicBezTo>
                    <a:pt x="4104" y="312"/>
                    <a:pt x="4158" y="333"/>
                    <a:pt x="4186" y="290"/>
                  </a:cubicBezTo>
                  <a:cubicBezTo>
                    <a:pt x="4196" y="295"/>
                    <a:pt x="4206" y="296"/>
                    <a:pt x="4216" y="296"/>
                  </a:cubicBezTo>
                  <a:cubicBezTo>
                    <a:pt x="4249" y="296"/>
                    <a:pt x="4277" y="272"/>
                    <a:pt x="4311" y="268"/>
                  </a:cubicBezTo>
                  <a:cubicBezTo>
                    <a:pt x="4381" y="263"/>
                    <a:pt x="4452" y="246"/>
                    <a:pt x="4523" y="235"/>
                  </a:cubicBezTo>
                  <a:cubicBezTo>
                    <a:pt x="4534" y="235"/>
                    <a:pt x="4550" y="235"/>
                    <a:pt x="4561" y="230"/>
                  </a:cubicBezTo>
                  <a:cubicBezTo>
                    <a:pt x="4599" y="214"/>
                    <a:pt x="4642" y="203"/>
                    <a:pt x="4686" y="203"/>
                  </a:cubicBezTo>
                  <a:cubicBezTo>
                    <a:pt x="4693" y="202"/>
                    <a:pt x="4700" y="202"/>
                    <a:pt x="4707" y="202"/>
                  </a:cubicBezTo>
                  <a:cubicBezTo>
                    <a:pt x="4715" y="202"/>
                    <a:pt x="4723" y="202"/>
                    <a:pt x="4732" y="202"/>
                  </a:cubicBezTo>
                  <a:cubicBezTo>
                    <a:pt x="4757" y="202"/>
                    <a:pt x="4782" y="199"/>
                    <a:pt x="4805" y="176"/>
                  </a:cubicBezTo>
                  <a:cubicBezTo>
                    <a:pt x="4811" y="170"/>
                    <a:pt x="4838" y="170"/>
                    <a:pt x="4854" y="170"/>
                  </a:cubicBezTo>
                  <a:cubicBezTo>
                    <a:pt x="4886" y="172"/>
                    <a:pt x="4918" y="172"/>
                    <a:pt x="4949" y="172"/>
                  </a:cubicBezTo>
                  <a:cubicBezTo>
                    <a:pt x="5035" y="172"/>
                    <a:pt x="5119" y="167"/>
                    <a:pt x="5202" y="159"/>
                  </a:cubicBezTo>
                  <a:close/>
                  <a:moveTo>
                    <a:pt x="5680" y="1"/>
                  </a:moveTo>
                  <a:cubicBezTo>
                    <a:pt x="5651" y="1"/>
                    <a:pt x="5624" y="8"/>
                    <a:pt x="5598" y="8"/>
                  </a:cubicBezTo>
                  <a:cubicBezTo>
                    <a:pt x="5593" y="8"/>
                    <a:pt x="5588" y="8"/>
                    <a:pt x="5583" y="7"/>
                  </a:cubicBezTo>
                  <a:cubicBezTo>
                    <a:pt x="5572" y="5"/>
                    <a:pt x="5561" y="5"/>
                    <a:pt x="5550" y="5"/>
                  </a:cubicBezTo>
                  <a:cubicBezTo>
                    <a:pt x="5528" y="5"/>
                    <a:pt x="5507" y="7"/>
                    <a:pt x="5485" y="7"/>
                  </a:cubicBezTo>
                  <a:lnTo>
                    <a:pt x="5365" y="7"/>
                  </a:lnTo>
                  <a:cubicBezTo>
                    <a:pt x="5341" y="7"/>
                    <a:pt x="5316" y="16"/>
                    <a:pt x="5294" y="16"/>
                  </a:cubicBezTo>
                  <a:cubicBezTo>
                    <a:pt x="5287" y="16"/>
                    <a:pt x="5280" y="15"/>
                    <a:pt x="5273" y="13"/>
                  </a:cubicBezTo>
                  <a:cubicBezTo>
                    <a:pt x="5250" y="5"/>
                    <a:pt x="5229" y="2"/>
                    <a:pt x="5207" y="2"/>
                  </a:cubicBezTo>
                  <a:cubicBezTo>
                    <a:pt x="5155" y="2"/>
                    <a:pt x="5105" y="18"/>
                    <a:pt x="5055" y="18"/>
                  </a:cubicBezTo>
                  <a:cubicBezTo>
                    <a:pt x="4979" y="18"/>
                    <a:pt x="4903" y="23"/>
                    <a:pt x="4827" y="40"/>
                  </a:cubicBezTo>
                  <a:cubicBezTo>
                    <a:pt x="4762" y="51"/>
                    <a:pt x="4697" y="34"/>
                    <a:pt x="4626" y="62"/>
                  </a:cubicBezTo>
                  <a:cubicBezTo>
                    <a:pt x="4615" y="64"/>
                    <a:pt x="4604" y="66"/>
                    <a:pt x="4593" y="66"/>
                  </a:cubicBezTo>
                  <a:cubicBezTo>
                    <a:pt x="4582" y="66"/>
                    <a:pt x="4572" y="64"/>
                    <a:pt x="4561" y="62"/>
                  </a:cubicBezTo>
                  <a:lnTo>
                    <a:pt x="4534" y="62"/>
                  </a:lnTo>
                  <a:cubicBezTo>
                    <a:pt x="4474" y="72"/>
                    <a:pt x="4419" y="89"/>
                    <a:pt x="4360" y="100"/>
                  </a:cubicBezTo>
                  <a:cubicBezTo>
                    <a:pt x="4245" y="121"/>
                    <a:pt x="4131" y="143"/>
                    <a:pt x="4023" y="176"/>
                  </a:cubicBezTo>
                  <a:cubicBezTo>
                    <a:pt x="3990" y="187"/>
                    <a:pt x="3963" y="192"/>
                    <a:pt x="3930" y="197"/>
                  </a:cubicBezTo>
                  <a:cubicBezTo>
                    <a:pt x="3914" y="203"/>
                    <a:pt x="3898" y="208"/>
                    <a:pt x="3887" y="214"/>
                  </a:cubicBezTo>
                  <a:cubicBezTo>
                    <a:pt x="3827" y="230"/>
                    <a:pt x="3778" y="252"/>
                    <a:pt x="3718" y="273"/>
                  </a:cubicBezTo>
                  <a:cubicBezTo>
                    <a:pt x="3658" y="295"/>
                    <a:pt x="3599" y="306"/>
                    <a:pt x="3533" y="328"/>
                  </a:cubicBezTo>
                  <a:cubicBezTo>
                    <a:pt x="3474" y="350"/>
                    <a:pt x="3414" y="388"/>
                    <a:pt x="3349" y="404"/>
                  </a:cubicBezTo>
                  <a:cubicBezTo>
                    <a:pt x="3272" y="420"/>
                    <a:pt x="3207" y="453"/>
                    <a:pt x="3142" y="496"/>
                  </a:cubicBezTo>
                  <a:cubicBezTo>
                    <a:pt x="3131" y="502"/>
                    <a:pt x="3120" y="513"/>
                    <a:pt x="3109" y="513"/>
                  </a:cubicBezTo>
                  <a:cubicBezTo>
                    <a:pt x="3103" y="511"/>
                    <a:pt x="3097" y="510"/>
                    <a:pt x="3091" y="510"/>
                  </a:cubicBezTo>
                  <a:cubicBezTo>
                    <a:pt x="3040" y="510"/>
                    <a:pt x="3008" y="567"/>
                    <a:pt x="2958" y="567"/>
                  </a:cubicBezTo>
                  <a:cubicBezTo>
                    <a:pt x="2956" y="567"/>
                    <a:pt x="2954" y="567"/>
                    <a:pt x="2952" y="567"/>
                  </a:cubicBezTo>
                  <a:cubicBezTo>
                    <a:pt x="2919" y="627"/>
                    <a:pt x="2843" y="605"/>
                    <a:pt x="2800" y="654"/>
                  </a:cubicBezTo>
                  <a:cubicBezTo>
                    <a:pt x="2796" y="653"/>
                    <a:pt x="2793" y="653"/>
                    <a:pt x="2789" y="653"/>
                  </a:cubicBezTo>
                  <a:cubicBezTo>
                    <a:pt x="2760" y="653"/>
                    <a:pt x="2733" y="674"/>
                    <a:pt x="2723" y="703"/>
                  </a:cubicBezTo>
                  <a:cubicBezTo>
                    <a:pt x="2718" y="708"/>
                    <a:pt x="2713" y="714"/>
                    <a:pt x="2702" y="714"/>
                  </a:cubicBezTo>
                  <a:cubicBezTo>
                    <a:pt x="2696" y="712"/>
                    <a:pt x="2690" y="711"/>
                    <a:pt x="2684" y="711"/>
                  </a:cubicBezTo>
                  <a:cubicBezTo>
                    <a:pt x="2653" y="711"/>
                    <a:pt x="2626" y="733"/>
                    <a:pt x="2598" y="746"/>
                  </a:cubicBezTo>
                  <a:cubicBezTo>
                    <a:pt x="2544" y="768"/>
                    <a:pt x="2501" y="817"/>
                    <a:pt x="2441" y="833"/>
                  </a:cubicBezTo>
                  <a:cubicBezTo>
                    <a:pt x="2441" y="877"/>
                    <a:pt x="2392" y="871"/>
                    <a:pt x="2370" y="899"/>
                  </a:cubicBezTo>
                  <a:cubicBezTo>
                    <a:pt x="2366" y="898"/>
                    <a:pt x="2363" y="897"/>
                    <a:pt x="2360" y="897"/>
                  </a:cubicBezTo>
                  <a:cubicBezTo>
                    <a:pt x="2327" y="897"/>
                    <a:pt x="2329" y="948"/>
                    <a:pt x="2294" y="948"/>
                  </a:cubicBezTo>
                  <a:cubicBezTo>
                    <a:pt x="2250" y="948"/>
                    <a:pt x="2234" y="975"/>
                    <a:pt x="2207" y="996"/>
                  </a:cubicBezTo>
                  <a:cubicBezTo>
                    <a:pt x="2191" y="1013"/>
                    <a:pt x="2169" y="1024"/>
                    <a:pt x="2153" y="1035"/>
                  </a:cubicBezTo>
                  <a:cubicBezTo>
                    <a:pt x="2131" y="1051"/>
                    <a:pt x="2098" y="1073"/>
                    <a:pt x="2082" y="1083"/>
                  </a:cubicBezTo>
                  <a:cubicBezTo>
                    <a:pt x="2066" y="1094"/>
                    <a:pt x="2120" y="1100"/>
                    <a:pt x="2082" y="1105"/>
                  </a:cubicBezTo>
                  <a:cubicBezTo>
                    <a:pt x="2039" y="1116"/>
                    <a:pt x="2006" y="1138"/>
                    <a:pt x="1979" y="1165"/>
                  </a:cubicBezTo>
                  <a:cubicBezTo>
                    <a:pt x="1919" y="1214"/>
                    <a:pt x="1859" y="1268"/>
                    <a:pt x="1810" y="1323"/>
                  </a:cubicBezTo>
                  <a:cubicBezTo>
                    <a:pt x="1783" y="1361"/>
                    <a:pt x="1750" y="1388"/>
                    <a:pt x="1718" y="1410"/>
                  </a:cubicBezTo>
                  <a:cubicBezTo>
                    <a:pt x="1674" y="1442"/>
                    <a:pt x="1636" y="1475"/>
                    <a:pt x="1604" y="1513"/>
                  </a:cubicBezTo>
                  <a:cubicBezTo>
                    <a:pt x="1544" y="1573"/>
                    <a:pt x="1489" y="1638"/>
                    <a:pt x="1435" y="1703"/>
                  </a:cubicBezTo>
                  <a:cubicBezTo>
                    <a:pt x="1413" y="1730"/>
                    <a:pt x="1403" y="1768"/>
                    <a:pt x="1375" y="1779"/>
                  </a:cubicBezTo>
                  <a:cubicBezTo>
                    <a:pt x="1343" y="1796"/>
                    <a:pt x="1310" y="1801"/>
                    <a:pt x="1326" y="1850"/>
                  </a:cubicBezTo>
                  <a:cubicBezTo>
                    <a:pt x="1326" y="1850"/>
                    <a:pt x="1310" y="1855"/>
                    <a:pt x="1305" y="1861"/>
                  </a:cubicBezTo>
                  <a:cubicBezTo>
                    <a:pt x="1277" y="1893"/>
                    <a:pt x="1218" y="1899"/>
                    <a:pt x="1223" y="1959"/>
                  </a:cubicBezTo>
                  <a:cubicBezTo>
                    <a:pt x="1223" y="1964"/>
                    <a:pt x="1212" y="1969"/>
                    <a:pt x="1212" y="1969"/>
                  </a:cubicBezTo>
                  <a:cubicBezTo>
                    <a:pt x="1207" y="1968"/>
                    <a:pt x="1202" y="1967"/>
                    <a:pt x="1199" y="1967"/>
                  </a:cubicBezTo>
                  <a:cubicBezTo>
                    <a:pt x="1174" y="1967"/>
                    <a:pt x="1173" y="1993"/>
                    <a:pt x="1169" y="2008"/>
                  </a:cubicBezTo>
                  <a:cubicBezTo>
                    <a:pt x="1152" y="2040"/>
                    <a:pt x="1142" y="2084"/>
                    <a:pt x="1114" y="2094"/>
                  </a:cubicBezTo>
                  <a:cubicBezTo>
                    <a:pt x="1071" y="2111"/>
                    <a:pt x="1087" y="2154"/>
                    <a:pt x="1065" y="2176"/>
                  </a:cubicBezTo>
                  <a:cubicBezTo>
                    <a:pt x="1055" y="2181"/>
                    <a:pt x="1049" y="2181"/>
                    <a:pt x="1044" y="2187"/>
                  </a:cubicBezTo>
                  <a:cubicBezTo>
                    <a:pt x="1027" y="2198"/>
                    <a:pt x="1017" y="2214"/>
                    <a:pt x="1011" y="2230"/>
                  </a:cubicBezTo>
                  <a:cubicBezTo>
                    <a:pt x="1000" y="2258"/>
                    <a:pt x="984" y="2279"/>
                    <a:pt x="973" y="2306"/>
                  </a:cubicBezTo>
                  <a:cubicBezTo>
                    <a:pt x="908" y="2383"/>
                    <a:pt x="853" y="2470"/>
                    <a:pt x="810" y="2562"/>
                  </a:cubicBezTo>
                  <a:cubicBezTo>
                    <a:pt x="794" y="2600"/>
                    <a:pt x="756" y="2633"/>
                    <a:pt x="761" y="2676"/>
                  </a:cubicBezTo>
                  <a:cubicBezTo>
                    <a:pt x="707" y="2698"/>
                    <a:pt x="728" y="2779"/>
                    <a:pt x="669" y="2796"/>
                  </a:cubicBezTo>
                  <a:cubicBezTo>
                    <a:pt x="685" y="2872"/>
                    <a:pt x="603" y="2910"/>
                    <a:pt x="598" y="2981"/>
                  </a:cubicBezTo>
                  <a:cubicBezTo>
                    <a:pt x="598" y="2991"/>
                    <a:pt x="593" y="3008"/>
                    <a:pt x="587" y="3013"/>
                  </a:cubicBezTo>
                  <a:cubicBezTo>
                    <a:pt x="538" y="3051"/>
                    <a:pt x="560" y="3127"/>
                    <a:pt x="506" y="3160"/>
                  </a:cubicBezTo>
                  <a:cubicBezTo>
                    <a:pt x="516" y="3209"/>
                    <a:pt x="468" y="3241"/>
                    <a:pt x="468" y="3296"/>
                  </a:cubicBezTo>
                  <a:cubicBezTo>
                    <a:pt x="468" y="3334"/>
                    <a:pt x="430" y="3366"/>
                    <a:pt x="413" y="3410"/>
                  </a:cubicBezTo>
                  <a:cubicBezTo>
                    <a:pt x="375" y="3530"/>
                    <a:pt x="332" y="3655"/>
                    <a:pt x="288" y="3780"/>
                  </a:cubicBezTo>
                  <a:cubicBezTo>
                    <a:pt x="256" y="3861"/>
                    <a:pt x="239" y="3943"/>
                    <a:pt x="212" y="4030"/>
                  </a:cubicBezTo>
                  <a:cubicBezTo>
                    <a:pt x="185" y="4122"/>
                    <a:pt x="190" y="4220"/>
                    <a:pt x="147" y="4301"/>
                  </a:cubicBezTo>
                  <a:lnTo>
                    <a:pt x="147" y="4334"/>
                  </a:lnTo>
                  <a:cubicBezTo>
                    <a:pt x="141" y="4361"/>
                    <a:pt x="136" y="4383"/>
                    <a:pt x="136" y="4405"/>
                  </a:cubicBezTo>
                  <a:cubicBezTo>
                    <a:pt x="120" y="4470"/>
                    <a:pt x="109" y="4535"/>
                    <a:pt x="92" y="4600"/>
                  </a:cubicBezTo>
                  <a:cubicBezTo>
                    <a:pt x="71" y="4731"/>
                    <a:pt x="49" y="4867"/>
                    <a:pt x="27" y="5003"/>
                  </a:cubicBezTo>
                  <a:cubicBezTo>
                    <a:pt x="22" y="5030"/>
                    <a:pt x="22" y="5052"/>
                    <a:pt x="33" y="5073"/>
                  </a:cubicBezTo>
                  <a:cubicBezTo>
                    <a:pt x="44" y="5095"/>
                    <a:pt x="38" y="5122"/>
                    <a:pt x="16" y="5139"/>
                  </a:cubicBezTo>
                  <a:cubicBezTo>
                    <a:pt x="0" y="5155"/>
                    <a:pt x="11" y="5160"/>
                    <a:pt x="27" y="5171"/>
                  </a:cubicBezTo>
                  <a:cubicBezTo>
                    <a:pt x="44" y="5182"/>
                    <a:pt x="33" y="5204"/>
                    <a:pt x="27" y="5209"/>
                  </a:cubicBezTo>
                  <a:cubicBezTo>
                    <a:pt x="22" y="5220"/>
                    <a:pt x="11" y="5231"/>
                    <a:pt x="11" y="5231"/>
                  </a:cubicBezTo>
                  <a:cubicBezTo>
                    <a:pt x="33" y="5264"/>
                    <a:pt x="44" y="5296"/>
                    <a:pt x="0" y="5329"/>
                  </a:cubicBezTo>
                  <a:cubicBezTo>
                    <a:pt x="0" y="5329"/>
                    <a:pt x="0" y="5340"/>
                    <a:pt x="0" y="5340"/>
                  </a:cubicBezTo>
                  <a:cubicBezTo>
                    <a:pt x="22" y="5394"/>
                    <a:pt x="27" y="5410"/>
                    <a:pt x="11" y="5448"/>
                  </a:cubicBezTo>
                  <a:cubicBezTo>
                    <a:pt x="0" y="5476"/>
                    <a:pt x="0" y="5503"/>
                    <a:pt x="11" y="5530"/>
                  </a:cubicBezTo>
                  <a:cubicBezTo>
                    <a:pt x="16" y="5541"/>
                    <a:pt x="11" y="5552"/>
                    <a:pt x="11" y="5563"/>
                  </a:cubicBezTo>
                  <a:cubicBezTo>
                    <a:pt x="0" y="5611"/>
                    <a:pt x="6" y="5666"/>
                    <a:pt x="22" y="5715"/>
                  </a:cubicBezTo>
                  <a:cubicBezTo>
                    <a:pt x="27" y="5720"/>
                    <a:pt x="11" y="5736"/>
                    <a:pt x="11" y="5747"/>
                  </a:cubicBezTo>
                  <a:cubicBezTo>
                    <a:pt x="11" y="5758"/>
                    <a:pt x="11" y="5775"/>
                    <a:pt x="16" y="5785"/>
                  </a:cubicBezTo>
                  <a:cubicBezTo>
                    <a:pt x="22" y="5796"/>
                    <a:pt x="33" y="5813"/>
                    <a:pt x="27" y="5818"/>
                  </a:cubicBezTo>
                  <a:cubicBezTo>
                    <a:pt x="0" y="5845"/>
                    <a:pt x="38" y="5867"/>
                    <a:pt x="33" y="5894"/>
                  </a:cubicBezTo>
                  <a:cubicBezTo>
                    <a:pt x="27" y="5927"/>
                    <a:pt x="27" y="5954"/>
                    <a:pt x="33" y="5987"/>
                  </a:cubicBezTo>
                  <a:cubicBezTo>
                    <a:pt x="27" y="6084"/>
                    <a:pt x="49" y="6188"/>
                    <a:pt x="54" y="6291"/>
                  </a:cubicBezTo>
                  <a:cubicBezTo>
                    <a:pt x="44" y="6345"/>
                    <a:pt x="60" y="6400"/>
                    <a:pt x="87" y="6443"/>
                  </a:cubicBezTo>
                  <a:cubicBezTo>
                    <a:pt x="92" y="6449"/>
                    <a:pt x="82" y="6465"/>
                    <a:pt x="82" y="6470"/>
                  </a:cubicBezTo>
                  <a:cubicBezTo>
                    <a:pt x="82" y="6481"/>
                    <a:pt x="82" y="6497"/>
                    <a:pt x="82" y="6503"/>
                  </a:cubicBezTo>
                  <a:cubicBezTo>
                    <a:pt x="109" y="6541"/>
                    <a:pt x="71" y="6601"/>
                    <a:pt x="131" y="6623"/>
                  </a:cubicBezTo>
                  <a:cubicBezTo>
                    <a:pt x="136" y="6628"/>
                    <a:pt x="131" y="6644"/>
                    <a:pt x="136" y="6655"/>
                  </a:cubicBezTo>
                  <a:cubicBezTo>
                    <a:pt x="152" y="6715"/>
                    <a:pt x="158" y="6775"/>
                    <a:pt x="174" y="6835"/>
                  </a:cubicBezTo>
                  <a:cubicBezTo>
                    <a:pt x="190" y="6878"/>
                    <a:pt x="201" y="6927"/>
                    <a:pt x="218" y="6976"/>
                  </a:cubicBezTo>
                  <a:cubicBezTo>
                    <a:pt x="239" y="7041"/>
                    <a:pt x="250" y="7112"/>
                    <a:pt x="266" y="7182"/>
                  </a:cubicBezTo>
                  <a:cubicBezTo>
                    <a:pt x="294" y="7237"/>
                    <a:pt x="315" y="7297"/>
                    <a:pt x="337" y="7356"/>
                  </a:cubicBezTo>
                  <a:cubicBezTo>
                    <a:pt x="348" y="7400"/>
                    <a:pt x="364" y="7443"/>
                    <a:pt x="381" y="7487"/>
                  </a:cubicBezTo>
                  <a:cubicBezTo>
                    <a:pt x="391" y="7514"/>
                    <a:pt x="397" y="7547"/>
                    <a:pt x="408" y="7579"/>
                  </a:cubicBezTo>
                  <a:cubicBezTo>
                    <a:pt x="424" y="7612"/>
                    <a:pt x="446" y="7644"/>
                    <a:pt x="457" y="7672"/>
                  </a:cubicBezTo>
                  <a:cubicBezTo>
                    <a:pt x="468" y="7699"/>
                    <a:pt x="462" y="7731"/>
                    <a:pt x="473" y="7759"/>
                  </a:cubicBezTo>
                  <a:cubicBezTo>
                    <a:pt x="478" y="7786"/>
                    <a:pt x="506" y="7802"/>
                    <a:pt x="516" y="7829"/>
                  </a:cubicBezTo>
                  <a:cubicBezTo>
                    <a:pt x="538" y="7878"/>
                    <a:pt x="555" y="7927"/>
                    <a:pt x="576" y="7971"/>
                  </a:cubicBezTo>
                  <a:cubicBezTo>
                    <a:pt x="603" y="8036"/>
                    <a:pt x="642" y="8096"/>
                    <a:pt x="663" y="8155"/>
                  </a:cubicBezTo>
                  <a:cubicBezTo>
                    <a:pt x="680" y="8215"/>
                    <a:pt x="707" y="8270"/>
                    <a:pt x="750" y="8313"/>
                  </a:cubicBezTo>
                  <a:cubicBezTo>
                    <a:pt x="756" y="8318"/>
                    <a:pt x="756" y="8324"/>
                    <a:pt x="756" y="8329"/>
                  </a:cubicBezTo>
                  <a:cubicBezTo>
                    <a:pt x="772" y="8362"/>
                    <a:pt x="788" y="8400"/>
                    <a:pt x="815" y="8427"/>
                  </a:cubicBezTo>
                  <a:cubicBezTo>
                    <a:pt x="837" y="8454"/>
                    <a:pt x="853" y="8492"/>
                    <a:pt x="875" y="8525"/>
                  </a:cubicBezTo>
                  <a:cubicBezTo>
                    <a:pt x="892" y="8547"/>
                    <a:pt x="908" y="8558"/>
                    <a:pt x="924" y="8585"/>
                  </a:cubicBezTo>
                  <a:cubicBezTo>
                    <a:pt x="946" y="8612"/>
                    <a:pt x="940" y="8650"/>
                    <a:pt x="973" y="8672"/>
                  </a:cubicBezTo>
                  <a:cubicBezTo>
                    <a:pt x="1006" y="8694"/>
                    <a:pt x="1011" y="8732"/>
                    <a:pt x="1033" y="8759"/>
                  </a:cubicBezTo>
                  <a:cubicBezTo>
                    <a:pt x="1082" y="8813"/>
                    <a:pt x="1120" y="8878"/>
                    <a:pt x="1169" y="8944"/>
                  </a:cubicBezTo>
                  <a:cubicBezTo>
                    <a:pt x="1174" y="8954"/>
                    <a:pt x="1191" y="8960"/>
                    <a:pt x="1196" y="8971"/>
                  </a:cubicBezTo>
                  <a:cubicBezTo>
                    <a:pt x="1201" y="8982"/>
                    <a:pt x="1191" y="9003"/>
                    <a:pt x="1212" y="9009"/>
                  </a:cubicBezTo>
                  <a:cubicBezTo>
                    <a:pt x="1277" y="9041"/>
                    <a:pt x="1305" y="9123"/>
                    <a:pt x="1375" y="9156"/>
                  </a:cubicBezTo>
                  <a:cubicBezTo>
                    <a:pt x="1408" y="9177"/>
                    <a:pt x="1430" y="9205"/>
                    <a:pt x="1446" y="9243"/>
                  </a:cubicBezTo>
                  <a:cubicBezTo>
                    <a:pt x="1451" y="9259"/>
                    <a:pt x="1489" y="9248"/>
                    <a:pt x="1479" y="9286"/>
                  </a:cubicBezTo>
                  <a:cubicBezTo>
                    <a:pt x="1473" y="9297"/>
                    <a:pt x="1500" y="9319"/>
                    <a:pt x="1522" y="9330"/>
                  </a:cubicBezTo>
                  <a:cubicBezTo>
                    <a:pt x="1538" y="9340"/>
                    <a:pt x="1555" y="9351"/>
                    <a:pt x="1576" y="9362"/>
                  </a:cubicBezTo>
                  <a:cubicBezTo>
                    <a:pt x="1582" y="9368"/>
                    <a:pt x="1593" y="9373"/>
                    <a:pt x="1598" y="9384"/>
                  </a:cubicBezTo>
                  <a:cubicBezTo>
                    <a:pt x="1615" y="9406"/>
                    <a:pt x="1631" y="9427"/>
                    <a:pt x="1653" y="9444"/>
                  </a:cubicBezTo>
                  <a:cubicBezTo>
                    <a:pt x="1745" y="9514"/>
                    <a:pt x="1827" y="9590"/>
                    <a:pt x="1908" y="9672"/>
                  </a:cubicBezTo>
                  <a:cubicBezTo>
                    <a:pt x="1941" y="9699"/>
                    <a:pt x="1979" y="9726"/>
                    <a:pt x="2017" y="9748"/>
                  </a:cubicBezTo>
                  <a:cubicBezTo>
                    <a:pt x="2033" y="9754"/>
                    <a:pt x="2044" y="9759"/>
                    <a:pt x="2055" y="9764"/>
                  </a:cubicBezTo>
                  <a:cubicBezTo>
                    <a:pt x="2104" y="9824"/>
                    <a:pt x="2169" y="9862"/>
                    <a:pt x="2229" y="9917"/>
                  </a:cubicBezTo>
                  <a:cubicBezTo>
                    <a:pt x="2267" y="9955"/>
                    <a:pt x="2332" y="9966"/>
                    <a:pt x="2365" y="10025"/>
                  </a:cubicBezTo>
                  <a:cubicBezTo>
                    <a:pt x="2370" y="10036"/>
                    <a:pt x="2386" y="10047"/>
                    <a:pt x="2403" y="10052"/>
                  </a:cubicBezTo>
                  <a:cubicBezTo>
                    <a:pt x="2452" y="10069"/>
                    <a:pt x="2495" y="10096"/>
                    <a:pt x="2539" y="10129"/>
                  </a:cubicBezTo>
                  <a:cubicBezTo>
                    <a:pt x="2588" y="10172"/>
                    <a:pt x="2642" y="10205"/>
                    <a:pt x="2696" y="10237"/>
                  </a:cubicBezTo>
                  <a:cubicBezTo>
                    <a:pt x="2794" y="10292"/>
                    <a:pt x="2892" y="10341"/>
                    <a:pt x="2995" y="10384"/>
                  </a:cubicBezTo>
                  <a:cubicBezTo>
                    <a:pt x="3060" y="10406"/>
                    <a:pt x="3131" y="10444"/>
                    <a:pt x="3196" y="10471"/>
                  </a:cubicBezTo>
                  <a:cubicBezTo>
                    <a:pt x="3310" y="10520"/>
                    <a:pt x="3430" y="10558"/>
                    <a:pt x="3550" y="10585"/>
                  </a:cubicBezTo>
                  <a:cubicBezTo>
                    <a:pt x="3571" y="10591"/>
                    <a:pt x="3604" y="10585"/>
                    <a:pt x="3626" y="10602"/>
                  </a:cubicBezTo>
                  <a:cubicBezTo>
                    <a:pt x="3707" y="10645"/>
                    <a:pt x="3794" y="10678"/>
                    <a:pt x="3881" y="10705"/>
                  </a:cubicBezTo>
                  <a:cubicBezTo>
                    <a:pt x="3936" y="10721"/>
                    <a:pt x="3990" y="10743"/>
                    <a:pt x="4039" y="10770"/>
                  </a:cubicBezTo>
                  <a:cubicBezTo>
                    <a:pt x="4077" y="10786"/>
                    <a:pt x="4120" y="10797"/>
                    <a:pt x="4164" y="10797"/>
                  </a:cubicBezTo>
                  <a:cubicBezTo>
                    <a:pt x="4204" y="10797"/>
                    <a:pt x="4233" y="10830"/>
                    <a:pt x="4266" y="10830"/>
                  </a:cubicBezTo>
                  <a:cubicBezTo>
                    <a:pt x="4273" y="10830"/>
                    <a:pt x="4281" y="10828"/>
                    <a:pt x="4289" y="10824"/>
                  </a:cubicBezTo>
                  <a:cubicBezTo>
                    <a:pt x="4327" y="10852"/>
                    <a:pt x="4370" y="10846"/>
                    <a:pt x="4409" y="10857"/>
                  </a:cubicBezTo>
                  <a:cubicBezTo>
                    <a:pt x="4474" y="10879"/>
                    <a:pt x="4544" y="10879"/>
                    <a:pt x="4610" y="10890"/>
                  </a:cubicBezTo>
                  <a:cubicBezTo>
                    <a:pt x="4631" y="10895"/>
                    <a:pt x="4653" y="10911"/>
                    <a:pt x="4675" y="10911"/>
                  </a:cubicBezTo>
                  <a:cubicBezTo>
                    <a:pt x="4680" y="10911"/>
                    <a:pt x="4685" y="10911"/>
                    <a:pt x="4690" y="10911"/>
                  </a:cubicBezTo>
                  <a:cubicBezTo>
                    <a:pt x="4760" y="10911"/>
                    <a:pt x="4821" y="10944"/>
                    <a:pt x="4887" y="10944"/>
                  </a:cubicBezTo>
                  <a:cubicBezTo>
                    <a:pt x="4914" y="10949"/>
                    <a:pt x="4941" y="10955"/>
                    <a:pt x="4963" y="10960"/>
                  </a:cubicBezTo>
                  <a:cubicBezTo>
                    <a:pt x="4966" y="10961"/>
                    <a:pt x="4969" y="10961"/>
                    <a:pt x="4973" y="10961"/>
                  </a:cubicBezTo>
                  <a:cubicBezTo>
                    <a:pt x="4985" y="10961"/>
                    <a:pt x="4996" y="10957"/>
                    <a:pt x="5008" y="10957"/>
                  </a:cubicBezTo>
                  <a:cubicBezTo>
                    <a:pt x="5018" y="10957"/>
                    <a:pt x="5028" y="10960"/>
                    <a:pt x="5039" y="10971"/>
                  </a:cubicBezTo>
                  <a:cubicBezTo>
                    <a:pt x="5043" y="10977"/>
                    <a:pt x="5049" y="10978"/>
                    <a:pt x="5057" y="10978"/>
                  </a:cubicBezTo>
                  <a:cubicBezTo>
                    <a:pt x="5073" y="10978"/>
                    <a:pt x="5095" y="10971"/>
                    <a:pt x="5110" y="10971"/>
                  </a:cubicBezTo>
                  <a:cubicBezTo>
                    <a:pt x="5159" y="10977"/>
                    <a:pt x="5202" y="10982"/>
                    <a:pt x="5246" y="10982"/>
                  </a:cubicBezTo>
                  <a:lnTo>
                    <a:pt x="5295" y="10982"/>
                  </a:lnTo>
                  <a:cubicBezTo>
                    <a:pt x="5305" y="10982"/>
                    <a:pt x="5316" y="10998"/>
                    <a:pt x="5322" y="10998"/>
                  </a:cubicBezTo>
                  <a:cubicBezTo>
                    <a:pt x="5336" y="10991"/>
                    <a:pt x="5350" y="10977"/>
                    <a:pt x="5366" y="10977"/>
                  </a:cubicBezTo>
                  <a:cubicBezTo>
                    <a:pt x="5374" y="10977"/>
                    <a:pt x="5383" y="10981"/>
                    <a:pt x="5392" y="10993"/>
                  </a:cubicBezTo>
                  <a:cubicBezTo>
                    <a:pt x="5401" y="11001"/>
                    <a:pt x="5408" y="11004"/>
                    <a:pt x="5415" y="11004"/>
                  </a:cubicBezTo>
                  <a:cubicBezTo>
                    <a:pt x="5431" y="11004"/>
                    <a:pt x="5443" y="10989"/>
                    <a:pt x="5460" y="10989"/>
                  </a:cubicBezTo>
                  <a:cubicBezTo>
                    <a:pt x="5464" y="10989"/>
                    <a:pt x="5469" y="10990"/>
                    <a:pt x="5474" y="10993"/>
                  </a:cubicBezTo>
                  <a:cubicBezTo>
                    <a:pt x="5495" y="11002"/>
                    <a:pt x="5517" y="11006"/>
                    <a:pt x="5541" y="11006"/>
                  </a:cubicBezTo>
                  <a:cubicBezTo>
                    <a:pt x="5560" y="11006"/>
                    <a:pt x="5579" y="11003"/>
                    <a:pt x="5599" y="10998"/>
                  </a:cubicBezTo>
                  <a:cubicBezTo>
                    <a:pt x="5680" y="10986"/>
                    <a:pt x="5762" y="10980"/>
                    <a:pt x="5841" y="10980"/>
                  </a:cubicBezTo>
                  <a:cubicBezTo>
                    <a:pt x="5868" y="10980"/>
                    <a:pt x="5894" y="10981"/>
                    <a:pt x="5920" y="10982"/>
                  </a:cubicBezTo>
                  <a:cubicBezTo>
                    <a:pt x="5927" y="10981"/>
                    <a:pt x="5935" y="10981"/>
                    <a:pt x="5942" y="10981"/>
                  </a:cubicBezTo>
                  <a:cubicBezTo>
                    <a:pt x="5954" y="10981"/>
                    <a:pt x="5965" y="10981"/>
                    <a:pt x="5977" y="10981"/>
                  </a:cubicBezTo>
                  <a:cubicBezTo>
                    <a:pt x="6000" y="10981"/>
                    <a:pt x="6023" y="10979"/>
                    <a:pt x="6045" y="10960"/>
                  </a:cubicBezTo>
                  <a:lnTo>
                    <a:pt x="6072" y="10960"/>
                  </a:lnTo>
                  <a:cubicBezTo>
                    <a:pt x="6084" y="10970"/>
                    <a:pt x="6097" y="10974"/>
                    <a:pt x="6110" y="10974"/>
                  </a:cubicBezTo>
                  <a:cubicBezTo>
                    <a:pt x="6127" y="10974"/>
                    <a:pt x="6144" y="10967"/>
                    <a:pt x="6159" y="10955"/>
                  </a:cubicBezTo>
                  <a:cubicBezTo>
                    <a:pt x="6164" y="10952"/>
                    <a:pt x="6171" y="10951"/>
                    <a:pt x="6179" y="10951"/>
                  </a:cubicBezTo>
                  <a:cubicBezTo>
                    <a:pt x="6186" y="10951"/>
                    <a:pt x="6194" y="10952"/>
                    <a:pt x="6202" y="10955"/>
                  </a:cubicBezTo>
                  <a:cubicBezTo>
                    <a:pt x="6210" y="10962"/>
                    <a:pt x="6217" y="10965"/>
                    <a:pt x="6224" y="10965"/>
                  </a:cubicBezTo>
                  <a:cubicBezTo>
                    <a:pt x="6246" y="10965"/>
                    <a:pt x="6268" y="10939"/>
                    <a:pt x="6290" y="10939"/>
                  </a:cubicBezTo>
                  <a:cubicBezTo>
                    <a:pt x="6299" y="10939"/>
                    <a:pt x="6308" y="10944"/>
                    <a:pt x="6316" y="10955"/>
                  </a:cubicBezTo>
                  <a:cubicBezTo>
                    <a:pt x="6316" y="10956"/>
                    <a:pt x="6317" y="10957"/>
                    <a:pt x="6319" y="10957"/>
                  </a:cubicBezTo>
                  <a:cubicBezTo>
                    <a:pt x="6322" y="10957"/>
                    <a:pt x="6327" y="10953"/>
                    <a:pt x="6327" y="10949"/>
                  </a:cubicBezTo>
                  <a:cubicBezTo>
                    <a:pt x="6337" y="10926"/>
                    <a:pt x="6363" y="10910"/>
                    <a:pt x="6391" y="10910"/>
                  </a:cubicBezTo>
                  <a:cubicBezTo>
                    <a:pt x="6395" y="10910"/>
                    <a:pt x="6399" y="10911"/>
                    <a:pt x="6403" y="10911"/>
                  </a:cubicBezTo>
                  <a:cubicBezTo>
                    <a:pt x="6414" y="10913"/>
                    <a:pt x="6425" y="10913"/>
                    <a:pt x="6436" y="10913"/>
                  </a:cubicBezTo>
                  <a:cubicBezTo>
                    <a:pt x="6469" y="10913"/>
                    <a:pt x="6501" y="10907"/>
                    <a:pt x="6534" y="10895"/>
                  </a:cubicBezTo>
                  <a:lnTo>
                    <a:pt x="6567" y="10895"/>
                  </a:lnTo>
                  <a:cubicBezTo>
                    <a:pt x="6583" y="10890"/>
                    <a:pt x="6599" y="10884"/>
                    <a:pt x="6615" y="10879"/>
                  </a:cubicBezTo>
                  <a:cubicBezTo>
                    <a:pt x="6626" y="10881"/>
                    <a:pt x="6637" y="10883"/>
                    <a:pt x="6648" y="10883"/>
                  </a:cubicBezTo>
                  <a:cubicBezTo>
                    <a:pt x="6659" y="10883"/>
                    <a:pt x="6670" y="10881"/>
                    <a:pt x="6681" y="10879"/>
                  </a:cubicBezTo>
                  <a:cubicBezTo>
                    <a:pt x="6751" y="10868"/>
                    <a:pt x="6817" y="10846"/>
                    <a:pt x="6887" y="10830"/>
                  </a:cubicBezTo>
                  <a:cubicBezTo>
                    <a:pt x="6902" y="10825"/>
                    <a:pt x="6921" y="10807"/>
                    <a:pt x="6928" y="10807"/>
                  </a:cubicBezTo>
                  <a:cubicBezTo>
                    <a:pt x="6929" y="10807"/>
                    <a:pt x="6930" y="10807"/>
                    <a:pt x="6931" y="10808"/>
                  </a:cubicBezTo>
                  <a:cubicBezTo>
                    <a:pt x="6942" y="10814"/>
                    <a:pt x="6954" y="10816"/>
                    <a:pt x="6966" y="10816"/>
                  </a:cubicBezTo>
                  <a:cubicBezTo>
                    <a:pt x="6978" y="10816"/>
                    <a:pt x="6991" y="10814"/>
                    <a:pt x="7001" y="10808"/>
                  </a:cubicBezTo>
                  <a:cubicBezTo>
                    <a:pt x="7023" y="10803"/>
                    <a:pt x="7050" y="10803"/>
                    <a:pt x="7067" y="10792"/>
                  </a:cubicBezTo>
                  <a:cubicBezTo>
                    <a:pt x="7084" y="10783"/>
                    <a:pt x="7098" y="10760"/>
                    <a:pt x="7120" y="10760"/>
                  </a:cubicBezTo>
                  <a:cubicBezTo>
                    <a:pt x="7125" y="10760"/>
                    <a:pt x="7131" y="10761"/>
                    <a:pt x="7137" y="10765"/>
                  </a:cubicBezTo>
                  <a:cubicBezTo>
                    <a:pt x="7144" y="10769"/>
                    <a:pt x="7149" y="10771"/>
                    <a:pt x="7153" y="10771"/>
                  </a:cubicBezTo>
                  <a:cubicBezTo>
                    <a:pt x="7171" y="10771"/>
                    <a:pt x="7174" y="10742"/>
                    <a:pt x="7192" y="10737"/>
                  </a:cubicBezTo>
                  <a:cubicBezTo>
                    <a:pt x="7262" y="10716"/>
                    <a:pt x="7328" y="10694"/>
                    <a:pt x="7398" y="10672"/>
                  </a:cubicBezTo>
                  <a:cubicBezTo>
                    <a:pt x="7420" y="10667"/>
                    <a:pt x="7447" y="10661"/>
                    <a:pt x="7474" y="10650"/>
                  </a:cubicBezTo>
                  <a:cubicBezTo>
                    <a:pt x="7550" y="10602"/>
                    <a:pt x="7654" y="10607"/>
                    <a:pt x="7724" y="10542"/>
                  </a:cubicBezTo>
                  <a:cubicBezTo>
                    <a:pt x="7795" y="10536"/>
                    <a:pt x="7844" y="10476"/>
                    <a:pt x="7909" y="10460"/>
                  </a:cubicBezTo>
                  <a:cubicBezTo>
                    <a:pt x="7947" y="10444"/>
                    <a:pt x="7985" y="10428"/>
                    <a:pt x="8018" y="10411"/>
                  </a:cubicBezTo>
                  <a:cubicBezTo>
                    <a:pt x="8116" y="10357"/>
                    <a:pt x="8208" y="10308"/>
                    <a:pt x="8301" y="10259"/>
                  </a:cubicBezTo>
                  <a:cubicBezTo>
                    <a:pt x="8311" y="10248"/>
                    <a:pt x="8322" y="10237"/>
                    <a:pt x="8328" y="10221"/>
                  </a:cubicBezTo>
                  <a:cubicBezTo>
                    <a:pt x="8332" y="10200"/>
                    <a:pt x="8333" y="10192"/>
                    <a:pt x="8348" y="10192"/>
                  </a:cubicBezTo>
                  <a:cubicBezTo>
                    <a:pt x="8353" y="10192"/>
                    <a:pt x="8358" y="10193"/>
                    <a:pt x="8366" y="10194"/>
                  </a:cubicBezTo>
                  <a:lnTo>
                    <a:pt x="8388" y="10194"/>
                  </a:lnTo>
                  <a:cubicBezTo>
                    <a:pt x="8426" y="10139"/>
                    <a:pt x="8507" y="10156"/>
                    <a:pt x="8534" y="10091"/>
                  </a:cubicBezTo>
                  <a:cubicBezTo>
                    <a:pt x="8540" y="10074"/>
                    <a:pt x="8567" y="10069"/>
                    <a:pt x="8589" y="10058"/>
                  </a:cubicBezTo>
                  <a:cubicBezTo>
                    <a:pt x="8605" y="10052"/>
                    <a:pt x="8627" y="10047"/>
                    <a:pt x="8648" y="10042"/>
                  </a:cubicBezTo>
                  <a:cubicBezTo>
                    <a:pt x="8670" y="10036"/>
                    <a:pt x="8643" y="10014"/>
                    <a:pt x="8670" y="9998"/>
                  </a:cubicBezTo>
                  <a:cubicBezTo>
                    <a:pt x="8741" y="9971"/>
                    <a:pt x="8806" y="9927"/>
                    <a:pt x="8860" y="9879"/>
                  </a:cubicBezTo>
                  <a:cubicBezTo>
                    <a:pt x="8904" y="9835"/>
                    <a:pt x="8958" y="9813"/>
                    <a:pt x="8991" y="9759"/>
                  </a:cubicBezTo>
                  <a:cubicBezTo>
                    <a:pt x="8996" y="9754"/>
                    <a:pt x="9002" y="9748"/>
                    <a:pt x="9007" y="9743"/>
                  </a:cubicBezTo>
                  <a:cubicBezTo>
                    <a:pt x="9094" y="9683"/>
                    <a:pt x="9181" y="9618"/>
                    <a:pt x="9263" y="9558"/>
                  </a:cubicBezTo>
                  <a:cubicBezTo>
                    <a:pt x="9274" y="9547"/>
                    <a:pt x="9290" y="9536"/>
                    <a:pt x="9290" y="9525"/>
                  </a:cubicBezTo>
                  <a:cubicBezTo>
                    <a:pt x="9295" y="9509"/>
                    <a:pt x="9317" y="9498"/>
                    <a:pt x="9322" y="9493"/>
                  </a:cubicBezTo>
                  <a:cubicBezTo>
                    <a:pt x="9333" y="9455"/>
                    <a:pt x="9371" y="9449"/>
                    <a:pt x="9393" y="9438"/>
                  </a:cubicBezTo>
                  <a:cubicBezTo>
                    <a:pt x="9458" y="9406"/>
                    <a:pt x="9475" y="9335"/>
                    <a:pt x="9529" y="9297"/>
                  </a:cubicBezTo>
                  <a:cubicBezTo>
                    <a:pt x="9589" y="9248"/>
                    <a:pt x="9643" y="9194"/>
                    <a:pt x="9692" y="9134"/>
                  </a:cubicBezTo>
                  <a:cubicBezTo>
                    <a:pt x="9703" y="9118"/>
                    <a:pt x="9741" y="9101"/>
                    <a:pt x="9708" y="9069"/>
                  </a:cubicBezTo>
                  <a:cubicBezTo>
                    <a:pt x="9708" y="9069"/>
                    <a:pt x="9708" y="9058"/>
                    <a:pt x="9708" y="9058"/>
                  </a:cubicBezTo>
                  <a:cubicBezTo>
                    <a:pt x="9768" y="9052"/>
                    <a:pt x="9779" y="9003"/>
                    <a:pt x="9795" y="8960"/>
                  </a:cubicBezTo>
                  <a:cubicBezTo>
                    <a:pt x="9795" y="8954"/>
                    <a:pt x="9806" y="8944"/>
                    <a:pt x="9812" y="8944"/>
                  </a:cubicBezTo>
                  <a:cubicBezTo>
                    <a:pt x="9814" y="8944"/>
                    <a:pt x="9815" y="8944"/>
                    <a:pt x="9817" y="8944"/>
                  </a:cubicBezTo>
                  <a:cubicBezTo>
                    <a:pt x="9855" y="8944"/>
                    <a:pt x="9857" y="8889"/>
                    <a:pt x="9893" y="8884"/>
                  </a:cubicBezTo>
                  <a:cubicBezTo>
                    <a:pt x="9899" y="8835"/>
                    <a:pt x="9958" y="8829"/>
                    <a:pt x="9969" y="8797"/>
                  </a:cubicBezTo>
                  <a:cubicBezTo>
                    <a:pt x="9997" y="8715"/>
                    <a:pt x="10089" y="8677"/>
                    <a:pt x="10100" y="8590"/>
                  </a:cubicBezTo>
                  <a:cubicBezTo>
                    <a:pt x="10154" y="8569"/>
                    <a:pt x="10143" y="8487"/>
                    <a:pt x="10203" y="8465"/>
                  </a:cubicBezTo>
                  <a:cubicBezTo>
                    <a:pt x="10187" y="8422"/>
                    <a:pt x="10252" y="8411"/>
                    <a:pt x="10252" y="8367"/>
                  </a:cubicBezTo>
                  <a:cubicBezTo>
                    <a:pt x="10252" y="8324"/>
                    <a:pt x="10285" y="8302"/>
                    <a:pt x="10323" y="8275"/>
                  </a:cubicBezTo>
                  <a:cubicBezTo>
                    <a:pt x="10323" y="8275"/>
                    <a:pt x="10328" y="8270"/>
                    <a:pt x="10328" y="8264"/>
                  </a:cubicBezTo>
                  <a:cubicBezTo>
                    <a:pt x="10317" y="8221"/>
                    <a:pt x="10344" y="8199"/>
                    <a:pt x="10372" y="8177"/>
                  </a:cubicBezTo>
                  <a:cubicBezTo>
                    <a:pt x="10382" y="8166"/>
                    <a:pt x="10388" y="8155"/>
                    <a:pt x="10393" y="8139"/>
                  </a:cubicBezTo>
                  <a:cubicBezTo>
                    <a:pt x="10404" y="8085"/>
                    <a:pt x="10426" y="8030"/>
                    <a:pt x="10453" y="7981"/>
                  </a:cubicBezTo>
                  <a:cubicBezTo>
                    <a:pt x="10480" y="7916"/>
                    <a:pt x="10540" y="7867"/>
                    <a:pt x="10540" y="7786"/>
                  </a:cubicBezTo>
                  <a:cubicBezTo>
                    <a:pt x="10540" y="7769"/>
                    <a:pt x="10567" y="7753"/>
                    <a:pt x="10578" y="7737"/>
                  </a:cubicBezTo>
                  <a:cubicBezTo>
                    <a:pt x="10589" y="7715"/>
                    <a:pt x="10600" y="7693"/>
                    <a:pt x="10611" y="7672"/>
                  </a:cubicBezTo>
                  <a:cubicBezTo>
                    <a:pt x="10616" y="7655"/>
                    <a:pt x="10622" y="7634"/>
                    <a:pt x="10627" y="7617"/>
                  </a:cubicBezTo>
                  <a:cubicBezTo>
                    <a:pt x="10632" y="7596"/>
                    <a:pt x="10649" y="7579"/>
                    <a:pt x="10649" y="7563"/>
                  </a:cubicBezTo>
                  <a:cubicBezTo>
                    <a:pt x="10643" y="7519"/>
                    <a:pt x="10681" y="7498"/>
                    <a:pt x="10692" y="7460"/>
                  </a:cubicBezTo>
                  <a:cubicBezTo>
                    <a:pt x="10698" y="7432"/>
                    <a:pt x="10709" y="7411"/>
                    <a:pt x="10714" y="7389"/>
                  </a:cubicBezTo>
                  <a:cubicBezTo>
                    <a:pt x="10736" y="7335"/>
                    <a:pt x="10758" y="7275"/>
                    <a:pt x="10774" y="7220"/>
                  </a:cubicBezTo>
                  <a:cubicBezTo>
                    <a:pt x="10790" y="7172"/>
                    <a:pt x="10796" y="7117"/>
                    <a:pt x="10817" y="7068"/>
                  </a:cubicBezTo>
                  <a:cubicBezTo>
                    <a:pt x="10828" y="7036"/>
                    <a:pt x="10828" y="7003"/>
                    <a:pt x="10839" y="6976"/>
                  </a:cubicBezTo>
                  <a:cubicBezTo>
                    <a:pt x="10850" y="6938"/>
                    <a:pt x="10855" y="6905"/>
                    <a:pt x="10861" y="6873"/>
                  </a:cubicBezTo>
                  <a:cubicBezTo>
                    <a:pt x="10866" y="6840"/>
                    <a:pt x="10899" y="6802"/>
                    <a:pt x="10899" y="6769"/>
                  </a:cubicBezTo>
                  <a:cubicBezTo>
                    <a:pt x="10899" y="6737"/>
                    <a:pt x="10931" y="6715"/>
                    <a:pt x="10921" y="6682"/>
                  </a:cubicBezTo>
                  <a:cubicBezTo>
                    <a:pt x="10904" y="6644"/>
                    <a:pt x="10937" y="6623"/>
                    <a:pt x="10937" y="6584"/>
                  </a:cubicBezTo>
                  <a:cubicBezTo>
                    <a:pt x="10942" y="6470"/>
                    <a:pt x="10980" y="6362"/>
                    <a:pt x="10980" y="6247"/>
                  </a:cubicBezTo>
                  <a:cubicBezTo>
                    <a:pt x="10980" y="6237"/>
                    <a:pt x="10980" y="6226"/>
                    <a:pt x="10986" y="6226"/>
                  </a:cubicBezTo>
                  <a:cubicBezTo>
                    <a:pt x="11024" y="6204"/>
                    <a:pt x="11008" y="6177"/>
                    <a:pt x="11002" y="6144"/>
                  </a:cubicBezTo>
                  <a:cubicBezTo>
                    <a:pt x="11002" y="6095"/>
                    <a:pt x="11008" y="6041"/>
                    <a:pt x="11018" y="5992"/>
                  </a:cubicBezTo>
                  <a:cubicBezTo>
                    <a:pt x="11035" y="5867"/>
                    <a:pt x="11024" y="5742"/>
                    <a:pt x="11035" y="5617"/>
                  </a:cubicBezTo>
                  <a:cubicBezTo>
                    <a:pt x="11040" y="5552"/>
                    <a:pt x="11040" y="5492"/>
                    <a:pt x="11040" y="5427"/>
                  </a:cubicBezTo>
                  <a:cubicBezTo>
                    <a:pt x="11051" y="5329"/>
                    <a:pt x="11040" y="5226"/>
                    <a:pt x="11051" y="5128"/>
                  </a:cubicBezTo>
                  <a:cubicBezTo>
                    <a:pt x="11056" y="5019"/>
                    <a:pt x="11046" y="4910"/>
                    <a:pt x="11024" y="4807"/>
                  </a:cubicBezTo>
                  <a:cubicBezTo>
                    <a:pt x="11018" y="4758"/>
                    <a:pt x="11013" y="4704"/>
                    <a:pt x="11013" y="4655"/>
                  </a:cubicBezTo>
                  <a:cubicBezTo>
                    <a:pt x="11013" y="4644"/>
                    <a:pt x="11013" y="4633"/>
                    <a:pt x="11013" y="4622"/>
                  </a:cubicBezTo>
                  <a:cubicBezTo>
                    <a:pt x="10986" y="4551"/>
                    <a:pt x="11002" y="4475"/>
                    <a:pt x="10970" y="4410"/>
                  </a:cubicBezTo>
                  <a:cubicBezTo>
                    <a:pt x="10964" y="4399"/>
                    <a:pt x="10964" y="4388"/>
                    <a:pt x="10964" y="4378"/>
                  </a:cubicBezTo>
                  <a:cubicBezTo>
                    <a:pt x="10937" y="4263"/>
                    <a:pt x="10921" y="4144"/>
                    <a:pt x="10893" y="4030"/>
                  </a:cubicBezTo>
                  <a:cubicBezTo>
                    <a:pt x="10883" y="3981"/>
                    <a:pt x="10893" y="3915"/>
                    <a:pt x="10844" y="3872"/>
                  </a:cubicBezTo>
                  <a:cubicBezTo>
                    <a:pt x="10850" y="3834"/>
                    <a:pt x="10844" y="3796"/>
                    <a:pt x="10828" y="3758"/>
                  </a:cubicBezTo>
                  <a:cubicBezTo>
                    <a:pt x="10796" y="3649"/>
                    <a:pt x="10752" y="3540"/>
                    <a:pt x="10703" y="3432"/>
                  </a:cubicBezTo>
                  <a:cubicBezTo>
                    <a:pt x="10643" y="3328"/>
                    <a:pt x="10600" y="3214"/>
                    <a:pt x="10535" y="3116"/>
                  </a:cubicBezTo>
                  <a:cubicBezTo>
                    <a:pt x="10518" y="3013"/>
                    <a:pt x="10421" y="2953"/>
                    <a:pt x="10410" y="2850"/>
                  </a:cubicBezTo>
                  <a:cubicBezTo>
                    <a:pt x="10404" y="2839"/>
                    <a:pt x="10393" y="2828"/>
                    <a:pt x="10382" y="2817"/>
                  </a:cubicBezTo>
                  <a:cubicBezTo>
                    <a:pt x="10372" y="2807"/>
                    <a:pt x="10361" y="2796"/>
                    <a:pt x="10355" y="2779"/>
                  </a:cubicBezTo>
                  <a:cubicBezTo>
                    <a:pt x="10317" y="2720"/>
                    <a:pt x="10301" y="2654"/>
                    <a:pt x="10230" y="2616"/>
                  </a:cubicBezTo>
                  <a:cubicBezTo>
                    <a:pt x="10225" y="2611"/>
                    <a:pt x="10225" y="2611"/>
                    <a:pt x="10225" y="2605"/>
                  </a:cubicBezTo>
                  <a:cubicBezTo>
                    <a:pt x="10219" y="2557"/>
                    <a:pt x="10176" y="2535"/>
                    <a:pt x="10154" y="2497"/>
                  </a:cubicBezTo>
                  <a:cubicBezTo>
                    <a:pt x="10111" y="2415"/>
                    <a:pt x="10056" y="2339"/>
                    <a:pt x="9997" y="2263"/>
                  </a:cubicBezTo>
                  <a:cubicBezTo>
                    <a:pt x="9975" y="2247"/>
                    <a:pt x="9958" y="2220"/>
                    <a:pt x="9942" y="2198"/>
                  </a:cubicBezTo>
                  <a:cubicBezTo>
                    <a:pt x="9899" y="2149"/>
                    <a:pt x="9844" y="2111"/>
                    <a:pt x="9817" y="2062"/>
                  </a:cubicBezTo>
                  <a:cubicBezTo>
                    <a:pt x="9785" y="1986"/>
                    <a:pt x="9708" y="1948"/>
                    <a:pt x="9665" y="1882"/>
                  </a:cubicBezTo>
                  <a:cubicBezTo>
                    <a:pt x="9600" y="1806"/>
                    <a:pt x="9534" y="1736"/>
                    <a:pt x="9464" y="1670"/>
                  </a:cubicBezTo>
                  <a:cubicBezTo>
                    <a:pt x="9393" y="1594"/>
                    <a:pt x="9322" y="1524"/>
                    <a:pt x="9246" y="1453"/>
                  </a:cubicBezTo>
                  <a:cubicBezTo>
                    <a:pt x="9219" y="1431"/>
                    <a:pt x="9197" y="1410"/>
                    <a:pt x="9170" y="1388"/>
                  </a:cubicBezTo>
                  <a:cubicBezTo>
                    <a:pt x="9105" y="1333"/>
                    <a:pt x="9040" y="1290"/>
                    <a:pt x="8980" y="1236"/>
                  </a:cubicBezTo>
                  <a:cubicBezTo>
                    <a:pt x="8942" y="1198"/>
                    <a:pt x="8893" y="1181"/>
                    <a:pt x="8866" y="1132"/>
                  </a:cubicBezTo>
                  <a:cubicBezTo>
                    <a:pt x="8860" y="1127"/>
                    <a:pt x="8850" y="1121"/>
                    <a:pt x="8844" y="1116"/>
                  </a:cubicBezTo>
                  <a:cubicBezTo>
                    <a:pt x="8779" y="1056"/>
                    <a:pt x="8692" y="1024"/>
                    <a:pt x="8632" y="958"/>
                  </a:cubicBezTo>
                  <a:cubicBezTo>
                    <a:pt x="8616" y="948"/>
                    <a:pt x="8600" y="937"/>
                    <a:pt x="8583" y="937"/>
                  </a:cubicBezTo>
                  <a:cubicBezTo>
                    <a:pt x="8561" y="931"/>
                    <a:pt x="8561" y="931"/>
                    <a:pt x="8529" y="893"/>
                  </a:cubicBezTo>
                  <a:cubicBezTo>
                    <a:pt x="8523" y="888"/>
                    <a:pt x="8518" y="888"/>
                    <a:pt x="8507" y="888"/>
                  </a:cubicBezTo>
                  <a:cubicBezTo>
                    <a:pt x="8500" y="899"/>
                    <a:pt x="8492" y="903"/>
                    <a:pt x="8485" y="903"/>
                  </a:cubicBezTo>
                  <a:cubicBezTo>
                    <a:pt x="8472" y="903"/>
                    <a:pt x="8462" y="888"/>
                    <a:pt x="8458" y="877"/>
                  </a:cubicBezTo>
                  <a:cubicBezTo>
                    <a:pt x="8447" y="861"/>
                    <a:pt x="8442" y="833"/>
                    <a:pt x="8431" y="833"/>
                  </a:cubicBezTo>
                  <a:cubicBezTo>
                    <a:pt x="8388" y="817"/>
                    <a:pt x="8344" y="795"/>
                    <a:pt x="8311" y="768"/>
                  </a:cubicBezTo>
                  <a:cubicBezTo>
                    <a:pt x="8301" y="763"/>
                    <a:pt x="8290" y="757"/>
                    <a:pt x="8273" y="752"/>
                  </a:cubicBezTo>
                  <a:lnTo>
                    <a:pt x="8208" y="730"/>
                  </a:lnTo>
                  <a:cubicBezTo>
                    <a:pt x="8192" y="719"/>
                    <a:pt x="8170" y="697"/>
                    <a:pt x="8165" y="697"/>
                  </a:cubicBezTo>
                  <a:cubicBezTo>
                    <a:pt x="8158" y="701"/>
                    <a:pt x="8153" y="703"/>
                    <a:pt x="8149" y="703"/>
                  </a:cubicBezTo>
                  <a:cubicBezTo>
                    <a:pt x="8130" y="703"/>
                    <a:pt x="8133" y="670"/>
                    <a:pt x="8114" y="670"/>
                  </a:cubicBezTo>
                  <a:cubicBezTo>
                    <a:pt x="8113" y="670"/>
                    <a:pt x="8112" y="670"/>
                    <a:pt x="8110" y="670"/>
                  </a:cubicBezTo>
                  <a:cubicBezTo>
                    <a:pt x="8105" y="670"/>
                    <a:pt x="8094" y="659"/>
                    <a:pt x="8089" y="659"/>
                  </a:cubicBezTo>
                  <a:cubicBezTo>
                    <a:pt x="8085" y="660"/>
                    <a:pt x="8082" y="660"/>
                    <a:pt x="8079" y="660"/>
                  </a:cubicBezTo>
                  <a:cubicBezTo>
                    <a:pt x="8052" y="660"/>
                    <a:pt x="8038" y="641"/>
                    <a:pt x="8023" y="627"/>
                  </a:cubicBezTo>
                  <a:cubicBezTo>
                    <a:pt x="7969" y="572"/>
                    <a:pt x="7898" y="540"/>
                    <a:pt x="7828" y="524"/>
                  </a:cubicBezTo>
                  <a:cubicBezTo>
                    <a:pt x="7800" y="519"/>
                    <a:pt x="7784" y="494"/>
                    <a:pt x="7756" y="494"/>
                  </a:cubicBezTo>
                  <a:cubicBezTo>
                    <a:pt x="7751" y="494"/>
                    <a:pt x="7746" y="495"/>
                    <a:pt x="7741" y="496"/>
                  </a:cubicBezTo>
                  <a:cubicBezTo>
                    <a:pt x="7740" y="497"/>
                    <a:pt x="7740" y="497"/>
                    <a:pt x="7739" y="497"/>
                  </a:cubicBezTo>
                  <a:cubicBezTo>
                    <a:pt x="7733" y="497"/>
                    <a:pt x="7718" y="468"/>
                    <a:pt x="7708" y="458"/>
                  </a:cubicBezTo>
                  <a:cubicBezTo>
                    <a:pt x="7697" y="447"/>
                    <a:pt x="7681" y="453"/>
                    <a:pt x="7665" y="447"/>
                  </a:cubicBezTo>
                  <a:cubicBezTo>
                    <a:pt x="7637" y="437"/>
                    <a:pt x="7610" y="404"/>
                    <a:pt x="7583" y="404"/>
                  </a:cubicBezTo>
                  <a:cubicBezTo>
                    <a:pt x="7556" y="404"/>
                    <a:pt x="7529" y="399"/>
                    <a:pt x="7507" y="388"/>
                  </a:cubicBezTo>
                  <a:cubicBezTo>
                    <a:pt x="7502" y="393"/>
                    <a:pt x="7497" y="395"/>
                    <a:pt x="7493" y="395"/>
                  </a:cubicBezTo>
                  <a:cubicBezTo>
                    <a:pt x="7478" y="395"/>
                    <a:pt x="7472" y="364"/>
                    <a:pt x="7458" y="364"/>
                  </a:cubicBezTo>
                  <a:cubicBezTo>
                    <a:pt x="7454" y="364"/>
                    <a:pt x="7448" y="368"/>
                    <a:pt x="7442" y="377"/>
                  </a:cubicBezTo>
                  <a:cubicBezTo>
                    <a:pt x="7421" y="332"/>
                    <a:pt x="7389" y="318"/>
                    <a:pt x="7349" y="318"/>
                  </a:cubicBezTo>
                  <a:cubicBezTo>
                    <a:pt x="7336" y="318"/>
                    <a:pt x="7321" y="320"/>
                    <a:pt x="7306" y="322"/>
                  </a:cubicBezTo>
                  <a:cubicBezTo>
                    <a:pt x="7284" y="322"/>
                    <a:pt x="7257" y="312"/>
                    <a:pt x="7241" y="295"/>
                  </a:cubicBezTo>
                  <a:cubicBezTo>
                    <a:pt x="7232" y="283"/>
                    <a:pt x="7221" y="280"/>
                    <a:pt x="7210" y="280"/>
                  </a:cubicBezTo>
                  <a:cubicBezTo>
                    <a:pt x="7202" y="280"/>
                    <a:pt x="7193" y="282"/>
                    <a:pt x="7186" y="282"/>
                  </a:cubicBezTo>
                  <a:cubicBezTo>
                    <a:pt x="7179" y="282"/>
                    <a:pt x="7173" y="280"/>
                    <a:pt x="7170" y="273"/>
                  </a:cubicBezTo>
                  <a:cubicBezTo>
                    <a:pt x="7166" y="267"/>
                    <a:pt x="7162" y="264"/>
                    <a:pt x="7159" y="264"/>
                  </a:cubicBezTo>
                  <a:cubicBezTo>
                    <a:pt x="7150" y="264"/>
                    <a:pt x="7143" y="277"/>
                    <a:pt x="7134" y="277"/>
                  </a:cubicBezTo>
                  <a:cubicBezTo>
                    <a:pt x="7132" y="277"/>
                    <a:pt x="7129" y="276"/>
                    <a:pt x="7126" y="273"/>
                  </a:cubicBezTo>
                  <a:cubicBezTo>
                    <a:pt x="7110" y="263"/>
                    <a:pt x="7105" y="241"/>
                    <a:pt x="7088" y="230"/>
                  </a:cubicBezTo>
                  <a:cubicBezTo>
                    <a:pt x="7072" y="219"/>
                    <a:pt x="7050" y="214"/>
                    <a:pt x="7034" y="214"/>
                  </a:cubicBezTo>
                  <a:cubicBezTo>
                    <a:pt x="6991" y="214"/>
                    <a:pt x="6942" y="203"/>
                    <a:pt x="6904" y="187"/>
                  </a:cubicBezTo>
                  <a:cubicBezTo>
                    <a:pt x="6892" y="182"/>
                    <a:pt x="6881" y="181"/>
                    <a:pt x="6870" y="181"/>
                  </a:cubicBezTo>
                  <a:cubicBezTo>
                    <a:pt x="6862" y="181"/>
                    <a:pt x="6855" y="181"/>
                    <a:pt x="6848" y="181"/>
                  </a:cubicBezTo>
                  <a:cubicBezTo>
                    <a:pt x="6830" y="181"/>
                    <a:pt x="6814" y="178"/>
                    <a:pt x="6800" y="159"/>
                  </a:cubicBezTo>
                  <a:cubicBezTo>
                    <a:pt x="6787" y="140"/>
                    <a:pt x="6769" y="136"/>
                    <a:pt x="6751" y="136"/>
                  </a:cubicBezTo>
                  <a:cubicBezTo>
                    <a:pt x="6737" y="136"/>
                    <a:pt x="6723" y="139"/>
                    <a:pt x="6710" y="139"/>
                  </a:cubicBezTo>
                  <a:cubicBezTo>
                    <a:pt x="6705" y="139"/>
                    <a:pt x="6701" y="138"/>
                    <a:pt x="6697" y="138"/>
                  </a:cubicBezTo>
                  <a:cubicBezTo>
                    <a:pt x="6647" y="125"/>
                    <a:pt x="6597" y="103"/>
                    <a:pt x="6543" y="103"/>
                  </a:cubicBezTo>
                  <a:cubicBezTo>
                    <a:pt x="6526" y="103"/>
                    <a:pt x="6508" y="105"/>
                    <a:pt x="6490" y="110"/>
                  </a:cubicBezTo>
                  <a:cubicBezTo>
                    <a:pt x="6485" y="110"/>
                    <a:pt x="6480" y="100"/>
                    <a:pt x="6474" y="100"/>
                  </a:cubicBezTo>
                  <a:cubicBezTo>
                    <a:pt x="6387" y="78"/>
                    <a:pt x="6306" y="67"/>
                    <a:pt x="6219" y="62"/>
                  </a:cubicBezTo>
                  <a:cubicBezTo>
                    <a:pt x="6186" y="62"/>
                    <a:pt x="6153" y="56"/>
                    <a:pt x="6126" y="45"/>
                  </a:cubicBezTo>
                  <a:cubicBezTo>
                    <a:pt x="6114" y="37"/>
                    <a:pt x="6099" y="32"/>
                    <a:pt x="6084" y="32"/>
                  </a:cubicBezTo>
                  <a:cubicBezTo>
                    <a:pt x="6078" y="32"/>
                    <a:pt x="6072" y="33"/>
                    <a:pt x="6066" y="34"/>
                  </a:cubicBezTo>
                  <a:cubicBezTo>
                    <a:pt x="6045" y="34"/>
                    <a:pt x="6018" y="29"/>
                    <a:pt x="5996" y="29"/>
                  </a:cubicBezTo>
                  <a:cubicBezTo>
                    <a:pt x="5970" y="29"/>
                    <a:pt x="5945" y="7"/>
                    <a:pt x="5920" y="7"/>
                  </a:cubicBezTo>
                  <a:cubicBezTo>
                    <a:pt x="5907" y="7"/>
                    <a:pt x="5894" y="13"/>
                    <a:pt x="5882" y="29"/>
                  </a:cubicBezTo>
                  <a:lnTo>
                    <a:pt x="5876" y="29"/>
                  </a:lnTo>
                  <a:cubicBezTo>
                    <a:pt x="5827" y="13"/>
                    <a:pt x="5773" y="23"/>
                    <a:pt x="5724" y="7"/>
                  </a:cubicBezTo>
                  <a:cubicBezTo>
                    <a:pt x="5709" y="3"/>
                    <a:pt x="5694" y="1"/>
                    <a:pt x="5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3"/>
            <p:cNvSpPr/>
            <p:nvPr/>
          </p:nvSpPr>
          <p:spPr>
            <a:xfrm>
              <a:off x="1988040" y="3800850"/>
              <a:ext cx="5413" cy="3093"/>
            </a:xfrm>
            <a:custGeom>
              <a:rect b="b" l="l" r="r" t="t"/>
              <a:pathLst>
                <a:path extrusionOk="0" h="28" w="49">
                  <a:moveTo>
                    <a:pt x="33" y="0"/>
                  </a:moveTo>
                  <a:cubicBezTo>
                    <a:pt x="22" y="6"/>
                    <a:pt x="11" y="11"/>
                    <a:pt x="0" y="17"/>
                  </a:cubicBezTo>
                  <a:lnTo>
                    <a:pt x="33" y="28"/>
                  </a:lnTo>
                  <a:lnTo>
                    <a:pt x="27" y="22"/>
                  </a:lnTo>
                  <a:lnTo>
                    <a:pt x="49" y="0"/>
                  </a:ln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3"/>
            <p:cNvSpPr/>
            <p:nvPr/>
          </p:nvSpPr>
          <p:spPr>
            <a:xfrm>
              <a:off x="1444970" y="1739972"/>
              <a:ext cx="630838" cy="641027"/>
            </a:xfrm>
            <a:custGeom>
              <a:rect b="b" l="l" r="r" t="t"/>
              <a:pathLst>
                <a:path extrusionOk="0" h="5536" w="5448">
                  <a:moveTo>
                    <a:pt x="2659" y="116"/>
                  </a:moveTo>
                  <a:cubicBezTo>
                    <a:pt x="2684" y="116"/>
                    <a:pt x="2710" y="120"/>
                    <a:pt x="2735" y="131"/>
                  </a:cubicBezTo>
                  <a:cubicBezTo>
                    <a:pt x="2748" y="125"/>
                    <a:pt x="2762" y="123"/>
                    <a:pt x="2774" y="123"/>
                  </a:cubicBezTo>
                  <a:cubicBezTo>
                    <a:pt x="2808" y="123"/>
                    <a:pt x="2838" y="138"/>
                    <a:pt x="2865" y="142"/>
                  </a:cubicBezTo>
                  <a:cubicBezTo>
                    <a:pt x="2880" y="144"/>
                    <a:pt x="2894" y="144"/>
                    <a:pt x="2907" y="144"/>
                  </a:cubicBezTo>
                  <a:cubicBezTo>
                    <a:pt x="2935" y="144"/>
                    <a:pt x="2961" y="142"/>
                    <a:pt x="2990" y="142"/>
                  </a:cubicBezTo>
                  <a:cubicBezTo>
                    <a:pt x="3023" y="147"/>
                    <a:pt x="3056" y="153"/>
                    <a:pt x="3083" y="169"/>
                  </a:cubicBezTo>
                  <a:cubicBezTo>
                    <a:pt x="3101" y="173"/>
                    <a:pt x="3115" y="182"/>
                    <a:pt x="3130" y="182"/>
                  </a:cubicBezTo>
                  <a:cubicBezTo>
                    <a:pt x="3137" y="182"/>
                    <a:pt x="3145" y="180"/>
                    <a:pt x="3153" y="175"/>
                  </a:cubicBezTo>
                  <a:cubicBezTo>
                    <a:pt x="3156" y="172"/>
                    <a:pt x="3159" y="171"/>
                    <a:pt x="3162" y="171"/>
                  </a:cubicBezTo>
                  <a:cubicBezTo>
                    <a:pt x="3166" y="171"/>
                    <a:pt x="3170" y="172"/>
                    <a:pt x="3175" y="175"/>
                  </a:cubicBezTo>
                  <a:cubicBezTo>
                    <a:pt x="3224" y="218"/>
                    <a:pt x="3289" y="202"/>
                    <a:pt x="3344" y="218"/>
                  </a:cubicBezTo>
                  <a:cubicBezTo>
                    <a:pt x="3403" y="240"/>
                    <a:pt x="3458" y="256"/>
                    <a:pt x="3523" y="272"/>
                  </a:cubicBezTo>
                  <a:cubicBezTo>
                    <a:pt x="3556" y="278"/>
                    <a:pt x="3588" y="294"/>
                    <a:pt x="3615" y="311"/>
                  </a:cubicBezTo>
                  <a:cubicBezTo>
                    <a:pt x="3664" y="327"/>
                    <a:pt x="3713" y="332"/>
                    <a:pt x="3751" y="349"/>
                  </a:cubicBezTo>
                  <a:cubicBezTo>
                    <a:pt x="3779" y="354"/>
                    <a:pt x="3800" y="365"/>
                    <a:pt x="3822" y="381"/>
                  </a:cubicBezTo>
                  <a:cubicBezTo>
                    <a:pt x="3845" y="400"/>
                    <a:pt x="3864" y="422"/>
                    <a:pt x="3892" y="422"/>
                  </a:cubicBezTo>
                  <a:cubicBezTo>
                    <a:pt x="3897" y="422"/>
                    <a:pt x="3903" y="421"/>
                    <a:pt x="3909" y="419"/>
                  </a:cubicBezTo>
                  <a:cubicBezTo>
                    <a:pt x="3910" y="419"/>
                    <a:pt x="3911" y="419"/>
                    <a:pt x="3912" y="419"/>
                  </a:cubicBezTo>
                  <a:cubicBezTo>
                    <a:pt x="3922" y="419"/>
                    <a:pt x="3933" y="442"/>
                    <a:pt x="3952" y="452"/>
                  </a:cubicBezTo>
                  <a:cubicBezTo>
                    <a:pt x="3969" y="463"/>
                    <a:pt x="4018" y="468"/>
                    <a:pt x="4018" y="479"/>
                  </a:cubicBezTo>
                  <a:cubicBezTo>
                    <a:pt x="4029" y="517"/>
                    <a:pt x="4061" y="495"/>
                    <a:pt x="4072" y="512"/>
                  </a:cubicBezTo>
                  <a:cubicBezTo>
                    <a:pt x="4088" y="539"/>
                    <a:pt x="4121" y="533"/>
                    <a:pt x="4143" y="539"/>
                  </a:cubicBezTo>
                  <a:cubicBezTo>
                    <a:pt x="4154" y="544"/>
                    <a:pt x="4164" y="555"/>
                    <a:pt x="4175" y="561"/>
                  </a:cubicBezTo>
                  <a:cubicBezTo>
                    <a:pt x="4208" y="588"/>
                    <a:pt x="4235" y="615"/>
                    <a:pt x="4268" y="637"/>
                  </a:cubicBezTo>
                  <a:cubicBezTo>
                    <a:pt x="4300" y="658"/>
                    <a:pt x="4333" y="680"/>
                    <a:pt x="4366" y="707"/>
                  </a:cubicBezTo>
                  <a:cubicBezTo>
                    <a:pt x="4436" y="762"/>
                    <a:pt x="4496" y="822"/>
                    <a:pt x="4556" y="887"/>
                  </a:cubicBezTo>
                  <a:cubicBezTo>
                    <a:pt x="4583" y="925"/>
                    <a:pt x="4610" y="957"/>
                    <a:pt x="4643" y="990"/>
                  </a:cubicBezTo>
                  <a:cubicBezTo>
                    <a:pt x="4675" y="1023"/>
                    <a:pt x="4708" y="1055"/>
                    <a:pt x="4735" y="1093"/>
                  </a:cubicBezTo>
                  <a:cubicBezTo>
                    <a:pt x="4784" y="1169"/>
                    <a:pt x="4844" y="1240"/>
                    <a:pt x="4909" y="1305"/>
                  </a:cubicBezTo>
                  <a:cubicBezTo>
                    <a:pt x="4920" y="1311"/>
                    <a:pt x="4915" y="1349"/>
                    <a:pt x="4925" y="1360"/>
                  </a:cubicBezTo>
                  <a:cubicBezTo>
                    <a:pt x="4985" y="1403"/>
                    <a:pt x="4969" y="1479"/>
                    <a:pt x="5023" y="1528"/>
                  </a:cubicBezTo>
                  <a:cubicBezTo>
                    <a:pt x="5050" y="1561"/>
                    <a:pt x="5072" y="1599"/>
                    <a:pt x="5083" y="1642"/>
                  </a:cubicBezTo>
                  <a:cubicBezTo>
                    <a:pt x="5094" y="1675"/>
                    <a:pt x="5089" y="1708"/>
                    <a:pt x="5127" y="1729"/>
                  </a:cubicBezTo>
                  <a:cubicBezTo>
                    <a:pt x="5132" y="1729"/>
                    <a:pt x="5132" y="1735"/>
                    <a:pt x="5132" y="1740"/>
                  </a:cubicBezTo>
                  <a:cubicBezTo>
                    <a:pt x="5143" y="1827"/>
                    <a:pt x="5197" y="1903"/>
                    <a:pt x="5224" y="1985"/>
                  </a:cubicBezTo>
                  <a:cubicBezTo>
                    <a:pt x="5230" y="2023"/>
                    <a:pt x="5235" y="2055"/>
                    <a:pt x="5257" y="2088"/>
                  </a:cubicBezTo>
                  <a:cubicBezTo>
                    <a:pt x="5273" y="2110"/>
                    <a:pt x="5279" y="2132"/>
                    <a:pt x="5273" y="2159"/>
                  </a:cubicBezTo>
                  <a:cubicBezTo>
                    <a:pt x="5279" y="2213"/>
                    <a:pt x="5290" y="2262"/>
                    <a:pt x="5301" y="2311"/>
                  </a:cubicBezTo>
                  <a:cubicBezTo>
                    <a:pt x="5306" y="2333"/>
                    <a:pt x="5306" y="2360"/>
                    <a:pt x="5306" y="2387"/>
                  </a:cubicBezTo>
                  <a:cubicBezTo>
                    <a:pt x="5311" y="2409"/>
                    <a:pt x="5306" y="2431"/>
                    <a:pt x="5311" y="2441"/>
                  </a:cubicBezTo>
                  <a:cubicBezTo>
                    <a:pt x="5333" y="2474"/>
                    <a:pt x="5317" y="2501"/>
                    <a:pt x="5311" y="2528"/>
                  </a:cubicBezTo>
                  <a:cubicBezTo>
                    <a:pt x="5301" y="2577"/>
                    <a:pt x="5306" y="2626"/>
                    <a:pt x="5328" y="2670"/>
                  </a:cubicBezTo>
                  <a:cubicBezTo>
                    <a:pt x="5339" y="2713"/>
                    <a:pt x="5339" y="2757"/>
                    <a:pt x="5333" y="2795"/>
                  </a:cubicBezTo>
                  <a:cubicBezTo>
                    <a:pt x="5333" y="2854"/>
                    <a:pt x="5301" y="2914"/>
                    <a:pt x="5322" y="2974"/>
                  </a:cubicBezTo>
                  <a:cubicBezTo>
                    <a:pt x="5328" y="3001"/>
                    <a:pt x="5322" y="3028"/>
                    <a:pt x="5311" y="3050"/>
                  </a:cubicBezTo>
                  <a:cubicBezTo>
                    <a:pt x="5290" y="3121"/>
                    <a:pt x="5284" y="3192"/>
                    <a:pt x="5290" y="3262"/>
                  </a:cubicBezTo>
                  <a:cubicBezTo>
                    <a:pt x="5284" y="3284"/>
                    <a:pt x="5279" y="3306"/>
                    <a:pt x="5268" y="3327"/>
                  </a:cubicBezTo>
                  <a:cubicBezTo>
                    <a:pt x="5246" y="3376"/>
                    <a:pt x="5262" y="3431"/>
                    <a:pt x="5252" y="3485"/>
                  </a:cubicBezTo>
                  <a:cubicBezTo>
                    <a:pt x="5246" y="3507"/>
                    <a:pt x="5252" y="3518"/>
                    <a:pt x="5230" y="3534"/>
                  </a:cubicBezTo>
                  <a:cubicBezTo>
                    <a:pt x="5208" y="3550"/>
                    <a:pt x="5203" y="3577"/>
                    <a:pt x="5208" y="3605"/>
                  </a:cubicBezTo>
                  <a:cubicBezTo>
                    <a:pt x="5219" y="3648"/>
                    <a:pt x="5214" y="3686"/>
                    <a:pt x="5192" y="3724"/>
                  </a:cubicBezTo>
                  <a:cubicBezTo>
                    <a:pt x="5170" y="3789"/>
                    <a:pt x="5137" y="3855"/>
                    <a:pt x="5110" y="3914"/>
                  </a:cubicBezTo>
                  <a:cubicBezTo>
                    <a:pt x="5105" y="3942"/>
                    <a:pt x="5105" y="3980"/>
                    <a:pt x="5089" y="3991"/>
                  </a:cubicBezTo>
                  <a:cubicBezTo>
                    <a:pt x="5056" y="4007"/>
                    <a:pt x="5061" y="4034"/>
                    <a:pt x="5045" y="4056"/>
                  </a:cubicBezTo>
                  <a:cubicBezTo>
                    <a:pt x="5034" y="4083"/>
                    <a:pt x="5023" y="4105"/>
                    <a:pt x="5012" y="4126"/>
                  </a:cubicBezTo>
                  <a:cubicBezTo>
                    <a:pt x="4974" y="4213"/>
                    <a:pt x="4931" y="4295"/>
                    <a:pt x="4882" y="4377"/>
                  </a:cubicBezTo>
                  <a:cubicBezTo>
                    <a:pt x="4849" y="4436"/>
                    <a:pt x="4806" y="4491"/>
                    <a:pt x="4768" y="4550"/>
                  </a:cubicBezTo>
                  <a:cubicBezTo>
                    <a:pt x="4741" y="4589"/>
                    <a:pt x="4703" y="4621"/>
                    <a:pt x="4670" y="4648"/>
                  </a:cubicBezTo>
                  <a:cubicBezTo>
                    <a:pt x="4599" y="4719"/>
                    <a:pt x="4523" y="4784"/>
                    <a:pt x="4442" y="4839"/>
                  </a:cubicBezTo>
                  <a:cubicBezTo>
                    <a:pt x="4431" y="4849"/>
                    <a:pt x="4425" y="4871"/>
                    <a:pt x="4409" y="4887"/>
                  </a:cubicBezTo>
                  <a:cubicBezTo>
                    <a:pt x="4382" y="4915"/>
                    <a:pt x="4344" y="4942"/>
                    <a:pt x="4311" y="4964"/>
                  </a:cubicBezTo>
                  <a:cubicBezTo>
                    <a:pt x="4284" y="4980"/>
                    <a:pt x="4262" y="5002"/>
                    <a:pt x="4241" y="5029"/>
                  </a:cubicBezTo>
                  <a:cubicBezTo>
                    <a:pt x="4227" y="5047"/>
                    <a:pt x="4209" y="5081"/>
                    <a:pt x="4177" y="5081"/>
                  </a:cubicBezTo>
                  <a:cubicBezTo>
                    <a:pt x="4172" y="5081"/>
                    <a:pt x="4166" y="5080"/>
                    <a:pt x="4159" y="5078"/>
                  </a:cubicBezTo>
                  <a:cubicBezTo>
                    <a:pt x="4148" y="5078"/>
                    <a:pt x="4143" y="5078"/>
                    <a:pt x="4137" y="5089"/>
                  </a:cubicBezTo>
                  <a:cubicBezTo>
                    <a:pt x="4126" y="5127"/>
                    <a:pt x="4094" y="5132"/>
                    <a:pt x="4061" y="5138"/>
                  </a:cubicBezTo>
                  <a:cubicBezTo>
                    <a:pt x="4039" y="5143"/>
                    <a:pt x="4023" y="5165"/>
                    <a:pt x="4001" y="5170"/>
                  </a:cubicBezTo>
                  <a:cubicBezTo>
                    <a:pt x="3969" y="5186"/>
                    <a:pt x="3925" y="5181"/>
                    <a:pt x="3904" y="5214"/>
                  </a:cubicBezTo>
                  <a:cubicBezTo>
                    <a:pt x="3900" y="5217"/>
                    <a:pt x="3893" y="5221"/>
                    <a:pt x="3888" y="5221"/>
                  </a:cubicBezTo>
                  <a:cubicBezTo>
                    <a:pt x="3885" y="5221"/>
                    <a:pt x="3883" y="5221"/>
                    <a:pt x="3882" y="5219"/>
                  </a:cubicBezTo>
                  <a:cubicBezTo>
                    <a:pt x="3873" y="5216"/>
                    <a:pt x="3865" y="5214"/>
                    <a:pt x="3858" y="5214"/>
                  </a:cubicBezTo>
                  <a:cubicBezTo>
                    <a:pt x="3821" y="5214"/>
                    <a:pt x="3793" y="5248"/>
                    <a:pt x="3758" y="5248"/>
                  </a:cubicBezTo>
                  <a:cubicBezTo>
                    <a:pt x="3754" y="5248"/>
                    <a:pt x="3750" y="5247"/>
                    <a:pt x="3746" y="5246"/>
                  </a:cubicBezTo>
                  <a:cubicBezTo>
                    <a:pt x="3724" y="5295"/>
                    <a:pt x="3675" y="5284"/>
                    <a:pt x="3637" y="5295"/>
                  </a:cubicBezTo>
                  <a:cubicBezTo>
                    <a:pt x="3588" y="5301"/>
                    <a:pt x="3545" y="5317"/>
                    <a:pt x="3501" y="5339"/>
                  </a:cubicBezTo>
                  <a:cubicBezTo>
                    <a:pt x="3496" y="5344"/>
                    <a:pt x="3490" y="5344"/>
                    <a:pt x="3485" y="5344"/>
                  </a:cubicBezTo>
                  <a:cubicBezTo>
                    <a:pt x="3484" y="5344"/>
                    <a:pt x="3483" y="5345"/>
                    <a:pt x="3482" y="5345"/>
                  </a:cubicBezTo>
                  <a:cubicBezTo>
                    <a:pt x="3470" y="5345"/>
                    <a:pt x="3456" y="5324"/>
                    <a:pt x="3446" y="5324"/>
                  </a:cubicBezTo>
                  <a:cubicBezTo>
                    <a:pt x="3442" y="5324"/>
                    <a:pt x="3439" y="5327"/>
                    <a:pt x="3436" y="5333"/>
                  </a:cubicBezTo>
                  <a:cubicBezTo>
                    <a:pt x="3431" y="5350"/>
                    <a:pt x="3424" y="5354"/>
                    <a:pt x="3417" y="5354"/>
                  </a:cubicBezTo>
                  <a:cubicBezTo>
                    <a:pt x="3410" y="5354"/>
                    <a:pt x="3403" y="5350"/>
                    <a:pt x="3398" y="5350"/>
                  </a:cubicBezTo>
                  <a:cubicBezTo>
                    <a:pt x="3365" y="5360"/>
                    <a:pt x="3322" y="5344"/>
                    <a:pt x="3295" y="5388"/>
                  </a:cubicBezTo>
                  <a:cubicBezTo>
                    <a:pt x="3289" y="5393"/>
                    <a:pt x="3268" y="5398"/>
                    <a:pt x="3257" y="5398"/>
                  </a:cubicBezTo>
                  <a:cubicBezTo>
                    <a:pt x="3236" y="5398"/>
                    <a:pt x="3218" y="5392"/>
                    <a:pt x="3200" y="5392"/>
                  </a:cubicBezTo>
                  <a:cubicBezTo>
                    <a:pt x="3184" y="5392"/>
                    <a:pt x="3169" y="5397"/>
                    <a:pt x="3153" y="5415"/>
                  </a:cubicBezTo>
                  <a:cubicBezTo>
                    <a:pt x="3151" y="5417"/>
                    <a:pt x="3148" y="5419"/>
                    <a:pt x="3145" y="5419"/>
                  </a:cubicBezTo>
                  <a:cubicBezTo>
                    <a:pt x="3141" y="5419"/>
                    <a:pt x="3137" y="5417"/>
                    <a:pt x="3132" y="5415"/>
                  </a:cubicBezTo>
                  <a:cubicBezTo>
                    <a:pt x="3115" y="5401"/>
                    <a:pt x="3098" y="5397"/>
                    <a:pt x="3080" y="5397"/>
                  </a:cubicBezTo>
                  <a:cubicBezTo>
                    <a:pt x="3062" y="5397"/>
                    <a:pt x="3045" y="5401"/>
                    <a:pt x="3028" y="5404"/>
                  </a:cubicBezTo>
                  <a:cubicBezTo>
                    <a:pt x="3008" y="5408"/>
                    <a:pt x="2989" y="5409"/>
                    <a:pt x="2968" y="5409"/>
                  </a:cubicBezTo>
                  <a:cubicBezTo>
                    <a:pt x="2928" y="5409"/>
                    <a:pt x="2887" y="5404"/>
                    <a:pt x="2844" y="5404"/>
                  </a:cubicBezTo>
                  <a:cubicBezTo>
                    <a:pt x="2821" y="5402"/>
                    <a:pt x="2798" y="5400"/>
                    <a:pt x="2774" y="5400"/>
                  </a:cubicBezTo>
                  <a:cubicBezTo>
                    <a:pt x="2740" y="5400"/>
                    <a:pt x="2705" y="5403"/>
                    <a:pt x="2670" y="5409"/>
                  </a:cubicBezTo>
                  <a:cubicBezTo>
                    <a:pt x="2588" y="5377"/>
                    <a:pt x="2496" y="5393"/>
                    <a:pt x="2409" y="5382"/>
                  </a:cubicBezTo>
                  <a:cubicBezTo>
                    <a:pt x="2376" y="5377"/>
                    <a:pt x="2349" y="5355"/>
                    <a:pt x="2300" y="5355"/>
                  </a:cubicBezTo>
                  <a:cubicBezTo>
                    <a:pt x="2251" y="5355"/>
                    <a:pt x="2208" y="5350"/>
                    <a:pt x="2164" y="5344"/>
                  </a:cubicBezTo>
                  <a:cubicBezTo>
                    <a:pt x="2115" y="5344"/>
                    <a:pt x="2072" y="5333"/>
                    <a:pt x="2028" y="5317"/>
                  </a:cubicBezTo>
                  <a:cubicBezTo>
                    <a:pt x="1974" y="5279"/>
                    <a:pt x="1903" y="5279"/>
                    <a:pt x="1849" y="5246"/>
                  </a:cubicBezTo>
                  <a:cubicBezTo>
                    <a:pt x="1762" y="5192"/>
                    <a:pt x="1669" y="5154"/>
                    <a:pt x="1577" y="5099"/>
                  </a:cubicBezTo>
                  <a:cubicBezTo>
                    <a:pt x="1485" y="5045"/>
                    <a:pt x="1387" y="4991"/>
                    <a:pt x="1300" y="4931"/>
                  </a:cubicBezTo>
                  <a:cubicBezTo>
                    <a:pt x="1278" y="4920"/>
                    <a:pt x="1240" y="4915"/>
                    <a:pt x="1240" y="4904"/>
                  </a:cubicBezTo>
                  <a:cubicBezTo>
                    <a:pt x="1235" y="4877"/>
                    <a:pt x="1207" y="4887"/>
                    <a:pt x="1191" y="4877"/>
                  </a:cubicBezTo>
                  <a:cubicBezTo>
                    <a:pt x="1099" y="4795"/>
                    <a:pt x="979" y="4735"/>
                    <a:pt x="919" y="4621"/>
                  </a:cubicBezTo>
                  <a:cubicBezTo>
                    <a:pt x="919" y="4616"/>
                    <a:pt x="908" y="4610"/>
                    <a:pt x="908" y="4599"/>
                  </a:cubicBezTo>
                  <a:cubicBezTo>
                    <a:pt x="892" y="4578"/>
                    <a:pt x="843" y="4589"/>
                    <a:pt x="843" y="4545"/>
                  </a:cubicBezTo>
                  <a:cubicBezTo>
                    <a:pt x="843" y="4523"/>
                    <a:pt x="811" y="4507"/>
                    <a:pt x="789" y="4485"/>
                  </a:cubicBezTo>
                  <a:cubicBezTo>
                    <a:pt x="767" y="4458"/>
                    <a:pt x="751" y="4431"/>
                    <a:pt x="734" y="4404"/>
                  </a:cubicBezTo>
                  <a:cubicBezTo>
                    <a:pt x="713" y="4366"/>
                    <a:pt x="691" y="4322"/>
                    <a:pt x="664" y="4284"/>
                  </a:cubicBezTo>
                  <a:cubicBezTo>
                    <a:pt x="658" y="4273"/>
                    <a:pt x="653" y="4268"/>
                    <a:pt x="642" y="4257"/>
                  </a:cubicBezTo>
                  <a:cubicBezTo>
                    <a:pt x="637" y="4241"/>
                    <a:pt x="620" y="4230"/>
                    <a:pt x="620" y="4213"/>
                  </a:cubicBezTo>
                  <a:cubicBezTo>
                    <a:pt x="620" y="4181"/>
                    <a:pt x="588" y="4159"/>
                    <a:pt x="571" y="4143"/>
                  </a:cubicBezTo>
                  <a:cubicBezTo>
                    <a:pt x="555" y="4126"/>
                    <a:pt x="528" y="4110"/>
                    <a:pt x="528" y="4088"/>
                  </a:cubicBezTo>
                  <a:cubicBezTo>
                    <a:pt x="522" y="4040"/>
                    <a:pt x="479" y="4012"/>
                    <a:pt x="479" y="3963"/>
                  </a:cubicBezTo>
                  <a:cubicBezTo>
                    <a:pt x="479" y="3953"/>
                    <a:pt x="457" y="3936"/>
                    <a:pt x="435" y="3920"/>
                  </a:cubicBezTo>
                  <a:cubicBezTo>
                    <a:pt x="452" y="3844"/>
                    <a:pt x="381" y="3789"/>
                    <a:pt x="387" y="3719"/>
                  </a:cubicBezTo>
                  <a:lnTo>
                    <a:pt x="354" y="3719"/>
                  </a:lnTo>
                  <a:lnTo>
                    <a:pt x="349" y="3713"/>
                  </a:lnTo>
                  <a:cubicBezTo>
                    <a:pt x="343" y="3681"/>
                    <a:pt x="327" y="3643"/>
                    <a:pt x="321" y="3605"/>
                  </a:cubicBezTo>
                  <a:cubicBezTo>
                    <a:pt x="321" y="3561"/>
                    <a:pt x="305" y="3523"/>
                    <a:pt x="278" y="3496"/>
                  </a:cubicBezTo>
                  <a:cubicBezTo>
                    <a:pt x="278" y="3490"/>
                    <a:pt x="272" y="3490"/>
                    <a:pt x="272" y="3490"/>
                  </a:cubicBezTo>
                  <a:cubicBezTo>
                    <a:pt x="272" y="3469"/>
                    <a:pt x="272" y="3447"/>
                    <a:pt x="272" y="3425"/>
                  </a:cubicBezTo>
                  <a:cubicBezTo>
                    <a:pt x="278" y="3404"/>
                    <a:pt x="218" y="3409"/>
                    <a:pt x="251" y="3376"/>
                  </a:cubicBezTo>
                  <a:cubicBezTo>
                    <a:pt x="213" y="3322"/>
                    <a:pt x="251" y="3246"/>
                    <a:pt x="207" y="3192"/>
                  </a:cubicBezTo>
                  <a:cubicBezTo>
                    <a:pt x="196" y="3181"/>
                    <a:pt x="202" y="3153"/>
                    <a:pt x="202" y="3132"/>
                  </a:cubicBezTo>
                  <a:cubicBezTo>
                    <a:pt x="202" y="3115"/>
                    <a:pt x="164" y="3115"/>
                    <a:pt x="180" y="3083"/>
                  </a:cubicBezTo>
                  <a:cubicBezTo>
                    <a:pt x="185" y="3061"/>
                    <a:pt x="185" y="3045"/>
                    <a:pt x="175" y="3023"/>
                  </a:cubicBezTo>
                  <a:cubicBezTo>
                    <a:pt x="169" y="2985"/>
                    <a:pt x="153" y="2941"/>
                    <a:pt x="147" y="2903"/>
                  </a:cubicBezTo>
                  <a:cubicBezTo>
                    <a:pt x="142" y="2882"/>
                    <a:pt x="142" y="2860"/>
                    <a:pt x="147" y="2838"/>
                  </a:cubicBezTo>
                  <a:cubicBezTo>
                    <a:pt x="164" y="2789"/>
                    <a:pt x="137" y="2746"/>
                    <a:pt x="147" y="2697"/>
                  </a:cubicBezTo>
                  <a:cubicBezTo>
                    <a:pt x="147" y="2691"/>
                    <a:pt x="131" y="2681"/>
                    <a:pt x="126" y="2670"/>
                  </a:cubicBezTo>
                  <a:lnTo>
                    <a:pt x="164" y="2626"/>
                  </a:lnTo>
                  <a:lnTo>
                    <a:pt x="126" y="2599"/>
                  </a:lnTo>
                  <a:cubicBezTo>
                    <a:pt x="142" y="2561"/>
                    <a:pt x="158" y="2523"/>
                    <a:pt x="180" y="2474"/>
                  </a:cubicBezTo>
                  <a:cubicBezTo>
                    <a:pt x="169" y="2452"/>
                    <a:pt x="158" y="2425"/>
                    <a:pt x="147" y="2392"/>
                  </a:cubicBezTo>
                  <a:lnTo>
                    <a:pt x="196" y="2392"/>
                  </a:lnTo>
                  <a:cubicBezTo>
                    <a:pt x="185" y="2371"/>
                    <a:pt x="175" y="2349"/>
                    <a:pt x="164" y="2322"/>
                  </a:cubicBezTo>
                  <a:lnTo>
                    <a:pt x="164" y="2322"/>
                  </a:lnTo>
                  <a:lnTo>
                    <a:pt x="191" y="2349"/>
                  </a:lnTo>
                  <a:cubicBezTo>
                    <a:pt x="191" y="2322"/>
                    <a:pt x="196" y="2305"/>
                    <a:pt x="191" y="2284"/>
                  </a:cubicBezTo>
                  <a:cubicBezTo>
                    <a:pt x="191" y="2262"/>
                    <a:pt x="185" y="2240"/>
                    <a:pt x="213" y="2224"/>
                  </a:cubicBezTo>
                  <a:cubicBezTo>
                    <a:pt x="223" y="2219"/>
                    <a:pt x="229" y="2197"/>
                    <a:pt x="229" y="2180"/>
                  </a:cubicBezTo>
                  <a:cubicBezTo>
                    <a:pt x="229" y="2170"/>
                    <a:pt x="207" y="2153"/>
                    <a:pt x="213" y="2142"/>
                  </a:cubicBezTo>
                  <a:cubicBezTo>
                    <a:pt x="240" y="2077"/>
                    <a:pt x="245" y="2001"/>
                    <a:pt x="289" y="1941"/>
                  </a:cubicBezTo>
                  <a:cubicBezTo>
                    <a:pt x="305" y="1925"/>
                    <a:pt x="316" y="1898"/>
                    <a:pt x="316" y="1876"/>
                  </a:cubicBezTo>
                  <a:cubicBezTo>
                    <a:pt x="327" y="1827"/>
                    <a:pt x="338" y="1784"/>
                    <a:pt x="359" y="1740"/>
                  </a:cubicBezTo>
                  <a:cubicBezTo>
                    <a:pt x="365" y="1729"/>
                    <a:pt x="376" y="1724"/>
                    <a:pt x="387" y="1713"/>
                  </a:cubicBezTo>
                  <a:cubicBezTo>
                    <a:pt x="392" y="1708"/>
                    <a:pt x="403" y="1702"/>
                    <a:pt x="403" y="1697"/>
                  </a:cubicBezTo>
                  <a:cubicBezTo>
                    <a:pt x="392" y="1648"/>
                    <a:pt x="419" y="1615"/>
                    <a:pt x="446" y="1583"/>
                  </a:cubicBezTo>
                  <a:cubicBezTo>
                    <a:pt x="457" y="1561"/>
                    <a:pt x="463" y="1534"/>
                    <a:pt x="463" y="1512"/>
                  </a:cubicBezTo>
                  <a:cubicBezTo>
                    <a:pt x="468" y="1479"/>
                    <a:pt x="490" y="1463"/>
                    <a:pt x="522" y="1463"/>
                  </a:cubicBezTo>
                  <a:lnTo>
                    <a:pt x="517" y="1414"/>
                  </a:lnTo>
                  <a:lnTo>
                    <a:pt x="555" y="1398"/>
                  </a:lnTo>
                  <a:cubicBezTo>
                    <a:pt x="550" y="1376"/>
                    <a:pt x="544" y="1365"/>
                    <a:pt x="544" y="1349"/>
                  </a:cubicBezTo>
                  <a:cubicBezTo>
                    <a:pt x="566" y="1327"/>
                    <a:pt x="604" y="1322"/>
                    <a:pt x="599" y="1284"/>
                  </a:cubicBezTo>
                  <a:cubicBezTo>
                    <a:pt x="653" y="1284"/>
                    <a:pt x="642" y="1240"/>
                    <a:pt x="653" y="1207"/>
                  </a:cubicBezTo>
                  <a:cubicBezTo>
                    <a:pt x="653" y="1197"/>
                    <a:pt x="658" y="1180"/>
                    <a:pt x="669" y="1180"/>
                  </a:cubicBezTo>
                  <a:cubicBezTo>
                    <a:pt x="724" y="1159"/>
                    <a:pt x="729" y="1104"/>
                    <a:pt x="751" y="1055"/>
                  </a:cubicBezTo>
                  <a:cubicBezTo>
                    <a:pt x="759" y="1042"/>
                    <a:pt x="764" y="1023"/>
                    <a:pt x="782" y="1023"/>
                  </a:cubicBezTo>
                  <a:cubicBezTo>
                    <a:pt x="787" y="1023"/>
                    <a:pt x="793" y="1025"/>
                    <a:pt x="800" y="1028"/>
                  </a:cubicBezTo>
                  <a:cubicBezTo>
                    <a:pt x="805" y="1028"/>
                    <a:pt x="811" y="1028"/>
                    <a:pt x="816" y="1023"/>
                  </a:cubicBezTo>
                  <a:cubicBezTo>
                    <a:pt x="827" y="968"/>
                    <a:pt x="881" y="952"/>
                    <a:pt x="914" y="908"/>
                  </a:cubicBezTo>
                  <a:cubicBezTo>
                    <a:pt x="946" y="870"/>
                    <a:pt x="985" y="832"/>
                    <a:pt x="1028" y="805"/>
                  </a:cubicBezTo>
                  <a:cubicBezTo>
                    <a:pt x="1044" y="783"/>
                    <a:pt x="1077" y="794"/>
                    <a:pt x="1088" y="767"/>
                  </a:cubicBezTo>
                  <a:cubicBezTo>
                    <a:pt x="1099" y="740"/>
                    <a:pt x="1126" y="729"/>
                    <a:pt x="1142" y="713"/>
                  </a:cubicBezTo>
                  <a:cubicBezTo>
                    <a:pt x="1191" y="658"/>
                    <a:pt x="1245" y="610"/>
                    <a:pt x="1311" y="566"/>
                  </a:cubicBezTo>
                  <a:cubicBezTo>
                    <a:pt x="1349" y="539"/>
                    <a:pt x="1398" y="523"/>
                    <a:pt x="1441" y="495"/>
                  </a:cubicBezTo>
                  <a:cubicBezTo>
                    <a:pt x="1528" y="430"/>
                    <a:pt x="1631" y="376"/>
                    <a:pt x="1735" y="332"/>
                  </a:cubicBezTo>
                  <a:cubicBezTo>
                    <a:pt x="1838" y="272"/>
                    <a:pt x="1958" y="240"/>
                    <a:pt x="2077" y="229"/>
                  </a:cubicBezTo>
                  <a:cubicBezTo>
                    <a:pt x="2131" y="196"/>
                    <a:pt x="2186" y="213"/>
                    <a:pt x="2251" y="191"/>
                  </a:cubicBezTo>
                  <a:cubicBezTo>
                    <a:pt x="2311" y="169"/>
                    <a:pt x="2382" y="164"/>
                    <a:pt x="2441" y="137"/>
                  </a:cubicBezTo>
                  <a:cubicBezTo>
                    <a:pt x="2453" y="138"/>
                    <a:pt x="2464" y="139"/>
                    <a:pt x="2475" y="139"/>
                  </a:cubicBezTo>
                  <a:cubicBezTo>
                    <a:pt x="2536" y="139"/>
                    <a:pt x="2598" y="116"/>
                    <a:pt x="2659" y="116"/>
                  </a:cubicBezTo>
                  <a:close/>
                  <a:moveTo>
                    <a:pt x="2512" y="1"/>
                  </a:moveTo>
                  <a:cubicBezTo>
                    <a:pt x="2501" y="6"/>
                    <a:pt x="2490" y="22"/>
                    <a:pt x="2479" y="22"/>
                  </a:cubicBezTo>
                  <a:cubicBezTo>
                    <a:pt x="2425" y="33"/>
                    <a:pt x="2371" y="33"/>
                    <a:pt x="2327" y="39"/>
                  </a:cubicBezTo>
                  <a:cubicBezTo>
                    <a:pt x="2284" y="44"/>
                    <a:pt x="2235" y="50"/>
                    <a:pt x="2191" y="55"/>
                  </a:cubicBezTo>
                  <a:cubicBezTo>
                    <a:pt x="2142" y="55"/>
                    <a:pt x="2099" y="66"/>
                    <a:pt x="2055" y="88"/>
                  </a:cubicBezTo>
                  <a:cubicBezTo>
                    <a:pt x="2012" y="104"/>
                    <a:pt x="1974" y="115"/>
                    <a:pt x="1930" y="120"/>
                  </a:cubicBezTo>
                  <a:cubicBezTo>
                    <a:pt x="1876" y="137"/>
                    <a:pt x="1822" y="153"/>
                    <a:pt x="1767" y="169"/>
                  </a:cubicBezTo>
                  <a:cubicBezTo>
                    <a:pt x="1697" y="191"/>
                    <a:pt x="1626" y="218"/>
                    <a:pt x="1561" y="251"/>
                  </a:cubicBezTo>
                  <a:cubicBezTo>
                    <a:pt x="1495" y="278"/>
                    <a:pt x="1430" y="321"/>
                    <a:pt x="1360" y="354"/>
                  </a:cubicBezTo>
                  <a:cubicBezTo>
                    <a:pt x="1283" y="387"/>
                    <a:pt x="1240" y="452"/>
                    <a:pt x="1169" y="484"/>
                  </a:cubicBezTo>
                  <a:cubicBezTo>
                    <a:pt x="1153" y="495"/>
                    <a:pt x="1148" y="512"/>
                    <a:pt x="1126" y="517"/>
                  </a:cubicBezTo>
                  <a:cubicBezTo>
                    <a:pt x="1111" y="527"/>
                    <a:pt x="1127" y="562"/>
                    <a:pt x="1104" y="562"/>
                  </a:cubicBezTo>
                  <a:cubicBezTo>
                    <a:pt x="1101" y="562"/>
                    <a:pt x="1097" y="562"/>
                    <a:pt x="1093" y="561"/>
                  </a:cubicBezTo>
                  <a:cubicBezTo>
                    <a:pt x="1023" y="620"/>
                    <a:pt x="936" y="664"/>
                    <a:pt x="887" y="751"/>
                  </a:cubicBezTo>
                  <a:cubicBezTo>
                    <a:pt x="881" y="767"/>
                    <a:pt x="859" y="789"/>
                    <a:pt x="849" y="789"/>
                  </a:cubicBezTo>
                  <a:cubicBezTo>
                    <a:pt x="794" y="789"/>
                    <a:pt x="789" y="843"/>
                    <a:pt x="745" y="854"/>
                  </a:cubicBezTo>
                  <a:cubicBezTo>
                    <a:pt x="729" y="865"/>
                    <a:pt x="702" y="892"/>
                    <a:pt x="702" y="903"/>
                  </a:cubicBezTo>
                  <a:cubicBezTo>
                    <a:pt x="713" y="957"/>
                    <a:pt x="658" y="963"/>
                    <a:pt x="642" y="990"/>
                  </a:cubicBezTo>
                  <a:cubicBezTo>
                    <a:pt x="637" y="1006"/>
                    <a:pt x="626" y="1017"/>
                    <a:pt x="615" y="1028"/>
                  </a:cubicBezTo>
                  <a:cubicBezTo>
                    <a:pt x="571" y="1050"/>
                    <a:pt x="604" y="1093"/>
                    <a:pt x="571" y="1120"/>
                  </a:cubicBezTo>
                  <a:cubicBezTo>
                    <a:pt x="544" y="1142"/>
                    <a:pt x="522" y="1169"/>
                    <a:pt x="495" y="1197"/>
                  </a:cubicBezTo>
                  <a:cubicBezTo>
                    <a:pt x="484" y="1213"/>
                    <a:pt x="474" y="1235"/>
                    <a:pt x="474" y="1251"/>
                  </a:cubicBezTo>
                  <a:cubicBezTo>
                    <a:pt x="478" y="1275"/>
                    <a:pt x="466" y="1278"/>
                    <a:pt x="451" y="1278"/>
                  </a:cubicBezTo>
                  <a:cubicBezTo>
                    <a:pt x="446" y="1278"/>
                    <a:pt x="441" y="1278"/>
                    <a:pt x="435" y="1278"/>
                  </a:cubicBezTo>
                  <a:lnTo>
                    <a:pt x="435" y="1294"/>
                  </a:lnTo>
                  <a:cubicBezTo>
                    <a:pt x="446" y="1311"/>
                    <a:pt x="441" y="1332"/>
                    <a:pt x="419" y="1332"/>
                  </a:cubicBezTo>
                  <a:cubicBezTo>
                    <a:pt x="392" y="1343"/>
                    <a:pt x="387" y="1365"/>
                    <a:pt x="387" y="1387"/>
                  </a:cubicBezTo>
                  <a:cubicBezTo>
                    <a:pt x="381" y="1430"/>
                    <a:pt x="332" y="1463"/>
                    <a:pt x="343" y="1517"/>
                  </a:cubicBezTo>
                  <a:cubicBezTo>
                    <a:pt x="348" y="1527"/>
                    <a:pt x="332" y="1540"/>
                    <a:pt x="314" y="1540"/>
                  </a:cubicBezTo>
                  <a:cubicBezTo>
                    <a:pt x="311" y="1540"/>
                    <a:pt x="308" y="1540"/>
                    <a:pt x="305" y="1539"/>
                  </a:cubicBezTo>
                  <a:cubicBezTo>
                    <a:pt x="300" y="1539"/>
                    <a:pt x="278" y="1550"/>
                    <a:pt x="300" y="1566"/>
                  </a:cubicBezTo>
                  <a:lnTo>
                    <a:pt x="300" y="1583"/>
                  </a:lnTo>
                  <a:cubicBezTo>
                    <a:pt x="278" y="1653"/>
                    <a:pt x="240" y="1724"/>
                    <a:pt x="218" y="1795"/>
                  </a:cubicBezTo>
                  <a:cubicBezTo>
                    <a:pt x="213" y="1811"/>
                    <a:pt x="202" y="1827"/>
                    <a:pt x="191" y="1843"/>
                  </a:cubicBezTo>
                  <a:cubicBezTo>
                    <a:pt x="191" y="1843"/>
                    <a:pt x="180" y="1849"/>
                    <a:pt x="180" y="1854"/>
                  </a:cubicBezTo>
                  <a:cubicBezTo>
                    <a:pt x="169" y="1887"/>
                    <a:pt x="164" y="1920"/>
                    <a:pt x="158" y="1958"/>
                  </a:cubicBezTo>
                  <a:cubicBezTo>
                    <a:pt x="153" y="1996"/>
                    <a:pt x="142" y="2028"/>
                    <a:pt x="131" y="2066"/>
                  </a:cubicBezTo>
                  <a:cubicBezTo>
                    <a:pt x="120" y="2077"/>
                    <a:pt x="98" y="2077"/>
                    <a:pt x="109" y="2104"/>
                  </a:cubicBezTo>
                  <a:cubicBezTo>
                    <a:pt x="115" y="2121"/>
                    <a:pt x="82" y="2148"/>
                    <a:pt x="82" y="2164"/>
                  </a:cubicBezTo>
                  <a:cubicBezTo>
                    <a:pt x="77" y="2180"/>
                    <a:pt x="93" y="2202"/>
                    <a:pt x="88" y="2219"/>
                  </a:cubicBezTo>
                  <a:cubicBezTo>
                    <a:pt x="60" y="2305"/>
                    <a:pt x="44" y="2398"/>
                    <a:pt x="33" y="2485"/>
                  </a:cubicBezTo>
                  <a:cubicBezTo>
                    <a:pt x="28" y="2512"/>
                    <a:pt x="39" y="2539"/>
                    <a:pt x="28" y="2556"/>
                  </a:cubicBezTo>
                  <a:cubicBezTo>
                    <a:pt x="6" y="2604"/>
                    <a:pt x="1" y="2659"/>
                    <a:pt x="11" y="2708"/>
                  </a:cubicBezTo>
                  <a:cubicBezTo>
                    <a:pt x="11" y="2762"/>
                    <a:pt x="22" y="2816"/>
                    <a:pt x="28" y="2871"/>
                  </a:cubicBezTo>
                  <a:cubicBezTo>
                    <a:pt x="28" y="2893"/>
                    <a:pt x="60" y="2914"/>
                    <a:pt x="39" y="2941"/>
                  </a:cubicBezTo>
                  <a:cubicBezTo>
                    <a:pt x="17" y="2969"/>
                    <a:pt x="60" y="2980"/>
                    <a:pt x="55" y="3012"/>
                  </a:cubicBezTo>
                  <a:cubicBezTo>
                    <a:pt x="55" y="3056"/>
                    <a:pt x="55" y="3099"/>
                    <a:pt x="66" y="3143"/>
                  </a:cubicBezTo>
                  <a:cubicBezTo>
                    <a:pt x="77" y="3202"/>
                    <a:pt x="88" y="3262"/>
                    <a:pt x="98" y="3327"/>
                  </a:cubicBezTo>
                  <a:cubicBezTo>
                    <a:pt x="104" y="3371"/>
                    <a:pt x="120" y="3414"/>
                    <a:pt x="142" y="3452"/>
                  </a:cubicBezTo>
                  <a:cubicBezTo>
                    <a:pt x="153" y="3463"/>
                    <a:pt x="158" y="3469"/>
                    <a:pt x="158" y="3480"/>
                  </a:cubicBezTo>
                  <a:cubicBezTo>
                    <a:pt x="169" y="3545"/>
                    <a:pt x="191" y="3610"/>
                    <a:pt x="223" y="3670"/>
                  </a:cubicBezTo>
                  <a:cubicBezTo>
                    <a:pt x="234" y="3702"/>
                    <a:pt x="245" y="3730"/>
                    <a:pt x="256" y="3762"/>
                  </a:cubicBezTo>
                  <a:cubicBezTo>
                    <a:pt x="262" y="3817"/>
                    <a:pt x="283" y="3871"/>
                    <a:pt x="321" y="3914"/>
                  </a:cubicBezTo>
                  <a:cubicBezTo>
                    <a:pt x="338" y="3931"/>
                    <a:pt x="349" y="3953"/>
                    <a:pt x="349" y="3974"/>
                  </a:cubicBezTo>
                  <a:cubicBezTo>
                    <a:pt x="354" y="4001"/>
                    <a:pt x="370" y="4023"/>
                    <a:pt x="392" y="4040"/>
                  </a:cubicBezTo>
                  <a:cubicBezTo>
                    <a:pt x="376" y="4083"/>
                    <a:pt x="408" y="4094"/>
                    <a:pt x="430" y="4116"/>
                  </a:cubicBezTo>
                  <a:cubicBezTo>
                    <a:pt x="441" y="4132"/>
                    <a:pt x="452" y="4148"/>
                    <a:pt x="457" y="4165"/>
                  </a:cubicBezTo>
                  <a:cubicBezTo>
                    <a:pt x="468" y="4192"/>
                    <a:pt x="479" y="4213"/>
                    <a:pt x="490" y="4235"/>
                  </a:cubicBezTo>
                  <a:cubicBezTo>
                    <a:pt x="517" y="4284"/>
                    <a:pt x="555" y="4328"/>
                    <a:pt x="577" y="4371"/>
                  </a:cubicBezTo>
                  <a:cubicBezTo>
                    <a:pt x="604" y="4409"/>
                    <a:pt x="647" y="4436"/>
                    <a:pt x="647" y="4491"/>
                  </a:cubicBezTo>
                  <a:cubicBezTo>
                    <a:pt x="713" y="4572"/>
                    <a:pt x="778" y="4654"/>
                    <a:pt x="843" y="4730"/>
                  </a:cubicBezTo>
                  <a:cubicBezTo>
                    <a:pt x="876" y="4768"/>
                    <a:pt x="914" y="4806"/>
                    <a:pt x="952" y="4839"/>
                  </a:cubicBezTo>
                  <a:cubicBezTo>
                    <a:pt x="979" y="4860"/>
                    <a:pt x="1006" y="4882"/>
                    <a:pt x="1039" y="4904"/>
                  </a:cubicBezTo>
                  <a:cubicBezTo>
                    <a:pt x="1104" y="4953"/>
                    <a:pt x="1175" y="4996"/>
                    <a:pt x="1235" y="5051"/>
                  </a:cubicBezTo>
                  <a:cubicBezTo>
                    <a:pt x="1256" y="5072"/>
                    <a:pt x="1289" y="5067"/>
                    <a:pt x="1294" y="5083"/>
                  </a:cubicBezTo>
                  <a:cubicBezTo>
                    <a:pt x="1305" y="5116"/>
                    <a:pt x="1327" y="5116"/>
                    <a:pt x="1349" y="5127"/>
                  </a:cubicBezTo>
                  <a:cubicBezTo>
                    <a:pt x="1381" y="5143"/>
                    <a:pt x="1414" y="5181"/>
                    <a:pt x="1447" y="5181"/>
                  </a:cubicBezTo>
                  <a:cubicBezTo>
                    <a:pt x="1495" y="5186"/>
                    <a:pt x="1523" y="5219"/>
                    <a:pt x="1561" y="5235"/>
                  </a:cubicBezTo>
                  <a:cubicBezTo>
                    <a:pt x="1577" y="5246"/>
                    <a:pt x="1599" y="5246"/>
                    <a:pt x="1620" y="5252"/>
                  </a:cubicBezTo>
                  <a:cubicBezTo>
                    <a:pt x="1626" y="5252"/>
                    <a:pt x="1626" y="5252"/>
                    <a:pt x="1631" y="5257"/>
                  </a:cubicBezTo>
                  <a:cubicBezTo>
                    <a:pt x="1637" y="5268"/>
                    <a:pt x="1642" y="5284"/>
                    <a:pt x="1642" y="5290"/>
                  </a:cubicBezTo>
                  <a:cubicBezTo>
                    <a:pt x="1653" y="5292"/>
                    <a:pt x="1665" y="5292"/>
                    <a:pt x="1676" y="5292"/>
                  </a:cubicBezTo>
                  <a:cubicBezTo>
                    <a:pt x="1687" y="5292"/>
                    <a:pt x="1697" y="5292"/>
                    <a:pt x="1702" y="5295"/>
                  </a:cubicBezTo>
                  <a:cubicBezTo>
                    <a:pt x="1746" y="5328"/>
                    <a:pt x="1800" y="5350"/>
                    <a:pt x="1854" y="5350"/>
                  </a:cubicBezTo>
                  <a:cubicBezTo>
                    <a:pt x="1881" y="5382"/>
                    <a:pt x="1941" y="5350"/>
                    <a:pt x="1952" y="5398"/>
                  </a:cubicBezTo>
                  <a:cubicBezTo>
                    <a:pt x="2016" y="5418"/>
                    <a:pt x="2067" y="5465"/>
                    <a:pt x="2137" y="5465"/>
                  </a:cubicBezTo>
                  <a:cubicBezTo>
                    <a:pt x="2144" y="5465"/>
                    <a:pt x="2151" y="5465"/>
                    <a:pt x="2159" y="5464"/>
                  </a:cubicBezTo>
                  <a:cubicBezTo>
                    <a:pt x="2224" y="5464"/>
                    <a:pt x="2284" y="5475"/>
                    <a:pt x="2338" y="5502"/>
                  </a:cubicBezTo>
                  <a:cubicBezTo>
                    <a:pt x="2354" y="5507"/>
                    <a:pt x="2372" y="5510"/>
                    <a:pt x="2390" y="5510"/>
                  </a:cubicBezTo>
                  <a:cubicBezTo>
                    <a:pt x="2407" y="5510"/>
                    <a:pt x="2425" y="5507"/>
                    <a:pt x="2441" y="5502"/>
                  </a:cubicBezTo>
                  <a:cubicBezTo>
                    <a:pt x="2443" y="5501"/>
                    <a:pt x="2445" y="5501"/>
                    <a:pt x="2446" y="5501"/>
                  </a:cubicBezTo>
                  <a:cubicBezTo>
                    <a:pt x="2472" y="5501"/>
                    <a:pt x="2491" y="5532"/>
                    <a:pt x="2522" y="5532"/>
                  </a:cubicBezTo>
                  <a:cubicBezTo>
                    <a:pt x="2527" y="5532"/>
                    <a:pt x="2533" y="5531"/>
                    <a:pt x="2539" y="5529"/>
                  </a:cubicBezTo>
                  <a:cubicBezTo>
                    <a:pt x="2539" y="5523"/>
                    <a:pt x="2545" y="5518"/>
                    <a:pt x="2550" y="5518"/>
                  </a:cubicBezTo>
                  <a:cubicBezTo>
                    <a:pt x="2566" y="5515"/>
                    <a:pt x="2583" y="5514"/>
                    <a:pt x="2599" y="5514"/>
                  </a:cubicBezTo>
                  <a:cubicBezTo>
                    <a:pt x="2615" y="5514"/>
                    <a:pt x="2632" y="5515"/>
                    <a:pt x="2648" y="5518"/>
                  </a:cubicBezTo>
                  <a:cubicBezTo>
                    <a:pt x="2671" y="5525"/>
                    <a:pt x="2689" y="5533"/>
                    <a:pt x="2709" y="5533"/>
                  </a:cubicBezTo>
                  <a:cubicBezTo>
                    <a:pt x="2722" y="5533"/>
                    <a:pt x="2736" y="5529"/>
                    <a:pt x="2751" y="5518"/>
                  </a:cubicBezTo>
                  <a:cubicBezTo>
                    <a:pt x="2754" y="5515"/>
                    <a:pt x="2757" y="5514"/>
                    <a:pt x="2760" y="5514"/>
                  </a:cubicBezTo>
                  <a:cubicBezTo>
                    <a:pt x="2763" y="5514"/>
                    <a:pt x="2767" y="5515"/>
                    <a:pt x="2773" y="5518"/>
                  </a:cubicBezTo>
                  <a:cubicBezTo>
                    <a:pt x="2797" y="5530"/>
                    <a:pt x="2824" y="5536"/>
                    <a:pt x="2851" y="5536"/>
                  </a:cubicBezTo>
                  <a:cubicBezTo>
                    <a:pt x="2884" y="5536"/>
                    <a:pt x="2917" y="5528"/>
                    <a:pt x="2947" y="5513"/>
                  </a:cubicBezTo>
                  <a:cubicBezTo>
                    <a:pt x="2979" y="5525"/>
                    <a:pt x="3012" y="5531"/>
                    <a:pt x="3045" y="5531"/>
                  </a:cubicBezTo>
                  <a:cubicBezTo>
                    <a:pt x="3056" y="5531"/>
                    <a:pt x="3066" y="5530"/>
                    <a:pt x="3077" y="5529"/>
                  </a:cubicBezTo>
                  <a:cubicBezTo>
                    <a:pt x="3085" y="5525"/>
                    <a:pt x="3097" y="5509"/>
                    <a:pt x="3109" y="5509"/>
                  </a:cubicBezTo>
                  <a:cubicBezTo>
                    <a:pt x="3115" y="5509"/>
                    <a:pt x="3121" y="5513"/>
                    <a:pt x="3126" y="5523"/>
                  </a:cubicBezTo>
                  <a:cubicBezTo>
                    <a:pt x="3135" y="5514"/>
                    <a:pt x="3147" y="5510"/>
                    <a:pt x="3160" y="5510"/>
                  </a:cubicBezTo>
                  <a:cubicBezTo>
                    <a:pt x="3171" y="5510"/>
                    <a:pt x="3182" y="5513"/>
                    <a:pt x="3191" y="5518"/>
                  </a:cubicBezTo>
                  <a:lnTo>
                    <a:pt x="3262" y="5518"/>
                  </a:lnTo>
                  <a:cubicBezTo>
                    <a:pt x="3272" y="5508"/>
                    <a:pt x="3259" y="5474"/>
                    <a:pt x="3283" y="5474"/>
                  </a:cubicBezTo>
                  <a:cubicBezTo>
                    <a:pt x="3285" y="5474"/>
                    <a:pt x="3287" y="5474"/>
                    <a:pt x="3289" y="5475"/>
                  </a:cubicBezTo>
                  <a:cubicBezTo>
                    <a:pt x="3300" y="5475"/>
                    <a:pt x="3311" y="5496"/>
                    <a:pt x="3316" y="5513"/>
                  </a:cubicBezTo>
                  <a:cubicBezTo>
                    <a:pt x="3327" y="5502"/>
                    <a:pt x="3344" y="5485"/>
                    <a:pt x="3360" y="5485"/>
                  </a:cubicBezTo>
                  <a:cubicBezTo>
                    <a:pt x="3409" y="5480"/>
                    <a:pt x="3452" y="5458"/>
                    <a:pt x="3485" y="5420"/>
                  </a:cubicBezTo>
                  <a:cubicBezTo>
                    <a:pt x="3509" y="5431"/>
                    <a:pt x="3535" y="5437"/>
                    <a:pt x="3561" y="5437"/>
                  </a:cubicBezTo>
                  <a:cubicBezTo>
                    <a:pt x="3610" y="5437"/>
                    <a:pt x="3659" y="5416"/>
                    <a:pt x="3692" y="5377"/>
                  </a:cubicBezTo>
                  <a:cubicBezTo>
                    <a:pt x="3702" y="5382"/>
                    <a:pt x="3713" y="5398"/>
                    <a:pt x="3724" y="5398"/>
                  </a:cubicBezTo>
                  <a:cubicBezTo>
                    <a:pt x="3746" y="5398"/>
                    <a:pt x="3773" y="5388"/>
                    <a:pt x="3784" y="5366"/>
                  </a:cubicBezTo>
                  <a:cubicBezTo>
                    <a:pt x="3794" y="5352"/>
                    <a:pt x="3811" y="5341"/>
                    <a:pt x="3828" y="5341"/>
                  </a:cubicBezTo>
                  <a:cubicBezTo>
                    <a:pt x="3839" y="5341"/>
                    <a:pt x="3850" y="5345"/>
                    <a:pt x="3860" y="5355"/>
                  </a:cubicBezTo>
                  <a:cubicBezTo>
                    <a:pt x="3882" y="5339"/>
                    <a:pt x="3909" y="5328"/>
                    <a:pt x="3931" y="5322"/>
                  </a:cubicBezTo>
                  <a:cubicBezTo>
                    <a:pt x="3974" y="5317"/>
                    <a:pt x="4012" y="5290"/>
                    <a:pt x="4018" y="5246"/>
                  </a:cubicBezTo>
                  <a:cubicBezTo>
                    <a:pt x="4029" y="5263"/>
                    <a:pt x="4034" y="5268"/>
                    <a:pt x="4045" y="5279"/>
                  </a:cubicBezTo>
                  <a:cubicBezTo>
                    <a:pt x="4083" y="5225"/>
                    <a:pt x="4159" y="5230"/>
                    <a:pt x="4202" y="5176"/>
                  </a:cubicBezTo>
                  <a:cubicBezTo>
                    <a:pt x="4207" y="5177"/>
                    <a:pt x="4211" y="5177"/>
                    <a:pt x="4214" y="5177"/>
                  </a:cubicBezTo>
                  <a:cubicBezTo>
                    <a:pt x="4244" y="5177"/>
                    <a:pt x="4260" y="5143"/>
                    <a:pt x="4284" y="5143"/>
                  </a:cubicBezTo>
                  <a:cubicBezTo>
                    <a:pt x="4317" y="5138"/>
                    <a:pt x="4344" y="5105"/>
                    <a:pt x="4371" y="5083"/>
                  </a:cubicBezTo>
                  <a:cubicBezTo>
                    <a:pt x="4404" y="5056"/>
                    <a:pt x="4436" y="5029"/>
                    <a:pt x="4469" y="4996"/>
                  </a:cubicBezTo>
                  <a:cubicBezTo>
                    <a:pt x="4523" y="4931"/>
                    <a:pt x="4583" y="4877"/>
                    <a:pt x="4654" y="4828"/>
                  </a:cubicBezTo>
                  <a:cubicBezTo>
                    <a:pt x="4675" y="4811"/>
                    <a:pt x="4692" y="4790"/>
                    <a:pt x="4708" y="4773"/>
                  </a:cubicBezTo>
                  <a:cubicBezTo>
                    <a:pt x="4719" y="4757"/>
                    <a:pt x="4730" y="4735"/>
                    <a:pt x="4746" y="4724"/>
                  </a:cubicBezTo>
                  <a:cubicBezTo>
                    <a:pt x="4800" y="4665"/>
                    <a:pt x="4860" y="4610"/>
                    <a:pt x="4909" y="4550"/>
                  </a:cubicBezTo>
                  <a:cubicBezTo>
                    <a:pt x="4980" y="4458"/>
                    <a:pt x="5045" y="4360"/>
                    <a:pt x="5099" y="4257"/>
                  </a:cubicBezTo>
                  <a:cubicBezTo>
                    <a:pt x="5121" y="4213"/>
                    <a:pt x="5148" y="4170"/>
                    <a:pt x="5165" y="4126"/>
                  </a:cubicBezTo>
                  <a:cubicBezTo>
                    <a:pt x="5186" y="4088"/>
                    <a:pt x="5197" y="4045"/>
                    <a:pt x="5224" y="4007"/>
                  </a:cubicBezTo>
                  <a:cubicBezTo>
                    <a:pt x="5235" y="3980"/>
                    <a:pt x="5241" y="3942"/>
                    <a:pt x="5268" y="3920"/>
                  </a:cubicBezTo>
                  <a:cubicBezTo>
                    <a:pt x="5290" y="3898"/>
                    <a:pt x="5262" y="3855"/>
                    <a:pt x="5295" y="3838"/>
                  </a:cubicBezTo>
                  <a:cubicBezTo>
                    <a:pt x="5295" y="3800"/>
                    <a:pt x="5301" y="3762"/>
                    <a:pt x="5322" y="3730"/>
                  </a:cubicBezTo>
                  <a:cubicBezTo>
                    <a:pt x="5339" y="3692"/>
                    <a:pt x="5339" y="3648"/>
                    <a:pt x="5355" y="3610"/>
                  </a:cubicBezTo>
                  <a:cubicBezTo>
                    <a:pt x="5382" y="3545"/>
                    <a:pt x="5360" y="3474"/>
                    <a:pt x="5409" y="3414"/>
                  </a:cubicBezTo>
                  <a:cubicBezTo>
                    <a:pt x="5409" y="3409"/>
                    <a:pt x="5409" y="3404"/>
                    <a:pt x="5409" y="3398"/>
                  </a:cubicBezTo>
                  <a:cubicBezTo>
                    <a:pt x="5393" y="3333"/>
                    <a:pt x="5426" y="3273"/>
                    <a:pt x="5420" y="3213"/>
                  </a:cubicBezTo>
                  <a:cubicBezTo>
                    <a:pt x="5409" y="3132"/>
                    <a:pt x="5447" y="3061"/>
                    <a:pt x="5447" y="2985"/>
                  </a:cubicBezTo>
                  <a:cubicBezTo>
                    <a:pt x="5442" y="2909"/>
                    <a:pt x="5442" y="2827"/>
                    <a:pt x="5447" y="2751"/>
                  </a:cubicBezTo>
                  <a:cubicBezTo>
                    <a:pt x="5447" y="2702"/>
                    <a:pt x="5442" y="2648"/>
                    <a:pt x="5442" y="2599"/>
                  </a:cubicBezTo>
                  <a:cubicBezTo>
                    <a:pt x="5442" y="2539"/>
                    <a:pt x="5442" y="2479"/>
                    <a:pt x="5431" y="2425"/>
                  </a:cubicBezTo>
                  <a:cubicBezTo>
                    <a:pt x="5426" y="2371"/>
                    <a:pt x="5415" y="2316"/>
                    <a:pt x="5398" y="2267"/>
                  </a:cubicBezTo>
                  <a:cubicBezTo>
                    <a:pt x="5371" y="2197"/>
                    <a:pt x="5382" y="2121"/>
                    <a:pt x="5339" y="2055"/>
                  </a:cubicBezTo>
                  <a:cubicBezTo>
                    <a:pt x="5339" y="2050"/>
                    <a:pt x="5339" y="2039"/>
                    <a:pt x="5339" y="2034"/>
                  </a:cubicBezTo>
                  <a:cubicBezTo>
                    <a:pt x="5360" y="2001"/>
                    <a:pt x="5339" y="1968"/>
                    <a:pt x="5322" y="1952"/>
                  </a:cubicBezTo>
                  <a:cubicBezTo>
                    <a:pt x="5311" y="1941"/>
                    <a:pt x="5311" y="1930"/>
                    <a:pt x="5311" y="1914"/>
                  </a:cubicBezTo>
                  <a:cubicBezTo>
                    <a:pt x="5311" y="1898"/>
                    <a:pt x="5301" y="1881"/>
                    <a:pt x="5290" y="1865"/>
                  </a:cubicBezTo>
                  <a:cubicBezTo>
                    <a:pt x="5262" y="1822"/>
                    <a:pt x="5241" y="1773"/>
                    <a:pt x="5224" y="1724"/>
                  </a:cubicBezTo>
                  <a:cubicBezTo>
                    <a:pt x="5214" y="1680"/>
                    <a:pt x="5197" y="1637"/>
                    <a:pt x="5176" y="1599"/>
                  </a:cubicBezTo>
                  <a:cubicBezTo>
                    <a:pt x="5159" y="1577"/>
                    <a:pt x="5137" y="1550"/>
                    <a:pt x="5132" y="1523"/>
                  </a:cubicBezTo>
                  <a:cubicBezTo>
                    <a:pt x="5121" y="1468"/>
                    <a:pt x="5094" y="1414"/>
                    <a:pt x="5067" y="1360"/>
                  </a:cubicBezTo>
                  <a:cubicBezTo>
                    <a:pt x="5050" y="1316"/>
                    <a:pt x="5034" y="1278"/>
                    <a:pt x="5007" y="1240"/>
                  </a:cubicBezTo>
                  <a:cubicBezTo>
                    <a:pt x="4947" y="1175"/>
                    <a:pt x="4893" y="1082"/>
                    <a:pt x="4838" y="1028"/>
                  </a:cubicBezTo>
                  <a:cubicBezTo>
                    <a:pt x="4784" y="968"/>
                    <a:pt x="4735" y="908"/>
                    <a:pt x="4686" y="849"/>
                  </a:cubicBezTo>
                  <a:lnTo>
                    <a:pt x="4686" y="827"/>
                  </a:lnTo>
                  <a:cubicBezTo>
                    <a:pt x="4632" y="800"/>
                    <a:pt x="4583" y="773"/>
                    <a:pt x="4567" y="707"/>
                  </a:cubicBezTo>
                  <a:cubicBezTo>
                    <a:pt x="4567" y="707"/>
                    <a:pt x="4556" y="702"/>
                    <a:pt x="4556" y="702"/>
                  </a:cubicBezTo>
                  <a:cubicBezTo>
                    <a:pt x="4549" y="704"/>
                    <a:pt x="4543" y="705"/>
                    <a:pt x="4538" y="705"/>
                  </a:cubicBezTo>
                  <a:cubicBezTo>
                    <a:pt x="4502" y="705"/>
                    <a:pt x="4520" y="657"/>
                    <a:pt x="4496" y="648"/>
                  </a:cubicBezTo>
                  <a:lnTo>
                    <a:pt x="4474" y="664"/>
                  </a:lnTo>
                  <a:cubicBezTo>
                    <a:pt x="4447" y="637"/>
                    <a:pt x="4404" y="610"/>
                    <a:pt x="4393" y="571"/>
                  </a:cubicBezTo>
                  <a:cubicBezTo>
                    <a:pt x="4376" y="517"/>
                    <a:pt x="4328" y="533"/>
                    <a:pt x="4295" y="506"/>
                  </a:cubicBezTo>
                  <a:cubicBezTo>
                    <a:pt x="4284" y="495"/>
                    <a:pt x="4273" y="484"/>
                    <a:pt x="4262" y="479"/>
                  </a:cubicBezTo>
                  <a:cubicBezTo>
                    <a:pt x="4224" y="457"/>
                    <a:pt x="4186" y="436"/>
                    <a:pt x="4148" y="408"/>
                  </a:cubicBezTo>
                  <a:cubicBezTo>
                    <a:pt x="4110" y="381"/>
                    <a:pt x="4067" y="359"/>
                    <a:pt x="4023" y="343"/>
                  </a:cubicBezTo>
                  <a:cubicBezTo>
                    <a:pt x="3974" y="321"/>
                    <a:pt x="3936" y="278"/>
                    <a:pt x="3876" y="278"/>
                  </a:cubicBezTo>
                  <a:cubicBezTo>
                    <a:pt x="3865" y="278"/>
                    <a:pt x="3860" y="267"/>
                    <a:pt x="3849" y="262"/>
                  </a:cubicBezTo>
                  <a:cubicBezTo>
                    <a:pt x="3817" y="245"/>
                    <a:pt x="3784" y="224"/>
                    <a:pt x="3751" y="213"/>
                  </a:cubicBezTo>
                  <a:cubicBezTo>
                    <a:pt x="3681" y="191"/>
                    <a:pt x="3610" y="169"/>
                    <a:pt x="3545" y="142"/>
                  </a:cubicBezTo>
                  <a:cubicBezTo>
                    <a:pt x="3512" y="126"/>
                    <a:pt x="3474" y="137"/>
                    <a:pt x="3447" y="109"/>
                  </a:cubicBezTo>
                  <a:cubicBezTo>
                    <a:pt x="3444" y="107"/>
                    <a:pt x="3440" y="106"/>
                    <a:pt x="3435" y="106"/>
                  </a:cubicBezTo>
                  <a:cubicBezTo>
                    <a:pt x="3423" y="106"/>
                    <a:pt x="3408" y="111"/>
                    <a:pt x="3399" y="111"/>
                  </a:cubicBezTo>
                  <a:cubicBezTo>
                    <a:pt x="3396" y="111"/>
                    <a:pt x="3394" y="110"/>
                    <a:pt x="3393" y="109"/>
                  </a:cubicBezTo>
                  <a:cubicBezTo>
                    <a:pt x="3333" y="55"/>
                    <a:pt x="3262" y="77"/>
                    <a:pt x="3197" y="60"/>
                  </a:cubicBezTo>
                  <a:cubicBezTo>
                    <a:pt x="3083" y="33"/>
                    <a:pt x="2963" y="17"/>
                    <a:pt x="2849" y="17"/>
                  </a:cubicBezTo>
                  <a:cubicBezTo>
                    <a:pt x="2833" y="17"/>
                    <a:pt x="2822" y="6"/>
                    <a:pt x="2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3"/>
            <p:cNvSpPr/>
            <p:nvPr/>
          </p:nvSpPr>
          <p:spPr>
            <a:xfrm>
              <a:off x="1744641" y="2060945"/>
              <a:ext cx="1126777" cy="1144030"/>
            </a:xfrm>
            <a:custGeom>
              <a:rect b="b" l="l" r="r" t="t"/>
              <a:pathLst>
                <a:path extrusionOk="0" h="9880" w="9731">
                  <a:moveTo>
                    <a:pt x="4865" y="1"/>
                  </a:moveTo>
                  <a:cubicBezTo>
                    <a:pt x="4866" y="2"/>
                    <a:pt x="4868" y="2"/>
                    <a:pt x="4869" y="3"/>
                  </a:cubicBezTo>
                  <a:lnTo>
                    <a:pt x="4869" y="3"/>
                  </a:lnTo>
                  <a:cubicBezTo>
                    <a:pt x="4869" y="2"/>
                    <a:pt x="4870" y="2"/>
                    <a:pt x="4871" y="1"/>
                  </a:cubicBezTo>
                  <a:close/>
                  <a:moveTo>
                    <a:pt x="4671" y="97"/>
                  </a:moveTo>
                  <a:cubicBezTo>
                    <a:pt x="4696" y="97"/>
                    <a:pt x="4722" y="106"/>
                    <a:pt x="4746" y="121"/>
                  </a:cubicBezTo>
                  <a:cubicBezTo>
                    <a:pt x="4747" y="122"/>
                    <a:pt x="4748" y="122"/>
                    <a:pt x="4750" y="122"/>
                  </a:cubicBezTo>
                  <a:cubicBezTo>
                    <a:pt x="4757" y="122"/>
                    <a:pt x="4769" y="115"/>
                    <a:pt x="4778" y="115"/>
                  </a:cubicBezTo>
                  <a:cubicBezTo>
                    <a:pt x="4819" y="107"/>
                    <a:pt x="4859" y="104"/>
                    <a:pt x="4899" y="104"/>
                  </a:cubicBezTo>
                  <a:cubicBezTo>
                    <a:pt x="4972" y="104"/>
                    <a:pt x="5045" y="116"/>
                    <a:pt x="5115" y="137"/>
                  </a:cubicBezTo>
                  <a:cubicBezTo>
                    <a:pt x="5145" y="153"/>
                    <a:pt x="5178" y="161"/>
                    <a:pt x="5210" y="161"/>
                  </a:cubicBezTo>
                  <a:cubicBezTo>
                    <a:pt x="5243" y="161"/>
                    <a:pt x="5276" y="153"/>
                    <a:pt x="5305" y="137"/>
                  </a:cubicBezTo>
                  <a:cubicBezTo>
                    <a:pt x="5322" y="154"/>
                    <a:pt x="5336" y="177"/>
                    <a:pt x="5358" y="177"/>
                  </a:cubicBezTo>
                  <a:cubicBezTo>
                    <a:pt x="5365" y="177"/>
                    <a:pt x="5373" y="175"/>
                    <a:pt x="5382" y="169"/>
                  </a:cubicBezTo>
                  <a:cubicBezTo>
                    <a:pt x="5388" y="166"/>
                    <a:pt x="5396" y="165"/>
                    <a:pt x="5403" y="165"/>
                  </a:cubicBezTo>
                  <a:cubicBezTo>
                    <a:pt x="5420" y="165"/>
                    <a:pt x="5439" y="171"/>
                    <a:pt x="5458" y="175"/>
                  </a:cubicBezTo>
                  <a:cubicBezTo>
                    <a:pt x="5479" y="175"/>
                    <a:pt x="5501" y="180"/>
                    <a:pt x="5517" y="186"/>
                  </a:cubicBezTo>
                  <a:cubicBezTo>
                    <a:pt x="5577" y="202"/>
                    <a:pt x="5637" y="208"/>
                    <a:pt x="5697" y="213"/>
                  </a:cubicBezTo>
                  <a:cubicBezTo>
                    <a:pt x="5706" y="213"/>
                    <a:pt x="5718" y="208"/>
                    <a:pt x="5729" y="208"/>
                  </a:cubicBezTo>
                  <a:cubicBezTo>
                    <a:pt x="5738" y="208"/>
                    <a:pt x="5746" y="211"/>
                    <a:pt x="5751" y="224"/>
                  </a:cubicBezTo>
                  <a:cubicBezTo>
                    <a:pt x="5756" y="232"/>
                    <a:pt x="5762" y="235"/>
                    <a:pt x="5768" y="235"/>
                  </a:cubicBezTo>
                  <a:cubicBezTo>
                    <a:pt x="5778" y="235"/>
                    <a:pt x="5789" y="227"/>
                    <a:pt x="5801" y="227"/>
                  </a:cubicBezTo>
                  <a:cubicBezTo>
                    <a:pt x="5804" y="227"/>
                    <a:pt x="5808" y="228"/>
                    <a:pt x="5811" y="229"/>
                  </a:cubicBezTo>
                  <a:cubicBezTo>
                    <a:pt x="5876" y="278"/>
                    <a:pt x="5958" y="273"/>
                    <a:pt x="6028" y="294"/>
                  </a:cubicBezTo>
                  <a:cubicBezTo>
                    <a:pt x="6088" y="311"/>
                    <a:pt x="6148" y="327"/>
                    <a:pt x="6208" y="333"/>
                  </a:cubicBezTo>
                  <a:cubicBezTo>
                    <a:pt x="6219" y="333"/>
                    <a:pt x="6229" y="338"/>
                    <a:pt x="6240" y="343"/>
                  </a:cubicBezTo>
                  <a:cubicBezTo>
                    <a:pt x="6344" y="398"/>
                    <a:pt x="6458" y="441"/>
                    <a:pt x="6572" y="474"/>
                  </a:cubicBezTo>
                  <a:cubicBezTo>
                    <a:pt x="6583" y="485"/>
                    <a:pt x="6599" y="490"/>
                    <a:pt x="6610" y="501"/>
                  </a:cubicBezTo>
                  <a:cubicBezTo>
                    <a:pt x="6623" y="514"/>
                    <a:pt x="6637" y="531"/>
                    <a:pt x="6659" y="531"/>
                  </a:cubicBezTo>
                  <a:cubicBezTo>
                    <a:pt x="6664" y="531"/>
                    <a:pt x="6669" y="530"/>
                    <a:pt x="6675" y="528"/>
                  </a:cubicBezTo>
                  <a:cubicBezTo>
                    <a:pt x="6675" y="527"/>
                    <a:pt x="6675" y="527"/>
                    <a:pt x="6676" y="527"/>
                  </a:cubicBezTo>
                  <a:cubicBezTo>
                    <a:pt x="6677" y="527"/>
                    <a:pt x="6683" y="536"/>
                    <a:pt x="6692" y="545"/>
                  </a:cubicBezTo>
                  <a:cubicBezTo>
                    <a:pt x="6696" y="549"/>
                    <a:pt x="6699" y="552"/>
                    <a:pt x="6702" y="552"/>
                  </a:cubicBezTo>
                  <a:cubicBezTo>
                    <a:pt x="6706" y="552"/>
                    <a:pt x="6711" y="546"/>
                    <a:pt x="6724" y="534"/>
                  </a:cubicBezTo>
                  <a:cubicBezTo>
                    <a:pt x="6762" y="561"/>
                    <a:pt x="6795" y="588"/>
                    <a:pt x="6833" y="610"/>
                  </a:cubicBezTo>
                  <a:cubicBezTo>
                    <a:pt x="6876" y="626"/>
                    <a:pt x="6920" y="642"/>
                    <a:pt x="6963" y="659"/>
                  </a:cubicBezTo>
                  <a:lnTo>
                    <a:pt x="6996" y="610"/>
                  </a:lnTo>
                  <a:lnTo>
                    <a:pt x="6996" y="691"/>
                  </a:lnTo>
                  <a:cubicBezTo>
                    <a:pt x="7003" y="690"/>
                    <a:pt x="7010" y="689"/>
                    <a:pt x="7016" y="689"/>
                  </a:cubicBezTo>
                  <a:cubicBezTo>
                    <a:pt x="7048" y="689"/>
                    <a:pt x="7072" y="709"/>
                    <a:pt x="7099" y="713"/>
                  </a:cubicBezTo>
                  <a:cubicBezTo>
                    <a:pt x="7170" y="729"/>
                    <a:pt x="7241" y="757"/>
                    <a:pt x="7300" y="800"/>
                  </a:cubicBezTo>
                  <a:cubicBezTo>
                    <a:pt x="7366" y="833"/>
                    <a:pt x="7420" y="887"/>
                    <a:pt x="7491" y="914"/>
                  </a:cubicBezTo>
                  <a:cubicBezTo>
                    <a:pt x="7567" y="958"/>
                    <a:pt x="7637" y="1007"/>
                    <a:pt x="7703" y="1061"/>
                  </a:cubicBezTo>
                  <a:cubicBezTo>
                    <a:pt x="7730" y="1077"/>
                    <a:pt x="7746" y="1110"/>
                    <a:pt x="7773" y="1126"/>
                  </a:cubicBezTo>
                  <a:cubicBezTo>
                    <a:pt x="7893" y="1229"/>
                    <a:pt x="8007" y="1344"/>
                    <a:pt x="8132" y="1436"/>
                  </a:cubicBezTo>
                  <a:cubicBezTo>
                    <a:pt x="8192" y="1490"/>
                    <a:pt x="8246" y="1539"/>
                    <a:pt x="8311" y="1588"/>
                  </a:cubicBezTo>
                  <a:cubicBezTo>
                    <a:pt x="8333" y="1648"/>
                    <a:pt x="8388" y="1675"/>
                    <a:pt x="8431" y="1713"/>
                  </a:cubicBezTo>
                  <a:cubicBezTo>
                    <a:pt x="8442" y="1724"/>
                    <a:pt x="8442" y="1746"/>
                    <a:pt x="8453" y="1757"/>
                  </a:cubicBezTo>
                  <a:cubicBezTo>
                    <a:pt x="8485" y="1827"/>
                    <a:pt x="8556" y="1865"/>
                    <a:pt x="8589" y="1936"/>
                  </a:cubicBezTo>
                  <a:cubicBezTo>
                    <a:pt x="8648" y="1958"/>
                    <a:pt x="8659" y="2023"/>
                    <a:pt x="8692" y="2061"/>
                  </a:cubicBezTo>
                  <a:cubicBezTo>
                    <a:pt x="8746" y="2115"/>
                    <a:pt x="8790" y="2181"/>
                    <a:pt x="8811" y="2251"/>
                  </a:cubicBezTo>
                  <a:cubicBezTo>
                    <a:pt x="8817" y="2257"/>
                    <a:pt x="8822" y="2262"/>
                    <a:pt x="8828" y="2268"/>
                  </a:cubicBezTo>
                  <a:cubicBezTo>
                    <a:pt x="8877" y="2284"/>
                    <a:pt x="8882" y="2338"/>
                    <a:pt x="8909" y="2376"/>
                  </a:cubicBezTo>
                  <a:cubicBezTo>
                    <a:pt x="8920" y="2393"/>
                    <a:pt x="8931" y="2420"/>
                    <a:pt x="8942" y="2425"/>
                  </a:cubicBezTo>
                  <a:cubicBezTo>
                    <a:pt x="8953" y="2431"/>
                    <a:pt x="8937" y="2469"/>
                    <a:pt x="8969" y="2469"/>
                  </a:cubicBezTo>
                  <a:cubicBezTo>
                    <a:pt x="8964" y="2496"/>
                    <a:pt x="9018" y="2507"/>
                    <a:pt x="8985" y="2534"/>
                  </a:cubicBezTo>
                  <a:lnTo>
                    <a:pt x="9062" y="2670"/>
                  </a:lnTo>
                  <a:cubicBezTo>
                    <a:pt x="9078" y="2692"/>
                    <a:pt x="9089" y="2713"/>
                    <a:pt x="9094" y="2735"/>
                  </a:cubicBezTo>
                  <a:cubicBezTo>
                    <a:pt x="9100" y="2757"/>
                    <a:pt x="9110" y="2779"/>
                    <a:pt x="9127" y="2784"/>
                  </a:cubicBezTo>
                  <a:cubicBezTo>
                    <a:pt x="9138" y="2795"/>
                    <a:pt x="9127" y="2822"/>
                    <a:pt x="9143" y="2838"/>
                  </a:cubicBezTo>
                  <a:cubicBezTo>
                    <a:pt x="9159" y="2855"/>
                    <a:pt x="9132" y="2887"/>
                    <a:pt x="9170" y="2893"/>
                  </a:cubicBezTo>
                  <a:cubicBezTo>
                    <a:pt x="9181" y="2893"/>
                    <a:pt x="9187" y="2936"/>
                    <a:pt x="9197" y="2958"/>
                  </a:cubicBezTo>
                  <a:cubicBezTo>
                    <a:pt x="9203" y="2980"/>
                    <a:pt x="9219" y="2996"/>
                    <a:pt x="9225" y="3018"/>
                  </a:cubicBezTo>
                  <a:cubicBezTo>
                    <a:pt x="9235" y="3040"/>
                    <a:pt x="9241" y="3061"/>
                    <a:pt x="9246" y="3078"/>
                  </a:cubicBezTo>
                  <a:cubicBezTo>
                    <a:pt x="9252" y="3088"/>
                    <a:pt x="9257" y="3088"/>
                    <a:pt x="9268" y="3099"/>
                  </a:cubicBezTo>
                  <a:cubicBezTo>
                    <a:pt x="9274" y="3116"/>
                    <a:pt x="9290" y="3127"/>
                    <a:pt x="9290" y="3137"/>
                  </a:cubicBezTo>
                  <a:cubicBezTo>
                    <a:pt x="9290" y="3175"/>
                    <a:pt x="9317" y="3197"/>
                    <a:pt x="9322" y="3230"/>
                  </a:cubicBezTo>
                  <a:cubicBezTo>
                    <a:pt x="9328" y="3273"/>
                    <a:pt x="9344" y="3311"/>
                    <a:pt x="9371" y="3339"/>
                  </a:cubicBezTo>
                  <a:cubicBezTo>
                    <a:pt x="9399" y="3371"/>
                    <a:pt x="9399" y="3426"/>
                    <a:pt x="9415" y="3469"/>
                  </a:cubicBezTo>
                  <a:cubicBezTo>
                    <a:pt x="9426" y="3529"/>
                    <a:pt x="9453" y="3589"/>
                    <a:pt x="9480" y="3638"/>
                  </a:cubicBezTo>
                  <a:cubicBezTo>
                    <a:pt x="9507" y="3681"/>
                    <a:pt x="9524" y="3730"/>
                    <a:pt x="9529" y="3784"/>
                  </a:cubicBezTo>
                  <a:cubicBezTo>
                    <a:pt x="9524" y="3817"/>
                    <a:pt x="9556" y="3844"/>
                    <a:pt x="9545" y="3877"/>
                  </a:cubicBezTo>
                  <a:cubicBezTo>
                    <a:pt x="9534" y="3920"/>
                    <a:pt x="9556" y="3936"/>
                    <a:pt x="9578" y="3964"/>
                  </a:cubicBezTo>
                  <a:cubicBezTo>
                    <a:pt x="9551" y="4013"/>
                    <a:pt x="9600" y="4056"/>
                    <a:pt x="9583" y="4105"/>
                  </a:cubicBezTo>
                  <a:cubicBezTo>
                    <a:pt x="9567" y="4143"/>
                    <a:pt x="9594" y="4187"/>
                    <a:pt x="9594" y="4230"/>
                  </a:cubicBezTo>
                  <a:lnTo>
                    <a:pt x="9594" y="4475"/>
                  </a:lnTo>
                  <a:cubicBezTo>
                    <a:pt x="9594" y="4491"/>
                    <a:pt x="9600" y="4513"/>
                    <a:pt x="9600" y="4534"/>
                  </a:cubicBezTo>
                  <a:cubicBezTo>
                    <a:pt x="9594" y="4638"/>
                    <a:pt x="9611" y="4741"/>
                    <a:pt x="9600" y="4844"/>
                  </a:cubicBezTo>
                  <a:cubicBezTo>
                    <a:pt x="9600" y="4888"/>
                    <a:pt x="9600" y="4937"/>
                    <a:pt x="9594" y="4986"/>
                  </a:cubicBezTo>
                  <a:cubicBezTo>
                    <a:pt x="9583" y="5062"/>
                    <a:pt x="9583" y="5138"/>
                    <a:pt x="9594" y="5214"/>
                  </a:cubicBezTo>
                  <a:cubicBezTo>
                    <a:pt x="9600" y="5247"/>
                    <a:pt x="9562" y="5263"/>
                    <a:pt x="9583" y="5301"/>
                  </a:cubicBezTo>
                  <a:cubicBezTo>
                    <a:pt x="9600" y="5323"/>
                    <a:pt x="9589" y="5366"/>
                    <a:pt x="9583" y="5393"/>
                  </a:cubicBezTo>
                  <a:cubicBezTo>
                    <a:pt x="9578" y="5426"/>
                    <a:pt x="9567" y="5459"/>
                    <a:pt x="9562" y="5486"/>
                  </a:cubicBezTo>
                  <a:cubicBezTo>
                    <a:pt x="9551" y="5518"/>
                    <a:pt x="9545" y="5551"/>
                    <a:pt x="9545" y="5584"/>
                  </a:cubicBezTo>
                  <a:cubicBezTo>
                    <a:pt x="9540" y="5654"/>
                    <a:pt x="9529" y="5725"/>
                    <a:pt x="9513" y="5790"/>
                  </a:cubicBezTo>
                  <a:cubicBezTo>
                    <a:pt x="9496" y="5866"/>
                    <a:pt x="9469" y="5931"/>
                    <a:pt x="9458" y="6008"/>
                  </a:cubicBezTo>
                  <a:cubicBezTo>
                    <a:pt x="9442" y="6056"/>
                    <a:pt x="9437" y="6105"/>
                    <a:pt x="9437" y="6160"/>
                  </a:cubicBezTo>
                  <a:cubicBezTo>
                    <a:pt x="9442" y="6165"/>
                    <a:pt x="9431" y="6181"/>
                    <a:pt x="9426" y="6192"/>
                  </a:cubicBezTo>
                  <a:cubicBezTo>
                    <a:pt x="9415" y="6203"/>
                    <a:pt x="9404" y="6220"/>
                    <a:pt x="9399" y="6236"/>
                  </a:cubicBezTo>
                  <a:cubicBezTo>
                    <a:pt x="9393" y="6301"/>
                    <a:pt x="9371" y="6366"/>
                    <a:pt x="9339" y="6421"/>
                  </a:cubicBezTo>
                  <a:cubicBezTo>
                    <a:pt x="9333" y="6432"/>
                    <a:pt x="9333" y="6442"/>
                    <a:pt x="9333" y="6459"/>
                  </a:cubicBezTo>
                  <a:cubicBezTo>
                    <a:pt x="9333" y="6470"/>
                    <a:pt x="9333" y="6480"/>
                    <a:pt x="9333" y="6486"/>
                  </a:cubicBezTo>
                  <a:cubicBezTo>
                    <a:pt x="9279" y="6562"/>
                    <a:pt x="9290" y="6665"/>
                    <a:pt x="9219" y="6736"/>
                  </a:cubicBezTo>
                  <a:cubicBezTo>
                    <a:pt x="9230" y="6796"/>
                    <a:pt x="9181" y="6828"/>
                    <a:pt x="9165" y="6877"/>
                  </a:cubicBezTo>
                  <a:cubicBezTo>
                    <a:pt x="9154" y="6926"/>
                    <a:pt x="9132" y="6970"/>
                    <a:pt x="9105" y="7013"/>
                  </a:cubicBezTo>
                  <a:cubicBezTo>
                    <a:pt x="9089" y="7024"/>
                    <a:pt x="9100" y="7046"/>
                    <a:pt x="9089" y="7073"/>
                  </a:cubicBezTo>
                  <a:cubicBezTo>
                    <a:pt x="9078" y="7100"/>
                    <a:pt x="9072" y="7127"/>
                    <a:pt x="9062" y="7154"/>
                  </a:cubicBezTo>
                  <a:cubicBezTo>
                    <a:pt x="9051" y="7182"/>
                    <a:pt x="9040" y="7225"/>
                    <a:pt x="9023" y="7231"/>
                  </a:cubicBezTo>
                  <a:cubicBezTo>
                    <a:pt x="8975" y="7241"/>
                    <a:pt x="9013" y="7279"/>
                    <a:pt x="9002" y="7301"/>
                  </a:cubicBezTo>
                  <a:cubicBezTo>
                    <a:pt x="8996" y="7301"/>
                    <a:pt x="8996" y="7312"/>
                    <a:pt x="8996" y="7312"/>
                  </a:cubicBezTo>
                  <a:cubicBezTo>
                    <a:pt x="8942" y="7350"/>
                    <a:pt x="8937" y="7415"/>
                    <a:pt x="8904" y="7464"/>
                  </a:cubicBezTo>
                  <a:cubicBezTo>
                    <a:pt x="8898" y="7475"/>
                    <a:pt x="8893" y="7497"/>
                    <a:pt x="8882" y="7513"/>
                  </a:cubicBezTo>
                  <a:cubicBezTo>
                    <a:pt x="8877" y="7535"/>
                    <a:pt x="8866" y="7551"/>
                    <a:pt x="8855" y="7568"/>
                  </a:cubicBezTo>
                  <a:cubicBezTo>
                    <a:pt x="8806" y="7627"/>
                    <a:pt x="8768" y="7687"/>
                    <a:pt x="8730" y="7747"/>
                  </a:cubicBezTo>
                  <a:cubicBezTo>
                    <a:pt x="8703" y="7774"/>
                    <a:pt x="8692" y="7818"/>
                    <a:pt x="8654" y="7829"/>
                  </a:cubicBezTo>
                  <a:cubicBezTo>
                    <a:pt x="8648" y="7877"/>
                    <a:pt x="8599" y="7899"/>
                    <a:pt x="8583" y="7932"/>
                  </a:cubicBezTo>
                  <a:cubicBezTo>
                    <a:pt x="8551" y="8008"/>
                    <a:pt x="8485" y="8051"/>
                    <a:pt x="8436" y="8111"/>
                  </a:cubicBezTo>
                  <a:cubicBezTo>
                    <a:pt x="8393" y="8171"/>
                    <a:pt x="8339" y="8231"/>
                    <a:pt x="8295" y="8291"/>
                  </a:cubicBezTo>
                  <a:cubicBezTo>
                    <a:pt x="8279" y="8307"/>
                    <a:pt x="8241" y="8301"/>
                    <a:pt x="8241" y="8334"/>
                  </a:cubicBezTo>
                  <a:cubicBezTo>
                    <a:pt x="8241" y="8356"/>
                    <a:pt x="8219" y="8356"/>
                    <a:pt x="8203" y="8356"/>
                  </a:cubicBezTo>
                  <a:cubicBezTo>
                    <a:pt x="8203" y="8388"/>
                    <a:pt x="8176" y="8388"/>
                    <a:pt x="8159" y="8405"/>
                  </a:cubicBezTo>
                  <a:cubicBezTo>
                    <a:pt x="8143" y="8421"/>
                    <a:pt x="8132" y="8437"/>
                    <a:pt x="8121" y="8454"/>
                  </a:cubicBezTo>
                  <a:cubicBezTo>
                    <a:pt x="8116" y="8459"/>
                    <a:pt x="8116" y="8470"/>
                    <a:pt x="8116" y="8470"/>
                  </a:cubicBezTo>
                  <a:cubicBezTo>
                    <a:pt x="8045" y="8486"/>
                    <a:pt x="8034" y="8562"/>
                    <a:pt x="7974" y="8590"/>
                  </a:cubicBezTo>
                  <a:cubicBezTo>
                    <a:pt x="7925" y="8606"/>
                    <a:pt x="7898" y="8660"/>
                    <a:pt x="7860" y="8693"/>
                  </a:cubicBezTo>
                  <a:cubicBezTo>
                    <a:pt x="7841" y="8712"/>
                    <a:pt x="7835" y="8738"/>
                    <a:pt x="7805" y="8738"/>
                  </a:cubicBezTo>
                  <a:cubicBezTo>
                    <a:pt x="7801" y="8738"/>
                    <a:pt x="7796" y="8738"/>
                    <a:pt x="7790" y="8736"/>
                  </a:cubicBezTo>
                  <a:cubicBezTo>
                    <a:pt x="7790" y="8736"/>
                    <a:pt x="7784" y="8747"/>
                    <a:pt x="7779" y="8747"/>
                  </a:cubicBezTo>
                  <a:cubicBezTo>
                    <a:pt x="7754" y="8752"/>
                    <a:pt x="7783" y="8792"/>
                    <a:pt x="7753" y="8792"/>
                  </a:cubicBezTo>
                  <a:cubicBezTo>
                    <a:pt x="7750" y="8792"/>
                    <a:pt x="7746" y="8792"/>
                    <a:pt x="7741" y="8791"/>
                  </a:cubicBezTo>
                  <a:cubicBezTo>
                    <a:pt x="7739" y="8790"/>
                    <a:pt x="7738" y="8790"/>
                    <a:pt x="7736" y="8790"/>
                  </a:cubicBezTo>
                  <a:cubicBezTo>
                    <a:pt x="7720" y="8790"/>
                    <a:pt x="7701" y="8813"/>
                    <a:pt x="7686" y="8823"/>
                  </a:cubicBezTo>
                  <a:cubicBezTo>
                    <a:pt x="7681" y="8823"/>
                    <a:pt x="7675" y="8829"/>
                    <a:pt x="7675" y="8829"/>
                  </a:cubicBezTo>
                  <a:cubicBezTo>
                    <a:pt x="7665" y="8888"/>
                    <a:pt x="7599" y="8888"/>
                    <a:pt x="7567" y="8921"/>
                  </a:cubicBezTo>
                  <a:cubicBezTo>
                    <a:pt x="7564" y="8924"/>
                    <a:pt x="7560" y="8924"/>
                    <a:pt x="7557" y="8924"/>
                  </a:cubicBezTo>
                  <a:cubicBezTo>
                    <a:pt x="7553" y="8924"/>
                    <a:pt x="7550" y="8924"/>
                    <a:pt x="7550" y="8927"/>
                  </a:cubicBezTo>
                  <a:cubicBezTo>
                    <a:pt x="7501" y="9008"/>
                    <a:pt x="7420" y="9030"/>
                    <a:pt x="7344" y="9062"/>
                  </a:cubicBezTo>
                  <a:lnTo>
                    <a:pt x="7333" y="9062"/>
                  </a:lnTo>
                  <a:cubicBezTo>
                    <a:pt x="7306" y="9128"/>
                    <a:pt x="7230" y="9122"/>
                    <a:pt x="7186" y="9166"/>
                  </a:cubicBezTo>
                  <a:cubicBezTo>
                    <a:pt x="7170" y="9177"/>
                    <a:pt x="7159" y="9193"/>
                    <a:pt x="7143" y="9209"/>
                  </a:cubicBezTo>
                  <a:lnTo>
                    <a:pt x="7132" y="9182"/>
                  </a:lnTo>
                  <a:cubicBezTo>
                    <a:pt x="7099" y="9247"/>
                    <a:pt x="7007" y="9220"/>
                    <a:pt x="6985" y="9296"/>
                  </a:cubicBezTo>
                  <a:cubicBezTo>
                    <a:pt x="6947" y="9312"/>
                    <a:pt x="6909" y="9329"/>
                    <a:pt x="6871" y="9345"/>
                  </a:cubicBezTo>
                  <a:cubicBezTo>
                    <a:pt x="6817" y="9356"/>
                    <a:pt x="6762" y="9378"/>
                    <a:pt x="6713" y="9405"/>
                  </a:cubicBezTo>
                  <a:cubicBezTo>
                    <a:pt x="6659" y="9438"/>
                    <a:pt x="6599" y="9459"/>
                    <a:pt x="6539" y="9481"/>
                  </a:cubicBezTo>
                  <a:cubicBezTo>
                    <a:pt x="6512" y="9486"/>
                    <a:pt x="6490" y="9497"/>
                    <a:pt x="6469" y="9508"/>
                  </a:cubicBezTo>
                  <a:cubicBezTo>
                    <a:pt x="6458" y="9516"/>
                    <a:pt x="6447" y="9516"/>
                    <a:pt x="6436" y="9516"/>
                  </a:cubicBezTo>
                  <a:cubicBezTo>
                    <a:pt x="6425" y="9516"/>
                    <a:pt x="6414" y="9516"/>
                    <a:pt x="6403" y="9524"/>
                  </a:cubicBezTo>
                  <a:cubicBezTo>
                    <a:pt x="6381" y="9547"/>
                    <a:pt x="6353" y="9559"/>
                    <a:pt x="6326" y="9559"/>
                  </a:cubicBezTo>
                  <a:cubicBezTo>
                    <a:pt x="6313" y="9559"/>
                    <a:pt x="6301" y="9557"/>
                    <a:pt x="6289" y="9552"/>
                  </a:cubicBezTo>
                  <a:cubicBezTo>
                    <a:pt x="6257" y="9584"/>
                    <a:pt x="6208" y="9563"/>
                    <a:pt x="6175" y="9584"/>
                  </a:cubicBezTo>
                  <a:cubicBezTo>
                    <a:pt x="6121" y="9617"/>
                    <a:pt x="6066" y="9633"/>
                    <a:pt x="6007" y="9633"/>
                  </a:cubicBezTo>
                  <a:cubicBezTo>
                    <a:pt x="5963" y="9639"/>
                    <a:pt x="5920" y="9650"/>
                    <a:pt x="5876" y="9666"/>
                  </a:cubicBezTo>
                  <a:cubicBezTo>
                    <a:pt x="5848" y="9674"/>
                    <a:pt x="5821" y="9690"/>
                    <a:pt x="5789" y="9690"/>
                  </a:cubicBezTo>
                  <a:cubicBezTo>
                    <a:pt x="5777" y="9690"/>
                    <a:pt x="5764" y="9688"/>
                    <a:pt x="5751" y="9682"/>
                  </a:cubicBezTo>
                  <a:cubicBezTo>
                    <a:pt x="5729" y="9709"/>
                    <a:pt x="5701" y="9711"/>
                    <a:pt x="5672" y="9711"/>
                  </a:cubicBezTo>
                  <a:cubicBezTo>
                    <a:pt x="5668" y="9711"/>
                    <a:pt x="5665" y="9711"/>
                    <a:pt x="5662" y="9711"/>
                  </a:cubicBezTo>
                  <a:cubicBezTo>
                    <a:pt x="5636" y="9711"/>
                    <a:pt x="5610" y="9712"/>
                    <a:pt x="5588" y="9731"/>
                  </a:cubicBezTo>
                  <a:cubicBezTo>
                    <a:pt x="5566" y="9736"/>
                    <a:pt x="5550" y="9736"/>
                    <a:pt x="5528" y="9736"/>
                  </a:cubicBezTo>
                  <a:cubicBezTo>
                    <a:pt x="5485" y="9743"/>
                    <a:pt x="5439" y="9748"/>
                    <a:pt x="5394" y="9748"/>
                  </a:cubicBezTo>
                  <a:cubicBezTo>
                    <a:pt x="5366" y="9748"/>
                    <a:pt x="5338" y="9746"/>
                    <a:pt x="5311" y="9742"/>
                  </a:cubicBezTo>
                  <a:lnTo>
                    <a:pt x="5240" y="9742"/>
                  </a:lnTo>
                  <a:cubicBezTo>
                    <a:pt x="5208" y="9745"/>
                    <a:pt x="5175" y="9746"/>
                    <a:pt x="5143" y="9746"/>
                  </a:cubicBezTo>
                  <a:cubicBezTo>
                    <a:pt x="5111" y="9746"/>
                    <a:pt x="5080" y="9745"/>
                    <a:pt x="5050" y="9742"/>
                  </a:cubicBezTo>
                  <a:cubicBezTo>
                    <a:pt x="5001" y="9742"/>
                    <a:pt x="4958" y="9747"/>
                    <a:pt x="4914" y="9758"/>
                  </a:cubicBezTo>
                  <a:cubicBezTo>
                    <a:pt x="4901" y="9758"/>
                    <a:pt x="4888" y="9765"/>
                    <a:pt x="4875" y="9765"/>
                  </a:cubicBezTo>
                  <a:cubicBezTo>
                    <a:pt x="4872" y="9765"/>
                    <a:pt x="4868" y="9765"/>
                    <a:pt x="4865" y="9764"/>
                  </a:cubicBezTo>
                  <a:cubicBezTo>
                    <a:pt x="4808" y="9747"/>
                    <a:pt x="4750" y="9741"/>
                    <a:pt x="4690" y="9741"/>
                  </a:cubicBezTo>
                  <a:cubicBezTo>
                    <a:pt x="4653" y="9741"/>
                    <a:pt x="4615" y="9743"/>
                    <a:pt x="4577" y="9747"/>
                  </a:cubicBezTo>
                  <a:lnTo>
                    <a:pt x="4566" y="9747"/>
                  </a:lnTo>
                  <a:cubicBezTo>
                    <a:pt x="4517" y="9736"/>
                    <a:pt x="4463" y="9726"/>
                    <a:pt x="4403" y="9720"/>
                  </a:cubicBezTo>
                  <a:cubicBezTo>
                    <a:pt x="4332" y="9704"/>
                    <a:pt x="4251" y="9693"/>
                    <a:pt x="4175" y="9688"/>
                  </a:cubicBezTo>
                  <a:cubicBezTo>
                    <a:pt x="4142" y="9682"/>
                    <a:pt x="4115" y="9671"/>
                    <a:pt x="4088" y="9660"/>
                  </a:cubicBezTo>
                  <a:cubicBezTo>
                    <a:pt x="4069" y="9671"/>
                    <a:pt x="4048" y="9677"/>
                    <a:pt x="4029" y="9677"/>
                  </a:cubicBezTo>
                  <a:cubicBezTo>
                    <a:pt x="4009" y="9677"/>
                    <a:pt x="3990" y="9671"/>
                    <a:pt x="3974" y="9660"/>
                  </a:cubicBezTo>
                  <a:cubicBezTo>
                    <a:pt x="3950" y="9644"/>
                    <a:pt x="3917" y="9634"/>
                    <a:pt x="3886" y="9634"/>
                  </a:cubicBezTo>
                  <a:cubicBezTo>
                    <a:pt x="3875" y="9634"/>
                    <a:pt x="3864" y="9636"/>
                    <a:pt x="3854" y="9639"/>
                  </a:cubicBezTo>
                  <a:cubicBezTo>
                    <a:pt x="3852" y="9639"/>
                    <a:pt x="3850" y="9639"/>
                    <a:pt x="3848" y="9639"/>
                  </a:cubicBezTo>
                  <a:cubicBezTo>
                    <a:pt x="3831" y="9639"/>
                    <a:pt x="3804" y="9622"/>
                    <a:pt x="3794" y="9617"/>
                  </a:cubicBezTo>
                  <a:cubicBezTo>
                    <a:pt x="3793" y="9616"/>
                    <a:pt x="3792" y="9616"/>
                    <a:pt x="3791" y="9616"/>
                  </a:cubicBezTo>
                  <a:cubicBezTo>
                    <a:pt x="3784" y="9616"/>
                    <a:pt x="3775" y="9621"/>
                    <a:pt x="3768" y="9621"/>
                  </a:cubicBezTo>
                  <a:cubicBezTo>
                    <a:pt x="3761" y="9621"/>
                    <a:pt x="3756" y="9617"/>
                    <a:pt x="3756" y="9601"/>
                  </a:cubicBezTo>
                  <a:cubicBezTo>
                    <a:pt x="3756" y="9595"/>
                    <a:pt x="3724" y="9595"/>
                    <a:pt x="3702" y="9590"/>
                  </a:cubicBezTo>
                  <a:cubicBezTo>
                    <a:pt x="3690" y="9582"/>
                    <a:pt x="3681" y="9574"/>
                    <a:pt x="3670" y="9574"/>
                  </a:cubicBezTo>
                  <a:cubicBezTo>
                    <a:pt x="3665" y="9574"/>
                    <a:pt x="3659" y="9576"/>
                    <a:pt x="3653" y="9579"/>
                  </a:cubicBezTo>
                  <a:cubicBezTo>
                    <a:pt x="3652" y="9579"/>
                    <a:pt x="3650" y="9579"/>
                    <a:pt x="3649" y="9579"/>
                  </a:cubicBezTo>
                  <a:cubicBezTo>
                    <a:pt x="3633" y="9579"/>
                    <a:pt x="3608" y="9551"/>
                    <a:pt x="3593" y="9546"/>
                  </a:cubicBezTo>
                  <a:cubicBezTo>
                    <a:pt x="3589" y="9545"/>
                    <a:pt x="3584" y="9545"/>
                    <a:pt x="3579" y="9545"/>
                  </a:cubicBezTo>
                  <a:cubicBezTo>
                    <a:pt x="3565" y="9545"/>
                    <a:pt x="3551" y="9548"/>
                    <a:pt x="3540" y="9548"/>
                  </a:cubicBezTo>
                  <a:cubicBezTo>
                    <a:pt x="3535" y="9548"/>
                    <a:pt x="3531" y="9547"/>
                    <a:pt x="3528" y="9546"/>
                  </a:cubicBezTo>
                  <a:cubicBezTo>
                    <a:pt x="3490" y="9535"/>
                    <a:pt x="3452" y="9519"/>
                    <a:pt x="3414" y="9497"/>
                  </a:cubicBezTo>
                  <a:cubicBezTo>
                    <a:pt x="3396" y="9479"/>
                    <a:pt x="3370" y="9469"/>
                    <a:pt x="3347" y="9469"/>
                  </a:cubicBezTo>
                  <a:cubicBezTo>
                    <a:pt x="3342" y="9469"/>
                    <a:pt x="3337" y="9469"/>
                    <a:pt x="3332" y="9470"/>
                  </a:cubicBezTo>
                  <a:cubicBezTo>
                    <a:pt x="3331" y="9471"/>
                    <a:pt x="3330" y="9471"/>
                    <a:pt x="3329" y="9471"/>
                  </a:cubicBezTo>
                  <a:cubicBezTo>
                    <a:pt x="3319" y="9471"/>
                    <a:pt x="3308" y="9453"/>
                    <a:pt x="3289" y="9448"/>
                  </a:cubicBezTo>
                  <a:cubicBezTo>
                    <a:pt x="3267" y="9438"/>
                    <a:pt x="3240" y="9438"/>
                    <a:pt x="3218" y="9432"/>
                  </a:cubicBezTo>
                  <a:cubicBezTo>
                    <a:pt x="3196" y="9427"/>
                    <a:pt x="3180" y="9416"/>
                    <a:pt x="3164" y="9405"/>
                  </a:cubicBezTo>
                  <a:cubicBezTo>
                    <a:pt x="3147" y="9394"/>
                    <a:pt x="3126" y="9383"/>
                    <a:pt x="3104" y="9378"/>
                  </a:cubicBezTo>
                  <a:cubicBezTo>
                    <a:pt x="3082" y="9378"/>
                    <a:pt x="3055" y="9367"/>
                    <a:pt x="3039" y="9351"/>
                  </a:cubicBezTo>
                  <a:cubicBezTo>
                    <a:pt x="3029" y="9360"/>
                    <a:pt x="3023" y="9363"/>
                    <a:pt x="3018" y="9363"/>
                  </a:cubicBezTo>
                  <a:cubicBezTo>
                    <a:pt x="3003" y="9363"/>
                    <a:pt x="3004" y="9329"/>
                    <a:pt x="2979" y="9329"/>
                  </a:cubicBezTo>
                  <a:cubicBezTo>
                    <a:pt x="2925" y="9329"/>
                    <a:pt x="2870" y="9307"/>
                    <a:pt x="2832" y="9264"/>
                  </a:cubicBezTo>
                  <a:cubicBezTo>
                    <a:pt x="2810" y="9242"/>
                    <a:pt x="2767" y="9236"/>
                    <a:pt x="2740" y="9226"/>
                  </a:cubicBezTo>
                  <a:cubicBezTo>
                    <a:pt x="2713" y="9215"/>
                    <a:pt x="2685" y="9215"/>
                    <a:pt x="2669" y="9182"/>
                  </a:cubicBezTo>
                  <a:cubicBezTo>
                    <a:pt x="2664" y="9171"/>
                    <a:pt x="2636" y="9166"/>
                    <a:pt x="2620" y="9166"/>
                  </a:cubicBezTo>
                  <a:cubicBezTo>
                    <a:pt x="2577" y="9160"/>
                    <a:pt x="2549" y="9122"/>
                    <a:pt x="2506" y="9117"/>
                  </a:cubicBezTo>
                  <a:cubicBezTo>
                    <a:pt x="2484" y="9117"/>
                    <a:pt x="2468" y="9084"/>
                    <a:pt x="2441" y="9062"/>
                  </a:cubicBezTo>
                  <a:lnTo>
                    <a:pt x="2424" y="9073"/>
                  </a:lnTo>
                  <a:cubicBezTo>
                    <a:pt x="2403" y="9057"/>
                    <a:pt x="2386" y="9041"/>
                    <a:pt x="2365" y="9030"/>
                  </a:cubicBezTo>
                  <a:cubicBezTo>
                    <a:pt x="2348" y="9014"/>
                    <a:pt x="2327" y="9008"/>
                    <a:pt x="2305" y="8997"/>
                  </a:cubicBezTo>
                  <a:cubicBezTo>
                    <a:pt x="2299" y="8992"/>
                    <a:pt x="2283" y="8992"/>
                    <a:pt x="2283" y="8992"/>
                  </a:cubicBezTo>
                  <a:cubicBezTo>
                    <a:pt x="2261" y="8932"/>
                    <a:pt x="2202" y="8916"/>
                    <a:pt x="2158" y="8883"/>
                  </a:cubicBezTo>
                  <a:cubicBezTo>
                    <a:pt x="2131" y="8861"/>
                    <a:pt x="2098" y="8840"/>
                    <a:pt x="2071" y="8823"/>
                  </a:cubicBezTo>
                  <a:cubicBezTo>
                    <a:pt x="2066" y="8818"/>
                    <a:pt x="2055" y="8807"/>
                    <a:pt x="2049" y="8802"/>
                  </a:cubicBezTo>
                  <a:cubicBezTo>
                    <a:pt x="2022" y="8774"/>
                    <a:pt x="2006" y="8725"/>
                    <a:pt x="1962" y="8720"/>
                  </a:cubicBezTo>
                  <a:cubicBezTo>
                    <a:pt x="1923" y="8715"/>
                    <a:pt x="1915" y="8664"/>
                    <a:pt x="1876" y="8664"/>
                  </a:cubicBezTo>
                  <a:cubicBezTo>
                    <a:pt x="1872" y="8664"/>
                    <a:pt x="1869" y="8665"/>
                    <a:pt x="1865" y="8666"/>
                  </a:cubicBezTo>
                  <a:cubicBezTo>
                    <a:pt x="1859" y="8666"/>
                    <a:pt x="1859" y="8649"/>
                    <a:pt x="1837" y="8628"/>
                  </a:cubicBezTo>
                  <a:cubicBezTo>
                    <a:pt x="1821" y="8611"/>
                    <a:pt x="1799" y="8584"/>
                    <a:pt x="1778" y="8579"/>
                  </a:cubicBezTo>
                  <a:cubicBezTo>
                    <a:pt x="1729" y="8557"/>
                    <a:pt x="1718" y="8497"/>
                    <a:pt x="1669" y="8481"/>
                  </a:cubicBezTo>
                  <a:cubicBezTo>
                    <a:pt x="1620" y="8405"/>
                    <a:pt x="1538" y="8361"/>
                    <a:pt x="1495" y="8285"/>
                  </a:cubicBezTo>
                  <a:cubicBezTo>
                    <a:pt x="1484" y="8274"/>
                    <a:pt x="1473" y="8263"/>
                    <a:pt x="1468" y="8258"/>
                  </a:cubicBezTo>
                  <a:lnTo>
                    <a:pt x="1403" y="8187"/>
                  </a:lnTo>
                  <a:cubicBezTo>
                    <a:pt x="1397" y="8182"/>
                    <a:pt x="1392" y="8160"/>
                    <a:pt x="1386" y="8160"/>
                  </a:cubicBezTo>
                  <a:cubicBezTo>
                    <a:pt x="1384" y="8160"/>
                    <a:pt x="1382" y="8160"/>
                    <a:pt x="1380" y="8160"/>
                  </a:cubicBezTo>
                  <a:cubicBezTo>
                    <a:pt x="1326" y="8160"/>
                    <a:pt x="1320" y="8094"/>
                    <a:pt x="1305" y="8079"/>
                  </a:cubicBezTo>
                  <a:cubicBezTo>
                    <a:pt x="1283" y="8057"/>
                    <a:pt x="1272" y="8024"/>
                    <a:pt x="1250" y="8008"/>
                  </a:cubicBezTo>
                  <a:cubicBezTo>
                    <a:pt x="1229" y="7992"/>
                    <a:pt x="1223" y="7964"/>
                    <a:pt x="1196" y="7954"/>
                  </a:cubicBezTo>
                  <a:cubicBezTo>
                    <a:pt x="1180" y="7948"/>
                    <a:pt x="1169" y="7915"/>
                    <a:pt x="1152" y="7894"/>
                  </a:cubicBezTo>
                  <a:cubicBezTo>
                    <a:pt x="1125" y="7867"/>
                    <a:pt x="1104" y="7834"/>
                    <a:pt x="1087" y="7801"/>
                  </a:cubicBezTo>
                  <a:cubicBezTo>
                    <a:pt x="1060" y="7752"/>
                    <a:pt x="1033" y="7709"/>
                    <a:pt x="995" y="7665"/>
                  </a:cubicBezTo>
                  <a:cubicBezTo>
                    <a:pt x="984" y="7644"/>
                    <a:pt x="946" y="7638"/>
                    <a:pt x="968" y="7600"/>
                  </a:cubicBezTo>
                  <a:cubicBezTo>
                    <a:pt x="968" y="7600"/>
                    <a:pt x="968" y="7600"/>
                    <a:pt x="951" y="7584"/>
                  </a:cubicBezTo>
                  <a:cubicBezTo>
                    <a:pt x="935" y="7568"/>
                    <a:pt x="919" y="7557"/>
                    <a:pt x="913" y="7540"/>
                  </a:cubicBezTo>
                  <a:cubicBezTo>
                    <a:pt x="892" y="7491"/>
                    <a:pt x="859" y="7453"/>
                    <a:pt x="843" y="7405"/>
                  </a:cubicBezTo>
                  <a:cubicBezTo>
                    <a:pt x="837" y="7377"/>
                    <a:pt x="799" y="7356"/>
                    <a:pt x="788" y="7328"/>
                  </a:cubicBezTo>
                  <a:cubicBezTo>
                    <a:pt x="767" y="7258"/>
                    <a:pt x="723" y="7203"/>
                    <a:pt x="701" y="7138"/>
                  </a:cubicBezTo>
                  <a:cubicBezTo>
                    <a:pt x="669" y="7084"/>
                    <a:pt x="647" y="7029"/>
                    <a:pt x="625" y="6975"/>
                  </a:cubicBezTo>
                  <a:cubicBezTo>
                    <a:pt x="609" y="6921"/>
                    <a:pt x="560" y="6877"/>
                    <a:pt x="549" y="6823"/>
                  </a:cubicBezTo>
                  <a:cubicBezTo>
                    <a:pt x="506" y="6812"/>
                    <a:pt x="522" y="6769"/>
                    <a:pt x="511" y="6741"/>
                  </a:cubicBezTo>
                  <a:cubicBezTo>
                    <a:pt x="500" y="6714"/>
                    <a:pt x="489" y="6687"/>
                    <a:pt x="484" y="6654"/>
                  </a:cubicBezTo>
                  <a:cubicBezTo>
                    <a:pt x="473" y="6611"/>
                    <a:pt x="440" y="6584"/>
                    <a:pt x="440" y="6535"/>
                  </a:cubicBezTo>
                  <a:cubicBezTo>
                    <a:pt x="440" y="6518"/>
                    <a:pt x="408" y="6502"/>
                    <a:pt x="397" y="6491"/>
                  </a:cubicBezTo>
                  <a:cubicBezTo>
                    <a:pt x="397" y="6470"/>
                    <a:pt x="402" y="6453"/>
                    <a:pt x="397" y="6448"/>
                  </a:cubicBezTo>
                  <a:cubicBezTo>
                    <a:pt x="359" y="6415"/>
                    <a:pt x="348" y="6361"/>
                    <a:pt x="364" y="6312"/>
                  </a:cubicBezTo>
                  <a:cubicBezTo>
                    <a:pt x="375" y="6285"/>
                    <a:pt x="332" y="6263"/>
                    <a:pt x="343" y="6236"/>
                  </a:cubicBezTo>
                  <a:lnTo>
                    <a:pt x="326" y="6230"/>
                  </a:lnTo>
                  <a:lnTo>
                    <a:pt x="348" y="6160"/>
                  </a:lnTo>
                  <a:lnTo>
                    <a:pt x="288" y="6160"/>
                  </a:lnTo>
                  <a:lnTo>
                    <a:pt x="315" y="6105"/>
                  </a:lnTo>
                  <a:cubicBezTo>
                    <a:pt x="266" y="6051"/>
                    <a:pt x="321" y="5964"/>
                    <a:pt x="266" y="5921"/>
                  </a:cubicBezTo>
                  <a:cubicBezTo>
                    <a:pt x="266" y="5893"/>
                    <a:pt x="266" y="5872"/>
                    <a:pt x="266" y="5844"/>
                  </a:cubicBezTo>
                  <a:cubicBezTo>
                    <a:pt x="250" y="5806"/>
                    <a:pt x="239" y="5763"/>
                    <a:pt x="239" y="5719"/>
                  </a:cubicBezTo>
                  <a:cubicBezTo>
                    <a:pt x="239" y="5692"/>
                    <a:pt x="217" y="5654"/>
                    <a:pt x="217" y="5622"/>
                  </a:cubicBezTo>
                  <a:cubicBezTo>
                    <a:pt x="201" y="5540"/>
                    <a:pt x="190" y="5453"/>
                    <a:pt x="190" y="5372"/>
                  </a:cubicBezTo>
                  <a:cubicBezTo>
                    <a:pt x="185" y="5323"/>
                    <a:pt x="179" y="5279"/>
                    <a:pt x="169" y="5236"/>
                  </a:cubicBezTo>
                  <a:cubicBezTo>
                    <a:pt x="169" y="5203"/>
                    <a:pt x="169" y="5176"/>
                    <a:pt x="174" y="5149"/>
                  </a:cubicBezTo>
                  <a:lnTo>
                    <a:pt x="174" y="5035"/>
                  </a:lnTo>
                  <a:cubicBezTo>
                    <a:pt x="169" y="4920"/>
                    <a:pt x="163" y="4806"/>
                    <a:pt x="163" y="4697"/>
                  </a:cubicBezTo>
                  <a:cubicBezTo>
                    <a:pt x="169" y="4594"/>
                    <a:pt x="169" y="4496"/>
                    <a:pt x="174" y="4393"/>
                  </a:cubicBezTo>
                  <a:cubicBezTo>
                    <a:pt x="179" y="4333"/>
                    <a:pt x="185" y="4268"/>
                    <a:pt x="185" y="4203"/>
                  </a:cubicBezTo>
                  <a:cubicBezTo>
                    <a:pt x="190" y="4105"/>
                    <a:pt x="223" y="4002"/>
                    <a:pt x="234" y="3904"/>
                  </a:cubicBezTo>
                  <a:cubicBezTo>
                    <a:pt x="239" y="3839"/>
                    <a:pt x="283" y="3773"/>
                    <a:pt x="272" y="3703"/>
                  </a:cubicBezTo>
                  <a:cubicBezTo>
                    <a:pt x="315" y="3665"/>
                    <a:pt x="294" y="3610"/>
                    <a:pt x="315" y="3567"/>
                  </a:cubicBezTo>
                  <a:cubicBezTo>
                    <a:pt x="343" y="3496"/>
                    <a:pt x="359" y="3431"/>
                    <a:pt x="381" y="3360"/>
                  </a:cubicBezTo>
                  <a:cubicBezTo>
                    <a:pt x="391" y="3311"/>
                    <a:pt x="429" y="3273"/>
                    <a:pt x="429" y="3224"/>
                  </a:cubicBezTo>
                  <a:cubicBezTo>
                    <a:pt x="429" y="3175"/>
                    <a:pt x="468" y="3143"/>
                    <a:pt x="462" y="3094"/>
                  </a:cubicBezTo>
                  <a:cubicBezTo>
                    <a:pt x="462" y="3088"/>
                    <a:pt x="473" y="3083"/>
                    <a:pt x="473" y="3078"/>
                  </a:cubicBezTo>
                  <a:cubicBezTo>
                    <a:pt x="478" y="3045"/>
                    <a:pt x="522" y="3040"/>
                    <a:pt x="511" y="2991"/>
                  </a:cubicBezTo>
                  <a:cubicBezTo>
                    <a:pt x="511" y="2963"/>
                    <a:pt x="538" y="2931"/>
                    <a:pt x="555" y="2904"/>
                  </a:cubicBezTo>
                  <a:cubicBezTo>
                    <a:pt x="571" y="2871"/>
                    <a:pt x="593" y="2838"/>
                    <a:pt x="603" y="2811"/>
                  </a:cubicBezTo>
                  <a:cubicBezTo>
                    <a:pt x="625" y="2762"/>
                    <a:pt x="641" y="2713"/>
                    <a:pt x="663" y="2665"/>
                  </a:cubicBezTo>
                  <a:cubicBezTo>
                    <a:pt x="685" y="2599"/>
                    <a:pt x="718" y="2539"/>
                    <a:pt x="761" y="2485"/>
                  </a:cubicBezTo>
                  <a:cubicBezTo>
                    <a:pt x="761" y="2485"/>
                    <a:pt x="767" y="2480"/>
                    <a:pt x="767" y="2480"/>
                  </a:cubicBezTo>
                  <a:cubicBezTo>
                    <a:pt x="799" y="2371"/>
                    <a:pt x="886" y="2295"/>
                    <a:pt x="935" y="2197"/>
                  </a:cubicBezTo>
                  <a:cubicBezTo>
                    <a:pt x="946" y="2170"/>
                    <a:pt x="957" y="2148"/>
                    <a:pt x="979" y="2126"/>
                  </a:cubicBezTo>
                  <a:cubicBezTo>
                    <a:pt x="1017" y="2056"/>
                    <a:pt x="1065" y="1985"/>
                    <a:pt x="1125" y="1925"/>
                  </a:cubicBezTo>
                  <a:cubicBezTo>
                    <a:pt x="1131" y="1914"/>
                    <a:pt x="1125" y="1887"/>
                    <a:pt x="1147" y="1871"/>
                  </a:cubicBezTo>
                  <a:cubicBezTo>
                    <a:pt x="1163" y="1849"/>
                    <a:pt x="1191" y="1844"/>
                    <a:pt x="1196" y="1811"/>
                  </a:cubicBezTo>
                  <a:cubicBezTo>
                    <a:pt x="1201" y="1795"/>
                    <a:pt x="1239" y="1784"/>
                    <a:pt x="1250" y="1762"/>
                  </a:cubicBezTo>
                  <a:cubicBezTo>
                    <a:pt x="1288" y="1697"/>
                    <a:pt x="1375" y="1670"/>
                    <a:pt x="1408" y="1599"/>
                  </a:cubicBezTo>
                  <a:cubicBezTo>
                    <a:pt x="1430" y="1550"/>
                    <a:pt x="1484" y="1534"/>
                    <a:pt x="1495" y="1479"/>
                  </a:cubicBezTo>
                  <a:cubicBezTo>
                    <a:pt x="1500" y="1463"/>
                    <a:pt x="1549" y="1474"/>
                    <a:pt x="1538" y="1436"/>
                  </a:cubicBezTo>
                  <a:cubicBezTo>
                    <a:pt x="1533" y="1403"/>
                    <a:pt x="1582" y="1431"/>
                    <a:pt x="1587" y="1403"/>
                  </a:cubicBezTo>
                  <a:cubicBezTo>
                    <a:pt x="1593" y="1387"/>
                    <a:pt x="1614" y="1371"/>
                    <a:pt x="1631" y="1354"/>
                  </a:cubicBezTo>
                  <a:cubicBezTo>
                    <a:pt x="1647" y="1338"/>
                    <a:pt x="1669" y="1322"/>
                    <a:pt x="1685" y="1311"/>
                  </a:cubicBezTo>
                  <a:cubicBezTo>
                    <a:pt x="1712" y="1295"/>
                    <a:pt x="1707" y="1246"/>
                    <a:pt x="1756" y="1246"/>
                  </a:cubicBezTo>
                  <a:cubicBezTo>
                    <a:pt x="1778" y="1246"/>
                    <a:pt x="1794" y="1208"/>
                    <a:pt x="1816" y="1186"/>
                  </a:cubicBezTo>
                  <a:cubicBezTo>
                    <a:pt x="1832" y="1175"/>
                    <a:pt x="1843" y="1164"/>
                    <a:pt x="1859" y="1159"/>
                  </a:cubicBezTo>
                  <a:cubicBezTo>
                    <a:pt x="1892" y="1142"/>
                    <a:pt x="1924" y="1121"/>
                    <a:pt x="1946" y="1088"/>
                  </a:cubicBezTo>
                  <a:cubicBezTo>
                    <a:pt x="1952" y="1077"/>
                    <a:pt x="1962" y="1066"/>
                    <a:pt x="1973" y="1066"/>
                  </a:cubicBezTo>
                  <a:cubicBezTo>
                    <a:pt x="2038" y="1050"/>
                    <a:pt x="2071" y="1001"/>
                    <a:pt x="2120" y="969"/>
                  </a:cubicBezTo>
                  <a:cubicBezTo>
                    <a:pt x="2185" y="920"/>
                    <a:pt x="2261" y="876"/>
                    <a:pt x="2332" y="833"/>
                  </a:cubicBezTo>
                  <a:cubicBezTo>
                    <a:pt x="2376" y="800"/>
                    <a:pt x="2424" y="767"/>
                    <a:pt x="2473" y="746"/>
                  </a:cubicBezTo>
                  <a:cubicBezTo>
                    <a:pt x="2533" y="713"/>
                    <a:pt x="2593" y="675"/>
                    <a:pt x="2647" y="637"/>
                  </a:cubicBezTo>
                  <a:cubicBezTo>
                    <a:pt x="2729" y="577"/>
                    <a:pt x="2832" y="550"/>
                    <a:pt x="2914" y="490"/>
                  </a:cubicBezTo>
                  <a:cubicBezTo>
                    <a:pt x="2930" y="474"/>
                    <a:pt x="2957" y="479"/>
                    <a:pt x="2984" y="474"/>
                  </a:cubicBezTo>
                  <a:lnTo>
                    <a:pt x="2973" y="458"/>
                  </a:lnTo>
                  <a:cubicBezTo>
                    <a:pt x="3017" y="420"/>
                    <a:pt x="3082" y="430"/>
                    <a:pt x="3126" y="381"/>
                  </a:cubicBezTo>
                  <a:cubicBezTo>
                    <a:pt x="3126" y="381"/>
                    <a:pt x="3147" y="387"/>
                    <a:pt x="3158" y="387"/>
                  </a:cubicBezTo>
                  <a:cubicBezTo>
                    <a:pt x="3175" y="387"/>
                    <a:pt x="3191" y="381"/>
                    <a:pt x="3202" y="376"/>
                  </a:cubicBezTo>
                  <a:lnTo>
                    <a:pt x="3164" y="360"/>
                  </a:lnTo>
                  <a:lnTo>
                    <a:pt x="3229" y="327"/>
                  </a:lnTo>
                  <a:cubicBezTo>
                    <a:pt x="3232" y="340"/>
                    <a:pt x="3237" y="344"/>
                    <a:pt x="3243" y="344"/>
                  </a:cubicBezTo>
                  <a:cubicBezTo>
                    <a:pt x="3253" y="344"/>
                    <a:pt x="3267" y="331"/>
                    <a:pt x="3280" y="331"/>
                  </a:cubicBezTo>
                  <a:cubicBezTo>
                    <a:pt x="3285" y="331"/>
                    <a:pt x="3290" y="333"/>
                    <a:pt x="3294" y="338"/>
                  </a:cubicBezTo>
                  <a:cubicBezTo>
                    <a:pt x="3295" y="339"/>
                    <a:pt x="3296" y="339"/>
                    <a:pt x="3298" y="339"/>
                  </a:cubicBezTo>
                  <a:cubicBezTo>
                    <a:pt x="3309" y="339"/>
                    <a:pt x="3335" y="327"/>
                    <a:pt x="3354" y="327"/>
                  </a:cubicBezTo>
                  <a:lnTo>
                    <a:pt x="3332" y="294"/>
                  </a:lnTo>
                  <a:lnTo>
                    <a:pt x="3343" y="289"/>
                  </a:lnTo>
                  <a:cubicBezTo>
                    <a:pt x="3346" y="287"/>
                    <a:pt x="3348" y="286"/>
                    <a:pt x="3351" y="286"/>
                  </a:cubicBezTo>
                  <a:cubicBezTo>
                    <a:pt x="3364" y="286"/>
                    <a:pt x="3376" y="307"/>
                    <a:pt x="3392" y="307"/>
                  </a:cubicBezTo>
                  <a:cubicBezTo>
                    <a:pt x="3398" y="307"/>
                    <a:pt x="3406" y="304"/>
                    <a:pt x="3414" y="294"/>
                  </a:cubicBezTo>
                  <a:cubicBezTo>
                    <a:pt x="3425" y="278"/>
                    <a:pt x="3479" y="289"/>
                    <a:pt x="3484" y="278"/>
                  </a:cubicBezTo>
                  <a:cubicBezTo>
                    <a:pt x="3495" y="246"/>
                    <a:pt x="3528" y="251"/>
                    <a:pt x="3544" y="240"/>
                  </a:cubicBezTo>
                  <a:cubicBezTo>
                    <a:pt x="3558" y="237"/>
                    <a:pt x="3572" y="227"/>
                    <a:pt x="3585" y="227"/>
                  </a:cubicBezTo>
                  <a:cubicBezTo>
                    <a:pt x="3593" y="227"/>
                    <a:pt x="3601" y="230"/>
                    <a:pt x="3609" y="240"/>
                  </a:cubicBezTo>
                  <a:cubicBezTo>
                    <a:pt x="3615" y="229"/>
                    <a:pt x="3626" y="218"/>
                    <a:pt x="3642" y="202"/>
                  </a:cubicBezTo>
                  <a:lnTo>
                    <a:pt x="3675" y="240"/>
                  </a:lnTo>
                  <a:cubicBezTo>
                    <a:pt x="3699" y="220"/>
                    <a:pt x="3729" y="209"/>
                    <a:pt x="3761" y="209"/>
                  </a:cubicBezTo>
                  <a:cubicBezTo>
                    <a:pt x="3772" y="209"/>
                    <a:pt x="3783" y="210"/>
                    <a:pt x="3794" y="213"/>
                  </a:cubicBezTo>
                  <a:cubicBezTo>
                    <a:pt x="3800" y="191"/>
                    <a:pt x="3811" y="175"/>
                    <a:pt x="3821" y="159"/>
                  </a:cubicBezTo>
                  <a:cubicBezTo>
                    <a:pt x="3823" y="158"/>
                    <a:pt x="3824" y="157"/>
                    <a:pt x="3826" y="157"/>
                  </a:cubicBezTo>
                  <a:cubicBezTo>
                    <a:pt x="3835" y="157"/>
                    <a:pt x="3852" y="164"/>
                    <a:pt x="3865" y="164"/>
                  </a:cubicBezTo>
                  <a:cubicBezTo>
                    <a:pt x="3888" y="171"/>
                    <a:pt x="3911" y="174"/>
                    <a:pt x="3935" y="174"/>
                  </a:cubicBezTo>
                  <a:cubicBezTo>
                    <a:pt x="3967" y="174"/>
                    <a:pt x="4000" y="168"/>
                    <a:pt x="4028" y="159"/>
                  </a:cubicBezTo>
                  <a:cubicBezTo>
                    <a:pt x="4028" y="148"/>
                    <a:pt x="4028" y="142"/>
                    <a:pt x="4028" y="137"/>
                  </a:cubicBezTo>
                  <a:lnTo>
                    <a:pt x="4104" y="164"/>
                  </a:lnTo>
                  <a:cubicBezTo>
                    <a:pt x="4115" y="148"/>
                    <a:pt x="4131" y="131"/>
                    <a:pt x="4148" y="121"/>
                  </a:cubicBezTo>
                  <a:cubicBezTo>
                    <a:pt x="4150" y="119"/>
                    <a:pt x="4153" y="119"/>
                    <a:pt x="4156" y="119"/>
                  </a:cubicBezTo>
                  <a:cubicBezTo>
                    <a:pt x="4168" y="119"/>
                    <a:pt x="4179" y="131"/>
                    <a:pt x="4190" y="131"/>
                  </a:cubicBezTo>
                  <a:cubicBezTo>
                    <a:pt x="4196" y="131"/>
                    <a:pt x="4201" y="128"/>
                    <a:pt x="4207" y="121"/>
                  </a:cubicBezTo>
                  <a:cubicBezTo>
                    <a:pt x="4215" y="131"/>
                    <a:pt x="4222" y="135"/>
                    <a:pt x="4231" y="135"/>
                  </a:cubicBezTo>
                  <a:cubicBezTo>
                    <a:pt x="4247" y="135"/>
                    <a:pt x="4265" y="121"/>
                    <a:pt x="4283" y="121"/>
                  </a:cubicBezTo>
                  <a:cubicBezTo>
                    <a:pt x="4294" y="121"/>
                    <a:pt x="4305" y="111"/>
                    <a:pt x="4318" y="111"/>
                  </a:cubicBezTo>
                  <a:cubicBezTo>
                    <a:pt x="4324" y="111"/>
                    <a:pt x="4331" y="113"/>
                    <a:pt x="4338" y="121"/>
                  </a:cubicBezTo>
                  <a:cubicBezTo>
                    <a:pt x="4341" y="123"/>
                    <a:pt x="4345" y="125"/>
                    <a:pt x="4349" y="125"/>
                  </a:cubicBezTo>
                  <a:cubicBezTo>
                    <a:pt x="4353" y="125"/>
                    <a:pt x="4357" y="123"/>
                    <a:pt x="4360" y="121"/>
                  </a:cubicBezTo>
                  <a:cubicBezTo>
                    <a:pt x="4372" y="117"/>
                    <a:pt x="4379" y="114"/>
                    <a:pt x="4384" y="114"/>
                  </a:cubicBezTo>
                  <a:cubicBezTo>
                    <a:pt x="4394" y="114"/>
                    <a:pt x="4396" y="122"/>
                    <a:pt x="4403" y="142"/>
                  </a:cubicBezTo>
                  <a:lnTo>
                    <a:pt x="4419" y="115"/>
                  </a:lnTo>
                  <a:lnTo>
                    <a:pt x="4512" y="115"/>
                  </a:lnTo>
                  <a:cubicBezTo>
                    <a:pt x="4529" y="115"/>
                    <a:pt x="4543" y="107"/>
                    <a:pt x="4557" y="107"/>
                  </a:cubicBezTo>
                  <a:cubicBezTo>
                    <a:pt x="4566" y="107"/>
                    <a:pt x="4574" y="110"/>
                    <a:pt x="4582" y="121"/>
                  </a:cubicBezTo>
                  <a:cubicBezTo>
                    <a:pt x="4582" y="121"/>
                    <a:pt x="4599" y="121"/>
                    <a:pt x="4610" y="115"/>
                  </a:cubicBezTo>
                  <a:cubicBezTo>
                    <a:pt x="4629" y="103"/>
                    <a:pt x="4650" y="97"/>
                    <a:pt x="4671" y="97"/>
                  </a:cubicBezTo>
                  <a:close/>
                  <a:moveTo>
                    <a:pt x="4474" y="1"/>
                  </a:moveTo>
                  <a:cubicBezTo>
                    <a:pt x="4448" y="19"/>
                    <a:pt x="4420" y="30"/>
                    <a:pt x="4390" y="30"/>
                  </a:cubicBezTo>
                  <a:cubicBezTo>
                    <a:pt x="4377" y="30"/>
                    <a:pt x="4363" y="28"/>
                    <a:pt x="4349" y="23"/>
                  </a:cubicBezTo>
                  <a:cubicBezTo>
                    <a:pt x="4292" y="23"/>
                    <a:pt x="4235" y="41"/>
                    <a:pt x="4177" y="41"/>
                  </a:cubicBezTo>
                  <a:cubicBezTo>
                    <a:pt x="4153" y="41"/>
                    <a:pt x="4129" y="38"/>
                    <a:pt x="4104" y="28"/>
                  </a:cubicBezTo>
                  <a:cubicBezTo>
                    <a:pt x="4028" y="72"/>
                    <a:pt x="3946" y="44"/>
                    <a:pt x="3870" y="77"/>
                  </a:cubicBezTo>
                  <a:cubicBezTo>
                    <a:pt x="3868" y="80"/>
                    <a:pt x="3865" y="81"/>
                    <a:pt x="3863" y="81"/>
                  </a:cubicBezTo>
                  <a:cubicBezTo>
                    <a:pt x="3861" y="81"/>
                    <a:pt x="3859" y="80"/>
                    <a:pt x="3859" y="77"/>
                  </a:cubicBezTo>
                  <a:cubicBezTo>
                    <a:pt x="3852" y="75"/>
                    <a:pt x="3844" y="74"/>
                    <a:pt x="3836" y="74"/>
                  </a:cubicBezTo>
                  <a:cubicBezTo>
                    <a:pt x="3800" y="74"/>
                    <a:pt x="3767" y="97"/>
                    <a:pt x="3731" y="97"/>
                  </a:cubicBezTo>
                  <a:cubicBezTo>
                    <a:pt x="3723" y="97"/>
                    <a:pt x="3715" y="96"/>
                    <a:pt x="3707" y="93"/>
                  </a:cubicBezTo>
                  <a:cubicBezTo>
                    <a:pt x="3653" y="142"/>
                    <a:pt x="3577" y="121"/>
                    <a:pt x="3517" y="148"/>
                  </a:cubicBezTo>
                  <a:cubicBezTo>
                    <a:pt x="3474" y="164"/>
                    <a:pt x="3430" y="175"/>
                    <a:pt x="3381" y="186"/>
                  </a:cubicBezTo>
                  <a:cubicBezTo>
                    <a:pt x="3332" y="191"/>
                    <a:pt x="3289" y="213"/>
                    <a:pt x="3245" y="235"/>
                  </a:cubicBezTo>
                  <a:cubicBezTo>
                    <a:pt x="3229" y="247"/>
                    <a:pt x="3213" y="253"/>
                    <a:pt x="3196" y="253"/>
                  </a:cubicBezTo>
                  <a:cubicBezTo>
                    <a:pt x="3191" y="253"/>
                    <a:pt x="3185" y="252"/>
                    <a:pt x="3180" y="251"/>
                  </a:cubicBezTo>
                  <a:cubicBezTo>
                    <a:pt x="3176" y="250"/>
                    <a:pt x="3172" y="250"/>
                    <a:pt x="3169" y="250"/>
                  </a:cubicBezTo>
                  <a:cubicBezTo>
                    <a:pt x="3152" y="250"/>
                    <a:pt x="3140" y="258"/>
                    <a:pt x="3131" y="267"/>
                  </a:cubicBezTo>
                  <a:cubicBezTo>
                    <a:pt x="3115" y="284"/>
                    <a:pt x="3093" y="294"/>
                    <a:pt x="3077" y="305"/>
                  </a:cubicBezTo>
                  <a:lnTo>
                    <a:pt x="3060" y="284"/>
                  </a:lnTo>
                  <a:cubicBezTo>
                    <a:pt x="3059" y="283"/>
                    <a:pt x="3057" y="283"/>
                    <a:pt x="3055" y="283"/>
                  </a:cubicBezTo>
                  <a:cubicBezTo>
                    <a:pt x="3018" y="283"/>
                    <a:pt x="3004" y="328"/>
                    <a:pt x="2973" y="328"/>
                  </a:cubicBezTo>
                  <a:cubicBezTo>
                    <a:pt x="2967" y="328"/>
                    <a:pt x="2960" y="326"/>
                    <a:pt x="2952" y="322"/>
                  </a:cubicBezTo>
                  <a:cubicBezTo>
                    <a:pt x="2935" y="343"/>
                    <a:pt x="2919" y="360"/>
                    <a:pt x="2903" y="376"/>
                  </a:cubicBezTo>
                  <a:cubicBezTo>
                    <a:pt x="2894" y="374"/>
                    <a:pt x="2885" y="373"/>
                    <a:pt x="2876" y="373"/>
                  </a:cubicBezTo>
                  <a:cubicBezTo>
                    <a:pt x="2840" y="373"/>
                    <a:pt x="2805" y="389"/>
                    <a:pt x="2783" y="420"/>
                  </a:cubicBezTo>
                  <a:cubicBezTo>
                    <a:pt x="2767" y="430"/>
                    <a:pt x="2751" y="425"/>
                    <a:pt x="2734" y="441"/>
                  </a:cubicBezTo>
                  <a:cubicBezTo>
                    <a:pt x="2718" y="452"/>
                    <a:pt x="2702" y="474"/>
                    <a:pt x="2685" y="474"/>
                  </a:cubicBezTo>
                  <a:cubicBezTo>
                    <a:pt x="2681" y="473"/>
                    <a:pt x="2678" y="473"/>
                    <a:pt x="2674" y="473"/>
                  </a:cubicBezTo>
                  <a:cubicBezTo>
                    <a:pt x="2636" y="473"/>
                    <a:pt x="2607" y="497"/>
                    <a:pt x="2588" y="512"/>
                  </a:cubicBezTo>
                  <a:cubicBezTo>
                    <a:pt x="2566" y="523"/>
                    <a:pt x="2549" y="545"/>
                    <a:pt x="2522" y="555"/>
                  </a:cubicBezTo>
                  <a:cubicBezTo>
                    <a:pt x="2495" y="572"/>
                    <a:pt x="2468" y="588"/>
                    <a:pt x="2441" y="599"/>
                  </a:cubicBezTo>
                  <a:cubicBezTo>
                    <a:pt x="2430" y="610"/>
                    <a:pt x="2419" y="615"/>
                    <a:pt x="2419" y="632"/>
                  </a:cubicBezTo>
                  <a:cubicBezTo>
                    <a:pt x="2414" y="641"/>
                    <a:pt x="2411" y="644"/>
                    <a:pt x="2408" y="644"/>
                  </a:cubicBezTo>
                  <a:cubicBezTo>
                    <a:pt x="2401" y="644"/>
                    <a:pt x="2397" y="630"/>
                    <a:pt x="2394" y="630"/>
                  </a:cubicBezTo>
                  <a:cubicBezTo>
                    <a:pt x="2393" y="630"/>
                    <a:pt x="2392" y="630"/>
                    <a:pt x="2392" y="632"/>
                  </a:cubicBezTo>
                  <a:cubicBezTo>
                    <a:pt x="2386" y="637"/>
                    <a:pt x="2381" y="648"/>
                    <a:pt x="2376" y="653"/>
                  </a:cubicBezTo>
                  <a:cubicBezTo>
                    <a:pt x="2365" y="659"/>
                    <a:pt x="2354" y="664"/>
                    <a:pt x="2337" y="664"/>
                  </a:cubicBezTo>
                  <a:cubicBezTo>
                    <a:pt x="2327" y="670"/>
                    <a:pt x="2316" y="675"/>
                    <a:pt x="2310" y="680"/>
                  </a:cubicBezTo>
                  <a:cubicBezTo>
                    <a:pt x="2272" y="735"/>
                    <a:pt x="2223" y="773"/>
                    <a:pt x="2164" y="789"/>
                  </a:cubicBezTo>
                  <a:cubicBezTo>
                    <a:pt x="2153" y="789"/>
                    <a:pt x="2142" y="795"/>
                    <a:pt x="2136" y="795"/>
                  </a:cubicBezTo>
                  <a:cubicBezTo>
                    <a:pt x="2147" y="833"/>
                    <a:pt x="2109" y="827"/>
                    <a:pt x="2093" y="844"/>
                  </a:cubicBezTo>
                  <a:cubicBezTo>
                    <a:pt x="2071" y="860"/>
                    <a:pt x="2038" y="860"/>
                    <a:pt x="2022" y="871"/>
                  </a:cubicBezTo>
                  <a:cubicBezTo>
                    <a:pt x="2006" y="876"/>
                    <a:pt x="1984" y="887"/>
                    <a:pt x="1979" y="903"/>
                  </a:cubicBezTo>
                  <a:cubicBezTo>
                    <a:pt x="1957" y="952"/>
                    <a:pt x="1892" y="947"/>
                    <a:pt x="1875" y="996"/>
                  </a:cubicBezTo>
                  <a:cubicBezTo>
                    <a:pt x="1837" y="1001"/>
                    <a:pt x="1816" y="1028"/>
                    <a:pt x="1788" y="1050"/>
                  </a:cubicBezTo>
                  <a:lnTo>
                    <a:pt x="1707" y="1115"/>
                  </a:lnTo>
                  <a:cubicBezTo>
                    <a:pt x="1723" y="1159"/>
                    <a:pt x="1669" y="1159"/>
                    <a:pt x="1658" y="1186"/>
                  </a:cubicBezTo>
                  <a:cubicBezTo>
                    <a:pt x="1647" y="1202"/>
                    <a:pt x="1620" y="1208"/>
                    <a:pt x="1604" y="1229"/>
                  </a:cubicBezTo>
                  <a:cubicBezTo>
                    <a:pt x="1582" y="1246"/>
                    <a:pt x="1576" y="1273"/>
                    <a:pt x="1555" y="1289"/>
                  </a:cubicBezTo>
                  <a:cubicBezTo>
                    <a:pt x="1549" y="1300"/>
                    <a:pt x="1533" y="1295"/>
                    <a:pt x="1522" y="1300"/>
                  </a:cubicBezTo>
                  <a:cubicBezTo>
                    <a:pt x="1495" y="1322"/>
                    <a:pt x="1468" y="1344"/>
                    <a:pt x="1446" y="1371"/>
                  </a:cubicBezTo>
                  <a:cubicBezTo>
                    <a:pt x="1441" y="1371"/>
                    <a:pt x="1451" y="1403"/>
                    <a:pt x="1435" y="1403"/>
                  </a:cubicBezTo>
                  <a:cubicBezTo>
                    <a:pt x="1397" y="1403"/>
                    <a:pt x="1435" y="1431"/>
                    <a:pt x="1419" y="1441"/>
                  </a:cubicBezTo>
                  <a:cubicBezTo>
                    <a:pt x="1403" y="1447"/>
                    <a:pt x="1386" y="1458"/>
                    <a:pt x="1370" y="1474"/>
                  </a:cubicBezTo>
                  <a:cubicBezTo>
                    <a:pt x="1343" y="1512"/>
                    <a:pt x="1305" y="1550"/>
                    <a:pt x="1267" y="1577"/>
                  </a:cubicBezTo>
                  <a:cubicBezTo>
                    <a:pt x="1234" y="1610"/>
                    <a:pt x="1185" y="1632"/>
                    <a:pt x="1180" y="1691"/>
                  </a:cubicBezTo>
                  <a:cubicBezTo>
                    <a:pt x="1180" y="1702"/>
                    <a:pt x="1163" y="1713"/>
                    <a:pt x="1152" y="1724"/>
                  </a:cubicBezTo>
                  <a:cubicBezTo>
                    <a:pt x="1093" y="1751"/>
                    <a:pt x="1055" y="1800"/>
                    <a:pt x="1038" y="1860"/>
                  </a:cubicBezTo>
                  <a:cubicBezTo>
                    <a:pt x="1033" y="1876"/>
                    <a:pt x="1022" y="1893"/>
                    <a:pt x="1006" y="1909"/>
                  </a:cubicBezTo>
                  <a:cubicBezTo>
                    <a:pt x="989" y="1920"/>
                    <a:pt x="979" y="1942"/>
                    <a:pt x="973" y="1963"/>
                  </a:cubicBezTo>
                  <a:cubicBezTo>
                    <a:pt x="962" y="2007"/>
                    <a:pt x="919" y="2012"/>
                    <a:pt x="897" y="2045"/>
                  </a:cubicBezTo>
                  <a:cubicBezTo>
                    <a:pt x="870" y="2072"/>
                    <a:pt x="897" y="2115"/>
                    <a:pt x="848" y="2143"/>
                  </a:cubicBezTo>
                  <a:cubicBezTo>
                    <a:pt x="805" y="2170"/>
                    <a:pt x="815" y="2241"/>
                    <a:pt x="761" y="2257"/>
                  </a:cubicBezTo>
                  <a:cubicBezTo>
                    <a:pt x="756" y="2300"/>
                    <a:pt x="734" y="2338"/>
                    <a:pt x="696" y="2360"/>
                  </a:cubicBezTo>
                  <a:cubicBezTo>
                    <a:pt x="690" y="2371"/>
                    <a:pt x="690" y="2393"/>
                    <a:pt x="685" y="2404"/>
                  </a:cubicBezTo>
                  <a:cubicBezTo>
                    <a:pt x="680" y="2414"/>
                    <a:pt x="680" y="2420"/>
                    <a:pt x="669" y="2436"/>
                  </a:cubicBezTo>
                  <a:cubicBezTo>
                    <a:pt x="658" y="2453"/>
                    <a:pt x="647" y="2469"/>
                    <a:pt x="636" y="2491"/>
                  </a:cubicBezTo>
                  <a:cubicBezTo>
                    <a:pt x="625" y="2507"/>
                    <a:pt x="620" y="2529"/>
                    <a:pt x="593" y="2539"/>
                  </a:cubicBezTo>
                  <a:cubicBezTo>
                    <a:pt x="571" y="2550"/>
                    <a:pt x="560" y="2583"/>
                    <a:pt x="544" y="2610"/>
                  </a:cubicBezTo>
                  <a:cubicBezTo>
                    <a:pt x="538" y="2632"/>
                    <a:pt x="533" y="2654"/>
                    <a:pt x="533" y="2670"/>
                  </a:cubicBezTo>
                  <a:cubicBezTo>
                    <a:pt x="527" y="2692"/>
                    <a:pt x="511" y="2708"/>
                    <a:pt x="511" y="2724"/>
                  </a:cubicBezTo>
                  <a:cubicBezTo>
                    <a:pt x="511" y="2762"/>
                    <a:pt x="473" y="2751"/>
                    <a:pt x="468" y="2762"/>
                  </a:cubicBezTo>
                  <a:cubicBezTo>
                    <a:pt x="468" y="2768"/>
                    <a:pt x="462" y="2779"/>
                    <a:pt x="462" y="2784"/>
                  </a:cubicBezTo>
                  <a:cubicBezTo>
                    <a:pt x="473" y="2844"/>
                    <a:pt x="397" y="2882"/>
                    <a:pt x="419" y="2947"/>
                  </a:cubicBezTo>
                  <a:cubicBezTo>
                    <a:pt x="419" y="2953"/>
                    <a:pt x="413" y="2958"/>
                    <a:pt x="408" y="2963"/>
                  </a:cubicBezTo>
                  <a:cubicBezTo>
                    <a:pt x="381" y="2969"/>
                    <a:pt x="386" y="2996"/>
                    <a:pt x="375" y="3012"/>
                  </a:cubicBezTo>
                  <a:cubicBezTo>
                    <a:pt x="332" y="3078"/>
                    <a:pt x="321" y="3165"/>
                    <a:pt x="266" y="3224"/>
                  </a:cubicBezTo>
                  <a:cubicBezTo>
                    <a:pt x="283" y="3257"/>
                    <a:pt x="245" y="3268"/>
                    <a:pt x="234" y="3295"/>
                  </a:cubicBezTo>
                  <a:cubicBezTo>
                    <a:pt x="223" y="3317"/>
                    <a:pt x="223" y="3349"/>
                    <a:pt x="212" y="3377"/>
                  </a:cubicBezTo>
                  <a:cubicBezTo>
                    <a:pt x="201" y="3404"/>
                    <a:pt x="190" y="3431"/>
                    <a:pt x="174" y="3464"/>
                  </a:cubicBezTo>
                  <a:cubicBezTo>
                    <a:pt x="212" y="3496"/>
                    <a:pt x="174" y="3507"/>
                    <a:pt x="158" y="3529"/>
                  </a:cubicBezTo>
                  <a:cubicBezTo>
                    <a:pt x="158" y="3534"/>
                    <a:pt x="158" y="3534"/>
                    <a:pt x="158" y="3534"/>
                  </a:cubicBezTo>
                  <a:cubicBezTo>
                    <a:pt x="174" y="3610"/>
                    <a:pt x="120" y="3681"/>
                    <a:pt x="120" y="3746"/>
                  </a:cubicBezTo>
                  <a:cubicBezTo>
                    <a:pt x="120" y="3817"/>
                    <a:pt x="87" y="3882"/>
                    <a:pt x="82" y="3953"/>
                  </a:cubicBezTo>
                  <a:cubicBezTo>
                    <a:pt x="71" y="4040"/>
                    <a:pt x="54" y="4127"/>
                    <a:pt x="44" y="4214"/>
                  </a:cubicBezTo>
                  <a:cubicBezTo>
                    <a:pt x="27" y="4284"/>
                    <a:pt x="22" y="4360"/>
                    <a:pt x="22" y="4431"/>
                  </a:cubicBezTo>
                  <a:cubicBezTo>
                    <a:pt x="22" y="4534"/>
                    <a:pt x="16" y="4638"/>
                    <a:pt x="6" y="4736"/>
                  </a:cubicBezTo>
                  <a:cubicBezTo>
                    <a:pt x="0" y="4812"/>
                    <a:pt x="0" y="4882"/>
                    <a:pt x="6" y="4953"/>
                  </a:cubicBezTo>
                  <a:cubicBezTo>
                    <a:pt x="11" y="5029"/>
                    <a:pt x="11" y="5105"/>
                    <a:pt x="11" y="5181"/>
                  </a:cubicBezTo>
                  <a:cubicBezTo>
                    <a:pt x="16" y="5263"/>
                    <a:pt x="38" y="5344"/>
                    <a:pt x="44" y="5426"/>
                  </a:cubicBezTo>
                  <a:cubicBezTo>
                    <a:pt x="49" y="5453"/>
                    <a:pt x="49" y="5491"/>
                    <a:pt x="54" y="5524"/>
                  </a:cubicBezTo>
                  <a:cubicBezTo>
                    <a:pt x="54" y="5562"/>
                    <a:pt x="60" y="5605"/>
                    <a:pt x="71" y="5643"/>
                  </a:cubicBezTo>
                  <a:cubicBezTo>
                    <a:pt x="87" y="5671"/>
                    <a:pt x="98" y="5709"/>
                    <a:pt x="98" y="5741"/>
                  </a:cubicBezTo>
                  <a:cubicBezTo>
                    <a:pt x="92" y="5763"/>
                    <a:pt x="98" y="5785"/>
                    <a:pt x="109" y="5806"/>
                  </a:cubicBezTo>
                  <a:cubicBezTo>
                    <a:pt x="114" y="5823"/>
                    <a:pt x="120" y="5834"/>
                    <a:pt x="120" y="5850"/>
                  </a:cubicBezTo>
                  <a:cubicBezTo>
                    <a:pt x="136" y="5904"/>
                    <a:pt x="114" y="5964"/>
                    <a:pt x="158" y="6013"/>
                  </a:cubicBezTo>
                  <a:cubicBezTo>
                    <a:pt x="174" y="6035"/>
                    <a:pt x="152" y="6084"/>
                    <a:pt x="196" y="6105"/>
                  </a:cubicBezTo>
                  <a:cubicBezTo>
                    <a:pt x="174" y="6133"/>
                    <a:pt x="190" y="6160"/>
                    <a:pt x="201" y="6187"/>
                  </a:cubicBezTo>
                  <a:cubicBezTo>
                    <a:pt x="223" y="6230"/>
                    <a:pt x="239" y="6279"/>
                    <a:pt x="245" y="6328"/>
                  </a:cubicBezTo>
                  <a:cubicBezTo>
                    <a:pt x="250" y="6345"/>
                    <a:pt x="256" y="6355"/>
                    <a:pt x="261" y="6366"/>
                  </a:cubicBezTo>
                  <a:cubicBezTo>
                    <a:pt x="277" y="6410"/>
                    <a:pt x="294" y="6453"/>
                    <a:pt x="304" y="6497"/>
                  </a:cubicBezTo>
                  <a:cubicBezTo>
                    <a:pt x="337" y="6616"/>
                    <a:pt x="343" y="6736"/>
                    <a:pt x="408" y="6839"/>
                  </a:cubicBezTo>
                  <a:cubicBezTo>
                    <a:pt x="419" y="6850"/>
                    <a:pt x="424" y="6861"/>
                    <a:pt x="424" y="6877"/>
                  </a:cubicBezTo>
                  <a:cubicBezTo>
                    <a:pt x="419" y="6910"/>
                    <a:pt x="440" y="6937"/>
                    <a:pt x="457" y="6964"/>
                  </a:cubicBezTo>
                  <a:cubicBezTo>
                    <a:pt x="500" y="7046"/>
                    <a:pt x="544" y="7133"/>
                    <a:pt x="582" y="7214"/>
                  </a:cubicBezTo>
                  <a:cubicBezTo>
                    <a:pt x="609" y="7290"/>
                    <a:pt x="647" y="7361"/>
                    <a:pt x="696" y="7426"/>
                  </a:cubicBezTo>
                  <a:cubicBezTo>
                    <a:pt x="707" y="7443"/>
                    <a:pt x="718" y="7464"/>
                    <a:pt x="728" y="7486"/>
                  </a:cubicBezTo>
                  <a:cubicBezTo>
                    <a:pt x="756" y="7535"/>
                    <a:pt x="761" y="7600"/>
                    <a:pt x="821" y="7627"/>
                  </a:cubicBezTo>
                  <a:cubicBezTo>
                    <a:pt x="826" y="7633"/>
                    <a:pt x="832" y="7649"/>
                    <a:pt x="832" y="7660"/>
                  </a:cubicBezTo>
                  <a:cubicBezTo>
                    <a:pt x="853" y="7720"/>
                    <a:pt x="892" y="7769"/>
                    <a:pt x="940" y="7812"/>
                  </a:cubicBezTo>
                  <a:cubicBezTo>
                    <a:pt x="962" y="7829"/>
                    <a:pt x="968" y="7861"/>
                    <a:pt x="951" y="7883"/>
                  </a:cubicBezTo>
                  <a:cubicBezTo>
                    <a:pt x="962" y="7888"/>
                    <a:pt x="989" y="7899"/>
                    <a:pt x="989" y="7905"/>
                  </a:cubicBezTo>
                  <a:cubicBezTo>
                    <a:pt x="979" y="7948"/>
                    <a:pt x="1022" y="7954"/>
                    <a:pt x="1033" y="7981"/>
                  </a:cubicBezTo>
                  <a:cubicBezTo>
                    <a:pt x="1049" y="8008"/>
                    <a:pt x="1065" y="8035"/>
                    <a:pt x="1087" y="8057"/>
                  </a:cubicBezTo>
                  <a:cubicBezTo>
                    <a:pt x="1131" y="8111"/>
                    <a:pt x="1185" y="8155"/>
                    <a:pt x="1229" y="8209"/>
                  </a:cubicBezTo>
                  <a:cubicBezTo>
                    <a:pt x="1299" y="8301"/>
                    <a:pt x="1381" y="8383"/>
                    <a:pt x="1468" y="8465"/>
                  </a:cubicBezTo>
                  <a:cubicBezTo>
                    <a:pt x="1473" y="8470"/>
                    <a:pt x="1489" y="8475"/>
                    <a:pt x="1495" y="8492"/>
                  </a:cubicBezTo>
                  <a:cubicBezTo>
                    <a:pt x="1538" y="8541"/>
                    <a:pt x="1582" y="8590"/>
                    <a:pt x="1631" y="8633"/>
                  </a:cubicBezTo>
                  <a:cubicBezTo>
                    <a:pt x="1685" y="8682"/>
                    <a:pt x="1756" y="8709"/>
                    <a:pt x="1799" y="8769"/>
                  </a:cubicBezTo>
                  <a:cubicBezTo>
                    <a:pt x="1810" y="8785"/>
                    <a:pt x="1826" y="8802"/>
                    <a:pt x="1832" y="8802"/>
                  </a:cubicBezTo>
                  <a:cubicBezTo>
                    <a:pt x="1836" y="8801"/>
                    <a:pt x="1839" y="8800"/>
                    <a:pt x="1842" y="8800"/>
                  </a:cubicBezTo>
                  <a:cubicBezTo>
                    <a:pt x="1861" y="8800"/>
                    <a:pt x="1867" y="8814"/>
                    <a:pt x="1881" y="8823"/>
                  </a:cubicBezTo>
                  <a:cubicBezTo>
                    <a:pt x="1916" y="8848"/>
                    <a:pt x="1923" y="8906"/>
                    <a:pt x="1976" y="8906"/>
                  </a:cubicBezTo>
                  <a:cubicBezTo>
                    <a:pt x="1980" y="8906"/>
                    <a:pt x="1985" y="8906"/>
                    <a:pt x="1990" y="8905"/>
                  </a:cubicBezTo>
                  <a:cubicBezTo>
                    <a:pt x="2038" y="8986"/>
                    <a:pt x="2136" y="9008"/>
                    <a:pt x="2202" y="9073"/>
                  </a:cubicBezTo>
                  <a:cubicBezTo>
                    <a:pt x="2278" y="9084"/>
                    <a:pt x="2316" y="9171"/>
                    <a:pt x="2397" y="9177"/>
                  </a:cubicBezTo>
                  <a:cubicBezTo>
                    <a:pt x="2403" y="9177"/>
                    <a:pt x="2414" y="9182"/>
                    <a:pt x="2414" y="9193"/>
                  </a:cubicBezTo>
                  <a:cubicBezTo>
                    <a:pt x="2419" y="9231"/>
                    <a:pt x="2452" y="9236"/>
                    <a:pt x="2479" y="9247"/>
                  </a:cubicBezTo>
                  <a:cubicBezTo>
                    <a:pt x="2533" y="9264"/>
                    <a:pt x="2582" y="9291"/>
                    <a:pt x="2626" y="9323"/>
                  </a:cubicBezTo>
                  <a:cubicBezTo>
                    <a:pt x="2647" y="9345"/>
                    <a:pt x="2669" y="9361"/>
                    <a:pt x="2696" y="9372"/>
                  </a:cubicBezTo>
                  <a:cubicBezTo>
                    <a:pt x="2734" y="9383"/>
                    <a:pt x="2767" y="9394"/>
                    <a:pt x="2805" y="9410"/>
                  </a:cubicBezTo>
                  <a:cubicBezTo>
                    <a:pt x="2838" y="9421"/>
                    <a:pt x="2870" y="9438"/>
                    <a:pt x="2897" y="9465"/>
                  </a:cubicBezTo>
                  <a:cubicBezTo>
                    <a:pt x="2917" y="9489"/>
                    <a:pt x="2946" y="9504"/>
                    <a:pt x="2975" y="9504"/>
                  </a:cubicBezTo>
                  <a:cubicBezTo>
                    <a:pt x="2985" y="9504"/>
                    <a:pt x="2996" y="9502"/>
                    <a:pt x="3006" y="9497"/>
                  </a:cubicBezTo>
                  <a:cubicBezTo>
                    <a:pt x="3026" y="9532"/>
                    <a:pt x="3064" y="9558"/>
                    <a:pt x="3108" y="9558"/>
                  </a:cubicBezTo>
                  <a:cubicBezTo>
                    <a:pt x="3112" y="9558"/>
                    <a:pt x="3116" y="9558"/>
                    <a:pt x="3120" y="9557"/>
                  </a:cubicBezTo>
                  <a:cubicBezTo>
                    <a:pt x="3142" y="9557"/>
                    <a:pt x="3164" y="9563"/>
                    <a:pt x="3185" y="9573"/>
                  </a:cubicBezTo>
                  <a:cubicBezTo>
                    <a:pt x="3219" y="9597"/>
                    <a:pt x="3260" y="9612"/>
                    <a:pt x="3302" y="9612"/>
                  </a:cubicBezTo>
                  <a:cubicBezTo>
                    <a:pt x="3309" y="9612"/>
                    <a:pt x="3315" y="9612"/>
                    <a:pt x="3321" y="9611"/>
                  </a:cubicBezTo>
                  <a:cubicBezTo>
                    <a:pt x="3321" y="9611"/>
                    <a:pt x="3332" y="9617"/>
                    <a:pt x="3332" y="9622"/>
                  </a:cubicBezTo>
                  <a:cubicBezTo>
                    <a:pt x="3336" y="9639"/>
                    <a:pt x="3341" y="9645"/>
                    <a:pt x="3350" y="9645"/>
                  </a:cubicBezTo>
                  <a:cubicBezTo>
                    <a:pt x="3355" y="9645"/>
                    <a:pt x="3362" y="9643"/>
                    <a:pt x="3370" y="9639"/>
                  </a:cubicBezTo>
                  <a:cubicBezTo>
                    <a:pt x="3376" y="9633"/>
                    <a:pt x="3382" y="9632"/>
                    <a:pt x="3390" y="9632"/>
                  </a:cubicBezTo>
                  <a:cubicBezTo>
                    <a:pt x="3397" y="9632"/>
                    <a:pt x="3406" y="9633"/>
                    <a:pt x="3414" y="9633"/>
                  </a:cubicBezTo>
                  <a:cubicBezTo>
                    <a:pt x="3408" y="9650"/>
                    <a:pt x="3419" y="9660"/>
                    <a:pt x="3430" y="9660"/>
                  </a:cubicBezTo>
                  <a:cubicBezTo>
                    <a:pt x="3441" y="9660"/>
                    <a:pt x="3452" y="9658"/>
                    <a:pt x="3463" y="9658"/>
                  </a:cubicBezTo>
                  <a:cubicBezTo>
                    <a:pt x="3468" y="9658"/>
                    <a:pt x="3474" y="9659"/>
                    <a:pt x="3479" y="9660"/>
                  </a:cubicBezTo>
                  <a:cubicBezTo>
                    <a:pt x="3484" y="9660"/>
                    <a:pt x="3493" y="9659"/>
                    <a:pt x="3500" y="9659"/>
                  </a:cubicBezTo>
                  <a:cubicBezTo>
                    <a:pt x="3508" y="9659"/>
                    <a:pt x="3514" y="9660"/>
                    <a:pt x="3517" y="9666"/>
                  </a:cubicBezTo>
                  <a:cubicBezTo>
                    <a:pt x="3550" y="9704"/>
                    <a:pt x="3599" y="9704"/>
                    <a:pt x="3642" y="9720"/>
                  </a:cubicBezTo>
                  <a:cubicBezTo>
                    <a:pt x="3729" y="9753"/>
                    <a:pt x="3821" y="9780"/>
                    <a:pt x="3914" y="9791"/>
                  </a:cubicBezTo>
                  <a:cubicBezTo>
                    <a:pt x="4017" y="9802"/>
                    <a:pt x="4120" y="9818"/>
                    <a:pt x="4224" y="9829"/>
                  </a:cubicBezTo>
                  <a:cubicBezTo>
                    <a:pt x="4245" y="9834"/>
                    <a:pt x="4267" y="9840"/>
                    <a:pt x="4289" y="9851"/>
                  </a:cubicBezTo>
                  <a:cubicBezTo>
                    <a:pt x="4305" y="9856"/>
                    <a:pt x="4322" y="9856"/>
                    <a:pt x="4338" y="9856"/>
                  </a:cubicBezTo>
                  <a:cubicBezTo>
                    <a:pt x="4408" y="9856"/>
                    <a:pt x="4479" y="9862"/>
                    <a:pt x="4544" y="9862"/>
                  </a:cubicBezTo>
                  <a:cubicBezTo>
                    <a:pt x="4626" y="9872"/>
                    <a:pt x="4702" y="9872"/>
                    <a:pt x="4784" y="9872"/>
                  </a:cubicBezTo>
                  <a:cubicBezTo>
                    <a:pt x="4811" y="9870"/>
                    <a:pt x="4838" y="9869"/>
                    <a:pt x="4865" y="9869"/>
                  </a:cubicBezTo>
                  <a:cubicBezTo>
                    <a:pt x="4903" y="9869"/>
                    <a:pt x="4941" y="9871"/>
                    <a:pt x="4979" y="9878"/>
                  </a:cubicBezTo>
                  <a:cubicBezTo>
                    <a:pt x="4995" y="9879"/>
                    <a:pt x="5010" y="9880"/>
                    <a:pt x="5025" y="9880"/>
                  </a:cubicBezTo>
                  <a:cubicBezTo>
                    <a:pt x="5075" y="9880"/>
                    <a:pt x="5125" y="9873"/>
                    <a:pt x="5175" y="9856"/>
                  </a:cubicBezTo>
                  <a:cubicBezTo>
                    <a:pt x="5178" y="9854"/>
                    <a:pt x="5182" y="9854"/>
                    <a:pt x="5186" y="9854"/>
                  </a:cubicBezTo>
                  <a:cubicBezTo>
                    <a:pt x="5195" y="9854"/>
                    <a:pt x="5205" y="9858"/>
                    <a:pt x="5213" y="9862"/>
                  </a:cubicBezTo>
                  <a:cubicBezTo>
                    <a:pt x="5224" y="9868"/>
                    <a:pt x="5233" y="9870"/>
                    <a:pt x="5243" y="9870"/>
                  </a:cubicBezTo>
                  <a:cubicBezTo>
                    <a:pt x="5258" y="9870"/>
                    <a:pt x="5273" y="9865"/>
                    <a:pt x="5289" y="9862"/>
                  </a:cubicBezTo>
                  <a:lnTo>
                    <a:pt x="5338" y="9862"/>
                  </a:lnTo>
                  <a:cubicBezTo>
                    <a:pt x="5354" y="9862"/>
                    <a:pt x="5376" y="9862"/>
                    <a:pt x="5392" y="9851"/>
                  </a:cubicBezTo>
                  <a:cubicBezTo>
                    <a:pt x="5402" y="9844"/>
                    <a:pt x="5413" y="9842"/>
                    <a:pt x="5426" y="9842"/>
                  </a:cubicBezTo>
                  <a:cubicBezTo>
                    <a:pt x="5434" y="9842"/>
                    <a:pt x="5443" y="9843"/>
                    <a:pt x="5452" y="9845"/>
                  </a:cubicBezTo>
                  <a:cubicBezTo>
                    <a:pt x="5496" y="9845"/>
                    <a:pt x="5545" y="9840"/>
                    <a:pt x="5588" y="9829"/>
                  </a:cubicBezTo>
                  <a:cubicBezTo>
                    <a:pt x="5615" y="9823"/>
                    <a:pt x="5642" y="9818"/>
                    <a:pt x="5670" y="9807"/>
                  </a:cubicBezTo>
                  <a:cubicBezTo>
                    <a:pt x="5674" y="9805"/>
                    <a:pt x="5679" y="9805"/>
                    <a:pt x="5683" y="9805"/>
                  </a:cubicBezTo>
                  <a:cubicBezTo>
                    <a:pt x="5696" y="9805"/>
                    <a:pt x="5709" y="9809"/>
                    <a:pt x="5720" y="9809"/>
                  </a:cubicBezTo>
                  <a:cubicBezTo>
                    <a:pt x="5733" y="9809"/>
                    <a:pt x="5744" y="9804"/>
                    <a:pt x="5751" y="9785"/>
                  </a:cubicBezTo>
                  <a:cubicBezTo>
                    <a:pt x="5761" y="9793"/>
                    <a:pt x="5769" y="9796"/>
                    <a:pt x="5778" y="9796"/>
                  </a:cubicBezTo>
                  <a:cubicBezTo>
                    <a:pt x="5800" y="9796"/>
                    <a:pt x="5820" y="9778"/>
                    <a:pt x="5844" y="9775"/>
                  </a:cubicBezTo>
                  <a:cubicBezTo>
                    <a:pt x="5876" y="9770"/>
                    <a:pt x="5905" y="9749"/>
                    <a:pt x="5938" y="9749"/>
                  </a:cubicBezTo>
                  <a:cubicBezTo>
                    <a:pt x="5949" y="9749"/>
                    <a:pt x="5961" y="9751"/>
                    <a:pt x="5974" y="9758"/>
                  </a:cubicBezTo>
                  <a:cubicBezTo>
                    <a:pt x="5979" y="9758"/>
                    <a:pt x="5996" y="9753"/>
                    <a:pt x="5996" y="9747"/>
                  </a:cubicBezTo>
                  <a:cubicBezTo>
                    <a:pt x="6005" y="9732"/>
                    <a:pt x="6014" y="9729"/>
                    <a:pt x="6024" y="9729"/>
                  </a:cubicBezTo>
                  <a:cubicBezTo>
                    <a:pt x="6032" y="9729"/>
                    <a:pt x="6040" y="9731"/>
                    <a:pt x="6050" y="9731"/>
                  </a:cubicBezTo>
                  <a:cubicBezTo>
                    <a:pt x="6093" y="9731"/>
                    <a:pt x="6127" y="9702"/>
                    <a:pt x="6168" y="9702"/>
                  </a:cubicBezTo>
                  <a:cubicBezTo>
                    <a:pt x="6174" y="9702"/>
                    <a:pt x="6180" y="9703"/>
                    <a:pt x="6186" y="9704"/>
                  </a:cubicBezTo>
                  <a:cubicBezTo>
                    <a:pt x="6213" y="9666"/>
                    <a:pt x="6257" y="9682"/>
                    <a:pt x="6295" y="9671"/>
                  </a:cubicBezTo>
                  <a:cubicBezTo>
                    <a:pt x="6344" y="9666"/>
                    <a:pt x="6393" y="9650"/>
                    <a:pt x="6431" y="9622"/>
                  </a:cubicBezTo>
                  <a:cubicBezTo>
                    <a:pt x="6447" y="9611"/>
                    <a:pt x="6469" y="9606"/>
                    <a:pt x="6485" y="9606"/>
                  </a:cubicBezTo>
                  <a:cubicBezTo>
                    <a:pt x="6523" y="9595"/>
                    <a:pt x="6561" y="9584"/>
                    <a:pt x="6599" y="9568"/>
                  </a:cubicBezTo>
                  <a:cubicBezTo>
                    <a:pt x="6626" y="9535"/>
                    <a:pt x="6664" y="9541"/>
                    <a:pt x="6697" y="9535"/>
                  </a:cubicBezTo>
                  <a:cubicBezTo>
                    <a:pt x="6730" y="9524"/>
                    <a:pt x="6757" y="9508"/>
                    <a:pt x="6784" y="9486"/>
                  </a:cubicBezTo>
                  <a:lnTo>
                    <a:pt x="6789" y="9486"/>
                  </a:lnTo>
                  <a:cubicBezTo>
                    <a:pt x="6798" y="9493"/>
                    <a:pt x="6806" y="9496"/>
                    <a:pt x="6813" y="9496"/>
                  </a:cubicBezTo>
                  <a:cubicBezTo>
                    <a:pt x="6830" y="9496"/>
                    <a:pt x="6845" y="9483"/>
                    <a:pt x="6860" y="9476"/>
                  </a:cubicBezTo>
                  <a:cubicBezTo>
                    <a:pt x="6893" y="9454"/>
                    <a:pt x="6936" y="9454"/>
                    <a:pt x="6963" y="9421"/>
                  </a:cubicBezTo>
                  <a:cubicBezTo>
                    <a:pt x="6974" y="9399"/>
                    <a:pt x="7012" y="9410"/>
                    <a:pt x="7039" y="9399"/>
                  </a:cubicBezTo>
                  <a:cubicBezTo>
                    <a:pt x="7121" y="9367"/>
                    <a:pt x="7202" y="9323"/>
                    <a:pt x="7273" y="9269"/>
                  </a:cubicBezTo>
                  <a:cubicBezTo>
                    <a:pt x="7317" y="9242"/>
                    <a:pt x="7376" y="9236"/>
                    <a:pt x="7414" y="9187"/>
                  </a:cubicBezTo>
                  <a:cubicBezTo>
                    <a:pt x="7417" y="9188"/>
                    <a:pt x="7420" y="9188"/>
                    <a:pt x="7423" y="9188"/>
                  </a:cubicBezTo>
                  <a:cubicBezTo>
                    <a:pt x="7451" y="9188"/>
                    <a:pt x="7471" y="9164"/>
                    <a:pt x="7491" y="9149"/>
                  </a:cubicBezTo>
                  <a:cubicBezTo>
                    <a:pt x="7518" y="9122"/>
                    <a:pt x="7545" y="9095"/>
                    <a:pt x="7578" y="9068"/>
                  </a:cubicBezTo>
                  <a:cubicBezTo>
                    <a:pt x="7616" y="9046"/>
                    <a:pt x="7654" y="9014"/>
                    <a:pt x="7686" y="8975"/>
                  </a:cubicBezTo>
                  <a:cubicBezTo>
                    <a:pt x="7708" y="8948"/>
                    <a:pt x="7735" y="8932"/>
                    <a:pt x="7768" y="8932"/>
                  </a:cubicBezTo>
                  <a:cubicBezTo>
                    <a:pt x="7773" y="8932"/>
                    <a:pt x="7790" y="8927"/>
                    <a:pt x="7790" y="8921"/>
                  </a:cubicBezTo>
                  <a:cubicBezTo>
                    <a:pt x="7795" y="8883"/>
                    <a:pt x="7849" y="8888"/>
                    <a:pt x="7860" y="8856"/>
                  </a:cubicBezTo>
                  <a:cubicBezTo>
                    <a:pt x="7875" y="8827"/>
                    <a:pt x="7903" y="8806"/>
                    <a:pt x="7932" y="8806"/>
                  </a:cubicBezTo>
                  <a:cubicBezTo>
                    <a:pt x="7935" y="8806"/>
                    <a:pt x="7938" y="8806"/>
                    <a:pt x="7942" y="8807"/>
                  </a:cubicBezTo>
                  <a:cubicBezTo>
                    <a:pt x="7947" y="8807"/>
                    <a:pt x="7953" y="8802"/>
                    <a:pt x="7958" y="8785"/>
                  </a:cubicBezTo>
                  <a:cubicBezTo>
                    <a:pt x="7964" y="8769"/>
                    <a:pt x="7969" y="8763"/>
                    <a:pt x="7991" y="8763"/>
                  </a:cubicBezTo>
                  <a:cubicBezTo>
                    <a:pt x="8012" y="8753"/>
                    <a:pt x="8034" y="8742"/>
                    <a:pt x="8045" y="8720"/>
                  </a:cubicBezTo>
                  <a:cubicBezTo>
                    <a:pt x="8089" y="8649"/>
                    <a:pt x="8154" y="8606"/>
                    <a:pt x="8203" y="8541"/>
                  </a:cubicBezTo>
                  <a:cubicBezTo>
                    <a:pt x="8279" y="8448"/>
                    <a:pt x="8366" y="8372"/>
                    <a:pt x="8431" y="8269"/>
                  </a:cubicBezTo>
                  <a:cubicBezTo>
                    <a:pt x="8436" y="8258"/>
                    <a:pt x="8447" y="8253"/>
                    <a:pt x="8453" y="8242"/>
                  </a:cubicBezTo>
                  <a:lnTo>
                    <a:pt x="8616" y="8089"/>
                  </a:lnTo>
                  <a:cubicBezTo>
                    <a:pt x="8621" y="8084"/>
                    <a:pt x="8627" y="8079"/>
                    <a:pt x="8632" y="8068"/>
                  </a:cubicBezTo>
                  <a:cubicBezTo>
                    <a:pt x="8648" y="8008"/>
                    <a:pt x="8714" y="7975"/>
                    <a:pt x="8725" y="7910"/>
                  </a:cubicBezTo>
                  <a:cubicBezTo>
                    <a:pt x="8763" y="7894"/>
                    <a:pt x="8773" y="7850"/>
                    <a:pt x="8801" y="7834"/>
                  </a:cubicBezTo>
                  <a:cubicBezTo>
                    <a:pt x="8844" y="7818"/>
                    <a:pt x="8801" y="7801"/>
                    <a:pt x="8817" y="7785"/>
                  </a:cubicBezTo>
                  <a:cubicBezTo>
                    <a:pt x="8844" y="7763"/>
                    <a:pt x="8871" y="7736"/>
                    <a:pt x="8893" y="7698"/>
                  </a:cubicBezTo>
                  <a:cubicBezTo>
                    <a:pt x="8953" y="7627"/>
                    <a:pt x="9002" y="7540"/>
                    <a:pt x="9034" y="7448"/>
                  </a:cubicBezTo>
                  <a:cubicBezTo>
                    <a:pt x="9040" y="7432"/>
                    <a:pt x="9045" y="7415"/>
                    <a:pt x="9051" y="7405"/>
                  </a:cubicBezTo>
                  <a:cubicBezTo>
                    <a:pt x="9083" y="7356"/>
                    <a:pt x="9132" y="7323"/>
                    <a:pt x="9127" y="7258"/>
                  </a:cubicBezTo>
                  <a:cubicBezTo>
                    <a:pt x="9121" y="7193"/>
                    <a:pt x="9181" y="7165"/>
                    <a:pt x="9197" y="7116"/>
                  </a:cubicBezTo>
                  <a:cubicBezTo>
                    <a:pt x="9203" y="7106"/>
                    <a:pt x="9219" y="7089"/>
                    <a:pt x="9219" y="7078"/>
                  </a:cubicBezTo>
                  <a:cubicBezTo>
                    <a:pt x="9214" y="7040"/>
                    <a:pt x="9230" y="6997"/>
                    <a:pt x="9257" y="6964"/>
                  </a:cubicBezTo>
                  <a:cubicBezTo>
                    <a:pt x="9230" y="6910"/>
                    <a:pt x="9290" y="6894"/>
                    <a:pt x="9301" y="6856"/>
                  </a:cubicBezTo>
                  <a:cubicBezTo>
                    <a:pt x="9306" y="6850"/>
                    <a:pt x="9312" y="6839"/>
                    <a:pt x="9312" y="6834"/>
                  </a:cubicBezTo>
                  <a:cubicBezTo>
                    <a:pt x="9301" y="6801"/>
                    <a:pt x="9344" y="6790"/>
                    <a:pt x="9339" y="6758"/>
                  </a:cubicBezTo>
                  <a:cubicBezTo>
                    <a:pt x="9333" y="6730"/>
                    <a:pt x="9366" y="6709"/>
                    <a:pt x="9377" y="6682"/>
                  </a:cubicBezTo>
                  <a:cubicBezTo>
                    <a:pt x="9382" y="6676"/>
                    <a:pt x="9388" y="6671"/>
                    <a:pt x="9388" y="6665"/>
                  </a:cubicBezTo>
                  <a:cubicBezTo>
                    <a:pt x="9382" y="6616"/>
                    <a:pt x="9415" y="6584"/>
                    <a:pt x="9420" y="6529"/>
                  </a:cubicBezTo>
                  <a:cubicBezTo>
                    <a:pt x="9431" y="6480"/>
                    <a:pt x="9480" y="6448"/>
                    <a:pt x="9464" y="6393"/>
                  </a:cubicBezTo>
                  <a:cubicBezTo>
                    <a:pt x="9502" y="6377"/>
                    <a:pt x="9480" y="6334"/>
                    <a:pt x="9496" y="6312"/>
                  </a:cubicBezTo>
                  <a:cubicBezTo>
                    <a:pt x="9507" y="6290"/>
                    <a:pt x="9502" y="6247"/>
                    <a:pt x="9524" y="6230"/>
                  </a:cubicBezTo>
                  <a:cubicBezTo>
                    <a:pt x="9556" y="6209"/>
                    <a:pt x="9529" y="6181"/>
                    <a:pt x="9545" y="6154"/>
                  </a:cubicBezTo>
                  <a:cubicBezTo>
                    <a:pt x="9562" y="6116"/>
                    <a:pt x="9578" y="6078"/>
                    <a:pt x="9583" y="6035"/>
                  </a:cubicBezTo>
                  <a:cubicBezTo>
                    <a:pt x="9589" y="5991"/>
                    <a:pt x="9621" y="5959"/>
                    <a:pt x="9621" y="5921"/>
                  </a:cubicBezTo>
                  <a:cubicBezTo>
                    <a:pt x="9627" y="5888"/>
                    <a:pt x="9627" y="5861"/>
                    <a:pt x="9627" y="5828"/>
                  </a:cubicBezTo>
                  <a:cubicBezTo>
                    <a:pt x="9621" y="5801"/>
                    <a:pt x="9627" y="5768"/>
                    <a:pt x="9638" y="5741"/>
                  </a:cubicBezTo>
                  <a:cubicBezTo>
                    <a:pt x="9654" y="5709"/>
                    <a:pt x="9621" y="5687"/>
                    <a:pt x="9632" y="5660"/>
                  </a:cubicBezTo>
                  <a:cubicBezTo>
                    <a:pt x="9638" y="5638"/>
                    <a:pt x="9643" y="5616"/>
                    <a:pt x="9643" y="5600"/>
                  </a:cubicBezTo>
                  <a:cubicBezTo>
                    <a:pt x="9654" y="5556"/>
                    <a:pt x="9665" y="5513"/>
                    <a:pt x="9665" y="5464"/>
                  </a:cubicBezTo>
                  <a:cubicBezTo>
                    <a:pt x="9659" y="5437"/>
                    <a:pt x="9670" y="5404"/>
                    <a:pt x="9698" y="5388"/>
                  </a:cubicBezTo>
                  <a:lnTo>
                    <a:pt x="9659" y="5361"/>
                  </a:lnTo>
                  <a:lnTo>
                    <a:pt x="9698" y="5295"/>
                  </a:lnTo>
                  <a:lnTo>
                    <a:pt x="9654" y="5274"/>
                  </a:lnTo>
                  <a:cubicBezTo>
                    <a:pt x="9692" y="5241"/>
                    <a:pt x="9698" y="5230"/>
                    <a:pt x="9692" y="5203"/>
                  </a:cubicBezTo>
                  <a:cubicBezTo>
                    <a:pt x="9687" y="5154"/>
                    <a:pt x="9692" y="5100"/>
                    <a:pt x="9714" y="5051"/>
                  </a:cubicBezTo>
                  <a:lnTo>
                    <a:pt x="9676" y="5045"/>
                  </a:lnTo>
                  <a:cubicBezTo>
                    <a:pt x="9665" y="5013"/>
                    <a:pt x="9676" y="4975"/>
                    <a:pt x="9703" y="4953"/>
                  </a:cubicBezTo>
                  <a:lnTo>
                    <a:pt x="9665" y="4931"/>
                  </a:lnTo>
                  <a:cubicBezTo>
                    <a:pt x="9692" y="4904"/>
                    <a:pt x="9708" y="4871"/>
                    <a:pt x="9719" y="4833"/>
                  </a:cubicBezTo>
                  <a:lnTo>
                    <a:pt x="9719" y="4833"/>
                  </a:lnTo>
                  <a:lnTo>
                    <a:pt x="9676" y="4839"/>
                  </a:lnTo>
                  <a:cubicBezTo>
                    <a:pt x="9687" y="4823"/>
                    <a:pt x="9692" y="4806"/>
                    <a:pt x="9703" y="4801"/>
                  </a:cubicBezTo>
                  <a:cubicBezTo>
                    <a:pt x="9730" y="4790"/>
                    <a:pt x="9725" y="4763"/>
                    <a:pt x="9714" y="4763"/>
                  </a:cubicBezTo>
                  <a:cubicBezTo>
                    <a:pt x="9687" y="4752"/>
                    <a:pt x="9692" y="4741"/>
                    <a:pt x="9698" y="4725"/>
                  </a:cubicBezTo>
                  <a:cubicBezTo>
                    <a:pt x="9703" y="4708"/>
                    <a:pt x="9703" y="4692"/>
                    <a:pt x="9698" y="4676"/>
                  </a:cubicBezTo>
                  <a:cubicBezTo>
                    <a:pt x="9687" y="4659"/>
                    <a:pt x="9681" y="4649"/>
                    <a:pt x="9698" y="4632"/>
                  </a:cubicBezTo>
                  <a:cubicBezTo>
                    <a:pt x="9703" y="4627"/>
                    <a:pt x="9703" y="4611"/>
                    <a:pt x="9698" y="4605"/>
                  </a:cubicBezTo>
                  <a:cubicBezTo>
                    <a:pt x="9659" y="4551"/>
                    <a:pt x="9665" y="4480"/>
                    <a:pt x="9703" y="4426"/>
                  </a:cubicBezTo>
                  <a:lnTo>
                    <a:pt x="9670" y="4409"/>
                  </a:lnTo>
                  <a:cubicBezTo>
                    <a:pt x="9676" y="4399"/>
                    <a:pt x="9676" y="4382"/>
                    <a:pt x="9687" y="4371"/>
                  </a:cubicBezTo>
                  <a:cubicBezTo>
                    <a:pt x="9708" y="4355"/>
                    <a:pt x="9719" y="4339"/>
                    <a:pt x="9698" y="4312"/>
                  </a:cubicBezTo>
                  <a:cubicBezTo>
                    <a:pt x="9692" y="4306"/>
                    <a:pt x="9698" y="4290"/>
                    <a:pt x="9698" y="4284"/>
                  </a:cubicBezTo>
                  <a:cubicBezTo>
                    <a:pt x="9698" y="4230"/>
                    <a:pt x="9692" y="4181"/>
                    <a:pt x="9681" y="4127"/>
                  </a:cubicBezTo>
                  <a:cubicBezTo>
                    <a:pt x="9676" y="4121"/>
                    <a:pt x="9676" y="4110"/>
                    <a:pt x="9676" y="4100"/>
                  </a:cubicBezTo>
                  <a:cubicBezTo>
                    <a:pt x="9670" y="4051"/>
                    <a:pt x="9665" y="3996"/>
                    <a:pt x="9659" y="3953"/>
                  </a:cubicBezTo>
                  <a:cubicBezTo>
                    <a:pt x="9659" y="3909"/>
                    <a:pt x="9632" y="3866"/>
                    <a:pt x="9632" y="3817"/>
                  </a:cubicBezTo>
                  <a:cubicBezTo>
                    <a:pt x="9632" y="3768"/>
                    <a:pt x="9621" y="3719"/>
                    <a:pt x="9605" y="3670"/>
                  </a:cubicBezTo>
                  <a:cubicBezTo>
                    <a:pt x="9589" y="3632"/>
                    <a:pt x="9551" y="3599"/>
                    <a:pt x="9562" y="3545"/>
                  </a:cubicBezTo>
                  <a:cubicBezTo>
                    <a:pt x="9562" y="3540"/>
                    <a:pt x="9562" y="3534"/>
                    <a:pt x="9556" y="3534"/>
                  </a:cubicBezTo>
                  <a:cubicBezTo>
                    <a:pt x="9524" y="3518"/>
                    <a:pt x="9524" y="3491"/>
                    <a:pt x="9518" y="3464"/>
                  </a:cubicBezTo>
                  <a:cubicBezTo>
                    <a:pt x="9496" y="3420"/>
                    <a:pt x="9480" y="3371"/>
                    <a:pt x="9475" y="3322"/>
                  </a:cubicBezTo>
                  <a:cubicBezTo>
                    <a:pt x="9420" y="3300"/>
                    <a:pt x="9447" y="3246"/>
                    <a:pt x="9420" y="3208"/>
                  </a:cubicBezTo>
                  <a:cubicBezTo>
                    <a:pt x="9399" y="3170"/>
                    <a:pt x="9382" y="3132"/>
                    <a:pt x="9371" y="3088"/>
                  </a:cubicBezTo>
                  <a:cubicBezTo>
                    <a:pt x="9366" y="3067"/>
                    <a:pt x="9350" y="3056"/>
                    <a:pt x="9350" y="3029"/>
                  </a:cubicBezTo>
                  <a:cubicBezTo>
                    <a:pt x="9350" y="3007"/>
                    <a:pt x="9344" y="2985"/>
                    <a:pt x="9317" y="2985"/>
                  </a:cubicBezTo>
                  <a:cubicBezTo>
                    <a:pt x="9328" y="2958"/>
                    <a:pt x="9268" y="2936"/>
                    <a:pt x="9312" y="2904"/>
                  </a:cubicBezTo>
                  <a:cubicBezTo>
                    <a:pt x="9279" y="2887"/>
                    <a:pt x="9252" y="2877"/>
                    <a:pt x="9252" y="2844"/>
                  </a:cubicBezTo>
                  <a:cubicBezTo>
                    <a:pt x="9241" y="2806"/>
                    <a:pt x="9230" y="2773"/>
                    <a:pt x="9208" y="2741"/>
                  </a:cubicBezTo>
                  <a:cubicBezTo>
                    <a:pt x="9203" y="2724"/>
                    <a:pt x="9208" y="2697"/>
                    <a:pt x="9203" y="2692"/>
                  </a:cubicBezTo>
                  <a:cubicBezTo>
                    <a:pt x="9170" y="2670"/>
                    <a:pt x="9149" y="2643"/>
                    <a:pt x="9143" y="2605"/>
                  </a:cubicBezTo>
                  <a:cubicBezTo>
                    <a:pt x="9138" y="2572"/>
                    <a:pt x="9105" y="2550"/>
                    <a:pt x="9105" y="2518"/>
                  </a:cubicBezTo>
                  <a:cubicBezTo>
                    <a:pt x="9105" y="2501"/>
                    <a:pt x="9083" y="2474"/>
                    <a:pt x="9078" y="2463"/>
                  </a:cubicBezTo>
                  <a:cubicBezTo>
                    <a:pt x="9067" y="2453"/>
                    <a:pt x="9056" y="2442"/>
                    <a:pt x="9056" y="2431"/>
                  </a:cubicBezTo>
                  <a:cubicBezTo>
                    <a:pt x="9072" y="2387"/>
                    <a:pt x="9002" y="2376"/>
                    <a:pt x="9018" y="2333"/>
                  </a:cubicBezTo>
                  <a:cubicBezTo>
                    <a:pt x="8985" y="2317"/>
                    <a:pt x="8996" y="2273"/>
                    <a:pt x="8975" y="2262"/>
                  </a:cubicBezTo>
                  <a:cubicBezTo>
                    <a:pt x="8937" y="2251"/>
                    <a:pt x="8942" y="2208"/>
                    <a:pt x="8926" y="2197"/>
                  </a:cubicBezTo>
                  <a:cubicBezTo>
                    <a:pt x="8882" y="2170"/>
                    <a:pt x="8877" y="2126"/>
                    <a:pt x="8844" y="2083"/>
                  </a:cubicBezTo>
                  <a:cubicBezTo>
                    <a:pt x="8811" y="2045"/>
                    <a:pt x="8779" y="1996"/>
                    <a:pt x="8741" y="1958"/>
                  </a:cubicBezTo>
                  <a:cubicBezTo>
                    <a:pt x="8735" y="1952"/>
                    <a:pt x="8735" y="1947"/>
                    <a:pt x="8730" y="1936"/>
                  </a:cubicBezTo>
                  <a:cubicBezTo>
                    <a:pt x="8725" y="1931"/>
                    <a:pt x="8681" y="1849"/>
                    <a:pt x="8681" y="1849"/>
                  </a:cubicBezTo>
                  <a:cubicBezTo>
                    <a:pt x="8638" y="1849"/>
                    <a:pt x="8648" y="1806"/>
                    <a:pt x="8627" y="1789"/>
                  </a:cubicBezTo>
                  <a:cubicBezTo>
                    <a:pt x="8599" y="1773"/>
                    <a:pt x="8583" y="1751"/>
                    <a:pt x="8578" y="1719"/>
                  </a:cubicBezTo>
                  <a:cubicBezTo>
                    <a:pt x="8572" y="1713"/>
                    <a:pt x="8551" y="1708"/>
                    <a:pt x="8529" y="1697"/>
                  </a:cubicBezTo>
                  <a:cubicBezTo>
                    <a:pt x="8507" y="1632"/>
                    <a:pt x="8507" y="1632"/>
                    <a:pt x="8426" y="1583"/>
                  </a:cubicBezTo>
                  <a:cubicBezTo>
                    <a:pt x="8420" y="1577"/>
                    <a:pt x="8409" y="1572"/>
                    <a:pt x="8409" y="1566"/>
                  </a:cubicBezTo>
                  <a:cubicBezTo>
                    <a:pt x="8393" y="1507"/>
                    <a:pt x="8328" y="1490"/>
                    <a:pt x="8301" y="1441"/>
                  </a:cubicBezTo>
                  <a:cubicBezTo>
                    <a:pt x="8284" y="1420"/>
                    <a:pt x="8262" y="1409"/>
                    <a:pt x="8241" y="1403"/>
                  </a:cubicBezTo>
                  <a:cubicBezTo>
                    <a:pt x="8214" y="1398"/>
                    <a:pt x="8208" y="1382"/>
                    <a:pt x="8192" y="1365"/>
                  </a:cubicBezTo>
                  <a:cubicBezTo>
                    <a:pt x="8148" y="1316"/>
                    <a:pt x="8099" y="1273"/>
                    <a:pt x="8056" y="1229"/>
                  </a:cubicBezTo>
                  <a:cubicBezTo>
                    <a:pt x="8048" y="1233"/>
                    <a:pt x="8041" y="1234"/>
                    <a:pt x="8035" y="1234"/>
                  </a:cubicBezTo>
                  <a:cubicBezTo>
                    <a:pt x="7997" y="1234"/>
                    <a:pt x="7981" y="1184"/>
                    <a:pt x="7958" y="1175"/>
                  </a:cubicBezTo>
                  <a:cubicBezTo>
                    <a:pt x="7928" y="1160"/>
                    <a:pt x="7921" y="1114"/>
                    <a:pt x="7883" y="1114"/>
                  </a:cubicBezTo>
                  <a:cubicBezTo>
                    <a:pt x="7880" y="1114"/>
                    <a:pt x="7875" y="1114"/>
                    <a:pt x="7871" y="1115"/>
                  </a:cubicBezTo>
                  <a:cubicBezTo>
                    <a:pt x="7866" y="1115"/>
                    <a:pt x="7866" y="1110"/>
                    <a:pt x="7866" y="1104"/>
                  </a:cubicBezTo>
                  <a:cubicBezTo>
                    <a:pt x="7861" y="1090"/>
                    <a:pt x="7869" y="1066"/>
                    <a:pt x="7842" y="1066"/>
                  </a:cubicBezTo>
                  <a:cubicBezTo>
                    <a:pt x="7839" y="1066"/>
                    <a:pt x="7836" y="1066"/>
                    <a:pt x="7833" y="1066"/>
                  </a:cubicBezTo>
                  <a:cubicBezTo>
                    <a:pt x="7831" y="1067"/>
                    <a:pt x="7829" y="1067"/>
                    <a:pt x="7827" y="1067"/>
                  </a:cubicBezTo>
                  <a:cubicBezTo>
                    <a:pt x="7798" y="1067"/>
                    <a:pt x="7821" y="1028"/>
                    <a:pt x="7806" y="1023"/>
                  </a:cubicBezTo>
                  <a:cubicBezTo>
                    <a:pt x="7735" y="990"/>
                    <a:pt x="7675" y="941"/>
                    <a:pt x="7626" y="887"/>
                  </a:cubicBezTo>
                  <a:lnTo>
                    <a:pt x="7621" y="887"/>
                  </a:lnTo>
                  <a:cubicBezTo>
                    <a:pt x="7550" y="876"/>
                    <a:pt x="7512" y="822"/>
                    <a:pt x="7463" y="789"/>
                  </a:cubicBezTo>
                  <a:cubicBezTo>
                    <a:pt x="7453" y="778"/>
                    <a:pt x="7436" y="767"/>
                    <a:pt x="7425" y="767"/>
                  </a:cubicBezTo>
                  <a:cubicBezTo>
                    <a:pt x="7420" y="769"/>
                    <a:pt x="7415" y="769"/>
                    <a:pt x="7411" y="769"/>
                  </a:cubicBezTo>
                  <a:cubicBezTo>
                    <a:pt x="7377" y="769"/>
                    <a:pt x="7381" y="733"/>
                    <a:pt x="7371" y="718"/>
                  </a:cubicBezTo>
                  <a:cubicBezTo>
                    <a:pt x="7333" y="713"/>
                    <a:pt x="7295" y="724"/>
                    <a:pt x="7268" y="680"/>
                  </a:cubicBezTo>
                  <a:cubicBezTo>
                    <a:pt x="7257" y="664"/>
                    <a:pt x="7246" y="659"/>
                    <a:pt x="7224" y="653"/>
                  </a:cubicBezTo>
                  <a:cubicBezTo>
                    <a:pt x="7221" y="654"/>
                    <a:pt x="7218" y="654"/>
                    <a:pt x="7214" y="654"/>
                  </a:cubicBezTo>
                  <a:cubicBezTo>
                    <a:pt x="7180" y="654"/>
                    <a:pt x="7147" y="628"/>
                    <a:pt x="7132" y="593"/>
                  </a:cubicBezTo>
                  <a:cubicBezTo>
                    <a:pt x="7126" y="588"/>
                    <a:pt x="7110" y="588"/>
                    <a:pt x="7094" y="588"/>
                  </a:cubicBezTo>
                  <a:cubicBezTo>
                    <a:pt x="7083" y="583"/>
                    <a:pt x="7067" y="583"/>
                    <a:pt x="7056" y="577"/>
                  </a:cubicBezTo>
                  <a:lnTo>
                    <a:pt x="7061" y="550"/>
                  </a:lnTo>
                  <a:cubicBezTo>
                    <a:pt x="7023" y="534"/>
                    <a:pt x="6985" y="523"/>
                    <a:pt x="6947" y="517"/>
                  </a:cubicBezTo>
                  <a:cubicBezTo>
                    <a:pt x="6940" y="519"/>
                    <a:pt x="6934" y="519"/>
                    <a:pt x="6928" y="519"/>
                  </a:cubicBezTo>
                  <a:cubicBezTo>
                    <a:pt x="6909" y="519"/>
                    <a:pt x="6893" y="513"/>
                    <a:pt x="6876" y="501"/>
                  </a:cubicBezTo>
                  <a:cubicBezTo>
                    <a:pt x="6844" y="458"/>
                    <a:pt x="6773" y="490"/>
                    <a:pt x="6746" y="436"/>
                  </a:cubicBezTo>
                  <a:cubicBezTo>
                    <a:pt x="6739" y="439"/>
                    <a:pt x="6732" y="441"/>
                    <a:pt x="6727" y="441"/>
                  </a:cubicBezTo>
                  <a:cubicBezTo>
                    <a:pt x="6698" y="441"/>
                    <a:pt x="6686" y="402"/>
                    <a:pt x="6659" y="398"/>
                  </a:cubicBezTo>
                  <a:cubicBezTo>
                    <a:pt x="6632" y="392"/>
                    <a:pt x="6605" y="381"/>
                    <a:pt x="6583" y="360"/>
                  </a:cubicBezTo>
                  <a:cubicBezTo>
                    <a:pt x="6576" y="367"/>
                    <a:pt x="6568" y="370"/>
                    <a:pt x="6561" y="370"/>
                  </a:cubicBezTo>
                  <a:cubicBezTo>
                    <a:pt x="6543" y="370"/>
                    <a:pt x="6524" y="354"/>
                    <a:pt x="6502" y="354"/>
                  </a:cubicBezTo>
                  <a:cubicBezTo>
                    <a:pt x="6500" y="354"/>
                    <a:pt x="6498" y="354"/>
                    <a:pt x="6496" y="354"/>
                  </a:cubicBezTo>
                  <a:cubicBezTo>
                    <a:pt x="6492" y="355"/>
                    <a:pt x="6488" y="356"/>
                    <a:pt x="6484" y="356"/>
                  </a:cubicBezTo>
                  <a:cubicBezTo>
                    <a:pt x="6466" y="356"/>
                    <a:pt x="6449" y="347"/>
                    <a:pt x="6436" y="338"/>
                  </a:cubicBezTo>
                  <a:cubicBezTo>
                    <a:pt x="6420" y="305"/>
                    <a:pt x="6382" y="316"/>
                    <a:pt x="6371" y="300"/>
                  </a:cubicBezTo>
                  <a:cubicBezTo>
                    <a:pt x="6349" y="267"/>
                    <a:pt x="6322" y="273"/>
                    <a:pt x="6295" y="262"/>
                  </a:cubicBezTo>
                  <a:cubicBezTo>
                    <a:pt x="6284" y="256"/>
                    <a:pt x="6268" y="256"/>
                    <a:pt x="6257" y="256"/>
                  </a:cubicBezTo>
                  <a:cubicBezTo>
                    <a:pt x="6243" y="259"/>
                    <a:pt x="6230" y="261"/>
                    <a:pt x="6217" y="261"/>
                  </a:cubicBezTo>
                  <a:cubicBezTo>
                    <a:pt x="6178" y="261"/>
                    <a:pt x="6143" y="248"/>
                    <a:pt x="6110" y="224"/>
                  </a:cubicBezTo>
                  <a:cubicBezTo>
                    <a:pt x="6099" y="218"/>
                    <a:pt x="6088" y="213"/>
                    <a:pt x="6077" y="213"/>
                  </a:cubicBezTo>
                  <a:lnTo>
                    <a:pt x="5898" y="164"/>
                  </a:lnTo>
                  <a:cubicBezTo>
                    <a:pt x="5849" y="148"/>
                    <a:pt x="5795" y="131"/>
                    <a:pt x="5740" y="121"/>
                  </a:cubicBezTo>
                  <a:cubicBezTo>
                    <a:pt x="5686" y="121"/>
                    <a:pt x="5632" y="110"/>
                    <a:pt x="5588" y="88"/>
                  </a:cubicBezTo>
                  <a:cubicBezTo>
                    <a:pt x="5568" y="80"/>
                    <a:pt x="5548" y="75"/>
                    <a:pt x="5531" y="75"/>
                  </a:cubicBezTo>
                  <a:cubicBezTo>
                    <a:pt x="5524" y="75"/>
                    <a:pt x="5518" y="76"/>
                    <a:pt x="5512" y="77"/>
                  </a:cubicBezTo>
                  <a:cubicBezTo>
                    <a:pt x="5502" y="79"/>
                    <a:pt x="5493" y="80"/>
                    <a:pt x="5484" y="80"/>
                  </a:cubicBezTo>
                  <a:cubicBezTo>
                    <a:pt x="5469" y="80"/>
                    <a:pt x="5455" y="77"/>
                    <a:pt x="5441" y="66"/>
                  </a:cubicBezTo>
                  <a:cubicBezTo>
                    <a:pt x="5429" y="58"/>
                    <a:pt x="5415" y="53"/>
                    <a:pt x="5399" y="53"/>
                  </a:cubicBezTo>
                  <a:cubicBezTo>
                    <a:pt x="5393" y="53"/>
                    <a:pt x="5387" y="54"/>
                    <a:pt x="5382" y="55"/>
                  </a:cubicBezTo>
                  <a:cubicBezTo>
                    <a:pt x="5372" y="57"/>
                    <a:pt x="5363" y="58"/>
                    <a:pt x="5354" y="58"/>
                  </a:cubicBezTo>
                  <a:cubicBezTo>
                    <a:pt x="5305" y="58"/>
                    <a:pt x="5261" y="35"/>
                    <a:pt x="5213" y="35"/>
                  </a:cubicBezTo>
                  <a:cubicBezTo>
                    <a:pt x="5197" y="35"/>
                    <a:pt x="5181" y="37"/>
                    <a:pt x="5164" y="44"/>
                  </a:cubicBezTo>
                  <a:cubicBezTo>
                    <a:pt x="5148" y="35"/>
                    <a:pt x="5131" y="33"/>
                    <a:pt x="5114" y="33"/>
                  </a:cubicBezTo>
                  <a:cubicBezTo>
                    <a:pt x="5097" y="33"/>
                    <a:pt x="5080" y="35"/>
                    <a:pt x="5062" y="35"/>
                  </a:cubicBezTo>
                  <a:cubicBezTo>
                    <a:pt x="5054" y="35"/>
                    <a:pt x="5047" y="34"/>
                    <a:pt x="5039" y="34"/>
                  </a:cubicBezTo>
                  <a:cubicBezTo>
                    <a:pt x="4990" y="28"/>
                    <a:pt x="4941" y="28"/>
                    <a:pt x="4892" y="23"/>
                  </a:cubicBezTo>
                  <a:cubicBezTo>
                    <a:pt x="4883" y="18"/>
                    <a:pt x="4877" y="9"/>
                    <a:pt x="4869" y="3"/>
                  </a:cubicBezTo>
                  <a:lnTo>
                    <a:pt x="4869" y="3"/>
                  </a:lnTo>
                  <a:cubicBezTo>
                    <a:pt x="4864" y="9"/>
                    <a:pt x="4859" y="17"/>
                    <a:pt x="4854" y="17"/>
                  </a:cubicBezTo>
                  <a:lnTo>
                    <a:pt x="4582" y="17"/>
                  </a:lnTo>
                  <a:cubicBezTo>
                    <a:pt x="4582" y="17"/>
                    <a:pt x="4577" y="6"/>
                    <a:pt x="4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3"/>
            <p:cNvSpPr/>
            <p:nvPr/>
          </p:nvSpPr>
          <p:spPr>
            <a:xfrm>
              <a:off x="2052995" y="2928335"/>
              <a:ext cx="221048" cy="221048"/>
            </a:xfrm>
            <a:custGeom>
              <a:rect b="b" l="l" r="r" t="t"/>
              <a:pathLst>
                <a:path extrusionOk="0" h="1909" w="1909">
                  <a:moveTo>
                    <a:pt x="1892" y="0"/>
                  </a:moveTo>
                  <a:cubicBezTo>
                    <a:pt x="1876" y="0"/>
                    <a:pt x="1854" y="6"/>
                    <a:pt x="1849" y="6"/>
                  </a:cubicBezTo>
                  <a:cubicBezTo>
                    <a:pt x="1838" y="33"/>
                    <a:pt x="1822" y="33"/>
                    <a:pt x="1800" y="49"/>
                  </a:cubicBezTo>
                  <a:cubicBezTo>
                    <a:pt x="1778" y="60"/>
                    <a:pt x="1756" y="82"/>
                    <a:pt x="1745" y="104"/>
                  </a:cubicBezTo>
                  <a:cubicBezTo>
                    <a:pt x="1697" y="169"/>
                    <a:pt x="1615" y="202"/>
                    <a:pt x="1572" y="272"/>
                  </a:cubicBezTo>
                  <a:cubicBezTo>
                    <a:pt x="1572" y="272"/>
                    <a:pt x="1566" y="278"/>
                    <a:pt x="1561" y="278"/>
                  </a:cubicBezTo>
                  <a:cubicBezTo>
                    <a:pt x="1495" y="305"/>
                    <a:pt x="1468" y="376"/>
                    <a:pt x="1408" y="403"/>
                  </a:cubicBezTo>
                  <a:cubicBezTo>
                    <a:pt x="1414" y="441"/>
                    <a:pt x="1376" y="452"/>
                    <a:pt x="1354" y="473"/>
                  </a:cubicBezTo>
                  <a:cubicBezTo>
                    <a:pt x="1305" y="511"/>
                    <a:pt x="1262" y="560"/>
                    <a:pt x="1218" y="609"/>
                  </a:cubicBezTo>
                  <a:cubicBezTo>
                    <a:pt x="1186" y="647"/>
                    <a:pt x="1153" y="680"/>
                    <a:pt x="1104" y="702"/>
                  </a:cubicBezTo>
                  <a:cubicBezTo>
                    <a:pt x="1093" y="707"/>
                    <a:pt x="1082" y="729"/>
                    <a:pt x="1071" y="740"/>
                  </a:cubicBezTo>
                  <a:cubicBezTo>
                    <a:pt x="1061" y="751"/>
                    <a:pt x="1050" y="767"/>
                    <a:pt x="1039" y="778"/>
                  </a:cubicBezTo>
                  <a:cubicBezTo>
                    <a:pt x="1033" y="789"/>
                    <a:pt x="1017" y="794"/>
                    <a:pt x="1012" y="816"/>
                  </a:cubicBezTo>
                  <a:cubicBezTo>
                    <a:pt x="1006" y="838"/>
                    <a:pt x="968" y="816"/>
                    <a:pt x="979" y="848"/>
                  </a:cubicBezTo>
                  <a:cubicBezTo>
                    <a:pt x="941" y="892"/>
                    <a:pt x="898" y="930"/>
                    <a:pt x="854" y="968"/>
                  </a:cubicBezTo>
                  <a:cubicBezTo>
                    <a:pt x="811" y="1001"/>
                    <a:pt x="772" y="1039"/>
                    <a:pt x="729" y="1077"/>
                  </a:cubicBezTo>
                  <a:cubicBezTo>
                    <a:pt x="702" y="1109"/>
                    <a:pt x="669" y="1153"/>
                    <a:pt x="637" y="1164"/>
                  </a:cubicBezTo>
                  <a:cubicBezTo>
                    <a:pt x="599" y="1175"/>
                    <a:pt x="615" y="1213"/>
                    <a:pt x="593" y="1229"/>
                  </a:cubicBezTo>
                  <a:cubicBezTo>
                    <a:pt x="566" y="1251"/>
                    <a:pt x="539" y="1278"/>
                    <a:pt x="512" y="1305"/>
                  </a:cubicBezTo>
                  <a:cubicBezTo>
                    <a:pt x="490" y="1327"/>
                    <a:pt x="474" y="1354"/>
                    <a:pt x="457" y="1376"/>
                  </a:cubicBezTo>
                  <a:cubicBezTo>
                    <a:pt x="435" y="1397"/>
                    <a:pt x="414" y="1414"/>
                    <a:pt x="387" y="1430"/>
                  </a:cubicBezTo>
                  <a:cubicBezTo>
                    <a:pt x="354" y="1441"/>
                    <a:pt x="354" y="1474"/>
                    <a:pt x="332" y="1490"/>
                  </a:cubicBezTo>
                  <a:cubicBezTo>
                    <a:pt x="278" y="1533"/>
                    <a:pt x="256" y="1604"/>
                    <a:pt x="185" y="1626"/>
                  </a:cubicBezTo>
                  <a:cubicBezTo>
                    <a:pt x="142" y="1707"/>
                    <a:pt x="66" y="1762"/>
                    <a:pt x="17" y="1832"/>
                  </a:cubicBezTo>
                  <a:cubicBezTo>
                    <a:pt x="6" y="1849"/>
                    <a:pt x="6" y="1860"/>
                    <a:pt x="1" y="1876"/>
                  </a:cubicBezTo>
                  <a:lnTo>
                    <a:pt x="71" y="1908"/>
                  </a:lnTo>
                  <a:cubicBezTo>
                    <a:pt x="77" y="1892"/>
                    <a:pt x="77" y="1870"/>
                    <a:pt x="88" y="1865"/>
                  </a:cubicBezTo>
                  <a:cubicBezTo>
                    <a:pt x="131" y="1838"/>
                    <a:pt x="180" y="1816"/>
                    <a:pt x="202" y="1762"/>
                  </a:cubicBezTo>
                  <a:cubicBezTo>
                    <a:pt x="202" y="1762"/>
                    <a:pt x="207" y="1756"/>
                    <a:pt x="213" y="1756"/>
                  </a:cubicBezTo>
                  <a:cubicBezTo>
                    <a:pt x="216" y="1757"/>
                    <a:pt x="218" y="1757"/>
                    <a:pt x="220" y="1757"/>
                  </a:cubicBezTo>
                  <a:cubicBezTo>
                    <a:pt x="237" y="1757"/>
                    <a:pt x="225" y="1739"/>
                    <a:pt x="234" y="1729"/>
                  </a:cubicBezTo>
                  <a:cubicBezTo>
                    <a:pt x="245" y="1713"/>
                    <a:pt x="267" y="1718"/>
                    <a:pt x="278" y="1696"/>
                  </a:cubicBezTo>
                  <a:cubicBezTo>
                    <a:pt x="289" y="1675"/>
                    <a:pt x="310" y="1658"/>
                    <a:pt x="327" y="1642"/>
                  </a:cubicBezTo>
                  <a:cubicBezTo>
                    <a:pt x="348" y="1620"/>
                    <a:pt x="365" y="1599"/>
                    <a:pt x="376" y="1577"/>
                  </a:cubicBezTo>
                  <a:cubicBezTo>
                    <a:pt x="403" y="1544"/>
                    <a:pt x="463" y="1550"/>
                    <a:pt x="463" y="1495"/>
                  </a:cubicBezTo>
                  <a:lnTo>
                    <a:pt x="474" y="1495"/>
                  </a:lnTo>
                  <a:cubicBezTo>
                    <a:pt x="528" y="1479"/>
                    <a:pt x="550" y="1436"/>
                    <a:pt x="577" y="1397"/>
                  </a:cubicBezTo>
                  <a:cubicBezTo>
                    <a:pt x="588" y="1387"/>
                    <a:pt x="582" y="1370"/>
                    <a:pt x="609" y="1370"/>
                  </a:cubicBezTo>
                  <a:cubicBezTo>
                    <a:pt x="620" y="1370"/>
                    <a:pt x="620" y="1365"/>
                    <a:pt x="642" y="1343"/>
                  </a:cubicBezTo>
                  <a:cubicBezTo>
                    <a:pt x="658" y="1327"/>
                    <a:pt x="680" y="1311"/>
                    <a:pt x="696" y="1289"/>
                  </a:cubicBezTo>
                  <a:cubicBezTo>
                    <a:pt x="675" y="1251"/>
                    <a:pt x="724" y="1262"/>
                    <a:pt x="734" y="1245"/>
                  </a:cubicBezTo>
                  <a:cubicBezTo>
                    <a:pt x="778" y="1191"/>
                    <a:pt x="827" y="1137"/>
                    <a:pt x="881" y="1093"/>
                  </a:cubicBezTo>
                  <a:cubicBezTo>
                    <a:pt x="898" y="1077"/>
                    <a:pt x="908" y="1050"/>
                    <a:pt x="930" y="1044"/>
                  </a:cubicBezTo>
                  <a:cubicBezTo>
                    <a:pt x="974" y="1033"/>
                    <a:pt x="1001" y="995"/>
                    <a:pt x="1001" y="946"/>
                  </a:cubicBezTo>
                  <a:cubicBezTo>
                    <a:pt x="1008" y="950"/>
                    <a:pt x="1013" y="956"/>
                    <a:pt x="1019" y="956"/>
                  </a:cubicBezTo>
                  <a:cubicBezTo>
                    <a:pt x="1022" y="956"/>
                    <a:pt x="1025" y="955"/>
                    <a:pt x="1028" y="952"/>
                  </a:cubicBezTo>
                  <a:cubicBezTo>
                    <a:pt x="1033" y="941"/>
                    <a:pt x="1039" y="919"/>
                    <a:pt x="1055" y="914"/>
                  </a:cubicBezTo>
                  <a:cubicBezTo>
                    <a:pt x="1071" y="908"/>
                    <a:pt x="1093" y="897"/>
                    <a:pt x="1099" y="881"/>
                  </a:cubicBezTo>
                  <a:cubicBezTo>
                    <a:pt x="1110" y="859"/>
                    <a:pt x="1148" y="848"/>
                    <a:pt x="1148" y="832"/>
                  </a:cubicBezTo>
                  <a:cubicBezTo>
                    <a:pt x="1153" y="794"/>
                    <a:pt x="1191" y="821"/>
                    <a:pt x="1191" y="800"/>
                  </a:cubicBezTo>
                  <a:cubicBezTo>
                    <a:pt x="1202" y="745"/>
                    <a:pt x="1262" y="723"/>
                    <a:pt x="1283" y="696"/>
                  </a:cubicBezTo>
                  <a:cubicBezTo>
                    <a:pt x="1305" y="664"/>
                    <a:pt x="1322" y="615"/>
                    <a:pt x="1370" y="615"/>
                  </a:cubicBezTo>
                  <a:lnTo>
                    <a:pt x="1376" y="615"/>
                  </a:lnTo>
                  <a:cubicBezTo>
                    <a:pt x="1387" y="582"/>
                    <a:pt x="1414" y="571"/>
                    <a:pt x="1436" y="555"/>
                  </a:cubicBezTo>
                  <a:cubicBezTo>
                    <a:pt x="1463" y="539"/>
                    <a:pt x="1485" y="511"/>
                    <a:pt x="1490" y="484"/>
                  </a:cubicBezTo>
                  <a:cubicBezTo>
                    <a:pt x="1495" y="468"/>
                    <a:pt x="1506" y="457"/>
                    <a:pt x="1523" y="446"/>
                  </a:cubicBezTo>
                  <a:cubicBezTo>
                    <a:pt x="1561" y="435"/>
                    <a:pt x="1572" y="403"/>
                    <a:pt x="1599" y="381"/>
                  </a:cubicBezTo>
                  <a:cubicBezTo>
                    <a:pt x="1604" y="381"/>
                    <a:pt x="1599" y="365"/>
                    <a:pt x="1599" y="359"/>
                  </a:cubicBezTo>
                  <a:lnTo>
                    <a:pt x="1648" y="348"/>
                  </a:lnTo>
                  <a:cubicBezTo>
                    <a:pt x="1664" y="278"/>
                    <a:pt x="1745" y="261"/>
                    <a:pt x="1756" y="196"/>
                  </a:cubicBezTo>
                  <a:lnTo>
                    <a:pt x="1909" y="82"/>
                  </a:lnTo>
                  <a:lnTo>
                    <a:pt x="18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3"/>
            <p:cNvSpPr/>
            <p:nvPr/>
          </p:nvSpPr>
          <p:spPr>
            <a:xfrm>
              <a:off x="2006447" y="2893945"/>
              <a:ext cx="224174" cy="230311"/>
            </a:xfrm>
            <a:custGeom>
              <a:rect b="b" l="l" r="r" t="t"/>
              <a:pathLst>
                <a:path extrusionOk="0" h="1989" w="1936">
                  <a:moveTo>
                    <a:pt x="1896" y="0"/>
                  </a:moveTo>
                  <a:cubicBezTo>
                    <a:pt x="1883" y="0"/>
                    <a:pt x="1872" y="14"/>
                    <a:pt x="1865" y="26"/>
                  </a:cubicBezTo>
                  <a:cubicBezTo>
                    <a:pt x="1854" y="58"/>
                    <a:pt x="1827" y="80"/>
                    <a:pt x="1794" y="85"/>
                  </a:cubicBezTo>
                  <a:cubicBezTo>
                    <a:pt x="1783" y="91"/>
                    <a:pt x="1772" y="96"/>
                    <a:pt x="1762" y="102"/>
                  </a:cubicBezTo>
                  <a:cubicBezTo>
                    <a:pt x="1778" y="129"/>
                    <a:pt x="1767" y="162"/>
                    <a:pt x="1740" y="172"/>
                  </a:cubicBezTo>
                  <a:cubicBezTo>
                    <a:pt x="1713" y="178"/>
                    <a:pt x="1691" y="194"/>
                    <a:pt x="1669" y="216"/>
                  </a:cubicBezTo>
                  <a:cubicBezTo>
                    <a:pt x="1653" y="238"/>
                    <a:pt x="1637" y="259"/>
                    <a:pt x="1626" y="287"/>
                  </a:cubicBezTo>
                  <a:lnTo>
                    <a:pt x="1620" y="292"/>
                  </a:lnTo>
                  <a:lnTo>
                    <a:pt x="1593" y="276"/>
                  </a:lnTo>
                  <a:lnTo>
                    <a:pt x="1533" y="308"/>
                  </a:lnTo>
                  <a:lnTo>
                    <a:pt x="1533" y="363"/>
                  </a:lnTo>
                  <a:lnTo>
                    <a:pt x="1495" y="357"/>
                  </a:lnTo>
                  <a:cubicBezTo>
                    <a:pt x="1463" y="444"/>
                    <a:pt x="1397" y="515"/>
                    <a:pt x="1310" y="548"/>
                  </a:cubicBezTo>
                  <a:cubicBezTo>
                    <a:pt x="1310" y="564"/>
                    <a:pt x="1310" y="580"/>
                    <a:pt x="1310" y="607"/>
                  </a:cubicBezTo>
                  <a:cubicBezTo>
                    <a:pt x="1300" y="593"/>
                    <a:pt x="1291" y="583"/>
                    <a:pt x="1282" y="583"/>
                  </a:cubicBezTo>
                  <a:cubicBezTo>
                    <a:pt x="1277" y="583"/>
                    <a:pt x="1272" y="586"/>
                    <a:pt x="1267" y="591"/>
                  </a:cubicBezTo>
                  <a:cubicBezTo>
                    <a:pt x="1256" y="607"/>
                    <a:pt x="1245" y="618"/>
                    <a:pt x="1234" y="635"/>
                  </a:cubicBezTo>
                  <a:cubicBezTo>
                    <a:pt x="1202" y="662"/>
                    <a:pt x="1202" y="705"/>
                    <a:pt x="1180" y="732"/>
                  </a:cubicBezTo>
                  <a:cubicBezTo>
                    <a:pt x="1177" y="735"/>
                    <a:pt x="1174" y="736"/>
                    <a:pt x="1172" y="736"/>
                  </a:cubicBezTo>
                  <a:cubicBezTo>
                    <a:pt x="1169" y="736"/>
                    <a:pt x="1166" y="735"/>
                    <a:pt x="1164" y="732"/>
                  </a:cubicBezTo>
                  <a:cubicBezTo>
                    <a:pt x="1158" y="731"/>
                    <a:pt x="1153" y="730"/>
                    <a:pt x="1147" y="730"/>
                  </a:cubicBezTo>
                  <a:cubicBezTo>
                    <a:pt x="1132" y="730"/>
                    <a:pt x="1117" y="736"/>
                    <a:pt x="1109" y="749"/>
                  </a:cubicBezTo>
                  <a:cubicBezTo>
                    <a:pt x="1098" y="754"/>
                    <a:pt x="1093" y="765"/>
                    <a:pt x="1082" y="770"/>
                  </a:cubicBezTo>
                  <a:lnTo>
                    <a:pt x="1126" y="792"/>
                  </a:lnTo>
                  <a:lnTo>
                    <a:pt x="1033" y="830"/>
                  </a:lnTo>
                  <a:cubicBezTo>
                    <a:pt x="1022" y="841"/>
                    <a:pt x="1044" y="874"/>
                    <a:pt x="1001" y="885"/>
                  </a:cubicBezTo>
                  <a:cubicBezTo>
                    <a:pt x="990" y="885"/>
                    <a:pt x="984" y="917"/>
                    <a:pt x="962" y="923"/>
                  </a:cubicBezTo>
                  <a:cubicBezTo>
                    <a:pt x="946" y="928"/>
                    <a:pt x="935" y="961"/>
                    <a:pt x="914" y="977"/>
                  </a:cubicBezTo>
                  <a:cubicBezTo>
                    <a:pt x="892" y="993"/>
                    <a:pt x="870" y="1004"/>
                    <a:pt x="848" y="1015"/>
                  </a:cubicBezTo>
                  <a:cubicBezTo>
                    <a:pt x="854" y="1042"/>
                    <a:pt x="870" y="1064"/>
                    <a:pt x="843" y="1080"/>
                  </a:cubicBezTo>
                  <a:lnTo>
                    <a:pt x="854" y="1086"/>
                  </a:lnTo>
                  <a:cubicBezTo>
                    <a:pt x="843" y="1091"/>
                    <a:pt x="837" y="1107"/>
                    <a:pt x="827" y="1107"/>
                  </a:cubicBezTo>
                  <a:cubicBezTo>
                    <a:pt x="789" y="1113"/>
                    <a:pt x="761" y="1135"/>
                    <a:pt x="745" y="1167"/>
                  </a:cubicBezTo>
                  <a:cubicBezTo>
                    <a:pt x="734" y="1184"/>
                    <a:pt x="712" y="1189"/>
                    <a:pt x="696" y="1194"/>
                  </a:cubicBezTo>
                  <a:cubicBezTo>
                    <a:pt x="680" y="1200"/>
                    <a:pt x="664" y="1205"/>
                    <a:pt x="653" y="1211"/>
                  </a:cubicBezTo>
                  <a:cubicBezTo>
                    <a:pt x="658" y="1232"/>
                    <a:pt x="658" y="1249"/>
                    <a:pt x="664" y="1271"/>
                  </a:cubicBezTo>
                  <a:lnTo>
                    <a:pt x="593" y="1292"/>
                  </a:lnTo>
                  <a:lnTo>
                    <a:pt x="604" y="1309"/>
                  </a:lnTo>
                  <a:cubicBezTo>
                    <a:pt x="587" y="1325"/>
                    <a:pt x="582" y="1347"/>
                    <a:pt x="549" y="1363"/>
                  </a:cubicBezTo>
                  <a:cubicBezTo>
                    <a:pt x="511" y="1374"/>
                    <a:pt x="484" y="1417"/>
                    <a:pt x="495" y="1455"/>
                  </a:cubicBezTo>
                  <a:lnTo>
                    <a:pt x="479" y="1439"/>
                  </a:lnTo>
                  <a:lnTo>
                    <a:pt x="473" y="1439"/>
                  </a:lnTo>
                  <a:cubicBezTo>
                    <a:pt x="458" y="1459"/>
                    <a:pt x="448" y="1483"/>
                    <a:pt x="417" y="1483"/>
                  </a:cubicBezTo>
                  <a:cubicBezTo>
                    <a:pt x="415" y="1483"/>
                    <a:pt x="411" y="1483"/>
                    <a:pt x="408" y="1482"/>
                  </a:cubicBezTo>
                  <a:lnTo>
                    <a:pt x="408" y="1537"/>
                  </a:lnTo>
                  <a:cubicBezTo>
                    <a:pt x="373" y="1562"/>
                    <a:pt x="347" y="1592"/>
                    <a:pt x="304" y="1592"/>
                  </a:cubicBezTo>
                  <a:cubicBezTo>
                    <a:pt x="301" y="1592"/>
                    <a:pt x="298" y="1592"/>
                    <a:pt x="294" y="1591"/>
                  </a:cubicBezTo>
                  <a:lnTo>
                    <a:pt x="294" y="1591"/>
                  </a:lnTo>
                  <a:lnTo>
                    <a:pt x="321" y="1608"/>
                  </a:lnTo>
                  <a:cubicBezTo>
                    <a:pt x="278" y="1618"/>
                    <a:pt x="278" y="1656"/>
                    <a:pt x="267" y="1684"/>
                  </a:cubicBezTo>
                  <a:cubicBezTo>
                    <a:pt x="261" y="1694"/>
                    <a:pt x="256" y="1705"/>
                    <a:pt x="245" y="1705"/>
                  </a:cubicBezTo>
                  <a:cubicBezTo>
                    <a:pt x="243" y="1706"/>
                    <a:pt x="241" y="1707"/>
                    <a:pt x="238" y="1707"/>
                  </a:cubicBezTo>
                  <a:cubicBezTo>
                    <a:pt x="230" y="1707"/>
                    <a:pt x="221" y="1700"/>
                    <a:pt x="212" y="1700"/>
                  </a:cubicBezTo>
                  <a:cubicBezTo>
                    <a:pt x="207" y="1711"/>
                    <a:pt x="196" y="1722"/>
                    <a:pt x="196" y="1738"/>
                  </a:cubicBezTo>
                  <a:cubicBezTo>
                    <a:pt x="191" y="1754"/>
                    <a:pt x="191" y="1771"/>
                    <a:pt x="196" y="1787"/>
                  </a:cubicBezTo>
                  <a:lnTo>
                    <a:pt x="109" y="1830"/>
                  </a:lnTo>
                  <a:lnTo>
                    <a:pt x="115" y="1858"/>
                  </a:lnTo>
                  <a:lnTo>
                    <a:pt x="33" y="1917"/>
                  </a:lnTo>
                  <a:cubicBezTo>
                    <a:pt x="87" y="1939"/>
                    <a:pt x="0" y="1977"/>
                    <a:pt x="55" y="1988"/>
                  </a:cubicBezTo>
                  <a:cubicBezTo>
                    <a:pt x="58" y="1988"/>
                    <a:pt x="60" y="1988"/>
                    <a:pt x="63" y="1988"/>
                  </a:cubicBezTo>
                  <a:cubicBezTo>
                    <a:pt x="138" y="1988"/>
                    <a:pt x="171" y="1916"/>
                    <a:pt x="218" y="1874"/>
                  </a:cubicBezTo>
                  <a:cubicBezTo>
                    <a:pt x="256" y="1841"/>
                    <a:pt x="283" y="1798"/>
                    <a:pt x="321" y="1771"/>
                  </a:cubicBezTo>
                  <a:cubicBezTo>
                    <a:pt x="348" y="1754"/>
                    <a:pt x="375" y="1733"/>
                    <a:pt x="381" y="1705"/>
                  </a:cubicBezTo>
                  <a:cubicBezTo>
                    <a:pt x="386" y="1678"/>
                    <a:pt x="403" y="1678"/>
                    <a:pt x="419" y="1667"/>
                  </a:cubicBezTo>
                  <a:cubicBezTo>
                    <a:pt x="424" y="1662"/>
                    <a:pt x="430" y="1656"/>
                    <a:pt x="435" y="1651"/>
                  </a:cubicBezTo>
                  <a:cubicBezTo>
                    <a:pt x="468" y="1602"/>
                    <a:pt x="506" y="1559"/>
                    <a:pt x="549" y="1521"/>
                  </a:cubicBezTo>
                  <a:cubicBezTo>
                    <a:pt x="577" y="1493"/>
                    <a:pt x="604" y="1466"/>
                    <a:pt x="631" y="1434"/>
                  </a:cubicBezTo>
                  <a:lnTo>
                    <a:pt x="658" y="1401"/>
                  </a:lnTo>
                  <a:lnTo>
                    <a:pt x="750" y="1314"/>
                  </a:lnTo>
                  <a:cubicBezTo>
                    <a:pt x="805" y="1254"/>
                    <a:pt x="859" y="1194"/>
                    <a:pt x="919" y="1140"/>
                  </a:cubicBezTo>
                  <a:cubicBezTo>
                    <a:pt x="962" y="1107"/>
                    <a:pt x="1001" y="1064"/>
                    <a:pt x="1033" y="1020"/>
                  </a:cubicBezTo>
                  <a:cubicBezTo>
                    <a:pt x="1077" y="950"/>
                    <a:pt x="1153" y="912"/>
                    <a:pt x="1191" y="841"/>
                  </a:cubicBezTo>
                  <a:cubicBezTo>
                    <a:pt x="1272" y="787"/>
                    <a:pt x="1316" y="689"/>
                    <a:pt x="1403" y="640"/>
                  </a:cubicBezTo>
                  <a:cubicBezTo>
                    <a:pt x="1452" y="553"/>
                    <a:pt x="1539" y="499"/>
                    <a:pt x="1598" y="417"/>
                  </a:cubicBezTo>
                  <a:cubicBezTo>
                    <a:pt x="1620" y="384"/>
                    <a:pt x="1664" y="374"/>
                    <a:pt x="1680" y="336"/>
                  </a:cubicBezTo>
                  <a:cubicBezTo>
                    <a:pt x="1691" y="297"/>
                    <a:pt x="1724" y="281"/>
                    <a:pt x="1745" y="254"/>
                  </a:cubicBezTo>
                  <a:cubicBezTo>
                    <a:pt x="1800" y="183"/>
                    <a:pt x="1854" y="124"/>
                    <a:pt x="1914" y="64"/>
                  </a:cubicBezTo>
                  <a:cubicBezTo>
                    <a:pt x="1936" y="42"/>
                    <a:pt x="1925" y="26"/>
                    <a:pt x="1914" y="9"/>
                  </a:cubicBezTo>
                  <a:cubicBezTo>
                    <a:pt x="1907" y="3"/>
                    <a:pt x="1901" y="0"/>
                    <a:pt x="18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3"/>
            <p:cNvSpPr/>
            <p:nvPr/>
          </p:nvSpPr>
          <p:spPr>
            <a:xfrm>
              <a:off x="1893781" y="2767849"/>
              <a:ext cx="192679" cy="217227"/>
            </a:xfrm>
            <a:custGeom>
              <a:rect b="b" l="l" r="r" t="t"/>
              <a:pathLst>
                <a:path extrusionOk="0" h="1876" w="1664">
                  <a:moveTo>
                    <a:pt x="1582" y="0"/>
                  </a:moveTo>
                  <a:cubicBezTo>
                    <a:pt x="1550" y="33"/>
                    <a:pt x="1522" y="66"/>
                    <a:pt x="1490" y="93"/>
                  </a:cubicBezTo>
                  <a:cubicBezTo>
                    <a:pt x="1457" y="120"/>
                    <a:pt x="1425" y="147"/>
                    <a:pt x="1397" y="180"/>
                  </a:cubicBezTo>
                  <a:cubicBezTo>
                    <a:pt x="1348" y="234"/>
                    <a:pt x="1300" y="283"/>
                    <a:pt x="1251" y="332"/>
                  </a:cubicBezTo>
                  <a:cubicBezTo>
                    <a:pt x="1185" y="397"/>
                    <a:pt x="1136" y="468"/>
                    <a:pt x="1071" y="528"/>
                  </a:cubicBezTo>
                  <a:cubicBezTo>
                    <a:pt x="1060" y="533"/>
                    <a:pt x="1060" y="549"/>
                    <a:pt x="1055" y="555"/>
                  </a:cubicBezTo>
                  <a:cubicBezTo>
                    <a:pt x="973" y="620"/>
                    <a:pt x="908" y="691"/>
                    <a:pt x="843" y="772"/>
                  </a:cubicBezTo>
                  <a:cubicBezTo>
                    <a:pt x="789" y="832"/>
                    <a:pt x="740" y="892"/>
                    <a:pt x="685" y="952"/>
                  </a:cubicBezTo>
                  <a:lnTo>
                    <a:pt x="707" y="968"/>
                  </a:lnTo>
                  <a:cubicBezTo>
                    <a:pt x="704" y="968"/>
                    <a:pt x="701" y="968"/>
                    <a:pt x="699" y="968"/>
                  </a:cubicBezTo>
                  <a:cubicBezTo>
                    <a:pt x="653" y="968"/>
                    <a:pt x="651" y="1012"/>
                    <a:pt x="625" y="1028"/>
                  </a:cubicBezTo>
                  <a:cubicBezTo>
                    <a:pt x="587" y="1060"/>
                    <a:pt x="560" y="1109"/>
                    <a:pt x="522" y="1147"/>
                  </a:cubicBezTo>
                  <a:cubicBezTo>
                    <a:pt x="506" y="1164"/>
                    <a:pt x="479" y="1180"/>
                    <a:pt x="468" y="1202"/>
                  </a:cubicBezTo>
                  <a:cubicBezTo>
                    <a:pt x="446" y="1245"/>
                    <a:pt x="419" y="1283"/>
                    <a:pt x="381" y="1310"/>
                  </a:cubicBezTo>
                  <a:cubicBezTo>
                    <a:pt x="354" y="1338"/>
                    <a:pt x="326" y="1376"/>
                    <a:pt x="310" y="1408"/>
                  </a:cubicBezTo>
                  <a:cubicBezTo>
                    <a:pt x="288" y="1441"/>
                    <a:pt x="245" y="1463"/>
                    <a:pt x="234" y="1495"/>
                  </a:cubicBezTo>
                  <a:cubicBezTo>
                    <a:pt x="223" y="1528"/>
                    <a:pt x="180" y="1544"/>
                    <a:pt x="169" y="1582"/>
                  </a:cubicBezTo>
                  <a:cubicBezTo>
                    <a:pt x="153" y="1615"/>
                    <a:pt x="136" y="1642"/>
                    <a:pt x="115" y="1664"/>
                  </a:cubicBezTo>
                  <a:cubicBezTo>
                    <a:pt x="87" y="1691"/>
                    <a:pt x="60" y="1724"/>
                    <a:pt x="44" y="1762"/>
                  </a:cubicBezTo>
                  <a:cubicBezTo>
                    <a:pt x="33" y="1778"/>
                    <a:pt x="17" y="1794"/>
                    <a:pt x="0" y="1810"/>
                  </a:cubicBezTo>
                  <a:lnTo>
                    <a:pt x="0" y="1876"/>
                  </a:lnTo>
                  <a:cubicBezTo>
                    <a:pt x="71" y="1810"/>
                    <a:pt x="142" y="1745"/>
                    <a:pt x="201" y="1669"/>
                  </a:cubicBezTo>
                  <a:cubicBezTo>
                    <a:pt x="218" y="1658"/>
                    <a:pt x="229" y="1647"/>
                    <a:pt x="245" y="1637"/>
                  </a:cubicBezTo>
                  <a:cubicBezTo>
                    <a:pt x="267" y="1615"/>
                    <a:pt x="305" y="1593"/>
                    <a:pt x="305" y="1571"/>
                  </a:cubicBezTo>
                  <a:cubicBezTo>
                    <a:pt x="310" y="1550"/>
                    <a:pt x="321" y="1528"/>
                    <a:pt x="343" y="1517"/>
                  </a:cubicBezTo>
                  <a:cubicBezTo>
                    <a:pt x="359" y="1495"/>
                    <a:pt x="392" y="1479"/>
                    <a:pt x="403" y="1457"/>
                  </a:cubicBezTo>
                  <a:cubicBezTo>
                    <a:pt x="413" y="1430"/>
                    <a:pt x="424" y="1397"/>
                    <a:pt x="468" y="1397"/>
                  </a:cubicBezTo>
                  <a:cubicBezTo>
                    <a:pt x="468" y="1397"/>
                    <a:pt x="468" y="1392"/>
                    <a:pt x="468" y="1392"/>
                  </a:cubicBezTo>
                  <a:cubicBezTo>
                    <a:pt x="457" y="1365"/>
                    <a:pt x="479" y="1359"/>
                    <a:pt x="495" y="1343"/>
                  </a:cubicBezTo>
                  <a:cubicBezTo>
                    <a:pt x="506" y="1332"/>
                    <a:pt x="517" y="1310"/>
                    <a:pt x="533" y="1294"/>
                  </a:cubicBezTo>
                  <a:cubicBezTo>
                    <a:pt x="544" y="1278"/>
                    <a:pt x="560" y="1278"/>
                    <a:pt x="566" y="1256"/>
                  </a:cubicBezTo>
                  <a:cubicBezTo>
                    <a:pt x="571" y="1229"/>
                    <a:pt x="609" y="1218"/>
                    <a:pt x="631" y="1191"/>
                  </a:cubicBezTo>
                  <a:cubicBezTo>
                    <a:pt x="647" y="1169"/>
                    <a:pt x="658" y="1131"/>
                    <a:pt x="680" y="1115"/>
                  </a:cubicBezTo>
                  <a:cubicBezTo>
                    <a:pt x="718" y="1098"/>
                    <a:pt x="734" y="1060"/>
                    <a:pt x="756" y="1033"/>
                  </a:cubicBezTo>
                  <a:cubicBezTo>
                    <a:pt x="783" y="1001"/>
                    <a:pt x="805" y="995"/>
                    <a:pt x="816" y="973"/>
                  </a:cubicBezTo>
                  <a:cubicBezTo>
                    <a:pt x="854" y="897"/>
                    <a:pt x="935" y="854"/>
                    <a:pt x="973" y="772"/>
                  </a:cubicBezTo>
                  <a:cubicBezTo>
                    <a:pt x="973" y="772"/>
                    <a:pt x="973" y="761"/>
                    <a:pt x="979" y="761"/>
                  </a:cubicBezTo>
                  <a:cubicBezTo>
                    <a:pt x="1028" y="745"/>
                    <a:pt x="1044" y="696"/>
                    <a:pt x="1077" y="669"/>
                  </a:cubicBezTo>
                  <a:cubicBezTo>
                    <a:pt x="1104" y="653"/>
                    <a:pt x="1120" y="631"/>
                    <a:pt x="1131" y="604"/>
                  </a:cubicBezTo>
                  <a:cubicBezTo>
                    <a:pt x="1142" y="582"/>
                    <a:pt x="1169" y="571"/>
                    <a:pt x="1185" y="549"/>
                  </a:cubicBezTo>
                  <a:cubicBezTo>
                    <a:pt x="1202" y="533"/>
                    <a:pt x="1218" y="522"/>
                    <a:pt x="1229" y="506"/>
                  </a:cubicBezTo>
                  <a:cubicBezTo>
                    <a:pt x="1245" y="490"/>
                    <a:pt x="1251" y="479"/>
                    <a:pt x="1261" y="468"/>
                  </a:cubicBezTo>
                  <a:cubicBezTo>
                    <a:pt x="1310" y="424"/>
                    <a:pt x="1354" y="375"/>
                    <a:pt x="1397" y="321"/>
                  </a:cubicBezTo>
                  <a:cubicBezTo>
                    <a:pt x="1419" y="288"/>
                    <a:pt x="1446" y="256"/>
                    <a:pt x="1484" y="229"/>
                  </a:cubicBezTo>
                  <a:cubicBezTo>
                    <a:pt x="1533" y="185"/>
                    <a:pt x="1588" y="136"/>
                    <a:pt x="1637" y="82"/>
                  </a:cubicBezTo>
                  <a:cubicBezTo>
                    <a:pt x="1647" y="71"/>
                    <a:pt x="1658" y="55"/>
                    <a:pt x="1664" y="38"/>
                  </a:cubicBezTo>
                  <a:lnTo>
                    <a:pt x="1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3"/>
            <p:cNvSpPr/>
            <p:nvPr/>
          </p:nvSpPr>
          <p:spPr>
            <a:xfrm>
              <a:off x="1856612" y="2748280"/>
              <a:ext cx="179478" cy="204142"/>
            </a:xfrm>
            <a:custGeom>
              <a:rect b="b" l="l" r="r" t="t"/>
              <a:pathLst>
                <a:path extrusionOk="0" h="1763" w="1550">
                  <a:moveTo>
                    <a:pt x="1463" y="1"/>
                  </a:moveTo>
                  <a:cubicBezTo>
                    <a:pt x="1457" y="6"/>
                    <a:pt x="1452" y="12"/>
                    <a:pt x="1447" y="12"/>
                  </a:cubicBezTo>
                  <a:cubicBezTo>
                    <a:pt x="1419" y="12"/>
                    <a:pt x="1409" y="33"/>
                    <a:pt x="1392" y="50"/>
                  </a:cubicBezTo>
                  <a:cubicBezTo>
                    <a:pt x="1360" y="77"/>
                    <a:pt x="1349" y="126"/>
                    <a:pt x="1300" y="137"/>
                  </a:cubicBezTo>
                  <a:cubicBezTo>
                    <a:pt x="1294" y="137"/>
                    <a:pt x="1300" y="164"/>
                    <a:pt x="1300" y="175"/>
                  </a:cubicBezTo>
                  <a:cubicBezTo>
                    <a:pt x="1293" y="173"/>
                    <a:pt x="1286" y="172"/>
                    <a:pt x="1280" y="172"/>
                  </a:cubicBezTo>
                  <a:cubicBezTo>
                    <a:pt x="1266" y="172"/>
                    <a:pt x="1253" y="178"/>
                    <a:pt x="1245" y="197"/>
                  </a:cubicBezTo>
                  <a:cubicBezTo>
                    <a:pt x="1240" y="207"/>
                    <a:pt x="1235" y="224"/>
                    <a:pt x="1229" y="229"/>
                  </a:cubicBezTo>
                  <a:cubicBezTo>
                    <a:pt x="1197" y="240"/>
                    <a:pt x="1197" y="267"/>
                    <a:pt x="1197" y="278"/>
                  </a:cubicBezTo>
                  <a:cubicBezTo>
                    <a:pt x="1137" y="305"/>
                    <a:pt x="1115" y="365"/>
                    <a:pt x="1061" y="381"/>
                  </a:cubicBezTo>
                  <a:cubicBezTo>
                    <a:pt x="1066" y="398"/>
                    <a:pt x="1071" y="409"/>
                    <a:pt x="1071" y="419"/>
                  </a:cubicBezTo>
                  <a:cubicBezTo>
                    <a:pt x="1065" y="419"/>
                    <a:pt x="1058" y="418"/>
                    <a:pt x="1050" y="418"/>
                  </a:cubicBezTo>
                  <a:cubicBezTo>
                    <a:pt x="1040" y="418"/>
                    <a:pt x="1029" y="422"/>
                    <a:pt x="1023" y="441"/>
                  </a:cubicBezTo>
                  <a:cubicBezTo>
                    <a:pt x="1017" y="463"/>
                    <a:pt x="1001" y="485"/>
                    <a:pt x="985" y="501"/>
                  </a:cubicBezTo>
                  <a:cubicBezTo>
                    <a:pt x="952" y="528"/>
                    <a:pt x="903" y="534"/>
                    <a:pt x="908" y="588"/>
                  </a:cubicBezTo>
                  <a:cubicBezTo>
                    <a:pt x="859" y="593"/>
                    <a:pt x="859" y="631"/>
                    <a:pt x="865" y="664"/>
                  </a:cubicBezTo>
                  <a:lnTo>
                    <a:pt x="827" y="659"/>
                  </a:lnTo>
                  <a:cubicBezTo>
                    <a:pt x="821" y="680"/>
                    <a:pt x="816" y="697"/>
                    <a:pt x="816" y="702"/>
                  </a:cubicBezTo>
                  <a:cubicBezTo>
                    <a:pt x="789" y="718"/>
                    <a:pt x="762" y="729"/>
                    <a:pt x="756" y="740"/>
                  </a:cubicBezTo>
                  <a:cubicBezTo>
                    <a:pt x="756" y="789"/>
                    <a:pt x="718" y="811"/>
                    <a:pt x="691" y="838"/>
                  </a:cubicBezTo>
                  <a:cubicBezTo>
                    <a:pt x="669" y="860"/>
                    <a:pt x="658" y="887"/>
                    <a:pt x="647" y="920"/>
                  </a:cubicBezTo>
                  <a:lnTo>
                    <a:pt x="620" y="914"/>
                  </a:lnTo>
                  <a:cubicBezTo>
                    <a:pt x="615" y="925"/>
                    <a:pt x="609" y="936"/>
                    <a:pt x="599" y="941"/>
                  </a:cubicBezTo>
                  <a:cubicBezTo>
                    <a:pt x="544" y="1001"/>
                    <a:pt x="501" y="1066"/>
                    <a:pt x="463" y="1137"/>
                  </a:cubicBezTo>
                  <a:cubicBezTo>
                    <a:pt x="463" y="1148"/>
                    <a:pt x="452" y="1153"/>
                    <a:pt x="452" y="1164"/>
                  </a:cubicBezTo>
                  <a:cubicBezTo>
                    <a:pt x="448" y="1174"/>
                    <a:pt x="440" y="1177"/>
                    <a:pt x="432" y="1177"/>
                  </a:cubicBezTo>
                  <a:cubicBezTo>
                    <a:pt x="425" y="1177"/>
                    <a:pt x="417" y="1175"/>
                    <a:pt x="410" y="1175"/>
                  </a:cubicBezTo>
                  <a:cubicBezTo>
                    <a:pt x="405" y="1175"/>
                    <a:pt x="400" y="1176"/>
                    <a:pt x="397" y="1180"/>
                  </a:cubicBezTo>
                  <a:cubicBezTo>
                    <a:pt x="392" y="1202"/>
                    <a:pt x="387" y="1218"/>
                    <a:pt x="387" y="1240"/>
                  </a:cubicBezTo>
                  <a:cubicBezTo>
                    <a:pt x="387" y="1246"/>
                    <a:pt x="370" y="1257"/>
                    <a:pt x="365" y="1257"/>
                  </a:cubicBezTo>
                  <a:cubicBezTo>
                    <a:pt x="359" y="1255"/>
                    <a:pt x="355" y="1255"/>
                    <a:pt x="352" y="1255"/>
                  </a:cubicBezTo>
                  <a:cubicBezTo>
                    <a:pt x="327" y="1255"/>
                    <a:pt x="347" y="1285"/>
                    <a:pt x="332" y="1295"/>
                  </a:cubicBezTo>
                  <a:cubicBezTo>
                    <a:pt x="316" y="1311"/>
                    <a:pt x="300" y="1327"/>
                    <a:pt x="289" y="1343"/>
                  </a:cubicBezTo>
                  <a:cubicBezTo>
                    <a:pt x="289" y="1343"/>
                    <a:pt x="294" y="1354"/>
                    <a:pt x="300" y="1360"/>
                  </a:cubicBezTo>
                  <a:cubicBezTo>
                    <a:pt x="283" y="1371"/>
                    <a:pt x="267" y="1371"/>
                    <a:pt x="256" y="1392"/>
                  </a:cubicBezTo>
                  <a:cubicBezTo>
                    <a:pt x="234" y="1425"/>
                    <a:pt x="218" y="1458"/>
                    <a:pt x="207" y="1490"/>
                  </a:cubicBezTo>
                  <a:cubicBezTo>
                    <a:pt x="207" y="1507"/>
                    <a:pt x="191" y="1517"/>
                    <a:pt x="180" y="1534"/>
                  </a:cubicBezTo>
                  <a:lnTo>
                    <a:pt x="158" y="1512"/>
                  </a:lnTo>
                  <a:lnTo>
                    <a:pt x="104" y="1572"/>
                  </a:lnTo>
                  <a:cubicBezTo>
                    <a:pt x="131" y="1615"/>
                    <a:pt x="71" y="1604"/>
                    <a:pt x="71" y="1632"/>
                  </a:cubicBezTo>
                  <a:cubicBezTo>
                    <a:pt x="71" y="1659"/>
                    <a:pt x="33" y="1670"/>
                    <a:pt x="50" y="1697"/>
                  </a:cubicBezTo>
                  <a:cubicBezTo>
                    <a:pt x="1" y="1713"/>
                    <a:pt x="33" y="1729"/>
                    <a:pt x="50" y="1751"/>
                  </a:cubicBezTo>
                  <a:lnTo>
                    <a:pt x="60" y="1762"/>
                  </a:lnTo>
                  <a:cubicBezTo>
                    <a:pt x="120" y="1702"/>
                    <a:pt x="175" y="1642"/>
                    <a:pt x="229" y="1583"/>
                  </a:cubicBezTo>
                  <a:cubicBezTo>
                    <a:pt x="272" y="1545"/>
                    <a:pt x="310" y="1496"/>
                    <a:pt x="343" y="1452"/>
                  </a:cubicBezTo>
                  <a:cubicBezTo>
                    <a:pt x="381" y="1382"/>
                    <a:pt x="457" y="1343"/>
                    <a:pt x="479" y="1267"/>
                  </a:cubicBezTo>
                  <a:cubicBezTo>
                    <a:pt x="533" y="1218"/>
                    <a:pt x="582" y="1164"/>
                    <a:pt x="626" y="1104"/>
                  </a:cubicBezTo>
                  <a:cubicBezTo>
                    <a:pt x="669" y="1045"/>
                    <a:pt x="713" y="985"/>
                    <a:pt x="756" y="930"/>
                  </a:cubicBezTo>
                  <a:cubicBezTo>
                    <a:pt x="767" y="909"/>
                    <a:pt x="811" y="914"/>
                    <a:pt x="800" y="876"/>
                  </a:cubicBezTo>
                  <a:cubicBezTo>
                    <a:pt x="838" y="833"/>
                    <a:pt x="876" y="784"/>
                    <a:pt x="914" y="740"/>
                  </a:cubicBezTo>
                  <a:cubicBezTo>
                    <a:pt x="952" y="713"/>
                    <a:pt x="979" y="680"/>
                    <a:pt x="1006" y="642"/>
                  </a:cubicBezTo>
                  <a:cubicBezTo>
                    <a:pt x="1039" y="588"/>
                    <a:pt x="1077" y="544"/>
                    <a:pt x="1120" y="506"/>
                  </a:cubicBezTo>
                  <a:cubicBezTo>
                    <a:pt x="1180" y="441"/>
                    <a:pt x="1229" y="376"/>
                    <a:pt x="1289" y="316"/>
                  </a:cubicBezTo>
                  <a:cubicBezTo>
                    <a:pt x="1349" y="256"/>
                    <a:pt x="1398" y="186"/>
                    <a:pt x="1457" y="126"/>
                  </a:cubicBezTo>
                  <a:cubicBezTo>
                    <a:pt x="1490" y="99"/>
                    <a:pt x="1523" y="61"/>
                    <a:pt x="1550" y="28"/>
                  </a:cubicBezTo>
                  <a:cubicBezTo>
                    <a:pt x="1523" y="23"/>
                    <a:pt x="1495" y="12"/>
                    <a:pt x="1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3"/>
            <p:cNvSpPr/>
            <p:nvPr/>
          </p:nvSpPr>
          <p:spPr>
            <a:xfrm>
              <a:off x="1913234" y="2789270"/>
              <a:ext cx="213521" cy="238648"/>
            </a:xfrm>
            <a:custGeom>
              <a:rect b="b" l="l" r="r" t="t"/>
              <a:pathLst>
                <a:path extrusionOk="0" h="2061" w="1844">
                  <a:moveTo>
                    <a:pt x="1767" y="0"/>
                  </a:moveTo>
                  <a:cubicBezTo>
                    <a:pt x="1762" y="6"/>
                    <a:pt x="1757" y="11"/>
                    <a:pt x="1751" y="16"/>
                  </a:cubicBezTo>
                  <a:cubicBezTo>
                    <a:pt x="1729" y="38"/>
                    <a:pt x="1702" y="55"/>
                    <a:pt x="1675" y="76"/>
                  </a:cubicBezTo>
                  <a:cubicBezTo>
                    <a:pt x="1648" y="103"/>
                    <a:pt x="1621" y="131"/>
                    <a:pt x="1594" y="163"/>
                  </a:cubicBezTo>
                  <a:cubicBezTo>
                    <a:pt x="1583" y="174"/>
                    <a:pt x="1588" y="196"/>
                    <a:pt x="1561" y="196"/>
                  </a:cubicBezTo>
                  <a:cubicBezTo>
                    <a:pt x="1550" y="196"/>
                    <a:pt x="1545" y="223"/>
                    <a:pt x="1539" y="239"/>
                  </a:cubicBezTo>
                  <a:cubicBezTo>
                    <a:pt x="1534" y="245"/>
                    <a:pt x="1534" y="245"/>
                    <a:pt x="1528" y="250"/>
                  </a:cubicBezTo>
                  <a:cubicBezTo>
                    <a:pt x="1507" y="256"/>
                    <a:pt x="1485" y="261"/>
                    <a:pt x="1469" y="272"/>
                  </a:cubicBezTo>
                  <a:cubicBezTo>
                    <a:pt x="1452" y="294"/>
                    <a:pt x="1436" y="310"/>
                    <a:pt x="1425" y="337"/>
                  </a:cubicBezTo>
                  <a:cubicBezTo>
                    <a:pt x="1420" y="343"/>
                    <a:pt x="1409" y="348"/>
                    <a:pt x="1398" y="354"/>
                  </a:cubicBezTo>
                  <a:cubicBezTo>
                    <a:pt x="1392" y="359"/>
                    <a:pt x="1382" y="359"/>
                    <a:pt x="1382" y="359"/>
                  </a:cubicBezTo>
                  <a:cubicBezTo>
                    <a:pt x="1392" y="397"/>
                    <a:pt x="1360" y="419"/>
                    <a:pt x="1338" y="430"/>
                  </a:cubicBezTo>
                  <a:cubicBezTo>
                    <a:pt x="1284" y="457"/>
                    <a:pt x="1278" y="533"/>
                    <a:pt x="1213" y="549"/>
                  </a:cubicBezTo>
                  <a:cubicBezTo>
                    <a:pt x="1213" y="549"/>
                    <a:pt x="1213" y="560"/>
                    <a:pt x="1208" y="566"/>
                  </a:cubicBezTo>
                  <a:cubicBezTo>
                    <a:pt x="1202" y="576"/>
                    <a:pt x="1191" y="593"/>
                    <a:pt x="1180" y="604"/>
                  </a:cubicBezTo>
                  <a:cubicBezTo>
                    <a:pt x="1159" y="625"/>
                    <a:pt x="1142" y="658"/>
                    <a:pt x="1110" y="663"/>
                  </a:cubicBezTo>
                  <a:cubicBezTo>
                    <a:pt x="1099" y="663"/>
                    <a:pt x="1099" y="680"/>
                    <a:pt x="1093" y="691"/>
                  </a:cubicBezTo>
                  <a:cubicBezTo>
                    <a:pt x="1074" y="715"/>
                    <a:pt x="1072" y="752"/>
                    <a:pt x="1037" y="752"/>
                  </a:cubicBezTo>
                  <a:cubicBezTo>
                    <a:pt x="1033" y="752"/>
                    <a:pt x="1028" y="751"/>
                    <a:pt x="1023" y="750"/>
                  </a:cubicBezTo>
                  <a:cubicBezTo>
                    <a:pt x="1017" y="750"/>
                    <a:pt x="1006" y="767"/>
                    <a:pt x="1001" y="778"/>
                  </a:cubicBezTo>
                  <a:cubicBezTo>
                    <a:pt x="996" y="783"/>
                    <a:pt x="1001" y="799"/>
                    <a:pt x="996" y="799"/>
                  </a:cubicBezTo>
                  <a:cubicBezTo>
                    <a:pt x="952" y="816"/>
                    <a:pt x="947" y="859"/>
                    <a:pt x="920" y="886"/>
                  </a:cubicBezTo>
                  <a:cubicBezTo>
                    <a:pt x="887" y="913"/>
                    <a:pt x="865" y="946"/>
                    <a:pt x="843" y="973"/>
                  </a:cubicBezTo>
                  <a:cubicBezTo>
                    <a:pt x="833" y="989"/>
                    <a:pt x="838" y="1006"/>
                    <a:pt x="811" y="1011"/>
                  </a:cubicBezTo>
                  <a:cubicBezTo>
                    <a:pt x="806" y="1011"/>
                    <a:pt x="810" y="1050"/>
                    <a:pt x="788" y="1050"/>
                  </a:cubicBezTo>
                  <a:cubicBezTo>
                    <a:pt x="787" y="1050"/>
                    <a:pt x="785" y="1050"/>
                    <a:pt x="784" y="1049"/>
                  </a:cubicBezTo>
                  <a:cubicBezTo>
                    <a:pt x="781" y="1049"/>
                    <a:pt x="778" y="1049"/>
                    <a:pt x="776" y="1049"/>
                  </a:cubicBezTo>
                  <a:cubicBezTo>
                    <a:pt x="754" y="1049"/>
                    <a:pt x="766" y="1072"/>
                    <a:pt x="756" y="1076"/>
                  </a:cubicBezTo>
                  <a:cubicBezTo>
                    <a:pt x="735" y="1093"/>
                    <a:pt x="718" y="1115"/>
                    <a:pt x="697" y="1136"/>
                  </a:cubicBezTo>
                  <a:cubicBezTo>
                    <a:pt x="718" y="1174"/>
                    <a:pt x="642" y="1163"/>
                    <a:pt x="664" y="1201"/>
                  </a:cubicBezTo>
                  <a:cubicBezTo>
                    <a:pt x="610" y="1229"/>
                    <a:pt x="593" y="1288"/>
                    <a:pt x="555" y="1321"/>
                  </a:cubicBezTo>
                  <a:cubicBezTo>
                    <a:pt x="517" y="1348"/>
                    <a:pt x="490" y="1381"/>
                    <a:pt x="474" y="1424"/>
                  </a:cubicBezTo>
                  <a:cubicBezTo>
                    <a:pt x="468" y="1441"/>
                    <a:pt x="452" y="1452"/>
                    <a:pt x="441" y="1468"/>
                  </a:cubicBezTo>
                  <a:cubicBezTo>
                    <a:pt x="430" y="1484"/>
                    <a:pt x="392" y="1484"/>
                    <a:pt x="398" y="1522"/>
                  </a:cubicBezTo>
                  <a:cubicBezTo>
                    <a:pt x="409" y="1555"/>
                    <a:pt x="349" y="1533"/>
                    <a:pt x="360" y="1571"/>
                  </a:cubicBezTo>
                  <a:cubicBezTo>
                    <a:pt x="327" y="1625"/>
                    <a:pt x="284" y="1680"/>
                    <a:pt x="235" y="1723"/>
                  </a:cubicBezTo>
                  <a:cubicBezTo>
                    <a:pt x="218" y="1734"/>
                    <a:pt x="213" y="1761"/>
                    <a:pt x="202" y="1783"/>
                  </a:cubicBezTo>
                  <a:cubicBezTo>
                    <a:pt x="197" y="1789"/>
                    <a:pt x="197" y="1799"/>
                    <a:pt x="191" y="1805"/>
                  </a:cubicBezTo>
                  <a:cubicBezTo>
                    <a:pt x="158" y="1832"/>
                    <a:pt x="131" y="1865"/>
                    <a:pt x="115" y="1897"/>
                  </a:cubicBezTo>
                  <a:cubicBezTo>
                    <a:pt x="77" y="1957"/>
                    <a:pt x="44" y="2011"/>
                    <a:pt x="1" y="2060"/>
                  </a:cubicBezTo>
                  <a:cubicBezTo>
                    <a:pt x="55" y="2060"/>
                    <a:pt x="66" y="2022"/>
                    <a:pt x="88" y="2001"/>
                  </a:cubicBezTo>
                  <a:cubicBezTo>
                    <a:pt x="131" y="1973"/>
                    <a:pt x="169" y="1941"/>
                    <a:pt x="191" y="1897"/>
                  </a:cubicBezTo>
                  <a:cubicBezTo>
                    <a:pt x="224" y="1837"/>
                    <a:pt x="300" y="1816"/>
                    <a:pt x="311" y="1740"/>
                  </a:cubicBezTo>
                  <a:lnTo>
                    <a:pt x="316" y="1740"/>
                  </a:lnTo>
                  <a:cubicBezTo>
                    <a:pt x="349" y="1740"/>
                    <a:pt x="349" y="1712"/>
                    <a:pt x="360" y="1702"/>
                  </a:cubicBezTo>
                  <a:cubicBezTo>
                    <a:pt x="376" y="1685"/>
                    <a:pt x="398" y="1674"/>
                    <a:pt x="409" y="1653"/>
                  </a:cubicBezTo>
                  <a:cubicBezTo>
                    <a:pt x="447" y="1587"/>
                    <a:pt x="496" y="1528"/>
                    <a:pt x="550" y="1473"/>
                  </a:cubicBezTo>
                  <a:cubicBezTo>
                    <a:pt x="588" y="1446"/>
                    <a:pt x="615" y="1413"/>
                    <a:pt x="637" y="1375"/>
                  </a:cubicBezTo>
                  <a:cubicBezTo>
                    <a:pt x="669" y="1332"/>
                    <a:pt x="702" y="1288"/>
                    <a:pt x="740" y="1245"/>
                  </a:cubicBezTo>
                  <a:cubicBezTo>
                    <a:pt x="811" y="1153"/>
                    <a:pt x="892" y="1066"/>
                    <a:pt x="968" y="973"/>
                  </a:cubicBezTo>
                  <a:cubicBezTo>
                    <a:pt x="979" y="962"/>
                    <a:pt x="985" y="946"/>
                    <a:pt x="996" y="941"/>
                  </a:cubicBezTo>
                  <a:cubicBezTo>
                    <a:pt x="1039" y="897"/>
                    <a:pt x="1083" y="854"/>
                    <a:pt x="1121" y="810"/>
                  </a:cubicBezTo>
                  <a:cubicBezTo>
                    <a:pt x="1180" y="745"/>
                    <a:pt x="1240" y="674"/>
                    <a:pt x="1300" y="604"/>
                  </a:cubicBezTo>
                  <a:cubicBezTo>
                    <a:pt x="1360" y="587"/>
                    <a:pt x="1365" y="522"/>
                    <a:pt x="1414" y="495"/>
                  </a:cubicBezTo>
                  <a:cubicBezTo>
                    <a:pt x="1414" y="457"/>
                    <a:pt x="1463" y="462"/>
                    <a:pt x="1474" y="430"/>
                  </a:cubicBezTo>
                  <a:cubicBezTo>
                    <a:pt x="1490" y="408"/>
                    <a:pt x="1512" y="381"/>
                    <a:pt x="1539" y="359"/>
                  </a:cubicBezTo>
                  <a:cubicBezTo>
                    <a:pt x="1555" y="343"/>
                    <a:pt x="1577" y="332"/>
                    <a:pt x="1588" y="299"/>
                  </a:cubicBezTo>
                  <a:cubicBezTo>
                    <a:pt x="1594" y="272"/>
                    <a:pt x="1615" y="250"/>
                    <a:pt x="1637" y="239"/>
                  </a:cubicBezTo>
                  <a:cubicBezTo>
                    <a:pt x="1697" y="207"/>
                    <a:pt x="1729" y="147"/>
                    <a:pt x="1784" y="114"/>
                  </a:cubicBezTo>
                  <a:cubicBezTo>
                    <a:pt x="1795" y="87"/>
                    <a:pt x="1816" y="60"/>
                    <a:pt x="1844" y="49"/>
                  </a:cubicBezTo>
                  <a:lnTo>
                    <a:pt x="17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3"/>
            <p:cNvSpPr/>
            <p:nvPr/>
          </p:nvSpPr>
          <p:spPr>
            <a:xfrm>
              <a:off x="1835885" y="2734501"/>
              <a:ext cx="160604" cy="186426"/>
            </a:xfrm>
            <a:custGeom>
              <a:rect b="b" l="l" r="r" t="t"/>
              <a:pathLst>
                <a:path extrusionOk="0" h="1610" w="1387">
                  <a:moveTo>
                    <a:pt x="1316" y="0"/>
                  </a:moveTo>
                  <a:lnTo>
                    <a:pt x="1245" y="49"/>
                  </a:lnTo>
                  <a:lnTo>
                    <a:pt x="1250" y="60"/>
                  </a:lnTo>
                  <a:lnTo>
                    <a:pt x="1294" y="44"/>
                  </a:lnTo>
                  <a:lnTo>
                    <a:pt x="1294" y="44"/>
                  </a:lnTo>
                  <a:cubicBezTo>
                    <a:pt x="1286" y="67"/>
                    <a:pt x="1273" y="85"/>
                    <a:pt x="1256" y="85"/>
                  </a:cubicBezTo>
                  <a:cubicBezTo>
                    <a:pt x="1249" y="85"/>
                    <a:pt x="1242" y="82"/>
                    <a:pt x="1234" y="76"/>
                  </a:cubicBezTo>
                  <a:cubicBezTo>
                    <a:pt x="1228" y="72"/>
                    <a:pt x="1223" y="70"/>
                    <a:pt x="1219" y="70"/>
                  </a:cubicBezTo>
                  <a:cubicBezTo>
                    <a:pt x="1208" y="70"/>
                    <a:pt x="1202" y="81"/>
                    <a:pt x="1191" y="93"/>
                  </a:cubicBezTo>
                  <a:lnTo>
                    <a:pt x="1218" y="114"/>
                  </a:lnTo>
                  <a:lnTo>
                    <a:pt x="1158" y="174"/>
                  </a:lnTo>
                  <a:lnTo>
                    <a:pt x="1120" y="163"/>
                  </a:lnTo>
                  <a:cubicBezTo>
                    <a:pt x="1082" y="196"/>
                    <a:pt x="1055" y="239"/>
                    <a:pt x="1038" y="283"/>
                  </a:cubicBezTo>
                  <a:cubicBezTo>
                    <a:pt x="1033" y="294"/>
                    <a:pt x="1022" y="305"/>
                    <a:pt x="1011" y="310"/>
                  </a:cubicBezTo>
                  <a:cubicBezTo>
                    <a:pt x="995" y="310"/>
                    <a:pt x="984" y="305"/>
                    <a:pt x="968" y="305"/>
                  </a:cubicBezTo>
                  <a:cubicBezTo>
                    <a:pt x="968" y="316"/>
                    <a:pt x="973" y="332"/>
                    <a:pt x="968" y="337"/>
                  </a:cubicBezTo>
                  <a:cubicBezTo>
                    <a:pt x="941" y="359"/>
                    <a:pt x="924" y="397"/>
                    <a:pt x="919" y="430"/>
                  </a:cubicBezTo>
                  <a:cubicBezTo>
                    <a:pt x="919" y="441"/>
                    <a:pt x="903" y="451"/>
                    <a:pt x="892" y="451"/>
                  </a:cubicBezTo>
                  <a:cubicBezTo>
                    <a:pt x="888" y="451"/>
                    <a:pt x="885" y="451"/>
                    <a:pt x="882" y="451"/>
                  </a:cubicBezTo>
                  <a:cubicBezTo>
                    <a:pt x="847" y="451"/>
                    <a:pt x="815" y="476"/>
                    <a:pt x="805" y="511"/>
                  </a:cubicBezTo>
                  <a:cubicBezTo>
                    <a:pt x="799" y="544"/>
                    <a:pt x="778" y="538"/>
                    <a:pt x="761" y="549"/>
                  </a:cubicBezTo>
                  <a:cubicBezTo>
                    <a:pt x="767" y="560"/>
                    <a:pt x="767" y="576"/>
                    <a:pt x="772" y="593"/>
                  </a:cubicBezTo>
                  <a:lnTo>
                    <a:pt x="712" y="604"/>
                  </a:lnTo>
                  <a:cubicBezTo>
                    <a:pt x="729" y="653"/>
                    <a:pt x="685" y="647"/>
                    <a:pt x="669" y="663"/>
                  </a:cubicBezTo>
                  <a:cubicBezTo>
                    <a:pt x="674" y="669"/>
                    <a:pt x="680" y="674"/>
                    <a:pt x="685" y="680"/>
                  </a:cubicBezTo>
                  <a:lnTo>
                    <a:pt x="593" y="750"/>
                  </a:lnTo>
                  <a:cubicBezTo>
                    <a:pt x="593" y="761"/>
                    <a:pt x="598" y="783"/>
                    <a:pt x="604" y="805"/>
                  </a:cubicBezTo>
                  <a:lnTo>
                    <a:pt x="576" y="788"/>
                  </a:lnTo>
                  <a:cubicBezTo>
                    <a:pt x="555" y="816"/>
                    <a:pt x="538" y="848"/>
                    <a:pt x="511" y="854"/>
                  </a:cubicBezTo>
                  <a:cubicBezTo>
                    <a:pt x="479" y="865"/>
                    <a:pt x="484" y="892"/>
                    <a:pt x="462" y="908"/>
                  </a:cubicBezTo>
                  <a:cubicBezTo>
                    <a:pt x="489" y="946"/>
                    <a:pt x="435" y="957"/>
                    <a:pt x="441" y="984"/>
                  </a:cubicBezTo>
                  <a:cubicBezTo>
                    <a:pt x="441" y="990"/>
                    <a:pt x="424" y="995"/>
                    <a:pt x="424" y="995"/>
                  </a:cubicBezTo>
                  <a:cubicBezTo>
                    <a:pt x="417" y="989"/>
                    <a:pt x="411" y="987"/>
                    <a:pt x="406" y="987"/>
                  </a:cubicBezTo>
                  <a:cubicBezTo>
                    <a:pt x="386" y="987"/>
                    <a:pt x="376" y="1018"/>
                    <a:pt x="359" y="1022"/>
                  </a:cubicBezTo>
                  <a:cubicBezTo>
                    <a:pt x="354" y="1022"/>
                    <a:pt x="354" y="1033"/>
                    <a:pt x="348" y="1033"/>
                  </a:cubicBezTo>
                  <a:lnTo>
                    <a:pt x="381" y="1049"/>
                  </a:lnTo>
                  <a:cubicBezTo>
                    <a:pt x="368" y="1066"/>
                    <a:pt x="362" y="1087"/>
                    <a:pt x="341" y="1087"/>
                  </a:cubicBezTo>
                  <a:cubicBezTo>
                    <a:pt x="336" y="1087"/>
                    <a:pt x="329" y="1085"/>
                    <a:pt x="321" y="1082"/>
                  </a:cubicBezTo>
                  <a:cubicBezTo>
                    <a:pt x="316" y="1082"/>
                    <a:pt x="299" y="1087"/>
                    <a:pt x="294" y="1104"/>
                  </a:cubicBezTo>
                  <a:cubicBezTo>
                    <a:pt x="294" y="1115"/>
                    <a:pt x="316" y="1131"/>
                    <a:pt x="294" y="1147"/>
                  </a:cubicBezTo>
                  <a:lnTo>
                    <a:pt x="294" y="1185"/>
                  </a:lnTo>
                  <a:lnTo>
                    <a:pt x="250" y="1164"/>
                  </a:lnTo>
                  <a:lnTo>
                    <a:pt x="250" y="1164"/>
                  </a:lnTo>
                  <a:cubicBezTo>
                    <a:pt x="256" y="1180"/>
                    <a:pt x="261" y="1191"/>
                    <a:pt x="261" y="1207"/>
                  </a:cubicBezTo>
                  <a:lnTo>
                    <a:pt x="223" y="1234"/>
                  </a:lnTo>
                  <a:lnTo>
                    <a:pt x="212" y="1202"/>
                  </a:lnTo>
                  <a:cubicBezTo>
                    <a:pt x="212" y="1283"/>
                    <a:pt x="163" y="1354"/>
                    <a:pt x="87" y="1376"/>
                  </a:cubicBezTo>
                  <a:cubicBezTo>
                    <a:pt x="93" y="1392"/>
                    <a:pt x="98" y="1408"/>
                    <a:pt x="98" y="1424"/>
                  </a:cubicBezTo>
                  <a:cubicBezTo>
                    <a:pt x="93" y="1457"/>
                    <a:pt x="60" y="1457"/>
                    <a:pt x="38" y="1462"/>
                  </a:cubicBezTo>
                  <a:lnTo>
                    <a:pt x="44" y="1517"/>
                  </a:lnTo>
                  <a:lnTo>
                    <a:pt x="0" y="1506"/>
                  </a:lnTo>
                  <a:lnTo>
                    <a:pt x="27" y="1609"/>
                  </a:lnTo>
                  <a:cubicBezTo>
                    <a:pt x="49" y="1588"/>
                    <a:pt x="65" y="1571"/>
                    <a:pt x="76" y="1555"/>
                  </a:cubicBezTo>
                  <a:cubicBezTo>
                    <a:pt x="82" y="1544"/>
                    <a:pt x="87" y="1522"/>
                    <a:pt x="98" y="1522"/>
                  </a:cubicBezTo>
                  <a:cubicBezTo>
                    <a:pt x="136" y="1517"/>
                    <a:pt x="131" y="1473"/>
                    <a:pt x="163" y="1457"/>
                  </a:cubicBezTo>
                  <a:cubicBezTo>
                    <a:pt x="201" y="1446"/>
                    <a:pt x="191" y="1392"/>
                    <a:pt x="234" y="1392"/>
                  </a:cubicBezTo>
                  <a:cubicBezTo>
                    <a:pt x="239" y="1392"/>
                    <a:pt x="239" y="1381"/>
                    <a:pt x="245" y="1376"/>
                  </a:cubicBezTo>
                  <a:cubicBezTo>
                    <a:pt x="256" y="1354"/>
                    <a:pt x="267" y="1337"/>
                    <a:pt x="283" y="1316"/>
                  </a:cubicBezTo>
                  <a:cubicBezTo>
                    <a:pt x="305" y="1299"/>
                    <a:pt x="326" y="1283"/>
                    <a:pt x="332" y="1251"/>
                  </a:cubicBezTo>
                  <a:cubicBezTo>
                    <a:pt x="332" y="1240"/>
                    <a:pt x="343" y="1229"/>
                    <a:pt x="359" y="1218"/>
                  </a:cubicBezTo>
                  <a:cubicBezTo>
                    <a:pt x="370" y="1202"/>
                    <a:pt x="392" y="1185"/>
                    <a:pt x="403" y="1174"/>
                  </a:cubicBezTo>
                  <a:cubicBezTo>
                    <a:pt x="413" y="1164"/>
                    <a:pt x="424" y="1142"/>
                    <a:pt x="435" y="1131"/>
                  </a:cubicBezTo>
                  <a:cubicBezTo>
                    <a:pt x="446" y="1115"/>
                    <a:pt x="468" y="1104"/>
                    <a:pt x="473" y="1093"/>
                  </a:cubicBezTo>
                  <a:cubicBezTo>
                    <a:pt x="489" y="1049"/>
                    <a:pt x="555" y="1039"/>
                    <a:pt x="544" y="984"/>
                  </a:cubicBezTo>
                  <a:cubicBezTo>
                    <a:pt x="582" y="962"/>
                    <a:pt x="609" y="930"/>
                    <a:pt x="631" y="897"/>
                  </a:cubicBezTo>
                  <a:cubicBezTo>
                    <a:pt x="691" y="821"/>
                    <a:pt x="778" y="772"/>
                    <a:pt x="810" y="685"/>
                  </a:cubicBezTo>
                  <a:cubicBezTo>
                    <a:pt x="816" y="680"/>
                    <a:pt x="816" y="674"/>
                    <a:pt x="821" y="674"/>
                  </a:cubicBezTo>
                  <a:cubicBezTo>
                    <a:pt x="875" y="653"/>
                    <a:pt x="897" y="604"/>
                    <a:pt x="930" y="566"/>
                  </a:cubicBezTo>
                  <a:cubicBezTo>
                    <a:pt x="984" y="506"/>
                    <a:pt x="1049" y="446"/>
                    <a:pt x="1098" y="386"/>
                  </a:cubicBezTo>
                  <a:cubicBezTo>
                    <a:pt x="1142" y="348"/>
                    <a:pt x="1174" y="305"/>
                    <a:pt x="1207" y="261"/>
                  </a:cubicBezTo>
                  <a:cubicBezTo>
                    <a:pt x="1223" y="229"/>
                    <a:pt x="1256" y="229"/>
                    <a:pt x="1272" y="201"/>
                  </a:cubicBezTo>
                  <a:cubicBezTo>
                    <a:pt x="1299" y="158"/>
                    <a:pt x="1354" y="136"/>
                    <a:pt x="1365" y="82"/>
                  </a:cubicBezTo>
                  <a:cubicBezTo>
                    <a:pt x="1370" y="76"/>
                    <a:pt x="1381" y="76"/>
                    <a:pt x="1386" y="71"/>
                  </a:cubicBezTo>
                  <a:cubicBezTo>
                    <a:pt x="1381" y="33"/>
                    <a:pt x="1354" y="0"/>
                    <a:pt x="1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3"/>
            <p:cNvSpPr/>
            <p:nvPr/>
          </p:nvSpPr>
          <p:spPr>
            <a:xfrm>
              <a:off x="2112860" y="2949062"/>
              <a:ext cx="204026" cy="210627"/>
            </a:xfrm>
            <a:custGeom>
              <a:rect b="b" l="l" r="r" t="t"/>
              <a:pathLst>
                <a:path extrusionOk="0" h="1819" w="1762">
                  <a:moveTo>
                    <a:pt x="1723" y="1"/>
                  </a:moveTo>
                  <a:cubicBezTo>
                    <a:pt x="1696" y="33"/>
                    <a:pt x="1663" y="66"/>
                    <a:pt x="1625" y="93"/>
                  </a:cubicBezTo>
                  <a:cubicBezTo>
                    <a:pt x="1571" y="131"/>
                    <a:pt x="1544" y="197"/>
                    <a:pt x="1484" y="229"/>
                  </a:cubicBezTo>
                  <a:cubicBezTo>
                    <a:pt x="1457" y="289"/>
                    <a:pt x="1408" y="338"/>
                    <a:pt x="1354" y="365"/>
                  </a:cubicBezTo>
                  <a:lnTo>
                    <a:pt x="1348" y="371"/>
                  </a:lnTo>
                  <a:cubicBezTo>
                    <a:pt x="1305" y="425"/>
                    <a:pt x="1250" y="479"/>
                    <a:pt x="1196" y="528"/>
                  </a:cubicBezTo>
                  <a:cubicBezTo>
                    <a:pt x="1131" y="583"/>
                    <a:pt x="1065" y="648"/>
                    <a:pt x="1006" y="718"/>
                  </a:cubicBezTo>
                  <a:cubicBezTo>
                    <a:pt x="968" y="751"/>
                    <a:pt x="940" y="784"/>
                    <a:pt x="902" y="816"/>
                  </a:cubicBezTo>
                  <a:cubicBezTo>
                    <a:pt x="875" y="838"/>
                    <a:pt x="859" y="871"/>
                    <a:pt x="821" y="887"/>
                  </a:cubicBezTo>
                  <a:cubicBezTo>
                    <a:pt x="811" y="887"/>
                    <a:pt x="827" y="928"/>
                    <a:pt x="802" y="928"/>
                  </a:cubicBezTo>
                  <a:cubicBezTo>
                    <a:pt x="798" y="928"/>
                    <a:pt x="794" y="927"/>
                    <a:pt x="788" y="925"/>
                  </a:cubicBezTo>
                  <a:cubicBezTo>
                    <a:pt x="766" y="974"/>
                    <a:pt x="712" y="990"/>
                    <a:pt x="685" y="1034"/>
                  </a:cubicBezTo>
                  <a:cubicBezTo>
                    <a:pt x="674" y="1055"/>
                    <a:pt x="658" y="1077"/>
                    <a:pt x="641" y="1093"/>
                  </a:cubicBezTo>
                  <a:cubicBezTo>
                    <a:pt x="582" y="1142"/>
                    <a:pt x="549" y="1213"/>
                    <a:pt x="478" y="1257"/>
                  </a:cubicBezTo>
                  <a:cubicBezTo>
                    <a:pt x="462" y="1267"/>
                    <a:pt x="446" y="1284"/>
                    <a:pt x="440" y="1305"/>
                  </a:cubicBezTo>
                  <a:cubicBezTo>
                    <a:pt x="429" y="1327"/>
                    <a:pt x="424" y="1349"/>
                    <a:pt x="397" y="1349"/>
                  </a:cubicBezTo>
                  <a:cubicBezTo>
                    <a:pt x="391" y="1349"/>
                    <a:pt x="391" y="1354"/>
                    <a:pt x="386" y="1360"/>
                  </a:cubicBezTo>
                  <a:cubicBezTo>
                    <a:pt x="348" y="1409"/>
                    <a:pt x="304" y="1458"/>
                    <a:pt x="266" y="1507"/>
                  </a:cubicBezTo>
                  <a:cubicBezTo>
                    <a:pt x="261" y="1512"/>
                    <a:pt x="255" y="1517"/>
                    <a:pt x="245" y="1523"/>
                  </a:cubicBezTo>
                  <a:cubicBezTo>
                    <a:pt x="209" y="1528"/>
                    <a:pt x="221" y="1589"/>
                    <a:pt x="179" y="1589"/>
                  </a:cubicBezTo>
                  <a:cubicBezTo>
                    <a:pt x="176" y="1589"/>
                    <a:pt x="172" y="1589"/>
                    <a:pt x="169" y="1588"/>
                  </a:cubicBezTo>
                  <a:lnTo>
                    <a:pt x="169" y="1588"/>
                  </a:lnTo>
                  <a:cubicBezTo>
                    <a:pt x="174" y="1604"/>
                    <a:pt x="169" y="1621"/>
                    <a:pt x="158" y="1632"/>
                  </a:cubicBezTo>
                  <a:cubicBezTo>
                    <a:pt x="103" y="1686"/>
                    <a:pt x="54" y="1740"/>
                    <a:pt x="0" y="1795"/>
                  </a:cubicBezTo>
                  <a:cubicBezTo>
                    <a:pt x="16" y="1811"/>
                    <a:pt x="37" y="1819"/>
                    <a:pt x="59" y="1819"/>
                  </a:cubicBezTo>
                  <a:cubicBezTo>
                    <a:pt x="74" y="1819"/>
                    <a:pt x="90" y="1815"/>
                    <a:pt x="103" y="1806"/>
                  </a:cubicBezTo>
                  <a:cubicBezTo>
                    <a:pt x="147" y="1757"/>
                    <a:pt x="217" y="1729"/>
                    <a:pt x="239" y="1664"/>
                  </a:cubicBezTo>
                  <a:lnTo>
                    <a:pt x="255" y="1664"/>
                  </a:lnTo>
                  <a:cubicBezTo>
                    <a:pt x="272" y="1642"/>
                    <a:pt x="288" y="1621"/>
                    <a:pt x="304" y="1594"/>
                  </a:cubicBezTo>
                  <a:cubicBezTo>
                    <a:pt x="315" y="1572"/>
                    <a:pt x="353" y="1556"/>
                    <a:pt x="375" y="1534"/>
                  </a:cubicBezTo>
                  <a:cubicBezTo>
                    <a:pt x="370" y="1485"/>
                    <a:pt x="424" y="1485"/>
                    <a:pt x="446" y="1458"/>
                  </a:cubicBezTo>
                  <a:cubicBezTo>
                    <a:pt x="451" y="1447"/>
                    <a:pt x="478" y="1441"/>
                    <a:pt x="478" y="1436"/>
                  </a:cubicBezTo>
                  <a:cubicBezTo>
                    <a:pt x="467" y="1403"/>
                    <a:pt x="495" y="1398"/>
                    <a:pt x="511" y="1382"/>
                  </a:cubicBezTo>
                  <a:cubicBezTo>
                    <a:pt x="527" y="1360"/>
                    <a:pt x="554" y="1349"/>
                    <a:pt x="560" y="1327"/>
                  </a:cubicBezTo>
                  <a:cubicBezTo>
                    <a:pt x="571" y="1305"/>
                    <a:pt x="603" y="1305"/>
                    <a:pt x="603" y="1278"/>
                  </a:cubicBezTo>
                  <a:cubicBezTo>
                    <a:pt x="603" y="1262"/>
                    <a:pt x="647" y="1267"/>
                    <a:pt x="636" y="1229"/>
                  </a:cubicBezTo>
                  <a:cubicBezTo>
                    <a:pt x="679" y="1218"/>
                    <a:pt x="685" y="1175"/>
                    <a:pt x="712" y="1148"/>
                  </a:cubicBezTo>
                  <a:lnTo>
                    <a:pt x="728" y="1159"/>
                  </a:lnTo>
                  <a:cubicBezTo>
                    <a:pt x="745" y="1142"/>
                    <a:pt x="772" y="1126"/>
                    <a:pt x="772" y="1110"/>
                  </a:cubicBezTo>
                  <a:cubicBezTo>
                    <a:pt x="772" y="1072"/>
                    <a:pt x="799" y="1072"/>
                    <a:pt x="815" y="1050"/>
                  </a:cubicBezTo>
                  <a:cubicBezTo>
                    <a:pt x="832" y="1034"/>
                    <a:pt x="837" y="1006"/>
                    <a:pt x="870" y="1006"/>
                  </a:cubicBezTo>
                  <a:cubicBezTo>
                    <a:pt x="875" y="1006"/>
                    <a:pt x="886" y="985"/>
                    <a:pt x="886" y="979"/>
                  </a:cubicBezTo>
                  <a:cubicBezTo>
                    <a:pt x="875" y="941"/>
                    <a:pt x="902" y="925"/>
                    <a:pt x="919" y="920"/>
                  </a:cubicBezTo>
                  <a:cubicBezTo>
                    <a:pt x="937" y="915"/>
                    <a:pt x="936" y="895"/>
                    <a:pt x="951" y="895"/>
                  </a:cubicBezTo>
                  <a:cubicBezTo>
                    <a:pt x="954" y="895"/>
                    <a:pt x="958" y="896"/>
                    <a:pt x="962" y="898"/>
                  </a:cubicBezTo>
                  <a:cubicBezTo>
                    <a:pt x="965" y="899"/>
                    <a:pt x="968" y="900"/>
                    <a:pt x="971" y="900"/>
                  </a:cubicBezTo>
                  <a:cubicBezTo>
                    <a:pt x="988" y="900"/>
                    <a:pt x="986" y="869"/>
                    <a:pt x="1000" y="854"/>
                  </a:cubicBezTo>
                  <a:cubicBezTo>
                    <a:pt x="1017" y="843"/>
                    <a:pt x="1033" y="827"/>
                    <a:pt x="1049" y="811"/>
                  </a:cubicBezTo>
                  <a:cubicBezTo>
                    <a:pt x="1065" y="795"/>
                    <a:pt x="1076" y="773"/>
                    <a:pt x="1093" y="756"/>
                  </a:cubicBezTo>
                  <a:cubicBezTo>
                    <a:pt x="1109" y="740"/>
                    <a:pt x="1125" y="724"/>
                    <a:pt x="1142" y="708"/>
                  </a:cubicBezTo>
                  <a:cubicBezTo>
                    <a:pt x="1147" y="691"/>
                    <a:pt x="1158" y="675"/>
                    <a:pt x="1174" y="659"/>
                  </a:cubicBezTo>
                  <a:cubicBezTo>
                    <a:pt x="1239" y="604"/>
                    <a:pt x="1299" y="544"/>
                    <a:pt x="1354" y="474"/>
                  </a:cubicBezTo>
                  <a:cubicBezTo>
                    <a:pt x="1354" y="468"/>
                    <a:pt x="1359" y="468"/>
                    <a:pt x="1359" y="468"/>
                  </a:cubicBezTo>
                  <a:cubicBezTo>
                    <a:pt x="1430" y="409"/>
                    <a:pt x="1484" y="327"/>
                    <a:pt x="1566" y="278"/>
                  </a:cubicBezTo>
                  <a:cubicBezTo>
                    <a:pt x="1576" y="267"/>
                    <a:pt x="1587" y="256"/>
                    <a:pt x="1593" y="240"/>
                  </a:cubicBezTo>
                  <a:cubicBezTo>
                    <a:pt x="1598" y="207"/>
                    <a:pt x="1625" y="180"/>
                    <a:pt x="1658" y="169"/>
                  </a:cubicBezTo>
                  <a:cubicBezTo>
                    <a:pt x="1674" y="169"/>
                    <a:pt x="1685" y="159"/>
                    <a:pt x="1691" y="142"/>
                  </a:cubicBezTo>
                  <a:cubicBezTo>
                    <a:pt x="1701" y="115"/>
                    <a:pt x="1723" y="104"/>
                    <a:pt x="1745" y="77"/>
                  </a:cubicBezTo>
                  <a:cubicBezTo>
                    <a:pt x="1761" y="50"/>
                    <a:pt x="1761" y="44"/>
                    <a:pt x="1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3"/>
            <p:cNvSpPr/>
            <p:nvPr/>
          </p:nvSpPr>
          <p:spPr>
            <a:xfrm>
              <a:off x="1983752" y="2818218"/>
              <a:ext cx="188973" cy="201479"/>
            </a:xfrm>
            <a:custGeom>
              <a:rect b="b" l="l" r="r" t="t"/>
              <a:pathLst>
                <a:path extrusionOk="0" h="1740" w="1632">
                  <a:moveTo>
                    <a:pt x="1566" y="0"/>
                  </a:moveTo>
                  <a:cubicBezTo>
                    <a:pt x="1517" y="33"/>
                    <a:pt x="1517" y="33"/>
                    <a:pt x="1512" y="82"/>
                  </a:cubicBezTo>
                  <a:lnTo>
                    <a:pt x="1485" y="65"/>
                  </a:lnTo>
                  <a:cubicBezTo>
                    <a:pt x="1474" y="76"/>
                    <a:pt x="1463" y="87"/>
                    <a:pt x="1452" y="93"/>
                  </a:cubicBezTo>
                  <a:cubicBezTo>
                    <a:pt x="1419" y="109"/>
                    <a:pt x="1403" y="131"/>
                    <a:pt x="1425" y="169"/>
                  </a:cubicBezTo>
                  <a:cubicBezTo>
                    <a:pt x="1405" y="179"/>
                    <a:pt x="1381" y="202"/>
                    <a:pt x="1368" y="202"/>
                  </a:cubicBezTo>
                  <a:cubicBezTo>
                    <a:pt x="1367" y="202"/>
                    <a:pt x="1366" y="202"/>
                    <a:pt x="1365" y="201"/>
                  </a:cubicBezTo>
                  <a:cubicBezTo>
                    <a:pt x="1359" y="200"/>
                    <a:pt x="1354" y="199"/>
                    <a:pt x="1350" y="199"/>
                  </a:cubicBezTo>
                  <a:cubicBezTo>
                    <a:pt x="1327" y="199"/>
                    <a:pt x="1325" y="220"/>
                    <a:pt x="1316" y="234"/>
                  </a:cubicBezTo>
                  <a:cubicBezTo>
                    <a:pt x="1294" y="267"/>
                    <a:pt x="1273" y="299"/>
                    <a:pt x="1256" y="332"/>
                  </a:cubicBezTo>
                  <a:lnTo>
                    <a:pt x="1213" y="305"/>
                  </a:lnTo>
                  <a:lnTo>
                    <a:pt x="1213" y="305"/>
                  </a:lnTo>
                  <a:cubicBezTo>
                    <a:pt x="1217" y="358"/>
                    <a:pt x="1196" y="378"/>
                    <a:pt x="1156" y="378"/>
                  </a:cubicBezTo>
                  <a:cubicBezTo>
                    <a:pt x="1147" y="378"/>
                    <a:pt x="1137" y="377"/>
                    <a:pt x="1126" y="375"/>
                  </a:cubicBezTo>
                  <a:lnTo>
                    <a:pt x="1126" y="375"/>
                  </a:lnTo>
                  <a:lnTo>
                    <a:pt x="1169" y="397"/>
                  </a:lnTo>
                  <a:cubicBezTo>
                    <a:pt x="1142" y="397"/>
                    <a:pt x="1131" y="430"/>
                    <a:pt x="1126" y="430"/>
                  </a:cubicBezTo>
                  <a:cubicBezTo>
                    <a:pt x="1082" y="430"/>
                    <a:pt x="1110" y="457"/>
                    <a:pt x="1104" y="473"/>
                  </a:cubicBezTo>
                  <a:cubicBezTo>
                    <a:pt x="1033" y="479"/>
                    <a:pt x="1017" y="560"/>
                    <a:pt x="957" y="571"/>
                  </a:cubicBezTo>
                  <a:lnTo>
                    <a:pt x="968" y="609"/>
                  </a:lnTo>
                  <a:cubicBezTo>
                    <a:pt x="946" y="631"/>
                    <a:pt x="936" y="647"/>
                    <a:pt x="919" y="663"/>
                  </a:cubicBezTo>
                  <a:cubicBezTo>
                    <a:pt x="915" y="669"/>
                    <a:pt x="910" y="671"/>
                    <a:pt x="902" y="671"/>
                  </a:cubicBezTo>
                  <a:cubicBezTo>
                    <a:pt x="892" y="671"/>
                    <a:pt x="880" y="668"/>
                    <a:pt x="867" y="668"/>
                  </a:cubicBezTo>
                  <a:cubicBezTo>
                    <a:pt x="863" y="668"/>
                    <a:pt x="858" y="668"/>
                    <a:pt x="854" y="669"/>
                  </a:cubicBezTo>
                  <a:lnTo>
                    <a:pt x="887" y="718"/>
                  </a:lnTo>
                  <a:cubicBezTo>
                    <a:pt x="879" y="716"/>
                    <a:pt x="873" y="715"/>
                    <a:pt x="868" y="715"/>
                  </a:cubicBezTo>
                  <a:cubicBezTo>
                    <a:pt x="821" y="715"/>
                    <a:pt x="839" y="773"/>
                    <a:pt x="805" y="783"/>
                  </a:cubicBezTo>
                  <a:lnTo>
                    <a:pt x="773" y="739"/>
                  </a:lnTo>
                  <a:lnTo>
                    <a:pt x="773" y="739"/>
                  </a:lnTo>
                  <a:cubicBezTo>
                    <a:pt x="778" y="772"/>
                    <a:pt x="745" y="756"/>
                    <a:pt x="756" y="783"/>
                  </a:cubicBezTo>
                  <a:cubicBezTo>
                    <a:pt x="762" y="805"/>
                    <a:pt x="751" y="832"/>
                    <a:pt x="729" y="832"/>
                  </a:cubicBezTo>
                  <a:cubicBezTo>
                    <a:pt x="702" y="832"/>
                    <a:pt x="713" y="848"/>
                    <a:pt x="713" y="859"/>
                  </a:cubicBezTo>
                  <a:cubicBezTo>
                    <a:pt x="707" y="870"/>
                    <a:pt x="707" y="881"/>
                    <a:pt x="702" y="886"/>
                  </a:cubicBezTo>
                  <a:cubicBezTo>
                    <a:pt x="700" y="886"/>
                    <a:pt x="697" y="886"/>
                    <a:pt x="695" y="886"/>
                  </a:cubicBezTo>
                  <a:cubicBezTo>
                    <a:pt x="658" y="886"/>
                    <a:pt x="657" y="930"/>
                    <a:pt x="626" y="935"/>
                  </a:cubicBezTo>
                  <a:cubicBezTo>
                    <a:pt x="599" y="946"/>
                    <a:pt x="593" y="951"/>
                    <a:pt x="604" y="979"/>
                  </a:cubicBezTo>
                  <a:cubicBezTo>
                    <a:pt x="604" y="979"/>
                    <a:pt x="593" y="995"/>
                    <a:pt x="588" y="995"/>
                  </a:cubicBezTo>
                  <a:cubicBezTo>
                    <a:pt x="544" y="1006"/>
                    <a:pt x="533" y="1006"/>
                    <a:pt x="528" y="1028"/>
                  </a:cubicBezTo>
                  <a:cubicBezTo>
                    <a:pt x="517" y="1060"/>
                    <a:pt x="495" y="1093"/>
                    <a:pt x="468" y="1115"/>
                  </a:cubicBezTo>
                  <a:cubicBezTo>
                    <a:pt x="446" y="1131"/>
                    <a:pt x="425" y="1147"/>
                    <a:pt x="436" y="1180"/>
                  </a:cubicBezTo>
                  <a:cubicBezTo>
                    <a:pt x="430" y="1185"/>
                    <a:pt x="425" y="1191"/>
                    <a:pt x="419" y="1191"/>
                  </a:cubicBezTo>
                  <a:lnTo>
                    <a:pt x="403" y="1158"/>
                  </a:lnTo>
                  <a:cubicBezTo>
                    <a:pt x="397" y="1174"/>
                    <a:pt x="387" y="1191"/>
                    <a:pt x="376" y="1207"/>
                  </a:cubicBezTo>
                  <a:cubicBezTo>
                    <a:pt x="381" y="1212"/>
                    <a:pt x="387" y="1223"/>
                    <a:pt x="392" y="1234"/>
                  </a:cubicBezTo>
                  <a:cubicBezTo>
                    <a:pt x="359" y="1245"/>
                    <a:pt x="359" y="1299"/>
                    <a:pt x="316" y="1305"/>
                  </a:cubicBezTo>
                  <a:lnTo>
                    <a:pt x="316" y="1278"/>
                  </a:lnTo>
                  <a:cubicBezTo>
                    <a:pt x="305" y="1299"/>
                    <a:pt x="267" y="1310"/>
                    <a:pt x="289" y="1343"/>
                  </a:cubicBezTo>
                  <a:cubicBezTo>
                    <a:pt x="289" y="1362"/>
                    <a:pt x="276" y="1377"/>
                    <a:pt x="259" y="1377"/>
                  </a:cubicBezTo>
                  <a:cubicBezTo>
                    <a:pt x="256" y="1377"/>
                    <a:pt x="254" y="1376"/>
                    <a:pt x="251" y="1375"/>
                  </a:cubicBezTo>
                  <a:lnTo>
                    <a:pt x="229" y="1375"/>
                  </a:lnTo>
                  <a:lnTo>
                    <a:pt x="191" y="1490"/>
                  </a:lnTo>
                  <a:lnTo>
                    <a:pt x="142" y="1479"/>
                  </a:lnTo>
                  <a:cubicBezTo>
                    <a:pt x="126" y="1511"/>
                    <a:pt x="115" y="1544"/>
                    <a:pt x="104" y="1577"/>
                  </a:cubicBezTo>
                  <a:cubicBezTo>
                    <a:pt x="104" y="1598"/>
                    <a:pt x="93" y="1615"/>
                    <a:pt x="77" y="1620"/>
                  </a:cubicBezTo>
                  <a:cubicBezTo>
                    <a:pt x="17" y="1631"/>
                    <a:pt x="17" y="1680"/>
                    <a:pt x="1" y="1740"/>
                  </a:cubicBezTo>
                  <a:cubicBezTo>
                    <a:pt x="33" y="1718"/>
                    <a:pt x="55" y="1702"/>
                    <a:pt x="71" y="1685"/>
                  </a:cubicBezTo>
                  <a:cubicBezTo>
                    <a:pt x="93" y="1669"/>
                    <a:pt x="104" y="1658"/>
                    <a:pt x="115" y="1642"/>
                  </a:cubicBezTo>
                  <a:cubicBezTo>
                    <a:pt x="131" y="1631"/>
                    <a:pt x="142" y="1609"/>
                    <a:pt x="153" y="1593"/>
                  </a:cubicBezTo>
                  <a:cubicBezTo>
                    <a:pt x="158" y="1566"/>
                    <a:pt x="185" y="1582"/>
                    <a:pt x="196" y="1571"/>
                  </a:cubicBezTo>
                  <a:cubicBezTo>
                    <a:pt x="207" y="1555"/>
                    <a:pt x="213" y="1539"/>
                    <a:pt x="224" y="1528"/>
                  </a:cubicBezTo>
                  <a:cubicBezTo>
                    <a:pt x="234" y="1517"/>
                    <a:pt x="251" y="1479"/>
                    <a:pt x="267" y="1473"/>
                  </a:cubicBezTo>
                  <a:cubicBezTo>
                    <a:pt x="305" y="1473"/>
                    <a:pt x="311" y="1430"/>
                    <a:pt x="338" y="1419"/>
                  </a:cubicBezTo>
                  <a:cubicBezTo>
                    <a:pt x="354" y="1414"/>
                    <a:pt x="316" y="1397"/>
                    <a:pt x="343" y="1392"/>
                  </a:cubicBezTo>
                  <a:cubicBezTo>
                    <a:pt x="370" y="1381"/>
                    <a:pt x="381" y="1348"/>
                    <a:pt x="403" y="1332"/>
                  </a:cubicBezTo>
                  <a:cubicBezTo>
                    <a:pt x="419" y="1316"/>
                    <a:pt x="446" y="1310"/>
                    <a:pt x="452" y="1278"/>
                  </a:cubicBezTo>
                  <a:cubicBezTo>
                    <a:pt x="452" y="1272"/>
                    <a:pt x="463" y="1267"/>
                    <a:pt x="468" y="1267"/>
                  </a:cubicBezTo>
                  <a:cubicBezTo>
                    <a:pt x="484" y="1250"/>
                    <a:pt x="501" y="1240"/>
                    <a:pt x="517" y="1229"/>
                  </a:cubicBezTo>
                  <a:cubicBezTo>
                    <a:pt x="550" y="1191"/>
                    <a:pt x="566" y="1142"/>
                    <a:pt x="615" y="1120"/>
                  </a:cubicBezTo>
                  <a:cubicBezTo>
                    <a:pt x="615" y="1115"/>
                    <a:pt x="620" y="1109"/>
                    <a:pt x="615" y="1104"/>
                  </a:cubicBezTo>
                  <a:cubicBezTo>
                    <a:pt x="604" y="1077"/>
                    <a:pt x="631" y="1071"/>
                    <a:pt x="648" y="1066"/>
                  </a:cubicBezTo>
                  <a:cubicBezTo>
                    <a:pt x="664" y="1060"/>
                    <a:pt x="675" y="1049"/>
                    <a:pt x="686" y="1038"/>
                  </a:cubicBezTo>
                  <a:cubicBezTo>
                    <a:pt x="718" y="990"/>
                    <a:pt x="756" y="946"/>
                    <a:pt x="800" y="908"/>
                  </a:cubicBezTo>
                  <a:cubicBezTo>
                    <a:pt x="860" y="865"/>
                    <a:pt x="876" y="783"/>
                    <a:pt x="952" y="756"/>
                  </a:cubicBezTo>
                  <a:cubicBezTo>
                    <a:pt x="952" y="756"/>
                    <a:pt x="957" y="745"/>
                    <a:pt x="957" y="745"/>
                  </a:cubicBezTo>
                  <a:cubicBezTo>
                    <a:pt x="968" y="685"/>
                    <a:pt x="1050" y="680"/>
                    <a:pt x="1061" y="614"/>
                  </a:cubicBezTo>
                  <a:cubicBezTo>
                    <a:pt x="1063" y="615"/>
                    <a:pt x="1064" y="615"/>
                    <a:pt x="1066" y="615"/>
                  </a:cubicBezTo>
                  <a:cubicBezTo>
                    <a:pt x="1120" y="615"/>
                    <a:pt x="1117" y="538"/>
                    <a:pt x="1164" y="533"/>
                  </a:cubicBezTo>
                  <a:cubicBezTo>
                    <a:pt x="1207" y="479"/>
                    <a:pt x="1251" y="430"/>
                    <a:pt x="1300" y="386"/>
                  </a:cubicBezTo>
                  <a:cubicBezTo>
                    <a:pt x="1332" y="343"/>
                    <a:pt x="1370" y="310"/>
                    <a:pt x="1409" y="277"/>
                  </a:cubicBezTo>
                  <a:cubicBezTo>
                    <a:pt x="1419" y="272"/>
                    <a:pt x="1425" y="256"/>
                    <a:pt x="1430" y="245"/>
                  </a:cubicBezTo>
                  <a:cubicBezTo>
                    <a:pt x="1436" y="239"/>
                    <a:pt x="1441" y="229"/>
                    <a:pt x="1452" y="223"/>
                  </a:cubicBezTo>
                  <a:cubicBezTo>
                    <a:pt x="1490" y="190"/>
                    <a:pt x="1528" y="163"/>
                    <a:pt x="1566" y="131"/>
                  </a:cubicBezTo>
                  <a:cubicBezTo>
                    <a:pt x="1599" y="114"/>
                    <a:pt x="1621" y="82"/>
                    <a:pt x="1631" y="44"/>
                  </a:cubicBezTo>
                  <a:lnTo>
                    <a:pt x="15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3"/>
            <p:cNvSpPr/>
            <p:nvPr/>
          </p:nvSpPr>
          <p:spPr>
            <a:xfrm>
              <a:off x="2045469" y="2844618"/>
              <a:ext cx="166278" cy="168825"/>
            </a:xfrm>
            <a:custGeom>
              <a:rect b="b" l="l" r="r" t="t"/>
              <a:pathLst>
                <a:path extrusionOk="0" h="1458" w="1436">
                  <a:moveTo>
                    <a:pt x="1387" y="1"/>
                  </a:moveTo>
                  <a:cubicBezTo>
                    <a:pt x="1370" y="1"/>
                    <a:pt x="1359" y="17"/>
                    <a:pt x="1359" y="28"/>
                  </a:cubicBezTo>
                  <a:cubicBezTo>
                    <a:pt x="1332" y="33"/>
                    <a:pt x="1321" y="60"/>
                    <a:pt x="1300" y="77"/>
                  </a:cubicBezTo>
                  <a:cubicBezTo>
                    <a:pt x="1261" y="109"/>
                    <a:pt x="1245" y="169"/>
                    <a:pt x="1185" y="174"/>
                  </a:cubicBezTo>
                  <a:cubicBezTo>
                    <a:pt x="1175" y="174"/>
                    <a:pt x="1169" y="196"/>
                    <a:pt x="1158" y="207"/>
                  </a:cubicBezTo>
                  <a:cubicBezTo>
                    <a:pt x="1147" y="223"/>
                    <a:pt x="1153" y="223"/>
                    <a:pt x="1147" y="223"/>
                  </a:cubicBezTo>
                  <a:cubicBezTo>
                    <a:pt x="1131" y="229"/>
                    <a:pt x="1109" y="240"/>
                    <a:pt x="1104" y="261"/>
                  </a:cubicBezTo>
                  <a:cubicBezTo>
                    <a:pt x="1093" y="272"/>
                    <a:pt x="1082" y="289"/>
                    <a:pt x="1077" y="305"/>
                  </a:cubicBezTo>
                  <a:cubicBezTo>
                    <a:pt x="1071" y="316"/>
                    <a:pt x="1060" y="327"/>
                    <a:pt x="1044" y="332"/>
                  </a:cubicBezTo>
                  <a:cubicBezTo>
                    <a:pt x="1001" y="348"/>
                    <a:pt x="968" y="376"/>
                    <a:pt x="941" y="414"/>
                  </a:cubicBezTo>
                  <a:cubicBezTo>
                    <a:pt x="935" y="430"/>
                    <a:pt x="930" y="452"/>
                    <a:pt x="919" y="463"/>
                  </a:cubicBezTo>
                  <a:cubicBezTo>
                    <a:pt x="912" y="473"/>
                    <a:pt x="902" y="486"/>
                    <a:pt x="891" y="486"/>
                  </a:cubicBezTo>
                  <a:cubicBezTo>
                    <a:pt x="884" y="486"/>
                    <a:pt x="878" y="483"/>
                    <a:pt x="870" y="473"/>
                  </a:cubicBezTo>
                  <a:cubicBezTo>
                    <a:pt x="870" y="511"/>
                    <a:pt x="816" y="506"/>
                    <a:pt x="810" y="544"/>
                  </a:cubicBezTo>
                  <a:cubicBezTo>
                    <a:pt x="805" y="582"/>
                    <a:pt x="772" y="598"/>
                    <a:pt x="745" y="620"/>
                  </a:cubicBezTo>
                  <a:cubicBezTo>
                    <a:pt x="723" y="631"/>
                    <a:pt x="707" y="647"/>
                    <a:pt x="696" y="664"/>
                  </a:cubicBezTo>
                  <a:cubicBezTo>
                    <a:pt x="680" y="685"/>
                    <a:pt x="647" y="685"/>
                    <a:pt x="653" y="723"/>
                  </a:cubicBezTo>
                  <a:cubicBezTo>
                    <a:pt x="653" y="740"/>
                    <a:pt x="615" y="729"/>
                    <a:pt x="615" y="762"/>
                  </a:cubicBezTo>
                  <a:cubicBezTo>
                    <a:pt x="615" y="772"/>
                    <a:pt x="593" y="783"/>
                    <a:pt x="582" y="789"/>
                  </a:cubicBezTo>
                  <a:cubicBezTo>
                    <a:pt x="539" y="810"/>
                    <a:pt x="500" y="849"/>
                    <a:pt x="479" y="887"/>
                  </a:cubicBezTo>
                  <a:cubicBezTo>
                    <a:pt x="457" y="914"/>
                    <a:pt x="435" y="935"/>
                    <a:pt x="408" y="952"/>
                  </a:cubicBezTo>
                  <a:cubicBezTo>
                    <a:pt x="386" y="974"/>
                    <a:pt x="354" y="990"/>
                    <a:pt x="348" y="1028"/>
                  </a:cubicBezTo>
                  <a:cubicBezTo>
                    <a:pt x="337" y="1061"/>
                    <a:pt x="316" y="1088"/>
                    <a:pt x="283" y="1099"/>
                  </a:cubicBezTo>
                  <a:cubicBezTo>
                    <a:pt x="261" y="1109"/>
                    <a:pt x="245" y="1126"/>
                    <a:pt x="234" y="1142"/>
                  </a:cubicBezTo>
                  <a:cubicBezTo>
                    <a:pt x="223" y="1158"/>
                    <a:pt x="218" y="1180"/>
                    <a:pt x="207" y="1196"/>
                  </a:cubicBezTo>
                  <a:cubicBezTo>
                    <a:pt x="191" y="1213"/>
                    <a:pt x="174" y="1224"/>
                    <a:pt x="158" y="1229"/>
                  </a:cubicBezTo>
                  <a:cubicBezTo>
                    <a:pt x="109" y="1256"/>
                    <a:pt x="93" y="1316"/>
                    <a:pt x="49" y="1343"/>
                  </a:cubicBezTo>
                  <a:lnTo>
                    <a:pt x="60" y="1354"/>
                  </a:lnTo>
                  <a:lnTo>
                    <a:pt x="0" y="1425"/>
                  </a:lnTo>
                  <a:lnTo>
                    <a:pt x="76" y="1457"/>
                  </a:lnTo>
                  <a:cubicBezTo>
                    <a:pt x="93" y="1446"/>
                    <a:pt x="109" y="1430"/>
                    <a:pt x="125" y="1419"/>
                  </a:cubicBezTo>
                  <a:cubicBezTo>
                    <a:pt x="153" y="1387"/>
                    <a:pt x="185" y="1354"/>
                    <a:pt x="212" y="1316"/>
                  </a:cubicBezTo>
                  <a:cubicBezTo>
                    <a:pt x="245" y="1278"/>
                    <a:pt x="283" y="1267"/>
                    <a:pt x="294" y="1218"/>
                  </a:cubicBezTo>
                  <a:cubicBezTo>
                    <a:pt x="365" y="1213"/>
                    <a:pt x="343" y="1115"/>
                    <a:pt x="413" y="1109"/>
                  </a:cubicBezTo>
                  <a:cubicBezTo>
                    <a:pt x="430" y="1109"/>
                    <a:pt x="435" y="1077"/>
                    <a:pt x="452" y="1061"/>
                  </a:cubicBezTo>
                  <a:cubicBezTo>
                    <a:pt x="462" y="1044"/>
                    <a:pt x="479" y="1028"/>
                    <a:pt x="495" y="1017"/>
                  </a:cubicBezTo>
                  <a:cubicBezTo>
                    <a:pt x="517" y="1006"/>
                    <a:pt x="539" y="995"/>
                    <a:pt x="549" y="979"/>
                  </a:cubicBezTo>
                  <a:cubicBezTo>
                    <a:pt x="522" y="946"/>
                    <a:pt x="560" y="946"/>
                    <a:pt x="571" y="930"/>
                  </a:cubicBezTo>
                  <a:cubicBezTo>
                    <a:pt x="577" y="919"/>
                    <a:pt x="598" y="897"/>
                    <a:pt x="615" y="897"/>
                  </a:cubicBezTo>
                  <a:cubicBezTo>
                    <a:pt x="647" y="897"/>
                    <a:pt x="620" y="870"/>
                    <a:pt x="636" y="859"/>
                  </a:cubicBezTo>
                  <a:cubicBezTo>
                    <a:pt x="674" y="832"/>
                    <a:pt x="707" y="789"/>
                    <a:pt x="745" y="762"/>
                  </a:cubicBezTo>
                  <a:cubicBezTo>
                    <a:pt x="783" y="740"/>
                    <a:pt x="816" y="702"/>
                    <a:pt x="832" y="658"/>
                  </a:cubicBezTo>
                  <a:cubicBezTo>
                    <a:pt x="832" y="654"/>
                    <a:pt x="843" y="646"/>
                    <a:pt x="847" y="646"/>
                  </a:cubicBezTo>
                  <a:cubicBezTo>
                    <a:pt x="848" y="646"/>
                    <a:pt x="848" y="646"/>
                    <a:pt x="848" y="647"/>
                  </a:cubicBezTo>
                  <a:cubicBezTo>
                    <a:pt x="851" y="648"/>
                    <a:pt x="854" y="648"/>
                    <a:pt x="856" y="648"/>
                  </a:cubicBezTo>
                  <a:cubicBezTo>
                    <a:pt x="872" y="648"/>
                    <a:pt x="876" y="635"/>
                    <a:pt x="881" y="626"/>
                  </a:cubicBezTo>
                  <a:cubicBezTo>
                    <a:pt x="919" y="593"/>
                    <a:pt x="946" y="544"/>
                    <a:pt x="995" y="528"/>
                  </a:cubicBezTo>
                  <a:cubicBezTo>
                    <a:pt x="1001" y="528"/>
                    <a:pt x="1006" y="517"/>
                    <a:pt x="1006" y="517"/>
                  </a:cubicBezTo>
                  <a:cubicBezTo>
                    <a:pt x="995" y="468"/>
                    <a:pt x="1039" y="463"/>
                    <a:pt x="1060" y="441"/>
                  </a:cubicBezTo>
                  <a:cubicBezTo>
                    <a:pt x="1098" y="397"/>
                    <a:pt x="1147" y="365"/>
                    <a:pt x="1185" y="321"/>
                  </a:cubicBezTo>
                  <a:cubicBezTo>
                    <a:pt x="1207" y="294"/>
                    <a:pt x="1240" y="283"/>
                    <a:pt x="1261" y="251"/>
                  </a:cubicBezTo>
                  <a:cubicBezTo>
                    <a:pt x="1300" y="202"/>
                    <a:pt x="1343" y="158"/>
                    <a:pt x="1381" y="115"/>
                  </a:cubicBezTo>
                  <a:cubicBezTo>
                    <a:pt x="1403" y="93"/>
                    <a:pt x="1419" y="66"/>
                    <a:pt x="1435" y="44"/>
                  </a:cubicBezTo>
                  <a:lnTo>
                    <a:pt x="13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3"/>
            <p:cNvSpPr/>
            <p:nvPr/>
          </p:nvSpPr>
          <p:spPr>
            <a:xfrm>
              <a:off x="2167514" y="2979283"/>
              <a:ext cx="182026" cy="187121"/>
            </a:xfrm>
            <a:custGeom>
              <a:rect b="b" l="l" r="r" t="t"/>
              <a:pathLst>
                <a:path extrusionOk="0" h="1616" w="1572">
                  <a:moveTo>
                    <a:pt x="1518" y="1"/>
                  </a:moveTo>
                  <a:cubicBezTo>
                    <a:pt x="1490" y="28"/>
                    <a:pt x="1469" y="50"/>
                    <a:pt x="1447" y="71"/>
                  </a:cubicBezTo>
                  <a:cubicBezTo>
                    <a:pt x="1425" y="93"/>
                    <a:pt x="1365" y="115"/>
                    <a:pt x="1354" y="164"/>
                  </a:cubicBezTo>
                  <a:cubicBezTo>
                    <a:pt x="1354" y="169"/>
                    <a:pt x="1344" y="175"/>
                    <a:pt x="1338" y="175"/>
                  </a:cubicBezTo>
                  <a:cubicBezTo>
                    <a:pt x="1311" y="180"/>
                    <a:pt x="1300" y="202"/>
                    <a:pt x="1284" y="218"/>
                  </a:cubicBezTo>
                  <a:cubicBezTo>
                    <a:pt x="1246" y="262"/>
                    <a:pt x="1202" y="305"/>
                    <a:pt x="1159" y="349"/>
                  </a:cubicBezTo>
                  <a:cubicBezTo>
                    <a:pt x="1148" y="360"/>
                    <a:pt x="1132" y="370"/>
                    <a:pt x="1115" y="381"/>
                  </a:cubicBezTo>
                  <a:cubicBezTo>
                    <a:pt x="1104" y="392"/>
                    <a:pt x="1088" y="414"/>
                    <a:pt x="1072" y="430"/>
                  </a:cubicBezTo>
                  <a:lnTo>
                    <a:pt x="1028" y="479"/>
                  </a:lnTo>
                  <a:cubicBezTo>
                    <a:pt x="1012" y="495"/>
                    <a:pt x="990" y="512"/>
                    <a:pt x="985" y="534"/>
                  </a:cubicBezTo>
                  <a:cubicBezTo>
                    <a:pt x="974" y="566"/>
                    <a:pt x="936" y="550"/>
                    <a:pt x="925" y="572"/>
                  </a:cubicBezTo>
                  <a:cubicBezTo>
                    <a:pt x="898" y="604"/>
                    <a:pt x="871" y="637"/>
                    <a:pt x="843" y="664"/>
                  </a:cubicBezTo>
                  <a:cubicBezTo>
                    <a:pt x="767" y="735"/>
                    <a:pt x="702" y="805"/>
                    <a:pt x="631" y="876"/>
                  </a:cubicBezTo>
                  <a:cubicBezTo>
                    <a:pt x="599" y="914"/>
                    <a:pt x="566" y="947"/>
                    <a:pt x="528" y="985"/>
                  </a:cubicBezTo>
                  <a:cubicBezTo>
                    <a:pt x="496" y="1023"/>
                    <a:pt x="468" y="1050"/>
                    <a:pt x="436" y="1088"/>
                  </a:cubicBezTo>
                  <a:cubicBezTo>
                    <a:pt x="365" y="1153"/>
                    <a:pt x="300" y="1229"/>
                    <a:pt x="240" y="1311"/>
                  </a:cubicBezTo>
                  <a:cubicBezTo>
                    <a:pt x="229" y="1327"/>
                    <a:pt x="213" y="1349"/>
                    <a:pt x="197" y="1360"/>
                  </a:cubicBezTo>
                  <a:cubicBezTo>
                    <a:pt x="142" y="1387"/>
                    <a:pt x="121" y="1447"/>
                    <a:pt x="77" y="1490"/>
                  </a:cubicBezTo>
                  <a:cubicBezTo>
                    <a:pt x="50" y="1523"/>
                    <a:pt x="23" y="1561"/>
                    <a:pt x="1" y="1604"/>
                  </a:cubicBezTo>
                  <a:lnTo>
                    <a:pt x="50" y="1615"/>
                  </a:lnTo>
                  <a:cubicBezTo>
                    <a:pt x="61" y="1599"/>
                    <a:pt x="72" y="1583"/>
                    <a:pt x="88" y="1566"/>
                  </a:cubicBezTo>
                  <a:cubicBezTo>
                    <a:pt x="131" y="1523"/>
                    <a:pt x="175" y="1479"/>
                    <a:pt x="224" y="1436"/>
                  </a:cubicBezTo>
                  <a:cubicBezTo>
                    <a:pt x="267" y="1387"/>
                    <a:pt x="316" y="1343"/>
                    <a:pt x="371" y="1305"/>
                  </a:cubicBezTo>
                  <a:cubicBezTo>
                    <a:pt x="387" y="1300"/>
                    <a:pt x="398" y="1284"/>
                    <a:pt x="403" y="1267"/>
                  </a:cubicBezTo>
                  <a:cubicBezTo>
                    <a:pt x="414" y="1224"/>
                    <a:pt x="452" y="1202"/>
                    <a:pt x="485" y="1175"/>
                  </a:cubicBezTo>
                  <a:cubicBezTo>
                    <a:pt x="501" y="1164"/>
                    <a:pt x="523" y="1148"/>
                    <a:pt x="534" y="1126"/>
                  </a:cubicBezTo>
                  <a:cubicBezTo>
                    <a:pt x="545" y="1110"/>
                    <a:pt x="566" y="1099"/>
                    <a:pt x="583" y="1077"/>
                  </a:cubicBezTo>
                  <a:cubicBezTo>
                    <a:pt x="615" y="1028"/>
                    <a:pt x="659" y="979"/>
                    <a:pt x="708" y="936"/>
                  </a:cubicBezTo>
                  <a:cubicBezTo>
                    <a:pt x="735" y="898"/>
                    <a:pt x="773" y="865"/>
                    <a:pt x="816" y="843"/>
                  </a:cubicBezTo>
                  <a:cubicBezTo>
                    <a:pt x="843" y="832"/>
                    <a:pt x="805" y="794"/>
                    <a:pt x="843" y="789"/>
                  </a:cubicBezTo>
                  <a:cubicBezTo>
                    <a:pt x="882" y="778"/>
                    <a:pt x="876" y="735"/>
                    <a:pt x="920" y="729"/>
                  </a:cubicBezTo>
                  <a:cubicBezTo>
                    <a:pt x="920" y="697"/>
                    <a:pt x="963" y="691"/>
                    <a:pt x="974" y="669"/>
                  </a:cubicBezTo>
                  <a:cubicBezTo>
                    <a:pt x="990" y="631"/>
                    <a:pt x="1023" y="599"/>
                    <a:pt x="1055" y="577"/>
                  </a:cubicBezTo>
                  <a:cubicBezTo>
                    <a:pt x="1088" y="550"/>
                    <a:pt x="1115" y="523"/>
                    <a:pt x="1137" y="495"/>
                  </a:cubicBezTo>
                  <a:cubicBezTo>
                    <a:pt x="1148" y="485"/>
                    <a:pt x="1159" y="479"/>
                    <a:pt x="1170" y="468"/>
                  </a:cubicBezTo>
                  <a:cubicBezTo>
                    <a:pt x="1180" y="463"/>
                    <a:pt x="1191" y="457"/>
                    <a:pt x="1191" y="452"/>
                  </a:cubicBezTo>
                  <a:cubicBezTo>
                    <a:pt x="1197" y="419"/>
                    <a:pt x="1224" y="408"/>
                    <a:pt x="1246" y="387"/>
                  </a:cubicBezTo>
                  <a:cubicBezTo>
                    <a:pt x="1267" y="370"/>
                    <a:pt x="1262" y="343"/>
                    <a:pt x="1289" y="332"/>
                  </a:cubicBezTo>
                  <a:cubicBezTo>
                    <a:pt x="1316" y="316"/>
                    <a:pt x="1338" y="300"/>
                    <a:pt x="1360" y="283"/>
                  </a:cubicBezTo>
                  <a:cubicBezTo>
                    <a:pt x="1376" y="267"/>
                    <a:pt x="1371" y="245"/>
                    <a:pt x="1392" y="229"/>
                  </a:cubicBezTo>
                  <a:cubicBezTo>
                    <a:pt x="1452" y="180"/>
                    <a:pt x="1501" y="131"/>
                    <a:pt x="1556" y="77"/>
                  </a:cubicBezTo>
                  <a:cubicBezTo>
                    <a:pt x="1561" y="71"/>
                    <a:pt x="1566" y="61"/>
                    <a:pt x="1572" y="55"/>
                  </a:cubicBezTo>
                  <a:cubicBezTo>
                    <a:pt x="1550" y="39"/>
                    <a:pt x="1534" y="23"/>
                    <a:pt x="1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3"/>
            <p:cNvSpPr/>
            <p:nvPr/>
          </p:nvSpPr>
          <p:spPr>
            <a:xfrm>
              <a:off x="1810642" y="2738901"/>
              <a:ext cx="116024" cy="149257"/>
            </a:xfrm>
            <a:custGeom>
              <a:rect b="b" l="l" r="r" t="t"/>
              <a:pathLst>
                <a:path extrusionOk="0" h="1289" w="1002">
                  <a:moveTo>
                    <a:pt x="919" y="0"/>
                  </a:moveTo>
                  <a:lnTo>
                    <a:pt x="800" y="125"/>
                  </a:lnTo>
                  <a:cubicBezTo>
                    <a:pt x="789" y="131"/>
                    <a:pt x="778" y="142"/>
                    <a:pt x="778" y="153"/>
                  </a:cubicBezTo>
                  <a:cubicBezTo>
                    <a:pt x="773" y="185"/>
                    <a:pt x="746" y="201"/>
                    <a:pt x="724" y="218"/>
                  </a:cubicBezTo>
                  <a:cubicBezTo>
                    <a:pt x="707" y="229"/>
                    <a:pt x="702" y="234"/>
                    <a:pt x="691" y="245"/>
                  </a:cubicBezTo>
                  <a:cubicBezTo>
                    <a:pt x="637" y="321"/>
                    <a:pt x="582" y="397"/>
                    <a:pt x="528" y="473"/>
                  </a:cubicBezTo>
                  <a:cubicBezTo>
                    <a:pt x="506" y="506"/>
                    <a:pt x="485" y="538"/>
                    <a:pt x="474" y="577"/>
                  </a:cubicBezTo>
                  <a:cubicBezTo>
                    <a:pt x="463" y="625"/>
                    <a:pt x="430" y="669"/>
                    <a:pt x="387" y="696"/>
                  </a:cubicBezTo>
                  <a:cubicBezTo>
                    <a:pt x="381" y="702"/>
                    <a:pt x="376" y="707"/>
                    <a:pt x="376" y="712"/>
                  </a:cubicBezTo>
                  <a:cubicBezTo>
                    <a:pt x="365" y="750"/>
                    <a:pt x="338" y="783"/>
                    <a:pt x="305" y="810"/>
                  </a:cubicBezTo>
                  <a:cubicBezTo>
                    <a:pt x="283" y="832"/>
                    <a:pt x="262" y="859"/>
                    <a:pt x="245" y="892"/>
                  </a:cubicBezTo>
                  <a:cubicBezTo>
                    <a:pt x="218" y="935"/>
                    <a:pt x="191" y="973"/>
                    <a:pt x="158" y="1017"/>
                  </a:cubicBezTo>
                  <a:cubicBezTo>
                    <a:pt x="131" y="1049"/>
                    <a:pt x="82" y="1071"/>
                    <a:pt x="82" y="1131"/>
                  </a:cubicBezTo>
                  <a:cubicBezTo>
                    <a:pt x="82" y="1147"/>
                    <a:pt x="28" y="1153"/>
                    <a:pt x="39" y="1185"/>
                  </a:cubicBezTo>
                  <a:cubicBezTo>
                    <a:pt x="55" y="1223"/>
                    <a:pt x="1" y="1229"/>
                    <a:pt x="17" y="1261"/>
                  </a:cubicBezTo>
                  <a:lnTo>
                    <a:pt x="99" y="1289"/>
                  </a:lnTo>
                  <a:cubicBezTo>
                    <a:pt x="137" y="1245"/>
                    <a:pt x="180" y="1196"/>
                    <a:pt x="213" y="1147"/>
                  </a:cubicBezTo>
                  <a:cubicBezTo>
                    <a:pt x="283" y="1049"/>
                    <a:pt x="354" y="952"/>
                    <a:pt x="430" y="859"/>
                  </a:cubicBezTo>
                  <a:cubicBezTo>
                    <a:pt x="452" y="827"/>
                    <a:pt x="468" y="794"/>
                    <a:pt x="495" y="767"/>
                  </a:cubicBezTo>
                  <a:cubicBezTo>
                    <a:pt x="534" y="718"/>
                    <a:pt x="566" y="674"/>
                    <a:pt x="610" y="620"/>
                  </a:cubicBezTo>
                  <a:cubicBezTo>
                    <a:pt x="653" y="566"/>
                    <a:pt x="697" y="506"/>
                    <a:pt x="729" y="457"/>
                  </a:cubicBezTo>
                  <a:cubicBezTo>
                    <a:pt x="735" y="424"/>
                    <a:pt x="697" y="403"/>
                    <a:pt x="724" y="381"/>
                  </a:cubicBezTo>
                  <a:cubicBezTo>
                    <a:pt x="740" y="370"/>
                    <a:pt x="751" y="365"/>
                    <a:pt x="751" y="337"/>
                  </a:cubicBezTo>
                  <a:cubicBezTo>
                    <a:pt x="751" y="326"/>
                    <a:pt x="784" y="305"/>
                    <a:pt x="789" y="299"/>
                  </a:cubicBezTo>
                  <a:cubicBezTo>
                    <a:pt x="794" y="294"/>
                    <a:pt x="800" y="288"/>
                    <a:pt x="805" y="288"/>
                  </a:cubicBezTo>
                  <a:cubicBezTo>
                    <a:pt x="808" y="289"/>
                    <a:pt x="811" y="289"/>
                    <a:pt x="813" y="289"/>
                  </a:cubicBezTo>
                  <a:cubicBezTo>
                    <a:pt x="834" y="289"/>
                    <a:pt x="839" y="270"/>
                    <a:pt x="849" y="256"/>
                  </a:cubicBezTo>
                  <a:cubicBezTo>
                    <a:pt x="854" y="239"/>
                    <a:pt x="865" y="223"/>
                    <a:pt x="876" y="212"/>
                  </a:cubicBezTo>
                  <a:cubicBezTo>
                    <a:pt x="919" y="158"/>
                    <a:pt x="963" y="109"/>
                    <a:pt x="1001" y="60"/>
                  </a:cubicBezTo>
                  <a:cubicBezTo>
                    <a:pt x="1001" y="32"/>
                    <a:pt x="992" y="16"/>
                    <a:pt x="974" y="16"/>
                  </a:cubicBezTo>
                  <a:cubicBezTo>
                    <a:pt x="968" y="16"/>
                    <a:pt x="961" y="18"/>
                    <a:pt x="952" y="22"/>
                  </a:cubicBezTo>
                  <a:cubicBezTo>
                    <a:pt x="941" y="22"/>
                    <a:pt x="930" y="6"/>
                    <a:pt x="9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3"/>
            <p:cNvSpPr/>
            <p:nvPr/>
          </p:nvSpPr>
          <p:spPr>
            <a:xfrm>
              <a:off x="2228652" y="3013326"/>
              <a:ext cx="150530" cy="151109"/>
            </a:xfrm>
            <a:custGeom>
              <a:rect b="b" l="l" r="r" t="t"/>
              <a:pathLst>
                <a:path extrusionOk="0" h="1305" w="1300">
                  <a:moveTo>
                    <a:pt x="1245" y="0"/>
                  </a:moveTo>
                  <a:lnTo>
                    <a:pt x="1245" y="0"/>
                  </a:lnTo>
                  <a:cubicBezTo>
                    <a:pt x="1223" y="11"/>
                    <a:pt x="1196" y="28"/>
                    <a:pt x="1169" y="44"/>
                  </a:cubicBezTo>
                  <a:cubicBezTo>
                    <a:pt x="1163" y="49"/>
                    <a:pt x="1158" y="82"/>
                    <a:pt x="1153" y="82"/>
                  </a:cubicBezTo>
                  <a:cubicBezTo>
                    <a:pt x="1120" y="82"/>
                    <a:pt x="1115" y="104"/>
                    <a:pt x="1109" y="131"/>
                  </a:cubicBezTo>
                  <a:cubicBezTo>
                    <a:pt x="1104" y="142"/>
                    <a:pt x="1093" y="153"/>
                    <a:pt x="1076" y="153"/>
                  </a:cubicBezTo>
                  <a:cubicBezTo>
                    <a:pt x="1044" y="153"/>
                    <a:pt x="1017" y="180"/>
                    <a:pt x="1011" y="218"/>
                  </a:cubicBezTo>
                  <a:cubicBezTo>
                    <a:pt x="1011" y="229"/>
                    <a:pt x="1000" y="240"/>
                    <a:pt x="984" y="245"/>
                  </a:cubicBezTo>
                  <a:cubicBezTo>
                    <a:pt x="957" y="250"/>
                    <a:pt x="935" y="267"/>
                    <a:pt x="924" y="288"/>
                  </a:cubicBezTo>
                  <a:cubicBezTo>
                    <a:pt x="913" y="305"/>
                    <a:pt x="897" y="310"/>
                    <a:pt x="875" y="337"/>
                  </a:cubicBezTo>
                  <a:cubicBezTo>
                    <a:pt x="848" y="365"/>
                    <a:pt x="832" y="403"/>
                    <a:pt x="805" y="413"/>
                  </a:cubicBezTo>
                  <a:cubicBezTo>
                    <a:pt x="767" y="424"/>
                    <a:pt x="756" y="462"/>
                    <a:pt x="723" y="479"/>
                  </a:cubicBezTo>
                  <a:cubicBezTo>
                    <a:pt x="685" y="490"/>
                    <a:pt x="663" y="522"/>
                    <a:pt x="658" y="560"/>
                  </a:cubicBezTo>
                  <a:cubicBezTo>
                    <a:pt x="658" y="566"/>
                    <a:pt x="642" y="571"/>
                    <a:pt x="636" y="577"/>
                  </a:cubicBezTo>
                  <a:cubicBezTo>
                    <a:pt x="576" y="615"/>
                    <a:pt x="527" y="663"/>
                    <a:pt x="479" y="712"/>
                  </a:cubicBezTo>
                  <a:cubicBezTo>
                    <a:pt x="457" y="740"/>
                    <a:pt x="462" y="789"/>
                    <a:pt x="408" y="789"/>
                  </a:cubicBezTo>
                  <a:cubicBezTo>
                    <a:pt x="424" y="821"/>
                    <a:pt x="359" y="805"/>
                    <a:pt x="375" y="843"/>
                  </a:cubicBezTo>
                  <a:cubicBezTo>
                    <a:pt x="381" y="854"/>
                    <a:pt x="359" y="881"/>
                    <a:pt x="332" y="881"/>
                  </a:cubicBezTo>
                  <a:cubicBezTo>
                    <a:pt x="321" y="881"/>
                    <a:pt x="305" y="886"/>
                    <a:pt x="305" y="892"/>
                  </a:cubicBezTo>
                  <a:cubicBezTo>
                    <a:pt x="305" y="935"/>
                    <a:pt x="256" y="930"/>
                    <a:pt x="239" y="957"/>
                  </a:cubicBezTo>
                  <a:cubicBezTo>
                    <a:pt x="228" y="973"/>
                    <a:pt x="207" y="984"/>
                    <a:pt x="207" y="995"/>
                  </a:cubicBezTo>
                  <a:cubicBezTo>
                    <a:pt x="201" y="1044"/>
                    <a:pt x="163" y="1060"/>
                    <a:pt x="136" y="1082"/>
                  </a:cubicBezTo>
                  <a:cubicBezTo>
                    <a:pt x="120" y="1098"/>
                    <a:pt x="98" y="1104"/>
                    <a:pt x="109" y="1131"/>
                  </a:cubicBezTo>
                  <a:cubicBezTo>
                    <a:pt x="109" y="1136"/>
                    <a:pt x="98" y="1147"/>
                    <a:pt x="87" y="1153"/>
                  </a:cubicBezTo>
                  <a:cubicBezTo>
                    <a:pt x="49" y="1174"/>
                    <a:pt x="17" y="1213"/>
                    <a:pt x="0" y="1256"/>
                  </a:cubicBezTo>
                  <a:cubicBezTo>
                    <a:pt x="0" y="1261"/>
                    <a:pt x="6" y="1267"/>
                    <a:pt x="6" y="1267"/>
                  </a:cubicBezTo>
                  <a:lnTo>
                    <a:pt x="49" y="1305"/>
                  </a:lnTo>
                  <a:cubicBezTo>
                    <a:pt x="49" y="1229"/>
                    <a:pt x="125" y="1213"/>
                    <a:pt x="152" y="1153"/>
                  </a:cubicBezTo>
                  <a:cubicBezTo>
                    <a:pt x="174" y="1147"/>
                    <a:pt x="201" y="1158"/>
                    <a:pt x="218" y="1131"/>
                  </a:cubicBezTo>
                  <a:cubicBezTo>
                    <a:pt x="223" y="1115"/>
                    <a:pt x="250" y="1115"/>
                    <a:pt x="239" y="1093"/>
                  </a:cubicBezTo>
                  <a:cubicBezTo>
                    <a:pt x="256" y="1087"/>
                    <a:pt x="277" y="1082"/>
                    <a:pt x="283" y="1077"/>
                  </a:cubicBezTo>
                  <a:cubicBezTo>
                    <a:pt x="288" y="1077"/>
                    <a:pt x="294" y="1066"/>
                    <a:pt x="299" y="1060"/>
                  </a:cubicBezTo>
                  <a:lnTo>
                    <a:pt x="299" y="1060"/>
                  </a:lnTo>
                  <a:lnTo>
                    <a:pt x="234" y="1066"/>
                  </a:lnTo>
                  <a:cubicBezTo>
                    <a:pt x="315" y="1022"/>
                    <a:pt x="315" y="1022"/>
                    <a:pt x="354" y="952"/>
                  </a:cubicBezTo>
                  <a:cubicBezTo>
                    <a:pt x="358" y="938"/>
                    <a:pt x="370" y="928"/>
                    <a:pt x="383" y="928"/>
                  </a:cubicBezTo>
                  <a:cubicBezTo>
                    <a:pt x="386" y="928"/>
                    <a:pt x="389" y="929"/>
                    <a:pt x="392" y="930"/>
                  </a:cubicBezTo>
                  <a:cubicBezTo>
                    <a:pt x="397" y="930"/>
                    <a:pt x="408" y="886"/>
                    <a:pt x="419" y="886"/>
                  </a:cubicBezTo>
                  <a:cubicBezTo>
                    <a:pt x="457" y="886"/>
                    <a:pt x="457" y="859"/>
                    <a:pt x="473" y="832"/>
                  </a:cubicBezTo>
                  <a:cubicBezTo>
                    <a:pt x="473" y="832"/>
                    <a:pt x="479" y="827"/>
                    <a:pt x="484" y="827"/>
                  </a:cubicBezTo>
                  <a:lnTo>
                    <a:pt x="500" y="843"/>
                  </a:lnTo>
                  <a:cubicBezTo>
                    <a:pt x="517" y="832"/>
                    <a:pt x="538" y="821"/>
                    <a:pt x="549" y="805"/>
                  </a:cubicBezTo>
                  <a:cubicBezTo>
                    <a:pt x="566" y="789"/>
                    <a:pt x="576" y="756"/>
                    <a:pt x="587" y="745"/>
                  </a:cubicBezTo>
                  <a:cubicBezTo>
                    <a:pt x="593" y="740"/>
                    <a:pt x="609" y="734"/>
                    <a:pt x="620" y="729"/>
                  </a:cubicBezTo>
                  <a:cubicBezTo>
                    <a:pt x="614" y="680"/>
                    <a:pt x="614" y="680"/>
                    <a:pt x="647" y="663"/>
                  </a:cubicBezTo>
                  <a:cubicBezTo>
                    <a:pt x="663" y="658"/>
                    <a:pt x="674" y="658"/>
                    <a:pt x="696" y="647"/>
                  </a:cubicBezTo>
                  <a:cubicBezTo>
                    <a:pt x="718" y="642"/>
                    <a:pt x="734" y="625"/>
                    <a:pt x="761" y="609"/>
                  </a:cubicBezTo>
                  <a:cubicBezTo>
                    <a:pt x="729" y="598"/>
                    <a:pt x="729" y="598"/>
                    <a:pt x="729" y="577"/>
                  </a:cubicBezTo>
                  <a:lnTo>
                    <a:pt x="729" y="577"/>
                  </a:lnTo>
                  <a:cubicBezTo>
                    <a:pt x="737" y="580"/>
                    <a:pt x="744" y="581"/>
                    <a:pt x="750" y="581"/>
                  </a:cubicBezTo>
                  <a:cubicBezTo>
                    <a:pt x="786" y="581"/>
                    <a:pt x="781" y="530"/>
                    <a:pt x="805" y="511"/>
                  </a:cubicBezTo>
                  <a:cubicBezTo>
                    <a:pt x="814" y="521"/>
                    <a:pt x="824" y="530"/>
                    <a:pt x="832" y="530"/>
                  </a:cubicBezTo>
                  <a:cubicBezTo>
                    <a:pt x="838" y="530"/>
                    <a:pt x="844" y="525"/>
                    <a:pt x="848" y="511"/>
                  </a:cubicBezTo>
                  <a:cubicBezTo>
                    <a:pt x="854" y="506"/>
                    <a:pt x="854" y="490"/>
                    <a:pt x="859" y="490"/>
                  </a:cubicBezTo>
                  <a:cubicBezTo>
                    <a:pt x="913" y="468"/>
                    <a:pt x="919" y="419"/>
                    <a:pt x="930" y="365"/>
                  </a:cubicBezTo>
                  <a:lnTo>
                    <a:pt x="962" y="386"/>
                  </a:lnTo>
                  <a:cubicBezTo>
                    <a:pt x="979" y="375"/>
                    <a:pt x="990" y="359"/>
                    <a:pt x="1000" y="359"/>
                  </a:cubicBezTo>
                  <a:cubicBezTo>
                    <a:pt x="1003" y="359"/>
                    <a:pt x="1005" y="360"/>
                    <a:pt x="1007" y="360"/>
                  </a:cubicBezTo>
                  <a:cubicBezTo>
                    <a:pt x="1039" y="360"/>
                    <a:pt x="1002" y="321"/>
                    <a:pt x="1022" y="321"/>
                  </a:cubicBezTo>
                  <a:cubicBezTo>
                    <a:pt x="1060" y="316"/>
                    <a:pt x="1066" y="278"/>
                    <a:pt x="1087" y="256"/>
                  </a:cubicBezTo>
                  <a:cubicBezTo>
                    <a:pt x="1115" y="240"/>
                    <a:pt x="1136" y="229"/>
                    <a:pt x="1158" y="212"/>
                  </a:cubicBezTo>
                  <a:lnTo>
                    <a:pt x="1142" y="191"/>
                  </a:lnTo>
                  <a:cubicBezTo>
                    <a:pt x="1174" y="174"/>
                    <a:pt x="1207" y="180"/>
                    <a:pt x="1218" y="142"/>
                  </a:cubicBezTo>
                  <a:lnTo>
                    <a:pt x="1218" y="142"/>
                  </a:lnTo>
                  <a:lnTo>
                    <a:pt x="1174" y="147"/>
                  </a:lnTo>
                  <a:lnTo>
                    <a:pt x="1174" y="142"/>
                  </a:lnTo>
                  <a:lnTo>
                    <a:pt x="1272" y="93"/>
                  </a:lnTo>
                  <a:cubicBezTo>
                    <a:pt x="1240" y="66"/>
                    <a:pt x="1299" y="28"/>
                    <a:pt x="1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3"/>
            <p:cNvSpPr/>
            <p:nvPr/>
          </p:nvSpPr>
          <p:spPr>
            <a:xfrm>
              <a:off x="2257600" y="3056747"/>
              <a:ext cx="134204" cy="122161"/>
            </a:xfrm>
            <a:custGeom>
              <a:rect b="b" l="l" r="r" t="t"/>
              <a:pathLst>
                <a:path extrusionOk="0" h="1055" w="1159">
                  <a:moveTo>
                    <a:pt x="1125" y="0"/>
                  </a:moveTo>
                  <a:cubicBezTo>
                    <a:pt x="1093" y="17"/>
                    <a:pt x="1077" y="44"/>
                    <a:pt x="1044" y="49"/>
                  </a:cubicBezTo>
                  <a:cubicBezTo>
                    <a:pt x="1017" y="55"/>
                    <a:pt x="995" y="76"/>
                    <a:pt x="990" y="104"/>
                  </a:cubicBezTo>
                  <a:cubicBezTo>
                    <a:pt x="990" y="120"/>
                    <a:pt x="979" y="131"/>
                    <a:pt x="968" y="142"/>
                  </a:cubicBezTo>
                  <a:cubicBezTo>
                    <a:pt x="930" y="174"/>
                    <a:pt x="870" y="180"/>
                    <a:pt x="848" y="229"/>
                  </a:cubicBezTo>
                  <a:cubicBezTo>
                    <a:pt x="843" y="245"/>
                    <a:pt x="799" y="240"/>
                    <a:pt x="783" y="256"/>
                  </a:cubicBezTo>
                  <a:cubicBezTo>
                    <a:pt x="767" y="267"/>
                    <a:pt x="767" y="299"/>
                    <a:pt x="750" y="310"/>
                  </a:cubicBezTo>
                  <a:cubicBezTo>
                    <a:pt x="718" y="327"/>
                    <a:pt x="680" y="332"/>
                    <a:pt x="674" y="375"/>
                  </a:cubicBezTo>
                  <a:cubicBezTo>
                    <a:pt x="672" y="375"/>
                    <a:pt x="670" y="375"/>
                    <a:pt x="669" y="375"/>
                  </a:cubicBezTo>
                  <a:cubicBezTo>
                    <a:pt x="637" y="375"/>
                    <a:pt x="640" y="419"/>
                    <a:pt x="604" y="419"/>
                  </a:cubicBezTo>
                  <a:cubicBezTo>
                    <a:pt x="566" y="419"/>
                    <a:pt x="549" y="468"/>
                    <a:pt x="511" y="484"/>
                  </a:cubicBezTo>
                  <a:cubicBezTo>
                    <a:pt x="500" y="490"/>
                    <a:pt x="495" y="511"/>
                    <a:pt x="484" y="522"/>
                  </a:cubicBezTo>
                  <a:cubicBezTo>
                    <a:pt x="451" y="544"/>
                    <a:pt x="435" y="582"/>
                    <a:pt x="402" y="598"/>
                  </a:cubicBezTo>
                  <a:cubicBezTo>
                    <a:pt x="375" y="609"/>
                    <a:pt x="359" y="626"/>
                    <a:pt x="343" y="647"/>
                  </a:cubicBezTo>
                  <a:cubicBezTo>
                    <a:pt x="337" y="658"/>
                    <a:pt x="348" y="674"/>
                    <a:pt x="326" y="685"/>
                  </a:cubicBezTo>
                  <a:cubicBezTo>
                    <a:pt x="305" y="691"/>
                    <a:pt x="283" y="712"/>
                    <a:pt x="267" y="734"/>
                  </a:cubicBezTo>
                  <a:cubicBezTo>
                    <a:pt x="250" y="767"/>
                    <a:pt x="223" y="772"/>
                    <a:pt x="207" y="794"/>
                  </a:cubicBezTo>
                  <a:cubicBezTo>
                    <a:pt x="174" y="838"/>
                    <a:pt x="136" y="876"/>
                    <a:pt x="98" y="914"/>
                  </a:cubicBezTo>
                  <a:lnTo>
                    <a:pt x="120" y="946"/>
                  </a:lnTo>
                  <a:lnTo>
                    <a:pt x="76" y="941"/>
                  </a:lnTo>
                  <a:cubicBezTo>
                    <a:pt x="65" y="957"/>
                    <a:pt x="55" y="995"/>
                    <a:pt x="44" y="995"/>
                  </a:cubicBezTo>
                  <a:cubicBezTo>
                    <a:pt x="11" y="1001"/>
                    <a:pt x="6" y="1022"/>
                    <a:pt x="0" y="1050"/>
                  </a:cubicBezTo>
                  <a:cubicBezTo>
                    <a:pt x="11" y="1050"/>
                    <a:pt x="17" y="1050"/>
                    <a:pt x="22" y="1055"/>
                  </a:cubicBezTo>
                  <a:cubicBezTo>
                    <a:pt x="82" y="1017"/>
                    <a:pt x="136" y="979"/>
                    <a:pt x="196" y="941"/>
                  </a:cubicBezTo>
                  <a:cubicBezTo>
                    <a:pt x="201" y="941"/>
                    <a:pt x="207" y="930"/>
                    <a:pt x="207" y="924"/>
                  </a:cubicBezTo>
                  <a:cubicBezTo>
                    <a:pt x="201" y="903"/>
                    <a:pt x="212" y="897"/>
                    <a:pt x="229" y="897"/>
                  </a:cubicBezTo>
                  <a:cubicBezTo>
                    <a:pt x="239" y="892"/>
                    <a:pt x="250" y="886"/>
                    <a:pt x="256" y="876"/>
                  </a:cubicBezTo>
                  <a:cubicBezTo>
                    <a:pt x="277" y="854"/>
                    <a:pt x="283" y="821"/>
                    <a:pt x="316" y="816"/>
                  </a:cubicBezTo>
                  <a:cubicBezTo>
                    <a:pt x="344" y="806"/>
                    <a:pt x="343" y="759"/>
                    <a:pt x="373" y="759"/>
                  </a:cubicBezTo>
                  <a:cubicBezTo>
                    <a:pt x="377" y="759"/>
                    <a:pt x="381" y="759"/>
                    <a:pt x="386" y="761"/>
                  </a:cubicBezTo>
                  <a:cubicBezTo>
                    <a:pt x="392" y="729"/>
                    <a:pt x="424" y="723"/>
                    <a:pt x="446" y="707"/>
                  </a:cubicBezTo>
                  <a:cubicBezTo>
                    <a:pt x="430" y="674"/>
                    <a:pt x="451" y="669"/>
                    <a:pt x="473" y="669"/>
                  </a:cubicBezTo>
                  <a:cubicBezTo>
                    <a:pt x="475" y="669"/>
                    <a:pt x="478" y="669"/>
                    <a:pt x="480" y="669"/>
                  </a:cubicBezTo>
                  <a:cubicBezTo>
                    <a:pt x="524" y="669"/>
                    <a:pt x="539" y="619"/>
                    <a:pt x="549" y="604"/>
                  </a:cubicBezTo>
                  <a:cubicBezTo>
                    <a:pt x="560" y="593"/>
                    <a:pt x="560" y="566"/>
                    <a:pt x="587" y="566"/>
                  </a:cubicBezTo>
                  <a:cubicBezTo>
                    <a:pt x="593" y="566"/>
                    <a:pt x="598" y="560"/>
                    <a:pt x="609" y="549"/>
                  </a:cubicBezTo>
                  <a:cubicBezTo>
                    <a:pt x="620" y="539"/>
                    <a:pt x="625" y="528"/>
                    <a:pt x="636" y="522"/>
                  </a:cubicBezTo>
                  <a:cubicBezTo>
                    <a:pt x="680" y="473"/>
                    <a:pt x="750" y="452"/>
                    <a:pt x="772" y="375"/>
                  </a:cubicBezTo>
                  <a:cubicBezTo>
                    <a:pt x="778" y="365"/>
                    <a:pt x="788" y="359"/>
                    <a:pt x="799" y="359"/>
                  </a:cubicBezTo>
                  <a:cubicBezTo>
                    <a:pt x="806" y="359"/>
                    <a:pt x="812" y="361"/>
                    <a:pt x="818" y="361"/>
                  </a:cubicBezTo>
                  <a:cubicBezTo>
                    <a:pt x="826" y="361"/>
                    <a:pt x="832" y="357"/>
                    <a:pt x="832" y="337"/>
                  </a:cubicBezTo>
                  <a:cubicBezTo>
                    <a:pt x="832" y="332"/>
                    <a:pt x="859" y="327"/>
                    <a:pt x="875" y="316"/>
                  </a:cubicBezTo>
                  <a:cubicBezTo>
                    <a:pt x="881" y="316"/>
                    <a:pt x="886" y="310"/>
                    <a:pt x="886" y="299"/>
                  </a:cubicBezTo>
                  <a:cubicBezTo>
                    <a:pt x="886" y="265"/>
                    <a:pt x="904" y="261"/>
                    <a:pt x="925" y="261"/>
                  </a:cubicBezTo>
                  <a:cubicBezTo>
                    <a:pt x="930" y="261"/>
                    <a:pt x="935" y="261"/>
                    <a:pt x="941" y="261"/>
                  </a:cubicBezTo>
                  <a:lnTo>
                    <a:pt x="935" y="212"/>
                  </a:lnTo>
                  <a:lnTo>
                    <a:pt x="935" y="212"/>
                  </a:lnTo>
                  <a:cubicBezTo>
                    <a:pt x="940" y="213"/>
                    <a:pt x="945" y="214"/>
                    <a:pt x="949" y="214"/>
                  </a:cubicBezTo>
                  <a:cubicBezTo>
                    <a:pt x="995" y="214"/>
                    <a:pt x="998" y="162"/>
                    <a:pt x="1028" y="147"/>
                  </a:cubicBezTo>
                  <a:lnTo>
                    <a:pt x="1055" y="163"/>
                  </a:lnTo>
                  <a:cubicBezTo>
                    <a:pt x="1060" y="98"/>
                    <a:pt x="1131" y="109"/>
                    <a:pt x="1158" y="60"/>
                  </a:cubicBezTo>
                  <a:cubicBezTo>
                    <a:pt x="1147" y="38"/>
                    <a:pt x="1136" y="22"/>
                    <a:pt x="1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3"/>
            <p:cNvSpPr/>
            <p:nvPr/>
          </p:nvSpPr>
          <p:spPr>
            <a:xfrm>
              <a:off x="1799989" y="2732532"/>
              <a:ext cx="82560" cy="94602"/>
            </a:xfrm>
            <a:custGeom>
              <a:rect b="b" l="l" r="r" t="t"/>
              <a:pathLst>
                <a:path extrusionOk="0" h="817" w="713">
                  <a:moveTo>
                    <a:pt x="627" y="0"/>
                  </a:moveTo>
                  <a:cubicBezTo>
                    <a:pt x="581" y="0"/>
                    <a:pt x="538" y="37"/>
                    <a:pt x="528" y="82"/>
                  </a:cubicBezTo>
                  <a:cubicBezTo>
                    <a:pt x="522" y="99"/>
                    <a:pt x="506" y="110"/>
                    <a:pt x="495" y="121"/>
                  </a:cubicBezTo>
                  <a:lnTo>
                    <a:pt x="457" y="169"/>
                  </a:lnTo>
                  <a:lnTo>
                    <a:pt x="370" y="284"/>
                  </a:lnTo>
                  <a:cubicBezTo>
                    <a:pt x="370" y="289"/>
                    <a:pt x="359" y="294"/>
                    <a:pt x="359" y="300"/>
                  </a:cubicBezTo>
                  <a:cubicBezTo>
                    <a:pt x="365" y="333"/>
                    <a:pt x="343" y="349"/>
                    <a:pt x="321" y="365"/>
                  </a:cubicBezTo>
                  <a:cubicBezTo>
                    <a:pt x="299" y="387"/>
                    <a:pt x="278" y="414"/>
                    <a:pt x="272" y="447"/>
                  </a:cubicBezTo>
                  <a:cubicBezTo>
                    <a:pt x="272" y="458"/>
                    <a:pt x="256" y="468"/>
                    <a:pt x="250" y="479"/>
                  </a:cubicBezTo>
                  <a:cubicBezTo>
                    <a:pt x="240" y="490"/>
                    <a:pt x="229" y="501"/>
                    <a:pt x="223" y="512"/>
                  </a:cubicBezTo>
                  <a:cubicBezTo>
                    <a:pt x="207" y="572"/>
                    <a:pt x="169" y="621"/>
                    <a:pt x="125" y="659"/>
                  </a:cubicBezTo>
                  <a:cubicBezTo>
                    <a:pt x="104" y="686"/>
                    <a:pt x="82" y="708"/>
                    <a:pt x="66" y="735"/>
                  </a:cubicBezTo>
                  <a:cubicBezTo>
                    <a:pt x="60" y="740"/>
                    <a:pt x="55" y="746"/>
                    <a:pt x="44" y="751"/>
                  </a:cubicBezTo>
                  <a:cubicBezTo>
                    <a:pt x="17" y="757"/>
                    <a:pt x="0" y="789"/>
                    <a:pt x="6" y="816"/>
                  </a:cubicBezTo>
                  <a:lnTo>
                    <a:pt x="66" y="800"/>
                  </a:lnTo>
                  <a:lnTo>
                    <a:pt x="158" y="691"/>
                  </a:lnTo>
                  <a:cubicBezTo>
                    <a:pt x="168" y="699"/>
                    <a:pt x="177" y="703"/>
                    <a:pt x="184" y="703"/>
                  </a:cubicBezTo>
                  <a:cubicBezTo>
                    <a:pt x="199" y="703"/>
                    <a:pt x="209" y="691"/>
                    <a:pt x="212" y="670"/>
                  </a:cubicBezTo>
                  <a:cubicBezTo>
                    <a:pt x="212" y="642"/>
                    <a:pt x="240" y="626"/>
                    <a:pt x="250" y="599"/>
                  </a:cubicBezTo>
                  <a:cubicBezTo>
                    <a:pt x="289" y="599"/>
                    <a:pt x="294" y="545"/>
                    <a:pt x="310" y="534"/>
                  </a:cubicBezTo>
                  <a:cubicBezTo>
                    <a:pt x="332" y="517"/>
                    <a:pt x="327" y="501"/>
                    <a:pt x="359" y="485"/>
                  </a:cubicBezTo>
                  <a:cubicBezTo>
                    <a:pt x="392" y="463"/>
                    <a:pt x="408" y="430"/>
                    <a:pt x="435" y="403"/>
                  </a:cubicBezTo>
                  <a:cubicBezTo>
                    <a:pt x="452" y="387"/>
                    <a:pt x="430" y="365"/>
                    <a:pt x="441" y="360"/>
                  </a:cubicBezTo>
                  <a:cubicBezTo>
                    <a:pt x="484" y="349"/>
                    <a:pt x="490" y="300"/>
                    <a:pt x="517" y="284"/>
                  </a:cubicBezTo>
                  <a:cubicBezTo>
                    <a:pt x="544" y="267"/>
                    <a:pt x="544" y="218"/>
                    <a:pt x="577" y="202"/>
                  </a:cubicBezTo>
                  <a:cubicBezTo>
                    <a:pt x="604" y="180"/>
                    <a:pt x="598" y="131"/>
                    <a:pt x="642" y="126"/>
                  </a:cubicBezTo>
                  <a:cubicBezTo>
                    <a:pt x="647" y="126"/>
                    <a:pt x="647" y="121"/>
                    <a:pt x="647" y="115"/>
                  </a:cubicBezTo>
                  <a:cubicBezTo>
                    <a:pt x="642" y="77"/>
                    <a:pt x="674" y="66"/>
                    <a:pt x="702" y="55"/>
                  </a:cubicBezTo>
                  <a:cubicBezTo>
                    <a:pt x="707" y="50"/>
                    <a:pt x="713" y="39"/>
                    <a:pt x="713" y="34"/>
                  </a:cubicBezTo>
                  <a:lnTo>
                    <a:pt x="636" y="1"/>
                  </a:lnTo>
                  <a:cubicBezTo>
                    <a:pt x="633" y="1"/>
                    <a:pt x="630" y="0"/>
                    <a:pt x="6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3"/>
            <p:cNvSpPr/>
            <p:nvPr/>
          </p:nvSpPr>
          <p:spPr>
            <a:xfrm>
              <a:off x="2304149" y="3096927"/>
              <a:ext cx="103287" cy="88929"/>
            </a:xfrm>
            <a:custGeom>
              <a:rect b="b" l="l" r="r" t="t"/>
              <a:pathLst>
                <a:path extrusionOk="0" h="768" w="892">
                  <a:moveTo>
                    <a:pt x="815" y="1"/>
                  </a:moveTo>
                  <a:cubicBezTo>
                    <a:pt x="804" y="1"/>
                    <a:pt x="793" y="8"/>
                    <a:pt x="778" y="23"/>
                  </a:cubicBezTo>
                  <a:cubicBezTo>
                    <a:pt x="740" y="56"/>
                    <a:pt x="691" y="83"/>
                    <a:pt x="664" y="132"/>
                  </a:cubicBezTo>
                  <a:cubicBezTo>
                    <a:pt x="653" y="143"/>
                    <a:pt x="631" y="148"/>
                    <a:pt x="615" y="159"/>
                  </a:cubicBezTo>
                  <a:cubicBezTo>
                    <a:pt x="615" y="159"/>
                    <a:pt x="604" y="148"/>
                    <a:pt x="593" y="137"/>
                  </a:cubicBezTo>
                  <a:cubicBezTo>
                    <a:pt x="588" y="148"/>
                    <a:pt x="571" y="159"/>
                    <a:pt x="571" y="170"/>
                  </a:cubicBezTo>
                  <a:cubicBezTo>
                    <a:pt x="571" y="186"/>
                    <a:pt x="571" y="202"/>
                    <a:pt x="577" y="219"/>
                  </a:cubicBezTo>
                  <a:cubicBezTo>
                    <a:pt x="544" y="224"/>
                    <a:pt x="517" y="235"/>
                    <a:pt x="490" y="251"/>
                  </a:cubicBezTo>
                  <a:cubicBezTo>
                    <a:pt x="473" y="273"/>
                    <a:pt x="457" y="300"/>
                    <a:pt x="446" y="333"/>
                  </a:cubicBezTo>
                  <a:lnTo>
                    <a:pt x="419" y="311"/>
                  </a:lnTo>
                  <a:lnTo>
                    <a:pt x="327" y="393"/>
                  </a:lnTo>
                  <a:lnTo>
                    <a:pt x="354" y="409"/>
                  </a:lnTo>
                  <a:lnTo>
                    <a:pt x="321" y="442"/>
                  </a:lnTo>
                  <a:cubicBezTo>
                    <a:pt x="302" y="432"/>
                    <a:pt x="292" y="427"/>
                    <a:pt x="285" y="427"/>
                  </a:cubicBezTo>
                  <a:cubicBezTo>
                    <a:pt x="277" y="427"/>
                    <a:pt x="275" y="436"/>
                    <a:pt x="272" y="458"/>
                  </a:cubicBezTo>
                  <a:cubicBezTo>
                    <a:pt x="272" y="469"/>
                    <a:pt x="272" y="480"/>
                    <a:pt x="261" y="491"/>
                  </a:cubicBezTo>
                  <a:cubicBezTo>
                    <a:pt x="238" y="509"/>
                    <a:pt x="219" y="536"/>
                    <a:pt x="189" y="536"/>
                  </a:cubicBezTo>
                  <a:cubicBezTo>
                    <a:pt x="185" y="536"/>
                    <a:pt x="180" y="535"/>
                    <a:pt x="174" y="534"/>
                  </a:cubicBezTo>
                  <a:cubicBezTo>
                    <a:pt x="174" y="550"/>
                    <a:pt x="174" y="567"/>
                    <a:pt x="174" y="567"/>
                  </a:cubicBezTo>
                  <a:cubicBezTo>
                    <a:pt x="147" y="583"/>
                    <a:pt x="115" y="594"/>
                    <a:pt x="87" y="610"/>
                  </a:cubicBezTo>
                  <a:lnTo>
                    <a:pt x="98" y="648"/>
                  </a:lnTo>
                  <a:cubicBezTo>
                    <a:pt x="71" y="659"/>
                    <a:pt x="55" y="675"/>
                    <a:pt x="33" y="692"/>
                  </a:cubicBezTo>
                  <a:cubicBezTo>
                    <a:pt x="11" y="708"/>
                    <a:pt x="0" y="741"/>
                    <a:pt x="6" y="768"/>
                  </a:cubicBezTo>
                  <a:cubicBezTo>
                    <a:pt x="55" y="751"/>
                    <a:pt x="55" y="751"/>
                    <a:pt x="87" y="724"/>
                  </a:cubicBezTo>
                  <a:cubicBezTo>
                    <a:pt x="93" y="708"/>
                    <a:pt x="109" y="697"/>
                    <a:pt x="120" y="692"/>
                  </a:cubicBezTo>
                  <a:cubicBezTo>
                    <a:pt x="142" y="675"/>
                    <a:pt x="164" y="664"/>
                    <a:pt x="185" y="648"/>
                  </a:cubicBezTo>
                  <a:cubicBezTo>
                    <a:pt x="202" y="626"/>
                    <a:pt x="223" y="616"/>
                    <a:pt x="245" y="599"/>
                  </a:cubicBezTo>
                  <a:cubicBezTo>
                    <a:pt x="272" y="588"/>
                    <a:pt x="278" y="561"/>
                    <a:pt x="299" y="550"/>
                  </a:cubicBezTo>
                  <a:cubicBezTo>
                    <a:pt x="321" y="545"/>
                    <a:pt x="332" y="518"/>
                    <a:pt x="348" y="501"/>
                  </a:cubicBezTo>
                  <a:cubicBezTo>
                    <a:pt x="376" y="485"/>
                    <a:pt x="397" y="469"/>
                    <a:pt x="419" y="452"/>
                  </a:cubicBezTo>
                  <a:cubicBezTo>
                    <a:pt x="468" y="398"/>
                    <a:pt x="528" y="344"/>
                    <a:pt x="588" y="300"/>
                  </a:cubicBezTo>
                  <a:cubicBezTo>
                    <a:pt x="647" y="251"/>
                    <a:pt x="713" y="208"/>
                    <a:pt x="767" y="153"/>
                  </a:cubicBezTo>
                  <a:cubicBezTo>
                    <a:pt x="789" y="132"/>
                    <a:pt x="810" y="115"/>
                    <a:pt x="838" y="99"/>
                  </a:cubicBezTo>
                  <a:cubicBezTo>
                    <a:pt x="854" y="83"/>
                    <a:pt x="876" y="67"/>
                    <a:pt x="892" y="50"/>
                  </a:cubicBezTo>
                  <a:cubicBezTo>
                    <a:pt x="853" y="17"/>
                    <a:pt x="833" y="1"/>
                    <a:pt x="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3"/>
            <p:cNvSpPr/>
            <p:nvPr/>
          </p:nvSpPr>
          <p:spPr>
            <a:xfrm>
              <a:off x="1966151" y="3010778"/>
              <a:ext cx="80013" cy="77234"/>
            </a:xfrm>
            <a:custGeom>
              <a:rect b="b" l="l" r="r" t="t"/>
              <a:pathLst>
                <a:path extrusionOk="0" h="667" w="691">
                  <a:moveTo>
                    <a:pt x="691" y="1"/>
                  </a:moveTo>
                  <a:cubicBezTo>
                    <a:pt x="675" y="11"/>
                    <a:pt x="658" y="17"/>
                    <a:pt x="647" y="28"/>
                  </a:cubicBezTo>
                  <a:cubicBezTo>
                    <a:pt x="609" y="55"/>
                    <a:pt x="571" y="88"/>
                    <a:pt x="528" y="115"/>
                  </a:cubicBezTo>
                  <a:cubicBezTo>
                    <a:pt x="479" y="136"/>
                    <a:pt x="441" y="180"/>
                    <a:pt x="430" y="229"/>
                  </a:cubicBezTo>
                  <a:lnTo>
                    <a:pt x="397" y="207"/>
                  </a:lnTo>
                  <a:cubicBezTo>
                    <a:pt x="397" y="234"/>
                    <a:pt x="381" y="262"/>
                    <a:pt x="354" y="278"/>
                  </a:cubicBezTo>
                  <a:cubicBezTo>
                    <a:pt x="321" y="305"/>
                    <a:pt x="283" y="332"/>
                    <a:pt x="251" y="359"/>
                  </a:cubicBezTo>
                  <a:cubicBezTo>
                    <a:pt x="256" y="376"/>
                    <a:pt x="261" y="381"/>
                    <a:pt x="261" y="403"/>
                  </a:cubicBezTo>
                  <a:lnTo>
                    <a:pt x="207" y="381"/>
                  </a:lnTo>
                  <a:lnTo>
                    <a:pt x="207" y="381"/>
                  </a:lnTo>
                  <a:cubicBezTo>
                    <a:pt x="207" y="397"/>
                    <a:pt x="212" y="408"/>
                    <a:pt x="212" y="425"/>
                  </a:cubicBezTo>
                  <a:cubicBezTo>
                    <a:pt x="202" y="430"/>
                    <a:pt x="185" y="425"/>
                    <a:pt x="174" y="441"/>
                  </a:cubicBezTo>
                  <a:cubicBezTo>
                    <a:pt x="142" y="484"/>
                    <a:pt x="98" y="528"/>
                    <a:pt x="55" y="560"/>
                  </a:cubicBezTo>
                  <a:cubicBezTo>
                    <a:pt x="17" y="577"/>
                    <a:pt x="0" y="615"/>
                    <a:pt x="11" y="653"/>
                  </a:cubicBezTo>
                  <a:cubicBezTo>
                    <a:pt x="35" y="661"/>
                    <a:pt x="51" y="666"/>
                    <a:pt x="65" y="666"/>
                  </a:cubicBezTo>
                  <a:cubicBezTo>
                    <a:pt x="87" y="666"/>
                    <a:pt x="102" y="654"/>
                    <a:pt x="125" y="620"/>
                  </a:cubicBezTo>
                  <a:cubicBezTo>
                    <a:pt x="142" y="604"/>
                    <a:pt x="153" y="593"/>
                    <a:pt x="169" y="577"/>
                  </a:cubicBezTo>
                  <a:cubicBezTo>
                    <a:pt x="196" y="555"/>
                    <a:pt x="218" y="533"/>
                    <a:pt x="240" y="506"/>
                  </a:cubicBezTo>
                  <a:cubicBezTo>
                    <a:pt x="261" y="479"/>
                    <a:pt x="294" y="468"/>
                    <a:pt x="310" y="441"/>
                  </a:cubicBezTo>
                  <a:cubicBezTo>
                    <a:pt x="343" y="392"/>
                    <a:pt x="381" y="348"/>
                    <a:pt x="424" y="310"/>
                  </a:cubicBezTo>
                  <a:cubicBezTo>
                    <a:pt x="457" y="272"/>
                    <a:pt x="495" y="240"/>
                    <a:pt x="528" y="202"/>
                  </a:cubicBezTo>
                  <a:cubicBezTo>
                    <a:pt x="577" y="136"/>
                    <a:pt x="631" y="77"/>
                    <a:pt x="691" y="22"/>
                  </a:cubicBezTo>
                  <a:lnTo>
                    <a:pt x="6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3"/>
            <p:cNvSpPr/>
            <p:nvPr/>
          </p:nvSpPr>
          <p:spPr>
            <a:xfrm>
              <a:off x="1785515" y="2733806"/>
              <a:ext cx="58012" cy="58707"/>
            </a:xfrm>
            <a:custGeom>
              <a:rect b="b" l="l" r="r" t="t"/>
              <a:pathLst>
                <a:path extrusionOk="0" h="507" w="501">
                  <a:moveTo>
                    <a:pt x="462" y="1"/>
                  </a:moveTo>
                  <a:lnTo>
                    <a:pt x="370" y="55"/>
                  </a:lnTo>
                  <a:lnTo>
                    <a:pt x="359" y="93"/>
                  </a:lnTo>
                  <a:lnTo>
                    <a:pt x="321" y="99"/>
                  </a:lnTo>
                  <a:cubicBezTo>
                    <a:pt x="288" y="137"/>
                    <a:pt x="272" y="153"/>
                    <a:pt x="240" y="191"/>
                  </a:cubicBezTo>
                  <a:cubicBezTo>
                    <a:pt x="212" y="229"/>
                    <a:pt x="169" y="256"/>
                    <a:pt x="163" y="311"/>
                  </a:cubicBezTo>
                  <a:cubicBezTo>
                    <a:pt x="163" y="322"/>
                    <a:pt x="158" y="327"/>
                    <a:pt x="147" y="332"/>
                  </a:cubicBezTo>
                  <a:lnTo>
                    <a:pt x="0" y="468"/>
                  </a:lnTo>
                  <a:lnTo>
                    <a:pt x="55" y="506"/>
                  </a:lnTo>
                  <a:cubicBezTo>
                    <a:pt x="71" y="485"/>
                    <a:pt x="98" y="463"/>
                    <a:pt x="104" y="447"/>
                  </a:cubicBezTo>
                  <a:cubicBezTo>
                    <a:pt x="115" y="419"/>
                    <a:pt x="131" y="398"/>
                    <a:pt x="153" y="376"/>
                  </a:cubicBezTo>
                  <a:lnTo>
                    <a:pt x="202" y="376"/>
                  </a:lnTo>
                  <a:lnTo>
                    <a:pt x="202" y="354"/>
                  </a:lnTo>
                  <a:cubicBezTo>
                    <a:pt x="223" y="343"/>
                    <a:pt x="240" y="332"/>
                    <a:pt x="256" y="322"/>
                  </a:cubicBezTo>
                  <a:cubicBezTo>
                    <a:pt x="278" y="305"/>
                    <a:pt x="294" y="289"/>
                    <a:pt x="316" y="273"/>
                  </a:cubicBezTo>
                  <a:cubicBezTo>
                    <a:pt x="310" y="267"/>
                    <a:pt x="305" y="267"/>
                    <a:pt x="299" y="262"/>
                  </a:cubicBezTo>
                  <a:cubicBezTo>
                    <a:pt x="321" y="235"/>
                    <a:pt x="348" y="213"/>
                    <a:pt x="381" y="191"/>
                  </a:cubicBezTo>
                  <a:cubicBezTo>
                    <a:pt x="403" y="169"/>
                    <a:pt x="430" y="148"/>
                    <a:pt x="452" y="126"/>
                  </a:cubicBezTo>
                  <a:cubicBezTo>
                    <a:pt x="479" y="99"/>
                    <a:pt x="495" y="66"/>
                    <a:pt x="490" y="28"/>
                  </a:cubicBezTo>
                  <a:cubicBezTo>
                    <a:pt x="490" y="23"/>
                    <a:pt x="495" y="23"/>
                    <a:pt x="500" y="17"/>
                  </a:cubicBezTo>
                  <a:lnTo>
                    <a:pt x="4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3"/>
            <p:cNvSpPr/>
            <p:nvPr/>
          </p:nvSpPr>
          <p:spPr>
            <a:xfrm>
              <a:off x="1944730" y="3025947"/>
              <a:ext cx="34159" cy="41570"/>
            </a:xfrm>
            <a:custGeom>
              <a:rect b="b" l="l" r="r" t="t"/>
              <a:pathLst>
                <a:path extrusionOk="0" h="359" w="295">
                  <a:moveTo>
                    <a:pt x="289" y="0"/>
                  </a:moveTo>
                  <a:cubicBezTo>
                    <a:pt x="289" y="0"/>
                    <a:pt x="289" y="0"/>
                    <a:pt x="289" y="0"/>
                  </a:cubicBezTo>
                  <a:lnTo>
                    <a:pt x="289" y="0"/>
                  </a:lnTo>
                  <a:cubicBezTo>
                    <a:pt x="291" y="0"/>
                    <a:pt x="292" y="0"/>
                    <a:pt x="294" y="0"/>
                  </a:cubicBezTo>
                  <a:close/>
                  <a:moveTo>
                    <a:pt x="289" y="0"/>
                  </a:moveTo>
                  <a:cubicBezTo>
                    <a:pt x="269" y="0"/>
                    <a:pt x="250" y="2"/>
                    <a:pt x="240" y="27"/>
                  </a:cubicBezTo>
                  <a:cubicBezTo>
                    <a:pt x="235" y="42"/>
                    <a:pt x="225" y="66"/>
                    <a:pt x="199" y="66"/>
                  </a:cubicBezTo>
                  <a:cubicBezTo>
                    <a:pt x="197" y="66"/>
                    <a:pt x="194" y="66"/>
                    <a:pt x="191" y="65"/>
                  </a:cubicBezTo>
                  <a:cubicBezTo>
                    <a:pt x="185" y="65"/>
                    <a:pt x="180" y="76"/>
                    <a:pt x="180" y="82"/>
                  </a:cubicBezTo>
                  <a:cubicBezTo>
                    <a:pt x="169" y="109"/>
                    <a:pt x="153" y="136"/>
                    <a:pt x="142" y="163"/>
                  </a:cubicBezTo>
                  <a:lnTo>
                    <a:pt x="109" y="163"/>
                  </a:lnTo>
                  <a:lnTo>
                    <a:pt x="1" y="321"/>
                  </a:lnTo>
                  <a:lnTo>
                    <a:pt x="33" y="359"/>
                  </a:lnTo>
                  <a:cubicBezTo>
                    <a:pt x="44" y="342"/>
                    <a:pt x="60" y="326"/>
                    <a:pt x="60" y="321"/>
                  </a:cubicBezTo>
                  <a:cubicBezTo>
                    <a:pt x="56" y="306"/>
                    <a:pt x="59" y="303"/>
                    <a:pt x="64" y="303"/>
                  </a:cubicBezTo>
                  <a:cubicBezTo>
                    <a:pt x="69" y="303"/>
                    <a:pt x="77" y="306"/>
                    <a:pt x="82" y="306"/>
                  </a:cubicBezTo>
                  <a:cubicBezTo>
                    <a:pt x="85" y="306"/>
                    <a:pt x="88" y="305"/>
                    <a:pt x="88" y="299"/>
                  </a:cubicBezTo>
                  <a:lnTo>
                    <a:pt x="82" y="266"/>
                  </a:lnTo>
                  <a:cubicBezTo>
                    <a:pt x="98" y="261"/>
                    <a:pt x="120" y="266"/>
                    <a:pt x="131" y="239"/>
                  </a:cubicBezTo>
                  <a:cubicBezTo>
                    <a:pt x="142" y="223"/>
                    <a:pt x="153" y="207"/>
                    <a:pt x="164" y="190"/>
                  </a:cubicBezTo>
                  <a:cubicBezTo>
                    <a:pt x="213" y="131"/>
                    <a:pt x="256" y="65"/>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3"/>
            <p:cNvSpPr/>
            <p:nvPr/>
          </p:nvSpPr>
          <p:spPr>
            <a:xfrm>
              <a:off x="2219157" y="3158643"/>
              <a:ext cx="11463" cy="13432"/>
            </a:xfrm>
            <a:custGeom>
              <a:rect b="b" l="l" r="r" t="t"/>
              <a:pathLst>
                <a:path extrusionOk="0" h="116" w="99">
                  <a:moveTo>
                    <a:pt x="82" y="1"/>
                  </a:moveTo>
                  <a:cubicBezTo>
                    <a:pt x="28" y="23"/>
                    <a:pt x="17" y="66"/>
                    <a:pt x="1" y="115"/>
                  </a:cubicBezTo>
                  <a:lnTo>
                    <a:pt x="99" y="44"/>
                  </a:lnTo>
                  <a:lnTo>
                    <a:pt x="93" y="6"/>
                  </a:lnTo>
                  <a:cubicBezTo>
                    <a:pt x="91" y="8"/>
                    <a:pt x="90" y="9"/>
                    <a:pt x="88" y="9"/>
                  </a:cubicBezTo>
                  <a:cubicBezTo>
                    <a:pt x="85" y="9"/>
                    <a:pt x="82" y="5"/>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3"/>
            <p:cNvSpPr/>
            <p:nvPr/>
          </p:nvSpPr>
          <p:spPr>
            <a:xfrm>
              <a:off x="2227957" y="2889892"/>
              <a:ext cx="7063" cy="6484"/>
            </a:xfrm>
            <a:custGeom>
              <a:rect b="b" l="l" r="r" t="t"/>
              <a:pathLst>
                <a:path extrusionOk="0" h="56" w="61">
                  <a:moveTo>
                    <a:pt x="61" y="1"/>
                  </a:moveTo>
                  <a:cubicBezTo>
                    <a:pt x="39" y="17"/>
                    <a:pt x="6" y="12"/>
                    <a:pt x="6" y="44"/>
                  </a:cubicBezTo>
                  <a:lnTo>
                    <a:pt x="1" y="44"/>
                  </a:lnTo>
                  <a:lnTo>
                    <a:pt x="50" y="55"/>
                  </a:lnTo>
                  <a:cubicBezTo>
                    <a:pt x="55" y="39"/>
                    <a:pt x="61" y="23"/>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3"/>
            <p:cNvSpPr/>
            <p:nvPr/>
          </p:nvSpPr>
          <p:spPr>
            <a:xfrm>
              <a:off x="2389719" y="3052926"/>
              <a:ext cx="5790" cy="7063"/>
            </a:xfrm>
            <a:custGeom>
              <a:rect b="b" l="l" r="r" t="t"/>
              <a:pathLst>
                <a:path extrusionOk="0" h="61" w="50">
                  <a:moveTo>
                    <a:pt x="1" y="1"/>
                  </a:moveTo>
                  <a:cubicBezTo>
                    <a:pt x="6" y="23"/>
                    <a:pt x="17" y="33"/>
                    <a:pt x="33" y="61"/>
                  </a:cubicBezTo>
                  <a:lnTo>
                    <a:pt x="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3"/>
            <p:cNvSpPr/>
            <p:nvPr/>
          </p:nvSpPr>
          <p:spPr>
            <a:xfrm>
              <a:off x="1977499" y="3019578"/>
              <a:ext cx="6369" cy="6484"/>
            </a:xfrm>
            <a:custGeom>
              <a:rect b="b" l="l" r="r" t="t"/>
              <a:pathLst>
                <a:path extrusionOk="0" h="56" w="55">
                  <a:moveTo>
                    <a:pt x="44" y="1"/>
                  </a:moveTo>
                  <a:lnTo>
                    <a:pt x="0" y="17"/>
                  </a:lnTo>
                  <a:cubicBezTo>
                    <a:pt x="5" y="31"/>
                    <a:pt x="10" y="42"/>
                    <a:pt x="11" y="51"/>
                  </a:cubicBezTo>
                  <a:lnTo>
                    <a:pt x="11" y="51"/>
                  </a:lnTo>
                  <a:cubicBezTo>
                    <a:pt x="45" y="27"/>
                    <a:pt x="54" y="16"/>
                    <a:pt x="44" y="1"/>
                  </a:cubicBezTo>
                  <a:close/>
                  <a:moveTo>
                    <a:pt x="11" y="51"/>
                  </a:moveTo>
                  <a:lnTo>
                    <a:pt x="11" y="51"/>
                  </a:lnTo>
                  <a:cubicBezTo>
                    <a:pt x="9" y="53"/>
                    <a:pt x="8" y="54"/>
                    <a:pt x="6" y="55"/>
                  </a:cubicBezTo>
                  <a:lnTo>
                    <a:pt x="11" y="55"/>
                  </a:lnTo>
                  <a:cubicBezTo>
                    <a:pt x="11" y="54"/>
                    <a:pt x="11" y="53"/>
                    <a:pt x="11" y="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3"/>
            <p:cNvSpPr/>
            <p:nvPr/>
          </p:nvSpPr>
          <p:spPr>
            <a:xfrm>
              <a:off x="2160682" y="3165012"/>
              <a:ext cx="6369" cy="7063"/>
            </a:xfrm>
            <a:custGeom>
              <a:rect b="b" l="l" r="r" t="t"/>
              <a:pathLst>
                <a:path extrusionOk="0" h="61" w="55">
                  <a:moveTo>
                    <a:pt x="54" y="0"/>
                  </a:moveTo>
                  <a:cubicBezTo>
                    <a:pt x="38" y="17"/>
                    <a:pt x="22" y="33"/>
                    <a:pt x="6" y="49"/>
                  </a:cubicBezTo>
                  <a:cubicBezTo>
                    <a:pt x="0" y="55"/>
                    <a:pt x="6" y="60"/>
                    <a:pt x="6" y="60"/>
                  </a:cubicBezTo>
                  <a:lnTo>
                    <a:pt x="54" y="38"/>
                  </a:ln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3"/>
            <p:cNvSpPr/>
            <p:nvPr/>
          </p:nvSpPr>
          <p:spPr>
            <a:xfrm>
              <a:off x="2097691" y="3013905"/>
              <a:ext cx="6369" cy="5211"/>
            </a:xfrm>
            <a:custGeom>
              <a:rect b="b" l="l" r="r" t="t"/>
              <a:pathLst>
                <a:path extrusionOk="0" h="45" w="55">
                  <a:moveTo>
                    <a:pt x="39" y="1"/>
                  </a:moveTo>
                  <a:lnTo>
                    <a:pt x="1" y="44"/>
                  </a:lnTo>
                  <a:lnTo>
                    <a:pt x="55" y="44"/>
                  </a:lnTo>
                  <a:cubicBezTo>
                    <a:pt x="49" y="33"/>
                    <a:pt x="44" y="23"/>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3"/>
            <p:cNvSpPr/>
            <p:nvPr/>
          </p:nvSpPr>
          <p:spPr>
            <a:xfrm>
              <a:off x="2703169" y="2508477"/>
              <a:ext cx="152499" cy="107803"/>
            </a:xfrm>
            <a:custGeom>
              <a:rect b="b" l="l" r="r" t="t"/>
              <a:pathLst>
                <a:path extrusionOk="0" h="931" w="1317">
                  <a:moveTo>
                    <a:pt x="1316" y="1"/>
                  </a:moveTo>
                  <a:lnTo>
                    <a:pt x="1316" y="1"/>
                  </a:lnTo>
                  <a:cubicBezTo>
                    <a:pt x="1278" y="39"/>
                    <a:pt x="1224" y="17"/>
                    <a:pt x="1208" y="61"/>
                  </a:cubicBezTo>
                  <a:lnTo>
                    <a:pt x="1148" y="50"/>
                  </a:lnTo>
                  <a:lnTo>
                    <a:pt x="1099" y="120"/>
                  </a:lnTo>
                  <a:cubicBezTo>
                    <a:pt x="1099" y="126"/>
                    <a:pt x="1093" y="126"/>
                    <a:pt x="1088" y="126"/>
                  </a:cubicBezTo>
                  <a:lnTo>
                    <a:pt x="1083" y="99"/>
                  </a:lnTo>
                  <a:cubicBezTo>
                    <a:pt x="1050" y="120"/>
                    <a:pt x="1006" y="126"/>
                    <a:pt x="1012" y="175"/>
                  </a:cubicBezTo>
                  <a:cubicBezTo>
                    <a:pt x="1001" y="175"/>
                    <a:pt x="988" y="172"/>
                    <a:pt x="980" y="172"/>
                  </a:cubicBezTo>
                  <a:cubicBezTo>
                    <a:pt x="976" y="172"/>
                    <a:pt x="974" y="173"/>
                    <a:pt x="974" y="175"/>
                  </a:cubicBezTo>
                  <a:cubicBezTo>
                    <a:pt x="930" y="207"/>
                    <a:pt x="881" y="240"/>
                    <a:pt x="832" y="262"/>
                  </a:cubicBezTo>
                  <a:lnTo>
                    <a:pt x="832" y="316"/>
                  </a:lnTo>
                  <a:lnTo>
                    <a:pt x="784" y="289"/>
                  </a:lnTo>
                  <a:cubicBezTo>
                    <a:pt x="780" y="339"/>
                    <a:pt x="772" y="356"/>
                    <a:pt x="744" y="356"/>
                  </a:cubicBezTo>
                  <a:cubicBezTo>
                    <a:pt x="729" y="356"/>
                    <a:pt x="709" y="351"/>
                    <a:pt x="680" y="343"/>
                  </a:cubicBezTo>
                  <a:lnTo>
                    <a:pt x="680" y="343"/>
                  </a:lnTo>
                  <a:cubicBezTo>
                    <a:pt x="690" y="374"/>
                    <a:pt x="696" y="409"/>
                    <a:pt x="679" y="409"/>
                  </a:cubicBezTo>
                  <a:cubicBezTo>
                    <a:pt x="678" y="409"/>
                    <a:pt x="676" y="409"/>
                    <a:pt x="675" y="409"/>
                  </a:cubicBezTo>
                  <a:cubicBezTo>
                    <a:pt x="671" y="408"/>
                    <a:pt x="667" y="408"/>
                    <a:pt x="664" y="408"/>
                  </a:cubicBezTo>
                  <a:cubicBezTo>
                    <a:pt x="606" y="408"/>
                    <a:pt x="580" y="447"/>
                    <a:pt x="539" y="463"/>
                  </a:cubicBezTo>
                  <a:cubicBezTo>
                    <a:pt x="495" y="474"/>
                    <a:pt x="463" y="506"/>
                    <a:pt x="457" y="550"/>
                  </a:cubicBezTo>
                  <a:cubicBezTo>
                    <a:pt x="452" y="566"/>
                    <a:pt x="447" y="582"/>
                    <a:pt x="447" y="599"/>
                  </a:cubicBezTo>
                  <a:cubicBezTo>
                    <a:pt x="430" y="566"/>
                    <a:pt x="430" y="555"/>
                    <a:pt x="419" y="544"/>
                  </a:cubicBezTo>
                  <a:cubicBezTo>
                    <a:pt x="414" y="541"/>
                    <a:pt x="407" y="539"/>
                    <a:pt x="401" y="539"/>
                  </a:cubicBezTo>
                  <a:cubicBezTo>
                    <a:pt x="389" y="539"/>
                    <a:pt x="377" y="545"/>
                    <a:pt x="370" y="555"/>
                  </a:cubicBezTo>
                  <a:cubicBezTo>
                    <a:pt x="354" y="588"/>
                    <a:pt x="392" y="582"/>
                    <a:pt x="403" y="604"/>
                  </a:cubicBezTo>
                  <a:cubicBezTo>
                    <a:pt x="354" y="604"/>
                    <a:pt x="311" y="637"/>
                    <a:pt x="289" y="680"/>
                  </a:cubicBezTo>
                  <a:cubicBezTo>
                    <a:pt x="278" y="642"/>
                    <a:pt x="278" y="631"/>
                    <a:pt x="278" y="610"/>
                  </a:cubicBezTo>
                  <a:cubicBezTo>
                    <a:pt x="251" y="620"/>
                    <a:pt x="256" y="669"/>
                    <a:pt x="218" y="669"/>
                  </a:cubicBezTo>
                  <a:cubicBezTo>
                    <a:pt x="224" y="680"/>
                    <a:pt x="224" y="697"/>
                    <a:pt x="229" y="713"/>
                  </a:cubicBezTo>
                  <a:lnTo>
                    <a:pt x="148" y="707"/>
                  </a:lnTo>
                  <a:cubicBezTo>
                    <a:pt x="148" y="778"/>
                    <a:pt x="148" y="778"/>
                    <a:pt x="77" y="784"/>
                  </a:cubicBezTo>
                  <a:cubicBezTo>
                    <a:pt x="61" y="784"/>
                    <a:pt x="39" y="794"/>
                    <a:pt x="23" y="800"/>
                  </a:cubicBezTo>
                  <a:cubicBezTo>
                    <a:pt x="28" y="832"/>
                    <a:pt x="28" y="832"/>
                    <a:pt x="1" y="849"/>
                  </a:cubicBezTo>
                  <a:cubicBezTo>
                    <a:pt x="6" y="876"/>
                    <a:pt x="12" y="903"/>
                    <a:pt x="17" y="930"/>
                  </a:cubicBezTo>
                  <a:lnTo>
                    <a:pt x="33" y="930"/>
                  </a:lnTo>
                  <a:cubicBezTo>
                    <a:pt x="55" y="919"/>
                    <a:pt x="77" y="909"/>
                    <a:pt x="104" y="898"/>
                  </a:cubicBezTo>
                  <a:cubicBezTo>
                    <a:pt x="131" y="881"/>
                    <a:pt x="158" y="876"/>
                    <a:pt x="180" y="860"/>
                  </a:cubicBezTo>
                  <a:cubicBezTo>
                    <a:pt x="202" y="849"/>
                    <a:pt x="224" y="843"/>
                    <a:pt x="240" y="816"/>
                  </a:cubicBezTo>
                  <a:cubicBezTo>
                    <a:pt x="262" y="784"/>
                    <a:pt x="289" y="789"/>
                    <a:pt x="311" y="773"/>
                  </a:cubicBezTo>
                  <a:cubicBezTo>
                    <a:pt x="365" y="735"/>
                    <a:pt x="419" y="697"/>
                    <a:pt x="479" y="659"/>
                  </a:cubicBezTo>
                  <a:cubicBezTo>
                    <a:pt x="490" y="653"/>
                    <a:pt x="512" y="648"/>
                    <a:pt x="512" y="637"/>
                  </a:cubicBezTo>
                  <a:cubicBezTo>
                    <a:pt x="517" y="610"/>
                    <a:pt x="539" y="588"/>
                    <a:pt x="572" y="582"/>
                  </a:cubicBezTo>
                  <a:cubicBezTo>
                    <a:pt x="648" y="561"/>
                    <a:pt x="697" y="501"/>
                    <a:pt x="762" y="463"/>
                  </a:cubicBezTo>
                  <a:cubicBezTo>
                    <a:pt x="800" y="436"/>
                    <a:pt x="816" y="392"/>
                    <a:pt x="871" y="376"/>
                  </a:cubicBezTo>
                  <a:cubicBezTo>
                    <a:pt x="919" y="360"/>
                    <a:pt x="947" y="311"/>
                    <a:pt x="996" y="294"/>
                  </a:cubicBezTo>
                  <a:cubicBezTo>
                    <a:pt x="1012" y="289"/>
                    <a:pt x="1023" y="267"/>
                    <a:pt x="1039" y="256"/>
                  </a:cubicBezTo>
                  <a:cubicBezTo>
                    <a:pt x="1066" y="235"/>
                    <a:pt x="1088" y="213"/>
                    <a:pt x="1126" y="186"/>
                  </a:cubicBezTo>
                  <a:cubicBezTo>
                    <a:pt x="1169" y="153"/>
                    <a:pt x="1224" y="148"/>
                    <a:pt x="1235" y="88"/>
                  </a:cubicBezTo>
                  <a:cubicBezTo>
                    <a:pt x="1235" y="82"/>
                    <a:pt x="1246" y="77"/>
                    <a:pt x="1246" y="77"/>
                  </a:cubicBezTo>
                  <a:cubicBezTo>
                    <a:pt x="1278" y="61"/>
                    <a:pt x="1300" y="33"/>
                    <a:pt x="1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3"/>
            <p:cNvSpPr/>
            <p:nvPr/>
          </p:nvSpPr>
          <p:spPr>
            <a:xfrm>
              <a:off x="2681747" y="2418507"/>
              <a:ext cx="146246" cy="105719"/>
            </a:xfrm>
            <a:custGeom>
              <a:rect b="b" l="l" r="r" t="t"/>
              <a:pathLst>
                <a:path extrusionOk="0" h="913" w="1263">
                  <a:moveTo>
                    <a:pt x="1191" y="0"/>
                  </a:moveTo>
                  <a:cubicBezTo>
                    <a:pt x="1164" y="22"/>
                    <a:pt x="1132" y="44"/>
                    <a:pt x="1099" y="60"/>
                  </a:cubicBezTo>
                  <a:cubicBezTo>
                    <a:pt x="1039" y="82"/>
                    <a:pt x="990" y="115"/>
                    <a:pt x="947" y="164"/>
                  </a:cubicBezTo>
                  <a:cubicBezTo>
                    <a:pt x="939" y="176"/>
                    <a:pt x="924" y="182"/>
                    <a:pt x="909" y="182"/>
                  </a:cubicBezTo>
                  <a:cubicBezTo>
                    <a:pt x="903" y="182"/>
                    <a:pt x="898" y="181"/>
                    <a:pt x="892" y="180"/>
                  </a:cubicBezTo>
                  <a:cubicBezTo>
                    <a:pt x="882" y="185"/>
                    <a:pt x="871" y="185"/>
                    <a:pt x="860" y="191"/>
                  </a:cubicBezTo>
                  <a:cubicBezTo>
                    <a:pt x="854" y="207"/>
                    <a:pt x="849" y="229"/>
                    <a:pt x="838" y="251"/>
                  </a:cubicBezTo>
                  <a:cubicBezTo>
                    <a:pt x="827" y="251"/>
                    <a:pt x="815" y="250"/>
                    <a:pt x="803" y="250"/>
                  </a:cubicBezTo>
                  <a:cubicBezTo>
                    <a:pt x="785" y="250"/>
                    <a:pt x="769" y="252"/>
                    <a:pt x="762" y="261"/>
                  </a:cubicBezTo>
                  <a:cubicBezTo>
                    <a:pt x="746" y="289"/>
                    <a:pt x="724" y="310"/>
                    <a:pt x="702" y="332"/>
                  </a:cubicBezTo>
                  <a:cubicBezTo>
                    <a:pt x="691" y="338"/>
                    <a:pt x="680" y="348"/>
                    <a:pt x="675" y="348"/>
                  </a:cubicBezTo>
                  <a:cubicBezTo>
                    <a:pt x="671" y="348"/>
                    <a:pt x="667" y="348"/>
                    <a:pt x="664" y="348"/>
                  </a:cubicBezTo>
                  <a:cubicBezTo>
                    <a:pt x="635" y="348"/>
                    <a:pt x="624" y="367"/>
                    <a:pt x="610" y="386"/>
                  </a:cubicBezTo>
                  <a:cubicBezTo>
                    <a:pt x="572" y="424"/>
                    <a:pt x="528" y="457"/>
                    <a:pt x="485" y="484"/>
                  </a:cubicBezTo>
                  <a:cubicBezTo>
                    <a:pt x="474" y="490"/>
                    <a:pt x="458" y="495"/>
                    <a:pt x="458" y="495"/>
                  </a:cubicBezTo>
                  <a:cubicBezTo>
                    <a:pt x="463" y="539"/>
                    <a:pt x="430" y="539"/>
                    <a:pt x="409" y="550"/>
                  </a:cubicBezTo>
                  <a:cubicBezTo>
                    <a:pt x="376" y="566"/>
                    <a:pt x="333" y="566"/>
                    <a:pt x="327" y="615"/>
                  </a:cubicBezTo>
                  <a:lnTo>
                    <a:pt x="300" y="615"/>
                  </a:lnTo>
                  <a:cubicBezTo>
                    <a:pt x="289" y="620"/>
                    <a:pt x="278" y="626"/>
                    <a:pt x="267" y="631"/>
                  </a:cubicBezTo>
                  <a:lnTo>
                    <a:pt x="284" y="653"/>
                  </a:lnTo>
                  <a:cubicBezTo>
                    <a:pt x="235" y="669"/>
                    <a:pt x="186" y="702"/>
                    <a:pt x="148" y="740"/>
                  </a:cubicBezTo>
                  <a:cubicBezTo>
                    <a:pt x="139" y="748"/>
                    <a:pt x="134" y="760"/>
                    <a:pt x="122" y="760"/>
                  </a:cubicBezTo>
                  <a:cubicBezTo>
                    <a:pt x="119" y="760"/>
                    <a:pt x="115" y="759"/>
                    <a:pt x="110" y="756"/>
                  </a:cubicBezTo>
                  <a:cubicBezTo>
                    <a:pt x="104" y="756"/>
                    <a:pt x="77" y="767"/>
                    <a:pt x="77" y="778"/>
                  </a:cubicBezTo>
                  <a:cubicBezTo>
                    <a:pt x="66" y="810"/>
                    <a:pt x="39" y="832"/>
                    <a:pt x="6" y="832"/>
                  </a:cubicBezTo>
                  <a:cubicBezTo>
                    <a:pt x="1" y="865"/>
                    <a:pt x="1" y="881"/>
                    <a:pt x="1" y="903"/>
                  </a:cubicBezTo>
                  <a:cubicBezTo>
                    <a:pt x="15" y="910"/>
                    <a:pt x="29" y="913"/>
                    <a:pt x="44" y="913"/>
                  </a:cubicBezTo>
                  <a:cubicBezTo>
                    <a:pt x="76" y="913"/>
                    <a:pt x="109" y="898"/>
                    <a:pt x="131" y="876"/>
                  </a:cubicBezTo>
                  <a:cubicBezTo>
                    <a:pt x="159" y="843"/>
                    <a:pt x="208" y="843"/>
                    <a:pt x="229" y="800"/>
                  </a:cubicBezTo>
                  <a:cubicBezTo>
                    <a:pt x="240" y="772"/>
                    <a:pt x="284" y="767"/>
                    <a:pt x="305" y="745"/>
                  </a:cubicBezTo>
                  <a:cubicBezTo>
                    <a:pt x="333" y="729"/>
                    <a:pt x="343" y="696"/>
                    <a:pt x="381" y="685"/>
                  </a:cubicBezTo>
                  <a:cubicBezTo>
                    <a:pt x="414" y="675"/>
                    <a:pt x="425" y="647"/>
                    <a:pt x="447" y="631"/>
                  </a:cubicBezTo>
                  <a:cubicBezTo>
                    <a:pt x="501" y="609"/>
                    <a:pt x="550" y="577"/>
                    <a:pt x="588" y="533"/>
                  </a:cubicBezTo>
                  <a:cubicBezTo>
                    <a:pt x="593" y="522"/>
                    <a:pt x="604" y="528"/>
                    <a:pt x="610" y="522"/>
                  </a:cubicBezTo>
                  <a:cubicBezTo>
                    <a:pt x="626" y="511"/>
                    <a:pt x="642" y="506"/>
                    <a:pt x="659" y="495"/>
                  </a:cubicBezTo>
                  <a:cubicBezTo>
                    <a:pt x="680" y="479"/>
                    <a:pt x="697" y="463"/>
                    <a:pt x="718" y="446"/>
                  </a:cubicBezTo>
                  <a:cubicBezTo>
                    <a:pt x="767" y="414"/>
                    <a:pt x="816" y="381"/>
                    <a:pt x="860" y="348"/>
                  </a:cubicBezTo>
                  <a:cubicBezTo>
                    <a:pt x="892" y="327"/>
                    <a:pt x="909" y="294"/>
                    <a:pt x="947" y="289"/>
                  </a:cubicBezTo>
                  <a:cubicBezTo>
                    <a:pt x="985" y="278"/>
                    <a:pt x="996" y="245"/>
                    <a:pt x="1023" y="229"/>
                  </a:cubicBezTo>
                  <a:cubicBezTo>
                    <a:pt x="1056" y="212"/>
                    <a:pt x="1083" y="191"/>
                    <a:pt x="1115" y="169"/>
                  </a:cubicBezTo>
                  <a:cubicBezTo>
                    <a:pt x="1142" y="147"/>
                    <a:pt x="1164" y="126"/>
                    <a:pt x="1197" y="104"/>
                  </a:cubicBezTo>
                  <a:cubicBezTo>
                    <a:pt x="1224" y="87"/>
                    <a:pt x="1251" y="60"/>
                    <a:pt x="1262" y="22"/>
                  </a:cubicBezTo>
                  <a:lnTo>
                    <a:pt x="1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3"/>
            <p:cNvSpPr/>
            <p:nvPr/>
          </p:nvSpPr>
          <p:spPr>
            <a:xfrm>
              <a:off x="2701316" y="2472582"/>
              <a:ext cx="135477" cy="97266"/>
            </a:xfrm>
            <a:custGeom>
              <a:rect b="b" l="l" r="r" t="t"/>
              <a:pathLst>
                <a:path extrusionOk="0" h="840" w="1170">
                  <a:moveTo>
                    <a:pt x="1131" y="1"/>
                  </a:moveTo>
                  <a:cubicBezTo>
                    <a:pt x="1126" y="12"/>
                    <a:pt x="1120" y="17"/>
                    <a:pt x="1115" y="23"/>
                  </a:cubicBezTo>
                  <a:cubicBezTo>
                    <a:pt x="1082" y="44"/>
                    <a:pt x="1050" y="61"/>
                    <a:pt x="1017" y="77"/>
                  </a:cubicBezTo>
                  <a:cubicBezTo>
                    <a:pt x="1009" y="74"/>
                    <a:pt x="1003" y="73"/>
                    <a:pt x="997" y="73"/>
                  </a:cubicBezTo>
                  <a:cubicBezTo>
                    <a:pt x="963" y="73"/>
                    <a:pt x="963" y="122"/>
                    <a:pt x="935" y="131"/>
                  </a:cubicBezTo>
                  <a:lnTo>
                    <a:pt x="914" y="131"/>
                  </a:lnTo>
                  <a:cubicBezTo>
                    <a:pt x="848" y="142"/>
                    <a:pt x="789" y="175"/>
                    <a:pt x="745" y="229"/>
                  </a:cubicBezTo>
                  <a:cubicBezTo>
                    <a:pt x="727" y="251"/>
                    <a:pt x="721" y="277"/>
                    <a:pt x="692" y="277"/>
                  </a:cubicBezTo>
                  <a:cubicBezTo>
                    <a:pt x="686" y="277"/>
                    <a:pt x="678" y="276"/>
                    <a:pt x="669" y="273"/>
                  </a:cubicBezTo>
                  <a:cubicBezTo>
                    <a:pt x="664" y="273"/>
                    <a:pt x="653" y="278"/>
                    <a:pt x="647" y="284"/>
                  </a:cubicBezTo>
                  <a:cubicBezTo>
                    <a:pt x="626" y="333"/>
                    <a:pt x="577" y="338"/>
                    <a:pt x="533" y="365"/>
                  </a:cubicBezTo>
                  <a:cubicBezTo>
                    <a:pt x="517" y="371"/>
                    <a:pt x="495" y="387"/>
                    <a:pt x="495" y="398"/>
                  </a:cubicBezTo>
                  <a:cubicBezTo>
                    <a:pt x="495" y="418"/>
                    <a:pt x="493" y="426"/>
                    <a:pt x="484" y="426"/>
                  </a:cubicBezTo>
                  <a:cubicBezTo>
                    <a:pt x="480" y="426"/>
                    <a:pt x="472" y="424"/>
                    <a:pt x="463" y="420"/>
                  </a:cubicBezTo>
                  <a:cubicBezTo>
                    <a:pt x="452" y="420"/>
                    <a:pt x="430" y="441"/>
                    <a:pt x="424" y="447"/>
                  </a:cubicBezTo>
                  <a:cubicBezTo>
                    <a:pt x="419" y="458"/>
                    <a:pt x="419" y="474"/>
                    <a:pt x="414" y="474"/>
                  </a:cubicBezTo>
                  <a:cubicBezTo>
                    <a:pt x="392" y="490"/>
                    <a:pt x="370" y="501"/>
                    <a:pt x="348" y="507"/>
                  </a:cubicBezTo>
                  <a:cubicBezTo>
                    <a:pt x="310" y="512"/>
                    <a:pt x="321" y="555"/>
                    <a:pt x="294" y="555"/>
                  </a:cubicBezTo>
                  <a:cubicBezTo>
                    <a:pt x="252" y="555"/>
                    <a:pt x="246" y="616"/>
                    <a:pt x="202" y="616"/>
                  </a:cubicBezTo>
                  <a:cubicBezTo>
                    <a:pt x="200" y="616"/>
                    <a:pt x="198" y="615"/>
                    <a:pt x="196" y="615"/>
                  </a:cubicBezTo>
                  <a:cubicBezTo>
                    <a:pt x="191" y="615"/>
                    <a:pt x="185" y="621"/>
                    <a:pt x="185" y="626"/>
                  </a:cubicBezTo>
                  <a:cubicBezTo>
                    <a:pt x="180" y="659"/>
                    <a:pt x="158" y="664"/>
                    <a:pt x="131" y="675"/>
                  </a:cubicBezTo>
                  <a:cubicBezTo>
                    <a:pt x="71" y="697"/>
                    <a:pt x="17" y="719"/>
                    <a:pt x="6" y="795"/>
                  </a:cubicBezTo>
                  <a:cubicBezTo>
                    <a:pt x="6" y="800"/>
                    <a:pt x="0" y="805"/>
                    <a:pt x="0" y="811"/>
                  </a:cubicBezTo>
                  <a:cubicBezTo>
                    <a:pt x="35" y="829"/>
                    <a:pt x="59" y="839"/>
                    <a:pt x="76" y="839"/>
                  </a:cubicBezTo>
                  <a:cubicBezTo>
                    <a:pt x="99" y="839"/>
                    <a:pt x="108" y="821"/>
                    <a:pt x="115" y="784"/>
                  </a:cubicBezTo>
                  <a:cubicBezTo>
                    <a:pt x="124" y="788"/>
                    <a:pt x="134" y="789"/>
                    <a:pt x="143" y="789"/>
                  </a:cubicBezTo>
                  <a:cubicBezTo>
                    <a:pt x="160" y="789"/>
                    <a:pt x="175" y="783"/>
                    <a:pt x="185" y="773"/>
                  </a:cubicBezTo>
                  <a:cubicBezTo>
                    <a:pt x="196" y="757"/>
                    <a:pt x="218" y="740"/>
                    <a:pt x="240" y="735"/>
                  </a:cubicBezTo>
                  <a:cubicBezTo>
                    <a:pt x="272" y="729"/>
                    <a:pt x="251" y="686"/>
                    <a:pt x="278" y="680"/>
                  </a:cubicBezTo>
                  <a:lnTo>
                    <a:pt x="299" y="702"/>
                  </a:lnTo>
                  <a:lnTo>
                    <a:pt x="376" y="615"/>
                  </a:lnTo>
                  <a:cubicBezTo>
                    <a:pt x="382" y="627"/>
                    <a:pt x="391" y="634"/>
                    <a:pt x="400" y="634"/>
                  </a:cubicBezTo>
                  <a:cubicBezTo>
                    <a:pt x="407" y="634"/>
                    <a:pt x="414" y="630"/>
                    <a:pt x="419" y="621"/>
                  </a:cubicBezTo>
                  <a:cubicBezTo>
                    <a:pt x="446" y="566"/>
                    <a:pt x="533" y="583"/>
                    <a:pt x="533" y="507"/>
                  </a:cubicBezTo>
                  <a:cubicBezTo>
                    <a:pt x="540" y="511"/>
                    <a:pt x="546" y="513"/>
                    <a:pt x="550" y="513"/>
                  </a:cubicBezTo>
                  <a:cubicBezTo>
                    <a:pt x="567" y="513"/>
                    <a:pt x="570" y="488"/>
                    <a:pt x="588" y="479"/>
                  </a:cubicBezTo>
                  <a:cubicBezTo>
                    <a:pt x="604" y="468"/>
                    <a:pt x="631" y="463"/>
                    <a:pt x="647" y="447"/>
                  </a:cubicBezTo>
                  <a:cubicBezTo>
                    <a:pt x="680" y="430"/>
                    <a:pt x="707" y="409"/>
                    <a:pt x="740" y="387"/>
                  </a:cubicBezTo>
                  <a:cubicBezTo>
                    <a:pt x="734" y="376"/>
                    <a:pt x="723" y="360"/>
                    <a:pt x="723" y="354"/>
                  </a:cubicBezTo>
                  <a:cubicBezTo>
                    <a:pt x="728" y="349"/>
                    <a:pt x="732" y="348"/>
                    <a:pt x="736" y="348"/>
                  </a:cubicBezTo>
                  <a:cubicBezTo>
                    <a:pt x="748" y="348"/>
                    <a:pt x="755" y="371"/>
                    <a:pt x="772" y="371"/>
                  </a:cubicBezTo>
                  <a:lnTo>
                    <a:pt x="914" y="273"/>
                  </a:lnTo>
                  <a:cubicBezTo>
                    <a:pt x="908" y="256"/>
                    <a:pt x="908" y="246"/>
                    <a:pt x="908" y="235"/>
                  </a:cubicBezTo>
                  <a:lnTo>
                    <a:pt x="968" y="235"/>
                  </a:lnTo>
                  <a:cubicBezTo>
                    <a:pt x="1001" y="224"/>
                    <a:pt x="1001" y="169"/>
                    <a:pt x="1044" y="169"/>
                  </a:cubicBezTo>
                  <a:cubicBezTo>
                    <a:pt x="1050" y="169"/>
                    <a:pt x="1050" y="153"/>
                    <a:pt x="1055" y="142"/>
                  </a:cubicBezTo>
                  <a:cubicBezTo>
                    <a:pt x="1066" y="131"/>
                    <a:pt x="1071" y="115"/>
                    <a:pt x="1077" y="115"/>
                  </a:cubicBezTo>
                  <a:cubicBezTo>
                    <a:pt x="1131" y="110"/>
                    <a:pt x="1131" y="50"/>
                    <a:pt x="1169" y="28"/>
                  </a:cubicBezTo>
                  <a:lnTo>
                    <a:pt x="11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3"/>
            <p:cNvSpPr/>
            <p:nvPr/>
          </p:nvSpPr>
          <p:spPr>
            <a:xfrm>
              <a:off x="2739064" y="2596594"/>
              <a:ext cx="127256" cy="86960"/>
            </a:xfrm>
            <a:custGeom>
              <a:rect b="b" l="l" r="r" t="t"/>
              <a:pathLst>
                <a:path extrusionOk="0" h="751" w="1099">
                  <a:moveTo>
                    <a:pt x="1093" y="1"/>
                  </a:moveTo>
                  <a:cubicBezTo>
                    <a:pt x="1061" y="12"/>
                    <a:pt x="1023" y="17"/>
                    <a:pt x="1006" y="50"/>
                  </a:cubicBezTo>
                  <a:cubicBezTo>
                    <a:pt x="985" y="82"/>
                    <a:pt x="908" y="71"/>
                    <a:pt x="925" y="137"/>
                  </a:cubicBezTo>
                  <a:cubicBezTo>
                    <a:pt x="887" y="142"/>
                    <a:pt x="859" y="175"/>
                    <a:pt x="821" y="180"/>
                  </a:cubicBezTo>
                  <a:cubicBezTo>
                    <a:pt x="789" y="191"/>
                    <a:pt x="762" y="207"/>
                    <a:pt x="734" y="229"/>
                  </a:cubicBezTo>
                  <a:cubicBezTo>
                    <a:pt x="718" y="235"/>
                    <a:pt x="707" y="256"/>
                    <a:pt x="691" y="256"/>
                  </a:cubicBezTo>
                  <a:cubicBezTo>
                    <a:pt x="653" y="267"/>
                    <a:pt x="615" y="283"/>
                    <a:pt x="582" y="305"/>
                  </a:cubicBezTo>
                  <a:cubicBezTo>
                    <a:pt x="506" y="338"/>
                    <a:pt x="441" y="381"/>
                    <a:pt x="387" y="441"/>
                  </a:cubicBezTo>
                  <a:cubicBezTo>
                    <a:pt x="380" y="454"/>
                    <a:pt x="367" y="461"/>
                    <a:pt x="355" y="461"/>
                  </a:cubicBezTo>
                  <a:cubicBezTo>
                    <a:pt x="347" y="461"/>
                    <a:pt x="339" y="458"/>
                    <a:pt x="332" y="452"/>
                  </a:cubicBezTo>
                  <a:cubicBezTo>
                    <a:pt x="305" y="506"/>
                    <a:pt x="305" y="506"/>
                    <a:pt x="218" y="523"/>
                  </a:cubicBezTo>
                  <a:lnTo>
                    <a:pt x="240" y="539"/>
                  </a:lnTo>
                  <a:cubicBezTo>
                    <a:pt x="218" y="550"/>
                    <a:pt x="196" y="561"/>
                    <a:pt x="180" y="577"/>
                  </a:cubicBezTo>
                  <a:cubicBezTo>
                    <a:pt x="167" y="586"/>
                    <a:pt x="161" y="595"/>
                    <a:pt x="144" y="595"/>
                  </a:cubicBezTo>
                  <a:cubicBezTo>
                    <a:pt x="140" y="595"/>
                    <a:pt x="136" y="594"/>
                    <a:pt x="131" y="593"/>
                  </a:cubicBezTo>
                  <a:cubicBezTo>
                    <a:pt x="120" y="593"/>
                    <a:pt x="104" y="610"/>
                    <a:pt x="98" y="621"/>
                  </a:cubicBezTo>
                  <a:cubicBezTo>
                    <a:pt x="88" y="653"/>
                    <a:pt x="60" y="680"/>
                    <a:pt x="28" y="691"/>
                  </a:cubicBezTo>
                  <a:cubicBezTo>
                    <a:pt x="1" y="707"/>
                    <a:pt x="1" y="729"/>
                    <a:pt x="17" y="751"/>
                  </a:cubicBezTo>
                  <a:cubicBezTo>
                    <a:pt x="109" y="751"/>
                    <a:pt x="180" y="686"/>
                    <a:pt x="262" y="648"/>
                  </a:cubicBezTo>
                  <a:cubicBezTo>
                    <a:pt x="332" y="621"/>
                    <a:pt x="370" y="555"/>
                    <a:pt x="446" y="544"/>
                  </a:cubicBezTo>
                  <a:cubicBezTo>
                    <a:pt x="457" y="544"/>
                    <a:pt x="468" y="528"/>
                    <a:pt x="468" y="517"/>
                  </a:cubicBezTo>
                  <a:cubicBezTo>
                    <a:pt x="490" y="485"/>
                    <a:pt x="522" y="463"/>
                    <a:pt x="561" y="452"/>
                  </a:cubicBezTo>
                  <a:cubicBezTo>
                    <a:pt x="604" y="436"/>
                    <a:pt x="642" y="419"/>
                    <a:pt x="675" y="392"/>
                  </a:cubicBezTo>
                  <a:cubicBezTo>
                    <a:pt x="724" y="343"/>
                    <a:pt x="783" y="300"/>
                    <a:pt x="849" y="267"/>
                  </a:cubicBezTo>
                  <a:cubicBezTo>
                    <a:pt x="876" y="251"/>
                    <a:pt x="908" y="251"/>
                    <a:pt x="925" y="213"/>
                  </a:cubicBezTo>
                  <a:cubicBezTo>
                    <a:pt x="979" y="213"/>
                    <a:pt x="1006" y="169"/>
                    <a:pt x="1033" y="137"/>
                  </a:cubicBezTo>
                  <a:cubicBezTo>
                    <a:pt x="1038" y="132"/>
                    <a:pt x="1046" y="124"/>
                    <a:pt x="1052" y="124"/>
                  </a:cubicBezTo>
                  <a:cubicBezTo>
                    <a:pt x="1053" y="124"/>
                    <a:pt x="1054" y="125"/>
                    <a:pt x="1055" y="126"/>
                  </a:cubicBezTo>
                  <a:cubicBezTo>
                    <a:pt x="1062" y="128"/>
                    <a:pt x="1069" y="129"/>
                    <a:pt x="1075" y="129"/>
                  </a:cubicBezTo>
                  <a:cubicBezTo>
                    <a:pt x="1084" y="129"/>
                    <a:pt x="1092" y="127"/>
                    <a:pt x="1099" y="120"/>
                  </a:cubicBezTo>
                  <a:cubicBezTo>
                    <a:pt x="1099" y="115"/>
                    <a:pt x="1099" y="110"/>
                    <a:pt x="1099" y="104"/>
                  </a:cubicBezTo>
                  <a:cubicBezTo>
                    <a:pt x="1093" y="71"/>
                    <a:pt x="1093" y="33"/>
                    <a:pt x="10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3"/>
            <p:cNvSpPr/>
            <p:nvPr/>
          </p:nvSpPr>
          <p:spPr>
            <a:xfrm>
              <a:off x="2686263" y="2366865"/>
              <a:ext cx="124709" cy="97034"/>
            </a:xfrm>
            <a:custGeom>
              <a:rect b="b" l="l" r="r" t="t"/>
              <a:pathLst>
                <a:path extrusionOk="0" h="838" w="1077">
                  <a:moveTo>
                    <a:pt x="978" y="1"/>
                  </a:moveTo>
                  <a:cubicBezTo>
                    <a:pt x="962" y="23"/>
                    <a:pt x="935" y="55"/>
                    <a:pt x="935" y="55"/>
                  </a:cubicBezTo>
                  <a:cubicBezTo>
                    <a:pt x="927" y="51"/>
                    <a:pt x="920" y="49"/>
                    <a:pt x="915" y="49"/>
                  </a:cubicBezTo>
                  <a:cubicBezTo>
                    <a:pt x="899" y="49"/>
                    <a:pt x="893" y="65"/>
                    <a:pt x="881" y="77"/>
                  </a:cubicBezTo>
                  <a:cubicBezTo>
                    <a:pt x="864" y="93"/>
                    <a:pt x="843" y="104"/>
                    <a:pt x="821" y="115"/>
                  </a:cubicBezTo>
                  <a:cubicBezTo>
                    <a:pt x="794" y="126"/>
                    <a:pt x="766" y="148"/>
                    <a:pt x="745" y="169"/>
                  </a:cubicBezTo>
                  <a:cubicBezTo>
                    <a:pt x="728" y="196"/>
                    <a:pt x="685" y="202"/>
                    <a:pt x="658" y="218"/>
                  </a:cubicBezTo>
                  <a:cubicBezTo>
                    <a:pt x="647" y="224"/>
                    <a:pt x="641" y="235"/>
                    <a:pt x="631" y="245"/>
                  </a:cubicBezTo>
                  <a:cubicBezTo>
                    <a:pt x="625" y="256"/>
                    <a:pt x="620" y="273"/>
                    <a:pt x="614" y="273"/>
                  </a:cubicBezTo>
                  <a:cubicBezTo>
                    <a:pt x="549" y="289"/>
                    <a:pt x="527" y="365"/>
                    <a:pt x="462" y="381"/>
                  </a:cubicBezTo>
                  <a:cubicBezTo>
                    <a:pt x="429" y="457"/>
                    <a:pt x="342" y="457"/>
                    <a:pt x="294" y="512"/>
                  </a:cubicBezTo>
                  <a:cubicBezTo>
                    <a:pt x="277" y="533"/>
                    <a:pt x="245" y="533"/>
                    <a:pt x="256" y="572"/>
                  </a:cubicBezTo>
                  <a:cubicBezTo>
                    <a:pt x="248" y="572"/>
                    <a:pt x="239" y="570"/>
                    <a:pt x="231" y="570"/>
                  </a:cubicBezTo>
                  <a:cubicBezTo>
                    <a:pt x="217" y="570"/>
                    <a:pt x="205" y="574"/>
                    <a:pt x="201" y="599"/>
                  </a:cubicBezTo>
                  <a:cubicBezTo>
                    <a:pt x="190" y="637"/>
                    <a:pt x="163" y="648"/>
                    <a:pt x="136" y="664"/>
                  </a:cubicBezTo>
                  <a:cubicBezTo>
                    <a:pt x="120" y="675"/>
                    <a:pt x="103" y="686"/>
                    <a:pt x="92" y="697"/>
                  </a:cubicBezTo>
                  <a:cubicBezTo>
                    <a:pt x="60" y="740"/>
                    <a:pt x="33" y="784"/>
                    <a:pt x="0" y="838"/>
                  </a:cubicBezTo>
                  <a:cubicBezTo>
                    <a:pt x="33" y="832"/>
                    <a:pt x="60" y="827"/>
                    <a:pt x="92" y="822"/>
                  </a:cubicBezTo>
                  <a:cubicBezTo>
                    <a:pt x="109" y="816"/>
                    <a:pt x="125" y="805"/>
                    <a:pt x="141" y="794"/>
                  </a:cubicBezTo>
                  <a:cubicBezTo>
                    <a:pt x="174" y="745"/>
                    <a:pt x="223" y="713"/>
                    <a:pt x="277" y="686"/>
                  </a:cubicBezTo>
                  <a:cubicBezTo>
                    <a:pt x="283" y="680"/>
                    <a:pt x="299" y="686"/>
                    <a:pt x="299" y="669"/>
                  </a:cubicBezTo>
                  <a:cubicBezTo>
                    <a:pt x="299" y="631"/>
                    <a:pt x="326" y="620"/>
                    <a:pt x="348" y="610"/>
                  </a:cubicBezTo>
                  <a:cubicBezTo>
                    <a:pt x="408" y="593"/>
                    <a:pt x="446" y="539"/>
                    <a:pt x="500" y="517"/>
                  </a:cubicBezTo>
                  <a:cubicBezTo>
                    <a:pt x="511" y="512"/>
                    <a:pt x="516" y="495"/>
                    <a:pt x="527" y="485"/>
                  </a:cubicBezTo>
                  <a:cubicBezTo>
                    <a:pt x="554" y="463"/>
                    <a:pt x="571" y="425"/>
                    <a:pt x="598" y="419"/>
                  </a:cubicBezTo>
                  <a:cubicBezTo>
                    <a:pt x="636" y="408"/>
                    <a:pt x="674" y="387"/>
                    <a:pt x="690" y="354"/>
                  </a:cubicBezTo>
                  <a:cubicBezTo>
                    <a:pt x="696" y="343"/>
                    <a:pt x="707" y="327"/>
                    <a:pt x="712" y="327"/>
                  </a:cubicBezTo>
                  <a:cubicBezTo>
                    <a:pt x="756" y="321"/>
                    <a:pt x="777" y="283"/>
                    <a:pt x="810" y="262"/>
                  </a:cubicBezTo>
                  <a:cubicBezTo>
                    <a:pt x="870" y="213"/>
                    <a:pt x="935" y="169"/>
                    <a:pt x="995" y="126"/>
                  </a:cubicBezTo>
                  <a:cubicBezTo>
                    <a:pt x="1022" y="104"/>
                    <a:pt x="1060" y="82"/>
                    <a:pt x="1076" y="33"/>
                  </a:cubicBezTo>
                  <a:lnTo>
                    <a:pt x="9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3"/>
            <p:cNvSpPr/>
            <p:nvPr/>
          </p:nvSpPr>
          <p:spPr>
            <a:xfrm>
              <a:off x="2717643" y="2569615"/>
              <a:ext cx="122277" cy="75844"/>
            </a:xfrm>
            <a:custGeom>
              <a:rect b="b" l="l" r="r" t="t"/>
              <a:pathLst>
                <a:path extrusionOk="0" h="655" w="1056">
                  <a:moveTo>
                    <a:pt x="985" y="0"/>
                  </a:moveTo>
                  <a:cubicBezTo>
                    <a:pt x="963" y="60"/>
                    <a:pt x="903" y="38"/>
                    <a:pt x="860" y="60"/>
                  </a:cubicBezTo>
                  <a:cubicBezTo>
                    <a:pt x="849" y="65"/>
                    <a:pt x="832" y="71"/>
                    <a:pt x="832" y="76"/>
                  </a:cubicBezTo>
                  <a:cubicBezTo>
                    <a:pt x="832" y="109"/>
                    <a:pt x="805" y="109"/>
                    <a:pt x="784" y="114"/>
                  </a:cubicBezTo>
                  <a:cubicBezTo>
                    <a:pt x="735" y="125"/>
                    <a:pt x="691" y="147"/>
                    <a:pt x="653" y="174"/>
                  </a:cubicBezTo>
                  <a:cubicBezTo>
                    <a:pt x="631" y="185"/>
                    <a:pt x="615" y="207"/>
                    <a:pt x="593" y="207"/>
                  </a:cubicBezTo>
                  <a:cubicBezTo>
                    <a:pt x="561" y="212"/>
                    <a:pt x="539" y="212"/>
                    <a:pt x="539" y="250"/>
                  </a:cubicBezTo>
                  <a:cubicBezTo>
                    <a:pt x="539" y="256"/>
                    <a:pt x="517" y="272"/>
                    <a:pt x="506" y="272"/>
                  </a:cubicBezTo>
                  <a:cubicBezTo>
                    <a:pt x="502" y="270"/>
                    <a:pt x="499" y="269"/>
                    <a:pt x="496" y="269"/>
                  </a:cubicBezTo>
                  <a:cubicBezTo>
                    <a:pt x="480" y="269"/>
                    <a:pt x="489" y="301"/>
                    <a:pt x="471" y="301"/>
                  </a:cubicBezTo>
                  <a:cubicBezTo>
                    <a:pt x="468" y="301"/>
                    <a:pt x="466" y="300"/>
                    <a:pt x="463" y="299"/>
                  </a:cubicBezTo>
                  <a:cubicBezTo>
                    <a:pt x="457" y="297"/>
                    <a:pt x="452" y="296"/>
                    <a:pt x="448" y="296"/>
                  </a:cubicBezTo>
                  <a:cubicBezTo>
                    <a:pt x="433" y="296"/>
                    <a:pt x="428" y="309"/>
                    <a:pt x="419" y="326"/>
                  </a:cubicBezTo>
                  <a:cubicBezTo>
                    <a:pt x="419" y="332"/>
                    <a:pt x="408" y="332"/>
                    <a:pt x="398" y="337"/>
                  </a:cubicBezTo>
                  <a:cubicBezTo>
                    <a:pt x="381" y="343"/>
                    <a:pt x="360" y="343"/>
                    <a:pt x="354" y="353"/>
                  </a:cubicBezTo>
                  <a:cubicBezTo>
                    <a:pt x="343" y="386"/>
                    <a:pt x="311" y="408"/>
                    <a:pt x="273" y="408"/>
                  </a:cubicBezTo>
                  <a:cubicBezTo>
                    <a:pt x="262" y="413"/>
                    <a:pt x="245" y="419"/>
                    <a:pt x="240" y="430"/>
                  </a:cubicBezTo>
                  <a:cubicBezTo>
                    <a:pt x="218" y="473"/>
                    <a:pt x="158" y="468"/>
                    <a:pt x="153" y="522"/>
                  </a:cubicBezTo>
                  <a:cubicBezTo>
                    <a:pt x="148" y="527"/>
                    <a:pt x="142" y="533"/>
                    <a:pt x="137" y="533"/>
                  </a:cubicBezTo>
                  <a:cubicBezTo>
                    <a:pt x="131" y="531"/>
                    <a:pt x="125" y="530"/>
                    <a:pt x="120" y="530"/>
                  </a:cubicBezTo>
                  <a:cubicBezTo>
                    <a:pt x="87" y="530"/>
                    <a:pt x="67" y="568"/>
                    <a:pt x="39" y="582"/>
                  </a:cubicBezTo>
                  <a:cubicBezTo>
                    <a:pt x="17" y="593"/>
                    <a:pt x="1" y="614"/>
                    <a:pt x="17" y="636"/>
                  </a:cubicBezTo>
                  <a:cubicBezTo>
                    <a:pt x="29" y="648"/>
                    <a:pt x="45" y="654"/>
                    <a:pt x="61" y="654"/>
                  </a:cubicBezTo>
                  <a:cubicBezTo>
                    <a:pt x="66" y="654"/>
                    <a:pt x="71" y="654"/>
                    <a:pt x="77" y="652"/>
                  </a:cubicBezTo>
                  <a:cubicBezTo>
                    <a:pt x="126" y="625"/>
                    <a:pt x="175" y="603"/>
                    <a:pt x="218" y="576"/>
                  </a:cubicBezTo>
                  <a:cubicBezTo>
                    <a:pt x="251" y="555"/>
                    <a:pt x="289" y="549"/>
                    <a:pt x="311" y="527"/>
                  </a:cubicBezTo>
                  <a:cubicBezTo>
                    <a:pt x="338" y="500"/>
                    <a:pt x="365" y="484"/>
                    <a:pt x="398" y="468"/>
                  </a:cubicBezTo>
                  <a:lnTo>
                    <a:pt x="408" y="468"/>
                  </a:lnTo>
                  <a:cubicBezTo>
                    <a:pt x="419" y="468"/>
                    <a:pt x="430" y="468"/>
                    <a:pt x="441" y="462"/>
                  </a:cubicBezTo>
                  <a:cubicBezTo>
                    <a:pt x="468" y="435"/>
                    <a:pt x="495" y="408"/>
                    <a:pt x="523" y="381"/>
                  </a:cubicBezTo>
                  <a:cubicBezTo>
                    <a:pt x="529" y="383"/>
                    <a:pt x="535" y="384"/>
                    <a:pt x="541" y="384"/>
                  </a:cubicBezTo>
                  <a:cubicBezTo>
                    <a:pt x="574" y="384"/>
                    <a:pt x="582" y="346"/>
                    <a:pt x="610" y="332"/>
                  </a:cubicBezTo>
                  <a:cubicBezTo>
                    <a:pt x="686" y="294"/>
                    <a:pt x="756" y="245"/>
                    <a:pt x="827" y="201"/>
                  </a:cubicBezTo>
                  <a:cubicBezTo>
                    <a:pt x="832" y="196"/>
                    <a:pt x="832" y="174"/>
                    <a:pt x="843" y="169"/>
                  </a:cubicBezTo>
                  <a:cubicBezTo>
                    <a:pt x="849" y="167"/>
                    <a:pt x="855" y="166"/>
                    <a:pt x="861" y="166"/>
                  </a:cubicBezTo>
                  <a:cubicBezTo>
                    <a:pt x="873" y="166"/>
                    <a:pt x="885" y="169"/>
                    <a:pt x="892" y="169"/>
                  </a:cubicBezTo>
                  <a:cubicBezTo>
                    <a:pt x="898" y="169"/>
                    <a:pt x="909" y="158"/>
                    <a:pt x="909" y="152"/>
                  </a:cubicBezTo>
                  <a:cubicBezTo>
                    <a:pt x="903" y="114"/>
                    <a:pt x="936" y="114"/>
                    <a:pt x="963" y="92"/>
                  </a:cubicBezTo>
                  <a:cubicBezTo>
                    <a:pt x="990" y="71"/>
                    <a:pt x="1017" y="54"/>
                    <a:pt x="1055" y="27"/>
                  </a:cubicBezTo>
                  <a:lnTo>
                    <a:pt x="9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3"/>
            <p:cNvSpPr/>
            <p:nvPr/>
          </p:nvSpPr>
          <p:spPr>
            <a:xfrm>
              <a:off x="2691242" y="2325990"/>
              <a:ext cx="90087" cy="73065"/>
            </a:xfrm>
            <a:custGeom>
              <a:rect b="b" l="l" r="r" t="t"/>
              <a:pathLst>
                <a:path extrusionOk="0" h="631" w="778">
                  <a:moveTo>
                    <a:pt x="762" y="0"/>
                  </a:moveTo>
                  <a:cubicBezTo>
                    <a:pt x="707" y="38"/>
                    <a:pt x="642" y="38"/>
                    <a:pt x="609" y="87"/>
                  </a:cubicBezTo>
                  <a:cubicBezTo>
                    <a:pt x="598" y="104"/>
                    <a:pt x="577" y="104"/>
                    <a:pt x="566" y="109"/>
                  </a:cubicBezTo>
                  <a:cubicBezTo>
                    <a:pt x="555" y="115"/>
                    <a:pt x="539" y="120"/>
                    <a:pt x="533" y="131"/>
                  </a:cubicBezTo>
                  <a:cubicBezTo>
                    <a:pt x="446" y="218"/>
                    <a:pt x="338" y="272"/>
                    <a:pt x="245" y="348"/>
                  </a:cubicBezTo>
                  <a:cubicBezTo>
                    <a:pt x="218" y="365"/>
                    <a:pt x="174" y="376"/>
                    <a:pt x="169" y="403"/>
                  </a:cubicBezTo>
                  <a:cubicBezTo>
                    <a:pt x="158" y="435"/>
                    <a:pt x="126" y="435"/>
                    <a:pt x="120" y="457"/>
                  </a:cubicBezTo>
                  <a:cubicBezTo>
                    <a:pt x="115" y="479"/>
                    <a:pt x="77" y="495"/>
                    <a:pt x="49" y="511"/>
                  </a:cubicBezTo>
                  <a:cubicBezTo>
                    <a:pt x="6" y="549"/>
                    <a:pt x="1" y="582"/>
                    <a:pt x="39" y="631"/>
                  </a:cubicBezTo>
                  <a:cubicBezTo>
                    <a:pt x="109" y="598"/>
                    <a:pt x="174" y="555"/>
                    <a:pt x="229" y="495"/>
                  </a:cubicBezTo>
                  <a:cubicBezTo>
                    <a:pt x="283" y="452"/>
                    <a:pt x="343" y="408"/>
                    <a:pt x="403" y="370"/>
                  </a:cubicBezTo>
                  <a:cubicBezTo>
                    <a:pt x="414" y="359"/>
                    <a:pt x="430" y="354"/>
                    <a:pt x="441" y="343"/>
                  </a:cubicBezTo>
                  <a:cubicBezTo>
                    <a:pt x="468" y="321"/>
                    <a:pt x="490" y="289"/>
                    <a:pt x="522" y="278"/>
                  </a:cubicBezTo>
                  <a:cubicBezTo>
                    <a:pt x="593" y="256"/>
                    <a:pt x="626" y="191"/>
                    <a:pt x="685" y="158"/>
                  </a:cubicBezTo>
                  <a:cubicBezTo>
                    <a:pt x="685" y="125"/>
                    <a:pt x="718" y="136"/>
                    <a:pt x="729" y="120"/>
                  </a:cubicBezTo>
                  <a:cubicBezTo>
                    <a:pt x="734" y="104"/>
                    <a:pt x="756" y="77"/>
                    <a:pt x="751" y="71"/>
                  </a:cubicBezTo>
                  <a:cubicBezTo>
                    <a:pt x="723" y="38"/>
                    <a:pt x="778" y="49"/>
                    <a:pt x="772" y="28"/>
                  </a:cubicBezTo>
                  <a:cubicBezTo>
                    <a:pt x="767" y="22"/>
                    <a:pt x="762" y="11"/>
                    <a:pt x="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3"/>
            <p:cNvSpPr/>
            <p:nvPr/>
          </p:nvSpPr>
          <p:spPr>
            <a:xfrm>
              <a:off x="2765465" y="2646963"/>
              <a:ext cx="95181" cy="66812"/>
            </a:xfrm>
            <a:custGeom>
              <a:rect b="b" l="l" r="r" t="t"/>
              <a:pathLst>
                <a:path extrusionOk="0" h="577" w="822">
                  <a:moveTo>
                    <a:pt x="784" y="1"/>
                  </a:moveTo>
                  <a:cubicBezTo>
                    <a:pt x="751" y="22"/>
                    <a:pt x="718" y="44"/>
                    <a:pt x="686" y="60"/>
                  </a:cubicBezTo>
                  <a:cubicBezTo>
                    <a:pt x="664" y="71"/>
                    <a:pt x="642" y="77"/>
                    <a:pt x="626" y="82"/>
                  </a:cubicBezTo>
                  <a:lnTo>
                    <a:pt x="604" y="82"/>
                  </a:lnTo>
                  <a:cubicBezTo>
                    <a:pt x="593" y="131"/>
                    <a:pt x="539" y="131"/>
                    <a:pt x="506" y="158"/>
                  </a:cubicBezTo>
                  <a:cubicBezTo>
                    <a:pt x="476" y="179"/>
                    <a:pt x="450" y="219"/>
                    <a:pt x="401" y="219"/>
                  </a:cubicBezTo>
                  <a:cubicBezTo>
                    <a:pt x="399" y="219"/>
                    <a:pt x="395" y="218"/>
                    <a:pt x="392" y="218"/>
                  </a:cubicBezTo>
                  <a:cubicBezTo>
                    <a:pt x="387" y="218"/>
                    <a:pt x="376" y="240"/>
                    <a:pt x="371" y="245"/>
                  </a:cubicBezTo>
                  <a:cubicBezTo>
                    <a:pt x="365" y="248"/>
                    <a:pt x="358" y="248"/>
                    <a:pt x="352" y="248"/>
                  </a:cubicBezTo>
                  <a:cubicBezTo>
                    <a:pt x="345" y="248"/>
                    <a:pt x="338" y="248"/>
                    <a:pt x="333" y="251"/>
                  </a:cubicBezTo>
                  <a:cubicBezTo>
                    <a:pt x="305" y="272"/>
                    <a:pt x="278" y="316"/>
                    <a:pt x="251" y="321"/>
                  </a:cubicBezTo>
                  <a:cubicBezTo>
                    <a:pt x="197" y="327"/>
                    <a:pt x="191" y="381"/>
                    <a:pt x="153" y="387"/>
                  </a:cubicBezTo>
                  <a:cubicBezTo>
                    <a:pt x="142" y="392"/>
                    <a:pt x="131" y="398"/>
                    <a:pt x="126" y="403"/>
                  </a:cubicBezTo>
                  <a:cubicBezTo>
                    <a:pt x="110" y="408"/>
                    <a:pt x="99" y="414"/>
                    <a:pt x="88" y="425"/>
                  </a:cubicBezTo>
                  <a:cubicBezTo>
                    <a:pt x="55" y="457"/>
                    <a:pt x="28" y="495"/>
                    <a:pt x="1" y="528"/>
                  </a:cubicBezTo>
                  <a:cubicBezTo>
                    <a:pt x="1" y="544"/>
                    <a:pt x="1" y="555"/>
                    <a:pt x="6" y="577"/>
                  </a:cubicBezTo>
                  <a:lnTo>
                    <a:pt x="77" y="561"/>
                  </a:lnTo>
                  <a:cubicBezTo>
                    <a:pt x="148" y="533"/>
                    <a:pt x="197" y="474"/>
                    <a:pt x="273" y="446"/>
                  </a:cubicBezTo>
                  <a:cubicBezTo>
                    <a:pt x="289" y="441"/>
                    <a:pt x="311" y="408"/>
                    <a:pt x="322" y="398"/>
                  </a:cubicBezTo>
                  <a:cubicBezTo>
                    <a:pt x="333" y="387"/>
                    <a:pt x="338" y="376"/>
                    <a:pt x="349" y="370"/>
                  </a:cubicBezTo>
                  <a:cubicBezTo>
                    <a:pt x="398" y="343"/>
                    <a:pt x="452" y="311"/>
                    <a:pt x="496" y="278"/>
                  </a:cubicBezTo>
                  <a:cubicBezTo>
                    <a:pt x="610" y="207"/>
                    <a:pt x="718" y="131"/>
                    <a:pt x="822" y="44"/>
                  </a:cubicBezTo>
                  <a:cubicBezTo>
                    <a:pt x="822" y="39"/>
                    <a:pt x="822" y="33"/>
                    <a:pt x="822" y="33"/>
                  </a:cubicBezTo>
                  <a:lnTo>
                    <a:pt x="7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3"/>
            <p:cNvSpPr/>
            <p:nvPr/>
          </p:nvSpPr>
          <p:spPr>
            <a:xfrm>
              <a:off x="2781213" y="2698837"/>
              <a:ext cx="84529" cy="59517"/>
            </a:xfrm>
            <a:custGeom>
              <a:rect b="b" l="l" r="r" t="t"/>
              <a:pathLst>
                <a:path extrusionOk="0" h="514" w="730">
                  <a:moveTo>
                    <a:pt x="683" y="0"/>
                  </a:moveTo>
                  <a:cubicBezTo>
                    <a:pt x="672" y="0"/>
                    <a:pt x="659" y="5"/>
                    <a:pt x="642" y="15"/>
                  </a:cubicBezTo>
                  <a:cubicBezTo>
                    <a:pt x="599" y="36"/>
                    <a:pt x="561" y="58"/>
                    <a:pt x="523" y="91"/>
                  </a:cubicBezTo>
                  <a:cubicBezTo>
                    <a:pt x="501" y="113"/>
                    <a:pt x="492" y="122"/>
                    <a:pt x="478" y="122"/>
                  </a:cubicBezTo>
                  <a:cubicBezTo>
                    <a:pt x="467" y="122"/>
                    <a:pt x="454" y="117"/>
                    <a:pt x="430" y="107"/>
                  </a:cubicBezTo>
                  <a:lnTo>
                    <a:pt x="398" y="140"/>
                  </a:lnTo>
                  <a:lnTo>
                    <a:pt x="447" y="162"/>
                  </a:lnTo>
                  <a:cubicBezTo>
                    <a:pt x="413" y="171"/>
                    <a:pt x="387" y="190"/>
                    <a:pt x="371" y="190"/>
                  </a:cubicBezTo>
                  <a:cubicBezTo>
                    <a:pt x="369" y="190"/>
                    <a:pt x="367" y="189"/>
                    <a:pt x="365" y="189"/>
                  </a:cubicBezTo>
                  <a:cubicBezTo>
                    <a:pt x="355" y="184"/>
                    <a:pt x="346" y="182"/>
                    <a:pt x="339" y="182"/>
                  </a:cubicBezTo>
                  <a:cubicBezTo>
                    <a:pt x="314" y="182"/>
                    <a:pt x="303" y="205"/>
                    <a:pt x="294" y="221"/>
                  </a:cubicBezTo>
                  <a:cubicBezTo>
                    <a:pt x="283" y="238"/>
                    <a:pt x="273" y="259"/>
                    <a:pt x="262" y="281"/>
                  </a:cubicBezTo>
                  <a:cubicBezTo>
                    <a:pt x="241" y="274"/>
                    <a:pt x="226" y="270"/>
                    <a:pt x="215" y="270"/>
                  </a:cubicBezTo>
                  <a:cubicBezTo>
                    <a:pt x="192" y="270"/>
                    <a:pt x="188" y="289"/>
                    <a:pt x="180" y="341"/>
                  </a:cubicBezTo>
                  <a:cubicBezTo>
                    <a:pt x="148" y="346"/>
                    <a:pt x="104" y="335"/>
                    <a:pt x="82" y="379"/>
                  </a:cubicBezTo>
                  <a:lnTo>
                    <a:pt x="104" y="406"/>
                  </a:lnTo>
                  <a:lnTo>
                    <a:pt x="39" y="390"/>
                  </a:lnTo>
                  <a:lnTo>
                    <a:pt x="39" y="390"/>
                  </a:lnTo>
                  <a:cubicBezTo>
                    <a:pt x="71" y="439"/>
                    <a:pt x="1" y="428"/>
                    <a:pt x="6" y="466"/>
                  </a:cubicBezTo>
                  <a:cubicBezTo>
                    <a:pt x="33" y="498"/>
                    <a:pt x="48" y="513"/>
                    <a:pt x="65" y="513"/>
                  </a:cubicBezTo>
                  <a:cubicBezTo>
                    <a:pt x="80" y="513"/>
                    <a:pt x="95" y="502"/>
                    <a:pt x="120" y="482"/>
                  </a:cubicBezTo>
                  <a:cubicBezTo>
                    <a:pt x="153" y="460"/>
                    <a:pt x="180" y="444"/>
                    <a:pt x="207" y="422"/>
                  </a:cubicBezTo>
                  <a:cubicBezTo>
                    <a:pt x="240" y="406"/>
                    <a:pt x="273" y="379"/>
                    <a:pt x="300" y="357"/>
                  </a:cubicBezTo>
                  <a:cubicBezTo>
                    <a:pt x="343" y="314"/>
                    <a:pt x="409" y="303"/>
                    <a:pt x="436" y="243"/>
                  </a:cubicBezTo>
                  <a:cubicBezTo>
                    <a:pt x="452" y="216"/>
                    <a:pt x="479" y="194"/>
                    <a:pt x="512" y="183"/>
                  </a:cubicBezTo>
                  <a:cubicBezTo>
                    <a:pt x="593" y="162"/>
                    <a:pt x="664" y="123"/>
                    <a:pt x="729" y="75"/>
                  </a:cubicBezTo>
                  <a:cubicBezTo>
                    <a:pt x="729" y="64"/>
                    <a:pt x="724" y="58"/>
                    <a:pt x="724" y="53"/>
                  </a:cubicBezTo>
                  <a:cubicBezTo>
                    <a:pt x="713" y="17"/>
                    <a:pt x="703" y="0"/>
                    <a:pt x="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3"/>
            <p:cNvSpPr/>
            <p:nvPr/>
          </p:nvSpPr>
          <p:spPr>
            <a:xfrm>
              <a:off x="2683716" y="2298895"/>
              <a:ext cx="75034" cy="71907"/>
            </a:xfrm>
            <a:custGeom>
              <a:rect b="b" l="l" r="r" t="t"/>
              <a:pathLst>
                <a:path extrusionOk="0" h="621" w="648">
                  <a:moveTo>
                    <a:pt x="609" y="1"/>
                  </a:moveTo>
                  <a:lnTo>
                    <a:pt x="511" y="44"/>
                  </a:lnTo>
                  <a:cubicBezTo>
                    <a:pt x="511" y="77"/>
                    <a:pt x="473" y="99"/>
                    <a:pt x="441" y="115"/>
                  </a:cubicBezTo>
                  <a:cubicBezTo>
                    <a:pt x="424" y="126"/>
                    <a:pt x="392" y="142"/>
                    <a:pt x="392" y="147"/>
                  </a:cubicBezTo>
                  <a:cubicBezTo>
                    <a:pt x="392" y="196"/>
                    <a:pt x="354" y="196"/>
                    <a:pt x="332" y="213"/>
                  </a:cubicBezTo>
                  <a:cubicBezTo>
                    <a:pt x="321" y="224"/>
                    <a:pt x="305" y="234"/>
                    <a:pt x="299" y="245"/>
                  </a:cubicBezTo>
                  <a:cubicBezTo>
                    <a:pt x="234" y="305"/>
                    <a:pt x="191" y="381"/>
                    <a:pt x="109" y="425"/>
                  </a:cubicBezTo>
                  <a:cubicBezTo>
                    <a:pt x="98" y="430"/>
                    <a:pt x="82" y="452"/>
                    <a:pt x="82" y="457"/>
                  </a:cubicBezTo>
                  <a:cubicBezTo>
                    <a:pt x="93" y="490"/>
                    <a:pt x="66" y="495"/>
                    <a:pt x="49" y="506"/>
                  </a:cubicBezTo>
                  <a:cubicBezTo>
                    <a:pt x="33" y="517"/>
                    <a:pt x="17" y="528"/>
                    <a:pt x="0" y="544"/>
                  </a:cubicBezTo>
                  <a:cubicBezTo>
                    <a:pt x="6" y="571"/>
                    <a:pt x="11" y="593"/>
                    <a:pt x="22" y="620"/>
                  </a:cubicBezTo>
                  <a:cubicBezTo>
                    <a:pt x="27" y="620"/>
                    <a:pt x="38" y="620"/>
                    <a:pt x="44" y="615"/>
                  </a:cubicBezTo>
                  <a:cubicBezTo>
                    <a:pt x="87" y="582"/>
                    <a:pt x="131" y="544"/>
                    <a:pt x="169" y="501"/>
                  </a:cubicBezTo>
                  <a:cubicBezTo>
                    <a:pt x="223" y="425"/>
                    <a:pt x="316" y="387"/>
                    <a:pt x="364" y="311"/>
                  </a:cubicBezTo>
                  <a:cubicBezTo>
                    <a:pt x="451" y="272"/>
                    <a:pt x="495" y="196"/>
                    <a:pt x="566" y="137"/>
                  </a:cubicBezTo>
                  <a:cubicBezTo>
                    <a:pt x="598" y="115"/>
                    <a:pt x="647" y="93"/>
                    <a:pt x="647" y="55"/>
                  </a:cubicBezTo>
                  <a:lnTo>
                    <a:pt x="6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3"/>
            <p:cNvSpPr/>
            <p:nvPr/>
          </p:nvSpPr>
          <p:spPr>
            <a:xfrm>
              <a:off x="1976804" y="2142230"/>
              <a:ext cx="56854" cy="161183"/>
            </a:xfrm>
            <a:custGeom>
              <a:rect b="b" l="l" r="r" t="t"/>
              <a:pathLst>
                <a:path extrusionOk="0" h="1392" w="491">
                  <a:moveTo>
                    <a:pt x="490" y="0"/>
                  </a:moveTo>
                  <a:lnTo>
                    <a:pt x="490" y="0"/>
                  </a:lnTo>
                  <a:cubicBezTo>
                    <a:pt x="463" y="22"/>
                    <a:pt x="436" y="38"/>
                    <a:pt x="409" y="60"/>
                  </a:cubicBezTo>
                  <a:cubicBezTo>
                    <a:pt x="398" y="82"/>
                    <a:pt x="392" y="103"/>
                    <a:pt x="376" y="120"/>
                  </a:cubicBezTo>
                  <a:cubicBezTo>
                    <a:pt x="349" y="169"/>
                    <a:pt x="332" y="223"/>
                    <a:pt x="332" y="283"/>
                  </a:cubicBezTo>
                  <a:cubicBezTo>
                    <a:pt x="332" y="315"/>
                    <a:pt x="327" y="354"/>
                    <a:pt x="311" y="381"/>
                  </a:cubicBezTo>
                  <a:cubicBezTo>
                    <a:pt x="305" y="402"/>
                    <a:pt x="294" y="413"/>
                    <a:pt x="284" y="430"/>
                  </a:cubicBezTo>
                  <a:cubicBezTo>
                    <a:pt x="267" y="440"/>
                    <a:pt x="262" y="462"/>
                    <a:pt x="267" y="484"/>
                  </a:cubicBezTo>
                  <a:cubicBezTo>
                    <a:pt x="278" y="506"/>
                    <a:pt x="284" y="544"/>
                    <a:pt x="240" y="555"/>
                  </a:cubicBezTo>
                  <a:cubicBezTo>
                    <a:pt x="229" y="566"/>
                    <a:pt x="218" y="582"/>
                    <a:pt x="224" y="598"/>
                  </a:cubicBezTo>
                  <a:cubicBezTo>
                    <a:pt x="240" y="642"/>
                    <a:pt x="202" y="669"/>
                    <a:pt x="197" y="701"/>
                  </a:cubicBezTo>
                  <a:cubicBezTo>
                    <a:pt x="180" y="761"/>
                    <a:pt x="159" y="816"/>
                    <a:pt x="142" y="875"/>
                  </a:cubicBezTo>
                  <a:cubicBezTo>
                    <a:pt x="142" y="886"/>
                    <a:pt x="142" y="903"/>
                    <a:pt x="142" y="913"/>
                  </a:cubicBezTo>
                  <a:cubicBezTo>
                    <a:pt x="142" y="957"/>
                    <a:pt x="126" y="995"/>
                    <a:pt x="104" y="1033"/>
                  </a:cubicBezTo>
                  <a:cubicBezTo>
                    <a:pt x="72" y="1049"/>
                    <a:pt x="55" y="1082"/>
                    <a:pt x="61" y="1115"/>
                  </a:cubicBezTo>
                  <a:cubicBezTo>
                    <a:pt x="61" y="1169"/>
                    <a:pt x="50" y="1223"/>
                    <a:pt x="17" y="1267"/>
                  </a:cubicBezTo>
                  <a:cubicBezTo>
                    <a:pt x="6" y="1288"/>
                    <a:pt x="12" y="1316"/>
                    <a:pt x="6" y="1337"/>
                  </a:cubicBezTo>
                  <a:lnTo>
                    <a:pt x="28" y="1337"/>
                  </a:lnTo>
                  <a:cubicBezTo>
                    <a:pt x="6" y="1370"/>
                    <a:pt x="1" y="1381"/>
                    <a:pt x="6" y="1392"/>
                  </a:cubicBezTo>
                  <a:cubicBezTo>
                    <a:pt x="44" y="1343"/>
                    <a:pt x="82" y="1299"/>
                    <a:pt x="126" y="1250"/>
                  </a:cubicBezTo>
                  <a:cubicBezTo>
                    <a:pt x="148" y="1196"/>
                    <a:pt x="169" y="1136"/>
                    <a:pt x="186" y="1076"/>
                  </a:cubicBezTo>
                  <a:cubicBezTo>
                    <a:pt x="197" y="1011"/>
                    <a:pt x="218" y="946"/>
                    <a:pt x="251" y="892"/>
                  </a:cubicBezTo>
                  <a:cubicBezTo>
                    <a:pt x="256" y="881"/>
                    <a:pt x="262" y="870"/>
                    <a:pt x="262" y="859"/>
                  </a:cubicBezTo>
                  <a:cubicBezTo>
                    <a:pt x="256" y="794"/>
                    <a:pt x="294" y="739"/>
                    <a:pt x="311" y="680"/>
                  </a:cubicBezTo>
                  <a:cubicBezTo>
                    <a:pt x="322" y="614"/>
                    <a:pt x="360" y="555"/>
                    <a:pt x="365" y="489"/>
                  </a:cubicBezTo>
                  <a:cubicBezTo>
                    <a:pt x="371" y="451"/>
                    <a:pt x="398" y="435"/>
                    <a:pt x="398" y="402"/>
                  </a:cubicBezTo>
                  <a:cubicBezTo>
                    <a:pt x="398" y="359"/>
                    <a:pt x="409" y="315"/>
                    <a:pt x="425" y="277"/>
                  </a:cubicBezTo>
                  <a:cubicBezTo>
                    <a:pt x="452" y="234"/>
                    <a:pt x="425" y="180"/>
                    <a:pt x="468" y="147"/>
                  </a:cubicBezTo>
                  <a:cubicBezTo>
                    <a:pt x="474" y="142"/>
                    <a:pt x="474" y="131"/>
                    <a:pt x="468" y="125"/>
                  </a:cubicBezTo>
                  <a:cubicBezTo>
                    <a:pt x="463" y="82"/>
                    <a:pt x="474" y="38"/>
                    <a:pt x="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3"/>
            <p:cNvSpPr/>
            <p:nvPr/>
          </p:nvSpPr>
          <p:spPr>
            <a:xfrm>
              <a:off x="1927708" y="2165504"/>
              <a:ext cx="58012" cy="169983"/>
            </a:xfrm>
            <a:custGeom>
              <a:rect b="b" l="l" r="r" t="t"/>
              <a:pathLst>
                <a:path extrusionOk="0" h="1468" w="501">
                  <a:moveTo>
                    <a:pt x="479" y="0"/>
                  </a:moveTo>
                  <a:cubicBezTo>
                    <a:pt x="457" y="0"/>
                    <a:pt x="430" y="0"/>
                    <a:pt x="441" y="33"/>
                  </a:cubicBezTo>
                  <a:cubicBezTo>
                    <a:pt x="452" y="60"/>
                    <a:pt x="441" y="82"/>
                    <a:pt x="419" y="98"/>
                  </a:cubicBezTo>
                  <a:cubicBezTo>
                    <a:pt x="398" y="120"/>
                    <a:pt x="387" y="131"/>
                    <a:pt x="381" y="136"/>
                  </a:cubicBezTo>
                  <a:cubicBezTo>
                    <a:pt x="381" y="163"/>
                    <a:pt x="392" y="196"/>
                    <a:pt x="381" y="207"/>
                  </a:cubicBezTo>
                  <a:cubicBezTo>
                    <a:pt x="332" y="256"/>
                    <a:pt x="349" y="316"/>
                    <a:pt x="332" y="370"/>
                  </a:cubicBezTo>
                  <a:lnTo>
                    <a:pt x="294" y="370"/>
                  </a:lnTo>
                  <a:cubicBezTo>
                    <a:pt x="300" y="397"/>
                    <a:pt x="305" y="419"/>
                    <a:pt x="311" y="441"/>
                  </a:cubicBezTo>
                  <a:lnTo>
                    <a:pt x="262" y="484"/>
                  </a:lnTo>
                  <a:cubicBezTo>
                    <a:pt x="278" y="506"/>
                    <a:pt x="278" y="528"/>
                    <a:pt x="235" y="538"/>
                  </a:cubicBezTo>
                  <a:lnTo>
                    <a:pt x="278" y="566"/>
                  </a:lnTo>
                  <a:cubicBezTo>
                    <a:pt x="256" y="587"/>
                    <a:pt x="224" y="609"/>
                    <a:pt x="245" y="653"/>
                  </a:cubicBezTo>
                  <a:cubicBezTo>
                    <a:pt x="245" y="658"/>
                    <a:pt x="229" y="674"/>
                    <a:pt x="224" y="685"/>
                  </a:cubicBezTo>
                  <a:cubicBezTo>
                    <a:pt x="213" y="696"/>
                    <a:pt x="191" y="712"/>
                    <a:pt x="175" y="729"/>
                  </a:cubicBezTo>
                  <a:cubicBezTo>
                    <a:pt x="218" y="761"/>
                    <a:pt x="191" y="778"/>
                    <a:pt x="164" y="799"/>
                  </a:cubicBezTo>
                  <a:cubicBezTo>
                    <a:pt x="175" y="805"/>
                    <a:pt x="180" y="810"/>
                    <a:pt x="186" y="816"/>
                  </a:cubicBezTo>
                  <a:cubicBezTo>
                    <a:pt x="191" y="821"/>
                    <a:pt x="191" y="832"/>
                    <a:pt x="191" y="837"/>
                  </a:cubicBezTo>
                  <a:cubicBezTo>
                    <a:pt x="159" y="837"/>
                    <a:pt x="137" y="848"/>
                    <a:pt x="137" y="870"/>
                  </a:cubicBezTo>
                  <a:cubicBezTo>
                    <a:pt x="137" y="908"/>
                    <a:pt x="142" y="946"/>
                    <a:pt x="148" y="984"/>
                  </a:cubicBezTo>
                  <a:lnTo>
                    <a:pt x="104" y="984"/>
                  </a:lnTo>
                  <a:cubicBezTo>
                    <a:pt x="110" y="1011"/>
                    <a:pt x="115" y="1039"/>
                    <a:pt x="120" y="1071"/>
                  </a:cubicBezTo>
                  <a:cubicBezTo>
                    <a:pt x="120" y="1098"/>
                    <a:pt x="72" y="1115"/>
                    <a:pt x="99" y="1153"/>
                  </a:cubicBezTo>
                  <a:cubicBezTo>
                    <a:pt x="55" y="1164"/>
                    <a:pt x="77" y="1202"/>
                    <a:pt x="72" y="1223"/>
                  </a:cubicBezTo>
                  <a:cubicBezTo>
                    <a:pt x="50" y="1272"/>
                    <a:pt x="72" y="1327"/>
                    <a:pt x="33" y="1370"/>
                  </a:cubicBezTo>
                  <a:cubicBezTo>
                    <a:pt x="28" y="1376"/>
                    <a:pt x="33" y="1403"/>
                    <a:pt x="17" y="1414"/>
                  </a:cubicBezTo>
                  <a:cubicBezTo>
                    <a:pt x="1" y="1430"/>
                    <a:pt x="17" y="1435"/>
                    <a:pt x="17" y="1452"/>
                  </a:cubicBezTo>
                  <a:cubicBezTo>
                    <a:pt x="23" y="1457"/>
                    <a:pt x="23" y="1463"/>
                    <a:pt x="28" y="1468"/>
                  </a:cubicBezTo>
                  <a:lnTo>
                    <a:pt x="93" y="1430"/>
                  </a:lnTo>
                  <a:cubicBezTo>
                    <a:pt x="99" y="1414"/>
                    <a:pt x="104" y="1392"/>
                    <a:pt x="110" y="1370"/>
                  </a:cubicBezTo>
                  <a:cubicBezTo>
                    <a:pt x="115" y="1316"/>
                    <a:pt x="126" y="1267"/>
                    <a:pt x="142" y="1223"/>
                  </a:cubicBezTo>
                  <a:cubicBezTo>
                    <a:pt x="164" y="1180"/>
                    <a:pt x="142" y="1126"/>
                    <a:pt x="191" y="1093"/>
                  </a:cubicBezTo>
                  <a:cubicBezTo>
                    <a:pt x="197" y="1093"/>
                    <a:pt x="197" y="1082"/>
                    <a:pt x="191" y="1071"/>
                  </a:cubicBezTo>
                  <a:cubicBezTo>
                    <a:pt x="186" y="1011"/>
                    <a:pt x="235" y="962"/>
                    <a:pt x="235" y="897"/>
                  </a:cubicBezTo>
                  <a:cubicBezTo>
                    <a:pt x="235" y="875"/>
                    <a:pt x="267" y="843"/>
                    <a:pt x="262" y="837"/>
                  </a:cubicBezTo>
                  <a:cubicBezTo>
                    <a:pt x="235" y="805"/>
                    <a:pt x="278" y="794"/>
                    <a:pt x="284" y="772"/>
                  </a:cubicBezTo>
                  <a:cubicBezTo>
                    <a:pt x="305" y="691"/>
                    <a:pt x="332" y="615"/>
                    <a:pt x="354" y="533"/>
                  </a:cubicBezTo>
                  <a:cubicBezTo>
                    <a:pt x="365" y="495"/>
                    <a:pt x="376" y="457"/>
                    <a:pt x="387" y="419"/>
                  </a:cubicBezTo>
                  <a:cubicBezTo>
                    <a:pt x="425" y="332"/>
                    <a:pt x="452" y="245"/>
                    <a:pt x="474" y="153"/>
                  </a:cubicBezTo>
                  <a:cubicBezTo>
                    <a:pt x="501" y="109"/>
                    <a:pt x="501" y="49"/>
                    <a:pt x="4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3"/>
            <p:cNvSpPr/>
            <p:nvPr/>
          </p:nvSpPr>
          <p:spPr>
            <a:xfrm>
              <a:off x="1879307" y="2222126"/>
              <a:ext cx="47938" cy="139183"/>
            </a:xfrm>
            <a:custGeom>
              <a:rect b="b" l="l" r="r" t="t"/>
              <a:pathLst>
                <a:path extrusionOk="0" h="1202" w="414">
                  <a:moveTo>
                    <a:pt x="392" y="1"/>
                  </a:moveTo>
                  <a:cubicBezTo>
                    <a:pt x="337" y="22"/>
                    <a:pt x="365" y="87"/>
                    <a:pt x="326" y="126"/>
                  </a:cubicBezTo>
                  <a:cubicBezTo>
                    <a:pt x="299" y="147"/>
                    <a:pt x="305" y="207"/>
                    <a:pt x="283" y="240"/>
                  </a:cubicBezTo>
                  <a:cubicBezTo>
                    <a:pt x="261" y="278"/>
                    <a:pt x="250" y="321"/>
                    <a:pt x="240" y="359"/>
                  </a:cubicBezTo>
                  <a:cubicBezTo>
                    <a:pt x="229" y="397"/>
                    <a:pt x="212" y="435"/>
                    <a:pt x="201" y="468"/>
                  </a:cubicBezTo>
                  <a:cubicBezTo>
                    <a:pt x="174" y="560"/>
                    <a:pt x="147" y="653"/>
                    <a:pt x="120" y="745"/>
                  </a:cubicBezTo>
                  <a:cubicBezTo>
                    <a:pt x="82" y="854"/>
                    <a:pt x="76" y="968"/>
                    <a:pt x="28" y="1066"/>
                  </a:cubicBezTo>
                  <a:cubicBezTo>
                    <a:pt x="28" y="1115"/>
                    <a:pt x="22" y="1158"/>
                    <a:pt x="0" y="1202"/>
                  </a:cubicBezTo>
                  <a:lnTo>
                    <a:pt x="44" y="1191"/>
                  </a:lnTo>
                  <a:cubicBezTo>
                    <a:pt x="49" y="1164"/>
                    <a:pt x="66" y="1137"/>
                    <a:pt x="93" y="1131"/>
                  </a:cubicBezTo>
                  <a:lnTo>
                    <a:pt x="109" y="1120"/>
                  </a:lnTo>
                  <a:cubicBezTo>
                    <a:pt x="98" y="1099"/>
                    <a:pt x="98" y="1077"/>
                    <a:pt x="109" y="1055"/>
                  </a:cubicBezTo>
                  <a:lnTo>
                    <a:pt x="125" y="1071"/>
                  </a:lnTo>
                  <a:cubicBezTo>
                    <a:pt x="153" y="1050"/>
                    <a:pt x="147" y="1022"/>
                    <a:pt x="125" y="1001"/>
                  </a:cubicBezTo>
                  <a:lnTo>
                    <a:pt x="180" y="935"/>
                  </a:lnTo>
                  <a:cubicBezTo>
                    <a:pt x="147" y="897"/>
                    <a:pt x="147" y="892"/>
                    <a:pt x="180" y="865"/>
                  </a:cubicBezTo>
                  <a:cubicBezTo>
                    <a:pt x="201" y="849"/>
                    <a:pt x="212" y="821"/>
                    <a:pt x="207" y="794"/>
                  </a:cubicBezTo>
                  <a:cubicBezTo>
                    <a:pt x="196" y="772"/>
                    <a:pt x="191" y="756"/>
                    <a:pt x="180" y="734"/>
                  </a:cubicBezTo>
                  <a:lnTo>
                    <a:pt x="180" y="734"/>
                  </a:lnTo>
                  <a:cubicBezTo>
                    <a:pt x="198" y="747"/>
                    <a:pt x="210" y="752"/>
                    <a:pt x="218" y="752"/>
                  </a:cubicBezTo>
                  <a:cubicBezTo>
                    <a:pt x="237" y="752"/>
                    <a:pt x="234" y="726"/>
                    <a:pt x="234" y="718"/>
                  </a:cubicBezTo>
                  <a:cubicBezTo>
                    <a:pt x="223" y="669"/>
                    <a:pt x="261" y="637"/>
                    <a:pt x="272" y="598"/>
                  </a:cubicBezTo>
                  <a:cubicBezTo>
                    <a:pt x="278" y="593"/>
                    <a:pt x="278" y="588"/>
                    <a:pt x="278" y="582"/>
                  </a:cubicBezTo>
                  <a:lnTo>
                    <a:pt x="256" y="571"/>
                  </a:lnTo>
                  <a:cubicBezTo>
                    <a:pt x="272" y="550"/>
                    <a:pt x="288" y="533"/>
                    <a:pt x="299" y="517"/>
                  </a:cubicBezTo>
                  <a:cubicBezTo>
                    <a:pt x="326" y="484"/>
                    <a:pt x="267" y="479"/>
                    <a:pt x="278" y="446"/>
                  </a:cubicBezTo>
                  <a:lnTo>
                    <a:pt x="316" y="441"/>
                  </a:lnTo>
                  <a:cubicBezTo>
                    <a:pt x="316" y="419"/>
                    <a:pt x="316" y="397"/>
                    <a:pt x="321" y="381"/>
                  </a:cubicBezTo>
                  <a:cubicBezTo>
                    <a:pt x="343" y="343"/>
                    <a:pt x="321" y="283"/>
                    <a:pt x="375" y="272"/>
                  </a:cubicBezTo>
                  <a:lnTo>
                    <a:pt x="413" y="60"/>
                  </a:lnTo>
                  <a:cubicBezTo>
                    <a:pt x="412" y="57"/>
                    <a:pt x="407" y="56"/>
                    <a:pt x="402" y="56"/>
                  </a:cubicBezTo>
                  <a:cubicBezTo>
                    <a:pt x="399" y="56"/>
                    <a:pt x="397" y="56"/>
                    <a:pt x="394" y="56"/>
                  </a:cubicBezTo>
                  <a:cubicBezTo>
                    <a:pt x="388" y="56"/>
                    <a:pt x="384" y="55"/>
                    <a:pt x="392" y="44"/>
                  </a:cubicBezTo>
                  <a:cubicBezTo>
                    <a:pt x="413" y="17"/>
                    <a:pt x="408" y="17"/>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3"/>
            <p:cNvSpPr/>
            <p:nvPr/>
          </p:nvSpPr>
          <p:spPr>
            <a:xfrm>
              <a:off x="1848391" y="2278053"/>
              <a:ext cx="31611" cy="85223"/>
            </a:xfrm>
            <a:custGeom>
              <a:rect b="b" l="l" r="r" t="t"/>
              <a:pathLst>
                <a:path extrusionOk="0" h="736" w="273">
                  <a:moveTo>
                    <a:pt x="252" y="1"/>
                  </a:moveTo>
                  <a:cubicBezTo>
                    <a:pt x="213" y="1"/>
                    <a:pt x="212" y="30"/>
                    <a:pt x="202" y="50"/>
                  </a:cubicBezTo>
                  <a:cubicBezTo>
                    <a:pt x="186" y="105"/>
                    <a:pt x="175" y="159"/>
                    <a:pt x="153" y="208"/>
                  </a:cubicBezTo>
                  <a:cubicBezTo>
                    <a:pt x="131" y="240"/>
                    <a:pt x="121" y="279"/>
                    <a:pt x="121" y="317"/>
                  </a:cubicBezTo>
                  <a:cubicBezTo>
                    <a:pt x="121" y="349"/>
                    <a:pt x="66" y="376"/>
                    <a:pt x="88" y="425"/>
                  </a:cubicBezTo>
                  <a:cubicBezTo>
                    <a:pt x="55" y="496"/>
                    <a:pt x="34" y="567"/>
                    <a:pt x="23" y="643"/>
                  </a:cubicBezTo>
                  <a:cubicBezTo>
                    <a:pt x="17" y="675"/>
                    <a:pt x="12" y="708"/>
                    <a:pt x="1" y="735"/>
                  </a:cubicBezTo>
                  <a:cubicBezTo>
                    <a:pt x="28" y="730"/>
                    <a:pt x="55" y="730"/>
                    <a:pt x="83" y="730"/>
                  </a:cubicBezTo>
                  <a:cubicBezTo>
                    <a:pt x="83" y="724"/>
                    <a:pt x="83" y="724"/>
                    <a:pt x="88" y="719"/>
                  </a:cubicBezTo>
                  <a:cubicBezTo>
                    <a:pt x="104" y="697"/>
                    <a:pt x="88" y="654"/>
                    <a:pt x="93" y="621"/>
                  </a:cubicBezTo>
                  <a:cubicBezTo>
                    <a:pt x="99" y="599"/>
                    <a:pt x="110" y="578"/>
                    <a:pt x="115" y="556"/>
                  </a:cubicBezTo>
                  <a:lnTo>
                    <a:pt x="126" y="556"/>
                  </a:lnTo>
                  <a:lnTo>
                    <a:pt x="153" y="550"/>
                  </a:lnTo>
                  <a:cubicBezTo>
                    <a:pt x="121" y="512"/>
                    <a:pt x="121" y="512"/>
                    <a:pt x="131" y="469"/>
                  </a:cubicBezTo>
                  <a:lnTo>
                    <a:pt x="131" y="469"/>
                  </a:lnTo>
                  <a:lnTo>
                    <a:pt x="159" y="485"/>
                  </a:lnTo>
                  <a:cubicBezTo>
                    <a:pt x="164" y="442"/>
                    <a:pt x="142" y="393"/>
                    <a:pt x="191" y="366"/>
                  </a:cubicBezTo>
                  <a:cubicBezTo>
                    <a:pt x="197" y="366"/>
                    <a:pt x="191" y="349"/>
                    <a:pt x="191" y="338"/>
                  </a:cubicBezTo>
                  <a:lnTo>
                    <a:pt x="191" y="262"/>
                  </a:lnTo>
                  <a:lnTo>
                    <a:pt x="229" y="268"/>
                  </a:lnTo>
                  <a:cubicBezTo>
                    <a:pt x="235" y="175"/>
                    <a:pt x="273" y="94"/>
                    <a:pt x="262" y="1"/>
                  </a:cubicBezTo>
                  <a:cubicBezTo>
                    <a:pt x="258" y="1"/>
                    <a:pt x="255"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3"/>
            <p:cNvSpPr/>
            <p:nvPr/>
          </p:nvSpPr>
          <p:spPr>
            <a:xfrm>
              <a:off x="1925277" y="2216800"/>
              <a:ext cx="6948" cy="5442"/>
            </a:xfrm>
            <a:custGeom>
              <a:rect b="b" l="l" r="r" t="t"/>
              <a:pathLst>
                <a:path extrusionOk="0" h="47" w="60">
                  <a:moveTo>
                    <a:pt x="28" y="1"/>
                  </a:moveTo>
                  <a:cubicBezTo>
                    <a:pt x="6" y="1"/>
                    <a:pt x="4" y="9"/>
                    <a:pt x="1" y="41"/>
                  </a:cubicBezTo>
                  <a:lnTo>
                    <a:pt x="1" y="41"/>
                  </a:lnTo>
                  <a:cubicBezTo>
                    <a:pt x="1" y="41"/>
                    <a:pt x="0" y="41"/>
                    <a:pt x="0" y="41"/>
                  </a:cubicBezTo>
                  <a:lnTo>
                    <a:pt x="0" y="47"/>
                  </a:lnTo>
                  <a:cubicBezTo>
                    <a:pt x="0" y="45"/>
                    <a:pt x="1" y="43"/>
                    <a:pt x="1" y="41"/>
                  </a:cubicBezTo>
                  <a:lnTo>
                    <a:pt x="1" y="41"/>
                  </a:lnTo>
                  <a:cubicBezTo>
                    <a:pt x="5" y="43"/>
                    <a:pt x="9" y="43"/>
                    <a:pt x="12" y="43"/>
                  </a:cubicBezTo>
                  <a:cubicBezTo>
                    <a:pt x="35" y="43"/>
                    <a:pt x="41" y="17"/>
                    <a:pt x="60" y="3"/>
                  </a:cubicBezTo>
                  <a:cubicBezTo>
                    <a:pt x="46" y="2"/>
                    <a:pt x="36"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3"/>
            <p:cNvSpPr/>
            <p:nvPr/>
          </p:nvSpPr>
          <p:spPr>
            <a:xfrm>
              <a:off x="2493585" y="3248729"/>
              <a:ext cx="510645" cy="437117"/>
            </a:xfrm>
            <a:custGeom>
              <a:rect b="b" l="l" r="r" t="t"/>
              <a:pathLst>
                <a:path extrusionOk="0" h="3775" w="4410">
                  <a:moveTo>
                    <a:pt x="2499" y="151"/>
                  </a:moveTo>
                  <a:cubicBezTo>
                    <a:pt x="2550" y="151"/>
                    <a:pt x="2602" y="158"/>
                    <a:pt x="2648" y="174"/>
                  </a:cubicBezTo>
                  <a:cubicBezTo>
                    <a:pt x="2673" y="187"/>
                    <a:pt x="2698" y="191"/>
                    <a:pt x="2722" y="191"/>
                  </a:cubicBezTo>
                  <a:cubicBezTo>
                    <a:pt x="2754" y="191"/>
                    <a:pt x="2785" y="184"/>
                    <a:pt x="2815" y="184"/>
                  </a:cubicBezTo>
                  <a:cubicBezTo>
                    <a:pt x="2821" y="184"/>
                    <a:pt x="2827" y="185"/>
                    <a:pt x="2833" y="185"/>
                  </a:cubicBezTo>
                  <a:cubicBezTo>
                    <a:pt x="2909" y="196"/>
                    <a:pt x="2985" y="212"/>
                    <a:pt x="3050" y="223"/>
                  </a:cubicBezTo>
                  <a:cubicBezTo>
                    <a:pt x="3072" y="250"/>
                    <a:pt x="3094" y="267"/>
                    <a:pt x="3121" y="288"/>
                  </a:cubicBezTo>
                  <a:cubicBezTo>
                    <a:pt x="3122" y="289"/>
                    <a:pt x="3123" y="289"/>
                    <a:pt x="3124" y="289"/>
                  </a:cubicBezTo>
                  <a:cubicBezTo>
                    <a:pt x="3132" y="289"/>
                    <a:pt x="3150" y="276"/>
                    <a:pt x="3164" y="267"/>
                  </a:cubicBezTo>
                  <a:cubicBezTo>
                    <a:pt x="3170" y="278"/>
                    <a:pt x="3181" y="299"/>
                    <a:pt x="3186" y="299"/>
                  </a:cubicBezTo>
                  <a:cubicBezTo>
                    <a:pt x="3273" y="310"/>
                    <a:pt x="3349" y="337"/>
                    <a:pt x="3420" y="386"/>
                  </a:cubicBezTo>
                  <a:cubicBezTo>
                    <a:pt x="3485" y="430"/>
                    <a:pt x="3561" y="468"/>
                    <a:pt x="3632" y="500"/>
                  </a:cubicBezTo>
                  <a:cubicBezTo>
                    <a:pt x="3664" y="511"/>
                    <a:pt x="3681" y="549"/>
                    <a:pt x="3702" y="620"/>
                  </a:cubicBezTo>
                  <a:cubicBezTo>
                    <a:pt x="3751" y="625"/>
                    <a:pt x="3795" y="658"/>
                    <a:pt x="3811" y="702"/>
                  </a:cubicBezTo>
                  <a:cubicBezTo>
                    <a:pt x="3849" y="767"/>
                    <a:pt x="3893" y="821"/>
                    <a:pt x="3942" y="870"/>
                  </a:cubicBezTo>
                  <a:cubicBezTo>
                    <a:pt x="3936" y="919"/>
                    <a:pt x="3991" y="930"/>
                    <a:pt x="4001" y="973"/>
                  </a:cubicBezTo>
                  <a:cubicBezTo>
                    <a:pt x="4018" y="1017"/>
                    <a:pt x="4056" y="1049"/>
                    <a:pt x="4072" y="1093"/>
                  </a:cubicBezTo>
                  <a:cubicBezTo>
                    <a:pt x="4078" y="1126"/>
                    <a:pt x="4088" y="1158"/>
                    <a:pt x="4099" y="1191"/>
                  </a:cubicBezTo>
                  <a:cubicBezTo>
                    <a:pt x="4072" y="1240"/>
                    <a:pt x="4126" y="1267"/>
                    <a:pt x="4126" y="1305"/>
                  </a:cubicBezTo>
                  <a:cubicBezTo>
                    <a:pt x="4132" y="1348"/>
                    <a:pt x="4137" y="1386"/>
                    <a:pt x="4143" y="1424"/>
                  </a:cubicBezTo>
                  <a:cubicBezTo>
                    <a:pt x="4148" y="1473"/>
                    <a:pt x="4175" y="1522"/>
                    <a:pt x="4154" y="1582"/>
                  </a:cubicBezTo>
                  <a:cubicBezTo>
                    <a:pt x="4148" y="1609"/>
                    <a:pt x="4181" y="1653"/>
                    <a:pt x="4181" y="1691"/>
                  </a:cubicBezTo>
                  <a:cubicBezTo>
                    <a:pt x="4175" y="1756"/>
                    <a:pt x="4192" y="1821"/>
                    <a:pt x="4192" y="1887"/>
                  </a:cubicBezTo>
                  <a:cubicBezTo>
                    <a:pt x="4192" y="1963"/>
                    <a:pt x="4181" y="2039"/>
                    <a:pt x="4154" y="2104"/>
                  </a:cubicBezTo>
                  <a:cubicBezTo>
                    <a:pt x="4137" y="2142"/>
                    <a:pt x="4159" y="2191"/>
                    <a:pt x="4116" y="2218"/>
                  </a:cubicBezTo>
                  <a:cubicBezTo>
                    <a:pt x="4121" y="2256"/>
                    <a:pt x="4105" y="2300"/>
                    <a:pt x="4078" y="2332"/>
                  </a:cubicBezTo>
                  <a:cubicBezTo>
                    <a:pt x="4061" y="2349"/>
                    <a:pt x="4094" y="2387"/>
                    <a:pt x="4045" y="2398"/>
                  </a:cubicBezTo>
                  <a:cubicBezTo>
                    <a:pt x="4029" y="2403"/>
                    <a:pt x="4023" y="2446"/>
                    <a:pt x="4018" y="2479"/>
                  </a:cubicBezTo>
                  <a:cubicBezTo>
                    <a:pt x="4001" y="2582"/>
                    <a:pt x="3909" y="2648"/>
                    <a:pt x="3882" y="2751"/>
                  </a:cubicBezTo>
                  <a:cubicBezTo>
                    <a:pt x="3860" y="2800"/>
                    <a:pt x="3822" y="2849"/>
                    <a:pt x="3779" y="2887"/>
                  </a:cubicBezTo>
                  <a:cubicBezTo>
                    <a:pt x="3708" y="2952"/>
                    <a:pt x="3670" y="3050"/>
                    <a:pt x="3583" y="3093"/>
                  </a:cubicBezTo>
                  <a:cubicBezTo>
                    <a:pt x="3572" y="3099"/>
                    <a:pt x="3561" y="3110"/>
                    <a:pt x="3556" y="3120"/>
                  </a:cubicBezTo>
                  <a:cubicBezTo>
                    <a:pt x="3534" y="3169"/>
                    <a:pt x="3496" y="3207"/>
                    <a:pt x="3442" y="3229"/>
                  </a:cubicBezTo>
                  <a:cubicBezTo>
                    <a:pt x="3387" y="3256"/>
                    <a:pt x="3338" y="3289"/>
                    <a:pt x="3300" y="3332"/>
                  </a:cubicBezTo>
                  <a:cubicBezTo>
                    <a:pt x="3295" y="3338"/>
                    <a:pt x="3289" y="3343"/>
                    <a:pt x="3284" y="3343"/>
                  </a:cubicBezTo>
                  <a:cubicBezTo>
                    <a:pt x="3202" y="3343"/>
                    <a:pt x="3153" y="3414"/>
                    <a:pt x="3083" y="3441"/>
                  </a:cubicBezTo>
                  <a:cubicBezTo>
                    <a:pt x="3023" y="3457"/>
                    <a:pt x="2963" y="3479"/>
                    <a:pt x="2909" y="3506"/>
                  </a:cubicBezTo>
                  <a:cubicBezTo>
                    <a:pt x="2849" y="3528"/>
                    <a:pt x="2784" y="3539"/>
                    <a:pt x="2724" y="3539"/>
                  </a:cubicBezTo>
                  <a:cubicBezTo>
                    <a:pt x="2621" y="3550"/>
                    <a:pt x="2523" y="3550"/>
                    <a:pt x="2425" y="3550"/>
                  </a:cubicBezTo>
                  <a:cubicBezTo>
                    <a:pt x="2376" y="3550"/>
                    <a:pt x="2333" y="3544"/>
                    <a:pt x="2289" y="3539"/>
                  </a:cubicBezTo>
                  <a:cubicBezTo>
                    <a:pt x="2251" y="3534"/>
                    <a:pt x="2213" y="3517"/>
                    <a:pt x="2180" y="3506"/>
                  </a:cubicBezTo>
                  <a:cubicBezTo>
                    <a:pt x="2066" y="3474"/>
                    <a:pt x="1963" y="3430"/>
                    <a:pt x="1854" y="3392"/>
                  </a:cubicBezTo>
                  <a:cubicBezTo>
                    <a:pt x="1822" y="3376"/>
                    <a:pt x="1784" y="3354"/>
                    <a:pt x="1751" y="3332"/>
                  </a:cubicBezTo>
                  <a:cubicBezTo>
                    <a:pt x="1653" y="3284"/>
                    <a:pt x="1555" y="3235"/>
                    <a:pt x="1457" y="3180"/>
                  </a:cubicBezTo>
                  <a:cubicBezTo>
                    <a:pt x="1414" y="3159"/>
                    <a:pt x="1381" y="3120"/>
                    <a:pt x="1338" y="3093"/>
                  </a:cubicBezTo>
                  <a:cubicBezTo>
                    <a:pt x="1267" y="3044"/>
                    <a:pt x="1202" y="3001"/>
                    <a:pt x="1131" y="2957"/>
                  </a:cubicBezTo>
                  <a:cubicBezTo>
                    <a:pt x="1066" y="2914"/>
                    <a:pt x="1001" y="2865"/>
                    <a:pt x="941" y="2811"/>
                  </a:cubicBezTo>
                  <a:cubicBezTo>
                    <a:pt x="903" y="2778"/>
                    <a:pt x="860" y="2740"/>
                    <a:pt x="821" y="2702"/>
                  </a:cubicBezTo>
                  <a:cubicBezTo>
                    <a:pt x="740" y="2615"/>
                    <a:pt x="653" y="2528"/>
                    <a:pt x="561" y="2441"/>
                  </a:cubicBezTo>
                  <a:cubicBezTo>
                    <a:pt x="495" y="2370"/>
                    <a:pt x="419" y="2311"/>
                    <a:pt x="343" y="2251"/>
                  </a:cubicBezTo>
                  <a:cubicBezTo>
                    <a:pt x="338" y="2240"/>
                    <a:pt x="332" y="2229"/>
                    <a:pt x="321" y="2224"/>
                  </a:cubicBezTo>
                  <a:cubicBezTo>
                    <a:pt x="278" y="2180"/>
                    <a:pt x="234" y="2142"/>
                    <a:pt x="185" y="2104"/>
                  </a:cubicBezTo>
                  <a:cubicBezTo>
                    <a:pt x="184" y="2102"/>
                    <a:pt x="181" y="2102"/>
                    <a:pt x="177" y="2102"/>
                  </a:cubicBezTo>
                  <a:cubicBezTo>
                    <a:pt x="169" y="2102"/>
                    <a:pt x="158" y="2104"/>
                    <a:pt x="147" y="2104"/>
                  </a:cubicBezTo>
                  <a:cubicBezTo>
                    <a:pt x="131" y="2104"/>
                    <a:pt x="115" y="2099"/>
                    <a:pt x="93" y="2093"/>
                  </a:cubicBezTo>
                  <a:lnTo>
                    <a:pt x="88" y="2093"/>
                  </a:lnTo>
                  <a:cubicBezTo>
                    <a:pt x="158" y="2055"/>
                    <a:pt x="229" y="2006"/>
                    <a:pt x="294" y="1952"/>
                  </a:cubicBezTo>
                  <a:cubicBezTo>
                    <a:pt x="343" y="1897"/>
                    <a:pt x="392" y="1843"/>
                    <a:pt x="430" y="1778"/>
                  </a:cubicBezTo>
                  <a:cubicBezTo>
                    <a:pt x="452" y="1745"/>
                    <a:pt x="474" y="1718"/>
                    <a:pt x="501" y="1696"/>
                  </a:cubicBezTo>
                  <a:cubicBezTo>
                    <a:pt x="539" y="1658"/>
                    <a:pt x="566" y="1615"/>
                    <a:pt x="593" y="1566"/>
                  </a:cubicBezTo>
                  <a:cubicBezTo>
                    <a:pt x="631" y="1501"/>
                    <a:pt x="664" y="1424"/>
                    <a:pt x="745" y="1397"/>
                  </a:cubicBezTo>
                  <a:cubicBezTo>
                    <a:pt x="751" y="1392"/>
                    <a:pt x="762" y="1386"/>
                    <a:pt x="762" y="1376"/>
                  </a:cubicBezTo>
                  <a:cubicBezTo>
                    <a:pt x="778" y="1327"/>
                    <a:pt x="805" y="1278"/>
                    <a:pt x="843" y="1234"/>
                  </a:cubicBezTo>
                  <a:cubicBezTo>
                    <a:pt x="870" y="1196"/>
                    <a:pt x="903" y="1158"/>
                    <a:pt x="930" y="1115"/>
                  </a:cubicBezTo>
                  <a:cubicBezTo>
                    <a:pt x="979" y="1055"/>
                    <a:pt x="1023" y="990"/>
                    <a:pt x="1077" y="924"/>
                  </a:cubicBezTo>
                  <a:cubicBezTo>
                    <a:pt x="1158" y="837"/>
                    <a:pt x="1245" y="745"/>
                    <a:pt x="1332" y="663"/>
                  </a:cubicBezTo>
                  <a:cubicBezTo>
                    <a:pt x="1381" y="620"/>
                    <a:pt x="1441" y="587"/>
                    <a:pt x="1485" y="538"/>
                  </a:cubicBezTo>
                  <a:cubicBezTo>
                    <a:pt x="1523" y="495"/>
                    <a:pt x="1566" y="457"/>
                    <a:pt x="1615" y="430"/>
                  </a:cubicBezTo>
                  <a:cubicBezTo>
                    <a:pt x="1664" y="397"/>
                    <a:pt x="1708" y="370"/>
                    <a:pt x="1756" y="337"/>
                  </a:cubicBezTo>
                  <a:cubicBezTo>
                    <a:pt x="1800" y="315"/>
                    <a:pt x="1841" y="276"/>
                    <a:pt x="1892" y="276"/>
                  </a:cubicBezTo>
                  <a:cubicBezTo>
                    <a:pt x="1904" y="276"/>
                    <a:pt x="1917" y="278"/>
                    <a:pt x="1930" y="283"/>
                  </a:cubicBezTo>
                  <a:cubicBezTo>
                    <a:pt x="1932" y="285"/>
                    <a:pt x="1935" y="285"/>
                    <a:pt x="1938" y="285"/>
                  </a:cubicBezTo>
                  <a:cubicBezTo>
                    <a:pt x="1945" y="285"/>
                    <a:pt x="1952" y="283"/>
                    <a:pt x="1952" y="283"/>
                  </a:cubicBezTo>
                  <a:cubicBezTo>
                    <a:pt x="1974" y="234"/>
                    <a:pt x="2017" y="245"/>
                    <a:pt x="2055" y="234"/>
                  </a:cubicBezTo>
                  <a:cubicBezTo>
                    <a:pt x="2104" y="218"/>
                    <a:pt x="2153" y="201"/>
                    <a:pt x="2208" y="185"/>
                  </a:cubicBezTo>
                  <a:cubicBezTo>
                    <a:pt x="2229" y="180"/>
                    <a:pt x="2251" y="180"/>
                    <a:pt x="2273" y="180"/>
                  </a:cubicBezTo>
                  <a:cubicBezTo>
                    <a:pt x="2327" y="185"/>
                    <a:pt x="2387" y="191"/>
                    <a:pt x="2447" y="191"/>
                  </a:cubicBezTo>
                  <a:cubicBezTo>
                    <a:pt x="2447" y="180"/>
                    <a:pt x="2452" y="163"/>
                    <a:pt x="2452" y="153"/>
                  </a:cubicBezTo>
                  <a:cubicBezTo>
                    <a:pt x="2468" y="151"/>
                    <a:pt x="2483" y="151"/>
                    <a:pt x="2499" y="151"/>
                  </a:cubicBezTo>
                  <a:close/>
                  <a:moveTo>
                    <a:pt x="2603" y="0"/>
                  </a:moveTo>
                  <a:cubicBezTo>
                    <a:pt x="2584" y="0"/>
                    <a:pt x="2565" y="2"/>
                    <a:pt x="2545" y="6"/>
                  </a:cubicBezTo>
                  <a:cubicBezTo>
                    <a:pt x="2425" y="17"/>
                    <a:pt x="2300" y="38"/>
                    <a:pt x="2180" y="60"/>
                  </a:cubicBezTo>
                  <a:cubicBezTo>
                    <a:pt x="1985" y="98"/>
                    <a:pt x="1794" y="169"/>
                    <a:pt x="1621" y="267"/>
                  </a:cubicBezTo>
                  <a:cubicBezTo>
                    <a:pt x="1577" y="299"/>
                    <a:pt x="1523" y="316"/>
                    <a:pt x="1468" y="316"/>
                  </a:cubicBezTo>
                  <a:cubicBezTo>
                    <a:pt x="1457" y="316"/>
                    <a:pt x="1441" y="321"/>
                    <a:pt x="1436" y="337"/>
                  </a:cubicBezTo>
                  <a:cubicBezTo>
                    <a:pt x="1436" y="354"/>
                    <a:pt x="1447" y="370"/>
                    <a:pt x="1452" y="381"/>
                  </a:cubicBezTo>
                  <a:cubicBezTo>
                    <a:pt x="1436" y="424"/>
                    <a:pt x="1365" y="408"/>
                    <a:pt x="1360" y="462"/>
                  </a:cubicBezTo>
                  <a:cubicBezTo>
                    <a:pt x="1360" y="468"/>
                    <a:pt x="1354" y="473"/>
                    <a:pt x="1349" y="473"/>
                  </a:cubicBezTo>
                  <a:lnTo>
                    <a:pt x="1305" y="441"/>
                  </a:lnTo>
                  <a:cubicBezTo>
                    <a:pt x="1289" y="495"/>
                    <a:pt x="1229" y="511"/>
                    <a:pt x="1202" y="533"/>
                  </a:cubicBezTo>
                  <a:cubicBezTo>
                    <a:pt x="1207" y="560"/>
                    <a:pt x="1213" y="577"/>
                    <a:pt x="1207" y="593"/>
                  </a:cubicBezTo>
                  <a:cubicBezTo>
                    <a:pt x="1203" y="604"/>
                    <a:pt x="1196" y="608"/>
                    <a:pt x="1188" y="608"/>
                  </a:cubicBezTo>
                  <a:cubicBezTo>
                    <a:pt x="1174" y="608"/>
                    <a:pt x="1157" y="595"/>
                    <a:pt x="1142" y="595"/>
                  </a:cubicBezTo>
                  <a:cubicBezTo>
                    <a:pt x="1138" y="595"/>
                    <a:pt x="1135" y="596"/>
                    <a:pt x="1131" y="598"/>
                  </a:cubicBezTo>
                  <a:cubicBezTo>
                    <a:pt x="1142" y="642"/>
                    <a:pt x="1099" y="663"/>
                    <a:pt x="1099" y="702"/>
                  </a:cubicBezTo>
                  <a:cubicBezTo>
                    <a:pt x="1099" y="707"/>
                    <a:pt x="1093" y="712"/>
                    <a:pt x="1082" y="718"/>
                  </a:cubicBezTo>
                  <a:lnTo>
                    <a:pt x="1044" y="674"/>
                  </a:lnTo>
                  <a:cubicBezTo>
                    <a:pt x="1017" y="718"/>
                    <a:pt x="995" y="761"/>
                    <a:pt x="968" y="799"/>
                  </a:cubicBezTo>
                  <a:cubicBezTo>
                    <a:pt x="957" y="816"/>
                    <a:pt x="930" y="821"/>
                    <a:pt x="919" y="837"/>
                  </a:cubicBezTo>
                  <a:cubicBezTo>
                    <a:pt x="914" y="859"/>
                    <a:pt x="914" y="881"/>
                    <a:pt x="919" y="903"/>
                  </a:cubicBezTo>
                  <a:lnTo>
                    <a:pt x="865" y="881"/>
                  </a:lnTo>
                  <a:lnTo>
                    <a:pt x="849" y="957"/>
                  </a:lnTo>
                  <a:lnTo>
                    <a:pt x="881" y="979"/>
                  </a:lnTo>
                  <a:cubicBezTo>
                    <a:pt x="832" y="1006"/>
                    <a:pt x="789" y="1049"/>
                    <a:pt x="767" y="1104"/>
                  </a:cubicBezTo>
                  <a:cubicBezTo>
                    <a:pt x="767" y="1109"/>
                    <a:pt x="756" y="1109"/>
                    <a:pt x="751" y="1109"/>
                  </a:cubicBezTo>
                  <a:cubicBezTo>
                    <a:pt x="729" y="1120"/>
                    <a:pt x="707" y="1131"/>
                    <a:pt x="686" y="1142"/>
                  </a:cubicBezTo>
                  <a:cubicBezTo>
                    <a:pt x="669" y="1164"/>
                    <a:pt x="653" y="1185"/>
                    <a:pt x="637" y="1207"/>
                  </a:cubicBezTo>
                  <a:cubicBezTo>
                    <a:pt x="626" y="1218"/>
                    <a:pt x="615" y="1229"/>
                    <a:pt x="615" y="1240"/>
                  </a:cubicBezTo>
                  <a:cubicBezTo>
                    <a:pt x="631" y="1294"/>
                    <a:pt x="588" y="1332"/>
                    <a:pt x="561" y="1359"/>
                  </a:cubicBezTo>
                  <a:cubicBezTo>
                    <a:pt x="533" y="1381"/>
                    <a:pt x="539" y="1430"/>
                    <a:pt x="512" y="1452"/>
                  </a:cubicBezTo>
                  <a:cubicBezTo>
                    <a:pt x="479" y="1484"/>
                    <a:pt x="446" y="1522"/>
                    <a:pt x="425" y="1566"/>
                  </a:cubicBezTo>
                  <a:cubicBezTo>
                    <a:pt x="397" y="1604"/>
                    <a:pt x="338" y="1620"/>
                    <a:pt x="354" y="1685"/>
                  </a:cubicBezTo>
                  <a:cubicBezTo>
                    <a:pt x="359" y="1685"/>
                    <a:pt x="349" y="1696"/>
                    <a:pt x="349" y="1696"/>
                  </a:cubicBezTo>
                  <a:cubicBezTo>
                    <a:pt x="344" y="1695"/>
                    <a:pt x="339" y="1695"/>
                    <a:pt x="336" y="1695"/>
                  </a:cubicBezTo>
                  <a:cubicBezTo>
                    <a:pt x="300" y="1695"/>
                    <a:pt x="303" y="1736"/>
                    <a:pt x="289" y="1751"/>
                  </a:cubicBezTo>
                  <a:cubicBezTo>
                    <a:pt x="278" y="1767"/>
                    <a:pt x="267" y="1794"/>
                    <a:pt x="251" y="1800"/>
                  </a:cubicBezTo>
                  <a:cubicBezTo>
                    <a:pt x="218" y="1821"/>
                    <a:pt x="185" y="1854"/>
                    <a:pt x="175" y="1892"/>
                  </a:cubicBezTo>
                  <a:cubicBezTo>
                    <a:pt x="164" y="1908"/>
                    <a:pt x="153" y="1919"/>
                    <a:pt x="137" y="1925"/>
                  </a:cubicBezTo>
                  <a:cubicBezTo>
                    <a:pt x="60" y="1974"/>
                    <a:pt x="12" y="2050"/>
                    <a:pt x="1" y="2137"/>
                  </a:cubicBezTo>
                  <a:cubicBezTo>
                    <a:pt x="44" y="2169"/>
                    <a:pt x="88" y="2196"/>
                    <a:pt x="126" y="2229"/>
                  </a:cubicBezTo>
                  <a:cubicBezTo>
                    <a:pt x="164" y="2262"/>
                    <a:pt x="202" y="2294"/>
                    <a:pt x="240" y="2321"/>
                  </a:cubicBezTo>
                  <a:cubicBezTo>
                    <a:pt x="278" y="2349"/>
                    <a:pt x="300" y="2408"/>
                    <a:pt x="338" y="2436"/>
                  </a:cubicBezTo>
                  <a:cubicBezTo>
                    <a:pt x="381" y="2463"/>
                    <a:pt x="436" y="2479"/>
                    <a:pt x="452" y="2523"/>
                  </a:cubicBezTo>
                  <a:cubicBezTo>
                    <a:pt x="484" y="2577"/>
                    <a:pt x="523" y="2620"/>
                    <a:pt x="571" y="2658"/>
                  </a:cubicBezTo>
                  <a:cubicBezTo>
                    <a:pt x="631" y="2718"/>
                    <a:pt x="702" y="2783"/>
                    <a:pt x="756" y="2843"/>
                  </a:cubicBezTo>
                  <a:cubicBezTo>
                    <a:pt x="811" y="2898"/>
                    <a:pt x="881" y="2930"/>
                    <a:pt x="930" y="2985"/>
                  </a:cubicBezTo>
                  <a:cubicBezTo>
                    <a:pt x="979" y="3028"/>
                    <a:pt x="1028" y="3066"/>
                    <a:pt x="1082" y="3093"/>
                  </a:cubicBezTo>
                  <a:cubicBezTo>
                    <a:pt x="1099" y="3110"/>
                    <a:pt x="1115" y="3120"/>
                    <a:pt x="1131" y="3131"/>
                  </a:cubicBezTo>
                  <a:cubicBezTo>
                    <a:pt x="1197" y="3180"/>
                    <a:pt x="1240" y="3256"/>
                    <a:pt x="1327" y="3267"/>
                  </a:cubicBezTo>
                  <a:cubicBezTo>
                    <a:pt x="1338" y="3267"/>
                    <a:pt x="1343" y="3289"/>
                    <a:pt x="1360" y="3305"/>
                  </a:cubicBezTo>
                  <a:cubicBezTo>
                    <a:pt x="1376" y="3322"/>
                    <a:pt x="1403" y="3349"/>
                    <a:pt x="1414" y="3349"/>
                  </a:cubicBezTo>
                  <a:cubicBezTo>
                    <a:pt x="1419" y="3348"/>
                    <a:pt x="1423" y="3347"/>
                    <a:pt x="1427" y="3347"/>
                  </a:cubicBezTo>
                  <a:cubicBezTo>
                    <a:pt x="1457" y="3347"/>
                    <a:pt x="1455" y="3382"/>
                    <a:pt x="1479" y="3387"/>
                  </a:cubicBezTo>
                  <a:cubicBezTo>
                    <a:pt x="1501" y="3392"/>
                    <a:pt x="1528" y="3403"/>
                    <a:pt x="1550" y="3414"/>
                  </a:cubicBezTo>
                  <a:cubicBezTo>
                    <a:pt x="1615" y="3447"/>
                    <a:pt x="1680" y="3485"/>
                    <a:pt x="1740" y="3517"/>
                  </a:cubicBezTo>
                  <a:cubicBezTo>
                    <a:pt x="1794" y="3544"/>
                    <a:pt x="1860" y="3566"/>
                    <a:pt x="1914" y="3604"/>
                  </a:cubicBezTo>
                  <a:cubicBezTo>
                    <a:pt x="1933" y="3620"/>
                    <a:pt x="1956" y="3629"/>
                    <a:pt x="1979" y="3629"/>
                  </a:cubicBezTo>
                  <a:cubicBezTo>
                    <a:pt x="1996" y="3629"/>
                    <a:pt x="2012" y="3624"/>
                    <a:pt x="2028" y="3615"/>
                  </a:cubicBezTo>
                  <a:lnTo>
                    <a:pt x="2050" y="3659"/>
                  </a:lnTo>
                  <a:lnTo>
                    <a:pt x="2088" y="3637"/>
                  </a:lnTo>
                  <a:cubicBezTo>
                    <a:pt x="2099" y="3648"/>
                    <a:pt x="2099" y="3669"/>
                    <a:pt x="2110" y="3669"/>
                  </a:cubicBezTo>
                  <a:cubicBezTo>
                    <a:pt x="2164" y="3680"/>
                    <a:pt x="2213" y="3691"/>
                    <a:pt x="2262" y="3713"/>
                  </a:cubicBezTo>
                  <a:cubicBezTo>
                    <a:pt x="2267" y="3716"/>
                    <a:pt x="2276" y="3716"/>
                    <a:pt x="2284" y="3716"/>
                  </a:cubicBezTo>
                  <a:cubicBezTo>
                    <a:pt x="2293" y="3716"/>
                    <a:pt x="2303" y="3716"/>
                    <a:pt x="2311" y="3718"/>
                  </a:cubicBezTo>
                  <a:cubicBezTo>
                    <a:pt x="2322" y="3733"/>
                    <a:pt x="2340" y="3740"/>
                    <a:pt x="2357" y="3740"/>
                  </a:cubicBezTo>
                  <a:cubicBezTo>
                    <a:pt x="2366" y="3740"/>
                    <a:pt x="2374" y="3738"/>
                    <a:pt x="2382" y="3735"/>
                  </a:cubicBezTo>
                  <a:cubicBezTo>
                    <a:pt x="2398" y="3735"/>
                    <a:pt x="2414" y="3735"/>
                    <a:pt x="2425" y="3740"/>
                  </a:cubicBezTo>
                  <a:cubicBezTo>
                    <a:pt x="2465" y="3764"/>
                    <a:pt x="2511" y="3775"/>
                    <a:pt x="2559" y="3775"/>
                  </a:cubicBezTo>
                  <a:cubicBezTo>
                    <a:pt x="2588" y="3775"/>
                    <a:pt x="2619" y="3770"/>
                    <a:pt x="2648" y="3762"/>
                  </a:cubicBezTo>
                  <a:cubicBezTo>
                    <a:pt x="2675" y="3756"/>
                    <a:pt x="2702" y="3751"/>
                    <a:pt x="2729" y="3751"/>
                  </a:cubicBezTo>
                  <a:cubicBezTo>
                    <a:pt x="2811" y="3751"/>
                    <a:pt x="2893" y="3735"/>
                    <a:pt x="2974" y="3718"/>
                  </a:cubicBezTo>
                  <a:cubicBezTo>
                    <a:pt x="3007" y="3708"/>
                    <a:pt x="3039" y="3697"/>
                    <a:pt x="3072" y="3680"/>
                  </a:cubicBezTo>
                  <a:cubicBezTo>
                    <a:pt x="3099" y="3664"/>
                    <a:pt x="3121" y="3648"/>
                    <a:pt x="3153" y="3631"/>
                  </a:cubicBezTo>
                  <a:cubicBezTo>
                    <a:pt x="3268" y="3577"/>
                    <a:pt x="3382" y="3506"/>
                    <a:pt x="3485" y="3430"/>
                  </a:cubicBezTo>
                  <a:cubicBezTo>
                    <a:pt x="3518" y="3409"/>
                    <a:pt x="3528" y="3360"/>
                    <a:pt x="3577" y="3360"/>
                  </a:cubicBezTo>
                  <a:cubicBezTo>
                    <a:pt x="3583" y="3316"/>
                    <a:pt x="3632" y="3289"/>
                    <a:pt x="3648" y="3267"/>
                  </a:cubicBezTo>
                  <a:cubicBezTo>
                    <a:pt x="3664" y="3251"/>
                    <a:pt x="3692" y="3235"/>
                    <a:pt x="3697" y="3218"/>
                  </a:cubicBezTo>
                  <a:cubicBezTo>
                    <a:pt x="3697" y="3186"/>
                    <a:pt x="3724" y="3159"/>
                    <a:pt x="3751" y="3153"/>
                  </a:cubicBezTo>
                  <a:cubicBezTo>
                    <a:pt x="3779" y="3142"/>
                    <a:pt x="3800" y="3131"/>
                    <a:pt x="3822" y="3115"/>
                  </a:cubicBezTo>
                  <a:cubicBezTo>
                    <a:pt x="3811" y="3099"/>
                    <a:pt x="3806" y="3082"/>
                    <a:pt x="3800" y="3066"/>
                  </a:cubicBezTo>
                  <a:cubicBezTo>
                    <a:pt x="3914" y="3039"/>
                    <a:pt x="3925" y="3023"/>
                    <a:pt x="3904" y="2930"/>
                  </a:cubicBezTo>
                  <a:cubicBezTo>
                    <a:pt x="3904" y="2930"/>
                    <a:pt x="3914" y="2925"/>
                    <a:pt x="3914" y="2919"/>
                  </a:cubicBezTo>
                  <a:lnTo>
                    <a:pt x="3952" y="2957"/>
                  </a:lnTo>
                  <a:cubicBezTo>
                    <a:pt x="3947" y="2898"/>
                    <a:pt x="3996" y="2870"/>
                    <a:pt x="4029" y="2843"/>
                  </a:cubicBezTo>
                  <a:cubicBezTo>
                    <a:pt x="4056" y="2816"/>
                    <a:pt x="4088" y="2794"/>
                    <a:pt x="4067" y="2745"/>
                  </a:cubicBezTo>
                  <a:cubicBezTo>
                    <a:pt x="4056" y="2724"/>
                    <a:pt x="4110" y="2702"/>
                    <a:pt x="4078" y="2675"/>
                  </a:cubicBezTo>
                  <a:lnTo>
                    <a:pt x="4137" y="2648"/>
                  </a:lnTo>
                  <a:lnTo>
                    <a:pt x="4159" y="2642"/>
                  </a:lnTo>
                  <a:cubicBezTo>
                    <a:pt x="4159" y="2620"/>
                    <a:pt x="4126" y="2588"/>
                    <a:pt x="4181" y="2582"/>
                  </a:cubicBezTo>
                  <a:cubicBezTo>
                    <a:pt x="4208" y="2577"/>
                    <a:pt x="4213" y="2544"/>
                    <a:pt x="4203" y="2523"/>
                  </a:cubicBezTo>
                  <a:cubicBezTo>
                    <a:pt x="4175" y="2490"/>
                    <a:pt x="4219" y="2468"/>
                    <a:pt x="4213" y="2446"/>
                  </a:cubicBezTo>
                  <a:cubicBezTo>
                    <a:pt x="4197" y="2387"/>
                    <a:pt x="4262" y="2425"/>
                    <a:pt x="4268" y="2392"/>
                  </a:cubicBezTo>
                  <a:cubicBezTo>
                    <a:pt x="4257" y="2376"/>
                    <a:pt x="4251" y="2359"/>
                    <a:pt x="4246" y="2343"/>
                  </a:cubicBezTo>
                  <a:cubicBezTo>
                    <a:pt x="4241" y="2338"/>
                    <a:pt x="4246" y="2327"/>
                    <a:pt x="4251" y="2321"/>
                  </a:cubicBezTo>
                  <a:cubicBezTo>
                    <a:pt x="4268" y="2305"/>
                    <a:pt x="4284" y="2294"/>
                    <a:pt x="4300" y="2283"/>
                  </a:cubicBezTo>
                  <a:lnTo>
                    <a:pt x="4268" y="2267"/>
                  </a:lnTo>
                  <a:lnTo>
                    <a:pt x="4344" y="2186"/>
                  </a:lnTo>
                  <a:lnTo>
                    <a:pt x="4295" y="2169"/>
                  </a:lnTo>
                  <a:lnTo>
                    <a:pt x="4349" y="2115"/>
                  </a:lnTo>
                  <a:cubicBezTo>
                    <a:pt x="4338" y="2088"/>
                    <a:pt x="4333" y="2071"/>
                    <a:pt x="4322" y="2044"/>
                  </a:cubicBezTo>
                  <a:lnTo>
                    <a:pt x="4322" y="2044"/>
                  </a:lnTo>
                  <a:lnTo>
                    <a:pt x="4371" y="2050"/>
                  </a:lnTo>
                  <a:cubicBezTo>
                    <a:pt x="4376" y="2012"/>
                    <a:pt x="4376" y="1968"/>
                    <a:pt x="4376" y="1925"/>
                  </a:cubicBezTo>
                  <a:cubicBezTo>
                    <a:pt x="4382" y="1848"/>
                    <a:pt x="4409" y="1772"/>
                    <a:pt x="4393" y="1691"/>
                  </a:cubicBezTo>
                  <a:cubicBezTo>
                    <a:pt x="4382" y="1653"/>
                    <a:pt x="4382" y="1609"/>
                    <a:pt x="4398" y="1566"/>
                  </a:cubicBezTo>
                  <a:cubicBezTo>
                    <a:pt x="4371" y="1539"/>
                    <a:pt x="4344" y="1506"/>
                    <a:pt x="4387" y="1463"/>
                  </a:cubicBezTo>
                  <a:cubicBezTo>
                    <a:pt x="4398" y="1441"/>
                    <a:pt x="4393" y="1419"/>
                    <a:pt x="4382" y="1408"/>
                  </a:cubicBezTo>
                  <a:cubicBezTo>
                    <a:pt x="4355" y="1381"/>
                    <a:pt x="4360" y="1359"/>
                    <a:pt x="4366" y="1327"/>
                  </a:cubicBezTo>
                  <a:cubicBezTo>
                    <a:pt x="4371" y="1316"/>
                    <a:pt x="4355" y="1299"/>
                    <a:pt x="4349" y="1289"/>
                  </a:cubicBezTo>
                  <a:cubicBezTo>
                    <a:pt x="4338" y="1278"/>
                    <a:pt x="4333" y="1261"/>
                    <a:pt x="4328" y="1251"/>
                  </a:cubicBezTo>
                  <a:cubicBezTo>
                    <a:pt x="4311" y="1196"/>
                    <a:pt x="4295" y="1142"/>
                    <a:pt x="4279" y="1087"/>
                  </a:cubicBezTo>
                  <a:cubicBezTo>
                    <a:pt x="4251" y="1039"/>
                    <a:pt x="4262" y="968"/>
                    <a:pt x="4197" y="935"/>
                  </a:cubicBezTo>
                  <a:cubicBezTo>
                    <a:pt x="4192" y="935"/>
                    <a:pt x="4192" y="924"/>
                    <a:pt x="4192" y="919"/>
                  </a:cubicBezTo>
                  <a:cubicBezTo>
                    <a:pt x="4175" y="865"/>
                    <a:pt x="4154" y="805"/>
                    <a:pt x="4121" y="756"/>
                  </a:cubicBezTo>
                  <a:cubicBezTo>
                    <a:pt x="4061" y="674"/>
                    <a:pt x="3996" y="593"/>
                    <a:pt x="3920" y="528"/>
                  </a:cubicBezTo>
                  <a:cubicBezTo>
                    <a:pt x="3904" y="511"/>
                    <a:pt x="3887" y="490"/>
                    <a:pt x="3876" y="468"/>
                  </a:cubicBezTo>
                  <a:cubicBezTo>
                    <a:pt x="3874" y="460"/>
                    <a:pt x="3870" y="457"/>
                    <a:pt x="3865" y="457"/>
                  </a:cubicBezTo>
                  <a:cubicBezTo>
                    <a:pt x="3858" y="457"/>
                    <a:pt x="3848" y="466"/>
                    <a:pt x="3840" y="466"/>
                  </a:cubicBezTo>
                  <a:cubicBezTo>
                    <a:pt x="3835" y="466"/>
                    <a:pt x="3831" y="462"/>
                    <a:pt x="3827" y="451"/>
                  </a:cubicBezTo>
                  <a:cubicBezTo>
                    <a:pt x="3817" y="430"/>
                    <a:pt x="3800" y="413"/>
                    <a:pt x="3784" y="397"/>
                  </a:cubicBezTo>
                  <a:cubicBezTo>
                    <a:pt x="3779" y="392"/>
                    <a:pt x="3773" y="386"/>
                    <a:pt x="3762" y="386"/>
                  </a:cubicBezTo>
                  <a:cubicBezTo>
                    <a:pt x="3724" y="386"/>
                    <a:pt x="3713" y="354"/>
                    <a:pt x="3692" y="332"/>
                  </a:cubicBezTo>
                  <a:cubicBezTo>
                    <a:pt x="3670" y="310"/>
                    <a:pt x="3643" y="326"/>
                    <a:pt x="3615" y="305"/>
                  </a:cubicBezTo>
                  <a:cubicBezTo>
                    <a:pt x="3572" y="261"/>
                    <a:pt x="3518" y="229"/>
                    <a:pt x="3452" y="218"/>
                  </a:cubicBezTo>
                  <a:cubicBezTo>
                    <a:pt x="3398" y="207"/>
                    <a:pt x="3338" y="180"/>
                    <a:pt x="3295" y="142"/>
                  </a:cubicBezTo>
                  <a:cubicBezTo>
                    <a:pt x="3289" y="136"/>
                    <a:pt x="3278" y="131"/>
                    <a:pt x="3273" y="131"/>
                  </a:cubicBezTo>
                  <a:cubicBezTo>
                    <a:pt x="3235" y="120"/>
                    <a:pt x="3191" y="109"/>
                    <a:pt x="3153" y="104"/>
                  </a:cubicBezTo>
                  <a:cubicBezTo>
                    <a:pt x="3119" y="95"/>
                    <a:pt x="3092" y="63"/>
                    <a:pt x="3058" y="63"/>
                  </a:cubicBezTo>
                  <a:cubicBezTo>
                    <a:pt x="3048" y="63"/>
                    <a:pt x="3039" y="65"/>
                    <a:pt x="3028" y="71"/>
                  </a:cubicBezTo>
                  <a:cubicBezTo>
                    <a:pt x="3016" y="61"/>
                    <a:pt x="3003" y="58"/>
                    <a:pt x="2990" y="58"/>
                  </a:cubicBezTo>
                  <a:cubicBezTo>
                    <a:pt x="2978" y="58"/>
                    <a:pt x="2967" y="60"/>
                    <a:pt x="2957" y="60"/>
                  </a:cubicBezTo>
                  <a:cubicBezTo>
                    <a:pt x="2949" y="60"/>
                    <a:pt x="2942" y="59"/>
                    <a:pt x="2936" y="55"/>
                  </a:cubicBezTo>
                  <a:cubicBezTo>
                    <a:pt x="2903" y="31"/>
                    <a:pt x="2863" y="20"/>
                    <a:pt x="2824" y="20"/>
                  </a:cubicBezTo>
                  <a:cubicBezTo>
                    <a:pt x="2799" y="20"/>
                    <a:pt x="2774" y="25"/>
                    <a:pt x="2751" y="33"/>
                  </a:cubicBezTo>
                  <a:cubicBezTo>
                    <a:pt x="2735" y="33"/>
                    <a:pt x="2724" y="33"/>
                    <a:pt x="2708" y="22"/>
                  </a:cubicBezTo>
                  <a:cubicBezTo>
                    <a:pt x="2675" y="8"/>
                    <a:pt x="2640" y="0"/>
                    <a:pt x="2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3"/>
            <p:cNvSpPr/>
            <p:nvPr/>
          </p:nvSpPr>
          <p:spPr>
            <a:xfrm>
              <a:off x="2097112" y="1553433"/>
              <a:ext cx="406663" cy="459117"/>
            </a:xfrm>
            <a:custGeom>
              <a:rect b="b" l="l" r="r" t="t"/>
              <a:pathLst>
                <a:path extrusionOk="0" h="3965" w="3512">
                  <a:moveTo>
                    <a:pt x="1923" y="130"/>
                  </a:moveTo>
                  <a:cubicBezTo>
                    <a:pt x="1981" y="130"/>
                    <a:pt x="2039" y="144"/>
                    <a:pt x="2093" y="144"/>
                  </a:cubicBezTo>
                  <a:cubicBezTo>
                    <a:pt x="2202" y="155"/>
                    <a:pt x="2305" y="177"/>
                    <a:pt x="2403" y="215"/>
                  </a:cubicBezTo>
                  <a:cubicBezTo>
                    <a:pt x="2414" y="215"/>
                    <a:pt x="2424" y="215"/>
                    <a:pt x="2430" y="220"/>
                  </a:cubicBezTo>
                  <a:cubicBezTo>
                    <a:pt x="2495" y="258"/>
                    <a:pt x="2560" y="291"/>
                    <a:pt x="2620" y="323"/>
                  </a:cubicBezTo>
                  <a:cubicBezTo>
                    <a:pt x="2664" y="345"/>
                    <a:pt x="2702" y="361"/>
                    <a:pt x="2751" y="389"/>
                  </a:cubicBezTo>
                  <a:lnTo>
                    <a:pt x="2800" y="465"/>
                  </a:lnTo>
                  <a:lnTo>
                    <a:pt x="2908" y="497"/>
                  </a:lnTo>
                  <a:cubicBezTo>
                    <a:pt x="2908" y="525"/>
                    <a:pt x="2914" y="552"/>
                    <a:pt x="2914" y="579"/>
                  </a:cubicBezTo>
                  <a:lnTo>
                    <a:pt x="2973" y="590"/>
                  </a:lnTo>
                  <a:cubicBezTo>
                    <a:pt x="2946" y="644"/>
                    <a:pt x="3044" y="655"/>
                    <a:pt x="3022" y="709"/>
                  </a:cubicBezTo>
                  <a:cubicBezTo>
                    <a:pt x="3060" y="726"/>
                    <a:pt x="3088" y="769"/>
                    <a:pt x="3088" y="818"/>
                  </a:cubicBezTo>
                  <a:cubicBezTo>
                    <a:pt x="3096" y="815"/>
                    <a:pt x="3103" y="814"/>
                    <a:pt x="3109" y="814"/>
                  </a:cubicBezTo>
                  <a:cubicBezTo>
                    <a:pt x="3116" y="814"/>
                    <a:pt x="3123" y="815"/>
                    <a:pt x="3131" y="818"/>
                  </a:cubicBezTo>
                  <a:cubicBezTo>
                    <a:pt x="3137" y="834"/>
                    <a:pt x="3137" y="851"/>
                    <a:pt x="3142" y="872"/>
                  </a:cubicBezTo>
                  <a:cubicBezTo>
                    <a:pt x="3147" y="894"/>
                    <a:pt x="3185" y="872"/>
                    <a:pt x="3185" y="910"/>
                  </a:cubicBezTo>
                  <a:cubicBezTo>
                    <a:pt x="3191" y="943"/>
                    <a:pt x="3196" y="970"/>
                    <a:pt x="3213" y="1003"/>
                  </a:cubicBezTo>
                  <a:lnTo>
                    <a:pt x="3191" y="1041"/>
                  </a:lnTo>
                  <a:cubicBezTo>
                    <a:pt x="3224" y="1112"/>
                    <a:pt x="3256" y="1177"/>
                    <a:pt x="3289" y="1248"/>
                  </a:cubicBezTo>
                  <a:cubicBezTo>
                    <a:pt x="3294" y="1253"/>
                    <a:pt x="3311" y="1253"/>
                    <a:pt x="3327" y="1258"/>
                  </a:cubicBezTo>
                  <a:lnTo>
                    <a:pt x="3267" y="1296"/>
                  </a:lnTo>
                  <a:lnTo>
                    <a:pt x="3300" y="1400"/>
                  </a:lnTo>
                  <a:lnTo>
                    <a:pt x="3332" y="1313"/>
                  </a:lnTo>
                  <a:cubicBezTo>
                    <a:pt x="3338" y="1324"/>
                    <a:pt x="3349" y="1329"/>
                    <a:pt x="3349" y="1340"/>
                  </a:cubicBezTo>
                  <a:cubicBezTo>
                    <a:pt x="3349" y="1367"/>
                    <a:pt x="3343" y="1389"/>
                    <a:pt x="3343" y="1421"/>
                  </a:cubicBezTo>
                  <a:cubicBezTo>
                    <a:pt x="3343" y="1454"/>
                    <a:pt x="3332" y="1492"/>
                    <a:pt x="3354" y="1514"/>
                  </a:cubicBezTo>
                  <a:cubicBezTo>
                    <a:pt x="3397" y="1563"/>
                    <a:pt x="3354" y="1612"/>
                    <a:pt x="3359" y="1661"/>
                  </a:cubicBezTo>
                  <a:cubicBezTo>
                    <a:pt x="3359" y="1677"/>
                    <a:pt x="3338" y="1693"/>
                    <a:pt x="3327" y="1715"/>
                  </a:cubicBezTo>
                  <a:lnTo>
                    <a:pt x="3376" y="1758"/>
                  </a:lnTo>
                  <a:lnTo>
                    <a:pt x="3316" y="1786"/>
                  </a:lnTo>
                  <a:cubicBezTo>
                    <a:pt x="3343" y="1824"/>
                    <a:pt x="3387" y="1862"/>
                    <a:pt x="3321" y="1905"/>
                  </a:cubicBezTo>
                  <a:cubicBezTo>
                    <a:pt x="3321" y="1970"/>
                    <a:pt x="3311" y="2030"/>
                    <a:pt x="3289" y="2090"/>
                  </a:cubicBezTo>
                  <a:cubicBezTo>
                    <a:pt x="3289" y="2090"/>
                    <a:pt x="3305" y="2101"/>
                    <a:pt x="3316" y="2106"/>
                  </a:cubicBezTo>
                  <a:cubicBezTo>
                    <a:pt x="3289" y="2134"/>
                    <a:pt x="3245" y="2144"/>
                    <a:pt x="3245" y="2188"/>
                  </a:cubicBezTo>
                  <a:cubicBezTo>
                    <a:pt x="3245" y="2215"/>
                    <a:pt x="3218" y="2237"/>
                    <a:pt x="3202" y="2259"/>
                  </a:cubicBezTo>
                  <a:cubicBezTo>
                    <a:pt x="3169" y="2335"/>
                    <a:pt x="3131" y="2411"/>
                    <a:pt x="3082" y="2476"/>
                  </a:cubicBezTo>
                  <a:cubicBezTo>
                    <a:pt x="3093" y="2525"/>
                    <a:pt x="3001" y="2525"/>
                    <a:pt x="3033" y="2574"/>
                  </a:cubicBezTo>
                  <a:cubicBezTo>
                    <a:pt x="3001" y="2596"/>
                    <a:pt x="3006" y="2650"/>
                    <a:pt x="2957" y="2650"/>
                  </a:cubicBezTo>
                  <a:cubicBezTo>
                    <a:pt x="2930" y="2759"/>
                    <a:pt x="2800" y="2802"/>
                    <a:pt x="2767" y="2911"/>
                  </a:cubicBezTo>
                  <a:cubicBezTo>
                    <a:pt x="2767" y="2922"/>
                    <a:pt x="2745" y="2933"/>
                    <a:pt x="2729" y="2943"/>
                  </a:cubicBezTo>
                  <a:cubicBezTo>
                    <a:pt x="2718" y="2954"/>
                    <a:pt x="2702" y="2965"/>
                    <a:pt x="2685" y="2982"/>
                  </a:cubicBezTo>
                  <a:cubicBezTo>
                    <a:pt x="2626" y="3058"/>
                    <a:pt x="2560" y="3139"/>
                    <a:pt x="2501" y="3215"/>
                  </a:cubicBezTo>
                  <a:cubicBezTo>
                    <a:pt x="2473" y="3242"/>
                    <a:pt x="2446" y="3264"/>
                    <a:pt x="2419" y="3286"/>
                  </a:cubicBezTo>
                  <a:cubicBezTo>
                    <a:pt x="2392" y="3308"/>
                    <a:pt x="2365" y="3329"/>
                    <a:pt x="2338" y="3357"/>
                  </a:cubicBezTo>
                  <a:lnTo>
                    <a:pt x="2251" y="3433"/>
                  </a:lnTo>
                  <a:cubicBezTo>
                    <a:pt x="2234" y="3449"/>
                    <a:pt x="2202" y="3460"/>
                    <a:pt x="2196" y="3476"/>
                  </a:cubicBezTo>
                  <a:cubicBezTo>
                    <a:pt x="2185" y="3514"/>
                    <a:pt x="2158" y="3547"/>
                    <a:pt x="2131" y="3569"/>
                  </a:cubicBezTo>
                  <a:cubicBezTo>
                    <a:pt x="2066" y="3628"/>
                    <a:pt x="2011" y="3694"/>
                    <a:pt x="1968" y="3770"/>
                  </a:cubicBezTo>
                  <a:cubicBezTo>
                    <a:pt x="1950" y="3784"/>
                    <a:pt x="1932" y="3791"/>
                    <a:pt x="1914" y="3791"/>
                  </a:cubicBezTo>
                  <a:cubicBezTo>
                    <a:pt x="1904" y="3791"/>
                    <a:pt x="1895" y="3790"/>
                    <a:pt x="1886" y="3786"/>
                  </a:cubicBezTo>
                  <a:cubicBezTo>
                    <a:pt x="1854" y="3764"/>
                    <a:pt x="1805" y="3770"/>
                    <a:pt x="1783" y="3726"/>
                  </a:cubicBezTo>
                  <a:cubicBezTo>
                    <a:pt x="1772" y="3699"/>
                    <a:pt x="1707" y="3726"/>
                    <a:pt x="1707" y="3677"/>
                  </a:cubicBezTo>
                  <a:cubicBezTo>
                    <a:pt x="1707" y="3672"/>
                    <a:pt x="1674" y="3666"/>
                    <a:pt x="1658" y="3661"/>
                  </a:cubicBezTo>
                  <a:lnTo>
                    <a:pt x="1598" y="3634"/>
                  </a:lnTo>
                  <a:cubicBezTo>
                    <a:pt x="1566" y="3623"/>
                    <a:pt x="1576" y="3579"/>
                    <a:pt x="1528" y="3574"/>
                  </a:cubicBezTo>
                  <a:cubicBezTo>
                    <a:pt x="1500" y="3574"/>
                    <a:pt x="1484" y="3525"/>
                    <a:pt x="1451" y="3514"/>
                  </a:cubicBezTo>
                  <a:cubicBezTo>
                    <a:pt x="1428" y="3505"/>
                    <a:pt x="1412" y="3474"/>
                    <a:pt x="1383" y="3474"/>
                  </a:cubicBezTo>
                  <a:cubicBezTo>
                    <a:pt x="1379" y="3474"/>
                    <a:pt x="1375" y="3475"/>
                    <a:pt x="1370" y="3476"/>
                  </a:cubicBezTo>
                  <a:lnTo>
                    <a:pt x="1359" y="3476"/>
                  </a:lnTo>
                  <a:cubicBezTo>
                    <a:pt x="1332" y="3427"/>
                    <a:pt x="1261" y="3433"/>
                    <a:pt x="1223" y="3395"/>
                  </a:cubicBezTo>
                  <a:cubicBezTo>
                    <a:pt x="1185" y="3357"/>
                    <a:pt x="1147" y="3319"/>
                    <a:pt x="1104" y="3286"/>
                  </a:cubicBezTo>
                  <a:cubicBezTo>
                    <a:pt x="1049" y="3237"/>
                    <a:pt x="1011" y="3172"/>
                    <a:pt x="935" y="3139"/>
                  </a:cubicBezTo>
                  <a:cubicBezTo>
                    <a:pt x="902" y="3117"/>
                    <a:pt x="870" y="3090"/>
                    <a:pt x="843" y="3058"/>
                  </a:cubicBezTo>
                  <a:cubicBezTo>
                    <a:pt x="832" y="3047"/>
                    <a:pt x="821" y="3036"/>
                    <a:pt x="805" y="3030"/>
                  </a:cubicBezTo>
                  <a:cubicBezTo>
                    <a:pt x="772" y="3020"/>
                    <a:pt x="745" y="2998"/>
                    <a:pt x="734" y="2971"/>
                  </a:cubicBezTo>
                  <a:cubicBezTo>
                    <a:pt x="723" y="2938"/>
                    <a:pt x="696" y="2911"/>
                    <a:pt x="658" y="2905"/>
                  </a:cubicBezTo>
                  <a:cubicBezTo>
                    <a:pt x="631" y="2900"/>
                    <a:pt x="603" y="2857"/>
                    <a:pt x="587" y="2824"/>
                  </a:cubicBezTo>
                  <a:cubicBezTo>
                    <a:pt x="560" y="2775"/>
                    <a:pt x="517" y="2737"/>
                    <a:pt x="489" y="2693"/>
                  </a:cubicBezTo>
                  <a:cubicBezTo>
                    <a:pt x="457" y="2634"/>
                    <a:pt x="391" y="2585"/>
                    <a:pt x="391" y="2503"/>
                  </a:cubicBezTo>
                  <a:cubicBezTo>
                    <a:pt x="381" y="2454"/>
                    <a:pt x="359" y="2411"/>
                    <a:pt x="332" y="2367"/>
                  </a:cubicBezTo>
                  <a:cubicBezTo>
                    <a:pt x="305" y="2340"/>
                    <a:pt x="294" y="2302"/>
                    <a:pt x="294" y="2259"/>
                  </a:cubicBezTo>
                  <a:cubicBezTo>
                    <a:pt x="288" y="2248"/>
                    <a:pt x="283" y="2231"/>
                    <a:pt x="277" y="2215"/>
                  </a:cubicBezTo>
                  <a:cubicBezTo>
                    <a:pt x="272" y="2204"/>
                    <a:pt x="228" y="2036"/>
                    <a:pt x="228" y="2014"/>
                  </a:cubicBezTo>
                  <a:cubicBezTo>
                    <a:pt x="228" y="1992"/>
                    <a:pt x="228" y="1976"/>
                    <a:pt x="228" y="1949"/>
                  </a:cubicBezTo>
                  <a:cubicBezTo>
                    <a:pt x="228" y="1927"/>
                    <a:pt x="223" y="1894"/>
                    <a:pt x="223" y="1878"/>
                  </a:cubicBezTo>
                  <a:cubicBezTo>
                    <a:pt x="223" y="1862"/>
                    <a:pt x="228" y="1840"/>
                    <a:pt x="228" y="1824"/>
                  </a:cubicBezTo>
                  <a:cubicBezTo>
                    <a:pt x="223" y="1780"/>
                    <a:pt x="223" y="1737"/>
                    <a:pt x="223" y="1693"/>
                  </a:cubicBezTo>
                  <a:cubicBezTo>
                    <a:pt x="228" y="1655"/>
                    <a:pt x="228" y="1612"/>
                    <a:pt x="223" y="1574"/>
                  </a:cubicBezTo>
                  <a:cubicBezTo>
                    <a:pt x="234" y="1503"/>
                    <a:pt x="250" y="1443"/>
                    <a:pt x="272" y="1378"/>
                  </a:cubicBezTo>
                  <a:cubicBezTo>
                    <a:pt x="294" y="1324"/>
                    <a:pt x="321" y="1269"/>
                    <a:pt x="343" y="1215"/>
                  </a:cubicBezTo>
                  <a:cubicBezTo>
                    <a:pt x="353" y="1166"/>
                    <a:pt x="375" y="1122"/>
                    <a:pt x="408" y="1090"/>
                  </a:cubicBezTo>
                  <a:cubicBezTo>
                    <a:pt x="419" y="1079"/>
                    <a:pt x="424" y="1068"/>
                    <a:pt x="430" y="1057"/>
                  </a:cubicBezTo>
                  <a:cubicBezTo>
                    <a:pt x="473" y="938"/>
                    <a:pt x="538" y="834"/>
                    <a:pt x="631" y="747"/>
                  </a:cubicBezTo>
                  <a:cubicBezTo>
                    <a:pt x="647" y="726"/>
                    <a:pt x="669" y="704"/>
                    <a:pt x="685" y="682"/>
                  </a:cubicBezTo>
                  <a:cubicBezTo>
                    <a:pt x="696" y="666"/>
                    <a:pt x="707" y="644"/>
                    <a:pt x="723" y="633"/>
                  </a:cubicBezTo>
                  <a:cubicBezTo>
                    <a:pt x="761" y="622"/>
                    <a:pt x="788" y="590"/>
                    <a:pt x="805" y="557"/>
                  </a:cubicBezTo>
                  <a:cubicBezTo>
                    <a:pt x="821" y="525"/>
                    <a:pt x="886" y="530"/>
                    <a:pt x="870" y="476"/>
                  </a:cubicBezTo>
                  <a:cubicBezTo>
                    <a:pt x="913" y="443"/>
                    <a:pt x="962" y="410"/>
                    <a:pt x="1011" y="383"/>
                  </a:cubicBezTo>
                  <a:cubicBezTo>
                    <a:pt x="1022" y="378"/>
                    <a:pt x="1044" y="378"/>
                    <a:pt x="1049" y="372"/>
                  </a:cubicBezTo>
                  <a:cubicBezTo>
                    <a:pt x="1093" y="307"/>
                    <a:pt x="1174" y="296"/>
                    <a:pt x="1239" y="269"/>
                  </a:cubicBezTo>
                  <a:cubicBezTo>
                    <a:pt x="1251" y="261"/>
                    <a:pt x="1263" y="256"/>
                    <a:pt x="1275" y="256"/>
                  </a:cubicBezTo>
                  <a:cubicBezTo>
                    <a:pt x="1280" y="256"/>
                    <a:pt x="1284" y="257"/>
                    <a:pt x="1288" y="258"/>
                  </a:cubicBezTo>
                  <a:cubicBezTo>
                    <a:pt x="1294" y="260"/>
                    <a:pt x="1299" y="260"/>
                    <a:pt x="1304" y="260"/>
                  </a:cubicBezTo>
                  <a:cubicBezTo>
                    <a:pt x="1332" y="260"/>
                    <a:pt x="1336" y="233"/>
                    <a:pt x="1359" y="215"/>
                  </a:cubicBezTo>
                  <a:cubicBezTo>
                    <a:pt x="1371" y="220"/>
                    <a:pt x="1384" y="222"/>
                    <a:pt x="1397" y="222"/>
                  </a:cubicBezTo>
                  <a:cubicBezTo>
                    <a:pt x="1424" y="222"/>
                    <a:pt x="1451" y="211"/>
                    <a:pt x="1473" y="193"/>
                  </a:cubicBezTo>
                  <a:cubicBezTo>
                    <a:pt x="1571" y="128"/>
                    <a:pt x="1685" y="139"/>
                    <a:pt x="1794" y="133"/>
                  </a:cubicBezTo>
                  <a:cubicBezTo>
                    <a:pt x="1811" y="133"/>
                    <a:pt x="1829" y="140"/>
                    <a:pt x="1843" y="140"/>
                  </a:cubicBezTo>
                  <a:cubicBezTo>
                    <a:pt x="1847" y="140"/>
                    <a:pt x="1850" y="140"/>
                    <a:pt x="1854" y="139"/>
                  </a:cubicBezTo>
                  <a:cubicBezTo>
                    <a:pt x="1877" y="132"/>
                    <a:pt x="1900" y="130"/>
                    <a:pt x="1923" y="130"/>
                  </a:cubicBezTo>
                  <a:close/>
                  <a:moveTo>
                    <a:pt x="1836" y="1"/>
                  </a:moveTo>
                  <a:cubicBezTo>
                    <a:pt x="1831" y="1"/>
                    <a:pt x="1827" y="3"/>
                    <a:pt x="1821" y="8"/>
                  </a:cubicBezTo>
                  <a:cubicBezTo>
                    <a:pt x="1802" y="22"/>
                    <a:pt x="1779" y="24"/>
                    <a:pt x="1756" y="24"/>
                  </a:cubicBezTo>
                  <a:cubicBezTo>
                    <a:pt x="1740" y="24"/>
                    <a:pt x="1725" y="23"/>
                    <a:pt x="1711" y="23"/>
                  </a:cubicBezTo>
                  <a:cubicBezTo>
                    <a:pt x="1704" y="23"/>
                    <a:pt x="1697" y="24"/>
                    <a:pt x="1691" y="24"/>
                  </a:cubicBezTo>
                  <a:cubicBezTo>
                    <a:pt x="1668" y="24"/>
                    <a:pt x="1645" y="19"/>
                    <a:pt x="1622" y="19"/>
                  </a:cubicBezTo>
                  <a:cubicBezTo>
                    <a:pt x="1607" y="19"/>
                    <a:pt x="1592" y="21"/>
                    <a:pt x="1576" y="30"/>
                  </a:cubicBezTo>
                  <a:cubicBezTo>
                    <a:pt x="1544" y="57"/>
                    <a:pt x="1479" y="35"/>
                    <a:pt x="1441" y="57"/>
                  </a:cubicBezTo>
                  <a:cubicBezTo>
                    <a:pt x="1403" y="73"/>
                    <a:pt x="1359" y="84"/>
                    <a:pt x="1316" y="90"/>
                  </a:cubicBezTo>
                  <a:cubicBezTo>
                    <a:pt x="1256" y="101"/>
                    <a:pt x="1207" y="122"/>
                    <a:pt x="1163" y="155"/>
                  </a:cubicBezTo>
                  <a:cubicBezTo>
                    <a:pt x="1109" y="182"/>
                    <a:pt x="1049" y="198"/>
                    <a:pt x="995" y="226"/>
                  </a:cubicBezTo>
                  <a:cubicBezTo>
                    <a:pt x="973" y="242"/>
                    <a:pt x="946" y="258"/>
                    <a:pt x="924" y="280"/>
                  </a:cubicBezTo>
                  <a:cubicBezTo>
                    <a:pt x="864" y="307"/>
                    <a:pt x="810" y="345"/>
                    <a:pt x="756" y="383"/>
                  </a:cubicBezTo>
                  <a:cubicBezTo>
                    <a:pt x="690" y="438"/>
                    <a:pt x="636" y="503"/>
                    <a:pt x="571" y="563"/>
                  </a:cubicBezTo>
                  <a:cubicBezTo>
                    <a:pt x="555" y="579"/>
                    <a:pt x="522" y="601"/>
                    <a:pt x="511" y="612"/>
                  </a:cubicBezTo>
                  <a:cubicBezTo>
                    <a:pt x="496" y="627"/>
                    <a:pt x="519" y="661"/>
                    <a:pt x="477" y="661"/>
                  </a:cubicBezTo>
                  <a:cubicBezTo>
                    <a:pt x="474" y="661"/>
                    <a:pt x="471" y="661"/>
                    <a:pt x="468" y="660"/>
                  </a:cubicBezTo>
                  <a:cubicBezTo>
                    <a:pt x="465" y="660"/>
                    <a:pt x="462" y="660"/>
                    <a:pt x="460" y="660"/>
                  </a:cubicBezTo>
                  <a:cubicBezTo>
                    <a:pt x="419" y="660"/>
                    <a:pt x="466" y="704"/>
                    <a:pt x="440" y="709"/>
                  </a:cubicBezTo>
                  <a:cubicBezTo>
                    <a:pt x="353" y="742"/>
                    <a:pt x="381" y="845"/>
                    <a:pt x="305" y="878"/>
                  </a:cubicBezTo>
                  <a:cubicBezTo>
                    <a:pt x="326" y="932"/>
                    <a:pt x="261" y="943"/>
                    <a:pt x="245" y="976"/>
                  </a:cubicBezTo>
                  <a:cubicBezTo>
                    <a:pt x="196" y="1063"/>
                    <a:pt x="152" y="1161"/>
                    <a:pt x="120" y="1258"/>
                  </a:cubicBezTo>
                  <a:cubicBezTo>
                    <a:pt x="87" y="1345"/>
                    <a:pt x="65" y="1432"/>
                    <a:pt x="44" y="1525"/>
                  </a:cubicBezTo>
                  <a:cubicBezTo>
                    <a:pt x="27" y="1595"/>
                    <a:pt x="22" y="1661"/>
                    <a:pt x="11" y="1731"/>
                  </a:cubicBezTo>
                  <a:cubicBezTo>
                    <a:pt x="11" y="1753"/>
                    <a:pt x="0" y="1780"/>
                    <a:pt x="11" y="1797"/>
                  </a:cubicBezTo>
                  <a:cubicBezTo>
                    <a:pt x="38" y="1840"/>
                    <a:pt x="16" y="1883"/>
                    <a:pt x="6" y="1932"/>
                  </a:cubicBezTo>
                  <a:cubicBezTo>
                    <a:pt x="54" y="1976"/>
                    <a:pt x="82" y="2041"/>
                    <a:pt x="82" y="2106"/>
                  </a:cubicBezTo>
                  <a:cubicBezTo>
                    <a:pt x="93" y="2221"/>
                    <a:pt x="114" y="2335"/>
                    <a:pt x="158" y="2438"/>
                  </a:cubicBezTo>
                  <a:lnTo>
                    <a:pt x="185" y="2416"/>
                  </a:lnTo>
                  <a:cubicBezTo>
                    <a:pt x="218" y="2514"/>
                    <a:pt x="256" y="2601"/>
                    <a:pt x="310" y="2688"/>
                  </a:cubicBezTo>
                  <a:cubicBezTo>
                    <a:pt x="332" y="2715"/>
                    <a:pt x="353" y="2742"/>
                    <a:pt x="364" y="2775"/>
                  </a:cubicBezTo>
                  <a:cubicBezTo>
                    <a:pt x="386" y="2824"/>
                    <a:pt x="419" y="2867"/>
                    <a:pt x="457" y="2905"/>
                  </a:cubicBezTo>
                  <a:cubicBezTo>
                    <a:pt x="511" y="2960"/>
                    <a:pt x="582" y="3003"/>
                    <a:pt x="587" y="3085"/>
                  </a:cubicBezTo>
                  <a:cubicBezTo>
                    <a:pt x="593" y="3096"/>
                    <a:pt x="609" y="3107"/>
                    <a:pt x="625" y="3112"/>
                  </a:cubicBezTo>
                  <a:cubicBezTo>
                    <a:pt x="647" y="3117"/>
                    <a:pt x="658" y="3117"/>
                    <a:pt x="658" y="3139"/>
                  </a:cubicBezTo>
                  <a:cubicBezTo>
                    <a:pt x="669" y="3177"/>
                    <a:pt x="712" y="3194"/>
                    <a:pt x="739" y="3204"/>
                  </a:cubicBezTo>
                  <a:cubicBezTo>
                    <a:pt x="761" y="3215"/>
                    <a:pt x="799" y="3232"/>
                    <a:pt x="799" y="3248"/>
                  </a:cubicBezTo>
                  <a:cubicBezTo>
                    <a:pt x="805" y="3286"/>
                    <a:pt x="843" y="3286"/>
                    <a:pt x="859" y="3302"/>
                  </a:cubicBezTo>
                  <a:cubicBezTo>
                    <a:pt x="902" y="3329"/>
                    <a:pt x="946" y="3357"/>
                    <a:pt x="984" y="3389"/>
                  </a:cubicBezTo>
                  <a:cubicBezTo>
                    <a:pt x="1000" y="3401"/>
                    <a:pt x="1016" y="3428"/>
                    <a:pt x="1041" y="3428"/>
                  </a:cubicBezTo>
                  <a:cubicBezTo>
                    <a:pt x="1050" y="3428"/>
                    <a:pt x="1060" y="3425"/>
                    <a:pt x="1071" y="3416"/>
                  </a:cubicBezTo>
                  <a:lnTo>
                    <a:pt x="1147" y="3487"/>
                  </a:lnTo>
                  <a:cubicBezTo>
                    <a:pt x="1147" y="3487"/>
                    <a:pt x="1153" y="3492"/>
                    <a:pt x="1153" y="3492"/>
                  </a:cubicBezTo>
                  <a:cubicBezTo>
                    <a:pt x="1207" y="3498"/>
                    <a:pt x="1245" y="3536"/>
                    <a:pt x="1283" y="3563"/>
                  </a:cubicBezTo>
                  <a:cubicBezTo>
                    <a:pt x="1343" y="3612"/>
                    <a:pt x="1408" y="3656"/>
                    <a:pt x="1473" y="3694"/>
                  </a:cubicBezTo>
                  <a:cubicBezTo>
                    <a:pt x="1517" y="3710"/>
                    <a:pt x="1560" y="3737"/>
                    <a:pt x="1587" y="3770"/>
                  </a:cubicBezTo>
                  <a:cubicBezTo>
                    <a:pt x="1598" y="3786"/>
                    <a:pt x="1612" y="3791"/>
                    <a:pt x="1626" y="3791"/>
                  </a:cubicBezTo>
                  <a:cubicBezTo>
                    <a:pt x="1640" y="3791"/>
                    <a:pt x="1655" y="3786"/>
                    <a:pt x="1669" y="3781"/>
                  </a:cubicBezTo>
                  <a:cubicBezTo>
                    <a:pt x="1680" y="3791"/>
                    <a:pt x="1691" y="3808"/>
                    <a:pt x="1696" y="3813"/>
                  </a:cubicBezTo>
                  <a:cubicBezTo>
                    <a:pt x="1783" y="3862"/>
                    <a:pt x="1865" y="3911"/>
                    <a:pt x="1946" y="3955"/>
                  </a:cubicBezTo>
                  <a:cubicBezTo>
                    <a:pt x="1959" y="3961"/>
                    <a:pt x="1972" y="3964"/>
                    <a:pt x="1983" y="3964"/>
                  </a:cubicBezTo>
                  <a:cubicBezTo>
                    <a:pt x="2011" y="3964"/>
                    <a:pt x="2036" y="3947"/>
                    <a:pt x="2055" y="3916"/>
                  </a:cubicBezTo>
                  <a:cubicBezTo>
                    <a:pt x="2066" y="3906"/>
                    <a:pt x="2082" y="3895"/>
                    <a:pt x="2093" y="3884"/>
                  </a:cubicBezTo>
                  <a:lnTo>
                    <a:pt x="2261" y="3732"/>
                  </a:lnTo>
                  <a:cubicBezTo>
                    <a:pt x="2278" y="3721"/>
                    <a:pt x="2251" y="3683"/>
                    <a:pt x="2289" y="3683"/>
                  </a:cubicBezTo>
                  <a:cubicBezTo>
                    <a:pt x="2343" y="3683"/>
                    <a:pt x="2348" y="3650"/>
                    <a:pt x="2348" y="3618"/>
                  </a:cubicBezTo>
                  <a:cubicBezTo>
                    <a:pt x="2348" y="3569"/>
                    <a:pt x="2435" y="3596"/>
                    <a:pt x="2424" y="3541"/>
                  </a:cubicBezTo>
                  <a:cubicBezTo>
                    <a:pt x="2424" y="3536"/>
                    <a:pt x="2419" y="3531"/>
                    <a:pt x="2419" y="3531"/>
                  </a:cubicBezTo>
                  <a:cubicBezTo>
                    <a:pt x="2452" y="3492"/>
                    <a:pt x="2473" y="3427"/>
                    <a:pt x="2511" y="3411"/>
                  </a:cubicBezTo>
                  <a:cubicBezTo>
                    <a:pt x="2555" y="3395"/>
                    <a:pt x="2582" y="3362"/>
                    <a:pt x="2598" y="3319"/>
                  </a:cubicBezTo>
                  <a:cubicBezTo>
                    <a:pt x="2615" y="3275"/>
                    <a:pt x="2685" y="3270"/>
                    <a:pt x="2685" y="3210"/>
                  </a:cubicBezTo>
                  <a:cubicBezTo>
                    <a:pt x="2688" y="3210"/>
                    <a:pt x="2690" y="3210"/>
                    <a:pt x="2692" y="3210"/>
                  </a:cubicBezTo>
                  <a:cubicBezTo>
                    <a:pt x="2772" y="3210"/>
                    <a:pt x="2774" y="3117"/>
                    <a:pt x="2838" y="3090"/>
                  </a:cubicBezTo>
                  <a:cubicBezTo>
                    <a:pt x="2854" y="3085"/>
                    <a:pt x="2859" y="3047"/>
                    <a:pt x="2870" y="3036"/>
                  </a:cubicBezTo>
                  <a:cubicBezTo>
                    <a:pt x="2887" y="3025"/>
                    <a:pt x="2914" y="3041"/>
                    <a:pt x="2925" y="3009"/>
                  </a:cubicBezTo>
                  <a:cubicBezTo>
                    <a:pt x="2935" y="2976"/>
                    <a:pt x="2941" y="2927"/>
                    <a:pt x="3001" y="2922"/>
                  </a:cubicBezTo>
                  <a:cubicBezTo>
                    <a:pt x="3006" y="2873"/>
                    <a:pt x="3066" y="2867"/>
                    <a:pt x="3082" y="2835"/>
                  </a:cubicBezTo>
                  <a:cubicBezTo>
                    <a:pt x="3115" y="2759"/>
                    <a:pt x="3191" y="2699"/>
                    <a:pt x="3224" y="2634"/>
                  </a:cubicBezTo>
                  <a:cubicBezTo>
                    <a:pt x="3262" y="2563"/>
                    <a:pt x="3305" y="2498"/>
                    <a:pt x="3338" y="2427"/>
                  </a:cubicBezTo>
                  <a:cubicBezTo>
                    <a:pt x="3370" y="2367"/>
                    <a:pt x="3397" y="2302"/>
                    <a:pt x="3414" y="2231"/>
                  </a:cubicBezTo>
                  <a:cubicBezTo>
                    <a:pt x="3425" y="2161"/>
                    <a:pt x="3452" y="2095"/>
                    <a:pt x="3468" y="2025"/>
                  </a:cubicBezTo>
                  <a:cubicBezTo>
                    <a:pt x="3468" y="1970"/>
                    <a:pt x="3479" y="1922"/>
                    <a:pt x="3490" y="1867"/>
                  </a:cubicBezTo>
                  <a:cubicBezTo>
                    <a:pt x="3512" y="1818"/>
                    <a:pt x="3479" y="1780"/>
                    <a:pt x="3490" y="1731"/>
                  </a:cubicBezTo>
                  <a:cubicBezTo>
                    <a:pt x="3495" y="1688"/>
                    <a:pt x="3506" y="1644"/>
                    <a:pt x="3512" y="1595"/>
                  </a:cubicBezTo>
                  <a:lnTo>
                    <a:pt x="3512" y="1590"/>
                  </a:lnTo>
                  <a:cubicBezTo>
                    <a:pt x="3484" y="1470"/>
                    <a:pt x="3468" y="1351"/>
                    <a:pt x="3452" y="1231"/>
                  </a:cubicBezTo>
                  <a:cubicBezTo>
                    <a:pt x="3452" y="1220"/>
                    <a:pt x="3452" y="1209"/>
                    <a:pt x="3446" y="1199"/>
                  </a:cubicBezTo>
                  <a:cubicBezTo>
                    <a:pt x="3430" y="1161"/>
                    <a:pt x="3408" y="1122"/>
                    <a:pt x="3392" y="1079"/>
                  </a:cubicBezTo>
                  <a:cubicBezTo>
                    <a:pt x="3376" y="1041"/>
                    <a:pt x="3343" y="997"/>
                    <a:pt x="3349" y="959"/>
                  </a:cubicBezTo>
                  <a:cubicBezTo>
                    <a:pt x="3359" y="905"/>
                    <a:pt x="3294" y="889"/>
                    <a:pt x="3294" y="840"/>
                  </a:cubicBezTo>
                  <a:cubicBezTo>
                    <a:pt x="3294" y="818"/>
                    <a:pt x="3262" y="796"/>
                    <a:pt x="3262" y="775"/>
                  </a:cubicBezTo>
                  <a:cubicBezTo>
                    <a:pt x="3251" y="704"/>
                    <a:pt x="3213" y="650"/>
                    <a:pt x="3158" y="612"/>
                  </a:cubicBezTo>
                  <a:cubicBezTo>
                    <a:pt x="3131" y="595"/>
                    <a:pt x="3115" y="573"/>
                    <a:pt x="3104" y="546"/>
                  </a:cubicBezTo>
                  <a:cubicBezTo>
                    <a:pt x="3082" y="503"/>
                    <a:pt x="3055" y="448"/>
                    <a:pt x="2995" y="432"/>
                  </a:cubicBezTo>
                  <a:cubicBezTo>
                    <a:pt x="2984" y="427"/>
                    <a:pt x="2973" y="421"/>
                    <a:pt x="2968" y="405"/>
                  </a:cubicBezTo>
                  <a:cubicBezTo>
                    <a:pt x="2952" y="356"/>
                    <a:pt x="2908" y="345"/>
                    <a:pt x="2870" y="323"/>
                  </a:cubicBezTo>
                  <a:cubicBezTo>
                    <a:pt x="2805" y="285"/>
                    <a:pt x="2761" y="215"/>
                    <a:pt x="2680" y="198"/>
                  </a:cubicBezTo>
                  <a:cubicBezTo>
                    <a:pt x="2675" y="198"/>
                    <a:pt x="2669" y="193"/>
                    <a:pt x="2669" y="193"/>
                  </a:cubicBezTo>
                  <a:cubicBezTo>
                    <a:pt x="2636" y="166"/>
                    <a:pt x="2598" y="149"/>
                    <a:pt x="2560" y="122"/>
                  </a:cubicBezTo>
                  <a:cubicBezTo>
                    <a:pt x="2522" y="101"/>
                    <a:pt x="2473" y="90"/>
                    <a:pt x="2424" y="84"/>
                  </a:cubicBezTo>
                  <a:lnTo>
                    <a:pt x="2397" y="84"/>
                  </a:lnTo>
                  <a:cubicBezTo>
                    <a:pt x="2365" y="57"/>
                    <a:pt x="2326" y="45"/>
                    <a:pt x="2285" y="45"/>
                  </a:cubicBezTo>
                  <a:cubicBezTo>
                    <a:pt x="2277" y="45"/>
                    <a:pt x="2269" y="45"/>
                    <a:pt x="2261" y="46"/>
                  </a:cubicBezTo>
                  <a:cubicBezTo>
                    <a:pt x="2212" y="41"/>
                    <a:pt x="2164" y="24"/>
                    <a:pt x="2115" y="8"/>
                  </a:cubicBezTo>
                  <a:lnTo>
                    <a:pt x="2055" y="8"/>
                  </a:lnTo>
                  <a:lnTo>
                    <a:pt x="1870" y="19"/>
                  </a:lnTo>
                  <a:cubicBezTo>
                    <a:pt x="1858" y="19"/>
                    <a:pt x="1849" y="1"/>
                    <a:pt x="18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3"/>
            <p:cNvSpPr/>
            <p:nvPr/>
          </p:nvSpPr>
          <p:spPr>
            <a:xfrm>
              <a:off x="1082425" y="2280369"/>
              <a:ext cx="417432" cy="380147"/>
            </a:xfrm>
            <a:custGeom>
              <a:rect b="b" l="l" r="r" t="t"/>
              <a:pathLst>
                <a:path extrusionOk="0" h="3283" w="3605">
                  <a:moveTo>
                    <a:pt x="2224" y="93"/>
                  </a:moveTo>
                  <a:cubicBezTo>
                    <a:pt x="2240" y="93"/>
                    <a:pt x="2256" y="95"/>
                    <a:pt x="2273" y="101"/>
                  </a:cubicBezTo>
                  <a:cubicBezTo>
                    <a:pt x="2289" y="104"/>
                    <a:pt x="2307" y="105"/>
                    <a:pt x="2324" y="105"/>
                  </a:cubicBezTo>
                  <a:cubicBezTo>
                    <a:pt x="2342" y="105"/>
                    <a:pt x="2360" y="104"/>
                    <a:pt x="2376" y="101"/>
                  </a:cubicBezTo>
                  <a:lnTo>
                    <a:pt x="2490" y="101"/>
                  </a:lnTo>
                  <a:cubicBezTo>
                    <a:pt x="2517" y="101"/>
                    <a:pt x="2545" y="106"/>
                    <a:pt x="2577" y="117"/>
                  </a:cubicBezTo>
                  <a:lnTo>
                    <a:pt x="2664" y="117"/>
                  </a:lnTo>
                  <a:cubicBezTo>
                    <a:pt x="2670" y="112"/>
                    <a:pt x="2677" y="111"/>
                    <a:pt x="2683" y="111"/>
                  </a:cubicBezTo>
                  <a:cubicBezTo>
                    <a:pt x="2698" y="111"/>
                    <a:pt x="2715" y="119"/>
                    <a:pt x="2730" y="119"/>
                  </a:cubicBezTo>
                  <a:cubicBezTo>
                    <a:pt x="2740" y="119"/>
                    <a:pt x="2749" y="116"/>
                    <a:pt x="2757" y="106"/>
                  </a:cubicBezTo>
                  <a:lnTo>
                    <a:pt x="2773" y="144"/>
                  </a:lnTo>
                  <a:cubicBezTo>
                    <a:pt x="2786" y="128"/>
                    <a:pt x="2800" y="122"/>
                    <a:pt x="2813" y="122"/>
                  </a:cubicBezTo>
                  <a:cubicBezTo>
                    <a:pt x="2842" y="122"/>
                    <a:pt x="2871" y="146"/>
                    <a:pt x="2898" y="146"/>
                  </a:cubicBezTo>
                  <a:cubicBezTo>
                    <a:pt x="2902" y="146"/>
                    <a:pt x="2905" y="145"/>
                    <a:pt x="2909" y="144"/>
                  </a:cubicBezTo>
                  <a:cubicBezTo>
                    <a:pt x="2909" y="139"/>
                    <a:pt x="2914" y="139"/>
                    <a:pt x="2909" y="139"/>
                  </a:cubicBezTo>
                  <a:cubicBezTo>
                    <a:pt x="2909" y="134"/>
                    <a:pt x="2909" y="134"/>
                    <a:pt x="2909" y="134"/>
                  </a:cubicBezTo>
                  <a:lnTo>
                    <a:pt x="2898" y="123"/>
                  </a:lnTo>
                  <a:lnTo>
                    <a:pt x="2898" y="123"/>
                  </a:lnTo>
                  <a:cubicBezTo>
                    <a:pt x="2941" y="128"/>
                    <a:pt x="2985" y="139"/>
                    <a:pt x="3028" y="139"/>
                  </a:cubicBezTo>
                  <a:cubicBezTo>
                    <a:pt x="3041" y="140"/>
                    <a:pt x="3053" y="141"/>
                    <a:pt x="3065" y="141"/>
                  </a:cubicBezTo>
                  <a:cubicBezTo>
                    <a:pt x="3102" y="141"/>
                    <a:pt x="3138" y="135"/>
                    <a:pt x="3175" y="123"/>
                  </a:cubicBezTo>
                  <a:cubicBezTo>
                    <a:pt x="3198" y="119"/>
                    <a:pt x="3224" y="115"/>
                    <a:pt x="3251" y="115"/>
                  </a:cubicBezTo>
                  <a:cubicBezTo>
                    <a:pt x="3262" y="115"/>
                    <a:pt x="3273" y="116"/>
                    <a:pt x="3284" y="117"/>
                  </a:cubicBezTo>
                  <a:cubicBezTo>
                    <a:pt x="3289" y="117"/>
                    <a:pt x="3285" y="146"/>
                    <a:pt x="3302" y="146"/>
                  </a:cubicBezTo>
                  <a:cubicBezTo>
                    <a:pt x="3305" y="146"/>
                    <a:pt x="3308" y="146"/>
                    <a:pt x="3311" y="144"/>
                  </a:cubicBezTo>
                  <a:cubicBezTo>
                    <a:pt x="3316" y="139"/>
                    <a:pt x="3322" y="117"/>
                    <a:pt x="3327" y="117"/>
                  </a:cubicBezTo>
                  <a:cubicBezTo>
                    <a:pt x="3333" y="116"/>
                    <a:pt x="3339" y="115"/>
                    <a:pt x="3345" y="115"/>
                  </a:cubicBezTo>
                  <a:cubicBezTo>
                    <a:pt x="3361" y="115"/>
                    <a:pt x="3377" y="120"/>
                    <a:pt x="3393" y="128"/>
                  </a:cubicBezTo>
                  <a:lnTo>
                    <a:pt x="3436" y="155"/>
                  </a:lnTo>
                  <a:cubicBezTo>
                    <a:pt x="3425" y="182"/>
                    <a:pt x="3409" y="204"/>
                    <a:pt x="3425" y="231"/>
                  </a:cubicBezTo>
                  <a:cubicBezTo>
                    <a:pt x="3436" y="253"/>
                    <a:pt x="3436" y="275"/>
                    <a:pt x="3425" y="291"/>
                  </a:cubicBezTo>
                  <a:cubicBezTo>
                    <a:pt x="3420" y="318"/>
                    <a:pt x="3425" y="346"/>
                    <a:pt x="3431" y="367"/>
                  </a:cubicBezTo>
                  <a:cubicBezTo>
                    <a:pt x="3441" y="405"/>
                    <a:pt x="3441" y="443"/>
                    <a:pt x="3436" y="481"/>
                  </a:cubicBezTo>
                  <a:cubicBezTo>
                    <a:pt x="3436" y="498"/>
                    <a:pt x="3436" y="519"/>
                    <a:pt x="3441" y="536"/>
                  </a:cubicBezTo>
                  <a:cubicBezTo>
                    <a:pt x="3441" y="563"/>
                    <a:pt x="3447" y="585"/>
                    <a:pt x="3447" y="612"/>
                  </a:cubicBezTo>
                  <a:cubicBezTo>
                    <a:pt x="3447" y="677"/>
                    <a:pt x="3441" y="742"/>
                    <a:pt x="3447" y="813"/>
                  </a:cubicBezTo>
                  <a:cubicBezTo>
                    <a:pt x="3452" y="873"/>
                    <a:pt x="3452" y="933"/>
                    <a:pt x="3447" y="992"/>
                  </a:cubicBezTo>
                  <a:cubicBezTo>
                    <a:pt x="3447" y="1025"/>
                    <a:pt x="3458" y="1047"/>
                    <a:pt x="3452" y="1090"/>
                  </a:cubicBezTo>
                  <a:cubicBezTo>
                    <a:pt x="3447" y="1134"/>
                    <a:pt x="3458" y="1183"/>
                    <a:pt x="3452" y="1226"/>
                  </a:cubicBezTo>
                  <a:cubicBezTo>
                    <a:pt x="3452" y="1264"/>
                    <a:pt x="3447" y="1302"/>
                    <a:pt x="3441" y="1340"/>
                  </a:cubicBezTo>
                  <a:cubicBezTo>
                    <a:pt x="3436" y="1373"/>
                    <a:pt x="3431" y="1405"/>
                    <a:pt x="3436" y="1438"/>
                  </a:cubicBezTo>
                  <a:cubicBezTo>
                    <a:pt x="3436" y="1498"/>
                    <a:pt x="3431" y="1558"/>
                    <a:pt x="3409" y="1617"/>
                  </a:cubicBezTo>
                  <a:cubicBezTo>
                    <a:pt x="3398" y="1645"/>
                    <a:pt x="3431" y="1666"/>
                    <a:pt x="3409" y="1688"/>
                  </a:cubicBezTo>
                  <a:cubicBezTo>
                    <a:pt x="3387" y="1704"/>
                    <a:pt x="3409" y="1737"/>
                    <a:pt x="3403" y="1748"/>
                  </a:cubicBezTo>
                  <a:cubicBezTo>
                    <a:pt x="3371" y="1797"/>
                    <a:pt x="3393" y="1851"/>
                    <a:pt x="3371" y="1906"/>
                  </a:cubicBezTo>
                  <a:cubicBezTo>
                    <a:pt x="3349" y="1955"/>
                    <a:pt x="3333" y="2014"/>
                    <a:pt x="3311" y="2063"/>
                  </a:cubicBezTo>
                  <a:cubicBezTo>
                    <a:pt x="3289" y="2128"/>
                    <a:pt x="3262" y="2194"/>
                    <a:pt x="3229" y="2253"/>
                  </a:cubicBezTo>
                  <a:cubicBezTo>
                    <a:pt x="3202" y="2286"/>
                    <a:pt x="3191" y="2330"/>
                    <a:pt x="3170" y="2368"/>
                  </a:cubicBezTo>
                  <a:cubicBezTo>
                    <a:pt x="3159" y="2384"/>
                    <a:pt x="3148" y="2400"/>
                    <a:pt x="3142" y="2417"/>
                  </a:cubicBezTo>
                  <a:cubicBezTo>
                    <a:pt x="3115" y="2460"/>
                    <a:pt x="3088" y="2504"/>
                    <a:pt x="3061" y="2542"/>
                  </a:cubicBezTo>
                  <a:cubicBezTo>
                    <a:pt x="3028" y="2585"/>
                    <a:pt x="2985" y="2612"/>
                    <a:pt x="2952" y="2650"/>
                  </a:cubicBezTo>
                  <a:cubicBezTo>
                    <a:pt x="2898" y="2705"/>
                    <a:pt x="2844" y="2759"/>
                    <a:pt x="2784" y="2808"/>
                  </a:cubicBezTo>
                  <a:cubicBezTo>
                    <a:pt x="2757" y="2824"/>
                    <a:pt x="2729" y="2846"/>
                    <a:pt x="2713" y="2868"/>
                  </a:cubicBezTo>
                  <a:cubicBezTo>
                    <a:pt x="2708" y="2879"/>
                    <a:pt x="2691" y="2884"/>
                    <a:pt x="2680" y="2889"/>
                  </a:cubicBezTo>
                  <a:lnTo>
                    <a:pt x="2626" y="2928"/>
                  </a:lnTo>
                  <a:lnTo>
                    <a:pt x="2599" y="2917"/>
                  </a:lnTo>
                  <a:cubicBezTo>
                    <a:pt x="2561" y="2966"/>
                    <a:pt x="2501" y="3004"/>
                    <a:pt x="2430" y="3014"/>
                  </a:cubicBezTo>
                  <a:cubicBezTo>
                    <a:pt x="2376" y="3034"/>
                    <a:pt x="2323" y="3076"/>
                    <a:pt x="2265" y="3076"/>
                  </a:cubicBezTo>
                  <a:cubicBezTo>
                    <a:pt x="2258" y="3076"/>
                    <a:pt x="2252" y="3075"/>
                    <a:pt x="2246" y="3074"/>
                  </a:cubicBezTo>
                  <a:cubicBezTo>
                    <a:pt x="2164" y="3140"/>
                    <a:pt x="2061" y="3118"/>
                    <a:pt x="1974" y="3140"/>
                  </a:cubicBezTo>
                  <a:cubicBezTo>
                    <a:pt x="1947" y="3148"/>
                    <a:pt x="1918" y="3152"/>
                    <a:pt x="1890" y="3152"/>
                  </a:cubicBezTo>
                  <a:cubicBezTo>
                    <a:pt x="1861" y="3152"/>
                    <a:pt x="1832" y="3148"/>
                    <a:pt x="1805" y="3140"/>
                  </a:cubicBezTo>
                  <a:cubicBezTo>
                    <a:pt x="1803" y="3138"/>
                    <a:pt x="1801" y="3138"/>
                    <a:pt x="1799" y="3138"/>
                  </a:cubicBezTo>
                  <a:cubicBezTo>
                    <a:pt x="1790" y="3138"/>
                    <a:pt x="1780" y="3145"/>
                    <a:pt x="1767" y="3145"/>
                  </a:cubicBezTo>
                  <a:cubicBezTo>
                    <a:pt x="1738" y="3145"/>
                    <a:pt x="1709" y="3162"/>
                    <a:pt x="1682" y="3162"/>
                  </a:cubicBezTo>
                  <a:cubicBezTo>
                    <a:pt x="1668" y="3162"/>
                    <a:pt x="1655" y="3158"/>
                    <a:pt x="1642" y="3145"/>
                  </a:cubicBezTo>
                  <a:cubicBezTo>
                    <a:pt x="1618" y="3148"/>
                    <a:pt x="1593" y="3149"/>
                    <a:pt x="1569" y="3149"/>
                  </a:cubicBezTo>
                  <a:cubicBezTo>
                    <a:pt x="1544" y="3149"/>
                    <a:pt x="1520" y="3148"/>
                    <a:pt x="1495" y="3145"/>
                  </a:cubicBezTo>
                  <a:cubicBezTo>
                    <a:pt x="1457" y="3140"/>
                    <a:pt x="1414" y="3123"/>
                    <a:pt x="1376" y="3123"/>
                  </a:cubicBezTo>
                  <a:cubicBezTo>
                    <a:pt x="1311" y="3118"/>
                    <a:pt x="1260" y="3068"/>
                    <a:pt x="1193" y="3068"/>
                  </a:cubicBezTo>
                  <a:cubicBezTo>
                    <a:pt x="1187" y="3068"/>
                    <a:pt x="1181" y="3068"/>
                    <a:pt x="1175" y="3069"/>
                  </a:cubicBezTo>
                  <a:cubicBezTo>
                    <a:pt x="1158" y="3069"/>
                    <a:pt x="1142" y="3058"/>
                    <a:pt x="1131" y="3047"/>
                  </a:cubicBezTo>
                  <a:cubicBezTo>
                    <a:pt x="1123" y="3035"/>
                    <a:pt x="1113" y="3026"/>
                    <a:pt x="1099" y="3026"/>
                  </a:cubicBezTo>
                  <a:cubicBezTo>
                    <a:pt x="1094" y="3026"/>
                    <a:pt x="1088" y="3028"/>
                    <a:pt x="1082" y="3031"/>
                  </a:cubicBezTo>
                  <a:cubicBezTo>
                    <a:pt x="1082" y="3034"/>
                    <a:pt x="1080" y="3035"/>
                    <a:pt x="1077" y="3035"/>
                  </a:cubicBezTo>
                  <a:cubicBezTo>
                    <a:pt x="1074" y="3035"/>
                    <a:pt x="1071" y="3034"/>
                    <a:pt x="1071" y="3031"/>
                  </a:cubicBezTo>
                  <a:cubicBezTo>
                    <a:pt x="1023" y="2982"/>
                    <a:pt x="946" y="2976"/>
                    <a:pt x="892" y="2933"/>
                  </a:cubicBezTo>
                  <a:cubicBezTo>
                    <a:pt x="838" y="2889"/>
                    <a:pt x="778" y="2857"/>
                    <a:pt x="718" y="2819"/>
                  </a:cubicBezTo>
                  <a:cubicBezTo>
                    <a:pt x="691" y="2802"/>
                    <a:pt x="658" y="2781"/>
                    <a:pt x="631" y="2759"/>
                  </a:cubicBezTo>
                  <a:cubicBezTo>
                    <a:pt x="571" y="2716"/>
                    <a:pt x="517" y="2656"/>
                    <a:pt x="479" y="2590"/>
                  </a:cubicBezTo>
                  <a:cubicBezTo>
                    <a:pt x="474" y="2585"/>
                    <a:pt x="463" y="2574"/>
                    <a:pt x="457" y="2574"/>
                  </a:cubicBezTo>
                  <a:cubicBezTo>
                    <a:pt x="452" y="2575"/>
                    <a:pt x="448" y="2576"/>
                    <a:pt x="444" y="2576"/>
                  </a:cubicBezTo>
                  <a:cubicBezTo>
                    <a:pt x="403" y="2576"/>
                    <a:pt x="401" y="2528"/>
                    <a:pt x="387" y="2504"/>
                  </a:cubicBezTo>
                  <a:cubicBezTo>
                    <a:pt x="359" y="2449"/>
                    <a:pt x="332" y="2400"/>
                    <a:pt x="300" y="2357"/>
                  </a:cubicBezTo>
                  <a:cubicBezTo>
                    <a:pt x="267" y="2302"/>
                    <a:pt x="245" y="2248"/>
                    <a:pt x="234" y="2188"/>
                  </a:cubicBezTo>
                  <a:cubicBezTo>
                    <a:pt x="229" y="2177"/>
                    <a:pt x="234" y="2167"/>
                    <a:pt x="229" y="2161"/>
                  </a:cubicBezTo>
                  <a:cubicBezTo>
                    <a:pt x="191" y="2123"/>
                    <a:pt x="213" y="2080"/>
                    <a:pt x="223" y="2041"/>
                  </a:cubicBezTo>
                  <a:cubicBezTo>
                    <a:pt x="196" y="2025"/>
                    <a:pt x="180" y="2009"/>
                    <a:pt x="191" y="1976"/>
                  </a:cubicBezTo>
                  <a:cubicBezTo>
                    <a:pt x="191" y="1955"/>
                    <a:pt x="185" y="1927"/>
                    <a:pt x="180" y="1906"/>
                  </a:cubicBezTo>
                  <a:cubicBezTo>
                    <a:pt x="180" y="1900"/>
                    <a:pt x="175" y="1884"/>
                    <a:pt x="180" y="1878"/>
                  </a:cubicBezTo>
                  <a:cubicBezTo>
                    <a:pt x="213" y="1846"/>
                    <a:pt x="196" y="1813"/>
                    <a:pt x="180" y="1781"/>
                  </a:cubicBezTo>
                  <a:cubicBezTo>
                    <a:pt x="175" y="1770"/>
                    <a:pt x="175" y="1759"/>
                    <a:pt x="175" y="1748"/>
                  </a:cubicBezTo>
                  <a:cubicBezTo>
                    <a:pt x="185" y="1721"/>
                    <a:pt x="207" y="1683"/>
                    <a:pt x="202" y="1666"/>
                  </a:cubicBezTo>
                  <a:cubicBezTo>
                    <a:pt x="180" y="1628"/>
                    <a:pt x="207" y="1617"/>
                    <a:pt x="213" y="1590"/>
                  </a:cubicBezTo>
                  <a:cubicBezTo>
                    <a:pt x="218" y="1558"/>
                    <a:pt x="223" y="1525"/>
                    <a:pt x="223" y="1487"/>
                  </a:cubicBezTo>
                  <a:cubicBezTo>
                    <a:pt x="267" y="1438"/>
                    <a:pt x="294" y="1373"/>
                    <a:pt x="300" y="1302"/>
                  </a:cubicBezTo>
                  <a:cubicBezTo>
                    <a:pt x="305" y="1280"/>
                    <a:pt x="316" y="1259"/>
                    <a:pt x="327" y="1237"/>
                  </a:cubicBezTo>
                  <a:cubicBezTo>
                    <a:pt x="343" y="1210"/>
                    <a:pt x="376" y="1183"/>
                    <a:pt x="370" y="1139"/>
                  </a:cubicBezTo>
                  <a:cubicBezTo>
                    <a:pt x="370" y="1128"/>
                    <a:pt x="376" y="1117"/>
                    <a:pt x="392" y="1112"/>
                  </a:cubicBezTo>
                  <a:cubicBezTo>
                    <a:pt x="419" y="1101"/>
                    <a:pt x="419" y="1085"/>
                    <a:pt x="430" y="1058"/>
                  </a:cubicBezTo>
                  <a:cubicBezTo>
                    <a:pt x="441" y="1030"/>
                    <a:pt x="479" y="1009"/>
                    <a:pt x="484" y="982"/>
                  </a:cubicBezTo>
                  <a:cubicBezTo>
                    <a:pt x="490" y="954"/>
                    <a:pt x="501" y="927"/>
                    <a:pt x="522" y="911"/>
                  </a:cubicBezTo>
                  <a:cubicBezTo>
                    <a:pt x="539" y="895"/>
                    <a:pt x="560" y="878"/>
                    <a:pt x="550" y="851"/>
                  </a:cubicBezTo>
                  <a:cubicBezTo>
                    <a:pt x="577" y="802"/>
                    <a:pt x="615" y="764"/>
                    <a:pt x="658" y="726"/>
                  </a:cubicBezTo>
                  <a:cubicBezTo>
                    <a:pt x="675" y="715"/>
                    <a:pt x="702" y="699"/>
                    <a:pt x="707" y="677"/>
                  </a:cubicBezTo>
                  <a:cubicBezTo>
                    <a:pt x="724" y="634"/>
                    <a:pt x="756" y="617"/>
                    <a:pt x="794" y="596"/>
                  </a:cubicBezTo>
                  <a:cubicBezTo>
                    <a:pt x="816" y="585"/>
                    <a:pt x="849" y="574"/>
                    <a:pt x="854" y="536"/>
                  </a:cubicBezTo>
                  <a:cubicBezTo>
                    <a:pt x="854" y="525"/>
                    <a:pt x="859" y="514"/>
                    <a:pt x="870" y="509"/>
                  </a:cubicBezTo>
                  <a:cubicBezTo>
                    <a:pt x="914" y="498"/>
                    <a:pt x="941" y="454"/>
                    <a:pt x="979" y="438"/>
                  </a:cubicBezTo>
                  <a:cubicBezTo>
                    <a:pt x="1044" y="405"/>
                    <a:pt x="1099" y="362"/>
                    <a:pt x="1164" y="329"/>
                  </a:cubicBezTo>
                  <a:cubicBezTo>
                    <a:pt x="1202" y="307"/>
                    <a:pt x="1251" y="297"/>
                    <a:pt x="1294" y="275"/>
                  </a:cubicBezTo>
                  <a:cubicBezTo>
                    <a:pt x="1338" y="253"/>
                    <a:pt x="1387" y="231"/>
                    <a:pt x="1436" y="226"/>
                  </a:cubicBezTo>
                  <a:cubicBezTo>
                    <a:pt x="1458" y="222"/>
                    <a:pt x="1479" y="197"/>
                    <a:pt x="1500" y="197"/>
                  </a:cubicBezTo>
                  <a:cubicBezTo>
                    <a:pt x="1509" y="197"/>
                    <a:pt x="1518" y="202"/>
                    <a:pt x="1528" y="215"/>
                  </a:cubicBezTo>
                  <a:cubicBezTo>
                    <a:pt x="1549" y="198"/>
                    <a:pt x="1573" y="191"/>
                    <a:pt x="1597" y="191"/>
                  </a:cubicBezTo>
                  <a:cubicBezTo>
                    <a:pt x="1605" y="191"/>
                    <a:pt x="1613" y="192"/>
                    <a:pt x="1620" y="193"/>
                  </a:cubicBezTo>
                  <a:cubicBezTo>
                    <a:pt x="1653" y="188"/>
                    <a:pt x="1686" y="188"/>
                    <a:pt x="1697" y="150"/>
                  </a:cubicBezTo>
                  <a:cubicBezTo>
                    <a:pt x="1721" y="153"/>
                    <a:pt x="1745" y="154"/>
                    <a:pt x="1770" y="154"/>
                  </a:cubicBezTo>
                  <a:cubicBezTo>
                    <a:pt x="1794" y="154"/>
                    <a:pt x="1819" y="153"/>
                    <a:pt x="1843" y="150"/>
                  </a:cubicBezTo>
                  <a:cubicBezTo>
                    <a:pt x="1859" y="143"/>
                    <a:pt x="1879" y="141"/>
                    <a:pt x="1899" y="141"/>
                  </a:cubicBezTo>
                  <a:cubicBezTo>
                    <a:pt x="1913" y="141"/>
                    <a:pt x="1928" y="142"/>
                    <a:pt x="1941" y="144"/>
                  </a:cubicBezTo>
                  <a:lnTo>
                    <a:pt x="1963" y="144"/>
                  </a:lnTo>
                  <a:cubicBezTo>
                    <a:pt x="2028" y="90"/>
                    <a:pt x="2104" y="128"/>
                    <a:pt x="2175" y="101"/>
                  </a:cubicBezTo>
                  <a:cubicBezTo>
                    <a:pt x="2191" y="95"/>
                    <a:pt x="2208" y="93"/>
                    <a:pt x="2224" y="93"/>
                  </a:cubicBezTo>
                  <a:close/>
                  <a:moveTo>
                    <a:pt x="2322" y="1"/>
                  </a:moveTo>
                  <a:cubicBezTo>
                    <a:pt x="2309" y="1"/>
                    <a:pt x="2296" y="1"/>
                    <a:pt x="2284" y="3"/>
                  </a:cubicBezTo>
                  <a:cubicBezTo>
                    <a:pt x="2169" y="14"/>
                    <a:pt x="2055" y="14"/>
                    <a:pt x="1947" y="25"/>
                  </a:cubicBezTo>
                  <a:cubicBezTo>
                    <a:pt x="1849" y="36"/>
                    <a:pt x="1751" y="52"/>
                    <a:pt x="1659" y="68"/>
                  </a:cubicBezTo>
                  <a:cubicBezTo>
                    <a:pt x="1550" y="90"/>
                    <a:pt x="1441" y="101"/>
                    <a:pt x="1343" y="161"/>
                  </a:cubicBezTo>
                  <a:cubicBezTo>
                    <a:pt x="1332" y="166"/>
                    <a:pt x="1322" y="166"/>
                    <a:pt x="1311" y="166"/>
                  </a:cubicBezTo>
                  <a:cubicBezTo>
                    <a:pt x="1304" y="163"/>
                    <a:pt x="1298" y="162"/>
                    <a:pt x="1293" y="162"/>
                  </a:cubicBezTo>
                  <a:cubicBezTo>
                    <a:pt x="1279" y="162"/>
                    <a:pt x="1268" y="169"/>
                    <a:pt x="1256" y="177"/>
                  </a:cubicBezTo>
                  <a:cubicBezTo>
                    <a:pt x="1235" y="188"/>
                    <a:pt x="1207" y="204"/>
                    <a:pt x="1186" y="210"/>
                  </a:cubicBezTo>
                  <a:cubicBezTo>
                    <a:pt x="1142" y="226"/>
                    <a:pt x="1099" y="242"/>
                    <a:pt x="1055" y="253"/>
                  </a:cubicBezTo>
                  <a:cubicBezTo>
                    <a:pt x="1050" y="318"/>
                    <a:pt x="974" y="297"/>
                    <a:pt x="957" y="329"/>
                  </a:cubicBezTo>
                  <a:cubicBezTo>
                    <a:pt x="951" y="340"/>
                    <a:pt x="943" y="342"/>
                    <a:pt x="933" y="342"/>
                  </a:cubicBezTo>
                  <a:cubicBezTo>
                    <a:pt x="925" y="342"/>
                    <a:pt x="916" y="340"/>
                    <a:pt x="908" y="340"/>
                  </a:cubicBezTo>
                  <a:cubicBezTo>
                    <a:pt x="902" y="340"/>
                    <a:pt x="896" y="341"/>
                    <a:pt x="892" y="346"/>
                  </a:cubicBezTo>
                  <a:cubicBezTo>
                    <a:pt x="876" y="362"/>
                    <a:pt x="854" y="378"/>
                    <a:pt x="832" y="400"/>
                  </a:cubicBezTo>
                  <a:cubicBezTo>
                    <a:pt x="816" y="416"/>
                    <a:pt x="794" y="432"/>
                    <a:pt x="772" y="449"/>
                  </a:cubicBezTo>
                  <a:cubicBezTo>
                    <a:pt x="767" y="454"/>
                    <a:pt x="772" y="476"/>
                    <a:pt x="767" y="476"/>
                  </a:cubicBezTo>
                  <a:cubicBezTo>
                    <a:pt x="696" y="498"/>
                    <a:pt x="637" y="547"/>
                    <a:pt x="599" y="612"/>
                  </a:cubicBezTo>
                  <a:cubicBezTo>
                    <a:pt x="571" y="644"/>
                    <a:pt x="544" y="677"/>
                    <a:pt x="512" y="704"/>
                  </a:cubicBezTo>
                  <a:cubicBezTo>
                    <a:pt x="495" y="715"/>
                    <a:pt x="479" y="731"/>
                    <a:pt x="468" y="753"/>
                  </a:cubicBezTo>
                  <a:cubicBezTo>
                    <a:pt x="435" y="846"/>
                    <a:pt x="332" y="884"/>
                    <a:pt x="310" y="982"/>
                  </a:cubicBezTo>
                  <a:cubicBezTo>
                    <a:pt x="310" y="987"/>
                    <a:pt x="305" y="987"/>
                    <a:pt x="305" y="987"/>
                  </a:cubicBezTo>
                  <a:cubicBezTo>
                    <a:pt x="294" y="998"/>
                    <a:pt x="289" y="1014"/>
                    <a:pt x="278" y="1030"/>
                  </a:cubicBezTo>
                  <a:cubicBezTo>
                    <a:pt x="272" y="1047"/>
                    <a:pt x="267" y="1063"/>
                    <a:pt x="262" y="1074"/>
                  </a:cubicBezTo>
                  <a:cubicBezTo>
                    <a:pt x="202" y="1139"/>
                    <a:pt x="191" y="1226"/>
                    <a:pt x="153" y="1302"/>
                  </a:cubicBezTo>
                  <a:cubicBezTo>
                    <a:pt x="104" y="1395"/>
                    <a:pt x="104" y="1503"/>
                    <a:pt x="55" y="1596"/>
                  </a:cubicBezTo>
                  <a:cubicBezTo>
                    <a:pt x="50" y="1601"/>
                    <a:pt x="50" y="1607"/>
                    <a:pt x="55" y="1617"/>
                  </a:cubicBezTo>
                  <a:cubicBezTo>
                    <a:pt x="77" y="1656"/>
                    <a:pt x="50" y="1688"/>
                    <a:pt x="50" y="1726"/>
                  </a:cubicBezTo>
                  <a:cubicBezTo>
                    <a:pt x="44" y="1737"/>
                    <a:pt x="44" y="1759"/>
                    <a:pt x="44" y="1775"/>
                  </a:cubicBezTo>
                  <a:cubicBezTo>
                    <a:pt x="50" y="1808"/>
                    <a:pt x="28" y="1840"/>
                    <a:pt x="44" y="1873"/>
                  </a:cubicBezTo>
                  <a:cubicBezTo>
                    <a:pt x="50" y="1884"/>
                    <a:pt x="22" y="1900"/>
                    <a:pt x="11" y="1916"/>
                  </a:cubicBezTo>
                  <a:lnTo>
                    <a:pt x="1" y="1922"/>
                  </a:lnTo>
                  <a:cubicBezTo>
                    <a:pt x="33" y="1938"/>
                    <a:pt x="44" y="1976"/>
                    <a:pt x="33" y="2003"/>
                  </a:cubicBezTo>
                  <a:cubicBezTo>
                    <a:pt x="22" y="2031"/>
                    <a:pt x="44" y="2041"/>
                    <a:pt x="44" y="2063"/>
                  </a:cubicBezTo>
                  <a:cubicBezTo>
                    <a:pt x="39" y="2085"/>
                    <a:pt x="39" y="2107"/>
                    <a:pt x="44" y="2134"/>
                  </a:cubicBezTo>
                  <a:cubicBezTo>
                    <a:pt x="44" y="2167"/>
                    <a:pt x="71" y="2194"/>
                    <a:pt x="60" y="2237"/>
                  </a:cubicBezTo>
                  <a:cubicBezTo>
                    <a:pt x="44" y="2281"/>
                    <a:pt x="115" y="2292"/>
                    <a:pt x="115" y="2335"/>
                  </a:cubicBezTo>
                  <a:cubicBezTo>
                    <a:pt x="115" y="2340"/>
                    <a:pt x="126" y="2351"/>
                    <a:pt x="126" y="2357"/>
                  </a:cubicBezTo>
                  <a:cubicBezTo>
                    <a:pt x="104" y="2406"/>
                    <a:pt x="147" y="2406"/>
                    <a:pt x="169" y="2422"/>
                  </a:cubicBezTo>
                  <a:lnTo>
                    <a:pt x="153" y="2455"/>
                  </a:lnTo>
                  <a:cubicBezTo>
                    <a:pt x="202" y="2498"/>
                    <a:pt x="240" y="2552"/>
                    <a:pt x="272" y="2607"/>
                  </a:cubicBezTo>
                  <a:cubicBezTo>
                    <a:pt x="294" y="2639"/>
                    <a:pt x="327" y="2639"/>
                    <a:pt x="348" y="2677"/>
                  </a:cubicBezTo>
                  <a:cubicBezTo>
                    <a:pt x="369" y="2714"/>
                    <a:pt x="370" y="2765"/>
                    <a:pt x="427" y="2765"/>
                  </a:cubicBezTo>
                  <a:cubicBezTo>
                    <a:pt x="430" y="2765"/>
                    <a:pt x="432" y="2765"/>
                    <a:pt x="435" y="2764"/>
                  </a:cubicBezTo>
                  <a:cubicBezTo>
                    <a:pt x="437" y="2764"/>
                    <a:pt x="438" y="2763"/>
                    <a:pt x="440" y="2763"/>
                  </a:cubicBezTo>
                  <a:cubicBezTo>
                    <a:pt x="449" y="2763"/>
                    <a:pt x="457" y="2777"/>
                    <a:pt x="457" y="2786"/>
                  </a:cubicBezTo>
                  <a:cubicBezTo>
                    <a:pt x="457" y="2808"/>
                    <a:pt x="479" y="2808"/>
                    <a:pt x="490" y="2808"/>
                  </a:cubicBezTo>
                  <a:cubicBezTo>
                    <a:pt x="501" y="2813"/>
                    <a:pt x="512" y="2830"/>
                    <a:pt x="512" y="2830"/>
                  </a:cubicBezTo>
                  <a:cubicBezTo>
                    <a:pt x="501" y="2868"/>
                    <a:pt x="528" y="2857"/>
                    <a:pt x="550" y="2879"/>
                  </a:cubicBezTo>
                  <a:cubicBezTo>
                    <a:pt x="571" y="2895"/>
                    <a:pt x="599" y="2906"/>
                    <a:pt x="620" y="2922"/>
                  </a:cubicBezTo>
                  <a:cubicBezTo>
                    <a:pt x="664" y="2955"/>
                    <a:pt x="696" y="2998"/>
                    <a:pt x="756" y="3004"/>
                  </a:cubicBezTo>
                  <a:cubicBezTo>
                    <a:pt x="762" y="3004"/>
                    <a:pt x="772" y="3004"/>
                    <a:pt x="778" y="3014"/>
                  </a:cubicBezTo>
                  <a:cubicBezTo>
                    <a:pt x="821" y="3063"/>
                    <a:pt x="887" y="3096"/>
                    <a:pt x="952" y="3112"/>
                  </a:cubicBezTo>
                  <a:cubicBezTo>
                    <a:pt x="984" y="3112"/>
                    <a:pt x="1017" y="3123"/>
                    <a:pt x="1044" y="3145"/>
                  </a:cubicBezTo>
                  <a:cubicBezTo>
                    <a:pt x="1088" y="3178"/>
                    <a:pt x="1142" y="3199"/>
                    <a:pt x="1196" y="3199"/>
                  </a:cubicBezTo>
                  <a:cubicBezTo>
                    <a:pt x="1218" y="3199"/>
                    <a:pt x="1224" y="3216"/>
                    <a:pt x="1240" y="3221"/>
                  </a:cubicBezTo>
                  <a:cubicBezTo>
                    <a:pt x="1256" y="3226"/>
                    <a:pt x="1278" y="3232"/>
                    <a:pt x="1294" y="3232"/>
                  </a:cubicBezTo>
                  <a:cubicBezTo>
                    <a:pt x="1302" y="3229"/>
                    <a:pt x="1309" y="3228"/>
                    <a:pt x="1316" y="3228"/>
                  </a:cubicBezTo>
                  <a:cubicBezTo>
                    <a:pt x="1337" y="3228"/>
                    <a:pt x="1355" y="3240"/>
                    <a:pt x="1376" y="3248"/>
                  </a:cubicBezTo>
                  <a:cubicBezTo>
                    <a:pt x="1408" y="3256"/>
                    <a:pt x="1439" y="3273"/>
                    <a:pt x="1475" y="3273"/>
                  </a:cubicBezTo>
                  <a:cubicBezTo>
                    <a:pt x="1489" y="3273"/>
                    <a:pt x="1502" y="3270"/>
                    <a:pt x="1517" y="3265"/>
                  </a:cubicBezTo>
                  <a:cubicBezTo>
                    <a:pt x="1526" y="3262"/>
                    <a:pt x="1535" y="3261"/>
                    <a:pt x="1544" y="3261"/>
                  </a:cubicBezTo>
                  <a:cubicBezTo>
                    <a:pt x="1557" y="3261"/>
                    <a:pt x="1570" y="3264"/>
                    <a:pt x="1582" y="3270"/>
                  </a:cubicBezTo>
                  <a:cubicBezTo>
                    <a:pt x="1600" y="3276"/>
                    <a:pt x="1614" y="3282"/>
                    <a:pt x="1628" y="3282"/>
                  </a:cubicBezTo>
                  <a:cubicBezTo>
                    <a:pt x="1640" y="3282"/>
                    <a:pt x="1651" y="3277"/>
                    <a:pt x="1664" y="3265"/>
                  </a:cubicBezTo>
                  <a:cubicBezTo>
                    <a:pt x="1675" y="3265"/>
                    <a:pt x="1680" y="3265"/>
                    <a:pt x="1691" y="3270"/>
                  </a:cubicBezTo>
                  <a:cubicBezTo>
                    <a:pt x="1697" y="3278"/>
                    <a:pt x="1706" y="3282"/>
                    <a:pt x="1716" y="3282"/>
                  </a:cubicBezTo>
                  <a:cubicBezTo>
                    <a:pt x="1726" y="3282"/>
                    <a:pt x="1737" y="3278"/>
                    <a:pt x="1745" y="3270"/>
                  </a:cubicBezTo>
                  <a:cubicBezTo>
                    <a:pt x="1756" y="3265"/>
                    <a:pt x="1773" y="3259"/>
                    <a:pt x="1778" y="3259"/>
                  </a:cubicBezTo>
                  <a:cubicBezTo>
                    <a:pt x="1791" y="3272"/>
                    <a:pt x="1804" y="3276"/>
                    <a:pt x="1817" y="3276"/>
                  </a:cubicBezTo>
                  <a:cubicBezTo>
                    <a:pt x="1836" y="3276"/>
                    <a:pt x="1856" y="3266"/>
                    <a:pt x="1876" y="3259"/>
                  </a:cubicBezTo>
                  <a:cubicBezTo>
                    <a:pt x="1930" y="3248"/>
                    <a:pt x="1985" y="3248"/>
                    <a:pt x="2039" y="3237"/>
                  </a:cubicBezTo>
                  <a:cubicBezTo>
                    <a:pt x="2055" y="3237"/>
                    <a:pt x="2067" y="3251"/>
                    <a:pt x="2083" y="3251"/>
                  </a:cubicBezTo>
                  <a:cubicBezTo>
                    <a:pt x="2090" y="3251"/>
                    <a:pt x="2096" y="3249"/>
                    <a:pt x="2104" y="3243"/>
                  </a:cubicBezTo>
                  <a:cubicBezTo>
                    <a:pt x="2116" y="3235"/>
                    <a:pt x="2135" y="3211"/>
                    <a:pt x="2157" y="3211"/>
                  </a:cubicBezTo>
                  <a:cubicBezTo>
                    <a:pt x="2164" y="3211"/>
                    <a:pt x="2172" y="3214"/>
                    <a:pt x="2180" y="3221"/>
                  </a:cubicBezTo>
                  <a:cubicBezTo>
                    <a:pt x="2251" y="3172"/>
                    <a:pt x="2354" y="3210"/>
                    <a:pt x="2420" y="3134"/>
                  </a:cubicBezTo>
                  <a:lnTo>
                    <a:pt x="2441" y="3134"/>
                  </a:lnTo>
                  <a:cubicBezTo>
                    <a:pt x="2463" y="3129"/>
                    <a:pt x="2485" y="3118"/>
                    <a:pt x="2512" y="3112"/>
                  </a:cubicBezTo>
                  <a:cubicBezTo>
                    <a:pt x="2561" y="3085"/>
                    <a:pt x="2615" y="3053"/>
                    <a:pt x="2664" y="3025"/>
                  </a:cubicBezTo>
                  <a:cubicBezTo>
                    <a:pt x="2719" y="3004"/>
                    <a:pt x="2746" y="2944"/>
                    <a:pt x="2805" y="2938"/>
                  </a:cubicBezTo>
                  <a:cubicBezTo>
                    <a:pt x="2849" y="2889"/>
                    <a:pt x="2898" y="2851"/>
                    <a:pt x="2952" y="2813"/>
                  </a:cubicBezTo>
                  <a:cubicBezTo>
                    <a:pt x="2979" y="2792"/>
                    <a:pt x="3001" y="2764"/>
                    <a:pt x="3028" y="2737"/>
                  </a:cubicBezTo>
                  <a:cubicBezTo>
                    <a:pt x="3030" y="2728"/>
                    <a:pt x="3034" y="2725"/>
                    <a:pt x="3040" y="2725"/>
                  </a:cubicBezTo>
                  <a:cubicBezTo>
                    <a:pt x="3045" y="2725"/>
                    <a:pt x="3052" y="2728"/>
                    <a:pt x="3056" y="2728"/>
                  </a:cubicBezTo>
                  <a:cubicBezTo>
                    <a:pt x="3062" y="2728"/>
                    <a:pt x="3065" y="2724"/>
                    <a:pt x="3061" y="2705"/>
                  </a:cubicBezTo>
                  <a:cubicBezTo>
                    <a:pt x="3061" y="2699"/>
                    <a:pt x="3066" y="2688"/>
                    <a:pt x="3072" y="2683"/>
                  </a:cubicBezTo>
                  <a:cubicBezTo>
                    <a:pt x="3142" y="2634"/>
                    <a:pt x="3175" y="2552"/>
                    <a:pt x="3235" y="2504"/>
                  </a:cubicBezTo>
                  <a:cubicBezTo>
                    <a:pt x="3240" y="2498"/>
                    <a:pt x="3240" y="2482"/>
                    <a:pt x="3246" y="2471"/>
                  </a:cubicBezTo>
                  <a:cubicBezTo>
                    <a:pt x="3251" y="2460"/>
                    <a:pt x="3246" y="2444"/>
                    <a:pt x="3251" y="2438"/>
                  </a:cubicBezTo>
                  <a:cubicBezTo>
                    <a:pt x="3273" y="2411"/>
                    <a:pt x="3300" y="2384"/>
                    <a:pt x="3322" y="2357"/>
                  </a:cubicBezTo>
                  <a:cubicBezTo>
                    <a:pt x="3338" y="2330"/>
                    <a:pt x="3354" y="2297"/>
                    <a:pt x="3365" y="2264"/>
                  </a:cubicBezTo>
                  <a:cubicBezTo>
                    <a:pt x="3387" y="2221"/>
                    <a:pt x="3420" y="2177"/>
                    <a:pt x="3420" y="2134"/>
                  </a:cubicBezTo>
                  <a:cubicBezTo>
                    <a:pt x="3420" y="2080"/>
                    <a:pt x="3452" y="2058"/>
                    <a:pt x="3469" y="2020"/>
                  </a:cubicBezTo>
                  <a:lnTo>
                    <a:pt x="3441" y="1998"/>
                  </a:lnTo>
                  <a:cubicBezTo>
                    <a:pt x="3452" y="1982"/>
                    <a:pt x="3458" y="1971"/>
                    <a:pt x="3469" y="1960"/>
                  </a:cubicBezTo>
                  <a:cubicBezTo>
                    <a:pt x="3480" y="1949"/>
                    <a:pt x="3490" y="1933"/>
                    <a:pt x="3501" y="1916"/>
                  </a:cubicBezTo>
                  <a:cubicBezTo>
                    <a:pt x="3507" y="1895"/>
                    <a:pt x="3507" y="1868"/>
                    <a:pt x="3507" y="1846"/>
                  </a:cubicBezTo>
                  <a:cubicBezTo>
                    <a:pt x="3512" y="1829"/>
                    <a:pt x="3518" y="1808"/>
                    <a:pt x="3523" y="1786"/>
                  </a:cubicBezTo>
                  <a:cubicBezTo>
                    <a:pt x="3528" y="1770"/>
                    <a:pt x="3545" y="1743"/>
                    <a:pt x="3539" y="1726"/>
                  </a:cubicBezTo>
                  <a:cubicBezTo>
                    <a:pt x="3523" y="1699"/>
                    <a:pt x="3528" y="1672"/>
                    <a:pt x="3545" y="1650"/>
                  </a:cubicBezTo>
                  <a:cubicBezTo>
                    <a:pt x="3572" y="1623"/>
                    <a:pt x="3534" y="1607"/>
                    <a:pt x="3539" y="1585"/>
                  </a:cubicBezTo>
                  <a:cubicBezTo>
                    <a:pt x="3545" y="1569"/>
                    <a:pt x="3556" y="1541"/>
                    <a:pt x="3550" y="1541"/>
                  </a:cubicBezTo>
                  <a:cubicBezTo>
                    <a:pt x="3518" y="1520"/>
                    <a:pt x="3539" y="1492"/>
                    <a:pt x="3550" y="1476"/>
                  </a:cubicBezTo>
                  <a:cubicBezTo>
                    <a:pt x="3577" y="1427"/>
                    <a:pt x="3588" y="1367"/>
                    <a:pt x="3566" y="1313"/>
                  </a:cubicBezTo>
                  <a:cubicBezTo>
                    <a:pt x="3550" y="1270"/>
                    <a:pt x="3561" y="1221"/>
                    <a:pt x="3594" y="1193"/>
                  </a:cubicBezTo>
                  <a:cubicBezTo>
                    <a:pt x="3583" y="1166"/>
                    <a:pt x="3572" y="1145"/>
                    <a:pt x="3561" y="1123"/>
                  </a:cubicBezTo>
                  <a:lnTo>
                    <a:pt x="3605" y="1107"/>
                  </a:lnTo>
                  <a:lnTo>
                    <a:pt x="3566" y="1068"/>
                  </a:lnTo>
                  <a:cubicBezTo>
                    <a:pt x="3583" y="1047"/>
                    <a:pt x="3594" y="1030"/>
                    <a:pt x="3605" y="1014"/>
                  </a:cubicBezTo>
                  <a:cubicBezTo>
                    <a:pt x="3594" y="987"/>
                    <a:pt x="3550" y="982"/>
                    <a:pt x="3572" y="954"/>
                  </a:cubicBezTo>
                  <a:cubicBezTo>
                    <a:pt x="3599" y="927"/>
                    <a:pt x="3556" y="916"/>
                    <a:pt x="3572" y="895"/>
                  </a:cubicBezTo>
                  <a:cubicBezTo>
                    <a:pt x="3599" y="867"/>
                    <a:pt x="3572" y="835"/>
                    <a:pt x="3572" y="808"/>
                  </a:cubicBezTo>
                  <a:cubicBezTo>
                    <a:pt x="3566" y="786"/>
                    <a:pt x="3566" y="764"/>
                    <a:pt x="3566" y="742"/>
                  </a:cubicBezTo>
                  <a:cubicBezTo>
                    <a:pt x="3572" y="688"/>
                    <a:pt x="3539" y="634"/>
                    <a:pt x="3577" y="579"/>
                  </a:cubicBezTo>
                  <a:lnTo>
                    <a:pt x="3577" y="574"/>
                  </a:lnTo>
                  <a:lnTo>
                    <a:pt x="3550" y="541"/>
                  </a:lnTo>
                  <a:lnTo>
                    <a:pt x="3572" y="498"/>
                  </a:lnTo>
                  <a:lnTo>
                    <a:pt x="3539" y="471"/>
                  </a:lnTo>
                  <a:cubicBezTo>
                    <a:pt x="3572" y="416"/>
                    <a:pt x="3583" y="394"/>
                    <a:pt x="3561" y="378"/>
                  </a:cubicBezTo>
                  <a:cubicBezTo>
                    <a:pt x="3518" y="346"/>
                    <a:pt x="3534" y="307"/>
                    <a:pt x="3534" y="269"/>
                  </a:cubicBezTo>
                  <a:cubicBezTo>
                    <a:pt x="3539" y="237"/>
                    <a:pt x="3539" y="204"/>
                    <a:pt x="3545" y="172"/>
                  </a:cubicBezTo>
                  <a:cubicBezTo>
                    <a:pt x="3550" y="166"/>
                    <a:pt x="3550" y="155"/>
                    <a:pt x="3545" y="144"/>
                  </a:cubicBezTo>
                  <a:lnTo>
                    <a:pt x="3501" y="8"/>
                  </a:lnTo>
                  <a:lnTo>
                    <a:pt x="3452" y="8"/>
                  </a:lnTo>
                  <a:cubicBezTo>
                    <a:pt x="3416" y="22"/>
                    <a:pt x="3378" y="29"/>
                    <a:pt x="3340" y="29"/>
                  </a:cubicBezTo>
                  <a:cubicBezTo>
                    <a:pt x="3316" y="29"/>
                    <a:pt x="3291" y="26"/>
                    <a:pt x="3268" y="19"/>
                  </a:cubicBezTo>
                  <a:cubicBezTo>
                    <a:pt x="3251" y="13"/>
                    <a:pt x="3234" y="11"/>
                    <a:pt x="3217" y="11"/>
                  </a:cubicBezTo>
                  <a:cubicBezTo>
                    <a:pt x="3187" y="11"/>
                    <a:pt x="3158" y="17"/>
                    <a:pt x="3129" y="17"/>
                  </a:cubicBezTo>
                  <a:cubicBezTo>
                    <a:pt x="3119" y="17"/>
                    <a:pt x="3109" y="16"/>
                    <a:pt x="3099" y="14"/>
                  </a:cubicBezTo>
                  <a:cubicBezTo>
                    <a:pt x="3074" y="10"/>
                    <a:pt x="3048" y="8"/>
                    <a:pt x="3022" y="8"/>
                  </a:cubicBezTo>
                  <a:cubicBezTo>
                    <a:pt x="2980" y="8"/>
                    <a:pt x="2937" y="12"/>
                    <a:pt x="2894" y="12"/>
                  </a:cubicBezTo>
                  <a:cubicBezTo>
                    <a:pt x="2863" y="12"/>
                    <a:pt x="2831" y="10"/>
                    <a:pt x="2800" y="3"/>
                  </a:cubicBezTo>
                  <a:lnTo>
                    <a:pt x="2784" y="3"/>
                  </a:lnTo>
                  <a:cubicBezTo>
                    <a:pt x="2737" y="10"/>
                    <a:pt x="2690" y="14"/>
                    <a:pt x="2643" y="14"/>
                  </a:cubicBezTo>
                  <a:cubicBezTo>
                    <a:pt x="2614" y="14"/>
                    <a:pt x="2585" y="13"/>
                    <a:pt x="2555" y="8"/>
                  </a:cubicBezTo>
                  <a:cubicBezTo>
                    <a:pt x="2531" y="6"/>
                    <a:pt x="2508" y="4"/>
                    <a:pt x="2485" y="4"/>
                  </a:cubicBezTo>
                  <a:cubicBezTo>
                    <a:pt x="2463" y="4"/>
                    <a:pt x="2441" y="6"/>
                    <a:pt x="2420" y="8"/>
                  </a:cubicBezTo>
                  <a:cubicBezTo>
                    <a:pt x="2385" y="5"/>
                    <a:pt x="2353" y="1"/>
                    <a:pt x="2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3"/>
            <p:cNvSpPr/>
            <p:nvPr/>
          </p:nvSpPr>
          <p:spPr>
            <a:xfrm>
              <a:off x="3578095" y="2301443"/>
              <a:ext cx="435032" cy="384663"/>
            </a:xfrm>
            <a:custGeom>
              <a:rect b="b" l="l" r="r" t="t"/>
              <a:pathLst>
                <a:path extrusionOk="0" h="3322" w="3757">
                  <a:moveTo>
                    <a:pt x="2067" y="210"/>
                  </a:moveTo>
                  <a:cubicBezTo>
                    <a:pt x="2075" y="210"/>
                    <a:pt x="2082" y="211"/>
                    <a:pt x="2088" y="212"/>
                  </a:cubicBezTo>
                  <a:cubicBezTo>
                    <a:pt x="2104" y="212"/>
                    <a:pt x="2121" y="218"/>
                    <a:pt x="2137" y="218"/>
                  </a:cubicBezTo>
                  <a:cubicBezTo>
                    <a:pt x="2159" y="215"/>
                    <a:pt x="2179" y="214"/>
                    <a:pt x="2199" y="214"/>
                  </a:cubicBezTo>
                  <a:cubicBezTo>
                    <a:pt x="2218" y="214"/>
                    <a:pt x="2237" y="215"/>
                    <a:pt x="2256" y="218"/>
                  </a:cubicBezTo>
                  <a:cubicBezTo>
                    <a:pt x="2294" y="223"/>
                    <a:pt x="2338" y="229"/>
                    <a:pt x="2376" y="229"/>
                  </a:cubicBezTo>
                  <a:cubicBezTo>
                    <a:pt x="2436" y="240"/>
                    <a:pt x="2496" y="261"/>
                    <a:pt x="2550" y="283"/>
                  </a:cubicBezTo>
                  <a:cubicBezTo>
                    <a:pt x="2604" y="305"/>
                    <a:pt x="2653" y="337"/>
                    <a:pt x="2702" y="359"/>
                  </a:cubicBezTo>
                  <a:cubicBezTo>
                    <a:pt x="2746" y="370"/>
                    <a:pt x="2784" y="397"/>
                    <a:pt x="2816" y="430"/>
                  </a:cubicBezTo>
                  <a:cubicBezTo>
                    <a:pt x="2822" y="441"/>
                    <a:pt x="2833" y="446"/>
                    <a:pt x="2843" y="452"/>
                  </a:cubicBezTo>
                  <a:cubicBezTo>
                    <a:pt x="2952" y="501"/>
                    <a:pt x="3045" y="566"/>
                    <a:pt x="3121" y="658"/>
                  </a:cubicBezTo>
                  <a:cubicBezTo>
                    <a:pt x="3142" y="674"/>
                    <a:pt x="3164" y="696"/>
                    <a:pt x="3180" y="713"/>
                  </a:cubicBezTo>
                  <a:cubicBezTo>
                    <a:pt x="3197" y="723"/>
                    <a:pt x="3219" y="734"/>
                    <a:pt x="3224" y="751"/>
                  </a:cubicBezTo>
                  <a:cubicBezTo>
                    <a:pt x="3235" y="789"/>
                    <a:pt x="3257" y="816"/>
                    <a:pt x="3289" y="832"/>
                  </a:cubicBezTo>
                  <a:cubicBezTo>
                    <a:pt x="3318" y="851"/>
                    <a:pt x="3313" y="905"/>
                    <a:pt x="3350" y="905"/>
                  </a:cubicBezTo>
                  <a:cubicBezTo>
                    <a:pt x="3354" y="905"/>
                    <a:pt x="3359" y="905"/>
                    <a:pt x="3365" y="903"/>
                  </a:cubicBezTo>
                  <a:cubicBezTo>
                    <a:pt x="3392" y="946"/>
                    <a:pt x="3420" y="995"/>
                    <a:pt x="3441" y="1039"/>
                  </a:cubicBezTo>
                  <a:cubicBezTo>
                    <a:pt x="3447" y="1050"/>
                    <a:pt x="3441" y="1071"/>
                    <a:pt x="3447" y="1077"/>
                  </a:cubicBezTo>
                  <a:cubicBezTo>
                    <a:pt x="3507" y="1126"/>
                    <a:pt x="3512" y="1196"/>
                    <a:pt x="3534" y="1267"/>
                  </a:cubicBezTo>
                  <a:cubicBezTo>
                    <a:pt x="3545" y="1278"/>
                    <a:pt x="3545" y="1294"/>
                    <a:pt x="3545" y="1310"/>
                  </a:cubicBezTo>
                  <a:cubicBezTo>
                    <a:pt x="3528" y="1349"/>
                    <a:pt x="3556" y="1354"/>
                    <a:pt x="3577" y="1376"/>
                  </a:cubicBezTo>
                  <a:lnTo>
                    <a:pt x="3577" y="1381"/>
                  </a:lnTo>
                  <a:cubicBezTo>
                    <a:pt x="3561" y="1414"/>
                    <a:pt x="3566" y="1457"/>
                    <a:pt x="3588" y="1484"/>
                  </a:cubicBezTo>
                  <a:cubicBezTo>
                    <a:pt x="3643" y="1582"/>
                    <a:pt x="3621" y="1686"/>
                    <a:pt x="3621" y="1789"/>
                  </a:cubicBezTo>
                  <a:cubicBezTo>
                    <a:pt x="3621" y="1811"/>
                    <a:pt x="3610" y="1827"/>
                    <a:pt x="3615" y="1843"/>
                  </a:cubicBezTo>
                  <a:cubicBezTo>
                    <a:pt x="3621" y="1919"/>
                    <a:pt x="3615" y="1995"/>
                    <a:pt x="3594" y="2071"/>
                  </a:cubicBezTo>
                  <a:cubicBezTo>
                    <a:pt x="3577" y="2169"/>
                    <a:pt x="3550" y="2267"/>
                    <a:pt x="3512" y="2354"/>
                  </a:cubicBezTo>
                  <a:cubicBezTo>
                    <a:pt x="3512" y="2365"/>
                    <a:pt x="3512" y="2376"/>
                    <a:pt x="3507" y="2387"/>
                  </a:cubicBezTo>
                  <a:cubicBezTo>
                    <a:pt x="3469" y="2441"/>
                    <a:pt x="3431" y="2501"/>
                    <a:pt x="3392" y="2555"/>
                  </a:cubicBezTo>
                  <a:cubicBezTo>
                    <a:pt x="3371" y="2593"/>
                    <a:pt x="3349" y="2631"/>
                    <a:pt x="3327" y="2675"/>
                  </a:cubicBezTo>
                  <a:lnTo>
                    <a:pt x="3251" y="2713"/>
                  </a:lnTo>
                  <a:lnTo>
                    <a:pt x="3213" y="2816"/>
                  </a:lnTo>
                  <a:lnTo>
                    <a:pt x="3137" y="2816"/>
                  </a:lnTo>
                  <a:lnTo>
                    <a:pt x="3121" y="2871"/>
                  </a:lnTo>
                  <a:cubicBezTo>
                    <a:pt x="3113" y="2866"/>
                    <a:pt x="3107" y="2863"/>
                    <a:pt x="3101" y="2863"/>
                  </a:cubicBezTo>
                  <a:cubicBezTo>
                    <a:pt x="3072" y="2863"/>
                    <a:pt x="3057" y="2912"/>
                    <a:pt x="3023" y="2912"/>
                  </a:cubicBezTo>
                  <a:cubicBezTo>
                    <a:pt x="3018" y="2912"/>
                    <a:pt x="3012" y="2911"/>
                    <a:pt x="3007" y="2909"/>
                  </a:cubicBezTo>
                  <a:cubicBezTo>
                    <a:pt x="2990" y="2947"/>
                    <a:pt x="2947" y="2968"/>
                    <a:pt x="2903" y="2968"/>
                  </a:cubicBezTo>
                  <a:cubicBezTo>
                    <a:pt x="2903" y="2979"/>
                    <a:pt x="2903" y="2990"/>
                    <a:pt x="2903" y="3006"/>
                  </a:cubicBezTo>
                  <a:cubicBezTo>
                    <a:pt x="2895" y="3009"/>
                    <a:pt x="2886" y="3009"/>
                    <a:pt x="2876" y="3009"/>
                  </a:cubicBezTo>
                  <a:cubicBezTo>
                    <a:pt x="2867" y="3009"/>
                    <a:pt x="2857" y="3009"/>
                    <a:pt x="2849" y="3012"/>
                  </a:cubicBezTo>
                  <a:cubicBezTo>
                    <a:pt x="2834" y="3017"/>
                    <a:pt x="2847" y="3050"/>
                    <a:pt x="2818" y="3050"/>
                  </a:cubicBezTo>
                  <a:cubicBezTo>
                    <a:pt x="2816" y="3050"/>
                    <a:pt x="2813" y="3050"/>
                    <a:pt x="2811" y="3050"/>
                  </a:cubicBezTo>
                  <a:cubicBezTo>
                    <a:pt x="2784" y="3055"/>
                    <a:pt x="2751" y="3061"/>
                    <a:pt x="2724" y="3072"/>
                  </a:cubicBezTo>
                  <a:lnTo>
                    <a:pt x="2686" y="3044"/>
                  </a:lnTo>
                  <a:cubicBezTo>
                    <a:pt x="2621" y="3072"/>
                    <a:pt x="2555" y="3099"/>
                    <a:pt x="2490" y="3126"/>
                  </a:cubicBezTo>
                  <a:cubicBezTo>
                    <a:pt x="2479" y="3131"/>
                    <a:pt x="2479" y="3148"/>
                    <a:pt x="2474" y="3164"/>
                  </a:cubicBezTo>
                  <a:lnTo>
                    <a:pt x="2441" y="3104"/>
                  </a:lnTo>
                  <a:lnTo>
                    <a:pt x="2343" y="3126"/>
                  </a:lnTo>
                  <a:lnTo>
                    <a:pt x="2425" y="3164"/>
                  </a:lnTo>
                  <a:cubicBezTo>
                    <a:pt x="2414" y="3170"/>
                    <a:pt x="2403" y="3175"/>
                    <a:pt x="2398" y="3175"/>
                  </a:cubicBezTo>
                  <a:cubicBezTo>
                    <a:pt x="2371" y="3175"/>
                    <a:pt x="2349" y="3170"/>
                    <a:pt x="2322" y="3164"/>
                  </a:cubicBezTo>
                  <a:cubicBezTo>
                    <a:pt x="2303" y="3164"/>
                    <a:pt x="2283" y="3161"/>
                    <a:pt x="2265" y="3161"/>
                  </a:cubicBezTo>
                  <a:cubicBezTo>
                    <a:pt x="2253" y="3161"/>
                    <a:pt x="2242" y="3163"/>
                    <a:pt x="2235" y="3170"/>
                  </a:cubicBezTo>
                  <a:cubicBezTo>
                    <a:pt x="2217" y="3184"/>
                    <a:pt x="2200" y="3189"/>
                    <a:pt x="2184" y="3189"/>
                  </a:cubicBezTo>
                  <a:cubicBezTo>
                    <a:pt x="2151" y="3189"/>
                    <a:pt x="2122" y="3170"/>
                    <a:pt x="2093" y="3170"/>
                  </a:cubicBezTo>
                  <a:cubicBezTo>
                    <a:pt x="2077" y="3170"/>
                    <a:pt x="2061" y="3148"/>
                    <a:pt x="2044" y="3137"/>
                  </a:cubicBezTo>
                  <a:lnTo>
                    <a:pt x="2001" y="3180"/>
                  </a:lnTo>
                  <a:cubicBezTo>
                    <a:pt x="1990" y="3159"/>
                    <a:pt x="1990" y="3142"/>
                    <a:pt x="1979" y="3121"/>
                  </a:cubicBezTo>
                  <a:cubicBezTo>
                    <a:pt x="1956" y="3137"/>
                    <a:pt x="1934" y="3159"/>
                    <a:pt x="1911" y="3159"/>
                  </a:cubicBezTo>
                  <a:cubicBezTo>
                    <a:pt x="1896" y="3159"/>
                    <a:pt x="1880" y="3149"/>
                    <a:pt x="1865" y="3121"/>
                  </a:cubicBezTo>
                  <a:cubicBezTo>
                    <a:pt x="1805" y="3115"/>
                    <a:pt x="1751" y="3104"/>
                    <a:pt x="1697" y="3083"/>
                  </a:cubicBezTo>
                  <a:cubicBezTo>
                    <a:pt x="1691" y="3083"/>
                    <a:pt x="1686" y="3099"/>
                    <a:pt x="1680" y="3104"/>
                  </a:cubicBezTo>
                  <a:cubicBezTo>
                    <a:pt x="1658" y="3083"/>
                    <a:pt x="1648" y="3039"/>
                    <a:pt x="1604" y="3039"/>
                  </a:cubicBezTo>
                  <a:cubicBezTo>
                    <a:pt x="1582" y="3034"/>
                    <a:pt x="1566" y="3006"/>
                    <a:pt x="1544" y="2990"/>
                  </a:cubicBezTo>
                  <a:cubicBezTo>
                    <a:pt x="1474" y="2958"/>
                    <a:pt x="1408" y="2914"/>
                    <a:pt x="1343" y="2865"/>
                  </a:cubicBezTo>
                  <a:cubicBezTo>
                    <a:pt x="1342" y="2865"/>
                    <a:pt x="1340" y="2865"/>
                    <a:pt x="1339" y="2865"/>
                  </a:cubicBezTo>
                  <a:cubicBezTo>
                    <a:pt x="1305" y="2865"/>
                    <a:pt x="1303" y="2807"/>
                    <a:pt x="1271" y="2807"/>
                  </a:cubicBezTo>
                  <a:cubicBezTo>
                    <a:pt x="1267" y="2807"/>
                    <a:pt x="1262" y="2808"/>
                    <a:pt x="1256" y="2811"/>
                  </a:cubicBezTo>
                  <a:cubicBezTo>
                    <a:pt x="1240" y="2784"/>
                    <a:pt x="1191" y="2784"/>
                    <a:pt x="1191" y="2735"/>
                  </a:cubicBezTo>
                  <a:cubicBezTo>
                    <a:pt x="1088" y="2707"/>
                    <a:pt x="1055" y="2577"/>
                    <a:pt x="957" y="2544"/>
                  </a:cubicBezTo>
                  <a:cubicBezTo>
                    <a:pt x="946" y="2539"/>
                    <a:pt x="935" y="2517"/>
                    <a:pt x="930" y="2506"/>
                  </a:cubicBezTo>
                  <a:cubicBezTo>
                    <a:pt x="919" y="2490"/>
                    <a:pt x="908" y="2474"/>
                    <a:pt x="892" y="2463"/>
                  </a:cubicBezTo>
                  <a:cubicBezTo>
                    <a:pt x="821" y="2398"/>
                    <a:pt x="756" y="2338"/>
                    <a:pt x="685" y="2273"/>
                  </a:cubicBezTo>
                  <a:cubicBezTo>
                    <a:pt x="664" y="2245"/>
                    <a:pt x="642" y="2218"/>
                    <a:pt x="626" y="2191"/>
                  </a:cubicBezTo>
                  <a:lnTo>
                    <a:pt x="566" y="2110"/>
                  </a:lnTo>
                  <a:cubicBezTo>
                    <a:pt x="544" y="2082"/>
                    <a:pt x="522" y="2050"/>
                    <a:pt x="495" y="2023"/>
                  </a:cubicBezTo>
                  <a:cubicBezTo>
                    <a:pt x="484" y="2006"/>
                    <a:pt x="473" y="1979"/>
                    <a:pt x="457" y="1974"/>
                  </a:cubicBezTo>
                  <a:cubicBezTo>
                    <a:pt x="419" y="1963"/>
                    <a:pt x="403" y="1930"/>
                    <a:pt x="381" y="1903"/>
                  </a:cubicBezTo>
                  <a:cubicBezTo>
                    <a:pt x="327" y="1838"/>
                    <a:pt x="267" y="1783"/>
                    <a:pt x="196" y="1734"/>
                  </a:cubicBezTo>
                  <a:cubicBezTo>
                    <a:pt x="180" y="1713"/>
                    <a:pt x="180" y="1686"/>
                    <a:pt x="191" y="1658"/>
                  </a:cubicBezTo>
                  <a:cubicBezTo>
                    <a:pt x="213" y="1631"/>
                    <a:pt x="207" y="1582"/>
                    <a:pt x="251" y="1566"/>
                  </a:cubicBezTo>
                  <a:cubicBezTo>
                    <a:pt x="278" y="1555"/>
                    <a:pt x="256" y="1495"/>
                    <a:pt x="305" y="1495"/>
                  </a:cubicBezTo>
                  <a:cubicBezTo>
                    <a:pt x="310" y="1495"/>
                    <a:pt x="310" y="1474"/>
                    <a:pt x="321" y="1457"/>
                  </a:cubicBezTo>
                  <a:cubicBezTo>
                    <a:pt x="332" y="1435"/>
                    <a:pt x="338" y="1425"/>
                    <a:pt x="348" y="1397"/>
                  </a:cubicBezTo>
                  <a:cubicBezTo>
                    <a:pt x="365" y="1370"/>
                    <a:pt x="403" y="1381"/>
                    <a:pt x="408" y="1338"/>
                  </a:cubicBezTo>
                  <a:cubicBezTo>
                    <a:pt x="414" y="1316"/>
                    <a:pt x="457" y="1300"/>
                    <a:pt x="468" y="1272"/>
                  </a:cubicBezTo>
                  <a:cubicBezTo>
                    <a:pt x="484" y="1245"/>
                    <a:pt x="522" y="1234"/>
                    <a:pt x="512" y="1191"/>
                  </a:cubicBezTo>
                  <a:lnTo>
                    <a:pt x="512" y="1185"/>
                  </a:lnTo>
                  <a:cubicBezTo>
                    <a:pt x="560" y="1164"/>
                    <a:pt x="560" y="1098"/>
                    <a:pt x="598" y="1066"/>
                  </a:cubicBezTo>
                  <a:cubicBezTo>
                    <a:pt x="637" y="1028"/>
                    <a:pt x="675" y="1001"/>
                    <a:pt x="707" y="963"/>
                  </a:cubicBezTo>
                  <a:cubicBezTo>
                    <a:pt x="756" y="908"/>
                    <a:pt x="816" y="881"/>
                    <a:pt x="854" y="810"/>
                  </a:cubicBezTo>
                  <a:cubicBezTo>
                    <a:pt x="876" y="778"/>
                    <a:pt x="903" y="751"/>
                    <a:pt x="935" y="729"/>
                  </a:cubicBezTo>
                  <a:cubicBezTo>
                    <a:pt x="946" y="718"/>
                    <a:pt x="957" y="707"/>
                    <a:pt x="963" y="691"/>
                  </a:cubicBezTo>
                  <a:cubicBezTo>
                    <a:pt x="974" y="664"/>
                    <a:pt x="1001" y="642"/>
                    <a:pt x="1028" y="631"/>
                  </a:cubicBezTo>
                  <a:cubicBezTo>
                    <a:pt x="1061" y="620"/>
                    <a:pt x="1082" y="593"/>
                    <a:pt x="1093" y="566"/>
                  </a:cubicBezTo>
                  <a:cubicBezTo>
                    <a:pt x="1104" y="533"/>
                    <a:pt x="1142" y="511"/>
                    <a:pt x="1169" y="495"/>
                  </a:cubicBezTo>
                  <a:cubicBezTo>
                    <a:pt x="1218" y="473"/>
                    <a:pt x="1256" y="435"/>
                    <a:pt x="1300" y="414"/>
                  </a:cubicBezTo>
                  <a:cubicBezTo>
                    <a:pt x="1357" y="388"/>
                    <a:pt x="1409" y="332"/>
                    <a:pt x="1480" y="332"/>
                  </a:cubicBezTo>
                  <a:cubicBezTo>
                    <a:pt x="1483" y="332"/>
                    <a:pt x="1487" y="332"/>
                    <a:pt x="1490" y="332"/>
                  </a:cubicBezTo>
                  <a:cubicBezTo>
                    <a:pt x="1533" y="332"/>
                    <a:pt x="1571" y="299"/>
                    <a:pt x="1615" y="283"/>
                  </a:cubicBezTo>
                  <a:cubicBezTo>
                    <a:pt x="1648" y="261"/>
                    <a:pt x="1686" y="250"/>
                    <a:pt x="1718" y="250"/>
                  </a:cubicBezTo>
                  <a:cubicBezTo>
                    <a:pt x="1735" y="250"/>
                    <a:pt x="1751" y="250"/>
                    <a:pt x="1762" y="240"/>
                  </a:cubicBezTo>
                  <a:cubicBezTo>
                    <a:pt x="1778" y="234"/>
                    <a:pt x="1941" y="212"/>
                    <a:pt x="1957" y="212"/>
                  </a:cubicBezTo>
                  <a:lnTo>
                    <a:pt x="2017" y="212"/>
                  </a:lnTo>
                  <a:cubicBezTo>
                    <a:pt x="2032" y="212"/>
                    <a:pt x="2051" y="210"/>
                    <a:pt x="2067" y="210"/>
                  </a:cubicBezTo>
                  <a:close/>
                  <a:moveTo>
                    <a:pt x="2044" y="0"/>
                  </a:moveTo>
                  <a:cubicBezTo>
                    <a:pt x="2001" y="44"/>
                    <a:pt x="1936" y="66"/>
                    <a:pt x="1870" y="66"/>
                  </a:cubicBezTo>
                  <a:cubicBezTo>
                    <a:pt x="1767" y="66"/>
                    <a:pt x="1658" y="82"/>
                    <a:pt x="1555" y="115"/>
                  </a:cubicBezTo>
                  <a:lnTo>
                    <a:pt x="1577" y="142"/>
                  </a:lnTo>
                  <a:cubicBezTo>
                    <a:pt x="1485" y="164"/>
                    <a:pt x="1398" y="196"/>
                    <a:pt x="1311" y="240"/>
                  </a:cubicBezTo>
                  <a:cubicBezTo>
                    <a:pt x="1289" y="261"/>
                    <a:pt x="1256" y="278"/>
                    <a:pt x="1229" y="289"/>
                  </a:cubicBezTo>
                  <a:cubicBezTo>
                    <a:pt x="1180" y="305"/>
                    <a:pt x="1137" y="332"/>
                    <a:pt x="1099" y="370"/>
                  </a:cubicBezTo>
                  <a:cubicBezTo>
                    <a:pt x="1044" y="414"/>
                    <a:pt x="1001" y="473"/>
                    <a:pt x="925" y="479"/>
                  </a:cubicBezTo>
                  <a:cubicBezTo>
                    <a:pt x="914" y="479"/>
                    <a:pt x="903" y="495"/>
                    <a:pt x="897" y="511"/>
                  </a:cubicBezTo>
                  <a:cubicBezTo>
                    <a:pt x="892" y="528"/>
                    <a:pt x="892" y="544"/>
                    <a:pt x="870" y="544"/>
                  </a:cubicBezTo>
                  <a:cubicBezTo>
                    <a:pt x="832" y="544"/>
                    <a:pt x="816" y="588"/>
                    <a:pt x="800" y="609"/>
                  </a:cubicBezTo>
                  <a:cubicBezTo>
                    <a:pt x="789" y="631"/>
                    <a:pt x="772" y="669"/>
                    <a:pt x="762" y="669"/>
                  </a:cubicBezTo>
                  <a:cubicBezTo>
                    <a:pt x="724" y="669"/>
                    <a:pt x="718" y="702"/>
                    <a:pt x="702" y="723"/>
                  </a:cubicBezTo>
                  <a:cubicBezTo>
                    <a:pt x="675" y="761"/>
                    <a:pt x="647" y="800"/>
                    <a:pt x="615" y="832"/>
                  </a:cubicBezTo>
                  <a:cubicBezTo>
                    <a:pt x="598" y="854"/>
                    <a:pt x="555" y="865"/>
                    <a:pt x="582" y="908"/>
                  </a:cubicBezTo>
                  <a:lnTo>
                    <a:pt x="512" y="979"/>
                  </a:lnTo>
                  <a:cubicBezTo>
                    <a:pt x="512" y="979"/>
                    <a:pt x="512" y="984"/>
                    <a:pt x="512" y="984"/>
                  </a:cubicBezTo>
                  <a:cubicBezTo>
                    <a:pt x="501" y="1033"/>
                    <a:pt x="457" y="1066"/>
                    <a:pt x="430" y="1104"/>
                  </a:cubicBezTo>
                  <a:cubicBezTo>
                    <a:pt x="381" y="1158"/>
                    <a:pt x="338" y="1218"/>
                    <a:pt x="300" y="1278"/>
                  </a:cubicBezTo>
                  <a:cubicBezTo>
                    <a:pt x="283" y="1316"/>
                    <a:pt x="256" y="1354"/>
                    <a:pt x="218" y="1376"/>
                  </a:cubicBezTo>
                  <a:cubicBezTo>
                    <a:pt x="185" y="1397"/>
                    <a:pt x="196" y="1425"/>
                    <a:pt x="202" y="1457"/>
                  </a:cubicBezTo>
                  <a:cubicBezTo>
                    <a:pt x="191" y="1463"/>
                    <a:pt x="180" y="1474"/>
                    <a:pt x="169" y="1490"/>
                  </a:cubicBezTo>
                  <a:cubicBezTo>
                    <a:pt x="115" y="1561"/>
                    <a:pt x="66" y="1637"/>
                    <a:pt x="22" y="1713"/>
                  </a:cubicBezTo>
                  <a:cubicBezTo>
                    <a:pt x="1" y="1751"/>
                    <a:pt x="11" y="1789"/>
                    <a:pt x="49" y="1821"/>
                  </a:cubicBezTo>
                  <a:cubicBezTo>
                    <a:pt x="60" y="1827"/>
                    <a:pt x="71" y="1838"/>
                    <a:pt x="82" y="1854"/>
                  </a:cubicBezTo>
                  <a:lnTo>
                    <a:pt x="213" y="2017"/>
                  </a:lnTo>
                  <a:cubicBezTo>
                    <a:pt x="223" y="2033"/>
                    <a:pt x="256" y="2012"/>
                    <a:pt x="256" y="2050"/>
                  </a:cubicBezTo>
                  <a:cubicBezTo>
                    <a:pt x="251" y="2099"/>
                    <a:pt x="289" y="2110"/>
                    <a:pt x="316" y="2110"/>
                  </a:cubicBezTo>
                  <a:cubicBezTo>
                    <a:pt x="363" y="2115"/>
                    <a:pt x="339" y="2186"/>
                    <a:pt x="382" y="2186"/>
                  </a:cubicBezTo>
                  <a:cubicBezTo>
                    <a:pt x="383" y="2186"/>
                    <a:pt x="385" y="2186"/>
                    <a:pt x="386" y="2186"/>
                  </a:cubicBezTo>
                  <a:cubicBezTo>
                    <a:pt x="386" y="2186"/>
                    <a:pt x="392" y="2180"/>
                    <a:pt x="392" y="2180"/>
                  </a:cubicBezTo>
                  <a:cubicBezTo>
                    <a:pt x="430" y="2207"/>
                    <a:pt x="490" y="2235"/>
                    <a:pt x="506" y="2278"/>
                  </a:cubicBezTo>
                  <a:cubicBezTo>
                    <a:pt x="517" y="2316"/>
                    <a:pt x="544" y="2343"/>
                    <a:pt x="582" y="2360"/>
                  </a:cubicBezTo>
                  <a:cubicBezTo>
                    <a:pt x="626" y="2376"/>
                    <a:pt x="626" y="2452"/>
                    <a:pt x="680" y="2452"/>
                  </a:cubicBezTo>
                  <a:cubicBezTo>
                    <a:pt x="675" y="2534"/>
                    <a:pt x="767" y="2534"/>
                    <a:pt x="783" y="2604"/>
                  </a:cubicBezTo>
                  <a:cubicBezTo>
                    <a:pt x="789" y="2615"/>
                    <a:pt x="821" y="2626"/>
                    <a:pt x="832" y="2637"/>
                  </a:cubicBezTo>
                  <a:cubicBezTo>
                    <a:pt x="843" y="2653"/>
                    <a:pt x="827" y="2675"/>
                    <a:pt x="854" y="2686"/>
                  </a:cubicBezTo>
                  <a:cubicBezTo>
                    <a:pt x="887" y="2697"/>
                    <a:pt x="935" y="2707"/>
                    <a:pt x="935" y="2762"/>
                  </a:cubicBezTo>
                  <a:cubicBezTo>
                    <a:pt x="979" y="2773"/>
                    <a:pt x="979" y="2832"/>
                    <a:pt x="1012" y="2843"/>
                  </a:cubicBezTo>
                  <a:cubicBezTo>
                    <a:pt x="1082" y="2881"/>
                    <a:pt x="1131" y="2958"/>
                    <a:pt x="1191" y="2996"/>
                  </a:cubicBezTo>
                  <a:cubicBezTo>
                    <a:pt x="1256" y="3034"/>
                    <a:pt x="1316" y="3077"/>
                    <a:pt x="1376" y="3115"/>
                  </a:cubicBezTo>
                  <a:cubicBezTo>
                    <a:pt x="1430" y="3148"/>
                    <a:pt x="1490" y="3175"/>
                    <a:pt x="1555" y="3191"/>
                  </a:cubicBezTo>
                  <a:cubicBezTo>
                    <a:pt x="1620" y="3213"/>
                    <a:pt x="1680" y="3240"/>
                    <a:pt x="1745" y="3256"/>
                  </a:cubicBezTo>
                  <a:cubicBezTo>
                    <a:pt x="1794" y="3262"/>
                    <a:pt x="1843" y="3273"/>
                    <a:pt x="1892" y="3289"/>
                  </a:cubicBezTo>
                  <a:cubicBezTo>
                    <a:pt x="1905" y="3296"/>
                    <a:pt x="1919" y="3298"/>
                    <a:pt x="1932" y="3298"/>
                  </a:cubicBezTo>
                  <a:cubicBezTo>
                    <a:pt x="1954" y="3298"/>
                    <a:pt x="1977" y="3292"/>
                    <a:pt x="1999" y="3292"/>
                  </a:cubicBezTo>
                  <a:cubicBezTo>
                    <a:pt x="2007" y="3292"/>
                    <a:pt x="2015" y="3293"/>
                    <a:pt x="2023" y="3295"/>
                  </a:cubicBezTo>
                  <a:cubicBezTo>
                    <a:pt x="2061" y="3305"/>
                    <a:pt x="2104" y="3316"/>
                    <a:pt x="2148" y="3322"/>
                  </a:cubicBezTo>
                  <a:lnTo>
                    <a:pt x="2153" y="3322"/>
                  </a:lnTo>
                  <a:cubicBezTo>
                    <a:pt x="2267" y="3305"/>
                    <a:pt x="2381" y="3295"/>
                    <a:pt x="2496" y="3289"/>
                  </a:cubicBezTo>
                  <a:cubicBezTo>
                    <a:pt x="2501" y="3289"/>
                    <a:pt x="2512" y="3289"/>
                    <a:pt x="2523" y="3284"/>
                  </a:cubicBezTo>
                  <a:cubicBezTo>
                    <a:pt x="2561" y="3273"/>
                    <a:pt x="2599" y="3256"/>
                    <a:pt x="2637" y="3240"/>
                  </a:cubicBezTo>
                  <a:cubicBezTo>
                    <a:pt x="2677" y="3230"/>
                    <a:pt x="2712" y="3207"/>
                    <a:pt x="2746" y="3207"/>
                  </a:cubicBezTo>
                  <a:cubicBezTo>
                    <a:pt x="2750" y="3207"/>
                    <a:pt x="2753" y="3207"/>
                    <a:pt x="2756" y="3208"/>
                  </a:cubicBezTo>
                  <a:cubicBezTo>
                    <a:pt x="2761" y="3209"/>
                    <a:pt x="2765" y="3209"/>
                    <a:pt x="2769" y="3209"/>
                  </a:cubicBezTo>
                  <a:cubicBezTo>
                    <a:pt x="2810" y="3209"/>
                    <a:pt x="2831" y="3164"/>
                    <a:pt x="2871" y="3164"/>
                  </a:cubicBezTo>
                  <a:cubicBezTo>
                    <a:pt x="2873" y="3165"/>
                    <a:pt x="2875" y="3165"/>
                    <a:pt x="2877" y="3165"/>
                  </a:cubicBezTo>
                  <a:cubicBezTo>
                    <a:pt x="2896" y="3165"/>
                    <a:pt x="2916" y="3142"/>
                    <a:pt x="2936" y="3142"/>
                  </a:cubicBezTo>
                  <a:cubicBezTo>
                    <a:pt x="2996" y="3131"/>
                    <a:pt x="3050" y="3093"/>
                    <a:pt x="3088" y="3044"/>
                  </a:cubicBezTo>
                  <a:cubicBezTo>
                    <a:pt x="3104" y="3023"/>
                    <a:pt x="3126" y="3006"/>
                    <a:pt x="3148" y="2996"/>
                  </a:cubicBezTo>
                  <a:cubicBezTo>
                    <a:pt x="3197" y="2979"/>
                    <a:pt x="3246" y="2963"/>
                    <a:pt x="3267" y="2903"/>
                  </a:cubicBezTo>
                  <a:cubicBezTo>
                    <a:pt x="3273" y="2892"/>
                    <a:pt x="3284" y="2876"/>
                    <a:pt x="3289" y="2876"/>
                  </a:cubicBezTo>
                  <a:cubicBezTo>
                    <a:pt x="3338" y="2871"/>
                    <a:pt x="3354" y="2827"/>
                    <a:pt x="3376" y="2794"/>
                  </a:cubicBezTo>
                  <a:cubicBezTo>
                    <a:pt x="3414" y="2729"/>
                    <a:pt x="3485" y="2697"/>
                    <a:pt x="3507" y="2620"/>
                  </a:cubicBezTo>
                  <a:cubicBezTo>
                    <a:pt x="3507" y="2615"/>
                    <a:pt x="3512" y="2615"/>
                    <a:pt x="3512" y="2615"/>
                  </a:cubicBezTo>
                  <a:cubicBezTo>
                    <a:pt x="3539" y="2582"/>
                    <a:pt x="3550" y="2544"/>
                    <a:pt x="3577" y="2517"/>
                  </a:cubicBezTo>
                  <a:cubicBezTo>
                    <a:pt x="3599" y="2479"/>
                    <a:pt x="3615" y="2436"/>
                    <a:pt x="3621" y="2392"/>
                  </a:cubicBezTo>
                  <a:cubicBezTo>
                    <a:pt x="3626" y="2381"/>
                    <a:pt x="3621" y="2365"/>
                    <a:pt x="3626" y="2365"/>
                  </a:cubicBezTo>
                  <a:cubicBezTo>
                    <a:pt x="3659" y="2327"/>
                    <a:pt x="3675" y="2283"/>
                    <a:pt x="3670" y="2235"/>
                  </a:cubicBezTo>
                  <a:cubicBezTo>
                    <a:pt x="3681" y="2191"/>
                    <a:pt x="3697" y="2142"/>
                    <a:pt x="3713" y="2099"/>
                  </a:cubicBezTo>
                  <a:cubicBezTo>
                    <a:pt x="3719" y="2082"/>
                    <a:pt x="3719" y="2066"/>
                    <a:pt x="3719" y="2044"/>
                  </a:cubicBezTo>
                  <a:lnTo>
                    <a:pt x="3724" y="1870"/>
                  </a:lnTo>
                  <a:cubicBezTo>
                    <a:pt x="3724" y="1854"/>
                    <a:pt x="3757" y="1849"/>
                    <a:pt x="3735" y="1821"/>
                  </a:cubicBezTo>
                  <a:cubicBezTo>
                    <a:pt x="3708" y="1783"/>
                    <a:pt x="3724" y="1734"/>
                    <a:pt x="3729" y="1702"/>
                  </a:cubicBezTo>
                  <a:cubicBezTo>
                    <a:pt x="3735" y="1664"/>
                    <a:pt x="3751" y="1626"/>
                    <a:pt x="3729" y="1593"/>
                  </a:cubicBezTo>
                  <a:cubicBezTo>
                    <a:pt x="3708" y="1561"/>
                    <a:pt x="3729" y="1501"/>
                    <a:pt x="3713" y="1463"/>
                  </a:cubicBezTo>
                  <a:cubicBezTo>
                    <a:pt x="3702" y="1425"/>
                    <a:pt x="3691" y="1381"/>
                    <a:pt x="3691" y="1343"/>
                  </a:cubicBezTo>
                  <a:cubicBezTo>
                    <a:pt x="3686" y="1289"/>
                    <a:pt x="3670" y="1240"/>
                    <a:pt x="3643" y="1196"/>
                  </a:cubicBezTo>
                  <a:cubicBezTo>
                    <a:pt x="3621" y="1142"/>
                    <a:pt x="3604" y="1088"/>
                    <a:pt x="3583" y="1033"/>
                  </a:cubicBezTo>
                  <a:cubicBezTo>
                    <a:pt x="3572" y="1011"/>
                    <a:pt x="3556" y="990"/>
                    <a:pt x="3539" y="968"/>
                  </a:cubicBezTo>
                  <a:cubicBezTo>
                    <a:pt x="3518" y="908"/>
                    <a:pt x="3485" y="859"/>
                    <a:pt x="3452" y="805"/>
                  </a:cubicBezTo>
                  <a:cubicBezTo>
                    <a:pt x="3409" y="740"/>
                    <a:pt x="3349" y="680"/>
                    <a:pt x="3295" y="620"/>
                  </a:cubicBezTo>
                  <a:cubicBezTo>
                    <a:pt x="3278" y="598"/>
                    <a:pt x="3267" y="571"/>
                    <a:pt x="3251" y="555"/>
                  </a:cubicBezTo>
                  <a:cubicBezTo>
                    <a:pt x="3240" y="544"/>
                    <a:pt x="3202" y="566"/>
                    <a:pt x="3208" y="517"/>
                  </a:cubicBezTo>
                  <a:cubicBezTo>
                    <a:pt x="3212" y="497"/>
                    <a:pt x="3207" y="492"/>
                    <a:pt x="3198" y="492"/>
                  </a:cubicBezTo>
                  <a:cubicBezTo>
                    <a:pt x="3191" y="492"/>
                    <a:pt x="3181" y="496"/>
                    <a:pt x="3174" y="496"/>
                  </a:cubicBezTo>
                  <a:cubicBezTo>
                    <a:pt x="3169" y="496"/>
                    <a:pt x="3165" y="495"/>
                    <a:pt x="3164" y="490"/>
                  </a:cubicBezTo>
                  <a:cubicBezTo>
                    <a:pt x="3142" y="408"/>
                    <a:pt x="3039" y="424"/>
                    <a:pt x="3012" y="354"/>
                  </a:cubicBezTo>
                  <a:cubicBezTo>
                    <a:pt x="3008" y="355"/>
                    <a:pt x="3003" y="355"/>
                    <a:pt x="3000" y="355"/>
                  </a:cubicBezTo>
                  <a:cubicBezTo>
                    <a:pt x="2957" y="355"/>
                    <a:pt x="2950" y="303"/>
                    <a:pt x="2925" y="283"/>
                  </a:cubicBezTo>
                  <a:cubicBezTo>
                    <a:pt x="2843" y="234"/>
                    <a:pt x="2762" y="191"/>
                    <a:pt x="2670" y="153"/>
                  </a:cubicBezTo>
                  <a:cubicBezTo>
                    <a:pt x="2593" y="115"/>
                    <a:pt x="2506" y="87"/>
                    <a:pt x="2425" y="60"/>
                  </a:cubicBezTo>
                  <a:cubicBezTo>
                    <a:pt x="2360" y="44"/>
                    <a:pt x="2300" y="33"/>
                    <a:pt x="2235" y="22"/>
                  </a:cubicBezTo>
                  <a:cubicBezTo>
                    <a:pt x="2217" y="18"/>
                    <a:pt x="2199" y="10"/>
                    <a:pt x="2185" y="10"/>
                  </a:cubicBezTo>
                  <a:cubicBezTo>
                    <a:pt x="2181" y="10"/>
                    <a:pt x="2178" y="10"/>
                    <a:pt x="2175" y="11"/>
                  </a:cubicBezTo>
                  <a:cubicBezTo>
                    <a:pt x="2159" y="20"/>
                    <a:pt x="2145" y="23"/>
                    <a:pt x="2131" y="23"/>
                  </a:cubicBezTo>
                  <a:cubicBezTo>
                    <a:pt x="2101" y="23"/>
                    <a:pt x="2074" y="8"/>
                    <a:pt x="20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3"/>
            <p:cNvSpPr/>
            <p:nvPr/>
          </p:nvSpPr>
          <p:spPr>
            <a:xfrm>
              <a:off x="2189630" y="3674839"/>
              <a:ext cx="563446" cy="349462"/>
            </a:xfrm>
            <a:custGeom>
              <a:rect b="b" l="l" r="r" t="t"/>
              <a:pathLst>
                <a:path extrusionOk="0" h="3018" w="4866">
                  <a:moveTo>
                    <a:pt x="87" y="0"/>
                  </a:moveTo>
                  <a:cubicBezTo>
                    <a:pt x="76" y="6"/>
                    <a:pt x="65" y="11"/>
                    <a:pt x="49" y="17"/>
                  </a:cubicBezTo>
                  <a:cubicBezTo>
                    <a:pt x="11" y="38"/>
                    <a:pt x="60" y="98"/>
                    <a:pt x="6" y="115"/>
                  </a:cubicBezTo>
                  <a:lnTo>
                    <a:pt x="6" y="131"/>
                  </a:lnTo>
                  <a:cubicBezTo>
                    <a:pt x="27" y="212"/>
                    <a:pt x="0" y="288"/>
                    <a:pt x="27" y="370"/>
                  </a:cubicBezTo>
                  <a:cubicBezTo>
                    <a:pt x="27" y="375"/>
                    <a:pt x="27" y="386"/>
                    <a:pt x="27" y="397"/>
                  </a:cubicBezTo>
                  <a:cubicBezTo>
                    <a:pt x="27" y="413"/>
                    <a:pt x="38" y="441"/>
                    <a:pt x="33" y="452"/>
                  </a:cubicBezTo>
                  <a:cubicBezTo>
                    <a:pt x="6" y="479"/>
                    <a:pt x="44" y="495"/>
                    <a:pt x="44" y="511"/>
                  </a:cubicBezTo>
                  <a:cubicBezTo>
                    <a:pt x="49" y="587"/>
                    <a:pt x="65" y="664"/>
                    <a:pt x="82" y="745"/>
                  </a:cubicBezTo>
                  <a:cubicBezTo>
                    <a:pt x="87" y="772"/>
                    <a:pt x="114" y="799"/>
                    <a:pt x="114" y="827"/>
                  </a:cubicBezTo>
                  <a:cubicBezTo>
                    <a:pt x="120" y="865"/>
                    <a:pt x="125" y="897"/>
                    <a:pt x="142" y="924"/>
                  </a:cubicBezTo>
                  <a:cubicBezTo>
                    <a:pt x="152" y="952"/>
                    <a:pt x="190" y="979"/>
                    <a:pt x="185" y="995"/>
                  </a:cubicBezTo>
                  <a:cubicBezTo>
                    <a:pt x="163" y="1055"/>
                    <a:pt x="228" y="1077"/>
                    <a:pt x="228" y="1131"/>
                  </a:cubicBezTo>
                  <a:lnTo>
                    <a:pt x="272" y="1098"/>
                  </a:lnTo>
                  <a:cubicBezTo>
                    <a:pt x="277" y="1115"/>
                    <a:pt x="283" y="1126"/>
                    <a:pt x="283" y="1142"/>
                  </a:cubicBezTo>
                  <a:cubicBezTo>
                    <a:pt x="288" y="1153"/>
                    <a:pt x="288" y="1169"/>
                    <a:pt x="283" y="1180"/>
                  </a:cubicBezTo>
                  <a:lnTo>
                    <a:pt x="364" y="1294"/>
                  </a:lnTo>
                  <a:cubicBezTo>
                    <a:pt x="402" y="1343"/>
                    <a:pt x="435" y="1403"/>
                    <a:pt x="500" y="1419"/>
                  </a:cubicBezTo>
                  <a:cubicBezTo>
                    <a:pt x="500" y="1419"/>
                    <a:pt x="500" y="1419"/>
                    <a:pt x="500" y="1425"/>
                  </a:cubicBezTo>
                  <a:cubicBezTo>
                    <a:pt x="506" y="1457"/>
                    <a:pt x="522" y="1468"/>
                    <a:pt x="555" y="1473"/>
                  </a:cubicBezTo>
                  <a:cubicBezTo>
                    <a:pt x="571" y="1473"/>
                    <a:pt x="587" y="1506"/>
                    <a:pt x="604" y="1528"/>
                  </a:cubicBezTo>
                  <a:cubicBezTo>
                    <a:pt x="604" y="1528"/>
                    <a:pt x="609" y="1528"/>
                    <a:pt x="609" y="1533"/>
                  </a:cubicBezTo>
                  <a:cubicBezTo>
                    <a:pt x="617" y="1530"/>
                    <a:pt x="625" y="1529"/>
                    <a:pt x="631" y="1529"/>
                  </a:cubicBezTo>
                  <a:cubicBezTo>
                    <a:pt x="671" y="1529"/>
                    <a:pt x="680" y="1579"/>
                    <a:pt x="712" y="1593"/>
                  </a:cubicBezTo>
                  <a:cubicBezTo>
                    <a:pt x="734" y="1609"/>
                    <a:pt x="750" y="1631"/>
                    <a:pt x="783" y="1631"/>
                  </a:cubicBezTo>
                  <a:cubicBezTo>
                    <a:pt x="788" y="1631"/>
                    <a:pt x="805" y="1653"/>
                    <a:pt x="805" y="1653"/>
                  </a:cubicBezTo>
                  <a:cubicBezTo>
                    <a:pt x="794" y="1685"/>
                    <a:pt x="821" y="1696"/>
                    <a:pt x="848" y="1696"/>
                  </a:cubicBezTo>
                  <a:cubicBezTo>
                    <a:pt x="908" y="1707"/>
                    <a:pt x="946" y="1762"/>
                    <a:pt x="1006" y="1767"/>
                  </a:cubicBezTo>
                  <a:cubicBezTo>
                    <a:pt x="1017" y="1772"/>
                    <a:pt x="1028" y="1794"/>
                    <a:pt x="1038" y="1805"/>
                  </a:cubicBezTo>
                  <a:cubicBezTo>
                    <a:pt x="1071" y="1805"/>
                    <a:pt x="1109" y="1816"/>
                    <a:pt x="1136" y="1843"/>
                  </a:cubicBezTo>
                  <a:cubicBezTo>
                    <a:pt x="1163" y="1870"/>
                    <a:pt x="1196" y="1887"/>
                    <a:pt x="1234" y="1892"/>
                  </a:cubicBezTo>
                  <a:cubicBezTo>
                    <a:pt x="1272" y="1892"/>
                    <a:pt x="1299" y="1892"/>
                    <a:pt x="1327" y="1925"/>
                  </a:cubicBezTo>
                  <a:cubicBezTo>
                    <a:pt x="1332" y="1930"/>
                    <a:pt x="1343" y="1941"/>
                    <a:pt x="1348" y="1941"/>
                  </a:cubicBezTo>
                  <a:cubicBezTo>
                    <a:pt x="1354" y="1940"/>
                    <a:pt x="1360" y="1939"/>
                    <a:pt x="1366" y="1939"/>
                  </a:cubicBezTo>
                  <a:cubicBezTo>
                    <a:pt x="1404" y="1939"/>
                    <a:pt x="1429" y="1968"/>
                    <a:pt x="1462" y="1968"/>
                  </a:cubicBezTo>
                  <a:lnTo>
                    <a:pt x="1506" y="1968"/>
                  </a:lnTo>
                  <a:cubicBezTo>
                    <a:pt x="1511" y="1993"/>
                    <a:pt x="1521" y="2000"/>
                    <a:pt x="1534" y="2000"/>
                  </a:cubicBezTo>
                  <a:cubicBezTo>
                    <a:pt x="1549" y="2000"/>
                    <a:pt x="1567" y="1990"/>
                    <a:pt x="1582" y="1990"/>
                  </a:cubicBezTo>
                  <a:cubicBezTo>
                    <a:pt x="1587" y="1993"/>
                    <a:pt x="1594" y="1994"/>
                    <a:pt x="1601" y="1994"/>
                  </a:cubicBezTo>
                  <a:cubicBezTo>
                    <a:pt x="1608" y="1994"/>
                    <a:pt x="1615" y="1993"/>
                    <a:pt x="1620" y="1990"/>
                  </a:cubicBezTo>
                  <a:lnTo>
                    <a:pt x="1620" y="2039"/>
                  </a:lnTo>
                  <a:cubicBezTo>
                    <a:pt x="1636" y="2037"/>
                    <a:pt x="1652" y="2037"/>
                    <a:pt x="1668" y="2037"/>
                  </a:cubicBezTo>
                  <a:cubicBezTo>
                    <a:pt x="1777" y="2037"/>
                    <a:pt x="1884" y="2068"/>
                    <a:pt x="1979" y="2120"/>
                  </a:cubicBezTo>
                  <a:lnTo>
                    <a:pt x="2022" y="2099"/>
                  </a:lnTo>
                  <a:cubicBezTo>
                    <a:pt x="2093" y="2131"/>
                    <a:pt x="2174" y="2147"/>
                    <a:pt x="2256" y="2153"/>
                  </a:cubicBezTo>
                  <a:cubicBezTo>
                    <a:pt x="2275" y="2147"/>
                    <a:pt x="2294" y="2145"/>
                    <a:pt x="2313" y="2145"/>
                  </a:cubicBezTo>
                  <a:cubicBezTo>
                    <a:pt x="2332" y="2145"/>
                    <a:pt x="2351" y="2147"/>
                    <a:pt x="2370" y="2153"/>
                  </a:cubicBezTo>
                  <a:cubicBezTo>
                    <a:pt x="2395" y="2162"/>
                    <a:pt x="2423" y="2168"/>
                    <a:pt x="2450" y="2168"/>
                  </a:cubicBezTo>
                  <a:cubicBezTo>
                    <a:pt x="2471" y="2168"/>
                    <a:pt x="2491" y="2165"/>
                    <a:pt x="2512" y="2158"/>
                  </a:cubicBezTo>
                  <a:cubicBezTo>
                    <a:pt x="2520" y="2156"/>
                    <a:pt x="2532" y="2154"/>
                    <a:pt x="2542" y="2154"/>
                  </a:cubicBezTo>
                  <a:cubicBezTo>
                    <a:pt x="2552" y="2154"/>
                    <a:pt x="2560" y="2156"/>
                    <a:pt x="2560" y="2158"/>
                  </a:cubicBezTo>
                  <a:cubicBezTo>
                    <a:pt x="2568" y="2176"/>
                    <a:pt x="2578" y="2181"/>
                    <a:pt x="2589" y="2181"/>
                  </a:cubicBezTo>
                  <a:cubicBezTo>
                    <a:pt x="2601" y="2181"/>
                    <a:pt x="2614" y="2175"/>
                    <a:pt x="2626" y="2175"/>
                  </a:cubicBezTo>
                  <a:cubicBezTo>
                    <a:pt x="2640" y="2175"/>
                    <a:pt x="2655" y="2172"/>
                    <a:pt x="2669" y="2172"/>
                  </a:cubicBezTo>
                  <a:cubicBezTo>
                    <a:pt x="2676" y="2172"/>
                    <a:pt x="2684" y="2173"/>
                    <a:pt x="2691" y="2175"/>
                  </a:cubicBezTo>
                  <a:cubicBezTo>
                    <a:pt x="2708" y="2181"/>
                    <a:pt x="2724" y="2186"/>
                    <a:pt x="2743" y="2186"/>
                  </a:cubicBezTo>
                  <a:cubicBezTo>
                    <a:pt x="2754" y="2186"/>
                    <a:pt x="2765" y="2184"/>
                    <a:pt x="2778" y="2180"/>
                  </a:cubicBezTo>
                  <a:cubicBezTo>
                    <a:pt x="2786" y="2176"/>
                    <a:pt x="2801" y="2172"/>
                    <a:pt x="2812" y="2172"/>
                  </a:cubicBezTo>
                  <a:cubicBezTo>
                    <a:pt x="2816" y="2172"/>
                    <a:pt x="2820" y="2173"/>
                    <a:pt x="2821" y="2175"/>
                  </a:cubicBezTo>
                  <a:cubicBezTo>
                    <a:pt x="2829" y="2181"/>
                    <a:pt x="2836" y="2184"/>
                    <a:pt x="2841" y="2184"/>
                  </a:cubicBezTo>
                  <a:cubicBezTo>
                    <a:pt x="2860" y="2184"/>
                    <a:pt x="2871" y="2158"/>
                    <a:pt x="2892" y="2158"/>
                  </a:cubicBezTo>
                  <a:cubicBezTo>
                    <a:pt x="2892" y="2175"/>
                    <a:pt x="2897" y="2186"/>
                    <a:pt x="2897" y="2213"/>
                  </a:cubicBezTo>
                  <a:lnTo>
                    <a:pt x="2919" y="2175"/>
                  </a:lnTo>
                  <a:cubicBezTo>
                    <a:pt x="2934" y="2172"/>
                    <a:pt x="2949" y="2171"/>
                    <a:pt x="2963" y="2171"/>
                  </a:cubicBezTo>
                  <a:cubicBezTo>
                    <a:pt x="3006" y="2171"/>
                    <a:pt x="3048" y="2180"/>
                    <a:pt x="3090" y="2180"/>
                  </a:cubicBezTo>
                  <a:cubicBezTo>
                    <a:pt x="3116" y="2180"/>
                    <a:pt x="3143" y="2176"/>
                    <a:pt x="3169" y="2164"/>
                  </a:cubicBezTo>
                  <a:cubicBezTo>
                    <a:pt x="3190" y="2167"/>
                    <a:pt x="3210" y="2168"/>
                    <a:pt x="3231" y="2168"/>
                  </a:cubicBezTo>
                  <a:cubicBezTo>
                    <a:pt x="3293" y="2168"/>
                    <a:pt x="3355" y="2156"/>
                    <a:pt x="3408" y="2131"/>
                  </a:cubicBezTo>
                  <a:lnTo>
                    <a:pt x="3446" y="2153"/>
                  </a:lnTo>
                  <a:cubicBezTo>
                    <a:pt x="3449" y="2135"/>
                    <a:pt x="3455" y="2130"/>
                    <a:pt x="3463" y="2130"/>
                  </a:cubicBezTo>
                  <a:cubicBezTo>
                    <a:pt x="3469" y="2130"/>
                    <a:pt x="3477" y="2134"/>
                    <a:pt x="3485" y="2137"/>
                  </a:cubicBezTo>
                  <a:cubicBezTo>
                    <a:pt x="3497" y="2140"/>
                    <a:pt x="3513" y="2143"/>
                    <a:pt x="3527" y="2143"/>
                  </a:cubicBezTo>
                  <a:cubicBezTo>
                    <a:pt x="3537" y="2143"/>
                    <a:pt x="3545" y="2141"/>
                    <a:pt x="3550" y="2137"/>
                  </a:cubicBezTo>
                  <a:cubicBezTo>
                    <a:pt x="3565" y="2119"/>
                    <a:pt x="3580" y="2114"/>
                    <a:pt x="3596" y="2114"/>
                  </a:cubicBezTo>
                  <a:cubicBezTo>
                    <a:pt x="3614" y="2114"/>
                    <a:pt x="3633" y="2120"/>
                    <a:pt x="3653" y="2120"/>
                  </a:cubicBezTo>
                  <a:cubicBezTo>
                    <a:pt x="3675" y="2120"/>
                    <a:pt x="3702" y="2120"/>
                    <a:pt x="3724" y="2109"/>
                  </a:cubicBezTo>
                  <a:cubicBezTo>
                    <a:pt x="3778" y="2077"/>
                    <a:pt x="3849" y="2099"/>
                    <a:pt x="3903" y="2061"/>
                  </a:cubicBezTo>
                  <a:lnTo>
                    <a:pt x="3919" y="2061"/>
                  </a:lnTo>
                  <a:cubicBezTo>
                    <a:pt x="3990" y="2055"/>
                    <a:pt x="4055" y="2044"/>
                    <a:pt x="4126" y="2028"/>
                  </a:cubicBezTo>
                  <a:cubicBezTo>
                    <a:pt x="4160" y="2020"/>
                    <a:pt x="4192" y="1994"/>
                    <a:pt x="4228" y="1994"/>
                  </a:cubicBezTo>
                  <a:cubicBezTo>
                    <a:pt x="4244" y="1994"/>
                    <a:pt x="4260" y="1999"/>
                    <a:pt x="4278" y="2012"/>
                  </a:cubicBezTo>
                  <a:cubicBezTo>
                    <a:pt x="4322" y="1946"/>
                    <a:pt x="4392" y="1968"/>
                    <a:pt x="4447" y="1946"/>
                  </a:cubicBezTo>
                  <a:lnTo>
                    <a:pt x="4447" y="1946"/>
                  </a:lnTo>
                  <a:cubicBezTo>
                    <a:pt x="4436" y="1979"/>
                    <a:pt x="4425" y="2017"/>
                    <a:pt x="4409" y="2022"/>
                  </a:cubicBezTo>
                  <a:cubicBezTo>
                    <a:pt x="4349" y="2039"/>
                    <a:pt x="4327" y="2115"/>
                    <a:pt x="4256" y="2115"/>
                  </a:cubicBezTo>
                  <a:cubicBezTo>
                    <a:pt x="4256" y="2115"/>
                    <a:pt x="4246" y="2126"/>
                    <a:pt x="4246" y="2131"/>
                  </a:cubicBezTo>
                  <a:cubicBezTo>
                    <a:pt x="4267" y="2175"/>
                    <a:pt x="4224" y="2186"/>
                    <a:pt x="4202" y="2191"/>
                  </a:cubicBezTo>
                  <a:cubicBezTo>
                    <a:pt x="4142" y="2224"/>
                    <a:pt x="4088" y="2273"/>
                    <a:pt x="4050" y="2327"/>
                  </a:cubicBezTo>
                  <a:cubicBezTo>
                    <a:pt x="4028" y="2359"/>
                    <a:pt x="4001" y="2387"/>
                    <a:pt x="3968" y="2408"/>
                  </a:cubicBezTo>
                  <a:cubicBezTo>
                    <a:pt x="3898" y="2452"/>
                    <a:pt x="3898" y="2452"/>
                    <a:pt x="3838" y="2550"/>
                  </a:cubicBezTo>
                  <a:cubicBezTo>
                    <a:pt x="3832" y="2555"/>
                    <a:pt x="3827" y="2566"/>
                    <a:pt x="3816" y="2571"/>
                  </a:cubicBezTo>
                  <a:cubicBezTo>
                    <a:pt x="3794" y="2577"/>
                    <a:pt x="3767" y="2588"/>
                    <a:pt x="3745" y="2604"/>
                  </a:cubicBezTo>
                  <a:cubicBezTo>
                    <a:pt x="3729" y="2615"/>
                    <a:pt x="3718" y="2631"/>
                    <a:pt x="3707" y="2653"/>
                  </a:cubicBezTo>
                  <a:cubicBezTo>
                    <a:pt x="3702" y="2680"/>
                    <a:pt x="3680" y="2702"/>
                    <a:pt x="3653" y="2713"/>
                  </a:cubicBezTo>
                  <a:cubicBezTo>
                    <a:pt x="3642" y="2718"/>
                    <a:pt x="3626" y="2713"/>
                    <a:pt x="3631" y="2735"/>
                  </a:cubicBezTo>
                  <a:cubicBezTo>
                    <a:pt x="3634" y="2758"/>
                    <a:pt x="3624" y="2762"/>
                    <a:pt x="3614" y="2762"/>
                  </a:cubicBezTo>
                  <a:cubicBezTo>
                    <a:pt x="3608" y="2762"/>
                    <a:pt x="3601" y="2761"/>
                    <a:pt x="3597" y="2761"/>
                  </a:cubicBezTo>
                  <a:cubicBezTo>
                    <a:pt x="3595" y="2761"/>
                    <a:pt x="3594" y="2761"/>
                    <a:pt x="3593" y="2762"/>
                  </a:cubicBezTo>
                  <a:cubicBezTo>
                    <a:pt x="3571" y="2805"/>
                    <a:pt x="3582" y="2854"/>
                    <a:pt x="3533" y="2865"/>
                  </a:cubicBezTo>
                  <a:cubicBezTo>
                    <a:pt x="3523" y="2870"/>
                    <a:pt x="3523" y="2887"/>
                    <a:pt x="3523" y="2898"/>
                  </a:cubicBezTo>
                  <a:lnTo>
                    <a:pt x="3495" y="2968"/>
                  </a:lnTo>
                  <a:lnTo>
                    <a:pt x="3539" y="3017"/>
                  </a:lnTo>
                  <a:cubicBezTo>
                    <a:pt x="3550" y="3006"/>
                    <a:pt x="3561" y="2995"/>
                    <a:pt x="3571" y="2990"/>
                  </a:cubicBezTo>
                  <a:cubicBezTo>
                    <a:pt x="3620" y="2974"/>
                    <a:pt x="3664" y="2941"/>
                    <a:pt x="3691" y="2892"/>
                  </a:cubicBezTo>
                  <a:cubicBezTo>
                    <a:pt x="3697" y="2876"/>
                    <a:pt x="3702" y="2870"/>
                    <a:pt x="3729" y="2870"/>
                  </a:cubicBezTo>
                  <a:cubicBezTo>
                    <a:pt x="3751" y="2870"/>
                    <a:pt x="3762" y="2854"/>
                    <a:pt x="3767" y="2822"/>
                  </a:cubicBezTo>
                  <a:cubicBezTo>
                    <a:pt x="3773" y="2800"/>
                    <a:pt x="3778" y="2789"/>
                    <a:pt x="3805" y="2789"/>
                  </a:cubicBezTo>
                  <a:lnTo>
                    <a:pt x="3843" y="2789"/>
                  </a:lnTo>
                  <a:cubicBezTo>
                    <a:pt x="3849" y="2778"/>
                    <a:pt x="3854" y="2762"/>
                    <a:pt x="3865" y="2756"/>
                  </a:cubicBezTo>
                  <a:cubicBezTo>
                    <a:pt x="3887" y="2745"/>
                    <a:pt x="3898" y="2724"/>
                    <a:pt x="3898" y="2697"/>
                  </a:cubicBezTo>
                  <a:cubicBezTo>
                    <a:pt x="3903" y="2664"/>
                    <a:pt x="3930" y="2664"/>
                    <a:pt x="3957" y="2664"/>
                  </a:cubicBezTo>
                  <a:cubicBezTo>
                    <a:pt x="3957" y="2664"/>
                    <a:pt x="3957" y="2658"/>
                    <a:pt x="3957" y="2658"/>
                  </a:cubicBezTo>
                  <a:cubicBezTo>
                    <a:pt x="3963" y="2620"/>
                    <a:pt x="3990" y="2599"/>
                    <a:pt x="4028" y="2588"/>
                  </a:cubicBezTo>
                  <a:cubicBezTo>
                    <a:pt x="4034" y="2588"/>
                    <a:pt x="4039" y="2571"/>
                    <a:pt x="4039" y="2571"/>
                  </a:cubicBezTo>
                  <a:cubicBezTo>
                    <a:pt x="4032" y="2547"/>
                    <a:pt x="4034" y="2536"/>
                    <a:pt x="4047" y="2536"/>
                  </a:cubicBezTo>
                  <a:cubicBezTo>
                    <a:pt x="4054" y="2536"/>
                    <a:pt x="4064" y="2539"/>
                    <a:pt x="4077" y="2544"/>
                  </a:cubicBezTo>
                  <a:cubicBezTo>
                    <a:pt x="4082" y="2544"/>
                    <a:pt x="4093" y="2533"/>
                    <a:pt x="4099" y="2528"/>
                  </a:cubicBezTo>
                  <a:lnTo>
                    <a:pt x="4082" y="2506"/>
                  </a:lnTo>
                  <a:cubicBezTo>
                    <a:pt x="4104" y="2490"/>
                    <a:pt x="4121" y="2474"/>
                    <a:pt x="4142" y="2457"/>
                  </a:cubicBezTo>
                  <a:cubicBezTo>
                    <a:pt x="4151" y="2439"/>
                    <a:pt x="4168" y="2429"/>
                    <a:pt x="4189" y="2429"/>
                  </a:cubicBezTo>
                  <a:cubicBezTo>
                    <a:pt x="4193" y="2429"/>
                    <a:pt x="4197" y="2429"/>
                    <a:pt x="4202" y="2430"/>
                  </a:cubicBezTo>
                  <a:cubicBezTo>
                    <a:pt x="4207" y="2430"/>
                    <a:pt x="4229" y="2392"/>
                    <a:pt x="4235" y="2381"/>
                  </a:cubicBezTo>
                  <a:cubicBezTo>
                    <a:pt x="4251" y="2343"/>
                    <a:pt x="4284" y="2316"/>
                    <a:pt x="4327" y="2316"/>
                  </a:cubicBezTo>
                  <a:cubicBezTo>
                    <a:pt x="4322" y="2305"/>
                    <a:pt x="4322" y="2294"/>
                    <a:pt x="4322" y="2289"/>
                  </a:cubicBezTo>
                  <a:cubicBezTo>
                    <a:pt x="4338" y="2262"/>
                    <a:pt x="4371" y="2273"/>
                    <a:pt x="4387" y="2245"/>
                  </a:cubicBezTo>
                  <a:cubicBezTo>
                    <a:pt x="4403" y="2224"/>
                    <a:pt x="4419" y="2196"/>
                    <a:pt x="4436" y="2175"/>
                  </a:cubicBezTo>
                  <a:cubicBezTo>
                    <a:pt x="4447" y="2164"/>
                    <a:pt x="4463" y="2164"/>
                    <a:pt x="4474" y="2164"/>
                  </a:cubicBezTo>
                  <a:lnTo>
                    <a:pt x="4517" y="2153"/>
                  </a:lnTo>
                  <a:cubicBezTo>
                    <a:pt x="4501" y="2131"/>
                    <a:pt x="4501" y="2115"/>
                    <a:pt x="4512" y="2109"/>
                  </a:cubicBezTo>
                  <a:cubicBezTo>
                    <a:pt x="4545" y="2093"/>
                    <a:pt x="4583" y="2082"/>
                    <a:pt x="4599" y="2039"/>
                  </a:cubicBezTo>
                  <a:cubicBezTo>
                    <a:pt x="4602" y="2039"/>
                    <a:pt x="4604" y="2039"/>
                    <a:pt x="4607" y="2039"/>
                  </a:cubicBezTo>
                  <a:cubicBezTo>
                    <a:pt x="4639" y="2039"/>
                    <a:pt x="4650" y="2010"/>
                    <a:pt x="4675" y="1984"/>
                  </a:cubicBezTo>
                  <a:cubicBezTo>
                    <a:pt x="4702" y="1952"/>
                    <a:pt x="4735" y="1925"/>
                    <a:pt x="4767" y="1892"/>
                  </a:cubicBezTo>
                  <a:cubicBezTo>
                    <a:pt x="4788" y="1902"/>
                    <a:pt x="4808" y="1917"/>
                    <a:pt x="4826" y="1917"/>
                  </a:cubicBezTo>
                  <a:cubicBezTo>
                    <a:pt x="4837" y="1917"/>
                    <a:pt x="4846" y="1912"/>
                    <a:pt x="4854" y="1897"/>
                  </a:cubicBezTo>
                  <a:cubicBezTo>
                    <a:pt x="4849" y="1870"/>
                    <a:pt x="4838" y="1843"/>
                    <a:pt x="4849" y="1827"/>
                  </a:cubicBezTo>
                  <a:cubicBezTo>
                    <a:pt x="4865" y="1789"/>
                    <a:pt x="4811" y="1783"/>
                    <a:pt x="4822" y="1756"/>
                  </a:cubicBezTo>
                  <a:cubicBezTo>
                    <a:pt x="4838" y="1718"/>
                    <a:pt x="4800" y="1729"/>
                    <a:pt x="4795" y="1713"/>
                  </a:cubicBezTo>
                  <a:lnTo>
                    <a:pt x="4767" y="1729"/>
                  </a:lnTo>
                  <a:cubicBezTo>
                    <a:pt x="4751" y="1713"/>
                    <a:pt x="4740" y="1691"/>
                    <a:pt x="4729" y="1691"/>
                  </a:cubicBezTo>
                  <a:cubicBezTo>
                    <a:pt x="4664" y="1675"/>
                    <a:pt x="4604" y="1647"/>
                    <a:pt x="4555" y="1604"/>
                  </a:cubicBezTo>
                  <a:cubicBezTo>
                    <a:pt x="4550" y="1598"/>
                    <a:pt x="4545" y="1598"/>
                    <a:pt x="4539" y="1593"/>
                  </a:cubicBezTo>
                  <a:cubicBezTo>
                    <a:pt x="4496" y="1577"/>
                    <a:pt x="4441" y="1582"/>
                    <a:pt x="4403" y="1539"/>
                  </a:cubicBezTo>
                  <a:cubicBezTo>
                    <a:pt x="4403" y="1533"/>
                    <a:pt x="4398" y="1533"/>
                    <a:pt x="4392" y="1533"/>
                  </a:cubicBezTo>
                  <a:cubicBezTo>
                    <a:pt x="4385" y="1535"/>
                    <a:pt x="4379" y="1536"/>
                    <a:pt x="4373" y="1536"/>
                  </a:cubicBezTo>
                  <a:cubicBezTo>
                    <a:pt x="4342" y="1536"/>
                    <a:pt x="4323" y="1514"/>
                    <a:pt x="4300" y="1495"/>
                  </a:cubicBezTo>
                  <a:cubicBezTo>
                    <a:pt x="4258" y="1472"/>
                    <a:pt x="4217" y="1437"/>
                    <a:pt x="4169" y="1437"/>
                  </a:cubicBezTo>
                  <a:cubicBezTo>
                    <a:pt x="4160" y="1437"/>
                    <a:pt x="4151" y="1438"/>
                    <a:pt x="4142" y="1441"/>
                  </a:cubicBezTo>
                  <a:cubicBezTo>
                    <a:pt x="4137" y="1430"/>
                    <a:pt x="4131" y="1419"/>
                    <a:pt x="4126" y="1408"/>
                  </a:cubicBezTo>
                  <a:cubicBezTo>
                    <a:pt x="4082" y="1365"/>
                    <a:pt x="4012" y="1376"/>
                    <a:pt x="3974" y="1321"/>
                  </a:cubicBezTo>
                  <a:cubicBezTo>
                    <a:pt x="3903" y="1316"/>
                    <a:pt x="3843" y="1256"/>
                    <a:pt x="3778" y="1240"/>
                  </a:cubicBezTo>
                  <a:cubicBezTo>
                    <a:pt x="3767" y="1240"/>
                    <a:pt x="3762" y="1218"/>
                    <a:pt x="3756" y="1202"/>
                  </a:cubicBezTo>
                  <a:lnTo>
                    <a:pt x="3713" y="1229"/>
                  </a:lnTo>
                  <a:lnTo>
                    <a:pt x="3691" y="1174"/>
                  </a:lnTo>
                  <a:lnTo>
                    <a:pt x="3479" y="1115"/>
                  </a:lnTo>
                  <a:cubicBezTo>
                    <a:pt x="3457" y="1126"/>
                    <a:pt x="3430" y="1147"/>
                    <a:pt x="3403" y="1169"/>
                  </a:cubicBezTo>
                  <a:cubicBezTo>
                    <a:pt x="3414" y="1191"/>
                    <a:pt x="3430" y="1207"/>
                    <a:pt x="3441" y="1223"/>
                  </a:cubicBezTo>
                  <a:cubicBezTo>
                    <a:pt x="3474" y="1256"/>
                    <a:pt x="3506" y="1283"/>
                    <a:pt x="3539" y="1310"/>
                  </a:cubicBezTo>
                  <a:cubicBezTo>
                    <a:pt x="3547" y="1308"/>
                    <a:pt x="3555" y="1307"/>
                    <a:pt x="3561" y="1307"/>
                  </a:cubicBezTo>
                  <a:cubicBezTo>
                    <a:pt x="3605" y="1307"/>
                    <a:pt x="3626" y="1347"/>
                    <a:pt x="3664" y="1376"/>
                  </a:cubicBezTo>
                  <a:cubicBezTo>
                    <a:pt x="3671" y="1357"/>
                    <a:pt x="3679" y="1351"/>
                    <a:pt x="3687" y="1351"/>
                  </a:cubicBezTo>
                  <a:cubicBezTo>
                    <a:pt x="3698" y="1351"/>
                    <a:pt x="3709" y="1362"/>
                    <a:pt x="3718" y="1365"/>
                  </a:cubicBezTo>
                  <a:cubicBezTo>
                    <a:pt x="3740" y="1386"/>
                    <a:pt x="3762" y="1408"/>
                    <a:pt x="3783" y="1435"/>
                  </a:cubicBezTo>
                  <a:cubicBezTo>
                    <a:pt x="3795" y="1429"/>
                    <a:pt x="3804" y="1426"/>
                    <a:pt x="3811" y="1426"/>
                  </a:cubicBezTo>
                  <a:cubicBezTo>
                    <a:pt x="3837" y="1426"/>
                    <a:pt x="3838" y="1466"/>
                    <a:pt x="3860" y="1479"/>
                  </a:cubicBezTo>
                  <a:cubicBezTo>
                    <a:pt x="3865" y="1490"/>
                    <a:pt x="3881" y="1484"/>
                    <a:pt x="3898" y="1490"/>
                  </a:cubicBezTo>
                  <a:cubicBezTo>
                    <a:pt x="3919" y="1506"/>
                    <a:pt x="3947" y="1501"/>
                    <a:pt x="3968" y="1533"/>
                  </a:cubicBezTo>
                  <a:cubicBezTo>
                    <a:pt x="4001" y="1566"/>
                    <a:pt x="4039" y="1588"/>
                    <a:pt x="4082" y="1593"/>
                  </a:cubicBezTo>
                  <a:cubicBezTo>
                    <a:pt x="4086" y="1593"/>
                    <a:pt x="4090" y="1593"/>
                    <a:pt x="4094" y="1593"/>
                  </a:cubicBezTo>
                  <a:cubicBezTo>
                    <a:pt x="4164" y="1593"/>
                    <a:pt x="4210" y="1638"/>
                    <a:pt x="4262" y="1669"/>
                  </a:cubicBezTo>
                  <a:cubicBezTo>
                    <a:pt x="4300" y="1685"/>
                    <a:pt x="4349" y="1691"/>
                    <a:pt x="4365" y="1734"/>
                  </a:cubicBezTo>
                  <a:cubicBezTo>
                    <a:pt x="4371" y="1740"/>
                    <a:pt x="4371" y="1740"/>
                    <a:pt x="4376" y="1740"/>
                  </a:cubicBezTo>
                  <a:cubicBezTo>
                    <a:pt x="4384" y="1737"/>
                    <a:pt x="4391" y="1736"/>
                    <a:pt x="4398" y="1736"/>
                  </a:cubicBezTo>
                  <a:cubicBezTo>
                    <a:pt x="4440" y="1736"/>
                    <a:pt x="4469" y="1772"/>
                    <a:pt x="4506" y="1772"/>
                  </a:cubicBezTo>
                  <a:cubicBezTo>
                    <a:pt x="4512" y="1772"/>
                    <a:pt x="4512" y="1778"/>
                    <a:pt x="4512" y="1783"/>
                  </a:cubicBezTo>
                  <a:lnTo>
                    <a:pt x="4490" y="1789"/>
                  </a:lnTo>
                  <a:cubicBezTo>
                    <a:pt x="4498" y="1805"/>
                    <a:pt x="4511" y="1810"/>
                    <a:pt x="4525" y="1810"/>
                  </a:cubicBezTo>
                  <a:cubicBezTo>
                    <a:pt x="4539" y="1810"/>
                    <a:pt x="4555" y="1805"/>
                    <a:pt x="4572" y="1800"/>
                  </a:cubicBezTo>
                  <a:lnTo>
                    <a:pt x="4572" y="1800"/>
                  </a:lnTo>
                  <a:lnTo>
                    <a:pt x="4555" y="1838"/>
                  </a:lnTo>
                  <a:lnTo>
                    <a:pt x="4436" y="1838"/>
                  </a:lnTo>
                  <a:cubicBezTo>
                    <a:pt x="4300" y="1854"/>
                    <a:pt x="4169" y="1876"/>
                    <a:pt x="4034" y="1892"/>
                  </a:cubicBezTo>
                  <a:cubicBezTo>
                    <a:pt x="4023" y="1892"/>
                    <a:pt x="4012" y="1890"/>
                    <a:pt x="4001" y="1890"/>
                  </a:cubicBezTo>
                  <a:cubicBezTo>
                    <a:pt x="3995" y="1890"/>
                    <a:pt x="3990" y="1890"/>
                    <a:pt x="3985" y="1892"/>
                  </a:cubicBezTo>
                  <a:cubicBezTo>
                    <a:pt x="3941" y="1908"/>
                    <a:pt x="3898" y="1919"/>
                    <a:pt x="3854" y="1925"/>
                  </a:cubicBezTo>
                  <a:cubicBezTo>
                    <a:pt x="3843" y="1925"/>
                    <a:pt x="3838" y="1946"/>
                    <a:pt x="3827" y="1952"/>
                  </a:cubicBezTo>
                  <a:cubicBezTo>
                    <a:pt x="3818" y="1947"/>
                    <a:pt x="3800" y="1934"/>
                    <a:pt x="3789" y="1934"/>
                  </a:cubicBezTo>
                  <a:cubicBezTo>
                    <a:pt x="3787" y="1934"/>
                    <a:pt x="3785" y="1935"/>
                    <a:pt x="3783" y="1935"/>
                  </a:cubicBezTo>
                  <a:cubicBezTo>
                    <a:pt x="3773" y="1943"/>
                    <a:pt x="3761" y="1945"/>
                    <a:pt x="3750" y="1945"/>
                  </a:cubicBezTo>
                  <a:cubicBezTo>
                    <a:pt x="3735" y="1945"/>
                    <a:pt x="3721" y="1942"/>
                    <a:pt x="3707" y="1942"/>
                  </a:cubicBezTo>
                  <a:cubicBezTo>
                    <a:pt x="3691" y="1942"/>
                    <a:pt x="3676" y="1946"/>
                    <a:pt x="3664" y="1963"/>
                  </a:cubicBezTo>
                  <a:cubicBezTo>
                    <a:pt x="3654" y="1969"/>
                    <a:pt x="3644" y="1974"/>
                    <a:pt x="3634" y="1974"/>
                  </a:cubicBezTo>
                  <a:cubicBezTo>
                    <a:pt x="3627" y="1974"/>
                    <a:pt x="3621" y="1972"/>
                    <a:pt x="3615" y="1968"/>
                  </a:cubicBezTo>
                  <a:cubicBezTo>
                    <a:pt x="3602" y="1959"/>
                    <a:pt x="3590" y="1956"/>
                    <a:pt x="3579" y="1956"/>
                  </a:cubicBezTo>
                  <a:cubicBezTo>
                    <a:pt x="3555" y="1956"/>
                    <a:pt x="3533" y="1968"/>
                    <a:pt x="3512" y="1968"/>
                  </a:cubicBezTo>
                  <a:cubicBezTo>
                    <a:pt x="3464" y="1972"/>
                    <a:pt x="3420" y="1999"/>
                    <a:pt x="3376" y="1999"/>
                  </a:cubicBezTo>
                  <a:cubicBezTo>
                    <a:pt x="3360" y="1999"/>
                    <a:pt x="3343" y="1995"/>
                    <a:pt x="3327" y="1984"/>
                  </a:cubicBezTo>
                  <a:lnTo>
                    <a:pt x="3311" y="1984"/>
                  </a:lnTo>
                  <a:cubicBezTo>
                    <a:pt x="3295" y="1994"/>
                    <a:pt x="3275" y="2000"/>
                    <a:pt x="3256" y="2000"/>
                  </a:cubicBezTo>
                  <a:cubicBezTo>
                    <a:pt x="3243" y="2000"/>
                    <a:pt x="3230" y="1997"/>
                    <a:pt x="3218" y="1990"/>
                  </a:cubicBezTo>
                  <a:cubicBezTo>
                    <a:pt x="3207" y="2001"/>
                    <a:pt x="3193" y="2005"/>
                    <a:pt x="3179" y="2005"/>
                  </a:cubicBezTo>
                  <a:cubicBezTo>
                    <a:pt x="3160" y="2005"/>
                    <a:pt x="3139" y="1998"/>
                    <a:pt x="3120" y="1995"/>
                  </a:cubicBezTo>
                  <a:cubicBezTo>
                    <a:pt x="3104" y="1995"/>
                    <a:pt x="3088" y="1995"/>
                    <a:pt x="3071" y="2001"/>
                  </a:cubicBezTo>
                  <a:cubicBezTo>
                    <a:pt x="3036" y="2004"/>
                    <a:pt x="2999" y="2019"/>
                    <a:pt x="2961" y="2019"/>
                  </a:cubicBezTo>
                  <a:cubicBezTo>
                    <a:pt x="2940" y="2019"/>
                    <a:pt x="2919" y="2014"/>
                    <a:pt x="2897" y="2001"/>
                  </a:cubicBezTo>
                  <a:cubicBezTo>
                    <a:pt x="2890" y="1997"/>
                    <a:pt x="2882" y="1996"/>
                    <a:pt x="2873" y="1996"/>
                  </a:cubicBezTo>
                  <a:cubicBezTo>
                    <a:pt x="2855" y="1996"/>
                    <a:pt x="2836" y="2001"/>
                    <a:pt x="2821" y="2001"/>
                  </a:cubicBezTo>
                  <a:lnTo>
                    <a:pt x="2827" y="2033"/>
                  </a:lnTo>
                  <a:cubicBezTo>
                    <a:pt x="2767" y="2022"/>
                    <a:pt x="2707" y="2012"/>
                    <a:pt x="2642" y="2012"/>
                  </a:cubicBezTo>
                  <a:cubicBezTo>
                    <a:pt x="2609" y="2003"/>
                    <a:pt x="2576" y="2002"/>
                    <a:pt x="2543" y="2002"/>
                  </a:cubicBezTo>
                  <a:cubicBezTo>
                    <a:pt x="2534" y="2002"/>
                    <a:pt x="2526" y="2002"/>
                    <a:pt x="2518" y="2002"/>
                  </a:cubicBezTo>
                  <a:cubicBezTo>
                    <a:pt x="2476" y="2002"/>
                    <a:pt x="2435" y="2001"/>
                    <a:pt x="2397" y="1984"/>
                  </a:cubicBezTo>
                  <a:cubicBezTo>
                    <a:pt x="2395" y="1982"/>
                    <a:pt x="2392" y="1980"/>
                    <a:pt x="2389" y="1980"/>
                  </a:cubicBezTo>
                  <a:cubicBezTo>
                    <a:pt x="2386" y="1980"/>
                    <a:pt x="2384" y="1982"/>
                    <a:pt x="2381" y="1984"/>
                  </a:cubicBezTo>
                  <a:cubicBezTo>
                    <a:pt x="2370" y="1988"/>
                    <a:pt x="2359" y="1990"/>
                    <a:pt x="2347" y="1990"/>
                  </a:cubicBezTo>
                  <a:cubicBezTo>
                    <a:pt x="2308" y="1990"/>
                    <a:pt x="2268" y="1970"/>
                    <a:pt x="2228" y="1970"/>
                  </a:cubicBezTo>
                  <a:cubicBezTo>
                    <a:pt x="2219" y="1970"/>
                    <a:pt x="2211" y="1971"/>
                    <a:pt x="2202" y="1974"/>
                  </a:cubicBezTo>
                  <a:cubicBezTo>
                    <a:pt x="2196" y="1974"/>
                    <a:pt x="2185" y="1974"/>
                    <a:pt x="2180" y="1968"/>
                  </a:cubicBezTo>
                  <a:cubicBezTo>
                    <a:pt x="2172" y="1949"/>
                    <a:pt x="2160" y="1944"/>
                    <a:pt x="2144" y="1944"/>
                  </a:cubicBezTo>
                  <a:cubicBezTo>
                    <a:pt x="2136" y="1944"/>
                    <a:pt x="2129" y="1945"/>
                    <a:pt x="2120" y="1946"/>
                  </a:cubicBezTo>
                  <a:cubicBezTo>
                    <a:pt x="2098" y="1946"/>
                    <a:pt x="2077" y="1946"/>
                    <a:pt x="2055" y="1941"/>
                  </a:cubicBezTo>
                  <a:cubicBezTo>
                    <a:pt x="1973" y="1919"/>
                    <a:pt x="1892" y="1903"/>
                    <a:pt x="1810" y="1897"/>
                  </a:cubicBezTo>
                  <a:cubicBezTo>
                    <a:pt x="1778" y="1897"/>
                    <a:pt x="1745" y="1876"/>
                    <a:pt x="1712" y="1876"/>
                  </a:cubicBezTo>
                  <a:cubicBezTo>
                    <a:pt x="1669" y="1832"/>
                    <a:pt x="1593" y="1854"/>
                    <a:pt x="1549" y="1810"/>
                  </a:cubicBezTo>
                  <a:cubicBezTo>
                    <a:pt x="1541" y="1805"/>
                    <a:pt x="1529" y="1805"/>
                    <a:pt x="1516" y="1805"/>
                  </a:cubicBezTo>
                  <a:cubicBezTo>
                    <a:pt x="1503" y="1805"/>
                    <a:pt x="1490" y="1805"/>
                    <a:pt x="1479" y="1800"/>
                  </a:cubicBezTo>
                  <a:cubicBezTo>
                    <a:pt x="1430" y="1783"/>
                    <a:pt x="1381" y="1756"/>
                    <a:pt x="1337" y="1734"/>
                  </a:cubicBezTo>
                  <a:cubicBezTo>
                    <a:pt x="1305" y="1718"/>
                    <a:pt x="1278" y="1702"/>
                    <a:pt x="1245" y="1691"/>
                  </a:cubicBezTo>
                  <a:cubicBezTo>
                    <a:pt x="1223" y="1691"/>
                    <a:pt x="1196" y="1685"/>
                    <a:pt x="1180" y="1669"/>
                  </a:cubicBezTo>
                  <a:cubicBezTo>
                    <a:pt x="1136" y="1647"/>
                    <a:pt x="1098" y="1620"/>
                    <a:pt x="1055" y="1593"/>
                  </a:cubicBezTo>
                  <a:cubicBezTo>
                    <a:pt x="1044" y="1588"/>
                    <a:pt x="1028" y="1577"/>
                    <a:pt x="1011" y="1577"/>
                  </a:cubicBezTo>
                  <a:cubicBezTo>
                    <a:pt x="973" y="1571"/>
                    <a:pt x="941" y="1555"/>
                    <a:pt x="913" y="1522"/>
                  </a:cubicBezTo>
                  <a:cubicBezTo>
                    <a:pt x="859" y="1484"/>
                    <a:pt x="810" y="1452"/>
                    <a:pt x="761" y="1408"/>
                  </a:cubicBezTo>
                  <a:cubicBezTo>
                    <a:pt x="739" y="1392"/>
                    <a:pt x="723" y="1376"/>
                    <a:pt x="701" y="1365"/>
                  </a:cubicBezTo>
                  <a:cubicBezTo>
                    <a:pt x="658" y="1338"/>
                    <a:pt x="625" y="1300"/>
                    <a:pt x="598" y="1256"/>
                  </a:cubicBezTo>
                  <a:cubicBezTo>
                    <a:pt x="591" y="1269"/>
                    <a:pt x="584" y="1274"/>
                    <a:pt x="577" y="1274"/>
                  </a:cubicBezTo>
                  <a:cubicBezTo>
                    <a:pt x="568" y="1274"/>
                    <a:pt x="560" y="1263"/>
                    <a:pt x="560" y="1251"/>
                  </a:cubicBezTo>
                  <a:cubicBezTo>
                    <a:pt x="555" y="1207"/>
                    <a:pt x="527" y="1169"/>
                    <a:pt x="489" y="1147"/>
                  </a:cubicBezTo>
                  <a:cubicBezTo>
                    <a:pt x="479" y="1142"/>
                    <a:pt x="473" y="1131"/>
                    <a:pt x="468" y="1120"/>
                  </a:cubicBezTo>
                  <a:cubicBezTo>
                    <a:pt x="408" y="1044"/>
                    <a:pt x="364" y="957"/>
                    <a:pt x="326" y="870"/>
                  </a:cubicBezTo>
                  <a:cubicBezTo>
                    <a:pt x="321" y="837"/>
                    <a:pt x="310" y="810"/>
                    <a:pt x="294" y="783"/>
                  </a:cubicBezTo>
                  <a:cubicBezTo>
                    <a:pt x="272" y="767"/>
                    <a:pt x="310" y="756"/>
                    <a:pt x="294" y="740"/>
                  </a:cubicBezTo>
                  <a:cubicBezTo>
                    <a:pt x="283" y="729"/>
                    <a:pt x="288" y="707"/>
                    <a:pt x="283" y="691"/>
                  </a:cubicBezTo>
                  <a:cubicBezTo>
                    <a:pt x="277" y="674"/>
                    <a:pt x="261" y="664"/>
                    <a:pt x="250" y="653"/>
                  </a:cubicBezTo>
                  <a:cubicBezTo>
                    <a:pt x="245" y="642"/>
                    <a:pt x="245" y="636"/>
                    <a:pt x="245" y="631"/>
                  </a:cubicBezTo>
                  <a:cubicBezTo>
                    <a:pt x="239" y="571"/>
                    <a:pt x="256" y="506"/>
                    <a:pt x="207" y="457"/>
                  </a:cubicBezTo>
                  <a:lnTo>
                    <a:pt x="207" y="452"/>
                  </a:lnTo>
                  <a:cubicBezTo>
                    <a:pt x="239" y="435"/>
                    <a:pt x="207" y="408"/>
                    <a:pt x="207" y="386"/>
                  </a:cubicBezTo>
                  <a:cubicBezTo>
                    <a:pt x="207" y="348"/>
                    <a:pt x="207" y="294"/>
                    <a:pt x="158" y="283"/>
                  </a:cubicBezTo>
                  <a:lnTo>
                    <a:pt x="207" y="207"/>
                  </a:lnTo>
                  <a:lnTo>
                    <a:pt x="163" y="207"/>
                  </a:lnTo>
                  <a:cubicBezTo>
                    <a:pt x="169" y="196"/>
                    <a:pt x="169" y="180"/>
                    <a:pt x="174" y="180"/>
                  </a:cubicBezTo>
                  <a:cubicBezTo>
                    <a:pt x="196" y="174"/>
                    <a:pt x="212" y="153"/>
                    <a:pt x="196" y="136"/>
                  </a:cubicBezTo>
                  <a:cubicBezTo>
                    <a:pt x="163" y="109"/>
                    <a:pt x="190" y="82"/>
                    <a:pt x="185" y="71"/>
                  </a:cubicBezTo>
                  <a:cubicBezTo>
                    <a:pt x="158" y="17"/>
                    <a:pt x="98" y="55"/>
                    <a:pt x="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3"/>
            <p:cNvSpPr/>
            <p:nvPr/>
          </p:nvSpPr>
          <p:spPr>
            <a:xfrm>
              <a:off x="3046840" y="2738206"/>
              <a:ext cx="219195" cy="566804"/>
            </a:xfrm>
            <a:custGeom>
              <a:rect b="b" l="l" r="r" t="t"/>
              <a:pathLst>
                <a:path extrusionOk="0" h="4895" w="1893">
                  <a:moveTo>
                    <a:pt x="1458" y="1"/>
                  </a:moveTo>
                  <a:cubicBezTo>
                    <a:pt x="1419" y="12"/>
                    <a:pt x="1398" y="23"/>
                    <a:pt x="1398" y="66"/>
                  </a:cubicBezTo>
                  <a:cubicBezTo>
                    <a:pt x="1398" y="72"/>
                    <a:pt x="1376" y="77"/>
                    <a:pt x="1365" y="88"/>
                  </a:cubicBezTo>
                  <a:lnTo>
                    <a:pt x="1354" y="72"/>
                  </a:lnTo>
                  <a:lnTo>
                    <a:pt x="1392" y="39"/>
                  </a:lnTo>
                  <a:lnTo>
                    <a:pt x="1349" y="23"/>
                  </a:lnTo>
                  <a:cubicBezTo>
                    <a:pt x="1332" y="50"/>
                    <a:pt x="1322" y="82"/>
                    <a:pt x="1311" y="110"/>
                  </a:cubicBezTo>
                  <a:lnTo>
                    <a:pt x="1284" y="88"/>
                  </a:lnTo>
                  <a:cubicBezTo>
                    <a:pt x="1218" y="99"/>
                    <a:pt x="1202" y="153"/>
                    <a:pt x="1186" y="197"/>
                  </a:cubicBezTo>
                  <a:cubicBezTo>
                    <a:pt x="1172" y="197"/>
                    <a:pt x="1158" y="185"/>
                    <a:pt x="1144" y="185"/>
                  </a:cubicBezTo>
                  <a:cubicBezTo>
                    <a:pt x="1141" y="185"/>
                    <a:pt x="1139" y="185"/>
                    <a:pt x="1137" y="186"/>
                  </a:cubicBezTo>
                  <a:cubicBezTo>
                    <a:pt x="1126" y="197"/>
                    <a:pt x="1121" y="224"/>
                    <a:pt x="1115" y="235"/>
                  </a:cubicBezTo>
                  <a:cubicBezTo>
                    <a:pt x="1110" y="240"/>
                    <a:pt x="1121" y="240"/>
                    <a:pt x="1110" y="256"/>
                  </a:cubicBezTo>
                  <a:cubicBezTo>
                    <a:pt x="1095" y="266"/>
                    <a:pt x="1081" y="284"/>
                    <a:pt x="1070" y="284"/>
                  </a:cubicBezTo>
                  <a:cubicBezTo>
                    <a:pt x="1069" y="284"/>
                    <a:pt x="1067" y="284"/>
                    <a:pt x="1066" y="284"/>
                  </a:cubicBezTo>
                  <a:cubicBezTo>
                    <a:pt x="1061" y="282"/>
                    <a:pt x="1056" y="282"/>
                    <a:pt x="1051" y="282"/>
                  </a:cubicBezTo>
                  <a:cubicBezTo>
                    <a:pt x="1018" y="282"/>
                    <a:pt x="1003" y="312"/>
                    <a:pt x="979" y="322"/>
                  </a:cubicBezTo>
                  <a:lnTo>
                    <a:pt x="1006" y="376"/>
                  </a:lnTo>
                  <a:cubicBezTo>
                    <a:pt x="989" y="376"/>
                    <a:pt x="972" y="371"/>
                    <a:pt x="958" y="371"/>
                  </a:cubicBezTo>
                  <a:cubicBezTo>
                    <a:pt x="946" y="371"/>
                    <a:pt x="935" y="374"/>
                    <a:pt x="925" y="387"/>
                  </a:cubicBezTo>
                  <a:cubicBezTo>
                    <a:pt x="903" y="430"/>
                    <a:pt x="843" y="441"/>
                    <a:pt x="832" y="501"/>
                  </a:cubicBezTo>
                  <a:cubicBezTo>
                    <a:pt x="832" y="512"/>
                    <a:pt x="805" y="523"/>
                    <a:pt x="794" y="534"/>
                  </a:cubicBezTo>
                  <a:cubicBezTo>
                    <a:pt x="789" y="544"/>
                    <a:pt x="822" y="561"/>
                    <a:pt x="800" y="577"/>
                  </a:cubicBezTo>
                  <a:lnTo>
                    <a:pt x="778" y="599"/>
                  </a:lnTo>
                  <a:cubicBezTo>
                    <a:pt x="767" y="577"/>
                    <a:pt x="767" y="561"/>
                    <a:pt x="762" y="544"/>
                  </a:cubicBezTo>
                  <a:lnTo>
                    <a:pt x="762" y="544"/>
                  </a:lnTo>
                  <a:cubicBezTo>
                    <a:pt x="767" y="610"/>
                    <a:pt x="713" y="631"/>
                    <a:pt x="664" y="664"/>
                  </a:cubicBezTo>
                  <a:lnTo>
                    <a:pt x="707" y="686"/>
                  </a:lnTo>
                  <a:cubicBezTo>
                    <a:pt x="693" y="696"/>
                    <a:pt x="678" y="719"/>
                    <a:pt x="667" y="719"/>
                  </a:cubicBezTo>
                  <a:cubicBezTo>
                    <a:pt x="666" y="719"/>
                    <a:pt x="665" y="719"/>
                    <a:pt x="664" y="718"/>
                  </a:cubicBezTo>
                  <a:cubicBezTo>
                    <a:pt x="660" y="718"/>
                    <a:pt x="656" y="717"/>
                    <a:pt x="652" y="717"/>
                  </a:cubicBezTo>
                  <a:cubicBezTo>
                    <a:pt x="628" y="717"/>
                    <a:pt x="619" y="731"/>
                    <a:pt x="610" y="746"/>
                  </a:cubicBezTo>
                  <a:cubicBezTo>
                    <a:pt x="604" y="767"/>
                    <a:pt x="588" y="795"/>
                    <a:pt x="582" y="805"/>
                  </a:cubicBezTo>
                  <a:cubicBezTo>
                    <a:pt x="577" y="816"/>
                    <a:pt x="561" y="827"/>
                    <a:pt x="561" y="838"/>
                  </a:cubicBezTo>
                  <a:cubicBezTo>
                    <a:pt x="539" y="892"/>
                    <a:pt x="457" y="920"/>
                    <a:pt x="506" y="1001"/>
                  </a:cubicBezTo>
                  <a:lnTo>
                    <a:pt x="436" y="1039"/>
                  </a:lnTo>
                  <a:lnTo>
                    <a:pt x="414" y="1028"/>
                  </a:lnTo>
                  <a:cubicBezTo>
                    <a:pt x="414" y="1055"/>
                    <a:pt x="408" y="1083"/>
                    <a:pt x="398" y="1104"/>
                  </a:cubicBezTo>
                  <a:cubicBezTo>
                    <a:pt x="387" y="1126"/>
                    <a:pt x="370" y="1148"/>
                    <a:pt x="349" y="1164"/>
                  </a:cubicBezTo>
                  <a:cubicBezTo>
                    <a:pt x="338" y="1180"/>
                    <a:pt x="381" y="1197"/>
                    <a:pt x="349" y="1197"/>
                  </a:cubicBezTo>
                  <a:cubicBezTo>
                    <a:pt x="311" y="1197"/>
                    <a:pt x="311" y="1224"/>
                    <a:pt x="305" y="1246"/>
                  </a:cubicBezTo>
                  <a:cubicBezTo>
                    <a:pt x="305" y="1267"/>
                    <a:pt x="300" y="1289"/>
                    <a:pt x="294" y="1311"/>
                  </a:cubicBezTo>
                  <a:cubicBezTo>
                    <a:pt x="283" y="1333"/>
                    <a:pt x="273" y="1344"/>
                    <a:pt x="262" y="1360"/>
                  </a:cubicBezTo>
                  <a:cubicBezTo>
                    <a:pt x="229" y="1403"/>
                    <a:pt x="207" y="1452"/>
                    <a:pt x="196" y="1501"/>
                  </a:cubicBezTo>
                  <a:cubicBezTo>
                    <a:pt x="191" y="1539"/>
                    <a:pt x="169" y="1572"/>
                    <a:pt x="158" y="1604"/>
                  </a:cubicBezTo>
                  <a:cubicBezTo>
                    <a:pt x="142" y="1642"/>
                    <a:pt x="131" y="1681"/>
                    <a:pt x="131" y="1719"/>
                  </a:cubicBezTo>
                  <a:cubicBezTo>
                    <a:pt x="126" y="1751"/>
                    <a:pt x="99" y="1778"/>
                    <a:pt x="99" y="1811"/>
                  </a:cubicBezTo>
                  <a:cubicBezTo>
                    <a:pt x="82" y="1882"/>
                    <a:pt x="71" y="1952"/>
                    <a:pt x="50" y="2018"/>
                  </a:cubicBezTo>
                  <a:cubicBezTo>
                    <a:pt x="33" y="2083"/>
                    <a:pt x="28" y="2148"/>
                    <a:pt x="17" y="2219"/>
                  </a:cubicBezTo>
                  <a:cubicBezTo>
                    <a:pt x="6" y="2289"/>
                    <a:pt x="1" y="2365"/>
                    <a:pt x="1" y="2442"/>
                  </a:cubicBezTo>
                  <a:cubicBezTo>
                    <a:pt x="1" y="2490"/>
                    <a:pt x="17" y="2539"/>
                    <a:pt x="12" y="2588"/>
                  </a:cubicBezTo>
                  <a:cubicBezTo>
                    <a:pt x="12" y="2632"/>
                    <a:pt x="28" y="2681"/>
                    <a:pt x="1" y="2724"/>
                  </a:cubicBezTo>
                  <a:cubicBezTo>
                    <a:pt x="1" y="2730"/>
                    <a:pt x="6" y="2746"/>
                    <a:pt x="12" y="2751"/>
                  </a:cubicBezTo>
                  <a:cubicBezTo>
                    <a:pt x="33" y="2762"/>
                    <a:pt x="22" y="2784"/>
                    <a:pt x="22" y="2800"/>
                  </a:cubicBezTo>
                  <a:cubicBezTo>
                    <a:pt x="28" y="2871"/>
                    <a:pt x="44" y="2942"/>
                    <a:pt x="66" y="3012"/>
                  </a:cubicBezTo>
                  <a:cubicBezTo>
                    <a:pt x="82" y="3061"/>
                    <a:pt x="99" y="3110"/>
                    <a:pt x="104" y="3159"/>
                  </a:cubicBezTo>
                  <a:cubicBezTo>
                    <a:pt x="115" y="3208"/>
                    <a:pt x="153" y="3241"/>
                    <a:pt x="153" y="3284"/>
                  </a:cubicBezTo>
                  <a:cubicBezTo>
                    <a:pt x="191" y="3300"/>
                    <a:pt x="180" y="3338"/>
                    <a:pt x="202" y="3366"/>
                  </a:cubicBezTo>
                  <a:cubicBezTo>
                    <a:pt x="207" y="3377"/>
                    <a:pt x="207" y="3398"/>
                    <a:pt x="218" y="3409"/>
                  </a:cubicBezTo>
                  <a:cubicBezTo>
                    <a:pt x="245" y="3458"/>
                    <a:pt x="283" y="3502"/>
                    <a:pt x="311" y="3545"/>
                  </a:cubicBezTo>
                  <a:cubicBezTo>
                    <a:pt x="332" y="3594"/>
                    <a:pt x="398" y="3616"/>
                    <a:pt x="408" y="3675"/>
                  </a:cubicBezTo>
                  <a:cubicBezTo>
                    <a:pt x="408" y="3675"/>
                    <a:pt x="408" y="3674"/>
                    <a:pt x="410" y="3674"/>
                  </a:cubicBezTo>
                  <a:cubicBezTo>
                    <a:pt x="412" y="3674"/>
                    <a:pt x="417" y="3675"/>
                    <a:pt x="425" y="3681"/>
                  </a:cubicBezTo>
                  <a:cubicBezTo>
                    <a:pt x="436" y="3686"/>
                    <a:pt x="457" y="3692"/>
                    <a:pt x="463" y="3703"/>
                  </a:cubicBezTo>
                  <a:cubicBezTo>
                    <a:pt x="490" y="3752"/>
                    <a:pt x="517" y="3801"/>
                    <a:pt x="588" y="3801"/>
                  </a:cubicBezTo>
                  <a:cubicBezTo>
                    <a:pt x="593" y="3801"/>
                    <a:pt x="599" y="3811"/>
                    <a:pt x="599" y="3817"/>
                  </a:cubicBezTo>
                  <a:cubicBezTo>
                    <a:pt x="599" y="3844"/>
                    <a:pt x="610" y="3849"/>
                    <a:pt x="631" y="3855"/>
                  </a:cubicBezTo>
                  <a:cubicBezTo>
                    <a:pt x="664" y="3866"/>
                    <a:pt x="691" y="3893"/>
                    <a:pt x="718" y="3909"/>
                  </a:cubicBezTo>
                  <a:cubicBezTo>
                    <a:pt x="751" y="3920"/>
                    <a:pt x="778" y="3931"/>
                    <a:pt x="805" y="3936"/>
                  </a:cubicBezTo>
                  <a:cubicBezTo>
                    <a:pt x="811" y="3942"/>
                    <a:pt x="816" y="3942"/>
                    <a:pt x="822" y="3947"/>
                  </a:cubicBezTo>
                  <a:lnTo>
                    <a:pt x="822" y="3964"/>
                  </a:lnTo>
                  <a:cubicBezTo>
                    <a:pt x="849" y="3974"/>
                    <a:pt x="881" y="3985"/>
                    <a:pt x="914" y="3996"/>
                  </a:cubicBezTo>
                  <a:cubicBezTo>
                    <a:pt x="957" y="4018"/>
                    <a:pt x="1012" y="4018"/>
                    <a:pt x="1061" y="4045"/>
                  </a:cubicBezTo>
                  <a:cubicBezTo>
                    <a:pt x="1088" y="4061"/>
                    <a:pt x="1126" y="4056"/>
                    <a:pt x="1153" y="4072"/>
                  </a:cubicBezTo>
                  <a:cubicBezTo>
                    <a:pt x="1165" y="4065"/>
                    <a:pt x="1175" y="4063"/>
                    <a:pt x="1186" y="4063"/>
                  </a:cubicBezTo>
                  <a:cubicBezTo>
                    <a:pt x="1215" y="4063"/>
                    <a:pt x="1241" y="4083"/>
                    <a:pt x="1273" y="4083"/>
                  </a:cubicBezTo>
                  <a:cubicBezTo>
                    <a:pt x="1311" y="4083"/>
                    <a:pt x="1349" y="4089"/>
                    <a:pt x="1387" y="4099"/>
                  </a:cubicBezTo>
                  <a:cubicBezTo>
                    <a:pt x="1392" y="4102"/>
                    <a:pt x="1397" y="4103"/>
                    <a:pt x="1401" y="4103"/>
                  </a:cubicBezTo>
                  <a:cubicBezTo>
                    <a:pt x="1417" y="4103"/>
                    <a:pt x="1424" y="4089"/>
                    <a:pt x="1441" y="4089"/>
                  </a:cubicBezTo>
                  <a:cubicBezTo>
                    <a:pt x="1453" y="4089"/>
                    <a:pt x="1467" y="4105"/>
                    <a:pt x="1482" y="4105"/>
                  </a:cubicBezTo>
                  <a:cubicBezTo>
                    <a:pt x="1488" y="4105"/>
                    <a:pt x="1495" y="4102"/>
                    <a:pt x="1501" y="4094"/>
                  </a:cubicBezTo>
                  <a:cubicBezTo>
                    <a:pt x="1509" y="4090"/>
                    <a:pt x="1519" y="4086"/>
                    <a:pt x="1528" y="4086"/>
                  </a:cubicBezTo>
                  <a:cubicBezTo>
                    <a:pt x="1532" y="4086"/>
                    <a:pt x="1536" y="4087"/>
                    <a:pt x="1539" y="4089"/>
                  </a:cubicBezTo>
                  <a:cubicBezTo>
                    <a:pt x="1544" y="4101"/>
                    <a:pt x="1548" y="4105"/>
                    <a:pt x="1553" y="4105"/>
                  </a:cubicBezTo>
                  <a:cubicBezTo>
                    <a:pt x="1562" y="4105"/>
                    <a:pt x="1572" y="4089"/>
                    <a:pt x="1583" y="4089"/>
                  </a:cubicBezTo>
                  <a:cubicBezTo>
                    <a:pt x="1586" y="4089"/>
                    <a:pt x="1590" y="4090"/>
                    <a:pt x="1593" y="4094"/>
                  </a:cubicBezTo>
                  <a:cubicBezTo>
                    <a:pt x="1583" y="4110"/>
                    <a:pt x="1583" y="4127"/>
                    <a:pt x="1555" y="4143"/>
                  </a:cubicBezTo>
                  <a:cubicBezTo>
                    <a:pt x="1544" y="4148"/>
                    <a:pt x="1544" y="4186"/>
                    <a:pt x="1534" y="4203"/>
                  </a:cubicBezTo>
                  <a:cubicBezTo>
                    <a:pt x="1517" y="4219"/>
                    <a:pt x="1501" y="4235"/>
                    <a:pt x="1479" y="4241"/>
                  </a:cubicBezTo>
                  <a:cubicBezTo>
                    <a:pt x="1447" y="4246"/>
                    <a:pt x="1419" y="4273"/>
                    <a:pt x="1419" y="4306"/>
                  </a:cubicBezTo>
                  <a:cubicBezTo>
                    <a:pt x="1419" y="4317"/>
                    <a:pt x="1414" y="4328"/>
                    <a:pt x="1414" y="4339"/>
                  </a:cubicBezTo>
                  <a:lnTo>
                    <a:pt x="1376" y="4322"/>
                  </a:lnTo>
                  <a:cubicBezTo>
                    <a:pt x="1354" y="4355"/>
                    <a:pt x="1343" y="4398"/>
                    <a:pt x="1354" y="4442"/>
                  </a:cubicBezTo>
                  <a:lnTo>
                    <a:pt x="1311" y="4420"/>
                  </a:lnTo>
                  <a:cubicBezTo>
                    <a:pt x="1305" y="4431"/>
                    <a:pt x="1300" y="4442"/>
                    <a:pt x="1300" y="4458"/>
                  </a:cubicBezTo>
                  <a:lnTo>
                    <a:pt x="1262" y="4436"/>
                  </a:lnTo>
                  <a:lnTo>
                    <a:pt x="1262" y="4436"/>
                  </a:lnTo>
                  <a:cubicBezTo>
                    <a:pt x="1267" y="4469"/>
                    <a:pt x="1256" y="4502"/>
                    <a:pt x="1224" y="4507"/>
                  </a:cubicBezTo>
                  <a:cubicBezTo>
                    <a:pt x="1240" y="4551"/>
                    <a:pt x="1207" y="4556"/>
                    <a:pt x="1180" y="4562"/>
                  </a:cubicBezTo>
                  <a:cubicBezTo>
                    <a:pt x="1148" y="4567"/>
                    <a:pt x="1131" y="4600"/>
                    <a:pt x="1126" y="4638"/>
                  </a:cubicBezTo>
                  <a:cubicBezTo>
                    <a:pt x="1121" y="4648"/>
                    <a:pt x="1115" y="4676"/>
                    <a:pt x="1104" y="4676"/>
                  </a:cubicBezTo>
                  <a:cubicBezTo>
                    <a:pt x="1066" y="4692"/>
                    <a:pt x="1066" y="4725"/>
                    <a:pt x="1050" y="4752"/>
                  </a:cubicBezTo>
                  <a:cubicBezTo>
                    <a:pt x="1034" y="4790"/>
                    <a:pt x="1034" y="4833"/>
                    <a:pt x="1061" y="4866"/>
                  </a:cubicBezTo>
                  <a:cubicBezTo>
                    <a:pt x="1079" y="4884"/>
                    <a:pt x="1104" y="4894"/>
                    <a:pt x="1131" y="4894"/>
                  </a:cubicBezTo>
                  <a:cubicBezTo>
                    <a:pt x="1136" y="4894"/>
                    <a:pt x="1142" y="4894"/>
                    <a:pt x="1148" y="4893"/>
                  </a:cubicBezTo>
                  <a:lnTo>
                    <a:pt x="1148" y="4855"/>
                  </a:lnTo>
                  <a:cubicBezTo>
                    <a:pt x="1191" y="4855"/>
                    <a:pt x="1213" y="4817"/>
                    <a:pt x="1240" y="4790"/>
                  </a:cubicBezTo>
                  <a:cubicBezTo>
                    <a:pt x="1284" y="4730"/>
                    <a:pt x="1332" y="4676"/>
                    <a:pt x="1381" y="4627"/>
                  </a:cubicBezTo>
                  <a:cubicBezTo>
                    <a:pt x="1409" y="4610"/>
                    <a:pt x="1409" y="4567"/>
                    <a:pt x="1447" y="4562"/>
                  </a:cubicBezTo>
                  <a:cubicBezTo>
                    <a:pt x="1447" y="4502"/>
                    <a:pt x="1512" y="4496"/>
                    <a:pt x="1528" y="4447"/>
                  </a:cubicBezTo>
                  <a:cubicBezTo>
                    <a:pt x="1539" y="4415"/>
                    <a:pt x="1588" y="4393"/>
                    <a:pt x="1610" y="4360"/>
                  </a:cubicBezTo>
                  <a:cubicBezTo>
                    <a:pt x="1631" y="4333"/>
                    <a:pt x="1680" y="4328"/>
                    <a:pt x="1680" y="4279"/>
                  </a:cubicBezTo>
                  <a:cubicBezTo>
                    <a:pt x="1680" y="4273"/>
                    <a:pt x="1691" y="4268"/>
                    <a:pt x="1697" y="4263"/>
                  </a:cubicBezTo>
                  <a:cubicBezTo>
                    <a:pt x="1751" y="4241"/>
                    <a:pt x="1784" y="4192"/>
                    <a:pt x="1827" y="4165"/>
                  </a:cubicBezTo>
                  <a:cubicBezTo>
                    <a:pt x="1892" y="4121"/>
                    <a:pt x="1892" y="4072"/>
                    <a:pt x="1876" y="4007"/>
                  </a:cubicBezTo>
                  <a:cubicBezTo>
                    <a:pt x="1871" y="3996"/>
                    <a:pt x="1871" y="3985"/>
                    <a:pt x="1871" y="3974"/>
                  </a:cubicBezTo>
                  <a:cubicBezTo>
                    <a:pt x="1849" y="3969"/>
                    <a:pt x="1827" y="3964"/>
                    <a:pt x="1816" y="3953"/>
                  </a:cubicBezTo>
                  <a:cubicBezTo>
                    <a:pt x="1800" y="3926"/>
                    <a:pt x="1773" y="3898"/>
                    <a:pt x="1746" y="3882"/>
                  </a:cubicBezTo>
                  <a:cubicBezTo>
                    <a:pt x="1697" y="3855"/>
                    <a:pt x="1675" y="3801"/>
                    <a:pt x="1631" y="3768"/>
                  </a:cubicBezTo>
                  <a:cubicBezTo>
                    <a:pt x="1572" y="3719"/>
                    <a:pt x="1523" y="3665"/>
                    <a:pt x="1485" y="3594"/>
                  </a:cubicBezTo>
                  <a:cubicBezTo>
                    <a:pt x="1479" y="3572"/>
                    <a:pt x="1463" y="3550"/>
                    <a:pt x="1447" y="3540"/>
                  </a:cubicBezTo>
                  <a:cubicBezTo>
                    <a:pt x="1414" y="3518"/>
                    <a:pt x="1387" y="3491"/>
                    <a:pt x="1371" y="3458"/>
                  </a:cubicBezTo>
                  <a:cubicBezTo>
                    <a:pt x="1322" y="3387"/>
                    <a:pt x="1294" y="3295"/>
                    <a:pt x="1180" y="3279"/>
                  </a:cubicBezTo>
                  <a:cubicBezTo>
                    <a:pt x="1175" y="3295"/>
                    <a:pt x="1148" y="3322"/>
                    <a:pt x="1153" y="3338"/>
                  </a:cubicBezTo>
                  <a:cubicBezTo>
                    <a:pt x="1169" y="3382"/>
                    <a:pt x="1159" y="3431"/>
                    <a:pt x="1197" y="3463"/>
                  </a:cubicBezTo>
                  <a:cubicBezTo>
                    <a:pt x="1213" y="3469"/>
                    <a:pt x="1235" y="3491"/>
                    <a:pt x="1235" y="3502"/>
                  </a:cubicBezTo>
                  <a:cubicBezTo>
                    <a:pt x="1224" y="3550"/>
                    <a:pt x="1273" y="3567"/>
                    <a:pt x="1289" y="3599"/>
                  </a:cubicBezTo>
                  <a:cubicBezTo>
                    <a:pt x="1300" y="3610"/>
                    <a:pt x="1316" y="3616"/>
                    <a:pt x="1316" y="3627"/>
                  </a:cubicBezTo>
                  <a:cubicBezTo>
                    <a:pt x="1332" y="3665"/>
                    <a:pt x="1354" y="3692"/>
                    <a:pt x="1387" y="3714"/>
                  </a:cubicBezTo>
                  <a:cubicBezTo>
                    <a:pt x="1398" y="3719"/>
                    <a:pt x="1414" y="3730"/>
                    <a:pt x="1414" y="3735"/>
                  </a:cubicBezTo>
                  <a:cubicBezTo>
                    <a:pt x="1409" y="3773"/>
                    <a:pt x="1447" y="3779"/>
                    <a:pt x="1463" y="3806"/>
                  </a:cubicBezTo>
                  <a:cubicBezTo>
                    <a:pt x="1496" y="3844"/>
                    <a:pt x="1550" y="3866"/>
                    <a:pt x="1550" y="3931"/>
                  </a:cubicBezTo>
                  <a:cubicBezTo>
                    <a:pt x="1534" y="3936"/>
                    <a:pt x="1517" y="3942"/>
                    <a:pt x="1501" y="3942"/>
                  </a:cubicBezTo>
                  <a:cubicBezTo>
                    <a:pt x="1479" y="3936"/>
                    <a:pt x="1463" y="3926"/>
                    <a:pt x="1447" y="3909"/>
                  </a:cubicBezTo>
                  <a:cubicBezTo>
                    <a:pt x="1441" y="3920"/>
                    <a:pt x="1419" y="3931"/>
                    <a:pt x="1419" y="3931"/>
                  </a:cubicBezTo>
                  <a:cubicBezTo>
                    <a:pt x="1404" y="3920"/>
                    <a:pt x="1386" y="3918"/>
                    <a:pt x="1367" y="3918"/>
                  </a:cubicBezTo>
                  <a:cubicBezTo>
                    <a:pt x="1356" y="3918"/>
                    <a:pt x="1345" y="3919"/>
                    <a:pt x="1334" y="3919"/>
                  </a:cubicBezTo>
                  <a:cubicBezTo>
                    <a:pt x="1318" y="3919"/>
                    <a:pt x="1303" y="3917"/>
                    <a:pt x="1289" y="3909"/>
                  </a:cubicBezTo>
                  <a:cubicBezTo>
                    <a:pt x="1278" y="3898"/>
                    <a:pt x="1256" y="3893"/>
                    <a:pt x="1251" y="3893"/>
                  </a:cubicBezTo>
                  <a:cubicBezTo>
                    <a:pt x="1239" y="3902"/>
                    <a:pt x="1229" y="3905"/>
                    <a:pt x="1221" y="3905"/>
                  </a:cubicBezTo>
                  <a:cubicBezTo>
                    <a:pt x="1199" y="3905"/>
                    <a:pt x="1188" y="3880"/>
                    <a:pt x="1180" y="3860"/>
                  </a:cubicBezTo>
                  <a:cubicBezTo>
                    <a:pt x="1169" y="3871"/>
                    <a:pt x="1169" y="3882"/>
                    <a:pt x="1153" y="3887"/>
                  </a:cubicBezTo>
                  <a:cubicBezTo>
                    <a:pt x="1142" y="3887"/>
                    <a:pt x="1137" y="3871"/>
                    <a:pt x="1115" y="3866"/>
                  </a:cubicBezTo>
                  <a:cubicBezTo>
                    <a:pt x="1061" y="3849"/>
                    <a:pt x="995" y="3871"/>
                    <a:pt x="947" y="3817"/>
                  </a:cubicBezTo>
                  <a:cubicBezTo>
                    <a:pt x="941" y="3811"/>
                    <a:pt x="925" y="3811"/>
                    <a:pt x="909" y="3811"/>
                  </a:cubicBezTo>
                  <a:cubicBezTo>
                    <a:pt x="887" y="3806"/>
                    <a:pt x="860" y="3795"/>
                    <a:pt x="838" y="3790"/>
                  </a:cubicBezTo>
                  <a:lnTo>
                    <a:pt x="838" y="3768"/>
                  </a:lnTo>
                  <a:lnTo>
                    <a:pt x="838" y="3741"/>
                  </a:lnTo>
                  <a:cubicBezTo>
                    <a:pt x="820" y="3745"/>
                    <a:pt x="803" y="3753"/>
                    <a:pt x="791" y="3753"/>
                  </a:cubicBezTo>
                  <a:cubicBezTo>
                    <a:pt x="788" y="3753"/>
                    <a:pt x="786" y="3753"/>
                    <a:pt x="783" y="3752"/>
                  </a:cubicBezTo>
                  <a:cubicBezTo>
                    <a:pt x="751" y="3735"/>
                    <a:pt x="724" y="3714"/>
                    <a:pt x="697" y="3692"/>
                  </a:cubicBezTo>
                  <a:cubicBezTo>
                    <a:pt x="653" y="3659"/>
                    <a:pt x="615" y="3610"/>
                    <a:pt x="571" y="3572"/>
                  </a:cubicBezTo>
                  <a:cubicBezTo>
                    <a:pt x="501" y="3523"/>
                    <a:pt x="446" y="3458"/>
                    <a:pt x="403" y="3387"/>
                  </a:cubicBezTo>
                  <a:lnTo>
                    <a:pt x="376" y="3387"/>
                  </a:lnTo>
                  <a:cubicBezTo>
                    <a:pt x="370" y="3366"/>
                    <a:pt x="370" y="3328"/>
                    <a:pt x="365" y="3328"/>
                  </a:cubicBezTo>
                  <a:cubicBezTo>
                    <a:pt x="338" y="3322"/>
                    <a:pt x="365" y="3295"/>
                    <a:pt x="338" y="3284"/>
                  </a:cubicBezTo>
                  <a:cubicBezTo>
                    <a:pt x="311" y="3268"/>
                    <a:pt x="316" y="3246"/>
                    <a:pt x="316" y="3224"/>
                  </a:cubicBezTo>
                  <a:cubicBezTo>
                    <a:pt x="316" y="3219"/>
                    <a:pt x="300" y="3208"/>
                    <a:pt x="289" y="3208"/>
                  </a:cubicBezTo>
                  <a:cubicBezTo>
                    <a:pt x="267" y="3208"/>
                    <a:pt x="267" y="3203"/>
                    <a:pt x="267" y="3175"/>
                  </a:cubicBezTo>
                  <a:cubicBezTo>
                    <a:pt x="262" y="3154"/>
                    <a:pt x="256" y="3132"/>
                    <a:pt x="251" y="3110"/>
                  </a:cubicBezTo>
                  <a:cubicBezTo>
                    <a:pt x="245" y="3067"/>
                    <a:pt x="224" y="3023"/>
                    <a:pt x="213" y="2980"/>
                  </a:cubicBezTo>
                  <a:cubicBezTo>
                    <a:pt x="213" y="2947"/>
                    <a:pt x="207" y="2914"/>
                    <a:pt x="196" y="2882"/>
                  </a:cubicBezTo>
                  <a:cubicBezTo>
                    <a:pt x="180" y="2855"/>
                    <a:pt x="207" y="2811"/>
                    <a:pt x="169" y="2789"/>
                  </a:cubicBezTo>
                  <a:cubicBezTo>
                    <a:pt x="169" y="2784"/>
                    <a:pt x="169" y="2768"/>
                    <a:pt x="175" y="2768"/>
                  </a:cubicBezTo>
                  <a:cubicBezTo>
                    <a:pt x="218" y="2751"/>
                    <a:pt x="180" y="2724"/>
                    <a:pt x="180" y="2719"/>
                  </a:cubicBezTo>
                  <a:cubicBezTo>
                    <a:pt x="175" y="2708"/>
                    <a:pt x="164" y="2697"/>
                    <a:pt x="164" y="2697"/>
                  </a:cubicBezTo>
                  <a:cubicBezTo>
                    <a:pt x="191" y="2670"/>
                    <a:pt x="158" y="2637"/>
                    <a:pt x="169" y="2621"/>
                  </a:cubicBezTo>
                  <a:cubicBezTo>
                    <a:pt x="191" y="2583"/>
                    <a:pt x="169" y="2567"/>
                    <a:pt x="164" y="2539"/>
                  </a:cubicBezTo>
                  <a:cubicBezTo>
                    <a:pt x="164" y="2529"/>
                    <a:pt x="169" y="2512"/>
                    <a:pt x="175" y="2507"/>
                  </a:cubicBezTo>
                  <a:cubicBezTo>
                    <a:pt x="180" y="2501"/>
                    <a:pt x="180" y="2496"/>
                    <a:pt x="180" y="2490"/>
                  </a:cubicBezTo>
                  <a:cubicBezTo>
                    <a:pt x="175" y="2474"/>
                    <a:pt x="164" y="2458"/>
                    <a:pt x="158" y="2442"/>
                  </a:cubicBezTo>
                  <a:cubicBezTo>
                    <a:pt x="142" y="2414"/>
                    <a:pt x="180" y="2420"/>
                    <a:pt x="191" y="2404"/>
                  </a:cubicBezTo>
                  <a:lnTo>
                    <a:pt x="158" y="2360"/>
                  </a:lnTo>
                  <a:cubicBezTo>
                    <a:pt x="196" y="2278"/>
                    <a:pt x="202" y="2186"/>
                    <a:pt x="186" y="2099"/>
                  </a:cubicBezTo>
                  <a:lnTo>
                    <a:pt x="218" y="2088"/>
                  </a:lnTo>
                  <a:cubicBezTo>
                    <a:pt x="191" y="2028"/>
                    <a:pt x="207" y="1958"/>
                    <a:pt x="256" y="1914"/>
                  </a:cubicBezTo>
                  <a:lnTo>
                    <a:pt x="224" y="1893"/>
                  </a:lnTo>
                  <a:cubicBezTo>
                    <a:pt x="240" y="1876"/>
                    <a:pt x="251" y="1860"/>
                    <a:pt x="262" y="1838"/>
                  </a:cubicBezTo>
                  <a:cubicBezTo>
                    <a:pt x="267" y="1822"/>
                    <a:pt x="262" y="1811"/>
                    <a:pt x="267" y="1789"/>
                  </a:cubicBezTo>
                  <a:cubicBezTo>
                    <a:pt x="278" y="1762"/>
                    <a:pt x="294" y="1740"/>
                    <a:pt x="300" y="1713"/>
                  </a:cubicBezTo>
                  <a:cubicBezTo>
                    <a:pt x="316" y="1686"/>
                    <a:pt x="321" y="1659"/>
                    <a:pt x="311" y="1632"/>
                  </a:cubicBezTo>
                  <a:cubicBezTo>
                    <a:pt x="305" y="1610"/>
                    <a:pt x="365" y="1615"/>
                    <a:pt x="338" y="1577"/>
                  </a:cubicBezTo>
                  <a:cubicBezTo>
                    <a:pt x="387" y="1545"/>
                    <a:pt x="365" y="1474"/>
                    <a:pt x="419" y="1441"/>
                  </a:cubicBezTo>
                  <a:cubicBezTo>
                    <a:pt x="441" y="1425"/>
                    <a:pt x="446" y="1382"/>
                    <a:pt x="457" y="1349"/>
                  </a:cubicBezTo>
                  <a:lnTo>
                    <a:pt x="430" y="1338"/>
                  </a:lnTo>
                  <a:cubicBezTo>
                    <a:pt x="523" y="1262"/>
                    <a:pt x="523" y="1262"/>
                    <a:pt x="512" y="1175"/>
                  </a:cubicBezTo>
                  <a:lnTo>
                    <a:pt x="512" y="1175"/>
                  </a:lnTo>
                  <a:lnTo>
                    <a:pt x="550" y="1191"/>
                  </a:lnTo>
                  <a:cubicBezTo>
                    <a:pt x="566" y="1153"/>
                    <a:pt x="582" y="1115"/>
                    <a:pt x="604" y="1072"/>
                  </a:cubicBezTo>
                  <a:cubicBezTo>
                    <a:pt x="631" y="1034"/>
                    <a:pt x="653" y="996"/>
                    <a:pt x="680" y="947"/>
                  </a:cubicBezTo>
                  <a:cubicBezTo>
                    <a:pt x="702" y="947"/>
                    <a:pt x="724" y="930"/>
                    <a:pt x="735" y="898"/>
                  </a:cubicBezTo>
                  <a:cubicBezTo>
                    <a:pt x="745" y="871"/>
                    <a:pt x="767" y="843"/>
                    <a:pt x="789" y="822"/>
                  </a:cubicBezTo>
                  <a:cubicBezTo>
                    <a:pt x="811" y="805"/>
                    <a:pt x="822" y="773"/>
                    <a:pt x="805" y="746"/>
                  </a:cubicBezTo>
                  <a:lnTo>
                    <a:pt x="805" y="746"/>
                  </a:lnTo>
                  <a:cubicBezTo>
                    <a:pt x="822" y="749"/>
                    <a:pt x="834" y="751"/>
                    <a:pt x="844" y="751"/>
                  </a:cubicBezTo>
                  <a:cubicBezTo>
                    <a:pt x="864" y="751"/>
                    <a:pt x="872" y="744"/>
                    <a:pt x="876" y="729"/>
                  </a:cubicBezTo>
                  <a:cubicBezTo>
                    <a:pt x="881" y="691"/>
                    <a:pt x="909" y="653"/>
                    <a:pt x="947" y="631"/>
                  </a:cubicBezTo>
                  <a:cubicBezTo>
                    <a:pt x="963" y="621"/>
                    <a:pt x="979" y="604"/>
                    <a:pt x="990" y="588"/>
                  </a:cubicBezTo>
                  <a:cubicBezTo>
                    <a:pt x="1017" y="539"/>
                    <a:pt x="1055" y="501"/>
                    <a:pt x="1099" y="474"/>
                  </a:cubicBezTo>
                  <a:cubicBezTo>
                    <a:pt x="1137" y="447"/>
                    <a:pt x="1169" y="414"/>
                    <a:pt x="1191" y="371"/>
                  </a:cubicBezTo>
                  <a:cubicBezTo>
                    <a:pt x="1191" y="360"/>
                    <a:pt x="1207" y="354"/>
                    <a:pt x="1218" y="349"/>
                  </a:cubicBezTo>
                  <a:cubicBezTo>
                    <a:pt x="1229" y="343"/>
                    <a:pt x="1240" y="338"/>
                    <a:pt x="1251" y="332"/>
                  </a:cubicBezTo>
                  <a:cubicBezTo>
                    <a:pt x="1316" y="278"/>
                    <a:pt x="1381" y="224"/>
                    <a:pt x="1452" y="169"/>
                  </a:cubicBezTo>
                  <a:lnTo>
                    <a:pt x="1474" y="169"/>
                  </a:lnTo>
                  <a:lnTo>
                    <a:pt x="1593" y="110"/>
                  </a:lnTo>
                  <a:cubicBezTo>
                    <a:pt x="1583" y="23"/>
                    <a:pt x="1506" y="33"/>
                    <a:pt x="1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3"/>
            <p:cNvSpPr/>
            <p:nvPr/>
          </p:nvSpPr>
          <p:spPr>
            <a:xfrm>
              <a:off x="2518827" y="1441000"/>
              <a:ext cx="438159" cy="774073"/>
            </a:xfrm>
            <a:custGeom>
              <a:rect b="b" l="l" r="r" t="t"/>
              <a:pathLst>
                <a:path extrusionOk="0" h="6685" w="3784">
                  <a:moveTo>
                    <a:pt x="2653" y="1"/>
                  </a:moveTo>
                  <a:lnTo>
                    <a:pt x="2631" y="44"/>
                  </a:lnTo>
                  <a:cubicBezTo>
                    <a:pt x="2669" y="120"/>
                    <a:pt x="2707" y="191"/>
                    <a:pt x="2794" y="213"/>
                  </a:cubicBezTo>
                  <a:cubicBezTo>
                    <a:pt x="2800" y="218"/>
                    <a:pt x="2805" y="229"/>
                    <a:pt x="2810" y="234"/>
                  </a:cubicBezTo>
                  <a:cubicBezTo>
                    <a:pt x="2843" y="251"/>
                    <a:pt x="2870" y="272"/>
                    <a:pt x="2897" y="294"/>
                  </a:cubicBezTo>
                  <a:cubicBezTo>
                    <a:pt x="2914" y="311"/>
                    <a:pt x="2946" y="294"/>
                    <a:pt x="2952" y="332"/>
                  </a:cubicBezTo>
                  <a:cubicBezTo>
                    <a:pt x="2952" y="349"/>
                    <a:pt x="3001" y="349"/>
                    <a:pt x="3028" y="365"/>
                  </a:cubicBezTo>
                  <a:cubicBezTo>
                    <a:pt x="3088" y="403"/>
                    <a:pt x="3137" y="457"/>
                    <a:pt x="3213" y="468"/>
                  </a:cubicBezTo>
                  <a:cubicBezTo>
                    <a:pt x="3229" y="474"/>
                    <a:pt x="3240" y="479"/>
                    <a:pt x="3251" y="484"/>
                  </a:cubicBezTo>
                  <a:lnTo>
                    <a:pt x="3338" y="539"/>
                  </a:lnTo>
                  <a:lnTo>
                    <a:pt x="3283" y="561"/>
                  </a:lnTo>
                  <a:lnTo>
                    <a:pt x="3251" y="533"/>
                  </a:lnTo>
                  <a:cubicBezTo>
                    <a:pt x="3218" y="550"/>
                    <a:pt x="3169" y="555"/>
                    <a:pt x="3153" y="577"/>
                  </a:cubicBezTo>
                  <a:cubicBezTo>
                    <a:pt x="3133" y="609"/>
                    <a:pt x="3100" y="627"/>
                    <a:pt x="3065" y="627"/>
                  </a:cubicBezTo>
                  <a:cubicBezTo>
                    <a:pt x="3053" y="627"/>
                    <a:pt x="3040" y="625"/>
                    <a:pt x="3028" y="620"/>
                  </a:cubicBezTo>
                  <a:cubicBezTo>
                    <a:pt x="3023" y="620"/>
                    <a:pt x="3018" y="619"/>
                    <a:pt x="3014" y="619"/>
                  </a:cubicBezTo>
                  <a:cubicBezTo>
                    <a:pt x="2981" y="619"/>
                    <a:pt x="2949" y="636"/>
                    <a:pt x="2930" y="669"/>
                  </a:cubicBezTo>
                  <a:cubicBezTo>
                    <a:pt x="2906" y="650"/>
                    <a:pt x="2889" y="640"/>
                    <a:pt x="2873" y="640"/>
                  </a:cubicBezTo>
                  <a:cubicBezTo>
                    <a:pt x="2850" y="640"/>
                    <a:pt x="2831" y="663"/>
                    <a:pt x="2805" y="713"/>
                  </a:cubicBezTo>
                  <a:cubicBezTo>
                    <a:pt x="2774" y="691"/>
                    <a:pt x="2757" y="679"/>
                    <a:pt x="2744" y="679"/>
                  </a:cubicBezTo>
                  <a:cubicBezTo>
                    <a:pt x="2727" y="679"/>
                    <a:pt x="2718" y="699"/>
                    <a:pt x="2696" y="745"/>
                  </a:cubicBezTo>
                  <a:cubicBezTo>
                    <a:pt x="2691" y="756"/>
                    <a:pt x="2680" y="762"/>
                    <a:pt x="2675" y="773"/>
                  </a:cubicBezTo>
                  <a:lnTo>
                    <a:pt x="2636" y="735"/>
                  </a:lnTo>
                  <a:cubicBezTo>
                    <a:pt x="2568" y="735"/>
                    <a:pt x="2531" y="809"/>
                    <a:pt x="2469" y="809"/>
                  </a:cubicBezTo>
                  <a:cubicBezTo>
                    <a:pt x="2462" y="809"/>
                    <a:pt x="2454" y="807"/>
                    <a:pt x="2446" y="805"/>
                  </a:cubicBezTo>
                  <a:lnTo>
                    <a:pt x="2424" y="854"/>
                  </a:lnTo>
                  <a:cubicBezTo>
                    <a:pt x="2410" y="850"/>
                    <a:pt x="2396" y="848"/>
                    <a:pt x="2382" y="848"/>
                  </a:cubicBezTo>
                  <a:cubicBezTo>
                    <a:pt x="2343" y="848"/>
                    <a:pt x="2306" y="864"/>
                    <a:pt x="2278" y="892"/>
                  </a:cubicBezTo>
                  <a:cubicBezTo>
                    <a:pt x="2256" y="914"/>
                    <a:pt x="2229" y="930"/>
                    <a:pt x="2196" y="936"/>
                  </a:cubicBezTo>
                  <a:cubicBezTo>
                    <a:pt x="2153" y="947"/>
                    <a:pt x="2109" y="963"/>
                    <a:pt x="2071" y="990"/>
                  </a:cubicBezTo>
                  <a:lnTo>
                    <a:pt x="2120" y="1034"/>
                  </a:lnTo>
                  <a:cubicBezTo>
                    <a:pt x="2077" y="1044"/>
                    <a:pt x="2033" y="1055"/>
                    <a:pt x="1990" y="1061"/>
                  </a:cubicBezTo>
                  <a:cubicBezTo>
                    <a:pt x="1987" y="1060"/>
                    <a:pt x="1985" y="1060"/>
                    <a:pt x="1983" y="1060"/>
                  </a:cubicBezTo>
                  <a:cubicBezTo>
                    <a:pt x="1936" y="1060"/>
                    <a:pt x="1939" y="1120"/>
                    <a:pt x="1892" y="1120"/>
                  </a:cubicBezTo>
                  <a:cubicBezTo>
                    <a:pt x="1881" y="1120"/>
                    <a:pt x="1870" y="1131"/>
                    <a:pt x="1859" y="1142"/>
                  </a:cubicBezTo>
                  <a:cubicBezTo>
                    <a:pt x="1821" y="1169"/>
                    <a:pt x="1767" y="1191"/>
                    <a:pt x="1756" y="1224"/>
                  </a:cubicBezTo>
                  <a:cubicBezTo>
                    <a:pt x="1740" y="1256"/>
                    <a:pt x="1718" y="1278"/>
                    <a:pt x="1691" y="1294"/>
                  </a:cubicBezTo>
                  <a:cubicBezTo>
                    <a:pt x="1647" y="1322"/>
                    <a:pt x="1609" y="1354"/>
                    <a:pt x="1576" y="1392"/>
                  </a:cubicBezTo>
                  <a:cubicBezTo>
                    <a:pt x="1522" y="1468"/>
                    <a:pt x="1424" y="1517"/>
                    <a:pt x="1375" y="1604"/>
                  </a:cubicBezTo>
                  <a:cubicBezTo>
                    <a:pt x="1316" y="1621"/>
                    <a:pt x="1299" y="1686"/>
                    <a:pt x="1256" y="1724"/>
                  </a:cubicBezTo>
                  <a:cubicBezTo>
                    <a:pt x="1223" y="1756"/>
                    <a:pt x="1191" y="1795"/>
                    <a:pt x="1163" y="1838"/>
                  </a:cubicBezTo>
                  <a:cubicBezTo>
                    <a:pt x="1136" y="1876"/>
                    <a:pt x="1109" y="1920"/>
                    <a:pt x="1082" y="1952"/>
                  </a:cubicBezTo>
                  <a:cubicBezTo>
                    <a:pt x="1060" y="1990"/>
                    <a:pt x="1022" y="2017"/>
                    <a:pt x="1011" y="2072"/>
                  </a:cubicBezTo>
                  <a:cubicBezTo>
                    <a:pt x="1006" y="2093"/>
                    <a:pt x="962" y="2104"/>
                    <a:pt x="946" y="2132"/>
                  </a:cubicBezTo>
                  <a:cubicBezTo>
                    <a:pt x="930" y="2159"/>
                    <a:pt x="930" y="2202"/>
                    <a:pt x="913" y="2224"/>
                  </a:cubicBezTo>
                  <a:cubicBezTo>
                    <a:pt x="870" y="2267"/>
                    <a:pt x="843" y="2311"/>
                    <a:pt x="815" y="2365"/>
                  </a:cubicBezTo>
                  <a:cubicBezTo>
                    <a:pt x="799" y="2409"/>
                    <a:pt x="761" y="2452"/>
                    <a:pt x="745" y="2501"/>
                  </a:cubicBezTo>
                  <a:cubicBezTo>
                    <a:pt x="718" y="2577"/>
                    <a:pt x="652" y="2632"/>
                    <a:pt x="652" y="2713"/>
                  </a:cubicBezTo>
                  <a:cubicBezTo>
                    <a:pt x="576" y="2806"/>
                    <a:pt x="560" y="2920"/>
                    <a:pt x="506" y="3018"/>
                  </a:cubicBezTo>
                  <a:cubicBezTo>
                    <a:pt x="527" y="3066"/>
                    <a:pt x="473" y="3077"/>
                    <a:pt x="462" y="3110"/>
                  </a:cubicBezTo>
                  <a:cubicBezTo>
                    <a:pt x="446" y="3175"/>
                    <a:pt x="430" y="3235"/>
                    <a:pt x="408" y="3295"/>
                  </a:cubicBezTo>
                  <a:cubicBezTo>
                    <a:pt x="381" y="3360"/>
                    <a:pt x="353" y="3431"/>
                    <a:pt x="332" y="3496"/>
                  </a:cubicBezTo>
                  <a:cubicBezTo>
                    <a:pt x="315" y="3550"/>
                    <a:pt x="299" y="3605"/>
                    <a:pt x="288" y="3659"/>
                  </a:cubicBezTo>
                  <a:cubicBezTo>
                    <a:pt x="277" y="3708"/>
                    <a:pt x="266" y="3762"/>
                    <a:pt x="250" y="3811"/>
                  </a:cubicBezTo>
                  <a:cubicBezTo>
                    <a:pt x="223" y="3866"/>
                    <a:pt x="239" y="3925"/>
                    <a:pt x="201" y="3969"/>
                  </a:cubicBezTo>
                  <a:cubicBezTo>
                    <a:pt x="190" y="4067"/>
                    <a:pt x="174" y="4159"/>
                    <a:pt x="152" y="4257"/>
                  </a:cubicBezTo>
                  <a:cubicBezTo>
                    <a:pt x="141" y="4322"/>
                    <a:pt x="93" y="4387"/>
                    <a:pt x="131" y="4458"/>
                  </a:cubicBezTo>
                  <a:cubicBezTo>
                    <a:pt x="103" y="4502"/>
                    <a:pt x="98" y="4550"/>
                    <a:pt x="109" y="4594"/>
                  </a:cubicBezTo>
                  <a:cubicBezTo>
                    <a:pt x="109" y="4659"/>
                    <a:pt x="87" y="4724"/>
                    <a:pt x="82" y="4784"/>
                  </a:cubicBezTo>
                  <a:cubicBezTo>
                    <a:pt x="65" y="4849"/>
                    <a:pt x="60" y="4920"/>
                    <a:pt x="65" y="4985"/>
                  </a:cubicBezTo>
                  <a:cubicBezTo>
                    <a:pt x="65" y="4991"/>
                    <a:pt x="65" y="4991"/>
                    <a:pt x="65" y="4996"/>
                  </a:cubicBezTo>
                  <a:cubicBezTo>
                    <a:pt x="54" y="5116"/>
                    <a:pt x="38" y="5241"/>
                    <a:pt x="38" y="5360"/>
                  </a:cubicBezTo>
                  <a:cubicBezTo>
                    <a:pt x="38" y="5480"/>
                    <a:pt x="6" y="5594"/>
                    <a:pt x="27" y="5714"/>
                  </a:cubicBezTo>
                  <a:cubicBezTo>
                    <a:pt x="38" y="5763"/>
                    <a:pt x="38" y="5812"/>
                    <a:pt x="27" y="5860"/>
                  </a:cubicBezTo>
                  <a:cubicBezTo>
                    <a:pt x="22" y="5909"/>
                    <a:pt x="0" y="5953"/>
                    <a:pt x="33" y="6002"/>
                  </a:cubicBezTo>
                  <a:cubicBezTo>
                    <a:pt x="22" y="6062"/>
                    <a:pt x="22" y="6127"/>
                    <a:pt x="33" y="6192"/>
                  </a:cubicBezTo>
                  <a:cubicBezTo>
                    <a:pt x="38" y="6252"/>
                    <a:pt x="6" y="6312"/>
                    <a:pt x="49" y="6371"/>
                  </a:cubicBezTo>
                  <a:cubicBezTo>
                    <a:pt x="49" y="6377"/>
                    <a:pt x="38" y="6382"/>
                    <a:pt x="38" y="6393"/>
                  </a:cubicBezTo>
                  <a:cubicBezTo>
                    <a:pt x="38" y="6404"/>
                    <a:pt x="33" y="6420"/>
                    <a:pt x="38" y="6426"/>
                  </a:cubicBezTo>
                  <a:cubicBezTo>
                    <a:pt x="60" y="6442"/>
                    <a:pt x="49" y="6464"/>
                    <a:pt x="49" y="6486"/>
                  </a:cubicBezTo>
                  <a:cubicBezTo>
                    <a:pt x="44" y="6529"/>
                    <a:pt x="44" y="6567"/>
                    <a:pt x="44" y="6605"/>
                  </a:cubicBezTo>
                  <a:cubicBezTo>
                    <a:pt x="44" y="6638"/>
                    <a:pt x="65" y="6665"/>
                    <a:pt x="93" y="6670"/>
                  </a:cubicBezTo>
                  <a:cubicBezTo>
                    <a:pt x="111" y="6679"/>
                    <a:pt x="125" y="6684"/>
                    <a:pt x="134" y="6684"/>
                  </a:cubicBezTo>
                  <a:cubicBezTo>
                    <a:pt x="150" y="6684"/>
                    <a:pt x="157" y="6671"/>
                    <a:pt x="163" y="6638"/>
                  </a:cubicBezTo>
                  <a:cubicBezTo>
                    <a:pt x="179" y="6589"/>
                    <a:pt x="185" y="6529"/>
                    <a:pt x="179" y="6480"/>
                  </a:cubicBezTo>
                  <a:cubicBezTo>
                    <a:pt x="158" y="6420"/>
                    <a:pt x="185" y="6371"/>
                    <a:pt x="174" y="6317"/>
                  </a:cubicBezTo>
                  <a:cubicBezTo>
                    <a:pt x="152" y="6241"/>
                    <a:pt x="152" y="6159"/>
                    <a:pt x="174" y="6089"/>
                  </a:cubicBezTo>
                  <a:cubicBezTo>
                    <a:pt x="179" y="6067"/>
                    <a:pt x="185" y="6045"/>
                    <a:pt x="174" y="6034"/>
                  </a:cubicBezTo>
                  <a:cubicBezTo>
                    <a:pt x="163" y="6029"/>
                    <a:pt x="174" y="6007"/>
                    <a:pt x="174" y="5991"/>
                  </a:cubicBezTo>
                  <a:cubicBezTo>
                    <a:pt x="174" y="5975"/>
                    <a:pt x="169" y="5958"/>
                    <a:pt x="169" y="5937"/>
                  </a:cubicBezTo>
                  <a:cubicBezTo>
                    <a:pt x="169" y="5926"/>
                    <a:pt x="163" y="5909"/>
                    <a:pt x="158" y="5899"/>
                  </a:cubicBezTo>
                  <a:cubicBezTo>
                    <a:pt x="141" y="5866"/>
                    <a:pt x="179" y="5877"/>
                    <a:pt x="179" y="5860"/>
                  </a:cubicBezTo>
                  <a:cubicBezTo>
                    <a:pt x="179" y="5850"/>
                    <a:pt x="158" y="5828"/>
                    <a:pt x="152" y="5822"/>
                  </a:cubicBezTo>
                  <a:cubicBezTo>
                    <a:pt x="152" y="5822"/>
                    <a:pt x="163" y="5812"/>
                    <a:pt x="163" y="5806"/>
                  </a:cubicBezTo>
                  <a:cubicBezTo>
                    <a:pt x="169" y="5774"/>
                    <a:pt x="174" y="5735"/>
                    <a:pt x="169" y="5697"/>
                  </a:cubicBezTo>
                  <a:cubicBezTo>
                    <a:pt x="163" y="5648"/>
                    <a:pt x="136" y="5594"/>
                    <a:pt x="185" y="5556"/>
                  </a:cubicBezTo>
                  <a:cubicBezTo>
                    <a:pt x="179" y="5513"/>
                    <a:pt x="136" y="5480"/>
                    <a:pt x="169" y="5442"/>
                  </a:cubicBezTo>
                  <a:lnTo>
                    <a:pt x="169" y="5442"/>
                  </a:lnTo>
                  <a:lnTo>
                    <a:pt x="196" y="5475"/>
                  </a:lnTo>
                  <a:cubicBezTo>
                    <a:pt x="190" y="5431"/>
                    <a:pt x="185" y="5404"/>
                    <a:pt x="179" y="5377"/>
                  </a:cubicBezTo>
                  <a:cubicBezTo>
                    <a:pt x="174" y="5360"/>
                    <a:pt x="169" y="5344"/>
                    <a:pt x="174" y="5333"/>
                  </a:cubicBezTo>
                  <a:cubicBezTo>
                    <a:pt x="190" y="5284"/>
                    <a:pt x="190" y="5235"/>
                    <a:pt x="179" y="5186"/>
                  </a:cubicBezTo>
                  <a:cubicBezTo>
                    <a:pt x="179" y="5143"/>
                    <a:pt x="163" y="5094"/>
                    <a:pt x="207" y="5056"/>
                  </a:cubicBezTo>
                  <a:cubicBezTo>
                    <a:pt x="212" y="5051"/>
                    <a:pt x="212" y="5040"/>
                    <a:pt x="212" y="5034"/>
                  </a:cubicBezTo>
                  <a:cubicBezTo>
                    <a:pt x="179" y="4996"/>
                    <a:pt x="228" y="4969"/>
                    <a:pt x="223" y="4936"/>
                  </a:cubicBezTo>
                  <a:lnTo>
                    <a:pt x="185" y="4926"/>
                  </a:lnTo>
                  <a:cubicBezTo>
                    <a:pt x="190" y="4898"/>
                    <a:pt x="190" y="4866"/>
                    <a:pt x="196" y="4855"/>
                  </a:cubicBezTo>
                  <a:cubicBezTo>
                    <a:pt x="245" y="4822"/>
                    <a:pt x="234" y="4784"/>
                    <a:pt x="228" y="4735"/>
                  </a:cubicBezTo>
                  <a:cubicBezTo>
                    <a:pt x="223" y="4670"/>
                    <a:pt x="228" y="4610"/>
                    <a:pt x="239" y="4550"/>
                  </a:cubicBezTo>
                  <a:cubicBezTo>
                    <a:pt x="245" y="4502"/>
                    <a:pt x="256" y="4463"/>
                    <a:pt x="261" y="4415"/>
                  </a:cubicBezTo>
                  <a:cubicBezTo>
                    <a:pt x="261" y="4393"/>
                    <a:pt x="250" y="4366"/>
                    <a:pt x="261" y="4349"/>
                  </a:cubicBezTo>
                  <a:cubicBezTo>
                    <a:pt x="305" y="4290"/>
                    <a:pt x="294" y="4224"/>
                    <a:pt x="305" y="4154"/>
                  </a:cubicBezTo>
                  <a:cubicBezTo>
                    <a:pt x="305" y="4126"/>
                    <a:pt x="315" y="4099"/>
                    <a:pt x="332" y="4072"/>
                  </a:cubicBezTo>
                  <a:cubicBezTo>
                    <a:pt x="359" y="4045"/>
                    <a:pt x="343" y="3985"/>
                    <a:pt x="353" y="3947"/>
                  </a:cubicBezTo>
                  <a:cubicBezTo>
                    <a:pt x="370" y="3909"/>
                    <a:pt x="348" y="3855"/>
                    <a:pt x="397" y="3828"/>
                  </a:cubicBezTo>
                  <a:cubicBezTo>
                    <a:pt x="375" y="3779"/>
                    <a:pt x="419" y="3741"/>
                    <a:pt x="430" y="3702"/>
                  </a:cubicBezTo>
                  <a:cubicBezTo>
                    <a:pt x="446" y="3626"/>
                    <a:pt x="473" y="3550"/>
                    <a:pt x="489" y="3474"/>
                  </a:cubicBezTo>
                  <a:cubicBezTo>
                    <a:pt x="495" y="3414"/>
                    <a:pt x="527" y="3355"/>
                    <a:pt x="582" y="3317"/>
                  </a:cubicBezTo>
                  <a:lnTo>
                    <a:pt x="544" y="3284"/>
                  </a:lnTo>
                  <a:cubicBezTo>
                    <a:pt x="555" y="3262"/>
                    <a:pt x="593" y="3273"/>
                    <a:pt x="593" y="3230"/>
                  </a:cubicBezTo>
                  <a:cubicBezTo>
                    <a:pt x="593" y="3164"/>
                    <a:pt x="652" y="3105"/>
                    <a:pt x="658" y="3028"/>
                  </a:cubicBezTo>
                  <a:cubicBezTo>
                    <a:pt x="663" y="3007"/>
                    <a:pt x="690" y="2985"/>
                    <a:pt x="707" y="2969"/>
                  </a:cubicBezTo>
                  <a:cubicBezTo>
                    <a:pt x="701" y="2952"/>
                    <a:pt x="690" y="2936"/>
                    <a:pt x="696" y="2931"/>
                  </a:cubicBezTo>
                  <a:cubicBezTo>
                    <a:pt x="783" y="2838"/>
                    <a:pt x="777" y="2697"/>
                    <a:pt x="870" y="2610"/>
                  </a:cubicBezTo>
                  <a:cubicBezTo>
                    <a:pt x="875" y="2604"/>
                    <a:pt x="870" y="2583"/>
                    <a:pt x="875" y="2572"/>
                  </a:cubicBezTo>
                  <a:cubicBezTo>
                    <a:pt x="886" y="2545"/>
                    <a:pt x="881" y="2512"/>
                    <a:pt x="924" y="2485"/>
                  </a:cubicBezTo>
                  <a:cubicBezTo>
                    <a:pt x="968" y="2458"/>
                    <a:pt x="940" y="2398"/>
                    <a:pt x="989" y="2365"/>
                  </a:cubicBezTo>
                  <a:cubicBezTo>
                    <a:pt x="1027" y="2344"/>
                    <a:pt x="1038" y="2284"/>
                    <a:pt x="1060" y="2246"/>
                  </a:cubicBezTo>
                  <a:cubicBezTo>
                    <a:pt x="1066" y="2235"/>
                    <a:pt x="1066" y="2219"/>
                    <a:pt x="1066" y="2219"/>
                  </a:cubicBezTo>
                  <a:cubicBezTo>
                    <a:pt x="1125" y="2213"/>
                    <a:pt x="1125" y="2159"/>
                    <a:pt x="1142" y="2121"/>
                  </a:cubicBezTo>
                  <a:cubicBezTo>
                    <a:pt x="1158" y="2099"/>
                    <a:pt x="1163" y="2077"/>
                    <a:pt x="1196" y="2066"/>
                  </a:cubicBezTo>
                  <a:cubicBezTo>
                    <a:pt x="1212" y="2066"/>
                    <a:pt x="1239" y="2028"/>
                    <a:pt x="1234" y="2023"/>
                  </a:cubicBezTo>
                  <a:cubicBezTo>
                    <a:pt x="1212" y="1979"/>
                    <a:pt x="1250" y="1974"/>
                    <a:pt x="1267" y="1952"/>
                  </a:cubicBezTo>
                  <a:cubicBezTo>
                    <a:pt x="1288" y="1920"/>
                    <a:pt x="1321" y="1892"/>
                    <a:pt x="1343" y="1860"/>
                  </a:cubicBezTo>
                  <a:cubicBezTo>
                    <a:pt x="1364" y="1838"/>
                    <a:pt x="1364" y="1805"/>
                    <a:pt x="1403" y="1800"/>
                  </a:cubicBezTo>
                  <a:cubicBezTo>
                    <a:pt x="1413" y="1800"/>
                    <a:pt x="1430" y="1784"/>
                    <a:pt x="1430" y="1778"/>
                  </a:cubicBezTo>
                  <a:cubicBezTo>
                    <a:pt x="1424" y="1735"/>
                    <a:pt x="1457" y="1729"/>
                    <a:pt x="1479" y="1729"/>
                  </a:cubicBezTo>
                  <a:cubicBezTo>
                    <a:pt x="1533" y="1724"/>
                    <a:pt x="1468" y="1680"/>
                    <a:pt x="1506" y="1664"/>
                  </a:cubicBezTo>
                  <a:cubicBezTo>
                    <a:pt x="1538" y="1653"/>
                    <a:pt x="1571" y="1631"/>
                    <a:pt x="1593" y="1610"/>
                  </a:cubicBezTo>
                  <a:cubicBezTo>
                    <a:pt x="1615" y="1593"/>
                    <a:pt x="1642" y="1566"/>
                    <a:pt x="1642" y="1550"/>
                  </a:cubicBezTo>
                  <a:cubicBezTo>
                    <a:pt x="1636" y="1506"/>
                    <a:pt x="1658" y="1490"/>
                    <a:pt x="1685" y="1468"/>
                  </a:cubicBezTo>
                  <a:lnTo>
                    <a:pt x="1712" y="1501"/>
                  </a:lnTo>
                  <a:cubicBezTo>
                    <a:pt x="1778" y="1457"/>
                    <a:pt x="1843" y="1403"/>
                    <a:pt x="1897" y="1349"/>
                  </a:cubicBezTo>
                  <a:cubicBezTo>
                    <a:pt x="1935" y="1305"/>
                    <a:pt x="1984" y="1289"/>
                    <a:pt x="2022" y="1245"/>
                  </a:cubicBezTo>
                  <a:cubicBezTo>
                    <a:pt x="2066" y="1213"/>
                    <a:pt x="2120" y="1186"/>
                    <a:pt x="2169" y="1164"/>
                  </a:cubicBezTo>
                  <a:cubicBezTo>
                    <a:pt x="2223" y="1137"/>
                    <a:pt x="2294" y="1126"/>
                    <a:pt x="2316" y="1050"/>
                  </a:cubicBezTo>
                  <a:cubicBezTo>
                    <a:pt x="2316" y="1050"/>
                    <a:pt x="2327" y="1044"/>
                    <a:pt x="2332" y="1044"/>
                  </a:cubicBezTo>
                  <a:cubicBezTo>
                    <a:pt x="2452" y="1039"/>
                    <a:pt x="2446" y="1039"/>
                    <a:pt x="2506" y="1006"/>
                  </a:cubicBezTo>
                  <a:cubicBezTo>
                    <a:pt x="2549" y="985"/>
                    <a:pt x="2598" y="963"/>
                    <a:pt x="2642" y="947"/>
                  </a:cubicBezTo>
                  <a:cubicBezTo>
                    <a:pt x="2723" y="919"/>
                    <a:pt x="2805" y="887"/>
                    <a:pt x="2892" y="860"/>
                  </a:cubicBezTo>
                  <a:cubicBezTo>
                    <a:pt x="2952" y="838"/>
                    <a:pt x="3012" y="822"/>
                    <a:pt x="3071" y="816"/>
                  </a:cubicBezTo>
                  <a:cubicBezTo>
                    <a:pt x="3104" y="811"/>
                    <a:pt x="3142" y="800"/>
                    <a:pt x="3169" y="783"/>
                  </a:cubicBezTo>
                  <a:cubicBezTo>
                    <a:pt x="3202" y="773"/>
                    <a:pt x="3234" y="767"/>
                    <a:pt x="3267" y="762"/>
                  </a:cubicBezTo>
                  <a:lnTo>
                    <a:pt x="3397" y="729"/>
                  </a:lnTo>
                  <a:lnTo>
                    <a:pt x="3517" y="702"/>
                  </a:lnTo>
                  <a:cubicBezTo>
                    <a:pt x="3522" y="713"/>
                    <a:pt x="3522" y="718"/>
                    <a:pt x="3522" y="718"/>
                  </a:cubicBezTo>
                  <a:cubicBezTo>
                    <a:pt x="3495" y="751"/>
                    <a:pt x="3463" y="783"/>
                    <a:pt x="3430" y="805"/>
                  </a:cubicBezTo>
                  <a:cubicBezTo>
                    <a:pt x="3381" y="832"/>
                    <a:pt x="3392" y="881"/>
                    <a:pt x="3365" y="919"/>
                  </a:cubicBezTo>
                  <a:cubicBezTo>
                    <a:pt x="3338" y="957"/>
                    <a:pt x="3283" y="974"/>
                    <a:pt x="3278" y="1028"/>
                  </a:cubicBezTo>
                  <a:cubicBezTo>
                    <a:pt x="3240" y="1039"/>
                    <a:pt x="3213" y="1077"/>
                    <a:pt x="3207" y="1115"/>
                  </a:cubicBezTo>
                  <a:cubicBezTo>
                    <a:pt x="3202" y="1137"/>
                    <a:pt x="3169" y="1148"/>
                    <a:pt x="3153" y="1164"/>
                  </a:cubicBezTo>
                  <a:cubicBezTo>
                    <a:pt x="3088" y="1240"/>
                    <a:pt x="3033" y="1332"/>
                    <a:pt x="2963" y="1403"/>
                  </a:cubicBezTo>
                  <a:cubicBezTo>
                    <a:pt x="2946" y="1419"/>
                    <a:pt x="2925" y="1441"/>
                    <a:pt x="2925" y="1457"/>
                  </a:cubicBezTo>
                  <a:cubicBezTo>
                    <a:pt x="2930" y="1490"/>
                    <a:pt x="2908" y="1501"/>
                    <a:pt x="2897" y="1523"/>
                  </a:cubicBezTo>
                  <a:cubicBezTo>
                    <a:pt x="2892" y="1550"/>
                    <a:pt x="2881" y="1577"/>
                    <a:pt x="2876" y="1604"/>
                  </a:cubicBezTo>
                  <a:cubicBezTo>
                    <a:pt x="2865" y="1626"/>
                    <a:pt x="2854" y="1642"/>
                    <a:pt x="2843" y="1669"/>
                  </a:cubicBezTo>
                  <a:cubicBezTo>
                    <a:pt x="2870" y="1669"/>
                    <a:pt x="2897" y="1664"/>
                    <a:pt x="2925" y="1659"/>
                  </a:cubicBezTo>
                  <a:cubicBezTo>
                    <a:pt x="2946" y="1653"/>
                    <a:pt x="2963" y="1642"/>
                    <a:pt x="2984" y="1631"/>
                  </a:cubicBezTo>
                  <a:cubicBezTo>
                    <a:pt x="3006" y="1621"/>
                    <a:pt x="3028" y="1615"/>
                    <a:pt x="3039" y="1583"/>
                  </a:cubicBezTo>
                  <a:cubicBezTo>
                    <a:pt x="3044" y="1566"/>
                    <a:pt x="3088" y="1555"/>
                    <a:pt x="3088" y="1550"/>
                  </a:cubicBezTo>
                  <a:cubicBezTo>
                    <a:pt x="3077" y="1501"/>
                    <a:pt x="3137" y="1512"/>
                    <a:pt x="3131" y="1490"/>
                  </a:cubicBezTo>
                  <a:cubicBezTo>
                    <a:pt x="3120" y="1447"/>
                    <a:pt x="3158" y="1447"/>
                    <a:pt x="3175" y="1425"/>
                  </a:cubicBezTo>
                  <a:cubicBezTo>
                    <a:pt x="3185" y="1414"/>
                    <a:pt x="3196" y="1398"/>
                    <a:pt x="3207" y="1381"/>
                  </a:cubicBezTo>
                  <a:cubicBezTo>
                    <a:pt x="3240" y="1332"/>
                    <a:pt x="3272" y="1289"/>
                    <a:pt x="3310" y="1245"/>
                  </a:cubicBezTo>
                  <a:cubicBezTo>
                    <a:pt x="3332" y="1213"/>
                    <a:pt x="3359" y="1186"/>
                    <a:pt x="3392" y="1159"/>
                  </a:cubicBezTo>
                  <a:cubicBezTo>
                    <a:pt x="3403" y="1142"/>
                    <a:pt x="3430" y="1131"/>
                    <a:pt x="3430" y="1126"/>
                  </a:cubicBezTo>
                  <a:cubicBezTo>
                    <a:pt x="3425" y="1104"/>
                    <a:pt x="3430" y="1082"/>
                    <a:pt x="3446" y="1082"/>
                  </a:cubicBezTo>
                  <a:cubicBezTo>
                    <a:pt x="3463" y="1077"/>
                    <a:pt x="3468" y="1082"/>
                    <a:pt x="3479" y="1061"/>
                  </a:cubicBezTo>
                  <a:cubicBezTo>
                    <a:pt x="3506" y="1006"/>
                    <a:pt x="3544" y="952"/>
                    <a:pt x="3582" y="908"/>
                  </a:cubicBezTo>
                  <a:cubicBezTo>
                    <a:pt x="3615" y="870"/>
                    <a:pt x="3642" y="838"/>
                    <a:pt x="3664" y="800"/>
                  </a:cubicBezTo>
                  <a:cubicBezTo>
                    <a:pt x="3691" y="762"/>
                    <a:pt x="3729" y="729"/>
                    <a:pt x="3762" y="702"/>
                  </a:cubicBezTo>
                  <a:cubicBezTo>
                    <a:pt x="3773" y="696"/>
                    <a:pt x="3778" y="686"/>
                    <a:pt x="3783" y="675"/>
                  </a:cubicBezTo>
                  <a:cubicBezTo>
                    <a:pt x="3756" y="626"/>
                    <a:pt x="3756" y="566"/>
                    <a:pt x="3691" y="561"/>
                  </a:cubicBezTo>
                  <a:cubicBezTo>
                    <a:pt x="3686" y="561"/>
                    <a:pt x="3680" y="544"/>
                    <a:pt x="3669" y="533"/>
                  </a:cubicBezTo>
                  <a:cubicBezTo>
                    <a:pt x="3652" y="521"/>
                    <a:pt x="3638" y="494"/>
                    <a:pt x="3615" y="494"/>
                  </a:cubicBezTo>
                  <a:cubicBezTo>
                    <a:pt x="3608" y="494"/>
                    <a:pt x="3601" y="496"/>
                    <a:pt x="3593" y="501"/>
                  </a:cubicBezTo>
                  <a:cubicBezTo>
                    <a:pt x="3588" y="501"/>
                    <a:pt x="3577" y="495"/>
                    <a:pt x="3577" y="495"/>
                  </a:cubicBezTo>
                  <a:cubicBezTo>
                    <a:pt x="3582" y="452"/>
                    <a:pt x="3544" y="457"/>
                    <a:pt x="3522" y="446"/>
                  </a:cubicBezTo>
                  <a:cubicBezTo>
                    <a:pt x="3495" y="436"/>
                    <a:pt x="3468" y="436"/>
                    <a:pt x="3441" y="425"/>
                  </a:cubicBezTo>
                  <a:cubicBezTo>
                    <a:pt x="3430" y="419"/>
                    <a:pt x="3408" y="408"/>
                    <a:pt x="3408" y="398"/>
                  </a:cubicBezTo>
                  <a:cubicBezTo>
                    <a:pt x="3408" y="365"/>
                    <a:pt x="3381" y="341"/>
                    <a:pt x="3353" y="341"/>
                  </a:cubicBezTo>
                  <a:cubicBezTo>
                    <a:pt x="3348" y="341"/>
                    <a:pt x="3343" y="342"/>
                    <a:pt x="3338" y="343"/>
                  </a:cubicBezTo>
                  <a:cubicBezTo>
                    <a:pt x="3316" y="343"/>
                    <a:pt x="3300" y="338"/>
                    <a:pt x="3289" y="327"/>
                  </a:cubicBezTo>
                  <a:cubicBezTo>
                    <a:pt x="3262" y="311"/>
                    <a:pt x="3234" y="305"/>
                    <a:pt x="3213" y="289"/>
                  </a:cubicBezTo>
                  <a:cubicBezTo>
                    <a:pt x="3175" y="278"/>
                    <a:pt x="3142" y="256"/>
                    <a:pt x="3115" y="234"/>
                  </a:cubicBezTo>
                  <a:cubicBezTo>
                    <a:pt x="3082" y="196"/>
                    <a:pt x="3044" y="169"/>
                    <a:pt x="2995" y="158"/>
                  </a:cubicBezTo>
                  <a:cubicBezTo>
                    <a:pt x="2984" y="153"/>
                    <a:pt x="2968" y="147"/>
                    <a:pt x="2957" y="142"/>
                  </a:cubicBezTo>
                  <a:cubicBezTo>
                    <a:pt x="2943" y="132"/>
                    <a:pt x="2954" y="97"/>
                    <a:pt x="2922" y="97"/>
                  </a:cubicBezTo>
                  <a:cubicBezTo>
                    <a:pt x="2918" y="97"/>
                    <a:pt x="2914" y="97"/>
                    <a:pt x="2908" y="99"/>
                  </a:cubicBezTo>
                  <a:cubicBezTo>
                    <a:pt x="2908" y="99"/>
                    <a:pt x="2907" y="99"/>
                    <a:pt x="2906" y="99"/>
                  </a:cubicBezTo>
                  <a:cubicBezTo>
                    <a:pt x="2896" y="99"/>
                    <a:pt x="2880" y="54"/>
                    <a:pt x="2859" y="44"/>
                  </a:cubicBezTo>
                  <a:cubicBezTo>
                    <a:pt x="2827" y="28"/>
                    <a:pt x="2794" y="17"/>
                    <a:pt x="2761" y="12"/>
                  </a:cubicBezTo>
                  <a:cubicBezTo>
                    <a:pt x="2734" y="6"/>
                    <a:pt x="2702" y="1"/>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3"/>
            <p:cNvSpPr/>
            <p:nvPr/>
          </p:nvSpPr>
          <p:spPr>
            <a:xfrm>
              <a:off x="1240366" y="1457905"/>
              <a:ext cx="518866" cy="418127"/>
            </a:xfrm>
            <a:custGeom>
              <a:rect b="b" l="l" r="r" t="t"/>
              <a:pathLst>
                <a:path extrusionOk="0" h="3611" w="4481">
                  <a:moveTo>
                    <a:pt x="2364" y="1"/>
                  </a:moveTo>
                  <a:cubicBezTo>
                    <a:pt x="2336" y="1"/>
                    <a:pt x="2308" y="3"/>
                    <a:pt x="2279" y="7"/>
                  </a:cubicBezTo>
                  <a:cubicBezTo>
                    <a:pt x="2202" y="12"/>
                    <a:pt x="2126" y="23"/>
                    <a:pt x="2050" y="40"/>
                  </a:cubicBezTo>
                  <a:cubicBezTo>
                    <a:pt x="2007" y="50"/>
                    <a:pt x="1969" y="56"/>
                    <a:pt x="1925" y="61"/>
                  </a:cubicBezTo>
                  <a:cubicBezTo>
                    <a:pt x="1901" y="66"/>
                    <a:pt x="1871" y="89"/>
                    <a:pt x="1850" y="89"/>
                  </a:cubicBezTo>
                  <a:cubicBezTo>
                    <a:pt x="1848" y="89"/>
                    <a:pt x="1846" y="89"/>
                    <a:pt x="1844" y="88"/>
                  </a:cubicBezTo>
                  <a:cubicBezTo>
                    <a:pt x="1841" y="87"/>
                    <a:pt x="1838" y="87"/>
                    <a:pt x="1835" y="87"/>
                  </a:cubicBezTo>
                  <a:cubicBezTo>
                    <a:pt x="1815" y="87"/>
                    <a:pt x="1801" y="110"/>
                    <a:pt x="1783" y="110"/>
                  </a:cubicBezTo>
                  <a:cubicBezTo>
                    <a:pt x="1777" y="110"/>
                    <a:pt x="1770" y="107"/>
                    <a:pt x="1762" y="99"/>
                  </a:cubicBezTo>
                  <a:cubicBezTo>
                    <a:pt x="1749" y="122"/>
                    <a:pt x="1727" y="133"/>
                    <a:pt x="1705" y="133"/>
                  </a:cubicBezTo>
                  <a:cubicBezTo>
                    <a:pt x="1701" y="133"/>
                    <a:pt x="1696" y="133"/>
                    <a:pt x="1692" y="132"/>
                  </a:cubicBezTo>
                  <a:cubicBezTo>
                    <a:pt x="1657" y="132"/>
                    <a:pt x="1649" y="172"/>
                    <a:pt x="1620" y="172"/>
                  </a:cubicBezTo>
                  <a:cubicBezTo>
                    <a:pt x="1617" y="172"/>
                    <a:pt x="1614" y="171"/>
                    <a:pt x="1610" y="170"/>
                  </a:cubicBezTo>
                  <a:cubicBezTo>
                    <a:pt x="1605" y="169"/>
                    <a:pt x="1601" y="169"/>
                    <a:pt x="1596" y="169"/>
                  </a:cubicBezTo>
                  <a:cubicBezTo>
                    <a:pt x="1572" y="169"/>
                    <a:pt x="1546" y="179"/>
                    <a:pt x="1528" y="197"/>
                  </a:cubicBezTo>
                  <a:cubicBezTo>
                    <a:pt x="1501" y="224"/>
                    <a:pt x="1469" y="246"/>
                    <a:pt x="1436" y="257"/>
                  </a:cubicBezTo>
                  <a:cubicBezTo>
                    <a:pt x="1403" y="268"/>
                    <a:pt x="1376" y="279"/>
                    <a:pt x="1349" y="300"/>
                  </a:cubicBezTo>
                  <a:cubicBezTo>
                    <a:pt x="1311" y="344"/>
                    <a:pt x="1262" y="377"/>
                    <a:pt x="1208" y="398"/>
                  </a:cubicBezTo>
                  <a:cubicBezTo>
                    <a:pt x="1208" y="398"/>
                    <a:pt x="1202" y="398"/>
                    <a:pt x="1202" y="404"/>
                  </a:cubicBezTo>
                  <a:cubicBezTo>
                    <a:pt x="1170" y="464"/>
                    <a:pt x="1104" y="474"/>
                    <a:pt x="1056" y="512"/>
                  </a:cubicBezTo>
                  <a:cubicBezTo>
                    <a:pt x="1039" y="523"/>
                    <a:pt x="1017" y="529"/>
                    <a:pt x="1017" y="561"/>
                  </a:cubicBezTo>
                  <a:cubicBezTo>
                    <a:pt x="1017" y="572"/>
                    <a:pt x="1013" y="575"/>
                    <a:pt x="1008" y="575"/>
                  </a:cubicBezTo>
                  <a:cubicBezTo>
                    <a:pt x="998" y="575"/>
                    <a:pt x="984" y="567"/>
                    <a:pt x="974" y="567"/>
                  </a:cubicBezTo>
                  <a:cubicBezTo>
                    <a:pt x="969" y="589"/>
                    <a:pt x="963" y="616"/>
                    <a:pt x="947" y="621"/>
                  </a:cubicBezTo>
                  <a:cubicBezTo>
                    <a:pt x="871" y="659"/>
                    <a:pt x="838" y="752"/>
                    <a:pt x="757" y="779"/>
                  </a:cubicBezTo>
                  <a:lnTo>
                    <a:pt x="762" y="822"/>
                  </a:lnTo>
                  <a:lnTo>
                    <a:pt x="697" y="828"/>
                  </a:lnTo>
                  <a:cubicBezTo>
                    <a:pt x="680" y="877"/>
                    <a:pt x="642" y="909"/>
                    <a:pt x="648" y="958"/>
                  </a:cubicBezTo>
                  <a:cubicBezTo>
                    <a:pt x="648" y="964"/>
                    <a:pt x="637" y="974"/>
                    <a:pt x="632" y="974"/>
                  </a:cubicBezTo>
                  <a:cubicBezTo>
                    <a:pt x="577" y="991"/>
                    <a:pt x="539" y="1034"/>
                    <a:pt x="523" y="1083"/>
                  </a:cubicBezTo>
                  <a:cubicBezTo>
                    <a:pt x="517" y="1105"/>
                    <a:pt x="490" y="1110"/>
                    <a:pt x="496" y="1143"/>
                  </a:cubicBezTo>
                  <a:cubicBezTo>
                    <a:pt x="496" y="1147"/>
                    <a:pt x="494" y="1148"/>
                    <a:pt x="491" y="1148"/>
                  </a:cubicBezTo>
                  <a:cubicBezTo>
                    <a:pt x="486" y="1148"/>
                    <a:pt x="478" y="1144"/>
                    <a:pt x="470" y="1144"/>
                  </a:cubicBezTo>
                  <a:cubicBezTo>
                    <a:pt x="463" y="1144"/>
                    <a:pt x="456" y="1147"/>
                    <a:pt x="452" y="1159"/>
                  </a:cubicBezTo>
                  <a:cubicBezTo>
                    <a:pt x="447" y="1176"/>
                    <a:pt x="441" y="1186"/>
                    <a:pt x="430" y="1203"/>
                  </a:cubicBezTo>
                  <a:cubicBezTo>
                    <a:pt x="420" y="1219"/>
                    <a:pt x="403" y="1230"/>
                    <a:pt x="392" y="1246"/>
                  </a:cubicBezTo>
                  <a:cubicBezTo>
                    <a:pt x="387" y="1252"/>
                    <a:pt x="398" y="1263"/>
                    <a:pt x="403" y="1279"/>
                  </a:cubicBezTo>
                  <a:cubicBezTo>
                    <a:pt x="365" y="1290"/>
                    <a:pt x="333" y="1328"/>
                    <a:pt x="333" y="1371"/>
                  </a:cubicBezTo>
                  <a:cubicBezTo>
                    <a:pt x="310" y="1380"/>
                    <a:pt x="298" y="1413"/>
                    <a:pt x="266" y="1413"/>
                  </a:cubicBezTo>
                  <a:cubicBezTo>
                    <a:pt x="260" y="1413"/>
                    <a:pt x="253" y="1412"/>
                    <a:pt x="246" y="1409"/>
                  </a:cubicBezTo>
                  <a:cubicBezTo>
                    <a:pt x="235" y="1371"/>
                    <a:pt x="224" y="1333"/>
                    <a:pt x="218" y="1295"/>
                  </a:cubicBezTo>
                  <a:cubicBezTo>
                    <a:pt x="202" y="1257"/>
                    <a:pt x="197" y="1214"/>
                    <a:pt x="197" y="1176"/>
                  </a:cubicBezTo>
                  <a:cubicBezTo>
                    <a:pt x="202" y="1138"/>
                    <a:pt x="197" y="1099"/>
                    <a:pt x="186" y="1067"/>
                  </a:cubicBezTo>
                  <a:cubicBezTo>
                    <a:pt x="186" y="1061"/>
                    <a:pt x="191" y="1056"/>
                    <a:pt x="191" y="1051"/>
                  </a:cubicBezTo>
                  <a:cubicBezTo>
                    <a:pt x="213" y="1034"/>
                    <a:pt x="202" y="1018"/>
                    <a:pt x="197" y="996"/>
                  </a:cubicBezTo>
                  <a:cubicBezTo>
                    <a:pt x="186" y="947"/>
                    <a:pt x="164" y="893"/>
                    <a:pt x="170" y="860"/>
                  </a:cubicBezTo>
                  <a:cubicBezTo>
                    <a:pt x="175" y="828"/>
                    <a:pt x="159" y="790"/>
                    <a:pt x="164" y="757"/>
                  </a:cubicBezTo>
                  <a:cubicBezTo>
                    <a:pt x="180" y="724"/>
                    <a:pt x="175" y="686"/>
                    <a:pt x="153" y="654"/>
                  </a:cubicBezTo>
                  <a:cubicBezTo>
                    <a:pt x="142" y="643"/>
                    <a:pt x="153" y="621"/>
                    <a:pt x="153" y="599"/>
                  </a:cubicBezTo>
                  <a:cubicBezTo>
                    <a:pt x="159" y="589"/>
                    <a:pt x="159" y="578"/>
                    <a:pt x="164" y="561"/>
                  </a:cubicBezTo>
                  <a:cubicBezTo>
                    <a:pt x="159" y="491"/>
                    <a:pt x="153" y="415"/>
                    <a:pt x="148" y="344"/>
                  </a:cubicBezTo>
                  <a:cubicBezTo>
                    <a:pt x="131" y="349"/>
                    <a:pt x="115" y="360"/>
                    <a:pt x="99" y="366"/>
                  </a:cubicBezTo>
                  <a:cubicBezTo>
                    <a:pt x="77" y="366"/>
                    <a:pt x="61" y="371"/>
                    <a:pt x="44" y="371"/>
                  </a:cubicBezTo>
                  <a:cubicBezTo>
                    <a:pt x="44" y="387"/>
                    <a:pt x="44" y="404"/>
                    <a:pt x="39" y="409"/>
                  </a:cubicBezTo>
                  <a:cubicBezTo>
                    <a:pt x="17" y="431"/>
                    <a:pt x="12" y="458"/>
                    <a:pt x="17" y="485"/>
                  </a:cubicBezTo>
                  <a:cubicBezTo>
                    <a:pt x="17" y="507"/>
                    <a:pt x="23" y="529"/>
                    <a:pt x="23" y="550"/>
                  </a:cubicBezTo>
                  <a:cubicBezTo>
                    <a:pt x="17" y="572"/>
                    <a:pt x="1" y="610"/>
                    <a:pt x="12" y="621"/>
                  </a:cubicBezTo>
                  <a:cubicBezTo>
                    <a:pt x="28" y="637"/>
                    <a:pt x="34" y="665"/>
                    <a:pt x="17" y="681"/>
                  </a:cubicBezTo>
                  <a:cubicBezTo>
                    <a:pt x="17" y="692"/>
                    <a:pt x="12" y="703"/>
                    <a:pt x="12" y="703"/>
                  </a:cubicBezTo>
                  <a:cubicBezTo>
                    <a:pt x="44" y="724"/>
                    <a:pt x="28" y="746"/>
                    <a:pt x="23" y="784"/>
                  </a:cubicBezTo>
                  <a:cubicBezTo>
                    <a:pt x="17" y="822"/>
                    <a:pt x="50" y="855"/>
                    <a:pt x="28" y="898"/>
                  </a:cubicBezTo>
                  <a:cubicBezTo>
                    <a:pt x="28" y="898"/>
                    <a:pt x="44" y="904"/>
                    <a:pt x="44" y="909"/>
                  </a:cubicBezTo>
                  <a:cubicBezTo>
                    <a:pt x="50" y="942"/>
                    <a:pt x="50" y="969"/>
                    <a:pt x="44" y="996"/>
                  </a:cubicBezTo>
                  <a:cubicBezTo>
                    <a:pt x="28" y="1040"/>
                    <a:pt x="61" y="1089"/>
                    <a:pt x="34" y="1127"/>
                  </a:cubicBezTo>
                  <a:cubicBezTo>
                    <a:pt x="83" y="1143"/>
                    <a:pt x="39" y="1192"/>
                    <a:pt x="61" y="1219"/>
                  </a:cubicBezTo>
                  <a:cubicBezTo>
                    <a:pt x="34" y="1268"/>
                    <a:pt x="77" y="1301"/>
                    <a:pt x="88" y="1333"/>
                  </a:cubicBezTo>
                  <a:cubicBezTo>
                    <a:pt x="83" y="1371"/>
                    <a:pt x="77" y="1415"/>
                    <a:pt x="77" y="1453"/>
                  </a:cubicBezTo>
                  <a:cubicBezTo>
                    <a:pt x="77" y="1475"/>
                    <a:pt x="88" y="1513"/>
                    <a:pt x="93" y="1513"/>
                  </a:cubicBezTo>
                  <a:cubicBezTo>
                    <a:pt x="131" y="1518"/>
                    <a:pt x="121" y="1540"/>
                    <a:pt x="121" y="1562"/>
                  </a:cubicBezTo>
                  <a:cubicBezTo>
                    <a:pt x="121" y="1578"/>
                    <a:pt x="121" y="1600"/>
                    <a:pt x="121" y="1616"/>
                  </a:cubicBezTo>
                  <a:cubicBezTo>
                    <a:pt x="142" y="1643"/>
                    <a:pt x="164" y="1665"/>
                    <a:pt x="186" y="1692"/>
                  </a:cubicBezTo>
                  <a:cubicBezTo>
                    <a:pt x="197" y="1687"/>
                    <a:pt x="213" y="1681"/>
                    <a:pt x="218" y="1681"/>
                  </a:cubicBezTo>
                  <a:cubicBezTo>
                    <a:pt x="236" y="1690"/>
                    <a:pt x="252" y="1693"/>
                    <a:pt x="267" y="1693"/>
                  </a:cubicBezTo>
                  <a:cubicBezTo>
                    <a:pt x="300" y="1693"/>
                    <a:pt x="328" y="1678"/>
                    <a:pt x="354" y="1670"/>
                  </a:cubicBezTo>
                  <a:cubicBezTo>
                    <a:pt x="384" y="1666"/>
                    <a:pt x="410" y="1642"/>
                    <a:pt x="441" y="1642"/>
                  </a:cubicBezTo>
                  <a:cubicBezTo>
                    <a:pt x="450" y="1642"/>
                    <a:pt x="459" y="1644"/>
                    <a:pt x="468" y="1649"/>
                  </a:cubicBezTo>
                  <a:cubicBezTo>
                    <a:pt x="474" y="1649"/>
                    <a:pt x="485" y="1638"/>
                    <a:pt x="496" y="1632"/>
                  </a:cubicBezTo>
                  <a:cubicBezTo>
                    <a:pt x="507" y="1621"/>
                    <a:pt x="523" y="1616"/>
                    <a:pt x="534" y="1616"/>
                  </a:cubicBezTo>
                  <a:cubicBezTo>
                    <a:pt x="604" y="1600"/>
                    <a:pt x="675" y="1589"/>
                    <a:pt x="746" y="1572"/>
                  </a:cubicBezTo>
                  <a:cubicBezTo>
                    <a:pt x="773" y="1572"/>
                    <a:pt x="800" y="1567"/>
                    <a:pt x="827" y="1556"/>
                  </a:cubicBezTo>
                  <a:cubicBezTo>
                    <a:pt x="854" y="1545"/>
                    <a:pt x="887" y="1556"/>
                    <a:pt x="909" y="1523"/>
                  </a:cubicBezTo>
                  <a:cubicBezTo>
                    <a:pt x="914" y="1516"/>
                    <a:pt x="920" y="1514"/>
                    <a:pt x="925" y="1514"/>
                  </a:cubicBezTo>
                  <a:cubicBezTo>
                    <a:pt x="935" y="1514"/>
                    <a:pt x="945" y="1522"/>
                    <a:pt x="959" y="1522"/>
                  </a:cubicBezTo>
                  <a:cubicBezTo>
                    <a:pt x="967" y="1522"/>
                    <a:pt x="975" y="1520"/>
                    <a:pt x="985" y="1513"/>
                  </a:cubicBezTo>
                  <a:cubicBezTo>
                    <a:pt x="1017" y="1491"/>
                    <a:pt x="1066" y="1502"/>
                    <a:pt x="1099" y="1469"/>
                  </a:cubicBezTo>
                  <a:cubicBezTo>
                    <a:pt x="1103" y="1469"/>
                    <a:pt x="1106" y="1470"/>
                    <a:pt x="1110" y="1470"/>
                  </a:cubicBezTo>
                  <a:cubicBezTo>
                    <a:pt x="1175" y="1470"/>
                    <a:pt x="1227" y="1425"/>
                    <a:pt x="1289" y="1415"/>
                  </a:cubicBezTo>
                  <a:cubicBezTo>
                    <a:pt x="1311" y="1409"/>
                    <a:pt x="1327" y="1388"/>
                    <a:pt x="1349" y="1371"/>
                  </a:cubicBezTo>
                  <a:cubicBezTo>
                    <a:pt x="1360" y="1366"/>
                    <a:pt x="1360" y="1344"/>
                    <a:pt x="1365" y="1333"/>
                  </a:cubicBezTo>
                  <a:lnTo>
                    <a:pt x="1322" y="1279"/>
                  </a:lnTo>
                  <a:lnTo>
                    <a:pt x="1170" y="1317"/>
                  </a:lnTo>
                  <a:cubicBezTo>
                    <a:pt x="1153" y="1317"/>
                    <a:pt x="1137" y="1322"/>
                    <a:pt x="1121" y="1322"/>
                  </a:cubicBezTo>
                  <a:cubicBezTo>
                    <a:pt x="1104" y="1328"/>
                    <a:pt x="1088" y="1322"/>
                    <a:pt x="1077" y="1333"/>
                  </a:cubicBezTo>
                  <a:cubicBezTo>
                    <a:pt x="1063" y="1348"/>
                    <a:pt x="1043" y="1357"/>
                    <a:pt x="1023" y="1357"/>
                  </a:cubicBezTo>
                  <a:cubicBezTo>
                    <a:pt x="1012" y="1357"/>
                    <a:pt x="1001" y="1355"/>
                    <a:pt x="990" y="1350"/>
                  </a:cubicBezTo>
                  <a:cubicBezTo>
                    <a:pt x="985" y="1348"/>
                    <a:pt x="978" y="1348"/>
                    <a:pt x="970" y="1348"/>
                  </a:cubicBezTo>
                  <a:cubicBezTo>
                    <a:pt x="946" y="1348"/>
                    <a:pt x="917" y="1354"/>
                    <a:pt x="909" y="1366"/>
                  </a:cubicBezTo>
                  <a:cubicBezTo>
                    <a:pt x="887" y="1406"/>
                    <a:pt x="853" y="1410"/>
                    <a:pt x="824" y="1410"/>
                  </a:cubicBezTo>
                  <a:cubicBezTo>
                    <a:pt x="818" y="1410"/>
                    <a:pt x="811" y="1409"/>
                    <a:pt x="805" y="1409"/>
                  </a:cubicBezTo>
                  <a:cubicBezTo>
                    <a:pt x="768" y="1413"/>
                    <a:pt x="734" y="1440"/>
                    <a:pt x="693" y="1440"/>
                  </a:cubicBezTo>
                  <a:cubicBezTo>
                    <a:pt x="680" y="1440"/>
                    <a:pt x="667" y="1437"/>
                    <a:pt x="653" y="1431"/>
                  </a:cubicBezTo>
                  <a:cubicBezTo>
                    <a:pt x="650" y="1430"/>
                    <a:pt x="647" y="1429"/>
                    <a:pt x="643" y="1429"/>
                  </a:cubicBezTo>
                  <a:cubicBezTo>
                    <a:pt x="619" y="1429"/>
                    <a:pt x="595" y="1459"/>
                    <a:pt x="566" y="1464"/>
                  </a:cubicBezTo>
                  <a:cubicBezTo>
                    <a:pt x="561" y="1465"/>
                    <a:pt x="555" y="1465"/>
                    <a:pt x="549" y="1465"/>
                  </a:cubicBezTo>
                  <a:cubicBezTo>
                    <a:pt x="541" y="1465"/>
                    <a:pt x="532" y="1464"/>
                    <a:pt x="524" y="1464"/>
                  </a:cubicBezTo>
                  <a:cubicBezTo>
                    <a:pt x="506" y="1464"/>
                    <a:pt x="489" y="1467"/>
                    <a:pt x="474" y="1485"/>
                  </a:cubicBezTo>
                  <a:cubicBezTo>
                    <a:pt x="463" y="1496"/>
                    <a:pt x="447" y="1496"/>
                    <a:pt x="436" y="1496"/>
                  </a:cubicBezTo>
                  <a:cubicBezTo>
                    <a:pt x="490" y="1442"/>
                    <a:pt x="490" y="1350"/>
                    <a:pt x="572" y="1328"/>
                  </a:cubicBezTo>
                  <a:lnTo>
                    <a:pt x="555" y="1301"/>
                  </a:lnTo>
                  <a:cubicBezTo>
                    <a:pt x="577" y="1284"/>
                    <a:pt x="604" y="1284"/>
                    <a:pt x="604" y="1246"/>
                  </a:cubicBezTo>
                  <a:cubicBezTo>
                    <a:pt x="610" y="1219"/>
                    <a:pt x="626" y="1192"/>
                    <a:pt x="648" y="1176"/>
                  </a:cubicBezTo>
                  <a:cubicBezTo>
                    <a:pt x="680" y="1159"/>
                    <a:pt x="702" y="1132"/>
                    <a:pt x="713" y="1099"/>
                  </a:cubicBezTo>
                  <a:cubicBezTo>
                    <a:pt x="719" y="1056"/>
                    <a:pt x="767" y="1056"/>
                    <a:pt x="784" y="1029"/>
                  </a:cubicBezTo>
                  <a:cubicBezTo>
                    <a:pt x="789" y="1018"/>
                    <a:pt x="795" y="1013"/>
                    <a:pt x="795" y="1007"/>
                  </a:cubicBezTo>
                  <a:cubicBezTo>
                    <a:pt x="795" y="964"/>
                    <a:pt x="827" y="947"/>
                    <a:pt x="865" y="920"/>
                  </a:cubicBezTo>
                  <a:cubicBezTo>
                    <a:pt x="903" y="898"/>
                    <a:pt x="920" y="855"/>
                    <a:pt x="958" y="828"/>
                  </a:cubicBezTo>
                  <a:cubicBezTo>
                    <a:pt x="979" y="806"/>
                    <a:pt x="990" y="773"/>
                    <a:pt x="1012" y="762"/>
                  </a:cubicBezTo>
                  <a:cubicBezTo>
                    <a:pt x="1099" y="714"/>
                    <a:pt x="1143" y="621"/>
                    <a:pt x="1235" y="589"/>
                  </a:cubicBezTo>
                  <a:cubicBezTo>
                    <a:pt x="1273" y="507"/>
                    <a:pt x="1371" y="502"/>
                    <a:pt x="1420" y="431"/>
                  </a:cubicBezTo>
                  <a:lnTo>
                    <a:pt x="1431" y="431"/>
                  </a:lnTo>
                  <a:cubicBezTo>
                    <a:pt x="1440" y="435"/>
                    <a:pt x="1448" y="438"/>
                    <a:pt x="1455" y="438"/>
                  </a:cubicBezTo>
                  <a:cubicBezTo>
                    <a:pt x="1465" y="438"/>
                    <a:pt x="1473" y="433"/>
                    <a:pt x="1480" y="420"/>
                  </a:cubicBezTo>
                  <a:cubicBezTo>
                    <a:pt x="1481" y="420"/>
                    <a:pt x="1482" y="420"/>
                    <a:pt x="1483" y="420"/>
                  </a:cubicBezTo>
                  <a:cubicBezTo>
                    <a:pt x="1526" y="420"/>
                    <a:pt x="1538" y="347"/>
                    <a:pt x="1579" y="347"/>
                  </a:cubicBezTo>
                  <a:cubicBezTo>
                    <a:pt x="1586" y="347"/>
                    <a:pt x="1595" y="349"/>
                    <a:pt x="1605" y="355"/>
                  </a:cubicBezTo>
                  <a:cubicBezTo>
                    <a:pt x="1610" y="355"/>
                    <a:pt x="1615" y="344"/>
                    <a:pt x="1615" y="344"/>
                  </a:cubicBezTo>
                  <a:cubicBezTo>
                    <a:pt x="1612" y="323"/>
                    <a:pt x="1617" y="319"/>
                    <a:pt x="1626" y="319"/>
                  </a:cubicBezTo>
                  <a:cubicBezTo>
                    <a:pt x="1633" y="319"/>
                    <a:pt x="1643" y="322"/>
                    <a:pt x="1653" y="322"/>
                  </a:cubicBezTo>
                  <a:cubicBezTo>
                    <a:pt x="1658" y="323"/>
                    <a:pt x="1662" y="323"/>
                    <a:pt x="1666" y="323"/>
                  </a:cubicBezTo>
                  <a:cubicBezTo>
                    <a:pt x="1694" y="323"/>
                    <a:pt x="1722" y="308"/>
                    <a:pt x="1740" y="290"/>
                  </a:cubicBezTo>
                  <a:cubicBezTo>
                    <a:pt x="1755" y="271"/>
                    <a:pt x="1770" y="255"/>
                    <a:pt x="1788" y="255"/>
                  </a:cubicBezTo>
                  <a:cubicBezTo>
                    <a:pt x="1797" y="255"/>
                    <a:pt x="1806" y="259"/>
                    <a:pt x="1817" y="268"/>
                  </a:cubicBezTo>
                  <a:cubicBezTo>
                    <a:pt x="1864" y="239"/>
                    <a:pt x="1916" y="223"/>
                    <a:pt x="1971" y="223"/>
                  </a:cubicBezTo>
                  <a:cubicBezTo>
                    <a:pt x="1979" y="223"/>
                    <a:pt x="1988" y="224"/>
                    <a:pt x="1996" y="224"/>
                  </a:cubicBezTo>
                  <a:cubicBezTo>
                    <a:pt x="2001" y="224"/>
                    <a:pt x="2007" y="219"/>
                    <a:pt x="2007" y="219"/>
                  </a:cubicBezTo>
                  <a:cubicBezTo>
                    <a:pt x="2004" y="198"/>
                    <a:pt x="2010" y="194"/>
                    <a:pt x="2019" y="194"/>
                  </a:cubicBezTo>
                  <a:cubicBezTo>
                    <a:pt x="2026" y="194"/>
                    <a:pt x="2034" y="197"/>
                    <a:pt x="2039" y="197"/>
                  </a:cubicBezTo>
                  <a:cubicBezTo>
                    <a:pt x="2056" y="200"/>
                    <a:pt x="2082" y="202"/>
                    <a:pt x="2106" y="202"/>
                  </a:cubicBezTo>
                  <a:cubicBezTo>
                    <a:pt x="2136" y="202"/>
                    <a:pt x="2164" y="198"/>
                    <a:pt x="2170" y="186"/>
                  </a:cubicBezTo>
                  <a:cubicBezTo>
                    <a:pt x="2175" y="170"/>
                    <a:pt x="2186" y="165"/>
                    <a:pt x="2202" y="165"/>
                  </a:cubicBezTo>
                  <a:cubicBezTo>
                    <a:pt x="2208" y="163"/>
                    <a:pt x="2214" y="162"/>
                    <a:pt x="2220" y="162"/>
                  </a:cubicBezTo>
                  <a:cubicBezTo>
                    <a:pt x="2242" y="162"/>
                    <a:pt x="2264" y="172"/>
                    <a:pt x="2287" y="172"/>
                  </a:cubicBezTo>
                  <a:cubicBezTo>
                    <a:pt x="2297" y="172"/>
                    <a:pt x="2307" y="170"/>
                    <a:pt x="2317" y="165"/>
                  </a:cubicBezTo>
                  <a:cubicBezTo>
                    <a:pt x="2317" y="164"/>
                    <a:pt x="2318" y="164"/>
                    <a:pt x="2319" y="164"/>
                  </a:cubicBezTo>
                  <a:cubicBezTo>
                    <a:pt x="2328" y="164"/>
                    <a:pt x="2355" y="186"/>
                    <a:pt x="2355" y="186"/>
                  </a:cubicBezTo>
                  <a:cubicBezTo>
                    <a:pt x="2368" y="173"/>
                    <a:pt x="2381" y="169"/>
                    <a:pt x="2393" y="169"/>
                  </a:cubicBezTo>
                  <a:cubicBezTo>
                    <a:pt x="2411" y="169"/>
                    <a:pt x="2428" y="177"/>
                    <a:pt x="2445" y="177"/>
                  </a:cubicBezTo>
                  <a:cubicBezTo>
                    <a:pt x="2449" y="177"/>
                    <a:pt x="2454" y="177"/>
                    <a:pt x="2458" y="175"/>
                  </a:cubicBezTo>
                  <a:cubicBezTo>
                    <a:pt x="2463" y="174"/>
                    <a:pt x="2468" y="173"/>
                    <a:pt x="2473" y="173"/>
                  </a:cubicBezTo>
                  <a:cubicBezTo>
                    <a:pt x="2493" y="173"/>
                    <a:pt x="2514" y="183"/>
                    <a:pt x="2535" y="183"/>
                  </a:cubicBezTo>
                  <a:cubicBezTo>
                    <a:pt x="2544" y="183"/>
                    <a:pt x="2553" y="181"/>
                    <a:pt x="2561" y="175"/>
                  </a:cubicBezTo>
                  <a:cubicBezTo>
                    <a:pt x="2599" y="208"/>
                    <a:pt x="2659" y="186"/>
                    <a:pt x="2697" y="219"/>
                  </a:cubicBezTo>
                  <a:cubicBezTo>
                    <a:pt x="2701" y="221"/>
                    <a:pt x="2705" y="221"/>
                    <a:pt x="2710" y="221"/>
                  </a:cubicBezTo>
                  <a:cubicBezTo>
                    <a:pt x="2719" y="221"/>
                    <a:pt x="2730" y="219"/>
                    <a:pt x="2741" y="219"/>
                  </a:cubicBezTo>
                  <a:cubicBezTo>
                    <a:pt x="2779" y="224"/>
                    <a:pt x="2828" y="213"/>
                    <a:pt x="2855" y="241"/>
                  </a:cubicBezTo>
                  <a:cubicBezTo>
                    <a:pt x="2877" y="268"/>
                    <a:pt x="2904" y="284"/>
                    <a:pt x="2936" y="290"/>
                  </a:cubicBezTo>
                  <a:cubicBezTo>
                    <a:pt x="2969" y="300"/>
                    <a:pt x="3002" y="328"/>
                    <a:pt x="3034" y="328"/>
                  </a:cubicBezTo>
                  <a:cubicBezTo>
                    <a:pt x="3078" y="328"/>
                    <a:pt x="3083" y="377"/>
                    <a:pt x="3116" y="387"/>
                  </a:cubicBezTo>
                  <a:cubicBezTo>
                    <a:pt x="3154" y="398"/>
                    <a:pt x="3186" y="415"/>
                    <a:pt x="3219" y="436"/>
                  </a:cubicBezTo>
                  <a:cubicBezTo>
                    <a:pt x="3279" y="485"/>
                    <a:pt x="3339" y="540"/>
                    <a:pt x="3398" y="589"/>
                  </a:cubicBezTo>
                  <a:cubicBezTo>
                    <a:pt x="3469" y="648"/>
                    <a:pt x="3534" y="719"/>
                    <a:pt x="3589" y="795"/>
                  </a:cubicBezTo>
                  <a:cubicBezTo>
                    <a:pt x="3605" y="817"/>
                    <a:pt x="3621" y="833"/>
                    <a:pt x="3643" y="849"/>
                  </a:cubicBezTo>
                  <a:cubicBezTo>
                    <a:pt x="3654" y="860"/>
                    <a:pt x="3676" y="866"/>
                    <a:pt x="3681" y="866"/>
                  </a:cubicBezTo>
                  <a:cubicBezTo>
                    <a:pt x="3686" y="871"/>
                    <a:pt x="3676" y="893"/>
                    <a:pt x="3681" y="898"/>
                  </a:cubicBezTo>
                  <a:cubicBezTo>
                    <a:pt x="3697" y="920"/>
                    <a:pt x="3714" y="947"/>
                    <a:pt x="3730" y="969"/>
                  </a:cubicBezTo>
                  <a:cubicBezTo>
                    <a:pt x="3746" y="996"/>
                    <a:pt x="3752" y="1023"/>
                    <a:pt x="3784" y="1034"/>
                  </a:cubicBezTo>
                  <a:cubicBezTo>
                    <a:pt x="3768" y="1067"/>
                    <a:pt x="3806" y="1083"/>
                    <a:pt x="3811" y="1110"/>
                  </a:cubicBezTo>
                  <a:cubicBezTo>
                    <a:pt x="3817" y="1127"/>
                    <a:pt x="3828" y="1143"/>
                    <a:pt x="3844" y="1154"/>
                  </a:cubicBezTo>
                  <a:cubicBezTo>
                    <a:pt x="3866" y="1170"/>
                    <a:pt x="3888" y="1197"/>
                    <a:pt x="3893" y="1225"/>
                  </a:cubicBezTo>
                  <a:cubicBezTo>
                    <a:pt x="3909" y="1268"/>
                    <a:pt x="3926" y="1311"/>
                    <a:pt x="3947" y="1355"/>
                  </a:cubicBezTo>
                  <a:cubicBezTo>
                    <a:pt x="3969" y="1382"/>
                    <a:pt x="3985" y="1415"/>
                    <a:pt x="3996" y="1453"/>
                  </a:cubicBezTo>
                  <a:cubicBezTo>
                    <a:pt x="4029" y="1529"/>
                    <a:pt x="4034" y="1616"/>
                    <a:pt x="4083" y="1687"/>
                  </a:cubicBezTo>
                  <a:cubicBezTo>
                    <a:pt x="4083" y="1692"/>
                    <a:pt x="4083" y="1703"/>
                    <a:pt x="4083" y="1708"/>
                  </a:cubicBezTo>
                  <a:cubicBezTo>
                    <a:pt x="4094" y="1763"/>
                    <a:pt x="4132" y="1812"/>
                    <a:pt x="4110" y="1871"/>
                  </a:cubicBezTo>
                  <a:cubicBezTo>
                    <a:pt x="4110" y="1877"/>
                    <a:pt x="4116" y="1888"/>
                    <a:pt x="4121" y="1893"/>
                  </a:cubicBezTo>
                  <a:cubicBezTo>
                    <a:pt x="4143" y="1909"/>
                    <a:pt x="4149" y="1942"/>
                    <a:pt x="4143" y="1969"/>
                  </a:cubicBezTo>
                  <a:cubicBezTo>
                    <a:pt x="4143" y="1980"/>
                    <a:pt x="4149" y="1991"/>
                    <a:pt x="4154" y="2002"/>
                  </a:cubicBezTo>
                  <a:cubicBezTo>
                    <a:pt x="4165" y="2056"/>
                    <a:pt x="4176" y="2111"/>
                    <a:pt x="4187" y="2159"/>
                  </a:cubicBezTo>
                  <a:cubicBezTo>
                    <a:pt x="4208" y="2236"/>
                    <a:pt x="4219" y="2312"/>
                    <a:pt x="4219" y="2382"/>
                  </a:cubicBezTo>
                  <a:cubicBezTo>
                    <a:pt x="4219" y="2393"/>
                    <a:pt x="4230" y="2404"/>
                    <a:pt x="4230" y="2415"/>
                  </a:cubicBezTo>
                  <a:cubicBezTo>
                    <a:pt x="4241" y="2458"/>
                    <a:pt x="4268" y="2502"/>
                    <a:pt x="4252" y="2545"/>
                  </a:cubicBezTo>
                  <a:cubicBezTo>
                    <a:pt x="4235" y="2583"/>
                    <a:pt x="4257" y="2616"/>
                    <a:pt x="4257" y="2654"/>
                  </a:cubicBezTo>
                  <a:cubicBezTo>
                    <a:pt x="4257" y="2747"/>
                    <a:pt x="4290" y="2834"/>
                    <a:pt x="4274" y="2926"/>
                  </a:cubicBezTo>
                  <a:cubicBezTo>
                    <a:pt x="4295" y="2948"/>
                    <a:pt x="4268" y="2986"/>
                    <a:pt x="4279" y="2997"/>
                  </a:cubicBezTo>
                  <a:cubicBezTo>
                    <a:pt x="4301" y="3029"/>
                    <a:pt x="4306" y="3067"/>
                    <a:pt x="4295" y="3100"/>
                  </a:cubicBezTo>
                  <a:cubicBezTo>
                    <a:pt x="4279" y="3143"/>
                    <a:pt x="4295" y="3192"/>
                    <a:pt x="4284" y="3236"/>
                  </a:cubicBezTo>
                  <a:cubicBezTo>
                    <a:pt x="4279" y="3268"/>
                    <a:pt x="4295" y="3306"/>
                    <a:pt x="4284" y="3339"/>
                  </a:cubicBezTo>
                  <a:cubicBezTo>
                    <a:pt x="4274" y="3366"/>
                    <a:pt x="4290" y="3410"/>
                    <a:pt x="4290" y="3442"/>
                  </a:cubicBezTo>
                  <a:cubicBezTo>
                    <a:pt x="4290" y="3470"/>
                    <a:pt x="4284" y="3497"/>
                    <a:pt x="4274" y="3524"/>
                  </a:cubicBezTo>
                  <a:lnTo>
                    <a:pt x="4333" y="3611"/>
                  </a:lnTo>
                  <a:cubicBezTo>
                    <a:pt x="4333" y="3605"/>
                    <a:pt x="4339" y="3595"/>
                    <a:pt x="4344" y="3595"/>
                  </a:cubicBezTo>
                  <a:cubicBezTo>
                    <a:pt x="4399" y="3573"/>
                    <a:pt x="4437" y="3524"/>
                    <a:pt x="4442" y="3464"/>
                  </a:cubicBezTo>
                  <a:cubicBezTo>
                    <a:pt x="4453" y="3426"/>
                    <a:pt x="4458" y="3383"/>
                    <a:pt x="4458" y="3339"/>
                  </a:cubicBezTo>
                  <a:cubicBezTo>
                    <a:pt x="4458" y="3317"/>
                    <a:pt x="4442" y="3274"/>
                    <a:pt x="4453" y="3268"/>
                  </a:cubicBezTo>
                  <a:cubicBezTo>
                    <a:pt x="4480" y="3241"/>
                    <a:pt x="4442" y="3225"/>
                    <a:pt x="4453" y="3203"/>
                  </a:cubicBezTo>
                  <a:cubicBezTo>
                    <a:pt x="4458" y="3187"/>
                    <a:pt x="4447" y="3160"/>
                    <a:pt x="4469" y="3138"/>
                  </a:cubicBezTo>
                  <a:cubicBezTo>
                    <a:pt x="4431" y="3078"/>
                    <a:pt x="4480" y="3007"/>
                    <a:pt x="4431" y="2948"/>
                  </a:cubicBezTo>
                  <a:cubicBezTo>
                    <a:pt x="4431" y="2942"/>
                    <a:pt x="4431" y="2920"/>
                    <a:pt x="4431" y="2910"/>
                  </a:cubicBezTo>
                  <a:cubicBezTo>
                    <a:pt x="4475" y="2910"/>
                    <a:pt x="4453" y="2882"/>
                    <a:pt x="4453" y="2866"/>
                  </a:cubicBezTo>
                  <a:cubicBezTo>
                    <a:pt x="4447" y="2850"/>
                    <a:pt x="4431" y="2834"/>
                    <a:pt x="4420" y="2812"/>
                  </a:cubicBezTo>
                  <a:cubicBezTo>
                    <a:pt x="4469" y="2795"/>
                    <a:pt x="4447" y="2752"/>
                    <a:pt x="4447" y="2719"/>
                  </a:cubicBezTo>
                  <a:cubicBezTo>
                    <a:pt x="4447" y="2692"/>
                    <a:pt x="4442" y="2665"/>
                    <a:pt x="4437" y="2638"/>
                  </a:cubicBezTo>
                  <a:cubicBezTo>
                    <a:pt x="4431" y="2611"/>
                    <a:pt x="4431" y="2578"/>
                    <a:pt x="4437" y="2545"/>
                  </a:cubicBezTo>
                  <a:cubicBezTo>
                    <a:pt x="4442" y="2518"/>
                    <a:pt x="4442" y="2486"/>
                    <a:pt x="4399" y="2486"/>
                  </a:cubicBezTo>
                  <a:lnTo>
                    <a:pt x="4426" y="2420"/>
                  </a:lnTo>
                  <a:lnTo>
                    <a:pt x="4377" y="2366"/>
                  </a:lnTo>
                  <a:cubicBezTo>
                    <a:pt x="4388" y="2333"/>
                    <a:pt x="4388" y="2301"/>
                    <a:pt x="4377" y="2274"/>
                  </a:cubicBezTo>
                  <a:cubicBezTo>
                    <a:pt x="4371" y="2257"/>
                    <a:pt x="4361" y="2241"/>
                    <a:pt x="4355" y="2225"/>
                  </a:cubicBezTo>
                  <a:cubicBezTo>
                    <a:pt x="4361" y="2214"/>
                    <a:pt x="4377" y="2203"/>
                    <a:pt x="4388" y="2187"/>
                  </a:cubicBezTo>
                  <a:lnTo>
                    <a:pt x="4322" y="2083"/>
                  </a:lnTo>
                  <a:lnTo>
                    <a:pt x="4339" y="2024"/>
                  </a:lnTo>
                  <a:lnTo>
                    <a:pt x="4312" y="2024"/>
                  </a:lnTo>
                  <a:lnTo>
                    <a:pt x="4284" y="1980"/>
                  </a:lnTo>
                  <a:lnTo>
                    <a:pt x="4322" y="1958"/>
                  </a:lnTo>
                  <a:cubicBezTo>
                    <a:pt x="4355" y="1915"/>
                    <a:pt x="4301" y="1882"/>
                    <a:pt x="4312" y="1839"/>
                  </a:cubicBezTo>
                  <a:lnTo>
                    <a:pt x="4246" y="1817"/>
                  </a:lnTo>
                  <a:lnTo>
                    <a:pt x="4301" y="1768"/>
                  </a:lnTo>
                  <a:lnTo>
                    <a:pt x="4241" y="1687"/>
                  </a:lnTo>
                  <a:lnTo>
                    <a:pt x="4274" y="1649"/>
                  </a:lnTo>
                  <a:cubicBezTo>
                    <a:pt x="4246" y="1605"/>
                    <a:pt x="4219" y="1572"/>
                    <a:pt x="4230" y="1523"/>
                  </a:cubicBezTo>
                  <a:lnTo>
                    <a:pt x="4230" y="1523"/>
                  </a:lnTo>
                  <a:lnTo>
                    <a:pt x="4192" y="1529"/>
                  </a:lnTo>
                  <a:lnTo>
                    <a:pt x="4203" y="1464"/>
                  </a:lnTo>
                  <a:cubicBezTo>
                    <a:pt x="4181" y="1437"/>
                    <a:pt x="4159" y="1415"/>
                    <a:pt x="4143" y="1388"/>
                  </a:cubicBezTo>
                  <a:cubicBezTo>
                    <a:pt x="4132" y="1377"/>
                    <a:pt x="4127" y="1360"/>
                    <a:pt x="4132" y="1350"/>
                  </a:cubicBezTo>
                  <a:cubicBezTo>
                    <a:pt x="4149" y="1322"/>
                    <a:pt x="4132" y="1306"/>
                    <a:pt x="4110" y="1290"/>
                  </a:cubicBezTo>
                  <a:cubicBezTo>
                    <a:pt x="4094" y="1273"/>
                    <a:pt x="4083" y="1257"/>
                    <a:pt x="4083" y="1235"/>
                  </a:cubicBezTo>
                  <a:cubicBezTo>
                    <a:pt x="4078" y="1225"/>
                    <a:pt x="4089" y="1208"/>
                    <a:pt x="4094" y="1197"/>
                  </a:cubicBezTo>
                  <a:cubicBezTo>
                    <a:pt x="4067" y="1154"/>
                    <a:pt x="4034" y="1105"/>
                    <a:pt x="4002" y="1051"/>
                  </a:cubicBezTo>
                  <a:cubicBezTo>
                    <a:pt x="3985" y="1018"/>
                    <a:pt x="3964" y="980"/>
                    <a:pt x="3920" y="974"/>
                  </a:cubicBezTo>
                  <a:cubicBezTo>
                    <a:pt x="3942" y="915"/>
                    <a:pt x="3942" y="909"/>
                    <a:pt x="3893" y="898"/>
                  </a:cubicBezTo>
                  <a:cubicBezTo>
                    <a:pt x="3888" y="898"/>
                    <a:pt x="3882" y="893"/>
                    <a:pt x="3871" y="893"/>
                  </a:cubicBezTo>
                  <a:cubicBezTo>
                    <a:pt x="3882" y="877"/>
                    <a:pt x="3888" y="866"/>
                    <a:pt x="3898" y="855"/>
                  </a:cubicBezTo>
                  <a:cubicBezTo>
                    <a:pt x="3860" y="817"/>
                    <a:pt x="3839" y="757"/>
                    <a:pt x="3773" y="752"/>
                  </a:cubicBezTo>
                  <a:lnTo>
                    <a:pt x="3817" y="724"/>
                  </a:lnTo>
                  <a:lnTo>
                    <a:pt x="3811" y="708"/>
                  </a:lnTo>
                  <a:lnTo>
                    <a:pt x="3741" y="708"/>
                  </a:lnTo>
                  <a:cubicBezTo>
                    <a:pt x="3735" y="692"/>
                    <a:pt x="3741" y="659"/>
                    <a:pt x="3703" y="654"/>
                  </a:cubicBezTo>
                  <a:cubicBezTo>
                    <a:pt x="3697" y="654"/>
                    <a:pt x="3665" y="632"/>
                    <a:pt x="3686" y="605"/>
                  </a:cubicBezTo>
                  <a:lnTo>
                    <a:pt x="3610" y="561"/>
                  </a:lnTo>
                  <a:cubicBezTo>
                    <a:pt x="3605" y="545"/>
                    <a:pt x="3605" y="523"/>
                    <a:pt x="3599" y="491"/>
                  </a:cubicBezTo>
                  <a:cubicBezTo>
                    <a:pt x="3589" y="518"/>
                    <a:pt x="3589" y="534"/>
                    <a:pt x="3578" y="572"/>
                  </a:cubicBezTo>
                  <a:cubicBezTo>
                    <a:pt x="3567" y="534"/>
                    <a:pt x="3556" y="502"/>
                    <a:pt x="3545" y="469"/>
                  </a:cubicBezTo>
                  <a:cubicBezTo>
                    <a:pt x="3529" y="447"/>
                    <a:pt x="3513" y="431"/>
                    <a:pt x="3491" y="420"/>
                  </a:cubicBezTo>
                  <a:cubicBezTo>
                    <a:pt x="3464" y="409"/>
                    <a:pt x="3436" y="404"/>
                    <a:pt x="3409" y="393"/>
                  </a:cubicBezTo>
                  <a:lnTo>
                    <a:pt x="3436" y="371"/>
                  </a:lnTo>
                  <a:cubicBezTo>
                    <a:pt x="3420" y="371"/>
                    <a:pt x="3409" y="366"/>
                    <a:pt x="3398" y="360"/>
                  </a:cubicBezTo>
                  <a:cubicBezTo>
                    <a:pt x="3387" y="349"/>
                    <a:pt x="3387" y="328"/>
                    <a:pt x="3377" y="322"/>
                  </a:cubicBezTo>
                  <a:cubicBezTo>
                    <a:pt x="3306" y="284"/>
                    <a:pt x="3235" y="235"/>
                    <a:pt x="3175" y="186"/>
                  </a:cubicBezTo>
                  <a:cubicBezTo>
                    <a:pt x="3175" y="181"/>
                    <a:pt x="3175" y="181"/>
                    <a:pt x="3170" y="181"/>
                  </a:cubicBezTo>
                  <a:cubicBezTo>
                    <a:pt x="3121" y="170"/>
                    <a:pt x="3072" y="154"/>
                    <a:pt x="3029" y="137"/>
                  </a:cubicBezTo>
                  <a:cubicBezTo>
                    <a:pt x="2985" y="110"/>
                    <a:pt x="2942" y="94"/>
                    <a:pt x="2893" y="83"/>
                  </a:cubicBezTo>
                  <a:cubicBezTo>
                    <a:pt x="2838" y="78"/>
                    <a:pt x="2790" y="61"/>
                    <a:pt x="2741" y="45"/>
                  </a:cubicBezTo>
                  <a:cubicBezTo>
                    <a:pt x="2692" y="29"/>
                    <a:pt x="2637" y="23"/>
                    <a:pt x="2588" y="18"/>
                  </a:cubicBezTo>
                  <a:cubicBezTo>
                    <a:pt x="2575" y="15"/>
                    <a:pt x="2560" y="15"/>
                    <a:pt x="2544" y="15"/>
                  </a:cubicBezTo>
                  <a:cubicBezTo>
                    <a:pt x="2529" y="15"/>
                    <a:pt x="2512" y="15"/>
                    <a:pt x="2496" y="12"/>
                  </a:cubicBezTo>
                  <a:cubicBezTo>
                    <a:pt x="2452" y="6"/>
                    <a:pt x="2409" y="1"/>
                    <a:pt x="23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3"/>
            <p:cNvSpPr/>
            <p:nvPr/>
          </p:nvSpPr>
          <p:spPr>
            <a:xfrm>
              <a:off x="2673642" y="2020534"/>
              <a:ext cx="873770" cy="881528"/>
            </a:xfrm>
            <a:custGeom>
              <a:rect b="b" l="l" r="r" t="t"/>
              <a:pathLst>
                <a:path extrusionOk="0" h="7613" w="7546">
                  <a:moveTo>
                    <a:pt x="3881" y="136"/>
                  </a:moveTo>
                  <a:cubicBezTo>
                    <a:pt x="3883" y="136"/>
                    <a:pt x="3885" y="136"/>
                    <a:pt x="3887" y="138"/>
                  </a:cubicBezTo>
                  <a:cubicBezTo>
                    <a:pt x="3911" y="142"/>
                    <a:pt x="3938" y="155"/>
                    <a:pt x="3957" y="155"/>
                  </a:cubicBezTo>
                  <a:cubicBezTo>
                    <a:pt x="3964" y="155"/>
                    <a:pt x="3970" y="153"/>
                    <a:pt x="3974" y="149"/>
                  </a:cubicBezTo>
                  <a:cubicBezTo>
                    <a:pt x="3984" y="144"/>
                    <a:pt x="3993" y="143"/>
                    <a:pt x="4002" y="143"/>
                  </a:cubicBezTo>
                  <a:cubicBezTo>
                    <a:pt x="4024" y="143"/>
                    <a:pt x="4041" y="154"/>
                    <a:pt x="4061" y="154"/>
                  </a:cubicBezTo>
                  <a:cubicBezTo>
                    <a:pt x="4121" y="165"/>
                    <a:pt x="4180" y="171"/>
                    <a:pt x="4235" y="181"/>
                  </a:cubicBezTo>
                  <a:cubicBezTo>
                    <a:pt x="4237" y="182"/>
                    <a:pt x="4240" y="182"/>
                    <a:pt x="4242" y="182"/>
                  </a:cubicBezTo>
                  <a:cubicBezTo>
                    <a:pt x="4262" y="182"/>
                    <a:pt x="4285" y="171"/>
                    <a:pt x="4306" y="171"/>
                  </a:cubicBezTo>
                  <a:cubicBezTo>
                    <a:pt x="4322" y="171"/>
                    <a:pt x="4338" y="178"/>
                    <a:pt x="4349" y="203"/>
                  </a:cubicBezTo>
                  <a:cubicBezTo>
                    <a:pt x="4352" y="209"/>
                    <a:pt x="4360" y="210"/>
                    <a:pt x="4369" y="210"/>
                  </a:cubicBezTo>
                  <a:cubicBezTo>
                    <a:pt x="4379" y="210"/>
                    <a:pt x="4390" y="209"/>
                    <a:pt x="4398" y="209"/>
                  </a:cubicBezTo>
                  <a:cubicBezTo>
                    <a:pt x="4406" y="206"/>
                    <a:pt x="4414" y="205"/>
                    <a:pt x="4422" y="205"/>
                  </a:cubicBezTo>
                  <a:cubicBezTo>
                    <a:pt x="4430" y="205"/>
                    <a:pt x="4439" y="206"/>
                    <a:pt x="4447" y="209"/>
                  </a:cubicBezTo>
                  <a:cubicBezTo>
                    <a:pt x="4470" y="220"/>
                    <a:pt x="4492" y="234"/>
                    <a:pt x="4517" y="234"/>
                  </a:cubicBezTo>
                  <a:cubicBezTo>
                    <a:pt x="4528" y="234"/>
                    <a:pt x="4539" y="231"/>
                    <a:pt x="4550" y="225"/>
                  </a:cubicBezTo>
                  <a:cubicBezTo>
                    <a:pt x="4594" y="241"/>
                    <a:pt x="4648" y="252"/>
                    <a:pt x="4697" y="258"/>
                  </a:cubicBezTo>
                  <a:cubicBezTo>
                    <a:pt x="4740" y="268"/>
                    <a:pt x="4784" y="274"/>
                    <a:pt x="4833" y="285"/>
                  </a:cubicBezTo>
                  <a:lnTo>
                    <a:pt x="4931" y="306"/>
                  </a:lnTo>
                  <a:lnTo>
                    <a:pt x="4958" y="306"/>
                  </a:lnTo>
                  <a:cubicBezTo>
                    <a:pt x="4972" y="302"/>
                    <a:pt x="4987" y="299"/>
                    <a:pt x="5001" y="299"/>
                  </a:cubicBezTo>
                  <a:cubicBezTo>
                    <a:pt x="5019" y="299"/>
                    <a:pt x="5035" y="303"/>
                    <a:pt x="5050" y="312"/>
                  </a:cubicBezTo>
                  <a:cubicBezTo>
                    <a:pt x="5072" y="328"/>
                    <a:pt x="5110" y="312"/>
                    <a:pt x="5105" y="355"/>
                  </a:cubicBezTo>
                  <a:cubicBezTo>
                    <a:pt x="5134" y="365"/>
                    <a:pt x="5163" y="383"/>
                    <a:pt x="5188" y="383"/>
                  </a:cubicBezTo>
                  <a:cubicBezTo>
                    <a:pt x="5191" y="383"/>
                    <a:pt x="5194" y="383"/>
                    <a:pt x="5197" y="383"/>
                  </a:cubicBezTo>
                  <a:cubicBezTo>
                    <a:pt x="5246" y="383"/>
                    <a:pt x="5300" y="399"/>
                    <a:pt x="5344" y="431"/>
                  </a:cubicBezTo>
                  <a:cubicBezTo>
                    <a:pt x="5371" y="442"/>
                    <a:pt x="5398" y="464"/>
                    <a:pt x="5420" y="491"/>
                  </a:cubicBezTo>
                  <a:cubicBezTo>
                    <a:pt x="5442" y="529"/>
                    <a:pt x="5496" y="529"/>
                    <a:pt x="5529" y="562"/>
                  </a:cubicBezTo>
                  <a:cubicBezTo>
                    <a:pt x="5605" y="627"/>
                    <a:pt x="5708" y="649"/>
                    <a:pt x="5773" y="725"/>
                  </a:cubicBezTo>
                  <a:cubicBezTo>
                    <a:pt x="5776" y="725"/>
                    <a:pt x="5778" y="725"/>
                    <a:pt x="5781" y="725"/>
                  </a:cubicBezTo>
                  <a:cubicBezTo>
                    <a:pt x="5833" y="725"/>
                    <a:pt x="5840" y="780"/>
                    <a:pt x="5876" y="801"/>
                  </a:cubicBezTo>
                  <a:cubicBezTo>
                    <a:pt x="5920" y="823"/>
                    <a:pt x="5958" y="845"/>
                    <a:pt x="5991" y="877"/>
                  </a:cubicBezTo>
                  <a:cubicBezTo>
                    <a:pt x="6061" y="942"/>
                    <a:pt x="6154" y="991"/>
                    <a:pt x="6230" y="1051"/>
                  </a:cubicBezTo>
                  <a:cubicBezTo>
                    <a:pt x="6273" y="1089"/>
                    <a:pt x="6306" y="1138"/>
                    <a:pt x="6349" y="1176"/>
                  </a:cubicBezTo>
                  <a:cubicBezTo>
                    <a:pt x="6382" y="1203"/>
                    <a:pt x="6409" y="1241"/>
                    <a:pt x="6436" y="1274"/>
                  </a:cubicBezTo>
                  <a:cubicBezTo>
                    <a:pt x="6453" y="1290"/>
                    <a:pt x="6480" y="1312"/>
                    <a:pt x="6485" y="1334"/>
                  </a:cubicBezTo>
                  <a:cubicBezTo>
                    <a:pt x="6502" y="1377"/>
                    <a:pt x="6561" y="1383"/>
                    <a:pt x="6567" y="1437"/>
                  </a:cubicBezTo>
                  <a:cubicBezTo>
                    <a:pt x="6567" y="1443"/>
                    <a:pt x="6578" y="1453"/>
                    <a:pt x="6588" y="1459"/>
                  </a:cubicBezTo>
                  <a:cubicBezTo>
                    <a:pt x="6632" y="1464"/>
                    <a:pt x="6643" y="1502"/>
                    <a:pt x="6665" y="1524"/>
                  </a:cubicBezTo>
                  <a:cubicBezTo>
                    <a:pt x="6708" y="1573"/>
                    <a:pt x="6752" y="1622"/>
                    <a:pt x="6790" y="1665"/>
                  </a:cubicBezTo>
                  <a:cubicBezTo>
                    <a:pt x="6800" y="1682"/>
                    <a:pt x="6811" y="1693"/>
                    <a:pt x="6817" y="1709"/>
                  </a:cubicBezTo>
                  <a:cubicBezTo>
                    <a:pt x="6828" y="1736"/>
                    <a:pt x="6828" y="1774"/>
                    <a:pt x="6866" y="1785"/>
                  </a:cubicBezTo>
                  <a:cubicBezTo>
                    <a:pt x="6877" y="1785"/>
                    <a:pt x="6871" y="1823"/>
                    <a:pt x="6882" y="1834"/>
                  </a:cubicBezTo>
                  <a:cubicBezTo>
                    <a:pt x="6947" y="1883"/>
                    <a:pt x="6953" y="1975"/>
                    <a:pt x="7023" y="2024"/>
                  </a:cubicBezTo>
                  <a:cubicBezTo>
                    <a:pt x="7029" y="2068"/>
                    <a:pt x="7094" y="2089"/>
                    <a:pt x="7083" y="2144"/>
                  </a:cubicBezTo>
                  <a:cubicBezTo>
                    <a:pt x="7078" y="2155"/>
                    <a:pt x="7089" y="2166"/>
                    <a:pt x="7094" y="2176"/>
                  </a:cubicBezTo>
                  <a:cubicBezTo>
                    <a:pt x="7127" y="2220"/>
                    <a:pt x="7148" y="2269"/>
                    <a:pt x="7165" y="2318"/>
                  </a:cubicBezTo>
                  <a:cubicBezTo>
                    <a:pt x="7165" y="2367"/>
                    <a:pt x="7197" y="2399"/>
                    <a:pt x="7203" y="2443"/>
                  </a:cubicBezTo>
                  <a:cubicBezTo>
                    <a:pt x="7203" y="2486"/>
                    <a:pt x="7224" y="2530"/>
                    <a:pt x="7224" y="2579"/>
                  </a:cubicBezTo>
                  <a:cubicBezTo>
                    <a:pt x="7224" y="2584"/>
                    <a:pt x="7230" y="2590"/>
                    <a:pt x="7230" y="2595"/>
                  </a:cubicBezTo>
                  <a:cubicBezTo>
                    <a:pt x="7295" y="2655"/>
                    <a:pt x="7268" y="2753"/>
                    <a:pt x="7322" y="2823"/>
                  </a:cubicBezTo>
                  <a:cubicBezTo>
                    <a:pt x="7328" y="2834"/>
                    <a:pt x="7328" y="2845"/>
                    <a:pt x="7322" y="2850"/>
                  </a:cubicBezTo>
                  <a:cubicBezTo>
                    <a:pt x="7301" y="2883"/>
                    <a:pt x="7317" y="2899"/>
                    <a:pt x="7339" y="2921"/>
                  </a:cubicBezTo>
                  <a:cubicBezTo>
                    <a:pt x="7344" y="2921"/>
                    <a:pt x="7344" y="2927"/>
                    <a:pt x="7344" y="2927"/>
                  </a:cubicBezTo>
                  <a:cubicBezTo>
                    <a:pt x="7349" y="2959"/>
                    <a:pt x="7355" y="2986"/>
                    <a:pt x="7360" y="3014"/>
                  </a:cubicBezTo>
                  <a:cubicBezTo>
                    <a:pt x="7371" y="3041"/>
                    <a:pt x="7393" y="3057"/>
                    <a:pt x="7404" y="3095"/>
                  </a:cubicBezTo>
                  <a:cubicBezTo>
                    <a:pt x="7420" y="3128"/>
                    <a:pt x="7442" y="3166"/>
                    <a:pt x="7431" y="3193"/>
                  </a:cubicBezTo>
                  <a:cubicBezTo>
                    <a:pt x="7426" y="3226"/>
                    <a:pt x="7431" y="3264"/>
                    <a:pt x="7453" y="3291"/>
                  </a:cubicBezTo>
                  <a:cubicBezTo>
                    <a:pt x="7458" y="3312"/>
                    <a:pt x="7420" y="3340"/>
                    <a:pt x="7458" y="3351"/>
                  </a:cubicBezTo>
                  <a:cubicBezTo>
                    <a:pt x="7464" y="3351"/>
                    <a:pt x="7453" y="3405"/>
                    <a:pt x="7453" y="3421"/>
                  </a:cubicBezTo>
                  <a:cubicBezTo>
                    <a:pt x="7447" y="3437"/>
                    <a:pt x="7409" y="3459"/>
                    <a:pt x="7458" y="3470"/>
                  </a:cubicBezTo>
                  <a:lnTo>
                    <a:pt x="7458" y="3476"/>
                  </a:lnTo>
                  <a:cubicBezTo>
                    <a:pt x="7415" y="3503"/>
                    <a:pt x="7447" y="3541"/>
                    <a:pt x="7436" y="3573"/>
                  </a:cubicBezTo>
                  <a:cubicBezTo>
                    <a:pt x="7420" y="3601"/>
                    <a:pt x="7426" y="3633"/>
                    <a:pt x="7447" y="3655"/>
                  </a:cubicBezTo>
                  <a:cubicBezTo>
                    <a:pt x="7447" y="3666"/>
                    <a:pt x="7447" y="3677"/>
                    <a:pt x="7447" y="3682"/>
                  </a:cubicBezTo>
                  <a:cubicBezTo>
                    <a:pt x="7426" y="3715"/>
                    <a:pt x="7426" y="3753"/>
                    <a:pt x="7431" y="3791"/>
                  </a:cubicBezTo>
                  <a:cubicBezTo>
                    <a:pt x="7447" y="3818"/>
                    <a:pt x="7404" y="3845"/>
                    <a:pt x="7426" y="3878"/>
                  </a:cubicBezTo>
                  <a:cubicBezTo>
                    <a:pt x="7442" y="3900"/>
                    <a:pt x="7398" y="3916"/>
                    <a:pt x="7409" y="3948"/>
                  </a:cubicBezTo>
                  <a:cubicBezTo>
                    <a:pt x="7409" y="3992"/>
                    <a:pt x="7404" y="4041"/>
                    <a:pt x="7398" y="4084"/>
                  </a:cubicBezTo>
                  <a:cubicBezTo>
                    <a:pt x="7398" y="4106"/>
                    <a:pt x="7398" y="4128"/>
                    <a:pt x="7382" y="4144"/>
                  </a:cubicBezTo>
                  <a:cubicBezTo>
                    <a:pt x="7377" y="4150"/>
                    <a:pt x="7377" y="4160"/>
                    <a:pt x="7382" y="4171"/>
                  </a:cubicBezTo>
                  <a:cubicBezTo>
                    <a:pt x="7404" y="4193"/>
                    <a:pt x="7404" y="4209"/>
                    <a:pt x="7377" y="4231"/>
                  </a:cubicBezTo>
                  <a:cubicBezTo>
                    <a:pt x="7366" y="4237"/>
                    <a:pt x="7366" y="4253"/>
                    <a:pt x="7366" y="4264"/>
                  </a:cubicBezTo>
                  <a:cubicBezTo>
                    <a:pt x="7382" y="4302"/>
                    <a:pt x="7339" y="4340"/>
                    <a:pt x="7366" y="4378"/>
                  </a:cubicBezTo>
                  <a:cubicBezTo>
                    <a:pt x="7371" y="4378"/>
                    <a:pt x="7366" y="4394"/>
                    <a:pt x="7360" y="4400"/>
                  </a:cubicBezTo>
                  <a:cubicBezTo>
                    <a:pt x="7322" y="4438"/>
                    <a:pt x="7333" y="4497"/>
                    <a:pt x="7322" y="4546"/>
                  </a:cubicBezTo>
                  <a:cubicBezTo>
                    <a:pt x="7301" y="4612"/>
                    <a:pt x="7290" y="4671"/>
                    <a:pt x="7279" y="4731"/>
                  </a:cubicBezTo>
                  <a:cubicBezTo>
                    <a:pt x="7263" y="4791"/>
                    <a:pt x="7246" y="4840"/>
                    <a:pt x="7224" y="4894"/>
                  </a:cubicBezTo>
                  <a:cubicBezTo>
                    <a:pt x="7219" y="4905"/>
                    <a:pt x="7219" y="4921"/>
                    <a:pt x="7224" y="4932"/>
                  </a:cubicBezTo>
                  <a:cubicBezTo>
                    <a:pt x="7235" y="4960"/>
                    <a:pt x="7224" y="4981"/>
                    <a:pt x="7208" y="5003"/>
                  </a:cubicBezTo>
                  <a:cubicBezTo>
                    <a:pt x="7197" y="5019"/>
                    <a:pt x="7176" y="5046"/>
                    <a:pt x="7181" y="5063"/>
                  </a:cubicBezTo>
                  <a:cubicBezTo>
                    <a:pt x="7197" y="5106"/>
                    <a:pt x="7170" y="5128"/>
                    <a:pt x="7154" y="5155"/>
                  </a:cubicBezTo>
                  <a:cubicBezTo>
                    <a:pt x="7138" y="5199"/>
                    <a:pt x="7116" y="5242"/>
                    <a:pt x="7099" y="5286"/>
                  </a:cubicBezTo>
                  <a:cubicBezTo>
                    <a:pt x="7083" y="5351"/>
                    <a:pt x="7051" y="5411"/>
                    <a:pt x="7002" y="5460"/>
                  </a:cubicBezTo>
                  <a:cubicBezTo>
                    <a:pt x="6991" y="5476"/>
                    <a:pt x="6985" y="5487"/>
                    <a:pt x="6980" y="5503"/>
                  </a:cubicBezTo>
                  <a:cubicBezTo>
                    <a:pt x="6974" y="5525"/>
                    <a:pt x="6964" y="5547"/>
                    <a:pt x="6953" y="5563"/>
                  </a:cubicBezTo>
                  <a:cubicBezTo>
                    <a:pt x="6926" y="5585"/>
                    <a:pt x="6909" y="5617"/>
                    <a:pt x="6909" y="5650"/>
                  </a:cubicBezTo>
                  <a:cubicBezTo>
                    <a:pt x="6909" y="5661"/>
                    <a:pt x="6893" y="5672"/>
                    <a:pt x="6887" y="5682"/>
                  </a:cubicBezTo>
                  <a:cubicBezTo>
                    <a:pt x="6849" y="5731"/>
                    <a:pt x="6817" y="5786"/>
                    <a:pt x="6790" y="5846"/>
                  </a:cubicBezTo>
                  <a:cubicBezTo>
                    <a:pt x="6779" y="5867"/>
                    <a:pt x="6768" y="5889"/>
                    <a:pt x="6752" y="5905"/>
                  </a:cubicBezTo>
                  <a:cubicBezTo>
                    <a:pt x="6714" y="5949"/>
                    <a:pt x="6681" y="5992"/>
                    <a:pt x="6654" y="6041"/>
                  </a:cubicBezTo>
                  <a:cubicBezTo>
                    <a:pt x="6632" y="6068"/>
                    <a:pt x="6610" y="6096"/>
                    <a:pt x="6588" y="6117"/>
                  </a:cubicBezTo>
                  <a:cubicBezTo>
                    <a:pt x="6556" y="6161"/>
                    <a:pt x="6523" y="6199"/>
                    <a:pt x="6491" y="6237"/>
                  </a:cubicBezTo>
                  <a:cubicBezTo>
                    <a:pt x="6442" y="6313"/>
                    <a:pt x="6382" y="6384"/>
                    <a:pt x="6306" y="6438"/>
                  </a:cubicBezTo>
                  <a:cubicBezTo>
                    <a:pt x="6268" y="6525"/>
                    <a:pt x="6170" y="6552"/>
                    <a:pt x="6121" y="6623"/>
                  </a:cubicBezTo>
                  <a:cubicBezTo>
                    <a:pt x="6116" y="6628"/>
                    <a:pt x="6116" y="6634"/>
                    <a:pt x="6110" y="6639"/>
                  </a:cubicBezTo>
                  <a:cubicBezTo>
                    <a:pt x="6083" y="6661"/>
                    <a:pt x="6045" y="6666"/>
                    <a:pt x="6023" y="6704"/>
                  </a:cubicBezTo>
                  <a:cubicBezTo>
                    <a:pt x="6007" y="6737"/>
                    <a:pt x="5974" y="6742"/>
                    <a:pt x="5936" y="6770"/>
                  </a:cubicBezTo>
                  <a:cubicBezTo>
                    <a:pt x="5893" y="6797"/>
                    <a:pt x="5844" y="6808"/>
                    <a:pt x="5806" y="6840"/>
                  </a:cubicBezTo>
                  <a:cubicBezTo>
                    <a:pt x="5768" y="6867"/>
                    <a:pt x="5730" y="6895"/>
                    <a:pt x="5692" y="6927"/>
                  </a:cubicBezTo>
                  <a:cubicBezTo>
                    <a:pt x="5675" y="6938"/>
                    <a:pt x="5654" y="6949"/>
                    <a:pt x="5632" y="6960"/>
                  </a:cubicBezTo>
                  <a:cubicBezTo>
                    <a:pt x="5567" y="7003"/>
                    <a:pt x="5507" y="7041"/>
                    <a:pt x="5436" y="7079"/>
                  </a:cubicBezTo>
                  <a:cubicBezTo>
                    <a:pt x="5409" y="7101"/>
                    <a:pt x="5376" y="7118"/>
                    <a:pt x="5344" y="7123"/>
                  </a:cubicBezTo>
                  <a:cubicBezTo>
                    <a:pt x="5306" y="7139"/>
                    <a:pt x="5268" y="7156"/>
                    <a:pt x="5230" y="7177"/>
                  </a:cubicBezTo>
                  <a:cubicBezTo>
                    <a:pt x="5159" y="7210"/>
                    <a:pt x="5083" y="7237"/>
                    <a:pt x="5007" y="7264"/>
                  </a:cubicBezTo>
                  <a:cubicBezTo>
                    <a:pt x="4893" y="7313"/>
                    <a:pt x="4778" y="7340"/>
                    <a:pt x="4664" y="7384"/>
                  </a:cubicBezTo>
                  <a:cubicBezTo>
                    <a:pt x="4588" y="7411"/>
                    <a:pt x="4507" y="7433"/>
                    <a:pt x="4420" y="7444"/>
                  </a:cubicBezTo>
                  <a:cubicBezTo>
                    <a:pt x="4366" y="7460"/>
                    <a:pt x="4308" y="7467"/>
                    <a:pt x="4253" y="7467"/>
                  </a:cubicBezTo>
                  <a:cubicBezTo>
                    <a:pt x="4236" y="7467"/>
                    <a:pt x="4219" y="7467"/>
                    <a:pt x="4202" y="7465"/>
                  </a:cubicBezTo>
                  <a:cubicBezTo>
                    <a:pt x="4132" y="7509"/>
                    <a:pt x="4050" y="7476"/>
                    <a:pt x="3979" y="7503"/>
                  </a:cubicBezTo>
                  <a:cubicBezTo>
                    <a:pt x="3966" y="7509"/>
                    <a:pt x="3951" y="7512"/>
                    <a:pt x="3936" y="7512"/>
                  </a:cubicBezTo>
                  <a:cubicBezTo>
                    <a:pt x="3921" y="7512"/>
                    <a:pt x="3906" y="7509"/>
                    <a:pt x="3892" y="7503"/>
                  </a:cubicBezTo>
                  <a:cubicBezTo>
                    <a:pt x="3862" y="7500"/>
                    <a:pt x="3832" y="7492"/>
                    <a:pt x="3802" y="7492"/>
                  </a:cubicBezTo>
                  <a:cubicBezTo>
                    <a:pt x="3779" y="7492"/>
                    <a:pt x="3756" y="7497"/>
                    <a:pt x="3735" y="7514"/>
                  </a:cubicBezTo>
                  <a:cubicBezTo>
                    <a:pt x="3732" y="7517"/>
                    <a:pt x="3728" y="7518"/>
                    <a:pt x="3724" y="7518"/>
                  </a:cubicBezTo>
                  <a:cubicBezTo>
                    <a:pt x="3720" y="7518"/>
                    <a:pt x="3716" y="7517"/>
                    <a:pt x="3713" y="7514"/>
                  </a:cubicBezTo>
                  <a:cubicBezTo>
                    <a:pt x="3704" y="7501"/>
                    <a:pt x="3692" y="7498"/>
                    <a:pt x="3680" y="7498"/>
                  </a:cubicBezTo>
                  <a:cubicBezTo>
                    <a:pt x="3667" y="7498"/>
                    <a:pt x="3652" y="7502"/>
                    <a:pt x="3638" y="7502"/>
                  </a:cubicBezTo>
                  <a:cubicBezTo>
                    <a:pt x="3628" y="7502"/>
                    <a:pt x="3619" y="7500"/>
                    <a:pt x="3610" y="7493"/>
                  </a:cubicBezTo>
                  <a:cubicBezTo>
                    <a:pt x="3594" y="7499"/>
                    <a:pt x="3579" y="7501"/>
                    <a:pt x="3563" y="7501"/>
                  </a:cubicBezTo>
                  <a:cubicBezTo>
                    <a:pt x="3524" y="7501"/>
                    <a:pt x="3485" y="7487"/>
                    <a:pt x="3447" y="7487"/>
                  </a:cubicBezTo>
                  <a:cubicBezTo>
                    <a:pt x="3442" y="7489"/>
                    <a:pt x="3437" y="7489"/>
                    <a:pt x="3431" y="7489"/>
                  </a:cubicBezTo>
                  <a:cubicBezTo>
                    <a:pt x="3418" y="7489"/>
                    <a:pt x="3404" y="7486"/>
                    <a:pt x="3392" y="7482"/>
                  </a:cubicBezTo>
                  <a:cubicBezTo>
                    <a:pt x="3294" y="7433"/>
                    <a:pt x="3186" y="7455"/>
                    <a:pt x="3082" y="7433"/>
                  </a:cubicBezTo>
                  <a:cubicBezTo>
                    <a:pt x="3044" y="7427"/>
                    <a:pt x="3001" y="7438"/>
                    <a:pt x="2968" y="7406"/>
                  </a:cubicBezTo>
                  <a:cubicBezTo>
                    <a:pt x="2966" y="7405"/>
                    <a:pt x="2963" y="7404"/>
                    <a:pt x="2961" y="7404"/>
                  </a:cubicBezTo>
                  <a:cubicBezTo>
                    <a:pt x="2949" y="7404"/>
                    <a:pt x="2932" y="7411"/>
                    <a:pt x="2919" y="7411"/>
                  </a:cubicBezTo>
                  <a:cubicBezTo>
                    <a:pt x="2911" y="7415"/>
                    <a:pt x="2895" y="7423"/>
                    <a:pt x="2889" y="7423"/>
                  </a:cubicBezTo>
                  <a:cubicBezTo>
                    <a:pt x="2888" y="7423"/>
                    <a:pt x="2887" y="7423"/>
                    <a:pt x="2887" y="7422"/>
                  </a:cubicBezTo>
                  <a:cubicBezTo>
                    <a:pt x="2843" y="7368"/>
                    <a:pt x="2767" y="7395"/>
                    <a:pt x="2724" y="7346"/>
                  </a:cubicBezTo>
                  <a:cubicBezTo>
                    <a:pt x="2722" y="7344"/>
                    <a:pt x="2719" y="7343"/>
                    <a:pt x="2717" y="7343"/>
                  </a:cubicBezTo>
                  <a:cubicBezTo>
                    <a:pt x="2711" y="7343"/>
                    <a:pt x="2704" y="7346"/>
                    <a:pt x="2696" y="7346"/>
                  </a:cubicBezTo>
                  <a:cubicBezTo>
                    <a:pt x="2653" y="7335"/>
                    <a:pt x="2609" y="7330"/>
                    <a:pt x="2566" y="7319"/>
                  </a:cubicBezTo>
                  <a:cubicBezTo>
                    <a:pt x="2561" y="7319"/>
                    <a:pt x="2561" y="7308"/>
                    <a:pt x="2550" y="7291"/>
                  </a:cubicBezTo>
                  <a:cubicBezTo>
                    <a:pt x="2541" y="7279"/>
                    <a:pt x="2537" y="7276"/>
                    <a:pt x="2529" y="7276"/>
                  </a:cubicBezTo>
                  <a:cubicBezTo>
                    <a:pt x="2523" y="7276"/>
                    <a:pt x="2515" y="7278"/>
                    <a:pt x="2501" y="7281"/>
                  </a:cubicBezTo>
                  <a:cubicBezTo>
                    <a:pt x="2496" y="7283"/>
                    <a:pt x="2492" y="7284"/>
                    <a:pt x="2487" y="7284"/>
                  </a:cubicBezTo>
                  <a:cubicBezTo>
                    <a:pt x="2481" y="7284"/>
                    <a:pt x="2475" y="7282"/>
                    <a:pt x="2468" y="7275"/>
                  </a:cubicBezTo>
                  <a:cubicBezTo>
                    <a:pt x="2448" y="7251"/>
                    <a:pt x="2420" y="7236"/>
                    <a:pt x="2389" y="7236"/>
                  </a:cubicBezTo>
                  <a:cubicBezTo>
                    <a:pt x="2377" y="7236"/>
                    <a:pt x="2366" y="7238"/>
                    <a:pt x="2354" y="7243"/>
                  </a:cubicBezTo>
                  <a:cubicBezTo>
                    <a:pt x="2351" y="7243"/>
                    <a:pt x="2348" y="7244"/>
                    <a:pt x="2346" y="7244"/>
                  </a:cubicBezTo>
                  <a:cubicBezTo>
                    <a:pt x="2328" y="7244"/>
                    <a:pt x="2315" y="7229"/>
                    <a:pt x="2311" y="7210"/>
                  </a:cubicBezTo>
                  <a:cubicBezTo>
                    <a:pt x="2304" y="7195"/>
                    <a:pt x="2302" y="7188"/>
                    <a:pt x="2296" y="7188"/>
                  </a:cubicBezTo>
                  <a:cubicBezTo>
                    <a:pt x="2291" y="7188"/>
                    <a:pt x="2284" y="7192"/>
                    <a:pt x="2272" y="7199"/>
                  </a:cubicBezTo>
                  <a:cubicBezTo>
                    <a:pt x="2270" y="7202"/>
                    <a:pt x="2264" y="7203"/>
                    <a:pt x="2259" y="7203"/>
                  </a:cubicBezTo>
                  <a:cubicBezTo>
                    <a:pt x="2253" y="7203"/>
                    <a:pt x="2248" y="7202"/>
                    <a:pt x="2245" y="7199"/>
                  </a:cubicBezTo>
                  <a:cubicBezTo>
                    <a:pt x="2234" y="7184"/>
                    <a:pt x="2225" y="7164"/>
                    <a:pt x="2208" y="7164"/>
                  </a:cubicBezTo>
                  <a:cubicBezTo>
                    <a:pt x="2201" y="7164"/>
                    <a:pt x="2192" y="7167"/>
                    <a:pt x="2180" y="7177"/>
                  </a:cubicBezTo>
                  <a:cubicBezTo>
                    <a:pt x="2175" y="7177"/>
                    <a:pt x="2153" y="7161"/>
                    <a:pt x="2137" y="7156"/>
                  </a:cubicBezTo>
                  <a:lnTo>
                    <a:pt x="2071" y="7112"/>
                  </a:lnTo>
                  <a:cubicBezTo>
                    <a:pt x="2065" y="7115"/>
                    <a:pt x="2060" y="7116"/>
                    <a:pt x="2054" y="7116"/>
                  </a:cubicBezTo>
                  <a:cubicBezTo>
                    <a:pt x="2041" y="7116"/>
                    <a:pt x="2030" y="7108"/>
                    <a:pt x="2022" y="7096"/>
                  </a:cubicBezTo>
                  <a:lnTo>
                    <a:pt x="1810" y="6938"/>
                  </a:lnTo>
                  <a:cubicBezTo>
                    <a:pt x="1800" y="6927"/>
                    <a:pt x="1783" y="6922"/>
                    <a:pt x="1767" y="6916"/>
                  </a:cubicBezTo>
                  <a:cubicBezTo>
                    <a:pt x="1740" y="6916"/>
                    <a:pt x="1762" y="6900"/>
                    <a:pt x="1762" y="6895"/>
                  </a:cubicBezTo>
                  <a:cubicBezTo>
                    <a:pt x="1745" y="6878"/>
                    <a:pt x="1729" y="6862"/>
                    <a:pt x="1713" y="6851"/>
                  </a:cubicBezTo>
                  <a:cubicBezTo>
                    <a:pt x="1680" y="6829"/>
                    <a:pt x="1647" y="6802"/>
                    <a:pt x="1620" y="6775"/>
                  </a:cubicBezTo>
                  <a:cubicBezTo>
                    <a:pt x="1604" y="6759"/>
                    <a:pt x="1582" y="6753"/>
                    <a:pt x="1566" y="6737"/>
                  </a:cubicBezTo>
                  <a:cubicBezTo>
                    <a:pt x="1550" y="6715"/>
                    <a:pt x="1511" y="6726"/>
                    <a:pt x="1506" y="6688"/>
                  </a:cubicBezTo>
                  <a:cubicBezTo>
                    <a:pt x="1506" y="6666"/>
                    <a:pt x="1479" y="6645"/>
                    <a:pt x="1463" y="6623"/>
                  </a:cubicBezTo>
                  <a:cubicBezTo>
                    <a:pt x="1457" y="6617"/>
                    <a:pt x="1452" y="6612"/>
                    <a:pt x="1446" y="6607"/>
                  </a:cubicBezTo>
                  <a:cubicBezTo>
                    <a:pt x="1437" y="6620"/>
                    <a:pt x="1429" y="6624"/>
                    <a:pt x="1424" y="6624"/>
                  </a:cubicBezTo>
                  <a:cubicBezTo>
                    <a:pt x="1411" y="6624"/>
                    <a:pt x="1408" y="6598"/>
                    <a:pt x="1408" y="6590"/>
                  </a:cubicBezTo>
                  <a:cubicBezTo>
                    <a:pt x="1408" y="6547"/>
                    <a:pt x="1381" y="6530"/>
                    <a:pt x="1354" y="6514"/>
                  </a:cubicBezTo>
                  <a:cubicBezTo>
                    <a:pt x="1316" y="6492"/>
                    <a:pt x="1278" y="6482"/>
                    <a:pt x="1261" y="6433"/>
                  </a:cubicBezTo>
                  <a:cubicBezTo>
                    <a:pt x="1256" y="6427"/>
                    <a:pt x="1251" y="6422"/>
                    <a:pt x="1245" y="6422"/>
                  </a:cubicBezTo>
                  <a:cubicBezTo>
                    <a:pt x="1207" y="6411"/>
                    <a:pt x="1191" y="6378"/>
                    <a:pt x="1169" y="6351"/>
                  </a:cubicBezTo>
                  <a:cubicBezTo>
                    <a:pt x="1131" y="6297"/>
                    <a:pt x="1087" y="6248"/>
                    <a:pt x="1039" y="6210"/>
                  </a:cubicBezTo>
                  <a:cubicBezTo>
                    <a:pt x="1017" y="6188"/>
                    <a:pt x="1000" y="6166"/>
                    <a:pt x="990" y="6145"/>
                  </a:cubicBezTo>
                  <a:cubicBezTo>
                    <a:pt x="968" y="6101"/>
                    <a:pt x="968" y="6101"/>
                    <a:pt x="908" y="6058"/>
                  </a:cubicBezTo>
                  <a:cubicBezTo>
                    <a:pt x="903" y="6058"/>
                    <a:pt x="897" y="6047"/>
                    <a:pt x="897" y="6047"/>
                  </a:cubicBezTo>
                  <a:cubicBezTo>
                    <a:pt x="897" y="5987"/>
                    <a:pt x="843" y="5965"/>
                    <a:pt x="810" y="5927"/>
                  </a:cubicBezTo>
                  <a:cubicBezTo>
                    <a:pt x="788" y="5905"/>
                    <a:pt x="772" y="5878"/>
                    <a:pt x="772" y="5851"/>
                  </a:cubicBezTo>
                  <a:cubicBezTo>
                    <a:pt x="772" y="5813"/>
                    <a:pt x="756" y="5786"/>
                    <a:pt x="729" y="5764"/>
                  </a:cubicBezTo>
                  <a:cubicBezTo>
                    <a:pt x="674" y="5726"/>
                    <a:pt x="642" y="5666"/>
                    <a:pt x="631" y="5601"/>
                  </a:cubicBezTo>
                  <a:cubicBezTo>
                    <a:pt x="625" y="5590"/>
                    <a:pt x="625" y="5574"/>
                    <a:pt x="615" y="5568"/>
                  </a:cubicBezTo>
                  <a:cubicBezTo>
                    <a:pt x="566" y="5530"/>
                    <a:pt x="549" y="5470"/>
                    <a:pt x="517" y="5422"/>
                  </a:cubicBezTo>
                  <a:cubicBezTo>
                    <a:pt x="468" y="5345"/>
                    <a:pt x="430" y="5269"/>
                    <a:pt x="403" y="5188"/>
                  </a:cubicBezTo>
                  <a:cubicBezTo>
                    <a:pt x="397" y="5161"/>
                    <a:pt x="386" y="5128"/>
                    <a:pt x="375" y="5106"/>
                  </a:cubicBezTo>
                  <a:cubicBezTo>
                    <a:pt x="354" y="5079"/>
                    <a:pt x="348" y="5046"/>
                    <a:pt x="348" y="5014"/>
                  </a:cubicBezTo>
                  <a:cubicBezTo>
                    <a:pt x="343" y="4981"/>
                    <a:pt x="337" y="4949"/>
                    <a:pt x="321" y="4921"/>
                  </a:cubicBezTo>
                  <a:cubicBezTo>
                    <a:pt x="316" y="4905"/>
                    <a:pt x="288" y="4878"/>
                    <a:pt x="288" y="4873"/>
                  </a:cubicBezTo>
                  <a:cubicBezTo>
                    <a:pt x="310" y="4840"/>
                    <a:pt x="272" y="4840"/>
                    <a:pt x="272" y="4829"/>
                  </a:cubicBezTo>
                  <a:cubicBezTo>
                    <a:pt x="267" y="4769"/>
                    <a:pt x="256" y="4709"/>
                    <a:pt x="234" y="4650"/>
                  </a:cubicBezTo>
                  <a:cubicBezTo>
                    <a:pt x="229" y="4601"/>
                    <a:pt x="245" y="4541"/>
                    <a:pt x="201" y="4497"/>
                  </a:cubicBezTo>
                  <a:cubicBezTo>
                    <a:pt x="196" y="4487"/>
                    <a:pt x="191" y="4470"/>
                    <a:pt x="196" y="4459"/>
                  </a:cubicBezTo>
                  <a:cubicBezTo>
                    <a:pt x="207" y="4438"/>
                    <a:pt x="201" y="4411"/>
                    <a:pt x="180" y="4400"/>
                  </a:cubicBezTo>
                  <a:cubicBezTo>
                    <a:pt x="196" y="4383"/>
                    <a:pt x="201" y="4367"/>
                    <a:pt x="180" y="4351"/>
                  </a:cubicBezTo>
                  <a:cubicBezTo>
                    <a:pt x="174" y="4345"/>
                    <a:pt x="169" y="4340"/>
                    <a:pt x="169" y="4329"/>
                  </a:cubicBezTo>
                  <a:cubicBezTo>
                    <a:pt x="185" y="4264"/>
                    <a:pt x="136" y="4193"/>
                    <a:pt x="136" y="4128"/>
                  </a:cubicBezTo>
                  <a:cubicBezTo>
                    <a:pt x="136" y="4057"/>
                    <a:pt x="136" y="3992"/>
                    <a:pt x="125" y="3921"/>
                  </a:cubicBezTo>
                  <a:cubicBezTo>
                    <a:pt x="114" y="3851"/>
                    <a:pt x="131" y="3775"/>
                    <a:pt x="114" y="3709"/>
                  </a:cubicBezTo>
                  <a:cubicBezTo>
                    <a:pt x="114" y="3660"/>
                    <a:pt x="125" y="3611"/>
                    <a:pt x="136" y="3568"/>
                  </a:cubicBezTo>
                  <a:cubicBezTo>
                    <a:pt x="136" y="3524"/>
                    <a:pt x="136" y="3481"/>
                    <a:pt x="142" y="3437"/>
                  </a:cubicBezTo>
                  <a:cubicBezTo>
                    <a:pt x="158" y="3394"/>
                    <a:pt x="120" y="3356"/>
                    <a:pt x="142" y="3318"/>
                  </a:cubicBezTo>
                  <a:lnTo>
                    <a:pt x="142" y="3296"/>
                  </a:lnTo>
                  <a:cubicBezTo>
                    <a:pt x="142" y="3264"/>
                    <a:pt x="180" y="3247"/>
                    <a:pt x="169" y="3209"/>
                  </a:cubicBezTo>
                  <a:cubicBezTo>
                    <a:pt x="163" y="3177"/>
                    <a:pt x="163" y="3149"/>
                    <a:pt x="174" y="3122"/>
                  </a:cubicBezTo>
                  <a:cubicBezTo>
                    <a:pt x="174" y="3111"/>
                    <a:pt x="180" y="3095"/>
                    <a:pt x="180" y="3095"/>
                  </a:cubicBezTo>
                  <a:cubicBezTo>
                    <a:pt x="207" y="3090"/>
                    <a:pt x="201" y="3073"/>
                    <a:pt x="191" y="3062"/>
                  </a:cubicBezTo>
                  <a:cubicBezTo>
                    <a:pt x="185" y="3052"/>
                    <a:pt x="180" y="3041"/>
                    <a:pt x="174" y="3030"/>
                  </a:cubicBezTo>
                  <a:cubicBezTo>
                    <a:pt x="185" y="3024"/>
                    <a:pt x="201" y="3024"/>
                    <a:pt x="201" y="3019"/>
                  </a:cubicBezTo>
                  <a:cubicBezTo>
                    <a:pt x="207" y="2997"/>
                    <a:pt x="207" y="2975"/>
                    <a:pt x="207" y="2954"/>
                  </a:cubicBezTo>
                  <a:cubicBezTo>
                    <a:pt x="212" y="2927"/>
                    <a:pt x="218" y="2899"/>
                    <a:pt x="223" y="2872"/>
                  </a:cubicBezTo>
                  <a:cubicBezTo>
                    <a:pt x="239" y="2834"/>
                    <a:pt x="250" y="2791"/>
                    <a:pt x="250" y="2747"/>
                  </a:cubicBezTo>
                  <a:cubicBezTo>
                    <a:pt x="250" y="2720"/>
                    <a:pt x="239" y="2676"/>
                    <a:pt x="294" y="2676"/>
                  </a:cubicBezTo>
                  <a:cubicBezTo>
                    <a:pt x="299" y="2676"/>
                    <a:pt x="305" y="2666"/>
                    <a:pt x="305" y="2666"/>
                  </a:cubicBezTo>
                  <a:cubicBezTo>
                    <a:pt x="288" y="2622"/>
                    <a:pt x="332" y="2595"/>
                    <a:pt x="332" y="2551"/>
                  </a:cubicBezTo>
                  <a:cubicBezTo>
                    <a:pt x="332" y="2470"/>
                    <a:pt x="359" y="2388"/>
                    <a:pt x="413" y="2329"/>
                  </a:cubicBezTo>
                  <a:cubicBezTo>
                    <a:pt x="430" y="2312"/>
                    <a:pt x="441" y="2291"/>
                    <a:pt x="441" y="2269"/>
                  </a:cubicBezTo>
                  <a:cubicBezTo>
                    <a:pt x="446" y="2225"/>
                    <a:pt x="468" y="2187"/>
                    <a:pt x="495" y="2155"/>
                  </a:cubicBezTo>
                  <a:cubicBezTo>
                    <a:pt x="511" y="2138"/>
                    <a:pt x="528" y="2122"/>
                    <a:pt x="533" y="2100"/>
                  </a:cubicBezTo>
                  <a:cubicBezTo>
                    <a:pt x="549" y="2046"/>
                    <a:pt x="587" y="1992"/>
                    <a:pt x="631" y="1959"/>
                  </a:cubicBezTo>
                  <a:cubicBezTo>
                    <a:pt x="636" y="1954"/>
                    <a:pt x="642" y="1954"/>
                    <a:pt x="642" y="1948"/>
                  </a:cubicBezTo>
                  <a:cubicBezTo>
                    <a:pt x="647" y="1905"/>
                    <a:pt x="674" y="1867"/>
                    <a:pt x="712" y="1839"/>
                  </a:cubicBezTo>
                  <a:cubicBezTo>
                    <a:pt x="707" y="1790"/>
                    <a:pt x="756" y="1769"/>
                    <a:pt x="772" y="1725"/>
                  </a:cubicBezTo>
                  <a:cubicBezTo>
                    <a:pt x="783" y="1693"/>
                    <a:pt x="805" y="1665"/>
                    <a:pt x="827" y="1638"/>
                  </a:cubicBezTo>
                  <a:cubicBezTo>
                    <a:pt x="903" y="1562"/>
                    <a:pt x="957" y="1470"/>
                    <a:pt x="1033" y="1394"/>
                  </a:cubicBezTo>
                  <a:cubicBezTo>
                    <a:pt x="1066" y="1366"/>
                    <a:pt x="1082" y="1318"/>
                    <a:pt x="1126" y="1290"/>
                  </a:cubicBezTo>
                  <a:cubicBezTo>
                    <a:pt x="1158" y="1263"/>
                    <a:pt x="1185" y="1236"/>
                    <a:pt x="1212" y="1198"/>
                  </a:cubicBezTo>
                  <a:cubicBezTo>
                    <a:pt x="1267" y="1144"/>
                    <a:pt x="1321" y="1089"/>
                    <a:pt x="1381" y="1046"/>
                  </a:cubicBezTo>
                  <a:cubicBezTo>
                    <a:pt x="1463" y="975"/>
                    <a:pt x="1544" y="915"/>
                    <a:pt x="1636" y="866"/>
                  </a:cubicBezTo>
                  <a:cubicBezTo>
                    <a:pt x="1680" y="839"/>
                    <a:pt x="1723" y="812"/>
                    <a:pt x="1767" y="779"/>
                  </a:cubicBezTo>
                  <a:cubicBezTo>
                    <a:pt x="1843" y="725"/>
                    <a:pt x="1914" y="671"/>
                    <a:pt x="1995" y="622"/>
                  </a:cubicBezTo>
                  <a:cubicBezTo>
                    <a:pt x="2093" y="567"/>
                    <a:pt x="2191" y="518"/>
                    <a:pt x="2294" y="480"/>
                  </a:cubicBezTo>
                  <a:cubicBezTo>
                    <a:pt x="2365" y="459"/>
                    <a:pt x="2425" y="431"/>
                    <a:pt x="2495" y="404"/>
                  </a:cubicBezTo>
                  <a:cubicBezTo>
                    <a:pt x="2550" y="377"/>
                    <a:pt x="2604" y="361"/>
                    <a:pt x="2658" y="350"/>
                  </a:cubicBezTo>
                  <a:cubicBezTo>
                    <a:pt x="2696" y="350"/>
                    <a:pt x="2735" y="339"/>
                    <a:pt x="2767" y="317"/>
                  </a:cubicBezTo>
                  <a:cubicBezTo>
                    <a:pt x="2776" y="308"/>
                    <a:pt x="2792" y="300"/>
                    <a:pt x="2804" y="300"/>
                  </a:cubicBezTo>
                  <a:cubicBezTo>
                    <a:pt x="2806" y="300"/>
                    <a:pt x="2809" y="300"/>
                    <a:pt x="2811" y="301"/>
                  </a:cubicBezTo>
                  <a:cubicBezTo>
                    <a:pt x="2820" y="304"/>
                    <a:pt x="2829" y="305"/>
                    <a:pt x="2838" y="305"/>
                  </a:cubicBezTo>
                  <a:cubicBezTo>
                    <a:pt x="2880" y="305"/>
                    <a:pt x="2916" y="277"/>
                    <a:pt x="2952" y="268"/>
                  </a:cubicBezTo>
                  <a:cubicBezTo>
                    <a:pt x="3001" y="263"/>
                    <a:pt x="3044" y="252"/>
                    <a:pt x="3088" y="236"/>
                  </a:cubicBezTo>
                  <a:cubicBezTo>
                    <a:pt x="3120" y="220"/>
                    <a:pt x="3159" y="209"/>
                    <a:pt x="3197" y="203"/>
                  </a:cubicBezTo>
                  <a:cubicBezTo>
                    <a:pt x="3235" y="203"/>
                    <a:pt x="3273" y="209"/>
                    <a:pt x="3311" y="209"/>
                  </a:cubicBezTo>
                  <a:cubicBezTo>
                    <a:pt x="3332" y="203"/>
                    <a:pt x="3354" y="198"/>
                    <a:pt x="3381" y="192"/>
                  </a:cubicBezTo>
                  <a:cubicBezTo>
                    <a:pt x="3436" y="181"/>
                    <a:pt x="3490" y="176"/>
                    <a:pt x="3544" y="171"/>
                  </a:cubicBezTo>
                  <a:cubicBezTo>
                    <a:pt x="3573" y="171"/>
                    <a:pt x="3602" y="161"/>
                    <a:pt x="3630" y="161"/>
                  </a:cubicBezTo>
                  <a:cubicBezTo>
                    <a:pt x="3643" y="161"/>
                    <a:pt x="3657" y="163"/>
                    <a:pt x="3669" y="171"/>
                  </a:cubicBezTo>
                  <a:cubicBezTo>
                    <a:pt x="3694" y="157"/>
                    <a:pt x="3721" y="155"/>
                    <a:pt x="3748" y="155"/>
                  </a:cubicBezTo>
                  <a:cubicBezTo>
                    <a:pt x="3762" y="155"/>
                    <a:pt x="3777" y="155"/>
                    <a:pt x="3791" y="155"/>
                  </a:cubicBezTo>
                  <a:cubicBezTo>
                    <a:pt x="3816" y="155"/>
                    <a:pt x="3841" y="154"/>
                    <a:pt x="3865" y="143"/>
                  </a:cubicBezTo>
                  <a:cubicBezTo>
                    <a:pt x="3869" y="140"/>
                    <a:pt x="3876" y="136"/>
                    <a:pt x="3881" y="136"/>
                  </a:cubicBezTo>
                  <a:close/>
                  <a:moveTo>
                    <a:pt x="3529" y="1"/>
                  </a:moveTo>
                  <a:cubicBezTo>
                    <a:pt x="3504" y="1"/>
                    <a:pt x="3479" y="5"/>
                    <a:pt x="3457" y="13"/>
                  </a:cubicBezTo>
                  <a:cubicBezTo>
                    <a:pt x="3424" y="21"/>
                    <a:pt x="3393" y="40"/>
                    <a:pt x="3361" y="40"/>
                  </a:cubicBezTo>
                  <a:cubicBezTo>
                    <a:pt x="3351" y="40"/>
                    <a:pt x="3342" y="38"/>
                    <a:pt x="3332" y="35"/>
                  </a:cubicBezTo>
                  <a:cubicBezTo>
                    <a:pt x="3332" y="34"/>
                    <a:pt x="3331" y="34"/>
                    <a:pt x="3330" y="34"/>
                  </a:cubicBezTo>
                  <a:cubicBezTo>
                    <a:pt x="3324" y="34"/>
                    <a:pt x="3315" y="46"/>
                    <a:pt x="3305" y="46"/>
                  </a:cubicBezTo>
                  <a:cubicBezTo>
                    <a:pt x="3289" y="46"/>
                    <a:pt x="3278" y="51"/>
                    <a:pt x="3262" y="51"/>
                  </a:cubicBezTo>
                  <a:lnTo>
                    <a:pt x="3197" y="51"/>
                  </a:lnTo>
                  <a:cubicBezTo>
                    <a:pt x="3150" y="51"/>
                    <a:pt x="3107" y="87"/>
                    <a:pt x="3058" y="87"/>
                  </a:cubicBezTo>
                  <a:cubicBezTo>
                    <a:pt x="3050" y="87"/>
                    <a:pt x="3042" y="86"/>
                    <a:pt x="3033" y="84"/>
                  </a:cubicBezTo>
                  <a:cubicBezTo>
                    <a:pt x="3028" y="84"/>
                    <a:pt x="3023" y="84"/>
                    <a:pt x="3023" y="89"/>
                  </a:cubicBezTo>
                  <a:cubicBezTo>
                    <a:pt x="2995" y="122"/>
                    <a:pt x="2957" y="122"/>
                    <a:pt x="2930" y="122"/>
                  </a:cubicBezTo>
                  <a:cubicBezTo>
                    <a:pt x="2881" y="122"/>
                    <a:pt x="2832" y="133"/>
                    <a:pt x="2794" y="160"/>
                  </a:cubicBezTo>
                  <a:cubicBezTo>
                    <a:pt x="2773" y="171"/>
                    <a:pt x="2751" y="181"/>
                    <a:pt x="2724" y="181"/>
                  </a:cubicBezTo>
                  <a:cubicBezTo>
                    <a:pt x="2709" y="179"/>
                    <a:pt x="2697" y="171"/>
                    <a:pt x="2687" y="171"/>
                  </a:cubicBezTo>
                  <a:cubicBezTo>
                    <a:pt x="2678" y="171"/>
                    <a:pt x="2672" y="177"/>
                    <a:pt x="2669" y="198"/>
                  </a:cubicBezTo>
                  <a:cubicBezTo>
                    <a:pt x="2661" y="193"/>
                    <a:pt x="2655" y="191"/>
                    <a:pt x="2649" y="191"/>
                  </a:cubicBezTo>
                  <a:cubicBezTo>
                    <a:pt x="2635" y="191"/>
                    <a:pt x="2626" y="203"/>
                    <a:pt x="2615" y="214"/>
                  </a:cubicBezTo>
                  <a:cubicBezTo>
                    <a:pt x="2599" y="230"/>
                    <a:pt x="2566" y="220"/>
                    <a:pt x="2544" y="230"/>
                  </a:cubicBezTo>
                  <a:cubicBezTo>
                    <a:pt x="2501" y="241"/>
                    <a:pt x="2457" y="258"/>
                    <a:pt x="2414" y="279"/>
                  </a:cubicBezTo>
                  <a:cubicBezTo>
                    <a:pt x="2370" y="296"/>
                    <a:pt x="2327" y="317"/>
                    <a:pt x="2283" y="339"/>
                  </a:cubicBezTo>
                  <a:cubicBezTo>
                    <a:pt x="2251" y="350"/>
                    <a:pt x="2224" y="361"/>
                    <a:pt x="2196" y="377"/>
                  </a:cubicBezTo>
                  <a:cubicBezTo>
                    <a:pt x="2126" y="442"/>
                    <a:pt x="2028" y="448"/>
                    <a:pt x="1957" y="508"/>
                  </a:cubicBezTo>
                  <a:cubicBezTo>
                    <a:pt x="1908" y="546"/>
                    <a:pt x="1848" y="546"/>
                    <a:pt x="1800" y="578"/>
                  </a:cubicBezTo>
                  <a:cubicBezTo>
                    <a:pt x="1740" y="627"/>
                    <a:pt x="1664" y="649"/>
                    <a:pt x="1631" y="720"/>
                  </a:cubicBezTo>
                  <a:cubicBezTo>
                    <a:pt x="1626" y="730"/>
                    <a:pt x="1609" y="730"/>
                    <a:pt x="1604" y="736"/>
                  </a:cubicBezTo>
                  <a:cubicBezTo>
                    <a:pt x="1560" y="763"/>
                    <a:pt x="1522" y="785"/>
                    <a:pt x="1479" y="817"/>
                  </a:cubicBezTo>
                  <a:cubicBezTo>
                    <a:pt x="1435" y="850"/>
                    <a:pt x="1408" y="894"/>
                    <a:pt x="1348" y="904"/>
                  </a:cubicBezTo>
                  <a:cubicBezTo>
                    <a:pt x="1348" y="904"/>
                    <a:pt x="1343" y="910"/>
                    <a:pt x="1338" y="915"/>
                  </a:cubicBezTo>
                  <a:cubicBezTo>
                    <a:pt x="1299" y="970"/>
                    <a:pt x="1229" y="991"/>
                    <a:pt x="1212" y="1062"/>
                  </a:cubicBezTo>
                  <a:cubicBezTo>
                    <a:pt x="1164" y="1084"/>
                    <a:pt x="1131" y="1122"/>
                    <a:pt x="1109" y="1171"/>
                  </a:cubicBezTo>
                  <a:cubicBezTo>
                    <a:pt x="1104" y="1193"/>
                    <a:pt x="1066" y="1198"/>
                    <a:pt x="1055" y="1220"/>
                  </a:cubicBezTo>
                  <a:cubicBezTo>
                    <a:pt x="1011" y="1296"/>
                    <a:pt x="930" y="1350"/>
                    <a:pt x="881" y="1415"/>
                  </a:cubicBezTo>
                  <a:cubicBezTo>
                    <a:pt x="837" y="1475"/>
                    <a:pt x="778" y="1530"/>
                    <a:pt x="723" y="1589"/>
                  </a:cubicBezTo>
                  <a:cubicBezTo>
                    <a:pt x="674" y="1644"/>
                    <a:pt x="631" y="1709"/>
                    <a:pt x="609" y="1780"/>
                  </a:cubicBezTo>
                  <a:cubicBezTo>
                    <a:pt x="598" y="1818"/>
                    <a:pt x="576" y="1856"/>
                    <a:pt x="544" y="1883"/>
                  </a:cubicBezTo>
                  <a:cubicBezTo>
                    <a:pt x="479" y="1926"/>
                    <a:pt x="479" y="2008"/>
                    <a:pt x="424" y="2057"/>
                  </a:cubicBezTo>
                  <a:cubicBezTo>
                    <a:pt x="397" y="2089"/>
                    <a:pt x="381" y="2127"/>
                    <a:pt x="370" y="2166"/>
                  </a:cubicBezTo>
                  <a:cubicBezTo>
                    <a:pt x="359" y="2204"/>
                    <a:pt x="343" y="2242"/>
                    <a:pt x="321" y="2274"/>
                  </a:cubicBezTo>
                  <a:cubicBezTo>
                    <a:pt x="288" y="2312"/>
                    <a:pt x="299" y="2356"/>
                    <a:pt x="283" y="2394"/>
                  </a:cubicBezTo>
                  <a:cubicBezTo>
                    <a:pt x="239" y="2481"/>
                    <a:pt x="201" y="2573"/>
                    <a:pt x="174" y="2671"/>
                  </a:cubicBezTo>
                  <a:cubicBezTo>
                    <a:pt x="153" y="2720"/>
                    <a:pt x="136" y="2769"/>
                    <a:pt x="120" y="2823"/>
                  </a:cubicBezTo>
                  <a:cubicBezTo>
                    <a:pt x="104" y="2878"/>
                    <a:pt x="93" y="2937"/>
                    <a:pt x="82" y="2992"/>
                  </a:cubicBezTo>
                  <a:cubicBezTo>
                    <a:pt x="82" y="3030"/>
                    <a:pt x="76" y="3062"/>
                    <a:pt x="66" y="3100"/>
                  </a:cubicBezTo>
                  <a:cubicBezTo>
                    <a:pt x="49" y="3133"/>
                    <a:pt x="98" y="3171"/>
                    <a:pt x="49" y="3198"/>
                  </a:cubicBezTo>
                  <a:cubicBezTo>
                    <a:pt x="60" y="3242"/>
                    <a:pt x="49" y="3285"/>
                    <a:pt x="22" y="3323"/>
                  </a:cubicBezTo>
                  <a:lnTo>
                    <a:pt x="22" y="3329"/>
                  </a:lnTo>
                  <a:cubicBezTo>
                    <a:pt x="60" y="3334"/>
                    <a:pt x="27" y="3367"/>
                    <a:pt x="33" y="3383"/>
                  </a:cubicBezTo>
                  <a:cubicBezTo>
                    <a:pt x="44" y="3410"/>
                    <a:pt x="38" y="3437"/>
                    <a:pt x="33" y="3459"/>
                  </a:cubicBezTo>
                  <a:cubicBezTo>
                    <a:pt x="11" y="3579"/>
                    <a:pt x="0" y="3698"/>
                    <a:pt x="0" y="3813"/>
                  </a:cubicBezTo>
                  <a:cubicBezTo>
                    <a:pt x="0" y="3845"/>
                    <a:pt x="11" y="3878"/>
                    <a:pt x="11" y="3910"/>
                  </a:cubicBezTo>
                  <a:cubicBezTo>
                    <a:pt x="6" y="3954"/>
                    <a:pt x="6" y="3997"/>
                    <a:pt x="11" y="4035"/>
                  </a:cubicBezTo>
                  <a:cubicBezTo>
                    <a:pt x="27" y="4073"/>
                    <a:pt x="27" y="4112"/>
                    <a:pt x="27" y="4150"/>
                  </a:cubicBezTo>
                  <a:cubicBezTo>
                    <a:pt x="22" y="4188"/>
                    <a:pt x="22" y="4220"/>
                    <a:pt x="33" y="4258"/>
                  </a:cubicBezTo>
                  <a:cubicBezTo>
                    <a:pt x="38" y="4285"/>
                    <a:pt x="55" y="4307"/>
                    <a:pt x="38" y="4340"/>
                  </a:cubicBezTo>
                  <a:cubicBezTo>
                    <a:pt x="33" y="4345"/>
                    <a:pt x="44" y="4356"/>
                    <a:pt x="44" y="4367"/>
                  </a:cubicBezTo>
                  <a:cubicBezTo>
                    <a:pt x="55" y="4383"/>
                    <a:pt x="60" y="4400"/>
                    <a:pt x="60" y="4416"/>
                  </a:cubicBezTo>
                  <a:cubicBezTo>
                    <a:pt x="60" y="4476"/>
                    <a:pt x="76" y="4536"/>
                    <a:pt x="98" y="4590"/>
                  </a:cubicBezTo>
                  <a:cubicBezTo>
                    <a:pt x="98" y="4601"/>
                    <a:pt x="98" y="4612"/>
                    <a:pt x="98" y="4623"/>
                  </a:cubicBezTo>
                  <a:cubicBezTo>
                    <a:pt x="98" y="4688"/>
                    <a:pt x="109" y="4748"/>
                    <a:pt x="131" y="4807"/>
                  </a:cubicBezTo>
                  <a:cubicBezTo>
                    <a:pt x="142" y="4851"/>
                    <a:pt x="153" y="4900"/>
                    <a:pt x="180" y="4938"/>
                  </a:cubicBezTo>
                  <a:cubicBezTo>
                    <a:pt x="158" y="4987"/>
                    <a:pt x="212" y="5019"/>
                    <a:pt x="212" y="5068"/>
                  </a:cubicBezTo>
                  <a:cubicBezTo>
                    <a:pt x="212" y="5090"/>
                    <a:pt x="223" y="5117"/>
                    <a:pt x="234" y="5139"/>
                  </a:cubicBezTo>
                  <a:cubicBezTo>
                    <a:pt x="261" y="5215"/>
                    <a:pt x="283" y="5291"/>
                    <a:pt x="321" y="5362"/>
                  </a:cubicBezTo>
                  <a:cubicBezTo>
                    <a:pt x="337" y="5394"/>
                    <a:pt x="354" y="5432"/>
                    <a:pt x="370" y="5460"/>
                  </a:cubicBezTo>
                  <a:cubicBezTo>
                    <a:pt x="381" y="5492"/>
                    <a:pt x="375" y="5525"/>
                    <a:pt x="413" y="5547"/>
                  </a:cubicBezTo>
                  <a:cubicBezTo>
                    <a:pt x="457" y="5563"/>
                    <a:pt x="435" y="5601"/>
                    <a:pt x="462" y="5634"/>
                  </a:cubicBezTo>
                  <a:cubicBezTo>
                    <a:pt x="490" y="5661"/>
                    <a:pt x="506" y="5704"/>
                    <a:pt x="533" y="5737"/>
                  </a:cubicBezTo>
                  <a:cubicBezTo>
                    <a:pt x="560" y="5769"/>
                    <a:pt x="549" y="5829"/>
                    <a:pt x="598" y="5846"/>
                  </a:cubicBezTo>
                  <a:cubicBezTo>
                    <a:pt x="609" y="5851"/>
                    <a:pt x="615" y="5873"/>
                    <a:pt x="620" y="5889"/>
                  </a:cubicBezTo>
                  <a:cubicBezTo>
                    <a:pt x="625" y="5911"/>
                    <a:pt x="636" y="5927"/>
                    <a:pt x="647" y="5949"/>
                  </a:cubicBezTo>
                  <a:cubicBezTo>
                    <a:pt x="712" y="6025"/>
                    <a:pt x="756" y="6112"/>
                    <a:pt x="827" y="6188"/>
                  </a:cubicBezTo>
                  <a:cubicBezTo>
                    <a:pt x="897" y="6270"/>
                    <a:pt x="968" y="6351"/>
                    <a:pt x="1033" y="6443"/>
                  </a:cubicBezTo>
                  <a:cubicBezTo>
                    <a:pt x="1055" y="6471"/>
                    <a:pt x="1093" y="6465"/>
                    <a:pt x="1104" y="6492"/>
                  </a:cubicBezTo>
                  <a:cubicBezTo>
                    <a:pt x="1126" y="6558"/>
                    <a:pt x="1207" y="6563"/>
                    <a:pt x="1229" y="6634"/>
                  </a:cubicBezTo>
                  <a:cubicBezTo>
                    <a:pt x="1310" y="6699"/>
                    <a:pt x="1386" y="6775"/>
                    <a:pt x="1457" y="6851"/>
                  </a:cubicBezTo>
                  <a:cubicBezTo>
                    <a:pt x="1501" y="6889"/>
                    <a:pt x="1544" y="6927"/>
                    <a:pt x="1593" y="6965"/>
                  </a:cubicBezTo>
                  <a:cubicBezTo>
                    <a:pt x="1609" y="6976"/>
                    <a:pt x="1631" y="6982"/>
                    <a:pt x="1647" y="6993"/>
                  </a:cubicBezTo>
                  <a:cubicBezTo>
                    <a:pt x="1718" y="7058"/>
                    <a:pt x="1800" y="7107"/>
                    <a:pt x="1887" y="7139"/>
                  </a:cubicBezTo>
                  <a:cubicBezTo>
                    <a:pt x="1892" y="7139"/>
                    <a:pt x="1900" y="7138"/>
                    <a:pt x="1909" y="7138"/>
                  </a:cubicBezTo>
                  <a:cubicBezTo>
                    <a:pt x="1926" y="7138"/>
                    <a:pt x="1943" y="7143"/>
                    <a:pt x="1935" y="7172"/>
                  </a:cubicBezTo>
                  <a:cubicBezTo>
                    <a:pt x="1946" y="7177"/>
                    <a:pt x="1957" y="7183"/>
                    <a:pt x="1968" y="7183"/>
                  </a:cubicBezTo>
                  <a:cubicBezTo>
                    <a:pt x="1975" y="7183"/>
                    <a:pt x="1983" y="7180"/>
                    <a:pt x="1990" y="7180"/>
                  </a:cubicBezTo>
                  <a:cubicBezTo>
                    <a:pt x="1993" y="7180"/>
                    <a:pt x="1997" y="7181"/>
                    <a:pt x="2001" y="7183"/>
                  </a:cubicBezTo>
                  <a:cubicBezTo>
                    <a:pt x="2044" y="7205"/>
                    <a:pt x="2093" y="7226"/>
                    <a:pt x="2137" y="7253"/>
                  </a:cubicBezTo>
                  <a:cubicBezTo>
                    <a:pt x="2170" y="7273"/>
                    <a:pt x="2203" y="7304"/>
                    <a:pt x="2248" y="7304"/>
                  </a:cubicBezTo>
                  <a:cubicBezTo>
                    <a:pt x="2254" y="7304"/>
                    <a:pt x="2260" y="7304"/>
                    <a:pt x="2267" y="7302"/>
                  </a:cubicBezTo>
                  <a:cubicBezTo>
                    <a:pt x="2272" y="7302"/>
                    <a:pt x="2283" y="7319"/>
                    <a:pt x="2294" y="7324"/>
                  </a:cubicBezTo>
                  <a:cubicBezTo>
                    <a:pt x="2302" y="7328"/>
                    <a:pt x="2310" y="7332"/>
                    <a:pt x="2317" y="7332"/>
                  </a:cubicBezTo>
                  <a:cubicBezTo>
                    <a:pt x="2320" y="7332"/>
                    <a:pt x="2324" y="7331"/>
                    <a:pt x="2327" y="7330"/>
                  </a:cubicBezTo>
                  <a:cubicBezTo>
                    <a:pt x="2332" y="7327"/>
                    <a:pt x="2337" y="7326"/>
                    <a:pt x="2341" y="7326"/>
                  </a:cubicBezTo>
                  <a:cubicBezTo>
                    <a:pt x="2356" y="7326"/>
                    <a:pt x="2367" y="7337"/>
                    <a:pt x="2376" y="7346"/>
                  </a:cubicBezTo>
                  <a:cubicBezTo>
                    <a:pt x="2387" y="7351"/>
                    <a:pt x="2403" y="7362"/>
                    <a:pt x="2408" y="7362"/>
                  </a:cubicBezTo>
                  <a:cubicBezTo>
                    <a:pt x="2414" y="7360"/>
                    <a:pt x="2420" y="7360"/>
                    <a:pt x="2425" y="7360"/>
                  </a:cubicBezTo>
                  <a:cubicBezTo>
                    <a:pt x="2450" y="7360"/>
                    <a:pt x="2461" y="7381"/>
                    <a:pt x="2479" y="7395"/>
                  </a:cubicBezTo>
                  <a:cubicBezTo>
                    <a:pt x="2487" y="7403"/>
                    <a:pt x="2498" y="7408"/>
                    <a:pt x="2507" y="7408"/>
                  </a:cubicBezTo>
                  <a:cubicBezTo>
                    <a:pt x="2511" y="7408"/>
                    <a:pt x="2514" y="7407"/>
                    <a:pt x="2517" y="7406"/>
                  </a:cubicBezTo>
                  <a:cubicBezTo>
                    <a:pt x="2525" y="7400"/>
                    <a:pt x="2533" y="7397"/>
                    <a:pt x="2541" y="7397"/>
                  </a:cubicBezTo>
                  <a:cubicBezTo>
                    <a:pt x="2548" y="7397"/>
                    <a:pt x="2555" y="7400"/>
                    <a:pt x="2561" y="7406"/>
                  </a:cubicBezTo>
                  <a:cubicBezTo>
                    <a:pt x="2577" y="7417"/>
                    <a:pt x="2593" y="7433"/>
                    <a:pt x="2609" y="7433"/>
                  </a:cubicBezTo>
                  <a:cubicBezTo>
                    <a:pt x="2642" y="7433"/>
                    <a:pt x="2675" y="7433"/>
                    <a:pt x="2691" y="7471"/>
                  </a:cubicBezTo>
                  <a:cubicBezTo>
                    <a:pt x="2693" y="7478"/>
                    <a:pt x="2697" y="7481"/>
                    <a:pt x="2701" y="7481"/>
                  </a:cubicBezTo>
                  <a:cubicBezTo>
                    <a:pt x="2707" y="7481"/>
                    <a:pt x="2716" y="7475"/>
                    <a:pt x="2729" y="7465"/>
                  </a:cubicBezTo>
                  <a:cubicBezTo>
                    <a:pt x="2737" y="7460"/>
                    <a:pt x="2744" y="7457"/>
                    <a:pt x="2751" y="7457"/>
                  </a:cubicBezTo>
                  <a:cubicBezTo>
                    <a:pt x="2765" y="7457"/>
                    <a:pt x="2776" y="7466"/>
                    <a:pt x="2783" y="7476"/>
                  </a:cubicBezTo>
                  <a:cubicBezTo>
                    <a:pt x="2799" y="7499"/>
                    <a:pt x="2806" y="7509"/>
                    <a:pt x="2812" y="7509"/>
                  </a:cubicBezTo>
                  <a:cubicBezTo>
                    <a:pt x="2815" y="7509"/>
                    <a:pt x="2818" y="7507"/>
                    <a:pt x="2821" y="7503"/>
                  </a:cubicBezTo>
                  <a:cubicBezTo>
                    <a:pt x="2834" y="7495"/>
                    <a:pt x="2845" y="7492"/>
                    <a:pt x="2855" y="7492"/>
                  </a:cubicBezTo>
                  <a:cubicBezTo>
                    <a:pt x="2871" y="7492"/>
                    <a:pt x="2886" y="7500"/>
                    <a:pt x="2903" y="7503"/>
                  </a:cubicBezTo>
                  <a:cubicBezTo>
                    <a:pt x="2922" y="7507"/>
                    <a:pt x="2936" y="7541"/>
                    <a:pt x="2956" y="7541"/>
                  </a:cubicBezTo>
                  <a:cubicBezTo>
                    <a:pt x="2964" y="7541"/>
                    <a:pt x="2973" y="7536"/>
                    <a:pt x="2985" y="7520"/>
                  </a:cubicBezTo>
                  <a:cubicBezTo>
                    <a:pt x="2985" y="7520"/>
                    <a:pt x="2990" y="7531"/>
                    <a:pt x="2995" y="7531"/>
                  </a:cubicBezTo>
                  <a:cubicBezTo>
                    <a:pt x="3023" y="7542"/>
                    <a:pt x="3055" y="7552"/>
                    <a:pt x="3082" y="7563"/>
                  </a:cubicBezTo>
                  <a:cubicBezTo>
                    <a:pt x="3120" y="7569"/>
                    <a:pt x="3153" y="7563"/>
                    <a:pt x="3197" y="7574"/>
                  </a:cubicBezTo>
                  <a:cubicBezTo>
                    <a:pt x="3240" y="7580"/>
                    <a:pt x="3284" y="7585"/>
                    <a:pt x="3327" y="7596"/>
                  </a:cubicBezTo>
                  <a:cubicBezTo>
                    <a:pt x="3343" y="7599"/>
                    <a:pt x="3358" y="7600"/>
                    <a:pt x="3373" y="7600"/>
                  </a:cubicBezTo>
                  <a:cubicBezTo>
                    <a:pt x="3387" y="7600"/>
                    <a:pt x="3400" y="7599"/>
                    <a:pt x="3414" y="7596"/>
                  </a:cubicBezTo>
                  <a:cubicBezTo>
                    <a:pt x="3416" y="7596"/>
                    <a:pt x="3418" y="7595"/>
                    <a:pt x="3420" y="7595"/>
                  </a:cubicBezTo>
                  <a:cubicBezTo>
                    <a:pt x="3437" y="7595"/>
                    <a:pt x="3456" y="7609"/>
                    <a:pt x="3475" y="7609"/>
                  </a:cubicBezTo>
                  <a:cubicBezTo>
                    <a:pt x="3484" y="7609"/>
                    <a:pt x="3493" y="7606"/>
                    <a:pt x="3501" y="7596"/>
                  </a:cubicBezTo>
                  <a:cubicBezTo>
                    <a:pt x="3531" y="7607"/>
                    <a:pt x="3561" y="7612"/>
                    <a:pt x="3590" y="7612"/>
                  </a:cubicBezTo>
                  <a:cubicBezTo>
                    <a:pt x="3619" y="7612"/>
                    <a:pt x="3648" y="7607"/>
                    <a:pt x="3675" y="7596"/>
                  </a:cubicBezTo>
                  <a:lnTo>
                    <a:pt x="3702" y="7596"/>
                  </a:lnTo>
                  <a:cubicBezTo>
                    <a:pt x="3716" y="7594"/>
                    <a:pt x="3731" y="7594"/>
                    <a:pt x="3746" y="7594"/>
                  </a:cubicBezTo>
                  <a:cubicBezTo>
                    <a:pt x="3782" y="7594"/>
                    <a:pt x="3820" y="7597"/>
                    <a:pt x="3854" y="7601"/>
                  </a:cubicBezTo>
                  <a:cubicBezTo>
                    <a:pt x="3860" y="7604"/>
                    <a:pt x="3866" y="7605"/>
                    <a:pt x="3872" y="7605"/>
                  </a:cubicBezTo>
                  <a:cubicBezTo>
                    <a:pt x="3896" y="7605"/>
                    <a:pt x="3915" y="7587"/>
                    <a:pt x="3937" y="7587"/>
                  </a:cubicBezTo>
                  <a:cubicBezTo>
                    <a:pt x="3942" y="7587"/>
                    <a:pt x="3947" y="7588"/>
                    <a:pt x="3952" y="7590"/>
                  </a:cubicBezTo>
                  <a:cubicBezTo>
                    <a:pt x="3967" y="7600"/>
                    <a:pt x="3981" y="7603"/>
                    <a:pt x="3994" y="7603"/>
                  </a:cubicBezTo>
                  <a:cubicBezTo>
                    <a:pt x="4021" y="7603"/>
                    <a:pt x="4046" y="7590"/>
                    <a:pt x="4072" y="7590"/>
                  </a:cubicBezTo>
                  <a:cubicBezTo>
                    <a:pt x="4075" y="7592"/>
                    <a:pt x="4079" y="7592"/>
                    <a:pt x="4082" y="7592"/>
                  </a:cubicBezTo>
                  <a:cubicBezTo>
                    <a:pt x="4091" y="7592"/>
                    <a:pt x="4100" y="7589"/>
                    <a:pt x="4108" y="7589"/>
                  </a:cubicBezTo>
                  <a:cubicBezTo>
                    <a:pt x="4110" y="7589"/>
                    <a:pt x="4113" y="7589"/>
                    <a:pt x="4115" y="7590"/>
                  </a:cubicBezTo>
                  <a:cubicBezTo>
                    <a:pt x="4127" y="7595"/>
                    <a:pt x="4140" y="7598"/>
                    <a:pt x="4151" y="7598"/>
                  </a:cubicBezTo>
                  <a:cubicBezTo>
                    <a:pt x="4166" y="7598"/>
                    <a:pt x="4179" y="7594"/>
                    <a:pt x="4191" y="7585"/>
                  </a:cubicBezTo>
                  <a:cubicBezTo>
                    <a:pt x="4207" y="7577"/>
                    <a:pt x="4226" y="7572"/>
                    <a:pt x="4244" y="7572"/>
                  </a:cubicBezTo>
                  <a:cubicBezTo>
                    <a:pt x="4250" y="7572"/>
                    <a:pt x="4256" y="7573"/>
                    <a:pt x="4262" y="7574"/>
                  </a:cubicBezTo>
                  <a:cubicBezTo>
                    <a:pt x="4272" y="7577"/>
                    <a:pt x="4284" y="7580"/>
                    <a:pt x="4297" y="7580"/>
                  </a:cubicBezTo>
                  <a:cubicBezTo>
                    <a:pt x="4312" y="7580"/>
                    <a:pt x="4326" y="7575"/>
                    <a:pt x="4338" y="7558"/>
                  </a:cubicBezTo>
                  <a:cubicBezTo>
                    <a:pt x="4338" y="7556"/>
                    <a:pt x="4339" y="7555"/>
                    <a:pt x="4341" y="7555"/>
                  </a:cubicBezTo>
                  <a:cubicBezTo>
                    <a:pt x="4345" y="7555"/>
                    <a:pt x="4353" y="7558"/>
                    <a:pt x="4360" y="7558"/>
                  </a:cubicBezTo>
                  <a:cubicBezTo>
                    <a:pt x="4369" y="7559"/>
                    <a:pt x="4378" y="7559"/>
                    <a:pt x="4387" y="7559"/>
                  </a:cubicBezTo>
                  <a:cubicBezTo>
                    <a:pt x="4432" y="7559"/>
                    <a:pt x="4478" y="7548"/>
                    <a:pt x="4523" y="7525"/>
                  </a:cubicBezTo>
                  <a:cubicBezTo>
                    <a:pt x="4539" y="7516"/>
                    <a:pt x="4558" y="7515"/>
                    <a:pt x="4577" y="7515"/>
                  </a:cubicBezTo>
                  <a:cubicBezTo>
                    <a:pt x="4584" y="7515"/>
                    <a:pt x="4591" y="7515"/>
                    <a:pt x="4597" y="7515"/>
                  </a:cubicBezTo>
                  <a:cubicBezTo>
                    <a:pt x="4628" y="7515"/>
                    <a:pt x="4657" y="7512"/>
                    <a:pt x="4675" y="7476"/>
                  </a:cubicBezTo>
                  <a:cubicBezTo>
                    <a:pt x="4675" y="7476"/>
                    <a:pt x="4686" y="7482"/>
                    <a:pt x="4691" y="7482"/>
                  </a:cubicBezTo>
                  <a:cubicBezTo>
                    <a:pt x="4697" y="7484"/>
                    <a:pt x="4702" y="7484"/>
                    <a:pt x="4708" y="7484"/>
                  </a:cubicBezTo>
                  <a:cubicBezTo>
                    <a:pt x="4719" y="7484"/>
                    <a:pt x="4729" y="7482"/>
                    <a:pt x="4740" y="7482"/>
                  </a:cubicBezTo>
                  <a:cubicBezTo>
                    <a:pt x="4811" y="7460"/>
                    <a:pt x="4876" y="7438"/>
                    <a:pt x="4936" y="7406"/>
                  </a:cubicBezTo>
                  <a:cubicBezTo>
                    <a:pt x="4985" y="7389"/>
                    <a:pt x="5034" y="7368"/>
                    <a:pt x="5083" y="7351"/>
                  </a:cubicBezTo>
                  <a:cubicBezTo>
                    <a:pt x="5093" y="7357"/>
                    <a:pt x="5102" y="7359"/>
                    <a:pt x="5110" y="7359"/>
                  </a:cubicBezTo>
                  <a:cubicBezTo>
                    <a:pt x="5132" y="7359"/>
                    <a:pt x="5147" y="7343"/>
                    <a:pt x="5159" y="7335"/>
                  </a:cubicBezTo>
                  <a:cubicBezTo>
                    <a:pt x="5170" y="7324"/>
                    <a:pt x="5181" y="7308"/>
                    <a:pt x="5186" y="7308"/>
                  </a:cubicBezTo>
                  <a:cubicBezTo>
                    <a:pt x="5189" y="7308"/>
                    <a:pt x="5192" y="7308"/>
                    <a:pt x="5194" y="7308"/>
                  </a:cubicBezTo>
                  <a:cubicBezTo>
                    <a:pt x="5244" y="7308"/>
                    <a:pt x="5274" y="7263"/>
                    <a:pt x="5300" y="7248"/>
                  </a:cubicBezTo>
                  <a:cubicBezTo>
                    <a:pt x="5333" y="7232"/>
                    <a:pt x="5360" y="7205"/>
                    <a:pt x="5387" y="7205"/>
                  </a:cubicBezTo>
                  <a:cubicBezTo>
                    <a:pt x="5425" y="7205"/>
                    <a:pt x="5436" y="7177"/>
                    <a:pt x="5458" y="7161"/>
                  </a:cubicBezTo>
                  <a:cubicBezTo>
                    <a:pt x="5485" y="7145"/>
                    <a:pt x="5518" y="7145"/>
                    <a:pt x="5545" y="7123"/>
                  </a:cubicBezTo>
                  <a:cubicBezTo>
                    <a:pt x="5583" y="7090"/>
                    <a:pt x="5626" y="7063"/>
                    <a:pt x="5670" y="7041"/>
                  </a:cubicBezTo>
                  <a:cubicBezTo>
                    <a:pt x="5806" y="6982"/>
                    <a:pt x="5931" y="6895"/>
                    <a:pt x="6039" y="6797"/>
                  </a:cubicBezTo>
                  <a:cubicBezTo>
                    <a:pt x="6050" y="6786"/>
                    <a:pt x="6061" y="6781"/>
                    <a:pt x="6072" y="6775"/>
                  </a:cubicBezTo>
                  <a:cubicBezTo>
                    <a:pt x="6116" y="6759"/>
                    <a:pt x="6154" y="6732"/>
                    <a:pt x="6186" y="6694"/>
                  </a:cubicBezTo>
                  <a:cubicBezTo>
                    <a:pt x="6224" y="6650"/>
                    <a:pt x="6273" y="6612"/>
                    <a:pt x="6322" y="6579"/>
                  </a:cubicBezTo>
                  <a:cubicBezTo>
                    <a:pt x="6371" y="6547"/>
                    <a:pt x="6398" y="6492"/>
                    <a:pt x="6453" y="6471"/>
                  </a:cubicBezTo>
                  <a:cubicBezTo>
                    <a:pt x="6458" y="6465"/>
                    <a:pt x="6458" y="6460"/>
                    <a:pt x="6463" y="6454"/>
                  </a:cubicBezTo>
                  <a:cubicBezTo>
                    <a:pt x="6502" y="6362"/>
                    <a:pt x="6599" y="6318"/>
                    <a:pt x="6654" y="6231"/>
                  </a:cubicBezTo>
                  <a:cubicBezTo>
                    <a:pt x="6703" y="6177"/>
                    <a:pt x="6752" y="6112"/>
                    <a:pt x="6795" y="6052"/>
                  </a:cubicBezTo>
                  <a:cubicBezTo>
                    <a:pt x="6811" y="6009"/>
                    <a:pt x="6849" y="5981"/>
                    <a:pt x="6871" y="5943"/>
                  </a:cubicBezTo>
                  <a:cubicBezTo>
                    <a:pt x="6909" y="5884"/>
                    <a:pt x="6942" y="5829"/>
                    <a:pt x="6974" y="5769"/>
                  </a:cubicBezTo>
                  <a:cubicBezTo>
                    <a:pt x="7012" y="5699"/>
                    <a:pt x="7045" y="5623"/>
                    <a:pt x="7089" y="5557"/>
                  </a:cubicBezTo>
                  <a:cubicBezTo>
                    <a:pt x="7110" y="5519"/>
                    <a:pt x="7143" y="5487"/>
                    <a:pt x="7143" y="5438"/>
                  </a:cubicBezTo>
                  <a:cubicBezTo>
                    <a:pt x="7143" y="5427"/>
                    <a:pt x="7148" y="5411"/>
                    <a:pt x="7154" y="5405"/>
                  </a:cubicBezTo>
                  <a:cubicBezTo>
                    <a:pt x="7181" y="5389"/>
                    <a:pt x="7186" y="5367"/>
                    <a:pt x="7192" y="5340"/>
                  </a:cubicBezTo>
                  <a:cubicBezTo>
                    <a:pt x="7214" y="5286"/>
                    <a:pt x="7230" y="5231"/>
                    <a:pt x="7257" y="5182"/>
                  </a:cubicBezTo>
                  <a:cubicBezTo>
                    <a:pt x="7268" y="5150"/>
                    <a:pt x="7273" y="5123"/>
                    <a:pt x="7290" y="5085"/>
                  </a:cubicBezTo>
                  <a:cubicBezTo>
                    <a:pt x="7301" y="5046"/>
                    <a:pt x="7317" y="5014"/>
                    <a:pt x="7328" y="4976"/>
                  </a:cubicBezTo>
                  <a:cubicBezTo>
                    <a:pt x="7344" y="4938"/>
                    <a:pt x="7355" y="4900"/>
                    <a:pt x="7349" y="4867"/>
                  </a:cubicBezTo>
                  <a:cubicBezTo>
                    <a:pt x="7344" y="4818"/>
                    <a:pt x="7377" y="4802"/>
                    <a:pt x="7393" y="4769"/>
                  </a:cubicBezTo>
                  <a:cubicBezTo>
                    <a:pt x="7393" y="4758"/>
                    <a:pt x="7398" y="4742"/>
                    <a:pt x="7398" y="4731"/>
                  </a:cubicBezTo>
                  <a:cubicBezTo>
                    <a:pt x="7398" y="4688"/>
                    <a:pt x="7388" y="4639"/>
                    <a:pt x="7409" y="4606"/>
                  </a:cubicBezTo>
                  <a:cubicBezTo>
                    <a:pt x="7431" y="4557"/>
                    <a:pt x="7442" y="4508"/>
                    <a:pt x="7442" y="4454"/>
                  </a:cubicBezTo>
                  <a:cubicBezTo>
                    <a:pt x="7469" y="4334"/>
                    <a:pt x="7491" y="4209"/>
                    <a:pt x="7513" y="4084"/>
                  </a:cubicBezTo>
                  <a:cubicBezTo>
                    <a:pt x="7518" y="4068"/>
                    <a:pt x="7518" y="4052"/>
                    <a:pt x="7518" y="4035"/>
                  </a:cubicBezTo>
                  <a:cubicBezTo>
                    <a:pt x="7518" y="3976"/>
                    <a:pt x="7523" y="3916"/>
                    <a:pt x="7523" y="3861"/>
                  </a:cubicBezTo>
                  <a:cubicBezTo>
                    <a:pt x="7534" y="3775"/>
                    <a:pt x="7540" y="3682"/>
                    <a:pt x="7540" y="3595"/>
                  </a:cubicBezTo>
                  <a:cubicBezTo>
                    <a:pt x="7534" y="3519"/>
                    <a:pt x="7540" y="3437"/>
                    <a:pt x="7534" y="3356"/>
                  </a:cubicBezTo>
                  <a:cubicBezTo>
                    <a:pt x="7534" y="3285"/>
                    <a:pt x="7545" y="3220"/>
                    <a:pt x="7534" y="3149"/>
                  </a:cubicBezTo>
                  <a:cubicBezTo>
                    <a:pt x="7529" y="3106"/>
                    <a:pt x="7523" y="3062"/>
                    <a:pt x="7523" y="3014"/>
                  </a:cubicBezTo>
                  <a:cubicBezTo>
                    <a:pt x="7529" y="2965"/>
                    <a:pt x="7469" y="2932"/>
                    <a:pt x="7496" y="2878"/>
                  </a:cubicBezTo>
                  <a:cubicBezTo>
                    <a:pt x="7447" y="2840"/>
                    <a:pt x="7491" y="2763"/>
                    <a:pt x="7442" y="2720"/>
                  </a:cubicBezTo>
                  <a:cubicBezTo>
                    <a:pt x="7464" y="2660"/>
                    <a:pt x="7404" y="2617"/>
                    <a:pt x="7398" y="2557"/>
                  </a:cubicBezTo>
                  <a:cubicBezTo>
                    <a:pt x="7382" y="2503"/>
                    <a:pt x="7360" y="2448"/>
                    <a:pt x="7333" y="2399"/>
                  </a:cubicBezTo>
                  <a:cubicBezTo>
                    <a:pt x="7317" y="2345"/>
                    <a:pt x="7263" y="2296"/>
                    <a:pt x="7273" y="2231"/>
                  </a:cubicBezTo>
                  <a:cubicBezTo>
                    <a:pt x="7279" y="2225"/>
                    <a:pt x="7268" y="2214"/>
                    <a:pt x="7263" y="2209"/>
                  </a:cubicBezTo>
                  <a:lnTo>
                    <a:pt x="7224" y="2160"/>
                  </a:lnTo>
                  <a:cubicBezTo>
                    <a:pt x="7181" y="2106"/>
                    <a:pt x="7181" y="2030"/>
                    <a:pt x="7132" y="1981"/>
                  </a:cubicBezTo>
                  <a:cubicBezTo>
                    <a:pt x="7094" y="1937"/>
                    <a:pt x="7061" y="1894"/>
                    <a:pt x="7029" y="1845"/>
                  </a:cubicBezTo>
                  <a:cubicBezTo>
                    <a:pt x="7018" y="1812"/>
                    <a:pt x="7002" y="1780"/>
                    <a:pt x="6974" y="1752"/>
                  </a:cubicBezTo>
                  <a:cubicBezTo>
                    <a:pt x="6915" y="1703"/>
                    <a:pt x="6893" y="1627"/>
                    <a:pt x="6833" y="1578"/>
                  </a:cubicBezTo>
                  <a:cubicBezTo>
                    <a:pt x="6806" y="1551"/>
                    <a:pt x="6784" y="1524"/>
                    <a:pt x="6762" y="1491"/>
                  </a:cubicBezTo>
                  <a:cubicBezTo>
                    <a:pt x="6760" y="1492"/>
                    <a:pt x="6758" y="1492"/>
                    <a:pt x="6756" y="1492"/>
                  </a:cubicBezTo>
                  <a:cubicBezTo>
                    <a:pt x="6705" y="1492"/>
                    <a:pt x="6729" y="1426"/>
                    <a:pt x="6697" y="1410"/>
                  </a:cubicBezTo>
                  <a:cubicBezTo>
                    <a:pt x="6681" y="1399"/>
                    <a:pt x="6665" y="1388"/>
                    <a:pt x="6654" y="1377"/>
                  </a:cubicBezTo>
                  <a:cubicBezTo>
                    <a:pt x="6637" y="1366"/>
                    <a:pt x="6627" y="1350"/>
                    <a:pt x="6621" y="1339"/>
                  </a:cubicBezTo>
                  <a:cubicBezTo>
                    <a:pt x="6610" y="1328"/>
                    <a:pt x="6605" y="1307"/>
                    <a:pt x="6594" y="1301"/>
                  </a:cubicBezTo>
                  <a:cubicBezTo>
                    <a:pt x="6561" y="1269"/>
                    <a:pt x="6529" y="1236"/>
                    <a:pt x="6502" y="1203"/>
                  </a:cubicBezTo>
                  <a:cubicBezTo>
                    <a:pt x="6431" y="1133"/>
                    <a:pt x="6376" y="1057"/>
                    <a:pt x="6306" y="986"/>
                  </a:cubicBezTo>
                  <a:cubicBezTo>
                    <a:pt x="6284" y="970"/>
                    <a:pt x="6262" y="953"/>
                    <a:pt x="6241" y="932"/>
                  </a:cubicBezTo>
                  <a:cubicBezTo>
                    <a:pt x="6219" y="904"/>
                    <a:pt x="6181" y="888"/>
                    <a:pt x="6170" y="855"/>
                  </a:cubicBezTo>
                  <a:cubicBezTo>
                    <a:pt x="6164" y="817"/>
                    <a:pt x="6126" y="812"/>
                    <a:pt x="6105" y="785"/>
                  </a:cubicBezTo>
                  <a:cubicBezTo>
                    <a:pt x="6083" y="758"/>
                    <a:pt x="6056" y="736"/>
                    <a:pt x="6029" y="720"/>
                  </a:cubicBezTo>
                  <a:cubicBezTo>
                    <a:pt x="6007" y="703"/>
                    <a:pt x="5991" y="676"/>
                    <a:pt x="5969" y="676"/>
                  </a:cubicBezTo>
                  <a:cubicBezTo>
                    <a:pt x="5893" y="665"/>
                    <a:pt x="5838" y="611"/>
                    <a:pt x="5779" y="573"/>
                  </a:cubicBezTo>
                  <a:cubicBezTo>
                    <a:pt x="5773" y="567"/>
                    <a:pt x="5757" y="557"/>
                    <a:pt x="5757" y="557"/>
                  </a:cubicBezTo>
                  <a:cubicBezTo>
                    <a:pt x="5762" y="502"/>
                    <a:pt x="5713" y="497"/>
                    <a:pt x="5686" y="480"/>
                  </a:cubicBezTo>
                  <a:cubicBezTo>
                    <a:pt x="5632" y="448"/>
                    <a:pt x="5572" y="415"/>
                    <a:pt x="5507" y="393"/>
                  </a:cubicBezTo>
                  <a:cubicBezTo>
                    <a:pt x="5425" y="372"/>
                    <a:pt x="5355" y="323"/>
                    <a:pt x="5273" y="296"/>
                  </a:cubicBezTo>
                  <a:cubicBezTo>
                    <a:pt x="5186" y="268"/>
                    <a:pt x="5110" y="230"/>
                    <a:pt x="5023" y="209"/>
                  </a:cubicBezTo>
                  <a:lnTo>
                    <a:pt x="4844" y="165"/>
                  </a:lnTo>
                  <a:cubicBezTo>
                    <a:pt x="4751" y="143"/>
                    <a:pt x="4642" y="122"/>
                    <a:pt x="4545" y="94"/>
                  </a:cubicBezTo>
                  <a:cubicBezTo>
                    <a:pt x="4535" y="92"/>
                    <a:pt x="4525" y="92"/>
                    <a:pt x="4515" y="92"/>
                  </a:cubicBezTo>
                  <a:cubicBezTo>
                    <a:pt x="4500" y="92"/>
                    <a:pt x="4484" y="93"/>
                    <a:pt x="4469" y="93"/>
                  </a:cubicBezTo>
                  <a:cubicBezTo>
                    <a:pt x="4444" y="93"/>
                    <a:pt x="4420" y="89"/>
                    <a:pt x="4398" y="67"/>
                  </a:cubicBezTo>
                  <a:lnTo>
                    <a:pt x="4382" y="67"/>
                  </a:lnTo>
                  <a:cubicBezTo>
                    <a:pt x="4349" y="67"/>
                    <a:pt x="4311" y="67"/>
                    <a:pt x="4278" y="62"/>
                  </a:cubicBezTo>
                  <a:cubicBezTo>
                    <a:pt x="4235" y="56"/>
                    <a:pt x="4191" y="51"/>
                    <a:pt x="4148" y="46"/>
                  </a:cubicBezTo>
                  <a:cubicBezTo>
                    <a:pt x="4139" y="47"/>
                    <a:pt x="4130" y="48"/>
                    <a:pt x="4122" y="48"/>
                  </a:cubicBezTo>
                  <a:cubicBezTo>
                    <a:pt x="4098" y="48"/>
                    <a:pt x="4074" y="43"/>
                    <a:pt x="4050" y="35"/>
                  </a:cubicBezTo>
                  <a:cubicBezTo>
                    <a:pt x="4034" y="29"/>
                    <a:pt x="4023" y="18"/>
                    <a:pt x="4012" y="18"/>
                  </a:cubicBezTo>
                  <a:cubicBezTo>
                    <a:pt x="3994" y="23"/>
                    <a:pt x="3976" y="25"/>
                    <a:pt x="3958" y="25"/>
                  </a:cubicBezTo>
                  <a:cubicBezTo>
                    <a:pt x="3912" y="25"/>
                    <a:pt x="3866" y="14"/>
                    <a:pt x="3821" y="14"/>
                  </a:cubicBezTo>
                  <a:cubicBezTo>
                    <a:pt x="3807" y="14"/>
                    <a:pt x="3792" y="15"/>
                    <a:pt x="3778" y="18"/>
                  </a:cubicBezTo>
                  <a:cubicBezTo>
                    <a:pt x="3773" y="18"/>
                    <a:pt x="3773" y="18"/>
                    <a:pt x="3762" y="13"/>
                  </a:cubicBezTo>
                  <a:lnTo>
                    <a:pt x="3631" y="13"/>
                  </a:lnTo>
                  <a:cubicBezTo>
                    <a:pt x="3624" y="13"/>
                    <a:pt x="3617" y="15"/>
                    <a:pt x="3611" y="15"/>
                  </a:cubicBezTo>
                  <a:cubicBezTo>
                    <a:pt x="3608" y="15"/>
                    <a:pt x="3606" y="15"/>
                    <a:pt x="3604" y="13"/>
                  </a:cubicBezTo>
                  <a:cubicBezTo>
                    <a:pt x="3580" y="5"/>
                    <a:pt x="3554" y="1"/>
                    <a:pt x="35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3"/>
            <p:cNvSpPr/>
            <p:nvPr/>
          </p:nvSpPr>
          <p:spPr>
            <a:xfrm>
              <a:off x="2907774" y="2839408"/>
              <a:ext cx="6369" cy="5211"/>
            </a:xfrm>
            <a:custGeom>
              <a:rect b="b" l="l" r="r" t="t"/>
              <a:pathLst>
                <a:path extrusionOk="0" h="45" w="55">
                  <a:moveTo>
                    <a:pt x="15" y="0"/>
                  </a:moveTo>
                  <a:cubicBezTo>
                    <a:pt x="6" y="0"/>
                    <a:pt x="0" y="4"/>
                    <a:pt x="0" y="24"/>
                  </a:cubicBezTo>
                  <a:cubicBezTo>
                    <a:pt x="8" y="36"/>
                    <a:pt x="19" y="44"/>
                    <a:pt x="32" y="44"/>
                  </a:cubicBezTo>
                  <a:cubicBezTo>
                    <a:pt x="38" y="44"/>
                    <a:pt x="43" y="43"/>
                    <a:pt x="49" y="40"/>
                  </a:cubicBezTo>
                  <a:cubicBezTo>
                    <a:pt x="55" y="24"/>
                    <a:pt x="44" y="7"/>
                    <a:pt x="33" y="2"/>
                  </a:cubicBezTo>
                  <a:cubicBezTo>
                    <a:pt x="27" y="2"/>
                    <a:pt x="20" y="0"/>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3"/>
            <p:cNvSpPr/>
            <p:nvPr/>
          </p:nvSpPr>
          <p:spPr>
            <a:xfrm>
              <a:off x="1459444" y="1753288"/>
              <a:ext cx="603742" cy="614163"/>
            </a:xfrm>
            <a:custGeom>
              <a:rect b="b" l="l" r="r" t="t"/>
              <a:pathLst>
                <a:path extrusionOk="0" h="5304" w="5214">
                  <a:moveTo>
                    <a:pt x="2534" y="1"/>
                  </a:moveTo>
                  <a:cubicBezTo>
                    <a:pt x="2473" y="1"/>
                    <a:pt x="2411" y="24"/>
                    <a:pt x="2350" y="24"/>
                  </a:cubicBezTo>
                  <a:cubicBezTo>
                    <a:pt x="2339" y="24"/>
                    <a:pt x="2328" y="23"/>
                    <a:pt x="2316" y="22"/>
                  </a:cubicBezTo>
                  <a:cubicBezTo>
                    <a:pt x="2257" y="49"/>
                    <a:pt x="2186" y="54"/>
                    <a:pt x="2126" y="76"/>
                  </a:cubicBezTo>
                  <a:cubicBezTo>
                    <a:pt x="2061" y="98"/>
                    <a:pt x="2006" y="81"/>
                    <a:pt x="1952" y="114"/>
                  </a:cubicBezTo>
                  <a:cubicBezTo>
                    <a:pt x="1833" y="125"/>
                    <a:pt x="1713" y="157"/>
                    <a:pt x="1610" y="217"/>
                  </a:cubicBezTo>
                  <a:cubicBezTo>
                    <a:pt x="1506" y="261"/>
                    <a:pt x="1403" y="315"/>
                    <a:pt x="1316" y="380"/>
                  </a:cubicBezTo>
                  <a:cubicBezTo>
                    <a:pt x="1273" y="408"/>
                    <a:pt x="1224" y="424"/>
                    <a:pt x="1186" y="451"/>
                  </a:cubicBezTo>
                  <a:cubicBezTo>
                    <a:pt x="1120" y="495"/>
                    <a:pt x="1066" y="543"/>
                    <a:pt x="1017" y="598"/>
                  </a:cubicBezTo>
                  <a:cubicBezTo>
                    <a:pt x="1001" y="614"/>
                    <a:pt x="974" y="625"/>
                    <a:pt x="963" y="652"/>
                  </a:cubicBezTo>
                  <a:cubicBezTo>
                    <a:pt x="952" y="679"/>
                    <a:pt x="919" y="668"/>
                    <a:pt x="903" y="690"/>
                  </a:cubicBezTo>
                  <a:cubicBezTo>
                    <a:pt x="860" y="717"/>
                    <a:pt x="821" y="755"/>
                    <a:pt x="789" y="793"/>
                  </a:cubicBezTo>
                  <a:cubicBezTo>
                    <a:pt x="756" y="837"/>
                    <a:pt x="702" y="853"/>
                    <a:pt x="691" y="908"/>
                  </a:cubicBezTo>
                  <a:cubicBezTo>
                    <a:pt x="686" y="913"/>
                    <a:pt x="680" y="913"/>
                    <a:pt x="675" y="913"/>
                  </a:cubicBezTo>
                  <a:cubicBezTo>
                    <a:pt x="668" y="910"/>
                    <a:pt x="662" y="908"/>
                    <a:pt x="657" y="908"/>
                  </a:cubicBezTo>
                  <a:cubicBezTo>
                    <a:pt x="639" y="908"/>
                    <a:pt x="634" y="927"/>
                    <a:pt x="626" y="940"/>
                  </a:cubicBezTo>
                  <a:cubicBezTo>
                    <a:pt x="604" y="989"/>
                    <a:pt x="599" y="1044"/>
                    <a:pt x="544" y="1065"/>
                  </a:cubicBezTo>
                  <a:cubicBezTo>
                    <a:pt x="533" y="1065"/>
                    <a:pt x="528" y="1082"/>
                    <a:pt x="528" y="1092"/>
                  </a:cubicBezTo>
                  <a:cubicBezTo>
                    <a:pt x="517" y="1125"/>
                    <a:pt x="528" y="1169"/>
                    <a:pt x="474" y="1169"/>
                  </a:cubicBezTo>
                  <a:cubicBezTo>
                    <a:pt x="479" y="1207"/>
                    <a:pt x="441" y="1212"/>
                    <a:pt x="419" y="1234"/>
                  </a:cubicBezTo>
                  <a:cubicBezTo>
                    <a:pt x="419" y="1250"/>
                    <a:pt x="425" y="1261"/>
                    <a:pt x="430" y="1283"/>
                  </a:cubicBezTo>
                  <a:lnTo>
                    <a:pt x="392" y="1299"/>
                  </a:lnTo>
                  <a:lnTo>
                    <a:pt x="397" y="1348"/>
                  </a:lnTo>
                  <a:cubicBezTo>
                    <a:pt x="365" y="1348"/>
                    <a:pt x="343" y="1364"/>
                    <a:pt x="338" y="1397"/>
                  </a:cubicBezTo>
                  <a:cubicBezTo>
                    <a:pt x="338" y="1419"/>
                    <a:pt x="332" y="1446"/>
                    <a:pt x="321" y="1468"/>
                  </a:cubicBezTo>
                  <a:cubicBezTo>
                    <a:pt x="294" y="1500"/>
                    <a:pt x="267" y="1533"/>
                    <a:pt x="278" y="1582"/>
                  </a:cubicBezTo>
                  <a:cubicBezTo>
                    <a:pt x="278" y="1587"/>
                    <a:pt x="267" y="1593"/>
                    <a:pt x="262" y="1598"/>
                  </a:cubicBezTo>
                  <a:cubicBezTo>
                    <a:pt x="251" y="1609"/>
                    <a:pt x="240" y="1614"/>
                    <a:pt x="234" y="1625"/>
                  </a:cubicBezTo>
                  <a:cubicBezTo>
                    <a:pt x="213" y="1669"/>
                    <a:pt x="202" y="1712"/>
                    <a:pt x="191" y="1761"/>
                  </a:cubicBezTo>
                  <a:cubicBezTo>
                    <a:pt x="191" y="1783"/>
                    <a:pt x="180" y="1810"/>
                    <a:pt x="164" y="1826"/>
                  </a:cubicBezTo>
                  <a:cubicBezTo>
                    <a:pt x="120" y="1886"/>
                    <a:pt x="115" y="1962"/>
                    <a:pt x="88" y="2027"/>
                  </a:cubicBezTo>
                  <a:cubicBezTo>
                    <a:pt x="82" y="2038"/>
                    <a:pt x="104" y="2055"/>
                    <a:pt x="104" y="2065"/>
                  </a:cubicBezTo>
                  <a:cubicBezTo>
                    <a:pt x="104" y="2082"/>
                    <a:pt x="98" y="2104"/>
                    <a:pt x="88" y="2109"/>
                  </a:cubicBezTo>
                  <a:cubicBezTo>
                    <a:pt x="60" y="2125"/>
                    <a:pt x="66" y="2147"/>
                    <a:pt x="66" y="2169"/>
                  </a:cubicBezTo>
                  <a:cubicBezTo>
                    <a:pt x="71" y="2190"/>
                    <a:pt x="66" y="2207"/>
                    <a:pt x="66" y="2234"/>
                  </a:cubicBezTo>
                  <a:lnTo>
                    <a:pt x="39" y="2207"/>
                  </a:lnTo>
                  <a:lnTo>
                    <a:pt x="39" y="2207"/>
                  </a:lnTo>
                  <a:cubicBezTo>
                    <a:pt x="50" y="2234"/>
                    <a:pt x="60" y="2256"/>
                    <a:pt x="71" y="2277"/>
                  </a:cubicBezTo>
                  <a:lnTo>
                    <a:pt x="22" y="2277"/>
                  </a:lnTo>
                  <a:cubicBezTo>
                    <a:pt x="33" y="2310"/>
                    <a:pt x="44" y="2337"/>
                    <a:pt x="55" y="2359"/>
                  </a:cubicBezTo>
                  <a:cubicBezTo>
                    <a:pt x="33" y="2408"/>
                    <a:pt x="17" y="2446"/>
                    <a:pt x="1" y="2484"/>
                  </a:cubicBezTo>
                  <a:lnTo>
                    <a:pt x="39" y="2511"/>
                  </a:lnTo>
                  <a:lnTo>
                    <a:pt x="1" y="2555"/>
                  </a:lnTo>
                  <a:cubicBezTo>
                    <a:pt x="6" y="2566"/>
                    <a:pt x="22" y="2576"/>
                    <a:pt x="22" y="2582"/>
                  </a:cubicBezTo>
                  <a:cubicBezTo>
                    <a:pt x="12" y="2631"/>
                    <a:pt x="39" y="2674"/>
                    <a:pt x="22" y="2723"/>
                  </a:cubicBezTo>
                  <a:cubicBezTo>
                    <a:pt x="17" y="2745"/>
                    <a:pt x="17" y="2767"/>
                    <a:pt x="22" y="2788"/>
                  </a:cubicBezTo>
                  <a:cubicBezTo>
                    <a:pt x="28" y="2826"/>
                    <a:pt x="44" y="2870"/>
                    <a:pt x="50" y="2908"/>
                  </a:cubicBezTo>
                  <a:cubicBezTo>
                    <a:pt x="60" y="2930"/>
                    <a:pt x="60" y="2946"/>
                    <a:pt x="55" y="2968"/>
                  </a:cubicBezTo>
                  <a:cubicBezTo>
                    <a:pt x="39" y="3000"/>
                    <a:pt x="77" y="3000"/>
                    <a:pt x="77" y="3017"/>
                  </a:cubicBezTo>
                  <a:cubicBezTo>
                    <a:pt x="77" y="3038"/>
                    <a:pt x="71" y="3066"/>
                    <a:pt x="82" y="3077"/>
                  </a:cubicBezTo>
                  <a:cubicBezTo>
                    <a:pt x="126" y="3131"/>
                    <a:pt x="88" y="3207"/>
                    <a:pt x="126" y="3261"/>
                  </a:cubicBezTo>
                  <a:cubicBezTo>
                    <a:pt x="93" y="3294"/>
                    <a:pt x="153" y="3289"/>
                    <a:pt x="147" y="3310"/>
                  </a:cubicBezTo>
                  <a:cubicBezTo>
                    <a:pt x="147" y="3332"/>
                    <a:pt x="147" y="3354"/>
                    <a:pt x="147" y="3375"/>
                  </a:cubicBezTo>
                  <a:cubicBezTo>
                    <a:pt x="147" y="3375"/>
                    <a:pt x="153" y="3375"/>
                    <a:pt x="153" y="3381"/>
                  </a:cubicBezTo>
                  <a:cubicBezTo>
                    <a:pt x="180" y="3408"/>
                    <a:pt x="196" y="3446"/>
                    <a:pt x="196" y="3490"/>
                  </a:cubicBezTo>
                  <a:cubicBezTo>
                    <a:pt x="202" y="3528"/>
                    <a:pt x="218" y="3566"/>
                    <a:pt x="224" y="3598"/>
                  </a:cubicBezTo>
                  <a:lnTo>
                    <a:pt x="229" y="3604"/>
                  </a:lnTo>
                  <a:lnTo>
                    <a:pt x="262" y="3604"/>
                  </a:lnTo>
                  <a:cubicBezTo>
                    <a:pt x="256" y="3674"/>
                    <a:pt x="327" y="3729"/>
                    <a:pt x="310" y="3805"/>
                  </a:cubicBezTo>
                  <a:cubicBezTo>
                    <a:pt x="332" y="3821"/>
                    <a:pt x="354" y="3838"/>
                    <a:pt x="354" y="3848"/>
                  </a:cubicBezTo>
                  <a:cubicBezTo>
                    <a:pt x="354" y="3897"/>
                    <a:pt x="397" y="3925"/>
                    <a:pt x="403" y="3973"/>
                  </a:cubicBezTo>
                  <a:cubicBezTo>
                    <a:pt x="403" y="3995"/>
                    <a:pt x="430" y="4011"/>
                    <a:pt x="446" y="4028"/>
                  </a:cubicBezTo>
                  <a:cubicBezTo>
                    <a:pt x="463" y="4044"/>
                    <a:pt x="495" y="4066"/>
                    <a:pt x="495" y="4098"/>
                  </a:cubicBezTo>
                  <a:cubicBezTo>
                    <a:pt x="495" y="4115"/>
                    <a:pt x="506" y="4126"/>
                    <a:pt x="517" y="4142"/>
                  </a:cubicBezTo>
                  <a:cubicBezTo>
                    <a:pt x="528" y="4153"/>
                    <a:pt x="533" y="4158"/>
                    <a:pt x="539" y="4169"/>
                  </a:cubicBezTo>
                  <a:cubicBezTo>
                    <a:pt x="566" y="4207"/>
                    <a:pt x="588" y="4251"/>
                    <a:pt x="609" y="4289"/>
                  </a:cubicBezTo>
                  <a:cubicBezTo>
                    <a:pt x="626" y="4316"/>
                    <a:pt x="642" y="4343"/>
                    <a:pt x="664" y="4370"/>
                  </a:cubicBezTo>
                  <a:cubicBezTo>
                    <a:pt x="680" y="4392"/>
                    <a:pt x="718" y="4408"/>
                    <a:pt x="718" y="4430"/>
                  </a:cubicBezTo>
                  <a:cubicBezTo>
                    <a:pt x="718" y="4474"/>
                    <a:pt x="767" y="4463"/>
                    <a:pt x="783" y="4484"/>
                  </a:cubicBezTo>
                  <a:cubicBezTo>
                    <a:pt x="783" y="4495"/>
                    <a:pt x="794" y="4501"/>
                    <a:pt x="794" y="4506"/>
                  </a:cubicBezTo>
                  <a:cubicBezTo>
                    <a:pt x="854" y="4620"/>
                    <a:pt x="974" y="4680"/>
                    <a:pt x="1066" y="4762"/>
                  </a:cubicBezTo>
                  <a:cubicBezTo>
                    <a:pt x="1082" y="4772"/>
                    <a:pt x="1110" y="4762"/>
                    <a:pt x="1115" y="4789"/>
                  </a:cubicBezTo>
                  <a:cubicBezTo>
                    <a:pt x="1115" y="4800"/>
                    <a:pt x="1153" y="4805"/>
                    <a:pt x="1169" y="4816"/>
                  </a:cubicBezTo>
                  <a:cubicBezTo>
                    <a:pt x="1262" y="4876"/>
                    <a:pt x="1360" y="4930"/>
                    <a:pt x="1452" y="4984"/>
                  </a:cubicBezTo>
                  <a:cubicBezTo>
                    <a:pt x="1544" y="5039"/>
                    <a:pt x="1637" y="5077"/>
                    <a:pt x="1724" y="5131"/>
                  </a:cubicBezTo>
                  <a:cubicBezTo>
                    <a:pt x="1778" y="5164"/>
                    <a:pt x="1843" y="5164"/>
                    <a:pt x="1903" y="5202"/>
                  </a:cubicBezTo>
                  <a:cubicBezTo>
                    <a:pt x="1947" y="5218"/>
                    <a:pt x="1990" y="5229"/>
                    <a:pt x="2039" y="5229"/>
                  </a:cubicBezTo>
                  <a:cubicBezTo>
                    <a:pt x="2083" y="5235"/>
                    <a:pt x="2126" y="5240"/>
                    <a:pt x="2175" y="5240"/>
                  </a:cubicBezTo>
                  <a:cubicBezTo>
                    <a:pt x="2224" y="5240"/>
                    <a:pt x="2246" y="5262"/>
                    <a:pt x="2284" y="5267"/>
                  </a:cubicBezTo>
                  <a:cubicBezTo>
                    <a:pt x="2371" y="5278"/>
                    <a:pt x="2463" y="5262"/>
                    <a:pt x="2545" y="5294"/>
                  </a:cubicBezTo>
                  <a:cubicBezTo>
                    <a:pt x="2580" y="5288"/>
                    <a:pt x="2613" y="5285"/>
                    <a:pt x="2646" y="5285"/>
                  </a:cubicBezTo>
                  <a:cubicBezTo>
                    <a:pt x="2670" y="5285"/>
                    <a:pt x="2694" y="5287"/>
                    <a:pt x="2719" y="5289"/>
                  </a:cubicBezTo>
                  <a:cubicBezTo>
                    <a:pt x="2758" y="5289"/>
                    <a:pt x="2801" y="5294"/>
                    <a:pt x="2842" y="5294"/>
                  </a:cubicBezTo>
                  <a:cubicBezTo>
                    <a:pt x="2863" y="5294"/>
                    <a:pt x="2883" y="5293"/>
                    <a:pt x="2903" y="5289"/>
                  </a:cubicBezTo>
                  <a:cubicBezTo>
                    <a:pt x="2920" y="5286"/>
                    <a:pt x="2937" y="5282"/>
                    <a:pt x="2955" y="5282"/>
                  </a:cubicBezTo>
                  <a:cubicBezTo>
                    <a:pt x="2973" y="5282"/>
                    <a:pt x="2990" y="5286"/>
                    <a:pt x="3007" y="5300"/>
                  </a:cubicBezTo>
                  <a:cubicBezTo>
                    <a:pt x="3009" y="5302"/>
                    <a:pt x="3013" y="5304"/>
                    <a:pt x="3018" y="5304"/>
                  </a:cubicBezTo>
                  <a:cubicBezTo>
                    <a:pt x="3022" y="5304"/>
                    <a:pt x="3026" y="5302"/>
                    <a:pt x="3028" y="5300"/>
                  </a:cubicBezTo>
                  <a:cubicBezTo>
                    <a:pt x="3044" y="5282"/>
                    <a:pt x="3059" y="5277"/>
                    <a:pt x="3075" y="5277"/>
                  </a:cubicBezTo>
                  <a:cubicBezTo>
                    <a:pt x="3093" y="5277"/>
                    <a:pt x="3111" y="5283"/>
                    <a:pt x="3132" y="5283"/>
                  </a:cubicBezTo>
                  <a:cubicBezTo>
                    <a:pt x="3143" y="5283"/>
                    <a:pt x="3164" y="5278"/>
                    <a:pt x="3170" y="5273"/>
                  </a:cubicBezTo>
                  <a:cubicBezTo>
                    <a:pt x="3197" y="5229"/>
                    <a:pt x="3240" y="5245"/>
                    <a:pt x="3273" y="5235"/>
                  </a:cubicBezTo>
                  <a:cubicBezTo>
                    <a:pt x="3278" y="5235"/>
                    <a:pt x="3285" y="5239"/>
                    <a:pt x="3292" y="5239"/>
                  </a:cubicBezTo>
                  <a:cubicBezTo>
                    <a:pt x="3299" y="5239"/>
                    <a:pt x="3306" y="5235"/>
                    <a:pt x="3311" y="5218"/>
                  </a:cubicBezTo>
                  <a:cubicBezTo>
                    <a:pt x="3314" y="5212"/>
                    <a:pt x="3317" y="5209"/>
                    <a:pt x="3321" y="5209"/>
                  </a:cubicBezTo>
                  <a:cubicBezTo>
                    <a:pt x="3331" y="5209"/>
                    <a:pt x="3345" y="5230"/>
                    <a:pt x="3357" y="5230"/>
                  </a:cubicBezTo>
                  <a:cubicBezTo>
                    <a:pt x="3358" y="5230"/>
                    <a:pt x="3359" y="5229"/>
                    <a:pt x="3360" y="5229"/>
                  </a:cubicBezTo>
                  <a:cubicBezTo>
                    <a:pt x="3365" y="5229"/>
                    <a:pt x="3371" y="5229"/>
                    <a:pt x="3376" y="5224"/>
                  </a:cubicBezTo>
                  <a:cubicBezTo>
                    <a:pt x="3414" y="5202"/>
                    <a:pt x="3463" y="5186"/>
                    <a:pt x="3507" y="5180"/>
                  </a:cubicBezTo>
                  <a:cubicBezTo>
                    <a:pt x="3550" y="5169"/>
                    <a:pt x="3599" y="5180"/>
                    <a:pt x="3621" y="5131"/>
                  </a:cubicBezTo>
                  <a:cubicBezTo>
                    <a:pt x="3625" y="5132"/>
                    <a:pt x="3629" y="5133"/>
                    <a:pt x="3633" y="5133"/>
                  </a:cubicBezTo>
                  <a:cubicBezTo>
                    <a:pt x="3668" y="5133"/>
                    <a:pt x="3696" y="5099"/>
                    <a:pt x="3733" y="5099"/>
                  </a:cubicBezTo>
                  <a:cubicBezTo>
                    <a:pt x="3740" y="5099"/>
                    <a:pt x="3748" y="5101"/>
                    <a:pt x="3757" y="5104"/>
                  </a:cubicBezTo>
                  <a:cubicBezTo>
                    <a:pt x="3758" y="5106"/>
                    <a:pt x="3760" y="5106"/>
                    <a:pt x="3763" y="5106"/>
                  </a:cubicBezTo>
                  <a:cubicBezTo>
                    <a:pt x="3768" y="5106"/>
                    <a:pt x="3775" y="5102"/>
                    <a:pt x="3779" y="5099"/>
                  </a:cubicBezTo>
                  <a:cubicBezTo>
                    <a:pt x="3800" y="5066"/>
                    <a:pt x="3844" y="5071"/>
                    <a:pt x="3876" y="5055"/>
                  </a:cubicBezTo>
                  <a:cubicBezTo>
                    <a:pt x="3898" y="5050"/>
                    <a:pt x="3914" y="5028"/>
                    <a:pt x="3931" y="5023"/>
                  </a:cubicBezTo>
                  <a:cubicBezTo>
                    <a:pt x="3969" y="5017"/>
                    <a:pt x="4001" y="5012"/>
                    <a:pt x="4012" y="4974"/>
                  </a:cubicBezTo>
                  <a:cubicBezTo>
                    <a:pt x="4018" y="4963"/>
                    <a:pt x="4023" y="4963"/>
                    <a:pt x="4034" y="4963"/>
                  </a:cubicBezTo>
                  <a:cubicBezTo>
                    <a:pt x="4041" y="4965"/>
                    <a:pt x="4047" y="4966"/>
                    <a:pt x="4052" y="4966"/>
                  </a:cubicBezTo>
                  <a:cubicBezTo>
                    <a:pt x="4084" y="4966"/>
                    <a:pt x="4102" y="4932"/>
                    <a:pt x="4116" y="4914"/>
                  </a:cubicBezTo>
                  <a:cubicBezTo>
                    <a:pt x="4132" y="4887"/>
                    <a:pt x="4159" y="4865"/>
                    <a:pt x="4186" y="4849"/>
                  </a:cubicBezTo>
                  <a:cubicBezTo>
                    <a:pt x="4219" y="4827"/>
                    <a:pt x="4257" y="4800"/>
                    <a:pt x="4284" y="4772"/>
                  </a:cubicBezTo>
                  <a:cubicBezTo>
                    <a:pt x="4300" y="4756"/>
                    <a:pt x="4300" y="4734"/>
                    <a:pt x="4317" y="4724"/>
                  </a:cubicBezTo>
                  <a:cubicBezTo>
                    <a:pt x="4398" y="4669"/>
                    <a:pt x="4474" y="4604"/>
                    <a:pt x="4545" y="4533"/>
                  </a:cubicBezTo>
                  <a:cubicBezTo>
                    <a:pt x="4578" y="4506"/>
                    <a:pt x="4610" y="4474"/>
                    <a:pt x="4643" y="4435"/>
                  </a:cubicBezTo>
                  <a:cubicBezTo>
                    <a:pt x="4675" y="4376"/>
                    <a:pt x="4719" y="4321"/>
                    <a:pt x="4757" y="4262"/>
                  </a:cubicBezTo>
                  <a:cubicBezTo>
                    <a:pt x="4806" y="4180"/>
                    <a:pt x="4849" y="4098"/>
                    <a:pt x="4887" y="4011"/>
                  </a:cubicBezTo>
                  <a:cubicBezTo>
                    <a:pt x="4898" y="3990"/>
                    <a:pt x="4909" y="3968"/>
                    <a:pt x="4920" y="3941"/>
                  </a:cubicBezTo>
                  <a:cubicBezTo>
                    <a:pt x="4936" y="3919"/>
                    <a:pt x="4931" y="3892"/>
                    <a:pt x="4964" y="3876"/>
                  </a:cubicBezTo>
                  <a:cubicBezTo>
                    <a:pt x="4980" y="3865"/>
                    <a:pt x="4974" y="3827"/>
                    <a:pt x="4985" y="3799"/>
                  </a:cubicBezTo>
                  <a:cubicBezTo>
                    <a:pt x="5012" y="3740"/>
                    <a:pt x="5045" y="3674"/>
                    <a:pt x="5067" y="3609"/>
                  </a:cubicBezTo>
                  <a:cubicBezTo>
                    <a:pt x="5083" y="3571"/>
                    <a:pt x="5089" y="3533"/>
                    <a:pt x="5083" y="3490"/>
                  </a:cubicBezTo>
                  <a:cubicBezTo>
                    <a:pt x="5078" y="3462"/>
                    <a:pt x="5083" y="3435"/>
                    <a:pt x="5105" y="3419"/>
                  </a:cubicBezTo>
                  <a:cubicBezTo>
                    <a:pt x="5127" y="3403"/>
                    <a:pt x="5121" y="3392"/>
                    <a:pt x="5127" y="3370"/>
                  </a:cubicBezTo>
                  <a:cubicBezTo>
                    <a:pt x="5137" y="3316"/>
                    <a:pt x="5121" y="3261"/>
                    <a:pt x="5143" y="3212"/>
                  </a:cubicBezTo>
                  <a:cubicBezTo>
                    <a:pt x="5154" y="3191"/>
                    <a:pt x="5159" y="3169"/>
                    <a:pt x="5165" y="3147"/>
                  </a:cubicBezTo>
                  <a:cubicBezTo>
                    <a:pt x="5154" y="3077"/>
                    <a:pt x="5165" y="3006"/>
                    <a:pt x="5186" y="2935"/>
                  </a:cubicBezTo>
                  <a:cubicBezTo>
                    <a:pt x="5197" y="2913"/>
                    <a:pt x="5203" y="2886"/>
                    <a:pt x="5197" y="2859"/>
                  </a:cubicBezTo>
                  <a:cubicBezTo>
                    <a:pt x="5176" y="2799"/>
                    <a:pt x="5203" y="2739"/>
                    <a:pt x="5203" y="2680"/>
                  </a:cubicBezTo>
                  <a:cubicBezTo>
                    <a:pt x="5214" y="2642"/>
                    <a:pt x="5208" y="2598"/>
                    <a:pt x="5203" y="2555"/>
                  </a:cubicBezTo>
                  <a:cubicBezTo>
                    <a:pt x="5181" y="2511"/>
                    <a:pt x="5176" y="2462"/>
                    <a:pt x="5186" y="2413"/>
                  </a:cubicBezTo>
                  <a:cubicBezTo>
                    <a:pt x="5192" y="2386"/>
                    <a:pt x="5208" y="2359"/>
                    <a:pt x="5186" y="2326"/>
                  </a:cubicBezTo>
                  <a:cubicBezTo>
                    <a:pt x="5181" y="2316"/>
                    <a:pt x="5186" y="2294"/>
                    <a:pt x="5181" y="2272"/>
                  </a:cubicBezTo>
                  <a:cubicBezTo>
                    <a:pt x="5181" y="2245"/>
                    <a:pt x="5181" y="2218"/>
                    <a:pt x="5176" y="2196"/>
                  </a:cubicBezTo>
                  <a:cubicBezTo>
                    <a:pt x="5165" y="2147"/>
                    <a:pt x="5154" y="2098"/>
                    <a:pt x="5148" y="2044"/>
                  </a:cubicBezTo>
                  <a:cubicBezTo>
                    <a:pt x="5154" y="2017"/>
                    <a:pt x="5143" y="1995"/>
                    <a:pt x="5127" y="1973"/>
                  </a:cubicBezTo>
                  <a:cubicBezTo>
                    <a:pt x="5110" y="1940"/>
                    <a:pt x="5099" y="1908"/>
                    <a:pt x="5099" y="1870"/>
                  </a:cubicBezTo>
                  <a:cubicBezTo>
                    <a:pt x="5072" y="1788"/>
                    <a:pt x="5018" y="1712"/>
                    <a:pt x="5007" y="1625"/>
                  </a:cubicBezTo>
                  <a:cubicBezTo>
                    <a:pt x="5007" y="1620"/>
                    <a:pt x="5002" y="1614"/>
                    <a:pt x="5002" y="1614"/>
                  </a:cubicBezTo>
                  <a:cubicBezTo>
                    <a:pt x="4964" y="1593"/>
                    <a:pt x="4969" y="1560"/>
                    <a:pt x="4958" y="1527"/>
                  </a:cubicBezTo>
                  <a:cubicBezTo>
                    <a:pt x="4947" y="1484"/>
                    <a:pt x="4925" y="1446"/>
                    <a:pt x="4898" y="1413"/>
                  </a:cubicBezTo>
                  <a:cubicBezTo>
                    <a:pt x="4844" y="1364"/>
                    <a:pt x="4860" y="1288"/>
                    <a:pt x="4800" y="1245"/>
                  </a:cubicBezTo>
                  <a:cubicBezTo>
                    <a:pt x="4790" y="1234"/>
                    <a:pt x="4795" y="1196"/>
                    <a:pt x="4784" y="1190"/>
                  </a:cubicBezTo>
                  <a:cubicBezTo>
                    <a:pt x="4713" y="1125"/>
                    <a:pt x="4659" y="1054"/>
                    <a:pt x="4610" y="978"/>
                  </a:cubicBezTo>
                  <a:cubicBezTo>
                    <a:pt x="4578" y="940"/>
                    <a:pt x="4550" y="908"/>
                    <a:pt x="4518" y="875"/>
                  </a:cubicBezTo>
                  <a:cubicBezTo>
                    <a:pt x="4485" y="842"/>
                    <a:pt x="4458" y="810"/>
                    <a:pt x="4431" y="772"/>
                  </a:cubicBezTo>
                  <a:cubicBezTo>
                    <a:pt x="4371" y="707"/>
                    <a:pt x="4311" y="647"/>
                    <a:pt x="4241" y="592"/>
                  </a:cubicBezTo>
                  <a:cubicBezTo>
                    <a:pt x="4208" y="565"/>
                    <a:pt x="4175" y="543"/>
                    <a:pt x="4143" y="522"/>
                  </a:cubicBezTo>
                  <a:cubicBezTo>
                    <a:pt x="4110" y="500"/>
                    <a:pt x="4083" y="473"/>
                    <a:pt x="4050" y="446"/>
                  </a:cubicBezTo>
                  <a:cubicBezTo>
                    <a:pt x="4039" y="440"/>
                    <a:pt x="4029" y="429"/>
                    <a:pt x="4018" y="424"/>
                  </a:cubicBezTo>
                  <a:cubicBezTo>
                    <a:pt x="3996" y="418"/>
                    <a:pt x="3963" y="424"/>
                    <a:pt x="3947" y="397"/>
                  </a:cubicBezTo>
                  <a:cubicBezTo>
                    <a:pt x="3936" y="380"/>
                    <a:pt x="3904" y="402"/>
                    <a:pt x="3893" y="364"/>
                  </a:cubicBezTo>
                  <a:cubicBezTo>
                    <a:pt x="3893" y="353"/>
                    <a:pt x="3844" y="348"/>
                    <a:pt x="3827" y="337"/>
                  </a:cubicBezTo>
                  <a:cubicBezTo>
                    <a:pt x="3808" y="327"/>
                    <a:pt x="3797" y="304"/>
                    <a:pt x="3787" y="304"/>
                  </a:cubicBezTo>
                  <a:cubicBezTo>
                    <a:pt x="3786" y="304"/>
                    <a:pt x="3785" y="304"/>
                    <a:pt x="3784" y="304"/>
                  </a:cubicBezTo>
                  <a:cubicBezTo>
                    <a:pt x="3778" y="306"/>
                    <a:pt x="3772" y="307"/>
                    <a:pt x="3767" y="307"/>
                  </a:cubicBezTo>
                  <a:cubicBezTo>
                    <a:pt x="3739" y="307"/>
                    <a:pt x="3720" y="285"/>
                    <a:pt x="3697" y="266"/>
                  </a:cubicBezTo>
                  <a:cubicBezTo>
                    <a:pt x="3675" y="250"/>
                    <a:pt x="3654" y="239"/>
                    <a:pt x="3626" y="234"/>
                  </a:cubicBezTo>
                  <a:cubicBezTo>
                    <a:pt x="3588" y="217"/>
                    <a:pt x="3539" y="212"/>
                    <a:pt x="3490" y="196"/>
                  </a:cubicBezTo>
                  <a:cubicBezTo>
                    <a:pt x="3463" y="179"/>
                    <a:pt x="3431" y="163"/>
                    <a:pt x="3398" y="157"/>
                  </a:cubicBezTo>
                  <a:cubicBezTo>
                    <a:pt x="3333" y="141"/>
                    <a:pt x="3278" y="125"/>
                    <a:pt x="3219" y="103"/>
                  </a:cubicBezTo>
                  <a:cubicBezTo>
                    <a:pt x="3164" y="87"/>
                    <a:pt x="3099" y="103"/>
                    <a:pt x="3050" y="60"/>
                  </a:cubicBezTo>
                  <a:cubicBezTo>
                    <a:pt x="3045" y="57"/>
                    <a:pt x="3041" y="56"/>
                    <a:pt x="3037" y="56"/>
                  </a:cubicBezTo>
                  <a:cubicBezTo>
                    <a:pt x="3034" y="56"/>
                    <a:pt x="3031" y="57"/>
                    <a:pt x="3028" y="60"/>
                  </a:cubicBezTo>
                  <a:cubicBezTo>
                    <a:pt x="3020" y="65"/>
                    <a:pt x="3012" y="67"/>
                    <a:pt x="3005" y="67"/>
                  </a:cubicBezTo>
                  <a:cubicBezTo>
                    <a:pt x="2990" y="67"/>
                    <a:pt x="2976" y="58"/>
                    <a:pt x="2958" y="54"/>
                  </a:cubicBezTo>
                  <a:cubicBezTo>
                    <a:pt x="2931" y="38"/>
                    <a:pt x="2898" y="32"/>
                    <a:pt x="2865" y="27"/>
                  </a:cubicBezTo>
                  <a:cubicBezTo>
                    <a:pt x="2836" y="27"/>
                    <a:pt x="2810" y="29"/>
                    <a:pt x="2782" y="29"/>
                  </a:cubicBezTo>
                  <a:cubicBezTo>
                    <a:pt x="2769" y="29"/>
                    <a:pt x="2755" y="29"/>
                    <a:pt x="2740" y="27"/>
                  </a:cubicBezTo>
                  <a:cubicBezTo>
                    <a:pt x="2713" y="23"/>
                    <a:pt x="2683" y="8"/>
                    <a:pt x="2649" y="8"/>
                  </a:cubicBezTo>
                  <a:cubicBezTo>
                    <a:pt x="2637" y="8"/>
                    <a:pt x="2623" y="10"/>
                    <a:pt x="2610" y="16"/>
                  </a:cubicBezTo>
                  <a:cubicBezTo>
                    <a:pt x="2585" y="5"/>
                    <a:pt x="2559" y="1"/>
                    <a:pt x="2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3"/>
            <p:cNvSpPr/>
            <p:nvPr/>
          </p:nvSpPr>
          <p:spPr>
            <a:xfrm>
              <a:off x="2059248" y="2334791"/>
              <a:ext cx="164425" cy="170910"/>
            </a:xfrm>
            <a:custGeom>
              <a:rect b="b" l="l" r="r" t="t"/>
              <a:pathLst>
                <a:path extrusionOk="0" h="1476" w="1420">
                  <a:moveTo>
                    <a:pt x="797" y="138"/>
                  </a:moveTo>
                  <a:cubicBezTo>
                    <a:pt x="900" y="138"/>
                    <a:pt x="1005" y="168"/>
                    <a:pt x="1072" y="229"/>
                  </a:cubicBezTo>
                  <a:cubicBezTo>
                    <a:pt x="1153" y="305"/>
                    <a:pt x="1208" y="403"/>
                    <a:pt x="1229" y="512"/>
                  </a:cubicBezTo>
                  <a:cubicBezTo>
                    <a:pt x="1251" y="604"/>
                    <a:pt x="1240" y="702"/>
                    <a:pt x="1262" y="794"/>
                  </a:cubicBezTo>
                  <a:cubicBezTo>
                    <a:pt x="1246" y="887"/>
                    <a:pt x="1229" y="979"/>
                    <a:pt x="1213" y="1071"/>
                  </a:cubicBezTo>
                  <a:cubicBezTo>
                    <a:pt x="1209" y="1090"/>
                    <a:pt x="1203" y="1096"/>
                    <a:pt x="1196" y="1096"/>
                  </a:cubicBezTo>
                  <a:cubicBezTo>
                    <a:pt x="1184" y="1096"/>
                    <a:pt x="1169" y="1078"/>
                    <a:pt x="1159" y="1071"/>
                  </a:cubicBezTo>
                  <a:cubicBezTo>
                    <a:pt x="1126" y="1028"/>
                    <a:pt x="1088" y="995"/>
                    <a:pt x="1045" y="974"/>
                  </a:cubicBezTo>
                  <a:cubicBezTo>
                    <a:pt x="1034" y="970"/>
                    <a:pt x="1024" y="968"/>
                    <a:pt x="1014" y="968"/>
                  </a:cubicBezTo>
                  <a:cubicBezTo>
                    <a:pt x="993" y="968"/>
                    <a:pt x="974" y="977"/>
                    <a:pt x="963" y="995"/>
                  </a:cubicBezTo>
                  <a:cubicBezTo>
                    <a:pt x="920" y="1033"/>
                    <a:pt x="882" y="1082"/>
                    <a:pt x="844" y="1131"/>
                  </a:cubicBezTo>
                  <a:cubicBezTo>
                    <a:pt x="767" y="1240"/>
                    <a:pt x="642" y="1294"/>
                    <a:pt x="539" y="1354"/>
                  </a:cubicBezTo>
                  <a:cubicBezTo>
                    <a:pt x="516" y="1366"/>
                    <a:pt x="489" y="1372"/>
                    <a:pt x="462" y="1372"/>
                  </a:cubicBezTo>
                  <a:cubicBezTo>
                    <a:pt x="368" y="1372"/>
                    <a:pt x="262" y="1306"/>
                    <a:pt x="224" y="1218"/>
                  </a:cubicBezTo>
                  <a:cubicBezTo>
                    <a:pt x="159" y="1099"/>
                    <a:pt x="137" y="963"/>
                    <a:pt x="153" y="827"/>
                  </a:cubicBezTo>
                  <a:cubicBezTo>
                    <a:pt x="148" y="772"/>
                    <a:pt x="159" y="723"/>
                    <a:pt x="175" y="675"/>
                  </a:cubicBezTo>
                  <a:cubicBezTo>
                    <a:pt x="218" y="620"/>
                    <a:pt x="175" y="528"/>
                    <a:pt x="256" y="506"/>
                  </a:cubicBezTo>
                  <a:cubicBezTo>
                    <a:pt x="322" y="359"/>
                    <a:pt x="447" y="278"/>
                    <a:pt x="572" y="196"/>
                  </a:cubicBezTo>
                  <a:cubicBezTo>
                    <a:pt x="632" y="158"/>
                    <a:pt x="714" y="138"/>
                    <a:pt x="797" y="138"/>
                  </a:cubicBezTo>
                  <a:close/>
                  <a:moveTo>
                    <a:pt x="809" y="0"/>
                  </a:moveTo>
                  <a:cubicBezTo>
                    <a:pt x="764" y="0"/>
                    <a:pt x="719" y="6"/>
                    <a:pt x="675" y="17"/>
                  </a:cubicBezTo>
                  <a:cubicBezTo>
                    <a:pt x="479" y="60"/>
                    <a:pt x="305" y="174"/>
                    <a:pt x="186" y="332"/>
                  </a:cubicBezTo>
                  <a:cubicBezTo>
                    <a:pt x="66" y="473"/>
                    <a:pt x="1" y="647"/>
                    <a:pt x="6" y="832"/>
                  </a:cubicBezTo>
                  <a:cubicBezTo>
                    <a:pt x="6" y="907"/>
                    <a:pt x="17" y="981"/>
                    <a:pt x="38" y="1056"/>
                  </a:cubicBezTo>
                  <a:lnTo>
                    <a:pt x="38" y="1056"/>
                  </a:lnTo>
                  <a:cubicBezTo>
                    <a:pt x="37" y="1055"/>
                    <a:pt x="35" y="1055"/>
                    <a:pt x="34" y="1055"/>
                  </a:cubicBezTo>
                  <a:cubicBezTo>
                    <a:pt x="34" y="1055"/>
                    <a:pt x="34" y="1061"/>
                    <a:pt x="34" y="1066"/>
                  </a:cubicBezTo>
                  <a:cubicBezTo>
                    <a:pt x="61" y="1164"/>
                    <a:pt x="104" y="1256"/>
                    <a:pt x="164" y="1343"/>
                  </a:cubicBezTo>
                  <a:cubicBezTo>
                    <a:pt x="228" y="1427"/>
                    <a:pt x="328" y="1475"/>
                    <a:pt x="432" y="1475"/>
                  </a:cubicBezTo>
                  <a:cubicBezTo>
                    <a:pt x="442" y="1475"/>
                    <a:pt x="452" y="1475"/>
                    <a:pt x="463" y="1474"/>
                  </a:cubicBezTo>
                  <a:cubicBezTo>
                    <a:pt x="659" y="1463"/>
                    <a:pt x="805" y="1365"/>
                    <a:pt x="936" y="1229"/>
                  </a:cubicBezTo>
                  <a:cubicBezTo>
                    <a:pt x="947" y="1218"/>
                    <a:pt x="963" y="1196"/>
                    <a:pt x="958" y="1186"/>
                  </a:cubicBezTo>
                  <a:cubicBezTo>
                    <a:pt x="941" y="1142"/>
                    <a:pt x="990" y="1153"/>
                    <a:pt x="1001" y="1137"/>
                  </a:cubicBezTo>
                  <a:cubicBezTo>
                    <a:pt x="1003" y="1132"/>
                    <a:pt x="1005" y="1131"/>
                    <a:pt x="1008" y="1131"/>
                  </a:cubicBezTo>
                  <a:cubicBezTo>
                    <a:pt x="1017" y="1131"/>
                    <a:pt x="1031" y="1145"/>
                    <a:pt x="1039" y="1153"/>
                  </a:cubicBezTo>
                  <a:cubicBezTo>
                    <a:pt x="1077" y="1191"/>
                    <a:pt x="1121" y="1229"/>
                    <a:pt x="1159" y="1267"/>
                  </a:cubicBezTo>
                  <a:cubicBezTo>
                    <a:pt x="1179" y="1283"/>
                    <a:pt x="1204" y="1293"/>
                    <a:pt x="1230" y="1293"/>
                  </a:cubicBezTo>
                  <a:cubicBezTo>
                    <a:pt x="1239" y="1293"/>
                    <a:pt x="1248" y="1292"/>
                    <a:pt x="1257" y="1289"/>
                  </a:cubicBezTo>
                  <a:cubicBezTo>
                    <a:pt x="1365" y="1267"/>
                    <a:pt x="1420" y="908"/>
                    <a:pt x="1420" y="821"/>
                  </a:cubicBezTo>
                  <a:cubicBezTo>
                    <a:pt x="1420" y="729"/>
                    <a:pt x="1414" y="637"/>
                    <a:pt x="1393" y="544"/>
                  </a:cubicBezTo>
                  <a:cubicBezTo>
                    <a:pt x="1344" y="343"/>
                    <a:pt x="1257" y="174"/>
                    <a:pt x="1061" y="60"/>
                  </a:cubicBezTo>
                  <a:cubicBezTo>
                    <a:pt x="982" y="21"/>
                    <a:pt x="896" y="0"/>
                    <a:pt x="8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3"/>
            <p:cNvSpPr/>
            <p:nvPr/>
          </p:nvSpPr>
          <p:spPr>
            <a:xfrm>
              <a:off x="2194609" y="2420823"/>
              <a:ext cx="293418" cy="332209"/>
            </a:xfrm>
            <a:custGeom>
              <a:rect b="b" l="l" r="r" t="t"/>
              <a:pathLst>
                <a:path extrusionOk="0" h="2869" w="2534">
                  <a:moveTo>
                    <a:pt x="1348" y="161"/>
                  </a:moveTo>
                  <a:cubicBezTo>
                    <a:pt x="1379" y="161"/>
                    <a:pt x="1410" y="163"/>
                    <a:pt x="1441" y="165"/>
                  </a:cubicBezTo>
                  <a:cubicBezTo>
                    <a:pt x="1561" y="171"/>
                    <a:pt x="1669" y="203"/>
                    <a:pt x="1778" y="252"/>
                  </a:cubicBezTo>
                  <a:cubicBezTo>
                    <a:pt x="1843" y="285"/>
                    <a:pt x="1914" y="323"/>
                    <a:pt x="1974" y="366"/>
                  </a:cubicBezTo>
                  <a:cubicBezTo>
                    <a:pt x="2045" y="410"/>
                    <a:pt x="2099" y="464"/>
                    <a:pt x="2164" y="508"/>
                  </a:cubicBezTo>
                  <a:cubicBezTo>
                    <a:pt x="2197" y="540"/>
                    <a:pt x="2229" y="584"/>
                    <a:pt x="2246" y="627"/>
                  </a:cubicBezTo>
                  <a:cubicBezTo>
                    <a:pt x="2278" y="676"/>
                    <a:pt x="2300" y="736"/>
                    <a:pt x="2333" y="785"/>
                  </a:cubicBezTo>
                  <a:cubicBezTo>
                    <a:pt x="2371" y="839"/>
                    <a:pt x="2349" y="905"/>
                    <a:pt x="2371" y="964"/>
                  </a:cubicBezTo>
                  <a:cubicBezTo>
                    <a:pt x="2409" y="1084"/>
                    <a:pt x="2349" y="1187"/>
                    <a:pt x="2311" y="1285"/>
                  </a:cubicBezTo>
                  <a:cubicBezTo>
                    <a:pt x="2267" y="1394"/>
                    <a:pt x="2197" y="1486"/>
                    <a:pt x="2104" y="1551"/>
                  </a:cubicBezTo>
                  <a:cubicBezTo>
                    <a:pt x="1958" y="1660"/>
                    <a:pt x="1800" y="1747"/>
                    <a:pt x="1626" y="1812"/>
                  </a:cubicBezTo>
                  <a:cubicBezTo>
                    <a:pt x="1485" y="1856"/>
                    <a:pt x="1338" y="1888"/>
                    <a:pt x="1186" y="1905"/>
                  </a:cubicBezTo>
                  <a:cubicBezTo>
                    <a:pt x="1104" y="1916"/>
                    <a:pt x="1023" y="1932"/>
                    <a:pt x="946" y="1959"/>
                  </a:cubicBezTo>
                  <a:cubicBezTo>
                    <a:pt x="887" y="1975"/>
                    <a:pt x="887" y="2013"/>
                    <a:pt x="876" y="2062"/>
                  </a:cubicBezTo>
                  <a:cubicBezTo>
                    <a:pt x="870" y="2090"/>
                    <a:pt x="892" y="2111"/>
                    <a:pt x="876" y="2128"/>
                  </a:cubicBezTo>
                  <a:cubicBezTo>
                    <a:pt x="887" y="2296"/>
                    <a:pt x="892" y="2454"/>
                    <a:pt x="898" y="2606"/>
                  </a:cubicBezTo>
                  <a:cubicBezTo>
                    <a:pt x="898" y="2628"/>
                    <a:pt x="908" y="2639"/>
                    <a:pt x="892" y="2655"/>
                  </a:cubicBezTo>
                  <a:cubicBezTo>
                    <a:pt x="886" y="2659"/>
                    <a:pt x="881" y="2661"/>
                    <a:pt x="877" y="2661"/>
                  </a:cubicBezTo>
                  <a:cubicBezTo>
                    <a:pt x="865" y="2661"/>
                    <a:pt x="857" y="2648"/>
                    <a:pt x="849" y="2644"/>
                  </a:cubicBezTo>
                  <a:cubicBezTo>
                    <a:pt x="734" y="2573"/>
                    <a:pt x="664" y="2465"/>
                    <a:pt x="577" y="2378"/>
                  </a:cubicBezTo>
                  <a:cubicBezTo>
                    <a:pt x="463" y="2274"/>
                    <a:pt x="403" y="2133"/>
                    <a:pt x="332" y="2003"/>
                  </a:cubicBezTo>
                  <a:cubicBezTo>
                    <a:pt x="251" y="1834"/>
                    <a:pt x="191" y="1655"/>
                    <a:pt x="164" y="1470"/>
                  </a:cubicBezTo>
                  <a:cubicBezTo>
                    <a:pt x="137" y="1323"/>
                    <a:pt x="147" y="1166"/>
                    <a:pt x="191" y="1024"/>
                  </a:cubicBezTo>
                  <a:cubicBezTo>
                    <a:pt x="229" y="910"/>
                    <a:pt x="283" y="801"/>
                    <a:pt x="354" y="709"/>
                  </a:cubicBezTo>
                  <a:cubicBezTo>
                    <a:pt x="425" y="606"/>
                    <a:pt x="506" y="513"/>
                    <a:pt x="599" y="437"/>
                  </a:cubicBezTo>
                  <a:cubicBezTo>
                    <a:pt x="658" y="383"/>
                    <a:pt x="729" y="334"/>
                    <a:pt x="800" y="301"/>
                  </a:cubicBezTo>
                  <a:cubicBezTo>
                    <a:pt x="887" y="252"/>
                    <a:pt x="985" y="220"/>
                    <a:pt x="1077" y="192"/>
                  </a:cubicBezTo>
                  <a:cubicBezTo>
                    <a:pt x="1166" y="172"/>
                    <a:pt x="1257" y="161"/>
                    <a:pt x="1348" y="161"/>
                  </a:cubicBezTo>
                  <a:close/>
                  <a:moveTo>
                    <a:pt x="1408" y="1"/>
                  </a:moveTo>
                  <a:cubicBezTo>
                    <a:pt x="1391" y="1"/>
                    <a:pt x="1375" y="1"/>
                    <a:pt x="1360" y="2"/>
                  </a:cubicBezTo>
                  <a:cubicBezTo>
                    <a:pt x="1218" y="2"/>
                    <a:pt x="1082" y="29"/>
                    <a:pt x="952" y="78"/>
                  </a:cubicBezTo>
                  <a:cubicBezTo>
                    <a:pt x="919" y="95"/>
                    <a:pt x="892" y="122"/>
                    <a:pt x="865" y="122"/>
                  </a:cubicBezTo>
                  <a:cubicBezTo>
                    <a:pt x="862" y="122"/>
                    <a:pt x="858" y="122"/>
                    <a:pt x="855" y="122"/>
                  </a:cubicBezTo>
                  <a:cubicBezTo>
                    <a:pt x="763" y="122"/>
                    <a:pt x="705" y="194"/>
                    <a:pt x="642" y="231"/>
                  </a:cubicBezTo>
                  <a:cubicBezTo>
                    <a:pt x="512" y="312"/>
                    <a:pt x="403" y="410"/>
                    <a:pt x="311" y="524"/>
                  </a:cubicBezTo>
                  <a:cubicBezTo>
                    <a:pt x="234" y="616"/>
                    <a:pt x="175" y="714"/>
                    <a:pt x="126" y="823"/>
                  </a:cubicBezTo>
                  <a:cubicBezTo>
                    <a:pt x="66" y="921"/>
                    <a:pt x="33" y="1030"/>
                    <a:pt x="22" y="1144"/>
                  </a:cubicBezTo>
                  <a:cubicBezTo>
                    <a:pt x="6" y="1204"/>
                    <a:pt x="1" y="1263"/>
                    <a:pt x="1" y="1329"/>
                  </a:cubicBezTo>
                  <a:cubicBezTo>
                    <a:pt x="22" y="1454"/>
                    <a:pt x="33" y="1584"/>
                    <a:pt x="60" y="1709"/>
                  </a:cubicBezTo>
                  <a:cubicBezTo>
                    <a:pt x="88" y="1829"/>
                    <a:pt x="131" y="1943"/>
                    <a:pt x="180" y="2057"/>
                  </a:cubicBezTo>
                  <a:cubicBezTo>
                    <a:pt x="229" y="2177"/>
                    <a:pt x="289" y="2296"/>
                    <a:pt x="365" y="2405"/>
                  </a:cubicBezTo>
                  <a:cubicBezTo>
                    <a:pt x="419" y="2497"/>
                    <a:pt x="490" y="2579"/>
                    <a:pt x="571" y="2649"/>
                  </a:cubicBezTo>
                  <a:cubicBezTo>
                    <a:pt x="588" y="2660"/>
                    <a:pt x="599" y="2671"/>
                    <a:pt x="609" y="2688"/>
                  </a:cubicBezTo>
                  <a:cubicBezTo>
                    <a:pt x="691" y="2764"/>
                    <a:pt x="767" y="2856"/>
                    <a:pt x="892" y="2867"/>
                  </a:cubicBezTo>
                  <a:cubicBezTo>
                    <a:pt x="901" y="2868"/>
                    <a:pt x="910" y="2869"/>
                    <a:pt x="920" y="2869"/>
                  </a:cubicBezTo>
                  <a:cubicBezTo>
                    <a:pt x="955" y="2869"/>
                    <a:pt x="992" y="2861"/>
                    <a:pt x="1001" y="2840"/>
                  </a:cubicBezTo>
                  <a:cubicBezTo>
                    <a:pt x="1028" y="2758"/>
                    <a:pt x="1044" y="2666"/>
                    <a:pt x="1044" y="2579"/>
                  </a:cubicBezTo>
                  <a:cubicBezTo>
                    <a:pt x="1039" y="2437"/>
                    <a:pt x="1033" y="2296"/>
                    <a:pt x="1039" y="2149"/>
                  </a:cubicBezTo>
                  <a:cubicBezTo>
                    <a:pt x="1033" y="2133"/>
                    <a:pt x="1028" y="2117"/>
                    <a:pt x="1033" y="2106"/>
                  </a:cubicBezTo>
                  <a:cubicBezTo>
                    <a:pt x="1044" y="2079"/>
                    <a:pt x="1023" y="2035"/>
                    <a:pt x="1093" y="2035"/>
                  </a:cubicBezTo>
                  <a:cubicBezTo>
                    <a:pt x="1392" y="2035"/>
                    <a:pt x="1691" y="1959"/>
                    <a:pt x="1958" y="1818"/>
                  </a:cubicBezTo>
                  <a:cubicBezTo>
                    <a:pt x="2142" y="1725"/>
                    <a:pt x="2300" y="1584"/>
                    <a:pt x="2414" y="1405"/>
                  </a:cubicBezTo>
                  <a:cubicBezTo>
                    <a:pt x="2496" y="1274"/>
                    <a:pt x="2534" y="1122"/>
                    <a:pt x="2523" y="970"/>
                  </a:cubicBezTo>
                  <a:cubicBezTo>
                    <a:pt x="2512" y="780"/>
                    <a:pt x="2447" y="595"/>
                    <a:pt x="2333" y="443"/>
                  </a:cubicBezTo>
                  <a:cubicBezTo>
                    <a:pt x="2295" y="399"/>
                    <a:pt x="2240" y="372"/>
                    <a:pt x="2213" y="334"/>
                  </a:cubicBezTo>
                  <a:cubicBezTo>
                    <a:pt x="2137" y="225"/>
                    <a:pt x="2023" y="176"/>
                    <a:pt x="1919" y="122"/>
                  </a:cubicBezTo>
                  <a:cubicBezTo>
                    <a:pt x="1827" y="78"/>
                    <a:pt x="1735" y="46"/>
                    <a:pt x="1642" y="29"/>
                  </a:cubicBezTo>
                  <a:cubicBezTo>
                    <a:pt x="1566" y="11"/>
                    <a:pt x="1485" y="1"/>
                    <a:pt x="1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3"/>
            <p:cNvSpPr/>
            <p:nvPr/>
          </p:nvSpPr>
          <p:spPr>
            <a:xfrm>
              <a:off x="2112860" y="2635152"/>
              <a:ext cx="63686" cy="63686"/>
            </a:xfrm>
            <a:custGeom>
              <a:rect b="b" l="l" r="r" t="t"/>
              <a:pathLst>
                <a:path extrusionOk="0" h="550" w="550">
                  <a:moveTo>
                    <a:pt x="435" y="1"/>
                  </a:moveTo>
                  <a:cubicBezTo>
                    <a:pt x="368" y="1"/>
                    <a:pt x="304" y="39"/>
                    <a:pt x="272" y="103"/>
                  </a:cubicBezTo>
                  <a:cubicBezTo>
                    <a:pt x="234" y="173"/>
                    <a:pt x="190" y="239"/>
                    <a:pt x="130" y="298"/>
                  </a:cubicBezTo>
                  <a:cubicBezTo>
                    <a:pt x="103" y="331"/>
                    <a:pt x="0" y="505"/>
                    <a:pt x="76" y="543"/>
                  </a:cubicBezTo>
                  <a:cubicBezTo>
                    <a:pt x="82" y="548"/>
                    <a:pt x="87" y="548"/>
                    <a:pt x="98" y="548"/>
                  </a:cubicBezTo>
                  <a:cubicBezTo>
                    <a:pt x="102" y="549"/>
                    <a:pt x="106" y="549"/>
                    <a:pt x="111" y="549"/>
                  </a:cubicBezTo>
                  <a:cubicBezTo>
                    <a:pt x="140" y="549"/>
                    <a:pt x="172" y="534"/>
                    <a:pt x="196" y="510"/>
                  </a:cubicBezTo>
                  <a:cubicBezTo>
                    <a:pt x="321" y="385"/>
                    <a:pt x="408" y="217"/>
                    <a:pt x="527" y="86"/>
                  </a:cubicBezTo>
                  <a:cubicBezTo>
                    <a:pt x="549" y="59"/>
                    <a:pt x="538" y="27"/>
                    <a:pt x="506" y="16"/>
                  </a:cubicBezTo>
                  <a:cubicBezTo>
                    <a:pt x="483" y="6"/>
                    <a:pt x="459"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3"/>
            <p:cNvSpPr/>
            <p:nvPr/>
          </p:nvSpPr>
          <p:spPr>
            <a:xfrm>
              <a:off x="2351392" y="2308853"/>
              <a:ext cx="22116" cy="80244"/>
            </a:xfrm>
            <a:custGeom>
              <a:rect b="b" l="l" r="r" t="t"/>
              <a:pathLst>
                <a:path extrusionOk="0" h="693" w="191">
                  <a:moveTo>
                    <a:pt x="89" y="0"/>
                  </a:moveTo>
                  <a:cubicBezTo>
                    <a:pt x="46" y="0"/>
                    <a:pt x="6" y="18"/>
                    <a:pt x="11" y="89"/>
                  </a:cubicBezTo>
                  <a:cubicBezTo>
                    <a:pt x="16" y="181"/>
                    <a:pt x="11" y="284"/>
                    <a:pt x="11" y="388"/>
                  </a:cubicBezTo>
                  <a:lnTo>
                    <a:pt x="0" y="388"/>
                  </a:lnTo>
                  <a:cubicBezTo>
                    <a:pt x="11" y="464"/>
                    <a:pt x="16" y="540"/>
                    <a:pt x="33" y="616"/>
                  </a:cubicBezTo>
                  <a:cubicBezTo>
                    <a:pt x="38" y="649"/>
                    <a:pt x="65" y="692"/>
                    <a:pt x="93" y="692"/>
                  </a:cubicBezTo>
                  <a:cubicBezTo>
                    <a:pt x="95" y="692"/>
                    <a:pt x="98" y="692"/>
                    <a:pt x="100" y="692"/>
                  </a:cubicBezTo>
                  <a:cubicBezTo>
                    <a:pt x="142" y="692"/>
                    <a:pt x="148" y="647"/>
                    <a:pt x="169" y="616"/>
                  </a:cubicBezTo>
                  <a:cubicBezTo>
                    <a:pt x="174" y="610"/>
                    <a:pt x="169" y="605"/>
                    <a:pt x="169" y="600"/>
                  </a:cubicBezTo>
                  <a:cubicBezTo>
                    <a:pt x="180" y="502"/>
                    <a:pt x="174" y="398"/>
                    <a:pt x="158" y="301"/>
                  </a:cubicBezTo>
                  <a:cubicBezTo>
                    <a:pt x="158" y="268"/>
                    <a:pt x="190" y="252"/>
                    <a:pt x="174" y="230"/>
                  </a:cubicBezTo>
                  <a:cubicBezTo>
                    <a:pt x="131" y="186"/>
                    <a:pt x="152" y="132"/>
                    <a:pt x="158" y="94"/>
                  </a:cubicBezTo>
                  <a:cubicBezTo>
                    <a:pt x="158" y="40"/>
                    <a:pt x="131" y="2"/>
                    <a:pt x="109" y="2"/>
                  </a:cubicBezTo>
                  <a:cubicBezTo>
                    <a:pt x="102" y="1"/>
                    <a:pt x="95" y="0"/>
                    <a:pt x="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3"/>
            <p:cNvSpPr/>
            <p:nvPr/>
          </p:nvSpPr>
          <p:spPr>
            <a:xfrm>
              <a:off x="2078817" y="2596594"/>
              <a:ext cx="80707" cy="26285"/>
            </a:xfrm>
            <a:custGeom>
              <a:rect b="b" l="l" r="r" t="t"/>
              <a:pathLst>
                <a:path extrusionOk="0" h="227" w="697">
                  <a:moveTo>
                    <a:pt x="642" y="0"/>
                  </a:moveTo>
                  <a:cubicBezTo>
                    <a:pt x="634" y="0"/>
                    <a:pt x="626" y="1"/>
                    <a:pt x="620" y="1"/>
                  </a:cubicBezTo>
                  <a:cubicBezTo>
                    <a:pt x="533" y="17"/>
                    <a:pt x="452" y="17"/>
                    <a:pt x="365" y="28"/>
                  </a:cubicBezTo>
                  <a:cubicBezTo>
                    <a:pt x="261" y="44"/>
                    <a:pt x="164" y="61"/>
                    <a:pt x="66" y="82"/>
                  </a:cubicBezTo>
                  <a:cubicBezTo>
                    <a:pt x="28" y="93"/>
                    <a:pt x="0" y="120"/>
                    <a:pt x="17" y="153"/>
                  </a:cubicBezTo>
                  <a:cubicBezTo>
                    <a:pt x="31" y="182"/>
                    <a:pt x="54" y="227"/>
                    <a:pt x="92" y="227"/>
                  </a:cubicBezTo>
                  <a:cubicBezTo>
                    <a:pt x="97" y="227"/>
                    <a:pt x="103" y="226"/>
                    <a:pt x="109" y="224"/>
                  </a:cubicBezTo>
                  <a:cubicBezTo>
                    <a:pt x="129" y="217"/>
                    <a:pt x="148" y="216"/>
                    <a:pt x="167" y="216"/>
                  </a:cubicBezTo>
                  <a:cubicBezTo>
                    <a:pt x="188" y="216"/>
                    <a:pt x="208" y="217"/>
                    <a:pt x="229" y="217"/>
                  </a:cubicBezTo>
                  <a:cubicBezTo>
                    <a:pt x="254" y="217"/>
                    <a:pt x="280" y="215"/>
                    <a:pt x="305" y="202"/>
                  </a:cubicBezTo>
                  <a:cubicBezTo>
                    <a:pt x="424" y="186"/>
                    <a:pt x="544" y="153"/>
                    <a:pt x="658" y="104"/>
                  </a:cubicBezTo>
                  <a:cubicBezTo>
                    <a:pt x="691" y="93"/>
                    <a:pt x="696" y="55"/>
                    <a:pt x="685" y="23"/>
                  </a:cubicBezTo>
                  <a:cubicBezTo>
                    <a:pt x="682" y="3"/>
                    <a:pt x="661"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3"/>
            <p:cNvSpPr/>
            <p:nvPr/>
          </p:nvSpPr>
          <p:spPr>
            <a:xfrm>
              <a:off x="2386014" y="2333517"/>
              <a:ext cx="45391" cy="59170"/>
            </a:xfrm>
            <a:custGeom>
              <a:rect b="b" l="l" r="r" t="t"/>
              <a:pathLst>
                <a:path extrusionOk="0" h="511" w="392">
                  <a:moveTo>
                    <a:pt x="299" y="1"/>
                  </a:moveTo>
                  <a:cubicBezTo>
                    <a:pt x="239" y="1"/>
                    <a:pt x="256" y="50"/>
                    <a:pt x="234" y="71"/>
                  </a:cubicBezTo>
                  <a:cubicBezTo>
                    <a:pt x="131" y="153"/>
                    <a:pt x="87" y="283"/>
                    <a:pt x="16" y="392"/>
                  </a:cubicBezTo>
                  <a:cubicBezTo>
                    <a:pt x="0" y="419"/>
                    <a:pt x="16" y="463"/>
                    <a:pt x="44" y="484"/>
                  </a:cubicBezTo>
                  <a:cubicBezTo>
                    <a:pt x="60" y="498"/>
                    <a:pt x="82" y="511"/>
                    <a:pt x="105" y="511"/>
                  </a:cubicBezTo>
                  <a:cubicBezTo>
                    <a:pt x="119" y="511"/>
                    <a:pt x="134" y="505"/>
                    <a:pt x="147" y="490"/>
                  </a:cubicBezTo>
                  <a:cubicBezTo>
                    <a:pt x="169" y="468"/>
                    <a:pt x="190" y="441"/>
                    <a:pt x="207" y="419"/>
                  </a:cubicBezTo>
                  <a:cubicBezTo>
                    <a:pt x="239" y="370"/>
                    <a:pt x="272" y="327"/>
                    <a:pt x="310" y="283"/>
                  </a:cubicBezTo>
                  <a:cubicBezTo>
                    <a:pt x="364" y="229"/>
                    <a:pt x="348" y="142"/>
                    <a:pt x="386" y="93"/>
                  </a:cubicBezTo>
                  <a:cubicBezTo>
                    <a:pt x="392" y="1"/>
                    <a:pt x="381" y="6"/>
                    <a:pt x="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3"/>
            <p:cNvSpPr/>
            <p:nvPr/>
          </p:nvSpPr>
          <p:spPr>
            <a:xfrm>
              <a:off x="2255053" y="2495277"/>
              <a:ext cx="152383" cy="99003"/>
            </a:xfrm>
            <a:custGeom>
              <a:rect b="b" l="l" r="r" t="t"/>
              <a:pathLst>
                <a:path extrusionOk="0" h="855" w="1316">
                  <a:moveTo>
                    <a:pt x="1131" y="1"/>
                  </a:moveTo>
                  <a:cubicBezTo>
                    <a:pt x="979" y="28"/>
                    <a:pt x="832" y="71"/>
                    <a:pt x="691" y="142"/>
                  </a:cubicBezTo>
                  <a:cubicBezTo>
                    <a:pt x="658" y="153"/>
                    <a:pt x="675" y="180"/>
                    <a:pt x="675" y="202"/>
                  </a:cubicBezTo>
                  <a:cubicBezTo>
                    <a:pt x="675" y="220"/>
                    <a:pt x="680" y="224"/>
                    <a:pt x="688" y="224"/>
                  </a:cubicBezTo>
                  <a:cubicBezTo>
                    <a:pt x="698" y="224"/>
                    <a:pt x="709" y="218"/>
                    <a:pt x="718" y="218"/>
                  </a:cubicBezTo>
                  <a:cubicBezTo>
                    <a:pt x="789" y="213"/>
                    <a:pt x="859" y="202"/>
                    <a:pt x="925" y="180"/>
                  </a:cubicBezTo>
                  <a:cubicBezTo>
                    <a:pt x="931" y="177"/>
                    <a:pt x="940" y="171"/>
                    <a:pt x="948" y="171"/>
                  </a:cubicBezTo>
                  <a:cubicBezTo>
                    <a:pt x="953" y="171"/>
                    <a:pt x="958" y="174"/>
                    <a:pt x="963" y="180"/>
                  </a:cubicBezTo>
                  <a:cubicBezTo>
                    <a:pt x="974" y="185"/>
                    <a:pt x="974" y="196"/>
                    <a:pt x="963" y="202"/>
                  </a:cubicBezTo>
                  <a:cubicBezTo>
                    <a:pt x="887" y="262"/>
                    <a:pt x="876" y="365"/>
                    <a:pt x="794" y="436"/>
                  </a:cubicBezTo>
                  <a:cubicBezTo>
                    <a:pt x="762" y="463"/>
                    <a:pt x="734" y="506"/>
                    <a:pt x="729" y="555"/>
                  </a:cubicBezTo>
                  <a:cubicBezTo>
                    <a:pt x="718" y="588"/>
                    <a:pt x="696" y="609"/>
                    <a:pt x="669" y="620"/>
                  </a:cubicBezTo>
                  <a:cubicBezTo>
                    <a:pt x="663" y="623"/>
                    <a:pt x="657" y="624"/>
                    <a:pt x="653" y="624"/>
                  </a:cubicBezTo>
                  <a:cubicBezTo>
                    <a:pt x="631" y="624"/>
                    <a:pt x="629" y="596"/>
                    <a:pt x="620" y="582"/>
                  </a:cubicBezTo>
                  <a:cubicBezTo>
                    <a:pt x="560" y="528"/>
                    <a:pt x="522" y="457"/>
                    <a:pt x="463" y="403"/>
                  </a:cubicBezTo>
                  <a:cubicBezTo>
                    <a:pt x="402" y="345"/>
                    <a:pt x="367" y="314"/>
                    <a:pt x="334" y="314"/>
                  </a:cubicBezTo>
                  <a:cubicBezTo>
                    <a:pt x="302" y="314"/>
                    <a:pt x="272" y="344"/>
                    <a:pt x="223" y="408"/>
                  </a:cubicBezTo>
                  <a:cubicBezTo>
                    <a:pt x="164" y="490"/>
                    <a:pt x="120" y="588"/>
                    <a:pt x="66" y="680"/>
                  </a:cubicBezTo>
                  <a:cubicBezTo>
                    <a:pt x="44" y="718"/>
                    <a:pt x="28" y="762"/>
                    <a:pt x="11" y="805"/>
                  </a:cubicBezTo>
                  <a:cubicBezTo>
                    <a:pt x="6" y="816"/>
                    <a:pt x="0" y="827"/>
                    <a:pt x="17" y="832"/>
                  </a:cubicBezTo>
                  <a:cubicBezTo>
                    <a:pt x="40" y="842"/>
                    <a:pt x="66" y="855"/>
                    <a:pt x="90" y="855"/>
                  </a:cubicBezTo>
                  <a:cubicBezTo>
                    <a:pt x="105" y="855"/>
                    <a:pt x="119" y="850"/>
                    <a:pt x="131" y="838"/>
                  </a:cubicBezTo>
                  <a:cubicBezTo>
                    <a:pt x="174" y="800"/>
                    <a:pt x="212" y="751"/>
                    <a:pt x="240" y="696"/>
                  </a:cubicBezTo>
                  <a:cubicBezTo>
                    <a:pt x="261" y="653"/>
                    <a:pt x="278" y="620"/>
                    <a:pt x="299" y="571"/>
                  </a:cubicBezTo>
                  <a:cubicBezTo>
                    <a:pt x="311" y="546"/>
                    <a:pt x="326" y="537"/>
                    <a:pt x="344" y="537"/>
                  </a:cubicBezTo>
                  <a:cubicBezTo>
                    <a:pt x="359" y="537"/>
                    <a:pt x="376" y="545"/>
                    <a:pt x="392" y="555"/>
                  </a:cubicBezTo>
                  <a:cubicBezTo>
                    <a:pt x="441" y="593"/>
                    <a:pt x="457" y="653"/>
                    <a:pt x="501" y="696"/>
                  </a:cubicBezTo>
                  <a:cubicBezTo>
                    <a:pt x="548" y="754"/>
                    <a:pt x="617" y="786"/>
                    <a:pt x="688" y="786"/>
                  </a:cubicBezTo>
                  <a:cubicBezTo>
                    <a:pt x="723" y="786"/>
                    <a:pt x="760" y="778"/>
                    <a:pt x="794" y="762"/>
                  </a:cubicBezTo>
                  <a:cubicBezTo>
                    <a:pt x="805" y="751"/>
                    <a:pt x="816" y="740"/>
                    <a:pt x="827" y="729"/>
                  </a:cubicBezTo>
                  <a:cubicBezTo>
                    <a:pt x="865" y="686"/>
                    <a:pt x="865" y="631"/>
                    <a:pt x="892" y="593"/>
                  </a:cubicBezTo>
                  <a:cubicBezTo>
                    <a:pt x="957" y="501"/>
                    <a:pt x="1022" y="408"/>
                    <a:pt x="1082" y="311"/>
                  </a:cubicBezTo>
                  <a:cubicBezTo>
                    <a:pt x="1093" y="294"/>
                    <a:pt x="1115" y="278"/>
                    <a:pt x="1137" y="278"/>
                  </a:cubicBezTo>
                  <a:cubicBezTo>
                    <a:pt x="1158" y="278"/>
                    <a:pt x="1147" y="305"/>
                    <a:pt x="1153" y="321"/>
                  </a:cubicBezTo>
                  <a:cubicBezTo>
                    <a:pt x="1175" y="392"/>
                    <a:pt x="1164" y="474"/>
                    <a:pt x="1218" y="528"/>
                  </a:cubicBezTo>
                  <a:cubicBezTo>
                    <a:pt x="1231" y="540"/>
                    <a:pt x="1234" y="562"/>
                    <a:pt x="1254" y="562"/>
                  </a:cubicBezTo>
                  <a:cubicBezTo>
                    <a:pt x="1260" y="562"/>
                    <a:pt x="1268" y="560"/>
                    <a:pt x="1278" y="555"/>
                  </a:cubicBezTo>
                  <a:cubicBezTo>
                    <a:pt x="1300" y="544"/>
                    <a:pt x="1316" y="512"/>
                    <a:pt x="1305" y="490"/>
                  </a:cubicBezTo>
                  <a:cubicBezTo>
                    <a:pt x="1289" y="408"/>
                    <a:pt x="1267" y="327"/>
                    <a:pt x="1251" y="245"/>
                  </a:cubicBezTo>
                  <a:cubicBezTo>
                    <a:pt x="1240" y="185"/>
                    <a:pt x="1191" y="137"/>
                    <a:pt x="1202" y="71"/>
                  </a:cubicBezTo>
                  <a:cubicBezTo>
                    <a:pt x="1207" y="1"/>
                    <a:pt x="1169" y="6"/>
                    <a:pt x="1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3"/>
            <p:cNvSpPr/>
            <p:nvPr/>
          </p:nvSpPr>
          <p:spPr>
            <a:xfrm>
              <a:off x="1620627" y="1902659"/>
              <a:ext cx="333019" cy="271649"/>
            </a:xfrm>
            <a:custGeom>
              <a:rect b="b" l="l" r="r" t="t"/>
              <a:pathLst>
                <a:path extrusionOk="0" h="2346" w="2876">
                  <a:moveTo>
                    <a:pt x="2292" y="114"/>
                  </a:moveTo>
                  <a:cubicBezTo>
                    <a:pt x="2310" y="114"/>
                    <a:pt x="2317" y="143"/>
                    <a:pt x="2321" y="156"/>
                  </a:cubicBezTo>
                  <a:cubicBezTo>
                    <a:pt x="2321" y="183"/>
                    <a:pt x="2321" y="205"/>
                    <a:pt x="2321" y="226"/>
                  </a:cubicBezTo>
                  <a:cubicBezTo>
                    <a:pt x="2321" y="297"/>
                    <a:pt x="2316" y="362"/>
                    <a:pt x="2310" y="428"/>
                  </a:cubicBezTo>
                  <a:cubicBezTo>
                    <a:pt x="2310" y="455"/>
                    <a:pt x="2316" y="476"/>
                    <a:pt x="2321" y="504"/>
                  </a:cubicBezTo>
                  <a:cubicBezTo>
                    <a:pt x="2321" y="515"/>
                    <a:pt x="2327" y="531"/>
                    <a:pt x="2316" y="542"/>
                  </a:cubicBezTo>
                  <a:cubicBezTo>
                    <a:pt x="2305" y="547"/>
                    <a:pt x="2278" y="558"/>
                    <a:pt x="2289" y="574"/>
                  </a:cubicBezTo>
                  <a:cubicBezTo>
                    <a:pt x="2291" y="584"/>
                    <a:pt x="2296" y="586"/>
                    <a:pt x="2303" y="586"/>
                  </a:cubicBezTo>
                  <a:cubicBezTo>
                    <a:pt x="2309" y="586"/>
                    <a:pt x="2317" y="584"/>
                    <a:pt x="2324" y="584"/>
                  </a:cubicBezTo>
                  <a:cubicBezTo>
                    <a:pt x="2327" y="584"/>
                    <a:pt x="2330" y="584"/>
                    <a:pt x="2332" y="585"/>
                  </a:cubicBezTo>
                  <a:cubicBezTo>
                    <a:pt x="2344" y="589"/>
                    <a:pt x="2356" y="591"/>
                    <a:pt x="2368" y="591"/>
                  </a:cubicBezTo>
                  <a:cubicBezTo>
                    <a:pt x="2390" y="591"/>
                    <a:pt x="2412" y="585"/>
                    <a:pt x="2430" y="574"/>
                  </a:cubicBezTo>
                  <a:cubicBezTo>
                    <a:pt x="2506" y="542"/>
                    <a:pt x="2588" y="520"/>
                    <a:pt x="2669" y="509"/>
                  </a:cubicBezTo>
                  <a:cubicBezTo>
                    <a:pt x="2674" y="508"/>
                    <a:pt x="2679" y="507"/>
                    <a:pt x="2684" y="507"/>
                  </a:cubicBezTo>
                  <a:cubicBezTo>
                    <a:pt x="2701" y="507"/>
                    <a:pt x="2715" y="514"/>
                    <a:pt x="2724" y="531"/>
                  </a:cubicBezTo>
                  <a:cubicBezTo>
                    <a:pt x="2740" y="542"/>
                    <a:pt x="2718" y="558"/>
                    <a:pt x="2713" y="563"/>
                  </a:cubicBezTo>
                  <a:cubicBezTo>
                    <a:pt x="2664" y="629"/>
                    <a:pt x="2615" y="694"/>
                    <a:pt x="2560" y="754"/>
                  </a:cubicBezTo>
                  <a:cubicBezTo>
                    <a:pt x="2539" y="781"/>
                    <a:pt x="2528" y="819"/>
                    <a:pt x="2506" y="841"/>
                  </a:cubicBezTo>
                  <a:cubicBezTo>
                    <a:pt x="2474" y="873"/>
                    <a:pt x="2441" y="906"/>
                    <a:pt x="2414" y="939"/>
                  </a:cubicBezTo>
                  <a:cubicBezTo>
                    <a:pt x="2365" y="998"/>
                    <a:pt x="2305" y="1053"/>
                    <a:pt x="2262" y="1112"/>
                  </a:cubicBezTo>
                  <a:cubicBezTo>
                    <a:pt x="2185" y="1210"/>
                    <a:pt x="2104" y="1303"/>
                    <a:pt x="2011" y="1390"/>
                  </a:cubicBezTo>
                  <a:cubicBezTo>
                    <a:pt x="1957" y="1444"/>
                    <a:pt x="1897" y="1488"/>
                    <a:pt x="1832" y="1526"/>
                  </a:cubicBezTo>
                  <a:cubicBezTo>
                    <a:pt x="1809" y="1537"/>
                    <a:pt x="1784" y="1543"/>
                    <a:pt x="1760" y="1543"/>
                  </a:cubicBezTo>
                  <a:cubicBezTo>
                    <a:pt x="1728" y="1543"/>
                    <a:pt x="1697" y="1533"/>
                    <a:pt x="1669" y="1515"/>
                  </a:cubicBezTo>
                  <a:cubicBezTo>
                    <a:pt x="1577" y="1449"/>
                    <a:pt x="1495" y="1373"/>
                    <a:pt x="1408" y="1303"/>
                  </a:cubicBezTo>
                  <a:cubicBezTo>
                    <a:pt x="1368" y="1270"/>
                    <a:pt x="1321" y="1253"/>
                    <a:pt x="1273" y="1253"/>
                  </a:cubicBezTo>
                  <a:cubicBezTo>
                    <a:pt x="1257" y="1253"/>
                    <a:pt x="1240" y="1255"/>
                    <a:pt x="1223" y="1259"/>
                  </a:cubicBezTo>
                  <a:cubicBezTo>
                    <a:pt x="1125" y="1276"/>
                    <a:pt x="1093" y="1352"/>
                    <a:pt x="1028" y="1401"/>
                  </a:cubicBezTo>
                  <a:cubicBezTo>
                    <a:pt x="968" y="1444"/>
                    <a:pt x="913" y="1504"/>
                    <a:pt x="870" y="1569"/>
                  </a:cubicBezTo>
                  <a:cubicBezTo>
                    <a:pt x="810" y="1640"/>
                    <a:pt x="761" y="1721"/>
                    <a:pt x="734" y="1814"/>
                  </a:cubicBezTo>
                  <a:cubicBezTo>
                    <a:pt x="723" y="1857"/>
                    <a:pt x="767" y="1857"/>
                    <a:pt x="783" y="1863"/>
                  </a:cubicBezTo>
                  <a:cubicBezTo>
                    <a:pt x="848" y="1873"/>
                    <a:pt x="913" y="1901"/>
                    <a:pt x="962" y="1944"/>
                  </a:cubicBezTo>
                  <a:cubicBezTo>
                    <a:pt x="984" y="1960"/>
                    <a:pt x="984" y="1982"/>
                    <a:pt x="968" y="1993"/>
                  </a:cubicBezTo>
                  <a:cubicBezTo>
                    <a:pt x="903" y="2042"/>
                    <a:pt x="826" y="2085"/>
                    <a:pt x="750" y="2124"/>
                  </a:cubicBezTo>
                  <a:cubicBezTo>
                    <a:pt x="642" y="2167"/>
                    <a:pt x="533" y="2189"/>
                    <a:pt x="419" y="2221"/>
                  </a:cubicBezTo>
                  <a:cubicBezTo>
                    <a:pt x="383" y="2235"/>
                    <a:pt x="345" y="2242"/>
                    <a:pt x="307" y="2242"/>
                  </a:cubicBezTo>
                  <a:cubicBezTo>
                    <a:pt x="269" y="2242"/>
                    <a:pt x="231" y="2235"/>
                    <a:pt x="196" y="2221"/>
                  </a:cubicBezTo>
                  <a:cubicBezTo>
                    <a:pt x="169" y="2205"/>
                    <a:pt x="147" y="2178"/>
                    <a:pt x="142" y="2145"/>
                  </a:cubicBezTo>
                  <a:cubicBezTo>
                    <a:pt x="131" y="2080"/>
                    <a:pt x="125" y="2015"/>
                    <a:pt x="131" y="1950"/>
                  </a:cubicBezTo>
                  <a:cubicBezTo>
                    <a:pt x="131" y="1857"/>
                    <a:pt x="142" y="1770"/>
                    <a:pt x="152" y="1678"/>
                  </a:cubicBezTo>
                  <a:cubicBezTo>
                    <a:pt x="158" y="1575"/>
                    <a:pt x="185" y="1477"/>
                    <a:pt x="223" y="1384"/>
                  </a:cubicBezTo>
                  <a:cubicBezTo>
                    <a:pt x="228" y="1375"/>
                    <a:pt x="232" y="1349"/>
                    <a:pt x="251" y="1349"/>
                  </a:cubicBezTo>
                  <a:cubicBezTo>
                    <a:pt x="254" y="1349"/>
                    <a:pt x="257" y="1350"/>
                    <a:pt x="261" y="1352"/>
                  </a:cubicBezTo>
                  <a:cubicBezTo>
                    <a:pt x="283" y="1357"/>
                    <a:pt x="321" y="1368"/>
                    <a:pt x="326" y="1395"/>
                  </a:cubicBezTo>
                  <a:cubicBezTo>
                    <a:pt x="337" y="1466"/>
                    <a:pt x="392" y="1482"/>
                    <a:pt x="441" y="1509"/>
                  </a:cubicBezTo>
                  <a:cubicBezTo>
                    <a:pt x="449" y="1515"/>
                    <a:pt x="457" y="1517"/>
                    <a:pt x="465" y="1517"/>
                  </a:cubicBezTo>
                  <a:cubicBezTo>
                    <a:pt x="473" y="1517"/>
                    <a:pt x="481" y="1515"/>
                    <a:pt x="489" y="1509"/>
                  </a:cubicBezTo>
                  <a:cubicBezTo>
                    <a:pt x="566" y="1444"/>
                    <a:pt x="636" y="1363"/>
                    <a:pt x="691" y="1276"/>
                  </a:cubicBezTo>
                  <a:cubicBezTo>
                    <a:pt x="750" y="1194"/>
                    <a:pt x="821" y="1112"/>
                    <a:pt x="892" y="1036"/>
                  </a:cubicBezTo>
                  <a:cubicBezTo>
                    <a:pt x="935" y="993"/>
                    <a:pt x="962" y="944"/>
                    <a:pt x="1006" y="900"/>
                  </a:cubicBezTo>
                  <a:cubicBezTo>
                    <a:pt x="1071" y="835"/>
                    <a:pt x="1125" y="765"/>
                    <a:pt x="1185" y="699"/>
                  </a:cubicBezTo>
                  <a:cubicBezTo>
                    <a:pt x="1196" y="688"/>
                    <a:pt x="1210" y="684"/>
                    <a:pt x="1223" y="684"/>
                  </a:cubicBezTo>
                  <a:cubicBezTo>
                    <a:pt x="1243" y="684"/>
                    <a:pt x="1262" y="694"/>
                    <a:pt x="1272" y="710"/>
                  </a:cubicBezTo>
                  <a:cubicBezTo>
                    <a:pt x="1316" y="786"/>
                    <a:pt x="1386" y="830"/>
                    <a:pt x="1430" y="895"/>
                  </a:cubicBezTo>
                  <a:cubicBezTo>
                    <a:pt x="1430" y="900"/>
                    <a:pt x="1435" y="900"/>
                    <a:pt x="1435" y="900"/>
                  </a:cubicBezTo>
                  <a:cubicBezTo>
                    <a:pt x="1430" y="948"/>
                    <a:pt x="1447" y="967"/>
                    <a:pt x="1488" y="967"/>
                  </a:cubicBezTo>
                  <a:cubicBezTo>
                    <a:pt x="1493" y="967"/>
                    <a:pt x="1499" y="966"/>
                    <a:pt x="1506" y="966"/>
                  </a:cubicBezTo>
                  <a:cubicBezTo>
                    <a:pt x="1539" y="966"/>
                    <a:pt x="1577" y="949"/>
                    <a:pt x="1598" y="922"/>
                  </a:cubicBezTo>
                  <a:cubicBezTo>
                    <a:pt x="1626" y="890"/>
                    <a:pt x="1685" y="862"/>
                    <a:pt x="1696" y="824"/>
                  </a:cubicBezTo>
                  <a:cubicBezTo>
                    <a:pt x="1712" y="765"/>
                    <a:pt x="1799" y="759"/>
                    <a:pt x="1799" y="688"/>
                  </a:cubicBezTo>
                  <a:cubicBezTo>
                    <a:pt x="1805" y="678"/>
                    <a:pt x="1838" y="656"/>
                    <a:pt x="1843" y="656"/>
                  </a:cubicBezTo>
                  <a:cubicBezTo>
                    <a:pt x="1848" y="650"/>
                    <a:pt x="1859" y="650"/>
                    <a:pt x="1859" y="645"/>
                  </a:cubicBezTo>
                  <a:cubicBezTo>
                    <a:pt x="1865" y="585"/>
                    <a:pt x="1919" y="558"/>
                    <a:pt x="1952" y="520"/>
                  </a:cubicBezTo>
                  <a:cubicBezTo>
                    <a:pt x="1979" y="482"/>
                    <a:pt x="2017" y="438"/>
                    <a:pt x="2044" y="400"/>
                  </a:cubicBezTo>
                  <a:cubicBezTo>
                    <a:pt x="2093" y="346"/>
                    <a:pt x="2142" y="286"/>
                    <a:pt x="2180" y="221"/>
                  </a:cubicBezTo>
                  <a:cubicBezTo>
                    <a:pt x="2202" y="178"/>
                    <a:pt x="2234" y="145"/>
                    <a:pt x="2272" y="123"/>
                  </a:cubicBezTo>
                  <a:cubicBezTo>
                    <a:pt x="2280" y="117"/>
                    <a:pt x="2286" y="114"/>
                    <a:pt x="2292" y="114"/>
                  </a:cubicBezTo>
                  <a:close/>
                  <a:moveTo>
                    <a:pt x="2291" y="1"/>
                  </a:moveTo>
                  <a:cubicBezTo>
                    <a:pt x="2263" y="1"/>
                    <a:pt x="2235" y="11"/>
                    <a:pt x="2213" y="31"/>
                  </a:cubicBezTo>
                  <a:cubicBezTo>
                    <a:pt x="2169" y="58"/>
                    <a:pt x="2136" y="96"/>
                    <a:pt x="2104" y="139"/>
                  </a:cubicBezTo>
                  <a:cubicBezTo>
                    <a:pt x="1990" y="275"/>
                    <a:pt x="1886" y="422"/>
                    <a:pt x="1778" y="563"/>
                  </a:cubicBezTo>
                  <a:cubicBezTo>
                    <a:pt x="1712" y="645"/>
                    <a:pt x="1636" y="716"/>
                    <a:pt x="1577" y="797"/>
                  </a:cubicBezTo>
                  <a:cubicBezTo>
                    <a:pt x="1568" y="806"/>
                    <a:pt x="1559" y="812"/>
                    <a:pt x="1550" y="812"/>
                  </a:cubicBezTo>
                  <a:cubicBezTo>
                    <a:pt x="1543" y="812"/>
                    <a:pt x="1535" y="807"/>
                    <a:pt x="1528" y="797"/>
                  </a:cubicBezTo>
                  <a:cubicBezTo>
                    <a:pt x="1479" y="737"/>
                    <a:pt x="1430" y="688"/>
                    <a:pt x="1381" y="634"/>
                  </a:cubicBezTo>
                  <a:cubicBezTo>
                    <a:pt x="1349" y="588"/>
                    <a:pt x="1299" y="563"/>
                    <a:pt x="1248" y="563"/>
                  </a:cubicBezTo>
                  <a:cubicBezTo>
                    <a:pt x="1221" y="563"/>
                    <a:pt x="1194" y="570"/>
                    <a:pt x="1169" y="585"/>
                  </a:cubicBezTo>
                  <a:cubicBezTo>
                    <a:pt x="1098" y="618"/>
                    <a:pt x="1038" y="672"/>
                    <a:pt x="995" y="737"/>
                  </a:cubicBezTo>
                  <a:cubicBezTo>
                    <a:pt x="946" y="814"/>
                    <a:pt x="859" y="857"/>
                    <a:pt x="821" y="939"/>
                  </a:cubicBezTo>
                  <a:cubicBezTo>
                    <a:pt x="788" y="1004"/>
                    <a:pt x="691" y="1009"/>
                    <a:pt x="691" y="1096"/>
                  </a:cubicBezTo>
                  <a:cubicBezTo>
                    <a:pt x="631" y="1112"/>
                    <a:pt x="609" y="1178"/>
                    <a:pt x="571" y="1221"/>
                  </a:cubicBezTo>
                  <a:cubicBezTo>
                    <a:pt x="527" y="1254"/>
                    <a:pt x="495" y="1303"/>
                    <a:pt x="479" y="1352"/>
                  </a:cubicBezTo>
                  <a:cubicBezTo>
                    <a:pt x="473" y="1363"/>
                    <a:pt x="468" y="1368"/>
                    <a:pt x="462" y="1373"/>
                  </a:cubicBezTo>
                  <a:cubicBezTo>
                    <a:pt x="446" y="1373"/>
                    <a:pt x="441" y="1363"/>
                    <a:pt x="441" y="1352"/>
                  </a:cubicBezTo>
                  <a:cubicBezTo>
                    <a:pt x="424" y="1319"/>
                    <a:pt x="397" y="1286"/>
                    <a:pt x="370" y="1259"/>
                  </a:cubicBezTo>
                  <a:cubicBezTo>
                    <a:pt x="344" y="1236"/>
                    <a:pt x="311" y="1224"/>
                    <a:pt x="277" y="1224"/>
                  </a:cubicBezTo>
                  <a:cubicBezTo>
                    <a:pt x="240" y="1224"/>
                    <a:pt x="203" y="1239"/>
                    <a:pt x="174" y="1270"/>
                  </a:cubicBezTo>
                  <a:cubicBezTo>
                    <a:pt x="82" y="1363"/>
                    <a:pt x="76" y="1493"/>
                    <a:pt x="38" y="1613"/>
                  </a:cubicBezTo>
                  <a:cubicBezTo>
                    <a:pt x="22" y="1661"/>
                    <a:pt x="33" y="1721"/>
                    <a:pt x="22" y="1776"/>
                  </a:cubicBezTo>
                  <a:cubicBezTo>
                    <a:pt x="0" y="1912"/>
                    <a:pt x="0" y="2047"/>
                    <a:pt x="22" y="2183"/>
                  </a:cubicBezTo>
                  <a:cubicBezTo>
                    <a:pt x="22" y="2216"/>
                    <a:pt x="33" y="2243"/>
                    <a:pt x="55" y="2265"/>
                  </a:cubicBezTo>
                  <a:cubicBezTo>
                    <a:pt x="107" y="2318"/>
                    <a:pt x="178" y="2346"/>
                    <a:pt x="249" y="2346"/>
                  </a:cubicBezTo>
                  <a:cubicBezTo>
                    <a:pt x="266" y="2346"/>
                    <a:pt x="283" y="2344"/>
                    <a:pt x="299" y="2341"/>
                  </a:cubicBezTo>
                  <a:cubicBezTo>
                    <a:pt x="402" y="2330"/>
                    <a:pt x="500" y="2308"/>
                    <a:pt x="598" y="2281"/>
                  </a:cubicBezTo>
                  <a:cubicBezTo>
                    <a:pt x="756" y="2243"/>
                    <a:pt x="908" y="2167"/>
                    <a:pt x="1033" y="2064"/>
                  </a:cubicBezTo>
                  <a:cubicBezTo>
                    <a:pt x="1104" y="2009"/>
                    <a:pt x="1104" y="1901"/>
                    <a:pt x="1028" y="1852"/>
                  </a:cubicBezTo>
                  <a:cubicBezTo>
                    <a:pt x="973" y="1819"/>
                    <a:pt x="913" y="1792"/>
                    <a:pt x="854" y="1781"/>
                  </a:cubicBezTo>
                  <a:cubicBezTo>
                    <a:pt x="875" y="1754"/>
                    <a:pt x="897" y="1732"/>
                    <a:pt x="919" y="1716"/>
                  </a:cubicBezTo>
                  <a:cubicBezTo>
                    <a:pt x="951" y="1689"/>
                    <a:pt x="984" y="1661"/>
                    <a:pt x="1011" y="1634"/>
                  </a:cubicBezTo>
                  <a:cubicBezTo>
                    <a:pt x="1055" y="1575"/>
                    <a:pt x="1115" y="1531"/>
                    <a:pt x="1158" y="1466"/>
                  </a:cubicBezTo>
                  <a:cubicBezTo>
                    <a:pt x="1169" y="1449"/>
                    <a:pt x="1191" y="1449"/>
                    <a:pt x="1191" y="1417"/>
                  </a:cubicBezTo>
                  <a:cubicBezTo>
                    <a:pt x="1191" y="1391"/>
                    <a:pt x="1227" y="1372"/>
                    <a:pt x="1260" y="1372"/>
                  </a:cubicBezTo>
                  <a:cubicBezTo>
                    <a:pt x="1275" y="1372"/>
                    <a:pt x="1289" y="1376"/>
                    <a:pt x="1299" y="1384"/>
                  </a:cubicBezTo>
                  <a:cubicBezTo>
                    <a:pt x="1392" y="1449"/>
                    <a:pt x="1479" y="1526"/>
                    <a:pt x="1577" y="1596"/>
                  </a:cubicBezTo>
                  <a:cubicBezTo>
                    <a:pt x="1628" y="1632"/>
                    <a:pt x="1689" y="1650"/>
                    <a:pt x="1751" y="1650"/>
                  </a:cubicBezTo>
                  <a:cubicBezTo>
                    <a:pt x="1793" y="1650"/>
                    <a:pt x="1836" y="1641"/>
                    <a:pt x="1876" y="1623"/>
                  </a:cubicBezTo>
                  <a:cubicBezTo>
                    <a:pt x="1930" y="1596"/>
                    <a:pt x="1973" y="1564"/>
                    <a:pt x="2017" y="1526"/>
                  </a:cubicBezTo>
                  <a:cubicBezTo>
                    <a:pt x="2136" y="1444"/>
                    <a:pt x="2207" y="1330"/>
                    <a:pt x="2310" y="1243"/>
                  </a:cubicBezTo>
                  <a:cubicBezTo>
                    <a:pt x="2376" y="1178"/>
                    <a:pt x="2435" y="1102"/>
                    <a:pt x="2484" y="1026"/>
                  </a:cubicBezTo>
                  <a:cubicBezTo>
                    <a:pt x="2528" y="955"/>
                    <a:pt x="2599" y="906"/>
                    <a:pt x="2642" y="830"/>
                  </a:cubicBezTo>
                  <a:cubicBezTo>
                    <a:pt x="2680" y="775"/>
                    <a:pt x="2734" y="732"/>
                    <a:pt x="2772" y="672"/>
                  </a:cubicBezTo>
                  <a:cubicBezTo>
                    <a:pt x="2789" y="640"/>
                    <a:pt x="2805" y="612"/>
                    <a:pt x="2827" y="591"/>
                  </a:cubicBezTo>
                  <a:cubicBezTo>
                    <a:pt x="2849" y="563"/>
                    <a:pt x="2865" y="536"/>
                    <a:pt x="2865" y="509"/>
                  </a:cubicBezTo>
                  <a:cubicBezTo>
                    <a:pt x="2876" y="466"/>
                    <a:pt x="2854" y="422"/>
                    <a:pt x="2811" y="417"/>
                  </a:cubicBezTo>
                  <a:cubicBezTo>
                    <a:pt x="2774" y="411"/>
                    <a:pt x="2736" y="408"/>
                    <a:pt x="2699" y="408"/>
                  </a:cubicBezTo>
                  <a:cubicBezTo>
                    <a:pt x="2636" y="408"/>
                    <a:pt x="2573" y="416"/>
                    <a:pt x="2512" y="433"/>
                  </a:cubicBezTo>
                  <a:cubicBezTo>
                    <a:pt x="2490" y="444"/>
                    <a:pt x="2463" y="449"/>
                    <a:pt x="2441" y="449"/>
                  </a:cubicBezTo>
                  <a:cubicBezTo>
                    <a:pt x="2408" y="438"/>
                    <a:pt x="2441" y="400"/>
                    <a:pt x="2430" y="379"/>
                  </a:cubicBezTo>
                  <a:cubicBezTo>
                    <a:pt x="2425" y="357"/>
                    <a:pt x="2425" y="330"/>
                    <a:pt x="2430" y="303"/>
                  </a:cubicBezTo>
                  <a:cubicBezTo>
                    <a:pt x="2441" y="226"/>
                    <a:pt x="2435" y="150"/>
                    <a:pt x="2403" y="80"/>
                  </a:cubicBezTo>
                  <a:cubicBezTo>
                    <a:pt x="2386" y="28"/>
                    <a:pt x="2339" y="1"/>
                    <a:pt x="2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3"/>
            <p:cNvSpPr/>
            <p:nvPr/>
          </p:nvSpPr>
          <p:spPr>
            <a:xfrm>
              <a:off x="1581605" y="1965417"/>
              <a:ext cx="48517" cy="60675"/>
            </a:xfrm>
            <a:custGeom>
              <a:rect b="b" l="l" r="r" t="t"/>
              <a:pathLst>
                <a:path extrusionOk="0" h="524" w="419">
                  <a:moveTo>
                    <a:pt x="62" y="1"/>
                  </a:moveTo>
                  <a:cubicBezTo>
                    <a:pt x="52" y="1"/>
                    <a:pt x="42" y="4"/>
                    <a:pt x="33" y="11"/>
                  </a:cubicBezTo>
                  <a:cubicBezTo>
                    <a:pt x="22" y="21"/>
                    <a:pt x="0" y="21"/>
                    <a:pt x="6" y="54"/>
                  </a:cubicBezTo>
                  <a:cubicBezTo>
                    <a:pt x="11" y="54"/>
                    <a:pt x="11" y="60"/>
                    <a:pt x="11" y="60"/>
                  </a:cubicBezTo>
                  <a:cubicBezTo>
                    <a:pt x="38" y="179"/>
                    <a:pt x="136" y="250"/>
                    <a:pt x="190" y="348"/>
                  </a:cubicBezTo>
                  <a:cubicBezTo>
                    <a:pt x="218" y="391"/>
                    <a:pt x="261" y="435"/>
                    <a:pt x="288" y="484"/>
                  </a:cubicBezTo>
                  <a:cubicBezTo>
                    <a:pt x="305" y="511"/>
                    <a:pt x="326" y="511"/>
                    <a:pt x="348" y="522"/>
                  </a:cubicBezTo>
                  <a:cubicBezTo>
                    <a:pt x="350" y="523"/>
                    <a:pt x="352" y="524"/>
                    <a:pt x="354" y="524"/>
                  </a:cubicBezTo>
                  <a:cubicBezTo>
                    <a:pt x="370" y="524"/>
                    <a:pt x="390" y="494"/>
                    <a:pt x="413" y="494"/>
                  </a:cubicBezTo>
                  <a:cubicBezTo>
                    <a:pt x="413" y="494"/>
                    <a:pt x="419" y="473"/>
                    <a:pt x="413" y="467"/>
                  </a:cubicBezTo>
                  <a:cubicBezTo>
                    <a:pt x="397" y="451"/>
                    <a:pt x="397" y="424"/>
                    <a:pt x="386" y="407"/>
                  </a:cubicBezTo>
                  <a:cubicBezTo>
                    <a:pt x="326" y="304"/>
                    <a:pt x="267" y="206"/>
                    <a:pt x="196" y="114"/>
                  </a:cubicBezTo>
                  <a:cubicBezTo>
                    <a:pt x="169" y="81"/>
                    <a:pt x="136" y="49"/>
                    <a:pt x="98" y="16"/>
                  </a:cubicBezTo>
                  <a:cubicBezTo>
                    <a:pt x="89" y="7"/>
                    <a:pt x="75" y="1"/>
                    <a:pt x="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3"/>
            <p:cNvSpPr/>
            <p:nvPr/>
          </p:nvSpPr>
          <p:spPr>
            <a:xfrm>
              <a:off x="1636375" y="1948280"/>
              <a:ext cx="23969" cy="73412"/>
            </a:xfrm>
            <a:custGeom>
              <a:rect b="b" l="l" r="r" t="t"/>
              <a:pathLst>
                <a:path extrusionOk="0" h="634" w="207">
                  <a:moveTo>
                    <a:pt x="38" y="1"/>
                  </a:moveTo>
                  <a:cubicBezTo>
                    <a:pt x="22" y="6"/>
                    <a:pt x="33" y="28"/>
                    <a:pt x="27" y="44"/>
                  </a:cubicBezTo>
                  <a:cubicBezTo>
                    <a:pt x="0" y="115"/>
                    <a:pt x="27" y="191"/>
                    <a:pt x="27" y="256"/>
                  </a:cubicBezTo>
                  <a:cubicBezTo>
                    <a:pt x="27" y="305"/>
                    <a:pt x="49" y="354"/>
                    <a:pt x="49" y="403"/>
                  </a:cubicBezTo>
                  <a:cubicBezTo>
                    <a:pt x="49" y="474"/>
                    <a:pt x="60" y="545"/>
                    <a:pt x="82" y="615"/>
                  </a:cubicBezTo>
                  <a:cubicBezTo>
                    <a:pt x="82" y="627"/>
                    <a:pt x="88" y="634"/>
                    <a:pt x="98" y="634"/>
                  </a:cubicBezTo>
                  <a:cubicBezTo>
                    <a:pt x="101" y="634"/>
                    <a:pt x="105" y="633"/>
                    <a:pt x="109" y="632"/>
                  </a:cubicBezTo>
                  <a:cubicBezTo>
                    <a:pt x="174" y="604"/>
                    <a:pt x="207" y="534"/>
                    <a:pt x="185" y="474"/>
                  </a:cubicBezTo>
                  <a:cubicBezTo>
                    <a:pt x="163" y="420"/>
                    <a:pt x="185" y="360"/>
                    <a:pt x="163" y="311"/>
                  </a:cubicBezTo>
                  <a:cubicBezTo>
                    <a:pt x="158" y="218"/>
                    <a:pt x="136" y="121"/>
                    <a:pt x="98" y="34"/>
                  </a:cubicBezTo>
                  <a:cubicBezTo>
                    <a:pt x="87" y="17"/>
                    <a:pt x="65" y="1"/>
                    <a:pt x="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3"/>
            <p:cNvSpPr/>
            <p:nvPr/>
          </p:nvSpPr>
          <p:spPr>
            <a:xfrm>
              <a:off x="3004113" y="2280716"/>
              <a:ext cx="293766" cy="294113"/>
            </a:xfrm>
            <a:custGeom>
              <a:rect b="b" l="l" r="r" t="t"/>
              <a:pathLst>
                <a:path extrusionOk="0" h="2540" w="2537">
                  <a:moveTo>
                    <a:pt x="424" y="5"/>
                  </a:moveTo>
                  <a:cubicBezTo>
                    <a:pt x="409" y="5"/>
                    <a:pt x="397" y="12"/>
                    <a:pt x="391" y="27"/>
                  </a:cubicBezTo>
                  <a:cubicBezTo>
                    <a:pt x="375" y="60"/>
                    <a:pt x="348" y="109"/>
                    <a:pt x="391" y="141"/>
                  </a:cubicBezTo>
                  <a:cubicBezTo>
                    <a:pt x="446" y="179"/>
                    <a:pt x="457" y="250"/>
                    <a:pt x="516" y="288"/>
                  </a:cubicBezTo>
                  <a:cubicBezTo>
                    <a:pt x="603" y="381"/>
                    <a:pt x="701" y="457"/>
                    <a:pt x="805" y="522"/>
                  </a:cubicBezTo>
                  <a:cubicBezTo>
                    <a:pt x="812" y="525"/>
                    <a:pt x="820" y="526"/>
                    <a:pt x="827" y="526"/>
                  </a:cubicBezTo>
                  <a:cubicBezTo>
                    <a:pt x="848" y="526"/>
                    <a:pt x="870" y="516"/>
                    <a:pt x="886" y="500"/>
                  </a:cubicBezTo>
                  <a:cubicBezTo>
                    <a:pt x="908" y="473"/>
                    <a:pt x="881" y="446"/>
                    <a:pt x="864" y="429"/>
                  </a:cubicBezTo>
                  <a:cubicBezTo>
                    <a:pt x="805" y="370"/>
                    <a:pt x="750" y="299"/>
                    <a:pt x="690" y="239"/>
                  </a:cubicBezTo>
                  <a:cubicBezTo>
                    <a:pt x="625" y="163"/>
                    <a:pt x="549" y="98"/>
                    <a:pt x="473" y="27"/>
                  </a:cubicBezTo>
                  <a:cubicBezTo>
                    <a:pt x="459" y="13"/>
                    <a:pt x="440" y="5"/>
                    <a:pt x="424" y="5"/>
                  </a:cubicBezTo>
                  <a:close/>
                  <a:moveTo>
                    <a:pt x="507" y="629"/>
                  </a:moveTo>
                  <a:cubicBezTo>
                    <a:pt x="499" y="629"/>
                    <a:pt x="492" y="630"/>
                    <a:pt x="484" y="631"/>
                  </a:cubicBezTo>
                  <a:cubicBezTo>
                    <a:pt x="446" y="639"/>
                    <a:pt x="406" y="643"/>
                    <a:pt x="366" y="643"/>
                  </a:cubicBezTo>
                  <a:cubicBezTo>
                    <a:pt x="326" y="643"/>
                    <a:pt x="285" y="639"/>
                    <a:pt x="245" y="631"/>
                  </a:cubicBezTo>
                  <a:cubicBezTo>
                    <a:pt x="196" y="631"/>
                    <a:pt x="0" y="647"/>
                    <a:pt x="16" y="734"/>
                  </a:cubicBezTo>
                  <a:cubicBezTo>
                    <a:pt x="16" y="739"/>
                    <a:pt x="16" y="745"/>
                    <a:pt x="22" y="750"/>
                  </a:cubicBezTo>
                  <a:cubicBezTo>
                    <a:pt x="38" y="783"/>
                    <a:pt x="76" y="799"/>
                    <a:pt x="114" y="805"/>
                  </a:cubicBezTo>
                  <a:cubicBezTo>
                    <a:pt x="201" y="821"/>
                    <a:pt x="291" y="822"/>
                    <a:pt x="381" y="822"/>
                  </a:cubicBezTo>
                  <a:cubicBezTo>
                    <a:pt x="399" y="822"/>
                    <a:pt x="416" y="822"/>
                    <a:pt x="434" y="822"/>
                  </a:cubicBezTo>
                  <a:cubicBezTo>
                    <a:pt x="506" y="822"/>
                    <a:pt x="577" y="823"/>
                    <a:pt x="647" y="832"/>
                  </a:cubicBezTo>
                  <a:cubicBezTo>
                    <a:pt x="669" y="832"/>
                    <a:pt x="696" y="815"/>
                    <a:pt x="690" y="772"/>
                  </a:cubicBezTo>
                  <a:cubicBezTo>
                    <a:pt x="670" y="687"/>
                    <a:pt x="595" y="629"/>
                    <a:pt x="507" y="629"/>
                  </a:cubicBezTo>
                  <a:close/>
                  <a:moveTo>
                    <a:pt x="1880" y="1092"/>
                  </a:moveTo>
                  <a:cubicBezTo>
                    <a:pt x="1863" y="1092"/>
                    <a:pt x="1839" y="1109"/>
                    <a:pt x="1848" y="1147"/>
                  </a:cubicBezTo>
                  <a:cubicBezTo>
                    <a:pt x="1863" y="1230"/>
                    <a:pt x="1939" y="1291"/>
                    <a:pt x="2021" y="1291"/>
                  </a:cubicBezTo>
                  <a:cubicBezTo>
                    <a:pt x="2030" y="1291"/>
                    <a:pt x="2040" y="1290"/>
                    <a:pt x="2049" y="1288"/>
                  </a:cubicBezTo>
                  <a:cubicBezTo>
                    <a:pt x="2090" y="1283"/>
                    <a:pt x="2131" y="1280"/>
                    <a:pt x="2171" y="1280"/>
                  </a:cubicBezTo>
                  <a:cubicBezTo>
                    <a:pt x="2211" y="1280"/>
                    <a:pt x="2251" y="1283"/>
                    <a:pt x="2289" y="1288"/>
                  </a:cubicBezTo>
                  <a:cubicBezTo>
                    <a:pt x="2294" y="1289"/>
                    <a:pt x="2301" y="1289"/>
                    <a:pt x="2310" y="1289"/>
                  </a:cubicBezTo>
                  <a:cubicBezTo>
                    <a:pt x="2379" y="1289"/>
                    <a:pt x="2537" y="1268"/>
                    <a:pt x="2522" y="1190"/>
                  </a:cubicBezTo>
                  <a:cubicBezTo>
                    <a:pt x="2522" y="1185"/>
                    <a:pt x="2517" y="1180"/>
                    <a:pt x="2517" y="1174"/>
                  </a:cubicBezTo>
                  <a:cubicBezTo>
                    <a:pt x="2495" y="1142"/>
                    <a:pt x="2463" y="1120"/>
                    <a:pt x="2424" y="1120"/>
                  </a:cubicBezTo>
                  <a:cubicBezTo>
                    <a:pt x="2337" y="1104"/>
                    <a:pt x="2248" y="1102"/>
                    <a:pt x="2157" y="1102"/>
                  </a:cubicBezTo>
                  <a:cubicBezTo>
                    <a:pt x="2139" y="1102"/>
                    <a:pt x="2121" y="1102"/>
                    <a:pt x="2103" y="1102"/>
                  </a:cubicBezTo>
                  <a:cubicBezTo>
                    <a:pt x="2031" y="1102"/>
                    <a:pt x="1958" y="1101"/>
                    <a:pt x="1886" y="1093"/>
                  </a:cubicBezTo>
                  <a:cubicBezTo>
                    <a:pt x="1884" y="1092"/>
                    <a:pt x="1882" y="1092"/>
                    <a:pt x="1880" y="1092"/>
                  </a:cubicBezTo>
                  <a:close/>
                  <a:moveTo>
                    <a:pt x="1703" y="1395"/>
                  </a:moveTo>
                  <a:cubicBezTo>
                    <a:pt x="1682" y="1395"/>
                    <a:pt x="1664" y="1406"/>
                    <a:pt x="1653" y="1424"/>
                  </a:cubicBezTo>
                  <a:cubicBezTo>
                    <a:pt x="1631" y="1446"/>
                    <a:pt x="1658" y="1473"/>
                    <a:pt x="1674" y="1489"/>
                  </a:cubicBezTo>
                  <a:cubicBezTo>
                    <a:pt x="1734" y="1549"/>
                    <a:pt x="1783" y="1620"/>
                    <a:pt x="1843" y="1680"/>
                  </a:cubicBezTo>
                  <a:cubicBezTo>
                    <a:pt x="1913" y="1756"/>
                    <a:pt x="1984" y="1826"/>
                    <a:pt x="2060" y="1892"/>
                  </a:cubicBezTo>
                  <a:cubicBezTo>
                    <a:pt x="2077" y="1908"/>
                    <a:pt x="2094" y="1916"/>
                    <a:pt x="2110" y="1916"/>
                  </a:cubicBezTo>
                  <a:cubicBezTo>
                    <a:pt x="2125" y="1916"/>
                    <a:pt x="2139" y="1908"/>
                    <a:pt x="2147" y="1892"/>
                  </a:cubicBezTo>
                  <a:cubicBezTo>
                    <a:pt x="2164" y="1865"/>
                    <a:pt x="2185" y="1810"/>
                    <a:pt x="2147" y="1783"/>
                  </a:cubicBezTo>
                  <a:cubicBezTo>
                    <a:pt x="2093" y="1740"/>
                    <a:pt x="2077" y="1669"/>
                    <a:pt x="2017" y="1636"/>
                  </a:cubicBezTo>
                  <a:cubicBezTo>
                    <a:pt x="1935" y="1544"/>
                    <a:pt x="1837" y="1468"/>
                    <a:pt x="1734" y="1402"/>
                  </a:cubicBezTo>
                  <a:cubicBezTo>
                    <a:pt x="1724" y="1397"/>
                    <a:pt x="1713" y="1395"/>
                    <a:pt x="1703" y="1395"/>
                  </a:cubicBezTo>
                  <a:close/>
                  <a:moveTo>
                    <a:pt x="1321" y="413"/>
                  </a:moveTo>
                  <a:cubicBezTo>
                    <a:pt x="1403" y="462"/>
                    <a:pt x="1408" y="500"/>
                    <a:pt x="1354" y="560"/>
                  </a:cubicBezTo>
                  <a:cubicBezTo>
                    <a:pt x="1337" y="582"/>
                    <a:pt x="1310" y="603"/>
                    <a:pt x="1332" y="636"/>
                  </a:cubicBezTo>
                  <a:cubicBezTo>
                    <a:pt x="1337" y="641"/>
                    <a:pt x="1326" y="658"/>
                    <a:pt x="1316" y="669"/>
                  </a:cubicBezTo>
                  <a:cubicBezTo>
                    <a:pt x="1261" y="728"/>
                    <a:pt x="1212" y="805"/>
                    <a:pt x="1180" y="881"/>
                  </a:cubicBezTo>
                  <a:cubicBezTo>
                    <a:pt x="1158" y="924"/>
                    <a:pt x="1131" y="973"/>
                    <a:pt x="1098" y="1011"/>
                  </a:cubicBezTo>
                  <a:cubicBezTo>
                    <a:pt x="1093" y="1022"/>
                    <a:pt x="1082" y="1027"/>
                    <a:pt x="1076" y="1038"/>
                  </a:cubicBezTo>
                  <a:cubicBezTo>
                    <a:pt x="1038" y="1120"/>
                    <a:pt x="995" y="1196"/>
                    <a:pt x="957" y="1277"/>
                  </a:cubicBezTo>
                  <a:cubicBezTo>
                    <a:pt x="951" y="1288"/>
                    <a:pt x="946" y="1294"/>
                    <a:pt x="940" y="1305"/>
                  </a:cubicBezTo>
                  <a:cubicBezTo>
                    <a:pt x="930" y="1316"/>
                    <a:pt x="919" y="1332"/>
                    <a:pt x="908" y="1343"/>
                  </a:cubicBezTo>
                  <a:cubicBezTo>
                    <a:pt x="902" y="1370"/>
                    <a:pt x="897" y="1413"/>
                    <a:pt x="892" y="1413"/>
                  </a:cubicBezTo>
                  <a:cubicBezTo>
                    <a:pt x="854" y="1413"/>
                    <a:pt x="870" y="1441"/>
                    <a:pt x="859" y="1462"/>
                  </a:cubicBezTo>
                  <a:cubicBezTo>
                    <a:pt x="848" y="1484"/>
                    <a:pt x="843" y="1511"/>
                    <a:pt x="832" y="1533"/>
                  </a:cubicBezTo>
                  <a:cubicBezTo>
                    <a:pt x="821" y="1555"/>
                    <a:pt x="805" y="1576"/>
                    <a:pt x="788" y="1593"/>
                  </a:cubicBezTo>
                  <a:cubicBezTo>
                    <a:pt x="772" y="1609"/>
                    <a:pt x="761" y="1620"/>
                    <a:pt x="772" y="1642"/>
                  </a:cubicBezTo>
                  <a:cubicBezTo>
                    <a:pt x="772" y="1653"/>
                    <a:pt x="772" y="1658"/>
                    <a:pt x="772" y="1669"/>
                  </a:cubicBezTo>
                  <a:cubicBezTo>
                    <a:pt x="728" y="1712"/>
                    <a:pt x="696" y="1767"/>
                    <a:pt x="685" y="1826"/>
                  </a:cubicBezTo>
                  <a:cubicBezTo>
                    <a:pt x="674" y="1859"/>
                    <a:pt x="663" y="1886"/>
                    <a:pt x="647" y="1919"/>
                  </a:cubicBezTo>
                  <a:lnTo>
                    <a:pt x="495" y="1821"/>
                  </a:lnTo>
                  <a:lnTo>
                    <a:pt x="582" y="1723"/>
                  </a:lnTo>
                  <a:cubicBezTo>
                    <a:pt x="560" y="1685"/>
                    <a:pt x="598" y="1653"/>
                    <a:pt x="603" y="1614"/>
                  </a:cubicBezTo>
                  <a:cubicBezTo>
                    <a:pt x="609" y="1593"/>
                    <a:pt x="614" y="1587"/>
                    <a:pt x="652" y="1566"/>
                  </a:cubicBezTo>
                  <a:cubicBezTo>
                    <a:pt x="663" y="1560"/>
                    <a:pt x="669" y="1549"/>
                    <a:pt x="669" y="1538"/>
                  </a:cubicBezTo>
                  <a:cubicBezTo>
                    <a:pt x="674" y="1511"/>
                    <a:pt x="690" y="1484"/>
                    <a:pt x="712" y="1468"/>
                  </a:cubicBezTo>
                  <a:cubicBezTo>
                    <a:pt x="745" y="1446"/>
                    <a:pt x="712" y="1408"/>
                    <a:pt x="745" y="1386"/>
                  </a:cubicBezTo>
                  <a:cubicBezTo>
                    <a:pt x="772" y="1375"/>
                    <a:pt x="788" y="1343"/>
                    <a:pt x="772" y="1316"/>
                  </a:cubicBezTo>
                  <a:cubicBezTo>
                    <a:pt x="772" y="1310"/>
                    <a:pt x="799" y="1288"/>
                    <a:pt x="815" y="1277"/>
                  </a:cubicBezTo>
                  <a:cubicBezTo>
                    <a:pt x="810" y="1272"/>
                    <a:pt x="799" y="1256"/>
                    <a:pt x="799" y="1250"/>
                  </a:cubicBezTo>
                  <a:cubicBezTo>
                    <a:pt x="804" y="1228"/>
                    <a:pt x="820" y="1216"/>
                    <a:pt x="840" y="1216"/>
                  </a:cubicBezTo>
                  <a:cubicBezTo>
                    <a:pt x="845" y="1216"/>
                    <a:pt x="849" y="1217"/>
                    <a:pt x="854" y="1218"/>
                  </a:cubicBezTo>
                  <a:cubicBezTo>
                    <a:pt x="864" y="1185"/>
                    <a:pt x="881" y="1147"/>
                    <a:pt x="892" y="1125"/>
                  </a:cubicBezTo>
                  <a:cubicBezTo>
                    <a:pt x="902" y="1104"/>
                    <a:pt x="897" y="1065"/>
                    <a:pt x="940" y="1065"/>
                  </a:cubicBezTo>
                  <a:cubicBezTo>
                    <a:pt x="940" y="1065"/>
                    <a:pt x="935" y="1038"/>
                    <a:pt x="940" y="1033"/>
                  </a:cubicBezTo>
                  <a:cubicBezTo>
                    <a:pt x="984" y="995"/>
                    <a:pt x="984" y="930"/>
                    <a:pt x="1038" y="897"/>
                  </a:cubicBezTo>
                  <a:cubicBezTo>
                    <a:pt x="1049" y="892"/>
                    <a:pt x="1033" y="864"/>
                    <a:pt x="1044" y="848"/>
                  </a:cubicBezTo>
                  <a:cubicBezTo>
                    <a:pt x="1055" y="832"/>
                    <a:pt x="1082" y="821"/>
                    <a:pt x="1082" y="810"/>
                  </a:cubicBezTo>
                  <a:cubicBezTo>
                    <a:pt x="1076" y="756"/>
                    <a:pt x="1114" y="750"/>
                    <a:pt x="1142" y="728"/>
                  </a:cubicBezTo>
                  <a:cubicBezTo>
                    <a:pt x="1147" y="718"/>
                    <a:pt x="1158" y="712"/>
                    <a:pt x="1163" y="701"/>
                  </a:cubicBezTo>
                  <a:lnTo>
                    <a:pt x="1142" y="641"/>
                  </a:lnTo>
                  <a:cubicBezTo>
                    <a:pt x="1158" y="636"/>
                    <a:pt x="1180" y="631"/>
                    <a:pt x="1196" y="620"/>
                  </a:cubicBezTo>
                  <a:cubicBezTo>
                    <a:pt x="1207" y="609"/>
                    <a:pt x="1212" y="593"/>
                    <a:pt x="1218" y="576"/>
                  </a:cubicBezTo>
                  <a:cubicBezTo>
                    <a:pt x="1229" y="555"/>
                    <a:pt x="1245" y="538"/>
                    <a:pt x="1256" y="522"/>
                  </a:cubicBezTo>
                  <a:cubicBezTo>
                    <a:pt x="1278" y="500"/>
                    <a:pt x="1294" y="489"/>
                    <a:pt x="1283" y="457"/>
                  </a:cubicBezTo>
                  <a:cubicBezTo>
                    <a:pt x="1283" y="446"/>
                    <a:pt x="1310" y="429"/>
                    <a:pt x="1321" y="413"/>
                  </a:cubicBezTo>
                  <a:close/>
                  <a:moveTo>
                    <a:pt x="1506" y="549"/>
                  </a:moveTo>
                  <a:cubicBezTo>
                    <a:pt x="1560" y="582"/>
                    <a:pt x="1625" y="614"/>
                    <a:pt x="1669" y="647"/>
                  </a:cubicBezTo>
                  <a:cubicBezTo>
                    <a:pt x="1712" y="674"/>
                    <a:pt x="1701" y="712"/>
                    <a:pt x="1680" y="761"/>
                  </a:cubicBezTo>
                  <a:cubicBezTo>
                    <a:pt x="1653" y="810"/>
                    <a:pt x="1609" y="848"/>
                    <a:pt x="1604" y="908"/>
                  </a:cubicBezTo>
                  <a:cubicBezTo>
                    <a:pt x="1593" y="951"/>
                    <a:pt x="1571" y="989"/>
                    <a:pt x="1544" y="1017"/>
                  </a:cubicBezTo>
                  <a:cubicBezTo>
                    <a:pt x="1484" y="1076"/>
                    <a:pt x="1473" y="1169"/>
                    <a:pt x="1408" y="1218"/>
                  </a:cubicBezTo>
                  <a:cubicBezTo>
                    <a:pt x="1397" y="1229"/>
                    <a:pt x="1397" y="1245"/>
                    <a:pt x="1392" y="1261"/>
                  </a:cubicBezTo>
                  <a:cubicBezTo>
                    <a:pt x="1386" y="1288"/>
                    <a:pt x="1370" y="1316"/>
                    <a:pt x="1348" y="1337"/>
                  </a:cubicBezTo>
                  <a:cubicBezTo>
                    <a:pt x="1321" y="1370"/>
                    <a:pt x="1305" y="1397"/>
                    <a:pt x="1288" y="1435"/>
                  </a:cubicBezTo>
                  <a:cubicBezTo>
                    <a:pt x="1256" y="1473"/>
                    <a:pt x="1234" y="1522"/>
                    <a:pt x="1207" y="1566"/>
                  </a:cubicBezTo>
                  <a:cubicBezTo>
                    <a:pt x="1180" y="1604"/>
                    <a:pt x="1169" y="1658"/>
                    <a:pt x="1136" y="1701"/>
                  </a:cubicBezTo>
                  <a:cubicBezTo>
                    <a:pt x="1125" y="1723"/>
                    <a:pt x="1109" y="1750"/>
                    <a:pt x="1098" y="1772"/>
                  </a:cubicBezTo>
                  <a:cubicBezTo>
                    <a:pt x="1066" y="1837"/>
                    <a:pt x="1027" y="1897"/>
                    <a:pt x="995" y="1957"/>
                  </a:cubicBezTo>
                  <a:cubicBezTo>
                    <a:pt x="989" y="1962"/>
                    <a:pt x="979" y="1973"/>
                    <a:pt x="979" y="1979"/>
                  </a:cubicBezTo>
                  <a:cubicBezTo>
                    <a:pt x="995" y="2033"/>
                    <a:pt x="951" y="2055"/>
                    <a:pt x="924" y="2082"/>
                  </a:cubicBezTo>
                  <a:cubicBezTo>
                    <a:pt x="918" y="2084"/>
                    <a:pt x="913" y="2084"/>
                    <a:pt x="909" y="2084"/>
                  </a:cubicBezTo>
                  <a:cubicBezTo>
                    <a:pt x="865" y="2084"/>
                    <a:pt x="865" y="2021"/>
                    <a:pt x="815" y="2011"/>
                  </a:cubicBezTo>
                  <a:cubicBezTo>
                    <a:pt x="772" y="1995"/>
                    <a:pt x="734" y="1973"/>
                    <a:pt x="696" y="1941"/>
                  </a:cubicBezTo>
                  <a:cubicBezTo>
                    <a:pt x="718" y="1908"/>
                    <a:pt x="739" y="1881"/>
                    <a:pt x="761" y="1848"/>
                  </a:cubicBezTo>
                  <a:cubicBezTo>
                    <a:pt x="783" y="1821"/>
                    <a:pt x="805" y="1788"/>
                    <a:pt x="815" y="1761"/>
                  </a:cubicBezTo>
                  <a:cubicBezTo>
                    <a:pt x="826" y="1712"/>
                    <a:pt x="848" y="1669"/>
                    <a:pt x="875" y="1631"/>
                  </a:cubicBezTo>
                  <a:cubicBezTo>
                    <a:pt x="908" y="1582"/>
                    <a:pt x="935" y="1528"/>
                    <a:pt x="962" y="1473"/>
                  </a:cubicBezTo>
                  <a:cubicBezTo>
                    <a:pt x="973" y="1435"/>
                    <a:pt x="1006" y="1413"/>
                    <a:pt x="1017" y="1375"/>
                  </a:cubicBezTo>
                  <a:cubicBezTo>
                    <a:pt x="1027" y="1337"/>
                    <a:pt x="1027" y="1294"/>
                    <a:pt x="1071" y="1272"/>
                  </a:cubicBezTo>
                  <a:cubicBezTo>
                    <a:pt x="1087" y="1201"/>
                    <a:pt x="1152" y="1152"/>
                    <a:pt x="1169" y="1082"/>
                  </a:cubicBezTo>
                  <a:cubicBezTo>
                    <a:pt x="1180" y="1055"/>
                    <a:pt x="1196" y="1033"/>
                    <a:pt x="1218" y="1011"/>
                  </a:cubicBezTo>
                  <a:cubicBezTo>
                    <a:pt x="1256" y="951"/>
                    <a:pt x="1294" y="892"/>
                    <a:pt x="1321" y="826"/>
                  </a:cubicBezTo>
                  <a:cubicBezTo>
                    <a:pt x="1364" y="767"/>
                    <a:pt x="1403" y="701"/>
                    <a:pt x="1430" y="636"/>
                  </a:cubicBezTo>
                  <a:cubicBezTo>
                    <a:pt x="1441" y="593"/>
                    <a:pt x="1468" y="565"/>
                    <a:pt x="1506" y="549"/>
                  </a:cubicBezTo>
                  <a:close/>
                  <a:moveTo>
                    <a:pt x="500" y="2017"/>
                  </a:moveTo>
                  <a:lnTo>
                    <a:pt x="549" y="2055"/>
                  </a:lnTo>
                  <a:cubicBezTo>
                    <a:pt x="576" y="2082"/>
                    <a:pt x="614" y="2098"/>
                    <a:pt x="652" y="2109"/>
                  </a:cubicBezTo>
                  <a:cubicBezTo>
                    <a:pt x="701" y="2131"/>
                    <a:pt x="745" y="2158"/>
                    <a:pt x="788" y="2191"/>
                  </a:cubicBezTo>
                  <a:cubicBezTo>
                    <a:pt x="739" y="2229"/>
                    <a:pt x="696" y="2261"/>
                    <a:pt x="647" y="2294"/>
                  </a:cubicBezTo>
                  <a:cubicBezTo>
                    <a:pt x="603" y="2267"/>
                    <a:pt x="565" y="2234"/>
                    <a:pt x="522" y="2202"/>
                  </a:cubicBezTo>
                  <a:cubicBezTo>
                    <a:pt x="489" y="2180"/>
                    <a:pt x="478" y="2142"/>
                    <a:pt x="484" y="2104"/>
                  </a:cubicBezTo>
                  <a:cubicBezTo>
                    <a:pt x="489" y="2077"/>
                    <a:pt x="451" y="2038"/>
                    <a:pt x="500" y="2017"/>
                  </a:cubicBezTo>
                  <a:close/>
                  <a:moveTo>
                    <a:pt x="1487" y="1"/>
                  </a:moveTo>
                  <a:cubicBezTo>
                    <a:pt x="1472" y="1"/>
                    <a:pt x="1456" y="5"/>
                    <a:pt x="1441" y="5"/>
                  </a:cubicBezTo>
                  <a:cubicBezTo>
                    <a:pt x="1397" y="82"/>
                    <a:pt x="1348" y="152"/>
                    <a:pt x="1288" y="217"/>
                  </a:cubicBezTo>
                  <a:cubicBezTo>
                    <a:pt x="1245" y="283"/>
                    <a:pt x="1201" y="343"/>
                    <a:pt x="1152" y="397"/>
                  </a:cubicBezTo>
                  <a:cubicBezTo>
                    <a:pt x="1125" y="419"/>
                    <a:pt x="1109" y="446"/>
                    <a:pt x="1109" y="478"/>
                  </a:cubicBezTo>
                  <a:cubicBezTo>
                    <a:pt x="1109" y="511"/>
                    <a:pt x="1087" y="544"/>
                    <a:pt x="1060" y="560"/>
                  </a:cubicBezTo>
                  <a:cubicBezTo>
                    <a:pt x="1011" y="582"/>
                    <a:pt x="1033" y="620"/>
                    <a:pt x="1017" y="647"/>
                  </a:cubicBezTo>
                  <a:cubicBezTo>
                    <a:pt x="995" y="680"/>
                    <a:pt x="973" y="707"/>
                    <a:pt x="946" y="739"/>
                  </a:cubicBezTo>
                  <a:lnTo>
                    <a:pt x="946" y="745"/>
                  </a:lnTo>
                  <a:lnTo>
                    <a:pt x="848" y="919"/>
                  </a:lnTo>
                  <a:cubicBezTo>
                    <a:pt x="842" y="916"/>
                    <a:pt x="837" y="915"/>
                    <a:pt x="833" y="915"/>
                  </a:cubicBezTo>
                  <a:cubicBezTo>
                    <a:pt x="817" y="915"/>
                    <a:pt x="811" y="929"/>
                    <a:pt x="815" y="946"/>
                  </a:cubicBezTo>
                  <a:cubicBezTo>
                    <a:pt x="815" y="973"/>
                    <a:pt x="805" y="995"/>
                    <a:pt x="788" y="1017"/>
                  </a:cubicBezTo>
                  <a:cubicBezTo>
                    <a:pt x="734" y="1109"/>
                    <a:pt x="690" y="1201"/>
                    <a:pt x="636" y="1294"/>
                  </a:cubicBezTo>
                  <a:cubicBezTo>
                    <a:pt x="576" y="1408"/>
                    <a:pt x="489" y="1495"/>
                    <a:pt x="440" y="1609"/>
                  </a:cubicBezTo>
                  <a:cubicBezTo>
                    <a:pt x="402" y="1701"/>
                    <a:pt x="337" y="1778"/>
                    <a:pt x="337" y="1881"/>
                  </a:cubicBezTo>
                  <a:cubicBezTo>
                    <a:pt x="343" y="1903"/>
                    <a:pt x="343" y="1930"/>
                    <a:pt x="343" y="1952"/>
                  </a:cubicBezTo>
                  <a:cubicBezTo>
                    <a:pt x="364" y="2087"/>
                    <a:pt x="370" y="2223"/>
                    <a:pt x="370" y="2359"/>
                  </a:cubicBezTo>
                  <a:cubicBezTo>
                    <a:pt x="370" y="2435"/>
                    <a:pt x="343" y="2522"/>
                    <a:pt x="446" y="2539"/>
                  </a:cubicBezTo>
                  <a:cubicBezTo>
                    <a:pt x="449" y="2539"/>
                    <a:pt x="452" y="2539"/>
                    <a:pt x="456" y="2539"/>
                  </a:cubicBezTo>
                  <a:cubicBezTo>
                    <a:pt x="549" y="2539"/>
                    <a:pt x="704" y="2396"/>
                    <a:pt x="767" y="2354"/>
                  </a:cubicBezTo>
                  <a:cubicBezTo>
                    <a:pt x="897" y="2272"/>
                    <a:pt x="1033" y="2180"/>
                    <a:pt x="1098" y="2044"/>
                  </a:cubicBezTo>
                  <a:cubicBezTo>
                    <a:pt x="1158" y="1919"/>
                    <a:pt x="1239" y="1826"/>
                    <a:pt x="1305" y="1707"/>
                  </a:cubicBezTo>
                  <a:cubicBezTo>
                    <a:pt x="1413" y="1533"/>
                    <a:pt x="1506" y="1348"/>
                    <a:pt x="1593" y="1163"/>
                  </a:cubicBezTo>
                  <a:cubicBezTo>
                    <a:pt x="1653" y="1033"/>
                    <a:pt x="1767" y="924"/>
                    <a:pt x="1821" y="788"/>
                  </a:cubicBezTo>
                  <a:cubicBezTo>
                    <a:pt x="1832" y="734"/>
                    <a:pt x="1848" y="685"/>
                    <a:pt x="1870" y="636"/>
                  </a:cubicBezTo>
                  <a:cubicBezTo>
                    <a:pt x="1919" y="576"/>
                    <a:pt x="1952" y="511"/>
                    <a:pt x="1973" y="440"/>
                  </a:cubicBezTo>
                  <a:cubicBezTo>
                    <a:pt x="1973" y="424"/>
                    <a:pt x="1995" y="413"/>
                    <a:pt x="1995" y="413"/>
                  </a:cubicBezTo>
                  <a:cubicBezTo>
                    <a:pt x="2071" y="332"/>
                    <a:pt x="1555" y="92"/>
                    <a:pt x="1528" y="33"/>
                  </a:cubicBezTo>
                  <a:cubicBezTo>
                    <a:pt x="1519" y="7"/>
                    <a:pt x="1504" y="1"/>
                    <a:pt x="1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3"/>
            <p:cNvSpPr/>
            <p:nvPr/>
          </p:nvSpPr>
          <p:spPr>
            <a:xfrm>
              <a:off x="1582879" y="3214802"/>
              <a:ext cx="282649" cy="359883"/>
            </a:xfrm>
            <a:custGeom>
              <a:rect b="b" l="l" r="r" t="t"/>
              <a:pathLst>
                <a:path extrusionOk="0" h="3108" w="2441">
                  <a:moveTo>
                    <a:pt x="982" y="968"/>
                  </a:moveTo>
                  <a:cubicBezTo>
                    <a:pt x="986" y="968"/>
                    <a:pt x="989" y="975"/>
                    <a:pt x="995" y="978"/>
                  </a:cubicBezTo>
                  <a:cubicBezTo>
                    <a:pt x="1017" y="1000"/>
                    <a:pt x="1033" y="1027"/>
                    <a:pt x="1044" y="1060"/>
                  </a:cubicBezTo>
                  <a:cubicBezTo>
                    <a:pt x="1076" y="1168"/>
                    <a:pt x="1125" y="1272"/>
                    <a:pt x="1163" y="1375"/>
                  </a:cubicBezTo>
                  <a:cubicBezTo>
                    <a:pt x="1201" y="1495"/>
                    <a:pt x="1256" y="1603"/>
                    <a:pt x="1316" y="1712"/>
                  </a:cubicBezTo>
                  <a:cubicBezTo>
                    <a:pt x="1359" y="1810"/>
                    <a:pt x="1419" y="1897"/>
                    <a:pt x="1489" y="1968"/>
                  </a:cubicBezTo>
                  <a:cubicBezTo>
                    <a:pt x="1506" y="1984"/>
                    <a:pt x="1511" y="1995"/>
                    <a:pt x="1517" y="2011"/>
                  </a:cubicBezTo>
                  <a:cubicBezTo>
                    <a:pt x="1495" y="2022"/>
                    <a:pt x="1479" y="2033"/>
                    <a:pt x="1457" y="2044"/>
                  </a:cubicBezTo>
                  <a:cubicBezTo>
                    <a:pt x="1453" y="2046"/>
                    <a:pt x="1449" y="2047"/>
                    <a:pt x="1446" y="2047"/>
                  </a:cubicBezTo>
                  <a:cubicBezTo>
                    <a:pt x="1433" y="2047"/>
                    <a:pt x="1429" y="2030"/>
                    <a:pt x="1424" y="2016"/>
                  </a:cubicBezTo>
                  <a:cubicBezTo>
                    <a:pt x="1386" y="1935"/>
                    <a:pt x="1332" y="1853"/>
                    <a:pt x="1272" y="1783"/>
                  </a:cubicBezTo>
                  <a:cubicBezTo>
                    <a:pt x="1196" y="1701"/>
                    <a:pt x="1142" y="1603"/>
                    <a:pt x="1049" y="1538"/>
                  </a:cubicBezTo>
                  <a:cubicBezTo>
                    <a:pt x="1006" y="1511"/>
                    <a:pt x="995" y="1462"/>
                    <a:pt x="951" y="1429"/>
                  </a:cubicBezTo>
                  <a:cubicBezTo>
                    <a:pt x="908" y="1402"/>
                    <a:pt x="864" y="1364"/>
                    <a:pt x="821" y="1332"/>
                  </a:cubicBezTo>
                  <a:cubicBezTo>
                    <a:pt x="772" y="1272"/>
                    <a:pt x="761" y="1245"/>
                    <a:pt x="815" y="1196"/>
                  </a:cubicBezTo>
                  <a:cubicBezTo>
                    <a:pt x="875" y="1130"/>
                    <a:pt x="924" y="1060"/>
                    <a:pt x="968" y="984"/>
                  </a:cubicBezTo>
                  <a:cubicBezTo>
                    <a:pt x="975" y="972"/>
                    <a:pt x="979" y="968"/>
                    <a:pt x="982" y="968"/>
                  </a:cubicBezTo>
                  <a:close/>
                  <a:moveTo>
                    <a:pt x="968" y="195"/>
                  </a:moveTo>
                  <a:cubicBezTo>
                    <a:pt x="1128" y="195"/>
                    <a:pt x="1273" y="249"/>
                    <a:pt x="1424" y="310"/>
                  </a:cubicBezTo>
                  <a:cubicBezTo>
                    <a:pt x="1533" y="364"/>
                    <a:pt x="1631" y="440"/>
                    <a:pt x="1718" y="532"/>
                  </a:cubicBezTo>
                  <a:cubicBezTo>
                    <a:pt x="1854" y="658"/>
                    <a:pt x="1897" y="831"/>
                    <a:pt x="1919" y="995"/>
                  </a:cubicBezTo>
                  <a:cubicBezTo>
                    <a:pt x="1941" y="1152"/>
                    <a:pt x="1952" y="1304"/>
                    <a:pt x="1941" y="1462"/>
                  </a:cubicBezTo>
                  <a:cubicBezTo>
                    <a:pt x="1935" y="1571"/>
                    <a:pt x="1913" y="1679"/>
                    <a:pt x="1946" y="1794"/>
                  </a:cubicBezTo>
                  <a:cubicBezTo>
                    <a:pt x="1956" y="1823"/>
                    <a:pt x="1921" y="1849"/>
                    <a:pt x="1890" y="1849"/>
                  </a:cubicBezTo>
                  <a:cubicBezTo>
                    <a:pt x="1887" y="1849"/>
                    <a:pt x="1884" y="1848"/>
                    <a:pt x="1881" y="1848"/>
                  </a:cubicBezTo>
                  <a:cubicBezTo>
                    <a:pt x="1870" y="1844"/>
                    <a:pt x="1859" y="1842"/>
                    <a:pt x="1849" y="1842"/>
                  </a:cubicBezTo>
                  <a:cubicBezTo>
                    <a:pt x="1807" y="1842"/>
                    <a:pt x="1776" y="1875"/>
                    <a:pt x="1745" y="1897"/>
                  </a:cubicBezTo>
                  <a:cubicBezTo>
                    <a:pt x="1707" y="1924"/>
                    <a:pt x="1663" y="1919"/>
                    <a:pt x="1631" y="1940"/>
                  </a:cubicBezTo>
                  <a:cubicBezTo>
                    <a:pt x="1620" y="1940"/>
                    <a:pt x="1614" y="1940"/>
                    <a:pt x="1609" y="1929"/>
                  </a:cubicBezTo>
                  <a:cubicBezTo>
                    <a:pt x="1566" y="1870"/>
                    <a:pt x="1533" y="1810"/>
                    <a:pt x="1506" y="1739"/>
                  </a:cubicBezTo>
                  <a:cubicBezTo>
                    <a:pt x="1500" y="1717"/>
                    <a:pt x="1489" y="1696"/>
                    <a:pt x="1479" y="1674"/>
                  </a:cubicBezTo>
                  <a:cubicBezTo>
                    <a:pt x="1343" y="1473"/>
                    <a:pt x="1267" y="1239"/>
                    <a:pt x="1185" y="1011"/>
                  </a:cubicBezTo>
                  <a:cubicBezTo>
                    <a:pt x="1152" y="924"/>
                    <a:pt x="1131" y="831"/>
                    <a:pt x="1065" y="755"/>
                  </a:cubicBezTo>
                  <a:cubicBezTo>
                    <a:pt x="1043" y="731"/>
                    <a:pt x="1022" y="722"/>
                    <a:pt x="1004" y="722"/>
                  </a:cubicBezTo>
                  <a:cubicBezTo>
                    <a:pt x="983" y="722"/>
                    <a:pt x="966" y="735"/>
                    <a:pt x="957" y="750"/>
                  </a:cubicBezTo>
                  <a:cubicBezTo>
                    <a:pt x="908" y="831"/>
                    <a:pt x="826" y="897"/>
                    <a:pt x="783" y="973"/>
                  </a:cubicBezTo>
                  <a:cubicBezTo>
                    <a:pt x="745" y="1054"/>
                    <a:pt x="663" y="1098"/>
                    <a:pt x="631" y="1185"/>
                  </a:cubicBezTo>
                  <a:cubicBezTo>
                    <a:pt x="582" y="1294"/>
                    <a:pt x="582" y="1315"/>
                    <a:pt x="680" y="1386"/>
                  </a:cubicBezTo>
                  <a:cubicBezTo>
                    <a:pt x="767" y="1446"/>
                    <a:pt x="848" y="1522"/>
                    <a:pt x="913" y="1603"/>
                  </a:cubicBezTo>
                  <a:cubicBezTo>
                    <a:pt x="962" y="1658"/>
                    <a:pt x="1022" y="1707"/>
                    <a:pt x="1065" y="1766"/>
                  </a:cubicBezTo>
                  <a:cubicBezTo>
                    <a:pt x="1147" y="1870"/>
                    <a:pt x="1223" y="1968"/>
                    <a:pt x="1305" y="2065"/>
                  </a:cubicBezTo>
                  <a:cubicBezTo>
                    <a:pt x="1337" y="2103"/>
                    <a:pt x="1321" y="2120"/>
                    <a:pt x="1294" y="2136"/>
                  </a:cubicBezTo>
                  <a:cubicBezTo>
                    <a:pt x="1229" y="2163"/>
                    <a:pt x="1169" y="2207"/>
                    <a:pt x="1125" y="2261"/>
                  </a:cubicBezTo>
                  <a:cubicBezTo>
                    <a:pt x="1117" y="2271"/>
                    <a:pt x="1108" y="2275"/>
                    <a:pt x="1099" y="2275"/>
                  </a:cubicBezTo>
                  <a:cubicBezTo>
                    <a:pt x="1078" y="2275"/>
                    <a:pt x="1057" y="2256"/>
                    <a:pt x="1038" y="2245"/>
                  </a:cubicBezTo>
                  <a:cubicBezTo>
                    <a:pt x="935" y="2174"/>
                    <a:pt x="848" y="2087"/>
                    <a:pt x="723" y="2055"/>
                  </a:cubicBezTo>
                  <a:cubicBezTo>
                    <a:pt x="674" y="2033"/>
                    <a:pt x="636" y="2000"/>
                    <a:pt x="603" y="1957"/>
                  </a:cubicBezTo>
                  <a:cubicBezTo>
                    <a:pt x="533" y="1891"/>
                    <a:pt x="435" y="1859"/>
                    <a:pt x="397" y="1766"/>
                  </a:cubicBezTo>
                  <a:lnTo>
                    <a:pt x="402" y="1766"/>
                  </a:lnTo>
                  <a:cubicBezTo>
                    <a:pt x="299" y="1663"/>
                    <a:pt x="261" y="1527"/>
                    <a:pt x="207" y="1402"/>
                  </a:cubicBezTo>
                  <a:cubicBezTo>
                    <a:pt x="179" y="1348"/>
                    <a:pt x="201" y="1283"/>
                    <a:pt x="190" y="1223"/>
                  </a:cubicBezTo>
                  <a:cubicBezTo>
                    <a:pt x="147" y="984"/>
                    <a:pt x="217" y="766"/>
                    <a:pt x="332" y="571"/>
                  </a:cubicBezTo>
                  <a:cubicBezTo>
                    <a:pt x="440" y="380"/>
                    <a:pt x="625" y="250"/>
                    <a:pt x="843" y="206"/>
                  </a:cubicBezTo>
                  <a:cubicBezTo>
                    <a:pt x="886" y="199"/>
                    <a:pt x="927" y="195"/>
                    <a:pt x="968" y="195"/>
                  </a:cubicBezTo>
                  <a:close/>
                  <a:moveTo>
                    <a:pt x="1927" y="2045"/>
                  </a:moveTo>
                  <a:cubicBezTo>
                    <a:pt x="1936" y="2045"/>
                    <a:pt x="1943" y="2052"/>
                    <a:pt x="1946" y="2065"/>
                  </a:cubicBezTo>
                  <a:cubicBezTo>
                    <a:pt x="1962" y="2125"/>
                    <a:pt x="1990" y="2185"/>
                    <a:pt x="2028" y="2239"/>
                  </a:cubicBezTo>
                  <a:cubicBezTo>
                    <a:pt x="2044" y="2267"/>
                    <a:pt x="2022" y="2283"/>
                    <a:pt x="2000" y="2288"/>
                  </a:cubicBezTo>
                  <a:cubicBezTo>
                    <a:pt x="1881" y="2321"/>
                    <a:pt x="1778" y="2402"/>
                    <a:pt x="1685" y="2457"/>
                  </a:cubicBezTo>
                  <a:cubicBezTo>
                    <a:pt x="1593" y="2511"/>
                    <a:pt x="1495" y="2565"/>
                    <a:pt x="1397" y="2609"/>
                  </a:cubicBezTo>
                  <a:cubicBezTo>
                    <a:pt x="1387" y="2615"/>
                    <a:pt x="1379" y="2617"/>
                    <a:pt x="1372" y="2617"/>
                  </a:cubicBezTo>
                  <a:cubicBezTo>
                    <a:pt x="1353" y="2617"/>
                    <a:pt x="1344" y="2598"/>
                    <a:pt x="1332" y="2582"/>
                  </a:cubicBezTo>
                  <a:cubicBezTo>
                    <a:pt x="1321" y="2560"/>
                    <a:pt x="1305" y="2538"/>
                    <a:pt x="1294" y="2511"/>
                  </a:cubicBezTo>
                  <a:cubicBezTo>
                    <a:pt x="1245" y="2430"/>
                    <a:pt x="1256" y="2424"/>
                    <a:pt x="1332" y="2381"/>
                  </a:cubicBezTo>
                  <a:cubicBezTo>
                    <a:pt x="1484" y="2294"/>
                    <a:pt x="1647" y="2223"/>
                    <a:pt x="1794" y="2120"/>
                  </a:cubicBezTo>
                  <a:cubicBezTo>
                    <a:pt x="1832" y="2098"/>
                    <a:pt x="1870" y="2076"/>
                    <a:pt x="1908" y="2055"/>
                  </a:cubicBezTo>
                  <a:cubicBezTo>
                    <a:pt x="1914" y="2048"/>
                    <a:pt x="1921" y="2045"/>
                    <a:pt x="1927" y="2045"/>
                  </a:cubicBezTo>
                  <a:close/>
                  <a:moveTo>
                    <a:pt x="2090" y="2407"/>
                  </a:moveTo>
                  <a:cubicBezTo>
                    <a:pt x="2115" y="2407"/>
                    <a:pt x="2134" y="2428"/>
                    <a:pt x="2147" y="2468"/>
                  </a:cubicBezTo>
                  <a:cubicBezTo>
                    <a:pt x="2191" y="2620"/>
                    <a:pt x="2185" y="2609"/>
                    <a:pt x="2055" y="2718"/>
                  </a:cubicBezTo>
                  <a:cubicBezTo>
                    <a:pt x="1930" y="2821"/>
                    <a:pt x="1778" y="2892"/>
                    <a:pt x="1609" y="2913"/>
                  </a:cubicBezTo>
                  <a:cubicBezTo>
                    <a:pt x="1598" y="2915"/>
                    <a:pt x="1586" y="2916"/>
                    <a:pt x="1575" y="2916"/>
                  </a:cubicBezTo>
                  <a:cubicBezTo>
                    <a:pt x="1539" y="2916"/>
                    <a:pt x="1506" y="2905"/>
                    <a:pt x="1489" y="2859"/>
                  </a:cubicBezTo>
                  <a:lnTo>
                    <a:pt x="1495" y="2859"/>
                  </a:lnTo>
                  <a:cubicBezTo>
                    <a:pt x="1462" y="2859"/>
                    <a:pt x="1473" y="2832"/>
                    <a:pt x="1462" y="2816"/>
                  </a:cubicBezTo>
                  <a:cubicBezTo>
                    <a:pt x="1413" y="2750"/>
                    <a:pt x="1419" y="2756"/>
                    <a:pt x="1489" y="2718"/>
                  </a:cubicBezTo>
                  <a:cubicBezTo>
                    <a:pt x="1528" y="2696"/>
                    <a:pt x="1571" y="2685"/>
                    <a:pt x="1614" y="2674"/>
                  </a:cubicBezTo>
                  <a:cubicBezTo>
                    <a:pt x="1767" y="2614"/>
                    <a:pt x="1908" y="2538"/>
                    <a:pt x="2033" y="2435"/>
                  </a:cubicBezTo>
                  <a:cubicBezTo>
                    <a:pt x="2054" y="2416"/>
                    <a:pt x="2073" y="2407"/>
                    <a:pt x="2090" y="2407"/>
                  </a:cubicBezTo>
                  <a:close/>
                  <a:moveTo>
                    <a:pt x="977" y="0"/>
                  </a:moveTo>
                  <a:cubicBezTo>
                    <a:pt x="951" y="0"/>
                    <a:pt x="926" y="6"/>
                    <a:pt x="902" y="27"/>
                  </a:cubicBezTo>
                  <a:cubicBezTo>
                    <a:pt x="902" y="29"/>
                    <a:pt x="901" y="29"/>
                    <a:pt x="899" y="29"/>
                  </a:cubicBezTo>
                  <a:cubicBezTo>
                    <a:pt x="894" y="29"/>
                    <a:pt x="885" y="25"/>
                    <a:pt x="881" y="22"/>
                  </a:cubicBezTo>
                  <a:cubicBezTo>
                    <a:pt x="869" y="10"/>
                    <a:pt x="858" y="6"/>
                    <a:pt x="846" y="6"/>
                  </a:cubicBezTo>
                  <a:cubicBezTo>
                    <a:pt x="830" y="6"/>
                    <a:pt x="815" y="13"/>
                    <a:pt x="799" y="16"/>
                  </a:cubicBezTo>
                  <a:cubicBezTo>
                    <a:pt x="756" y="22"/>
                    <a:pt x="718" y="32"/>
                    <a:pt x="674" y="49"/>
                  </a:cubicBezTo>
                  <a:cubicBezTo>
                    <a:pt x="625" y="81"/>
                    <a:pt x="549" y="49"/>
                    <a:pt x="506" y="125"/>
                  </a:cubicBezTo>
                  <a:cubicBezTo>
                    <a:pt x="468" y="174"/>
                    <a:pt x="419" y="212"/>
                    <a:pt x="370" y="239"/>
                  </a:cubicBezTo>
                  <a:cubicBezTo>
                    <a:pt x="294" y="293"/>
                    <a:pt x="234" y="353"/>
                    <a:pt x="190" y="429"/>
                  </a:cubicBezTo>
                  <a:cubicBezTo>
                    <a:pt x="141" y="516"/>
                    <a:pt x="103" y="603"/>
                    <a:pt x="76" y="696"/>
                  </a:cubicBezTo>
                  <a:cubicBezTo>
                    <a:pt x="44" y="810"/>
                    <a:pt x="22" y="924"/>
                    <a:pt x="11" y="1043"/>
                  </a:cubicBezTo>
                  <a:cubicBezTo>
                    <a:pt x="0" y="1174"/>
                    <a:pt x="11" y="1299"/>
                    <a:pt x="49" y="1424"/>
                  </a:cubicBezTo>
                  <a:cubicBezTo>
                    <a:pt x="92" y="1560"/>
                    <a:pt x="147" y="1690"/>
                    <a:pt x="223" y="1810"/>
                  </a:cubicBezTo>
                  <a:cubicBezTo>
                    <a:pt x="288" y="1908"/>
                    <a:pt x="370" y="1995"/>
                    <a:pt x="468" y="2065"/>
                  </a:cubicBezTo>
                  <a:cubicBezTo>
                    <a:pt x="549" y="2125"/>
                    <a:pt x="641" y="2180"/>
                    <a:pt x="734" y="2228"/>
                  </a:cubicBezTo>
                  <a:cubicBezTo>
                    <a:pt x="783" y="2267"/>
                    <a:pt x="843" y="2299"/>
                    <a:pt x="902" y="2321"/>
                  </a:cubicBezTo>
                  <a:cubicBezTo>
                    <a:pt x="957" y="2332"/>
                    <a:pt x="1000" y="2364"/>
                    <a:pt x="1017" y="2408"/>
                  </a:cubicBezTo>
                  <a:cubicBezTo>
                    <a:pt x="1060" y="2473"/>
                    <a:pt x="1087" y="2549"/>
                    <a:pt x="1125" y="2609"/>
                  </a:cubicBezTo>
                  <a:cubicBezTo>
                    <a:pt x="1158" y="2658"/>
                    <a:pt x="1158" y="2718"/>
                    <a:pt x="1196" y="2761"/>
                  </a:cubicBezTo>
                  <a:cubicBezTo>
                    <a:pt x="1245" y="2821"/>
                    <a:pt x="1283" y="2886"/>
                    <a:pt x="1326" y="2946"/>
                  </a:cubicBezTo>
                  <a:cubicBezTo>
                    <a:pt x="1393" y="3038"/>
                    <a:pt x="1505" y="3107"/>
                    <a:pt x="1613" y="3107"/>
                  </a:cubicBezTo>
                  <a:cubicBezTo>
                    <a:pt x="1645" y="3107"/>
                    <a:pt x="1677" y="3101"/>
                    <a:pt x="1707" y="3087"/>
                  </a:cubicBezTo>
                  <a:cubicBezTo>
                    <a:pt x="1788" y="3055"/>
                    <a:pt x="1875" y="3055"/>
                    <a:pt x="1952" y="3017"/>
                  </a:cubicBezTo>
                  <a:cubicBezTo>
                    <a:pt x="1979" y="3006"/>
                    <a:pt x="1995" y="2984"/>
                    <a:pt x="2022" y="2973"/>
                  </a:cubicBezTo>
                  <a:cubicBezTo>
                    <a:pt x="2087" y="2951"/>
                    <a:pt x="2147" y="2913"/>
                    <a:pt x="2202" y="2870"/>
                  </a:cubicBezTo>
                  <a:cubicBezTo>
                    <a:pt x="2250" y="2826"/>
                    <a:pt x="2289" y="2777"/>
                    <a:pt x="2337" y="2739"/>
                  </a:cubicBezTo>
                  <a:cubicBezTo>
                    <a:pt x="2414" y="2674"/>
                    <a:pt x="2441" y="2560"/>
                    <a:pt x="2397" y="2468"/>
                  </a:cubicBezTo>
                  <a:cubicBezTo>
                    <a:pt x="2327" y="2343"/>
                    <a:pt x="2256" y="2212"/>
                    <a:pt x="2169" y="2093"/>
                  </a:cubicBezTo>
                  <a:cubicBezTo>
                    <a:pt x="2125" y="2022"/>
                    <a:pt x="2104" y="1940"/>
                    <a:pt x="2109" y="1859"/>
                  </a:cubicBezTo>
                  <a:cubicBezTo>
                    <a:pt x="2109" y="1811"/>
                    <a:pt x="2079" y="1775"/>
                    <a:pt x="2042" y="1775"/>
                  </a:cubicBezTo>
                  <a:cubicBezTo>
                    <a:pt x="2038" y="1775"/>
                    <a:pt x="2033" y="1776"/>
                    <a:pt x="2028" y="1777"/>
                  </a:cubicBezTo>
                  <a:cubicBezTo>
                    <a:pt x="2077" y="1728"/>
                    <a:pt x="2066" y="1669"/>
                    <a:pt x="2071" y="1614"/>
                  </a:cubicBezTo>
                  <a:cubicBezTo>
                    <a:pt x="2098" y="1495"/>
                    <a:pt x="2087" y="1375"/>
                    <a:pt x="2109" y="1255"/>
                  </a:cubicBezTo>
                  <a:cubicBezTo>
                    <a:pt x="2120" y="1190"/>
                    <a:pt x="2093" y="1125"/>
                    <a:pt x="2093" y="1060"/>
                  </a:cubicBezTo>
                  <a:cubicBezTo>
                    <a:pt x="2098" y="897"/>
                    <a:pt x="2060" y="739"/>
                    <a:pt x="1979" y="603"/>
                  </a:cubicBezTo>
                  <a:cubicBezTo>
                    <a:pt x="1930" y="511"/>
                    <a:pt x="1865" y="429"/>
                    <a:pt x="1788" y="359"/>
                  </a:cubicBezTo>
                  <a:cubicBezTo>
                    <a:pt x="1750" y="310"/>
                    <a:pt x="1707" y="266"/>
                    <a:pt x="1658" y="228"/>
                  </a:cubicBezTo>
                  <a:cubicBezTo>
                    <a:pt x="1560" y="152"/>
                    <a:pt x="1451" y="98"/>
                    <a:pt x="1332" y="65"/>
                  </a:cubicBezTo>
                  <a:cubicBezTo>
                    <a:pt x="1245" y="38"/>
                    <a:pt x="1152" y="22"/>
                    <a:pt x="1060" y="11"/>
                  </a:cubicBezTo>
                  <a:cubicBezTo>
                    <a:pt x="1034" y="8"/>
                    <a:pt x="1006" y="0"/>
                    <a:pt x="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3"/>
            <p:cNvSpPr/>
            <p:nvPr/>
          </p:nvSpPr>
          <p:spPr>
            <a:xfrm>
              <a:off x="1705619" y="3084653"/>
              <a:ext cx="23969" cy="104329"/>
            </a:xfrm>
            <a:custGeom>
              <a:rect b="b" l="l" r="r" t="t"/>
              <a:pathLst>
                <a:path extrusionOk="0" h="901" w="207">
                  <a:moveTo>
                    <a:pt x="130" y="1"/>
                  </a:moveTo>
                  <a:cubicBezTo>
                    <a:pt x="118" y="1"/>
                    <a:pt x="104" y="8"/>
                    <a:pt x="87" y="26"/>
                  </a:cubicBezTo>
                  <a:cubicBezTo>
                    <a:pt x="33" y="91"/>
                    <a:pt x="5" y="173"/>
                    <a:pt x="5" y="259"/>
                  </a:cubicBezTo>
                  <a:cubicBezTo>
                    <a:pt x="0" y="346"/>
                    <a:pt x="0" y="433"/>
                    <a:pt x="5" y="520"/>
                  </a:cubicBezTo>
                  <a:cubicBezTo>
                    <a:pt x="16" y="651"/>
                    <a:pt x="5" y="781"/>
                    <a:pt x="98" y="901"/>
                  </a:cubicBezTo>
                  <a:cubicBezTo>
                    <a:pt x="131" y="868"/>
                    <a:pt x="163" y="847"/>
                    <a:pt x="169" y="798"/>
                  </a:cubicBezTo>
                  <a:cubicBezTo>
                    <a:pt x="196" y="689"/>
                    <a:pt x="169" y="575"/>
                    <a:pt x="190" y="466"/>
                  </a:cubicBezTo>
                  <a:cubicBezTo>
                    <a:pt x="207" y="374"/>
                    <a:pt x="163" y="292"/>
                    <a:pt x="179" y="205"/>
                  </a:cubicBezTo>
                  <a:cubicBezTo>
                    <a:pt x="190" y="151"/>
                    <a:pt x="190" y="96"/>
                    <a:pt x="169" y="47"/>
                  </a:cubicBezTo>
                  <a:cubicBezTo>
                    <a:pt x="159" y="18"/>
                    <a:pt x="147"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3"/>
            <p:cNvSpPr/>
            <p:nvPr/>
          </p:nvSpPr>
          <p:spPr>
            <a:xfrm>
              <a:off x="1749041" y="3122864"/>
              <a:ext cx="44117" cy="67391"/>
            </a:xfrm>
            <a:custGeom>
              <a:rect b="b" l="l" r="r" t="t"/>
              <a:pathLst>
                <a:path extrusionOk="0" h="582" w="381">
                  <a:moveTo>
                    <a:pt x="332" y="0"/>
                  </a:moveTo>
                  <a:cubicBezTo>
                    <a:pt x="294" y="6"/>
                    <a:pt x="256" y="16"/>
                    <a:pt x="223" y="27"/>
                  </a:cubicBezTo>
                  <a:cubicBezTo>
                    <a:pt x="179" y="98"/>
                    <a:pt x="131" y="163"/>
                    <a:pt x="93" y="223"/>
                  </a:cubicBezTo>
                  <a:cubicBezTo>
                    <a:pt x="33" y="299"/>
                    <a:pt x="0" y="397"/>
                    <a:pt x="0" y="495"/>
                  </a:cubicBezTo>
                  <a:cubicBezTo>
                    <a:pt x="0" y="555"/>
                    <a:pt x="71" y="533"/>
                    <a:pt x="71" y="582"/>
                  </a:cubicBezTo>
                  <a:cubicBezTo>
                    <a:pt x="98" y="582"/>
                    <a:pt x="125" y="560"/>
                    <a:pt x="136" y="533"/>
                  </a:cubicBezTo>
                  <a:cubicBezTo>
                    <a:pt x="169" y="457"/>
                    <a:pt x="207" y="392"/>
                    <a:pt x="261" y="332"/>
                  </a:cubicBezTo>
                  <a:cubicBezTo>
                    <a:pt x="337" y="256"/>
                    <a:pt x="348" y="158"/>
                    <a:pt x="370" y="65"/>
                  </a:cubicBezTo>
                  <a:cubicBezTo>
                    <a:pt x="381" y="33"/>
                    <a:pt x="364" y="0"/>
                    <a:pt x="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3"/>
            <p:cNvSpPr/>
            <p:nvPr/>
          </p:nvSpPr>
          <p:spPr>
            <a:xfrm>
              <a:off x="1644480" y="3130969"/>
              <a:ext cx="47359" cy="66696"/>
            </a:xfrm>
            <a:custGeom>
              <a:rect b="b" l="l" r="r" t="t"/>
              <a:pathLst>
                <a:path extrusionOk="0" h="576" w="409">
                  <a:moveTo>
                    <a:pt x="71" y="1"/>
                  </a:moveTo>
                  <a:cubicBezTo>
                    <a:pt x="1" y="93"/>
                    <a:pt x="61" y="169"/>
                    <a:pt x="88" y="245"/>
                  </a:cubicBezTo>
                  <a:cubicBezTo>
                    <a:pt x="131" y="332"/>
                    <a:pt x="175" y="414"/>
                    <a:pt x="224" y="495"/>
                  </a:cubicBezTo>
                  <a:cubicBezTo>
                    <a:pt x="240" y="528"/>
                    <a:pt x="262" y="555"/>
                    <a:pt x="294" y="572"/>
                  </a:cubicBezTo>
                  <a:cubicBezTo>
                    <a:pt x="301" y="574"/>
                    <a:pt x="309" y="576"/>
                    <a:pt x="317" y="576"/>
                  </a:cubicBezTo>
                  <a:cubicBezTo>
                    <a:pt x="340" y="576"/>
                    <a:pt x="365" y="565"/>
                    <a:pt x="381" y="544"/>
                  </a:cubicBezTo>
                  <a:cubicBezTo>
                    <a:pt x="403" y="506"/>
                    <a:pt x="408" y="463"/>
                    <a:pt x="398" y="425"/>
                  </a:cubicBezTo>
                  <a:cubicBezTo>
                    <a:pt x="370" y="354"/>
                    <a:pt x="327" y="300"/>
                    <a:pt x="294" y="229"/>
                  </a:cubicBezTo>
                  <a:cubicBezTo>
                    <a:pt x="267" y="175"/>
                    <a:pt x="245" y="104"/>
                    <a:pt x="180" y="77"/>
                  </a:cubicBezTo>
                  <a:cubicBezTo>
                    <a:pt x="137" y="55"/>
                    <a:pt x="93" y="55"/>
                    <a:pt x="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8" name="Google Shape;6968;p123"/>
          <p:cNvSpPr/>
          <p:nvPr/>
        </p:nvSpPr>
        <p:spPr>
          <a:xfrm>
            <a:off x="738594" y="4113334"/>
            <a:ext cx="962243" cy="241824"/>
          </a:xfrm>
          <a:custGeom>
            <a:rect b="b" l="l" r="r" t="t"/>
            <a:pathLst>
              <a:path extrusionOk="0" h="1675" w="6665">
                <a:moveTo>
                  <a:pt x="0" y="1"/>
                </a:moveTo>
                <a:lnTo>
                  <a:pt x="794" y="756"/>
                </a:lnTo>
                <a:lnTo>
                  <a:pt x="120" y="1642"/>
                </a:lnTo>
                <a:lnTo>
                  <a:pt x="5730" y="1675"/>
                </a:lnTo>
                <a:lnTo>
                  <a:pt x="6665" y="756"/>
                </a:lnTo>
                <a:lnTo>
                  <a:pt x="57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3"/>
          <p:cNvSpPr/>
          <p:nvPr/>
        </p:nvSpPr>
        <p:spPr>
          <a:xfrm>
            <a:off x="732241" y="4103950"/>
            <a:ext cx="985054" cy="259149"/>
          </a:xfrm>
          <a:custGeom>
            <a:rect b="b" l="l" r="r" t="t"/>
            <a:pathLst>
              <a:path extrusionOk="0" h="1795" w="6823">
                <a:moveTo>
                  <a:pt x="294" y="0"/>
                </a:moveTo>
                <a:cubicBezTo>
                  <a:pt x="175" y="0"/>
                  <a:pt x="175" y="0"/>
                  <a:pt x="164" y="120"/>
                </a:cubicBezTo>
                <a:cubicBezTo>
                  <a:pt x="218" y="120"/>
                  <a:pt x="273" y="120"/>
                  <a:pt x="327" y="114"/>
                </a:cubicBezTo>
                <a:cubicBezTo>
                  <a:pt x="2099" y="114"/>
                  <a:pt x="3866" y="114"/>
                  <a:pt x="5638" y="104"/>
                </a:cubicBezTo>
                <a:cubicBezTo>
                  <a:pt x="5644" y="103"/>
                  <a:pt x="5650" y="103"/>
                  <a:pt x="5656" y="103"/>
                </a:cubicBezTo>
                <a:cubicBezTo>
                  <a:pt x="5790" y="103"/>
                  <a:pt x="5918" y="163"/>
                  <a:pt x="5997" y="267"/>
                </a:cubicBezTo>
                <a:cubicBezTo>
                  <a:pt x="6192" y="490"/>
                  <a:pt x="6415" y="674"/>
                  <a:pt x="6633" y="881"/>
                </a:cubicBezTo>
                <a:cubicBezTo>
                  <a:pt x="6491" y="1011"/>
                  <a:pt x="6350" y="1153"/>
                  <a:pt x="6203" y="1283"/>
                </a:cubicBezTo>
                <a:cubicBezTo>
                  <a:pt x="6078" y="1397"/>
                  <a:pt x="5953" y="1511"/>
                  <a:pt x="5817" y="1615"/>
                </a:cubicBezTo>
                <a:cubicBezTo>
                  <a:pt x="5779" y="1642"/>
                  <a:pt x="5730" y="1658"/>
                  <a:pt x="5687" y="1658"/>
                </a:cubicBezTo>
                <a:cubicBezTo>
                  <a:pt x="4018" y="1664"/>
                  <a:pt x="2349" y="1664"/>
                  <a:pt x="680" y="1664"/>
                </a:cubicBezTo>
                <a:lnTo>
                  <a:pt x="273" y="1664"/>
                </a:lnTo>
                <a:cubicBezTo>
                  <a:pt x="360" y="1555"/>
                  <a:pt x="447" y="1452"/>
                  <a:pt x="523" y="1348"/>
                </a:cubicBezTo>
                <a:cubicBezTo>
                  <a:pt x="642" y="1196"/>
                  <a:pt x="762" y="1039"/>
                  <a:pt x="871" y="875"/>
                </a:cubicBezTo>
                <a:cubicBezTo>
                  <a:pt x="887" y="843"/>
                  <a:pt x="887" y="810"/>
                  <a:pt x="871" y="783"/>
                </a:cubicBezTo>
                <a:cubicBezTo>
                  <a:pt x="648" y="560"/>
                  <a:pt x="419" y="348"/>
                  <a:pt x="191" y="131"/>
                </a:cubicBezTo>
                <a:cubicBezTo>
                  <a:pt x="186" y="125"/>
                  <a:pt x="175" y="125"/>
                  <a:pt x="164" y="125"/>
                </a:cubicBezTo>
                <a:cubicBezTo>
                  <a:pt x="137" y="87"/>
                  <a:pt x="104" y="55"/>
                  <a:pt x="72" y="22"/>
                </a:cubicBezTo>
                <a:cubicBezTo>
                  <a:pt x="65" y="20"/>
                  <a:pt x="57" y="18"/>
                  <a:pt x="49" y="18"/>
                </a:cubicBezTo>
                <a:cubicBezTo>
                  <a:pt x="38" y="18"/>
                  <a:pt x="27" y="21"/>
                  <a:pt x="17" y="28"/>
                </a:cubicBezTo>
                <a:cubicBezTo>
                  <a:pt x="6" y="44"/>
                  <a:pt x="1" y="66"/>
                  <a:pt x="6" y="82"/>
                </a:cubicBezTo>
                <a:cubicBezTo>
                  <a:pt x="23" y="109"/>
                  <a:pt x="39" y="136"/>
                  <a:pt x="61" y="153"/>
                </a:cubicBezTo>
                <a:cubicBezTo>
                  <a:pt x="142" y="234"/>
                  <a:pt x="229" y="310"/>
                  <a:pt x="311" y="392"/>
                </a:cubicBezTo>
                <a:cubicBezTo>
                  <a:pt x="468" y="544"/>
                  <a:pt x="621" y="696"/>
                  <a:pt x="784" y="859"/>
                </a:cubicBezTo>
                <a:cubicBezTo>
                  <a:pt x="572" y="1104"/>
                  <a:pt x="371" y="1343"/>
                  <a:pt x="175" y="1577"/>
                </a:cubicBezTo>
                <a:cubicBezTo>
                  <a:pt x="137" y="1615"/>
                  <a:pt x="110" y="1658"/>
                  <a:pt x="82" y="1702"/>
                </a:cubicBezTo>
                <a:cubicBezTo>
                  <a:pt x="72" y="1729"/>
                  <a:pt x="72" y="1762"/>
                  <a:pt x="82" y="1789"/>
                </a:cubicBezTo>
                <a:cubicBezTo>
                  <a:pt x="85" y="1793"/>
                  <a:pt x="95" y="1795"/>
                  <a:pt x="108" y="1795"/>
                </a:cubicBezTo>
                <a:cubicBezTo>
                  <a:pt x="125" y="1795"/>
                  <a:pt x="148" y="1792"/>
                  <a:pt x="164" y="1789"/>
                </a:cubicBezTo>
                <a:cubicBezTo>
                  <a:pt x="186" y="1789"/>
                  <a:pt x="213" y="1778"/>
                  <a:pt x="240" y="1778"/>
                </a:cubicBezTo>
                <a:cubicBezTo>
                  <a:pt x="452" y="1778"/>
                  <a:pt x="670" y="1783"/>
                  <a:pt x="887" y="1783"/>
                </a:cubicBezTo>
                <a:lnTo>
                  <a:pt x="5757" y="1783"/>
                </a:lnTo>
                <a:cubicBezTo>
                  <a:pt x="5764" y="1783"/>
                  <a:pt x="5771" y="1783"/>
                  <a:pt x="5778" y="1783"/>
                </a:cubicBezTo>
                <a:cubicBezTo>
                  <a:pt x="5837" y="1783"/>
                  <a:pt x="5894" y="1779"/>
                  <a:pt x="5899" y="1696"/>
                </a:cubicBezTo>
                <a:cubicBezTo>
                  <a:pt x="5904" y="1685"/>
                  <a:pt x="5915" y="1680"/>
                  <a:pt x="5926" y="1669"/>
                </a:cubicBezTo>
                <a:lnTo>
                  <a:pt x="6649" y="1028"/>
                </a:lnTo>
                <a:cubicBezTo>
                  <a:pt x="6692" y="995"/>
                  <a:pt x="6736" y="957"/>
                  <a:pt x="6774" y="919"/>
                </a:cubicBezTo>
                <a:cubicBezTo>
                  <a:pt x="6817" y="875"/>
                  <a:pt x="6823" y="832"/>
                  <a:pt x="6747" y="805"/>
                </a:cubicBezTo>
                <a:cubicBezTo>
                  <a:pt x="6714" y="789"/>
                  <a:pt x="6681" y="767"/>
                  <a:pt x="6654" y="740"/>
                </a:cubicBezTo>
                <a:cubicBezTo>
                  <a:pt x="6426" y="511"/>
                  <a:pt x="6203" y="283"/>
                  <a:pt x="5975" y="60"/>
                </a:cubicBezTo>
                <a:cubicBezTo>
                  <a:pt x="5953" y="33"/>
                  <a:pt x="5920" y="17"/>
                  <a:pt x="5888" y="6"/>
                </a:cubicBezTo>
                <a:cubicBezTo>
                  <a:pt x="5850" y="3"/>
                  <a:pt x="5813" y="2"/>
                  <a:pt x="5777" y="2"/>
                </a:cubicBezTo>
                <a:cubicBezTo>
                  <a:pt x="5741" y="2"/>
                  <a:pt x="5706" y="3"/>
                  <a:pt x="5670" y="6"/>
                </a:cubicBezTo>
                <a:lnTo>
                  <a:pt x="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3"/>
          <p:cNvSpPr/>
          <p:nvPr/>
        </p:nvSpPr>
        <p:spPr>
          <a:xfrm>
            <a:off x="1543763" y="4253809"/>
            <a:ext cx="90377" cy="67711"/>
          </a:xfrm>
          <a:custGeom>
            <a:rect b="b" l="l" r="r" t="t"/>
            <a:pathLst>
              <a:path extrusionOk="0" h="469" w="626">
                <a:moveTo>
                  <a:pt x="604" y="1"/>
                </a:moveTo>
                <a:cubicBezTo>
                  <a:pt x="582" y="6"/>
                  <a:pt x="560" y="11"/>
                  <a:pt x="544" y="22"/>
                </a:cubicBezTo>
                <a:cubicBezTo>
                  <a:pt x="370" y="142"/>
                  <a:pt x="196" y="261"/>
                  <a:pt x="28" y="381"/>
                </a:cubicBezTo>
                <a:cubicBezTo>
                  <a:pt x="11" y="397"/>
                  <a:pt x="1" y="419"/>
                  <a:pt x="6" y="441"/>
                </a:cubicBezTo>
                <a:cubicBezTo>
                  <a:pt x="17" y="457"/>
                  <a:pt x="39" y="468"/>
                  <a:pt x="60" y="468"/>
                </a:cubicBezTo>
                <a:cubicBezTo>
                  <a:pt x="93" y="457"/>
                  <a:pt x="126" y="446"/>
                  <a:pt x="153" y="425"/>
                </a:cubicBezTo>
                <a:cubicBezTo>
                  <a:pt x="261" y="348"/>
                  <a:pt x="370" y="267"/>
                  <a:pt x="473" y="180"/>
                </a:cubicBezTo>
                <a:cubicBezTo>
                  <a:pt x="528" y="131"/>
                  <a:pt x="577" y="82"/>
                  <a:pt x="626" y="28"/>
                </a:cubicBezTo>
                <a:cubicBezTo>
                  <a:pt x="620" y="17"/>
                  <a:pt x="615" y="6"/>
                  <a:pt x="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3"/>
          <p:cNvSpPr/>
          <p:nvPr/>
        </p:nvSpPr>
        <p:spPr>
          <a:xfrm>
            <a:off x="1531925" y="4254531"/>
            <a:ext cx="50386" cy="48220"/>
          </a:xfrm>
          <a:custGeom>
            <a:rect b="b" l="l" r="r" t="t"/>
            <a:pathLst>
              <a:path extrusionOk="0" h="334" w="349">
                <a:moveTo>
                  <a:pt x="322" y="1"/>
                </a:moveTo>
                <a:cubicBezTo>
                  <a:pt x="305" y="6"/>
                  <a:pt x="284" y="17"/>
                  <a:pt x="262" y="28"/>
                </a:cubicBezTo>
                <a:cubicBezTo>
                  <a:pt x="180" y="99"/>
                  <a:pt x="99" y="170"/>
                  <a:pt x="23" y="246"/>
                </a:cubicBezTo>
                <a:cubicBezTo>
                  <a:pt x="1" y="262"/>
                  <a:pt x="12" y="305"/>
                  <a:pt x="1" y="333"/>
                </a:cubicBezTo>
                <a:cubicBezTo>
                  <a:pt x="14" y="333"/>
                  <a:pt x="29" y="333"/>
                  <a:pt x="43" y="333"/>
                </a:cubicBezTo>
                <a:cubicBezTo>
                  <a:pt x="65" y="333"/>
                  <a:pt x="86" y="331"/>
                  <a:pt x="99" y="322"/>
                </a:cubicBezTo>
                <a:cubicBezTo>
                  <a:pt x="175" y="251"/>
                  <a:pt x="246" y="175"/>
                  <a:pt x="311" y="99"/>
                </a:cubicBezTo>
                <a:cubicBezTo>
                  <a:pt x="327" y="72"/>
                  <a:pt x="338" y="50"/>
                  <a:pt x="349" y="23"/>
                </a:cubicBezTo>
                <a:lnTo>
                  <a:pt x="3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3"/>
          <p:cNvSpPr/>
          <p:nvPr/>
        </p:nvSpPr>
        <p:spPr>
          <a:xfrm>
            <a:off x="1886506" y="4113334"/>
            <a:ext cx="962243" cy="241824"/>
          </a:xfrm>
          <a:custGeom>
            <a:rect b="b" l="l" r="r" t="t"/>
            <a:pathLst>
              <a:path extrusionOk="0" h="1675" w="6665">
                <a:moveTo>
                  <a:pt x="0" y="1"/>
                </a:moveTo>
                <a:lnTo>
                  <a:pt x="794" y="756"/>
                </a:lnTo>
                <a:lnTo>
                  <a:pt x="120" y="1642"/>
                </a:lnTo>
                <a:lnTo>
                  <a:pt x="5730" y="1675"/>
                </a:lnTo>
                <a:lnTo>
                  <a:pt x="6665" y="756"/>
                </a:lnTo>
                <a:lnTo>
                  <a:pt x="57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3"/>
          <p:cNvSpPr/>
          <p:nvPr/>
        </p:nvSpPr>
        <p:spPr>
          <a:xfrm>
            <a:off x="1880154" y="4103950"/>
            <a:ext cx="985054" cy="259149"/>
          </a:xfrm>
          <a:custGeom>
            <a:rect b="b" l="l" r="r" t="t"/>
            <a:pathLst>
              <a:path extrusionOk="0" h="1795" w="6823">
                <a:moveTo>
                  <a:pt x="294" y="0"/>
                </a:moveTo>
                <a:cubicBezTo>
                  <a:pt x="175" y="0"/>
                  <a:pt x="175" y="0"/>
                  <a:pt x="164" y="120"/>
                </a:cubicBezTo>
                <a:cubicBezTo>
                  <a:pt x="218" y="120"/>
                  <a:pt x="273" y="120"/>
                  <a:pt x="327" y="114"/>
                </a:cubicBezTo>
                <a:cubicBezTo>
                  <a:pt x="2099" y="114"/>
                  <a:pt x="3866" y="114"/>
                  <a:pt x="5638" y="104"/>
                </a:cubicBezTo>
                <a:cubicBezTo>
                  <a:pt x="5644" y="103"/>
                  <a:pt x="5650" y="103"/>
                  <a:pt x="5656" y="103"/>
                </a:cubicBezTo>
                <a:cubicBezTo>
                  <a:pt x="5790" y="103"/>
                  <a:pt x="5918" y="163"/>
                  <a:pt x="5997" y="267"/>
                </a:cubicBezTo>
                <a:cubicBezTo>
                  <a:pt x="6192" y="490"/>
                  <a:pt x="6415" y="674"/>
                  <a:pt x="6633" y="881"/>
                </a:cubicBezTo>
                <a:cubicBezTo>
                  <a:pt x="6491" y="1011"/>
                  <a:pt x="6350" y="1153"/>
                  <a:pt x="6203" y="1283"/>
                </a:cubicBezTo>
                <a:cubicBezTo>
                  <a:pt x="6078" y="1397"/>
                  <a:pt x="5953" y="1511"/>
                  <a:pt x="5817" y="1615"/>
                </a:cubicBezTo>
                <a:cubicBezTo>
                  <a:pt x="5779" y="1642"/>
                  <a:pt x="5730" y="1658"/>
                  <a:pt x="5687" y="1658"/>
                </a:cubicBezTo>
                <a:cubicBezTo>
                  <a:pt x="4018" y="1664"/>
                  <a:pt x="2349" y="1664"/>
                  <a:pt x="680" y="1664"/>
                </a:cubicBezTo>
                <a:lnTo>
                  <a:pt x="273" y="1664"/>
                </a:lnTo>
                <a:cubicBezTo>
                  <a:pt x="360" y="1555"/>
                  <a:pt x="447" y="1452"/>
                  <a:pt x="523" y="1348"/>
                </a:cubicBezTo>
                <a:cubicBezTo>
                  <a:pt x="642" y="1196"/>
                  <a:pt x="762" y="1039"/>
                  <a:pt x="871" y="875"/>
                </a:cubicBezTo>
                <a:cubicBezTo>
                  <a:pt x="887" y="843"/>
                  <a:pt x="887" y="810"/>
                  <a:pt x="871" y="783"/>
                </a:cubicBezTo>
                <a:cubicBezTo>
                  <a:pt x="648" y="560"/>
                  <a:pt x="419" y="348"/>
                  <a:pt x="191" y="131"/>
                </a:cubicBezTo>
                <a:cubicBezTo>
                  <a:pt x="186" y="125"/>
                  <a:pt x="175" y="125"/>
                  <a:pt x="164" y="125"/>
                </a:cubicBezTo>
                <a:cubicBezTo>
                  <a:pt x="137" y="87"/>
                  <a:pt x="104" y="55"/>
                  <a:pt x="72" y="22"/>
                </a:cubicBezTo>
                <a:cubicBezTo>
                  <a:pt x="65" y="20"/>
                  <a:pt x="57" y="18"/>
                  <a:pt x="49" y="18"/>
                </a:cubicBezTo>
                <a:cubicBezTo>
                  <a:pt x="38" y="18"/>
                  <a:pt x="27" y="21"/>
                  <a:pt x="17" y="28"/>
                </a:cubicBezTo>
                <a:cubicBezTo>
                  <a:pt x="6" y="44"/>
                  <a:pt x="1" y="66"/>
                  <a:pt x="6" y="82"/>
                </a:cubicBezTo>
                <a:cubicBezTo>
                  <a:pt x="23" y="109"/>
                  <a:pt x="39" y="136"/>
                  <a:pt x="61" y="153"/>
                </a:cubicBezTo>
                <a:cubicBezTo>
                  <a:pt x="142" y="234"/>
                  <a:pt x="229" y="310"/>
                  <a:pt x="311" y="392"/>
                </a:cubicBezTo>
                <a:cubicBezTo>
                  <a:pt x="468" y="544"/>
                  <a:pt x="621" y="696"/>
                  <a:pt x="784" y="859"/>
                </a:cubicBezTo>
                <a:cubicBezTo>
                  <a:pt x="572" y="1104"/>
                  <a:pt x="371" y="1343"/>
                  <a:pt x="175" y="1577"/>
                </a:cubicBezTo>
                <a:cubicBezTo>
                  <a:pt x="137" y="1615"/>
                  <a:pt x="110" y="1658"/>
                  <a:pt x="82" y="1702"/>
                </a:cubicBezTo>
                <a:cubicBezTo>
                  <a:pt x="72" y="1729"/>
                  <a:pt x="72" y="1762"/>
                  <a:pt x="82" y="1789"/>
                </a:cubicBezTo>
                <a:cubicBezTo>
                  <a:pt x="85" y="1793"/>
                  <a:pt x="95" y="1795"/>
                  <a:pt x="108" y="1795"/>
                </a:cubicBezTo>
                <a:cubicBezTo>
                  <a:pt x="125" y="1795"/>
                  <a:pt x="148" y="1792"/>
                  <a:pt x="164" y="1789"/>
                </a:cubicBezTo>
                <a:cubicBezTo>
                  <a:pt x="186" y="1789"/>
                  <a:pt x="213" y="1778"/>
                  <a:pt x="240" y="1778"/>
                </a:cubicBezTo>
                <a:cubicBezTo>
                  <a:pt x="452" y="1778"/>
                  <a:pt x="670" y="1783"/>
                  <a:pt x="887" y="1783"/>
                </a:cubicBezTo>
                <a:lnTo>
                  <a:pt x="5757" y="1783"/>
                </a:lnTo>
                <a:cubicBezTo>
                  <a:pt x="5764" y="1783"/>
                  <a:pt x="5771" y="1783"/>
                  <a:pt x="5778" y="1783"/>
                </a:cubicBezTo>
                <a:cubicBezTo>
                  <a:pt x="5837" y="1783"/>
                  <a:pt x="5894" y="1779"/>
                  <a:pt x="5899" y="1696"/>
                </a:cubicBezTo>
                <a:cubicBezTo>
                  <a:pt x="5904" y="1685"/>
                  <a:pt x="5915" y="1680"/>
                  <a:pt x="5926" y="1669"/>
                </a:cubicBezTo>
                <a:lnTo>
                  <a:pt x="6649" y="1028"/>
                </a:lnTo>
                <a:cubicBezTo>
                  <a:pt x="6692" y="995"/>
                  <a:pt x="6736" y="957"/>
                  <a:pt x="6774" y="919"/>
                </a:cubicBezTo>
                <a:cubicBezTo>
                  <a:pt x="6817" y="875"/>
                  <a:pt x="6823" y="832"/>
                  <a:pt x="6747" y="805"/>
                </a:cubicBezTo>
                <a:cubicBezTo>
                  <a:pt x="6714" y="789"/>
                  <a:pt x="6681" y="767"/>
                  <a:pt x="6654" y="740"/>
                </a:cubicBezTo>
                <a:cubicBezTo>
                  <a:pt x="6426" y="511"/>
                  <a:pt x="6203" y="283"/>
                  <a:pt x="5975" y="60"/>
                </a:cubicBezTo>
                <a:cubicBezTo>
                  <a:pt x="5953" y="33"/>
                  <a:pt x="5920" y="17"/>
                  <a:pt x="5888" y="6"/>
                </a:cubicBezTo>
                <a:cubicBezTo>
                  <a:pt x="5850" y="3"/>
                  <a:pt x="5813" y="2"/>
                  <a:pt x="5777" y="2"/>
                </a:cubicBezTo>
                <a:cubicBezTo>
                  <a:pt x="5741" y="2"/>
                  <a:pt x="5706" y="3"/>
                  <a:pt x="5670" y="6"/>
                </a:cubicBezTo>
                <a:lnTo>
                  <a:pt x="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3"/>
          <p:cNvSpPr/>
          <p:nvPr/>
        </p:nvSpPr>
        <p:spPr>
          <a:xfrm>
            <a:off x="2691676" y="4253809"/>
            <a:ext cx="90377" cy="67711"/>
          </a:xfrm>
          <a:custGeom>
            <a:rect b="b" l="l" r="r" t="t"/>
            <a:pathLst>
              <a:path extrusionOk="0" h="469" w="626">
                <a:moveTo>
                  <a:pt x="604" y="1"/>
                </a:moveTo>
                <a:cubicBezTo>
                  <a:pt x="582" y="6"/>
                  <a:pt x="560" y="11"/>
                  <a:pt x="544" y="22"/>
                </a:cubicBezTo>
                <a:cubicBezTo>
                  <a:pt x="370" y="142"/>
                  <a:pt x="196" y="261"/>
                  <a:pt x="28" y="381"/>
                </a:cubicBezTo>
                <a:cubicBezTo>
                  <a:pt x="11" y="397"/>
                  <a:pt x="1" y="419"/>
                  <a:pt x="6" y="441"/>
                </a:cubicBezTo>
                <a:cubicBezTo>
                  <a:pt x="17" y="457"/>
                  <a:pt x="39" y="468"/>
                  <a:pt x="60" y="468"/>
                </a:cubicBezTo>
                <a:cubicBezTo>
                  <a:pt x="93" y="457"/>
                  <a:pt x="126" y="446"/>
                  <a:pt x="153" y="425"/>
                </a:cubicBezTo>
                <a:cubicBezTo>
                  <a:pt x="261" y="348"/>
                  <a:pt x="370" y="267"/>
                  <a:pt x="473" y="180"/>
                </a:cubicBezTo>
                <a:cubicBezTo>
                  <a:pt x="528" y="131"/>
                  <a:pt x="577" y="82"/>
                  <a:pt x="626" y="28"/>
                </a:cubicBezTo>
                <a:cubicBezTo>
                  <a:pt x="620" y="17"/>
                  <a:pt x="615" y="6"/>
                  <a:pt x="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3"/>
          <p:cNvSpPr/>
          <p:nvPr/>
        </p:nvSpPr>
        <p:spPr>
          <a:xfrm>
            <a:off x="2679837" y="4254531"/>
            <a:ext cx="50386" cy="48220"/>
          </a:xfrm>
          <a:custGeom>
            <a:rect b="b" l="l" r="r" t="t"/>
            <a:pathLst>
              <a:path extrusionOk="0" h="334" w="349">
                <a:moveTo>
                  <a:pt x="322" y="1"/>
                </a:moveTo>
                <a:cubicBezTo>
                  <a:pt x="305" y="6"/>
                  <a:pt x="284" y="17"/>
                  <a:pt x="262" y="28"/>
                </a:cubicBezTo>
                <a:cubicBezTo>
                  <a:pt x="180" y="99"/>
                  <a:pt x="99" y="170"/>
                  <a:pt x="23" y="246"/>
                </a:cubicBezTo>
                <a:cubicBezTo>
                  <a:pt x="1" y="262"/>
                  <a:pt x="12" y="305"/>
                  <a:pt x="1" y="333"/>
                </a:cubicBezTo>
                <a:cubicBezTo>
                  <a:pt x="14" y="333"/>
                  <a:pt x="29" y="333"/>
                  <a:pt x="43" y="333"/>
                </a:cubicBezTo>
                <a:cubicBezTo>
                  <a:pt x="65" y="333"/>
                  <a:pt x="86" y="331"/>
                  <a:pt x="99" y="322"/>
                </a:cubicBezTo>
                <a:cubicBezTo>
                  <a:pt x="175" y="251"/>
                  <a:pt x="246" y="175"/>
                  <a:pt x="311" y="99"/>
                </a:cubicBezTo>
                <a:cubicBezTo>
                  <a:pt x="327" y="72"/>
                  <a:pt x="338" y="50"/>
                  <a:pt x="349" y="23"/>
                </a:cubicBezTo>
                <a:lnTo>
                  <a:pt x="3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3"/>
          <p:cNvSpPr/>
          <p:nvPr/>
        </p:nvSpPr>
        <p:spPr>
          <a:xfrm>
            <a:off x="3034419" y="4113334"/>
            <a:ext cx="962243" cy="241824"/>
          </a:xfrm>
          <a:custGeom>
            <a:rect b="b" l="l" r="r" t="t"/>
            <a:pathLst>
              <a:path extrusionOk="0" h="1675" w="6665">
                <a:moveTo>
                  <a:pt x="0" y="1"/>
                </a:moveTo>
                <a:lnTo>
                  <a:pt x="794" y="756"/>
                </a:lnTo>
                <a:lnTo>
                  <a:pt x="120" y="1642"/>
                </a:lnTo>
                <a:lnTo>
                  <a:pt x="5730" y="1675"/>
                </a:lnTo>
                <a:lnTo>
                  <a:pt x="6665" y="756"/>
                </a:lnTo>
                <a:lnTo>
                  <a:pt x="57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3"/>
          <p:cNvSpPr/>
          <p:nvPr/>
        </p:nvSpPr>
        <p:spPr>
          <a:xfrm>
            <a:off x="3028066" y="4103950"/>
            <a:ext cx="985054" cy="259149"/>
          </a:xfrm>
          <a:custGeom>
            <a:rect b="b" l="l" r="r" t="t"/>
            <a:pathLst>
              <a:path extrusionOk="0" h="1795" w="6823">
                <a:moveTo>
                  <a:pt x="294" y="0"/>
                </a:moveTo>
                <a:cubicBezTo>
                  <a:pt x="175" y="0"/>
                  <a:pt x="175" y="0"/>
                  <a:pt x="164" y="120"/>
                </a:cubicBezTo>
                <a:cubicBezTo>
                  <a:pt x="218" y="120"/>
                  <a:pt x="273" y="120"/>
                  <a:pt x="327" y="114"/>
                </a:cubicBezTo>
                <a:cubicBezTo>
                  <a:pt x="2099" y="114"/>
                  <a:pt x="3866" y="114"/>
                  <a:pt x="5638" y="104"/>
                </a:cubicBezTo>
                <a:cubicBezTo>
                  <a:pt x="5644" y="103"/>
                  <a:pt x="5650" y="103"/>
                  <a:pt x="5656" y="103"/>
                </a:cubicBezTo>
                <a:cubicBezTo>
                  <a:pt x="5790" y="103"/>
                  <a:pt x="5918" y="163"/>
                  <a:pt x="5997" y="267"/>
                </a:cubicBezTo>
                <a:cubicBezTo>
                  <a:pt x="6192" y="490"/>
                  <a:pt x="6415" y="674"/>
                  <a:pt x="6633" y="881"/>
                </a:cubicBezTo>
                <a:cubicBezTo>
                  <a:pt x="6491" y="1011"/>
                  <a:pt x="6350" y="1153"/>
                  <a:pt x="6203" y="1283"/>
                </a:cubicBezTo>
                <a:cubicBezTo>
                  <a:pt x="6078" y="1397"/>
                  <a:pt x="5953" y="1511"/>
                  <a:pt x="5817" y="1615"/>
                </a:cubicBezTo>
                <a:cubicBezTo>
                  <a:pt x="5779" y="1642"/>
                  <a:pt x="5730" y="1658"/>
                  <a:pt x="5687" y="1658"/>
                </a:cubicBezTo>
                <a:cubicBezTo>
                  <a:pt x="4018" y="1664"/>
                  <a:pt x="2349" y="1664"/>
                  <a:pt x="680" y="1664"/>
                </a:cubicBezTo>
                <a:lnTo>
                  <a:pt x="273" y="1664"/>
                </a:lnTo>
                <a:cubicBezTo>
                  <a:pt x="360" y="1555"/>
                  <a:pt x="447" y="1452"/>
                  <a:pt x="523" y="1348"/>
                </a:cubicBezTo>
                <a:cubicBezTo>
                  <a:pt x="642" y="1196"/>
                  <a:pt x="762" y="1039"/>
                  <a:pt x="871" y="875"/>
                </a:cubicBezTo>
                <a:cubicBezTo>
                  <a:pt x="887" y="843"/>
                  <a:pt x="887" y="810"/>
                  <a:pt x="871" y="783"/>
                </a:cubicBezTo>
                <a:cubicBezTo>
                  <a:pt x="648" y="560"/>
                  <a:pt x="419" y="348"/>
                  <a:pt x="191" y="131"/>
                </a:cubicBezTo>
                <a:cubicBezTo>
                  <a:pt x="186" y="125"/>
                  <a:pt x="175" y="125"/>
                  <a:pt x="164" y="125"/>
                </a:cubicBezTo>
                <a:cubicBezTo>
                  <a:pt x="137" y="87"/>
                  <a:pt x="104" y="55"/>
                  <a:pt x="72" y="22"/>
                </a:cubicBezTo>
                <a:cubicBezTo>
                  <a:pt x="65" y="20"/>
                  <a:pt x="57" y="18"/>
                  <a:pt x="49" y="18"/>
                </a:cubicBezTo>
                <a:cubicBezTo>
                  <a:pt x="38" y="18"/>
                  <a:pt x="27" y="21"/>
                  <a:pt x="17" y="28"/>
                </a:cubicBezTo>
                <a:cubicBezTo>
                  <a:pt x="6" y="44"/>
                  <a:pt x="1" y="66"/>
                  <a:pt x="6" y="82"/>
                </a:cubicBezTo>
                <a:cubicBezTo>
                  <a:pt x="23" y="109"/>
                  <a:pt x="39" y="136"/>
                  <a:pt x="61" y="153"/>
                </a:cubicBezTo>
                <a:cubicBezTo>
                  <a:pt x="142" y="234"/>
                  <a:pt x="229" y="310"/>
                  <a:pt x="311" y="392"/>
                </a:cubicBezTo>
                <a:cubicBezTo>
                  <a:pt x="468" y="544"/>
                  <a:pt x="621" y="696"/>
                  <a:pt x="784" y="859"/>
                </a:cubicBezTo>
                <a:cubicBezTo>
                  <a:pt x="572" y="1104"/>
                  <a:pt x="371" y="1343"/>
                  <a:pt x="175" y="1577"/>
                </a:cubicBezTo>
                <a:cubicBezTo>
                  <a:pt x="137" y="1615"/>
                  <a:pt x="110" y="1658"/>
                  <a:pt x="82" y="1702"/>
                </a:cubicBezTo>
                <a:cubicBezTo>
                  <a:pt x="72" y="1729"/>
                  <a:pt x="72" y="1762"/>
                  <a:pt x="82" y="1789"/>
                </a:cubicBezTo>
                <a:cubicBezTo>
                  <a:pt x="85" y="1793"/>
                  <a:pt x="95" y="1795"/>
                  <a:pt x="108" y="1795"/>
                </a:cubicBezTo>
                <a:cubicBezTo>
                  <a:pt x="125" y="1795"/>
                  <a:pt x="148" y="1792"/>
                  <a:pt x="164" y="1789"/>
                </a:cubicBezTo>
                <a:cubicBezTo>
                  <a:pt x="186" y="1789"/>
                  <a:pt x="213" y="1778"/>
                  <a:pt x="240" y="1778"/>
                </a:cubicBezTo>
                <a:cubicBezTo>
                  <a:pt x="452" y="1778"/>
                  <a:pt x="670" y="1783"/>
                  <a:pt x="887" y="1783"/>
                </a:cubicBezTo>
                <a:lnTo>
                  <a:pt x="5757" y="1783"/>
                </a:lnTo>
                <a:cubicBezTo>
                  <a:pt x="5764" y="1783"/>
                  <a:pt x="5771" y="1783"/>
                  <a:pt x="5778" y="1783"/>
                </a:cubicBezTo>
                <a:cubicBezTo>
                  <a:pt x="5837" y="1783"/>
                  <a:pt x="5894" y="1779"/>
                  <a:pt x="5899" y="1696"/>
                </a:cubicBezTo>
                <a:cubicBezTo>
                  <a:pt x="5904" y="1685"/>
                  <a:pt x="5915" y="1680"/>
                  <a:pt x="5926" y="1669"/>
                </a:cubicBezTo>
                <a:lnTo>
                  <a:pt x="6649" y="1028"/>
                </a:lnTo>
                <a:cubicBezTo>
                  <a:pt x="6692" y="995"/>
                  <a:pt x="6736" y="957"/>
                  <a:pt x="6774" y="919"/>
                </a:cubicBezTo>
                <a:cubicBezTo>
                  <a:pt x="6817" y="875"/>
                  <a:pt x="6823" y="832"/>
                  <a:pt x="6747" y="805"/>
                </a:cubicBezTo>
                <a:cubicBezTo>
                  <a:pt x="6714" y="789"/>
                  <a:pt x="6681" y="767"/>
                  <a:pt x="6654" y="740"/>
                </a:cubicBezTo>
                <a:cubicBezTo>
                  <a:pt x="6426" y="511"/>
                  <a:pt x="6203" y="283"/>
                  <a:pt x="5975" y="60"/>
                </a:cubicBezTo>
                <a:cubicBezTo>
                  <a:pt x="5953" y="33"/>
                  <a:pt x="5920" y="17"/>
                  <a:pt x="5888" y="6"/>
                </a:cubicBezTo>
                <a:cubicBezTo>
                  <a:pt x="5850" y="3"/>
                  <a:pt x="5813" y="2"/>
                  <a:pt x="5777" y="2"/>
                </a:cubicBezTo>
                <a:cubicBezTo>
                  <a:pt x="5741" y="2"/>
                  <a:pt x="5706" y="3"/>
                  <a:pt x="5670" y="6"/>
                </a:cubicBezTo>
                <a:lnTo>
                  <a:pt x="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3"/>
          <p:cNvSpPr/>
          <p:nvPr/>
        </p:nvSpPr>
        <p:spPr>
          <a:xfrm>
            <a:off x="3839588" y="4253809"/>
            <a:ext cx="90377" cy="67711"/>
          </a:xfrm>
          <a:custGeom>
            <a:rect b="b" l="l" r="r" t="t"/>
            <a:pathLst>
              <a:path extrusionOk="0" h="469" w="626">
                <a:moveTo>
                  <a:pt x="604" y="1"/>
                </a:moveTo>
                <a:cubicBezTo>
                  <a:pt x="582" y="6"/>
                  <a:pt x="560" y="11"/>
                  <a:pt x="544" y="22"/>
                </a:cubicBezTo>
                <a:cubicBezTo>
                  <a:pt x="370" y="142"/>
                  <a:pt x="196" y="261"/>
                  <a:pt x="28" y="381"/>
                </a:cubicBezTo>
                <a:cubicBezTo>
                  <a:pt x="11" y="397"/>
                  <a:pt x="1" y="419"/>
                  <a:pt x="6" y="441"/>
                </a:cubicBezTo>
                <a:cubicBezTo>
                  <a:pt x="17" y="457"/>
                  <a:pt x="39" y="468"/>
                  <a:pt x="60" y="468"/>
                </a:cubicBezTo>
                <a:cubicBezTo>
                  <a:pt x="93" y="457"/>
                  <a:pt x="126" y="446"/>
                  <a:pt x="153" y="425"/>
                </a:cubicBezTo>
                <a:cubicBezTo>
                  <a:pt x="261" y="348"/>
                  <a:pt x="370" y="267"/>
                  <a:pt x="473" y="180"/>
                </a:cubicBezTo>
                <a:cubicBezTo>
                  <a:pt x="528" y="131"/>
                  <a:pt x="577" y="82"/>
                  <a:pt x="626" y="28"/>
                </a:cubicBezTo>
                <a:cubicBezTo>
                  <a:pt x="620" y="17"/>
                  <a:pt x="615" y="6"/>
                  <a:pt x="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3"/>
          <p:cNvSpPr/>
          <p:nvPr/>
        </p:nvSpPr>
        <p:spPr>
          <a:xfrm>
            <a:off x="3827750" y="4254531"/>
            <a:ext cx="50386" cy="48220"/>
          </a:xfrm>
          <a:custGeom>
            <a:rect b="b" l="l" r="r" t="t"/>
            <a:pathLst>
              <a:path extrusionOk="0" h="334" w="349">
                <a:moveTo>
                  <a:pt x="322" y="1"/>
                </a:moveTo>
                <a:cubicBezTo>
                  <a:pt x="305" y="6"/>
                  <a:pt x="284" y="17"/>
                  <a:pt x="262" y="28"/>
                </a:cubicBezTo>
                <a:cubicBezTo>
                  <a:pt x="180" y="99"/>
                  <a:pt x="99" y="170"/>
                  <a:pt x="23" y="246"/>
                </a:cubicBezTo>
                <a:cubicBezTo>
                  <a:pt x="1" y="262"/>
                  <a:pt x="12" y="305"/>
                  <a:pt x="1" y="333"/>
                </a:cubicBezTo>
                <a:cubicBezTo>
                  <a:pt x="14" y="333"/>
                  <a:pt x="29" y="333"/>
                  <a:pt x="43" y="333"/>
                </a:cubicBezTo>
                <a:cubicBezTo>
                  <a:pt x="65" y="333"/>
                  <a:pt x="86" y="331"/>
                  <a:pt x="99" y="322"/>
                </a:cubicBezTo>
                <a:cubicBezTo>
                  <a:pt x="175" y="251"/>
                  <a:pt x="246" y="175"/>
                  <a:pt x="311" y="99"/>
                </a:cubicBezTo>
                <a:cubicBezTo>
                  <a:pt x="327" y="72"/>
                  <a:pt x="338" y="50"/>
                  <a:pt x="349" y="23"/>
                </a:cubicBezTo>
                <a:lnTo>
                  <a:pt x="3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0" name="Google Shape;6980;p123"/>
          <p:cNvGrpSpPr/>
          <p:nvPr/>
        </p:nvGrpSpPr>
        <p:grpSpPr>
          <a:xfrm>
            <a:off x="5330223" y="2321135"/>
            <a:ext cx="2254694" cy="1919488"/>
            <a:chOff x="5288849" y="2072173"/>
            <a:chExt cx="2046559" cy="1742296"/>
          </a:xfrm>
        </p:grpSpPr>
        <p:sp>
          <p:nvSpPr>
            <p:cNvPr id="6981" name="Google Shape;6981;p123"/>
            <p:cNvSpPr/>
            <p:nvPr/>
          </p:nvSpPr>
          <p:spPr>
            <a:xfrm>
              <a:off x="5288849" y="2072173"/>
              <a:ext cx="2046559" cy="1742296"/>
            </a:xfrm>
            <a:custGeom>
              <a:rect b="b" l="l" r="r" t="t"/>
              <a:pathLst>
                <a:path extrusionOk="0" h="7845" w="9215">
                  <a:moveTo>
                    <a:pt x="2827" y="3143"/>
                  </a:moveTo>
                  <a:lnTo>
                    <a:pt x="3169" y="3012"/>
                  </a:lnTo>
                  <a:cubicBezTo>
                    <a:pt x="3262" y="3105"/>
                    <a:pt x="3327" y="3230"/>
                    <a:pt x="3354" y="3360"/>
                  </a:cubicBezTo>
                  <a:cubicBezTo>
                    <a:pt x="3381" y="3518"/>
                    <a:pt x="3414" y="3534"/>
                    <a:pt x="3572" y="3534"/>
                  </a:cubicBezTo>
                  <a:cubicBezTo>
                    <a:pt x="3735" y="3534"/>
                    <a:pt x="3909" y="3534"/>
                    <a:pt x="4072" y="3534"/>
                  </a:cubicBezTo>
                  <a:cubicBezTo>
                    <a:pt x="4012" y="3338"/>
                    <a:pt x="3952" y="3143"/>
                    <a:pt x="3887" y="2914"/>
                  </a:cubicBezTo>
                  <a:cubicBezTo>
                    <a:pt x="3778" y="2925"/>
                    <a:pt x="3653" y="2931"/>
                    <a:pt x="3528" y="2947"/>
                  </a:cubicBezTo>
                  <a:cubicBezTo>
                    <a:pt x="3365" y="2969"/>
                    <a:pt x="3305" y="2931"/>
                    <a:pt x="3316" y="2768"/>
                  </a:cubicBezTo>
                  <a:cubicBezTo>
                    <a:pt x="3343" y="2409"/>
                    <a:pt x="3376" y="2050"/>
                    <a:pt x="3409" y="1691"/>
                  </a:cubicBezTo>
                  <a:cubicBezTo>
                    <a:pt x="3420" y="1577"/>
                    <a:pt x="3490" y="1534"/>
                    <a:pt x="3588" y="1496"/>
                  </a:cubicBezTo>
                  <a:cubicBezTo>
                    <a:pt x="3871" y="1381"/>
                    <a:pt x="4148" y="1409"/>
                    <a:pt x="4441" y="1490"/>
                  </a:cubicBezTo>
                  <a:lnTo>
                    <a:pt x="4762" y="990"/>
                  </a:lnTo>
                  <a:cubicBezTo>
                    <a:pt x="4724" y="947"/>
                    <a:pt x="4681" y="887"/>
                    <a:pt x="4632" y="832"/>
                  </a:cubicBezTo>
                  <a:cubicBezTo>
                    <a:pt x="4572" y="767"/>
                    <a:pt x="4566" y="707"/>
                    <a:pt x="4637" y="642"/>
                  </a:cubicBezTo>
                  <a:cubicBezTo>
                    <a:pt x="4936" y="392"/>
                    <a:pt x="5284" y="207"/>
                    <a:pt x="5659" y="88"/>
                  </a:cubicBezTo>
                  <a:cubicBezTo>
                    <a:pt x="5741" y="50"/>
                    <a:pt x="5844" y="99"/>
                    <a:pt x="5871" y="186"/>
                  </a:cubicBezTo>
                  <a:cubicBezTo>
                    <a:pt x="5920" y="300"/>
                    <a:pt x="5947" y="419"/>
                    <a:pt x="5991" y="550"/>
                  </a:cubicBezTo>
                  <a:lnTo>
                    <a:pt x="6670" y="392"/>
                  </a:lnTo>
                  <a:lnTo>
                    <a:pt x="6670" y="137"/>
                  </a:lnTo>
                  <a:cubicBezTo>
                    <a:pt x="6670" y="50"/>
                    <a:pt x="6714" y="1"/>
                    <a:pt x="6806" y="6"/>
                  </a:cubicBezTo>
                  <a:cubicBezTo>
                    <a:pt x="7023" y="12"/>
                    <a:pt x="7241" y="22"/>
                    <a:pt x="7447" y="109"/>
                  </a:cubicBezTo>
                  <a:cubicBezTo>
                    <a:pt x="7589" y="158"/>
                    <a:pt x="7730" y="202"/>
                    <a:pt x="7877" y="234"/>
                  </a:cubicBezTo>
                  <a:cubicBezTo>
                    <a:pt x="8035" y="278"/>
                    <a:pt x="8062" y="338"/>
                    <a:pt x="7980" y="484"/>
                  </a:cubicBezTo>
                  <a:cubicBezTo>
                    <a:pt x="7931" y="582"/>
                    <a:pt x="7888" y="686"/>
                    <a:pt x="7839" y="778"/>
                  </a:cubicBezTo>
                  <a:cubicBezTo>
                    <a:pt x="7790" y="843"/>
                    <a:pt x="7812" y="936"/>
                    <a:pt x="7888" y="968"/>
                  </a:cubicBezTo>
                  <a:cubicBezTo>
                    <a:pt x="8024" y="1061"/>
                    <a:pt x="8149" y="1164"/>
                    <a:pt x="8285" y="1262"/>
                  </a:cubicBezTo>
                  <a:cubicBezTo>
                    <a:pt x="8399" y="1213"/>
                    <a:pt x="8507" y="1159"/>
                    <a:pt x="8627" y="1115"/>
                  </a:cubicBezTo>
                  <a:cubicBezTo>
                    <a:pt x="8763" y="1061"/>
                    <a:pt x="8812" y="1072"/>
                    <a:pt x="8872" y="1202"/>
                  </a:cubicBezTo>
                  <a:cubicBezTo>
                    <a:pt x="8980" y="1452"/>
                    <a:pt x="9111" y="1697"/>
                    <a:pt x="9100" y="1979"/>
                  </a:cubicBezTo>
                  <a:cubicBezTo>
                    <a:pt x="9100" y="2017"/>
                    <a:pt x="9100" y="2050"/>
                    <a:pt x="9105" y="2083"/>
                  </a:cubicBezTo>
                  <a:cubicBezTo>
                    <a:pt x="9111" y="2148"/>
                    <a:pt x="9143" y="2219"/>
                    <a:pt x="9122" y="2273"/>
                  </a:cubicBezTo>
                  <a:cubicBezTo>
                    <a:pt x="9105" y="2311"/>
                    <a:pt x="9018" y="2322"/>
                    <a:pt x="8964" y="2338"/>
                  </a:cubicBezTo>
                  <a:cubicBezTo>
                    <a:pt x="8757" y="2403"/>
                    <a:pt x="8752" y="2420"/>
                    <a:pt x="8785" y="2632"/>
                  </a:cubicBezTo>
                  <a:cubicBezTo>
                    <a:pt x="8790" y="2659"/>
                    <a:pt x="8796" y="2686"/>
                    <a:pt x="8806" y="2735"/>
                  </a:cubicBezTo>
                  <a:cubicBezTo>
                    <a:pt x="8888" y="2719"/>
                    <a:pt x="8964" y="2708"/>
                    <a:pt x="9046" y="2691"/>
                  </a:cubicBezTo>
                  <a:cubicBezTo>
                    <a:pt x="9165" y="2670"/>
                    <a:pt x="9214" y="2702"/>
                    <a:pt x="9209" y="2822"/>
                  </a:cubicBezTo>
                  <a:cubicBezTo>
                    <a:pt x="9203" y="2925"/>
                    <a:pt x="9192" y="3028"/>
                    <a:pt x="9160" y="3126"/>
                  </a:cubicBezTo>
                  <a:cubicBezTo>
                    <a:pt x="9105" y="3317"/>
                    <a:pt x="9046" y="3501"/>
                    <a:pt x="8980" y="3686"/>
                  </a:cubicBezTo>
                  <a:cubicBezTo>
                    <a:pt x="8937" y="3811"/>
                    <a:pt x="8861" y="3904"/>
                    <a:pt x="8709" y="3855"/>
                  </a:cubicBezTo>
                  <a:cubicBezTo>
                    <a:pt x="8611" y="3974"/>
                    <a:pt x="8524" y="4099"/>
                    <a:pt x="8448" y="4230"/>
                  </a:cubicBezTo>
                  <a:cubicBezTo>
                    <a:pt x="8420" y="4311"/>
                    <a:pt x="8420" y="4398"/>
                    <a:pt x="8448" y="4485"/>
                  </a:cubicBezTo>
                  <a:cubicBezTo>
                    <a:pt x="8518" y="4746"/>
                    <a:pt x="8513" y="4779"/>
                    <a:pt x="8295" y="4920"/>
                  </a:cubicBezTo>
                  <a:cubicBezTo>
                    <a:pt x="8154" y="5013"/>
                    <a:pt x="8007" y="5099"/>
                    <a:pt x="7861" y="5192"/>
                  </a:cubicBezTo>
                  <a:lnTo>
                    <a:pt x="7464" y="4893"/>
                  </a:lnTo>
                  <a:lnTo>
                    <a:pt x="6795" y="5040"/>
                  </a:lnTo>
                  <a:cubicBezTo>
                    <a:pt x="6801" y="5127"/>
                    <a:pt x="6811" y="5214"/>
                    <a:pt x="6811" y="5301"/>
                  </a:cubicBezTo>
                  <a:cubicBezTo>
                    <a:pt x="6817" y="5437"/>
                    <a:pt x="6784" y="5480"/>
                    <a:pt x="6659" y="5491"/>
                  </a:cubicBezTo>
                  <a:cubicBezTo>
                    <a:pt x="6415" y="5507"/>
                    <a:pt x="6165" y="5518"/>
                    <a:pt x="5920" y="5534"/>
                  </a:cubicBezTo>
                  <a:cubicBezTo>
                    <a:pt x="5909" y="5540"/>
                    <a:pt x="5893" y="5540"/>
                    <a:pt x="5882" y="5534"/>
                  </a:cubicBezTo>
                  <a:cubicBezTo>
                    <a:pt x="5692" y="5447"/>
                    <a:pt x="5534" y="5545"/>
                    <a:pt x="5366" y="5610"/>
                  </a:cubicBezTo>
                  <a:cubicBezTo>
                    <a:pt x="5311" y="5882"/>
                    <a:pt x="5344" y="6170"/>
                    <a:pt x="5143" y="6399"/>
                  </a:cubicBezTo>
                  <a:cubicBezTo>
                    <a:pt x="5208" y="6469"/>
                    <a:pt x="5268" y="6529"/>
                    <a:pt x="5327" y="6583"/>
                  </a:cubicBezTo>
                  <a:cubicBezTo>
                    <a:pt x="5409" y="6649"/>
                    <a:pt x="5420" y="6763"/>
                    <a:pt x="5355" y="6844"/>
                  </a:cubicBezTo>
                  <a:cubicBezTo>
                    <a:pt x="5327" y="6899"/>
                    <a:pt x="5289" y="6942"/>
                    <a:pt x="5241" y="6986"/>
                  </a:cubicBezTo>
                  <a:cubicBezTo>
                    <a:pt x="5023" y="7149"/>
                    <a:pt x="4800" y="7306"/>
                    <a:pt x="4572" y="7453"/>
                  </a:cubicBezTo>
                  <a:cubicBezTo>
                    <a:pt x="4409" y="7567"/>
                    <a:pt x="4333" y="7518"/>
                    <a:pt x="4295" y="7344"/>
                  </a:cubicBezTo>
                  <a:cubicBezTo>
                    <a:pt x="4278" y="7301"/>
                    <a:pt x="4257" y="7252"/>
                    <a:pt x="4229" y="7209"/>
                  </a:cubicBezTo>
                  <a:cubicBezTo>
                    <a:pt x="4012" y="7241"/>
                    <a:pt x="3795" y="7268"/>
                    <a:pt x="3583" y="7312"/>
                  </a:cubicBezTo>
                  <a:cubicBezTo>
                    <a:pt x="3534" y="7317"/>
                    <a:pt x="3490" y="7383"/>
                    <a:pt x="3458" y="7431"/>
                  </a:cubicBezTo>
                  <a:cubicBezTo>
                    <a:pt x="3376" y="7546"/>
                    <a:pt x="3311" y="7676"/>
                    <a:pt x="3229" y="7790"/>
                  </a:cubicBezTo>
                  <a:cubicBezTo>
                    <a:pt x="3191" y="7828"/>
                    <a:pt x="3142" y="7845"/>
                    <a:pt x="3093" y="7834"/>
                  </a:cubicBezTo>
                  <a:cubicBezTo>
                    <a:pt x="2805" y="7720"/>
                    <a:pt x="2528" y="7595"/>
                    <a:pt x="2245" y="7480"/>
                  </a:cubicBezTo>
                  <a:cubicBezTo>
                    <a:pt x="2158" y="7453"/>
                    <a:pt x="2104" y="7366"/>
                    <a:pt x="2120" y="7274"/>
                  </a:cubicBezTo>
                  <a:cubicBezTo>
                    <a:pt x="2120" y="7165"/>
                    <a:pt x="2109" y="7051"/>
                    <a:pt x="2099" y="6942"/>
                  </a:cubicBezTo>
                  <a:lnTo>
                    <a:pt x="2381" y="6676"/>
                  </a:lnTo>
                  <a:lnTo>
                    <a:pt x="2017" y="6127"/>
                  </a:lnTo>
                  <a:lnTo>
                    <a:pt x="1593" y="6317"/>
                  </a:lnTo>
                  <a:cubicBezTo>
                    <a:pt x="1376" y="6132"/>
                    <a:pt x="1229" y="5882"/>
                    <a:pt x="1169" y="5605"/>
                  </a:cubicBezTo>
                  <a:cubicBezTo>
                    <a:pt x="1240" y="5703"/>
                    <a:pt x="1305" y="5801"/>
                    <a:pt x="1397" y="5926"/>
                  </a:cubicBezTo>
                  <a:cubicBezTo>
                    <a:pt x="1435" y="5757"/>
                    <a:pt x="1327" y="5676"/>
                    <a:pt x="1305" y="5567"/>
                  </a:cubicBezTo>
                  <a:cubicBezTo>
                    <a:pt x="1050" y="5529"/>
                    <a:pt x="799" y="5447"/>
                    <a:pt x="571" y="5333"/>
                  </a:cubicBezTo>
                  <a:cubicBezTo>
                    <a:pt x="414" y="5257"/>
                    <a:pt x="354" y="4909"/>
                    <a:pt x="457" y="4768"/>
                  </a:cubicBezTo>
                  <a:cubicBezTo>
                    <a:pt x="511" y="4703"/>
                    <a:pt x="566" y="4632"/>
                    <a:pt x="642" y="4540"/>
                  </a:cubicBezTo>
                  <a:lnTo>
                    <a:pt x="549" y="4540"/>
                  </a:lnTo>
                  <a:cubicBezTo>
                    <a:pt x="473" y="4556"/>
                    <a:pt x="370" y="4605"/>
                    <a:pt x="321" y="4572"/>
                  </a:cubicBezTo>
                  <a:cubicBezTo>
                    <a:pt x="218" y="4507"/>
                    <a:pt x="98" y="4436"/>
                    <a:pt x="82" y="4284"/>
                  </a:cubicBezTo>
                  <a:cubicBezTo>
                    <a:pt x="60" y="4078"/>
                    <a:pt x="17" y="3871"/>
                    <a:pt x="6" y="3659"/>
                  </a:cubicBezTo>
                  <a:cubicBezTo>
                    <a:pt x="0" y="3490"/>
                    <a:pt x="38" y="3458"/>
                    <a:pt x="212" y="3442"/>
                  </a:cubicBezTo>
                  <a:cubicBezTo>
                    <a:pt x="272" y="3436"/>
                    <a:pt x="332" y="3436"/>
                    <a:pt x="392" y="3425"/>
                  </a:cubicBezTo>
                  <a:cubicBezTo>
                    <a:pt x="511" y="3414"/>
                    <a:pt x="511" y="3414"/>
                    <a:pt x="549" y="3262"/>
                  </a:cubicBezTo>
                  <a:lnTo>
                    <a:pt x="365" y="3121"/>
                  </a:lnTo>
                  <a:cubicBezTo>
                    <a:pt x="435" y="2931"/>
                    <a:pt x="468" y="2719"/>
                    <a:pt x="669" y="2599"/>
                  </a:cubicBezTo>
                  <a:cubicBezTo>
                    <a:pt x="794" y="2523"/>
                    <a:pt x="908" y="2414"/>
                    <a:pt x="1033" y="2349"/>
                  </a:cubicBezTo>
                  <a:cubicBezTo>
                    <a:pt x="1191" y="2262"/>
                    <a:pt x="1218" y="2278"/>
                    <a:pt x="1332" y="2409"/>
                  </a:cubicBezTo>
                  <a:cubicBezTo>
                    <a:pt x="1376" y="2458"/>
                    <a:pt x="1419" y="2512"/>
                    <a:pt x="1474" y="2583"/>
                  </a:cubicBezTo>
                  <a:lnTo>
                    <a:pt x="1919" y="2507"/>
                  </a:lnTo>
                  <a:cubicBezTo>
                    <a:pt x="1936" y="2409"/>
                    <a:pt x="1952" y="2305"/>
                    <a:pt x="1963" y="2208"/>
                  </a:cubicBezTo>
                  <a:cubicBezTo>
                    <a:pt x="1984" y="2083"/>
                    <a:pt x="2017" y="2055"/>
                    <a:pt x="2142" y="2083"/>
                  </a:cubicBezTo>
                  <a:cubicBezTo>
                    <a:pt x="2321" y="2110"/>
                    <a:pt x="2485" y="2180"/>
                    <a:pt x="2626" y="2295"/>
                  </a:cubicBezTo>
                  <a:cubicBezTo>
                    <a:pt x="2648" y="2316"/>
                    <a:pt x="2675" y="2338"/>
                    <a:pt x="2707" y="2354"/>
                  </a:cubicBezTo>
                  <a:cubicBezTo>
                    <a:pt x="2925" y="2431"/>
                    <a:pt x="2936" y="2615"/>
                    <a:pt x="2947" y="2800"/>
                  </a:cubicBezTo>
                  <a:cubicBezTo>
                    <a:pt x="2947" y="2838"/>
                    <a:pt x="2930" y="2914"/>
                    <a:pt x="2903" y="2925"/>
                  </a:cubicBezTo>
                  <a:cubicBezTo>
                    <a:pt x="2778" y="2974"/>
                    <a:pt x="2838" y="3072"/>
                    <a:pt x="2838" y="3148"/>
                  </a:cubicBezTo>
                  <a:lnTo>
                    <a:pt x="2539" y="2784"/>
                  </a:lnTo>
                  <a:cubicBezTo>
                    <a:pt x="2615" y="2697"/>
                    <a:pt x="2762" y="2686"/>
                    <a:pt x="2778" y="2539"/>
                  </a:cubicBezTo>
                  <a:cubicBezTo>
                    <a:pt x="2566" y="2403"/>
                    <a:pt x="2387" y="2202"/>
                    <a:pt x="2093" y="2197"/>
                  </a:cubicBezTo>
                  <a:cubicBezTo>
                    <a:pt x="2071" y="2295"/>
                    <a:pt x="2055" y="2387"/>
                    <a:pt x="2039" y="2479"/>
                  </a:cubicBezTo>
                  <a:cubicBezTo>
                    <a:pt x="2017" y="2626"/>
                    <a:pt x="2017" y="2626"/>
                    <a:pt x="1865" y="2643"/>
                  </a:cubicBezTo>
                  <a:cubicBezTo>
                    <a:pt x="1794" y="2637"/>
                    <a:pt x="1724" y="2648"/>
                    <a:pt x="1658" y="2670"/>
                  </a:cubicBezTo>
                  <a:cubicBezTo>
                    <a:pt x="1479" y="2762"/>
                    <a:pt x="1365" y="2686"/>
                    <a:pt x="1283" y="2528"/>
                  </a:cubicBezTo>
                  <a:cubicBezTo>
                    <a:pt x="1278" y="2523"/>
                    <a:pt x="1272" y="2517"/>
                    <a:pt x="1267" y="2512"/>
                  </a:cubicBezTo>
                  <a:cubicBezTo>
                    <a:pt x="1213" y="2420"/>
                    <a:pt x="1136" y="2414"/>
                    <a:pt x="1039" y="2458"/>
                  </a:cubicBezTo>
                  <a:cubicBezTo>
                    <a:pt x="870" y="2550"/>
                    <a:pt x="718" y="2670"/>
                    <a:pt x="587" y="2806"/>
                  </a:cubicBezTo>
                  <a:lnTo>
                    <a:pt x="810" y="2969"/>
                  </a:lnTo>
                  <a:cubicBezTo>
                    <a:pt x="734" y="3143"/>
                    <a:pt x="674" y="3306"/>
                    <a:pt x="598" y="3463"/>
                  </a:cubicBezTo>
                  <a:cubicBezTo>
                    <a:pt x="566" y="3507"/>
                    <a:pt x="517" y="3529"/>
                    <a:pt x="462" y="3534"/>
                  </a:cubicBezTo>
                  <a:cubicBezTo>
                    <a:pt x="354" y="3545"/>
                    <a:pt x="240" y="3545"/>
                    <a:pt x="131" y="3550"/>
                  </a:cubicBezTo>
                  <a:cubicBezTo>
                    <a:pt x="77" y="3806"/>
                    <a:pt x="104" y="4072"/>
                    <a:pt x="212" y="4311"/>
                  </a:cubicBezTo>
                  <a:lnTo>
                    <a:pt x="560" y="4284"/>
                  </a:lnTo>
                  <a:lnTo>
                    <a:pt x="772" y="4556"/>
                  </a:lnTo>
                  <a:lnTo>
                    <a:pt x="522" y="4893"/>
                  </a:lnTo>
                  <a:cubicBezTo>
                    <a:pt x="674" y="5061"/>
                    <a:pt x="838" y="5181"/>
                    <a:pt x="1060" y="5214"/>
                  </a:cubicBezTo>
                  <a:cubicBezTo>
                    <a:pt x="1098" y="5143"/>
                    <a:pt x="1136" y="5067"/>
                    <a:pt x="1185" y="5002"/>
                  </a:cubicBezTo>
                  <a:cubicBezTo>
                    <a:pt x="1213" y="4958"/>
                    <a:pt x="1251" y="4926"/>
                    <a:pt x="1300" y="4915"/>
                  </a:cubicBezTo>
                  <a:cubicBezTo>
                    <a:pt x="1430" y="4909"/>
                    <a:pt x="1560" y="4920"/>
                    <a:pt x="1691" y="4926"/>
                  </a:cubicBezTo>
                  <a:cubicBezTo>
                    <a:pt x="1767" y="4920"/>
                    <a:pt x="1832" y="4980"/>
                    <a:pt x="1832" y="5061"/>
                  </a:cubicBezTo>
                  <a:cubicBezTo>
                    <a:pt x="1838" y="5132"/>
                    <a:pt x="1843" y="5208"/>
                    <a:pt x="1849" y="5301"/>
                  </a:cubicBezTo>
                  <a:cubicBezTo>
                    <a:pt x="2039" y="5257"/>
                    <a:pt x="2224" y="5192"/>
                    <a:pt x="2403" y="5110"/>
                  </a:cubicBezTo>
                  <a:cubicBezTo>
                    <a:pt x="2436" y="4964"/>
                    <a:pt x="2300" y="4844"/>
                    <a:pt x="2398" y="4730"/>
                  </a:cubicBezTo>
                  <a:cubicBezTo>
                    <a:pt x="2485" y="4643"/>
                    <a:pt x="2577" y="4561"/>
                    <a:pt x="2675" y="4491"/>
                  </a:cubicBezTo>
                  <a:cubicBezTo>
                    <a:pt x="2800" y="4382"/>
                    <a:pt x="2903" y="4523"/>
                    <a:pt x="3039" y="4529"/>
                  </a:cubicBezTo>
                  <a:cubicBezTo>
                    <a:pt x="3115" y="4387"/>
                    <a:pt x="3186" y="4251"/>
                    <a:pt x="3267" y="4099"/>
                  </a:cubicBezTo>
                  <a:lnTo>
                    <a:pt x="3028" y="3985"/>
                  </a:lnTo>
                  <a:cubicBezTo>
                    <a:pt x="3017" y="3931"/>
                    <a:pt x="3012" y="3882"/>
                    <a:pt x="3006" y="3833"/>
                  </a:cubicBezTo>
                  <a:cubicBezTo>
                    <a:pt x="3001" y="3789"/>
                    <a:pt x="2996" y="3730"/>
                    <a:pt x="2990" y="3675"/>
                  </a:cubicBezTo>
                  <a:lnTo>
                    <a:pt x="3322" y="3577"/>
                  </a:lnTo>
                  <a:cubicBezTo>
                    <a:pt x="3224" y="3431"/>
                    <a:pt x="3273" y="3246"/>
                    <a:pt x="3121" y="3143"/>
                  </a:cubicBezTo>
                  <a:cubicBezTo>
                    <a:pt x="3044" y="3164"/>
                    <a:pt x="2974" y="3186"/>
                    <a:pt x="2898" y="3197"/>
                  </a:cubicBezTo>
                  <a:cubicBezTo>
                    <a:pt x="2865" y="3208"/>
                    <a:pt x="2816" y="3213"/>
                    <a:pt x="2827" y="3143"/>
                  </a:cubicBezTo>
                  <a:close/>
                  <a:moveTo>
                    <a:pt x="6648" y="4741"/>
                  </a:moveTo>
                  <a:cubicBezTo>
                    <a:pt x="6828" y="4703"/>
                    <a:pt x="6991" y="4675"/>
                    <a:pt x="7148" y="4632"/>
                  </a:cubicBezTo>
                  <a:cubicBezTo>
                    <a:pt x="7246" y="4599"/>
                    <a:pt x="7355" y="4627"/>
                    <a:pt x="7426" y="4708"/>
                  </a:cubicBezTo>
                  <a:cubicBezTo>
                    <a:pt x="7485" y="4768"/>
                    <a:pt x="7551" y="4822"/>
                    <a:pt x="7621" y="4882"/>
                  </a:cubicBezTo>
                  <a:cubicBezTo>
                    <a:pt x="7795" y="4735"/>
                    <a:pt x="8002" y="4665"/>
                    <a:pt x="8143" y="4496"/>
                  </a:cubicBezTo>
                  <a:cubicBezTo>
                    <a:pt x="8111" y="4458"/>
                    <a:pt x="8083" y="4425"/>
                    <a:pt x="8062" y="4393"/>
                  </a:cubicBezTo>
                  <a:cubicBezTo>
                    <a:pt x="7958" y="4246"/>
                    <a:pt x="7953" y="4246"/>
                    <a:pt x="8062" y="4088"/>
                  </a:cubicBezTo>
                  <a:cubicBezTo>
                    <a:pt x="8154" y="3953"/>
                    <a:pt x="8257" y="3828"/>
                    <a:pt x="8350" y="3697"/>
                  </a:cubicBezTo>
                  <a:cubicBezTo>
                    <a:pt x="8399" y="3621"/>
                    <a:pt x="8459" y="3626"/>
                    <a:pt x="8529" y="3664"/>
                  </a:cubicBezTo>
                  <a:cubicBezTo>
                    <a:pt x="8622" y="3719"/>
                    <a:pt x="8730" y="3746"/>
                    <a:pt x="8839" y="3730"/>
                  </a:cubicBezTo>
                  <a:cubicBezTo>
                    <a:pt x="8975" y="3447"/>
                    <a:pt x="9056" y="3143"/>
                    <a:pt x="9089" y="2827"/>
                  </a:cubicBezTo>
                  <a:cubicBezTo>
                    <a:pt x="9002" y="2838"/>
                    <a:pt x="8937" y="2854"/>
                    <a:pt x="8872" y="2860"/>
                  </a:cubicBezTo>
                  <a:cubicBezTo>
                    <a:pt x="8806" y="2860"/>
                    <a:pt x="8730" y="2860"/>
                    <a:pt x="8649" y="2860"/>
                  </a:cubicBezTo>
                  <a:lnTo>
                    <a:pt x="8649" y="2691"/>
                  </a:lnTo>
                  <a:cubicBezTo>
                    <a:pt x="8649" y="2577"/>
                    <a:pt x="8622" y="2441"/>
                    <a:pt x="8676" y="2354"/>
                  </a:cubicBezTo>
                  <a:cubicBezTo>
                    <a:pt x="8725" y="2273"/>
                    <a:pt x="8861" y="2240"/>
                    <a:pt x="8969" y="2180"/>
                  </a:cubicBezTo>
                  <a:cubicBezTo>
                    <a:pt x="9013" y="1838"/>
                    <a:pt x="8899" y="1534"/>
                    <a:pt x="8719" y="1213"/>
                  </a:cubicBezTo>
                  <a:lnTo>
                    <a:pt x="8268" y="1425"/>
                  </a:lnTo>
                  <a:cubicBezTo>
                    <a:pt x="8111" y="1300"/>
                    <a:pt x="7953" y="1180"/>
                    <a:pt x="7795" y="1066"/>
                  </a:cubicBezTo>
                  <a:cubicBezTo>
                    <a:pt x="7659" y="963"/>
                    <a:pt x="7638" y="936"/>
                    <a:pt x="7703" y="778"/>
                  </a:cubicBezTo>
                  <a:cubicBezTo>
                    <a:pt x="7757" y="648"/>
                    <a:pt x="7823" y="523"/>
                    <a:pt x="7899" y="359"/>
                  </a:cubicBezTo>
                  <a:cubicBezTo>
                    <a:pt x="7518" y="311"/>
                    <a:pt x="7197" y="60"/>
                    <a:pt x="6801" y="153"/>
                  </a:cubicBezTo>
                  <a:cubicBezTo>
                    <a:pt x="6795" y="272"/>
                    <a:pt x="6790" y="376"/>
                    <a:pt x="6790" y="452"/>
                  </a:cubicBezTo>
                  <a:lnTo>
                    <a:pt x="5866" y="702"/>
                  </a:lnTo>
                  <a:cubicBezTo>
                    <a:pt x="5838" y="528"/>
                    <a:pt x="5866" y="338"/>
                    <a:pt x="5719" y="191"/>
                  </a:cubicBezTo>
                  <a:cubicBezTo>
                    <a:pt x="5344" y="294"/>
                    <a:pt x="5001" y="479"/>
                    <a:pt x="4708" y="735"/>
                  </a:cubicBezTo>
                  <a:lnTo>
                    <a:pt x="4936" y="995"/>
                  </a:lnTo>
                  <a:cubicBezTo>
                    <a:pt x="4838" y="1104"/>
                    <a:pt x="4751" y="1224"/>
                    <a:pt x="4675" y="1343"/>
                  </a:cubicBezTo>
                  <a:cubicBezTo>
                    <a:pt x="4528" y="1588"/>
                    <a:pt x="4523" y="1599"/>
                    <a:pt x="4235" y="1561"/>
                  </a:cubicBezTo>
                  <a:cubicBezTo>
                    <a:pt x="4137" y="1550"/>
                    <a:pt x="4039" y="1539"/>
                    <a:pt x="3941" y="1534"/>
                  </a:cubicBezTo>
                  <a:cubicBezTo>
                    <a:pt x="3789" y="1898"/>
                    <a:pt x="3702" y="2246"/>
                    <a:pt x="3729" y="2632"/>
                  </a:cubicBezTo>
                  <a:lnTo>
                    <a:pt x="4208" y="2632"/>
                  </a:lnTo>
                  <a:cubicBezTo>
                    <a:pt x="4219" y="2659"/>
                    <a:pt x="4229" y="2686"/>
                    <a:pt x="4240" y="2713"/>
                  </a:cubicBezTo>
                  <a:cubicBezTo>
                    <a:pt x="4289" y="2931"/>
                    <a:pt x="4327" y="3153"/>
                    <a:pt x="4387" y="3371"/>
                  </a:cubicBezTo>
                  <a:cubicBezTo>
                    <a:pt x="4420" y="3474"/>
                    <a:pt x="4403" y="3534"/>
                    <a:pt x="4306" y="3583"/>
                  </a:cubicBezTo>
                  <a:cubicBezTo>
                    <a:pt x="4213" y="3632"/>
                    <a:pt x="4083" y="3675"/>
                    <a:pt x="4001" y="3795"/>
                  </a:cubicBezTo>
                  <a:cubicBezTo>
                    <a:pt x="4224" y="4056"/>
                    <a:pt x="4344" y="4387"/>
                    <a:pt x="4599" y="4632"/>
                  </a:cubicBezTo>
                  <a:cubicBezTo>
                    <a:pt x="4740" y="4556"/>
                    <a:pt x="4871" y="4480"/>
                    <a:pt x="5007" y="4415"/>
                  </a:cubicBezTo>
                  <a:cubicBezTo>
                    <a:pt x="5067" y="4387"/>
                    <a:pt x="5159" y="4355"/>
                    <a:pt x="5197" y="4382"/>
                  </a:cubicBezTo>
                  <a:cubicBezTo>
                    <a:pt x="5393" y="4518"/>
                    <a:pt x="5626" y="4556"/>
                    <a:pt x="5844" y="4627"/>
                  </a:cubicBezTo>
                  <a:cubicBezTo>
                    <a:pt x="5980" y="4670"/>
                    <a:pt x="6002" y="4703"/>
                    <a:pt x="5963" y="4855"/>
                  </a:cubicBezTo>
                  <a:cubicBezTo>
                    <a:pt x="5942" y="4953"/>
                    <a:pt x="5920" y="5051"/>
                    <a:pt x="5898" y="5143"/>
                  </a:cubicBezTo>
                  <a:cubicBezTo>
                    <a:pt x="6099" y="5208"/>
                    <a:pt x="6529" y="5219"/>
                    <a:pt x="6654" y="5176"/>
                  </a:cubicBezTo>
                  <a:close/>
                  <a:moveTo>
                    <a:pt x="2702" y="5284"/>
                  </a:moveTo>
                  <a:cubicBezTo>
                    <a:pt x="2593" y="5328"/>
                    <a:pt x="2517" y="5360"/>
                    <a:pt x="2441" y="5388"/>
                  </a:cubicBezTo>
                  <a:cubicBezTo>
                    <a:pt x="2338" y="5437"/>
                    <a:pt x="2229" y="5475"/>
                    <a:pt x="2120" y="5513"/>
                  </a:cubicBezTo>
                  <a:cubicBezTo>
                    <a:pt x="1941" y="5562"/>
                    <a:pt x="1838" y="5513"/>
                    <a:pt x="1751" y="5355"/>
                  </a:cubicBezTo>
                  <a:cubicBezTo>
                    <a:pt x="1729" y="5311"/>
                    <a:pt x="1713" y="5268"/>
                    <a:pt x="1702" y="5225"/>
                  </a:cubicBezTo>
                  <a:lnTo>
                    <a:pt x="1501" y="5176"/>
                  </a:lnTo>
                  <a:cubicBezTo>
                    <a:pt x="1463" y="5230"/>
                    <a:pt x="1430" y="5273"/>
                    <a:pt x="1397" y="5317"/>
                  </a:cubicBezTo>
                  <a:cubicBezTo>
                    <a:pt x="1370" y="5360"/>
                    <a:pt x="1338" y="5420"/>
                    <a:pt x="1310" y="5464"/>
                  </a:cubicBezTo>
                  <a:cubicBezTo>
                    <a:pt x="1359" y="5540"/>
                    <a:pt x="1403" y="5605"/>
                    <a:pt x="1446" y="5670"/>
                  </a:cubicBezTo>
                  <a:cubicBezTo>
                    <a:pt x="1582" y="5866"/>
                    <a:pt x="1615" y="5882"/>
                    <a:pt x="1849" y="5828"/>
                  </a:cubicBezTo>
                  <a:cubicBezTo>
                    <a:pt x="1887" y="5822"/>
                    <a:pt x="1925" y="5806"/>
                    <a:pt x="1968" y="5801"/>
                  </a:cubicBezTo>
                  <a:cubicBezTo>
                    <a:pt x="1990" y="5817"/>
                    <a:pt x="2012" y="5839"/>
                    <a:pt x="2028" y="5860"/>
                  </a:cubicBezTo>
                  <a:cubicBezTo>
                    <a:pt x="2175" y="6089"/>
                    <a:pt x="2316" y="6323"/>
                    <a:pt x="2457" y="6551"/>
                  </a:cubicBezTo>
                  <a:cubicBezTo>
                    <a:pt x="2506" y="6611"/>
                    <a:pt x="2501" y="6698"/>
                    <a:pt x="2452" y="6757"/>
                  </a:cubicBezTo>
                  <a:cubicBezTo>
                    <a:pt x="2392" y="6828"/>
                    <a:pt x="2332" y="6893"/>
                    <a:pt x="2273" y="6969"/>
                  </a:cubicBezTo>
                  <a:cubicBezTo>
                    <a:pt x="2479" y="7165"/>
                    <a:pt x="2735" y="7296"/>
                    <a:pt x="3012" y="7361"/>
                  </a:cubicBezTo>
                  <a:cubicBezTo>
                    <a:pt x="3044" y="7268"/>
                    <a:pt x="3077" y="7187"/>
                    <a:pt x="3126" y="7100"/>
                  </a:cubicBezTo>
                  <a:cubicBezTo>
                    <a:pt x="3153" y="7051"/>
                    <a:pt x="3202" y="7018"/>
                    <a:pt x="3262" y="7002"/>
                  </a:cubicBezTo>
                  <a:cubicBezTo>
                    <a:pt x="3463" y="6959"/>
                    <a:pt x="3680" y="6948"/>
                    <a:pt x="3882" y="6899"/>
                  </a:cubicBezTo>
                  <a:cubicBezTo>
                    <a:pt x="4088" y="6850"/>
                    <a:pt x="4257" y="6855"/>
                    <a:pt x="4398" y="7024"/>
                  </a:cubicBezTo>
                  <a:cubicBezTo>
                    <a:pt x="4420" y="7040"/>
                    <a:pt x="4441" y="7056"/>
                    <a:pt x="4469" y="7062"/>
                  </a:cubicBezTo>
                  <a:cubicBezTo>
                    <a:pt x="4675" y="6915"/>
                    <a:pt x="4882" y="6779"/>
                    <a:pt x="5045" y="6562"/>
                  </a:cubicBezTo>
                  <a:cubicBezTo>
                    <a:pt x="5018" y="6507"/>
                    <a:pt x="4980" y="6464"/>
                    <a:pt x="4936" y="6420"/>
                  </a:cubicBezTo>
                  <a:cubicBezTo>
                    <a:pt x="4838" y="6350"/>
                    <a:pt x="4849" y="6274"/>
                    <a:pt x="4865" y="6170"/>
                  </a:cubicBezTo>
                  <a:cubicBezTo>
                    <a:pt x="4909" y="5958"/>
                    <a:pt x="4942" y="5741"/>
                    <a:pt x="4952" y="5523"/>
                  </a:cubicBezTo>
                  <a:cubicBezTo>
                    <a:pt x="4963" y="5398"/>
                    <a:pt x="5001" y="5333"/>
                    <a:pt x="5121" y="5306"/>
                  </a:cubicBezTo>
                  <a:cubicBezTo>
                    <a:pt x="5197" y="5284"/>
                    <a:pt x="5273" y="5252"/>
                    <a:pt x="5344" y="5230"/>
                  </a:cubicBezTo>
                  <a:cubicBezTo>
                    <a:pt x="5355" y="5110"/>
                    <a:pt x="5360" y="5007"/>
                    <a:pt x="5371" y="4904"/>
                  </a:cubicBezTo>
                  <a:lnTo>
                    <a:pt x="5105" y="4735"/>
                  </a:lnTo>
                  <a:cubicBezTo>
                    <a:pt x="4947" y="4811"/>
                    <a:pt x="4806" y="4877"/>
                    <a:pt x="4670" y="4953"/>
                  </a:cubicBezTo>
                  <a:cubicBezTo>
                    <a:pt x="4561" y="5007"/>
                    <a:pt x="4458" y="5045"/>
                    <a:pt x="4354" y="4958"/>
                  </a:cubicBezTo>
                  <a:cubicBezTo>
                    <a:pt x="4349" y="5089"/>
                    <a:pt x="4327" y="5219"/>
                    <a:pt x="4300" y="5350"/>
                  </a:cubicBezTo>
                  <a:cubicBezTo>
                    <a:pt x="4164" y="5741"/>
                    <a:pt x="3865" y="5975"/>
                    <a:pt x="3506" y="6132"/>
                  </a:cubicBezTo>
                  <a:cubicBezTo>
                    <a:pt x="2996" y="6350"/>
                    <a:pt x="2544" y="5828"/>
                    <a:pt x="2675" y="5426"/>
                  </a:cubicBezTo>
                  <a:cubicBezTo>
                    <a:pt x="2686" y="5377"/>
                    <a:pt x="2691" y="5333"/>
                    <a:pt x="2702" y="5290"/>
                  </a:cubicBezTo>
                  <a:close/>
                  <a:moveTo>
                    <a:pt x="4164" y="4931"/>
                  </a:moveTo>
                  <a:lnTo>
                    <a:pt x="3566" y="5143"/>
                  </a:lnTo>
                  <a:cubicBezTo>
                    <a:pt x="3246" y="5257"/>
                    <a:pt x="3050" y="5502"/>
                    <a:pt x="2887" y="5779"/>
                  </a:cubicBezTo>
                  <a:cubicBezTo>
                    <a:pt x="3077" y="6029"/>
                    <a:pt x="3289" y="6083"/>
                    <a:pt x="3550" y="5947"/>
                  </a:cubicBezTo>
                  <a:cubicBezTo>
                    <a:pt x="3751" y="5839"/>
                    <a:pt x="3925" y="5692"/>
                    <a:pt x="4061" y="5513"/>
                  </a:cubicBezTo>
                  <a:cubicBezTo>
                    <a:pt x="4186" y="5350"/>
                    <a:pt x="4268" y="5159"/>
                    <a:pt x="4164" y="4936"/>
                  </a:cubicBezTo>
                  <a:close/>
                  <a:moveTo>
                    <a:pt x="3865" y="3670"/>
                  </a:moveTo>
                  <a:cubicBezTo>
                    <a:pt x="3610" y="3626"/>
                    <a:pt x="3376" y="3632"/>
                    <a:pt x="3142" y="3768"/>
                  </a:cubicBezTo>
                  <a:lnTo>
                    <a:pt x="3610" y="4088"/>
                  </a:lnTo>
                  <a:cubicBezTo>
                    <a:pt x="3550" y="4251"/>
                    <a:pt x="3490" y="4409"/>
                    <a:pt x="3430" y="4578"/>
                  </a:cubicBezTo>
                  <a:lnTo>
                    <a:pt x="3990" y="4540"/>
                  </a:lnTo>
                  <a:cubicBezTo>
                    <a:pt x="3925" y="4453"/>
                    <a:pt x="3876" y="4377"/>
                    <a:pt x="3811" y="4306"/>
                  </a:cubicBezTo>
                  <a:cubicBezTo>
                    <a:pt x="3735" y="4235"/>
                    <a:pt x="3713" y="4121"/>
                    <a:pt x="3762" y="4029"/>
                  </a:cubicBezTo>
                  <a:cubicBezTo>
                    <a:pt x="3805" y="3920"/>
                    <a:pt x="3833" y="3800"/>
                    <a:pt x="3865" y="3675"/>
                  </a:cubicBezTo>
                  <a:close/>
                  <a:moveTo>
                    <a:pt x="2762" y="5061"/>
                  </a:moveTo>
                  <a:lnTo>
                    <a:pt x="3169" y="4675"/>
                  </a:lnTo>
                  <a:lnTo>
                    <a:pt x="2952" y="4665"/>
                  </a:lnTo>
                  <a:lnTo>
                    <a:pt x="2691" y="4915"/>
                  </a:lnTo>
                  <a:close/>
                  <a:moveTo>
                    <a:pt x="3441" y="2844"/>
                  </a:moveTo>
                  <a:cubicBezTo>
                    <a:pt x="3637" y="2789"/>
                    <a:pt x="3555" y="2637"/>
                    <a:pt x="3599" y="2539"/>
                  </a:cubicBezTo>
                  <a:lnTo>
                    <a:pt x="3496" y="2501"/>
                  </a:lnTo>
                  <a:cubicBezTo>
                    <a:pt x="3572" y="2409"/>
                    <a:pt x="3648" y="2322"/>
                    <a:pt x="3615" y="2191"/>
                  </a:cubicBezTo>
                  <a:cubicBezTo>
                    <a:pt x="3458" y="2273"/>
                    <a:pt x="3447" y="2273"/>
                    <a:pt x="3441" y="2360"/>
                  </a:cubicBezTo>
                  <a:cubicBezTo>
                    <a:pt x="3430" y="2512"/>
                    <a:pt x="3436" y="2664"/>
                    <a:pt x="3436" y="2838"/>
                  </a:cubicBezTo>
                  <a:close/>
                  <a:moveTo>
                    <a:pt x="3409" y="4708"/>
                  </a:moveTo>
                  <a:lnTo>
                    <a:pt x="3169" y="4844"/>
                  </a:lnTo>
                  <a:lnTo>
                    <a:pt x="3338" y="5110"/>
                  </a:lnTo>
                  <a:lnTo>
                    <a:pt x="3490" y="5007"/>
                  </a:lnTo>
                  <a:cubicBezTo>
                    <a:pt x="3463" y="4909"/>
                    <a:pt x="3441" y="4822"/>
                    <a:pt x="3409" y="4703"/>
                  </a:cubicBezTo>
                  <a:close/>
                  <a:moveTo>
                    <a:pt x="3137" y="7676"/>
                  </a:moveTo>
                  <a:cubicBezTo>
                    <a:pt x="3354" y="7524"/>
                    <a:pt x="3338" y="7393"/>
                    <a:pt x="3229" y="7132"/>
                  </a:cubicBezTo>
                  <a:cubicBezTo>
                    <a:pt x="3191" y="7334"/>
                    <a:pt x="3012" y="7469"/>
                    <a:pt x="3131" y="7671"/>
                  </a:cubicBezTo>
                  <a:close/>
                  <a:moveTo>
                    <a:pt x="3827" y="4898"/>
                  </a:moveTo>
                  <a:lnTo>
                    <a:pt x="4148" y="4844"/>
                  </a:lnTo>
                  <a:cubicBezTo>
                    <a:pt x="4023" y="4730"/>
                    <a:pt x="3920" y="4659"/>
                    <a:pt x="3767" y="4697"/>
                  </a:cubicBezTo>
                  <a:cubicBezTo>
                    <a:pt x="3784" y="4757"/>
                    <a:pt x="3800" y="4811"/>
                    <a:pt x="3827" y="4893"/>
                  </a:cubicBezTo>
                  <a:close/>
                  <a:moveTo>
                    <a:pt x="2957" y="5089"/>
                  </a:moveTo>
                  <a:lnTo>
                    <a:pt x="3083" y="5273"/>
                  </a:lnTo>
                  <a:lnTo>
                    <a:pt x="3224" y="5154"/>
                  </a:lnTo>
                  <a:cubicBezTo>
                    <a:pt x="3186" y="5067"/>
                    <a:pt x="3159" y="4991"/>
                    <a:pt x="3115" y="4887"/>
                  </a:cubicBezTo>
                  <a:close/>
                  <a:moveTo>
                    <a:pt x="3735" y="4926"/>
                  </a:moveTo>
                  <a:cubicBezTo>
                    <a:pt x="3713" y="4828"/>
                    <a:pt x="3697" y="4762"/>
                    <a:pt x="3675" y="4675"/>
                  </a:cubicBezTo>
                  <a:lnTo>
                    <a:pt x="3474" y="4703"/>
                  </a:lnTo>
                  <a:lnTo>
                    <a:pt x="3588" y="4985"/>
                  </a:lnTo>
                  <a:close/>
                  <a:moveTo>
                    <a:pt x="5605" y="4991"/>
                  </a:moveTo>
                  <a:cubicBezTo>
                    <a:pt x="5659" y="5148"/>
                    <a:pt x="5556" y="5284"/>
                    <a:pt x="5659" y="5415"/>
                  </a:cubicBezTo>
                  <a:cubicBezTo>
                    <a:pt x="5730" y="5306"/>
                    <a:pt x="5768" y="5127"/>
                    <a:pt x="5735" y="5061"/>
                  </a:cubicBezTo>
                  <a:cubicBezTo>
                    <a:pt x="5724" y="5034"/>
                    <a:pt x="5675" y="5023"/>
                    <a:pt x="5605" y="4991"/>
                  </a:cubicBezTo>
                  <a:close/>
                  <a:moveTo>
                    <a:pt x="3523" y="1822"/>
                  </a:moveTo>
                  <a:cubicBezTo>
                    <a:pt x="3757" y="1648"/>
                    <a:pt x="3757" y="1648"/>
                    <a:pt x="3778" y="1539"/>
                  </a:cubicBezTo>
                  <a:cubicBezTo>
                    <a:pt x="3517" y="1593"/>
                    <a:pt x="3512" y="1599"/>
                    <a:pt x="3523" y="1816"/>
                  </a:cubicBezTo>
                  <a:close/>
                  <a:moveTo>
                    <a:pt x="8464" y="4088"/>
                  </a:moveTo>
                  <a:lnTo>
                    <a:pt x="8594" y="3838"/>
                  </a:lnTo>
                  <a:lnTo>
                    <a:pt x="8453" y="3784"/>
                  </a:lnTo>
                  <a:lnTo>
                    <a:pt x="8344" y="3942"/>
                  </a:lnTo>
                  <a:close/>
                  <a:moveTo>
                    <a:pt x="4284" y="7160"/>
                  </a:moveTo>
                  <a:lnTo>
                    <a:pt x="4425" y="7404"/>
                  </a:lnTo>
                  <a:cubicBezTo>
                    <a:pt x="4539" y="7361"/>
                    <a:pt x="4539" y="7301"/>
                    <a:pt x="4518" y="7219"/>
                  </a:cubicBezTo>
                  <a:close/>
                  <a:moveTo>
                    <a:pt x="5061" y="6997"/>
                  </a:moveTo>
                  <a:cubicBezTo>
                    <a:pt x="5045" y="6920"/>
                    <a:pt x="5029" y="6861"/>
                    <a:pt x="5018" y="6790"/>
                  </a:cubicBezTo>
                  <a:cubicBezTo>
                    <a:pt x="4893" y="6877"/>
                    <a:pt x="4844" y="6964"/>
                    <a:pt x="4887" y="7105"/>
                  </a:cubicBezTo>
                  <a:close/>
                  <a:moveTo>
                    <a:pt x="8350" y="4762"/>
                  </a:moveTo>
                  <a:cubicBezTo>
                    <a:pt x="8279" y="4697"/>
                    <a:pt x="8236" y="4627"/>
                    <a:pt x="8149" y="4686"/>
                  </a:cubicBezTo>
                  <a:cubicBezTo>
                    <a:pt x="8067" y="4746"/>
                    <a:pt x="8100" y="4817"/>
                    <a:pt x="8149" y="4904"/>
                  </a:cubicBezTo>
                  <a:close/>
                  <a:moveTo>
                    <a:pt x="2718" y="7529"/>
                  </a:moveTo>
                  <a:cubicBezTo>
                    <a:pt x="2729" y="7350"/>
                    <a:pt x="2610" y="7344"/>
                    <a:pt x="2495" y="7312"/>
                  </a:cubicBezTo>
                  <a:cubicBezTo>
                    <a:pt x="2528" y="7491"/>
                    <a:pt x="2528" y="7491"/>
                    <a:pt x="2718" y="7524"/>
                  </a:cubicBezTo>
                  <a:close/>
                  <a:moveTo>
                    <a:pt x="5170" y="6072"/>
                  </a:moveTo>
                  <a:cubicBezTo>
                    <a:pt x="5241" y="5888"/>
                    <a:pt x="5235" y="5860"/>
                    <a:pt x="5077" y="5725"/>
                  </a:cubicBezTo>
                  <a:cubicBezTo>
                    <a:pt x="4969" y="5877"/>
                    <a:pt x="5143" y="5942"/>
                    <a:pt x="5170" y="6067"/>
                  </a:cubicBezTo>
                  <a:close/>
                  <a:moveTo>
                    <a:pt x="2914" y="5252"/>
                  </a:moveTo>
                  <a:cubicBezTo>
                    <a:pt x="2816" y="5453"/>
                    <a:pt x="2816" y="5453"/>
                    <a:pt x="2854" y="5638"/>
                  </a:cubicBezTo>
                  <a:cubicBezTo>
                    <a:pt x="2914" y="5507"/>
                    <a:pt x="3034" y="5409"/>
                    <a:pt x="2914" y="5246"/>
                  </a:cubicBezTo>
                  <a:close/>
                  <a:moveTo>
                    <a:pt x="3697" y="1762"/>
                  </a:moveTo>
                  <a:cubicBezTo>
                    <a:pt x="3610" y="1903"/>
                    <a:pt x="3436" y="1936"/>
                    <a:pt x="3479" y="2126"/>
                  </a:cubicBezTo>
                  <a:cubicBezTo>
                    <a:pt x="3632" y="2066"/>
                    <a:pt x="3702" y="1968"/>
                    <a:pt x="3697" y="1762"/>
                  </a:cubicBezTo>
                  <a:close/>
                  <a:moveTo>
                    <a:pt x="2360" y="7393"/>
                  </a:moveTo>
                  <a:cubicBezTo>
                    <a:pt x="2403" y="7230"/>
                    <a:pt x="2321" y="7171"/>
                    <a:pt x="2207" y="7111"/>
                  </a:cubicBezTo>
                  <a:cubicBezTo>
                    <a:pt x="2196" y="7317"/>
                    <a:pt x="2196" y="7317"/>
                    <a:pt x="2360" y="7393"/>
                  </a:cubicBezTo>
                  <a:close/>
                  <a:moveTo>
                    <a:pt x="4751" y="7035"/>
                  </a:moveTo>
                  <a:cubicBezTo>
                    <a:pt x="4632" y="7089"/>
                    <a:pt x="4599" y="7165"/>
                    <a:pt x="4648" y="7274"/>
                  </a:cubicBezTo>
                  <a:cubicBezTo>
                    <a:pt x="4768" y="7236"/>
                    <a:pt x="4822" y="7165"/>
                    <a:pt x="4751" y="7035"/>
                  </a:cubicBezTo>
                  <a:close/>
                  <a:moveTo>
                    <a:pt x="5045" y="6051"/>
                  </a:moveTo>
                  <a:cubicBezTo>
                    <a:pt x="4990" y="6149"/>
                    <a:pt x="4969" y="6246"/>
                    <a:pt x="5056" y="6350"/>
                  </a:cubicBezTo>
                  <a:cubicBezTo>
                    <a:pt x="5186" y="6236"/>
                    <a:pt x="5077" y="6149"/>
                    <a:pt x="5039" y="6051"/>
                  </a:cubicBezTo>
                  <a:close/>
                  <a:moveTo>
                    <a:pt x="5192" y="5703"/>
                  </a:moveTo>
                  <a:lnTo>
                    <a:pt x="5246" y="5692"/>
                  </a:lnTo>
                  <a:cubicBezTo>
                    <a:pt x="5246" y="5621"/>
                    <a:pt x="5241" y="5551"/>
                    <a:pt x="5224" y="5480"/>
                  </a:cubicBezTo>
                  <a:cubicBezTo>
                    <a:pt x="5202" y="5453"/>
                    <a:pt x="5170" y="5437"/>
                    <a:pt x="5132" y="5437"/>
                  </a:cubicBezTo>
                  <a:cubicBezTo>
                    <a:pt x="5110" y="5442"/>
                    <a:pt x="5077" y="5502"/>
                    <a:pt x="5083" y="5523"/>
                  </a:cubicBezTo>
                  <a:cubicBezTo>
                    <a:pt x="5115" y="5589"/>
                    <a:pt x="5148" y="5648"/>
                    <a:pt x="5192" y="5703"/>
                  </a:cubicBezTo>
                  <a:close/>
                  <a:moveTo>
                    <a:pt x="5126" y="4463"/>
                  </a:moveTo>
                  <a:cubicBezTo>
                    <a:pt x="5105" y="4523"/>
                    <a:pt x="5094" y="4567"/>
                    <a:pt x="5077" y="4616"/>
                  </a:cubicBezTo>
                  <a:lnTo>
                    <a:pt x="5213" y="4692"/>
                  </a:lnTo>
                  <a:cubicBezTo>
                    <a:pt x="5289" y="4550"/>
                    <a:pt x="5289" y="4550"/>
                    <a:pt x="5126" y="4463"/>
                  </a:cubicBezTo>
                  <a:close/>
                  <a:moveTo>
                    <a:pt x="4990" y="4550"/>
                  </a:moveTo>
                  <a:cubicBezTo>
                    <a:pt x="4757" y="4643"/>
                    <a:pt x="4757" y="4643"/>
                    <a:pt x="4773" y="4773"/>
                  </a:cubicBezTo>
                  <a:cubicBezTo>
                    <a:pt x="4865" y="4724"/>
                    <a:pt x="4980" y="4708"/>
                    <a:pt x="4990" y="4550"/>
                  </a:cubicBezTo>
                  <a:close/>
                  <a:moveTo>
                    <a:pt x="2800" y="4583"/>
                  </a:moveTo>
                  <a:cubicBezTo>
                    <a:pt x="2686" y="4627"/>
                    <a:pt x="2588" y="4686"/>
                    <a:pt x="2555" y="4817"/>
                  </a:cubicBezTo>
                  <a:cubicBezTo>
                    <a:pt x="2664" y="4773"/>
                    <a:pt x="2784" y="4735"/>
                    <a:pt x="2800" y="4583"/>
                  </a:cubicBezTo>
                  <a:close/>
                  <a:moveTo>
                    <a:pt x="4262" y="3469"/>
                  </a:moveTo>
                  <a:cubicBezTo>
                    <a:pt x="4235" y="3344"/>
                    <a:pt x="4213" y="3251"/>
                    <a:pt x="4181" y="3115"/>
                  </a:cubicBezTo>
                  <a:cubicBezTo>
                    <a:pt x="4099" y="3322"/>
                    <a:pt x="4104" y="3349"/>
                    <a:pt x="4268" y="3469"/>
                  </a:cubicBezTo>
                  <a:close/>
                  <a:moveTo>
                    <a:pt x="5164" y="6893"/>
                  </a:moveTo>
                  <a:cubicBezTo>
                    <a:pt x="5311" y="6708"/>
                    <a:pt x="5306" y="6687"/>
                    <a:pt x="5115" y="6611"/>
                  </a:cubicBezTo>
                  <a:cubicBezTo>
                    <a:pt x="5132" y="6708"/>
                    <a:pt x="5148" y="6790"/>
                    <a:pt x="5164" y="6899"/>
                  </a:cubicBezTo>
                  <a:close/>
                  <a:moveTo>
                    <a:pt x="4061" y="4165"/>
                  </a:moveTo>
                  <a:cubicBezTo>
                    <a:pt x="4056" y="4257"/>
                    <a:pt x="3952" y="4349"/>
                    <a:pt x="4072" y="4436"/>
                  </a:cubicBezTo>
                  <a:cubicBezTo>
                    <a:pt x="4159" y="4290"/>
                    <a:pt x="4159" y="4290"/>
                    <a:pt x="4061" y="4170"/>
                  </a:cubicBezTo>
                  <a:close/>
                  <a:moveTo>
                    <a:pt x="5925" y="5404"/>
                  </a:moveTo>
                  <a:cubicBezTo>
                    <a:pt x="6170" y="5431"/>
                    <a:pt x="6170" y="5431"/>
                    <a:pt x="6252" y="5344"/>
                  </a:cubicBezTo>
                  <a:cubicBezTo>
                    <a:pt x="6154" y="5377"/>
                    <a:pt x="6040" y="5279"/>
                    <a:pt x="5931" y="5404"/>
                  </a:cubicBezTo>
                  <a:close/>
                  <a:moveTo>
                    <a:pt x="1262" y="5241"/>
                  </a:moveTo>
                  <a:lnTo>
                    <a:pt x="1213" y="5230"/>
                  </a:lnTo>
                  <a:cubicBezTo>
                    <a:pt x="1088" y="5393"/>
                    <a:pt x="1088" y="5393"/>
                    <a:pt x="1229" y="5464"/>
                  </a:cubicBezTo>
                  <a:cubicBezTo>
                    <a:pt x="1240" y="5382"/>
                    <a:pt x="1251" y="5311"/>
                    <a:pt x="1262" y="5241"/>
                  </a:cubicBezTo>
                  <a:close/>
                  <a:moveTo>
                    <a:pt x="5659" y="4882"/>
                  </a:moveTo>
                  <a:cubicBezTo>
                    <a:pt x="5697" y="4773"/>
                    <a:pt x="5692" y="4708"/>
                    <a:pt x="5572" y="4686"/>
                  </a:cubicBezTo>
                  <a:cubicBezTo>
                    <a:pt x="5523" y="4828"/>
                    <a:pt x="5523" y="4828"/>
                    <a:pt x="5659" y="4887"/>
                  </a:cubicBezTo>
                  <a:close/>
                  <a:moveTo>
                    <a:pt x="3300" y="4382"/>
                  </a:moveTo>
                  <a:lnTo>
                    <a:pt x="3251" y="4382"/>
                  </a:lnTo>
                  <a:cubicBezTo>
                    <a:pt x="3224" y="4442"/>
                    <a:pt x="3197" y="4496"/>
                    <a:pt x="3175" y="4550"/>
                  </a:cubicBezTo>
                  <a:lnTo>
                    <a:pt x="3202" y="4583"/>
                  </a:lnTo>
                  <a:cubicBezTo>
                    <a:pt x="3251" y="4561"/>
                    <a:pt x="3316" y="4545"/>
                    <a:pt x="3343" y="4507"/>
                  </a:cubicBezTo>
                  <a:cubicBezTo>
                    <a:pt x="3360" y="4485"/>
                    <a:pt x="3316" y="4420"/>
                    <a:pt x="3300" y="4382"/>
                  </a:cubicBezTo>
                  <a:close/>
                  <a:moveTo>
                    <a:pt x="3001" y="7649"/>
                  </a:moveTo>
                  <a:cubicBezTo>
                    <a:pt x="3001" y="7518"/>
                    <a:pt x="2957" y="7459"/>
                    <a:pt x="2838" y="7480"/>
                  </a:cubicBezTo>
                  <a:cubicBezTo>
                    <a:pt x="2865" y="7616"/>
                    <a:pt x="2865" y="7616"/>
                    <a:pt x="3001" y="7643"/>
                  </a:cubicBezTo>
                  <a:close/>
                  <a:moveTo>
                    <a:pt x="3930" y="4257"/>
                  </a:moveTo>
                  <a:cubicBezTo>
                    <a:pt x="3914" y="4121"/>
                    <a:pt x="4007" y="4018"/>
                    <a:pt x="3882" y="3882"/>
                  </a:cubicBezTo>
                  <a:cubicBezTo>
                    <a:pt x="3887" y="4023"/>
                    <a:pt x="3784" y="4116"/>
                    <a:pt x="3930" y="4257"/>
                  </a:cubicBezTo>
                  <a:close/>
                  <a:moveTo>
                    <a:pt x="680" y="5295"/>
                  </a:moveTo>
                  <a:cubicBezTo>
                    <a:pt x="712" y="5143"/>
                    <a:pt x="577" y="5138"/>
                    <a:pt x="511" y="5078"/>
                  </a:cubicBezTo>
                  <a:cubicBezTo>
                    <a:pt x="506" y="5197"/>
                    <a:pt x="549" y="5273"/>
                    <a:pt x="680" y="5290"/>
                  </a:cubicBezTo>
                  <a:close/>
                  <a:moveTo>
                    <a:pt x="5431" y="4795"/>
                  </a:moveTo>
                  <a:cubicBezTo>
                    <a:pt x="5485" y="4686"/>
                    <a:pt x="5474" y="4621"/>
                    <a:pt x="5349" y="4605"/>
                  </a:cubicBezTo>
                  <a:cubicBezTo>
                    <a:pt x="5284" y="4703"/>
                    <a:pt x="5311" y="4757"/>
                    <a:pt x="5431" y="4790"/>
                  </a:cubicBezTo>
                  <a:close/>
                  <a:moveTo>
                    <a:pt x="5518" y="4964"/>
                  </a:moveTo>
                  <a:cubicBezTo>
                    <a:pt x="5447" y="5121"/>
                    <a:pt x="5447" y="5121"/>
                    <a:pt x="5518" y="5273"/>
                  </a:cubicBezTo>
                  <a:close/>
                  <a:moveTo>
                    <a:pt x="8013" y="4801"/>
                  </a:moveTo>
                  <a:cubicBezTo>
                    <a:pt x="7871" y="4833"/>
                    <a:pt x="7877" y="4909"/>
                    <a:pt x="7931" y="5007"/>
                  </a:cubicBezTo>
                  <a:cubicBezTo>
                    <a:pt x="8073" y="4974"/>
                    <a:pt x="8035" y="4887"/>
                    <a:pt x="8013" y="4801"/>
                  </a:cubicBezTo>
                  <a:close/>
                  <a:moveTo>
                    <a:pt x="4056" y="3105"/>
                  </a:moveTo>
                  <a:lnTo>
                    <a:pt x="4175" y="2909"/>
                  </a:lnTo>
                  <a:cubicBezTo>
                    <a:pt x="3996" y="2903"/>
                    <a:pt x="3996" y="2903"/>
                    <a:pt x="4056" y="3105"/>
                  </a:cubicBezTo>
                  <a:close/>
                  <a:moveTo>
                    <a:pt x="1474" y="5899"/>
                  </a:moveTo>
                  <a:cubicBezTo>
                    <a:pt x="1425" y="6029"/>
                    <a:pt x="1484" y="6083"/>
                    <a:pt x="1577" y="6121"/>
                  </a:cubicBezTo>
                  <a:cubicBezTo>
                    <a:pt x="1626" y="6013"/>
                    <a:pt x="1560" y="5964"/>
                    <a:pt x="1474" y="5899"/>
                  </a:cubicBezTo>
                  <a:close/>
                  <a:moveTo>
                    <a:pt x="5474" y="5442"/>
                  </a:moveTo>
                  <a:cubicBezTo>
                    <a:pt x="5420" y="5333"/>
                    <a:pt x="5355" y="5339"/>
                    <a:pt x="5279" y="5398"/>
                  </a:cubicBezTo>
                  <a:cubicBezTo>
                    <a:pt x="5327" y="5491"/>
                    <a:pt x="5382" y="5534"/>
                    <a:pt x="5474" y="5447"/>
                  </a:cubicBezTo>
                  <a:close/>
                  <a:moveTo>
                    <a:pt x="4387" y="4648"/>
                  </a:moveTo>
                  <a:cubicBezTo>
                    <a:pt x="4322" y="4779"/>
                    <a:pt x="4393" y="4817"/>
                    <a:pt x="4480" y="4860"/>
                  </a:cubicBezTo>
                  <a:cubicBezTo>
                    <a:pt x="4528" y="4757"/>
                    <a:pt x="4490" y="4697"/>
                    <a:pt x="4387" y="4654"/>
                  </a:cubicBezTo>
                  <a:close/>
                  <a:moveTo>
                    <a:pt x="8301" y="3996"/>
                  </a:moveTo>
                  <a:lnTo>
                    <a:pt x="8263" y="3996"/>
                  </a:lnTo>
                  <a:cubicBezTo>
                    <a:pt x="8252" y="4040"/>
                    <a:pt x="8225" y="4094"/>
                    <a:pt x="8241" y="4116"/>
                  </a:cubicBezTo>
                  <a:cubicBezTo>
                    <a:pt x="8274" y="4154"/>
                    <a:pt x="8306" y="4235"/>
                    <a:pt x="8399" y="4159"/>
                  </a:cubicBezTo>
                  <a:cubicBezTo>
                    <a:pt x="8366" y="4110"/>
                    <a:pt x="8339" y="4050"/>
                    <a:pt x="8306" y="3996"/>
                  </a:cubicBezTo>
                  <a:close/>
                  <a:moveTo>
                    <a:pt x="3827" y="7078"/>
                  </a:moveTo>
                  <a:cubicBezTo>
                    <a:pt x="3757" y="7073"/>
                    <a:pt x="3680" y="7024"/>
                    <a:pt x="3610" y="7176"/>
                  </a:cubicBezTo>
                  <a:cubicBezTo>
                    <a:pt x="3713" y="7160"/>
                    <a:pt x="3784" y="7181"/>
                    <a:pt x="3827" y="7078"/>
                  </a:cubicBezTo>
                  <a:close/>
                  <a:moveTo>
                    <a:pt x="827" y="5290"/>
                  </a:moveTo>
                  <a:cubicBezTo>
                    <a:pt x="821" y="5306"/>
                    <a:pt x="821" y="5322"/>
                    <a:pt x="816" y="5333"/>
                  </a:cubicBezTo>
                  <a:lnTo>
                    <a:pt x="995" y="5415"/>
                  </a:lnTo>
                  <a:lnTo>
                    <a:pt x="1011" y="5371"/>
                  </a:lnTo>
                  <a:cubicBezTo>
                    <a:pt x="968" y="5317"/>
                    <a:pt x="903" y="5284"/>
                    <a:pt x="832" y="5290"/>
                  </a:cubicBezTo>
                  <a:close/>
                  <a:moveTo>
                    <a:pt x="3376" y="7257"/>
                  </a:moveTo>
                  <a:cubicBezTo>
                    <a:pt x="3430" y="7214"/>
                    <a:pt x="3468" y="7181"/>
                    <a:pt x="3512" y="7143"/>
                  </a:cubicBezTo>
                  <a:lnTo>
                    <a:pt x="3512" y="7105"/>
                  </a:lnTo>
                  <a:lnTo>
                    <a:pt x="3322" y="7143"/>
                  </a:lnTo>
                  <a:cubicBezTo>
                    <a:pt x="3343" y="7187"/>
                    <a:pt x="3360" y="7214"/>
                    <a:pt x="3381" y="7257"/>
                  </a:cubicBezTo>
                  <a:close/>
                  <a:moveTo>
                    <a:pt x="7127" y="4773"/>
                  </a:moveTo>
                  <a:cubicBezTo>
                    <a:pt x="7023" y="4773"/>
                    <a:pt x="6991" y="4817"/>
                    <a:pt x="6980" y="4909"/>
                  </a:cubicBezTo>
                  <a:cubicBezTo>
                    <a:pt x="7072" y="4904"/>
                    <a:pt x="7138" y="4893"/>
                    <a:pt x="7127" y="4773"/>
                  </a:cubicBezTo>
                  <a:close/>
                  <a:moveTo>
                    <a:pt x="4273" y="4425"/>
                  </a:moveTo>
                  <a:cubicBezTo>
                    <a:pt x="4170" y="4512"/>
                    <a:pt x="4159" y="4578"/>
                    <a:pt x="4300" y="4648"/>
                  </a:cubicBezTo>
                  <a:cubicBezTo>
                    <a:pt x="4289" y="4556"/>
                    <a:pt x="4284" y="4491"/>
                    <a:pt x="4273" y="4425"/>
                  </a:cubicBezTo>
                  <a:close/>
                  <a:moveTo>
                    <a:pt x="8138" y="4279"/>
                  </a:moveTo>
                  <a:cubicBezTo>
                    <a:pt x="8230" y="4360"/>
                    <a:pt x="8285" y="4415"/>
                    <a:pt x="8350" y="4469"/>
                  </a:cubicBezTo>
                  <a:cubicBezTo>
                    <a:pt x="8333" y="4311"/>
                    <a:pt x="8328" y="4306"/>
                    <a:pt x="8138" y="4279"/>
                  </a:cubicBezTo>
                  <a:close/>
                  <a:moveTo>
                    <a:pt x="7301" y="4675"/>
                  </a:moveTo>
                  <a:lnTo>
                    <a:pt x="7203" y="4866"/>
                  </a:lnTo>
                  <a:lnTo>
                    <a:pt x="7393" y="4795"/>
                  </a:lnTo>
                  <a:close/>
                  <a:moveTo>
                    <a:pt x="1300" y="5219"/>
                  </a:moveTo>
                  <a:cubicBezTo>
                    <a:pt x="1392" y="5186"/>
                    <a:pt x="1430" y="5143"/>
                    <a:pt x="1387" y="5078"/>
                  </a:cubicBezTo>
                  <a:cubicBezTo>
                    <a:pt x="1381" y="5061"/>
                    <a:pt x="1343" y="5061"/>
                    <a:pt x="1321" y="5056"/>
                  </a:cubicBezTo>
                  <a:cubicBezTo>
                    <a:pt x="1310" y="5105"/>
                    <a:pt x="1300" y="5154"/>
                    <a:pt x="1294" y="5219"/>
                  </a:cubicBezTo>
                  <a:close/>
                  <a:moveTo>
                    <a:pt x="4094" y="7122"/>
                  </a:moveTo>
                  <a:cubicBezTo>
                    <a:pt x="4045" y="7018"/>
                    <a:pt x="4001" y="6997"/>
                    <a:pt x="3947" y="7040"/>
                  </a:cubicBezTo>
                  <a:cubicBezTo>
                    <a:pt x="3936" y="7045"/>
                    <a:pt x="3941" y="7105"/>
                    <a:pt x="3947" y="7105"/>
                  </a:cubicBezTo>
                  <a:cubicBezTo>
                    <a:pt x="3996" y="7116"/>
                    <a:pt x="4045" y="7116"/>
                    <a:pt x="4094" y="7122"/>
                  </a:cubicBezTo>
                  <a:close/>
                  <a:moveTo>
                    <a:pt x="5746" y="4909"/>
                  </a:moveTo>
                  <a:cubicBezTo>
                    <a:pt x="5849" y="4806"/>
                    <a:pt x="5849" y="4806"/>
                    <a:pt x="5746" y="4768"/>
                  </a:cubicBezTo>
                  <a:close/>
                  <a:moveTo>
                    <a:pt x="2664" y="5061"/>
                  </a:moveTo>
                  <a:lnTo>
                    <a:pt x="2550" y="4915"/>
                  </a:lnTo>
                  <a:cubicBezTo>
                    <a:pt x="2523" y="5034"/>
                    <a:pt x="2561" y="5072"/>
                    <a:pt x="2664" y="5061"/>
                  </a:cubicBezTo>
                  <a:close/>
                  <a:moveTo>
                    <a:pt x="2490" y="5273"/>
                  </a:moveTo>
                  <a:cubicBezTo>
                    <a:pt x="2408" y="5235"/>
                    <a:pt x="2360" y="5252"/>
                    <a:pt x="2316" y="5371"/>
                  </a:cubicBezTo>
                  <a:close/>
                  <a:moveTo>
                    <a:pt x="1539" y="5045"/>
                  </a:moveTo>
                  <a:cubicBezTo>
                    <a:pt x="1588" y="5148"/>
                    <a:pt x="1637" y="5154"/>
                    <a:pt x="1707" y="5078"/>
                  </a:cubicBezTo>
                  <a:close/>
                  <a:moveTo>
                    <a:pt x="6893" y="4882"/>
                  </a:moveTo>
                  <a:lnTo>
                    <a:pt x="6860" y="4822"/>
                  </a:lnTo>
                  <a:cubicBezTo>
                    <a:pt x="6833" y="4849"/>
                    <a:pt x="6801" y="4871"/>
                    <a:pt x="6779" y="4898"/>
                  </a:cubicBezTo>
                  <a:cubicBezTo>
                    <a:pt x="6779" y="4909"/>
                    <a:pt x="6784" y="4915"/>
                    <a:pt x="6795" y="4926"/>
                  </a:cubicBezTo>
                  <a:cubicBezTo>
                    <a:pt x="6833" y="4909"/>
                    <a:pt x="6866" y="4893"/>
                    <a:pt x="6898" y="4882"/>
                  </a:cubicBezTo>
                  <a:close/>
                  <a:moveTo>
                    <a:pt x="1772" y="5986"/>
                  </a:moveTo>
                  <a:cubicBezTo>
                    <a:pt x="1686" y="6007"/>
                    <a:pt x="1680" y="6056"/>
                    <a:pt x="1702" y="6127"/>
                  </a:cubicBezTo>
                  <a:cubicBezTo>
                    <a:pt x="1789" y="6100"/>
                    <a:pt x="1805" y="6056"/>
                    <a:pt x="1778" y="5986"/>
                  </a:cubicBezTo>
                  <a:close/>
                  <a:moveTo>
                    <a:pt x="6599" y="5371"/>
                  </a:moveTo>
                  <a:lnTo>
                    <a:pt x="6599" y="5355"/>
                  </a:lnTo>
                  <a:lnTo>
                    <a:pt x="6420" y="5355"/>
                  </a:lnTo>
                  <a:lnTo>
                    <a:pt x="6420" y="5377"/>
                  </a:lnTo>
                  <a:close/>
                  <a:moveTo>
                    <a:pt x="2256" y="5382"/>
                  </a:moveTo>
                  <a:cubicBezTo>
                    <a:pt x="2235" y="5360"/>
                    <a:pt x="2218" y="5333"/>
                    <a:pt x="2213" y="5333"/>
                  </a:cubicBezTo>
                  <a:cubicBezTo>
                    <a:pt x="2186" y="5344"/>
                    <a:pt x="2158" y="5360"/>
                    <a:pt x="2131" y="5377"/>
                  </a:cubicBezTo>
                  <a:cubicBezTo>
                    <a:pt x="2148" y="5393"/>
                    <a:pt x="2158" y="5426"/>
                    <a:pt x="2169" y="5426"/>
                  </a:cubicBezTo>
                  <a:cubicBezTo>
                    <a:pt x="2202" y="5415"/>
                    <a:pt x="2229" y="5398"/>
                    <a:pt x="2256" y="5382"/>
                  </a:cubicBezTo>
                  <a:close/>
                  <a:moveTo>
                    <a:pt x="4664" y="4708"/>
                  </a:moveTo>
                  <a:lnTo>
                    <a:pt x="4615" y="4708"/>
                  </a:lnTo>
                  <a:lnTo>
                    <a:pt x="4594" y="4839"/>
                  </a:lnTo>
                  <a:lnTo>
                    <a:pt x="4637" y="4844"/>
                  </a:lnTo>
                  <a:cubicBezTo>
                    <a:pt x="4648" y="4795"/>
                    <a:pt x="4653" y="4752"/>
                    <a:pt x="4664" y="4708"/>
                  </a:cubicBezTo>
                  <a:close/>
                  <a:moveTo>
                    <a:pt x="3322" y="4219"/>
                  </a:moveTo>
                  <a:cubicBezTo>
                    <a:pt x="3354" y="4284"/>
                    <a:pt x="3371" y="4317"/>
                    <a:pt x="3403" y="4366"/>
                  </a:cubicBezTo>
                  <a:cubicBezTo>
                    <a:pt x="3452" y="4279"/>
                    <a:pt x="3452" y="4241"/>
                    <a:pt x="3322" y="4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3"/>
            <p:cNvSpPr/>
            <p:nvPr/>
          </p:nvSpPr>
          <p:spPr>
            <a:xfrm>
              <a:off x="6465932" y="2430851"/>
              <a:ext cx="522800" cy="437073"/>
            </a:xfrm>
            <a:custGeom>
              <a:rect b="b" l="l" r="r" t="t"/>
              <a:pathLst>
                <a:path extrusionOk="0" h="1968" w="2354">
                  <a:moveTo>
                    <a:pt x="1104" y="0"/>
                  </a:moveTo>
                  <a:cubicBezTo>
                    <a:pt x="1397" y="0"/>
                    <a:pt x="1685" y="87"/>
                    <a:pt x="1930" y="250"/>
                  </a:cubicBezTo>
                  <a:cubicBezTo>
                    <a:pt x="2213" y="446"/>
                    <a:pt x="2354" y="788"/>
                    <a:pt x="2289" y="1120"/>
                  </a:cubicBezTo>
                  <a:cubicBezTo>
                    <a:pt x="2196" y="1566"/>
                    <a:pt x="1908" y="1816"/>
                    <a:pt x="1479" y="1919"/>
                  </a:cubicBezTo>
                  <a:cubicBezTo>
                    <a:pt x="1261" y="1968"/>
                    <a:pt x="1028" y="1962"/>
                    <a:pt x="810" y="1908"/>
                  </a:cubicBezTo>
                  <a:cubicBezTo>
                    <a:pt x="620" y="1875"/>
                    <a:pt x="451" y="1767"/>
                    <a:pt x="343" y="1604"/>
                  </a:cubicBezTo>
                  <a:cubicBezTo>
                    <a:pt x="0" y="1082"/>
                    <a:pt x="11" y="685"/>
                    <a:pt x="354" y="272"/>
                  </a:cubicBezTo>
                  <a:cubicBezTo>
                    <a:pt x="511" y="87"/>
                    <a:pt x="729" y="33"/>
                    <a:pt x="957" y="0"/>
                  </a:cubicBezTo>
                  <a:cubicBezTo>
                    <a:pt x="1006" y="0"/>
                    <a:pt x="1055" y="0"/>
                    <a:pt x="1104" y="0"/>
                  </a:cubicBezTo>
                  <a:close/>
                  <a:moveTo>
                    <a:pt x="2120" y="1006"/>
                  </a:moveTo>
                  <a:cubicBezTo>
                    <a:pt x="1952" y="919"/>
                    <a:pt x="1810" y="837"/>
                    <a:pt x="1664" y="767"/>
                  </a:cubicBezTo>
                  <a:cubicBezTo>
                    <a:pt x="1245" y="560"/>
                    <a:pt x="832" y="609"/>
                    <a:pt x="435" y="826"/>
                  </a:cubicBezTo>
                  <a:cubicBezTo>
                    <a:pt x="239" y="935"/>
                    <a:pt x="245" y="946"/>
                    <a:pt x="310" y="1169"/>
                  </a:cubicBezTo>
                  <a:cubicBezTo>
                    <a:pt x="381" y="1386"/>
                    <a:pt x="490" y="1604"/>
                    <a:pt x="723" y="1691"/>
                  </a:cubicBezTo>
                  <a:cubicBezTo>
                    <a:pt x="1039" y="1821"/>
                    <a:pt x="1392" y="1805"/>
                    <a:pt x="1696" y="1653"/>
                  </a:cubicBezTo>
                  <a:cubicBezTo>
                    <a:pt x="1946" y="1533"/>
                    <a:pt x="2115" y="1283"/>
                    <a:pt x="2120" y="1006"/>
                  </a:cubicBezTo>
                  <a:close/>
                  <a:moveTo>
                    <a:pt x="1006" y="158"/>
                  </a:moveTo>
                  <a:cubicBezTo>
                    <a:pt x="984" y="283"/>
                    <a:pt x="968" y="375"/>
                    <a:pt x="952" y="473"/>
                  </a:cubicBezTo>
                  <a:cubicBezTo>
                    <a:pt x="1153" y="468"/>
                    <a:pt x="1158" y="462"/>
                    <a:pt x="1202" y="180"/>
                  </a:cubicBezTo>
                  <a:close/>
                  <a:moveTo>
                    <a:pt x="528" y="272"/>
                  </a:moveTo>
                  <a:cubicBezTo>
                    <a:pt x="392" y="440"/>
                    <a:pt x="288" y="571"/>
                    <a:pt x="272" y="761"/>
                  </a:cubicBezTo>
                  <a:cubicBezTo>
                    <a:pt x="495" y="680"/>
                    <a:pt x="533" y="511"/>
                    <a:pt x="528" y="272"/>
                  </a:cubicBezTo>
                  <a:close/>
                  <a:moveTo>
                    <a:pt x="685" y="218"/>
                  </a:moveTo>
                  <a:lnTo>
                    <a:pt x="658" y="522"/>
                  </a:lnTo>
                  <a:cubicBezTo>
                    <a:pt x="799" y="544"/>
                    <a:pt x="827" y="462"/>
                    <a:pt x="843" y="370"/>
                  </a:cubicBezTo>
                  <a:cubicBezTo>
                    <a:pt x="854" y="315"/>
                    <a:pt x="870" y="256"/>
                    <a:pt x="881" y="185"/>
                  </a:cubicBezTo>
                  <a:close/>
                  <a:moveTo>
                    <a:pt x="1332" y="185"/>
                  </a:moveTo>
                  <a:cubicBezTo>
                    <a:pt x="1310" y="294"/>
                    <a:pt x="1294" y="381"/>
                    <a:pt x="1272" y="473"/>
                  </a:cubicBezTo>
                  <a:lnTo>
                    <a:pt x="1457" y="473"/>
                  </a:lnTo>
                  <a:lnTo>
                    <a:pt x="1539" y="250"/>
                  </a:lnTo>
                  <a:close/>
                  <a:moveTo>
                    <a:pt x="1653" y="294"/>
                  </a:moveTo>
                  <a:cubicBezTo>
                    <a:pt x="1577" y="506"/>
                    <a:pt x="1577" y="506"/>
                    <a:pt x="1691" y="565"/>
                  </a:cubicBezTo>
                  <a:cubicBezTo>
                    <a:pt x="1723" y="500"/>
                    <a:pt x="1751" y="435"/>
                    <a:pt x="1778" y="364"/>
                  </a:cubicBezTo>
                  <a:close/>
                  <a:moveTo>
                    <a:pt x="1876" y="663"/>
                  </a:moveTo>
                  <a:cubicBezTo>
                    <a:pt x="1914" y="604"/>
                    <a:pt x="1995" y="555"/>
                    <a:pt x="1925" y="451"/>
                  </a:cubicBezTo>
                  <a:cubicBezTo>
                    <a:pt x="1859" y="506"/>
                    <a:pt x="1838" y="593"/>
                    <a:pt x="1876" y="6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3"/>
            <p:cNvSpPr/>
            <p:nvPr/>
          </p:nvSpPr>
          <p:spPr>
            <a:xfrm>
              <a:off x="5550695" y="2766431"/>
              <a:ext cx="273171" cy="245187"/>
            </a:xfrm>
            <a:custGeom>
              <a:rect b="b" l="l" r="r" t="t"/>
              <a:pathLst>
                <a:path extrusionOk="0" h="1104" w="1230">
                  <a:moveTo>
                    <a:pt x="604" y="38"/>
                  </a:moveTo>
                  <a:cubicBezTo>
                    <a:pt x="909" y="0"/>
                    <a:pt x="1148" y="207"/>
                    <a:pt x="1186" y="408"/>
                  </a:cubicBezTo>
                  <a:cubicBezTo>
                    <a:pt x="1229" y="620"/>
                    <a:pt x="1142" y="827"/>
                    <a:pt x="920" y="979"/>
                  </a:cubicBezTo>
                  <a:cubicBezTo>
                    <a:pt x="757" y="1098"/>
                    <a:pt x="534" y="1104"/>
                    <a:pt x="365" y="990"/>
                  </a:cubicBezTo>
                  <a:cubicBezTo>
                    <a:pt x="338" y="973"/>
                    <a:pt x="311" y="952"/>
                    <a:pt x="284" y="935"/>
                  </a:cubicBezTo>
                  <a:cubicBezTo>
                    <a:pt x="39" y="756"/>
                    <a:pt x="1" y="669"/>
                    <a:pt x="72" y="424"/>
                  </a:cubicBezTo>
                  <a:cubicBezTo>
                    <a:pt x="148" y="147"/>
                    <a:pt x="267" y="55"/>
                    <a:pt x="545" y="38"/>
                  </a:cubicBezTo>
                  <a:cubicBezTo>
                    <a:pt x="572" y="38"/>
                    <a:pt x="599" y="38"/>
                    <a:pt x="604" y="38"/>
                  </a:cubicBezTo>
                  <a:close/>
                  <a:moveTo>
                    <a:pt x="1045" y="615"/>
                  </a:moveTo>
                  <a:cubicBezTo>
                    <a:pt x="941" y="566"/>
                    <a:pt x="833" y="522"/>
                    <a:pt x="724" y="495"/>
                  </a:cubicBezTo>
                  <a:cubicBezTo>
                    <a:pt x="566" y="468"/>
                    <a:pt x="398" y="451"/>
                    <a:pt x="246" y="533"/>
                  </a:cubicBezTo>
                  <a:cubicBezTo>
                    <a:pt x="153" y="582"/>
                    <a:pt x="126" y="647"/>
                    <a:pt x="186" y="712"/>
                  </a:cubicBezTo>
                  <a:cubicBezTo>
                    <a:pt x="316" y="843"/>
                    <a:pt x="452" y="973"/>
                    <a:pt x="664" y="952"/>
                  </a:cubicBezTo>
                  <a:cubicBezTo>
                    <a:pt x="849" y="930"/>
                    <a:pt x="963" y="810"/>
                    <a:pt x="1045" y="615"/>
                  </a:cubicBezTo>
                  <a:close/>
                  <a:moveTo>
                    <a:pt x="593" y="185"/>
                  </a:moveTo>
                  <a:cubicBezTo>
                    <a:pt x="409" y="185"/>
                    <a:pt x="409" y="185"/>
                    <a:pt x="430" y="370"/>
                  </a:cubicBezTo>
                  <a:lnTo>
                    <a:pt x="566" y="370"/>
                  </a:lnTo>
                  <a:cubicBezTo>
                    <a:pt x="577" y="305"/>
                    <a:pt x="583" y="256"/>
                    <a:pt x="593" y="185"/>
                  </a:cubicBezTo>
                  <a:close/>
                  <a:moveTo>
                    <a:pt x="322" y="239"/>
                  </a:moveTo>
                  <a:cubicBezTo>
                    <a:pt x="218" y="278"/>
                    <a:pt x="159" y="381"/>
                    <a:pt x="175" y="490"/>
                  </a:cubicBezTo>
                  <a:lnTo>
                    <a:pt x="360" y="392"/>
                  </a:lnTo>
                  <a:close/>
                  <a:moveTo>
                    <a:pt x="713" y="375"/>
                  </a:moveTo>
                  <a:cubicBezTo>
                    <a:pt x="751" y="364"/>
                    <a:pt x="805" y="364"/>
                    <a:pt x="816" y="348"/>
                  </a:cubicBezTo>
                  <a:cubicBezTo>
                    <a:pt x="854" y="283"/>
                    <a:pt x="838" y="201"/>
                    <a:pt x="773" y="158"/>
                  </a:cubicBezTo>
                  <a:cubicBezTo>
                    <a:pt x="718" y="218"/>
                    <a:pt x="697" y="299"/>
                    <a:pt x="713" y="375"/>
                  </a:cubicBezTo>
                  <a:close/>
                  <a:moveTo>
                    <a:pt x="958" y="419"/>
                  </a:moveTo>
                  <a:lnTo>
                    <a:pt x="1012" y="419"/>
                  </a:lnTo>
                  <a:cubicBezTo>
                    <a:pt x="1007" y="381"/>
                    <a:pt x="996" y="343"/>
                    <a:pt x="990" y="305"/>
                  </a:cubicBezTo>
                  <a:lnTo>
                    <a:pt x="958" y="3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123"/>
          <p:cNvGrpSpPr/>
          <p:nvPr/>
        </p:nvGrpSpPr>
        <p:grpSpPr>
          <a:xfrm>
            <a:off x="4560700" y="1441000"/>
            <a:ext cx="3865439" cy="566808"/>
            <a:chOff x="4560700" y="1441000"/>
            <a:chExt cx="3865439" cy="566808"/>
          </a:xfrm>
        </p:grpSpPr>
        <p:sp>
          <p:nvSpPr>
            <p:cNvPr id="6985" name="Google Shape;6985;p123"/>
            <p:cNvSpPr/>
            <p:nvPr/>
          </p:nvSpPr>
          <p:spPr>
            <a:xfrm>
              <a:off x="4560700" y="1441000"/>
              <a:ext cx="550739" cy="566808"/>
            </a:xfrm>
            <a:custGeom>
              <a:rect b="b" l="l" r="r" t="t"/>
              <a:pathLst>
                <a:path extrusionOk="0" h="8924" w="8671">
                  <a:moveTo>
                    <a:pt x="4337" y="187"/>
                  </a:moveTo>
                  <a:cubicBezTo>
                    <a:pt x="5253" y="187"/>
                    <a:pt x="6114" y="494"/>
                    <a:pt x="6942" y="963"/>
                  </a:cubicBezTo>
                  <a:cubicBezTo>
                    <a:pt x="7377" y="1208"/>
                    <a:pt x="7643" y="1632"/>
                    <a:pt x="7921" y="2056"/>
                  </a:cubicBezTo>
                  <a:cubicBezTo>
                    <a:pt x="7883" y="2056"/>
                    <a:pt x="7866" y="2056"/>
                    <a:pt x="7861" y="2050"/>
                  </a:cubicBezTo>
                  <a:cubicBezTo>
                    <a:pt x="7421" y="1474"/>
                    <a:pt x="6828" y="1148"/>
                    <a:pt x="6165" y="936"/>
                  </a:cubicBezTo>
                  <a:cubicBezTo>
                    <a:pt x="5560" y="742"/>
                    <a:pt x="4959" y="522"/>
                    <a:pt x="4322" y="522"/>
                  </a:cubicBezTo>
                  <a:cubicBezTo>
                    <a:pt x="4261" y="522"/>
                    <a:pt x="4199" y="524"/>
                    <a:pt x="4137" y="528"/>
                  </a:cubicBezTo>
                  <a:cubicBezTo>
                    <a:pt x="3697" y="561"/>
                    <a:pt x="3257" y="610"/>
                    <a:pt x="2816" y="675"/>
                  </a:cubicBezTo>
                  <a:cubicBezTo>
                    <a:pt x="2550" y="708"/>
                    <a:pt x="2316" y="865"/>
                    <a:pt x="2093" y="1017"/>
                  </a:cubicBezTo>
                  <a:cubicBezTo>
                    <a:pt x="1740" y="1262"/>
                    <a:pt x="1414" y="1539"/>
                    <a:pt x="1120" y="1854"/>
                  </a:cubicBezTo>
                  <a:cubicBezTo>
                    <a:pt x="1680" y="1023"/>
                    <a:pt x="2447" y="517"/>
                    <a:pt x="3403" y="294"/>
                  </a:cubicBezTo>
                  <a:cubicBezTo>
                    <a:pt x="3721" y="221"/>
                    <a:pt x="4032" y="187"/>
                    <a:pt x="4337" y="187"/>
                  </a:cubicBezTo>
                  <a:close/>
                  <a:moveTo>
                    <a:pt x="4003" y="731"/>
                  </a:moveTo>
                  <a:cubicBezTo>
                    <a:pt x="4931" y="731"/>
                    <a:pt x="5797" y="972"/>
                    <a:pt x="6654" y="1338"/>
                  </a:cubicBezTo>
                  <a:cubicBezTo>
                    <a:pt x="7426" y="1664"/>
                    <a:pt x="7888" y="2295"/>
                    <a:pt x="8220" y="3056"/>
                  </a:cubicBezTo>
                  <a:cubicBezTo>
                    <a:pt x="8328" y="3306"/>
                    <a:pt x="8258" y="3572"/>
                    <a:pt x="8230" y="3833"/>
                  </a:cubicBezTo>
                  <a:cubicBezTo>
                    <a:pt x="8149" y="4768"/>
                    <a:pt x="7937" y="5660"/>
                    <a:pt x="7453" y="6480"/>
                  </a:cubicBezTo>
                  <a:cubicBezTo>
                    <a:pt x="6882" y="7437"/>
                    <a:pt x="6062" y="7937"/>
                    <a:pt x="5012" y="8084"/>
                  </a:cubicBezTo>
                  <a:cubicBezTo>
                    <a:pt x="4813" y="8112"/>
                    <a:pt x="4614" y="8128"/>
                    <a:pt x="4415" y="8128"/>
                  </a:cubicBezTo>
                  <a:cubicBezTo>
                    <a:pt x="4386" y="8128"/>
                    <a:pt x="4357" y="8128"/>
                    <a:pt x="4328" y="8127"/>
                  </a:cubicBezTo>
                  <a:lnTo>
                    <a:pt x="4322" y="8127"/>
                  </a:lnTo>
                  <a:cubicBezTo>
                    <a:pt x="3724" y="8095"/>
                    <a:pt x="3121" y="8095"/>
                    <a:pt x="2528" y="7943"/>
                  </a:cubicBezTo>
                  <a:cubicBezTo>
                    <a:pt x="1300" y="7633"/>
                    <a:pt x="501" y="6600"/>
                    <a:pt x="403" y="5295"/>
                  </a:cubicBezTo>
                  <a:cubicBezTo>
                    <a:pt x="359" y="4735"/>
                    <a:pt x="392" y="4170"/>
                    <a:pt x="501" y="3621"/>
                  </a:cubicBezTo>
                  <a:cubicBezTo>
                    <a:pt x="599" y="3072"/>
                    <a:pt x="816" y="2539"/>
                    <a:pt x="1142" y="2143"/>
                  </a:cubicBezTo>
                  <a:cubicBezTo>
                    <a:pt x="1729" y="1430"/>
                    <a:pt x="2425" y="865"/>
                    <a:pt x="3425" y="762"/>
                  </a:cubicBezTo>
                  <a:cubicBezTo>
                    <a:pt x="3621" y="741"/>
                    <a:pt x="3813" y="731"/>
                    <a:pt x="4003" y="731"/>
                  </a:cubicBezTo>
                  <a:close/>
                  <a:moveTo>
                    <a:pt x="8442" y="3991"/>
                  </a:moveTo>
                  <a:cubicBezTo>
                    <a:pt x="8442" y="4208"/>
                    <a:pt x="8453" y="4398"/>
                    <a:pt x="8442" y="4605"/>
                  </a:cubicBezTo>
                  <a:cubicBezTo>
                    <a:pt x="8426" y="4806"/>
                    <a:pt x="8399" y="5013"/>
                    <a:pt x="8366" y="5214"/>
                  </a:cubicBezTo>
                  <a:cubicBezTo>
                    <a:pt x="8095" y="6899"/>
                    <a:pt x="7187" y="8030"/>
                    <a:pt x="5632" y="8584"/>
                  </a:cubicBezTo>
                  <a:cubicBezTo>
                    <a:pt x="5315" y="8697"/>
                    <a:pt x="4994" y="8740"/>
                    <a:pt x="4672" y="8740"/>
                  </a:cubicBezTo>
                  <a:cubicBezTo>
                    <a:pt x="4237" y="8740"/>
                    <a:pt x="3801" y="8663"/>
                    <a:pt x="3371" y="8579"/>
                  </a:cubicBezTo>
                  <a:cubicBezTo>
                    <a:pt x="2800" y="8470"/>
                    <a:pt x="2257" y="8296"/>
                    <a:pt x="1784" y="7937"/>
                  </a:cubicBezTo>
                  <a:cubicBezTo>
                    <a:pt x="1756" y="7919"/>
                    <a:pt x="1728" y="7892"/>
                    <a:pt x="1700" y="7868"/>
                  </a:cubicBezTo>
                  <a:lnTo>
                    <a:pt x="1700" y="7868"/>
                  </a:lnTo>
                  <a:cubicBezTo>
                    <a:pt x="2517" y="8258"/>
                    <a:pt x="3387" y="8280"/>
                    <a:pt x="4257" y="8301"/>
                  </a:cubicBezTo>
                  <a:cubicBezTo>
                    <a:pt x="4305" y="8302"/>
                    <a:pt x="4352" y="8303"/>
                    <a:pt x="4399" y="8303"/>
                  </a:cubicBezTo>
                  <a:cubicBezTo>
                    <a:pt x="6155" y="8303"/>
                    <a:pt x="7287" y="7511"/>
                    <a:pt x="7991" y="5795"/>
                  </a:cubicBezTo>
                  <a:cubicBezTo>
                    <a:pt x="8203" y="5274"/>
                    <a:pt x="8296" y="4725"/>
                    <a:pt x="8372" y="4165"/>
                  </a:cubicBezTo>
                  <a:cubicBezTo>
                    <a:pt x="8383" y="4116"/>
                    <a:pt x="8366" y="4056"/>
                    <a:pt x="8442" y="3991"/>
                  </a:cubicBezTo>
                  <a:close/>
                  <a:moveTo>
                    <a:pt x="4343" y="0"/>
                  </a:moveTo>
                  <a:cubicBezTo>
                    <a:pt x="4318" y="0"/>
                    <a:pt x="4293" y="0"/>
                    <a:pt x="4268" y="1"/>
                  </a:cubicBezTo>
                  <a:cubicBezTo>
                    <a:pt x="1849" y="50"/>
                    <a:pt x="517" y="1876"/>
                    <a:pt x="147" y="3447"/>
                  </a:cubicBezTo>
                  <a:cubicBezTo>
                    <a:pt x="22" y="4029"/>
                    <a:pt x="1" y="4627"/>
                    <a:pt x="82" y="5219"/>
                  </a:cubicBezTo>
                  <a:cubicBezTo>
                    <a:pt x="278" y="6834"/>
                    <a:pt x="1099" y="7970"/>
                    <a:pt x="2577" y="8557"/>
                  </a:cubicBezTo>
                  <a:cubicBezTo>
                    <a:pt x="3050" y="8753"/>
                    <a:pt x="3561" y="8823"/>
                    <a:pt x="4072" y="8888"/>
                  </a:cubicBezTo>
                  <a:cubicBezTo>
                    <a:pt x="4261" y="8912"/>
                    <a:pt x="4446" y="8924"/>
                    <a:pt x="4625" y="8924"/>
                  </a:cubicBezTo>
                  <a:cubicBezTo>
                    <a:pt x="5921" y="8924"/>
                    <a:pt x="6969" y="8312"/>
                    <a:pt x="7790" y="7214"/>
                  </a:cubicBezTo>
                  <a:cubicBezTo>
                    <a:pt x="8415" y="6372"/>
                    <a:pt x="8584" y="5361"/>
                    <a:pt x="8633" y="4328"/>
                  </a:cubicBezTo>
                  <a:cubicBezTo>
                    <a:pt x="8671" y="3871"/>
                    <a:pt x="8513" y="3453"/>
                    <a:pt x="8448" y="3018"/>
                  </a:cubicBezTo>
                  <a:cubicBezTo>
                    <a:pt x="8296" y="2045"/>
                    <a:pt x="7790" y="1289"/>
                    <a:pt x="7007" y="805"/>
                  </a:cubicBezTo>
                  <a:cubicBezTo>
                    <a:pt x="6202" y="307"/>
                    <a:pt x="5314" y="0"/>
                    <a:pt x="4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3"/>
            <p:cNvSpPr/>
            <p:nvPr/>
          </p:nvSpPr>
          <p:spPr>
            <a:xfrm>
              <a:off x="5389375" y="1441000"/>
              <a:ext cx="550739" cy="566808"/>
            </a:xfrm>
            <a:custGeom>
              <a:rect b="b" l="l" r="r" t="t"/>
              <a:pathLst>
                <a:path extrusionOk="0" h="8924" w="8671">
                  <a:moveTo>
                    <a:pt x="4337" y="187"/>
                  </a:moveTo>
                  <a:cubicBezTo>
                    <a:pt x="5253" y="187"/>
                    <a:pt x="6114" y="494"/>
                    <a:pt x="6942" y="963"/>
                  </a:cubicBezTo>
                  <a:cubicBezTo>
                    <a:pt x="7377" y="1208"/>
                    <a:pt x="7643" y="1632"/>
                    <a:pt x="7921" y="2056"/>
                  </a:cubicBezTo>
                  <a:cubicBezTo>
                    <a:pt x="7883" y="2056"/>
                    <a:pt x="7866" y="2056"/>
                    <a:pt x="7861" y="2050"/>
                  </a:cubicBezTo>
                  <a:cubicBezTo>
                    <a:pt x="7421" y="1474"/>
                    <a:pt x="6828" y="1148"/>
                    <a:pt x="6165" y="936"/>
                  </a:cubicBezTo>
                  <a:cubicBezTo>
                    <a:pt x="5560" y="742"/>
                    <a:pt x="4959" y="522"/>
                    <a:pt x="4322" y="522"/>
                  </a:cubicBezTo>
                  <a:cubicBezTo>
                    <a:pt x="4261" y="522"/>
                    <a:pt x="4199" y="524"/>
                    <a:pt x="4137" y="528"/>
                  </a:cubicBezTo>
                  <a:cubicBezTo>
                    <a:pt x="3697" y="561"/>
                    <a:pt x="3257" y="610"/>
                    <a:pt x="2816" y="675"/>
                  </a:cubicBezTo>
                  <a:cubicBezTo>
                    <a:pt x="2550" y="708"/>
                    <a:pt x="2316" y="865"/>
                    <a:pt x="2093" y="1017"/>
                  </a:cubicBezTo>
                  <a:cubicBezTo>
                    <a:pt x="1740" y="1262"/>
                    <a:pt x="1414" y="1539"/>
                    <a:pt x="1120" y="1854"/>
                  </a:cubicBezTo>
                  <a:cubicBezTo>
                    <a:pt x="1680" y="1023"/>
                    <a:pt x="2447" y="517"/>
                    <a:pt x="3403" y="294"/>
                  </a:cubicBezTo>
                  <a:cubicBezTo>
                    <a:pt x="3721" y="221"/>
                    <a:pt x="4032" y="187"/>
                    <a:pt x="4337" y="187"/>
                  </a:cubicBezTo>
                  <a:close/>
                  <a:moveTo>
                    <a:pt x="4003" y="731"/>
                  </a:moveTo>
                  <a:cubicBezTo>
                    <a:pt x="4931" y="731"/>
                    <a:pt x="5797" y="972"/>
                    <a:pt x="6654" y="1338"/>
                  </a:cubicBezTo>
                  <a:cubicBezTo>
                    <a:pt x="7426" y="1664"/>
                    <a:pt x="7888" y="2295"/>
                    <a:pt x="8220" y="3056"/>
                  </a:cubicBezTo>
                  <a:cubicBezTo>
                    <a:pt x="8328" y="3306"/>
                    <a:pt x="8258" y="3572"/>
                    <a:pt x="8230" y="3833"/>
                  </a:cubicBezTo>
                  <a:cubicBezTo>
                    <a:pt x="8149" y="4768"/>
                    <a:pt x="7937" y="5660"/>
                    <a:pt x="7453" y="6480"/>
                  </a:cubicBezTo>
                  <a:cubicBezTo>
                    <a:pt x="6882" y="7437"/>
                    <a:pt x="6062" y="7937"/>
                    <a:pt x="5012" y="8084"/>
                  </a:cubicBezTo>
                  <a:cubicBezTo>
                    <a:pt x="4813" y="8112"/>
                    <a:pt x="4614" y="8128"/>
                    <a:pt x="4415" y="8128"/>
                  </a:cubicBezTo>
                  <a:cubicBezTo>
                    <a:pt x="4386" y="8128"/>
                    <a:pt x="4357" y="8128"/>
                    <a:pt x="4328" y="8127"/>
                  </a:cubicBezTo>
                  <a:lnTo>
                    <a:pt x="4322" y="8127"/>
                  </a:lnTo>
                  <a:cubicBezTo>
                    <a:pt x="3724" y="8095"/>
                    <a:pt x="3121" y="8095"/>
                    <a:pt x="2528" y="7943"/>
                  </a:cubicBezTo>
                  <a:cubicBezTo>
                    <a:pt x="1300" y="7633"/>
                    <a:pt x="501" y="6600"/>
                    <a:pt x="403" y="5295"/>
                  </a:cubicBezTo>
                  <a:cubicBezTo>
                    <a:pt x="359" y="4735"/>
                    <a:pt x="392" y="4170"/>
                    <a:pt x="501" y="3621"/>
                  </a:cubicBezTo>
                  <a:cubicBezTo>
                    <a:pt x="599" y="3072"/>
                    <a:pt x="816" y="2539"/>
                    <a:pt x="1142" y="2143"/>
                  </a:cubicBezTo>
                  <a:cubicBezTo>
                    <a:pt x="1729" y="1430"/>
                    <a:pt x="2425" y="865"/>
                    <a:pt x="3425" y="762"/>
                  </a:cubicBezTo>
                  <a:cubicBezTo>
                    <a:pt x="3621" y="741"/>
                    <a:pt x="3813" y="731"/>
                    <a:pt x="4003" y="731"/>
                  </a:cubicBezTo>
                  <a:close/>
                  <a:moveTo>
                    <a:pt x="8442" y="3991"/>
                  </a:moveTo>
                  <a:cubicBezTo>
                    <a:pt x="8442" y="4208"/>
                    <a:pt x="8453" y="4398"/>
                    <a:pt x="8442" y="4605"/>
                  </a:cubicBezTo>
                  <a:cubicBezTo>
                    <a:pt x="8426" y="4806"/>
                    <a:pt x="8399" y="5013"/>
                    <a:pt x="8366" y="5214"/>
                  </a:cubicBezTo>
                  <a:cubicBezTo>
                    <a:pt x="8095" y="6899"/>
                    <a:pt x="7187" y="8030"/>
                    <a:pt x="5632" y="8584"/>
                  </a:cubicBezTo>
                  <a:cubicBezTo>
                    <a:pt x="5315" y="8697"/>
                    <a:pt x="4994" y="8740"/>
                    <a:pt x="4672" y="8740"/>
                  </a:cubicBezTo>
                  <a:cubicBezTo>
                    <a:pt x="4237" y="8740"/>
                    <a:pt x="3801" y="8663"/>
                    <a:pt x="3371" y="8579"/>
                  </a:cubicBezTo>
                  <a:cubicBezTo>
                    <a:pt x="2800" y="8470"/>
                    <a:pt x="2257" y="8296"/>
                    <a:pt x="1784" y="7937"/>
                  </a:cubicBezTo>
                  <a:cubicBezTo>
                    <a:pt x="1756" y="7919"/>
                    <a:pt x="1728" y="7892"/>
                    <a:pt x="1700" y="7868"/>
                  </a:cubicBezTo>
                  <a:lnTo>
                    <a:pt x="1700" y="7868"/>
                  </a:lnTo>
                  <a:cubicBezTo>
                    <a:pt x="2517" y="8258"/>
                    <a:pt x="3387" y="8280"/>
                    <a:pt x="4257" y="8301"/>
                  </a:cubicBezTo>
                  <a:cubicBezTo>
                    <a:pt x="4305" y="8302"/>
                    <a:pt x="4352" y="8303"/>
                    <a:pt x="4399" y="8303"/>
                  </a:cubicBezTo>
                  <a:cubicBezTo>
                    <a:pt x="6155" y="8303"/>
                    <a:pt x="7287" y="7511"/>
                    <a:pt x="7991" y="5795"/>
                  </a:cubicBezTo>
                  <a:cubicBezTo>
                    <a:pt x="8203" y="5274"/>
                    <a:pt x="8296" y="4725"/>
                    <a:pt x="8372" y="4165"/>
                  </a:cubicBezTo>
                  <a:cubicBezTo>
                    <a:pt x="8383" y="4116"/>
                    <a:pt x="8366" y="4056"/>
                    <a:pt x="8442" y="3991"/>
                  </a:cubicBezTo>
                  <a:close/>
                  <a:moveTo>
                    <a:pt x="4343" y="0"/>
                  </a:moveTo>
                  <a:cubicBezTo>
                    <a:pt x="4318" y="0"/>
                    <a:pt x="4293" y="0"/>
                    <a:pt x="4268" y="1"/>
                  </a:cubicBezTo>
                  <a:cubicBezTo>
                    <a:pt x="1849" y="50"/>
                    <a:pt x="517" y="1876"/>
                    <a:pt x="147" y="3447"/>
                  </a:cubicBezTo>
                  <a:cubicBezTo>
                    <a:pt x="22" y="4029"/>
                    <a:pt x="1" y="4627"/>
                    <a:pt x="82" y="5219"/>
                  </a:cubicBezTo>
                  <a:cubicBezTo>
                    <a:pt x="278" y="6834"/>
                    <a:pt x="1099" y="7970"/>
                    <a:pt x="2577" y="8557"/>
                  </a:cubicBezTo>
                  <a:cubicBezTo>
                    <a:pt x="3050" y="8753"/>
                    <a:pt x="3561" y="8823"/>
                    <a:pt x="4072" y="8888"/>
                  </a:cubicBezTo>
                  <a:cubicBezTo>
                    <a:pt x="4261" y="8912"/>
                    <a:pt x="4446" y="8924"/>
                    <a:pt x="4625" y="8924"/>
                  </a:cubicBezTo>
                  <a:cubicBezTo>
                    <a:pt x="5921" y="8924"/>
                    <a:pt x="6969" y="8312"/>
                    <a:pt x="7790" y="7214"/>
                  </a:cubicBezTo>
                  <a:cubicBezTo>
                    <a:pt x="8415" y="6372"/>
                    <a:pt x="8584" y="5361"/>
                    <a:pt x="8633" y="4328"/>
                  </a:cubicBezTo>
                  <a:cubicBezTo>
                    <a:pt x="8671" y="3871"/>
                    <a:pt x="8513" y="3453"/>
                    <a:pt x="8448" y="3018"/>
                  </a:cubicBezTo>
                  <a:cubicBezTo>
                    <a:pt x="8296" y="2045"/>
                    <a:pt x="7790" y="1289"/>
                    <a:pt x="7007" y="805"/>
                  </a:cubicBezTo>
                  <a:cubicBezTo>
                    <a:pt x="6202" y="307"/>
                    <a:pt x="5314" y="0"/>
                    <a:pt x="4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3"/>
            <p:cNvSpPr/>
            <p:nvPr/>
          </p:nvSpPr>
          <p:spPr>
            <a:xfrm>
              <a:off x="6218050" y="1441000"/>
              <a:ext cx="550739" cy="566808"/>
            </a:xfrm>
            <a:custGeom>
              <a:rect b="b" l="l" r="r" t="t"/>
              <a:pathLst>
                <a:path extrusionOk="0" h="8924" w="8671">
                  <a:moveTo>
                    <a:pt x="4337" y="187"/>
                  </a:moveTo>
                  <a:cubicBezTo>
                    <a:pt x="5253" y="187"/>
                    <a:pt x="6114" y="494"/>
                    <a:pt x="6942" y="963"/>
                  </a:cubicBezTo>
                  <a:cubicBezTo>
                    <a:pt x="7377" y="1208"/>
                    <a:pt x="7643" y="1632"/>
                    <a:pt x="7921" y="2056"/>
                  </a:cubicBezTo>
                  <a:cubicBezTo>
                    <a:pt x="7883" y="2056"/>
                    <a:pt x="7866" y="2056"/>
                    <a:pt x="7861" y="2050"/>
                  </a:cubicBezTo>
                  <a:cubicBezTo>
                    <a:pt x="7421" y="1474"/>
                    <a:pt x="6828" y="1148"/>
                    <a:pt x="6165" y="936"/>
                  </a:cubicBezTo>
                  <a:cubicBezTo>
                    <a:pt x="5560" y="742"/>
                    <a:pt x="4959" y="522"/>
                    <a:pt x="4322" y="522"/>
                  </a:cubicBezTo>
                  <a:cubicBezTo>
                    <a:pt x="4261" y="522"/>
                    <a:pt x="4199" y="524"/>
                    <a:pt x="4137" y="528"/>
                  </a:cubicBezTo>
                  <a:cubicBezTo>
                    <a:pt x="3697" y="561"/>
                    <a:pt x="3257" y="610"/>
                    <a:pt x="2816" y="675"/>
                  </a:cubicBezTo>
                  <a:cubicBezTo>
                    <a:pt x="2550" y="708"/>
                    <a:pt x="2316" y="865"/>
                    <a:pt x="2093" y="1017"/>
                  </a:cubicBezTo>
                  <a:cubicBezTo>
                    <a:pt x="1740" y="1262"/>
                    <a:pt x="1414" y="1539"/>
                    <a:pt x="1120" y="1854"/>
                  </a:cubicBezTo>
                  <a:cubicBezTo>
                    <a:pt x="1680" y="1023"/>
                    <a:pt x="2447" y="517"/>
                    <a:pt x="3403" y="294"/>
                  </a:cubicBezTo>
                  <a:cubicBezTo>
                    <a:pt x="3721" y="221"/>
                    <a:pt x="4032" y="187"/>
                    <a:pt x="4337" y="187"/>
                  </a:cubicBezTo>
                  <a:close/>
                  <a:moveTo>
                    <a:pt x="4003" y="731"/>
                  </a:moveTo>
                  <a:cubicBezTo>
                    <a:pt x="4931" y="731"/>
                    <a:pt x="5797" y="972"/>
                    <a:pt x="6654" y="1338"/>
                  </a:cubicBezTo>
                  <a:cubicBezTo>
                    <a:pt x="7426" y="1664"/>
                    <a:pt x="7888" y="2295"/>
                    <a:pt x="8220" y="3056"/>
                  </a:cubicBezTo>
                  <a:cubicBezTo>
                    <a:pt x="8328" y="3306"/>
                    <a:pt x="8258" y="3572"/>
                    <a:pt x="8230" y="3833"/>
                  </a:cubicBezTo>
                  <a:cubicBezTo>
                    <a:pt x="8149" y="4768"/>
                    <a:pt x="7937" y="5660"/>
                    <a:pt x="7453" y="6480"/>
                  </a:cubicBezTo>
                  <a:cubicBezTo>
                    <a:pt x="6882" y="7437"/>
                    <a:pt x="6062" y="7937"/>
                    <a:pt x="5012" y="8084"/>
                  </a:cubicBezTo>
                  <a:cubicBezTo>
                    <a:pt x="4813" y="8112"/>
                    <a:pt x="4614" y="8128"/>
                    <a:pt x="4415" y="8128"/>
                  </a:cubicBezTo>
                  <a:cubicBezTo>
                    <a:pt x="4386" y="8128"/>
                    <a:pt x="4357" y="8128"/>
                    <a:pt x="4328" y="8127"/>
                  </a:cubicBezTo>
                  <a:lnTo>
                    <a:pt x="4322" y="8127"/>
                  </a:lnTo>
                  <a:cubicBezTo>
                    <a:pt x="3724" y="8095"/>
                    <a:pt x="3121" y="8095"/>
                    <a:pt x="2528" y="7943"/>
                  </a:cubicBezTo>
                  <a:cubicBezTo>
                    <a:pt x="1300" y="7633"/>
                    <a:pt x="501" y="6600"/>
                    <a:pt x="403" y="5295"/>
                  </a:cubicBezTo>
                  <a:cubicBezTo>
                    <a:pt x="359" y="4735"/>
                    <a:pt x="392" y="4170"/>
                    <a:pt x="501" y="3621"/>
                  </a:cubicBezTo>
                  <a:cubicBezTo>
                    <a:pt x="599" y="3072"/>
                    <a:pt x="816" y="2539"/>
                    <a:pt x="1142" y="2143"/>
                  </a:cubicBezTo>
                  <a:cubicBezTo>
                    <a:pt x="1729" y="1430"/>
                    <a:pt x="2425" y="865"/>
                    <a:pt x="3425" y="762"/>
                  </a:cubicBezTo>
                  <a:cubicBezTo>
                    <a:pt x="3621" y="741"/>
                    <a:pt x="3813" y="731"/>
                    <a:pt x="4003" y="731"/>
                  </a:cubicBezTo>
                  <a:close/>
                  <a:moveTo>
                    <a:pt x="8442" y="3991"/>
                  </a:moveTo>
                  <a:cubicBezTo>
                    <a:pt x="8442" y="4208"/>
                    <a:pt x="8453" y="4398"/>
                    <a:pt x="8442" y="4605"/>
                  </a:cubicBezTo>
                  <a:cubicBezTo>
                    <a:pt x="8426" y="4806"/>
                    <a:pt x="8399" y="5013"/>
                    <a:pt x="8366" y="5214"/>
                  </a:cubicBezTo>
                  <a:cubicBezTo>
                    <a:pt x="8095" y="6899"/>
                    <a:pt x="7187" y="8030"/>
                    <a:pt x="5632" y="8584"/>
                  </a:cubicBezTo>
                  <a:cubicBezTo>
                    <a:pt x="5315" y="8697"/>
                    <a:pt x="4994" y="8740"/>
                    <a:pt x="4672" y="8740"/>
                  </a:cubicBezTo>
                  <a:cubicBezTo>
                    <a:pt x="4237" y="8740"/>
                    <a:pt x="3801" y="8663"/>
                    <a:pt x="3371" y="8579"/>
                  </a:cubicBezTo>
                  <a:cubicBezTo>
                    <a:pt x="2800" y="8470"/>
                    <a:pt x="2257" y="8296"/>
                    <a:pt x="1784" y="7937"/>
                  </a:cubicBezTo>
                  <a:cubicBezTo>
                    <a:pt x="1756" y="7919"/>
                    <a:pt x="1728" y="7892"/>
                    <a:pt x="1700" y="7868"/>
                  </a:cubicBezTo>
                  <a:lnTo>
                    <a:pt x="1700" y="7868"/>
                  </a:lnTo>
                  <a:cubicBezTo>
                    <a:pt x="2517" y="8258"/>
                    <a:pt x="3387" y="8280"/>
                    <a:pt x="4257" y="8301"/>
                  </a:cubicBezTo>
                  <a:cubicBezTo>
                    <a:pt x="4305" y="8302"/>
                    <a:pt x="4352" y="8303"/>
                    <a:pt x="4399" y="8303"/>
                  </a:cubicBezTo>
                  <a:cubicBezTo>
                    <a:pt x="6155" y="8303"/>
                    <a:pt x="7287" y="7511"/>
                    <a:pt x="7991" y="5795"/>
                  </a:cubicBezTo>
                  <a:cubicBezTo>
                    <a:pt x="8203" y="5274"/>
                    <a:pt x="8296" y="4725"/>
                    <a:pt x="8372" y="4165"/>
                  </a:cubicBezTo>
                  <a:cubicBezTo>
                    <a:pt x="8383" y="4116"/>
                    <a:pt x="8366" y="4056"/>
                    <a:pt x="8442" y="3991"/>
                  </a:cubicBezTo>
                  <a:close/>
                  <a:moveTo>
                    <a:pt x="4343" y="0"/>
                  </a:moveTo>
                  <a:cubicBezTo>
                    <a:pt x="4318" y="0"/>
                    <a:pt x="4293" y="0"/>
                    <a:pt x="4268" y="1"/>
                  </a:cubicBezTo>
                  <a:cubicBezTo>
                    <a:pt x="1849" y="50"/>
                    <a:pt x="517" y="1876"/>
                    <a:pt x="147" y="3447"/>
                  </a:cubicBezTo>
                  <a:cubicBezTo>
                    <a:pt x="22" y="4029"/>
                    <a:pt x="1" y="4627"/>
                    <a:pt x="82" y="5219"/>
                  </a:cubicBezTo>
                  <a:cubicBezTo>
                    <a:pt x="278" y="6834"/>
                    <a:pt x="1099" y="7970"/>
                    <a:pt x="2577" y="8557"/>
                  </a:cubicBezTo>
                  <a:cubicBezTo>
                    <a:pt x="3050" y="8753"/>
                    <a:pt x="3561" y="8823"/>
                    <a:pt x="4072" y="8888"/>
                  </a:cubicBezTo>
                  <a:cubicBezTo>
                    <a:pt x="4261" y="8912"/>
                    <a:pt x="4446" y="8924"/>
                    <a:pt x="4625" y="8924"/>
                  </a:cubicBezTo>
                  <a:cubicBezTo>
                    <a:pt x="5921" y="8924"/>
                    <a:pt x="6969" y="8312"/>
                    <a:pt x="7790" y="7214"/>
                  </a:cubicBezTo>
                  <a:cubicBezTo>
                    <a:pt x="8415" y="6372"/>
                    <a:pt x="8584" y="5361"/>
                    <a:pt x="8633" y="4328"/>
                  </a:cubicBezTo>
                  <a:cubicBezTo>
                    <a:pt x="8671" y="3871"/>
                    <a:pt x="8513" y="3453"/>
                    <a:pt x="8448" y="3018"/>
                  </a:cubicBezTo>
                  <a:cubicBezTo>
                    <a:pt x="8296" y="2045"/>
                    <a:pt x="7790" y="1289"/>
                    <a:pt x="7007" y="805"/>
                  </a:cubicBezTo>
                  <a:cubicBezTo>
                    <a:pt x="6202" y="307"/>
                    <a:pt x="5314" y="0"/>
                    <a:pt x="4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3"/>
            <p:cNvSpPr/>
            <p:nvPr/>
          </p:nvSpPr>
          <p:spPr>
            <a:xfrm>
              <a:off x="7046725" y="1441000"/>
              <a:ext cx="550739" cy="566808"/>
            </a:xfrm>
            <a:custGeom>
              <a:rect b="b" l="l" r="r" t="t"/>
              <a:pathLst>
                <a:path extrusionOk="0" h="8924" w="8671">
                  <a:moveTo>
                    <a:pt x="4337" y="187"/>
                  </a:moveTo>
                  <a:cubicBezTo>
                    <a:pt x="5253" y="187"/>
                    <a:pt x="6114" y="494"/>
                    <a:pt x="6942" y="963"/>
                  </a:cubicBezTo>
                  <a:cubicBezTo>
                    <a:pt x="7377" y="1208"/>
                    <a:pt x="7643" y="1632"/>
                    <a:pt x="7921" y="2056"/>
                  </a:cubicBezTo>
                  <a:cubicBezTo>
                    <a:pt x="7883" y="2056"/>
                    <a:pt x="7866" y="2056"/>
                    <a:pt x="7861" y="2050"/>
                  </a:cubicBezTo>
                  <a:cubicBezTo>
                    <a:pt x="7421" y="1474"/>
                    <a:pt x="6828" y="1148"/>
                    <a:pt x="6165" y="936"/>
                  </a:cubicBezTo>
                  <a:cubicBezTo>
                    <a:pt x="5560" y="742"/>
                    <a:pt x="4959" y="522"/>
                    <a:pt x="4322" y="522"/>
                  </a:cubicBezTo>
                  <a:cubicBezTo>
                    <a:pt x="4261" y="522"/>
                    <a:pt x="4199" y="524"/>
                    <a:pt x="4137" y="528"/>
                  </a:cubicBezTo>
                  <a:cubicBezTo>
                    <a:pt x="3697" y="561"/>
                    <a:pt x="3257" y="610"/>
                    <a:pt x="2816" y="675"/>
                  </a:cubicBezTo>
                  <a:cubicBezTo>
                    <a:pt x="2550" y="708"/>
                    <a:pt x="2316" y="865"/>
                    <a:pt x="2093" y="1017"/>
                  </a:cubicBezTo>
                  <a:cubicBezTo>
                    <a:pt x="1740" y="1262"/>
                    <a:pt x="1414" y="1539"/>
                    <a:pt x="1120" y="1854"/>
                  </a:cubicBezTo>
                  <a:cubicBezTo>
                    <a:pt x="1680" y="1023"/>
                    <a:pt x="2447" y="517"/>
                    <a:pt x="3403" y="294"/>
                  </a:cubicBezTo>
                  <a:cubicBezTo>
                    <a:pt x="3721" y="221"/>
                    <a:pt x="4032" y="187"/>
                    <a:pt x="4337" y="187"/>
                  </a:cubicBezTo>
                  <a:close/>
                  <a:moveTo>
                    <a:pt x="4003" y="731"/>
                  </a:moveTo>
                  <a:cubicBezTo>
                    <a:pt x="4931" y="731"/>
                    <a:pt x="5797" y="972"/>
                    <a:pt x="6654" y="1338"/>
                  </a:cubicBezTo>
                  <a:cubicBezTo>
                    <a:pt x="7426" y="1664"/>
                    <a:pt x="7888" y="2295"/>
                    <a:pt x="8220" y="3056"/>
                  </a:cubicBezTo>
                  <a:cubicBezTo>
                    <a:pt x="8328" y="3306"/>
                    <a:pt x="8258" y="3572"/>
                    <a:pt x="8230" y="3833"/>
                  </a:cubicBezTo>
                  <a:cubicBezTo>
                    <a:pt x="8149" y="4768"/>
                    <a:pt x="7937" y="5660"/>
                    <a:pt x="7453" y="6480"/>
                  </a:cubicBezTo>
                  <a:cubicBezTo>
                    <a:pt x="6882" y="7437"/>
                    <a:pt x="6062" y="7937"/>
                    <a:pt x="5012" y="8084"/>
                  </a:cubicBezTo>
                  <a:cubicBezTo>
                    <a:pt x="4813" y="8112"/>
                    <a:pt x="4614" y="8128"/>
                    <a:pt x="4415" y="8128"/>
                  </a:cubicBezTo>
                  <a:cubicBezTo>
                    <a:pt x="4386" y="8128"/>
                    <a:pt x="4357" y="8128"/>
                    <a:pt x="4328" y="8127"/>
                  </a:cubicBezTo>
                  <a:lnTo>
                    <a:pt x="4322" y="8127"/>
                  </a:lnTo>
                  <a:cubicBezTo>
                    <a:pt x="3724" y="8095"/>
                    <a:pt x="3121" y="8095"/>
                    <a:pt x="2528" y="7943"/>
                  </a:cubicBezTo>
                  <a:cubicBezTo>
                    <a:pt x="1300" y="7633"/>
                    <a:pt x="501" y="6600"/>
                    <a:pt x="403" y="5295"/>
                  </a:cubicBezTo>
                  <a:cubicBezTo>
                    <a:pt x="359" y="4735"/>
                    <a:pt x="392" y="4170"/>
                    <a:pt x="501" y="3621"/>
                  </a:cubicBezTo>
                  <a:cubicBezTo>
                    <a:pt x="599" y="3072"/>
                    <a:pt x="816" y="2539"/>
                    <a:pt x="1142" y="2143"/>
                  </a:cubicBezTo>
                  <a:cubicBezTo>
                    <a:pt x="1729" y="1430"/>
                    <a:pt x="2425" y="865"/>
                    <a:pt x="3425" y="762"/>
                  </a:cubicBezTo>
                  <a:cubicBezTo>
                    <a:pt x="3621" y="741"/>
                    <a:pt x="3813" y="731"/>
                    <a:pt x="4003" y="731"/>
                  </a:cubicBezTo>
                  <a:close/>
                  <a:moveTo>
                    <a:pt x="8442" y="3991"/>
                  </a:moveTo>
                  <a:cubicBezTo>
                    <a:pt x="8442" y="4208"/>
                    <a:pt x="8453" y="4398"/>
                    <a:pt x="8442" y="4605"/>
                  </a:cubicBezTo>
                  <a:cubicBezTo>
                    <a:pt x="8426" y="4806"/>
                    <a:pt x="8399" y="5013"/>
                    <a:pt x="8366" y="5214"/>
                  </a:cubicBezTo>
                  <a:cubicBezTo>
                    <a:pt x="8095" y="6899"/>
                    <a:pt x="7187" y="8030"/>
                    <a:pt x="5632" y="8584"/>
                  </a:cubicBezTo>
                  <a:cubicBezTo>
                    <a:pt x="5315" y="8697"/>
                    <a:pt x="4994" y="8740"/>
                    <a:pt x="4672" y="8740"/>
                  </a:cubicBezTo>
                  <a:cubicBezTo>
                    <a:pt x="4237" y="8740"/>
                    <a:pt x="3801" y="8663"/>
                    <a:pt x="3371" y="8579"/>
                  </a:cubicBezTo>
                  <a:cubicBezTo>
                    <a:pt x="2800" y="8470"/>
                    <a:pt x="2257" y="8296"/>
                    <a:pt x="1784" y="7937"/>
                  </a:cubicBezTo>
                  <a:cubicBezTo>
                    <a:pt x="1756" y="7919"/>
                    <a:pt x="1728" y="7892"/>
                    <a:pt x="1700" y="7868"/>
                  </a:cubicBezTo>
                  <a:lnTo>
                    <a:pt x="1700" y="7868"/>
                  </a:lnTo>
                  <a:cubicBezTo>
                    <a:pt x="2517" y="8258"/>
                    <a:pt x="3387" y="8280"/>
                    <a:pt x="4257" y="8301"/>
                  </a:cubicBezTo>
                  <a:cubicBezTo>
                    <a:pt x="4305" y="8302"/>
                    <a:pt x="4352" y="8303"/>
                    <a:pt x="4399" y="8303"/>
                  </a:cubicBezTo>
                  <a:cubicBezTo>
                    <a:pt x="6155" y="8303"/>
                    <a:pt x="7287" y="7511"/>
                    <a:pt x="7991" y="5795"/>
                  </a:cubicBezTo>
                  <a:cubicBezTo>
                    <a:pt x="8203" y="5274"/>
                    <a:pt x="8296" y="4725"/>
                    <a:pt x="8372" y="4165"/>
                  </a:cubicBezTo>
                  <a:cubicBezTo>
                    <a:pt x="8383" y="4116"/>
                    <a:pt x="8366" y="4056"/>
                    <a:pt x="8442" y="3991"/>
                  </a:cubicBezTo>
                  <a:close/>
                  <a:moveTo>
                    <a:pt x="4343" y="0"/>
                  </a:moveTo>
                  <a:cubicBezTo>
                    <a:pt x="4318" y="0"/>
                    <a:pt x="4293" y="0"/>
                    <a:pt x="4268" y="1"/>
                  </a:cubicBezTo>
                  <a:cubicBezTo>
                    <a:pt x="1849" y="50"/>
                    <a:pt x="517" y="1876"/>
                    <a:pt x="147" y="3447"/>
                  </a:cubicBezTo>
                  <a:cubicBezTo>
                    <a:pt x="22" y="4029"/>
                    <a:pt x="1" y="4627"/>
                    <a:pt x="82" y="5219"/>
                  </a:cubicBezTo>
                  <a:cubicBezTo>
                    <a:pt x="278" y="6834"/>
                    <a:pt x="1099" y="7970"/>
                    <a:pt x="2577" y="8557"/>
                  </a:cubicBezTo>
                  <a:cubicBezTo>
                    <a:pt x="3050" y="8753"/>
                    <a:pt x="3561" y="8823"/>
                    <a:pt x="4072" y="8888"/>
                  </a:cubicBezTo>
                  <a:cubicBezTo>
                    <a:pt x="4261" y="8912"/>
                    <a:pt x="4446" y="8924"/>
                    <a:pt x="4625" y="8924"/>
                  </a:cubicBezTo>
                  <a:cubicBezTo>
                    <a:pt x="5921" y="8924"/>
                    <a:pt x="6969" y="8312"/>
                    <a:pt x="7790" y="7214"/>
                  </a:cubicBezTo>
                  <a:cubicBezTo>
                    <a:pt x="8415" y="6372"/>
                    <a:pt x="8584" y="5361"/>
                    <a:pt x="8633" y="4328"/>
                  </a:cubicBezTo>
                  <a:cubicBezTo>
                    <a:pt x="8671" y="3871"/>
                    <a:pt x="8513" y="3453"/>
                    <a:pt x="8448" y="3018"/>
                  </a:cubicBezTo>
                  <a:cubicBezTo>
                    <a:pt x="8296" y="2045"/>
                    <a:pt x="7790" y="1289"/>
                    <a:pt x="7007" y="805"/>
                  </a:cubicBezTo>
                  <a:cubicBezTo>
                    <a:pt x="6202" y="307"/>
                    <a:pt x="5314" y="0"/>
                    <a:pt x="4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3"/>
            <p:cNvSpPr/>
            <p:nvPr/>
          </p:nvSpPr>
          <p:spPr>
            <a:xfrm>
              <a:off x="7875400" y="1441000"/>
              <a:ext cx="550739" cy="566808"/>
            </a:xfrm>
            <a:custGeom>
              <a:rect b="b" l="l" r="r" t="t"/>
              <a:pathLst>
                <a:path extrusionOk="0" h="8924" w="8671">
                  <a:moveTo>
                    <a:pt x="4337" y="187"/>
                  </a:moveTo>
                  <a:cubicBezTo>
                    <a:pt x="5253" y="187"/>
                    <a:pt x="6114" y="494"/>
                    <a:pt x="6942" y="963"/>
                  </a:cubicBezTo>
                  <a:cubicBezTo>
                    <a:pt x="7377" y="1208"/>
                    <a:pt x="7643" y="1632"/>
                    <a:pt x="7921" y="2056"/>
                  </a:cubicBezTo>
                  <a:cubicBezTo>
                    <a:pt x="7883" y="2056"/>
                    <a:pt x="7866" y="2056"/>
                    <a:pt x="7861" y="2050"/>
                  </a:cubicBezTo>
                  <a:cubicBezTo>
                    <a:pt x="7421" y="1474"/>
                    <a:pt x="6828" y="1148"/>
                    <a:pt x="6165" y="936"/>
                  </a:cubicBezTo>
                  <a:cubicBezTo>
                    <a:pt x="5560" y="742"/>
                    <a:pt x="4959" y="522"/>
                    <a:pt x="4322" y="522"/>
                  </a:cubicBezTo>
                  <a:cubicBezTo>
                    <a:pt x="4261" y="522"/>
                    <a:pt x="4199" y="524"/>
                    <a:pt x="4137" y="528"/>
                  </a:cubicBezTo>
                  <a:cubicBezTo>
                    <a:pt x="3697" y="561"/>
                    <a:pt x="3257" y="610"/>
                    <a:pt x="2816" y="675"/>
                  </a:cubicBezTo>
                  <a:cubicBezTo>
                    <a:pt x="2550" y="708"/>
                    <a:pt x="2316" y="865"/>
                    <a:pt x="2093" y="1017"/>
                  </a:cubicBezTo>
                  <a:cubicBezTo>
                    <a:pt x="1740" y="1262"/>
                    <a:pt x="1414" y="1539"/>
                    <a:pt x="1120" y="1854"/>
                  </a:cubicBezTo>
                  <a:cubicBezTo>
                    <a:pt x="1680" y="1023"/>
                    <a:pt x="2447" y="517"/>
                    <a:pt x="3403" y="294"/>
                  </a:cubicBezTo>
                  <a:cubicBezTo>
                    <a:pt x="3721" y="221"/>
                    <a:pt x="4032" y="187"/>
                    <a:pt x="4337" y="187"/>
                  </a:cubicBezTo>
                  <a:close/>
                  <a:moveTo>
                    <a:pt x="4003" y="731"/>
                  </a:moveTo>
                  <a:cubicBezTo>
                    <a:pt x="4931" y="731"/>
                    <a:pt x="5797" y="972"/>
                    <a:pt x="6654" y="1338"/>
                  </a:cubicBezTo>
                  <a:cubicBezTo>
                    <a:pt x="7426" y="1664"/>
                    <a:pt x="7888" y="2295"/>
                    <a:pt x="8220" y="3056"/>
                  </a:cubicBezTo>
                  <a:cubicBezTo>
                    <a:pt x="8328" y="3306"/>
                    <a:pt x="8258" y="3572"/>
                    <a:pt x="8230" y="3833"/>
                  </a:cubicBezTo>
                  <a:cubicBezTo>
                    <a:pt x="8149" y="4768"/>
                    <a:pt x="7937" y="5660"/>
                    <a:pt x="7453" y="6480"/>
                  </a:cubicBezTo>
                  <a:cubicBezTo>
                    <a:pt x="6882" y="7437"/>
                    <a:pt x="6062" y="7937"/>
                    <a:pt x="5012" y="8084"/>
                  </a:cubicBezTo>
                  <a:cubicBezTo>
                    <a:pt x="4813" y="8112"/>
                    <a:pt x="4614" y="8128"/>
                    <a:pt x="4415" y="8128"/>
                  </a:cubicBezTo>
                  <a:cubicBezTo>
                    <a:pt x="4386" y="8128"/>
                    <a:pt x="4357" y="8128"/>
                    <a:pt x="4328" y="8127"/>
                  </a:cubicBezTo>
                  <a:lnTo>
                    <a:pt x="4322" y="8127"/>
                  </a:lnTo>
                  <a:cubicBezTo>
                    <a:pt x="3724" y="8095"/>
                    <a:pt x="3121" y="8095"/>
                    <a:pt x="2528" y="7943"/>
                  </a:cubicBezTo>
                  <a:cubicBezTo>
                    <a:pt x="1300" y="7633"/>
                    <a:pt x="501" y="6600"/>
                    <a:pt x="403" y="5295"/>
                  </a:cubicBezTo>
                  <a:cubicBezTo>
                    <a:pt x="359" y="4735"/>
                    <a:pt x="392" y="4170"/>
                    <a:pt x="501" y="3621"/>
                  </a:cubicBezTo>
                  <a:cubicBezTo>
                    <a:pt x="599" y="3072"/>
                    <a:pt x="816" y="2539"/>
                    <a:pt x="1142" y="2143"/>
                  </a:cubicBezTo>
                  <a:cubicBezTo>
                    <a:pt x="1729" y="1430"/>
                    <a:pt x="2425" y="865"/>
                    <a:pt x="3425" y="762"/>
                  </a:cubicBezTo>
                  <a:cubicBezTo>
                    <a:pt x="3621" y="741"/>
                    <a:pt x="3813" y="731"/>
                    <a:pt x="4003" y="731"/>
                  </a:cubicBezTo>
                  <a:close/>
                  <a:moveTo>
                    <a:pt x="8442" y="3991"/>
                  </a:moveTo>
                  <a:cubicBezTo>
                    <a:pt x="8442" y="4208"/>
                    <a:pt x="8453" y="4398"/>
                    <a:pt x="8442" y="4605"/>
                  </a:cubicBezTo>
                  <a:cubicBezTo>
                    <a:pt x="8426" y="4806"/>
                    <a:pt x="8399" y="5013"/>
                    <a:pt x="8366" y="5214"/>
                  </a:cubicBezTo>
                  <a:cubicBezTo>
                    <a:pt x="8095" y="6899"/>
                    <a:pt x="7187" y="8030"/>
                    <a:pt x="5632" y="8584"/>
                  </a:cubicBezTo>
                  <a:cubicBezTo>
                    <a:pt x="5315" y="8697"/>
                    <a:pt x="4994" y="8740"/>
                    <a:pt x="4672" y="8740"/>
                  </a:cubicBezTo>
                  <a:cubicBezTo>
                    <a:pt x="4237" y="8740"/>
                    <a:pt x="3801" y="8663"/>
                    <a:pt x="3371" y="8579"/>
                  </a:cubicBezTo>
                  <a:cubicBezTo>
                    <a:pt x="2800" y="8470"/>
                    <a:pt x="2257" y="8296"/>
                    <a:pt x="1784" y="7937"/>
                  </a:cubicBezTo>
                  <a:cubicBezTo>
                    <a:pt x="1756" y="7919"/>
                    <a:pt x="1728" y="7892"/>
                    <a:pt x="1700" y="7868"/>
                  </a:cubicBezTo>
                  <a:lnTo>
                    <a:pt x="1700" y="7868"/>
                  </a:lnTo>
                  <a:cubicBezTo>
                    <a:pt x="2517" y="8258"/>
                    <a:pt x="3387" y="8280"/>
                    <a:pt x="4257" y="8301"/>
                  </a:cubicBezTo>
                  <a:cubicBezTo>
                    <a:pt x="4305" y="8302"/>
                    <a:pt x="4352" y="8303"/>
                    <a:pt x="4399" y="8303"/>
                  </a:cubicBezTo>
                  <a:cubicBezTo>
                    <a:pt x="6155" y="8303"/>
                    <a:pt x="7287" y="7511"/>
                    <a:pt x="7991" y="5795"/>
                  </a:cubicBezTo>
                  <a:cubicBezTo>
                    <a:pt x="8203" y="5274"/>
                    <a:pt x="8296" y="4725"/>
                    <a:pt x="8372" y="4165"/>
                  </a:cubicBezTo>
                  <a:cubicBezTo>
                    <a:pt x="8383" y="4116"/>
                    <a:pt x="8366" y="4056"/>
                    <a:pt x="8442" y="3991"/>
                  </a:cubicBezTo>
                  <a:close/>
                  <a:moveTo>
                    <a:pt x="4343" y="0"/>
                  </a:moveTo>
                  <a:cubicBezTo>
                    <a:pt x="4318" y="0"/>
                    <a:pt x="4293" y="0"/>
                    <a:pt x="4268" y="1"/>
                  </a:cubicBezTo>
                  <a:cubicBezTo>
                    <a:pt x="1849" y="50"/>
                    <a:pt x="517" y="1876"/>
                    <a:pt x="147" y="3447"/>
                  </a:cubicBezTo>
                  <a:cubicBezTo>
                    <a:pt x="22" y="4029"/>
                    <a:pt x="1" y="4627"/>
                    <a:pt x="82" y="5219"/>
                  </a:cubicBezTo>
                  <a:cubicBezTo>
                    <a:pt x="278" y="6834"/>
                    <a:pt x="1099" y="7970"/>
                    <a:pt x="2577" y="8557"/>
                  </a:cubicBezTo>
                  <a:cubicBezTo>
                    <a:pt x="3050" y="8753"/>
                    <a:pt x="3561" y="8823"/>
                    <a:pt x="4072" y="8888"/>
                  </a:cubicBezTo>
                  <a:cubicBezTo>
                    <a:pt x="4261" y="8912"/>
                    <a:pt x="4446" y="8924"/>
                    <a:pt x="4625" y="8924"/>
                  </a:cubicBezTo>
                  <a:cubicBezTo>
                    <a:pt x="5921" y="8924"/>
                    <a:pt x="6969" y="8312"/>
                    <a:pt x="7790" y="7214"/>
                  </a:cubicBezTo>
                  <a:cubicBezTo>
                    <a:pt x="8415" y="6372"/>
                    <a:pt x="8584" y="5361"/>
                    <a:pt x="8633" y="4328"/>
                  </a:cubicBezTo>
                  <a:cubicBezTo>
                    <a:pt x="8671" y="3871"/>
                    <a:pt x="8513" y="3453"/>
                    <a:pt x="8448" y="3018"/>
                  </a:cubicBezTo>
                  <a:cubicBezTo>
                    <a:pt x="8296" y="2045"/>
                    <a:pt x="7790" y="1289"/>
                    <a:pt x="7007" y="805"/>
                  </a:cubicBezTo>
                  <a:cubicBezTo>
                    <a:pt x="6202" y="307"/>
                    <a:pt x="5314" y="0"/>
                    <a:pt x="4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0" name="Google Shape;6990;p123"/>
          <p:cNvSpPr/>
          <p:nvPr/>
        </p:nvSpPr>
        <p:spPr>
          <a:xfrm>
            <a:off x="7720975" y="2567421"/>
            <a:ext cx="705174" cy="330458"/>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rgbClr val="17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3"/>
          <p:cNvSpPr/>
          <p:nvPr/>
        </p:nvSpPr>
        <p:spPr>
          <a:xfrm rot="2112039">
            <a:off x="6799576" y="4050845"/>
            <a:ext cx="705172" cy="330456"/>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rgbClr val="17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3"/>
          <p:cNvSpPr/>
          <p:nvPr/>
        </p:nvSpPr>
        <p:spPr>
          <a:xfrm flipH="1">
            <a:off x="4560700" y="3050271"/>
            <a:ext cx="705174" cy="330458"/>
          </a:xfrm>
          <a:custGeom>
            <a:rect b="b" l="l" r="r" t="t"/>
            <a:pathLst>
              <a:path extrusionOk="0" h="2337" w="4987">
                <a:moveTo>
                  <a:pt x="2964" y="501"/>
                </a:moveTo>
                <a:cubicBezTo>
                  <a:pt x="2984" y="501"/>
                  <a:pt x="3002" y="509"/>
                  <a:pt x="3019" y="523"/>
                </a:cubicBezTo>
                <a:cubicBezTo>
                  <a:pt x="3008" y="534"/>
                  <a:pt x="3003" y="550"/>
                  <a:pt x="3008" y="567"/>
                </a:cubicBezTo>
                <a:cubicBezTo>
                  <a:pt x="3073" y="800"/>
                  <a:pt x="3046" y="1050"/>
                  <a:pt x="2932" y="1257"/>
                </a:cubicBezTo>
                <a:cubicBezTo>
                  <a:pt x="2774" y="1159"/>
                  <a:pt x="2704" y="996"/>
                  <a:pt x="2714" y="768"/>
                </a:cubicBezTo>
                <a:cubicBezTo>
                  <a:pt x="2812" y="590"/>
                  <a:pt x="2896" y="501"/>
                  <a:pt x="2964" y="501"/>
                </a:cubicBezTo>
                <a:close/>
                <a:moveTo>
                  <a:pt x="4819" y="1"/>
                </a:moveTo>
                <a:cubicBezTo>
                  <a:pt x="4804" y="1"/>
                  <a:pt x="4788" y="6"/>
                  <a:pt x="4775" y="18"/>
                </a:cubicBezTo>
                <a:cubicBezTo>
                  <a:pt x="4715" y="83"/>
                  <a:pt x="4655" y="143"/>
                  <a:pt x="4590" y="202"/>
                </a:cubicBezTo>
                <a:cubicBezTo>
                  <a:pt x="4535" y="235"/>
                  <a:pt x="4487" y="284"/>
                  <a:pt x="4448" y="338"/>
                </a:cubicBezTo>
                <a:cubicBezTo>
                  <a:pt x="4443" y="338"/>
                  <a:pt x="4443" y="338"/>
                  <a:pt x="4448" y="344"/>
                </a:cubicBezTo>
                <a:cubicBezTo>
                  <a:pt x="4503" y="338"/>
                  <a:pt x="4557" y="317"/>
                  <a:pt x="4606" y="284"/>
                </a:cubicBezTo>
                <a:cubicBezTo>
                  <a:pt x="4644" y="262"/>
                  <a:pt x="4682" y="240"/>
                  <a:pt x="4720" y="219"/>
                </a:cubicBezTo>
                <a:lnTo>
                  <a:pt x="4720" y="219"/>
                </a:lnTo>
                <a:cubicBezTo>
                  <a:pt x="4557" y="616"/>
                  <a:pt x="4313" y="953"/>
                  <a:pt x="3932" y="1170"/>
                </a:cubicBezTo>
                <a:cubicBezTo>
                  <a:pt x="3748" y="1274"/>
                  <a:pt x="3519" y="1374"/>
                  <a:pt x="3303" y="1374"/>
                </a:cubicBezTo>
                <a:cubicBezTo>
                  <a:pt x="3283" y="1374"/>
                  <a:pt x="3262" y="1373"/>
                  <a:pt x="3242" y="1371"/>
                </a:cubicBezTo>
                <a:cubicBezTo>
                  <a:pt x="3187" y="1366"/>
                  <a:pt x="3133" y="1349"/>
                  <a:pt x="3079" y="1333"/>
                </a:cubicBezTo>
                <a:cubicBezTo>
                  <a:pt x="3231" y="1067"/>
                  <a:pt x="3274" y="784"/>
                  <a:pt x="3084" y="518"/>
                </a:cubicBezTo>
                <a:cubicBezTo>
                  <a:pt x="3084" y="518"/>
                  <a:pt x="3084" y="518"/>
                  <a:pt x="3079" y="512"/>
                </a:cubicBezTo>
                <a:cubicBezTo>
                  <a:pt x="3057" y="408"/>
                  <a:pt x="2988" y="335"/>
                  <a:pt x="2896" y="335"/>
                </a:cubicBezTo>
                <a:cubicBezTo>
                  <a:pt x="2850" y="335"/>
                  <a:pt x="2797" y="354"/>
                  <a:pt x="2742" y="398"/>
                </a:cubicBezTo>
                <a:cubicBezTo>
                  <a:pt x="2454" y="616"/>
                  <a:pt x="2606" y="1170"/>
                  <a:pt x="2845" y="1355"/>
                </a:cubicBezTo>
                <a:lnTo>
                  <a:pt x="2867" y="1366"/>
                </a:lnTo>
                <a:cubicBezTo>
                  <a:pt x="2595" y="1779"/>
                  <a:pt x="2068" y="2083"/>
                  <a:pt x="1644" y="2165"/>
                </a:cubicBezTo>
                <a:cubicBezTo>
                  <a:pt x="1550" y="2182"/>
                  <a:pt x="1460" y="2190"/>
                  <a:pt x="1372" y="2190"/>
                </a:cubicBezTo>
                <a:cubicBezTo>
                  <a:pt x="733" y="2190"/>
                  <a:pt x="253" y="1752"/>
                  <a:pt x="138" y="1083"/>
                </a:cubicBezTo>
                <a:cubicBezTo>
                  <a:pt x="138" y="1080"/>
                  <a:pt x="137" y="1079"/>
                  <a:pt x="135" y="1079"/>
                </a:cubicBezTo>
                <a:cubicBezTo>
                  <a:pt x="134" y="1079"/>
                  <a:pt x="132" y="1080"/>
                  <a:pt x="132" y="1083"/>
                </a:cubicBezTo>
                <a:cubicBezTo>
                  <a:pt x="1" y="1858"/>
                  <a:pt x="730" y="2337"/>
                  <a:pt x="1425" y="2337"/>
                </a:cubicBezTo>
                <a:cubicBezTo>
                  <a:pt x="1534" y="2337"/>
                  <a:pt x="1643" y="2325"/>
                  <a:pt x="1747" y="2301"/>
                </a:cubicBezTo>
                <a:cubicBezTo>
                  <a:pt x="2106" y="2219"/>
                  <a:pt x="2687" y="1871"/>
                  <a:pt x="2997" y="1447"/>
                </a:cubicBezTo>
                <a:cubicBezTo>
                  <a:pt x="3106" y="1499"/>
                  <a:pt x="3218" y="1522"/>
                  <a:pt x="3331" y="1522"/>
                </a:cubicBezTo>
                <a:cubicBezTo>
                  <a:pt x="3929" y="1522"/>
                  <a:pt x="4549" y="869"/>
                  <a:pt x="4791" y="338"/>
                </a:cubicBezTo>
                <a:cubicBezTo>
                  <a:pt x="4807" y="420"/>
                  <a:pt x="4840" y="501"/>
                  <a:pt x="4889" y="572"/>
                </a:cubicBezTo>
                <a:cubicBezTo>
                  <a:pt x="4899" y="589"/>
                  <a:pt x="4917" y="597"/>
                  <a:pt x="4934" y="597"/>
                </a:cubicBezTo>
                <a:cubicBezTo>
                  <a:pt x="4960" y="597"/>
                  <a:pt x="4987" y="578"/>
                  <a:pt x="4987" y="545"/>
                </a:cubicBezTo>
                <a:cubicBezTo>
                  <a:pt x="4981" y="463"/>
                  <a:pt x="4959" y="382"/>
                  <a:pt x="4932" y="300"/>
                </a:cubicBezTo>
                <a:cubicBezTo>
                  <a:pt x="4916" y="219"/>
                  <a:pt x="4894" y="132"/>
                  <a:pt x="4883" y="50"/>
                </a:cubicBezTo>
                <a:cubicBezTo>
                  <a:pt x="4873" y="19"/>
                  <a:pt x="4846" y="1"/>
                  <a:pt x="4819" y="1"/>
                </a:cubicBezTo>
                <a:close/>
              </a:path>
            </a:pathLst>
          </a:custGeom>
          <a:solidFill>
            <a:srgbClr val="17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6" name="Shape 6996"/>
        <p:cNvGrpSpPr/>
        <p:nvPr/>
      </p:nvGrpSpPr>
      <p:grpSpPr>
        <a:xfrm>
          <a:off x="0" y="0"/>
          <a:ext cx="0" cy="0"/>
          <a:chOff x="0" y="0"/>
          <a:chExt cx="0" cy="0"/>
        </a:xfrm>
      </p:grpSpPr>
      <p:sp>
        <p:nvSpPr>
          <p:cNvPr id="6997" name="Google Shape;6997;p124"/>
          <p:cNvSpPr txBox="1"/>
          <p:nvPr>
            <p:ph type="title"/>
          </p:nvPr>
        </p:nvSpPr>
        <p:spPr>
          <a:xfrm>
            <a:off x="1693050" y="445025"/>
            <a:ext cx="57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Premium Resources</a:t>
            </a:r>
            <a:endParaRPr/>
          </a:p>
        </p:txBody>
      </p:sp>
      <p:sp>
        <p:nvSpPr>
          <p:cNvPr id="6998" name="Google Shape;6998;p124"/>
          <p:cNvSpPr txBox="1"/>
          <p:nvPr>
            <p:ph idx="1" type="body"/>
          </p:nvPr>
        </p:nvSpPr>
        <p:spPr>
          <a:xfrm>
            <a:off x="969788" y="1214050"/>
            <a:ext cx="3258600" cy="3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alternatives resources within the same style of this template</a:t>
            </a:r>
            <a:endParaRPr/>
          </a:p>
          <a:p>
            <a:pPr indent="0" lvl="0" marL="0" rtl="0" algn="l">
              <a:spcBef>
                <a:spcPts val="0"/>
              </a:spcBef>
              <a:spcAft>
                <a:spcPts val="0"/>
              </a:spcAft>
              <a:buClr>
                <a:schemeClr val="dk1"/>
              </a:buClr>
              <a:buSzPts val="1100"/>
              <a:buFont typeface="Arial"/>
              <a:buNone/>
            </a:pPr>
            <a:r>
              <a:rPr lang="en"/>
              <a:t> </a:t>
            </a:r>
            <a:endParaRPr/>
          </a:p>
          <a:p>
            <a:pPr indent="0" lvl="0" marL="0" rtl="0" algn="l">
              <a:spcBef>
                <a:spcPts val="0"/>
              </a:spcBef>
              <a:spcAft>
                <a:spcPts val="0"/>
              </a:spcAft>
              <a:buClr>
                <a:schemeClr val="dk1"/>
              </a:buClr>
              <a:buSzPts val="1100"/>
              <a:buFont typeface="Arial"/>
              <a:buNone/>
            </a:pPr>
            <a:r>
              <a:rPr b="1" lang="en"/>
              <a:t>PHOTOS</a:t>
            </a:r>
            <a:endParaRPr b="1"/>
          </a:p>
          <a:p>
            <a:pPr indent="-336550" lvl="0" marL="457200" rtl="0" algn="l">
              <a:spcBef>
                <a:spcPts val="0"/>
              </a:spcBef>
              <a:spcAft>
                <a:spcPts val="0"/>
              </a:spcAft>
              <a:buSzPts val="1700"/>
              <a:buFont typeface="Raleway"/>
              <a:buChar char="●"/>
            </a:pPr>
            <a:r>
              <a:rPr lang="en">
                <a:uFill>
                  <a:noFill/>
                </a:uFill>
                <a:hlinkClick r:id="rId3"/>
              </a:rPr>
              <a:t>Schoolbag with books scattered stationery desk</a:t>
            </a:r>
            <a:endParaRPr/>
          </a:p>
          <a:p>
            <a:pPr indent="-336550" lvl="0" marL="457200" rtl="0" algn="l">
              <a:spcBef>
                <a:spcPts val="0"/>
              </a:spcBef>
              <a:spcAft>
                <a:spcPts val="0"/>
              </a:spcAft>
              <a:buSzPts val="1700"/>
              <a:buChar char="●"/>
            </a:pPr>
            <a:r>
              <a:rPr lang="en">
                <a:uFill>
                  <a:noFill/>
                </a:uFill>
                <a:hlinkClick r:id="rId4"/>
              </a:rPr>
              <a:t>Back school during covid concept</a:t>
            </a:r>
            <a:endParaRPr/>
          </a:p>
          <a:p>
            <a:pPr indent="-336550" lvl="0" marL="457200" rtl="0" algn="l">
              <a:spcBef>
                <a:spcPts val="0"/>
              </a:spcBef>
              <a:spcAft>
                <a:spcPts val="0"/>
              </a:spcAft>
              <a:buSzPts val="1700"/>
              <a:buChar char="●"/>
            </a:pPr>
            <a:r>
              <a:rPr lang="en">
                <a:uFill>
                  <a:noFill/>
                </a:uFill>
                <a:hlinkClick r:id="rId5"/>
              </a:rPr>
              <a:t>Close up girl writing</a:t>
            </a:r>
            <a:endParaRPr/>
          </a:p>
          <a:p>
            <a:pPr indent="-336550" lvl="0" marL="457200" rtl="0" algn="l">
              <a:spcBef>
                <a:spcPts val="0"/>
              </a:spcBef>
              <a:spcAft>
                <a:spcPts val="0"/>
              </a:spcAft>
              <a:buSzPts val="1700"/>
              <a:buChar char="●"/>
            </a:pPr>
            <a:r>
              <a:rPr lang="en">
                <a:uFill>
                  <a:noFill/>
                </a:uFill>
                <a:hlinkClick r:id="rId6"/>
              </a:rPr>
              <a:t>Children classroom raising hands</a:t>
            </a:r>
            <a:endParaRPr/>
          </a:p>
          <a:p>
            <a:pPr indent="-336550" lvl="0" marL="457200" rtl="0" algn="l">
              <a:spcBef>
                <a:spcPts val="0"/>
              </a:spcBef>
              <a:spcAft>
                <a:spcPts val="0"/>
              </a:spcAft>
              <a:buSzPts val="1700"/>
              <a:buChar char="●"/>
            </a:pPr>
            <a:r>
              <a:rPr lang="en">
                <a:uFill>
                  <a:noFill/>
                </a:uFill>
                <a:hlinkClick r:id="rId7"/>
              </a:rPr>
              <a:t>Girl with books class</a:t>
            </a:r>
            <a:endParaRPr/>
          </a:p>
        </p:txBody>
      </p:sp>
      <p:sp>
        <p:nvSpPr>
          <p:cNvPr id="6999" name="Google Shape;6999;p124"/>
          <p:cNvSpPr txBox="1"/>
          <p:nvPr>
            <p:ph idx="2" type="body"/>
          </p:nvPr>
        </p:nvSpPr>
        <p:spPr>
          <a:xfrm>
            <a:off x="4915613" y="1214050"/>
            <a:ext cx="3258600" cy="3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a:solidFill>
                  <a:schemeClr val="dk1"/>
                </a:solidFill>
              </a:rPr>
              <a:t>VECTORS</a:t>
            </a:r>
            <a:endParaRPr b="1">
              <a:solidFill>
                <a:schemeClr val="dk1"/>
              </a:solidFill>
            </a:endParaRPr>
          </a:p>
          <a:p>
            <a:pPr indent="-336550" lvl="0" marL="457200" rtl="0" algn="l">
              <a:spcBef>
                <a:spcPts val="0"/>
              </a:spcBef>
              <a:spcAft>
                <a:spcPts val="0"/>
              </a:spcAft>
              <a:buSzPts val="1700"/>
              <a:buFont typeface="Raleway"/>
              <a:buChar char="●"/>
            </a:pPr>
            <a:r>
              <a:rPr lang="en">
                <a:solidFill>
                  <a:schemeClr val="dk1"/>
                </a:solidFill>
                <a:uFill>
                  <a:noFill/>
                </a:uFill>
                <a:hlinkClick r:id="rId8">
                  <a:extLst>
                    <a:ext uri="{A12FA001-AC4F-418D-AE19-62706E023703}">
                      <ahyp:hlinkClr val="tx"/>
                    </a:ext>
                  </a:extLst>
                </a:hlinkClick>
              </a:rPr>
              <a:t>Hand drawn bullet journal elements</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9">
                  <a:extLst>
                    <a:ext uri="{A12FA001-AC4F-418D-AE19-62706E023703}">
                      <ahyp:hlinkClr val="tx"/>
                    </a:ext>
                  </a:extLst>
                </a:hlinkClick>
              </a:rPr>
              <a:t>Sketches school elements pattern</a:t>
            </a:r>
            <a:r>
              <a:rPr lang="en">
                <a:solidFill>
                  <a:schemeClr val="dk1"/>
                </a:solidFill>
              </a:rPr>
              <a:t> </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0">
                  <a:extLst>
                    <a:ext uri="{A12FA001-AC4F-418D-AE19-62706E023703}">
                      <ahyp:hlinkClr val="tx"/>
                    </a:ext>
                  </a:extLst>
                </a:hlinkClick>
              </a:rPr>
              <a:t>Hand drawn back school pattern collection I</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1">
                  <a:extLst>
                    <a:ext uri="{A12FA001-AC4F-418D-AE19-62706E023703}">
                      <ahyp:hlinkClr val="tx"/>
                    </a:ext>
                  </a:extLst>
                </a:hlinkClick>
              </a:rPr>
              <a:t>Hand drawn back school pattern collection II</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2">
                  <a:extLst>
                    <a:ext uri="{A12FA001-AC4F-418D-AE19-62706E023703}">
                      <ahyp:hlinkClr val="tx"/>
                    </a:ext>
                  </a:extLst>
                </a:hlinkClick>
              </a:rPr>
              <a:t>Hand drawn back school pattern collection III</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3">
                  <a:extLst>
                    <a:ext uri="{A12FA001-AC4F-418D-AE19-62706E023703}">
                      <ahyp:hlinkClr val="tx"/>
                    </a:ext>
                  </a:extLst>
                </a:hlinkClick>
              </a:rPr>
              <a:t>Hand drawn back school background</a:t>
            </a:r>
            <a:endParaRPr>
              <a:solidFill>
                <a:schemeClr val="dk1"/>
              </a:solidFill>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3" name="Shape 7003"/>
        <p:cNvGrpSpPr/>
        <p:nvPr/>
      </p:nvGrpSpPr>
      <p:grpSpPr>
        <a:xfrm>
          <a:off x="0" y="0"/>
          <a:ext cx="0" cy="0"/>
          <a:chOff x="0" y="0"/>
          <a:chExt cx="0" cy="0"/>
        </a:xfrm>
      </p:grpSpPr>
      <p:sp>
        <p:nvSpPr>
          <p:cNvPr id="7004" name="Google Shape;7004;p125"/>
          <p:cNvSpPr txBox="1"/>
          <p:nvPr>
            <p:ph type="title"/>
          </p:nvPr>
        </p:nvSpPr>
        <p:spPr>
          <a:xfrm>
            <a:off x="1693050" y="445025"/>
            <a:ext cx="57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7005" name="Google Shape;7005;p125"/>
          <p:cNvSpPr txBox="1"/>
          <p:nvPr>
            <p:ph idx="1" type="body"/>
          </p:nvPr>
        </p:nvSpPr>
        <p:spPr>
          <a:xfrm>
            <a:off x="713225" y="1442650"/>
            <a:ext cx="7717500" cy="312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0"/>
              </a:spcBef>
              <a:spcAft>
                <a:spcPts val="0"/>
              </a:spcAft>
              <a:buClr>
                <a:schemeClr val="dk1"/>
              </a:buClr>
              <a:buSzPts val="1100"/>
              <a:buFont typeface="Arial"/>
              <a:buNone/>
            </a:pPr>
            <a:r>
              <a:rPr lang="en"/>
              <a:t> </a:t>
            </a:r>
            <a:endParaRPr/>
          </a:p>
          <a:p>
            <a:pPr indent="0" lvl="0" marL="0" rtl="0" algn="l">
              <a:spcBef>
                <a:spcPts val="0"/>
              </a:spcBef>
              <a:spcAft>
                <a:spcPts val="0"/>
              </a:spcAft>
              <a:buClr>
                <a:schemeClr val="dk1"/>
              </a:buClr>
              <a:buSzPts val="1100"/>
              <a:buFont typeface="Arial"/>
              <a:buNone/>
            </a:pPr>
            <a:r>
              <a:rPr b="1" lang="en"/>
              <a:t>PHOTOS</a:t>
            </a:r>
            <a:endParaRPr b="1"/>
          </a:p>
          <a:p>
            <a:pPr indent="-336550" lvl="0" marL="457200" rtl="0" algn="l">
              <a:spcBef>
                <a:spcPts val="0"/>
              </a:spcBef>
              <a:spcAft>
                <a:spcPts val="0"/>
              </a:spcAft>
              <a:buSzPts val="1700"/>
              <a:buFont typeface="Raleway"/>
              <a:buChar char="●"/>
            </a:pPr>
            <a:r>
              <a:rPr lang="en">
                <a:uFill>
                  <a:noFill/>
                </a:uFill>
                <a:hlinkClick r:id="rId3"/>
              </a:rPr>
              <a:t>Students learning at school in their classroom</a:t>
            </a:r>
            <a:endParaRPr/>
          </a:p>
          <a:p>
            <a:pPr indent="-317500" lvl="0" marL="457200" rtl="0" algn="l">
              <a:spcBef>
                <a:spcPts val="0"/>
              </a:spcBef>
              <a:spcAft>
                <a:spcPts val="0"/>
              </a:spcAft>
              <a:buSzPts val="1400"/>
              <a:buChar char="●"/>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VECTORS</a:t>
            </a:r>
            <a:endParaRPr b="1"/>
          </a:p>
          <a:p>
            <a:pPr indent="-336550" lvl="0" marL="457200" rtl="0" algn="l">
              <a:spcBef>
                <a:spcPts val="0"/>
              </a:spcBef>
              <a:spcAft>
                <a:spcPts val="0"/>
              </a:spcAft>
              <a:buSzPts val="1700"/>
              <a:buFont typeface="Raleway"/>
              <a:buChar char="●"/>
            </a:pPr>
            <a:r>
              <a:rPr lang="en">
                <a:uFill>
                  <a:noFill/>
                </a:uFill>
                <a:hlinkClick r:id="rId4"/>
              </a:rPr>
              <a:t>Back to school pattern collection</a:t>
            </a:r>
            <a:endParaRPr/>
          </a:p>
          <a:p>
            <a:pPr indent="-336550" lvl="0" marL="457200" rtl="0" algn="l">
              <a:spcBef>
                <a:spcPts val="0"/>
              </a:spcBef>
              <a:spcAft>
                <a:spcPts val="0"/>
              </a:spcAft>
              <a:buSzPts val="1700"/>
              <a:buFont typeface="Raleway"/>
              <a:buChar char="●"/>
            </a:pPr>
            <a:r>
              <a:rPr lang="en">
                <a:uFill>
                  <a:noFill/>
                </a:uFill>
                <a:hlinkClick r:id="rId5"/>
              </a:rPr>
              <a:t>Hand drawn scrapbook kit with ribbons and stickers</a:t>
            </a:r>
            <a:endParaRPr/>
          </a:p>
          <a:p>
            <a:pPr indent="-336550" lvl="0" marL="457200" rtl="0" algn="l">
              <a:spcBef>
                <a:spcPts val="0"/>
              </a:spcBef>
              <a:spcAft>
                <a:spcPts val="0"/>
              </a:spcAft>
              <a:buSzPts val="1700"/>
              <a:buFont typeface="Raleway"/>
              <a:buChar char="●"/>
            </a:pPr>
            <a:r>
              <a:rPr lang="en">
                <a:uFill>
                  <a:noFill/>
                </a:uFill>
                <a:hlinkClick r:id="rId6"/>
              </a:rPr>
              <a:t>Hand drawn travel landmarks labels</a:t>
            </a:r>
            <a:endParaRPr/>
          </a:p>
          <a:p>
            <a:pPr indent="-336550" lvl="0" marL="457200" rtl="0" algn="l">
              <a:spcBef>
                <a:spcPts val="0"/>
              </a:spcBef>
              <a:spcAft>
                <a:spcPts val="0"/>
              </a:spcAft>
              <a:buSzPts val="1700"/>
              <a:buFont typeface="Raleway"/>
              <a:buChar char="●"/>
            </a:pPr>
            <a:r>
              <a:rPr lang="en">
                <a:uFill>
                  <a:noFill/>
                </a:uFill>
                <a:hlinkClick r:id="rId7"/>
              </a:rPr>
              <a:t>Back to school instagram stories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9" name="Shape 7009"/>
        <p:cNvGrpSpPr/>
        <p:nvPr/>
      </p:nvGrpSpPr>
      <p:grpSpPr>
        <a:xfrm>
          <a:off x="0" y="0"/>
          <a:ext cx="0" cy="0"/>
          <a:chOff x="0" y="0"/>
          <a:chExt cx="0" cy="0"/>
        </a:xfrm>
      </p:grpSpPr>
      <p:sp>
        <p:nvSpPr>
          <p:cNvPr id="7010" name="Google Shape;7010;p126"/>
          <p:cNvSpPr txBox="1"/>
          <p:nvPr>
            <p:ph type="title"/>
          </p:nvPr>
        </p:nvSpPr>
        <p:spPr>
          <a:xfrm>
            <a:off x="1693050" y="445025"/>
            <a:ext cx="57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Resources</a:t>
            </a:r>
            <a:endParaRPr/>
          </a:p>
        </p:txBody>
      </p:sp>
      <p:sp>
        <p:nvSpPr>
          <p:cNvPr id="7011" name="Google Shape;7011;p126"/>
          <p:cNvSpPr txBox="1"/>
          <p:nvPr>
            <p:ph idx="1" type="body"/>
          </p:nvPr>
        </p:nvSpPr>
        <p:spPr>
          <a:xfrm>
            <a:off x="969788" y="1214050"/>
            <a:ext cx="3258600" cy="3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0"/>
              </a:spcBef>
              <a:spcAft>
                <a:spcPts val="0"/>
              </a:spcAft>
              <a:buNone/>
            </a:pPr>
            <a:r>
              <a:rPr lang="en"/>
              <a:t> </a:t>
            </a:r>
            <a:endParaRPr/>
          </a:p>
          <a:p>
            <a:pPr indent="0" lvl="0" marL="0" rtl="0" algn="l">
              <a:spcBef>
                <a:spcPts val="0"/>
              </a:spcBef>
              <a:spcAft>
                <a:spcPts val="0"/>
              </a:spcAft>
              <a:buNone/>
            </a:pPr>
            <a:r>
              <a:rPr b="1" lang="en"/>
              <a:t>PHOTOS</a:t>
            </a:r>
            <a:endParaRPr b="1"/>
          </a:p>
          <a:p>
            <a:pPr indent="-336550" lvl="0" marL="457200" rtl="0" algn="l">
              <a:spcBef>
                <a:spcPts val="0"/>
              </a:spcBef>
              <a:spcAft>
                <a:spcPts val="0"/>
              </a:spcAft>
              <a:buSzPts val="1700"/>
              <a:buFont typeface="Raleway"/>
              <a:buChar char="●"/>
            </a:pPr>
            <a:r>
              <a:rPr lang="en">
                <a:uFill>
                  <a:noFill/>
                </a:uFill>
                <a:hlinkClick r:id="rId3"/>
              </a:rPr>
              <a:t>Smiley teacher standing classroom </a:t>
            </a:r>
            <a:endParaRPr/>
          </a:p>
          <a:p>
            <a:pPr indent="-336550" lvl="0" marL="457200" rtl="0" algn="l">
              <a:spcBef>
                <a:spcPts val="0"/>
              </a:spcBef>
              <a:spcAft>
                <a:spcPts val="0"/>
              </a:spcAft>
              <a:buSzPts val="1700"/>
              <a:buChar char="●"/>
            </a:pPr>
            <a:r>
              <a:rPr lang="en">
                <a:uFill>
                  <a:noFill/>
                </a:uFill>
                <a:hlinkClick r:id="rId4"/>
              </a:rPr>
              <a:t>Side view smiley man taking notes</a:t>
            </a:r>
            <a:endParaRPr/>
          </a:p>
          <a:p>
            <a:pPr indent="-336550" lvl="0" marL="457200" rtl="0" algn="l">
              <a:spcBef>
                <a:spcPts val="0"/>
              </a:spcBef>
              <a:spcAft>
                <a:spcPts val="0"/>
              </a:spcAft>
              <a:buSzPts val="1700"/>
              <a:buChar char="●"/>
            </a:pPr>
            <a:r>
              <a:rPr lang="en">
                <a:uFill>
                  <a:noFill/>
                </a:uFill>
                <a:hlinkClick r:id="rId5"/>
              </a:rPr>
              <a:t>African kid learning class</a:t>
            </a:r>
            <a:endParaRPr/>
          </a:p>
          <a:p>
            <a:pPr indent="-336550" lvl="0" marL="457200" rtl="0" algn="l">
              <a:spcBef>
                <a:spcPts val="0"/>
              </a:spcBef>
              <a:spcAft>
                <a:spcPts val="0"/>
              </a:spcAft>
              <a:buSzPts val="1700"/>
              <a:buChar char="●"/>
            </a:pPr>
            <a:r>
              <a:rPr lang="en">
                <a:uFill>
                  <a:noFill/>
                </a:uFill>
                <a:hlinkClick r:id="rId6"/>
              </a:rPr>
              <a:t>Teacher holding book child having virtual course</a:t>
            </a:r>
            <a:endParaRPr/>
          </a:p>
          <a:p>
            <a:pPr indent="-336550" lvl="0" marL="457200" rtl="0" algn="l">
              <a:spcBef>
                <a:spcPts val="0"/>
              </a:spcBef>
              <a:spcAft>
                <a:spcPts val="0"/>
              </a:spcAft>
              <a:buSzPts val="1700"/>
              <a:buChar char="●"/>
            </a:pPr>
            <a:r>
              <a:rPr lang="en">
                <a:uFill>
                  <a:noFill/>
                </a:uFill>
                <a:hlinkClick r:id="rId7"/>
              </a:rPr>
              <a:t>Close up woman feeding cow</a:t>
            </a:r>
            <a:r>
              <a:rPr lang="en"/>
              <a:t> </a:t>
            </a:r>
            <a:endParaRPr/>
          </a:p>
        </p:txBody>
      </p:sp>
      <p:sp>
        <p:nvSpPr>
          <p:cNvPr id="7012" name="Google Shape;7012;p126"/>
          <p:cNvSpPr txBox="1"/>
          <p:nvPr>
            <p:ph idx="2" type="body"/>
          </p:nvPr>
        </p:nvSpPr>
        <p:spPr>
          <a:xfrm>
            <a:off x="4915613" y="1214050"/>
            <a:ext cx="3258600" cy="3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rPr>
              <a:t>VECTORS</a:t>
            </a:r>
            <a:endParaRPr b="1">
              <a:solidFill>
                <a:schemeClr val="dk1"/>
              </a:solidFill>
            </a:endParaRPr>
          </a:p>
          <a:p>
            <a:pPr indent="-336550" lvl="0" marL="457200" rtl="0" algn="l">
              <a:spcBef>
                <a:spcPts val="0"/>
              </a:spcBef>
              <a:spcAft>
                <a:spcPts val="0"/>
              </a:spcAft>
              <a:buSzPts val="1700"/>
              <a:buFont typeface="Raleway"/>
              <a:buChar char="●"/>
            </a:pPr>
            <a:r>
              <a:rPr lang="en">
                <a:solidFill>
                  <a:schemeClr val="dk1"/>
                </a:solidFill>
                <a:uFill>
                  <a:noFill/>
                </a:uFill>
                <a:hlinkClick r:id="rId8">
                  <a:extLst>
                    <a:ext uri="{A12FA001-AC4F-418D-AE19-62706E023703}">
                      <ahyp:hlinkClr val="tx"/>
                    </a:ext>
                  </a:extLst>
                </a:hlinkClick>
              </a:rPr>
              <a:t>Hand drawn back school pattern collection I</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9">
                  <a:extLst>
                    <a:ext uri="{A12FA001-AC4F-418D-AE19-62706E023703}">
                      <ahyp:hlinkClr val="tx"/>
                    </a:ext>
                  </a:extLst>
                </a:hlinkClick>
              </a:rPr>
              <a:t>Hand drawn back school pattern collection II</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0">
                  <a:extLst>
                    <a:ext uri="{A12FA001-AC4F-418D-AE19-62706E023703}">
                      <ahyp:hlinkClr val="tx"/>
                    </a:ext>
                  </a:extLst>
                </a:hlinkClick>
              </a:rPr>
              <a:t>Bullet journal elements pastel colours</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1">
                  <a:extLst>
                    <a:ext uri="{A12FA001-AC4F-418D-AE19-62706E023703}">
                      <ahyp:hlinkClr val="tx"/>
                    </a:ext>
                  </a:extLst>
                </a:hlinkClick>
              </a:rPr>
              <a:t>Hand drawn bullet journal elements</a:t>
            </a:r>
            <a:endParaRPr>
              <a:solidFill>
                <a:schemeClr val="dk1"/>
              </a:solidFill>
            </a:endParaRPr>
          </a:p>
          <a:p>
            <a:pPr indent="-336550" lvl="0" marL="457200" rtl="0" algn="l">
              <a:spcBef>
                <a:spcPts val="0"/>
              </a:spcBef>
              <a:spcAft>
                <a:spcPts val="0"/>
              </a:spcAft>
              <a:buSzPts val="1700"/>
              <a:buChar char="●"/>
            </a:pPr>
            <a:r>
              <a:rPr lang="en">
                <a:solidFill>
                  <a:schemeClr val="dk1"/>
                </a:solidFill>
                <a:uFill>
                  <a:noFill/>
                </a:uFill>
                <a:hlinkClick r:id="rId12">
                  <a:extLst>
                    <a:ext uri="{A12FA001-AC4F-418D-AE19-62706E023703}">
                      <ahyp:hlinkClr val="tx"/>
                    </a:ext>
                  </a:extLst>
                </a:hlinkClick>
              </a:rPr>
              <a:t>Notepad cute shapes bullet journal template</a:t>
            </a:r>
            <a:endParaRPr>
              <a:solidFill>
                <a:schemeClr val="dk1"/>
              </a:solidFill>
            </a:endParaRPr>
          </a:p>
          <a:p>
            <a:pPr indent="0" lvl="0" marL="0" rtl="0" algn="l">
              <a:spcBef>
                <a:spcPts val="1000"/>
              </a:spcBef>
              <a:spcAft>
                <a:spcPts val="0"/>
              </a:spcAft>
              <a:buNone/>
            </a:pPr>
            <a:r>
              <a:rPr b="1" lang="en">
                <a:solidFill>
                  <a:schemeClr val="dk1"/>
                </a:solidFill>
              </a:rPr>
              <a:t>ICON</a:t>
            </a:r>
            <a:endParaRPr b="1">
              <a:solidFill>
                <a:schemeClr val="dk1"/>
              </a:solidFill>
            </a:endParaRPr>
          </a:p>
          <a:p>
            <a:pPr indent="-336550" lvl="0" marL="457200" rtl="0" algn="l">
              <a:spcBef>
                <a:spcPts val="1000"/>
              </a:spcBef>
              <a:spcAft>
                <a:spcPts val="0"/>
              </a:spcAft>
              <a:buSzPts val="1700"/>
              <a:buChar char="●"/>
            </a:pPr>
            <a:r>
              <a:rPr lang="en">
                <a:solidFill>
                  <a:schemeClr val="dk1"/>
                </a:solidFill>
                <a:uFill>
                  <a:noFill/>
                </a:uFill>
                <a:hlinkClick r:id="rId13">
                  <a:extLst>
                    <a:ext uri="{A12FA001-AC4F-418D-AE19-62706E023703}">
                      <ahyp:hlinkClr val="tx"/>
                    </a:ext>
                  </a:extLst>
                </a:hlinkClick>
              </a:rPr>
              <a:t>Back to school </a:t>
            </a:r>
            <a:endParaRPr b="1">
              <a:solidFill>
                <a:schemeClr val="dk1"/>
              </a:solidFil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16" name="Shape 7016"/>
        <p:cNvGrpSpPr/>
        <p:nvPr/>
      </p:nvGrpSpPr>
      <p:grpSpPr>
        <a:xfrm>
          <a:off x="0" y="0"/>
          <a:ext cx="0" cy="0"/>
          <a:chOff x="0" y="0"/>
          <a:chExt cx="0" cy="0"/>
        </a:xfrm>
      </p:grpSpPr>
      <p:sp>
        <p:nvSpPr>
          <p:cNvPr id="7017" name="Google Shape;7017;p127"/>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7018" name="Google Shape;7018;p12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7019" name="Google Shape;7019;p12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23" name="Shape 7023"/>
        <p:cNvGrpSpPr/>
        <p:nvPr/>
      </p:nvGrpSpPr>
      <p:grpSpPr>
        <a:xfrm>
          <a:off x="0" y="0"/>
          <a:ext cx="0" cy="0"/>
          <a:chOff x="0" y="0"/>
          <a:chExt cx="0" cy="0"/>
        </a:xfrm>
      </p:grpSpPr>
      <p:sp>
        <p:nvSpPr>
          <p:cNvPr id="7024" name="Google Shape;7024;p128"/>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7025" name="Google Shape;7025;p12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7026" name="Google Shape;7026;p1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30" name="Shape 7030"/>
        <p:cNvGrpSpPr/>
        <p:nvPr/>
      </p:nvGrpSpPr>
      <p:grpSpPr>
        <a:xfrm>
          <a:off x="0" y="0"/>
          <a:ext cx="0" cy="0"/>
          <a:chOff x="0" y="0"/>
          <a:chExt cx="0" cy="0"/>
        </a:xfrm>
      </p:grpSpPr>
      <p:sp>
        <p:nvSpPr>
          <p:cNvPr id="7031" name="Google Shape;7031;p129"/>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7032" name="Google Shape;7032;p12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7033" name="Google Shape;7033;p129"/>
          <p:cNvSpPr txBox="1"/>
          <p:nvPr/>
        </p:nvSpPr>
        <p:spPr>
          <a:xfrm>
            <a:off x="1048350" y="1610428"/>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Gloria Hallelujah</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https://fonts.google.com/specimen/Gloria+Hallelujah</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Raleway</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4">
                  <a:extLst>
                    <a:ext uri="{A12FA001-AC4F-418D-AE19-62706E023703}">
                      <ahyp:hlinkClr val="tx"/>
                    </a:ext>
                  </a:extLst>
                </a:hlinkClick>
              </a:rPr>
              <a:t>https://fonts.google.com/specimen/Raleway</a:t>
            </a:r>
            <a:r>
              <a:rPr lang="en" sz="1100">
                <a:solidFill>
                  <a:srgbClr val="FFFFFF"/>
                </a:solidFill>
              </a:rPr>
              <a:t>)</a:t>
            </a:r>
            <a:endParaRPr sz="1100">
              <a:solidFill>
                <a:srgbClr val="FFFFFF"/>
              </a:solidFill>
            </a:endParaRPr>
          </a:p>
        </p:txBody>
      </p:sp>
      <p:sp>
        <p:nvSpPr>
          <p:cNvPr id="7034" name="Google Shape;7034;p129"/>
          <p:cNvSpPr/>
          <p:nvPr/>
        </p:nvSpPr>
        <p:spPr>
          <a:xfrm>
            <a:off x="3114475" y="2988229"/>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9"/>
          <p:cNvSpPr/>
          <p:nvPr/>
        </p:nvSpPr>
        <p:spPr>
          <a:xfrm>
            <a:off x="4176295" y="2988229"/>
            <a:ext cx="791400" cy="754200"/>
          </a:xfrm>
          <a:prstGeom prst="roundRect">
            <a:avLst>
              <a:gd fmla="val 16667" name="adj"/>
            </a:avLst>
          </a:prstGeom>
          <a:solidFill>
            <a:srgbClr val="FF6E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9"/>
          <p:cNvSpPr/>
          <p:nvPr/>
        </p:nvSpPr>
        <p:spPr>
          <a:xfrm>
            <a:off x="5238114" y="2988229"/>
            <a:ext cx="791400" cy="754200"/>
          </a:xfrm>
          <a:prstGeom prst="roundRect">
            <a:avLst>
              <a:gd fmla="val 16667" name="adj"/>
            </a:avLst>
          </a:prstGeom>
          <a:solidFill>
            <a:srgbClr val="CCB1F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9"/>
          <p:cNvSpPr/>
          <p:nvPr/>
        </p:nvSpPr>
        <p:spPr>
          <a:xfrm>
            <a:off x="2052650" y="2988229"/>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9"/>
          <p:cNvSpPr txBox="1"/>
          <p:nvPr/>
        </p:nvSpPr>
        <p:spPr>
          <a:xfrm>
            <a:off x="3114475" y="3145279"/>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#ffffff</a:t>
            </a:r>
            <a:endParaRPr sz="1000">
              <a:solidFill>
                <a:srgbClr val="000000"/>
              </a:solidFill>
            </a:endParaRPr>
          </a:p>
        </p:txBody>
      </p:sp>
      <p:sp>
        <p:nvSpPr>
          <p:cNvPr id="7039" name="Google Shape;7039;p129"/>
          <p:cNvSpPr txBox="1"/>
          <p:nvPr/>
        </p:nvSpPr>
        <p:spPr>
          <a:xfrm>
            <a:off x="4176300" y="3145279"/>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#ff6ea7</a:t>
            </a:r>
            <a:endParaRPr sz="1000">
              <a:solidFill>
                <a:srgbClr val="FFFFFF"/>
              </a:solidFill>
            </a:endParaRPr>
          </a:p>
        </p:txBody>
      </p:sp>
      <p:sp>
        <p:nvSpPr>
          <p:cNvPr id="7040" name="Google Shape;7040;p129"/>
          <p:cNvSpPr txBox="1"/>
          <p:nvPr/>
        </p:nvSpPr>
        <p:spPr>
          <a:xfrm>
            <a:off x="5238125" y="3145279"/>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#ccb1fe</a:t>
            </a:r>
            <a:endParaRPr sz="1000">
              <a:solidFill>
                <a:srgbClr val="FFFFFF"/>
              </a:solidFill>
            </a:endParaRPr>
          </a:p>
        </p:txBody>
      </p:sp>
      <p:sp>
        <p:nvSpPr>
          <p:cNvPr id="7041" name="Google Shape;7041;p129"/>
          <p:cNvSpPr txBox="1"/>
          <p:nvPr/>
        </p:nvSpPr>
        <p:spPr>
          <a:xfrm>
            <a:off x="2052650" y="3145279"/>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7042" name="Google Shape;7042;p129"/>
          <p:cNvSpPr/>
          <p:nvPr/>
        </p:nvSpPr>
        <p:spPr>
          <a:xfrm>
            <a:off x="6299939" y="2988229"/>
            <a:ext cx="791400" cy="754200"/>
          </a:xfrm>
          <a:prstGeom prst="roundRect">
            <a:avLst>
              <a:gd fmla="val 16667" name="adj"/>
            </a:avLst>
          </a:prstGeom>
          <a:solidFill>
            <a:srgbClr val="B2F7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9"/>
          <p:cNvSpPr txBox="1"/>
          <p:nvPr/>
        </p:nvSpPr>
        <p:spPr>
          <a:xfrm>
            <a:off x="6299950" y="3145279"/>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#b2f7ef</a:t>
            </a:r>
            <a:endParaRPr sz="1000">
              <a:solidFill>
                <a:srgbClr val="000000"/>
              </a:solidFill>
            </a:endParaRPr>
          </a:p>
        </p:txBody>
      </p:sp>
      <p:sp>
        <p:nvSpPr>
          <p:cNvPr id="7044" name="Google Shape;7044;p129"/>
          <p:cNvSpPr/>
          <p:nvPr/>
        </p:nvSpPr>
        <p:spPr>
          <a:xfrm>
            <a:off x="4176289" y="3919329"/>
            <a:ext cx="791400" cy="754200"/>
          </a:xfrm>
          <a:prstGeom prst="roundRect">
            <a:avLst>
              <a:gd fmla="val 16667" name="adj"/>
            </a:avLst>
          </a:prstGeom>
          <a:solidFill>
            <a:srgbClr val="FFE6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9"/>
          <p:cNvSpPr txBox="1"/>
          <p:nvPr/>
        </p:nvSpPr>
        <p:spPr>
          <a:xfrm>
            <a:off x="4176300" y="4076379"/>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#ffe652</a:t>
            </a:r>
            <a:endParaRPr sz="1000">
              <a:solidFill>
                <a:srgbClr val="000000"/>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49" name="Shape 7049"/>
        <p:cNvGrpSpPr/>
        <p:nvPr/>
      </p:nvGrpSpPr>
      <p:grpSpPr>
        <a:xfrm>
          <a:off x="0" y="0"/>
          <a:ext cx="0" cy="0"/>
          <a:chOff x="0" y="0"/>
          <a:chExt cx="0" cy="0"/>
        </a:xfrm>
      </p:grpSpPr>
      <p:sp>
        <p:nvSpPr>
          <p:cNvPr id="7050" name="Google Shape;7050;p130"/>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7051" name="Google Shape;7051;p130"/>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7052" name="Google Shape;7052;p130">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7053" name="Google Shape;7053;p130">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7054" name="Google Shape;7054;p130">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7055" name="Google Shape;7055;p130">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7056" name="Google Shape;7056;p130"/>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7057" name="Google Shape;7057;p130"/>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7058" name="Google Shape;7058;p130"/>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7059" name="Google Shape;7059;p130"/>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7060" name="Google Shape;7060;p130">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7061" name="Google Shape;7061;p13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65" name="Shape 7065"/>
        <p:cNvGrpSpPr/>
        <p:nvPr/>
      </p:nvGrpSpPr>
      <p:grpSpPr>
        <a:xfrm>
          <a:off x="0" y="0"/>
          <a:ext cx="0" cy="0"/>
          <a:chOff x="0" y="0"/>
          <a:chExt cx="0" cy="0"/>
        </a:xfrm>
      </p:grpSpPr>
      <p:sp>
        <p:nvSpPr>
          <p:cNvPr id="7066" name="Google Shape;7066;p131"/>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7067" name="Google Shape;7067;p131"/>
          <p:cNvGrpSpPr/>
          <p:nvPr/>
        </p:nvGrpSpPr>
        <p:grpSpPr>
          <a:xfrm>
            <a:off x="5156078" y="3085736"/>
            <a:ext cx="474294" cy="551291"/>
            <a:chOff x="4727025" y="1332775"/>
            <a:chExt cx="59900" cy="69625"/>
          </a:xfrm>
        </p:grpSpPr>
        <p:sp>
          <p:nvSpPr>
            <p:cNvPr id="7068" name="Google Shape;7068;p13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3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131"/>
          <p:cNvGrpSpPr/>
          <p:nvPr/>
        </p:nvGrpSpPr>
        <p:grpSpPr>
          <a:xfrm>
            <a:off x="5769734" y="2314340"/>
            <a:ext cx="555653" cy="557031"/>
            <a:chOff x="4820425" y="1329900"/>
            <a:chExt cx="70175" cy="70350"/>
          </a:xfrm>
        </p:grpSpPr>
        <p:sp>
          <p:nvSpPr>
            <p:cNvPr id="7071" name="Google Shape;7071;p13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3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3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3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131"/>
          <p:cNvGrpSpPr/>
          <p:nvPr/>
        </p:nvGrpSpPr>
        <p:grpSpPr>
          <a:xfrm>
            <a:off x="6396103" y="2318845"/>
            <a:ext cx="582574" cy="533871"/>
            <a:chOff x="4903200" y="1331525"/>
            <a:chExt cx="73575" cy="67425"/>
          </a:xfrm>
        </p:grpSpPr>
        <p:sp>
          <p:nvSpPr>
            <p:cNvPr id="7076" name="Google Shape;7076;p13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3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131"/>
          <p:cNvGrpSpPr/>
          <p:nvPr/>
        </p:nvGrpSpPr>
        <p:grpSpPr>
          <a:xfrm>
            <a:off x="5755581" y="3078709"/>
            <a:ext cx="583960" cy="565345"/>
            <a:chOff x="4815575" y="1416800"/>
            <a:chExt cx="73750" cy="71400"/>
          </a:xfrm>
        </p:grpSpPr>
        <p:sp>
          <p:nvSpPr>
            <p:cNvPr id="7079" name="Google Shape;7079;p13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3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3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131"/>
          <p:cNvGrpSpPr/>
          <p:nvPr/>
        </p:nvGrpSpPr>
        <p:grpSpPr>
          <a:xfrm>
            <a:off x="6390362" y="3108896"/>
            <a:ext cx="589898" cy="504970"/>
            <a:chOff x="4902475" y="1418875"/>
            <a:chExt cx="74500" cy="63775"/>
          </a:xfrm>
        </p:grpSpPr>
        <p:sp>
          <p:nvSpPr>
            <p:cNvPr id="7083" name="Google Shape;7083;p13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3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131"/>
          <p:cNvGrpSpPr/>
          <p:nvPr/>
        </p:nvGrpSpPr>
        <p:grpSpPr>
          <a:xfrm>
            <a:off x="5765577" y="3826000"/>
            <a:ext cx="563967" cy="567127"/>
            <a:chOff x="4818100" y="1507675"/>
            <a:chExt cx="71225" cy="71625"/>
          </a:xfrm>
        </p:grpSpPr>
        <p:sp>
          <p:nvSpPr>
            <p:cNvPr id="7086" name="Google Shape;7086;p13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3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3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3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131"/>
          <p:cNvGrpSpPr/>
          <p:nvPr/>
        </p:nvGrpSpPr>
        <p:grpSpPr>
          <a:xfrm>
            <a:off x="5079075" y="3829461"/>
            <a:ext cx="628301" cy="588505"/>
            <a:chOff x="4721450" y="1509475"/>
            <a:chExt cx="79350" cy="74325"/>
          </a:xfrm>
        </p:grpSpPr>
        <p:sp>
          <p:nvSpPr>
            <p:cNvPr id="7091" name="Google Shape;7091;p13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3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3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3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131"/>
          <p:cNvGrpSpPr/>
          <p:nvPr/>
        </p:nvGrpSpPr>
        <p:grpSpPr>
          <a:xfrm>
            <a:off x="6424608" y="3814027"/>
            <a:ext cx="557038" cy="562772"/>
            <a:chOff x="4906800" y="1507500"/>
            <a:chExt cx="70350" cy="71075"/>
          </a:xfrm>
        </p:grpSpPr>
        <p:sp>
          <p:nvSpPr>
            <p:cNvPr id="7096" name="Google Shape;7096;p13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3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3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3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3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131"/>
          <p:cNvGrpSpPr/>
          <p:nvPr/>
        </p:nvGrpSpPr>
        <p:grpSpPr>
          <a:xfrm>
            <a:off x="4462216" y="2340963"/>
            <a:ext cx="517934" cy="517934"/>
            <a:chOff x="3736598" y="2170606"/>
            <a:chExt cx="404889" cy="404889"/>
          </a:xfrm>
        </p:grpSpPr>
        <p:sp>
          <p:nvSpPr>
            <p:cNvPr id="7102" name="Google Shape;7102;p13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3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3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3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131"/>
          <p:cNvGrpSpPr/>
          <p:nvPr/>
        </p:nvGrpSpPr>
        <p:grpSpPr>
          <a:xfrm>
            <a:off x="3729277" y="2341061"/>
            <a:ext cx="586986" cy="517740"/>
            <a:chOff x="3161917" y="2170682"/>
            <a:chExt cx="458870" cy="404737"/>
          </a:xfrm>
        </p:grpSpPr>
        <p:sp>
          <p:nvSpPr>
            <p:cNvPr id="7107" name="Google Shape;7107;p13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3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3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131"/>
          <p:cNvGrpSpPr/>
          <p:nvPr/>
        </p:nvGrpSpPr>
        <p:grpSpPr>
          <a:xfrm>
            <a:off x="3752299" y="3102400"/>
            <a:ext cx="540943" cy="517963"/>
            <a:chOff x="3179914" y="2889488"/>
            <a:chExt cx="422876" cy="404911"/>
          </a:xfrm>
        </p:grpSpPr>
        <p:sp>
          <p:nvSpPr>
            <p:cNvPr id="7111" name="Google Shape;7111;p13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3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3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3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3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3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131"/>
          <p:cNvGrpSpPr/>
          <p:nvPr/>
        </p:nvGrpSpPr>
        <p:grpSpPr>
          <a:xfrm>
            <a:off x="4453093" y="3102358"/>
            <a:ext cx="536180" cy="518047"/>
            <a:chOff x="3729467" y="2889422"/>
            <a:chExt cx="419153" cy="404977"/>
          </a:xfrm>
        </p:grpSpPr>
        <p:sp>
          <p:nvSpPr>
            <p:cNvPr id="7118" name="Google Shape;7118;p13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3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3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3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3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3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3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131"/>
          <p:cNvGrpSpPr/>
          <p:nvPr/>
        </p:nvGrpSpPr>
        <p:grpSpPr>
          <a:xfrm>
            <a:off x="1990126" y="3445787"/>
            <a:ext cx="965351" cy="134611"/>
            <a:chOff x="4411970" y="2962952"/>
            <a:chExt cx="706544" cy="104212"/>
          </a:xfrm>
        </p:grpSpPr>
        <p:sp>
          <p:nvSpPr>
            <p:cNvPr id="7126" name="Google Shape;7126;p13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3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3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3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131"/>
          <p:cNvGrpSpPr/>
          <p:nvPr/>
        </p:nvGrpSpPr>
        <p:grpSpPr>
          <a:xfrm>
            <a:off x="1990126" y="3041077"/>
            <a:ext cx="960158" cy="289172"/>
            <a:chOff x="4411970" y="2726085"/>
            <a:chExt cx="643107" cy="193659"/>
          </a:xfrm>
        </p:grpSpPr>
        <p:sp>
          <p:nvSpPr>
            <p:cNvPr id="7131" name="Google Shape;7131;p13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3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3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131"/>
          <p:cNvGrpSpPr/>
          <p:nvPr/>
        </p:nvGrpSpPr>
        <p:grpSpPr>
          <a:xfrm>
            <a:off x="998624" y="3295400"/>
            <a:ext cx="811503" cy="252584"/>
            <a:chOff x="4411970" y="4340222"/>
            <a:chExt cx="779467" cy="242683"/>
          </a:xfrm>
        </p:grpSpPr>
        <p:sp>
          <p:nvSpPr>
            <p:cNvPr id="7135" name="Google Shape;7135;p13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3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3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131"/>
          <p:cNvGrpSpPr/>
          <p:nvPr/>
        </p:nvGrpSpPr>
        <p:grpSpPr>
          <a:xfrm>
            <a:off x="1990126" y="2709308"/>
            <a:ext cx="965160" cy="216230"/>
            <a:chOff x="4411970" y="2468674"/>
            <a:chExt cx="747317" cy="167425"/>
          </a:xfrm>
        </p:grpSpPr>
        <p:sp>
          <p:nvSpPr>
            <p:cNvPr id="7139" name="Google Shape;7139;p13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3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1" name="Google Shape;7141;p13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131"/>
          <p:cNvGrpSpPr/>
          <p:nvPr/>
        </p:nvGrpSpPr>
        <p:grpSpPr>
          <a:xfrm>
            <a:off x="997692" y="2334687"/>
            <a:ext cx="1959041" cy="208784"/>
            <a:chOff x="6336019" y="3733725"/>
            <a:chExt cx="2566206" cy="351310"/>
          </a:xfrm>
        </p:grpSpPr>
        <p:sp>
          <p:nvSpPr>
            <p:cNvPr id="7143" name="Google Shape;7143;p13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3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3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3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131"/>
          <p:cNvGrpSpPr/>
          <p:nvPr/>
        </p:nvGrpSpPr>
        <p:grpSpPr>
          <a:xfrm>
            <a:off x="1990126" y="3950602"/>
            <a:ext cx="946551" cy="153200"/>
            <a:chOff x="4404545" y="3301592"/>
            <a:chExt cx="782403" cy="129272"/>
          </a:xfrm>
        </p:grpSpPr>
        <p:sp>
          <p:nvSpPr>
            <p:cNvPr id="7148" name="Google Shape;7148;p13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3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31"/>
          <p:cNvGrpSpPr/>
          <p:nvPr/>
        </p:nvGrpSpPr>
        <p:grpSpPr>
          <a:xfrm>
            <a:off x="1990126" y="3695937"/>
            <a:ext cx="962257" cy="139127"/>
            <a:chOff x="4411970" y="3131459"/>
            <a:chExt cx="710520" cy="117397"/>
          </a:xfrm>
        </p:grpSpPr>
        <p:sp>
          <p:nvSpPr>
            <p:cNvPr id="7151" name="Google Shape;7151;p13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3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153" name="Google Shape;7153;p13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4" name="Google Shape;7154;p131"/>
          <p:cNvGrpSpPr/>
          <p:nvPr/>
        </p:nvGrpSpPr>
        <p:grpSpPr>
          <a:xfrm>
            <a:off x="990271" y="3621603"/>
            <a:ext cx="823838" cy="458988"/>
            <a:chOff x="4411970" y="1801825"/>
            <a:chExt cx="734586" cy="409262"/>
          </a:xfrm>
        </p:grpSpPr>
        <p:sp>
          <p:nvSpPr>
            <p:cNvPr id="7155" name="Google Shape;7155;p13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3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131"/>
          <p:cNvGrpSpPr/>
          <p:nvPr/>
        </p:nvGrpSpPr>
        <p:grpSpPr>
          <a:xfrm>
            <a:off x="3095243" y="2339173"/>
            <a:ext cx="521514" cy="521514"/>
            <a:chOff x="5681300" y="2527788"/>
            <a:chExt cx="805800" cy="805800"/>
          </a:xfrm>
        </p:grpSpPr>
        <p:sp>
          <p:nvSpPr>
            <p:cNvPr id="7158" name="Google Shape;7158;p13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3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131"/>
          <p:cNvGrpSpPr/>
          <p:nvPr/>
        </p:nvGrpSpPr>
        <p:grpSpPr>
          <a:xfrm>
            <a:off x="3089483" y="3094865"/>
            <a:ext cx="533033" cy="533033"/>
            <a:chOff x="4049800" y="640400"/>
            <a:chExt cx="858900" cy="858900"/>
          </a:xfrm>
        </p:grpSpPr>
        <p:sp>
          <p:nvSpPr>
            <p:cNvPr id="7161" name="Google Shape;7161;p13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3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131"/>
          <p:cNvGrpSpPr/>
          <p:nvPr/>
        </p:nvGrpSpPr>
        <p:grpSpPr>
          <a:xfrm>
            <a:off x="3014966" y="3772543"/>
            <a:ext cx="682068" cy="682068"/>
            <a:chOff x="5080188" y="927900"/>
            <a:chExt cx="961200" cy="961200"/>
          </a:xfrm>
        </p:grpSpPr>
        <p:sp>
          <p:nvSpPr>
            <p:cNvPr id="7164" name="Google Shape;7164;p13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3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3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3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3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3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3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3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131"/>
          <p:cNvGrpSpPr/>
          <p:nvPr/>
        </p:nvGrpSpPr>
        <p:grpSpPr>
          <a:xfrm>
            <a:off x="4478465" y="3869234"/>
            <a:ext cx="505650" cy="504006"/>
            <a:chOff x="6039282" y="1042577"/>
            <a:chExt cx="734315" cy="731929"/>
          </a:xfrm>
        </p:grpSpPr>
        <p:sp>
          <p:nvSpPr>
            <p:cNvPr id="7173" name="Google Shape;7173;p13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3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3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3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3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3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3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3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3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3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3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3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3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3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3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3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3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3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3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3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3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131"/>
          <p:cNvGrpSpPr/>
          <p:nvPr/>
        </p:nvGrpSpPr>
        <p:grpSpPr>
          <a:xfrm>
            <a:off x="5091067" y="2298862"/>
            <a:ext cx="567744" cy="602136"/>
            <a:chOff x="1825800" y="1651625"/>
            <a:chExt cx="539989" cy="571775"/>
          </a:xfrm>
        </p:grpSpPr>
        <p:sp>
          <p:nvSpPr>
            <p:cNvPr id="7195" name="Google Shape;7195;p13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3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3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3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131"/>
          <p:cNvGrpSpPr/>
          <p:nvPr/>
        </p:nvGrpSpPr>
        <p:grpSpPr>
          <a:xfrm>
            <a:off x="3765995" y="3855579"/>
            <a:ext cx="508123" cy="507955"/>
            <a:chOff x="1897577" y="2802432"/>
            <a:chExt cx="492176" cy="492014"/>
          </a:xfrm>
        </p:grpSpPr>
        <p:sp>
          <p:nvSpPr>
            <p:cNvPr id="7200" name="Google Shape;7200;p13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3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3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3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3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3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3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3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3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3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3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3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131"/>
          <p:cNvGrpSpPr/>
          <p:nvPr/>
        </p:nvGrpSpPr>
        <p:grpSpPr>
          <a:xfrm>
            <a:off x="997525" y="4169123"/>
            <a:ext cx="809227" cy="200842"/>
            <a:chOff x="2013045" y="4813233"/>
            <a:chExt cx="921986" cy="228854"/>
          </a:xfrm>
        </p:grpSpPr>
        <p:sp>
          <p:nvSpPr>
            <p:cNvPr id="7213" name="Google Shape;7213;p13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3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131"/>
          <p:cNvGrpSpPr/>
          <p:nvPr/>
        </p:nvGrpSpPr>
        <p:grpSpPr>
          <a:xfrm>
            <a:off x="1005985" y="2656004"/>
            <a:ext cx="792421" cy="269941"/>
            <a:chOff x="1046767" y="4756633"/>
            <a:chExt cx="859646" cy="292841"/>
          </a:xfrm>
        </p:grpSpPr>
        <p:sp>
          <p:nvSpPr>
            <p:cNvPr id="7216" name="Google Shape;7216;p13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3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3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9" name="Google Shape;7219;p13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3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3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3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3" name="Google Shape;7223;p131"/>
          <p:cNvGrpSpPr/>
          <p:nvPr/>
        </p:nvGrpSpPr>
        <p:grpSpPr>
          <a:xfrm>
            <a:off x="7141841" y="2550562"/>
            <a:ext cx="166473" cy="141497"/>
            <a:chOff x="4660325" y="1866850"/>
            <a:chExt cx="68350" cy="58100"/>
          </a:xfrm>
        </p:grpSpPr>
        <p:sp>
          <p:nvSpPr>
            <p:cNvPr id="7224" name="Google Shape;7224;p13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3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131"/>
          <p:cNvGrpSpPr/>
          <p:nvPr/>
        </p:nvGrpSpPr>
        <p:grpSpPr>
          <a:xfrm>
            <a:off x="7451186" y="2576286"/>
            <a:ext cx="162515" cy="90049"/>
            <a:chOff x="4791775" y="1877500"/>
            <a:chExt cx="66725" cy="36975"/>
          </a:xfrm>
        </p:grpSpPr>
        <p:sp>
          <p:nvSpPr>
            <p:cNvPr id="7227" name="Google Shape;7227;p13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3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131"/>
          <p:cNvGrpSpPr/>
          <p:nvPr/>
        </p:nvGrpSpPr>
        <p:grpSpPr>
          <a:xfrm>
            <a:off x="7772899" y="2576286"/>
            <a:ext cx="144979" cy="90049"/>
            <a:chOff x="4923925" y="1877500"/>
            <a:chExt cx="59525" cy="36975"/>
          </a:xfrm>
        </p:grpSpPr>
        <p:sp>
          <p:nvSpPr>
            <p:cNvPr id="7230" name="Google Shape;7230;p13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3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131"/>
          <p:cNvGrpSpPr/>
          <p:nvPr/>
        </p:nvGrpSpPr>
        <p:grpSpPr>
          <a:xfrm>
            <a:off x="8067390" y="2558477"/>
            <a:ext cx="141447" cy="125667"/>
            <a:chOff x="5058450" y="1870100"/>
            <a:chExt cx="58075" cy="51600"/>
          </a:xfrm>
        </p:grpSpPr>
        <p:sp>
          <p:nvSpPr>
            <p:cNvPr id="7233" name="Google Shape;7233;p13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3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131"/>
          <p:cNvGrpSpPr/>
          <p:nvPr/>
        </p:nvGrpSpPr>
        <p:grpSpPr>
          <a:xfrm>
            <a:off x="7481905" y="2980885"/>
            <a:ext cx="101077" cy="107645"/>
            <a:chOff x="4811425" y="2065025"/>
            <a:chExt cx="41500" cy="44200"/>
          </a:xfrm>
        </p:grpSpPr>
        <p:sp>
          <p:nvSpPr>
            <p:cNvPr id="7236" name="Google Shape;7236;p13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3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131"/>
          <p:cNvGrpSpPr/>
          <p:nvPr/>
        </p:nvGrpSpPr>
        <p:grpSpPr>
          <a:xfrm>
            <a:off x="7774342" y="2981098"/>
            <a:ext cx="120867" cy="107218"/>
            <a:chOff x="4929875" y="2065025"/>
            <a:chExt cx="49625" cy="44025"/>
          </a:xfrm>
        </p:grpSpPr>
        <p:sp>
          <p:nvSpPr>
            <p:cNvPr id="7239" name="Google Shape;7239;p13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3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131"/>
          <p:cNvGrpSpPr/>
          <p:nvPr/>
        </p:nvGrpSpPr>
        <p:grpSpPr>
          <a:xfrm>
            <a:off x="8103011" y="2984112"/>
            <a:ext cx="70206" cy="101191"/>
            <a:chOff x="5083925" y="2066350"/>
            <a:chExt cx="28825" cy="41550"/>
          </a:xfrm>
        </p:grpSpPr>
        <p:sp>
          <p:nvSpPr>
            <p:cNvPr id="7242" name="Google Shape;7242;p13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3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131"/>
          <p:cNvGrpSpPr/>
          <p:nvPr/>
        </p:nvGrpSpPr>
        <p:grpSpPr>
          <a:xfrm>
            <a:off x="7134565" y="2999759"/>
            <a:ext cx="181026" cy="69896"/>
            <a:chOff x="4659775" y="2072775"/>
            <a:chExt cx="74325" cy="28700"/>
          </a:xfrm>
        </p:grpSpPr>
        <p:sp>
          <p:nvSpPr>
            <p:cNvPr id="7245" name="Google Shape;7245;p13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3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3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131"/>
          <p:cNvGrpSpPr/>
          <p:nvPr/>
        </p:nvGrpSpPr>
        <p:grpSpPr>
          <a:xfrm>
            <a:off x="8054421" y="2790324"/>
            <a:ext cx="167387" cy="89197"/>
            <a:chOff x="4662475" y="1976500"/>
            <a:chExt cx="68725" cy="36625"/>
          </a:xfrm>
        </p:grpSpPr>
        <p:sp>
          <p:nvSpPr>
            <p:cNvPr id="7249" name="Google Shape;7249;p13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3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3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131"/>
          <p:cNvGrpSpPr/>
          <p:nvPr/>
        </p:nvGrpSpPr>
        <p:grpSpPr>
          <a:xfrm>
            <a:off x="7751326" y="2793764"/>
            <a:ext cx="166899" cy="82317"/>
            <a:chOff x="4920150" y="1977875"/>
            <a:chExt cx="68525" cy="33800"/>
          </a:xfrm>
        </p:grpSpPr>
        <p:sp>
          <p:nvSpPr>
            <p:cNvPr id="7253" name="Google Shape;7253;p13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3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3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131"/>
          <p:cNvGrpSpPr/>
          <p:nvPr/>
        </p:nvGrpSpPr>
        <p:grpSpPr>
          <a:xfrm>
            <a:off x="7162483" y="3197682"/>
            <a:ext cx="125190" cy="127859"/>
            <a:chOff x="4676550" y="2160575"/>
            <a:chExt cx="51400" cy="52500"/>
          </a:xfrm>
        </p:grpSpPr>
        <p:sp>
          <p:nvSpPr>
            <p:cNvPr id="7257" name="Google Shape;7257;p13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3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3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131"/>
          <p:cNvGrpSpPr/>
          <p:nvPr/>
        </p:nvGrpSpPr>
        <p:grpSpPr>
          <a:xfrm>
            <a:off x="7459741" y="3204714"/>
            <a:ext cx="145405" cy="113794"/>
            <a:chOff x="4768325" y="2163475"/>
            <a:chExt cx="59700" cy="46725"/>
          </a:xfrm>
        </p:grpSpPr>
        <p:sp>
          <p:nvSpPr>
            <p:cNvPr id="7261" name="Google Shape;7261;p13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3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13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3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3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3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3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3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9" name="Google Shape;7269;p131"/>
          <p:cNvGrpSpPr/>
          <p:nvPr/>
        </p:nvGrpSpPr>
        <p:grpSpPr>
          <a:xfrm>
            <a:off x="7476059" y="3459808"/>
            <a:ext cx="112768" cy="106853"/>
            <a:chOff x="4768575" y="2253950"/>
            <a:chExt cx="46300" cy="43875"/>
          </a:xfrm>
        </p:grpSpPr>
        <p:sp>
          <p:nvSpPr>
            <p:cNvPr id="7270" name="Google Shape;7270;p13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3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131"/>
          <p:cNvGrpSpPr/>
          <p:nvPr/>
        </p:nvGrpSpPr>
        <p:grpSpPr>
          <a:xfrm>
            <a:off x="7775682" y="3948834"/>
            <a:ext cx="118187" cy="146246"/>
            <a:chOff x="4960900" y="2433225"/>
            <a:chExt cx="48525" cy="60050"/>
          </a:xfrm>
        </p:grpSpPr>
        <p:sp>
          <p:nvSpPr>
            <p:cNvPr id="7273" name="Google Shape;7273;p13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3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131"/>
          <p:cNvGrpSpPr/>
          <p:nvPr/>
        </p:nvGrpSpPr>
        <p:grpSpPr>
          <a:xfrm>
            <a:off x="7464247" y="4212895"/>
            <a:ext cx="136394" cy="143810"/>
            <a:chOff x="4854075" y="2527625"/>
            <a:chExt cx="56000" cy="59050"/>
          </a:xfrm>
        </p:grpSpPr>
        <p:sp>
          <p:nvSpPr>
            <p:cNvPr id="7276" name="Google Shape;7276;p13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3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8" name="Google Shape;7278;p13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3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3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1" name="Google Shape;7281;p131"/>
          <p:cNvGrpSpPr/>
          <p:nvPr/>
        </p:nvGrpSpPr>
        <p:grpSpPr>
          <a:xfrm>
            <a:off x="8088458" y="3676639"/>
            <a:ext cx="99312" cy="160797"/>
            <a:chOff x="5059700" y="2334775"/>
            <a:chExt cx="40775" cy="66025"/>
          </a:xfrm>
        </p:grpSpPr>
        <p:sp>
          <p:nvSpPr>
            <p:cNvPr id="7282" name="Google Shape;7282;p13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3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3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3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3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3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3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3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3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131"/>
          <p:cNvGrpSpPr/>
          <p:nvPr/>
        </p:nvGrpSpPr>
        <p:grpSpPr>
          <a:xfrm>
            <a:off x="8045622" y="3941771"/>
            <a:ext cx="184984" cy="160371"/>
            <a:chOff x="5037700" y="2430325"/>
            <a:chExt cx="75950" cy="65850"/>
          </a:xfrm>
        </p:grpSpPr>
        <p:sp>
          <p:nvSpPr>
            <p:cNvPr id="7292" name="Google Shape;7292;p13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3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131"/>
          <p:cNvGrpSpPr/>
          <p:nvPr/>
        </p:nvGrpSpPr>
        <p:grpSpPr>
          <a:xfrm>
            <a:off x="7465128" y="3708223"/>
            <a:ext cx="173014" cy="97629"/>
            <a:chOff x="4756975" y="2341800"/>
            <a:chExt cx="91975" cy="51925"/>
          </a:xfrm>
        </p:grpSpPr>
        <p:sp>
          <p:nvSpPr>
            <p:cNvPr id="7295" name="Google Shape;7295;p13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3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3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3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3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3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3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3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3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3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3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3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3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3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3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3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3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3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3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3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131"/>
          <p:cNvGrpSpPr/>
          <p:nvPr/>
        </p:nvGrpSpPr>
        <p:grpSpPr>
          <a:xfrm>
            <a:off x="7732065" y="4196920"/>
            <a:ext cx="212497" cy="175761"/>
            <a:chOff x="4943575" y="2516350"/>
            <a:chExt cx="98675" cy="81700"/>
          </a:xfrm>
        </p:grpSpPr>
        <p:sp>
          <p:nvSpPr>
            <p:cNvPr id="7316" name="Google Shape;7316;p13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3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3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3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3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3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3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3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3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3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3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3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3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3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3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3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3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3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3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3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3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3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3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3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3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3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3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3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3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3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3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3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3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3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3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3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3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3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3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3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3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3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3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3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3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3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3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3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3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3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3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3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3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3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3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3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3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3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3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3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3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3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3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3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3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3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3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3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3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3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3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3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3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3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3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3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3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3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13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3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3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3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3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02" name="Shape 7402"/>
        <p:cNvGrpSpPr/>
        <p:nvPr/>
      </p:nvGrpSpPr>
      <p:grpSpPr>
        <a:xfrm>
          <a:off x="0" y="0"/>
          <a:ext cx="0" cy="0"/>
          <a:chOff x="0" y="0"/>
          <a:chExt cx="0" cy="0"/>
        </a:xfrm>
      </p:grpSpPr>
      <p:grpSp>
        <p:nvGrpSpPr>
          <p:cNvPr id="7403" name="Google Shape;7403;p132"/>
          <p:cNvGrpSpPr/>
          <p:nvPr/>
        </p:nvGrpSpPr>
        <p:grpSpPr>
          <a:xfrm>
            <a:off x="6647587" y="3567393"/>
            <a:ext cx="560636" cy="516497"/>
            <a:chOff x="6652051" y="3714143"/>
            <a:chExt cx="560636" cy="516497"/>
          </a:xfrm>
        </p:grpSpPr>
        <p:grpSp>
          <p:nvGrpSpPr>
            <p:cNvPr id="7404" name="Google Shape;7404;p132"/>
            <p:cNvGrpSpPr/>
            <p:nvPr/>
          </p:nvGrpSpPr>
          <p:grpSpPr>
            <a:xfrm>
              <a:off x="6669657" y="3716715"/>
              <a:ext cx="466768" cy="464314"/>
              <a:chOff x="3139766" y="765669"/>
              <a:chExt cx="886380" cy="881888"/>
            </a:xfrm>
          </p:grpSpPr>
          <p:grpSp>
            <p:nvGrpSpPr>
              <p:cNvPr id="7405" name="Google Shape;7405;p132"/>
              <p:cNvGrpSpPr/>
              <p:nvPr/>
            </p:nvGrpSpPr>
            <p:grpSpPr>
              <a:xfrm>
                <a:off x="3139766" y="765669"/>
                <a:ext cx="886380" cy="881888"/>
                <a:chOff x="3139766" y="765669"/>
                <a:chExt cx="886380" cy="881888"/>
              </a:xfrm>
            </p:grpSpPr>
            <p:sp>
              <p:nvSpPr>
                <p:cNvPr id="7406" name="Google Shape;7406;p13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3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3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3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3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3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3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3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3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5" name="Google Shape;7415;p13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3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3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3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9" name="Google Shape;7419;p13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132"/>
          <p:cNvGrpSpPr/>
          <p:nvPr/>
        </p:nvGrpSpPr>
        <p:grpSpPr>
          <a:xfrm>
            <a:off x="7646296" y="3047976"/>
            <a:ext cx="104231" cy="320340"/>
            <a:chOff x="7564426" y="3224343"/>
            <a:chExt cx="119985" cy="368801"/>
          </a:xfrm>
        </p:grpSpPr>
        <p:sp>
          <p:nvSpPr>
            <p:cNvPr id="7421" name="Google Shape;7421;p13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3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132"/>
          <p:cNvGrpSpPr/>
          <p:nvPr/>
        </p:nvGrpSpPr>
        <p:grpSpPr>
          <a:xfrm>
            <a:off x="7345785" y="3042077"/>
            <a:ext cx="189489" cy="332132"/>
            <a:chOff x="8370831" y="3202002"/>
            <a:chExt cx="218129" cy="382376"/>
          </a:xfrm>
        </p:grpSpPr>
        <p:sp>
          <p:nvSpPr>
            <p:cNvPr id="7424" name="Google Shape;7424;p13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3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132"/>
          <p:cNvGrpSpPr/>
          <p:nvPr/>
        </p:nvGrpSpPr>
        <p:grpSpPr>
          <a:xfrm>
            <a:off x="8069174" y="3453209"/>
            <a:ext cx="309429" cy="267000"/>
            <a:chOff x="6742064" y="3750480"/>
            <a:chExt cx="399315" cy="344560"/>
          </a:xfrm>
        </p:grpSpPr>
        <p:sp>
          <p:nvSpPr>
            <p:cNvPr id="7427" name="Google Shape;7427;p13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3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132"/>
          <p:cNvGrpSpPr/>
          <p:nvPr/>
        </p:nvGrpSpPr>
        <p:grpSpPr>
          <a:xfrm>
            <a:off x="7608193" y="3804257"/>
            <a:ext cx="180437" cy="281608"/>
            <a:chOff x="7248525" y="3739696"/>
            <a:chExt cx="230531" cy="359790"/>
          </a:xfrm>
        </p:grpSpPr>
        <p:sp>
          <p:nvSpPr>
            <p:cNvPr id="7430" name="Google Shape;7430;p13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3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132"/>
          <p:cNvGrpSpPr/>
          <p:nvPr/>
        </p:nvGrpSpPr>
        <p:grpSpPr>
          <a:xfrm>
            <a:off x="7854113" y="3447481"/>
            <a:ext cx="162896" cy="278710"/>
            <a:chOff x="7601242" y="3729267"/>
            <a:chExt cx="222566" cy="380803"/>
          </a:xfrm>
        </p:grpSpPr>
        <p:sp>
          <p:nvSpPr>
            <p:cNvPr id="7433" name="Google Shape;7433;p13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3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5" name="Google Shape;7435;p132"/>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6" name="Google Shape;7436;p132"/>
          <p:cNvGrpSpPr/>
          <p:nvPr/>
        </p:nvGrpSpPr>
        <p:grpSpPr>
          <a:xfrm>
            <a:off x="7343758" y="3448622"/>
            <a:ext cx="193543" cy="275990"/>
            <a:chOff x="8304647" y="3738687"/>
            <a:chExt cx="225076" cy="320956"/>
          </a:xfrm>
        </p:grpSpPr>
        <p:sp>
          <p:nvSpPr>
            <p:cNvPr id="7437" name="Google Shape;7437;p13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3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3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132"/>
          <p:cNvGrpSpPr/>
          <p:nvPr/>
        </p:nvGrpSpPr>
        <p:grpSpPr>
          <a:xfrm>
            <a:off x="7616251" y="3448622"/>
            <a:ext cx="178492" cy="275990"/>
            <a:chOff x="8615101" y="3738687"/>
            <a:chExt cx="207573" cy="320956"/>
          </a:xfrm>
        </p:grpSpPr>
        <p:sp>
          <p:nvSpPr>
            <p:cNvPr id="7441" name="Google Shape;7441;p13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3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3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4" name="Google Shape;7444;p132"/>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132"/>
          <p:cNvGrpSpPr/>
          <p:nvPr/>
        </p:nvGrpSpPr>
        <p:grpSpPr>
          <a:xfrm>
            <a:off x="7841782" y="3851282"/>
            <a:ext cx="187557" cy="187557"/>
            <a:chOff x="8565775" y="671075"/>
            <a:chExt cx="441000" cy="441000"/>
          </a:xfrm>
        </p:grpSpPr>
        <p:sp>
          <p:nvSpPr>
            <p:cNvPr id="7446" name="Google Shape;7446;p13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3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8" name="Google Shape;7448;p132"/>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32"/>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0" name="Google Shape;7450;p132"/>
          <p:cNvGrpSpPr/>
          <p:nvPr/>
        </p:nvGrpSpPr>
        <p:grpSpPr>
          <a:xfrm>
            <a:off x="5996254" y="2923808"/>
            <a:ext cx="587865" cy="517731"/>
            <a:chOff x="6000718" y="3070557"/>
            <a:chExt cx="587865" cy="517731"/>
          </a:xfrm>
        </p:grpSpPr>
        <p:sp>
          <p:nvSpPr>
            <p:cNvPr id="7451" name="Google Shape;7451;p13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3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3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3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3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3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3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3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3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3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132"/>
          <p:cNvGrpSpPr/>
          <p:nvPr/>
        </p:nvGrpSpPr>
        <p:grpSpPr>
          <a:xfrm>
            <a:off x="6011059" y="3567468"/>
            <a:ext cx="557665" cy="516387"/>
            <a:chOff x="6015523" y="3714217"/>
            <a:chExt cx="557665" cy="516387"/>
          </a:xfrm>
        </p:grpSpPr>
        <p:grpSp>
          <p:nvGrpSpPr>
            <p:cNvPr id="7462" name="Google Shape;7462;p132"/>
            <p:cNvGrpSpPr/>
            <p:nvPr/>
          </p:nvGrpSpPr>
          <p:grpSpPr>
            <a:xfrm>
              <a:off x="6036094" y="3716980"/>
              <a:ext cx="529822" cy="510480"/>
              <a:chOff x="3148311" y="-545634"/>
              <a:chExt cx="1006118" cy="969572"/>
            </a:xfrm>
          </p:grpSpPr>
          <p:sp>
            <p:nvSpPr>
              <p:cNvPr id="7463" name="Google Shape;7463;p13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3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3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3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3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3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3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3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3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3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3" name="Google Shape;7473;p13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132"/>
          <p:cNvGrpSpPr/>
          <p:nvPr/>
        </p:nvGrpSpPr>
        <p:grpSpPr>
          <a:xfrm>
            <a:off x="6639841" y="2926879"/>
            <a:ext cx="576302" cy="511871"/>
            <a:chOff x="6644304" y="3073628"/>
            <a:chExt cx="576302" cy="511871"/>
          </a:xfrm>
        </p:grpSpPr>
        <p:grpSp>
          <p:nvGrpSpPr>
            <p:cNvPr id="7475" name="Google Shape;7475;p132"/>
            <p:cNvGrpSpPr/>
            <p:nvPr/>
          </p:nvGrpSpPr>
          <p:grpSpPr>
            <a:xfrm>
              <a:off x="6712169" y="3073651"/>
              <a:ext cx="481611" cy="506713"/>
              <a:chOff x="1833536" y="-546641"/>
              <a:chExt cx="914567" cy="962419"/>
            </a:xfrm>
          </p:grpSpPr>
          <p:grpSp>
            <p:nvGrpSpPr>
              <p:cNvPr id="7476" name="Google Shape;7476;p132"/>
              <p:cNvGrpSpPr/>
              <p:nvPr/>
            </p:nvGrpSpPr>
            <p:grpSpPr>
              <a:xfrm>
                <a:off x="1833536" y="-524249"/>
                <a:ext cx="914567" cy="940027"/>
                <a:chOff x="1833536" y="-524249"/>
                <a:chExt cx="914567" cy="940027"/>
              </a:xfrm>
            </p:grpSpPr>
            <p:sp>
              <p:nvSpPr>
                <p:cNvPr id="7477" name="Google Shape;7477;p13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3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3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3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3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2" name="Google Shape;7482;p13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3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3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3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6" name="Google Shape;7486;p13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132"/>
          <p:cNvGrpSpPr/>
          <p:nvPr/>
        </p:nvGrpSpPr>
        <p:grpSpPr>
          <a:xfrm>
            <a:off x="719115" y="2852867"/>
            <a:ext cx="2622876" cy="1333540"/>
            <a:chOff x="238125" y="1038125"/>
            <a:chExt cx="7146800" cy="3633625"/>
          </a:xfrm>
        </p:grpSpPr>
        <p:sp>
          <p:nvSpPr>
            <p:cNvPr id="7488" name="Google Shape;7488;p13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3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3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3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3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3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3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3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3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3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3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3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3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3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3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3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3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3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3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3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3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3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3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3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3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3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3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3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3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3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3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3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3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3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3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3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3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3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3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3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3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3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3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3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3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3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3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3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3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3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3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3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3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3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3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3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3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3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3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3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3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3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3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3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3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3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3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3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3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3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3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3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3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3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3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3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3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3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3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3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3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3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3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3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3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3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3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3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3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3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3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3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3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3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3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3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3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3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3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3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3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3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3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3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3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3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3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3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3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3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3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3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3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3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3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3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3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3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3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3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3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3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3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3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3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3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3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3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3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3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3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3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3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3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3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3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3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3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3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3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3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3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3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3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3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3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3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3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3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3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3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3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3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3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3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3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3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3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3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3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3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3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3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3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3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3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3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3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3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3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3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3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3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3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3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3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3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3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3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3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3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3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3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3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3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3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3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3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3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3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3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3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3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3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3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3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3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3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3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3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3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3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3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3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3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3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3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3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3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3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3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3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3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3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3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3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3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3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3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3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3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3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3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3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3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3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3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3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3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3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3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3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3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3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3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3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3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3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3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3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3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3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3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3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3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3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3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3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3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3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3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3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3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3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3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3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3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3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3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3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3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3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3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3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3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3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3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3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3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3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3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3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3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3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3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3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3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3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3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3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3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3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3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3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3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3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3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3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3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3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3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3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3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3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3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3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3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3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3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3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3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3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3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3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3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3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3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3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3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3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3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3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3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3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3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3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3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3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3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3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3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3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3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3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3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3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3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3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3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3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3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3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3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3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3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3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3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3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3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3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3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3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3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3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3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3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3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3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3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3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3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3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3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3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3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3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3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3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3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3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3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3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3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3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3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3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3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3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3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3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3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3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3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3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3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3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3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3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3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3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3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3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3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3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3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3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3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3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3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3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3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3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3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3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3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3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3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3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3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3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3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3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3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3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3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3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3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3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3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3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3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3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3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3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3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3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3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3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3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3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3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3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3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3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3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3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3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3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3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3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3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3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3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3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3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3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3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3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3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3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3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3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3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3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3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3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3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3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3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3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3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3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3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3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3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3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3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3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3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3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3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3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3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3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3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3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3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3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3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3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3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3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3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3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3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3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3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3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3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3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3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3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3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3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3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3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3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3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3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3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3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3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3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3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3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3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3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3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3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3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3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3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3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3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3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3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3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3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3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3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3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3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3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3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3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3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3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3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3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3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3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3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3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3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3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3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3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3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3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3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3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3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3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3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3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3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3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3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3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3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3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3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3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3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3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3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3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3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3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3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3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3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3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3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3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3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3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3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3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3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3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3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3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3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3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3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3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3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3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3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3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3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3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3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3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3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3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3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3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3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3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3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3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3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3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3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3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3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3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3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3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3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3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3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3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3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3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3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3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3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3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3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3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3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3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3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3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3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3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3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3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3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3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3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3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3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3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3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3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3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3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3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3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3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3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3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3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3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3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3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3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3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3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3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3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3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3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3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3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3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3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3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3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3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3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3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3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3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3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3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3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3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3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3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3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3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3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3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3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3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3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3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3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3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3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3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3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3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3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3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3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3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3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3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3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3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3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3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3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3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3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3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3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3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3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3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3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3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3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3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3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3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3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3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3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3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3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3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3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3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3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3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3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3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3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3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3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3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3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3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3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3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3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3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3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3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3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3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3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3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3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3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3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3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3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3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3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3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3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3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3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3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3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3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3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3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3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3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3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3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3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3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3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3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3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3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3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3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3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3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3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3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3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3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3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3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3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3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3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3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3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3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3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3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3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3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3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3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3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3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3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3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3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3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3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3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3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3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3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3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3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3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3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3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3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3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3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3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3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3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3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3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3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3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3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3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3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3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3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3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3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3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3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3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3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3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3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3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3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3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3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3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3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3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3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3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3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3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3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3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3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3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3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3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3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3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3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3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3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3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3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3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3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3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3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3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3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3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3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3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3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3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3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3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3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3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3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3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3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3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3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3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3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3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3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3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3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3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3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3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3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3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3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3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3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3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3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3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3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3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3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3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3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3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3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3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3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3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3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3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3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3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3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3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3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3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3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3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3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3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3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3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3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3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3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3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3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3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3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3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3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3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3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3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3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3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3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3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3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3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3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3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3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3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3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3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3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3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3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3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3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3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3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3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3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3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3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3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3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3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3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3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3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3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3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3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3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3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3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3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3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3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3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3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3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3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3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3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3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3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3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3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3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3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3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3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3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3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3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3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3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3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3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3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3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3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3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3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3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3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3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3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3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3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3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3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3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3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3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3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3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3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3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3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3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3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3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3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3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3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3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3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3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3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3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3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3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3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3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3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3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3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3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3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3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3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3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3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3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3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3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3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3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3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3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3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3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3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3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3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3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3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3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3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3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3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3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3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3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3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3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3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3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3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3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3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3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3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3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3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3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3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3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3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3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3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3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3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3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3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3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3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3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3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3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3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3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3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3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3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3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3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3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3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3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3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3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3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3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3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3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3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3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3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3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3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3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3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3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3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3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3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3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3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3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3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3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3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3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3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3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3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3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3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3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3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3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3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3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3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3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3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3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3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3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3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3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3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3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3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3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3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3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3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3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3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3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3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3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3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3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3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3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3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3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3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3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3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3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3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3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3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3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3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3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3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3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3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3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3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3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3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3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3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3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3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3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3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3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3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3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3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3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3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3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3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3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3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3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3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3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3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3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3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3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3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3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3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3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3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3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3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3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3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3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3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3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3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3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3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3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3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3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3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3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3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3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3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3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3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3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3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3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3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3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3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3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3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3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3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3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3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3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3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3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3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3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3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3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3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3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3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3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3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3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3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3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3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3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3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3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3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3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3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3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3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3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3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3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3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3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3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3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3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3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3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3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3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3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3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3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3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3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3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3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3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3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3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3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3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3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3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3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3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3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3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3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3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3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3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3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3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3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3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3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3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3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3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3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3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3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3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3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3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3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3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3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3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3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3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3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3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3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3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3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3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3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3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3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3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3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3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3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3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3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3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3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3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3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3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3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3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3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3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3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3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3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3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3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3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3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3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3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3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3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3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3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3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3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3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3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3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3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3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3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3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3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3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3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3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3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3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3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3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3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3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3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3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3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3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3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3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3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3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3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3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3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3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3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3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3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3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3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3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3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3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3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3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3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3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3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3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3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3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3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3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3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3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3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3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3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3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3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3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3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3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3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3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3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3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3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3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3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3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3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3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3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3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3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3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3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3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3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3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3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3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3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3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3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3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3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3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3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3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3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3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3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3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3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3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3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3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3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3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3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3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3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3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3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3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3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3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3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3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3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3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3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3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3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3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3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3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3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3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3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3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3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3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3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3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3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3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3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3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3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3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3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3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3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3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3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3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132"/>
          <p:cNvGrpSpPr/>
          <p:nvPr/>
        </p:nvGrpSpPr>
        <p:grpSpPr>
          <a:xfrm>
            <a:off x="3574273" y="2854307"/>
            <a:ext cx="2241344" cy="1330656"/>
            <a:chOff x="3597785" y="3065882"/>
            <a:chExt cx="2241344" cy="1330656"/>
          </a:xfrm>
        </p:grpSpPr>
        <p:grpSp>
          <p:nvGrpSpPr>
            <p:cNvPr id="9061" name="Google Shape;9061;p132"/>
            <p:cNvGrpSpPr/>
            <p:nvPr/>
          </p:nvGrpSpPr>
          <p:grpSpPr>
            <a:xfrm>
              <a:off x="5296908" y="3937355"/>
              <a:ext cx="143198" cy="32380"/>
              <a:chOff x="5296908" y="3937355"/>
              <a:chExt cx="143198" cy="32380"/>
            </a:xfrm>
          </p:grpSpPr>
          <p:sp>
            <p:nvSpPr>
              <p:cNvPr id="9062" name="Google Shape;9062;p13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3" name="Google Shape;9063;p132"/>
              <p:cNvGrpSpPr/>
              <p:nvPr/>
            </p:nvGrpSpPr>
            <p:grpSpPr>
              <a:xfrm>
                <a:off x="5402331" y="3937355"/>
                <a:ext cx="37776" cy="32380"/>
                <a:chOff x="5402331" y="3937355"/>
                <a:chExt cx="37776" cy="32380"/>
              </a:xfrm>
            </p:grpSpPr>
            <p:sp>
              <p:nvSpPr>
                <p:cNvPr id="9064" name="Google Shape;9064;p13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132"/>
              <p:cNvGrpSpPr/>
              <p:nvPr/>
            </p:nvGrpSpPr>
            <p:grpSpPr>
              <a:xfrm>
                <a:off x="5296908" y="3937355"/>
                <a:ext cx="37783" cy="32380"/>
                <a:chOff x="5296908" y="3937355"/>
                <a:chExt cx="37783" cy="32380"/>
              </a:xfrm>
            </p:grpSpPr>
            <p:sp>
              <p:nvSpPr>
                <p:cNvPr id="9067" name="Google Shape;9067;p13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9" name="Google Shape;9069;p132"/>
            <p:cNvGrpSpPr/>
            <p:nvPr/>
          </p:nvGrpSpPr>
          <p:grpSpPr>
            <a:xfrm>
              <a:off x="4724163" y="3119631"/>
              <a:ext cx="120838" cy="84218"/>
              <a:chOff x="4724163" y="3119631"/>
              <a:chExt cx="120838" cy="84218"/>
            </a:xfrm>
          </p:grpSpPr>
          <p:grpSp>
            <p:nvGrpSpPr>
              <p:cNvPr id="9070" name="Google Shape;9070;p132"/>
              <p:cNvGrpSpPr/>
              <p:nvPr/>
            </p:nvGrpSpPr>
            <p:grpSpPr>
              <a:xfrm>
                <a:off x="4746712" y="3132773"/>
                <a:ext cx="86869" cy="56424"/>
                <a:chOff x="4746712" y="3132773"/>
                <a:chExt cx="86869" cy="56424"/>
              </a:xfrm>
            </p:grpSpPr>
            <p:sp>
              <p:nvSpPr>
                <p:cNvPr id="9071" name="Google Shape;9071;p13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132"/>
              <p:cNvGrpSpPr/>
              <p:nvPr/>
            </p:nvGrpSpPr>
            <p:grpSpPr>
              <a:xfrm>
                <a:off x="4773634" y="3143336"/>
                <a:ext cx="37776" cy="32451"/>
                <a:chOff x="4773634" y="3143336"/>
                <a:chExt cx="37776" cy="32451"/>
              </a:xfrm>
            </p:grpSpPr>
            <p:sp>
              <p:nvSpPr>
                <p:cNvPr id="9074" name="Google Shape;9074;p13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132"/>
              <p:cNvGrpSpPr/>
              <p:nvPr/>
            </p:nvGrpSpPr>
            <p:grpSpPr>
              <a:xfrm>
                <a:off x="4724163" y="3131248"/>
                <a:ext cx="37776" cy="32459"/>
                <a:chOff x="4724163" y="3131248"/>
                <a:chExt cx="37776" cy="32459"/>
              </a:xfrm>
            </p:grpSpPr>
            <p:sp>
              <p:nvSpPr>
                <p:cNvPr id="9077" name="Google Shape;9077;p13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132"/>
              <p:cNvGrpSpPr/>
              <p:nvPr/>
            </p:nvGrpSpPr>
            <p:grpSpPr>
              <a:xfrm>
                <a:off x="4755081" y="3176054"/>
                <a:ext cx="32357" cy="27795"/>
                <a:chOff x="4755081" y="3176054"/>
                <a:chExt cx="32357" cy="27795"/>
              </a:xfrm>
            </p:grpSpPr>
            <p:sp>
              <p:nvSpPr>
                <p:cNvPr id="9080" name="Google Shape;9080;p13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132"/>
              <p:cNvGrpSpPr/>
              <p:nvPr/>
            </p:nvGrpSpPr>
            <p:grpSpPr>
              <a:xfrm>
                <a:off x="4812550" y="3119631"/>
                <a:ext cx="32451" cy="27803"/>
                <a:chOff x="4812550" y="3119631"/>
                <a:chExt cx="32451" cy="27803"/>
              </a:xfrm>
            </p:grpSpPr>
            <p:sp>
              <p:nvSpPr>
                <p:cNvPr id="9083" name="Google Shape;9083;p13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5" name="Google Shape;9085;p132"/>
            <p:cNvGrpSpPr/>
            <p:nvPr/>
          </p:nvGrpSpPr>
          <p:grpSpPr>
            <a:xfrm>
              <a:off x="5382826" y="4027197"/>
              <a:ext cx="268967" cy="250422"/>
              <a:chOff x="5382826" y="4027197"/>
              <a:chExt cx="268967" cy="250422"/>
            </a:xfrm>
          </p:grpSpPr>
          <p:grpSp>
            <p:nvGrpSpPr>
              <p:cNvPr id="9086" name="Google Shape;9086;p132"/>
              <p:cNvGrpSpPr/>
              <p:nvPr/>
            </p:nvGrpSpPr>
            <p:grpSpPr>
              <a:xfrm>
                <a:off x="5405280" y="4042510"/>
                <a:ext cx="237570" cy="218647"/>
                <a:chOff x="5405280" y="4042510"/>
                <a:chExt cx="237570" cy="218647"/>
              </a:xfrm>
            </p:grpSpPr>
            <p:sp>
              <p:nvSpPr>
                <p:cNvPr id="9087" name="Google Shape;9087;p13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3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132"/>
              <p:cNvGrpSpPr/>
              <p:nvPr/>
            </p:nvGrpSpPr>
            <p:grpSpPr>
              <a:xfrm>
                <a:off x="5382826" y="4125549"/>
                <a:ext cx="37776" cy="32380"/>
                <a:chOff x="5382826" y="4125549"/>
                <a:chExt cx="37776" cy="32380"/>
              </a:xfrm>
            </p:grpSpPr>
            <p:sp>
              <p:nvSpPr>
                <p:cNvPr id="9094" name="Google Shape;9094;p13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3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132"/>
              <p:cNvGrpSpPr/>
              <p:nvPr/>
            </p:nvGrpSpPr>
            <p:grpSpPr>
              <a:xfrm>
                <a:off x="5475680" y="4195587"/>
                <a:ext cx="37783" cy="32364"/>
                <a:chOff x="5475680" y="4195587"/>
                <a:chExt cx="37783" cy="32364"/>
              </a:xfrm>
            </p:grpSpPr>
            <p:sp>
              <p:nvSpPr>
                <p:cNvPr id="9097" name="Google Shape;9097;p13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3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132"/>
              <p:cNvGrpSpPr/>
              <p:nvPr/>
            </p:nvGrpSpPr>
            <p:grpSpPr>
              <a:xfrm>
                <a:off x="5532575" y="4027197"/>
                <a:ext cx="33308" cy="32262"/>
                <a:chOff x="5532575" y="4027197"/>
                <a:chExt cx="33308" cy="32262"/>
              </a:xfrm>
            </p:grpSpPr>
            <p:sp>
              <p:nvSpPr>
                <p:cNvPr id="9100" name="Google Shape;9100;p13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3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132"/>
              <p:cNvGrpSpPr/>
              <p:nvPr/>
            </p:nvGrpSpPr>
            <p:grpSpPr>
              <a:xfrm>
                <a:off x="5590706" y="4245348"/>
                <a:ext cx="33497" cy="32270"/>
                <a:chOff x="5590706" y="4245348"/>
                <a:chExt cx="33497" cy="32270"/>
              </a:xfrm>
            </p:grpSpPr>
            <p:sp>
              <p:nvSpPr>
                <p:cNvPr id="9103" name="Google Shape;9103;p13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3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132"/>
              <p:cNvGrpSpPr/>
              <p:nvPr/>
            </p:nvGrpSpPr>
            <p:grpSpPr>
              <a:xfrm>
                <a:off x="5618681" y="4109677"/>
                <a:ext cx="33112" cy="32357"/>
                <a:chOff x="5618681" y="4109677"/>
                <a:chExt cx="33112" cy="32357"/>
              </a:xfrm>
            </p:grpSpPr>
            <p:sp>
              <p:nvSpPr>
                <p:cNvPr id="9106" name="Google Shape;9106;p13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3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132"/>
              <p:cNvGrpSpPr/>
              <p:nvPr/>
            </p:nvGrpSpPr>
            <p:grpSpPr>
              <a:xfrm>
                <a:off x="5479298" y="4128262"/>
                <a:ext cx="31405" cy="26906"/>
                <a:chOff x="5479298" y="4128262"/>
                <a:chExt cx="31405" cy="26906"/>
              </a:xfrm>
            </p:grpSpPr>
            <p:sp>
              <p:nvSpPr>
                <p:cNvPr id="9109" name="Google Shape;9109;p13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3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132"/>
              <p:cNvGrpSpPr/>
              <p:nvPr/>
            </p:nvGrpSpPr>
            <p:grpSpPr>
              <a:xfrm>
                <a:off x="5582903" y="4180116"/>
                <a:ext cx="31499" cy="26898"/>
                <a:chOff x="5582903" y="4180116"/>
                <a:chExt cx="31499" cy="26898"/>
              </a:xfrm>
            </p:grpSpPr>
            <p:sp>
              <p:nvSpPr>
                <p:cNvPr id="9112" name="Google Shape;9112;p13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3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4" name="Google Shape;9114;p132"/>
            <p:cNvGrpSpPr/>
            <p:nvPr/>
          </p:nvGrpSpPr>
          <p:grpSpPr>
            <a:xfrm>
              <a:off x="3977681" y="3230323"/>
              <a:ext cx="94584" cy="84085"/>
              <a:chOff x="3977681" y="3230323"/>
              <a:chExt cx="94584" cy="84085"/>
            </a:xfrm>
          </p:grpSpPr>
          <p:grpSp>
            <p:nvGrpSpPr>
              <p:cNvPr id="9115" name="Google Shape;9115;p132"/>
              <p:cNvGrpSpPr/>
              <p:nvPr/>
            </p:nvGrpSpPr>
            <p:grpSpPr>
              <a:xfrm>
                <a:off x="4000135" y="3243041"/>
                <a:ext cx="59570" cy="57186"/>
                <a:chOff x="4000135" y="3243041"/>
                <a:chExt cx="59570" cy="57186"/>
              </a:xfrm>
            </p:grpSpPr>
            <p:sp>
              <p:nvSpPr>
                <p:cNvPr id="9116" name="Google Shape;9116;p13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3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3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132"/>
              <p:cNvGrpSpPr/>
              <p:nvPr/>
            </p:nvGrpSpPr>
            <p:grpSpPr>
              <a:xfrm>
                <a:off x="3977681" y="3245872"/>
                <a:ext cx="37783" cy="32380"/>
                <a:chOff x="3977681" y="3245872"/>
                <a:chExt cx="37783" cy="32380"/>
              </a:xfrm>
            </p:grpSpPr>
            <p:sp>
              <p:nvSpPr>
                <p:cNvPr id="9120" name="Google Shape;9120;p13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3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132"/>
              <p:cNvGrpSpPr/>
              <p:nvPr/>
            </p:nvGrpSpPr>
            <p:grpSpPr>
              <a:xfrm>
                <a:off x="4040860" y="3262672"/>
                <a:ext cx="31405" cy="27001"/>
                <a:chOff x="4040860" y="3262672"/>
                <a:chExt cx="31405" cy="27001"/>
              </a:xfrm>
            </p:grpSpPr>
            <p:sp>
              <p:nvSpPr>
                <p:cNvPr id="9123" name="Google Shape;9123;p13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3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132"/>
              <p:cNvGrpSpPr/>
              <p:nvPr/>
            </p:nvGrpSpPr>
            <p:grpSpPr>
              <a:xfrm>
                <a:off x="4021072" y="3230323"/>
                <a:ext cx="31397" cy="26906"/>
                <a:chOff x="4021072" y="3230323"/>
                <a:chExt cx="31397" cy="26906"/>
              </a:xfrm>
            </p:grpSpPr>
            <p:sp>
              <p:nvSpPr>
                <p:cNvPr id="9126" name="Google Shape;9126;p13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3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132"/>
              <p:cNvGrpSpPr/>
              <p:nvPr/>
            </p:nvGrpSpPr>
            <p:grpSpPr>
              <a:xfrm>
                <a:off x="4001472" y="3287462"/>
                <a:ext cx="31499" cy="26945"/>
                <a:chOff x="4001472" y="3287462"/>
                <a:chExt cx="31499" cy="26945"/>
              </a:xfrm>
            </p:grpSpPr>
            <p:sp>
              <p:nvSpPr>
                <p:cNvPr id="9129" name="Google Shape;9129;p13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3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1" name="Google Shape;9131;p132"/>
            <p:cNvGrpSpPr/>
            <p:nvPr/>
          </p:nvGrpSpPr>
          <p:grpSpPr>
            <a:xfrm>
              <a:off x="4084715" y="3258865"/>
              <a:ext cx="184961" cy="137268"/>
              <a:chOff x="4084715" y="3258865"/>
              <a:chExt cx="184961" cy="137268"/>
            </a:xfrm>
          </p:grpSpPr>
          <p:grpSp>
            <p:nvGrpSpPr>
              <p:cNvPr id="9132" name="Google Shape;9132;p132"/>
              <p:cNvGrpSpPr/>
              <p:nvPr/>
            </p:nvGrpSpPr>
            <p:grpSpPr>
              <a:xfrm>
                <a:off x="4107453" y="3271583"/>
                <a:ext cx="153470" cy="110275"/>
                <a:chOff x="4107453" y="3271583"/>
                <a:chExt cx="153470" cy="110275"/>
              </a:xfrm>
            </p:grpSpPr>
            <p:sp>
              <p:nvSpPr>
                <p:cNvPr id="9133" name="Google Shape;9133;p13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132"/>
              <p:cNvGrpSpPr/>
              <p:nvPr/>
            </p:nvGrpSpPr>
            <p:grpSpPr>
              <a:xfrm>
                <a:off x="4136947" y="3258865"/>
                <a:ext cx="31499" cy="27001"/>
                <a:chOff x="4136947" y="3258865"/>
                <a:chExt cx="31499" cy="27001"/>
              </a:xfrm>
            </p:grpSpPr>
            <p:sp>
              <p:nvSpPr>
                <p:cNvPr id="9138" name="Google Shape;9138;p13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3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132"/>
              <p:cNvGrpSpPr/>
              <p:nvPr/>
            </p:nvGrpSpPr>
            <p:grpSpPr>
              <a:xfrm>
                <a:off x="4084715" y="3266478"/>
                <a:ext cx="31468" cy="26898"/>
                <a:chOff x="4084715" y="3266478"/>
                <a:chExt cx="31468" cy="26898"/>
              </a:xfrm>
            </p:grpSpPr>
            <p:sp>
              <p:nvSpPr>
                <p:cNvPr id="9141" name="Google Shape;9141;p13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132"/>
              <p:cNvGrpSpPr/>
              <p:nvPr/>
            </p:nvGrpSpPr>
            <p:grpSpPr>
              <a:xfrm>
                <a:off x="4159213" y="3279849"/>
                <a:ext cx="31405" cy="26945"/>
                <a:chOff x="4159213" y="3279849"/>
                <a:chExt cx="31405" cy="26945"/>
              </a:xfrm>
            </p:grpSpPr>
            <p:sp>
              <p:nvSpPr>
                <p:cNvPr id="9144" name="Google Shape;9144;p13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132"/>
              <p:cNvGrpSpPr/>
              <p:nvPr/>
            </p:nvGrpSpPr>
            <p:grpSpPr>
              <a:xfrm>
                <a:off x="4201550" y="3266502"/>
                <a:ext cx="31405" cy="26883"/>
                <a:chOff x="4201550" y="3266502"/>
                <a:chExt cx="31405" cy="26883"/>
              </a:xfrm>
            </p:grpSpPr>
            <p:sp>
              <p:nvSpPr>
                <p:cNvPr id="9147" name="Google Shape;9147;p13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3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132"/>
              <p:cNvGrpSpPr/>
              <p:nvPr/>
            </p:nvGrpSpPr>
            <p:grpSpPr>
              <a:xfrm>
                <a:off x="4201550" y="3338278"/>
                <a:ext cx="31405" cy="26930"/>
                <a:chOff x="4201550" y="3338278"/>
                <a:chExt cx="31405" cy="26930"/>
              </a:xfrm>
            </p:grpSpPr>
            <p:sp>
              <p:nvSpPr>
                <p:cNvPr id="9150" name="Google Shape;9150;p13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3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132"/>
              <p:cNvGrpSpPr/>
              <p:nvPr/>
            </p:nvGrpSpPr>
            <p:grpSpPr>
              <a:xfrm>
                <a:off x="4238272" y="3369132"/>
                <a:ext cx="31405" cy="27001"/>
                <a:chOff x="4238272" y="3369132"/>
                <a:chExt cx="31405" cy="27001"/>
              </a:xfrm>
            </p:grpSpPr>
            <p:sp>
              <p:nvSpPr>
                <p:cNvPr id="9153" name="Google Shape;9153;p13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3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5" name="Google Shape;9155;p132"/>
            <p:cNvGrpSpPr/>
            <p:nvPr/>
          </p:nvGrpSpPr>
          <p:grpSpPr>
            <a:xfrm>
              <a:off x="4068639" y="3200169"/>
              <a:ext cx="77643" cy="37272"/>
              <a:chOff x="4068639" y="3200169"/>
              <a:chExt cx="77643" cy="37272"/>
            </a:xfrm>
          </p:grpSpPr>
          <p:sp>
            <p:nvSpPr>
              <p:cNvPr id="9156" name="Google Shape;9156;p13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7" name="Google Shape;9157;p132"/>
              <p:cNvGrpSpPr/>
              <p:nvPr/>
            </p:nvGrpSpPr>
            <p:grpSpPr>
              <a:xfrm>
                <a:off x="4114878" y="3200169"/>
                <a:ext cx="31405" cy="26993"/>
                <a:chOff x="4114878" y="3200169"/>
                <a:chExt cx="31405" cy="26993"/>
              </a:xfrm>
            </p:grpSpPr>
            <p:sp>
              <p:nvSpPr>
                <p:cNvPr id="9158" name="Google Shape;9158;p13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132"/>
              <p:cNvGrpSpPr/>
              <p:nvPr/>
            </p:nvGrpSpPr>
            <p:grpSpPr>
              <a:xfrm>
                <a:off x="4068639" y="3210535"/>
                <a:ext cx="31499" cy="26906"/>
                <a:chOff x="4068639" y="3210535"/>
                <a:chExt cx="31499" cy="26906"/>
              </a:xfrm>
            </p:grpSpPr>
            <p:sp>
              <p:nvSpPr>
                <p:cNvPr id="9161" name="Google Shape;9161;p13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3" name="Google Shape;9163;p132"/>
            <p:cNvGrpSpPr/>
            <p:nvPr/>
          </p:nvGrpSpPr>
          <p:grpSpPr>
            <a:xfrm>
              <a:off x="3869702" y="3066935"/>
              <a:ext cx="382664" cy="190294"/>
              <a:chOff x="3869702" y="3066935"/>
              <a:chExt cx="382664" cy="190294"/>
            </a:xfrm>
          </p:grpSpPr>
          <p:grpSp>
            <p:nvGrpSpPr>
              <p:cNvPr id="9164" name="Google Shape;9164;p132"/>
              <p:cNvGrpSpPr/>
              <p:nvPr/>
            </p:nvGrpSpPr>
            <p:grpSpPr>
              <a:xfrm>
                <a:off x="3888633" y="3082351"/>
                <a:ext cx="351172" cy="160698"/>
                <a:chOff x="3888633" y="3082351"/>
                <a:chExt cx="351172" cy="160698"/>
              </a:xfrm>
            </p:grpSpPr>
            <p:sp>
              <p:nvSpPr>
                <p:cNvPr id="9165" name="Google Shape;9165;p13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3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3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132"/>
              <p:cNvGrpSpPr/>
              <p:nvPr/>
            </p:nvGrpSpPr>
            <p:grpSpPr>
              <a:xfrm>
                <a:off x="4143703" y="3066935"/>
                <a:ext cx="37783" cy="32357"/>
                <a:chOff x="4143703" y="3066935"/>
                <a:chExt cx="37783" cy="32357"/>
              </a:xfrm>
            </p:grpSpPr>
            <p:sp>
              <p:nvSpPr>
                <p:cNvPr id="9172" name="Google Shape;9172;p13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3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132"/>
              <p:cNvGrpSpPr/>
              <p:nvPr/>
            </p:nvGrpSpPr>
            <p:grpSpPr>
              <a:xfrm>
                <a:off x="4044565" y="3103563"/>
                <a:ext cx="37783" cy="32451"/>
                <a:chOff x="4044565" y="3103563"/>
                <a:chExt cx="37783" cy="32451"/>
              </a:xfrm>
            </p:grpSpPr>
            <p:sp>
              <p:nvSpPr>
                <p:cNvPr id="9175" name="Google Shape;9175;p13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3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132"/>
              <p:cNvGrpSpPr/>
              <p:nvPr/>
            </p:nvGrpSpPr>
            <p:grpSpPr>
              <a:xfrm>
                <a:off x="4017454" y="3188237"/>
                <a:ext cx="37776" cy="32357"/>
                <a:chOff x="4017454" y="3188237"/>
                <a:chExt cx="37776" cy="32357"/>
              </a:xfrm>
            </p:grpSpPr>
            <p:sp>
              <p:nvSpPr>
                <p:cNvPr id="9178" name="Google Shape;9178;p13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132"/>
              <p:cNvGrpSpPr/>
              <p:nvPr/>
            </p:nvGrpSpPr>
            <p:grpSpPr>
              <a:xfrm>
                <a:off x="3921548" y="3157509"/>
                <a:ext cx="37783" cy="32357"/>
                <a:chOff x="3921548" y="3157509"/>
                <a:chExt cx="37783" cy="32357"/>
              </a:xfrm>
            </p:grpSpPr>
            <p:sp>
              <p:nvSpPr>
                <p:cNvPr id="9181" name="Google Shape;9181;p13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3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132"/>
              <p:cNvGrpSpPr/>
              <p:nvPr/>
            </p:nvGrpSpPr>
            <p:grpSpPr>
              <a:xfrm>
                <a:off x="3939056" y="3211620"/>
                <a:ext cx="37783" cy="32380"/>
                <a:chOff x="3939056" y="3211620"/>
                <a:chExt cx="37783" cy="32380"/>
              </a:xfrm>
            </p:grpSpPr>
            <p:sp>
              <p:nvSpPr>
                <p:cNvPr id="9184" name="Google Shape;9184;p13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132"/>
              <p:cNvGrpSpPr/>
              <p:nvPr/>
            </p:nvGrpSpPr>
            <p:grpSpPr>
              <a:xfrm>
                <a:off x="4176240" y="3136965"/>
                <a:ext cx="31405" cy="26930"/>
                <a:chOff x="4176240" y="3136965"/>
                <a:chExt cx="31405" cy="26930"/>
              </a:xfrm>
            </p:grpSpPr>
            <p:sp>
              <p:nvSpPr>
                <p:cNvPr id="9187" name="Google Shape;9187;p13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3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132"/>
              <p:cNvGrpSpPr/>
              <p:nvPr/>
            </p:nvGrpSpPr>
            <p:grpSpPr>
              <a:xfrm>
                <a:off x="4133148" y="3152593"/>
                <a:ext cx="31499" cy="27001"/>
                <a:chOff x="4133148" y="3152593"/>
                <a:chExt cx="31499" cy="27001"/>
              </a:xfrm>
            </p:grpSpPr>
            <p:sp>
              <p:nvSpPr>
                <p:cNvPr id="9190" name="Google Shape;9190;p13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3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132"/>
              <p:cNvGrpSpPr/>
              <p:nvPr/>
            </p:nvGrpSpPr>
            <p:grpSpPr>
              <a:xfrm>
                <a:off x="4220866" y="3073534"/>
                <a:ext cx="31499" cy="26898"/>
                <a:chOff x="4220866" y="3073534"/>
                <a:chExt cx="31499" cy="26898"/>
              </a:xfrm>
            </p:grpSpPr>
            <p:sp>
              <p:nvSpPr>
                <p:cNvPr id="9193" name="Google Shape;9193;p13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132"/>
              <p:cNvGrpSpPr/>
              <p:nvPr/>
            </p:nvGrpSpPr>
            <p:grpSpPr>
              <a:xfrm>
                <a:off x="3869702" y="3230323"/>
                <a:ext cx="31499" cy="26906"/>
                <a:chOff x="3869702" y="3230323"/>
                <a:chExt cx="31499" cy="26906"/>
              </a:xfrm>
            </p:grpSpPr>
            <p:sp>
              <p:nvSpPr>
                <p:cNvPr id="9196" name="Google Shape;9196;p13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8" name="Google Shape;9198;p132"/>
            <p:cNvGrpSpPr/>
            <p:nvPr/>
          </p:nvGrpSpPr>
          <p:grpSpPr>
            <a:xfrm>
              <a:off x="4271383" y="3065882"/>
              <a:ext cx="304556" cy="341663"/>
              <a:chOff x="4271383" y="3065882"/>
              <a:chExt cx="304556" cy="341663"/>
            </a:xfrm>
          </p:grpSpPr>
          <p:grpSp>
            <p:nvGrpSpPr>
              <p:cNvPr id="9199" name="Google Shape;9199;p132"/>
              <p:cNvGrpSpPr/>
              <p:nvPr/>
            </p:nvGrpSpPr>
            <p:grpSpPr>
              <a:xfrm>
                <a:off x="4293838" y="3078639"/>
                <a:ext cx="269353" cy="311973"/>
                <a:chOff x="4293838" y="3078639"/>
                <a:chExt cx="269353" cy="311973"/>
              </a:xfrm>
            </p:grpSpPr>
            <p:sp>
              <p:nvSpPr>
                <p:cNvPr id="9200" name="Google Shape;9200;p13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3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3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3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3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3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3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3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3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3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3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132"/>
              <p:cNvGrpSpPr/>
              <p:nvPr/>
            </p:nvGrpSpPr>
            <p:grpSpPr>
              <a:xfrm>
                <a:off x="4538164" y="3342061"/>
                <a:ext cx="37776" cy="32380"/>
                <a:chOff x="4538164" y="3342061"/>
                <a:chExt cx="37776" cy="32380"/>
              </a:xfrm>
            </p:grpSpPr>
            <p:sp>
              <p:nvSpPr>
                <p:cNvPr id="9218" name="Google Shape;9218;p13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132"/>
              <p:cNvGrpSpPr/>
              <p:nvPr/>
            </p:nvGrpSpPr>
            <p:grpSpPr>
              <a:xfrm>
                <a:off x="4271383" y="3194742"/>
                <a:ext cx="37783" cy="32420"/>
                <a:chOff x="4271383" y="3194742"/>
                <a:chExt cx="37783" cy="32420"/>
              </a:xfrm>
            </p:grpSpPr>
            <p:sp>
              <p:nvSpPr>
                <p:cNvPr id="9221" name="Google Shape;9221;p13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132"/>
              <p:cNvGrpSpPr/>
              <p:nvPr/>
            </p:nvGrpSpPr>
            <p:grpSpPr>
              <a:xfrm>
                <a:off x="4284416" y="3084058"/>
                <a:ext cx="37783" cy="32357"/>
                <a:chOff x="4284416" y="3084058"/>
                <a:chExt cx="37783" cy="32357"/>
              </a:xfrm>
            </p:grpSpPr>
            <p:sp>
              <p:nvSpPr>
                <p:cNvPr id="9224" name="Google Shape;9224;p13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3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132"/>
              <p:cNvGrpSpPr/>
              <p:nvPr/>
            </p:nvGrpSpPr>
            <p:grpSpPr>
              <a:xfrm>
                <a:off x="4478697" y="3297561"/>
                <a:ext cx="37776" cy="32451"/>
                <a:chOff x="4478697" y="3297561"/>
                <a:chExt cx="37776" cy="32451"/>
              </a:xfrm>
            </p:grpSpPr>
            <p:sp>
              <p:nvSpPr>
                <p:cNvPr id="9227" name="Google Shape;9227;p13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3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132"/>
              <p:cNvGrpSpPr/>
              <p:nvPr/>
            </p:nvGrpSpPr>
            <p:grpSpPr>
              <a:xfrm>
                <a:off x="4411813" y="3331711"/>
                <a:ext cx="37776" cy="32451"/>
                <a:chOff x="4411813" y="3331711"/>
                <a:chExt cx="37776" cy="32451"/>
              </a:xfrm>
            </p:grpSpPr>
            <p:sp>
              <p:nvSpPr>
                <p:cNvPr id="9230" name="Google Shape;9230;p13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3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132"/>
              <p:cNvGrpSpPr/>
              <p:nvPr/>
            </p:nvGrpSpPr>
            <p:grpSpPr>
              <a:xfrm>
                <a:off x="4337984" y="3375188"/>
                <a:ext cx="37776" cy="32357"/>
                <a:chOff x="4337984" y="3375188"/>
                <a:chExt cx="37776" cy="32357"/>
              </a:xfrm>
            </p:grpSpPr>
            <p:sp>
              <p:nvSpPr>
                <p:cNvPr id="9233" name="Google Shape;9233;p13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3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132"/>
              <p:cNvGrpSpPr/>
              <p:nvPr/>
            </p:nvGrpSpPr>
            <p:grpSpPr>
              <a:xfrm>
                <a:off x="4494867" y="3090530"/>
                <a:ext cx="37878" cy="32451"/>
                <a:chOff x="4494867" y="3090530"/>
                <a:chExt cx="37878" cy="32451"/>
              </a:xfrm>
            </p:grpSpPr>
            <p:sp>
              <p:nvSpPr>
                <p:cNvPr id="9236" name="Google Shape;9236;p13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3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132"/>
              <p:cNvGrpSpPr/>
              <p:nvPr/>
            </p:nvGrpSpPr>
            <p:grpSpPr>
              <a:xfrm>
                <a:off x="4525124" y="3207774"/>
                <a:ext cx="37783" cy="32420"/>
                <a:chOff x="4525124" y="3207774"/>
                <a:chExt cx="37783" cy="32420"/>
              </a:xfrm>
            </p:grpSpPr>
            <p:sp>
              <p:nvSpPr>
                <p:cNvPr id="9239" name="Google Shape;9239;p13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3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132"/>
              <p:cNvGrpSpPr/>
              <p:nvPr/>
            </p:nvGrpSpPr>
            <p:grpSpPr>
              <a:xfrm>
                <a:off x="4440544" y="3176479"/>
                <a:ext cx="31499" cy="26898"/>
                <a:chOff x="4440544" y="3176479"/>
                <a:chExt cx="31499" cy="26898"/>
              </a:xfrm>
            </p:grpSpPr>
            <p:sp>
              <p:nvSpPr>
                <p:cNvPr id="9242" name="Google Shape;9242;p13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3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132"/>
              <p:cNvGrpSpPr/>
              <p:nvPr/>
            </p:nvGrpSpPr>
            <p:grpSpPr>
              <a:xfrm>
                <a:off x="4350545" y="3156400"/>
                <a:ext cx="31405" cy="27001"/>
                <a:chOff x="4350545" y="3156400"/>
                <a:chExt cx="31405" cy="27001"/>
              </a:xfrm>
            </p:grpSpPr>
            <p:sp>
              <p:nvSpPr>
                <p:cNvPr id="9245" name="Google Shape;9245;p13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3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132"/>
              <p:cNvGrpSpPr/>
              <p:nvPr/>
            </p:nvGrpSpPr>
            <p:grpSpPr>
              <a:xfrm>
                <a:off x="4376703" y="3255058"/>
                <a:ext cx="31405" cy="27001"/>
                <a:chOff x="4376703" y="3255058"/>
                <a:chExt cx="31405" cy="27001"/>
              </a:xfrm>
            </p:grpSpPr>
            <p:sp>
              <p:nvSpPr>
                <p:cNvPr id="9248" name="Google Shape;9248;p13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132"/>
              <p:cNvGrpSpPr/>
              <p:nvPr/>
            </p:nvGrpSpPr>
            <p:grpSpPr>
              <a:xfrm>
                <a:off x="4331322" y="3283656"/>
                <a:ext cx="31405" cy="26945"/>
                <a:chOff x="4331322" y="3283656"/>
                <a:chExt cx="31405" cy="26945"/>
              </a:xfrm>
            </p:grpSpPr>
            <p:sp>
              <p:nvSpPr>
                <p:cNvPr id="9251" name="Google Shape;9251;p13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132"/>
              <p:cNvGrpSpPr/>
              <p:nvPr/>
            </p:nvGrpSpPr>
            <p:grpSpPr>
              <a:xfrm>
                <a:off x="4380510" y="3065882"/>
                <a:ext cx="31405" cy="26938"/>
                <a:chOff x="4380510" y="3065882"/>
                <a:chExt cx="31405" cy="26938"/>
              </a:xfrm>
            </p:grpSpPr>
            <p:sp>
              <p:nvSpPr>
                <p:cNvPr id="9254" name="Google Shape;9254;p13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6" name="Google Shape;9256;p132"/>
            <p:cNvGrpSpPr/>
            <p:nvPr/>
          </p:nvGrpSpPr>
          <p:grpSpPr>
            <a:xfrm>
              <a:off x="4558998" y="3188237"/>
              <a:ext cx="1280131" cy="1052746"/>
              <a:chOff x="4558998" y="3188237"/>
              <a:chExt cx="1280131" cy="1052746"/>
            </a:xfrm>
          </p:grpSpPr>
          <p:sp>
            <p:nvSpPr>
              <p:cNvPr id="9257" name="Google Shape;9257;p13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8" name="Google Shape;9258;p132"/>
              <p:cNvGrpSpPr/>
              <p:nvPr/>
            </p:nvGrpSpPr>
            <p:grpSpPr>
              <a:xfrm>
                <a:off x="4579164" y="3203653"/>
                <a:ext cx="1244833" cy="1020397"/>
                <a:chOff x="4579164" y="3203653"/>
                <a:chExt cx="1244833" cy="1020397"/>
              </a:xfrm>
            </p:grpSpPr>
            <p:sp>
              <p:nvSpPr>
                <p:cNvPr id="9259" name="Google Shape;9259;p13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3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1" name="Google Shape;9261;p132"/>
                <p:cNvGrpSpPr/>
                <p:nvPr/>
              </p:nvGrpSpPr>
              <p:grpSpPr>
                <a:xfrm>
                  <a:off x="4579164" y="3203653"/>
                  <a:ext cx="1244833" cy="1020397"/>
                  <a:chOff x="4579164" y="3203653"/>
                  <a:chExt cx="1244833" cy="1020397"/>
                </a:xfrm>
              </p:grpSpPr>
              <p:sp>
                <p:nvSpPr>
                  <p:cNvPr id="9262" name="Google Shape;9262;p13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3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4" name="Google Shape;9264;p132"/>
                  <p:cNvGrpSpPr/>
                  <p:nvPr/>
                </p:nvGrpSpPr>
                <p:grpSpPr>
                  <a:xfrm>
                    <a:off x="4579164" y="3203653"/>
                    <a:ext cx="1244833" cy="1020397"/>
                    <a:chOff x="4579164" y="3203653"/>
                    <a:chExt cx="1244833" cy="1020397"/>
                  </a:xfrm>
                </p:grpSpPr>
                <p:sp>
                  <p:nvSpPr>
                    <p:cNvPr id="9265" name="Google Shape;9265;p13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3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3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3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3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3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3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3" name="Google Shape;9273;p132"/>
                    <p:cNvGrpSpPr/>
                    <p:nvPr/>
                  </p:nvGrpSpPr>
                  <p:grpSpPr>
                    <a:xfrm>
                      <a:off x="4579164" y="3203653"/>
                      <a:ext cx="1244833" cy="1020397"/>
                      <a:chOff x="4579164" y="3203653"/>
                      <a:chExt cx="1244833" cy="1020397"/>
                    </a:xfrm>
                  </p:grpSpPr>
                  <p:sp>
                    <p:nvSpPr>
                      <p:cNvPr id="9274" name="Google Shape;9274;p13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3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3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3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3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3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3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3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8" name="Google Shape;9288;p132"/>
                      <p:cNvGrpSpPr/>
                      <p:nvPr/>
                    </p:nvGrpSpPr>
                    <p:grpSpPr>
                      <a:xfrm>
                        <a:off x="4579164" y="3203653"/>
                        <a:ext cx="1244833" cy="1020397"/>
                        <a:chOff x="4579164" y="3203653"/>
                        <a:chExt cx="1244833" cy="1020397"/>
                      </a:xfrm>
                    </p:grpSpPr>
                    <p:sp>
                      <p:nvSpPr>
                        <p:cNvPr id="9289" name="Google Shape;9289;p13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3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3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3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3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3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3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3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3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3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3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3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3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3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3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3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3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3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3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3" name="Google Shape;9313;p132"/>
                        <p:cNvGrpSpPr/>
                        <p:nvPr/>
                      </p:nvGrpSpPr>
                      <p:grpSpPr>
                        <a:xfrm>
                          <a:off x="4579164" y="3203653"/>
                          <a:ext cx="1244833" cy="1020397"/>
                          <a:chOff x="4579164" y="3203653"/>
                          <a:chExt cx="1244833" cy="1020397"/>
                        </a:xfrm>
                      </p:grpSpPr>
                      <p:sp>
                        <p:nvSpPr>
                          <p:cNvPr id="9314" name="Google Shape;9314;p13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5" name="Google Shape;9315;p132"/>
                          <p:cNvGrpSpPr/>
                          <p:nvPr/>
                        </p:nvGrpSpPr>
                        <p:grpSpPr>
                          <a:xfrm>
                            <a:off x="4579164" y="3203653"/>
                            <a:ext cx="1244833" cy="1020397"/>
                            <a:chOff x="4579164" y="3203653"/>
                            <a:chExt cx="1244833" cy="1020397"/>
                          </a:xfrm>
                        </p:grpSpPr>
                        <p:sp>
                          <p:nvSpPr>
                            <p:cNvPr id="9316" name="Google Shape;9316;p13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3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3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3" name="Google Shape;9323;p132"/>
                            <p:cNvGrpSpPr/>
                            <p:nvPr/>
                          </p:nvGrpSpPr>
                          <p:grpSpPr>
                            <a:xfrm>
                              <a:off x="4579164" y="3203653"/>
                              <a:ext cx="1244833" cy="1020397"/>
                              <a:chOff x="4579164" y="3203653"/>
                              <a:chExt cx="1244833" cy="1020397"/>
                            </a:xfrm>
                          </p:grpSpPr>
                          <p:sp>
                            <p:nvSpPr>
                              <p:cNvPr id="9324" name="Google Shape;9324;p13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3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3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3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3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3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3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3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3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132"/>
                              <p:cNvGrpSpPr/>
                              <p:nvPr/>
                            </p:nvGrpSpPr>
                            <p:grpSpPr>
                              <a:xfrm>
                                <a:off x="4579164" y="3203653"/>
                                <a:ext cx="1244833" cy="1020397"/>
                                <a:chOff x="4579164" y="3203653"/>
                                <a:chExt cx="1244833" cy="1020397"/>
                              </a:xfrm>
                            </p:grpSpPr>
                            <p:sp>
                              <p:nvSpPr>
                                <p:cNvPr id="9338" name="Google Shape;9338;p13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3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3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3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3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3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132"/>
                                <p:cNvGrpSpPr/>
                                <p:nvPr/>
                              </p:nvGrpSpPr>
                              <p:grpSpPr>
                                <a:xfrm>
                                  <a:off x="4579164" y="3203653"/>
                                  <a:ext cx="1244833" cy="1020397"/>
                                  <a:chOff x="4579164" y="3203653"/>
                                  <a:chExt cx="1244833" cy="1020397"/>
                                </a:xfrm>
                              </p:grpSpPr>
                              <p:sp>
                                <p:nvSpPr>
                                  <p:cNvPr id="9346" name="Google Shape;9346;p13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3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3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3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1" name="Google Shape;9351;p132"/>
                                  <p:cNvGrpSpPr/>
                                  <p:nvPr/>
                                </p:nvGrpSpPr>
                                <p:grpSpPr>
                                  <a:xfrm>
                                    <a:off x="4579164" y="3203653"/>
                                    <a:ext cx="1244833" cy="1020397"/>
                                    <a:chOff x="4579164" y="3203653"/>
                                    <a:chExt cx="1244833" cy="1020397"/>
                                  </a:xfrm>
                                </p:grpSpPr>
                                <p:sp>
                                  <p:nvSpPr>
                                    <p:cNvPr id="9352" name="Google Shape;9352;p13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3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3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3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356" name="Google Shape;9356;p13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3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359" name="Google Shape;9359;p13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360" name="Google Shape;9360;p132"/>
              <p:cNvGrpSpPr/>
              <p:nvPr/>
            </p:nvGrpSpPr>
            <p:grpSpPr>
              <a:xfrm>
                <a:off x="4595437" y="3598775"/>
                <a:ext cx="37776" cy="32451"/>
                <a:chOff x="4595437" y="3598775"/>
                <a:chExt cx="37776" cy="32451"/>
              </a:xfrm>
            </p:grpSpPr>
            <p:sp>
              <p:nvSpPr>
                <p:cNvPr id="9361" name="Google Shape;9361;p13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132"/>
              <p:cNvGrpSpPr/>
              <p:nvPr/>
            </p:nvGrpSpPr>
            <p:grpSpPr>
              <a:xfrm>
                <a:off x="4641864" y="3524443"/>
                <a:ext cx="37776" cy="32380"/>
                <a:chOff x="4641864" y="3524443"/>
                <a:chExt cx="37776" cy="32380"/>
              </a:xfrm>
            </p:grpSpPr>
            <p:sp>
              <p:nvSpPr>
                <p:cNvPr id="9364" name="Google Shape;9364;p13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3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32"/>
              <p:cNvGrpSpPr/>
              <p:nvPr/>
            </p:nvGrpSpPr>
            <p:grpSpPr>
              <a:xfrm>
                <a:off x="4648431" y="3893901"/>
                <a:ext cx="37776" cy="32357"/>
                <a:chOff x="4648431" y="3893901"/>
                <a:chExt cx="37776" cy="32357"/>
              </a:xfrm>
            </p:grpSpPr>
            <p:sp>
              <p:nvSpPr>
                <p:cNvPr id="9367" name="Google Shape;9367;p13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3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132"/>
              <p:cNvGrpSpPr/>
              <p:nvPr/>
            </p:nvGrpSpPr>
            <p:grpSpPr>
              <a:xfrm>
                <a:off x="4567752" y="3722908"/>
                <a:ext cx="37870" cy="32380"/>
                <a:chOff x="4567752" y="3722908"/>
                <a:chExt cx="37870" cy="32380"/>
              </a:xfrm>
            </p:grpSpPr>
            <p:sp>
              <p:nvSpPr>
                <p:cNvPr id="9370" name="Google Shape;9370;p13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3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132"/>
              <p:cNvGrpSpPr/>
              <p:nvPr/>
            </p:nvGrpSpPr>
            <p:grpSpPr>
              <a:xfrm>
                <a:off x="4617506" y="3652052"/>
                <a:ext cx="37783" cy="32357"/>
                <a:chOff x="4617506" y="3652052"/>
                <a:chExt cx="37783" cy="32357"/>
              </a:xfrm>
            </p:grpSpPr>
            <p:sp>
              <p:nvSpPr>
                <p:cNvPr id="9373" name="Google Shape;9373;p13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3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132"/>
              <p:cNvGrpSpPr/>
              <p:nvPr/>
            </p:nvGrpSpPr>
            <p:grpSpPr>
              <a:xfrm>
                <a:off x="4739005" y="3554149"/>
                <a:ext cx="37870" cy="32357"/>
                <a:chOff x="4739005" y="3554149"/>
                <a:chExt cx="37870" cy="32357"/>
              </a:xfrm>
            </p:grpSpPr>
            <p:sp>
              <p:nvSpPr>
                <p:cNvPr id="9376" name="Google Shape;9376;p13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3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132"/>
              <p:cNvGrpSpPr/>
              <p:nvPr/>
            </p:nvGrpSpPr>
            <p:grpSpPr>
              <a:xfrm>
                <a:off x="4806557" y="3630258"/>
                <a:ext cx="37776" cy="32364"/>
                <a:chOff x="4806557" y="3630258"/>
                <a:chExt cx="37776" cy="32364"/>
              </a:xfrm>
            </p:grpSpPr>
            <p:sp>
              <p:nvSpPr>
                <p:cNvPr id="9379" name="Google Shape;9379;p13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3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132"/>
              <p:cNvGrpSpPr/>
              <p:nvPr/>
            </p:nvGrpSpPr>
            <p:grpSpPr>
              <a:xfrm>
                <a:off x="4737007" y="4004357"/>
                <a:ext cx="37870" cy="32357"/>
                <a:chOff x="4737007" y="4004357"/>
                <a:chExt cx="37870" cy="32357"/>
              </a:xfrm>
            </p:grpSpPr>
            <p:sp>
              <p:nvSpPr>
                <p:cNvPr id="9382" name="Google Shape;9382;p13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3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132"/>
              <p:cNvGrpSpPr/>
              <p:nvPr/>
            </p:nvGrpSpPr>
            <p:grpSpPr>
              <a:xfrm>
                <a:off x="4773634" y="4208627"/>
                <a:ext cx="37776" cy="32357"/>
                <a:chOff x="4773634" y="4208627"/>
                <a:chExt cx="37776" cy="32357"/>
              </a:xfrm>
            </p:grpSpPr>
            <p:sp>
              <p:nvSpPr>
                <p:cNvPr id="9385" name="Google Shape;9385;p13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3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132"/>
              <p:cNvGrpSpPr/>
              <p:nvPr/>
            </p:nvGrpSpPr>
            <p:grpSpPr>
              <a:xfrm>
                <a:off x="4888282" y="4074764"/>
                <a:ext cx="37776" cy="32451"/>
                <a:chOff x="4888282" y="4074764"/>
                <a:chExt cx="37776" cy="32451"/>
              </a:xfrm>
            </p:grpSpPr>
            <p:sp>
              <p:nvSpPr>
                <p:cNvPr id="9388" name="Google Shape;9388;p13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3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132"/>
              <p:cNvGrpSpPr/>
              <p:nvPr/>
            </p:nvGrpSpPr>
            <p:grpSpPr>
              <a:xfrm>
                <a:off x="4901315" y="3804271"/>
                <a:ext cx="37776" cy="32364"/>
                <a:chOff x="4901315" y="3804271"/>
                <a:chExt cx="37776" cy="32364"/>
              </a:xfrm>
            </p:grpSpPr>
            <p:sp>
              <p:nvSpPr>
                <p:cNvPr id="9391" name="Google Shape;9391;p13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3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132"/>
              <p:cNvGrpSpPr/>
              <p:nvPr/>
            </p:nvGrpSpPr>
            <p:grpSpPr>
              <a:xfrm>
                <a:off x="4866394" y="3715035"/>
                <a:ext cx="37846" cy="32357"/>
                <a:chOff x="4866394" y="3715035"/>
                <a:chExt cx="37846" cy="32357"/>
              </a:xfrm>
            </p:grpSpPr>
            <p:sp>
              <p:nvSpPr>
                <p:cNvPr id="9394" name="Google Shape;9394;p13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3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132"/>
              <p:cNvGrpSpPr/>
              <p:nvPr/>
            </p:nvGrpSpPr>
            <p:grpSpPr>
              <a:xfrm>
                <a:off x="4979233" y="3839798"/>
                <a:ext cx="37878" cy="32420"/>
                <a:chOff x="4979233" y="3839798"/>
                <a:chExt cx="37878" cy="32420"/>
              </a:xfrm>
            </p:grpSpPr>
            <p:sp>
              <p:nvSpPr>
                <p:cNvPr id="9397" name="Google Shape;9397;p13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3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132"/>
              <p:cNvGrpSpPr/>
              <p:nvPr/>
            </p:nvGrpSpPr>
            <p:grpSpPr>
              <a:xfrm>
                <a:off x="4790662" y="3679147"/>
                <a:ext cx="37783" cy="32380"/>
                <a:chOff x="4790662" y="3679147"/>
                <a:chExt cx="37783" cy="32380"/>
              </a:xfrm>
            </p:grpSpPr>
            <p:sp>
              <p:nvSpPr>
                <p:cNvPr id="9400" name="Google Shape;9400;p13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3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132"/>
              <p:cNvGrpSpPr/>
              <p:nvPr/>
            </p:nvGrpSpPr>
            <p:grpSpPr>
              <a:xfrm>
                <a:off x="4857263" y="3557861"/>
                <a:ext cx="37776" cy="32357"/>
                <a:chOff x="4857263" y="3557861"/>
                <a:chExt cx="37776" cy="32357"/>
              </a:xfrm>
            </p:grpSpPr>
            <p:sp>
              <p:nvSpPr>
                <p:cNvPr id="9403" name="Google Shape;9403;p13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3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132"/>
              <p:cNvGrpSpPr/>
              <p:nvPr/>
            </p:nvGrpSpPr>
            <p:grpSpPr>
              <a:xfrm>
                <a:off x="4883902" y="3648033"/>
                <a:ext cx="37783" cy="32380"/>
                <a:chOff x="4883902" y="3648033"/>
                <a:chExt cx="37783" cy="32380"/>
              </a:xfrm>
            </p:grpSpPr>
            <p:sp>
              <p:nvSpPr>
                <p:cNvPr id="9406" name="Google Shape;9406;p13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3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132"/>
              <p:cNvGrpSpPr/>
              <p:nvPr/>
            </p:nvGrpSpPr>
            <p:grpSpPr>
              <a:xfrm>
                <a:off x="4907780" y="3347220"/>
                <a:ext cx="37878" cy="32357"/>
                <a:chOff x="4907780" y="3347220"/>
                <a:chExt cx="37878" cy="32357"/>
              </a:xfrm>
            </p:grpSpPr>
            <p:sp>
              <p:nvSpPr>
                <p:cNvPr id="9409" name="Google Shape;9409;p13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3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132"/>
              <p:cNvGrpSpPr/>
              <p:nvPr/>
            </p:nvGrpSpPr>
            <p:grpSpPr>
              <a:xfrm>
                <a:off x="5065048" y="3738150"/>
                <a:ext cx="37783" cy="32364"/>
                <a:chOff x="5065048" y="3738150"/>
                <a:chExt cx="37783" cy="32364"/>
              </a:xfrm>
            </p:grpSpPr>
            <p:sp>
              <p:nvSpPr>
                <p:cNvPr id="9412" name="Google Shape;9412;p13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3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132"/>
              <p:cNvGrpSpPr/>
              <p:nvPr/>
            </p:nvGrpSpPr>
            <p:grpSpPr>
              <a:xfrm>
                <a:off x="5071616" y="3284615"/>
                <a:ext cx="37783" cy="32357"/>
                <a:chOff x="5071616" y="3284615"/>
                <a:chExt cx="37783" cy="32357"/>
              </a:xfrm>
            </p:grpSpPr>
            <p:sp>
              <p:nvSpPr>
                <p:cNvPr id="9415" name="Google Shape;9415;p13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3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132"/>
              <p:cNvGrpSpPr/>
              <p:nvPr/>
            </p:nvGrpSpPr>
            <p:grpSpPr>
              <a:xfrm>
                <a:off x="5389291" y="3759921"/>
                <a:ext cx="37783" cy="32380"/>
                <a:chOff x="5389291" y="3759921"/>
                <a:chExt cx="37783" cy="32380"/>
              </a:xfrm>
            </p:grpSpPr>
            <p:sp>
              <p:nvSpPr>
                <p:cNvPr id="9418" name="Google Shape;9418;p13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132"/>
              <p:cNvGrpSpPr/>
              <p:nvPr/>
            </p:nvGrpSpPr>
            <p:grpSpPr>
              <a:xfrm>
                <a:off x="5431534" y="3632932"/>
                <a:ext cx="37878" cy="32451"/>
                <a:chOff x="5431534" y="3632932"/>
                <a:chExt cx="37878" cy="32451"/>
              </a:xfrm>
            </p:grpSpPr>
            <p:sp>
              <p:nvSpPr>
                <p:cNvPr id="9421" name="Google Shape;9421;p13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3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132"/>
              <p:cNvGrpSpPr/>
              <p:nvPr/>
            </p:nvGrpSpPr>
            <p:grpSpPr>
              <a:xfrm>
                <a:off x="5540755" y="3544829"/>
                <a:ext cx="37783" cy="32357"/>
                <a:chOff x="5540755" y="3544829"/>
                <a:chExt cx="37783" cy="32357"/>
              </a:xfrm>
            </p:grpSpPr>
            <p:sp>
              <p:nvSpPr>
                <p:cNvPr id="9424" name="Google Shape;9424;p13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3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132"/>
              <p:cNvGrpSpPr/>
              <p:nvPr/>
            </p:nvGrpSpPr>
            <p:grpSpPr>
              <a:xfrm>
                <a:off x="5579293" y="3412107"/>
                <a:ext cx="37776" cy="32357"/>
                <a:chOff x="5579293" y="3412107"/>
                <a:chExt cx="37776" cy="32357"/>
              </a:xfrm>
            </p:grpSpPr>
            <p:sp>
              <p:nvSpPr>
                <p:cNvPr id="9427" name="Google Shape;9427;p13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3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132"/>
              <p:cNvGrpSpPr/>
              <p:nvPr/>
            </p:nvGrpSpPr>
            <p:grpSpPr>
              <a:xfrm>
                <a:off x="5801346" y="3284615"/>
                <a:ext cx="37783" cy="32357"/>
                <a:chOff x="5801346" y="3284615"/>
                <a:chExt cx="37783" cy="32357"/>
              </a:xfrm>
            </p:grpSpPr>
            <p:sp>
              <p:nvSpPr>
                <p:cNvPr id="9430" name="Google Shape;9430;p13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3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132"/>
              <p:cNvGrpSpPr/>
              <p:nvPr/>
            </p:nvGrpSpPr>
            <p:grpSpPr>
              <a:xfrm>
                <a:off x="5763578" y="3399067"/>
                <a:ext cx="37776" cy="32364"/>
                <a:chOff x="5763578" y="3399067"/>
                <a:chExt cx="37776" cy="32364"/>
              </a:xfrm>
            </p:grpSpPr>
            <p:sp>
              <p:nvSpPr>
                <p:cNvPr id="9433" name="Google Shape;9433;p13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3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132"/>
              <p:cNvGrpSpPr/>
              <p:nvPr/>
            </p:nvGrpSpPr>
            <p:grpSpPr>
              <a:xfrm>
                <a:off x="5395858" y="3230952"/>
                <a:ext cx="37776" cy="32364"/>
                <a:chOff x="5395858" y="3230952"/>
                <a:chExt cx="37776" cy="32364"/>
              </a:xfrm>
            </p:grpSpPr>
            <p:sp>
              <p:nvSpPr>
                <p:cNvPr id="9436" name="Google Shape;9436;p13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3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132"/>
              <p:cNvGrpSpPr/>
              <p:nvPr/>
            </p:nvGrpSpPr>
            <p:grpSpPr>
              <a:xfrm>
                <a:off x="5264088" y="3188237"/>
                <a:ext cx="37776" cy="32357"/>
                <a:chOff x="5264088" y="3188237"/>
                <a:chExt cx="37776" cy="32357"/>
              </a:xfrm>
            </p:grpSpPr>
            <p:sp>
              <p:nvSpPr>
                <p:cNvPr id="9439" name="Google Shape;9439;p13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132"/>
              <p:cNvGrpSpPr/>
              <p:nvPr/>
            </p:nvGrpSpPr>
            <p:grpSpPr>
              <a:xfrm>
                <a:off x="5585758" y="3237425"/>
                <a:ext cx="37878" cy="32357"/>
                <a:chOff x="5585758" y="3237425"/>
                <a:chExt cx="37878" cy="32357"/>
              </a:xfrm>
            </p:grpSpPr>
            <p:sp>
              <p:nvSpPr>
                <p:cNvPr id="9442" name="Google Shape;9442;p13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3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132"/>
              <p:cNvGrpSpPr/>
              <p:nvPr/>
            </p:nvGrpSpPr>
            <p:grpSpPr>
              <a:xfrm>
                <a:off x="4874196" y="3291088"/>
                <a:ext cx="37878" cy="32451"/>
                <a:chOff x="4874196" y="3291088"/>
                <a:chExt cx="37878" cy="32451"/>
              </a:xfrm>
            </p:grpSpPr>
            <p:sp>
              <p:nvSpPr>
                <p:cNvPr id="9445" name="Google Shape;9445;p13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3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132"/>
              <p:cNvGrpSpPr/>
              <p:nvPr/>
            </p:nvGrpSpPr>
            <p:grpSpPr>
              <a:xfrm>
                <a:off x="5197770" y="3785466"/>
                <a:ext cx="37783" cy="32427"/>
                <a:chOff x="5197770" y="3785466"/>
                <a:chExt cx="37783" cy="32427"/>
              </a:xfrm>
            </p:grpSpPr>
            <p:sp>
              <p:nvSpPr>
                <p:cNvPr id="9448" name="Google Shape;9448;p13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3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132"/>
              <p:cNvGrpSpPr/>
              <p:nvPr/>
            </p:nvGrpSpPr>
            <p:grpSpPr>
              <a:xfrm>
                <a:off x="5177699" y="3492117"/>
                <a:ext cx="37776" cy="32357"/>
                <a:chOff x="5177699" y="3492117"/>
                <a:chExt cx="37776" cy="32357"/>
              </a:xfrm>
            </p:grpSpPr>
            <p:sp>
              <p:nvSpPr>
                <p:cNvPr id="9451" name="Google Shape;9451;p13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3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132"/>
              <p:cNvGrpSpPr/>
              <p:nvPr/>
            </p:nvGrpSpPr>
            <p:grpSpPr>
              <a:xfrm>
                <a:off x="5349431" y="3622346"/>
                <a:ext cx="37870" cy="32380"/>
                <a:chOff x="5349431" y="3622346"/>
                <a:chExt cx="37870" cy="32380"/>
              </a:xfrm>
            </p:grpSpPr>
            <p:sp>
              <p:nvSpPr>
                <p:cNvPr id="9454" name="Google Shape;9454;p13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3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132"/>
              <p:cNvGrpSpPr/>
              <p:nvPr/>
            </p:nvGrpSpPr>
            <p:grpSpPr>
              <a:xfrm>
                <a:off x="5068855" y="3563980"/>
                <a:ext cx="53954" cy="46223"/>
                <a:chOff x="5068855" y="3563980"/>
                <a:chExt cx="53954" cy="46223"/>
              </a:xfrm>
            </p:grpSpPr>
            <p:sp>
              <p:nvSpPr>
                <p:cNvPr id="9457" name="Google Shape;9457;p13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3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132"/>
              <p:cNvGrpSpPr/>
              <p:nvPr/>
            </p:nvGrpSpPr>
            <p:grpSpPr>
              <a:xfrm>
                <a:off x="5037654" y="3392507"/>
                <a:ext cx="37870" cy="32451"/>
                <a:chOff x="5037654" y="3392507"/>
                <a:chExt cx="37870" cy="32451"/>
              </a:xfrm>
            </p:grpSpPr>
            <p:sp>
              <p:nvSpPr>
                <p:cNvPr id="9460" name="Google Shape;9460;p13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3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132"/>
              <p:cNvGrpSpPr/>
              <p:nvPr/>
            </p:nvGrpSpPr>
            <p:grpSpPr>
              <a:xfrm>
                <a:off x="5456560" y="3368629"/>
                <a:ext cx="37870" cy="32451"/>
                <a:chOff x="5456560" y="3368629"/>
                <a:chExt cx="37870" cy="32451"/>
              </a:xfrm>
            </p:grpSpPr>
            <p:sp>
              <p:nvSpPr>
                <p:cNvPr id="9463" name="Google Shape;9463;p13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132"/>
              <p:cNvGrpSpPr/>
              <p:nvPr/>
            </p:nvGrpSpPr>
            <p:grpSpPr>
              <a:xfrm>
                <a:off x="4755749" y="3501516"/>
                <a:ext cx="46246" cy="39608"/>
                <a:chOff x="4755749" y="3501516"/>
                <a:chExt cx="46246" cy="39608"/>
              </a:xfrm>
            </p:grpSpPr>
            <p:sp>
              <p:nvSpPr>
                <p:cNvPr id="9466" name="Google Shape;9466;p13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132"/>
              <p:cNvGrpSpPr/>
              <p:nvPr/>
            </p:nvGrpSpPr>
            <p:grpSpPr>
              <a:xfrm>
                <a:off x="4681346" y="3485582"/>
                <a:ext cx="37783" cy="32427"/>
                <a:chOff x="4681346" y="3485582"/>
                <a:chExt cx="37783" cy="32427"/>
              </a:xfrm>
            </p:grpSpPr>
            <p:sp>
              <p:nvSpPr>
                <p:cNvPr id="9469" name="Google Shape;9469;p13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3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132"/>
              <p:cNvGrpSpPr/>
              <p:nvPr/>
            </p:nvGrpSpPr>
            <p:grpSpPr>
              <a:xfrm>
                <a:off x="4767067" y="3291088"/>
                <a:ext cx="37878" cy="32451"/>
                <a:chOff x="4767067" y="3291088"/>
                <a:chExt cx="37878" cy="32451"/>
              </a:xfrm>
            </p:grpSpPr>
            <p:sp>
              <p:nvSpPr>
                <p:cNvPr id="9472" name="Google Shape;9472;p13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132"/>
              <p:cNvGrpSpPr/>
              <p:nvPr/>
            </p:nvGrpSpPr>
            <p:grpSpPr>
              <a:xfrm>
                <a:off x="4687819" y="3405539"/>
                <a:ext cx="37776" cy="32451"/>
                <a:chOff x="4687819" y="3405539"/>
                <a:chExt cx="37776" cy="32451"/>
              </a:xfrm>
            </p:grpSpPr>
            <p:sp>
              <p:nvSpPr>
                <p:cNvPr id="9475" name="Google Shape;9475;p13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3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132"/>
              <p:cNvGrpSpPr/>
              <p:nvPr/>
            </p:nvGrpSpPr>
            <p:grpSpPr>
              <a:xfrm>
                <a:off x="4923101" y="3444809"/>
                <a:ext cx="52813" cy="45318"/>
                <a:chOff x="4923101" y="3444809"/>
                <a:chExt cx="52813" cy="45318"/>
              </a:xfrm>
            </p:grpSpPr>
            <p:sp>
              <p:nvSpPr>
                <p:cNvPr id="9478" name="Google Shape;9478;p13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32"/>
              <p:cNvGrpSpPr/>
              <p:nvPr/>
            </p:nvGrpSpPr>
            <p:grpSpPr>
              <a:xfrm>
                <a:off x="4846040" y="3654750"/>
                <a:ext cx="31405" cy="26993"/>
                <a:chOff x="4846040" y="3654750"/>
                <a:chExt cx="31405" cy="26993"/>
              </a:xfrm>
            </p:grpSpPr>
            <p:sp>
              <p:nvSpPr>
                <p:cNvPr id="9481" name="Google Shape;9481;p13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3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132"/>
              <p:cNvGrpSpPr/>
              <p:nvPr/>
            </p:nvGrpSpPr>
            <p:grpSpPr>
              <a:xfrm>
                <a:off x="4925673" y="3691700"/>
                <a:ext cx="40253" cy="34472"/>
                <a:chOff x="4925673" y="3691700"/>
                <a:chExt cx="40253" cy="34472"/>
              </a:xfrm>
            </p:grpSpPr>
            <p:sp>
              <p:nvSpPr>
                <p:cNvPr id="9484" name="Google Shape;9484;p13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3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132"/>
              <p:cNvGrpSpPr/>
              <p:nvPr/>
            </p:nvGrpSpPr>
            <p:grpSpPr>
              <a:xfrm>
                <a:off x="4894653" y="3740848"/>
                <a:ext cx="31405" cy="26906"/>
                <a:chOff x="4894653" y="3740848"/>
                <a:chExt cx="31405" cy="26906"/>
              </a:xfrm>
            </p:grpSpPr>
            <p:sp>
              <p:nvSpPr>
                <p:cNvPr id="9487" name="Google Shape;9487;p13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3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132"/>
              <p:cNvGrpSpPr/>
              <p:nvPr/>
            </p:nvGrpSpPr>
            <p:grpSpPr>
              <a:xfrm>
                <a:off x="4962300" y="3696348"/>
                <a:ext cx="38255" cy="32773"/>
                <a:chOff x="4962300" y="3696348"/>
                <a:chExt cx="38255" cy="32773"/>
              </a:xfrm>
            </p:grpSpPr>
            <p:sp>
              <p:nvSpPr>
                <p:cNvPr id="9490" name="Google Shape;9490;p13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3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132"/>
              <p:cNvGrpSpPr/>
              <p:nvPr/>
            </p:nvGrpSpPr>
            <p:grpSpPr>
              <a:xfrm>
                <a:off x="4980185" y="3743349"/>
                <a:ext cx="31499" cy="26969"/>
                <a:chOff x="4980185" y="3743349"/>
                <a:chExt cx="31499" cy="26969"/>
              </a:xfrm>
            </p:grpSpPr>
            <p:sp>
              <p:nvSpPr>
                <p:cNvPr id="9493" name="Google Shape;9493;p13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3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132"/>
              <p:cNvGrpSpPr/>
              <p:nvPr/>
            </p:nvGrpSpPr>
            <p:grpSpPr>
              <a:xfrm>
                <a:off x="5013768" y="3734312"/>
                <a:ext cx="31499" cy="26969"/>
                <a:chOff x="5013768" y="3734312"/>
                <a:chExt cx="31499" cy="26969"/>
              </a:xfrm>
            </p:grpSpPr>
            <p:sp>
              <p:nvSpPr>
                <p:cNvPr id="9496" name="Google Shape;9496;p13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3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132"/>
              <p:cNvGrpSpPr/>
              <p:nvPr/>
            </p:nvGrpSpPr>
            <p:grpSpPr>
              <a:xfrm>
                <a:off x="5036703" y="3764545"/>
                <a:ext cx="31499" cy="26898"/>
                <a:chOff x="5036703" y="3764545"/>
                <a:chExt cx="31499" cy="26898"/>
              </a:xfrm>
            </p:grpSpPr>
            <p:sp>
              <p:nvSpPr>
                <p:cNvPr id="9499" name="Google Shape;9499;p13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3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132"/>
              <p:cNvGrpSpPr/>
              <p:nvPr/>
            </p:nvGrpSpPr>
            <p:grpSpPr>
              <a:xfrm>
                <a:off x="4953546" y="3768352"/>
                <a:ext cx="31405" cy="26898"/>
                <a:chOff x="4953546" y="3768352"/>
                <a:chExt cx="31405" cy="26898"/>
              </a:xfrm>
            </p:grpSpPr>
            <p:sp>
              <p:nvSpPr>
                <p:cNvPr id="9502" name="Google Shape;9502;p13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132"/>
              <p:cNvGrpSpPr/>
              <p:nvPr/>
            </p:nvGrpSpPr>
            <p:grpSpPr>
              <a:xfrm>
                <a:off x="4964770" y="3814016"/>
                <a:ext cx="31499" cy="26993"/>
                <a:chOff x="4964770" y="3814016"/>
                <a:chExt cx="31499" cy="26993"/>
              </a:xfrm>
            </p:grpSpPr>
            <p:sp>
              <p:nvSpPr>
                <p:cNvPr id="9505" name="Google Shape;9505;p13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132"/>
              <p:cNvGrpSpPr/>
              <p:nvPr/>
            </p:nvGrpSpPr>
            <p:grpSpPr>
              <a:xfrm>
                <a:off x="4923290" y="3800504"/>
                <a:ext cx="31468" cy="26898"/>
                <a:chOff x="4923290" y="3800504"/>
                <a:chExt cx="31468" cy="26898"/>
              </a:xfrm>
            </p:grpSpPr>
            <p:sp>
              <p:nvSpPr>
                <p:cNvPr id="9508" name="Google Shape;9508;p13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3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132"/>
              <p:cNvGrpSpPr/>
              <p:nvPr/>
            </p:nvGrpSpPr>
            <p:grpSpPr>
              <a:xfrm>
                <a:off x="5108534" y="3650943"/>
                <a:ext cx="31405" cy="26993"/>
                <a:chOff x="5108534" y="3650943"/>
                <a:chExt cx="31405" cy="26993"/>
              </a:xfrm>
            </p:grpSpPr>
            <p:sp>
              <p:nvSpPr>
                <p:cNvPr id="9511" name="Google Shape;9511;p13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132"/>
              <p:cNvGrpSpPr/>
              <p:nvPr/>
            </p:nvGrpSpPr>
            <p:grpSpPr>
              <a:xfrm>
                <a:off x="5119380" y="3760739"/>
                <a:ext cx="31499" cy="26993"/>
                <a:chOff x="5119380" y="3760739"/>
                <a:chExt cx="31499" cy="26993"/>
              </a:xfrm>
            </p:grpSpPr>
            <p:sp>
              <p:nvSpPr>
                <p:cNvPr id="9514" name="Google Shape;9514;p13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132"/>
              <p:cNvGrpSpPr/>
              <p:nvPr/>
            </p:nvGrpSpPr>
            <p:grpSpPr>
              <a:xfrm>
                <a:off x="5119380" y="3788235"/>
                <a:ext cx="31499" cy="26993"/>
                <a:chOff x="5119380" y="3788235"/>
                <a:chExt cx="31499" cy="26993"/>
              </a:xfrm>
            </p:grpSpPr>
            <p:sp>
              <p:nvSpPr>
                <p:cNvPr id="9517" name="Google Shape;9517;p13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3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132"/>
              <p:cNvGrpSpPr/>
              <p:nvPr/>
            </p:nvGrpSpPr>
            <p:grpSpPr>
              <a:xfrm>
                <a:off x="5158005" y="3875284"/>
                <a:ext cx="31405" cy="27001"/>
                <a:chOff x="5158005" y="3875284"/>
                <a:chExt cx="31405" cy="27001"/>
              </a:xfrm>
            </p:grpSpPr>
            <p:sp>
              <p:nvSpPr>
                <p:cNvPr id="9520" name="Google Shape;9520;p13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132"/>
              <p:cNvGrpSpPr/>
              <p:nvPr/>
            </p:nvGrpSpPr>
            <p:grpSpPr>
              <a:xfrm>
                <a:off x="5233163" y="3764545"/>
                <a:ext cx="31499" cy="26898"/>
                <a:chOff x="5233163" y="3764545"/>
                <a:chExt cx="31499" cy="26898"/>
              </a:xfrm>
            </p:grpSpPr>
            <p:sp>
              <p:nvSpPr>
                <p:cNvPr id="9523" name="Google Shape;9523;p13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132"/>
              <p:cNvGrpSpPr/>
              <p:nvPr/>
            </p:nvGrpSpPr>
            <p:grpSpPr>
              <a:xfrm>
                <a:off x="5276168" y="3805545"/>
                <a:ext cx="31499" cy="26906"/>
                <a:chOff x="5276168" y="3805545"/>
                <a:chExt cx="31499" cy="26906"/>
              </a:xfrm>
            </p:grpSpPr>
            <p:sp>
              <p:nvSpPr>
                <p:cNvPr id="9526" name="Google Shape;9526;p13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3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132"/>
              <p:cNvGrpSpPr/>
              <p:nvPr/>
            </p:nvGrpSpPr>
            <p:grpSpPr>
              <a:xfrm>
                <a:off x="5294053" y="3851933"/>
                <a:ext cx="31405" cy="26945"/>
                <a:chOff x="5294053" y="3851933"/>
                <a:chExt cx="31405" cy="26945"/>
              </a:xfrm>
            </p:grpSpPr>
            <p:sp>
              <p:nvSpPr>
                <p:cNvPr id="9529" name="Google Shape;9529;p13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132"/>
              <p:cNvGrpSpPr/>
              <p:nvPr/>
            </p:nvGrpSpPr>
            <p:grpSpPr>
              <a:xfrm>
                <a:off x="5341723" y="3851902"/>
                <a:ext cx="31405" cy="26977"/>
                <a:chOff x="5341723" y="3851902"/>
                <a:chExt cx="31405" cy="26977"/>
              </a:xfrm>
            </p:grpSpPr>
            <p:sp>
              <p:nvSpPr>
                <p:cNvPr id="9532" name="Google Shape;9532;p13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3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132"/>
              <p:cNvGrpSpPr/>
              <p:nvPr/>
            </p:nvGrpSpPr>
            <p:grpSpPr>
              <a:xfrm>
                <a:off x="5054871" y="3507855"/>
                <a:ext cx="31405" cy="26993"/>
                <a:chOff x="5054871" y="3507855"/>
                <a:chExt cx="31405" cy="26993"/>
              </a:xfrm>
            </p:grpSpPr>
            <p:sp>
              <p:nvSpPr>
                <p:cNvPr id="9535" name="Google Shape;9535;p13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132"/>
              <p:cNvGrpSpPr/>
              <p:nvPr/>
            </p:nvGrpSpPr>
            <p:grpSpPr>
              <a:xfrm>
                <a:off x="4876579" y="3675325"/>
                <a:ext cx="31405" cy="26969"/>
                <a:chOff x="4876579" y="3675325"/>
                <a:chExt cx="31405" cy="26969"/>
              </a:xfrm>
            </p:grpSpPr>
            <p:sp>
              <p:nvSpPr>
                <p:cNvPr id="9538" name="Google Shape;9538;p13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132"/>
              <p:cNvGrpSpPr/>
              <p:nvPr/>
            </p:nvGrpSpPr>
            <p:grpSpPr>
              <a:xfrm>
                <a:off x="4842233" y="3688333"/>
                <a:ext cx="31405" cy="26993"/>
                <a:chOff x="4842233" y="3688333"/>
                <a:chExt cx="31405" cy="26993"/>
              </a:xfrm>
            </p:grpSpPr>
            <p:sp>
              <p:nvSpPr>
                <p:cNvPr id="9541" name="Google Shape;9541;p13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3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132"/>
              <p:cNvGrpSpPr/>
              <p:nvPr/>
            </p:nvGrpSpPr>
            <p:grpSpPr>
              <a:xfrm>
                <a:off x="5187876" y="3608032"/>
                <a:ext cx="31405" cy="27001"/>
                <a:chOff x="5187876" y="3608032"/>
                <a:chExt cx="31405" cy="27001"/>
              </a:xfrm>
            </p:grpSpPr>
            <p:sp>
              <p:nvSpPr>
                <p:cNvPr id="9544" name="Google Shape;9544;p13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13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3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8" name="Google Shape;9548;p132"/>
              <p:cNvGrpSpPr/>
              <p:nvPr/>
            </p:nvGrpSpPr>
            <p:grpSpPr>
              <a:xfrm>
                <a:off x="5269224" y="3304167"/>
                <a:ext cx="40253" cy="34402"/>
                <a:chOff x="5269224" y="3304167"/>
                <a:chExt cx="40253" cy="34402"/>
              </a:xfrm>
            </p:grpSpPr>
            <p:sp>
              <p:nvSpPr>
                <p:cNvPr id="9549" name="Google Shape;9549;p13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132"/>
              <p:cNvGrpSpPr/>
              <p:nvPr/>
            </p:nvGrpSpPr>
            <p:grpSpPr>
              <a:xfrm>
                <a:off x="5327354" y="3476615"/>
                <a:ext cx="49864" cy="42723"/>
                <a:chOff x="5327354" y="3476615"/>
                <a:chExt cx="49864" cy="42723"/>
              </a:xfrm>
            </p:grpSpPr>
            <p:sp>
              <p:nvSpPr>
                <p:cNvPr id="9552" name="Google Shape;9552;p13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4" name="Google Shape;9554;p13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6" name="Google Shape;9556;p132"/>
              <p:cNvGrpSpPr/>
              <p:nvPr/>
            </p:nvGrpSpPr>
            <p:grpSpPr>
              <a:xfrm>
                <a:off x="5341723" y="3775957"/>
                <a:ext cx="31405" cy="26898"/>
                <a:chOff x="5341723" y="3775957"/>
                <a:chExt cx="31405" cy="26898"/>
              </a:xfrm>
            </p:grpSpPr>
            <p:sp>
              <p:nvSpPr>
                <p:cNvPr id="9557" name="Google Shape;9557;p13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132"/>
              <p:cNvGrpSpPr/>
              <p:nvPr/>
            </p:nvGrpSpPr>
            <p:grpSpPr>
              <a:xfrm>
                <a:off x="5439053" y="3699274"/>
                <a:ext cx="31405" cy="26898"/>
                <a:chOff x="5439053" y="3699274"/>
                <a:chExt cx="31405" cy="26898"/>
              </a:xfrm>
            </p:grpSpPr>
            <p:sp>
              <p:nvSpPr>
                <p:cNvPr id="9560" name="Google Shape;9560;p13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132"/>
              <p:cNvGrpSpPr/>
              <p:nvPr/>
            </p:nvGrpSpPr>
            <p:grpSpPr>
              <a:xfrm>
                <a:off x="5412414" y="3622307"/>
                <a:ext cx="31499" cy="26993"/>
                <a:chOff x="5412414" y="3622307"/>
                <a:chExt cx="31499" cy="26993"/>
              </a:xfrm>
            </p:grpSpPr>
            <p:sp>
              <p:nvSpPr>
                <p:cNvPr id="9563" name="Google Shape;9563;p13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32"/>
              <p:cNvGrpSpPr/>
              <p:nvPr/>
            </p:nvGrpSpPr>
            <p:grpSpPr>
              <a:xfrm>
                <a:off x="5476254" y="3473949"/>
                <a:ext cx="26835" cy="26930"/>
                <a:chOff x="5476254" y="3473949"/>
                <a:chExt cx="26835" cy="26930"/>
              </a:xfrm>
            </p:grpSpPr>
            <p:sp>
              <p:nvSpPr>
                <p:cNvPr id="9566" name="Google Shape;9566;p13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3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132"/>
              <p:cNvGrpSpPr/>
              <p:nvPr/>
            </p:nvGrpSpPr>
            <p:grpSpPr>
              <a:xfrm>
                <a:off x="5564547" y="3481594"/>
                <a:ext cx="31397" cy="26898"/>
                <a:chOff x="5564547" y="3481594"/>
                <a:chExt cx="31397" cy="26898"/>
              </a:xfrm>
            </p:grpSpPr>
            <p:sp>
              <p:nvSpPr>
                <p:cNvPr id="9569" name="Google Shape;9569;p13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3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132"/>
              <p:cNvGrpSpPr/>
              <p:nvPr/>
            </p:nvGrpSpPr>
            <p:grpSpPr>
              <a:xfrm>
                <a:off x="5534101" y="3470174"/>
                <a:ext cx="31397" cy="26906"/>
                <a:chOff x="5534101" y="3470174"/>
                <a:chExt cx="31397" cy="26906"/>
              </a:xfrm>
            </p:grpSpPr>
            <p:sp>
              <p:nvSpPr>
                <p:cNvPr id="9572" name="Google Shape;9572;p13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132"/>
              <p:cNvGrpSpPr/>
              <p:nvPr/>
            </p:nvGrpSpPr>
            <p:grpSpPr>
              <a:xfrm>
                <a:off x="5610879" y="3314486"/>
                <a:ext cx="31499" cy="26938"/>
                <a:chOff x="5610879" y="3314486"/>
                <a:chExt cx="31499" cy="26938"/>
              </a:xfrm>
            </p:grpSpPr>
            <p:sp>
              <p:nvSpPr>
                <p:cNvPr id="9575" name="Google Shape;9575;p13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132"/>
              <p:cNvGrpSpPr/>
              <p:nvPr/>
            </p:nvGrpSpPr>
            <p:grpSpPr>
              <a:xfrm>
                <a:off x="4834525" y="3501382"/>
                <a:ext cx="31499" cy="26898"/>
                <a:chOff x="4834525" y="3501382"/>
                <a:chExt cx="31499" cy="26898"/>
              </a:xfrm>
            </p:grpSpPr>
            <p:sp>
              <p:nvSpPr>
                <p:cNvPr id="9578" name="Google Shape;9578;p13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132"/>
              <p:cNvGrpSpPr/>
              <p:nvPr/>
            </p:nvGrpSpPr>
            <p:grpSpPr>
              <a:xfrm>
                <a:off x="4898460" y="3580158"/>
                <a:ext cx="31405" cy="26898"/>
                <a:chOff x="4898460" y="3580158"/>
                <a:chExt cx="31405" cy="26898"/>
              </a:xfrm>
            </p:grpSpPr>
            <p:sp>
              <p:nvSpPr>
                <p:cNvPr id="9581" name="Google Shape;9581;p13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3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132"/>
              <p:cNvGrpSpPr/>
              <p:nvPr/>
            </p:nvGrpSpPr>
            <p:grpSpPr>
              <a:xfrm>
                <a:off x="4882667" y="3608032"/>
                <a:ext cx="31499" cy="27001"/>
                <a:chOff x="4882667" y="3608032"/>
                <a:chExt cx="31499" cy="27001"/>
              </a:xfrm>
            </p:grpSpPr>
            <p:sp>
              <p:nvSpPr>
                <p:cNvPr id="9584" name="Google Shape;9584;p13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3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132"/>
              <p:cNvGrpSpPr/>
              <p:nvPr/>
            </p:nvGrpSpPr>
            <p:grpSpPr>
              <a:xfrm>
                <a:off x="4843373" y="3631407"/>
                <a:ext cx="16273" cy="16186"/>
                <a:chOff x="4843373" y="3631407"/>
                <a:chExt cx="16273" cy="16186"/>
              </a:xfrm>
            </p:grpSpPr>
            <p:sp>
              <p:nvSpPr>
                <p:cNvPr id="9587" name="Google Shape;9587;p13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3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132"/>
              <p:cNvGrpSpPr/>
              <p:nvPr/>
            </p:nvGrpSpPr>
            <p:grpSpPr>
              <a:xfrm>
                <a:off x="4727773" y="3591578"/>
                <a:ext cx="31499" cy="26898"/>
                <a:chOff x="4727773" y="3591578"/>
                <a:chExt cx="31499" cy="26898"/>
              </a:xfrm>
            </p:grpSpPr>
            <p:sp>
              <p:nvSpPr>
                <p:cNvPr id="9590" name="Google Shape;9590;p13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3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2" name="Google Shape;9592;p13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4" name="Google Shape;9594;p132"/>
              <p:cNvGrpSpPr/>
              <p:nvPr/>
            </p:nvGrpSpPr>
            <p:grpSpPr>
              <a:xfrm>
                <a:off x="4609421" y="3577398"/>
                <a:ext cx="31499" cy="27001"/>
                <a:chOff x="4609421" y="3577398"/>
                <a:chExt cx="31499" cy="27001"/>
              </a:xfrm>
            </p:grpSpPr>
            <p:sp>
              <p:nvSpPr>
                <p:cNvPr id="9595" name="Google Shape;9595;p13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3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132"/>
              <p:cNvGrpSpPr/>
              <p:nvPr/>
            </p:nvGrpSpPr>
            <p:grpSpPr>
              <a:xfrm>
                <a:off x="4649289" y="3577398"/>
                <a:ext cx="31499" cy="27001"/>
                <a:chOff x="4649289" y="3577398"/>
                <a:chExt cx="31499" cy="27001"/>
              </a:xfrm>
            </p:grpSpPr>
            <p:sp>
              <p:nvSpPr>
                <p:cNvPr id="9598" name="Google Shape;9598;p13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3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132"/>
              <p:cNvGrpSpPr/>
              <p:nvPr/>
            </p:nvGrpSpPr>
            <p:grpSpPr>
              <a:xfrm>
                <a:off x="4605614" y="3639523"/>
                <a:ext cx="31499" cy="26906"/>
                <a:chOff x="4605614" y="3639523"/>
                <a:chExt cx="31499" cy="26906"/>
              </a:xfrm>
            </p:grpSpPr>
            <p:sp>
              <p:nvSpPr>
                <p:cNvPr id="9601" name="Google Shape;9601;p13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3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132"/>
              <p:cNvGrpSpPr/>
              <p:nvPr/>
            </p:nvGrpSpPr>
            <p:grpSpPr>
              <a:xfrm>
                <a:off x="4785149" y="3618846"/>
                <a:ext cx="26930" cy="26843"/>
                <a:chOff x="4785149" y="3618846"/>
                <a:chExt cx="26930" cy="26843"/>
              </a:xfrm>
            </p:grpSpPr>
            <p:sp>
              <p:nvSpPr>
                <p:cNvPr id="9604" name="Google Shape;9604;p13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3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132"/>
              <p:cNvGrpSpPr/>
              <p:nvPr/>
            </p:nvGrpSpPr>
            <p:grpSpPr>
              <a:xfrm>
                <a:off x="4810167" y="3601567"/>
                <a:ext cx="31405" cy="26898"/>
                <a:chOff x="4810167" y="3601567"/>
                <a:chExt cx="31405" cy="26898"/>
              </a:xfrm>
            </p:grpSpPr>
            <p:sp>
              <p:nvSpPr>
                <p:cNvPr id="9607" name="Google Shape;9607;p13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3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132"/>
              <p:cNvGrpSpPr/>
              <p:nvPr/>
            </p:nvGrpSpPr>
            <p:grpSpPr>
              <a:xfrm>
                <a:off x="4831002" y="3373230"/>
                <a:ext cx="31405" cy="26898"/>
                <a:chOff x="4831002" y="3373230"/>
                <a:chExt cx="31405" cy="26898"/>
              </a:xfrm>
            </p:grpSpPr>
            <p:sp>
              <p:nvSpPr>
                <p:cNvPr id="9610" name="Google Shape;9610;p13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3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132"/>
              <p:cNvGrpSpPr/>
              <p:nvPr/>
            </p:nvGrpSpPr>
            <p:grpSpPr>
              <a:xfrm>
                <a:off x="4719311" y="3355054"/>
                <a:ext cx="31499" cy="27001"/>
                <a:chOff x="4719311" y="3355054"/>
                <a:chExt cx="31499" cy="27001"/>
              </a:xfrm>
            </p:grpSpPr>
            <p:sp>
              <p:nvSpPr>
                <p:cNvPr id="9613" name="Google Shape;9613;p13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132"/>
              <p:cNvGrpSpPr/>
              <p:nvPr/>
            </p:nvGrpSpPr>
            <p:grpSpPr>
              <a:xfrm>
                <a:off x="4798755" y="3450260"/>
                <a:ext cx="26930" cy="26930"/>
                <a:chOff x="4798755" y="3450260"/>
                <a:chExt cx="26930" cy="26930"/>
              </a:xfrm>
            </p:grpSpPr>
            <p:sp>
              <p:nvSpPr>
                <p:cNvPr id="9616" name="Google Shape;9616;p13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132"/>
              <p:cNvGrpSpPr/>
              <p:nvPr/>
            </p:nvGrpSpPr>
            <p:grpSpPr>
              <a:xfrm>
                <a:off x="4645576" y="3467555"/>
                <a:ext cx="31405" cy="26953"/>
                <a:chOff x="4645576" y="3467555"/>
                <a:chExt cx="31405" cy="26953"/>
              </a:xfrm>
            </p:grpSpPr>
            <p:sp>
              <p:nvSpPr>
                <p:cNvPr id="9619" name="Google Shape;9619;p13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3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132"/>
              <p:cNvGrpSpPr/>
              <p:nvPr/>
            </p:nvGrpSpPr>
            <p:grpSpPr>
              <a:xfrm>
                <a:off x="4687631" y="3583965"/>
                <a:ext cx="31499" cy="26898"/>
                <a:chOff x="4687631" y="3583965"/>
                <a:chExt cx="31499" cy="26898"/>
              </a:xfrm>
            </p:grpSpPr>
            <p:sp>
              <p:nvSpPr>
                <p:cNvPr id="9622" name="Google Shape;9622;p13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132"/>
              <p:cNvGrpSpPr/>
              <p:nvPr/>
            </p:nvGrpSpPr>
            <p:grpSpPr>
              <a:xfrm>
                <a:off x="4719311" y="3471314"/>
                <a:ext cx="31499" cy="27001"/>
                <a:chOff x="4719311" y="3471314"/>
                <a:chExt cx="31499" cy="27001"/>
              </a:xfrm>
            </p:grpSpPr>
            <p:sp>
              <p:nvSpPr>
                <p:cNvPr id="9625" name="Google Shape;9625;p13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3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132"/>
              <p:cNvGrpSpPr/>
              <p:nvPr/>
            </p:nvGrpSpPr>
            <p:grpSpPr>
              <a:xfrm>
                <a:off x="4719311" y="3434404"/>
                <a:ext cx="31499" cy="26898"/>
                <a:chOff x="4719311" y="3434404"/>
                <a:chExt cx="31499" cy="26898"/>
              </a:xfrm>
            </p:grpSpPr>
            <p:sp>
              <p:nvSpPr>
                <p:cNvPr id="9628" name="Google Shape;9628;p13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132"/>
              <p:cNvGrpSpPr/>
              <p:nvPr/>
            </p:nvGrpSpPr>
            <p:grpSpPr>
              <a:xfrm>
                <a:off x="4768876" y="3401772"/>
                <a:ext cx="31499" cy="26898"/>
                <a:chOff x="4768876" y="3401772"/>
                <a:chExt cx="31499" cy="26898"/>
              </a:xfrm>
            </p:grpSpPr>
            <p:sp>
              <p:nvSpPr>
                <p:cNvPr id="9631" name="Google Shape;9631;p13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132"/>
              <p:cNvGrpSpPr/>
              <p:nvPr/>
            </p:nvGrpSpPr>
            <p:grpSpPr>
              <a:xfrm>
                <a:off x="4762214" y="3471377"/>
                <a:ext cx="26938" cy="26938"/>
                <a:chOff x="4762214" y="3471377"/>
                <a:chExt cx="26938" cy="26938"/>
              </a:xfrm>
            </p:grpSpPr>
            <p:sp>
              <p:nvSpPr>
                <p:cNvPr id="9634" name="Google Shape;9634;p13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132"/>
              <p:cNvGrpSpPr/>
              <p:nvPr/>
            </p:nvGrpSpPr>
            <p:grpSpPr>
              <a:xfrm>
                <a:off x="4790473" y="3344782"/>
                <a:ext cx="31405" cy="26898"/>
                <a:chOff x="4790473" y="3344782"/>
                <a:chExt cx="31405" cy="26898"/>
              </a:xfrm>
            </p:grpSpPr>
            <p:sp>
              <p:nvSpPr>
                <p:cNvPr id="9637" name="Google Shape;9637;p13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132"/>
              <p:cNvGrpSpPr/>
              <p:nvPr/>
            </p:nvGrpSpPr>
            <p:grpSpPr>
              <a:xfrm>
                <a:off x="4823774" y="3950733"/>
                <a:ext cx="37398" cy="32034"/>
                <a:chOff x="4823774" y="3950733"/>
                <a:chExt cx="37398" cy="32034"/>
              </a:xfrm>
            </p:grpSpPr>
            <p:sp>
              <p:nvSpPr>
                <p:cNvPr id="9640" name="Google Shape;9640;p13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3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132"/>
              <p:cNvGrpSpPr/>
              <p:nvPr/>
            </p:nvGrpSpPr>
            <p:grpSpPr>
              <a:xfrm>
                <a:off x="4823396" y="4110566"/>
                <a:ext cx="31405" cy="26906"/>
                <a:chOff x="4823396" y="4110566"/>
                <a:chExt cx="31405" cy="26906"/>
              </a:xfrm>
            </p:grpSpPr>
            <p:sp>
              <p:nvSpPr>
                <p:cNvPr id="9643" name="Google Shape;9643;p13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3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132"/>
              <p:cNvGrpSpPr/>
              <p:nvPr/>
            </p:nvGrpSpPr>
            <p:grpSpPr>
              <a:xfrm>
                <a:off x="4838332" y="3821150"/>
                <a:ext cx="31499" cy="26898"/>
                <a:chOff x="4838332" y="3821150"/>
                <a:chExt cx="31499" cy="26898"/>
              </a:xfrm>
            </p:grpSpPr>
            <p:sp>
              <p:nvSpPr>
                <p:cNvPr id="9646" name="Google Shape;9646;p13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3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132"/>
              <p:cNvGrpSpPr/>
              <p:nvPr/>
            </p:nvGrpSpPr>
            <p:grpSpPr>
              <a:xfrm>
                <a:off x="4661275" y="3815007"/>
                <a:ext cx="36824" cy="31523"/>
                <a:chOff x="4661275" y="3815007"/>
                <a:chExt cx="36824" cy="31523"/>
              </a:xfrm>
            </p:grpSpPr>
            <p:sp>
              <p:nvSpPr>
                <p:cNvPr id="9649" name="Google Shape;9649;p13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132"/>
              <p:cNvGrpSpPr/>
              <p:nvPr/>
            </p:nvGrpSpPr>
            <p:grpSpPr>
              <a:xfrm>
                <a:off x="4558998" y="3851037"/>
                <a:ext cx="33591" cy="28699"/>
                <a:chOff x="4558998" y="3851037"/>
                <a:chExt cx="33591" cy="28699"/>
              </a:xfrm>
            </p:grpSpPr>
            <p:sp>
              <p:nvSpPr>
                <p:cNvPr id="9652" name="Google Shape;9652;p13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132"/>
              <p:cNvGrpSpPr/>
              <p:nvPr/>
            </p:nvGrpSpPr>
            <p:grpSpPr>
              <a:xfrm>
                <a:off x="4696762" y="3638587"/>
                <a:ext cx="33591" cy="28794"/>
                <a:chOff x="4696762" y="3638587"/>
                <a:chExt cx="33591" cy="28794"/>
              </a:xfrm>
            </p:grpSpPr>
            <p:sp>
              <p:nvSpPr>
                <p:cNvPr id="9655" name="Google Shape;9655;p13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3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132"/>
              <p:cNvGrpSpPr/>
              <p:nvPr/>
            </p:nvGrpSpPr>
            <p:grpSpPr>
              <a:xfrm>
                <a:off x="4929479" y="3939140"/>
                <a:ext cx="33497" cy="28692"/>
                <a:chOff x="4929479" y="3939140"/>
                <a:chExt cx="33497" cy="28692"/>
              </a:xfrm>
            </p:grpSpPr>
            <p:sp>
              <p:nvSpPr>
                <p:cNvPr id="9658" name="Google Shape;9658;p13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3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132"/>
              <p:cNvGrpSpPr/>
              <p:nvPr/>
            </p:nvGrpSpPr>
            <p:grpSpPr>
              <a:xfrm>
                <a:off x="4907119" y="3986039"/>
                <a:ext cx="33497" cy="28699"/>
                <a:chOff x="4907119" y="3986039"/>
                <a:chExt cx="33497" cy="28699"/>
              </a:xfrm>
            </p:grpSpPr>
            <p:sp>
              <p:nvSpPr>
                <p:cNvPr id="9661" name="Google Shape;9661;p13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132"/>
              <p:cNvGrpSpPr/>
              <p:nvPr/>
            </p:nvGrpSpPr>
            <p:grpSpPr>
              <a:xfrm>
                <a:off x="4911783" y="4048102"/>
                <a:ext cx="33591" cy="28762"/>
                <a:chOff x="4911783" y="4048102"/>
                <a:chExt cx="33591" cy="28762"/>
              </a:xfrm>
            </p:grpSpPr>
            <p:sp>
              <p:nvSpPr>
                <p:cNvPr id="9664" name="Google Shape;9664;p13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6" name="Google Shape;9666;p13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8" name="Google Shape;9668;p132"/>
              <p:cNvGrpSpPr/>
              <p:nvPr/>
            </p:nvGrpSpPr>
            <p:grpSpPr>
              <a:xfrm>
                <a:off x="4762623" y="3837847"/>
                <a:ext cx="42416" cy="36273"/>
                <a:chOff x="4762623" y="3837847"/>
                <a:chExt cx="42416" cy="36273"/>
              </a:xfrm>
            </p:grpSpPr>
            <p:sp>
              <p:nvSpPr>
                <p:cNvPr id="9669" name="Google Shape;9669;p13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132"/>
              <p:cNvGrpSpPr/>
              <p:nvPr/>
            </p:nvGrpSpPr>
            <p:grpSpPr>
              <a:xfrm>
                <a:off x="4746044" y="4104966"/>
                <a:ext cx="33497" cy="28699"/>
                <a:chOff x="4746044" y="4104966"/>
                <a:chExt cx="33497" cy="28699"/>
              </a:xfrm>
            </p:grpSpPr>
            <p:sp>
              <p:nvSpPr>
                <p:cNvPr id="9672" name="Google Shape;9672;p13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132"/>
              <p:cNvGrpSpPr/>
              <p:nvPr/>
            </p:nvGrpSpPr>
            <p:grpSpPr>
              <a:xfrm>
                <a:off x="4859646" y="4162554"/>
                <a:ext cx="33591" cy="28762"/>
                <a:chOff x="4859646" y="4162554"/>
                <a:chExt cx="33591" cy="28762"/>
              </a:xfrm>
            </p:grpSpPr>
            <p:sp>
              <p:nvSpPr>
                <p:cNvPr id="9675" name="Google Shape;9675;p13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7" name="Google Shape;9677;p132"/>
            <p:cNvGrpSpPr/>
            <p:nvPr/>
          </p:nvGrpSpPr>
          <p:grpSpPr>
            <a:xfrm>
              <a:off x="3597785" y="3274438"/>
              <a:ext cx="855610" cy="1122100"/>
              <a:chOff x="3597785" y="3274438"/>
              <a:chExt cx="855610" cy="1122100"/>
            </a:xfrm>
          </p:grpSpPr>
          <p:grpSp>
            <p:nvGrpSpPr>
              <p:cNvPr id="9678" name="Google Shape;9678;p132"/>
              <p:cNvGrpSpPr/>
              <p:nvPr/>
            </p:nvGrpSpPr>
            <p:grpSpPr>
              <a:xfrm>
                <a:off x="3617857" y="3284717"/>
                <a:ext cx="826785" cy="1099165"/>
                <a:chOff x="3617857" y="3284717"/>
                <a:chExt cx="826785" cy="1099165"/>
              </a:xfrm>
            </p:grpSpPr>
            <p:sp>
              <p:nvSpPr>
                <p:cNvPr id="9679" name="Google Shape;9679;p13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3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3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3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3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3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3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3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3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3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3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3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3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3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3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3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3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3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3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3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3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3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132"/>
              <p:cNvGrpSpPr/>
              <p:nvPr/>
            </p:nvGrpSpPr>
            <p:grpSpPr>
              <a:xfrm>
                <a:off x="4180904" y="4251758"/>
                <a:ext cx="37783" cy="32420"/>
                <a:chOff x="4180904" y="4251758"/>
                <a:chExt cx="37783" cy="32420"/>
              </a:xfrm>
            </p:grpSpPr>
            <p:sp>
              <p:nvSpPr>
                <p:cNvPr id="9736" name="Google Shape;9736;p13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3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132"/>
              <p:cNvGrpSpPr/>
              <p:nvPr/>
            </p:nvGrpSpPr>
            <p:grpSpPr>
              <a:xfrm>
                <a:off x="4201644" y="4081324"/>
                <a:ext cx="37783" cy="32364"/>
                <a:chOff x="4201644" y="4081324"/>
                <a:chExt cx="37783" cy="32364"/>
              </a:xfrm>
            </p:grpSpPr>
            <p:sp>
              <p:nvSpPr>
                <p:cNvPr id="9739" name="Google Shape;9739;p13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132"/>
              <p:cNvGrpSpPr/>
              <p:nvPr/>
            </p:nvGrpSpPr>
            <p:grpSpPr>
              <a:xfrm>
                <a:off x="4284416" y="3887428"/>
                <a:ext cx="37783" cy="32451"/>
                <a:chOff x="4284416" y="3887428"/>
                <a:chExt cx="37783" cy="32451"/>
              </a:xfrm>
            </p:grpSpPr>
            <p:sp>
              <p:nvSpPr>
                <p:cNvPr id="9742" name="Google Shape;9742;p13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3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132"/>
              <p:cNvGrpSpPr/>
              <p:nvPr/>
            </p:nvGrpSpPr>
            <p:grpSpPr>
              <a:xfrm>
                <a:off x="4223721" y="3860404"/>
                <a:ext cx="37870" cy="32364"/>
                <a:chOff x="4223721" y="3860404"/>
                <a:chExt cx="37870" cy="32364"/>
              </a:xfrm>
            </p:grpSpPr>
            <p:sp>
              <p:nvSpPr>
                <p:cNvPr id="9745" name="Google Shape;9745;p13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132"/>
              <p:cNvGrpSpPr/>
              <p:nvPr/>
            </p:nvGrpSpPr>
            <p:grpSpPr>
              <a:xfrm>
                <a:off x="4104889" y="3699242"/>
                <a:ext cx="37776" cy="32357"/>
                <a:chOff x="4104889" y="3699242"/>
                <a:chExt cx="37776" cy="32357"/>
              </a:xfrm>
            </p:grpSpPr>
            <p:sp>
              <p:nvSpPr>
                <p:cNvPr id="9748" name="Google Shape;9748;p13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3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132"/>
              <p:cNvGrpSpPr/>
              <p:nvPr/>
            </p:nvGrpSpPr>
            <p:grpSpPr>
              <a:xfrm>
                <a:off x="4143608" y="3475121"/>
                <a:ext cx="37878" cy="32420"/>
                <a:chOff x="4143608" y="3475121"/>
                <a:chExt cx="37878" cy="32420"/>
              </a:xfrm>
            </p:grpSpPr>
            <p:sp>
              <p:nvSpPr>
                <p:cNvPr id="9751" name="Google Shape;9751;p13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3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132"/>
              <p:cNvGrpSpPr/>
              <p:nvPr/>
            </p:nvGrpSpPr>
            <p:grpSpPr>
              <a:xfrm>
                <a:off x="4217248" y="3570893"/>
                <a:ext cx="37776" cy="32364"/>
                <a:chOff x="4217248" y="3570893"/>
                <a:chExt cx="37776" cy="32364"/>
              </a:xfrm>
            </p:grpSpPr>
            <p:sp>
              <p:nvSpPr>
                <p:cNvPr id="9754" name="Google Shape;9754;p13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3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132"/>
              <p:cNvGrpSpPr/>
              <p:nvPr/>
            </p:nvGrpSpPr>
            <p:grpSpPr>
              <a:xfrm>
                <a:off x="4255307" y="3431612"/>
                <a:ext cx="37776" cy="32451"/>
                <a:chOff x="4255307" y="3431612"/>
                <a:chExt cx="37776" cy="32451"/>
              </a:xfrm>
            </p:grpSpPr>
            <p:sp>
              <p:nvSpPr>
                <p:cNvPr id="9757" name="Google Shape;9757;p13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3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132"/>
              <p:cNvGrpSpPr/>
              <p:nvPr/>
            </p:nvGrpSpPr>
            <p:grpSpPr>
              <a:xfrm>
                <a:off x="3853052" y="3577398"/>
                <a:ext cx="37776" cy="32420"/>
                <a:chOff x="3853052" y="3577398"/>
                <a:chExt cx="37776" cy="32420"/>
              </a:xfrm>
            </p:grpSpPr>
            <p:sp>
              <p:nvSpPr>
                <p:cNvPr id="9760" name="Google Shape;9760;p13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3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132"/>
              <p:cNvGrpSpPr/>
              <p:nvPr/>
            </p:nvGrpSpPr>
            <p:grpSpPr>
              <a:xfrm>
                <a:off x="4039908" y="3412107"/>
                <a:ext cx="37776" cy="32357"/>
                <a:chOff x="4039908" y="3412107"/>
                <a:chExt cx="37776" cy="32357"/>
              </a:xfrm>
            </p:grpSpPr>
            <p:sp>
              <p:nvSpPr>
                <p:cNvPr id="9763" name="Google Shape;9763;p13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3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132"/>
              <p:cNvGrpSpPr/>
              <p:nvPr/>
            </p:nvGrpSpPr>
            <p:grpSpPr>
              <a:xfrm>
                <a:off x="4017360" y="3342061"/>
                <a:ext cx="37870" cy="32380"/>
                <a:chOff x="4017360" y="3342061"/>
                <a:chExt cx="37870" cy="32380"/>
              </a:xfrm>
            </p:grpSpPr>
            <p:sp>
              <p:nvSpPr>
                <p:cNvPr id="9766" name="Google Shape;9766;p13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8" name="Google Shape;9768;p13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3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0" name="Google Shape;9770;p132"/>
              <p:cNvGrpSpPr/>
              <p:nvPr/>
            </p:nvGrpSpPr>
            <p:grpSpPr>
              <a:xfrm>
                <a:off x="3750870" y="3418650"/>
                <a:ext cx="37776" cy="32380"/>
                <a:chOff x="3750870" y="3418650"/>
                <a:chExt cx="37776" cy="32380"/>
              </a:xfrm>
            </p:grpSpPr>
            <p:sp>
              <p:nvSpPr>
                <p:cNvPr id="9771" name="Google Shape;9771;p13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3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132"/>
              <p:cNvGrpSpPr/>
              <p:nvPr/>
            </p:nvGrpSpPr>
            <p:grpSpPr>
              <a:xfrm>
                <a:off x="3632509" y="3274438"/>
                <a:ext cx="37783" cy="32357"/>
                <a:chOff x="3632509" y="3274438"/>
                <a:chExt cx="37783" cy="32357"/>
              </a:xfrm>
            </p:grpSpPr>
            <p:sp>
              <p:nvSpPr>
                <p:cNvPr id="9774" name="Google Shape;9774;p13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3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132"/>
              <p:cNvGrpSpPr/>
              <p:nvPr/>
            </p:nvGrpSpPr>
            <p:grpSpPr>
              <a:xfrm>
                <a:off x="3906424" y="3297561"/>
                <a:ext cx="37776" cy="32451"/>
                <a:chOff x="3906424" y="3297561"/>
                <a:chExt cx="37776" cy="32451"/>
              </a:xfrm>
            </p:grpSpPr>
            <p:sp>
              <p:nvSpPr>
                <p:cNvPr id="9777" name="Google Shape;9777;p13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132"/>
              <p:cNvGrpSpPr/>
              <p:nvPr/>
            </p:nvGrpSpPr>
            <p:grpSpPr>
              <a:xfrm>
                <a:off x="3866084" y="3412107"/>
                <a:ext cx="37776" cy="32357"/>
                <a:chOff x="3866084" y="3412107"/>
                <a:chExt cx="37776" cy="32357"/>
              </a:xfrm>
            </p:grpSpPr>
            <p:sp>
              <p:nvSpPr>
                <p:cNvPr id="9780" name="Google Shape;9780;p13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32"/>
              <p:cNvGrpSpPr/>
              <p:nvPr/>
            </p:nvGrpSpPr>
            <p:grpSpPr>
              <a:xfrm>
                <a:off x="4023919" y="3766409"/>
                <a:ext cx="37783" cy="32357"/>
                <a:chOff x="4023919" y="3766409"/>
                <a:chExt cx="37783" cy="32357"/>
              </a:xfrm>
            </p:grpSpPr>
            <p:sp>
              <p:nvSpPr>
                <p:cNvPr id="9783" name="Google Shape;9783;p13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132"/>
              <p:cNvGrpSpPr/>
              <p:nvPr/>
            </p:nvGrpSpPr>
            <p:grpSpPr>
              <a:xfrm>
                <a:off x="3973882" y="3779449"/>
                <a:ext cx="37776" cy="32357"/>
                <a:chOff x="3973882" y="3779449"/>
                <a:chExt cx="37776" cy="32357"/>
              </a:xfrm>
            </p:grpSpPr>
            <p:sp>
              <p:nvSpPr>
                <p:cNvPr id="9786" name="Google Shape;9786;p13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132"/>
              <p:cNvGrpSpPr/>
              <p:nvPr/>
            </p:nvGrpSpPr>
            <p:grpSpPr>
              <a:xfrm>
                <a:off x="4073398" y="3838028"/>
                <a:ext cx="37776" cy="32380"/>
                <a:chOff x="4073398" y="3838028"/>
                <a:chExt cx="37776" cy="32380"/>
              </a:xfrm>
            </p:grpSpPr>
            <p:sp>
              <p:nvSpPr>
                <p:cNvPr id="9789" name="Google Shape;9789;p13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3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132"/>
              <p:cNvGrpSpPr/>
              <p:nvPr/>
            </p:nvGrpSpPr>
            <p:grpSpPr>
              <a:xfrm>
                <a:off x="4342672" y="4144496"/>
                <a:ext cx="37752" cy="32364"/>
                <a:chOff x="4342672" y="4144496"/>
                <a:chExt cx="37752" cy="32364"/>
              </a:xfrm>
            </p:grpSpPr>
            <p:sp>
              <p:nvSpPr>
                <p:cNvPr id="9792" name="Google Shape;9792;p13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3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132"/>
              <p:cNvGrpSpPr/>
              <p:nvPr/>
            </p:nvGrpSpPr>
            <p:grpSpPr>
              <a:xfrm>
                <a:off x="4406386" y="4056872"/>
                <a:ext cx="37783" cy="32364"/>
                <a:chOff x="4406386" y="4056872"/>
                <a:chExt cx="37783" cy="32364"/>
              </a:xfrm>
            </p:grpSpPr>
            <p:sp>
              <p:nvSpPr>
                <p:cNvPr id="9795" name="Google Shape;9795;p13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3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132"/>
              <p:cNvGrpSpPr/>
              <p:nvPr/>
            </p:nvGrpSpPr>
            <p:grpSpPr>
              <a:xfrm>
                <a:off x="4284416" y="4245254"/>
                <a:ext cx="37783" cy="32357"/>
                <a:chOff x="4284416" y="4245254"/>
                <a:chExt cx="37783" cy="32357"/>
              </a:xfrm>
            </p:grpSpPr>
            <p:sp>
              <p:nvSpPr>
                <p:cNvPr id="9798" name="Google Shape;9798;p13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3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132"/>
              <p:cNvGrpSpPr/>
              <p:nvPr/>
            </p:nvGrpSpPr>
            <p:grpSpPr>
              <a:xfrm>
                <a:off x="4219057" y="4331258"/>
                <a:ext cx="37776" cy="32364"/>
                <a:chOff x="4219057" y="4331258"/>
                <a:chExt cx="37776" cy="32364"/>
              </a:xfrm>
            </p:grpSpPr>
            <p:sp>
              <p:nvSpPr>
                <p:cNvPr id="9801" name="Google Shape;9801;p13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3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132"/>
              <p:cNvGrpSpPr/>
              <p:nvPr/>
            </p:nvGrpSpPr>
            <p:grpSpPr>
              <a:xfrm>
                <a:off x="4204122" y="4141688"/>
                <a:ext cx="33497" cy="28699"/>
                <a:chOff x="4204122" y="4141688"/>
                <a:chExt cx="33497" cy="28699"/>
              </a:xfrm>
            </p:grpSpPr>
            <p:sp>
              <p:nvSpPr>
                <p:cNvPr id="9804" name="Google Shape;9804;p13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3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132"/>
              <p:cNvGrpSpPr/>
              <p:nvPr/>
            </p:nvGrpSpPr>
            <p:grpSpPr>
              <a:xfrm>
                <a:off x="4301546" y="4003869"/>
                <a:ext cx="38916" cy="33324"/>
                <a:chOff x="4301546" y="4003869"/>
                <a:chExt cx="38916" cy="33324"/>
              </a:xfrm>
            </p:grpSpPr>
            <p:sp>
              <p:nvSpPr>
                <p:cNvPr id="9807" name="Google Shape;9807;p13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3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132"/>
              <p:cNvGrpSpPr/>
              <p:nvPr/>
            </p:nvGrpSpPr>
            <p:grpSpPr>
              <a:xfrm>
                <a:off x="4210681" y="3924669"/>
                <a:ext cx="36549" cy="31366"/>
                <a:chOff x="4210681" y="3924669"/>
                <a:chExt cx="36549" cy="31366"/>
              </a:xfrm>
            </p:grpSpPr>
            <p:sp>
              <p:nvSpPr>
                <p:cNvPr id="9810" name="Google Shape;9810;p13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3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132"/>
              <p:cNvGrpSpPr/>
              <p:nvPr/>
            </p:nvGrpSpPr>
            <p:grpSpPr>
              <a:xfrm>
                <a:off x="3987771" y="3628874"/>
                <a:ext cx="31499" cy="26993"/>
                <a:chOff x="3987771" y="3628874"/>
                <a:chExt cx="31499" cy="26993"/>
              </a:xfrm>
            </p:grpSpPr>
            <p:sp>
              <p:nvSpPr>
                <p:cNvPr id="9813" name="Google Shape;9813;p13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3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132"/>
              <p:cNvGrpSpPr/>
              <p:nvPr/>
            </p:nvGrpSpPr>
            <p:grpSpPr>
              <a:xfrm>
                <a:off x="4087382" y="3775674"/>
                <a:ext cx="31405" cy="26898"/>
                <a:chOff x="4087382" y="3775674"/>
                <a:chExt cx="31405" cy="26898"/>
              </a:xfrm>
            </p:grpSpPr>
            <p:sp>
              <p:nvSpPr>
                <p:cNvPr id="9816" name="Google Shape;9816;p13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3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132"/>
              <p:cNvGrpSpPr/>
              <p:nvPr/>
            </p:nvGrpSpPr>
            <p:grpSpPr>
              <a:xfrm>
                <a:off x="4118873" y="3856637"/>
                <a:ext cx="31405" cy="26906"/>
                <a:chOff x="4118873" y="3856637"/>
                <a:chExt cx="31405" cy="26906"/>
              </a:xfrm>
            </p:grpSpPr>
            <p:sp>
              <p:nvSpPr>
                <p:cNvPr id="9819" name="Google Shape;9819;p13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3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132"/>
              <p:cNvGrpSpPr/>
              <p:nvPr/>
            </p:nvGrpSpPr>
            <p:grpSpPr>
              <a:xfrm>
                <a:off x="4168541" y="3639523"/>
                <a:ext cx="31499" cy="26906"/>
                <a:chOff x="4168541" y="3639523"/>
                <a:chExt cx="31499" cy="26906"/>
              </a:xfrm>
            </p:grpSpPr>
            <p:sp>
              <p:nvSpPr>
                <p:cNvPr id="9822" name="Google Shape;9822;p13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3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132"/>
              <p:cNvGrpSpPr/>
              <p:nvPr/>
            </p:nvGrpSpPr>
            <p:grpSpPr>
              <a:xfrm>
                <a:off x="3965789" y="3393545"/>
                <a:ext cx="31405" cy="26945"/>
                <a:chOff x="3965789" y="3393545"/>
                <a:chExt cx="31405" cy="26945"/>
              </a:xfrm>
            </p:grpSpPr>
            <p:sp>
              <p:nvSpPr>
                <p:cNvPr id="9825" name="Google Shape;9825;p13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3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132"/>
              <p:cNvGrpSpPr/>
              <p:nvPr/>
            </p:nvGrpSpPr>
            <p:grpSpPr>
              <a:xfrm>
                <a:off x="3925166" y="3491008"/>
                <a:ext cx="31405" cy="27001"/>
                <a:chOff x="3925166" y="3491008"/>
                <a:chExt cx="31405" cy="27001"/>
              </a:xfrm>
            </p:grpSpPr>
            <p:sp>
              <p:nvSpPr>
                <p:cNvPr id="9828" name="Google Shape;9828;p13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3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132"/>
              <p:cNvGrpSpPr/>
              <p:nvPr/>
            </p:nvGrpSpPr>
            <p:grpSpPr>
              <a:xfrm>
                <a:off x="3682845" y="3340976"/>
                <a:ext cx="31397" cy="26898"/>
                <a:chOff x="3682845" y="3340976"/>
                <a:chExt cx="31397" cy="26898"/>
              </a:xfrm>
            </p:grpSpPr>
            <p:sp>
              <p:nvSpPr>
                <p:cNvPr id="9831" name="Google Shape;9831;p13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3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132"/>
              <p:cNvGrpSpPr/>
              <p:nvPr/>
            </p:nvGrpSpPr>
            <p:grpSpPr>
              <a:xfrm>
                <a:off x="3795393" y="3353725"/>
                <a:ext cx="31499" cy="26993"/>
                <a:chOff x="3795393" y="3353725"/>
                <a:chExt cx="31499" cy="26993"/>
              </a:xfrm>
            </p:grpSpPr>
            <p:sp>
              <p:nvSpPr>
                <p:cNvPr id="9834" name="Google Shape;9834;p13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3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132"/>
              <p:cNvGrpSpPr/>
              <p:nvPr/>
            </p:nvGrpSpPr>
            <p:grpSpPr>
              <a:xfrm>
                <a:off x="4176909" y="4363221"/>
                <a:ext cx="38924" cy="33316"/>
                <a:chOff x="4176909" y="4363221"/>
                <a:chExt cx="38924" cy="33316"/>
              </a:xfrm>
            </p:grpSpPr>
            <p:sp>
              <p:nvSpPr>
                <p:cNvPr id="9837" name="Google Shape;9837;p13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3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132"/>
              <p:cNvGrpSpPr/>
              <p:nvPr/>
            </p:nvGrpSpPr>
            <p:grpSpPr>
              <a:xfrm>
                <a:off x="4226191" y="4007660"/>
                <a:ext cx="33560" cy="28770"/>
                <a:chOff x="4226191" y="4007660"/>
                <a:chExt cx="33560" cy="28770"/>
              </a:xfrm>
            </p:grpSpPr>
            <p:sp>
              <p:nvSpPr>
                <p:cNvPr id="9840" name="Google Shape;9840;p13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3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132"/>
              <p:cNvGrpSpPr/>
              <p:nvPr/>
            </p:nvGrpSpPr>
            <p:grpSpPr>
              <a:xfrm>
                <a:off x="3597785" y="3377045"/>
                <a:ext cx="33591" cy="28699"/>
                <a:chOff x="3597785" y="3377045"/>
                <a:chExt cx="33591" cy="28699"/>
              </a:xfrm>
            </p:grpSpPr>
            <p:sp>
              <p:nvSpPr>
                <p:cNvPr id="9843" name="Google Shape;9843;p13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3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32"/>
              <p:cNvGrpSpPr/>
              <p:nvPr/>
            </p:nvGrpSpPr>
            <p:grpSpPr>
              <a:xfrm>
                <a:off x="3887870" y="3669796"/>
                <a:ext cx="33591" cy="28692"/>
                <a:chOff x="3887870" y="3669796"/>
                <a:chExt cx="33591" cy="28692"/>
              </a:xfrm>
            </p:grpSpPr>
            <p:sp>
              <p:nvSpPr>
                <p:cNvPr id="9846" name="Google Shape;9846;p13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3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132"/>
              <p:cNvGrpSpPr/>
              <p:nvPr/>
            </p:nvGrpSpPr>
            <p:grpSpPr>
              <a:xfrm>
                <a:off x="3818320" y="3481625"/>
                <a:ext cx="33497" cy="28770"/>
                <a:chOff x="3818320" y="3481625"/>
                <a:chExt cx="33497" cy="28770"/>
              </a:xfrm>
            </p:grpSpPr>
            <p:sp>
              <p:nvSpPr>
                <p:cNvPr id="9849" name="Google Shape;9849;p13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3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132"/>
              <p:cNvGrpSpPr/>
              <p:nvPr/>
            </p:nvGrpSpPr>
            <p:grpSpPr>
              <a:xfrm>
                <a:off x="4278139" y="4120948"/>
                <a:ext cx="37492" cy="32129"/>
                <a:chOff x="4278139" y="4120948"/>
                <a:chExt cx="37492" cy="32129"/>
              </a:xfrm>
            </p:grpSpPr>
            <p:sp>
              <p:nvSpPr>
                <p:cNvPr id="9852" name="Google Shape;9852;p13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3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132"/>
              <p:cNvGrpSpPr/>
              <p:nvPr/>
            </p:nvGrpSpPr>
            <p:grpSpPr>
              <a:xfrm>
                <a:off x="4419898" y="3977388"/>
                <a:ext cx="33497" cy="28692"/>
                <a:chOff x="4419898" y="3977388"/>
                <a:chExt cx="33497" cy="28692"/>
              </a:xfrm>
            </p:grpSpPr>
            <p:sp>
              <p:nvSpPr>
                <p:cNvPr id="9855" name="Google Shape;9855;p13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3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132"/>
              <p:cNvGrpSpPr/>
              <p:nvPr/>
            </p:nvGrpSpPr>
            <p:grpSpPr>
              <a:xfrm>
                <a:off x="4158930" y="4034684"/>
                <a:ext cx="33497" cy="28762"/>
                <a:chOff x="4158930" y="4034684"/>
                <a:chExt cx="33497" cy="28762"/>
              </a:xfrm>
            </p:grpSpPr>
            <p:sp>
              <p:nvSpPr>
                <p:cNvPr id="9858" name="Google Shape;9858;p13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3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132"/>
              <p:cNvGrpSpPr/>
              <p:nvPr/>
            </p:nvGrpSpPr>
            <p:grpSpPr>
              <a:xfrm>
                <a:off x="4134949" y="3957049"/>
                <a:ext cx="33497" cy="28770"/>
                <a:chOff x="4134949" y="3957049"/>
                <a:chExt cx="33497" cy="28770"/>
              </a:xfrm>
            </p:grpSpPr>
            <p:sp>
              <p:nvSpPr>
                <p:cNvPr id="9861" name="Google Shape;9861;p13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3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132"/>
              <p:cNvGrpSpPr/>
              <p:nvPr/>
            </p:nvGrpSpPr>
            <p:grpSpPr>
              <a:xfrm>
                <a:off x="4193653" y="4184403"/>
                <a:ext cx="43580" cy="37264"/>
                <a:chOff x="4193653" y="4184403"/>
                <a:chExt cx="43580" cy="37264"/>
              </a:xfrm>
            </p:grpSpPr>
            <p:sp>
              <p:nvSpPr>
                <p:cNvPr id="9864" name="Google Shape;9864;p13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132"/>
              <p:cNvGrpSpPr/>
              <p:nvPr/>
            </p:nvGrpSpPr>
            <p:grpSpPr>
              <a:xfrm>
                <a:off x="4343600" y="3943844"/>
                <a:ext cx="43580" cy="37312"/>
                <a:chOff x="4343600" y="3943844"/>
                <a:chExt cx="43580" cy="37312"/>
              </a:xfrm>
            </p:grpSpPr>
            <p:sp>
              <p:nvSpPr>
                <p:cNvPr id="9867" name="Google Shape;9867;p13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3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132"/>
              <p:cNvGrpSpPr/>
              <p:nvPr/>
            </p:nvGrpSpPr>
            <p:grpSpPr>
              <a:xfrm>
                <a:off x="4172339" y="3381693"/>
                <a:ext cx="31499" cy="27001"/>
                <a:chOff x="4172339" y="3381693"/>
                <a:chExt cx="31499" cy="27001"/>
              </a:xfrm>
            </p:grpSpPr>
            <p:sp>
              <p:nvSpPr>
                <p:cNvPr id="9870" name="Google Shape;9870;p13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3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72" name="Google Shape;9872;p132"/>
          <p:cNvGrpSpPr/>
          <p:nvPr/>
        </p:nvGrpSpPr>
        <p:grpSpPr>
          <a:xfrm>
            <a:off x="3530626" y="1013128"/>
            <a:ext cx="2078182" cy="1366558"/>
            <a:chOff x="235800" y="830650"/>
            <a:chExt cx="6978450" cy="4588844"/>
          </a:xfrm>
        </p:grpSpPr>
        <p:sp>
          <p:nvSpPr>
            <p:cNvPr id="9873" name="Google Shape;9873;p13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3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3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3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132"/>
          <p:cNvGrpSpPr/>
          <p:nvPr/>
        </p:nvGrpSpPr>
        <p:grpSpPr>
          <a:xfrm>
            <a:off x="5904877" y="1016248"/>
            <a:ext cx="2435960" cy="1297725"/>
            <a:chOff x="233350" y="949250"/>
            <a:chExt cx="7137300" cy="3802300"/>
          </a:xfrm>
        </p:grpSpPr>
        <p:sp>
          <p:nvSpPr>
            <p:cNvPr id="9880" name="Google Shape;9880;p13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3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3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3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3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3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3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3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3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3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3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3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3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3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3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3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132"/>
          <p:cNvGrpSpPr/>
          <p:nvPr/>
        </p:nvGrpSpPr>
        <p:grpSpPr>
          <a:xfrm>
            <a:off x="698034" y="977939"/>
            <a:ext cx="2665073" cy="1317140"/>
            <a:chOff x="793334" y="1192826"/>
            <a:chExt cx="2665073" cy="1317140"/>
          </a:xfrm>
        </p:grpSpPr>
        <p:sp>
          <p:nvSpPr>
            <p:cNvPr id="9932" name="Google Shape;9932;p13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3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3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3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3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3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3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3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3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3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3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3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3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3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3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3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3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3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3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3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3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3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3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3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3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3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3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3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3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3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3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3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3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3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3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3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3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3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3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3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3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3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3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3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3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3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3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3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3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3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3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3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3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3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3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3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3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3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3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3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3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3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3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3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3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3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3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3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3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3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3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3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3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3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3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3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3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3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3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3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3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3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3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3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3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3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3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3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3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3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3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3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3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3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3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3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3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3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3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3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3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3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3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3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3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3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3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3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3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3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3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3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3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3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3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3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3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3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3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3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3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3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3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3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3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3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3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3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3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3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3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3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3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3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3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3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3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3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3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3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3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3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3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3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3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3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3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3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3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3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3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3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3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3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3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3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3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3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3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3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3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3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3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3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3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3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3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3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3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3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3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3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3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3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3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3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3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3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3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3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3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3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3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3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3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3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3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3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3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3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3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3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3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3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3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3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3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3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3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3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3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3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3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3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3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3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3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3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3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3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3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3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3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3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3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3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3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3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3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3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3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3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3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3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3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3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3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3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3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3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3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3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3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3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3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3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3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3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3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3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3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3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3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3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3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3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3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3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3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3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3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3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3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3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3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3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3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3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3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3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3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3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3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3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3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3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3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3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3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3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3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3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3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3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3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3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3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3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3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3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3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3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3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3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3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3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3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3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3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3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3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3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3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3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3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3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3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3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3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3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3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3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3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3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3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3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3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3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3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3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3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3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3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3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3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3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3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3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3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3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3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3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3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3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3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3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3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3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3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3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3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3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3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3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3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3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3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3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3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3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3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3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3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3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3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3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3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3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3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3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3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3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3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3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3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3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3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3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3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3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3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3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3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3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3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3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3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3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3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3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3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3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3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3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3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3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3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3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3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3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3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3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3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3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3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3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3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3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3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3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3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3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3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3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3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3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3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3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3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3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3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3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3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3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3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3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3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3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3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3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3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3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3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3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3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3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3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3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3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3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3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3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3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3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3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3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3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3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3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3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3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3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3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3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3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3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3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3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3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3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3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3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3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3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3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3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3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3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3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3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3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3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3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3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3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3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3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3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3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3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3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3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3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3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3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3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3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3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3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3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3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3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3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3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3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3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3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3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3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3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3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3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3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3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3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3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3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3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3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3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3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3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3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3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3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3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3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3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3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3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3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3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3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3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3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3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3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3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3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3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3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3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3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3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3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3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3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3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3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3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3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3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3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3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3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3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3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3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3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3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3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3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3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3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3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3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3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3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3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3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3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3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3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3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3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3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3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3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3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3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3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3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3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3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3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3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3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3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3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3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3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3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3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3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3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3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3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3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3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3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3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3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3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3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3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3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3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3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3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3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3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3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3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3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3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3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3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3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3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3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3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3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3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3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3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3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3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3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3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3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3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3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3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3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3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3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3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3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3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3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3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3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3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3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3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3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3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3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3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3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3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3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3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3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3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3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3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3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3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3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3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3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3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3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3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3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3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3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3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3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3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3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3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3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3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3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3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3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3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3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3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3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3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3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3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3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3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3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3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3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3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3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3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3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3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3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3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3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3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3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3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3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3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3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3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3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3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3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3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3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3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3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3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3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3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3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3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3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3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3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3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3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3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3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3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3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3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3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3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3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3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3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3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3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3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3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3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3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3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3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3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3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3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3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3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3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3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3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3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3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3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3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3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3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3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3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3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3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3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3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3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3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3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3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3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3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3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3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3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3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3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3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3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3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3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3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3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3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3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3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3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3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3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3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3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3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3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3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3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3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3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3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3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3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3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3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3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3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3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3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3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3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3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3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3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3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3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3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3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3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3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3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3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3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3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3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3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3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3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3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3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3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3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3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3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3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3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3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3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3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3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3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3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3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3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3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3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3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3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3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3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3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3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3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3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3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3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3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3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3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3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3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3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3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3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3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3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3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3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3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3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3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3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3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3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3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3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3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3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3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3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3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3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3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3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3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3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3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3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3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3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3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3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3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3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3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3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3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3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3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3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3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3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3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3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3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3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3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3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3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3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3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3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3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3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3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3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3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3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3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3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3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3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3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3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3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3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3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3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3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3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3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3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3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3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3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3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3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3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3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3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3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3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3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3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3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3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3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3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3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3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3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3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3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3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3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3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3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3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3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3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3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3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3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3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3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3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3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3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3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3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3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3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3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3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3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3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3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3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3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3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3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3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3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3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3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3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3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3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3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3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3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3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3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3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3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3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3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3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3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3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3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3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3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3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3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3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3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3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3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3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3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3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3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3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3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3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3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3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3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3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3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3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3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3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3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3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3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3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3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3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3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3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3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3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3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3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3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3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3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3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3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3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3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3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3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3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3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3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3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3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3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3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3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3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3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3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3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3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3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3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3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3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3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3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3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3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3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3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3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3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3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3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3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3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3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3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3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3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3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3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3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3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3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3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3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3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3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3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3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3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3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3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3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3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3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3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3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3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3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3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3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3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3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3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3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3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3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3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3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3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3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3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3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3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3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3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3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3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3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3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3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3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3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3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3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3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3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3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3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3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3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3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3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3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3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3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3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3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3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3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3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3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3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3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3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3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3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3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3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3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3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3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3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3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3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3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3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3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3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3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3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3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3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3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3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3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3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3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3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3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3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3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3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3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3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3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3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3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3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3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3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3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3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3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3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3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3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3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3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3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3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3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3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3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3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3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3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3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3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3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3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3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3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3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3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3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3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3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3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3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3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3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3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3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3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3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3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3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3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3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3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3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3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3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3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3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3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3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3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3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3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3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3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3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3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3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3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3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3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3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3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3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3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3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3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3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3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3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3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3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3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3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3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3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3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3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3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3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3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3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3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3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3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3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3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3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3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3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3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3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3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3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3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3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3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3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3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3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3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3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3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3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3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3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3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3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3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3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3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3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3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3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3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3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3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3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3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3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3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3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3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3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3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3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3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3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3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3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3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3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3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3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3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3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3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3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3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3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3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3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3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3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3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3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3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3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3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3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3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3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3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3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3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3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3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3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3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3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3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3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3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3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3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3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3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3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3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3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3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3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3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3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3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3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3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3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3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3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3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3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3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3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3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3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3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3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3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3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3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3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3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3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3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3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3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3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3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3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3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3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3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3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3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3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3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3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3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3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3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3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3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3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3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3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3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3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3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3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3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3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3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3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3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3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3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3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3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3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3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3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3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3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3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3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3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3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3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3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3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3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3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3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3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3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3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3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3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3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3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3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3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3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3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3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3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3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3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3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3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3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3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3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3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3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3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3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3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3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3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3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3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3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3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3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3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3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3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3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3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3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3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3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3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3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3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3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3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3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3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3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3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3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3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3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3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3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3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3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3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3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3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3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3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3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3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3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3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3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3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3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3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3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3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3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3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3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3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3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3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3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3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3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3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3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3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3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3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3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3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3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3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3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3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3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3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3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3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3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3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3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3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3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3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3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3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3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3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3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3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3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3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3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3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3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3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3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3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3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3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3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3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3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3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3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3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3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3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3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3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3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3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3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3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3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3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3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3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3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3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3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3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3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3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3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3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3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3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3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3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3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3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3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3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3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3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3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3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3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3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3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3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3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3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3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3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3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3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3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3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3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3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3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3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3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3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3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3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3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3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3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3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3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3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3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3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3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3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3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3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3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3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3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3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3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3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3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3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3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3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3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3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3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3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3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3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3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3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3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3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3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3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3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3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3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3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3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3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3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3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3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3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3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3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3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3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3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3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3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3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3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3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3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3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3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3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3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3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3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3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3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3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3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3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3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3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3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3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3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3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3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3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3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3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3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3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3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3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3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3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3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3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3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3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3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3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3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3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3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3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3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3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3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3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3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3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3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3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3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3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3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3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3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3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3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3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3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3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3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3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3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3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3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3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3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3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3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3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3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3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3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3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3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3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3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3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3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3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3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3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3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3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3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3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3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3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3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3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3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3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3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3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3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3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3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3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3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3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3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3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3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3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3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3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3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3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3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3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3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3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3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3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3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3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3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3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3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3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3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3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3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3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3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3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3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3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3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3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3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3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3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3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3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3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3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3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3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3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3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3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3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3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3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3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3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3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3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3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3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3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3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3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3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3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3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3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3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3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3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3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3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3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3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3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3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3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3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3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3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3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3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3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3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3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3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3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3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3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3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3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3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3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3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3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3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3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3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3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3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3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3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3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3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3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3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3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3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3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3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3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3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3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3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3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3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3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3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3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3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3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3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3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3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3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3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3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3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3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3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3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3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3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3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3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3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3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3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3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3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3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3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3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3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3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3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3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3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3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3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3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3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3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3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3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3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3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3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3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3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3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3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3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3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3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3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3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3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3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3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3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3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3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3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3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3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3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3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3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3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3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3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3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3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3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3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3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3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3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3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3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3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3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3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3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3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3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3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3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3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3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3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3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3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3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3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3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3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3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3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3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3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3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3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3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3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3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3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3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3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3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3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3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3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3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3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3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3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3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3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3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3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3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3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3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3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3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3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3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3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3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3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3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3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3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3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3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3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3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3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3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3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3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3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3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3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3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3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3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3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3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3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3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3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3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3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3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3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3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3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3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3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3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3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3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3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3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3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3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3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3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3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3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3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3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3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3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3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3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3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3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3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3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3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3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3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3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3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3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3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3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3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3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3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3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3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3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3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3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3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3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3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3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3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3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3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3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3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3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3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3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3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3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3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3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3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3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3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3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3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3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3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3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3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3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3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3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3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3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3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3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3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3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3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3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3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3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3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3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3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3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3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3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3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3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3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3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3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3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3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3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3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3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3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3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3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3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3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3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3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3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3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3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3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3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3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3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3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3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3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3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3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3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3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3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3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3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3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3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3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3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3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3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3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3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3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3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3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3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3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3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3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3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3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3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3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3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3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3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3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3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3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3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3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3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3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3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3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3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3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3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3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3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3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3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3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3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3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3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3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3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3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3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3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3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3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3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3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3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3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3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3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3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3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3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3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3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3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3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3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3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3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3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3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3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3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3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3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3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3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3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3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3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3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3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3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3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3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3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3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3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3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3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3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3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3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3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3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3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3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3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3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3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3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3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3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3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3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3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3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3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3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3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3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3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3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3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3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3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3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3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3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3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3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3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3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3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3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3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3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3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3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3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3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3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3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3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3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3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3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3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3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3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3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3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3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3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3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3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3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3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3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3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3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3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3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3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3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3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3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3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3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3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3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3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3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3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3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3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3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3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3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3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3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3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3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3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3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3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3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3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3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3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3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3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3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3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3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3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3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3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3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3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3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3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3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3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3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3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3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3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3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3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3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3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3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3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3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3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3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3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3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3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3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3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3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3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3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3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3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3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3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3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3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3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3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3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3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3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3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3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3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3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3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3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3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3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3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3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3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3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3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3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3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3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3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3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3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3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3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3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3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3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3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3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3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3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3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3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3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3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3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3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3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3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3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3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3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3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3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3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3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3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3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3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3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3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3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3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3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3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3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3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3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3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3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3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3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3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3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3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3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3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3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3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3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3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3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3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3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3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3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3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3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3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3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3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3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3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3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3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3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3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3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3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3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3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3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3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3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3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3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3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3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3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3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3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3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3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3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3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3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3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3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3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3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3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3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3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3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3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3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3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3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3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3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3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3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3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3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3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3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3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3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3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3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3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3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3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3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3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3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3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3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3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3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3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3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3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3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3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3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3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3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3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3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3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3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3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3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3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3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3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3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3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3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3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3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3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3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3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3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3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3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3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3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3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3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3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3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3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3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3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3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3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3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3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3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3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3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3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3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3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3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3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3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3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3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3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3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3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3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3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3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3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3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3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3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3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3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3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3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3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3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3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3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3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3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3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3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3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3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3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3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3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3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3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3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3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3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3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3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3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3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3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3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3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3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3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3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3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3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3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3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3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3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3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3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3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3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3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3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3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3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3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3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3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3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3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3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3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3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3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3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3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3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3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3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3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3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3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3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3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3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3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3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3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3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3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3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3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3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3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3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3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3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3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3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3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3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3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3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3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3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3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3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3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3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3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3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3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3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3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3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3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3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3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3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3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3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3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3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3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3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3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3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3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3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3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3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3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3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3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3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3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3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3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3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3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3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3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3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3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3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3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3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3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3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3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3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3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3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3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3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3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3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3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3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3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3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3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3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3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3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3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3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3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3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3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3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3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3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3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3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3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3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3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3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3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3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3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3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3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3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3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3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3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3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3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3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3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3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3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3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3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3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3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3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3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3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3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3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3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3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3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3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3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3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3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3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3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3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3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3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3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3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3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3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3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3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3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3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3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3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3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3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3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3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3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3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3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3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3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3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3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3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3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3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3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3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3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3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3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3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3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3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3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3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3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3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3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3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3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3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3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3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3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3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3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3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3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3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3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3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3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3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3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3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3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3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3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3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3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3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3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3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3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3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3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3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3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3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3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3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3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3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3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3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3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3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3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3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3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3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3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3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3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3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3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3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3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3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3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3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3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3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3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3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3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3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3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3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3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3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3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3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3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3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3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3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3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3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3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3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3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3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3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3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3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3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3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3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3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3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3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3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3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3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3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3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3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3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3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3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3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3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3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3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3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3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3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3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3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3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3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3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3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3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3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3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3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3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3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3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3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3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3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3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3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3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3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3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3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3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3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3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3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3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3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3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3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3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3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3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3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3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3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3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3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3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3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3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3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3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3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3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3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3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3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3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3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3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3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3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3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3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3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3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3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3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3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3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3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3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3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3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3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3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3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3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3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3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3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3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3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3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3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3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3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3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3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3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3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3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3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3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3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3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3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3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3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3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3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3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3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3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3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3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3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3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3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3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3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3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3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3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3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3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3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3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3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3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3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3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3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3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3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3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3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3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3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3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3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3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3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3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3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3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3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3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3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3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3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3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3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3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3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3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3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3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3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3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3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3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3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3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3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3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3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3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3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3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3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3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3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3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3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3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3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3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3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3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3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3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3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3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3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3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3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3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3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3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3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3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3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3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3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3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3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3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3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3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3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3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3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3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3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3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3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3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3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3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3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3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3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3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3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3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3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3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3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3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3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3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3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3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3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3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3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3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3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3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3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3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3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3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3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3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3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3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3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3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3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3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3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3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3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3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3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3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3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3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3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3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3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3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3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3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3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3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3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3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3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3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3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3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3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3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3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3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3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3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3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3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3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3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3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3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3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3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3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3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3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3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3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3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3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3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3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3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3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3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3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3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3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3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3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3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3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3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3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3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3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3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3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3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3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3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3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3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3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3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3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3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3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3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3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3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3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3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3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3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3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3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3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3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3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3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3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3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3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3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3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3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3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3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3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3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3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3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3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3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3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3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3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3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3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3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3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3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3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3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3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3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3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3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3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3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3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3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3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3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3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3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3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3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3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3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3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3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3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3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3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3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3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3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3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3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3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3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3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3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3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3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3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3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3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3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3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3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3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3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3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3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3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3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3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3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3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3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3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3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3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3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3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3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3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3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3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3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3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3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3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3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3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3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3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3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3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3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3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3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3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3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3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3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3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3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3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3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3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3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3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3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3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3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3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3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3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3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3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3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3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3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02" name="Shape 13902"/>
        <p:cNvGrpSpPr/>
        <p:nvPr/>
      </p:nvGrpSpPr>
      <p:grpSpPr>
        <a:xfrm>
          <a:off x="0" y="0"/>
          <a:ext cx="0" cy="0"/>
          <a:chOff x="0" y="0"/>
          <a:chExt cx="0" cy="0"/>
        </a:xfrm>
      </p:grpSpPr>
      <p:grpSp>
        <p:nvGrpSpPr>
          <p:cNvPr id="13903" name="Google Shape;13903;p133"/>
          <p:cNvGrpSpPr/>
          <p:nvPr/>
        </p:nvGrpSpPr>
        <p:grpSpPr>
          <a:xfrm>
            <a:off x="2100561" y="3398658"/>
            <a:ext cx="1102891" cy="760337"/>
            <a:chOff x="4967783" y="2151471"/>
            <a:chExt cx="3920692" cy="2702940"/>
          </a:xfrm>
        </p:grpSpPr>
        <p:grpSp>
          <p:nvGrpSpPr>
            <p:cNvPr id="13904" name="Google Shape;13904;p133"/>
            <p:cNvGrpSpPr/>
            <p:nvPr/>
          </p:nvGrpSpPr>
          <p:grpSpPr>
            <a:xfrm>
              <a:off x="5045709" y="2252109"/>
              <a:ext cx="3761071" cy="2501708"/>
              <a:chOff x="2691784" y="1805334"/>
              <a:chExt cx="3761071" cy="2501708"/>
            </a:xfrm>
          </p:grpSpPr>
          <p:sp>
            <p:nvSpPr>
              <p:cNvPr id="13905" name="Google Shape;13905;p13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3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3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3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3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3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3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133"/>
            <p:cNvGrpSpPr/>
            <p:nvPr/>
          </p:nvGrpSpPr>
          <p:grpSpPr>
            <a:xfrm>
              <a:off x="4967783" y="2151471"/>
              <a:ext cx="3920692" cy="2702940"/>
              <a:chOff x="2613858" y="1704696"/>
              <a:chExt cx="3920692" cy="2702940"/>
            </a:xfrm>
          </p:grpSpPr>
          <p:sp>
            <p:nvSpPr>
              <p:cNvPr id="13913" name="Google Shape;13913;p13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3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3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3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3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18" name="Google Shape;13918;p133"/>
          <p:cNvGrpSpPr/>
          <p:nvPr/>
        </p:nvGrpSpPr>
        <p:grpSpPr>
          <a:xfrm>
            <a:off x="3504470" y="1286935"/>
            <a:ext cx="1561911" cy="708580"/>
            <a:chOff x="3530532" y="1496185"/>
            <a:chExt cx="1561911" cy="708580"/>
          </a:xfrm>
        </p:grpSpPr>
        <p:grpSp>
          <p:nvGrpSpPr>
            <p:cNvPr id="13919" name="Google Shape;13919;p133"/>
            <p:cNvGrpSpPr/>
            <p:nvPr/>
          </p:nvGrpSpPr>
          <p:grpSpPr>
            <a:xfrm>
              <a:off x="3720318" y="1857562"/>
              <a:ext cx="1372125" cy="54"/>
              <a:chOff x="3720318" y="1857562"/>
              <a:chExt cx="1372125" cy="54"/>
            </a:xfrm>
          </p:grpSpPr>
          <p:cxnSp>
            <p:nvCxnSpPr>
              <p:cNvPr id="13920" name="Google Shape;13920;p133"/>
              <p:cNvCxnSpPr>
                <a:endCxn id="1392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922" name="Google Shape;13922;p13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923" name="Google Shape;13923;p13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924" name="Google Shape;13924;p133"/>
              <p:cNvCxnSpPr>
                <a:stCxn id="1392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3925" name="Google Shape;13925;p133"/>
            <p:cNvGrpSpPr/>
            <p:nvPr/>
          </p:nvGrpSpPr>
          <p:grpSpPr>
            <a:xfrm>
              <a:off x="3567462" y="1496185"/>
              <a:ext cx="286500" cy="272914"/>
              <a:chOff x="3567462" y="1496185"/>
              <a:chExt cx="286500" cy="272914"/>
            </a:xfrm>
          </p:grpSpPr>
          <p:cxnSp>
            <p:nvCxnSpPr>
              <p:cNvPr id="13926" name="Google Shape;13926;p13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927" name="Google Shape;13927;p13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8" name="Google Shape;13928;p13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3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0" name="Google Shape;13930;p133"/>
            <p:cNvGrpSpPr/>
            <p:nvPr/>
          </p:nvGrpSpPr>
          <p:grpSpPr>
            <a:xfrm>
              <a:off x="3929014" y="1960574"/>
              <a:ext cx="286500" cy="242342"/>
              <a:chOff x="3929014" y="1960574"/>
              <a:chExt cx="286500" cy="242342"/>
            </a:xfrm>
          </p:grpSpPr>
          <p:cxnSp>
            <p:nvCxnSpPr>
              <p:cNvPr id="13931" name="Google Shape;13931;p13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3932" name="Google Shape;13932;p13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133"/>
            <p:cNvGrpSpPr/>
            <p:nvPr/>
          </p:nvGrpSpPr>
          <p:grpSpPr>
            <a:xfrm>
              <a:off x="4290828" y="1496185"/>
              <a:ext cx="286500" cy="272914"/>
              <a:chOff x="4290828" y="1496185"/>
              <a:chExt cx="286500" cy="272914"/>
            </a:xfrm>
          </p:grpSpPr>
          <p:cxnSp>
            <p:nvCxnSpPr>
              <p:cNvPr id="13934" name="Google Shape;13934;p13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935" name="Google Shape;13935;p13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6" name="Google Shape;13936;p13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3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7" name="Google Shape;13937;p133"/>
            <p:cNvGrpSpPr/>
            <p:nvPr/>
          </p:nvGrpSpPr>
          <p:grpSpPr>
            <a:xfrm>
              <a:off x="4657726" y="1959674"/>
              <a:ext cx="286500" cy="245092"/>
              <a:chOff x="4657726" y="1959674"/>
              <a:chExt cx="286500" cy="245092"/>
            </a:xfrm>
          </p:grpSpPr>
          <p:cxnSp>
            <p:nvCxnSpPr>
              <p:cNvPr id="13938" name="Google Shape;13938;p13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3939" name="Google Shape;13939;p13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40" name="Google Shape;13940;p133"/>
          <p:cNvGrpSpPr/>
          <p:nvPr/>
        </p:nvGrpSpPr>
        <p:grpSpPr>
          <a:xfrm>
            <a:off x="3486489" y="2149032"/>
            <a:ext cx="1597032" cy="378649"/>
            <a:chOff x="3512551" y="2358282"/>
            <a:chExt cx="1597032" cy="378649"/>
          </a:xfrm>
        </p:grpSpPr>
        <p:grpSp>
          <p:nvGrpSpPr>
            <p:cNvPr id="13941" name="Google Shape;13941;p133"/>
            <p:cNvGrpSpPr/>
            <p:nvPr/>
          </p:nvGrpSpPr>
          <p:grpSpPr>
            <a:xfrm>
              <a:off x="3738198" y="2553002"/>
              <a:ext cx="1145834" cy="117"/>
              <a:chOff x="3738198" y="2553002"/>
              <a:chExt cx="1145834" cy="117"/>
            </a:xfrm>
          </p:grpSpPr>
          <p:cxnSp>
            <p:nvCxnSpPr>
              <p:cNvPr id="13942" name="Google Shape;13942;p13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943" name="Google Shape;13943;p13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944" name="Google Shape;13944;p133"/>
              <p:cNvCxnSpPr>
                <a:stCxn id="13945" idx="6"/>
                <a:endCxn id="1394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3947" name="Google Shape;13947;p133"/>
            <p:cNvGrpSpPr/>
            <p:nvPr/>
          </p:nvGrpSpPr>
          <p:grpSpPr>
            <a:xfrm>
              <a:off x="3969644" y="2440153"/>
              <a:ext cx="225900" cy="296779"/>
              <a:chOff x="3969644" y="2440153"/>
              <a:chExt cx="225900" cy="296779"/>
            </a:xfrm>
          </p:grpSpPr>
          <p:cxnSp>
            <p:nvCxnSpPr>
              <p:cNvPr id="13948" name="Google Shape;13948;p13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3946" name="Google Shape;13946;p13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3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133"/>
            <p:cNvGrpSpPr/>
            <p:nvPr/>
          </p:nvGrpSpPr>
          <p:grpSpPr>
            <a:xfrm>
              <a:off x="4426818" y="2358282"/>
              <a:ext cx="225600" cy="307471"/>
              <a:chOff x="4426818" y="2358282"/>
              <a:chExt cx="225600" cy="307471"/>
            </a:xfrm>
          </p:grpSpPr>
          <p:cxnSp>
            <p:nvCxnSpPr>
              <p:cNvPr id="13951" name="Google Shape;13951;p133"/>
              <p:cNvCxnSpPr>
                <a:stCxn id="1395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3953" name="Google Shape;13953;p13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3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133"/>
            <p:cNvGrpSpPr/>
            <p:nvPr/>
          </p:nvGrpSpPr>
          <p:grpSpPr>
            <a:xfrm>
              <a:off x="4883984" y="2440153"/>
              <a:ext cx="225600" cy="296479"/>
              <a:chOff x="4883984" y="2440153"/>
              <a:chExt cx="225600" cy="296479"/>
            </a:xfrm>
          </p:grpSpPr>
          <p:cxnSp>
            <p:nvCxnSpPr>
              <p:cNvPr id="13955" name="Google Shape;13955;p13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3956" name="Google Shape;13956;p13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3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133"/>
            <p:cNvGrpSpPr/>
            <p:nvPr/>
          </p:nvGrpSpPr>
          <p:grpSpPr>
            <a:xfrm>
              <a:off x="3512551" y="2358356"/>
              <a:ext cx="225647" cy="307629"/>
              <a:chOff x="2182679" y="2005014"/>
              <a:chExt cx="792300" cy="1080158"/>
            </a:xfrm>
          </p:grpSpPr>
          <p:cxnSp>
            <p:nvCxnSpPr>
              <p:cNvPr id="13959" name="Google Shape;13959;p133"/>
              <p:cNvCxnSpPr>
                <a:stCxn id="1396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3945" name="Google Shape;13945;p13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3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61" name="Google Shape;13961;p133"/>
          <p:cNvGrpSpPr/>
          <p:nvPr/>
        </p:nvGrpSpPr>
        <p:grpSpPr>
          <a:xfrm>
            <a:off x="6846571" y="972829"/>
            <a:ext cx="1559809" cy="722610"/>
            <a:chOff x="634175" y="2986275"/>
            <a:chExt cx="3147949" cy="1458344"/>
          </a:xfrm>
        </p:grpSpPr>
        <p:cxnSp>
          <p:nvCxnSpPr>
            <p:cNvPr id="13962" name="Google Shape;13962;p133"/>
            <p:cNvCxnSpPr>
              <a:stCxn id="13963" idx="4"/>
              <a:endCxn id="1396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3965" name="Google Shape;13965;p133"/>
            <p:cNvCxnSpPr>
              <a:stCxn id="13964" idx="0"/>
              <a:endCxn id="1396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967" name="Google Shape;13967;p133"/>
            <p:cNvCxnSpPr>
              <a:stCxn id="13966" idx="4"/>
              <a:endCxn id="1396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969" name="Google Shape;13969;p133"/>
            <p:cNvCxnSpPr>
              <a:stCxn id="13968" idx="0"/>
              <a:endCxn id="1397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3970" name="Google Shape;13970;p13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966" name="Google Shape;13966;p13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963" name="Google Shape;13963;p13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968" name="Google Shape;13968;p13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964" name="Google Shape;13964;p13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3971" name="Google Shape;13971;p133"/>
          <p:cNvGrpSpPr/>
          <p:nvPr/>
        </p:nvGrpSpPr>
        <p:grpSpPr>
          <a:xfrm>
            <a:off x="3500361" y="2682737"/>
            <a:ext cx="1570719" cy="294123"/>
            <a:chOff x="998425" y="1182125"/>
            <a:chExt cx="1065400" cy="199500"/>
          </a:xfrm>
        </p:grpSpPr>
        <p:sp>
          <p:nvSpPr>
            <p:cNvPr id="13972" name="Google Shape;13972;p13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3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3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3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3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133"/>
          <p:cNvGrpSpPr/>
          <p:nvPr/>
        </p:nvGrpSpPr>
        <p:grpSpPr>
          <a:xfrm>
            <a:off x="6843617" y="1800224"/>
            <a:ext cx="1565716" cy="366729"/>
            <a:chOff x="1247650" y="2075423"/>
            <a:chExt cx="6648477" cy="1557238"/>
          </a:xfrm>
        </p:grpSpPr>
        <p:sp>
          <p:nvSpPr>
            <p:cNvPr id="13978" name="Google Shape;13978;p13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3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3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3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3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3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133"/>
          <p:cNvGrpSpPr/>
          <p:nvPr/>
        </p:nvGrpSpPr>
        <p:grpSpPr>
          <a:xfrm>
            <a:off x="6827929" y="2949039"/>
            <a:ext cx="1597061" cy="663440"/>
            <a:chOff x="6796238" y="3158297"/>
            <a:chExt cx="1630319" cy="677257"/>
          </a:xfrm>
        </p:grpSpPr>
        <p:cxnSp>
          <p:nvCxnSpPr>
            <p:cNvPr id="13985" name="Google Shape;13985;p13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986" name="Google Shape;13986;p13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987" name="Google Shape;13987;p13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3988" name="Google Shape;13988;p13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3989" name="Google Shape;13989;p133"/>
            <p:cNvGrpSpPr/>
            <p:nvPr/>
          </p:nvGrpSpPr>
          <p:grpSpPr>
            <a:xfrm>
              <a:off x="6796238" y="3311904"/>
              <a:ext cx="1630319" cy="377697"/>
              <a:chOff x="6796238" y="3311904"/>
              <a:chExt cx="1630319" cy="377697"/>
            </a:xfrm>
          </p:grpSpPr>
          <p:sp>
            <p:nvSpPr>
              <p:cNvPr id="13990" name="Google Shape;13990;p13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3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3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93" name="Google Shape;13993;p133"/>
          <p:cNvGrpSpPr/>
          <p:nvPr/>
        </p:nvGrpSpPr>
        <p:grpSpPr>
          <a:xfrm>
            <a:off x="5349067" y="970431"/>
            <a:ext cx="1368606" cy="1593805"/>
            <a:chOff x="1839112" y="2209163"/>
            <a:chExt cx="1918159" cy="2233784"/>
          </a:xfrm>
        </p:grpSpPr>
        <p:sp>
          <p:nvSpPr>
            <p:cNvPr id="13994" name="Google Shape;13994;p13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3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3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97" name="Google Shape;13997;p133"/>
            <p:cNvCxnSpPr>
              <a:stCxn id="13994" idx="6"/>
              <a:endCxn id="1399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998" name="Google Shape;13998;p133"/>
            <p:cNvCxnSpPr>
              <a:stCxn id="13995" idx="4"/>
              <a:endCxn id="1399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4000" name="Google Shape;14000;p133"/>
            <p:cNvCxnSpPr>
              <a:stCxn id="13999" idx="6"/>
              <a:endCxn id="1399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4001" name="Google Shape;14001;p133"/>
            <p:cNvCxnSpPr>
              <a:stCxn id="13996" idx="4"/>
              <a:endCxn id="1400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3999" name="Google Shape;13999;p13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3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3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04" name="Google Shape;14004;p133"/>
            <p:cNvCxnSpPr>
              <a:endCxn id="1400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4005" name="Google Shape;14005;p133"/>
          <p:cNvGrpSpPr/>
          <p:nvPr/>
        </p:nvGrpSpPr>
        <p:grpSpPr>
          <a:xfrm>
            <a:off x="3481440" y="976667"/>
            <a:ext cx="1637968" cy="154942"/>
            <a:chOff x="238125" y="2506075"/>
            <a:chExt cx="7115411" cy="673075"/>
          </a:xfrm>
        </p:grpSpPr>
        <p:sp>
          <p:nvSpPr>
            <p:cNvPr id="14006" name="Google Shape;14006;p13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3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3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3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3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133"/>
          <p:cNvGrpSpPr/>
          <p:nvPr/>
        </p:nvGrpSpPr>
        <p:grpSpPr>
          <a:xfrm>
            <a:off x="720125" y="1298264"/>
            <a:ext cx="2476762" cy="91743"/>
            <a:chOff x="1464850" y="436376"/>
            <a:chExt cx="6001362" cy="222300"/>
          </a:xfrm>
        </p:grpSpPr>
        <p:sp>
          <p:nvSpPr>
            <p:cNvPr id="14012" name="Google Shape;14012;p13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3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3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3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3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17" name="Google Shape;14017;p13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018" name="Google Shape;14018;p13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019" name="Google Shape;14019;p13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020" name="Google Shape;14020;p13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4021" name="Google Shape;14021;p133"/>
          <p:cNvGrpSpPr/>
          <p:nvPr/>
        </p:nvGrpSpPr>
        <p:grpSpPr>
          <a:xfrm>
            <a:off x="706392" y="2533730"/>
            <a:ext cx="1452710" cy="651923"/>
            <a:chOff x="803162" y="2667727"/>
            <a:chExt cx="1411906" cy="633611"/>
          </a:xfrm>
        </p:grpSpPr>
        <p:cxnSp>
          <p:nvCxnSpPr>
            <p:cNvPr id="14022" name="Google Shape;14022;p133"/>
            <p:cNvCxnSpPr>
              <a:stCxn id="14023" idx="2"/>
              <a:endCxn id="1402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025" name="Google Shape;14025;p133"/>
            <p:cNvCxnSpPr>
              <a:stCxn id="14026" idx="0"/>
              <a:endCxn id="1402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027" name="Google Shape;14027;p133"/>
            <p:cNvCxnSpPr>
              <a:stCxn id="14026" idx="2"/>
              <a:endCxn id="1402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029" name="Google Shape;14029;p133"/>
            <p:cNvCxnSpPr>
              <a:stCxn id="14030" idx="0"/>
              <a:endCxn id="1402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031" name="Google Shape;14031;p133"/>
            <p:cNvCxnSpPr>
              <a:stCxn id="14024" idx="2"/>
              <a:endCxn id="1403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033" name="Google Shape;14033;p133"/>
            <p:cNvCxnSpPr>
              <a:stCxn id="14034" idx="0"/>
              <a:endCxn id="1402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4030" name="Google Shape;14030;p13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028" name="Google Shape;14028;p13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034" name="Google Shape;14034;p13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032" name="Google Shape;14032;p13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024" name="Google Shape;14024;p13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026" name="Google Shape;14026;p13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023" name="Google Shape;14023;p13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4035" name="Google Shape;14035;p133"/>
          <p:cNvGrpSpPr/>
          <p:nvPr/>
        </p:nvGrpSpPr>
        <p:grpSpPr>
          <a:xfrm>
            <a:off x="706394" y="969268"/>
            <a:ext cx="2518541" cy="209309"/>
            <a:chOff x="803163" y="1111966"/>
            <a:chExt cx="2447800" cy="203430"/>
          </a:xfrm>
        </p:grpSpPr>
        <p:grpSp>
          <p:nvGrpSpPr>
            <p:cNvPr id="14036" name="Google Shape;14036;p133"/>
            <p:cNvGrpSpPr/>
            <p:nvPr/>
          </p:nvGrpSpPr>
          <p:grpSpPr>
            <a:xfrm>
              <a:off x="1958180" y="1111966"/>
              <a:ext cx="588019" cy="121396"/>
              <a:chOff x="4808316" y="2800065"/>
              <a:chExt cx="1999386" cy="412910"/>
            </a:xfrm>
          </p:grpSpPr>
          <p:sp>
            <p:nvSpPr>
              <p:cNvPr id="14037" name="Google Shape;14037;p13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8" name="Google Shape;14038;p133"/>
              <p:cNvGrpSpPr/>
              <p:nvPr/>
            </p:nvGrpSpPr>
            <p:grpSpPr>
              <a:xfrm>
                <a:off x="4808316" y="2800065"/>
                <a:ext cx="92400" cy="411825"/>
                <a:chOff x="845575" y="2563700"/>
                <a:chExt cx="92400" cy="411825"/>
              </a:xfrm>
            </p:grpSpPr>
            <p:cxnSp>
              <p:nvCxnSpPr>
                <p:cNvPr id="14039" name="Google Shape;14039;p13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40" name="Google Shape;14040;p13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4041" name="Google Shape;14041;p13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4042" name="Google Shape;14042;p13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3" name="Google Shape;14043;p133"/>
            <p:cNvGrpSpPr/>
            <p:nvPr/>
          </p:nvGrpSpPr>
          <p:grpSpPr>
            <a:xfrm>
              <a:off x="803163" y="1111974"/>
              <a:ext cx="591158" cy="121545"/>
              <a:chOff x="803163" y="1111974"/>
              <a:chExt cx="591158" cy="121545"/>
            </a:xfrm>
          </p:grpSpPr>
          <p:grpSp>
            <p:nvGrpSpPr>
              <p:cNvPr id="14044" name="Google Shape;14044;p133"/>
              <p:cNvGrpSpPr/>
              <p:nvPr/>
            </p:nvGrpSpPr>
            <p:grpSpPr>
              <a:xfrm>
                <a:off x="803163" y="1111974"/>
                <a:ext cx="27175" cy="121077"/>
                <a:chOff x="845575" y="2563700"/>
                <a:chExt cx="92400" cy="411825"/>
              </a:xfrm>
            </p:grpSpPr>
            <p:cxnSp>
              <p:nvCxnSpPr>
                <p:cNvPr id="14045" name="Google Shape;14045;p13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46" name="Google Shape;14046;p13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7" name="Google Shape;14047;p13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133"/>
            <p:cNvGrpSpPr/>
            <p:nvPr/>
          </p:nvGrpSpPr>
          <p:grpSpPr>
            <a:xfrm>
              <a:off x="1381910" y="1194219"/>
              <a:ext cx="588341" cy="121177"/>
              <a:chOff x="1381910" y="1194219"/>
              <a:chExt cx="588341" cy="121177"/>
            </a:xfrm>
          </p:grpSpPr>
          <p:grpSp>
            <p:nvGrpSpPr>
              <p:cNvPr id="14049" name="Google Shape;14049;p133"/>
              <p:cNvGrpSpPr/>
              <p:nvPr/>
            </p:nvGrpSpPr>
            <p:grpSpPr>
              <a:xfrm rot="10800000">
                <a:off x="1381910" y="1194319"/>
                <a:ext cx="27175" cy="121077"/>
                <a:chOff x="2070100" y="2563700"/>
                <a:chExt cx="92400" cy="411825"/>
              </a:xfrm>
            </p:grpSpPr>
            <p:cxnSp>
              <p:nvCxnSpPr>
                <p:cNvPr id="14050" name="Google Shape;14050;p13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51" name="Google Shape;14051;p13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2" name="Google Shape;14052;p13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133"/>
            <p:cNvGrpSpPr/>
            <p:nvPr/>
          </p:nvGrpSpPr>
          <p:grpSpPr>
            <a:xfrm>
              <a:off x="2532079" y="1194219"/>
              <a:ext cx="704927" cy="121177"/>
              <a:chOff x="2532079" y="1194219"/>
              <a:chExt cx="704927" cy="121177"/>
            </a:xfrm>
          </p:grpSpPr>
          <p:grpSp>
            <p:nvGrpSpPr>
              <p:cNvPr id="14054" name="Google Shape;14054;p133"/>
              <p:cNvGrpSpPr/>
              <p:nvPr/>
            </p:nvGrpSpPr>
            <p:grpSpPr>
              <a:xfrm rot="10800000">
                <a:off x="2532079" y="1194319"/>
                <a:ext cx="27175" cy="121077"/>
                <a:chOff x="2070100" y="2563700"/>
                <a:chExt cx="92400" cy="411825"/>
              </a:xfrm>
            </p:grpSpPr>
            <p:cxnSp>
              <p:nvCxnSpPr>
                <p:cNvPr id="14055" name="Google Shape;14055;p13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56" name="Google Shape;14056;p13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7" name="Google Shape;14057;p13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58" name="Google Shape;14058;p133"/>
          <p:cNvGrpSpPr/>
          <p:nvPr/>
        </p:nvGrpSpPr>
        <p:grpSpPr>
          <a:xfrm>
            <a:off x="3499404" y="3665900"/>
            <a:ext cx="1567778" cy="491677"/>
            <a:chOff x="5194708" y="3484366"/>
            <a:chExt cx="3148148" cy="987304"/>
          </a:xfrm>
        </p:grpSpPr>
        <p:grpSp>
          <p:nvGrpSpPr>
            <p:cNvPr id="14059" name="Google Shape;14059;p133"/>
            <p:cNvGrpSpPr/>
            <p:nvPr/>
          </p:nvGrpSpPr>
          <p:grpSpPr>
            <a:xfrm>
              <a:off x="7531521" y="3484366"/>
              <a:ext cx="811335" cy="987304"/>
              <a:chOff x="3379425" y="1617275"/>
              <a:chExt cx="1090650" cy="1327200"/>
            </a:xfrm>
          </p:grpSpPr>
          <p:sp>
            <p:nvSpPr>
              <p:cNvPr id="14060" name="Google Shape;14060;p13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3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3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133"/>
            <p:cNvGrpSpPr/>
            <p:nvPr/>
          </p:nvGrpSpPr>
          <p:grpSpPr>
            <a:xfrm>
              <a:off x="6752546" y="3484366"/>
              <a:ext cx="811428" cy="987304"/>
              <a:chOff x="2332275" y="1617275"/>
              <a:chExt cx="1090775" cy="1327200"/>
            </a:xfrm>
          </p:grpSpPr>
          <p:sp>
            <p:nvSpPr>
              <p:cNvPr id="14064" name="Google Shape;14064;p13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3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3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133"/>
            <p:cNvGrpSpPr/>
            <p:nvPr/>
          </p:nvGrpSpPr>
          <p:grpSpPr>
            <a:xfrm>
              <a:off x="5973664" y="3484366"/>
              <a:ext cx="811335" cy="987304"/>
              <a:chOff x="1285250" y="1617275"/>
              <a:chExt cx="1090650" cy="1327200"/>
            </a:xfrm>
          </p:grpSpPr>
          <p:sp>
            <p:nvSpPr>
              <p:cNvPr id="14068" name="Google Shape;14068;p13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3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3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133"/>
            <p:cNvGrpSpPr/>
            <p:nvPr/>
          </p:nvGrpSpPr>
          <p:grpSpPr>
            <a:xfrm>
              <a:off x="5194708" y="3484366"/>
              <a:ext cx="811409" cy="987304"/>
              <a:chOff x="238125" y="1617275"/>
              <a:chExt cx="1090750" cy="1327200"/>
            </a:xfrm>
          </p:grpSpPr>
          <p:sp>
            <p:nvSpPr>
              <p:cNvPr id="14072" name="Google Shape;14072;p13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3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3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75" name="Google Shape;14075;p133"/>
          <p:cNvGrpSpPr/>
          <p:nvPr/>
        </p:nvGrpSpPr>
        <p:grpSpPr>
          <a:xfrm>
            <a:off x="3460013" y="3146311"/>
            <a:ext cx="1616964" cy="346256"/>
            <a:chOff x="1808063" y="4294338"/>
            <a:chExt cx="3370782" cy="721817"/>
          </a:xfrm>
        </p:grpSpPr>
        <p:sp>
          <p:nvSpPr>
            <p:cNvPr id="14076" name="Google Shape;14076;p13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3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3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3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3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3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3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3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3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3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133"/>
          <p:cNvGrpSpPr/>
          <p:nvPr/>
        </p:nvGrpSpPr>
        <p:grpSpPr>
          <a:xfrm>
            <a:off x="738225" y="3432340"/>
            <a:ext cx="1295882" cy="646587"/>
            <a:chOff x="834100" y="3642869"/>
            <a:chExt cx="1259483" cy="628426"/>
          </a:xfrm>
        </p:grpSpPr>
        <p:sp>
          <p:nvSpPr>
            <p:cNvPr id="14087" name="Google Shape;14087;p13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3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3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3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3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3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3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3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3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3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3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3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3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3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3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3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3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3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3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3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3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3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3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3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3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2" name="Google Shape;14112;p133"/>
            <p:cNvGrpSpPr/>
            <p:nvPr/>
          </p:nvGrpSpPr>
          <p:grpSpPr>
            <a:xfrm>
              <a:off x="1360364" y="3847835"/>
              <a:ext cx="208119" cy="224359"/>
              <a:chOff x="1360769" y="3847100"/>
              <a:chExt cx="208119" cy="224359"/>
            </a:xfrm>
          </p:grpSpPr>
          <p:sp>
            <p:nvSpPr>
              <p:cNvPr id="14113" name="Google Shape;14113;p13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3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3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3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3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3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3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3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3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3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3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3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3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3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3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3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3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3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3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3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3" name="Google Shape;14133;p13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3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3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3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3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3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3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3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3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3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3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3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3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3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133"/>
          <p:cNvGrpSpPr/>
          <p:nvPr/>
        </p:nvGrpSpPr>
        <p:grpSpPr>
          <a:xfrm rot="5400000">
            <a:off x="5951338" y="3228837"/>
            <a:ext cx="164064" cy="1414916"/>
            <a:chOff x="4428249" y="1369375"/>
            <a:chExt cx="36905" cy="429569"/>
          </a:xfrm>
        </p:grpSpPr>
        <p:sp>
          <p:nvSpPr>
            <p:cNvPr id="14148" name="Google Shape;14148;p13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3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3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3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3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3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3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3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3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3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3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3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3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3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3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3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3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3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3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3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3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3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3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3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3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3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3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3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3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3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3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3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133"/>
          <p:cNvGrpSpPr/>
          <p:nvPr/>
        </p:nvGrpSpPr>
        <p:grpSpPr>
          <a:xfrm flipH="1" rot="10800000">
            <a:off x="5323767" y="2817380"/>
            <a:ext cx="1419207" cy="24808"/>
            <a:chOff x="219558" y="4738465"/>
            <a:chExt cx="5852400" cy="102300"/>
          </a:xfrm>
        </p:grpSpPr>
        <p:cxnSp>
          <p:nvCxnSpPr>
            <p:cNvPr id="14181" name="Google Shape;14181;p13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4182" name="Google Shape;14182;p13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3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3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3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3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133"/>
          <p:cNvGrpSpPr/>
          <p:nvPr/>
        </p:nvGrpSpPr>
        <p:grpSpPr>
          <a:xfrm>
            <a:off x="5335086" y="3190444"/>
            <a:ext cx="1396570" cy="385016"/>
            <a:chOff x="5286284" y="2966544"/>
            <a:chExt cx="1396570" cy="385016"/>
          </a:xfrm>
        </p:grpSpPr>
        <p:cxnSp>
          <p:nvCxnSpPr>
            <p:cNvPr id="14188" name="Google Shape;14188;p13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4189" name="Google Shape;14189;p13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4190" name="Google Shape;14190;p133"/>
            <p:cNvGrpSpPr/>
            <p:nvPr/>
          </p:nvGrpSpPr>
          <p:grpSpPr>
            <a:xfrm>
              <a:off x="5287688" y="3173364"/>
              <a:ext cx="1395166" cy="74100"/>
              <a:chOff x="5287688" y="3173364"/>
              <a:chExt cx="1395166" cy="74100"/>
            </a:xfrm>
          </p:grpSpPr>
          <p:cxnSp>
            <p:nvCxnSpPr>
              <p:cNvPr id="14191" name="Google Shape;14191;p13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4192" name="Google Shape;14192;p13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4193" name="Google Shape;14193;p13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194" name="Google Shape;14194;p13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195" name="Google Shape;14195;p13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196" name="Google Shape;14196;p13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197" name="Google Shape;14197;p13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198" name="Google Shape;14198;p13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4199" name="Google Shape;14199;p13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4200" name="Google Shape;14200;p133"/>
          <p:cNvGrpSpPr/>
          <p:nvPr/>
        </p:nvGrpSpPr>
        <p:grpSpPr>
          <a:xfrm>
            <a:off x="2021151" y="1609220"/>
            <a:ext cx="1182276" cy="662027"/>
            <a:chOff x="2029517" y="1732295"/>
            <a:chExt cx="1149068" cy="643432"/>
          </a:xfrm>
        </p:grpSpPr>
        <p:grpSp>
          <p:nvGrpSpPr>
            <p:cNvPr id="14201" name="Google Shape;14201;p133"/>
            <p:cNvGrpSpPr/>
            <p:nvPr/>
          </p:nvGrpSpPr>
          <p:grpSpPr>
            <a:xfrm>
              <a:off x="2708660" y="1746937"/>
              <a:ext cx="455427" cy="244429"/>
              <a:chOff x="2700693" y="1746937"/>
              <a:chExt cx="455427" cy="244429"/>
            </a:xfrm>
          </p:grpSpPr>
          <p:grpSp>
            <p:nvGrpSpPr>
              <p:cNvPr id="14202" name="Google Shape;14202;p133"/>
              <p:cNvGrpSpPr/>
              <p:nvPr/>
            </p:nvGrpSpPr>
            <p:grpSpPr>
              <a:xfrm>
                <a:off x="2905682" y="1782817"/>
                <a:ext cx="250438" cy="208549"/>
                <a:chOff x="2905682" y="1782817"/>
                <a:chExt cx="250438" cy="208549"/>
              </a:xfrm>
            </p:grpSpPr>
            <p:cxnSp>
              <p:nvCxnSpPr>
                <p:cNvPr id="14203" name="Google Shape;14203;p13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04" name="Google Shape;14204;p13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133"/>
              <p:cNvGrpSpPr/>
              <p:nvPr/>
            </p:nvGrpSpPr>
            <p:grpSpPr>
              <a:xfrm>
                <a:off x="2700693" y="1746937"/>
                <a:ext cx="449967" cy="72374"/>
                <a:chOff x="2700693" y="1746937"/>
                <a:chExt cx="449967" cy="72374"/>
              </a:xfrm>
            </p:grpSpPr>
            <p:cxnSp>
              <p:nvCxnSpPr>
                <p:cNvPr id="14206" name="Google Shape;14206;p13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07" name="Google Shape;14207;p13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08" name="Google Shape;14208;p133"/>
            <p:cNvGrpSpPr/>
            <p:nvPr/>
          </p:nvGrpSpPr>
          <p:grpSpPr>
            <a:xfrm>
              <a:off x="2029517" y="1732295"/>
              <a:ext cx="1149068" cy="643432"/>
              <a:chOff x="2029517" y="1732295"/>
              <a:chExt cx="1149068" cy="643432"/>
            </a:xfrm>
          </p:grpSpPr>
          <p:grpSp>
            <p:nvGrpSpPr>
              <p:cNvPr id="14209" name="Google Shape;14209;p133"/>
              <p:cNvGrpSpPr/>
              <p:nvPr/>
            </p:nvGrpSpPr>
            <p:grpSpPr>
              <a:xfrm>
                <a:off x="2703618" y="2103152"/>
                <a:ext cx="474966" cy="260017"/>
                <a:chOff x="2703618" y="2103152"/>
                <a:chExt cx="474966" cy="260017"/>
              </a:xfrm>
            </p:grpSpPr>
            <p:grpSp>
              <p:nvGrpSpPr>
                <p:cNvPr id="14210" name="Google Shape;14210;p133"/>
                <p:cNvGrpSpPr/>
                <p:nvPr/>
              </p:nvGrpSpPr>
              <p:grpSpPr>
                <a:xfrm>
                  <a:off x="2703618" y="2290640"/>
                  <a:ext cx="450291" cy="72529"/>
                  <a:chOff x="2703618" y="2290640"/>
                  <a:chExt cx="450291" cy="72529"/>
                </a:xfrm>
              </p:grpSpPr>
              <p:cxnSp>
                <p:nvCxnSpPr>
                  <p:cNvPr id="14211" name="Google Shape;14211;p13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12" name="Google Shape;14212;p13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133"/>
                <p:cNvGrpSpPr/>
                <p:nvPr/>
              </p:nvGrpSpPr>
              <p:grpSpPr>
                <a:xfrm>
                  <a:off x="2908607" y="2103152"/>
                  <a:ext cx="269977" cy="223538"/>
                  <a:chOff x="2908607" y="2103152"/>
                  <a:chExt cx="269977" cy="223538"/>
                </a:xfrm>
              </p:grpSpPr>
              <p:cxnSp>
                <p:nvCxnSpPr>
                  <p:cNvPr id="14214" name="Google Shape;14214;p13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15" name="Google Shape;14215;p13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16" name="Google Shape;14216;p133"/>
              <p:cNvGrpSpPr/>
              <p:nvPr/>
            </p:nvGrpSpPr>
            <p:grpSpPr>
              <a:xfrm>
                <a:off x="2029517" y="1732295"/>
                <a:ext cx="685827" cy="643432"/>
                <a:chOff x="2029517" y="1732295"/>
                <a:chExt cx="685827" cy="643432"/>
              </a:xfrm>
            </p:grpSpPr>
            <p:sp>
              <p:nvSpPr>
                <p:cNvPr id="14217" name="Google Shape;14217;p13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8" name="Google Shape;14218;p133"/>
                <p:cNvGrpSpPr/>
                <p:nvPr/>
              </p:nvGrpSpPr>
              <p:grpSpPr>
                <a:xfrm>
                  <a:off x="2158948" y="1732295"/>
                  <a:ext cx="556396" cy="333108"/>
                  <a:chOff x="2158948" y="1732295"/>
                  <a:chExt cx="556396" cy="333108"/>
                </a:xfrm>
              </p:grpSpPr>
              <p:cxnSp>
                <p:nvCxnSpPr>
                  <p:cNvPr id="14219" name="Google Shape;14219;p13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220" name="Google Shape;14220;p13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133"/>
                <p:cNvGrpSpPr/>
                <p:nvPr/>
              </p:nvGrpSpPr>
              <p:grpSpPr>
                <a:xfrm>
                  <a:off x="2159908" y="2065057"/>
                  <a:ext cx="550884" cy="310670"/>
                  <a:chOff x="2159908" y="2065057"/>
                  <a:chExt cx="550884" cy="310670"/>
                </a:xfrm>
              </p:grpSpPr>
              <p:cxnSp>
                <p:nvCxnSpPr>
                  <p:cNvPr id="14222" name="Google Shape;14222;p13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223" name="Google Shape;14223;p13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224" name="Google Shape;14224;p133"/>
          <p:cNvGrpSpPr/>
          <p:nvPr/>
        </p:nvGrpSpPr>
        <p:grpSpPr>
          <a:xfrm>
            <a:off x="706400" y="1556833"/>
            <a:ext cx="962651" cy="810058"/>
            <a:chOff x="844912" y="1681380"/>
            <a:chExt cx="935611" cy="787305"/>
          </a:xfrm>
        </p:grpSpPr>
        <p:grpSp>
          <p:nvGrpSpPr>
            <p:cNvPr id="14225" name="Google Shape;14225;p133"/>
            <p:cNvGrpSpPr/>
            <p:nvPr/>
          </p:nvGrpSpPr>
          <p:grpSpPr>
            <a:xfrm>
              <a:off x="844912" y="1819635"/>
              <a:ext cx="329836" cy="510016"/>
              <a:chOff x="844912" y="1819635"/>
              <a:chExt cx="329836" cy="510016"/>
            </a:xfrm>
          </p:grpSpPr>
          <p:sp>
            <p:nvSpPr>
              <p:cNvPr id="14226" name="Google Shape;14226;p13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3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3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3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3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3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133"/>
            <p:cNvGrpSpPr/>
            <p:nvPr/>
          </p:nvGrpSpPr>
          <p:grpSpPr>
            <a:xfrm>
              <a:off x="1284601" y="2158168"/>
              <a:ext cx="495923" cy="310517"/>
              <a:chOff x="1284601" y="2158168"/>
              <a:chExt cx="495923" cy="310517"/>
            </a:xfrm>
          </p:grpSpPr>
          <p:sp>
            <p:nvSpPr>
              <p:cNvPr id="14233" name="Google Shape;14233;p13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4" name="Google Shape;14234;p133"/>
              <p:cNvGrpSpPr/>
              <p:nvPr/>
            </p:nvGrpSpPr>
            <p:grpSpPr>
              <a:xfrm>
                <a:off x="1507666" y="2158168"/>
                <a:ext cx="272858" cy="310517"/>
                <a:chOff x="1507666" y="2158168"/>
                <a:chExt cx="272858" cy="310517"/>
              </a:xfrm>
            </p:grpSpPr>
            <p:grpSp>
              <p:nvGrpSpPr>
                <p:cNvPr id="14235" name="Google Shape;14235;p133"/>
                <p:cNvGrpSpPr/>
                <p:nvPr/>
              </p:nvGrpSpPr>
              <p:grpSpPr>
                <a:xfrm>
                  <a:off x="1507666" y="2176104"/>
                  <a:ext cx="166395" cy="273149"/>
                  <a:chOff x="1507666" y="2176104"/>
                  <a:chExt cx="166395" cy="273149"/>
                </a:xfrm>
              </p:grpSpPr>
              <p:sp>
                <p:nvSpPr>
                  <p:cNvPr id="14236" name="Google Shape;14236;p13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3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3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3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3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3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3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3" name="Google Shape;14243;p13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3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5" name="Google Shape;14245;p133"/>
            <p:cNvGrpSpPr/>
            <p:nvPr/>
          </p:nvGrpSpPr>
          <p:grpSpPr>
            <a:xfrm>
              <a:off x="1284601" y="1681380"/>
              <a:ext cx="495923" cy="310517"/>
              <a:chOff x="1284601" y="1681380"/>
              <a:chExt cx="495923" cy="310517"/>
            </a:xfrm>
          </p:grpSpPr>
          <p:sp>
            <p:nvSpPr>
              <p:cNvPr id="14246" name="Google Shape;14246;p13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7" name="Google Shape;14247;p133"/>
              <p:cNvGrpSpPr/>
              <p:nvPr/>
            </p:nvGrpSpPr>
            <p:grpSpPr>
              <a:xfrm>
                <a:off x="1507666" y="1681380"/>
                <a:ext cx="272858" cy="310517"/>
                <a:chOff x="1507666" y="1681380"/>
                <a:chExt cx="272858" cy="310517"/>
              </a:xfrm>
            </p:grpSpPr>
            <p:grpSp>
              <p:nvGrpSpPr>
                <p:cNvPr id="14248" name="Google Shape;14248;p133"/>
                <p:cNvGrpSpPr/>
                <p:nvPr/>
              </p:nvGrpSpPr>
              <p:grpSpPr>
                <a:xfrm>
                  <a:off x="1507666" y="1700120"/>
                  <a:ext cx="166395" cy="272984"/>
                  <a:chOff x="1507666" y="1700120"/>
                  <a:chExt cx="166395" cy="272984"/>
                </a:xfrm>
              </p:grpSpPr>
              <p:sp>
                <p:nvSpPr>
                  <p:cNvPr id="14249" name="Google Shape;14249;p13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3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3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3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3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3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3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6" name="Google Shape;14256;p13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3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258" name="Google Shape;14258;p133"/>
          <p:cNvGrpSpPr/>
          <p:nvPr/>
        </p:nvGrpSpPr>
        <p:grpSpPr>
          <a:xfrm>
            <a:off x="6815341" y="2324262"/>
            <a:ext cx="1622269" cy="552443"/>
            <a:chOff x="6894650" y="2574740"/>
            <a:chExt cx="1445100" cy="492111"/>
          </a:xfrm>
        </p:grpSpPr>
        <p:sp>
          <p:nvSpPr>
            <p:cNvPr id="14259" name="Google Shape;14259;p13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3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3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3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3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64" name="Google Shape;14264;p13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4265" name="Google Shape;14265;p133"/>
          <p:cNvGrpSpPr/>
          <p:nvPr/>
        </p:nvGrpSpPr>
        <p:grpSpPr>
          <a:xfrm>
            <a:off x="6834884" y="3698518"/>
            <a:ext cx="1583206" cy="475705"/>
            <a:chOff x="6953919" y="3907920"/>
            <a:chExt cx="1377300" cy="475705"/>
          </a:xfrm>
        </p:grpSpPr>
        <p:cxnSp>
          <p:nvCxnSpPr>
            <p:cNvPr id="14266" name="Google Shape;14266;p13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4267" name="Google Shape;14267;p13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4268" name="Google Shape;14268;p13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4269" name="Google Shape;14269;p13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4270" name="Google Shape;14270;p13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4271" name="Google Shape;14271;p133"/>
          <p:cNvGrpSpPr/>
          <p:nvPr/>
        </p:nvGrpSpPr>
        <p:grpSpPr>
          <a:xfrm>
            <a:off x="2338472" y="2459663"/>
            <a:ext cx="836286" cy="824529"/>
            <a:chOff x="2389399" y="2595741"/>
            <a:chExt cx="812796" cy="801369"/>
          </a:xfrm>
        </p:grpSpPr>
        <p:grpSp>
          <p:nvGrpSpPr>
            <p:cNvPr id="14272" name="Google Shape;14272;p133"/>
            <p:cNvGrpSpPr/>
            <p:nvPr/>
          </p:nvGrpSpPr>
          <p:grpSpPr>
            <a:xfrm>
              <a:off x="2492145" y="2881565"/>
              <a:ext cx="607300" cy="229751"/>
              <a:chOff x="2492145" y="2881565"/>
              <a:chExt cx="607300" cy="229751"/>
            </a:xfrm>
          </p:grpSpPr>
          <p:sp>
            <p:nvSpPr>
              <p:cNvPr id="14273" name="Google Shape;14273;p13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3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3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133"/>
            <p:cNvGrpSpPr/>
            <p:nvPr/>
          </p:nvGrpSpPr>
          <p:grpSpPr>
            <a:xfrm>
              <a:off x="2389399" y="2595741"/>
              <a:ext cx="812796" cy="296825"/>
              <a:chOff x="2389399" y="2595741"/>
              <a:chExt cx="812796" cy="296825"/>
            </a:xfrm>
          </p:grpSpPr>
          <p:grpSp>
            <p:nvGrpSpPr>
              <p:cNvPr id="14277" name="Google Shape;14277;p133"/>
              <p:cNvGrpSpPr/>
              <p:nvPr/>
            </p:nvGrpSpPr>
            <p:grpSpPr>
              <a:xfrm>
                <a:off x="2389399" y="2595741"/>
                <a:ext cx="363638" cy="296825"/>
                <a:chOff x="2389399" y="2595741"/>
                <a:chExt cx="363638" cy="296825"/>
              </a:xfrm>
            </p:grpSpPr>
            <p:grpSp>
              <p:nvGrpSpPr>
                <p:cNvPr id="14278" name="Google Shape;14278;p133"/>
                <p:cNvGrpSpPr/>
                <p:nvPr/>
              </p:nvGrpSpPr>
              <p:grpSpPr>
                <a:xfrm>
                  <a:off x="2493852" y="2794333"/>
                  <a:ext cx="259185" cy="98232"/>
                  <a:chOff x="2493852" y="2794333"/>
                  <a:chExt cx="259185" cy="98232"/>
                </a:xfrm>
              </p:grpSpPr>
              <p:sp>
                <p:nvSpPr>
                  <p:cNvPr id="14279" name="Google Shape;14279;p13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3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3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133"/>
                <p:cNvGrpSpPr/>
                <p:nvPr/>
              </p:nvGrpSpPr>
              <p:grpSpPr>
                <a:xfrm>
                  <a:off x="2389399" y="2595741"/>
                  <a:ext cx="224343" cy="182054"/>
                  <a:chOff x="2389399" y="2595741"/>
                  <a:chExt cx="224343" cy="182054"/>
                </a:xfrm>
              </p:grpSpPr>
              <p:sp>
                <p:nvSpPr>
                  <p:cNvPr id="14283" name="Google Shape;14283;p13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3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5" name="Google Shape;14285;p133"/>
              <p:cNvGrpSpPr/>
              <p:nvPr/>
            </p:nvGrpSpPr>
            <p:grpSpPr>
              <a:xfrm>
                <a:off x="2683630" y="2595741"/>
                <a:ext cx="224334" cy="296825"/>
                <a:chOff x="2683630" y="2595741"/>
                <a:chExt cx="224334" cy="296825"/>
              </a:xfrm>
            </p:grpSpPr>
            <p:grpSp>
              <p:nvGrpSpPr>
                <p:cNvPr id="14286" name="Google Shape;14286;p133"/>
                <p:cNvGrpSpPr/>
                <p:nvPr/>
              </p:nvGrpSpPr>
              <p:grpSpPr>
                <a:xfrm>
                  <a:off x="2788083" y="2794333"/>
                  <a:ext cx="15356" cy="98232"/>
                  <a:chOff x="2788083" y="2794333"/>
                  <a:chExt cx="15356" cy="98232"/>
                </a:xfrm>
              </p:grpSpPr>
              <p:sp>
                <p:nvSpPr>
                  <p:cNvPr id="14287" name="Google Shape;14287;p13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3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3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0" name="Google Shape;14290;p133"/>
                <p:cNvGrpSpPr/>
                <p:nvPr/>
              </p:nvGrpSpPr>
              <p:grpSpPr>
                <a:xfrm>
                  <a:off x="2683630" y="2595741"/>
                  <a:ext cx="224334" cy="182054"/>
                  <a:chOff x="2683630" y="2595741"/>
                  <a:chExt cx="224334" cy="182054"/>
                </a:xfrm>
              </p:grpSpPr>
              <p:sp>
                <p:nvSpPr>
                  <p:cNvPr id="14291" name="Google Shape;14291;p13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3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93" name="Google Shape;14293;p133"/>
              <p:cNvGrpSpPr/>
              <p:nvPr/>
            </p:nvGrpSpPr>
            <p:grpSpPr>
              <a:xfrm>
                <a:off x="2838475" y="2595741"/>
                <a:ext cx="363719" cy="296825"/>
                <a:chOff x="2838475" y="2595741"/>
                <a:chExt cx="363719" cy="296825"/>
              </a:xfrm>
            </p:grpSpPr>
            <p:grpSp>
              <p:nvGrpSpPr>
                <p:cNvPr id="14294" name="Google Shape;14294;p133"/>
                <p:cNvGrpSpPr/>
                <p:nvPr/>
              </p:nvGrpSpPr>
              <p:grpSpPr>
                <a:xfrm>
                  <a:off x="2838475" y="2794333"/>
                  <a:ext cx="259185" cy="98232"/>
                  <a:chOff x="2838475" y="2794333"/>
                  <a:chExt cx="259185" cy="98232"/>
                </a:xfrm>
              </p:grpSpPr>
              <p:sp>
                <p:nvSpPr>
                  <p:cNvPr id="14295" name="Google Shape;14295;p13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3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3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8" name="Google Shape;14298;p133"/>
                <p:cNvGrpSpPr/>
                <p:nvPr/>
              </p:nvGrpSpPr>
              <p:grpSpPr>
                <a:xfrm>
                  <a:off x="2977852" y="2595741"/>
                  <a:ext cx="224343" cy="182054"/>
                  <a:chOff x="2977852" y="2595741"/>
                  <a:chExt cx="224343" cy="182054"/>
                </a:xfrm>
              </p:grpSpPr>
              <p:sp>
                <p:nvSpPr>
                  <p:cNvPr id="14299" name="Google Shape;14299;p13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3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01" name="Google Shape;14301;p133"/>
            <p:cNvGrpSpPr/>
            <p:nvPr/>
          </p:nvGrpSpPr>
          <p:grpSpPr>
            <a:xfrm>
              <a:off x="2389399" y="3100241"/>
              <a:ext cx="812796" cy="296869"/>
              <a:chOff x="2389399" y="3100241"/>
              <a:chExt cx="812796" cy="296869"/>
            </a:xfrm>
          </p:grpSpPr>
          <p:grpSp>
            <p:nvGrpSpPr>
              <p:cNvPr id="14302" name="Google Shape;14302;p133"/>
              <p:cNvGrpSpPr/>
              <p:nvPr/>
            </p:nvGrpSpPr>
            <p:grpSpPr>
              <a:xfrm>
                <a:off x="2683630" y="3100241"/>
                <a:ext cx="224334" cy="296869"/>
                <a:chOff x="2683630" y="3100241"/>
                <a:chExt cx="224334" cy="296869"/>
              </a:xfrm>
            </p:grpSpPr>
            <p:grpSp>
              <p:nvGrpSpPr>
                <p:cNvPr id="14303" name="Google Shape;14303;p133"/>
                <p:cNvGrpSpPr/>
                <p:nvPr/>
              </p:nvGrpSpPr>
              <p:grpSpPr>
                <a:xfrm>
                  <a:off x="2788083" y="3100241"/>
                  <a:ext cx="15356" cy="98237"/>
                  <a:chOff x="2788083" y="3100241"/>
                  <a:chExt cx="15356" cy="98237"/>
                </a:xfrm>
              </p:grpSpPr>
              <p:sp>
                <p:nvSpPr>
                  <p:cNvPr id="14304" name="Google Shape;14304;p13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3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3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133"/>
                <p:cNvGrpSpPr/>
                <p:nvPr/>
              </p:nvGrpSpPr>
              <p:grpSpPr>
                <a:xfrm>
                  <a:off x="2683630" y="3215065"/>
                  <a:ext cx="224334" cy="182045"/>
                  <a:chOff x="2683630" y="3215065"/>
                  <a:chExt cx="224334" cy="182045"/>
                </a:xfrm>
              </p:grpSpPr>
              <p:sp>
                <p:nvSpPr>
                  <p:cNvPr id="14308" name="Google Shape;14308;p13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3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10" name="Google Shape;14310;p133"/>
              <p:cNvGrpSpPr/>
              <p:nvPr/>
            </p:nvGrpSpPr>
            <p:grpSpPr>
              <a:xfrm>
                <a:off x="2389399" y="3100241"/>
                <a:ext cx="363638" cy="296869"/>
                <a:chOff x="2389399" y="3100241"/>
                <a:chExt cx="363638" cy="296869"/>
              </a:xfrm>
            </p:grpSpPr>
            <p:grpSp>
              <p:nvGrpSpPr>
                <p:cNvPr id="14311" name="Google Shape;14311;p133"/>
                <p:cNvGrpSpPr/>
                <p:nvPr/>
              </p:nvGrpSpPr>
              <p:grpSpPr>
                <a:xfrm>
                  <a:off x="2493852" y="3100241"/>
                  <a:ext cx="259185" cy="98237"/>
                  <a:chOff x="2493852" y="3100241"/>
                  <a:chExt cx="259185" cy="98237"/>
                </a:xfrm>
              </p:grpSpPr>
              <p:sp>
                <p:nvSpPr>
                  <p:cNvPr id="14312" name="Google Shape;14312;p13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3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3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133"/>
                <p:cNvGrpSpPr/>
                <p:nvPr/>
              </p:nvGrpSpPr>
              <p:grpSpPr>
                <a:xfrm>
                  <a:off x="2389399" y="3215065"/>
                  <a:ext cx="224343" cy="182045"/>
                  <a:chOff x="2389399" y="3215065"/>
                  <a:chExt cx="224343" cy="182045"/>
                </a:xfrm>
              </p:grpSpPr>
              <p:sp>
                <p:nvSpPr>
                  <p:cNvPr id="14316" name="Google Shape;14316;p13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3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18" name="Google Shape;14318;p133"/>
              <p:cNvGrpSpPr/>
              <p:nvPr/>
            </p:nvGrpSpPr>
            <p:grpSpPr>
              <a:xfrm>
                <a:off x="2838475" y="3100241"/>
                <a:ext cx="363719" cy="296869"/>
                <a:chOff x="2838475" y="3100241"/>
                <a:chExt cx="363719" cy="296869"/>
              </a:xfrm>
            </p:grpSpPr>
            <p:grpSp>
              <p:nvGrpSpPr>
                <p:cNvPr id="14319" name="Google Shape;14319;p133"/>
                <p:cNvGrpSpPr/>
                <p:nvPr/>
              </p:nvGrpSpPr>
              <p:grpSpPr>
                <a:xfrm>
                  <a:off x="2838475" y="3100241"/>
                  <a:ext cx="259185" cy="98237"/>
                  <a:chOff x="2838475" y="3100241"/>
                  <a:chExt cx="259185" cy="98237"/>
                </a:xfrm>
              </p:grpSpPr>
              <p:sp>
                <p:nvSpPr>
                  <p:cNvPr id="14320" name="Google Shape;14320;p13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3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3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133"/>
                <p:cNvGrpSpPr/>
                <p:nvPr/>
              </p:nvGrpSpPr>
              <p:grpSpPr>
                <a:xfrm>
                  <a:off x="2977852" y="3215065"/>
                  <a:ext cx="224343" cy="182045"/>
                  <a:chOff x="2977852" y="3215065"/>
                  <a:chExt cx="224343" cy="182045"/>
                </a:xfrm>
              </p:grpSpPr>
              <p:sp>
                <p:nvSpPr>
                  <p:cNvPr id="14324" name="Google Shape;14324;p13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3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29" name="Shape 14329"/>
        <p:cNvGrpSpPr/>
        <p:nvPr/>
      </p:nvGrpSpPr>
      <p:grpSpPr>
        <a:xfrm>
          <a:off x="0" y="0"/>
          <a:ext cx="0" cy="0"/>
          <a:chOff x="0" y="0"/>
          <a:chExt cx="0" cy="0"/>
        </a:xfrm>
      </p:grpSpPr>
      <p:grpSp>
        <p:nvGrpSpPr>
          <p:cNvPr id="14330" name="Google Shape;14330;p134"/>
          <p:cNvGrpSpPr/>
          <p:nvPr/>
        </p:nvGrpSpPr>
        <p:grpSpPr>
          <a:xfrm>
            <a:off x="702075" y="3155925"/>
            <a:ext cx="2390414" cy="1024800"/>
            <a:chOff x="728925" y="3296613"/>
            <a:chExt cx="2390414" cy="1024800"/>
          </a:xfrm>
        </p:grpSpPr>
        <p:grpSp>
          <p:nvGrpSpPr>
            <p:cNvPr id="14331" name="Google Shape;14331;p134"/>
            <p:cNvGrpSpPr/>
            <p:nvPr/>
          </p:nvGrpSpPr>
          <p:grpSpPr>
            <a:xfrm>
              <a:off x="728925" y="3619800"/>
              <a:ext cx="2390414" cy="500893"/>
              <a:chOff x="728925" y="3619800"/>
              <a:chExt cx="2390414" cy="500893"/>
            </a:xfrm>
          </p:grpSpPr>
          <p:sp>
            <p:nvSpPr>
              <p:cNvPr id="14332" name="Google Shape;14332;p13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333" name="Google Shape;14333;p13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334" name="Google Shape;14334;p134"/>
            <p:cNvGrpSpPr/>
            <p:nvPr/>
          </p:nvGrpSpPr>
          <p:grpSpPr>
            <a:xfrm>
              <a:off x="1348050" y="3296613"/>
              <a:ext cx="1706152" cy="1024800"/>
              <a:chOff x="1348050" y="3296613"/>
              <a:chExt cx="1706152" cy="1024800"/>
            </a:xfrm>
          </p:grpSpPr>
          <p:sp>
            <p:nvSpPr>
              <p:cNvPr id="14335" name="Google Shape;14335;p13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336" name="Google Shape;14336;p13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337" name="Google Shape;14337;p13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338" name="Google Shape;14338;p13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339" name="Google Shape;14339;p13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340" name="Google Shape;14340;p134"/>
            <p:cNvGrpSpPr/>
            <p:nvPr/>
          </p:nvGrpSpPr>
          <p:grpSpPr>
            <a:xfrm>
              <a:off x="1455707" y="3654858"/>
              <a:ext cx="1491150" cy="417657"/>
              <a:chOff x="1455707" y="3654858"/>
              <a:chExt cx="1491150" cy="417657"/>
            </a:xfrm>
          </p:grpSpPr>
          <p:sp>
            <p:nvSpPr>
              <p:cNvPr id="14341" name="Google Shape;14341;p13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3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3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3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3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3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3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3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3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3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3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3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3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3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3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3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3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3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3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3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361" name="Google Shape;14361;p134"/>
          <p:cNvGraphicFramePr/>
          <p:nvPr/>
        </p:nvGraphicFramePr>
        <p:xfrm>
          <a:off x="5937775" y="2153837"/>
          <a:ext cx="3000000" cy="3000000"/>
        </p:xfrm>
        <a:graphic>
          <a:graphicData uri="http://schemas.openxmlformats.org/drawingml/2006/table">
            <a:tbl>
              <a:tblPr>
                <a:noFill/>
                <a:tableStyleId>{8F163E8D-8FA3-412A-B799-8354B796EDC3}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14362" name="Google Shape;14362;p134"/>
          <p:cNvGrpSpPr/>
          <p:nvPr/>
        </p:nvGrpSpPr>
        <p:grpSpPr>
          <a:xfrm>
            <a:off x="710451" y="981601"/>
            <a:ext cx="2396505" cy="976502"/>
            <a:chOff x="749309" y="1112739"/>
            <a:chExt cx="2371603" cy="976502"/>
          </a:xfrm>
        </p:grpSpPr>
        <p:grpSp>
          <p:nvGrpSpPr>
            <p:cNvPr id="14363" name="Google Shape;14363;p134"/>
            <p:cNvGrpSpPr/>
            <p:nvPr/>
          </p:nvGrpSpPr>
          <p:grpSpPr>
            <a:xfrm>
              <a:off x="1092126" y="1112739"/>
              <a:ext cx="2028786" cy="975464"/>
              <a:chOff x="1092126" y="1112739"/>
              <a:chExt cx="2028786" cy="975464"/>
            </a:xfrm>
          </p:grpSpPr>
          <p:sp>
            <p:nvSpPr>
              <p:cNvPr id="14364" name="Google Shape;14364;p13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3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3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3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3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3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3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3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3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3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3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3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3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3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3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3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3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3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3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3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3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3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3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3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134"/>
            <p:cNvGrpSpPr/>
            <p:nvPr/>
          </p:nvGrpSpPr>
          <p:grpSpPr>
            <a:xfrm>
              <a:off x="749309" y="1112739"/>
              <a:ext cx="314700" cy="975464"/>
              <a:chOff x="749309" y="1112739"/>
              <a:chExt cx="314700" cy="975464"/>
            </a:xfrm>
          </p:grpSpPr>
          <p:sp>
            <p:nvSpPr>
              <p:cNvPr id="14389" name="Google Shape;14389;p13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3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3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3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3" name="Google Shape;14393;p13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3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3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3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397" name="Google Shape;14397;p134"/>
          <p:cNvGraphicFramePr/>
          <p:nvPr/>
        </p:nvGraphicFramePr>
        <p:xfrm>
          <a:off x="5937800" y="981587"/>
          <a:ext cx="3000000" cy="3000000"/>
        </p:xfrm>
        <a:graphic>
          <a:graphicData uri="http://schemas.openxmlformats.org/drawingml/2006/table">
            <a:tbl>
              <a:tblPr>
                <a:noFill/>
                <a:tableStyleId>{8F163E8D-8FA3-412A-B799-8354B796EDC3}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4398" name="Google Shape;14398;p134"/>
          <p:cNvGraphicFramePr/>
          <p:nvPr/>
        </p:nvGraphicFramePr>
        <p:xfrm>
          <a:off x="3358663" y="2153837"/>
          <a:ext cx="3000000" cy="3000000"/>
        </p:xfrm>
        <a:graphic>
          <a:graphicData uri="http://schemas.openxmlformats.org/drawingml/2006/table">
            <a:tbl>
              <a:tblPr>
                <a:noFill/>
                <a:tableStyleId>{8F163E8D-8FA3-412A-B799-8354B796EDC3}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4399" name="Google Shape;14399;p134"/>
          <p:cNvGrpSpPr/>
          <p:nvPr/>
        </p:nvGrpSpPr>
        <p:grpSpPr>
          <a:xfrm>
            <a:off x="3360649" y="3144798"/>
            <a:ext cx="2363377" cy="1047062"/>
            <a:chOff x="3358399" y="3285485"/>
            <a:chExt cx="2363377" cy="1047062"/>
          </a:xfrm>
        </p:grpSpPr>
        <p:grpSp>
          <p:nvGrpSpPr>
            <p:cNvPr id="14400" name="Google Shape;14400;p134"/>
            <p:cNvGrpSpPr/>
            <p:nvPr/>
          </p:nvGrpSpPr>
          <p:grpSpPr>
            <a:xfrm>
              <a:off x="3358412" y="3285485"/>
              <a:ext cx="2363244" cy="139500"/>
              <a:chOff x="3358412" y="3285485"/>
              <a:chExt cx="2363244" cy="139500"/>
            </a:xfrm>
          </p:grpSpPr>
          <p:sp>
            <p:nvSpPr>
              <p:cNvPr id="14401" name="Google Shape;14401;p13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3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3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3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3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134"/>
            <p:cNvGrpSpPr/>
            <p:nvPr/>
          </p:nvGrpSpPr>
          <p:grpSpPr>
            <a:xfrm>
              <a:off x="3358412" y="3466996"/>
              <a:ext cx="2363244" cy="139500"/>
              <a:chOff x="3358412" y="3466996"/>
              <a:chExt cx="2363244" cy="139500"/>
            </a:xfrm>
          </p:grpSpPr>
          <p:sp>
            <p:nvSpPr>
              <p:cNvPr id="14407" name="Google Shape;14407;p13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3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3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3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3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134"/>
            <p:cNvGrpSpPr/>
            <p:nvPr/>
          </p:nvGrpSpPr>
          <p:grpSpPr>
            <a:xfrm>
              <a:off x="3358412" y="3648507"/>
              <a:ext cx="2363244" cy="139500"/>
              <a:chOff x="3358412" y="3648507"/>
              <a:chExt cx="2363244" cy="139500"/>
            </a:xfrm>
          </p:grpSpPr>
          <p:sp>
            <p:nvSpPr>
              <p:cNvPr id="14413" name="Google Shape;14413;p13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3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3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3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3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134"/>
            <p:cNvGrpSpPr/>
            <p:nvPr/>
          </p:nvGrpSpPr>
          <p:grpSpPr>
            <a:xfrm>
              <a:off x="3358412" y="3830018"/>
              <a:ext cx="2363244" cy="139500"/>
              <a:chOff x="3358412" y="3830018"/>
              <a:chExt cx="2363244" cy="139500"/>
            </a:xfrm>
          </p:grpSpPr>
          <p:sp>
            <p:nvSpPr>
              <p:cNvPr id="14419" name="Google Shape;14419;p13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3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3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3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3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4" name="Google Shape;14424;p134"/>
            <p:cNvGrpSpPr/>
            <p:nvPr/>
          </p:nvGrpSpPr>
          <p:grpSpPr>
            <a:xfrm>
              <a:off x="3358399" y="4011514"/>
              <a:ext cx="2363377" cy="139537"/>
              <a:chOff x="3294800" y="4134603"/>
              <a:chExt cx="2638876" cy="152400"/>
            </a:xfrm>
          </p:grpSpPr>
          <p:sp>
            <p:nvSpPr>
              <p:cNvPr id="14425" name="Google Shape;14425;p13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3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3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3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3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134"/>
            <p:cNvGrpSpPr/>
            <p:nvPr/>
          </p:nvGrpSpPr>
          <p:grpSpPr>
            <a:xfrm>
              <a:off x="3358399" y="4193010"/>
              <a:ext cx="2363377" cy="139537"/>
              <a:chOff x="3294800" y="4134603"/>
              <a:chExt cx="2638876" cy="152400"/>
            </a:xfrm>
          </p:grpSpPr>
          <p:sp>
            <p:nvSpPr>
              <p:cNvPr id="14431" name="Google Shape;14431;p13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3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3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3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3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436" name="Google Shape;14436;p134"/>
          <p:cNvGraphicFramePr/>
          <p:nvPr/>
        </p:nvGraphicFramePr>
        <p:xfrm>
          <a:off x="711450" y="2153837"/>
          <a:ext cx="3000000" cy="3000000"/>
        </p:xfrm>
        <a:graphic>
          <a:graphicData uri="http://schemas.openxmlformats.org/drawingml/2006/table">
            <a:tbl>
              <a:tblPr>
                <a:noFill/>
                <a:tableStyleId>{8F163E8D-8FA3-412A-B799-8354B796EDC3}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4437" name="Google Shape;14437;p134"/>
          <p:cNvGrpSpPr/>
          <p:nvPr/>
        </p:nvGrpSpPr>
        <p:grpSpPr>
          <a:xfrm>
            <a:off x="4161119" y="2557652"/>
            <a:ext cx="1302095" cy="60959"/>
            <a:chOff x="3558802" y="4011427"/>
            <a:chExt cx="1866000" cy="111300"/>
          </a:xfrm>
        </p:grpSpPr>
        <p:sp>
          <p:nvSpPr>
            <p:cNvPr id="14438" name="Google Shape;14438;p13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3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134"/>
          <p:cNvGrpSpPr/>
          <p:nvPr/>
        </p:nvGrpSpPr>
        <p:grpSpPr>
          <a:xfrm>
            <a:off x="4706607" y="2839811"/>
            <a:ext cx="914340" cy="60959"/>
            <a:chOff x="3558802" y="4011427"/>
            <a:chExt cx="1866000" cy="111300"/>
          </a:xfrm>
        </p:grpSpPr>
        <p:sp>
          <p:nvSpPr>
            <p:cNvPr id="14441" name="Google Shape;14441;p13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3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134"/>
          <p:cNvGrpSpPr/>
          <p:nvPr/>
        </p:nvGrpSpPr>
        <p:grpSpPr>
          <a:xfrm>
            <a:off x="5874449" y="3167609"/>
            <a:ext cx="2519825" cy="1001454"/>
            <a:chOff x="1906114" y="789980"/>
            <a:chExt cx="1487676" cy="606868"/>
          </a:xfrm>
        </p:grpSpPr>
        <p:cxnSp>
          <p:nvCxnSpPr>
            <p:cNvPr id="14444" name="Google Shape;14444;p13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45" name="Google Shape;14445;p13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46" name="Google Shape;14446;p13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447" name="Google Shape;14447;p13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4448" name="Google Shape;14448;p13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4449" name="Google Shape;14449;p13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4450" name="Google Shape;14450;p13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4451" name="Google Shape;14451;p13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3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3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3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3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3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3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4458" name="Google Shape;14458;p13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4459" name="Google Shape;14459;p13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4460" name="Google Shape;14460;p13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134"/>
          <p:cNvGrpSpPr/>
          <p:nvPr/>
        </p:nvGrpSpPr>
        <p:grpSpPr>
          <a:xfrm>
            <a:off x="3355812" y="951645"/>
            <a:ext cx="2363393" cy="1005865"/>
            <a:chOff x="3292400" y="1193188"/>
            <a:chExt cx="2615240" cy="1131075"/>
          </a:xfrm>
        </p:grpSpPr>
        <p:sp>
          <p:nvSpPr>
            <p:cNvPr id="14462" name="Google Shape;14462;p13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63" name="Google Shape;14463;p13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64" name="Google Shape;14464;p13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4465" name="Google Shape;14465;p13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4466" name="Google Shape;14466;p13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4467" name="Google Shape;14467;p13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4468" name="Google Shape;14468;p13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4469" name="Google Shape;14469;p13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4470" name="Google Shape;14470;p13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4471" name="Google Shape;14471;p13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4472" name="Google Shape;14472;p13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473" name="Google Shape;14473;p13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4474" name="Google Shape;14474;p13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475" name="Google Shape;14475;p13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4476" name="Google Shape;14476;p134"/>
            <p:cNvGrpSpPr/>
            <p:nvPr/>
          </p:nvGrpSpPr>
          <p:grpSpPr>
            <a:xfrm>
              <a:off x="3748438" y="1378608"/>
              <a:ext cx="2159202" cy="903971"/>
              <a:chOff x="1683525" y="2179850"/>
              <a:chExt cx="4519050" cy="2134525"/>
            </a:xfrm>
          </p:grpSpPr>
          <p:sp>
            <p:nvSpPr>
              <p:cNvPr id="14477" name="Google Shape;14477;p13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78" name="Google Shape;14478;p13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79" name="Google Shape;14479;p13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0" name="Google Shape;14480;p13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1" name="Google Shape;14481;p13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2" name="Google Shape;14482;p13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3" name="Google Shape;14483;p13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4" name="Google Shape;14484;p13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5" name="Google Shape;14485;p13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6" name="Google Shape;14486;p13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7" name="Google Shape;14487;p13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488" name="Google Shape;14488;p13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2" name="Shape 14492"/>
        <p:cNvGrpSpPr/>
        <p:nvPr/>
      </p:nvGrpSpPr>
      <p:grpSpPr>
        <a:xfrm>
          <a:off x="0" y="0"/>
          <a:ext cx="0" cy="0"/>
          <a:chOff x="0" y="0"/>
          <a:chExt cx="0" cy="0"/>
        </a:xfrm>
      </p:grpSpPr>
      <p:grpSp>
        <p:nvGrpSpPr>
          <p:cNvPr id="14493" name="Google Shape;14493;p135"/>
          <p:cNvGrpSpPr/>
          <p:nvPr/>
        </p:nvGrpSpPr>
        <p:grpSpPr>
          <a:xfrm>
            <a:off x="4796684" y="970941"/>
            <a:ext cx="745431" cy="718863"/>
            <a:chOff x="4249973" y="1201875"/>
            <a:chExt cx="1958568" cy="1888762"/>
          </a:xfrm>
        </p:grpSpPr>
        <p:sp>
          <p:nvSpPr>
            <p:cNvPr id="14494" name="Google Shape;14494;p13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5" name="Google Shape;14495;p135"/>
            <p:cNvGrpSpPr/>
            <p:nvPr/>
          </p:nvGrpSpPr>
          <p:grpSpPr>
            <a:xfrm>
              <a:off x="5853086" y="1789142"/>
              <a:ext cx="355454" cy="1048099"/>
              <a:chOff x="5576108" y="2016725"/>
              <a:chExt cx="565200" cy="1666560"/>
            </a:xfrm>
          </p:grpSpPr>
          <p:sp>
            <p:nvSpPr>
              <p:cNvPr id="14496" name="Google Shape;14496;p13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497" name="Google Shape;14497;p13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135"/>
            <p:cNvGrpSpPr/>
            <p:nvPr/>
          </p:nvGrpSpPr>
          <p:grpSpPr>
            <a:xfrm>
              <a:off x="4869455" y="2691676"/>
              <a:ext cx="1013897" cy="398961"/>
              <a:chOff x="4012057" y="3451825"/>
              <a:chExt cx="1612175" cy="634379"/>
            </a:xfrm>
          </p:grpSpPr>
          <p:sp>
            <p:nvSpPr>
              <p:cNvPr id="14499" name="Google Shape;14499;p13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500" name="Google Shape;14500;p13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135"/>
            <p:cNvGrpSpPr/>
            <p:nvPr/>
          </p:nvGrpSpPr>
          <p:grpSpPr>
            <a:xfrm>
              <a:off x="4276937" y="2155961"/>
              <a:ext cx="651965" cy="891358"/>
              <a:chOff x="3069908" y="2599997"/>
              <a:chExt cx="1036675" cy="1417328"/>
            </a:xfrm>
          </p:grpSpPr>
          <p:sp>
            <p:nvSpPr>
              <p:cNvPr id="14502" name="Google Shape;14502;p13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503" name="Google Shape;14503;p13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135"/>
            <p:cNvGrpSpPr/>
            <p:nvPr/>
          </p:nvGrpSpPr>
          <p:grpSpPr>
            <a:xfrm>
              <a:off x="5054918" y="1201875"/>
              <a:ext cx="999548" cy="602711"/>
              <a:chOff x="4306958" y="1082925"/>
              <a:chExt cx="1589359" cy="958358"/>
            </a:xfrm>
          </p:grpSpPr>
          <p:sp>
            <p:nvSpPr>
              <p:cNvPr id="14505" name="Google Shape;14505;p13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506" name="Google Shape;14506;p13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135"/>
            <p:cNvGrpSpPr/>
            <p:nvPr/>
          </p:nvGrpSpPr>
          <p:grpSpPr>
            <a:xfrm>
              <a:off x="4249973" y="1303451"/>
              <a:ext cx="799317" cy="841334"/>
              <a:chOff x="3027033" y="1244439"/>
              <a:chExt cx="1270977" cy="1337786"/>
            </a:xfrm>
          </p:grpSpPr>
          <p:sp>
            <p:nvSpPr>
              <p:cNvPr id="14508" name="Google Shape;14508;p13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509" name="Google Shape;14509;p13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10" name="Google Shape;14510;p135"/>
          <p:cNvGrpSpPr/>
          <p:nvPr/>
        </p:nvGrpSpPr>
        <p:grpSpPr>
          <a:xfrm>
            <a:off x="713057" y="1849390"/>
            <a:ext cx="761767" cy="729896"/>
            <a:chOff x="2657744" y="2337745"/>
            <a:chExt cx="832987" cy="798137"/>
          </a:xfrm>
        </p:grpSpPr>
        <p:sp>
          <p:nvSpPr>
            <p:cNvPr id="14511" name="Google Shape;14511;p13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3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3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3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3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3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135"/>
          <p:cNvGrpSpPr/>
          <p:nvPr/>
        </p:nvGrpSpPr>
        <p:grpSpPr>
          <a:xfrm>
            <a:off x="3224022" y="1852597"/>
            <a:ext cx="685569" cy="723586"/>
            <a:chOff x="3398134" y="2057755"/>
            <a:chExt cx="704087" cy="743130"/>
          </a:xfrm>
        </p:grpSpPr>
        <p:grpSp>
          <p:nvGrpSpPr>
            <p:cNvPr id="14518" name="Google Shape;14518;p135"/>
            <p:cNvGrpSpPr/>
            <p:nvPr/>
          </p:nvGrpSpPr>
          <p:grpSpPr>
            <a:xfrm>
              <a:off x="3398134" y="2290183"/>
              <a:ext cx="315300" cy="219900"/>
              <a:chOff x="3398134" y="2290183"/>
              <a:chExt cx="315300" cy="219900"/>
            </a:xfrm>
          </p:grpSpPr>
          <p:sp>
            <p:nvSpPr>
              <p:cNvPr id="14519" name="Google Shape;14519;p13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520" name="Google Shape;14520;p135"/>
              <p:cNvCxnSpPr>
                <a:stCxn id="1451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4521" name="Google Shape;14521;p135"/>
            <p:cNvGrpSpPr/>
            <p:nvPr/>
          </p:nvGrpSpPr>
          <p:grpSpPr>
            <a:xfrm>
              <a:off x="3547823" y="2467358"/>
              <a:ext cx="219900" cy="333527"/>
              <a:chOff x="3547823" y="2467358"/>
              <a:chExt cx="219900" cy="333527"/>
            </a:xfrm>
          </p:grpSpPr>
          <p:sp>
            <p:nvSpPr>
              <p:cNvPr id="14522" name="Google Shape;14522;p13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523" name="Google Shape;14523;p13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4524" name="Google Shape;14524;p135"/>
            <p:cNvGrpSpPr/>
            <p:nvPr/>
          </p:nvGrpSpPr>
          <p:grpSpPr>
            <a:xfrm>
              <a:off x="3734138" y="2467358"/>
              <a:ext cx="219900" cy="333527"/>
              <a:chOff x="3734138" y="2467358"/>
              <a:chExt cx="219900" cy="333527"/>
            </a:xfrm>
          </p:grpSpPr>
          <p:sp>
            <p:nvSpPr>
              <p:cNvPr id="14525" name="Google Shape;14525;p13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526" name="Google Shape;14526;p13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4527" name="Google Shape;14527;p135"/>
            <p:cNvGrpSpPr/>
            <p:nvPr/>
          </p:nvGrpSpPr>
          <p:grpSpPr>
            <a:xfrm>
              <a:off x="3787560" y="2288011"/>
              <a:ext cx="314661" cy="219900"/>
              <a:chOff x="3787560" y="2288011"/>
              <a:chExt cx="314661" cy="219900"/>
            </a:xfrm>
          </p:grpSpPr>
          <p:sp>
            <p:nvSpPr>
              <p:cNvPr id="14528" name="Google Shape;14528;p13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529" name="Google Shape;14529;p13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4530" name="Google Shape;14530;p135"/>
            <p:cNvGrpSpPr/>
            <p:nvPr/>
          </p:nvGrpSpPr>
          <p:grpSpPr>
            <a:xfrm>
              <a:off x="3637290" y="2057755"/>
              <a:ext cx="219900" cy="335499"/>
              <a:chOff x="3637290" y="2057755"/>
              <a:chExt cx="219900" cy="335499"/>
            </a:xfrm>
          </p:grpSpPr>
          <p:sp>
            <p:nvSpPr>
              <p:cNvPr id="14531" name="Google Shape;14531;p13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532" name="Google Shape;14532;p13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4533" name="Google Shape;14533;p135"/>
          <p:cNvGrpSpPr/>
          <p:nvPr/>
        </p:nvGrpSpPr>
        <p:grpSpPr>
          <a:xfrm>
            <a:off x="4899244" y="1859292"/>
            <a:ext cx="710153" cy="710153"/>
            <a:chOff x="5007123" y="2079403"/>
            <a:chExt cx="687600" cy="687600"/>
          </a:xfrm>
        </p:grpSpPr>
        <p:sp>
          <p:nvSpPr>
            <p:cNvPr id="14534" name="Google Shape;14534;p13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3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3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3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135"/>
          <p:cNvGrpSpPr/>
          <p:nvPr/>
        </p:nvGrpSpPr>
        <p:grpSpPr>
          <a:xfrm>
            <a:off x="5708681" y="1853799"/>
            <a:ext cx="720998" cy="721183"/>
            <a:chOff x="5797446" y="2063053"/>
            <a:chExt cx="698100" cy="698280"/>
          </a:xfrm>
        </p:grpSpPr>
        <p:sp>
          <p:nvSpPr>
            <p:cNvPr id="14539" name="Google Shape;14539;p13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3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3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3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135"/>
          <p:cNvGrpSpPr/>
          <p:nvPr/>
        </p:nvGrpSpPr>
        <p:grpSpPr>
          <a:xfrm>
            <a:off x="8153828" y="3499404"/>
            <a:ext cx="280585" cy="673164"/>
            <a:chOff x="8075075" y="3754290"/>
            <a:chExt cx="255612" cy="613194"/>
          </a:xfrm>
        </p:grpSpPr>
        <p:grpSp>
          <p:nvGrpSpPr>
            <p:cNvPr id="14544" name="Google Shape;14544;p135"/>
            <p:cNvGrpSpPr/>
            <p:nvPr/>
          </p:nvGrpSpPr>
          <p:grpSpPr>
            <a:xfrm>
              <a:off x="8075075" y="3754290"/>
              <a:ext cx="255612" cy="613194"/>
              <a:chOff x="8075075" y="3754290"/>
              <a:chExt cx="255612" cy="613194"/>
            </a:xfrm>
          </p:grpSpPr>
          <p:sp>
            <p:nvSpPr>
              <p:cNvPr id="14545" name="Google Shape;14545;p13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3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7" name="Google Shape;14547;p13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135"/>
          <p:cNvGrpSpPr/>
          <p:nvPr/>
        </p:nvGrpSpPr>
        <p:grpSpPr>
          <a:xfrm>
            <a:off x="5270887" y="3488200"/>
            <a:ext cx="470352" cy="683745"/>
            <a:chOff x="1697726" y="3244179"/>
            <a:chExt cx="788124" cy="1146069"/>
          </a:xfrm>
        </p:grpSpPr>
        <p:sp>
          <p:nvSpPr>
            <p:cNvPr id="14549" name="Google Shape;14549;p13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3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1" name="Google Shape;14551;p135"/>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2" name="Google Shape;14552;p135"/>
          <p:cNvGrpSpPr/>
          <p:nvPr/>
        </p:nvGrpSpPr>
        <p:grpSpPr>
          <a:xfrm>
            <a:off x="5892037" y="3499402"/>
            <a:ext cx="293891" cy="293845"/>
            <a:chOff x="6134814" y="3754290"/>
            <a:chExt cx="293891" cy="293845"/>
          </a:xfrm>
        </p:grpSpPr>
        <p:sp>
          <p:nvSpPr>
            <p:cNvPr id="14553" name="Google Shape;14553;p13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3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135"/>
          <p:cNvGrpSpPr/>
          <p:nvPr/>
        </p:nvGrpSpPr>
        <p:grpSpPr>
          <a:xfrm>
            <a:off x="5892037" y="3878074"/>
            <a:ext cx="293891" cy="293891"/>
            <a:chOff x="6134814" y="4086186"/>
            <a:chExt cx="293891" cy="293891"/>
          </a:xfrm>
        </p:grpSpPr>
        <p:sp>
          <p:nvSpPr>
            <p:cNvPr id="14556" name="Google Shape;14556;p13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3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8" name="Google Shape;14558;p135"/>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35"/>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0" name="Google Shape;14560;p135"/>
          <p:cNvGrpSpPr/>
          <p:nvPr/>
        </p:nvGrpSpPr>
        <p:grpSpPr>
          <a:xfrm>
            <a:off x="7817013" y="2706766"/>
            <a:ext cx="622883" cy="621944"/>
            <a:chOff x="1187048" y="238125"/>
            <a:chExt cx="5256397" cy="5248476"/>
          </a:xfrm>
        </p:grpSpPr>
        <p:sp>
          <p:nvSpPr>
            <p:cNvPr id="14561" name="Google Shape;14561;p13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3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3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3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135"/>
          <p:cNvGrpSpPr/>
          <p:nvPr/>
        </p:nvGrpSpPr>
        <p:grpSpPr>
          <a:xfrm>
            <a:off x="2274118" y="2716375"/>
            <a:ext cx="1310987" cy="612407"/>
            <a:chOff x="238125" y="1188750"/>
            <a:chExt cx="7140450" cy="3335550"/>
          </a:xfrm>
        </p:grpSpPr>
        <p:sp>
          <p:nvSpPr>
            <p:cNvPr id="14566" name="Google Shape;14566;p13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3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3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3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3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135"/>
          <p:cNvGrpSpPr/>
          <p:nvPr/>
        </p:nvGrpSpPr>
        <p:grpSpPr>
          <a:xfrm>
            <a:off x="6599990" y="2706930"/>
            <a:ext cx="1110299" cy="621702"/>
            <a:chOff x="238125" y="1335475"/>
            <a:chExt cx="5418735" cy="3034175"/>
          </a:xfrm>
        </p:grpSpPr>
        <p:sp>
          <p:nvSpPr>
            <p:cNvPr id="14572" name="Google Shape;14572;p13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3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3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135"/>
          <p:cNvGrpSpPr/>
          <p:nvPr/>
        </p:nvGrpSpPr>
        <p:grpSpPr>
          <a:xfrm>
            <a:off x="5417649" y="2703827"/>
            <a:ext cx="1074451" cy="627181"/>
            <a:chOff x="5359127" y="2910889"/>
            <a:chExt cx="1097723" cy="640831"/>
          </a:xfrm>
        </p:grpSpPr>
        <p:grpSp>
          <p:nvGrpSpPr>
            <p:cNvPr id="14576" name="Google Shape;14576;p135"/>
            <p:cNvGrpSpPr/>
            <p:nvPr/>
          </p:nvGrpSpPr>
          <p:grpSpPr>
            <a:xfrm>
              <a:off x="5929791" y="3263088"/>
              <a:ext cx="527060" cy="287097"/>
              <a:chOff x="5929791" y="3263088"/>
              <a:chExt cx="527060" cy="287097"/>
            </a:xfrm>
          </p:grpSpPr>
          <p:sp>
            <p:nvSpPr>
              <p:cNvPr id="14577" name="Google Shape;14577;p13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578" name="Google Shape;14578;p13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579" name="Google Shape;14579;p135"/>
            <p:cNvGrpSpPr/>
            <p:nvPr/>
          </p:nvGrpSpPr>
          <p:grpSpPr>
            <a:xfrm>
              <a:off x="5359127" y="3263089"/>
              <a:ext cx="526428" cy="288631"/>
              <a:chOff x="5359127" y="3263089"/>
              <a:chExt cx="526428" cy="288631"/>
            </a:xfrm>
          </p:grpSpPr>
          <p:sp>
            <p:nvSpPr>
              <p:cNvPr id="14580" name="Google Shape;14580;p13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581" name="Google Shape;14581;p13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582" name="Google Shape;14582;p135"/>
            <p:cNvGrpSpPr/>
            <p:nvPr/>
          </p:nvGrpSpPr>
          <p:grpSpPr>
            <a:xfrm>
              <a:off x="5551525" y="2910889"/>
              <a:ext cx="520901" cy="610283"/>
              <a:chOff x="5551525" y="2910889"/>
              <a:chExt cx="520901" cy="610283"/>
            </a:xfrm>
          </p:grpSpPr>
          <p:sp>
            <p:nvSpPr>
              <p:cNvPr id="14583" name="Google Shape;14583;p13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584" name="Google Shape;14584;p13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585" name="Google Shape;14585;p135"/>
            <p:cNvGrpSpPr/>
            <p:nvPr/>
          </p:nvGrpSpPr>
          <p:grpSpPr>
            <a:xfrm>
              <a:off x="5743962" y="2919100"/>
              <a:ext cx="623674" cy="284502"/>
              <a:chOff x="5743962" y="2919100"/>
              <a:chExt cx="623674" cy="284502"/>
            </a:xfrm>
          </p:grpSpPr>
          <p:sp>
            <p:nvSpPr>
              <p:cNvPr id="14586" name="Google Shape;14586;p13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587" name="Google Shape;14587;p13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588" name="Google Shape;14588;p135"/>
          <p:cNvGrpSpPr/>
          <p:nvPr/>
        </p:nvGrpSpPr>
        <p:grpSpPr>
          <a:xfrm>
            <a:off x="7568863" y="1854538"/>
            <a:ext cx="874976" cy="719600"/>
            <a:chOff x="7608988" y="2093194"/>
            <a:chExt cx="817276" cy="672147"/>
          </a:xfrm>
        </p:grpSpPr>
        <p:cxnSp>
          <p:nvCxnSpPr>
            <p:cNvPr id="14589" name="Google Shape;14589;p13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590" name="Google Shape;14590;p13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591" name="Google Shape;14591;p13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592" name="Google Shape;14592;p13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593" name="Google Shape;14593;p13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594" name="Google Shape;14594;p13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595" name="Google Shape;14595;p135"/>
            <p:cNvGrpSpPr/>
            <p:nvPr/>
          </p:nvGrpSpPr>
          <p:grpSpPr>
            <a:xfrm>
              <a:off x="7721175" y="2093194"/>
              <a:ext cx="599587" cy="623846"/>
              <a:chOff x="7721175" y="2093194"/>
              <a:chExt cx="599587" cy="623846"/>
            </a:xfrm>
          </p:grpSpPr>
          <p:grpSp>
            <p:nvGrpSpPr>
              <p:cNvPr id="14596" name="Google Shape;14596;p135"/>
              <p:cNvGrpSpPr/>
              <p:nvPr/>
            </p:nvGrpSpPr>
            <p:grpSpPr>
              <a:xfrm>
                <a:off x="7721175" y="2093194"/>
                <a:ext cx="291605" cy="623846"/>
                <a:chOff x="9405575" y="2061418"/>
                <a:chExt cx="291605" cy="623846"/>
              </a:xfrm>
            </p:grpSpPr>
            <p:sp>
              <p:nvSpPr>
                <p:cNvPr id="14597" name="Google Shape;14597;p13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3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3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3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3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3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3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135"/>
              <p:cNvGrpSpPr/>
              <p:nvPr/>
            </p:nvGrpSpPr>
            <p:grpSpPr>
              <a:xfrm flipH="1">
                <a:off x="8029157" y="2093194"/>
                <a:ext cx="291605" cy="623846"/>
                <a:chOff x="9405575" y="2061418"/>
                <a:chExt cx="291605" cy="623846"/>
              </a:xfrm>
            </p:grpSpPr>
            <p:sp>
              <p:nvSpPr>
                <p:cNvPr id="14605" name="Google Shape;14605;p13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3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3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3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3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3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3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612" name="Google Shape;14612;p135"/>
          <p:cNvGrpSpPr/>
          <p:nvPr/>
        </p:nvGrpSpPr>
        <p:grpSpPr>
          <a:xfrm>
            <a:off x="4013299" y="970941"/>
            <a:ext cx="712557" cy="785901"/>
            <a:chOff x="4206459" y="1191441"/>
            <a:chExt cx="712557" cy="785901"/>
          </a:xfrm>
        </p:grpSpPr>
        <p:sp>
          <p:nvSpPr>
            <p:cNvPr id="14613" name="Google Shape;14613;p13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3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3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3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7" name="Google Shape;14617;p135"/>
            <p:cNvGrpSpPr/>
            <p:nvPr/>
          </p:nvGrpSpPr>
          <p:grpSpPr>
            <a:xfrm>
              <a:off x="4644280" y="1290523"/>
              <a:ext cx="143716" cy="29463"/>
              <a:chOff x="4644280" y="1290523"/>
              <a:chExt cx="143716" cy="29463"/>
            </a:xfrm>
          </p:grpSpPr>
          <p:sp>
            <p:nvSpPr>
              <p:cNvPr id="14618" name="Google Shape;14618;p13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3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3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3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135"/>
            <p:cNvGrpSpPr/>
            <p:nvPr/>
          </p:nvGrpSpPr>
          <p:grpSpPr>
            <a:xfrm>
              <a:off x="4356567" y="1191441"/>
              <a:ext cx="143690" cy="29488"/>
              <a:chOff x="4356567" y="1191441"/>
              <a:chExt cx="143690" cy="29488"/>
            </a:xfrm>
          </p:grpSpPr>
          <p:sp>
            <p:nvSpPr>
              <p:cNvPr id="14623" name="Google Shape;14623;p13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3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3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3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135"/>
            <p:cNvGrpSpPr/>
            <p:nvPr/>
          </p:nvGrpSpPr>
          <p:grpSpPr>
            <a:xfrm>
              <a:off x="4339009" y="1863727"/>
              <a:ext cx="143703" cy="29476"/>
              <a:chOff x="4339009" y="1863727"/>
              <a:chExt cx="143703" cy="29476"/>
            </a:xfrm>
          </p:grpSpPr>
          <p:sp>
            <p:nvSpPr>
              <p:cNvPr id="14628" name="Google Shape;14628;p13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3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3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3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2" name="Google Shape;14632;p135"/>
            <p:cNvGrpSpPr/>
            <p:nvPr/>
          </p:nvGrpSpPr>
          <p:grpSpPr>
            <a:xfrm>
              <a:off x="4206459" y="1607315"/>
              <a:ext cx="29539" cy="142899"/>
              <a:chOff x="4206459" y="1607315"/>
              <a:chExt cx="29539" cy="142899"/>
            </a:xfrm>
          </p:grpSpPr>
          <p:sp>
            <p:nvSpPr>
              <p:cNvPr id="14633" name="Google Shape;14633;p13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3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3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3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7" name="Google Shape;14637;p13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3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3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3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1" name="Google Shape;14641;p135"/>
            <p:cNvGrpSpPr/>
            <p:nvPr/>
          </p:nvGrpSpPr>
          <p:grpSpPr>
            <a:xfrm>
              <a:off x="4889463" y="1423737"/>
              <a:ext cx="29552" cy="142899"/>
              <a:chOff x="4889463" y="1423737"/>
              <a:chExt cx="29552" cy="142899"/>
            </a:xfrm>
          </p:grpSpPr>
          <p:sp>
            <p:nvSpPr>
              <p:cNvPr id="14642" name="Google Shape;14642;p13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3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3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3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135"/>
            <p:cNvGrpSpPr/>
            <p:nvPr/>
          </p:nvGrpSpPr>
          <p:grpSpPr>
            <a:xfrm>
              <a:off x="4771663" y="1876896"/>
              <a:ext cx="108651" cy="100447"/>
              <a:chOff x="4771663" y="1876896"/>
              <a:chExt cx="108651" cy="100447"/>
            </a:xfrm>
          </p:grpSpPr>
          <p:sp>
            <p:nvSpPr>
              <p:cNvPr id="14647" name="Google Shape;14647;p13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3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3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3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51" name="Google Shape;14651;p135"/>
          <p:cNvGrpSpPr/>
          <p:nvPr/>
        </p:nvGrpSpPr>
        <p:grpSpPr>
          <a:xfrm>
            <a:off x="4008774" y="1854164"/>
            <a:ext cx="791287" cy="720350"/>
            <a:chOff x="267375" y="1071875"/>
            <a:chExt cx="470500" cy="428550"/>
          </a:xfrm>
        </p:grpSpPr>
        <p:sp>
          <p:nvSpPr>
            <p:cNvPr id="14652" name="Google Shape;14652;p13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3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3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3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3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3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3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3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135"/>
          <p:cNvGrpSpPr/>
          <p:nvPr/>
        </p:nvGrpSpPr>
        <p:grpSpPr>
          <a:xfrm>
            <a:off x="709269" y="3498794"/>
            <a:ext cx="1408444" cy="673166"/>
            <a:chOff x="712664" y="3693287"/>
            <a:chExt cx="1460738" cy="698160"/>
          </a:xfrm>
        </p:grpSpPr>
        <p:grpSp>
          <p:nvGrpSpPr>
            <p:cNvPr id="14661" name="Google Shape;14661;p135"/>
            <p:cNvGrpSpPr/>
            <p:nvPr/>
          </p:nvGrpSpPr>
          <p:grpSpPr>
            <a:xfrm>
              <a:off x="1380079" y="4133090"/>
              <a:ext cx="234048" cy="258099"/>
              <a:chOff x="1380079" y="4133090"/>
              <a:chExt cx="234048" cy="258099"/>
            </a:xfrm>
          </p:grpSpPr>
          <p:sp>
            <p:nvSpPr>
              <p:cNvPr id="14662" name="Google Shape;14662;p13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3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3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135"/>
            <p:cNvGrpSpPr/>
            <p:nvPr/>
          </p:nvGrpSpPr>
          <p:grpSpPr>
            <a:xfrm>
              <a:off x="884610" y="3864082"/>
              <a:ext cx="1118566" cy="527275"/>
              <a:chOff x="890961" y="3865463"/>
              <a:chExt cx="1115221" cy="525698"/>
            </a:xfrm>
          </p:grpSpPr>
          <p:sp>
            <p:nvSpPr>
              <p:cNvPr id="14666" name="Google Shape;14666;p13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3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3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135"/>
            <p:cNvGrpSpPr/>
            <p:nvPr/>
          </p:nvGrpSpPr>
          <p:grpSpPr>
            <a:xfrm>
              <a:off x="712664" y="3693287"/>
              <a:ext cx="1460738" cy="698160"/>
              <a:chOff x="712664" y="3693025"/>
              <a:chExt cx="1460738" cy="698160"/>
            </a:xfrm>
          </p:grpSpPr>
          <p:sp>
            <p:nvSpPr>
              <p:cNvPr id="14670" name="Google Shape;14670;p13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3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3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3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3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3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6" name="Google Shape;14676;p135"/>
          <p:cNvGrpSpPr/>
          <p:nvPr/>
        </p:nvGrpSpPr>
        <p:grpSpPr>
          <a:xfrm>
            <a:off x="3146985" y="970941"/>
            <a:ext cx="795485" cy="738831"/>
            <a:chOff x="3348603" y="1236445"/>
            <a:chExt cx="749256" cy="695894"/>
          </a:xfrm>
        </p:grpSpPr>
        <p:grpSp>
          <p:nvGrpSpPr>
            <p:cNvPr id="14677" name="Google Shape;14677;p135"/>
            <p:cNvGrpSpPr/>
            <p:nvPr/>
          </p:nvGrpSpPr>
          <p:grpSpPr>
            <a:xfrm>
              <a:off x="3583779" y="1236445"/>
              <a:ext cx="293795" cy="285811"/>
              <a:chOff x="3750225" y="1774000"/>
              <a:chExt cx="149575" cy="145525"/>
            </a:xfrm>
          </p:grpSpPr>
          <p:sp>
            <p:nvSpPr>
              <p:cNvPr id="14678" name="Google Shape;14678;p13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3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135"/>
            <p:cNvGrpSpPr/>
            <p:nvPr/>
          </p:nvGrpSpPr>
          <p:grpSpPr>
            <a:xfrm>
              <a:off x="3775534" y="1462599"/>
              <a:ext cx="322325" cy="285958"/>
              <a:chOff x="3847850" y="1889150"/>
              <a:chExt cx="164100" cy="145600"/>
            </a:xfrm>
          </p:grpSpPr>
          <p:sp>
            <p:nvSpPr>
              <p:cNvPr id="14681" name="Google Shape;14681;p13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3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135"/>
            <p:cNvGrpSpPr/>
            <p:nvPr/>
          </p:nvGrpSpPr>
          <p:grpSpPr>
            <a:xfrm>
              <a:off x="3545329" y="1646528"/>
              <a:ext cx="293746" cy="285811"/>
              <a:chOff x="3730650" y="1982800"/>
              <a:chExt cx="149550" cy="145525"/>
            </a:xfrm>
          </p:grpSpPr>
          <p:sp>
            <p:nvSpPr>
              <p:cNvPr id="14684" name="Google Shape;14684;p13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3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135"/>
            <p:cNvGrpSpPr/>
            <p:nvPr/>
          </p:nvGrpSpPr>
          <p:grpSpPr>
            <a:xfrm>
              <a:off x="3348603" y="1415046"/>
              <a:ext cx="294384" cy="284387"/>
              <a:chOff x="3630494" y="1864938"/>
              <a:chExt cx="149875" cy="144800"/>
            </a:xfrm>
          </p:grpSpPr>
          <p:sp>
            <p:nvSpPr>
              <p:cNvPr id="14687" name="Google Shape;14687;p13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3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9" name="Google Shape;14689;p135"/>
          <p:cNvGrpSpPr/>
          <p:nvPr/>
        </p:nvGrpSpPr>
        <p:grpSpPr>
          <a:xfrm>
            <a:off x="2268512" y="3493837"/>
            <a:ext cx="1324924" cy="678083"/>
            <a:chOff x="2413923" y="3711366"/>
            <a:chExt cx="1374117" cy="703260"/>
          </a:xfrm>
        </p:grpSpPr>
        <p:grpSp>
          <p:nvGrpSpPr>
            <p:cNvPr id="14690" name="Google Shape;14690;p135"/>
            <p:cNvGrpSpPr/>
            <p:nvPr/>
          </p:nvGrpSpPr>
          <p:grpSpPr>
            <a:xfrm>
              <a:off x="2413923" y="3711366"/>
              <a:ext cx="1374117" cy="703260"/>
              <a:chOff x="2413923" y="3711366"/>
              <a:chExt cx="1374117" cy="703260"/>
            </a:xfrm>
          </p:grpSpPr>
          <p:sp>
            <p:nvSpPr>
              <p:cNvPr id="14691" name="Google Shape;14691;p13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2" name="Google Shape;14692;p135"/>
              <p:cNvGrpSpPr/>
              <p:nvPr/>
            </p:nvGrpSpPr>
            <p:grpSpPr>
              <a:xfrm>
                <a:off x="2600284" y="3808654"/>
                <a:ext cx="234506" cy="138009"/>
                <a:chOff x="2600284" y="3808654"/>
                <a:chExt cx="234506" cy="138009"/>
              </a:xfrm>
            </p:grpSpPr>
            <p:sp>
              <p:nvSpPr>
                <p:cNvPr id="14693" name="Google Shape;14693;p13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94" name="Google Shape;14694;p13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695" name="Google Shape;14695;p135"/>
              <p:cNvGrpSpPr/>
              <p:nvPr/>
            </p:nvGrpSpPr>
            <p:grpSpPr>
              <a:xfrm>
                <a:off x="3359659" y="3805664"/>
                <a:ext cx="232294" cy="141000"/>
                <a:chOff x="3359659" y="3805664"/>
                <a:chExt cx="232294" cy="141000"/>
              </a:xfrm>
            </p:grpSpPr>
            <p:sp>
              <p:nvSpPr>
                <p:cNvPr id="14696" name="Google Shape;14696;p13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97" name="Google Shape;14697;p13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698" name="Google Shape;14698;p135"/>
              <p:cNvGrpSpPr/>
              <p:nvPr/>
            </p:nvGrpSpPr>
            <p:grpSpPr>
              <a:xfrm>
                <a:off x="3067316" y="3711366"/>
                <a:ext cx="66900" cy="166809"/>
                <a:chOff x="3067316" y="3711366"/>
                <a:chExt cx="66900" cy="166809"/>
              </a:xfrm>
            </p:grpSpPr>
            <p:sp>
              <p:nvSpPr>
                <p:cNvPr id="14699" name="Google Shape;14699;p13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00" name="Google Shape;14700;p13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701" name="Google Shape;14701;p135"/>
              <p:cNvGrpSpPr/>
              <p:nvPr/>
            </p:nvGrpSpPr>
            <p:grpSpPr>
              <a:xfrm>
                <a:off x="2413923" y="4058666"/>
                <a:ext cx="224119" cy="66900"/>
                <a:chOff x="2413923" y="4058666"/>
                <a:chExt cx="224119" cy="66900"/>
              </a:xfrm>
            </p:grpSpPr>
            <p:sp>
              <p:nvSpPr>
                <p:cNvPr id="14702" name="Google Shape;14702;p13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03" name="Google Shape;14703;p13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704" name="Google Shape;14704;p135"/>
              <p:cNvGrpSpPr/>
              <p:nvPr/>
            </p:nvGrpSpPr>
            <p:grpSpPr>
              <a:xfrm>
                <a:off x="3564643" y="4058666"/>
                <a:ext cx="223397" cy="66900"/>
                <a:chOff x="3564643" y="4058666"/>
                <a:chExt cx="223397" cy="66900"/>
              </a:xfrm>
            </p:grpSpPr>
            <p:sp>
              <p:nvSpPr>
                <p:cNvPr id="14705" name="Google Shape;14705;p13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06" name="Google Shape;14706;p13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4707" name="Google Shape;14707;p135"/>
            <p:cNvGrpSpPr/>
            <p:nvPr/>
          </p:nvGrpSpPr>
          <p:grpSpPr>
            <a:xfrm>
              <a:off x="2633353" y="3965763"/>
              <a:ext cx="933975" cy="445687"/>
              <a:chOff x="2633353" y="3965763"/>
              <a:chExt cx="933975" cy="445687"/>
            </a:xfrm>
          </p:grpSpPr>
          <p:sp>
            <p:nvSpPr>
              <p:cNvPr id="14708" name="Google Shape;14708;p13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3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10" name="Google Shape;14710;p135"/>
          <p:cNvGrpSpPr/>
          <p:nvPr/>
        </p:nvGrpSpPr>
        <p:grpSpPr>
          <a:xfrm>
            <a:off x="6392784" y="1044384"/>
            <a:ext cx="1131087" cy="587383"/>
            <a:chOff x="238125" y="999450"/>
            <a:chExt cx="7140700" cy="3708225"/>
          </a:xfrm>
        </p:grpSpPr>
        <p:sp>
          <p:nvSpPr>
            <p:cNvPr id="14711" name="Google Shape;14711;p13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3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3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3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3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3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3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3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3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0" name="Google Shape;14720;p135"/>
          <p:cNvGrpSpPr/>
          <p:nvPr/>
        </p:nvGrpSpPr>
        <p:grpSpPr>
          <a:xfrm>
            <a:off x="3744234" y="3493879"/>
            <a:ext cx="1375854" cy="678131"/>
            <a:chOff x="3913765" y="3641905"/>
            <a:chExt cx="1522805" cy="750560"/>
          </a:xfrm>
        </p:grpSpPr>
        <p:grpSp>
          <p:nvGrpSpPr>
            <p:cNvPr id="14721" name="Google Shape;14721;p135"/>
            <p:cNvGrpSpPr/>
            <p:nvPr/>
          </p:nvGrpSpPr>
          <p:grpSpPr>
            <a:xfrm>
              <a:off x="3913765" y="3997002"/>
              <a:ext cx="1522805" cy="395463"/>
              <a:chOff x="3913765" y="3997002"/>
              <a:chExt cx="1522805" cy="395463"/>
            </a:xfrm>
          </p:grpSpPr>
          <p:grpSp>
            <p:nvGrpSpPr>
              <p:cNvPr id="14722" name="Google Shape;14722;p135"/>
              <p:cNvGrpSpPr/>
              <p:nvPr/>
            </p:nvGrpSpPr>
            <p:grpSpPr>
              <a:xfrm>
                <a:off x="3913765" y="4138659"/>
                <a:ext cx="507602" cy="253806"/>
                <a:chOff x="3913765" y="4138659"/>
                <a:chExt cx="507602" cy="253806"/>
              </a:xfrm>
            </p:grpSpPr>
            <p:sp>
              <p:nvSpPr>
                <p:cNvPr id="14723" name="Google Shape;14723;p13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3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4725" name="Google Shape;14725;p135"/>
              <p:cNvGrpSpPr/>
              <p:nvPr/>
            </p:nvGrpSpPr>
            <p:grpSpPr>
              <a:xfrm>
                <a:off x="4421361" y="3997002"/>
                <a:ext cx="507618" cy="395463"/>
                <a:chOff x="4421361" y="3997002"/>
                <a:chExt cx="507618" cy="395463"/>
              </a:xfrm>
            </p:grpSpPr>
            <p:sp>
              <p:nvSpPr>
                <p:cNvPr id="14726" name="Google Shape;14726;p13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3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135"/>
              <p:cNvGrpSpPr/>
              <p:nvPr/>
            </p:nvGrpSpPr>
            <p:grpSpPr>
              <a:xfrm>
                <a:off x="4928973" y="4189418"/>
                <a:ext cx="507596" cy="203047"/>
                <a:chOff x="4928973" y="4189418"/>
                <a:chExt cx="507596" cy="203047"/>
              </a:xfrm>
            </p:grpSpPr>
            <p:sp>
              <p:nvSpPr>
                <p:cNvPr id="14729" name="Google Shape;14729;p13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3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1" name="Google Shape;14731;p135"/>
            <p:cNvGrpSpPr/>
            <p:nvPr/>
          </p:nvGrpSpPr>
          <p:grpSpPr>
            <a:xfrm>
              <a:off x="4482186" y="3641905"/>
              <a:ext cx="397605" cy="349784"/>
              <a:chOff x="2906375" y="1159725"/>
              <a:chExt cx="1860575" cy="1636800"/>
            </a:xfrm>
          </p:grpSpPr>
          <p:sp>
            <p:nvSpPr>
              <p:cNvPr id="14732" name="Google Shape;14732;p13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3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3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3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6" name="Google Shape;14736;p135"/>
          <p:cNvGrpSpPr/>
          <p:nvPr/>
        </p:nvGrpSpPr>
        <p:grpSpPr>
          <a:xfrm>
            <a:off x="6528943" y="1853805"/>
            <a:ext cx="940737" cy="721067"/>
            <a:chOff x="6599718" y="2068734"/>
            <a:chExt cx="940737" cy="721067"/>
          </a:xfrm>
        </p:grpSpPr>
        <p:sp>
          <p:nvSpPr>
            <p:cNvPr id="14737" name="Google Shape;14737;p13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3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3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3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3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3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3" name="Google Shape;14743;p135"/>
            <p:cNvGrpSpPr/>
            <p:nvPr/>
          </p:nvGrpSpPr>
          <p:grpSpPr>
            <a:xfrm>
              <a:off x="6836957" y="2068734"/>
              <a:ext cx="461892" cy="721067"/>
              <a:chOff x="6836957" y="2068734"/>
              <a:chExt cx="461892" cy="721067"/>
            </a:xfrm>
          </p:grpSpPr>
          <p:sp>
            <p:nvSpPr>
              <p:cNvPr id="14744" name="Google Shape;14744;p13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3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3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3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3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3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0" name="Google Shape;14750;p135"/>
              <p:cNvGrpSpPr/>
              <p:nvPr/>
            </p:nvGrpSpPr>
            <p:grpSpPr>
              <a:xfrm>
                <a:off x="6836957" y="2068734"/>
                <a:ext cx="461892" cy="721067"/>
                <a:chOff x="6836957" y="2068734"/>
                <a:chExt cx="461892" cy="721067"/>
              </a:xfrm>
            </p:grpSpPr>
            <p:sp>
              <p:nvSpPr>
                <p:cNvPr id="14751" name="Google Shape;14751;p13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3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3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3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13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13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3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758" name="Google Shape;14758;p135"/>
          <p:cNvGrpSpPr/>
          <p:nvPr/>
        </p:nvGrpSpPr>
        <p:grpSpPr>
          <a:xfrm>
            <a:off x="2412262" y="1858152"/>
            <a:ext cx="712577" cy="712374"/>
            <a:chOff x="2559249" y="2069323"/>
            <a:chExt cx="685566" cy="685634"/>
          </a:xfrm>
        </p:grpSpPr>
        <p:sp>
          <p:nvSpPr>
            <p:cNvPr id="14759" name="Google Shape;14759;p13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3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3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3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3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3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3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3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3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3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3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3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3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135"/>
          <p:cNvGrpSpPr/>
          <p:nvPr/>
        </p:nvGrpSpPr>
        <p:grpSpPr>
          <a:xfrm>
            <a:off x="7594699" y="970941"/>
            <a:ext cx="845645" cy="711911"/>
            <a:chOff x="951975" y="315800"/>
            <a:chExt cx="5860325" cy="4933550"/>
          </a:xfrm>
        </p:grpSpPr>
        <p:sp>
          <p:nvSpPr>
            <p:cNvPr id="14773" name="Google Shape;14773;p13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3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3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13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13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3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3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3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135"/>
          <p:cNvGrpSpPr/>
          <p:nvPr/>
        </p:nvGrpSpPr>
        <p:grpSpPr>
          <a:xfrm>
            <a:off x="3691828" y="2707050"/>
            <a:ext cx="1617932" cy="621724"/>
            <a:chOff x="3862800" y="3038525"/>
            <a:chExt cx="1329006" cy="510698"/>
          </a:xfrm>
        </p:grpSpPr>
        <p:sp>
          <p:nvSpPr>
            <p:cNvPr id="14782" name="Google Shape;14782;p13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3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4" name="Google Shape;14784;p135"/>
            <p:cNvGrpSpPr/>
            <p:nvPr/>
          </p:nvGrpSpPr>
          <p:grpSpPr>
            <a:xfrm>
              <a:off x="3967075" y="3040337"/>
              <a:ext cx="1019927" cy="402126"/>
              <a:chOff x="3967075" y="3040337"/>
              <a:chExt cx="1019927" cy="402126"/>
            </a:xfrm>
          </p:grpSpPr>
          <p:sp>
            <p:nvSpPr>
              <p:cNvPr id="14785" name="Google Shape;14785;p13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3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135"/>
            <p:cNvGrpSpPr/>
            <p:nvPr/>
          </p:nvGrpSpPr>
          <p:grpSpPr>
            <a:xfrm>
              <a:off x="4186700" y="3040337"/>
              <a:ext cx="390475" cy="183289"/>
              <a:chOff x="4186700" y="3040337"/>
              <a:chExt cx="390475" cy="183289"/>
            </a:xfrm>
          </p:grpSpPr>
          <p:sp>
            <p:nvSpPr>
              <p:cNvPr id="14788" name="Google Shape;14788;p13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3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0" name="Google Shape;14790;p135"/>
            <p:cNvGrpSpPr/>
            <p:nvPr/>
          </p:nvGrpSpPr>
          <p:grpSpPr>
            <a:xfrm>
              <a:off x="4073727" y="3040337"/>
              <a:ext cx="697794" cy="296263"/>
              <a:chOff x="4073727" y="3040337"/>
              <a:chExt cx="697794" cy="296263"/>
            </a:xfrm>
          </p:grpSpPr>
          <p:sp>
            <p:nvSpPr>
              <p:cNvPr id="14791" name="Google Shape;14791;p13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3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135"/>
            <p:cNvGrpSpPr/>
            <p:nvPr/>
          </p:nvGrpSpPr>
          <p:grpSpPr>
            <a:xfrm>
              <a:off x="3862800" y="3038525"/>
              <a:ext cx="1329006" cy="510698"/>
              <a:chOff x="3862800" y="3038525"/>
              <a:chExt cx="1329006" cy="510698"/>
            </a:xfrm>
          </p:grpSpPr>
          <p:sp>
            <p:nvSpPr>
              <p:cNvPr id="14794" name="Google Shape;14794;p13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3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96" name="Google Shape;14796;p135"/>
          <p:cNvGrpSpPr/>
          <p:nvPr/>
        </p:nvGrpSpPr>
        <p:grpSpPr>
          <a:xfrm>
            <a:off x="700150" y="970941"/>
            <a:ext cx="883205" cy="775176"/>
            <a:chOff x="649648" y="271400"/>
            <a:chExt cx="6215377" cy="5455143"/>
          </a:xfrm>
        </p:grpSpPr>
        <p:sp>
          <p:nvSpPr>
            <p:cNvPr id="14797" name="Google Shape;14797;p13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3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3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3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3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3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3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3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3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3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3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3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9" name="Google Shape;14809;p135"/>
          <p:cNvGrpSpPr/>
          <p:nvPr/>
        </p:nvGrpSpPr>
        <p:grpSpPr>
          <a:xfrm>
            <a:off x="2308452" y="970941"/>
            <a:ext cx="767704" cy="815489"/>
            <a:chOff x="2499700" y="1135950"/>
            <a:chExt cx="732402" cy="777990"/>
          </a:xfrm>
        </p:grpSpPr>
        <p:grpSp>
          <p:nvGrpSpPr>
            <p:cNvPr id="14810" name="Google Shape;14810;p135"/>
            <p:cNvGrpSpPr/>
            <p:nvPr/>
          </p:nvGrpSpPr>
          <p:grpSpPr>
            <a:xfrm>
              <a:off x="2499700" y="1135950"/>
              <a:ext cx="732402" cy="694705"/>
              <a:chOff x="2499700" y="1135950"/>
              <a:chExt cx="732402" cy="694705"/>
            </a:xfrm>
          </p:grpSpPr>
          <p:sp>
            <p:nvSpPr>
              <p:cNvPr id="14811" name="Google Shape;14811;p13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13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3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3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3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3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3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3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3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3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3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3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3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3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3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3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3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3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3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3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3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3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3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3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3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3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3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135"/>
            <p:cNvGrpSpPr/>
            <p:nvPr/>
          </p:nvGrpSpPr>
          <p:grpSpPr>
            <a:xfrm>
              <a:off x="2517909" y="1188726"/>
              <a:ext cx="702702" cy="725214"/>
              <a:chOff x="2517909" y="1188726"/>
              <a:chExt cx="702702" cy="725214"/>
            </a:xfrm>
          </p:grpSpPr>
          <p:sp>
            <p:nvSpPr>
              <p:cNvPr id="14839" name="Google Shape;14839;p13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3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3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3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3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44" name="Google Shape;14844;p135"/>
          <p:cNvGrpSpPr/>
          <p:nvPr/>
        </p:nvGrpSpPr>
        <p:grpSpPr>
          <a:xfrm>
            <a:off x="1654184" y="970941"/>
            <a:ext cx="583439" cy="870229"/>
            <a:chOff x="1716825" y="1121550"/>
            <a:chExt cx="622800" cy="928938"/>
          </a:xfrm>
        </p:grpSpPr>
        <p:grpSp>
          <p:nvGrpSpPr>
            <p:cNvPr id="14845" name="Google Shape;14845;p135"/>
            <p:cNvGrpSpPr/>
            <p:nvPr/>
          </p:nvGrpSpPr>
          <p:grpSpPr>
            <a:xfrm>
              <a:off x="1716825" y="1121550"/>
              <a:ext cx="622800" cy="928938"/>
              <a:chOff x="1716825" y="1121550"/>
              <a:chExt cx="622800" cy="928938"/>
            </a:xfrm>
          </p:grpSpPr>
          <p:cxnSp>
            <p:nvCxnSpPr>
              <p:cNvPr id="14846" name="Google Shape;14846;p13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4847" name="Google Shape;14847;p13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8" name="Google Shape;14848;p135"/>
            <p:cNvGrpSpPr/>
            <p:nvPr/>
          </p:nvGrpSpPr>
          <p:grpSpPr>
            <a:xfrm>
              <a:off x="1768050" y="1172775"/>
              <a:ext cx="520200" cy="832000"/>
              <a:chOff x="1768050" y="1172775"/>
              <a:chExt cx="520200" cy="832000"/>
            </a:xfrm>
          </p:grpSpPr>
          <p:cxnSp>
            <p:nvCxnSpPr>
              <p:cNvPr id="14849" name="Google Shape;14849;p13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4850" name="Google Shape;14850;p13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1" name="Google Shape;14851;p135"/>
            <p:cNvGrpSpPr/>
            <p:nvPr/>
          </p:nvGrpSpPr>
          <p:grpSpPr>
            <a:xfrm>
              <a:off x="1820100" y="1225475"/>
              <a:ext cx="416400" cy="729575"/>
              <a:chOff x="1820100" y="1225475"/>
              <a:chExt cx="416400" cy="729575"/>
            </a:xfrm>
          </p:grpSpPr>
          <p:cxnSp>
            <p:nvCxnSpPr>
              <p:cNvPr id="14852" name="Google Shape;14852;p13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4853" name="Google Shape;14853;p13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135"/>
            <p:cNvGrpSpPr/>
            <p:nvPr/>
          </p:nvGrpSpPr>
          <p:grpSpPr>
            <a:xfrm>
              <a:off x="1874250" y="1278825"/>
              <a:ext cx="308100" cy="605275"/>
              <a:chOff x="1874250" y="1278825"/>
              <a:chExt cx="308100" cy="605275"/>
            </a:xfrm>
          </p:grpSpPr>
          <p:cxnSp>
            <p:nvCxnSpPr>
              <p:cNvPr id="14855" name="Google Shape;14855;p13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4856" name="Google Shape;14856;p13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7" name="Google Shape;14857;p13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8" name="Google Shape;14858;p135"/>
          <p:cNvGrpSpPr/>
          <p:nvPr/>
        </p:nvGrpSpPr>
        <p:grpSpPr>
          <a:xfrm>
            <a:off x="1574007" y="1857263"/>
            <a:ext cx="739072" cy="714152"/>
            <a:chOff x="4334725" y="1355875"/>
            <a:chExt cx="3106650" cy="3001900"/>
          </a:xfrm>
        </p:grpSpPr>
        <p:grpSp>
          <p:nvGrpSpPr>
            <p:cNvPr id="14859" name="Google Shape;14859;p135"/>
            <p:cNvGrpSpPr/>
            <p:nvPr/>
          </p:nvGrpSpPr>
          <p:grpSpPr>
            <a:xfrm>
              <a:off x="4516050" y="1724875"/>
              <a:ext cx="2693725" cy="2632900"/>
              <a:chOff x="4516050" y="1724875"/>
              <a:chExt cx="2693725" cy="2632900"/>
            </a:xfrm>
          </p:grpSpPr>
          <p:sp>
            <p:nvSpPr>
              <p:cNvPr id="14860" name="Google Shape;14860;p13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3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3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135"/>
            <p:cNvGrpSpPr/>
            <p:nvPr/>
          </p:nvGrpSpPr>
          <p:grpSpPr>
            <a:xfrm>
              <a:off x="4334725" y="1355875"/>
              <a:ext cx="3106650" cy="2709650"/>
              <a:chOff x="4334725" y="1355875"/>
              <a:chExt cx="3106650" cy="2709650"/>
            </a:xfrm>
          </p:grpSpPr>
          <p:sp>
            <p:nvSpPr>
              <p:cNvPr id="14864" name="Google Shape;14864;p13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3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3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67" name="Google Shape;14867;p135"/>
          <p:cNvGrpSpPr/>
          <p:nvPr/>
        </p:nvGrpSpPr>
        <p:grpSpPr>
          <a:xfrm>
            <a:off x="7690956" y="3488034"/>
            <a:ext cx="312074" cy="684173"/>
            <a:chOff x="7645573" y="3754300"/>
            <a:chExt cx="293855" cy="644170"/>
          </a:xfrm>
        </p:grpSpPr>
        <p:sp>
          <p:nvSpPr>
            <p:cNvPr id="14868" name="Google Shape;14868;p13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3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135"/>
          <p:cNvGrpSpPr/>
          <p:nvPr/>
        </p:nvGrpSpPr>
        <p:grpSpPr>
          <a:xfrm>
            <a:off x="5612944" y="970941"/>
            <a:ext cx="709011" cy="739359"/>
            <a:chOff x="5830645" y="1256617"/>
            <a:chExt cx="530340" cy="553040"/>
          </a:xfrm>
        </p:grpSpPr>
        <p:grpSp>
          <p:nvGrpSpPr>
            <p:cNvPr id="14871" name="Google Shape;14871;p135"/>
            <p:cNvGrpSpPr/>
            <p:nvPr/>
          </p:nvGrpSpPr>
          <p:grpSpPr>
            <a:xfrm>
              <a:off x="5830645" y="1256617"/>
              <a:ext cx="259743" cy="269909"/>
              <a:chOff x="5830645" y="1256617"/>
              <a:chExt cx="259743" cy="269909"/>
            </a:xfrm>
          </p:grpSpPr>
          <p:sp>
            <p:nvSpPr>
              <p:cNvPr id="14872" name="Google Shape;14872;p13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3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135"/>
            <p:cNvGrpSpPr/>
            <p:nvPr/>
          </p:nvGrpSpPr>
          <p:grpSpPr>
            <a:xfrm>
              <a:off x="6101293" y="1256617"/>
              <a:ext cx="259692" cy="269909"/>
              <a:chOff x="6101293" y="1256617"/>
              <a:chExt cx="259692" cy="269909"/>
            </a:xfrm>
          </p:grpSpPr>
          <p:sp>
            <p:nvSpPr>
              <p:cNvPr id="14875" name="Google Shape;14875;p13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3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135"/>
            <p:cNvGrpSpPr/>
            <p:nvPr/>
          </p:nvGrpSpPr>
          <p:grpSpPr>
            <a:xfrm>
              <a:off x="5830645" y="1539749"/>
              <a:ext cx="259692" cy="269909"/>
              <a:chOff x="5830645" y="1539749"/>
              <a:chExt cx="259692" cy="269909"/>
            </a:xfrm>
          </p:grpSpPr>
          <p:sp>
            <p:nvSpPr>
              <p:cNvPr id="14878" name="Google Shape;14878;p13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3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135"/>
            <p:cNvGrpSpPr/>
            <p:nvPr/>
          </p:nvGrpSpPr>
          <p:grpSpPr>
            <a:xfrm>
              <a:off x="6101293" y="1539749"/>
              <a:ext cx="259692" cy="269909"/>
              <a:chOff x="6101293" y="1539749"/>
              <a:chExt cx="259692" cy="269909"/>
            </a:xfrm>
          </p:grpSpPr>
          <p:sp>
            <p:nvSpPr>
              <p:cNvPr id="14881" name="Google Shape;14881;p13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13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3" name="Google Shape;14883;p13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4" name="Google Shape;14884;p135"/>
          <p:cNvGrpSpPr/>
          <p:nvPr/>
        </p:nvGrpSpPr>
        <p:grpSpPr>
          <a:xfrm>
            <a:off x="714438" y="2707057"/>
            <a:ext cx="1452955" cy="621360"/>
            <a:chOff x="732422" y="2990152"/>
            <a:chExt cx="1337773" cy="572102"/>
          </a:xfrm>
        </p:grpSpPr>
        <p:sp>
          <p:nvSpPr>
            <p:cNvPr id="14885" name="Google Shape;14885;p13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3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3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3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3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3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94" name="Shape 14894"/>
        <p:cNvGrpSpPr/>
        <p:nvPr/>
      </p:nvGrpSpPr>
      <p:grpSpPr>
        <a:xfrm>
          <a:off x="0" y="0"/>
          <a:ext cx="0" cy="0"/>
          <a:chOff x="0" y="0"/>
          <a:chExt cx="0" cy="0"/>
        </a:xfrm>
      </p:grpSpPr>
      <p:grpSp>
        <p:nvGrpSpPr>
          <p:cNvPr id="14895" name="Google Shape;14895;p136"/>
          <p:cNvGrpSpPr/>
          <p:nvPr/>
        </p:nvGrpSpPr>
        <p:grpSpPr>
          <a:xfrm>
            <a:off x="708575" y="965865"/>
            <a:ext cx="1636117" cy="1526144"/>
            <a:chOff x="729238" y="1179665"/>
            <a:chExt cx="1636117" cy="1526144"/>
          </a:xfrm>
        </p:grpSpPr>
        <p:grpSp>
          <p:nvGrpSpPr>
            <p:cNvPr id="14896" name="Google Shape;14896;p136"/>
            <p:cNvGrpSpPr/>
            <p:nvPr/>
          </p:nvGrpSpPr>
          <p:grpSpPr>
            <a:xfrm>
              <a:off x="729238" y="1179665"/>
              <a:ext cx="80700" cy="1526144"/>
              <a:chOff x="729238" y="1179665"/>
              <a:chExt cx="80700" cy="1526144"/>
            </a:xfrm>
          </p:grpSpPr>
          <p:sp>
            <p:nvSpPr>
              <p:cNvPr id="14897" name="Google Shape;14897;p13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3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3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3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3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3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3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3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3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3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136"/>
            <p:cNvGrpSpPr/>
            <p:nvPr/>
          </p:nvGrpSpPr>
          <p:grpSpPr>
            <a:xfrm>
              <a:off x="903098" y="1179665"/>
              <a:ext cx="80700" cy="1526144"/>
              <a:chOff x="903098" y="1179665"/>
              <a:chExt cx="80700" cy="1526144"/>
            </a:xfrm>
          </p:grpSpPr>
          <p:sp>
            <p:nvSpPr>
              <p:cNvPr id="14908" name="Google Shape;14908;p13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3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3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3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3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3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3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3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3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3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8" name="Google Shape;14918;p136"/>
            <p:cNvGrpSpPr/>
            <p:nvPr/>
          </p:nvGrpSpPr>
          <p:grpSpPr>
            <a:xfrm>
              <a:off x="1076958" y="1179665"/>
              <a:ext cx="80700" cy="1526144"/>
              <a:chOff x="1076958" y="1179665"/>
              <a:chExt cx="80700" cy="1526144"/>
            </a:xfrm>
          </p:grpSpPr>
          <p:sp>
            <p:nvSpPr>
              <p:cNvPr id="14919" name="Google Shape;14919;p13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3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3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3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3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3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3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3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3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3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136"/>
            <p:cNvGrpSpPr/>
            <p:nvPr/>
          </p:nvGrpSpPr>
          <p:grpSpPr>
            <a:xfrm>
              <a:off x="1247707" y="1179665"/>
              <a:ext cx="80700" cy="1526144"/>
              <a:chOff x="1247707" y="1179665"/>
              <a:chExt cx="80700" cy="1526144"/>
            </a:xfrm>
          </p:grpSpPr>
          <p:sp>
            <p:nvSpPr>
              <p:cNvPr id="14930" name="Google Shape;14930;p13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3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3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3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3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3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3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3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3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3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136"/>
            <p:cNvGrpSpPr/>
            <p:nvPr/>
          </p:nvGrpSpPr>
          <p:grpSpPr>
            <a:xfrm>
              <a:off x="1421567" y="1179665"/>
              <a:ext cx="80700" cy="1526144"/>
              <a:chOff x="1421567" y="1179665"/>
              <a:chExt cx="80700" cy="1526144"/>
            </a:xfrm>
          </p:grpSpPr>
          <p:sp>
            <p:nvSpPr>
              <p:cNvPr id="14941" name="Google Shape;14941;p13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3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3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3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3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3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3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3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3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3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136"/>
            <p:cNvGrpSpPr/>
            <p:nvPr/>
          </p:nvGrpSpPr>
          <p:grpSpPr>
            <a:xfrm>
              <a:off x="1592327" y="1179665"/>
              <a:ext cx="80700" cy="1526144"/>
              <a:chOff x="1592327" y="1179665"/>
              <a:chExt cx="80700" cy="1526144"/>
            </a:xfrm>
          </p:grpSpPr>
          <p:sp>
            <p:nvSpPr>
              <p:cNvPr id="14952" name="Google Shape;14952;p13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3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3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3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3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3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3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3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3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3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136"/>
            <p:cNvGrpSpPr/>
            <p:nvPr/>
          </p:nvGrpSpPr>
          <p:grpSpPr>
            <a:xfrm>
              <a:off x="1766187" y="1179665"/>
              <a:ext cx="80700" cy="1526144"/>
              <a:chOff x="1766187" y="1179665"/>
              <a:chExt cx="80700" cy="1526144"/>
            </a:xfrm>
          </p:grpSpPr>
          <p:sp>
            <p:nvSpPr>
              <p:cNvPr id="14963" name="Google Shape;14963;p13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3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3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3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3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3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3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3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3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3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136"/>
            <p:cNvGrpSpPr/>
            <p:nvPr/>
          </p:nvGrpSpPr>
          <p:grpSpPr>
            <a:xfrm>
              <a:off x="1936935" y="1179665"/>
              <a:ext cx="80700" cy="1526144"/>
              <a:chOff x="1936935" y="1179665"/>
              <a:chExt cx="80700" cy="1526144"/>
            </a:xfrm>
          </p:grpSpPr>
          <p:sp>
            <p:nvSpPr>
              <p:cNvPr id="14974" name="Google Shape;14974;p13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3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3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3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3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3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3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3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3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3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4" name="Google Shape;14984;p136"/>
            <p:cNvGrpSpPr/>
            <p:nvPr/>
          </p:nvGrpSpPr>
          <p:grpSpPr>
            <a:xfrm>
              <a:off x="2110795" y="1179665"/>
              <a:ext cx="80700" cy="1526144"/>
              <a:chOff x="2110795" y="1179665"/>
              <a:chExt cx="80700" cy="1526144"/>
            </a:xfrm>
          </p:grpSpPr>
          <p:sp>
            <p:nvSpPr>
              <p:cNvPr id="14985" name="Google Shape;14985;p13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3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3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3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3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3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3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3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3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3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136"/>
            <p:cNvGrpSpPr/>
            <p:nvPr/>
          </p:nvGrpSpPr>
          <p:grpSpPr>
            <a:xfrm>
              <a:off x="2284655" y="1179665"/>
              <a:ext cx="80700" cy="1526144"/>
              <a:chOff x="2284655" y="1179665"/>
              <a:chExt cx="80700" cy="1526144"/>
            </a:xfrm>
          </p:grpSpPr>
          <p:sp>
            <p:nvSpPr>
              <p:cNvPr id="14996" name="Google Shape;14996;p13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3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3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3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3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13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3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3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3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3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6" name="Google Shape;15006;p136"/>
          <p:cNvGrpSpPr/>
          <p:nvPr/>
        </p:nvGrpSpPr>
        <p:grpSpPr>
          <a:xfrm>
            <a:off x="2603242" y="985003"/>
            <a:ext cx="1364248" cy="1102133"/>
            <a:chOff x="2623904" y="1198803"/>
            <a:chExt cx="1364248" cy="1102133"/>
          </a:xfrm>
        </p:grpSpPr>
        <p:grpSp>
          <p:nvGrpSpPr>
            <p:cNvPr id="15007" name="Google Shape;15007;p136"/>
            <p:cNvGrpSpPr/>
            <p:nvPr/>
          </p:nvGrpSpPr>
          <p:grpSpPr>
            <a:xfrm>
              <a:off x="2623907" y="1198803"/>
              <a:ext cx="1364245" cy="273000"/>
              <a:chOff x="2623907" y="1198803"/>
              <a:chExt cx="1364245" cy="273000"/>
            </a:xfrm>
          </p:grpSpPr>
          <p:sp>
            <p:nvSpPr>
              <p:cNvPr id="15008" name="Google Shape;15008;p13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3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3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3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3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136"/>
            <p:cNvGrpSpPr/>
            <p:nvPr/>
          </p:nvGrpSpPr>
          <p:grpSpPr>
            <a:xfrm>
              <a:off x="2623904" y="1476964"/>
              <a:ext cx="1364245" cy="273000"/>
              <a:chOff x="2623904" y="1476964"/>
              <a:chExt cx="1364245" cy="273000"/>
            </a:xfrm>
          </p:grpSpPr>
          <p:sp>
            <p:nvSpPr>
              <p:cNvPr id="15014" name="Google Shape;15014;p13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3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3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3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3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136"/>
            <p:cNvGrpSpPr/>
            <p:nvPr/>
          </p:nvGrpSpPr>
          <p:grpSpPr>
            <a:xfrm>
              <a:off x="2623907" y="1749775"/>
              <a:ext cx="1364245" cy="273000"/>
              <a:chOff x="2623907" y="1749775"/>
              <a:chExt cx="1364245" cy="273000"/>
            </a:xfrm>
          </p:grpSpPr>
          <p:sp>
            <p:nvSpPr>
              <p:cNvPr id="15020" name="Google Shape;15020;p13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3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3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3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3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136"/>
            <p:cNvGrpSpPr/>
            <p:nvPr/>
          </p:nvGrpSpPr>
          <p:grpSpPr>
            <a:xfrm>
              <a:off x="2623904" y="2027936"/>
              <a:ext cx="1364245" cy="273000"/>
              <a:chOff x="2623904" y="2027936"/>
              <a:chExt cx="1364245" cy="273000"/>
            </a:xfrm>
          </p:grpSpPr>
          <p:sp>
            <p:nvSpPr>
              <p:cNvPr id="15026" name="Google Shape;15026;p13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3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3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3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3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31" name="Google Shape;15031;p136"/>
          <p:cNvGrpSpPr/>
          <p:nvPr/>
        </p:nvGrpSpPr>
        <p:grpSpPr>
          <a:xfrm>
            <a:off x="2592703" y="2444186"/>
            <a:ext cx="1387541" cy="159124"/>
            <a:chOff x="3200660" y="2180272"/>
            <a:chExt cx="2563824" cy="378237"/>
          </a:xfrm>
        </p:grpSpPr>
        <p:sp>
          <p:nvSpPr>
            <p:cNvPr id="15032" name="Google Shape;15032;p13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13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13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3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3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3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13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13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3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3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3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3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3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3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3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3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3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3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136"/>
          <p:cNvGrpSpPr/>
          <p:nvPr/>
        </p:nvGrpSpPr>
        <p:grpSpPr>
          <a:xfrm>
            <a:off x="2589227" y="2722011"/>
            <a:ext cx="1390502" cy="159625"/>
            <a:chOff x="3530150" y="2790075"/>
            <a:chExt cx="1962600" cy="225300"/>
          </a:xfrm>
        </p:grpSpPr>
        <p:sp>
          <p:nvSpPr>
            <p:cNvPr id="15051" name="Google Shape;15051;p13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3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136"/>
          <p:cNvGrpSpPr/>
          <p:nvPr/>
        </p:nvGrpSpPr>
        <p:grpSpPr>
          <a:xfrm>
            <a:off x="2589880" y="3000337"/>
            <a:ext cx="1411629" cy="153761"/>
            <a:chOff x="3558802" y="4011427"/>
            <a:chExt cx="1866000" cy="111300"/>
          </a:xfrm>
        </p:grpSpPr>
        <p:sp>
          <p:nvSpPr>
            <p:cNvPr id="15054" name="Google Shape;15054;p13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3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136"/>
          <p:cNvGrpSpPr/>
          <p:nvPr/>
        </p:nvGrpSpPr>
        <p:grpSpPr>
          <a:xfrm>
            <a:off x="2589573" y="2205736"/>
            <a:ext cx="1383503" cy="119749"/>
            <a:chOff x="3465975" y="2270276"/>
            <a:chExt cx="1986364" cy="171929"/>
          </a:xfrm>
        </p:grpSpPr>
        <p:sp>
          <p:nvSpPr>
            <p:cNvPr id="15057" name="Google Shape;15057;p13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3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3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3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3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3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3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3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5" name="Google Shape;15065;p136"/>
          <p:cNvGrpSpPr/>
          <p:nvPr/>
        </p:nvGrpSpPr>
        <p:grpSpPr>
          <a:xfrm>
            <a:off x="2600580" y="3569387"/>
            <a:ext cx="1369531" cy="195460"/>
            <a:chOff x="723300" y="4253549"/>
            <a:chExt cx="2276482" cy="324900"/>
          </a:xfrm>
        </p:grpSpPr>
        <p:sp>
          <p:nvSpPr>
            <p:cNvPr id="15066" name="Google Shape;15066;p13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3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3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3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3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136"/>
          <p:cNvGrpSpPr/>
          <p:nvPr/>
        </p:nvGrpSpPr>
        <p:grpSpPr>
          <a:xfrm>
            <a:off x="2590141" y="3270567"/>
            <a:ext cx="1389066" cy="180119"/>
            <a:chOff x="705948" y="3788465"/>
            <a:chExt cx="2308953" cy="299400"/>
          </a:xfrm>
        </p:grpSpPr>
        <p:sp>
          <p:nvSpPr>
            <p:cNvPr id="15072" name="Google Shape;15072;p13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3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3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3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3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136"/>
          <p:cNvGrpSpPr/>
          <p:nvPr/>
        </p:nvGrpSpPr>
        <p:grpSpPr>
          <a:xfrm>
            <a:off x="2638078" y="3883547"/>
            <a:ext cx="1304609" cy="294074"/>
            <a:chOff x="2658741" y="4097347"/>
            <a:chExt cx="1304609" cy="294074"/>
          </a:xfrm>
        </p:grpSpPr>
        <p:grpSp>
          <p:nvGrpSpPr>
            <p:cNvPr id="15078" name="Google Shape;15078;p136"/>
            <p:cNvGrpSpPr/>
            <p:nvPr/>
          </p:nvGrpSpPr>
          <p:grpSpPr>
            <a:xfrm>
              <a:off x="2658741" y="4097347"/>
              <a:ext cx="118572" cy="294074"/>
              <a:chOff x="3343310" y="4475555"/>
              <a:chExt cx="127717" cy="316753"/>
            </a:xfrm>
          </p:grpSpPr>
          <p:sp>
            <p:nvSpPr>
              <p:cNvPr id="15079" name="Google Shape;15079;p13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3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136"/>
            <p:cNvGrpSpPr/>
            <p:nvPr/>
          </p:nvGrpSpPr>
          <p:grpSpPr>
            <a:xfrm>
              <a:off x="3815519" y="4098388"/>
              <a:ext cx="147831" cy="291991"/>
              <a:chOff x="3527539" y="4476677"/>
              <a:chExt cx="159232" cy="314510"/>
            </a:xfrm>
          </p:grpSpPr>
          <p:sp>
            <p:nvSpPr>
              <p:cNvPr id="15082" name="Google Shape;15082;p13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3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136"/>
            <p:cNvGrpSpPr/>
            <p:nvPr/>
          </p:nvGrpSpPr>
          <p:grpSpPr>
            <a:xfrm>
              <a:off x="3511696" y="4098388"/>
              <a:ext cx="147831" cy="291991"/>
              <a:chOff x="3527539" y="4476677"/>
              <a:chExt cx="159232" cy="314510"/>
            </a:xfrm>
          </p:grpSpPr>
          <p:sp>
            <p:nvSpPr>
              <p:cNvPr id="15085" name="Google Shape;15085;p13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3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136"/>
            <p:cNvGrpSpPr/>
            <p:nvPr/>
          </p:nvGrpSpPr>
          <p:grpSpPr>
            <a:xfrm>
              <a:off x="3207874" y="4098388"/>
              <a:ext cx="147831" cy="291991"/>
              <a:chOff x="3527539" y="4476677"/>
              <a:chExt cx="159232" cy="314510"/>
            </a:xfrm>
          </p:grpSpPr>
          <p:sp>
            <p:nvSpPr>
              <p:cNvPr id="15088" name="Google Shape;15088;p13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3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136"/>
            <p:cNvGrpSpPr/>
            <p:nvPr/>
          </p:nvGrpSpPr>
          <p:grpSpPr>
            <a:xfrm>
              <a:off x="2933305" y="4097347"/>
              <a:ext cx="118572" cy="294074"/>
              <a:chOff x="3343310" y="4475555"/>
              <a:chExt cx="127717" cy="316753"/>
            </a:xfrm>
          </p:grpSpPr>
          <p:sp>
            <p:nvSpPr>
              <p:cNvPr id="15091" name="Google Shape;15091;p13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3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93" name="Google Shape;15093;p136"/>
          <p:cNvGrpSpPr/>
          <p:nvPr/>
        </p:nvGrpSpPr>
        <p:grpSpPr>
          <a:xfrm>
            <a:off x="4256908" y="1866669"/>
            <a:ext cx="1433821" cy="191501"/>
            <a:chOff x="4273350" y="2080469"/>
            <a:chExt cx="1433821" cy="191501"/>
          </a:xfrm>
        </p:grpSpPr>
        <p:grpSp>
          <p:nvGrpSpPr>
            <p:cNvPr id="15094" name="Google Shape;15094;p136"/>
            <p:cNvGrpSpPr/>
            <p:nvPr/>
          </p:nvGrpSpPr>
          <p:grpSpPr>
            <a:xfrm>
              <a:off x="4273350" y="2080469"/>
              <a:ext cx="1433821" cy="0"/>
              <a:chOff x="5224975" y="2962250"/>
              <a:chExt cx="1544400" cy="0"/>
            </a:xfrm>
          </p:grpSpPr>
          <p:cxnSp>
            <p:nvCxnSpPr>
              <p:cNvPr id="15095" name="Google Shape;15095;p13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5096" name="Google Shape;15096;p13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5097" name="Google Shape;15097;p136"/>
            <p:cNvGrpSpPr/>
            <p:nvPr/>
          </p:nvGrpSpPr>
          <p:grpSpPr>
            <a:xfrm>
              <a:off x="4273350" y="2271969"/>
              <a:ext cx="1433821" cy="0"/>
              <a:chOff x="5224975" y="2962250"/>
              <a:chExt cx="1544400" cy="0"/>
            </a:xfrm>
          </p:grpSpPr>
          <p:cxnSp>
            <p:nvCxnSpPr>
              <p:cNvPr id="15098" name="Google Shape;15098;p13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5099" name="Google Shape;15099;p13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5100" name="Google Shape;15100;p136"/>
          <p:cNvGrpSpPr/>
          <p:nvPr/>
        </p:nvGrpSpPr>
        <p:grpSpPr>
          <a:xfrm>
            <a:off x="4258463" y="969236"/>
            <a:ext cx="1430711" cy="743389"/>
            <a:chOff x="5159450" y="1919950"/>
            <a:chExt cx="1541050" cy="862500"/>
          </a:xfrm>
        </p:grpSpPr>
        <p:sp>
          <p:nvSpPr>
            <p:cNvPr id="15101" name="Google Shape;15101;p13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102" name="Google Shape;15102;p136"/>
            <p:cNvGrpSpPr/>
            <p:nvPr/>
          </p:nvGrpSpPr>
          <p:grpSpPr>
            <a:xfrm>
              <a:off x="5159450" y="1919950"/>
              <a:ext cx="1541050" cy="862500"/>
              <a:chOff x="5159450" y="1919950"/>
              <a:chExt cx="1541050" cy="862500"/>
            </a:xfrm>
          </p:grpSpPr>
          <p:cxnSp>
            <p:nvCxnSpPr>
              <p:cNvPr id="15103" name="Google Shape;15103;p13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104" name="Google Shape;15104;p13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105" name="Google Shape;15105;p136"/>
          <p:cNvGrpSpPr/>
          <p:nvPr/>
        </p:nvGrpSpPr>
        <p:grpSpPr>
          <a:xfrm>
            <a:off x="4248577" y="2192564"/>
            <a:ext cx="1450484" cy="1052087"/>
            <a:chOff x="5230575" y="1554475"/>
            <a:chExt cx="2137150" cy="1550150"/>
          </a:xfrm>
        </p:grpSpPr>
        <p:sp>
          <p:nvSpPr>
            <p:cNvPr id="15106" name="Google Shape;15106;p13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3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3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3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3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3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3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3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3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3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3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3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3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136"/>
          <p:cNvGrpSpPr/>
          <p:nvPr/>
        </p:nvGrpSpPr>
        <p:grpSpPr>
          <a:xfrm rot="10800000">
            <a:off x="4265127" y="3284753"/>
            <a:ext cx="1417383" cy="887946"/>
            <a:chOff x="5645403" y="2920021"/>
            <a:chExt cx="2650800" cy="2180614"/>
          </a:xfrm>
        </p:grpSpPr>
        <p:sp>
          <p:nvSpPr>
            <p:cNvPr id="15120" name="Google Shape;15120;p13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21" name="Google Shape;15121;p136"/>
            <p:cNvCxnSpPr>
              <a:stCxn id="1512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5122" name="Google Shape;15122;p13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23" name="Google Shape;15123;p136"/>
            <p:cNvCxnSpPr>
              <a:endCxn id="1512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5124" name="Google Shape;15124;p13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25" name="Google Shape;15125;p136"/>
            <p:cNvCxnSpPr>
              <a:stCxn id="1512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5126" name="Google Shape;15126;p13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27" name="Google Shape;15127;p136"/>
            <p:cNvCxnSpPr>
              <a:endCxn id="1512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5128" name="Google Shape;15128;p136"/>
          <p:cNvGrpSpPr/>
          <p:nvPr/>
        </p:nvGrpSpPr>
        <p:grpSpPr>
          <a:xfrm>
            <a:off x="7365487" y="2188108"/>
            <a:ext cx="1071743" cy="1021579"/>
            <a:chOff x="7189833" y="2022667"/>
            <a:chExt cx="1251159" cy="1192597"/>
          </a:xfrm>
        </p:grpSpPr>
        <p:sp>
          <p:nvSpPr>
            <p:cNvPr id="15129" name="Google Shape;15129;p13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3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3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3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136"/>
          <p:cNvGrpSpPr/>
          <p:nvPr/>
        </p:nvGrpSpPr>
        <p:grpSpPr>
          <a:xfrm>
            <a:off x="706758" y="2614515"/>
            <a:ext cx="1695374" cy="1560837"/>
            <a:chOff x="727421" y="2828315"/>
            <a:chExt cx="1695374" cy="1560837"/>
          </a:xfrm>
        </p:grpSpPr>
        <p:grpSp>
          <p:nvGrpSpPr>
            <p:cNvPr id="15134" name="Google Shape;15134;p136"/>
            <p:cNvGrpSpPr/>
            <p:nvPr/>
          </p:nvGrpSpPr>
          <p:grpSpPr>
            <a:xfrm>
              <a:off x="819108" y="2882501"/>
              <a:ext cx="103104" cy="1426186"/>
              <a:chOff x="4674013" y="3100904"/>
              <a:chExt cx="122758" cy="1698043"/>
            </a:xfrm>
          </p:grpSpPr>
          <p:sp>
            <p:nvSpPr>
              <p:cNvPr id="15135" name="Google Shape;15135;p13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3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3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3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3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3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3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136"/>
            <p:cNvGrpSpPr/>
            <p:nvPr/>
          </p:nvGrpSpPr>
          <p:grpSpPr>
            <a:xfrm>
              <a:off x="1062475" y="2882501"/>
              <a:ext cx="103104" cy="1426186"/>
              <a:chOff x="4940438" y="3100904"/>
              <a:chExt cx="122758" cy="1698043"/>
            </a:xfrm>
          </p:grpSpPr>
          <p:sp>
            <p:nvSpPr>
              <p:cNvPr id="15143" name="Google Shape;15143;p13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3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3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3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3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3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3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136"/>
            <p:cNvGrpSpPr/>
            <p:nvPr/>
          </p:nvGrpSpPr>
          <p:grpSpPr>
            <a:xfrm>
              <a:off x="1299324" y="2882501"/>
              <a:ext cx="103104" cy="1426186"/>
              <a:chOff x="5206863" y="3100904"/>
              <a:chExt cx="122758" cy="1698043"/>
            </a:xfrm>
          </p:grpSpPr>
          <p:sp>
            <p:nvSpPr>
              <p:cNvPr id="15151" name="Google Shape;15151;p13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3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3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3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3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3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13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136"/>
            <p:cNvGrpSpPr/>
            <p:nvPr/>
          </p:nvGrpSpPr>
          <p:grpSpPr>
            <a:xfrm>
              <a:off x="1786057" y="2882501"/>
              <a:ext cx="103104" cy="1426186"/>
              <a:chOff x="6006138" y="3143629"/>
              <a:chExt cx="122758" cy="1698043"/>
            </a:xfrm>
          </p:grpSpPr>
          <p:sp>
            <p:nvSpPr>
              <p:cNvPr id="15159" name="Google Shape;15159;p13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3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3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3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3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3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3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136"/>
            <p:cNvGrpSpPr/>
            <p:nvPr/>
          </p:nvGrpSpPr>
          <p:grpSpPr>
            <a:xfrm>
              <a:off x="2029422" y="2882501"/>
              <a:ext cx="103104" cy="1426186"/>
              <a:chOff x="6805413" y="3100904"/>
              <a:chExt cx="122758" cy="1698043"/>
            </a:xfrm>
          </p:grpSpPr>
          <p:sp>
            <p:nvSpPr>
              <p:cNvPr id="15167" name="Google Shape;15167;p13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3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3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3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3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13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3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136"/>
            <p:cNvGrpSpPr/>
            <p:nvPr/>
          </p:nvGrpSpPr>
          <p:grpSpPr>
            <a:xfrm>
              <a:off x="727421" y="2828315"/>
              <a:ext cx="1695374" cy="1560837"/>
              <a:chOff x="734799" y="2782450"/>
              <a:chExt cx="1571100" cy="1577400"/>
            </a:xfrm>
          </p:grpSpPr>
          <p:cxnSp>
            <p:nvCxnSpPr>
              <p:cNvPr id="15175" name="Google Shape;15175;p13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176" name="Google Shape;15176;p13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177" name="Google Shape;15177;p136"/>
            <p:cNvGrpSpPr/>
            <p:nvPr/>
          </p:nvGrpSpPr>
          <p:grpSpPr>
            <a:xfrm>
              <a:off x="2272795" y="2882501"/>
              <a:ext cx="103104" cy="1426186"/>
              <a:chOff x="5206863" y="3100904"/>
              <a:chExt cx="122758" cy="1698043"/>
            </a:xfrm>
          </p:grpSpPr>
          <p:sp>
            <p:nvSpPr>
              <p:cNvPr id="15178" name="Google Shape;15178;p13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3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3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3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3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3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3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136"/>
            <p:cNvGrpSpPr/>
            <p:nvPr/>
          </p:nvGrpSpPr>
          <p:grpSpPr>
            <a:xfrm>
              <a:off x="1542694" y="2882501"/>
              <a:ext cx="103104" cy="1426186"/>
              <a:chOff x="6006138" y="3143629"/>
              <a:chExt cx="122758" cy="1698043"/>
            </a:xfrm>
          </p:grpSpPr>
          <p:sp>
            <p:nvSpPr>
              <p:cNvPr id="15186" name="Google Shape;15186;p13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3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3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3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3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3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3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93" name="Google Shape;15193;p136"/>
          <p:cNvGrpSpPr/>
          <p:nvPr/>
        </p:nvGrpSpPr>
        <p:grpSpPr>
          <a:xfrm>
            <a:off x="5915338" y="2192087"/>
            <a:ext cx="1248543" cy="1025319"/>
            <a:chOff x="5183758" y="1210600"/>
            <a:chExt cx="3605380" cy="2960783"/>
          </a:xfrm>
        </p:grpSpPr>
        <p:sp>
          <p:nvSpPr>
            <p:cNvPr id="15194" name="Google Shape;15194;p13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3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3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3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98" name="Google Shape;15198;p13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5199" name="Google Shape;15199;p13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5200" name="Google Shape;15200;p13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5201" name="Google Shape;15201;p13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5202" name="Google Shape;15202;p13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3" name="Google Shape;15203;p136"/>
          <p:cNvGrpSpPr/>
          <p:nvPr/>
        </p:nvGrpSpPr>
        <p:grpSpPr>
          <a:xfrm>
            <a:off x="5772399" y="3330404"/>
            <a:ext cx="2664831" cy="843440"/>
            <a:chOff x="5916567" y="1099697"/>
            <a:chExt cx="2556683" cy="809211"/>
          </a:xfrm>
        </p:grpSpPr>
        <p:sp>
          <p:nvSpPr>
            <p:cNvPr id="15204" name="Google Shape;15204;p13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13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3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3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3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3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3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3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136"/>
          <p:cNvGrpSpPr/>
          <p:nvPr/>
        </p:nvGrpSpPr>
        <p:grpSpPr>
          <a:xfrm>
            <a:off x="5879940" y="979263"/>
            <a:ext cx="1299851" cy="1023338"/>
            <a:chOff x="5900602" y="1193063"/>
            <a:chExt cx="1299851" cy="1023338"/>
          </a:xfrm>
        </p:grpSpPr>
        <p:grpSp>
          <p:nvGrpSpPr>
            <p:cNvPr id="15213" name="Google Shape;15213;p136"/>
            <p:cNvGrpSpPr/>
            <p:nvPr/>
          </p:nvGrpSpPr>
          <p:grpSpPr>
            <a:xfrm>
              <a:off x="6743564" y="1193063"/>
              <a:ext cx="456889" cy="700379"/>
              <a:chOff x="6743564" y="1193063"/>
              <a:chExt cx="456889" cy="700379"/>
            </a:xfrm>
          </p:grpSpPr>
          <p:grpSp>
            <p:nvGrpSpPr>
              <p:cNvPr id="15214" name="Google Shape;15214;p136"/>
              <p:cNvGrpSpPr/>
              <p:nvPr/>
            </p:nvGrpSpPr>
            <p:grpSpPr>
              <a:xfrm>
                <a:off x="6743564" y="1690731"/>
                <a:ext cx="214402" cy="202710"/>
                <a:chOff x="6743564" y="1690731"/>
                <a:chExt cx="214402" cy="202710"/>
              </a:xfrm>
            </p:grpSpPr>
            <p:sp>
              <p:nvSpPr>
                <p:cNvPr id="15215" name="Google Shape;15215;p13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13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136"/>
              <p:cNvGrpSpPr/>
              <p:nvPr/>
            </p:nvGrpSpPr>
            <p:grpSpPr>
              <a:xfrm>
                <a:off x="6915505" y="1193063"/>
                <a:ext cx="284947" cy="589637"/>
                <a:chOff x="6915505" y="1193063"/>
                <a:chExt cx="284947" cy="589637"/>
              </a:xfrm>
            </p:grpSpPr>
            <p:sp>
              <p:nvSpPr>
                <p:cNvPr id="15218" name="Google Shape;15218;p13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19" name="Google Shape;15219;p13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5220" name="Google Shape;15220;p136"/>
            <p:cNvGrpSpPr/>
            <p:nvPr/>
          </p:nvGrpSpPr>
          <p:grpSpPr>
            <a:xfrm>
              <a:off x="6520337" y="1193063"/>
              <a:ext cx="341815" cy="801589"/>
              <a:chOff x="6520337" y="1193063"/>
              <a:chExt cx="341815" cy="801589"/>
            </a:xfrm>
          </p:grpSpPr>
          <p:grpSp>
            <p:nvGrpSpPr>
              <p:cNvPr id="15221" name="Google Shape;15221;p136"/>
              <p:cNvGrpSpPr/>
              <p:nvPr/>
            </p:nvGrpSpPr>
            <p:grpSpPr>
              <a:xfrm>
                <a:off x="6520337" y="1589527"/>
                <a:ext cx="213950" cy="405125"/>
                <a:chOff x="6520337" y="1589527"/>
                <a:chExt cx="213950" cy="405125"/>
              </a:xfrm>
            </p:grpSpPr>
            <p:sp>
              <p:nvSpPr>
                <p:cNvPr id="15222" name="Google Shape;15222;p13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3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136"/>
              <p:cNvGrpSpPr/>
              <p:nvPr/>
            </p:nvGrpSpPr>
            <p:grpSpPr>
              <a:xfrm>
                <a:off x="6577204" y="1193063"/>
                <a:ext cx="284947" cy="453562"/>
                <a:chOff x="6577204" y="1193063"/>
                <a:chExt cx="284947" cy="453562"/>
              </a:xfrm>
            </p:grpSpPr>
            <p:sp>
              <p:nvSpPr>
                <p:cNvPr id="15225" name="Google Shape;15225;p13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26" name="Google Shape;15226;p13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227" name="Google Shape;15227;p136"/>
            <p:cNvGrpSpPr/>
            <p:nvPr/>
          </p:nvGrpSpPr>
          <p:grpSpPr>
            <a:xfrm>
              <a:off x="6238903" y="1193063"/>
              <a:ext cx="300475" cy="901782"/>
              <a:chOff x="6238903" y="1193063"/>
              <a:chExt cx="300475" cy="901782"/>
            </a:xfrm>
          </p:grpSpPr>
          <p:grpSp>
            <p:nvGrpSpPr>
              <p:cNvPr id="15228" name="Google Shape;15228;p136"/>
              <p:cNvGrpSpPr/>
              <p:nvPr/>
            </p:nvGrpSpPr>
            <p:grpSpPr>
              <a:xfrm>
                <a:off x="6290865" y="1489315"/>
                <a:ext cx="248514" cy="605530"/>
                <a:chOff x="6290865" y="1489315"/>
                <a:chExt cx="248514" cy="605530"/>
              </a:xfrm>
            </p:grpSpPr>
            <p:sp>
              <p:nvSpPr>
                <p:cNvPr id="15229" name="Google Shape;15229;p13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3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1" name="Google Shape;15231;p136"/>
              <p:cNvGrpSpPr/>
              <p:nvPr/>
            </p:nvGrpSpPr>
            <p:grpSpPr>
              <a:xfrm>
                <a:off x="6238903" y="1193063"/>
                <a:ext cx="284947" cy="327512"/>
                <a:chOff x="6238903" y="1193063"/>
                <a:chExt cx="284947" cy="327512"/>
              </a:xfrm>
            </p:grpSpPr>
            <p:sp>
              <p:nvSpPr>
                <p:cNvPr id="15232" name="Google Shape;15232;p13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33" name="Google Shape;15233;p13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234" name="Google Shape;15234;p136"/>
            <p:cNvGrpSpPr/>
            <p:nvPr/>
          </p:nvGrpSpPr>
          <p:grpSpPr>
            <a:xfrm>
              <a:off x="5900602" y="1193063"/>
              <a:ext cx="444345" cy="1023338"/>
              <a:chOff x="5900602" y="1193063"/>
              <a:chExt cx="444345" cy="1023338"/>
            </a:xfrm>
          </p:grpSpPr>
          <p:grpSp>
            <p:nvGrpSpPr>
              <p:cNvPr id="15235" name="Google Shape;15235;p136"/>
              <p:cNvGrpSpPr/>
              <p:nvPr/>
            </p:nvGrpSpPr>
            <p:grpSpPr>
              <a:xfrm>
                <a:off x="6046501" y="1367785"/>
                <a:ext cx="298446" cy="848616"/>
                <a:chOff x="6046501" y="1367785"/>
                <a:chExt cx="298446" cy="848616"/>
              </a:xfrm>
            </p:grpSpPr>
            <p:sp>
              <p:nvSpPr>
                <p:cNvPr id="15236" name="Google Shape;15236;p13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3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136"/>
              <p:cNvGrpSpPr/>
              <p:nvPr/>
            </p:nvGrpSpPr>
            <p:grpSpPr>
              <a:xfrm>
                <a:off x="5900602" y="1193063"/>
                <a:ext cx="284947" cy="182312"/>
                <a:chOff x="5900602" y="1193063"/>
                <a:chExt cx="284947" cy="182312"/>
              </a:xfrm>
            </p:grpSpPr>
            <p:sp>
              <p:nvSpPr>
                <p:cNvPr id="15239" name="Google Shape;15239;p13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0" name="Google Shape;15240;p13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5241" name="Google Shape;15241;p136"/>
          <p:cNvGrpSpPr/>
          <p:nvPr/>
        </p:nvGrpSpPr>
        <p:grpSpPr>
          <a:xfrm>
            <a:off x="7217822" y="979408"/>
            <a:ext cx="1219413" cy="1051365"/>
            <a:chOff x="7287122" y="1165658"/>
            <a:chExt cx="1219413" cy="1051365"/>
          </a:xfrm>
        </p:grpSpPr>
        <p:grpSp>
          <p:nvGrpSpPr>
            <p:cNvPr id="15242" name="Google Shape;15242;p136"/>
            <p:cNvGrpSpPr/>
            <p:nvPr/>
          </p:nvGrpSpPr>
          <p:grpSpPr>
            <a:xfrm>
              <a:off x="7287122" y="1969723"/>
              <a:ext cx="1219413" cy="247300"/>
              <a:chOff x="7287122" y="1969723"/>
              <a:chExt cx="1219413" cy="247300"/>
            </a:xfrm>
          </p:grpSpPr>
          <p:sp>
            <p:nvSpPr>
              <p:cNvPr id="15243" name="Google Shape;15243;p13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4" name="Google Shape;15244;p136"/>
              <p:cNvGrpSpPr/>
              <p:nvPr/>
            </p:nvGrpSpPr>
            <p:grpSpPr>
              <a:xfrm>
                <a:off x="7287122" y="2063892"/>
                <a:ext cx="1151753" cy="73428"/>
                <a:chOff x="7287122" y="2063892"/>
                <a:chExt cx="1151753" cy="73428"/>
              </a:xfrm>
            </p:grpSpPr>
            <p:sp>
              <p:nvSpPr>
                <p:cNvPr id="15245" name="Google Shape;15245;p13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6" name="Google Shape;15246;p13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247" name="Google Shape;15247;p136"/>
            <p:cNvGrpSpPr/>
            <p:nvPr/>
          </p:nvGrpSpPr>
          <p:grpSpPr>
            <a:xfrm>
              <a:off x="7287122" y="1712201"/>
              <a:ext cx="1219403" cy="246767"/>
              <a:chOff x="7287122" y="1712201"/>
              <a:chExt cx="1219403" cy="246767"/>
            </a:xfrm>
          </p:grpSpPr>
          <p:sp>
            <p:nvSpPr>
              <p:cNvPr id="15248" name="Google Shape;15248;p13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9" name="Google Shape;15249;p136"/>
              <p:cNvGrpSpPr/>
              <p:nvPr/>
            </p:nvGrpSpPr>
            <p:grpSpPr>
              <a:xfrm>
                <a:off x="7287122" y="1842861"/>
                <a:ext cx="1005303" cy="73419"/>
                <a:chOff x="7287122" y="1842861"/>
                <a:chExt cx="1005303" cy="73419"/>
              </a:xfrm>
            </p:grpSpPr>
            <p:sp>
              <p:nvSpPr>
                <p:cNvPr id="15250" name="Google Shape;15250;p13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1" name="Google Shape;15251;p13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252" name="Google Shape;15252;p136"/>
            <p:cNvGrpSpPr/>
            <p:nvPr/>
          </p:nvGrpSpPr>
          <p:grpSpPr>
            <a:xfrm>
              <a:off x="7287122" y="1447520"/>
              <a:ext cx="1219403" cy="286667"/>
              <a:chOff x="7287122" y="1447520"/>
              <a:chExt cx="1219403" cy="286667"/>
            </a:xfrm>
          </p:grpSpPr>
          <p:sp>
            <p:nvSpPr>
              <p:cNvPr id="15253" name="Google Shape;15253;p13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4" name="Google Shape;15254;p136"/>
              <p:cNvGrpSpPr/>
              <p:nvPr/>
            </p:nvGrpSpPr>
            <p:grpSpPr>
              <a:xfrm>
                <a:off x="7287122" y="1581977"/>
                <a:ext cx="852803" cy="73428"/>
                <a:chOff x="7287122" y="1581977"/>
                <a:chExt cx="852803" cy="73428"/>
              </a:xfrm>
            </p:grpSpPr>
            <p:sp>
              <p:nvSpPr>
                <p:cNvPr id="15255" name="Google Shape;15255;p13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6" name="Google Shape;15256;p13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257" name="Google Shape;15257;p136"/>
            <p:cNvGrpSpPr/>
            <p:nvPr/>
          </p:nvGrpSpPr>
          <p:grpSpPr>
            <a:xfrm>
              <a:off x="7287122" y="1165658"/>
              <a:ext cx="1219403" cy="344253"/>
              <a:chOff x="7287122" y="1165658"/>
              <a:chExt cx="1219403" cy="344253"/>
            </a:xfrm>
          </p:grpSpPr>
          <p:sp>
            <p:nvSpPr>
              <p:cNvPr id="15258" name="Google Shape;15258;p13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9" name="Google Shape;15259;p136"/>
              <p:cNvGrpSpPr/>
              <p:nvPr/>
            </p:nvGrpSpPr>
            <p:grpSpPr>
              <a:xfrm>
                <a:off x="7287122" y="1341025"/>
                <a:ext cx="695703" cy="73419"/>
                <a:chOff x="7287122" y="1341025"/>
                <a:chExt cx="695703" cy="73419"/>
              </a:xfrm>
            </p:grpSpPr>
            <p:sp>
              <p:nvSpPr>
                <p:cNvPr id="15260" name="Google Shape;15260;p13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61" name="Google Shape;15261;p13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65" name="Shape 15265"/>
        <p:cNvGrpSpPr/>
        <p:nvPr/>
      </p:nvGrpSpPr>
      <p:grpSpPr>
        <a:xfrm>
          <a:off x="0" y="0"/>
          <a:ext cx="0" cy="0"/>
          <a:chOff x="0" y="0"/>
          <a:chExt cx="0" cy="0"/>
        </a:xfrm>
      </p:grpSpPr>
      <p:grpSp>
        <p:nvGrpSpPr>
          <p:cNvPr id="15266" name="Google Shape;15266;p137"/>
          <p:cNvGrpSpPr/>
          <p:nvPr/>
        </p:nvGrpSpPr>
        <p:grpSpPr>
          <a:xfrm>
            <a:off x="866243" y="2291587"/>
            <a:ext cx="415546" cy="355053"/>
            <a:chOff x="866243" y="2291587"/>
            <a:chExt cx="415546" cy="355053"/>
          </a:xfrm>
        </p:grpSpPr>
        <p:sp>
          <p:nvSpPr>
            <p:cNvPr id="15267" name="Google Shape;15267;p13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13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3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3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3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2" name="Google Shape;15272;p13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3" name="Google Shape;15273;p137"/>
          <p:cNvGrpSpPr/>
          <p:nvPr/>
        </p:nvGrpSpPr>
        <p:grpSpPr>
          <a:xfrm>
            <a:off x="1958520" y="2302574"/>
            <a:ext cx="359213" cy="327807"/>
            <a:chOff x="1958520" y="2302574"/>
            <a:chExt cx="359213" cy="327807"/>
          </a:xfrm>
        </p:grpSpPr>
        <p:sp>
          <p:nvSpPr>
            <p:cNvPr id="15274" name="Google Shape;15274;p13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3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3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137"/>
          <p:cNvGrpSpPr/>
          <p:nvPr/>
        </p:nvGrpSpPr>
        <p:grpSpPr>
          <a:xfrm>
            <a:off x="2579882" y="2287427"/>
            <a:ext cx="207582" cy="359594"/>
            <a:chOff x="2656082" y="2287427"/>
            <a:chExt cx="207582" cy="359594"/>
          </a:xfrm>
        </p:grpSpPr>
        <p:sp>
          <p:nvSpPr>
            <p:cNvPr id="15278" name="Google Shape;15278;p13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3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3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3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2" name="Google Shape;15282;p137"/>
          <p:cNvGrpSpPr/>
          <p:nvPr/>
        </p:nvGrpSpPr>
        <p:grpSpPr>
          <a:xfrm>
            <a:off x="3049653" y="2321468"/>
            <a:ext cx="362991" cy="290018"/>
            <a:chOff x="3049653" y="2321468"/>
            <a:chExt cx="362991" cy="290018"/>
          </a:xfrm>
        </p:grpSpPr>
        <p:sp>
          <p:nvSpPr>
            <p:cNvPr id="15283" name="Google Shape;15283;p13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3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3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3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137"/>
          <p:cNvGrpSpPr/>
          <p:nvPr/>
        </p:nvGrpSpPr>
        <p:grpSpPr>
          <a:xfrm>
            <a:off x="3564243" y="2289904"/>
            <a:ext cx="422342" cy="355243"/>
            <a:chOff x="3564243" y="2289904"/>
            <a:chExt cx="422342" cy="355243"/>
          </a:xfrm>
        </p:grpSpPr>
        <p:sp>
          <p:nvSpPr>
            <p:cNvPr id="15288" name="Google Shape;15288;p13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3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3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3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3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3" name="Google Shape;15293;p13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4" name="Google Shape;15294;p137"/>
          <p:cNvGrpSpPr/>
          <p:nvPr/>
        </p:nvGrpSpPr>
        <p:grpSpPr>
          <a:xfrm>
            <a:off x="4687894" y="2289713"/>
            <a:ext cx="359594" cy="353909"/>
            <a:chOff x="4687894" y="2289713"/>
            <a:chExt cx="359594" cy="353909"/>
          </a:xfrm>
        </p:grpSpPr>
        <p:sp>
          <p:nvSpPr>
            <p:cNvPr id="15295" name="Google Shape;15295;p13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3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3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8" name="Google Shape;15298;p13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9" name="Google Shape;15299;p137"/>
          <p:cNvGrpSpPr/>
          <p:nvPr/>
        </p:nvGrpSpPr>
        <p:grpSpPr>
          <a:xfrm>
            <a:off x="6372624" y="2308227"/>
            <a:ext cx="263567" cy="317614"/>
            <a:chOff x="6421399" y="2308227"/>
            <a:chExt cx="263567" cy="317614"/>
          </a:xfrm>
        </p:grpSpPr>
        <p:sp>
          <p:nvSpPr>
            <p:cNvPr id="15300" name="Google Shape;15300;p13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3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3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3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137"/>
          <p:cNvGrpSpPr/>
          <p:nvPr/>
        </p:nvGrpSpPr>
        <p:grpSpPr>
          <a:xfrm>
            <a:off x="6870193" y="2295620"/>
            <a:ext cx="360356" cy="343462"/>
            <a:chOff x="6870193" y="2295620"/>
            <a:chExt cx="360356" cy="343462"/>
          </a:xfrm>
        </p:grpSpPr>
        <p:sp>
          <p:nvSpPr>
            <p:cNvPr id="15305" name="Google Shape;15305;p13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3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137"/>
          <p:cNvGrpSpPr/>
          <p:nvPr/>
        </p:nvGrpSpPr>
        <p:grpSpPr>
          <a:xfrm>
            <a:off x="7441465" y="2302860"/>
            <a:ext cx="342192" cy="327140"/>
            <a:chOff x="7441465" y="2302860"/>
            <a:chExt cx="342192" cy="327140"/>
          </a:xfrm>
        </p:grpSpPr>
        <p:sp>
          <p:nvSpPr>
            <p:cNvPr id="15308" name="Google Shape;15308;p13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3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137"/>
          <p:cNvGrpSpPr/>
          <p:nvPr/>
        </p:nvGrpSpPr>
        <p:grpSpPr>
          <a:xfrm>
            <a:off x="7989683" y="2350207"/>
            <a:ext cx="332761" cy="234066"/>
            <a:chOff x="7989683" y="2350207"/>
            <a:chExt cx="332761" cy="234066"/>
          </a:xfrm>
        </p:grpSpPr>
        <p:sp>
          <p:nvSpPr>
            <p:cNvPr id="15311" name="Google Shape;15311;p13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3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3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3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3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3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137"/>
          <p:cNvGrpSpPr/>
          <p:nvPr/>
        </p:nvGrpSpPr>
        <p:grpSpPr>
          <a:xfrm>
            <a:off x="5823294" y="2309751"/>
            <a:ext cx="315327" cy="314978"/>
            <a:chOff x="5823294" y="2309751"/>
            <a:chExt cx="315327" cy="314978"/>
          </a:xfrm>
        </p:grpSpPr>
        <p:sp>
          <p:nvSpPr>
            <p:cNvPr id="15318" name="Google Shape;15318;p13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3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3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3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3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3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3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3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3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3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3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3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3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3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3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3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3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137"/>
          <p:cNvGrpSpPr/>
          <p:nvPr/>
        </p:nvGrpSpPr>
        <p:grpSpPr>
          <a:xfrm>
            <a:off x="2497275" y="2744159"/>
            <a:ext cx="370930" cy="370549"/>
            <a:chOff x="2497275" y="2744159"/>
            <a:chExt cx="370930" cy="370549"/>
          </a:xfrm>
        </p:grpSpPr>
        <p:sp>
          <p:nvSpPr>
            <p:cNvPr id="15336" name="Google Shape;15336;p13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3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3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3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3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3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2" name="Google Shape;15342;p137"/>
          <p:cNvGrpSpPr/>
          <p:nvPr/>
        </p:nvGrpSpPr>
        <p:grpSpPr>
          <a:xfrm>
            <a:off x="860940" y="2746477"/>
            <a:ext cx="371883" cy="365691"/>
            <a:chOff x="860940" y="2746477"/>
            <a:chExt cx="371883" cy="365691"/>
          </a:xfrm>
        </p:grpSpPr>
        <p:sp>
          <p:nvSpPr>
            <p:cNvPr id="15343" name="Google Shape;15343;p13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3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3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13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3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137"/>
          <p:cNvGrpSpPr/>
          <p:nvPr/>
        </p:nvGrpSpPr>
        <p:grpSpPr>
          <a:xfrm>
            <a:off x="1450836" y="2766258"/>
            <a:ext cx="283985" cy="341080"/>
            <a:chOff x="1493849" y="2775533"/>
            <a:chExt cx="283985" cy="341080"/>
          </a:xfrm>
        </p:grpSpPr>
        <p:sp>
          <p:nvSpPr>
            <p:cNvPr id="15349" name="Google Shape;15349;p13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3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137"/>
          <p:cNvGrpSpPr/>
          <p:nvPr/>
        </p:nvGrpSpPr>
        <p:grpSpPr>
          <a:xfrm>
            <a:off x="1952836" y="2774422"/>
            <a:ext cx="372835" cy="342573"/>
            <a:chOff x="1952836" y="2774422"/>
            <a:chExt cx="372835" cy="342573"/>
          </a:xfrm>
        </p:grpSpPr>
        <p:sp>
          <p:nvSpPr>
            <p:cNvPr id="15352" name="Google Shape;15352;p13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3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3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137"/>
          <p:cNvGrpSpPr/>
          <p:nvPr/>
        </p:nvGrpSpPr>
        <p:grpSpPr>
          <a:xfrm>
            <a:off x="3079916" y="2744477"/>
            <a:ext cx="332729" cy="372518"/>
            <a:chOff x="3079916" y="2744477"/>
            <a:chExt cx="332729" cy="372518"/>
          </a:xfrm>
        </p:grpSpPr>
        <p:sp>
          <p:nvSpPr>
            <p:cNvPr id="15356" name="Google Shape;15356;p13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3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3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137"/>
          <p:cNvGrpSpPr/>
          <p:nvPr/>
        </p:nvGrpSpPr>
        <p:grpSpPr>
          <a:xfrm>
            <a:off x="3620576" y="2745525"/>
            <a:ext cx="336889" cy="355592"/>
            <a:chOff x="3620576" y="2745525"/>
            <a:chExt cx="336889" cy="355592"/>
          </a:xfrm>
        </p:grpSpPr>
        <p:sp>
          <p:nvSpPr>
            <p:cNvPr id="15360" name="Google Shape;15360;p13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3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137"/>
          <p:cNvGrpSpPr/>
          <p:nvPr/>
        </p:nvGrpSpPr>
        <p:grpSpPr>
          <a:xfrm>
            <a:off x="4126815" y="2760704"/>
            <a:ext cx="380393" cy="363118"/>
            <a:chOff x="4126815" y="2760704"/>
            <a:chExt cx="380393" cy="363118"/>
          </a:xfrm>
        </p:grpSpPr>
        <p:sp>
          <p:nvSpPr>
            <p:cNvPr id="15363" name="Google Shape;15363;p13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3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3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3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137"/>
          <p:cNvGrpSpPr/>
          <p:nvPr/>
        </p:nvGrpSpPr>
        <p:grpSpPr>
          <a:xfrm>
            <a:off x="4675986" y="2745684"/>
            <a:ext cx="381346" cy="368644"/>
            <a:chOff x="4675986" y="2745684"/>
            <a:chExt cx="381346" cy="368644"/>
          </a:xfrm>
        </p:grpSpPr>
        <p:sp>
          <p:nvSpPr>
            <p:cNvPr id="15368" name="Google Shape;15368;p13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3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0" name="Google Shape;15370;p137"/>
          <p:cNvGrpSpPr/>
          <p:nvPr/>
        </p:nvGrpSpPr>
        <p:grpSpPr>
          <a:xfrm>
            <a:off x="5220616" y="2791061"/>
            <a:ext cx="373185" cy="302466"/>
            <a:chOff x="5220616" y="2791061"/>
            <a:chExt cx="373185" cy="302466"/>
          </a:xfrm>
        </p:grpSpPr>
        <p:sp>
          <p:nvSpPr>
            <p:cNvPr id="15371" name="Google Shape;15371;p13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3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3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3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3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3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3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3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3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3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3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3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3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3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3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3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3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3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9" name="Google Shape;15389;p137"/>
          <p:cNvGrpSpPr/>
          <p:nvPr/>
        </p:nvGrpSpPr>
        <p:grpSpPr>
          <a:xfrm>
            <a:off x="5788661" y="2772517"/>
            <a:ext cx="284366" cy="344097"/>
            <a:chOff x="5864861" y="2772517"/>
            <a:chExt cx="284366" cy="344097"/>
          </a:xfrm>
        </p:grpSpPr>
        <p:sp>
          <p:nvSpPr>
            <p:cNvPr id="15390" name="Google Shape;15390;p13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3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3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3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3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3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6" name="Google Shape;15396;p13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7" name="Google Shape;15397;p137"/>
          <p:cNvGrpSpPr/>
          <p:nvPr/>
        </p:nvGrpSpPr>
        <p:grpSpPr>
          <a:xfrm>
            <a:off x="6974158" y="2789537"/>
            <a:ext cx="255247" cy="327458"/>
            <a:chOff x="6974158" y="2789537"/>
            <a:chExt cx="255247" cy="327458"/>
          </a:xfrm>
        </p:grpSpPr>
        <p:sp>
          <p:nvSpPr>
            <p:cNvPr id="15398" name="Google Shape;15398;p13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3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3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3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3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3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137"/>
          <p:cNvGrpSpPr/>
          <p:nvPr/>
        </p:nvGrpSpPr>
        <p:grpSpPr>
          <a:xfrm>
            <a:off x="7530697" y="2790299"/>
            <a:ext cx="244291" cy="326314"/>
            <a:chOff x="7530697" y="2790299"/>
            <a:chExt cx="244291" cy="326314"/>
          </a:xfrm>
        </p:grpSpPr>
        <p:sp>
          <p:nvSpPr>
            <p:cNvPr id="15405" name="Google Shape;15405;p13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3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3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3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3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3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137"/>
          <p:cNvGrpSpPr/>
          <p:nvPr/>
        </p:nvGrpSpPr>
        <p:grpSpPr>
          <a:xfrm>
            <a:off x="7988191" y="2832248"/>
            <a:ext cx="332348" cy="283985"/>
            <a:chOff x="7988191" y="2832248"/>
            <a:chExt cx="332348" cy="283985"/>
          </a:xfrm>
        </p:grpSpPr>
        <p:sp>
          <p:nvSpPr>
            <p:cNvPr id="15412" name="Google Shape;15412;p13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3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3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15" name="Google Shape;15415;p13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16" name="Google Shape;15416;p137"/>
          <p:cNvGrpSpPr/>
          <p:nvPr/>
        </p:nvGrpSpPr>
        <p:grpSpPr>
          <a:xfrm>
            <a:off x="3588440" y="3258368"/>
            <a:ext cx="364484" cy="262423"/>
            <a:chOff x="3588440" y="3258368"/>
            <a:chExt cx="364484" cy="262423"/>
          </a:xfrm>
        </p:grpSpPr>
        <p:sp>
          <p:nvSpPr>
            <p:cNvPr id="15417" name="Google Shape;15417;p13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3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3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3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3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3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3" name="Google Shape;15423;p13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4" name="Google Shape;15424;p137"/>
          <p:cNvGrpSpPr/>
          <p:nvPr/>
        </p:nvGrpSpPr>
        <p:grpSpPr>
          <a:xfrm>
            <a:off x="5765817" y="3227724"/>
            <a:ext cx="364865" cy="324822"/>
            <a:chOff x="5765817" y="3227724"/>
            <a:chExt cx="364865" cy="324822"/>
          </a:xfrm>
        </p:grpSpPr>
        <p:sp>
          <p:nvSpPr>
            <p:cNvPr id="15425" name="Google Shape;15425;p13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3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3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8" name="Google Shape;15428;p137"/>
          <p:cNvGrpSpPr/>
          <p:nvPr/>
        </p:nvGrpSpPr>
        <p:grpSpPr>
          <a:xfrm>
            <a:off x="6228583" y="3237664"/>
            <a:ext cx="446539" cy="303895"/>
            <a:chOff x="6228583" y="3237664"/>
            <a:chExt cx="446539" cy="303895"/>
          </a:xfrm>
        </p:grpSpPr>
        <p:sp>
          <p:nvSpPr>
            <p:cNvPr id="15429" name="Google Shape;15429;p13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3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3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3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3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3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3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3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3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3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3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3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3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3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13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3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3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6" name="Google Shape;15446;p137"/>
          <p:cNvGrpSpPr/>
          <p:nvPr/>
        </p:nvGrpSpPr>
        <p:grpSpPr>
          <a:xfrm>
            <a:off x="865862" y="3207306"/>
            <a:ext cx="364484" cy="364897"/>
            <a:chOff x="865862" y="3207306"/>
            <a:chExt cx="364484" cy="364897"/>
          </a:xfrm>
        </p:grpSpPr>
        <p:sp>
          <p:nvSpPr>
            <p:cNvPr id="15447" name="Google Shape;15447;p13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3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3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3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3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3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3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3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3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3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3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3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3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3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137"/>
          <p:cNvGrpSpPr/>
          <p:nvPr/>
        </p:nvGrpSpPr>
        <p:grpSpPr>
          <a:xfrm>
            <a:off x="1404617" y="3226962"/>
            <a:ext cx="370168" cy="325965"/>
            <a:chOff x="1404617" y="3226962"/>
            <a:chExt cx="370168" cy="325965"/>
          </a:xfrm>
        </p:grpSpPr>
        <p:sp>
          <p:nvSpPr>
            <p:cNvPr id="15462" name="Google Shape;15462;p13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3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3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3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3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3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3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13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3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137"/>
          <p:cNvGrpSpPr/>
          <p:nvPr/>
        </p:nvGrpSpPr>
        <p:grpSpPr>
          <a:xfrm>
            <a:off x="1953403" y="3216094"/>
            <a:ext cx="366389" cy="354481"/>
            <a:chOff x="1954741" y="3212419"/>
            <a:chExt cx="366389" cy="354481"/>
          </a:xfrm>
        </p:grpSpPr>
        <p:sp>
          <p:nvSpPr>
            <p:cNvPr id="15472" name="Google Shape;15472;p13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3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3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3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3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3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3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137"/>
          <p:cNvGrpSpPr/>
          <p:nvPr/>
        </p:nvGrpSpPr>
        <p:grpSpPr>
          <a:xfrm>
            <a:off x="3043239" y="3215626"/>
            <a:ext cx="366008" cy="348670"/>
            <a:chOff x="3043239" y="3215626"/>
            <a:chExt cx="366008" cy="348670"/>
          </a:xfrm>
        </p:grpSpPr>
        <p:sp>
          <p:nvSpPr>
            <p:cNvPr id="15480" name="Google Shape;15480;p13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3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137"/>
          <p:cNvGrpSpPr/>
          <p:nvPr/>
        </p:nvGrpSpPr>
        <p:grpSpPr>
          <a:xfrm>
            <a:off x="4218333" y="3184982"/>
            <a:ext cx="209107" cy="383442"/>
            <a:chOff x="4218333" y="3184982"/>
            <a:chExt cx="209107" cy="383442"/>
          </a:xfrm>
        </p:grpSpPr>
        <p:sp>
          <p:nvSpPr>
            <p:cNvPr id="15483" name="Google Shape;15483;p13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13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5" name="Google Shape;15485;p13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6" name="Google Shape;15486;p137"/>
          <p:cNvGrpSpPr/>
          <p:nvPr/>
        </p:nvGrpSpPr>
        <p:grpSpPr>
          <a:xfrm>
            <a:off x="6896644" y="3216007"/>
            <a:ext cx="322917" cy="347876"/>
            <a:chOff x="6896644" y="3216007"/>
            <a:chExt cx="322917" cy="347876"/>
          </a:xfrm>
        </p:grpSpPr>
        <p:sp>
          <p:nvSpPr>
            <p:cNvPr id="15487" name="Google Shape;15487;p13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3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3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3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3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13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3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137"/>
          <p:cNvGrpSpPr/>
          <p:nvPr/>
        </p:nvGrpSpPr>
        <p:grpSpPr>
          <a:xfrm>
            <a:off x="7429366" y="3223183"/>
            <a:ext cx="334634" cy="333904"/>
            <a:chOff x="7429366" y="3223183"/>
            <a:chExt cx="334634" cy="333904"/>
          </a:xfrm>
        </p:grpSpPr>
        <p:sp>
          <p:nvSpPr>
            <p:cNvPr id="15495" name="Google Shape;15495;p13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3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7" name="Google Shape;15497;p13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8" name="Google Shape;15498;p137"/>
          <p:cNvGrpSpPr/>
          <p:nvPr/>
        </p:nvGrpSpPr>
        <p:grpSpPr>
          <a:xfrm>
            <a:off x="5216456" y="3725484"/>
            <a:ext cx="356196" cy="265631"/>
            <a:chOff x="5216456" y="3725484"/>
            <a:chExt cx="356196" cy="265631"/>
          </a:xfrm>
        </p:grpSpPr>
        <p:sp>
          <p:nvSpPr>
            <p:cNvPr id="15499" name="Google Shape;15499;p13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13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137"/>
          <p:cNvGrpSpPr/>
          <p:nvPr/>
        </p:nvGrpSpPr>
        <p:grpSpPr>
          <a:xfrm>
            <a:off x="6849393" y="3733994"/>
            <a:ext cx="355053" cy="248038"/>
            <a:chOff x="6849393" y="3733994"/>
            <a:chExt cx="355053" cy="248038"/>
          </a:xfrm>
        </p:grpSpPr>
        <p:sp>
          <p:nvSpPr>
            <p:cNvPr id="15502" name="Google Shape;15502;p13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3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3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3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3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137"/>
          <p:cNvGrpSpPr/>
          <p:nvPr/>
        </p:nvGrpSpPr>
        <p:grpSpPr>
          <a:xfrm>
            <a:off x="7918997" y="3714687"/>
            <a:ext cx="392111" cy="280206"/>
            <a:chOff x="7918997" y="3714687"/>
            <a:chExt cx="392111" cy="280206"/>
          </a:xfrm>
        </p:grpSpPr>
        <p:sp>
          <p:nvSpPr>
            <p:cNvPr id="15508" name="Google Shape;15508;p13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3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3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3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3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3" name="Google Shape;15513;p13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4" name="Google Shape;15514;p137"/>
          <p:cNvGrpSpPr/>
          <p:nvPr/>
        </p:nvGrpSpPr>
        <p:grpSpPr>
          <a:xfrm>
            <a:off x="1408777" y="3680964"/>
            <a:ext cx="357720" cy="355148"/>
            <a:chOff x="1408777" y="3680964"/>
            <a:chExt cx="357720" cy="355148"/>
          </a:xfrm>
        </p:grpSpPr>
        <p:sp>
          <p:nvSpPr>
            <p:cNvPr id="15515" name="Google Shape;15515;p13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3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3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13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13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137"/>
          <p:cNvGrpSpPr/>
          <p:nvPr/>
        </p:nvGrpSpPr>
        <p:grpSpPr>
          <a:xfrm>
            <a:off x="1952836" y="3680964"/>
            <a:ext cx="357720" cy="355148"/>
            <a:chOff x="1952836" y="3680964"/>
            <a:chExt cx="357720" cy="355148"/>
          </a:xfrm>
        </p:grpSpPr>
        <p:sp>
          <p:nvSpPr>
            <p:cNvPr id="15521" name="Google Shape;15521;p13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3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3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3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3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137"/>
          <p:cNvGrpSpPr/>
          <p:nvPr/>
        </p:nvGrpSpPr>
        <p:grpSpPr>
          <a:xfrm>
            <a:off x="2496894" y="3680964"/>
            <a:ext cx="357720" cy="355148"/>
            <a:chOff x="2496894" y="3680964"/>
            <a:chExt cx="357720" cy="355148"/>
          </a:xfrm>
        </p:grpSpPr>
        <p:sp>
          <p:nvSpPr>
            <p:cNvPr id="15527" name="Google Shape;15527;p13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3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3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3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3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2" name="Google Shape;15532;p137"/>
          <p:cNvGrpSpPr/>
          <p:nvPr/>
        </p:nvGrpSpPr>
        <p:grpSpPr>
          <a:xfrm>
            <a:off x="3040984" y="3681059"/>
            <a:ext cx="356164" cy="355815"/>
            <a:chOff x="3040984" y="3681059"/>
            <a:chExt cx="356164" cy="355815"/>
          </a:xfrm>
        </p:grpSpPr>
        <p:sp>
          <p:nvSpPr>
            <p:cNvPr id="15533" name="Google Shape;15533;p13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3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3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137"/>
          <p:cNvGrpSpPr/>
          <p:nvPr/>
        </p:nvGrpSpPr>
        <p:grpSpPr>
          <a:xfrm>
            <a:off x="3584280" y="3699191"/>
            <a:ext cx="358069" cy="317995"/>
            <a:chOff x="3584280" y="3699191"/>
            <a:chExt cx="358069" cy="317995"/>
          </a:xfrm>
        </p:grpSpPr>
        <p:sp>
          <p:nvSpPr>
            <p:cNvPr id="15537" name="Google Shape;15537;p13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3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3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3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137"/>
          <p:cNvGrpSpPr/>
          <p:nvPr/>
        </p:nvGrpSpPr>
        <p:grpSpPr>
          <a:xfrm>
            <a:off x="4129482" y="3681059"/>
            <a:ext cx="355402" cy="354291"/>
            <a:chOff x="4129482" y="3681059"/>
            <a:chExt cx="355402" cy="354291"/>
          </a:xfrm>
        </p:grpSpPr>
        <p:sp>
          <p:nvSpPr>
            <p:cNvPr id="15542" name="Google Shape;15542;p13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13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13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3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137"/>
          <p:cNvGrpSpPr/>
          <p:nvPr/>
        </p:nvGrpSpPr>
        <p:grpSpPr>
          <a:xfrm>
            <a:off x="4673540" y="3680297"/>
            <a:ext cx="355434" cy="355815"/>
            <a:chOff x="4673540" y="3680297"/>
            <a:chExt cx="355434" cy="355815"/>
          </a:xfrm>
        </p:grpSpPr>
        <p:sp>
          <p:nvSpPr>
            <p:cNvPr id="15547" name="Google Shape;15547;p13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13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3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137"/>
          <p:cNvGrpSpPr/>
          <p:nvPr/>
        </p:nvGrpSpPr>
        <p:grpSpPr>
          <a:xfrm>
            <a:off x="5779408" y="3699191"/>
            <a:ext cx="317645" cy="318757"/>
            <a:chOff x="5779408" y="3699191"/>
            <a:chExt cx="317645" cy="318757"/>
          </a:xfrm>
        </p:grpSpPr>
        <p:sp>
          <p:nvSpPr>
            <p:cNvPr id="15551" name="Google Shape;15551;p13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3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3" name="Google Shape;15553;p13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4" name="Google Shape;15554;p137"/>
          <p:cNvGrpSpPr/>
          <p:nvPr/>
        </p:nvGrpSpPr>
        <p:grpSpPr>
          <a:xfrm>
            <a:off x="7390435" y="3680868"/>
            <a:ext cx="372073" cy="355243"/>
            <a:chOff x="7390435" y="3680868"/>
            <a:chExt cx="372073" cy="355243"/>
          </a:xfrm>
        </p:grpSpPr>
        <p:sp>
          <p:nvSpPr>
            <p:cNvPr id="15555" name="Google Shape;15555;p13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3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3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13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3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3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137"/>
          <p:cNvGrpSpPr/>
          <p:nvPr/>
        </p:nvGrpSpPr>
        <p:grpSpPr>
          <a:xfrm>
            <a:off x="1421638" y="4125629"/>
            <a:ext cx="374709" cy="374010"/>
            <a:chOff x="1421638" y="4125629"/>
            <a:chExt cx="374709" cy="374010"/>
          </a:xfrm>
        </p:grpSpPr>
        <p:sp>
          <p:nvSpPr>
            <p:cNvPr id="15562" name="Google Shape;15562;p13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3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4" name="Google Shape;15564;p137"/>
          <p:cNvGrpSpPr/>
          <p:nvPr/>
        </p:nvGrpSpPr>
        <p:grpSpPr>
          <a:xfrm>
            <a:off x="1973254" y="4156304"/>
            <a:ext cx="357720" cy="342192"/>
            <a:chOff x="1973254" y="4156304"/>
            <a:chExt cx="357720" cy="342192"/>
          </a:xfrm>
        </p:grpSpPr>
        <p:sp>
          <p:nvSpPr>
            <p:cNvPr id="15565" name="Google Shape;15565;p13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13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3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13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13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13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1" name="Google Shape;15571;p137"/>
          <p:cNvGrpSpPr/>
          <p:nvPr/>
        </p:nvGrpSpPr>
        <p:grpSpPr>
          <a:xfrm>
            <a:off x="2523759" y="4135505"/>
            <a:ext cx="341049" cy="340318"/>
            <a:chOff x="2523759" y="4135505"/>
            <a:chExt cx="341049" cy="340318"/>
          </a:xfrm>
        </p:grpSpPr>
        <p:sp>
          <p:nvSpPr>
            <p:cNvPr id="15572" name="Google Shape;15572;p13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13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137"/>
          <p:cNvGrpSpPr/>
          <p:nvPr/>
        </p:nvGrpSpPr>
        <p:grpSpPr>
          <a:xfrm>
            <a:off x="3040603" y="4130360"/>
            <a:ext cx="392079" cy="350353"/>
            <a:chOff x="3040603" y="4130360"/>
            <a:chExt cx="392079" cy="350353"/>
          </a:xfrm>
        </p:grpSpPr>
        <p:sp>
          <p:nvSpPr>
            <p:cNvPr id="15575" name="Google Shape;15575;p13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3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3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3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3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3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13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13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3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3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5" name="Google Shape;15585;p137"/>
          <p:cNvGrpSpPr/>
          <p:nvPr/>
        </p:nvGrpSpPr>
        <p:grpSpPr>
          <a:xfrm>
            <a:off x="3662144" y="4135505"/>
            <a:ext cx="232955" cy="340318"/>
            <a:chOff x="3662144" y="4135505"/>
            <a:chExt cx="232955" cy="340318"/>
          </a:xfrm>
        </p:grpSpPr>
        <p:sp>
          <p:nvSpPr>
            <p:cNvPr id="15586" name="Google Shape;15586;p13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3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3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3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137"/>
          <p:cNvGrpSpPr/>
          <p:nvPr/>
        </p:nvGrpSpPr>
        <p:grpSpPr>
          <a:xfrm>
            <a:off x="4149138" y="4121151"/>
            <a:ext cx="344065" cy="368644"/>
            <a:chOff x="4149138" y="4121151"/>
            <a:chExt cx="344065" cy="368644"/>
          </a:xfrm>
        </p:grpSpPr>
        <p:sp>
          <p:nvSpPr>
            <p:cNvPr id="15591" name="Google Shape;15591;p13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3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3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3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3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3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3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13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3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3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3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3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3" name="Google Shape;15603;p13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4" name="Google Shape;15604;p137"/>
          <p:cNvGrpSpPr/>
          <p:nvPr/>
        </p:nvGrpSpPr>
        <p:grpSpPr>
          <a:xfrm>
            <a:off x="5206262" y="4174817"/>
            <a:ext cx="397763" cy="262804"/>
            <a:chOff x="5206262" y="4174817"/>
            <a:chExt cx="397763" cy="262804"/>
          </a:xfrm>
        </p:grpSpPr>
        <p:sp>
          <p:nvSpPr>
            <p:cNvPr id="15605" name="Google Shape;15605;p13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3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3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3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3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3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3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2" name="Google Shape;15612;p137"/>
          <p:cNvGrpSpPr/>
          <p:nvPr/>
        </p:nvGrpSpPr>
        <p:grpSpPr>
          <a:xfrm>
            <a:off x="5727616" y="4204699"/>
            <a:ext cx="440505" cy="290018"/>
            <a:chOff x="5727616" y="4204699"/>
            <a:chExt cx="440505" cy="290018"/>
          </a:xfrm>
        </p:grpSpPr>
        <p:sp>
          <p:nvSpPr>
            <p:cNvPr id="15613" name="Google Shape;15613;p13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13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3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3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3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3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13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3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1" name="Google Shape;15621;p137"/>
          <p:cNvGrpSpPr/>
          <p:nvPr/>
        </p:nvGrpSpPr>
        <p:grpSpPr>
          <a:xfrm>
            <a:off x="6410063" y="4135124"/>
            <a:ext cx="159950" cy="364516"/>
            <a:chOff x="6410063" y="4135124"/>
            <a:chExt cx="159950" cy="364516"/>
          </a:xfrm>
        </p:grpSpPr>
        <p:sp>
          <p:nvSpPr>
            <p:cNvPr id="15622" name="Google Shape;15622;p13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3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3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13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137"/>
          <p:cNvGrpSpPr/>
          <p:nvPr/>
        </p:nvGrpSpPr>
        <p:grpSpPr>
          <a:xfrm>
            <a:off x="6924652" y="4135505"/>
            <a:ext cx="214378" cy="364135"/>
            <a:chOff x="6924652" y="4135505"/>
            <a:chExt cx="214378" cy="364135"/>
          </a:xfrm>
        </p:grpSpPr>
        <p:sp>
          <p:nvSpPr>
            <p:cNvPr id="15627" name="Google Shape;15627;p13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3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3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3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137"/>
          <p:cNvGrpSpPr/>
          <p:nvPr/>
        </p:nvGrpSpPr>
        <p:grpSpPr>
          <a:xfrm>
            <a:off x="7384751" y="4147984"/>
            <a:ext cx="380012" cy="351274"/>
            <a:chOff x="7384751" y="4147984"/>
            <a:chExt cx="380012" cy="351274"/>
          </a:xfrm>
        </p:grpSpPr>
        <p:sp>
          <p:nvSpPr>
            <p:cNvPr id="15632" name="Google Shape;15632;p13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3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3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3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3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7" name="Google Shape;15637;p137"/>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5638" name="Google Shape;15638;p1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2" name="Shape 15642"/>
        <p:cNvGrpSpPr/>
        <p:nvPr/>
      </p:nvGrpSpPr>
      <p:grpSpPr>
        <a:xfrm>
          <a:off x="0" y="0"/>
          <a:ext cx="0" cy="0"/>
          <a:chOff x="0" y="0"/>
          <a:chExt cx="0" cy="0"/>
        </a:xfrm>
      </p:grpSpPr>
      <p:grpSp>
        <p:nvGrpSpPr>
          <p:cNvPr id="15643" name="Google Shape;15643;p138"/>
          <p:cNvGrpSpPr/>
          <p:nvPr/>
        </p:nvGrpSpPr>
        <p:grpSpPr>
          <a:xfrm>
            <a:off x="1989449" y="4101269"/>
            <a:ext cx="374774" cy="346073"/>
            <a:chOff x="1989449" y="4282269"/>
            <a:chExt cx="374774" cy="346073"/>
          </a:xfrm>
        </p:grpSpPr>
        <p:sp>
          <p:nvSpPr>
            <p:cNvPr id="15644" name="Google Shape;15644;p13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3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13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3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3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9" name="Google Shape;15649;p138"/>
          <p:cNvGrpSpPr/>
          <p:nvPr/>
        </p:nvGrpSpPr>
        <p:grpSpPr>
          <a:xfrm>
            <a:off x="2487439" y="4099740"/>
            <a:ext cx="198775" cy="348972"/>
            <a:chOff x="2487439" y="4280740"/>
            <a:chExt cx="198775" cy="348972"/>
          </a:xfrm>
        </p:grpSpPr>
        <p:sp>
          <p:nvSpPr>
            <p:cNvPr id="15650" name="Google Shape;15650;p13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3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3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3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138"/>
          <p:cNvGrpSpPr/>
          <p:nvPr/>
        </p:nvGrpSpPr>
        <p:grpSpPr>
          <a:xfrm>
            <a:off x="2810958" y="4092923"/>
            <a:ext cx="353145" cy="361873"/>
            <a:chOff x="2810958" y="4273923"/>
            <a:chExt cx="353145" cy="361873"/>
          </a:xfrm>
        </p:grpSpPr>
        <p:sp>
          <p:nvSpPr>
            <p:cNvPr id="15655" name="Google Shape;15655;p13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3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3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13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3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13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13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2" name="Google Shape;15662;p138"/>
          <p:cNvGrpSpPr/>
          <p:nvPr/>
        </p:nvGrpSpPr>
        <p:grpSpPr>
          <a:xfrm>
            <a:off x="6275635" y="4101651"/>
            <a:ext cx="209383" cy="366778"/>
            <a:chOff x="6275635" y="4282651"/>
            <a:chExt cx="209383" cy="366778"/>
          </a:xfrm>
        </p:grpSpPr>
        <p:sp>
          <p:nvSpPr>
            <p:cNvPr id="15663" name="Google Shape;15663;p13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3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138"/>
          <p:cNvGrpSpPr/>
          <p:nvPr/>
        </p:nvGrpSpPr>
        <p:grpSpPr>
          <a:xfrm>
            <a:off x="6701186" y="4102033"/>
            <a:ext cx="280292" cy="366396"/>
            <a:chOff x="6701186" y="4283033"/>
            <a:chExt cx="280292" cy="366396"/>
          </a:xfrm>
        </p:grpSpPr>
        <p:sp>
          <p:nvSpPr>
            <p:cNvPr id="15666" name="Google Shape;15666;p13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13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8" name="Google Shape;15668;p138"/>
          <p:cNvGrpSpPr/>
          <p:nvPr/>
        </p:nvGrpSpPr>
        <p:grpSpPr>
          <a:xfrm>
            <a:off x="2609571" y="3643958"/>
            <a:ext cx="373627" cy="347347"/>
            <a:chOff x="2609571" y="3824958"/>
            <a:chExt cx="373627" cy="347347"/>
          </a:xfrm>
        </p:grpSpPr>
        <p:sp>
          <p:nvSpPr>
            <p:cNvPr id="15669" name="Google Shape;15669;p13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3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1" name="Google Shape;15671;p138"/>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2" name="Google Shape;15672;p138"/>
          <p:cNvGrpSpPr/>
          <p:nvPr/>
        </p:nvGrpSpPr>
        <p:grpSpPr>
          <a:xfrm>
            <a:off x="916127" y="3626056"/>
            <a:ext cx="221902" cy="380795"/>
            <a:chOff x="916127" y="3807056"/>
            <a:chExt cx="221902" cy="380795"/>
          </a:xfrm>
        </p:grpSpPr>
        <p:sp>
          <p:nvSpPr>
            <p:cNvPr id="15673" name="Google Shape;15673;p13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3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3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3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7" name="Google Shape;15677;p138"/>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38"/>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9" name="Google Shape;15679;p138"/>
          <p:cNvGrpSpPr/>
          <p:nvPr/>
        </p:nvGrpSpPr>
        <p:grpSpPr>
          <a:xfrm>
            <a:off x="3513010" y="3635134"/>
            <a:ext cx="362223" cy="361108"/>
            <a:chOff x="3513010" y="3816134"/>
            <a:chExt cx="362223" cy="361108"/>
          </a:xfrm>
        </p:grpSpPr>
        <p:sp>
          <p:nvSpPr>
            <p:cNvPr id="15680" name="Google Shape;15680;p13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3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3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3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138"/>
          <p:cNvGrpSpPr/>
          <p:nvPr/>
        </p:nvGrpSpPr>
        <p:grpSpPr>
          <a:xfrm>
            <a:off x="3950316" y="3639307"/>
            <a:ext cx="369805" cy="353782"/>
            <a:chOff x="3950316" y="3820307"/>
            <a:chExt cx="369805" cy="353782"/>
          </a:xfrm>
        </p:grpSpPr>
        <p:sp>
          <p:nvSpPr>
            <p:cNvPr id="15685" name="Google Shape;15685;p13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3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3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13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9" name="Google Shape;15689;p138"/>
          <p:cNvGrpSpPr/>
          <p:nvPr/>
        </p:nvGrpSpPr>
        <p:grpSpPr>
          <a:xfrm>
            <a:off x="1761909" y="3630961"/>
            <a:ext cx="307974" cy="371716"/>
            <a:chOff x="1761909" y="3811961"/>
            <a:chExt cx="307974" cy="371716"/>
          </a:xfrm>
        </p:grpSpPr>
        <p:sp>
          <p:nvSpPr>
            <p:cNvPr id="15690" name="Google Shape;15690;p13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3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3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3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3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3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3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3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3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3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138"/>
          <p:cNvGrpSpPr/>
          <p:nvPr/>
        </p:nvGrpSpPr>
        <p:grpSpPr>
          <a:xfrm>
            <a:off x="5373342" y="3627935"/>
            <a:ext cx="231395" cy="353145"/>
            <a:chOff x="5373342" y="3808935"/>
            <a:chExt cx="231395" cy="353145"/>
          </a:xfrm>
        </p:grpSpPr>
        <p:sp>
          <p:nvSpPr>
            <p:cNvPr id="15701" name="Google Shape;15701;p13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13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3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3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3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3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3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13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3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0" name="Google Shape;15710;p138"/>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1" name="Google Shape;15711;p138"/>
          <p:cNvGrpSpPr/>
          <p:nvPr/>
        </p:nvGrpSpPr>
        <p:grpSpPr>
          <a:xfrm>
            <a:off x="5833775" y="3628445"/>
            <a:ext cx="235185" cy="352253"/>
            <a:chOff x="5833775" y="3809445"/>
            <a:chExt cx="235185" cy="352253"/>
          </a:xfrm>
        </p:grpSpPr>
        <p:sp>
          <p:nvSpPr>
            <p:cNvPr id="15712" name="Google Shape;15712;p13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3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3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5" name="Google Shape;15715;p138"/>
          <p:cNvGrpSpPr/>
          <p:nvPr/>
        </p:nvGrpSpPr>
        <p:grpSpPr>
          <a:xfrm>
            <a:off x="4942472" y="3628318"/>
            <a:ext cx="238976" cy="352762"/>
            <a:chOff x="4942472" y="3809318"/>
            <a:chExt cx="238976" cy="352762"/>
          </a:xfrm>
        </p:grpSpPr>
        <p:sp>
          <p:nvSpPr>
            <p:cNvPr id="15716" name="Google Shape;15716;p13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3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3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3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3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3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3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138"/>
          <p:cNvGrpSpPr/>
          <p:nvPr/>
        </p:nvGrpSpPr>
        <p:grpSpPr>
          <a:xfrm>
            <a:off x="6266525" y="3626788"/>
            <a:ext cx="260223" cy="353527"/>
            <a:chOff x="6266525" y="3807788"/>
            <a:chExt cx="260223" cy="353527"/>
          </a:xfrm>
        </p:grpSpPr>
        <p:sp>
          <p:nvSpPr>
            <p:cNvPr id="15724" name="Google Shape;15724;p13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3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3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3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8" name="Google Shape;15728;p138"/>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9" name="Google Shape;15729;p138"/>
          <p:cNvGrpSpPr/>
          <p:nvPr/>
        </p:nvGrpSpPr>
        <p:grpSpPr>
          <a:xfrm>
            <a:off x="7184363" y="3628604"/>
            <a:ext cx="202184" cy="352762"/>
            <a:chOff x="7184363" y="3809604"/>
            <a:chExt cx="202184" cy="352762"/>
          </a:xfrm>
        </p:grpSpPr>
        <p:sp>
          <p:nvSpPr>
            <p:cNvPr id="15730" name="Google Shape;15730;p13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3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2" name="Google Shape;15732;p138"/>
          <p:cNvGrpSpPr/>
          <p:nvPr/>
        </p:nvGrpSpPr>
        <p:grpSpPr>
          <a:xfrm>
            <a:off x="7571624" y="3627935"/>
            <a:ext cx="292047" cy="352762"/>
            <a:chOff x="7571624" y="3808935"/>
            <a:chExt cx="292047" cy="352762"/>
          </a:xfrm>
        </p:grpSpPr>
        <p:sp>
          <p:nvSpPr>
            <p:cNvPr id="15733" name="Google Shape;15733;p13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3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3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3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3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3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138"/>
          <p:cNvGrpSpPr/>
          <p:nvPr/>
        </p:nvGrpSpPr>
        <p:grpSpPr>
          <a:xfrm>
            <a:off x="2174559" y="3175116"/>
            <a:ext cx="364135" cy="359930"/>
            <a:chOff x="2174559" y="3356116"/>
            <a:chExt cx="364135" cy="359930"/>
          </a:xfrm>
        </p:grpSpPr>
        <p:sp>
          <p:nvSpPr>
            <p:cNvPr id="15740" name="Google Shape;15740;p13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13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138"/>
          <p:cNvGrpSpPr/>
          <p:nvPr/>
        </p:nvGrpSpPr>
        <p:grpSpPr>
          <a:xfrm>
            <a:off x="1731934" y="3174639"/>
            <a:ext cx="368371" cy="361554"/>
            <a:chOff x="1731934" y="3355639"/>
            <a:chExt cx="368371" cy="361554"/>
          </a:xfrm>
        </p:grpSpPr>
        <p:sp>
          <p:nvSpPr>
            <p:cNvPr id="15743" name="Google Shape;15743;p13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3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5" name="Google Shape;15745;p138"/>
          <p:cNvGrpSpPr/>
          <p:nvPr/>
        </p:nvGrpSpPr>
        <p:grpSpPr>
          <a:xfrm>
            <a:off x="3990517" y="3173173"/>
            <a:ext cx="279559" cy="363402"/>
            <a:chOff x="3990517" y="3354173"/>
            <a:chExt cx="279559" cy="363402"/>
          </a:xfrm>
        </p:grpSpPr>
        <p:sp>
          <p:nvSpPr>
            <p:cNvPr id="15746" name="Google Shape;15746;p13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3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3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138"/>
          <p:cNvGrpSpPr/>
          <p:nvPr/>
        </p:nvGrpSpPr>
        <p:grpSpPr>
          <a:xfrm>
            <a:off x="3497847" y="3236374"/>
            <a:ext cx="379680" cy="237606"/>
            <a:chOff x="3497847" y="3417374"/>
            <a:chExt cx="379680" cy="237606"/>
          </a:xfrm>
        </p:grpSpPr>
        <p:sp>
          <p:nvSpPr>
            <p:cNvPr id="15750" name="Google Shape;15750;p13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3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3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3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138"/>
          <p:cNvGrpSpPr/>
          <p:nvPr/>
        </p:nvGrpSpPr>
        <p:grpSpPr>
          <a:xfrm>
            <a:off x="2612597" y="3186075"/>
            <a:ext cx="376271" cy="337982"/>
            <a:chOff x="2612597" y="3367075"/>
            <a:chExt cx="376271" cy="337982"/>
          </a:xfrm>
        </p:grpSpPr>
        <p:sp>
          <p:nvSpPr>
            <p:cNvPr id="15755" name="Google Shape;15755;p13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3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7" name="Google Shape;15757;p138"/>
          <p:cNvGrpSpPr/>
          <p:nvPr/>
        </p:nvGrpSpPr>
        <p:grpSpPr>
          <a:xfrm>
            <a:off x="3071914" y="3183431"/>
            <a:ext cx="343652" cy="342505"/>
            <a:chOff x="3071914" y="3364431"/>
            <a:chExt cx="343652" cy="342505"/>
          </a:xfrm>
        </p:grpSpPr>
        <p:sp>
          <p:nvSpPr>
            <p:cNvPr id="15758" name="Google Shape;15758;p13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3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13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13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3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3" name="Google Shape;15763;p138"/>
          <p:cNvGrpSpPr/>
          <p:nvPr/>
        </p:nvGrpSpPr>
        <p:grpSpPr>
          <a:xfrm>
            <a:off x="897141" y="3178875"/>
            <a:ext cx="257962" cy="352762"/>
            <a:chOff x="897141" y="3359875"/>
            <a:chExt cx="257962" cy="352762"/>
          </a:xfrm>
        </p:grpSpPr>
        <p:sp>
          <p:nvSpPr>
            <p:cNvPr id="15764" name="Google Shape;15764;p13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13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13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3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3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3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3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3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2" name="Google Shape;15772;p138"/>
          <p:cNvGrpSpPr/>
          <p:nvPr/>
        </p:nvGrpSpPr>
        <p:grpSpPr>
          <a:xfrm>
            <a:off x="1333682" y="3163330"/>
            <a:ext cx="271213" cy="383088"/>
            <a:chOff x="1333682" y="3344330"/>
            <a:chExt cx="271213" cy="383088"/>
          </a:xfrm>
        </p:grpSpPr>
        <p:sp>
          <p:nvSpPr>
            <p:cNvPr id="15773" name="Google Shape;15773;p13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3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3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3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3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3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3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3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13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3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3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138"/>
          <p:cNvGrpSpPr/>
          <p:nvPr/>
        </p:nvGrpSpPr>
        <p:grpSpPr>
          <a:xfrm>
            <a:off x="6664394" y="3165974"/>
            <a:ext cx="353113" cy="351998"/>
            <a:chOff x="6664394" y="3346974"/>
            <a:chExt cx="353113" cy="351998"/>
          </a:xfrm>
        </p:grpSpPr>
        <p:sp>
          <p:nvSpPr>
            <p:cNvPr id="15785" name="Google Shape;15785;p13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3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3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3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3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138"/>
          <p:cNvGrpSpPr/>
          <p:nvPr/>
        </p:nvGrpSpPr>
        <p:grpSpPr>
          <a:xfrm>
            <a:off x="849741" y="1778307"/>
            <a:ext cx="399398" cy="375443"/>
            <a:chOff x="849741" y="1959307"/>
            <a:chExt cx="399398" cy="375443"/>
          </a:xfrm>
        </p:grpSpPr>
        <p:sp>
          <p:nvSpPr>
            <p:cNvPr id="15791" name="Google Shape;15791;p13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3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3" name="Google Shape;15793;p138"/>
          <p:cNvGrpSpPr/>
          <p:nvPr/>
        </p:nvGrpSpPr>
        <p:grpSpPr>
          <a:xfrm>
            <a:off x="1284212" y="1782766"/>
            <a:ext cx="379489" cy="366046"/>
            <a:chOff x="1284212" y="1963766"/>
            <a:chExt cx="379489" cy="366046"/>
          </a:xfrm>
        </p:grpSpPr>
        <p:sp>
          <p:nvSpPr>
            <p:cNvPr id="15794" name="Google Shape;15794;p13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3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138"/>
          <p:cNvGrpSpPr/>
          <p:nvPr/>
        </p:nvGrpSpPr>
        <p:grpSpPr>
          <a:xfrm>
            <a:off x="3037766" y="1788564"/>
            <a:ext cx="370219" cy="354928"/>
            <a:chOff x="3037766" y="1969564"/>
            <a:chExt cx="370219" cy="354928"/>
          </a:xfrm>
        </p:grpSpPr>
        <p:sp>
          <p:nvSpPr>
            <p:cNvPr id="15797" name="Google Shape;15797;p13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3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3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3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138"/>
          <p:cNvGrpSpPr/>
          <p:nvPr/>
        </p:nvGrpSpPr>
        <p:grpSpPr>
          <a:xfrm>
            <a:off x="3982553" y="1790730"/>
            <a:ext cx="304566" cy="350501"/>
            <a:chOff x="3982553" y="1971730"/>
            <a:chExt cx="304566" cy="350501"/>
          </a:xfrm>
        </p:grpSpPr>
        <p:sp>
          <p:nvSpPr>
            <p:cNvPr id="15802" name="Google Shape;15802;p13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3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4" name="Google Shape;15804;p138"/>
          <p:cNvGrpSpPr/>
          <p:nvPr/>
        </p:nvGrpSpPr>
        <p:grpSpPr>
          <a:xfrm>
            <a:off x="2567841" y="1813124"/>
            <a:ext cx="399812" cy="306477"/>
            <a:chOff x="2567841" y="1994124"/>
            <a:chExt cx="399812" cy="306477"/>
          </a:xfrm>
        </p:grpSpPr>
        <p:sp>
          <p:nvSpPr>
            <p:cNvPr id="15805" name="Google Shape;15805;p13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3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3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8" name="Google Shape;15808;p138"/>
          <p:cNvGrpSpPr/>
          <p:nvPr/>
        </p:nvGrpSpPr>
        <p:grpSpPr>
          <a:xfrm>
            <a:off x="2212084" y="1779358"/>
            <a:ext cx="324698" cy="372863"/>
            <a:chOff x="2212084" y="1960358"/>
            <a:chExt cx="324698" cy="372863"/>
          </a:xfrm>
        </p:grpSpPr>
        <p:sp>
          <p:nvSpPr>
            <p:cNvPr id="15809" name="Google Shape;15809;p13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3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3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138"/>
          <p:cNvGrpSpPr/>
          <p:nvPr/>
        </p:nvGrpSpPr>
        <p:grpSpPr>
          <a:xfrm>
            <a:off x="1805901" y="1779358"/>
            <a:ext cx="284847" cy="373627"/>
            <a:chOff x="1805901" y="1960358"/>
            <a:chExt cx="284847" cy="373627"/>
          </a:xfrm>
        </p:grpSpPr>
        <p:sp>
          <p:nvSpPr>
            <p:cNvPr id="15813" name="Google Shape;15813;p13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3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5" name="Google Shape;15815;p138"/>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38"/>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38"/>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8" name="Google Shape;15818;p138"/>
          <p:cNvGrpSpPr/>
          <p:nvPr/>
        </p:nvGrpSpPr>
        <p:grpSpPr>
          <a:xfrm>
            <a:off x="6656812" y="1848388"/>
            <a:ext cx="368690" cy="245793"/>
            <a:chOff x="6656812" y="2029388"/>
            <a:chExt cx="368690" cy="245793"/>
          </a:xfrm>
        </p:grpSpPr>
        <p:sp>
          <p:nvSpPr>
            <p:cNvPr id="15819" name="Google Shape;15819;p13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13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3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3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3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3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3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3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3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3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9" name="Google Shape;15829;p138"/>
          <p:cNvGrpSpPr/>
          <p:nvPr/>
        </p:nvGrpSpPr>
        <p:grpSpPr>
          <a:xfrm>
            <a:off x="4869651" y="1831218"/>
            <a:ext cx="376654" cy="281566"/>
            <a:chOff x="4869651" y="2012218"/>
            <a:chExt cx="376654" cy="281566"/>
          </a:xfrm>
        </p:grpSpPr>
        <p:sp>
          <p:nvSpPr>
            <p:cNvPr id="15830" name="Google Shape;15830;p13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3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3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3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4" name="Google Shape;15834;p138"/>
          <p:cNvGrpSpPr/>
          <p:nvPr/>
        </p:nvGrpSpPr>
        <p:grpSpPr>
          <a:xfrm>
            <a:off x="5306224" y="1831313"/>
            <a:ext cx="367925" cy="281694"/>
            <a:chOff x="5306224" y="2012313"/>
            <a:chExt cx="367925" cy="281694"/>
          </a:xfrm>
        </p:grpSpPr>
        <p:sp>
          <p:nvSpPr>
            <p:cNvPr id="15835" name="Google Shape;15835;p13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13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7" name="Google Shape;15837;p138"/>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8" name="Google Shape;15838;p138"/>
          <p:cNvGrpSpPr/>
          <p:nvPr/>
        </p:nvGrpSpPr>
        <p:grpSpPr>
          <a:xfrm>
            <a:off x="6195998" y="1802102"/>
            <a:ext cx="368308" cy="338746"/>
            <a:chOff x="6195998" y="1983102"/>
            <a:chExt cx="368308" cy="338746"/>
          </a:xfrm>
        </p:grpSpPr>
        <p:sp>
          <p:nvSpPr>
            <p:cNvPr id="15839" name="Google Shape;15839;p13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3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3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138"/>
          <p:cNvGrpSpPr/>
          <p:nvPr/>
        </p:nvGrpSpPr>
        <p:grpSpPr>
          <a:xfrm>
            <a:off x="7542031" y="1830835"/>
            <a:ext cx="369072" cy="280037"/>
            <a:chOff x="7542031" y="2011835"/>
            <a:chExt cx="369072" cy="280037"/>
          </a:xfrm>
        </p:grpSpPr>
        <p:sp>
          <p:nvSpPr>
            <p:cNvPr id="15843" name="Google Shape;15843;p13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3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13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3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3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3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3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3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13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2" name="Google Shape;15852;p138"/>
          <p:cNvGrpSpPr/>
          <p:nvPr/>
        </p:nvGrpSpPr>
        <p:grpSpPr>
          <a:xfrm>
            <a:off x="8010427" y="3167503"/>
            <a:ext cx="278795" cy="351615"/>
            <a:chOff x="8010427" y="3348503"/>
            <a:chExt cx="278795" cy="351615"/>
          </a:xfrm>
        </p:grpSpPr>
        <p:sp>
          <p:nvSpPr>
            <p:cNvPr id="15853" name="Google Shape;15853;p13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3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3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3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7" name="Google Shape;15857;p138"/>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8" name="Google Shape;15858;p138"/>
          <p:cNvGrpSpPr/>
          <p:nvPr/>
        </p:nvGrpSpPr>
        <p:grpSpPr>
          <a:xfrm>
            <a:off x="7141900" y="3168204"/>
            <a:ext cx="281057" cy="351010"/>
            <a:chOff x="7141900" y="3349204"/>
            <a:chExt cx="281057" cy="351010"/>
          </a:xfrm>
        </p:grpSpPr>
        <p:sp>
          <p:nvSpPr>
            <p:cNvPr id="15859" name="Google Shape;15859;p13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3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3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2" name="Google Shape;15862;p138"/>
          <p:cNvGrpSpPr/>
          <p:nvPr/>
        </p:nvGrpSpPr>
        <p:grpSpPr>
          <a:xfrm>
            <a:off x="5314188" y="3169032"/>
            <a:ext cx="363752" cy="353113"/>
            <a:chOff x="5314188" y="3350032"/>
            <a:chExt cx="363752" cy="353113"/>
          </a:xfrm>
        </p:grpSpPr>
        <p:sp>
          <p:nvSpPr>
            <p:cNvPr id="15863" name="Google Shape;15863;p13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3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5" name="Google Shape;15865;p138"/>
          <p:cNvGrpSpPr/>
          <p:nvPr/>
        </p:nvGrpSpPr>
        <p:grpSpPr>
          <a:xfrm>
            <a:off x="6203579" y="3167981"/>
            <a:ext cx="351615" cy="350373"/>
            <a:chOff x="6203579" y="3348981"/>
            <a:chExt cx="351615" cy="350373"/>
          </a:xfrm>
        </p:grpSpPr>
        <p:sp>
          <p:nvSpPr>
            <p:cNvPr id="15866" name="Google Shape;15866;p13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3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3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3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3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1" name="Google Shape;15871;p138"/>
          <p:cNvGrpSpPr/>
          <p:nvPr/>
        </p:nvGrpSpPr>
        <p:grpSpPr>
          <a:xfrm>
            <a:off x="5829984" y="3169032"/>
            <a:ext cx="220755" cy="352348"/>
            <a:chOff x="5829984" y="3350032"/>
            <a:chExt cx="220755" cy="352348"/>
          </a:xfrm>
        </p:grpSpPr>
        <p:sp>
          <p:nvSpPr>
            <p:cNvPr id="15872" name="Google Shape;15872;p13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3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3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3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138"/>
          <p:cNvGrpSpPr/>
          <p:nvPr/>
        </p:nvGrpSpPr>
        <p:grpSpPr>
          <a:xfrm>
            <a:off x="4882170" y="3168841"/>
            <a:ext cx="358464" cy="352316"/>
            <a:chOff x="4882170" y="3349841"/>
            <a:chExt cx="358464" cy="352316"/>
          </a:xfrm>
        </p:grpSpPr>
        <p:sp>
          <p:nvSpPr>
            <p:cNvPr id="15877" name="Google Shape;15877;p13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3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79" name="Google Shape;15879;p138"/>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138"/>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1" name="Google Shape;15881;p138"/>
          <p:cNvGrpSpPr/>
          <p:nvPr/>
        </p:nvGrpSpPr>
        <p:grpSpPr>
          <a:xfrm>
            <a:off x="3044965" y="2254220"/>
            <a:ext cx="400194" cy="324316"/>
            <a:chOff x="3044965" y="2435220"/>
            <a:chExt cx="400194" cy="324316"/>
          </a:xfrm>
        </p:grpSpPr>
        <p:sp>
          <p:nvSpPr>
            <p:cNvPr id="15882" name="Google Shape;15882;p13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3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3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5" name="Google Shape;15885;p138"/>
          <p:cNvGrpSpPr/>
          <p:nvPr/>
        </p:nvGrpSpPr>
        <p:grpSpPr>
          <a:xfrm>
            <a:off x="4878379" y="2292892"/>
            <a:ext cx="367161" cy="287523"/>
            <a:chOff x="4878379" y="2473892"/>
            <a:chExt cx="367161" cy="287523"/>
          </a:xfrm>
        </p:grpSpPr>
        <p:sp>
          <p:nvSpPr>
            <p:cNvPr id="15886" name="Google Shape;15886;p13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3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3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3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3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138"/>
          <p:cNvGrpSpPr/>
          <p:nvPr/>
        </p:nvGrpSpPr>
        <p:grpSpPr>
          <a:xfrm>
            <a:off x="1325719" y="2706689"/>
            <a:ext cx="290581" cy="372481"/>
            <a:chOff x="1325719" y="2887689"/>
            <a:chExt cx="290581" cy="372481"/>
          </a:xfrm>
        </p:grpSpPr>
        <p:sp>
          <p:nvSpPr>
            <p:cNvPr id="15892" name="Google Shape;15892;p13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3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4" name="Google Shape;15894;p138"/>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5" name="Google Shape;15895;p138"/>
          <p:cNvGrpSpPr/>
          <p:nvPr/>
        </p:nvGrpSpPr>
        <p:grpSpPr>
          <a:xfrm>
            <a:off x="3510335" y="2711499"/>
            <a:ext cx="360726" cy="361204"/>
            <a:chOff x="3510335" y="2892499"/>
            <a:chExt cx="360726" cy="361204"/>
          </a:xfrm>
        </p:grpSpPr>
        <p:sp>
          <p:nvSpPr>
            <p:cNvPr id="15896" name="Google Shape;15896;p13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3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3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3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3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138"/>
          <p:cNvGrpSpPr/>
          <p:nvPr/>
        </p:nvGrpSpPr>
        <p:grpSpPr>
          <a:xfrm>
            <a:off x="3086313" y="2696049"/>
            <a:ext cx="320143" cy="392581"/>
            <a:chOff x="3086313" y="2877049"/>
            <a:chExt cx="320143" cy="392581"/>
          </a:xfrm>
        </p:grpSpPr>
        <p:sp>
          <p:nvSpPr>
            <p:cNvPr id="15902" name="Google Shape;15902;p13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3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3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3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3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3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3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3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3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3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13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3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4" name="Google Shape;15914;p138"/>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5" name="Google Shape;15915;p138"/>
          <p:cNvGrpSpPr/>
          <p:nvPr/>
        </p:nvGrpSpPr>
        <p:grpSpPr>
          <a:xfrm>
            <a:off x="861113" y="2704746"/>
            <a:ext cx="333809" cy="373277"/>
            <a:chOff x="861113" y="2885746"/>
            <a:chExt cx="333809" cy="373277"/>
          </a:xfrm>
        </p:grpSpPr>
        <p:sp>
          <p:nvSpPr>
            <p:cNvPr id="15916" name="Google Shape;15916;p13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3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3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9" name="Google Shape;15919;p138"/>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38"/>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1" name="Google Shape;15921;p138"/>
          <p:cNvGrpSpPr/>
          <p:nvPr/>
        </p:nvGrpSpPr>
        <p:grpSpPr>
          <a:xfrm>
            <a:off x="1297654" y="1323481"/>
            <a:ext cx="349354" cy="362223"/>
            <a:chOff x="1297654" y="1504481"/>
            <a:chExt cx="349354" cy="362223"/>
          </a:xfrm>
        </p:grpSpPr>
        <p:sp>
          <p:nvSpPr>
            <p:cNvPr id="15922" name="Google Shape;15922;p13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3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3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5" name="Google Shape;15925;p138"/>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6" name="Google Shape;15926;p138"/>
          <p:cNvGrpSpPr/>
          <p:nvPr/>
        </p:nvGrpSpPr>
        <p:grpSpPr>
          <a:xfrm>
            <a:off x="852385" y="1329916"/>
            <a:ext cx="353145" cy="351998"/>
            <a:chOff x="852385" y="1510916"/>
            <a:chExt cx="353145" cy="351998"/>
          </a:xfrm>
        </p:grpSpPr>
        <p:sp>
          <p:nvSpPr>
            <p:cNvPr id="15927" name="Google Shape;15927;p13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3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3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0" name="Google Shape;15930;p138"/>
          <p:cNvGrpSpPr/>
          <p:nvPr/>
        </p:nvGrpSpPr>
        <p:grpSpPr>
          <a:xfrm>
            <a:off x="1745217" y="1334471"/>
            <a:ext cx="343269" cy="342505"/>
            <a:chOff x="1745217" y="1515471"/>
            <a:chExt cx="343269" cy="342505"/>
          </a:xfrm>
        </p:grpSpPr>
        <p:sp>
          <p:nvSpPr>
            <p:cNvPr id="15931" name="Google Shape;15931;p13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3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3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3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5" name="Google Shape;15935;p138"/>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6" name="Google Shape;15936;p138"/>
          <p:cNvGrpSpPr/>
          <p:nvPr/>
        </p:nvGrpSpPr>
        <p:grpSpPr>
          <a:xfrm>
            <a:off x="3042703" y="1348137"/>
            <a:ext cx="411535" cy="315587"/>
            <a:chOff x="3042703" y="1529137"/>
            <a:chExt cx="411535" cy="315587"/>
          </a:xfrm>
        </p:grpSpPr>
        <p:sp>
          <p:nvSpPr>
            <p:cNvPr id="15937" name="Google Shape;15937;p13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3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3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3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3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3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3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3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3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3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7" name="Google Shape;15947;p138"/>
          <p:cNvGrpSpPr/>
          <p:nvPr/>
        </p:nvGrpSpPr>
        <p:grpSpPr>
          <a:xfrm>
            <a:off x="2629289" y="1363682"/>
            <a:ext cx="350501" cy="284497"/>
            <a:chOff x="2629289" y="1544682"/>
            <a:chExt cx="350501" cy="284497"/>
          </a:xfrm>
        </p:grpSpPr>
        <p:sp>
          <p:nvSpPr>
            <p:cNvPr id="15948" name="Google Shape;15948;p13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3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3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3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3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138"/>
          <p:cNvGrpSpPr/>
          <p:nvPr/>
        </p:nvGrpSpPr>
        <p:grpSpPr>
          <a:xfrm>
            <a:off x="5305077" y="1321633"/>
            <a:ext cx="367893" cy="365218"/>
            <a:chOff x="5305077" y="1502633"/>
            <a:chExt cx="367893" cy="365218"/>
          </a:xfrm>
        </p:grpSpPr>
        <p:sp>
          <p:nvSpPr>
            <p:cNvPr id="15954" name="Google Shape;15954;p13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3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138"/>
          <p:cNvGrpSpPr/>
          <p:nvPr/>
        </p:nvGrpSpPr>
        <p:grpSpPr>
          <a:xfrm>
            <a:off x="7100170" y="1319117"/>
            <a:ext cx="368308" cy="367033"/>
            <a:chOff x="7100170" y="1500117"/>
            <a:chExt cx="368308" cy="367033"/>
          </a:xfrm>
        </p:grpSpPr>
        <p:sp>
          <p:nvSpPr>
            <p:cNvPr id="15957" name="Google Shape;15957;p13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3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13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3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3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3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13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13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3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3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13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13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3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0" name="Google Shape;15970;p138"/>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1" name="Google Shape;15971;p138"/>
          <p:cNvGrpSpPr/>
          <p:nvPr/>
        </p:nvGrpSpPr>
        <p:grpSpPr>
          <a:xfrm>
            <a:off x="6649231" y="1319021"/>
            <a:ext cx="390287" cy="367065"/>
            <a:chOff x="6649231" y="1500021"/>
            <a:chExt cx="390287" cy="367065"/>
          </a:xfrm>
        </p:grpSpPr>
        <p:sp>
          <p:nvSpPr>
            <p:cNvPr id="15972" name="Google Shape;15972;p13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3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13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3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3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3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3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3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3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3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3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3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4" name="Google Shape;15984;p138"/>
          <p:cNvGrpSpPr/>
          <p:nvPr/>
        </p:nvGrpSpPr>
        <p:grpSpPr>
          <a:xfrm>
            <a:off x="5746938" y="1362503"/>
            <a:ext cx="387261" cy="280356"/>
            <a:chOff x="5746938" y="1543503"/>
            <a:chExt cx="387261" cy="280356"/>
          </a:xfrm>
        </p:grpSpPr>
        <p:sp>
          <p:nvSpPr>
            <p:cNvPr id="15985" name="Google Shape;15985;p13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3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138"/>
          <p:cNvGrpSpPr/>
          <p:nvPr/>
        </p:nvGrpSpPr>
        <p:grpSpPr>
          <a:xfrm>
            <a:off x="6196730" y="1344346"/>
            <a:ext cx="369072" cy="317467"/>
            <a:chOff x="6196730" y="1525346"/>
            <a:chExt cx="369072" cy="317467"/>
          </a:xfrm>
        </p:grpSpPr>
        <p:sp>
          <p:nvSpPr>
            <p:cNvPr id="15988" name="Google Shape;15988;p13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3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13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138"/>
          <p:cNvGrpSpPr/>
          <p:nvPr/>
        </p:nvGrpSpPr>
        <p:grpSpPr>
          <a:xfrm>
            <a:off x="4940592" y="1319690"/>
            <a:ext cx="246558" cy="367161"/>
            <a:chOff x="4940592" y="1500690"/>
            <a:chExt cx="246558" cy="367161"/>
          </a:xfrm>
        </p:grpSpPr>
        <p:sp>
          <p:nvSpPr>
            <p:cNvPr id="15992" name="Google Shape;15992;p13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3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3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3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138"/>
          <p:cNvGrpSpPr/>
          <p:nvPr/>
        </p:nvGrpSpPr>
        <p:grpSpPr>
          <a:xfrm>
            <a:off x="7964906" y="1318894"/>
            <a:ext cx="380858" cy="367575"/>
            <a:chOff x="7964906" y="1499894"/>
            <a:chExt cx="380858" cy="367575"/>
          </a:xfrm>
        </p:grpSpPr>
        <p:sp>
          <p:nvSpPr>
            <p:cNvPr id="15997" name="Google Shape;15997;p13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3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3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0" name="Google Shape;16000;p138"/>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1" name="Google Shape;16001;p138"/>
          <p:cNvGrpSpPr/>
          <p:nvPr/>
        </p:nvGrpSpPr>
        <p:grpSpPr>
          <a:xfrm>
            <a:off x="8007400" y="2721278"/>
            <a:ext cx="285230" cy="355597"/>
            <a:chOff x="8007400" y="2902278"/>
            <a:chExt cx="285230" cy="355597"/>
          </a:xfrm>
        </p:grpSpPr>
        <p:sp>
          <p:nvSpPr>
            <p:cNvPr id="16002" name="Google Shape;16002;p13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3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4" name="Google Shape;16004;p138"/>
          <p:cNvGrpSpPr/>
          <p:nvPr/>
        </p:nvGrpSpPr>
        <p:grpSpPr>
          <a:xfrm>
            <a:off x="6219124" y="2721788"/>
            <a:ext cx="318231" cy="355470"/>
            <a:chOff x="6219124" y="2902788"/>
            <a:chExt cx="318231" cy="355470"/>
          </a:xfrm>
        </p:grpSpPr>
        <p:sp>
          <p:nvSpPr>
            <p:cNvPr id="16005" name="Google Shape;16005;p13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3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3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138"/>
          <p:cNvGrpSpPr/>
          <p:nvPr/>
        </p:nvGrpSpPr>
        <p:grpSpPr>
          <a:xfrm>
            <a:off x="4969421" y="2721852"/>
            <a:ext cx="185109" cy="355406"/>
            <a:chOff x="4969421" y="2902852"/>
            <a:chExt cx="185109" cy="355406"/>
          </a:xfrm>
        </p:grpSpPr>
        <p:sp>
          <p:nvSpPr>
            <p:cNvPr id="16009" name="Google Shape;16009;p13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3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13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13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13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13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5" name="Google Shape;16015;p138"/>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38"/>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7" name="Google Shape;16017;p138"/>
          <p:cNvGrpSpPr/>
          <p:nvPr/>
        </p:nvGrpSpPr>
        <p:grpSpPr>
          <a:xfrm>
            <a:off x="6685259" y="2721852"/>
            <a:ext cx="311414" cy="355406"/>
            <a:chOff x="6685259" y="2902852"/>
            <a:chExt cx="311414" cy="355406"/>
          </a:xfrm>
        </p:grpSpPr>
        <p:sp>
          <p:nvSpPr>
            <p:cNvPr id="16018" name="Google Shape;16018;p13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3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3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1" name="Google Shape;16021;p138"/>
          <p:cNvGrpSpPr/>
          <p:nvPr/>
        </p:nvGrpSpPr>
        <p:grpSpPr>
          <a:xfrm>
            <a:off x="5309250" y="2722170"/>
            <a:ext cx="359579" cy="355852"/>
            <a:chOff x="5309250" y="2903170"/>
            <a:chExt cx="359579" cy="355852"/>
          </a:xfrm>
        </p:grpSpPr>
        <p:sp>
          <p:nvSpPr>
            <p:cNvPr id="16022" name="Google Shape;16022;p13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13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3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138"/>
          <p:cNvGrpSpPr/>
          <p:nvPr/>
        </p:nvGrpSpPr>
        <p:grpSpPr>
          <a:xfrm>
            <a:off x="2199565" y="2240172"/>
            <a:ext cx="312179" cy="353431"/>
            <a:chOff x="2199565" y="2421172"/>
            <a:chExt cx="312179" cy="353431"/>
          </a:xfrm>
        </p:grpSpPr>
        <p:sp>
          <p:nvSpPr>
            <p:cNvPr id="16026" name="Google Shape;16026;p13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3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138"/>
          <p:cNvGrpSpPr/>
          <p:nvPr/>
        </p:nvGrpSpPr>
        <p:grpSpPr>
          <a:xfrm>
            <a:off x="1750887" y="2244727"/>
            <a:ext cx="320143" cy="343269"/>
            <a:chOff x="1750887" y="2425727"/>
            <a:chExt cx="320143" cy="343269"/>
          </a:xfrm>
        </p:grpSpPr>
        <p:sp>
          <p:nvSpPr>
            <p:cNvPr id="16029" name="Google Shape;16029;p13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13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1" name="Google Shape;16031;p138"/>
          <p:cNvGrpSpPr/>
          <p:nvPr/>
        </p:nvGrpSpPr>
        <p:grpSpPr>
          <a:xfrm>
            <a:off x="1298037" y="2244727"/>
            <a:ext cx="338364" cy="342887"/>
            <a:chOff x="1298037" y="2425727"/>
            <a:chExt cx="338364" cy="342887"/>
          </a:xfrm>
        </p:grpSpPr>
        <p:sp>
          <p:nvSpPr>
            <p:cNvPr id="16032" name="Google Shape;16032;p13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13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13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13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6" name="Google Shape;16036;p138"/>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7" name="Google Shape;16037;p138"/>
          <p:cNvGrpSpPr/>
          <p:nvPr/>
        </p:nvGrpSpPr>
        <p:grpSpPr>
          <a:xfrm>
            <a:off x="3974207" y="2248009"/>
            <a:ext cx="320143" cy="338491"/>
            <a:chOff x="3974207" y="2429009"/>
            <a:chExt cx="320143" cy="338491"/>
          </a:xfrm>
        </p:grpSpPr>
        <p:sp>
          <p:nvSpPr>
            <p:cNvPr id="16038" name="Google Shape;16038;p13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3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138"/>
          <p:cNvGrpSpPr/>
          <p:nvPr/>
        </p:nvGrpSpPr>
        <p:grpSpPr>
          <a:xfrm>
            <a:off x="2623237" y="2250047"/>
            <a:ext cx="355024" cy="332630"/>
            <a:chOff x="2623237" y="2431047"/>
            <a:chExt cx="355024" cy="332630"/>
          </a:xfrm>
        </p:grpSpPr>
        <p:sp>
          <p:nvSpPr>
            <p:cNvPr id="16041" name="Google Shape;16041;p13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3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3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13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138"/>
          <p:cNvGrpSpPr/>
          <p:nvPr/>
        </p:nvGrpSpPr>
        <p:grpSpPr>
          <a:xfrm>
            <a:off x="6657194" y="2253073"/>
            <a:ext cx="375507" cy="367925"/>
            <a:chOff x="6657194" y="2434073"/>
            <a:chExt cx="375507" cy="367925"/>
          </a:xfrm>
        </p:grpSpPr>
        <p:sp>
          <p:nvSpPr>
            <p:cNvPr id="16046" name="Google Shape;16046;p13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3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3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138"/>
          <p:cNvGrpSpPr/>
          <p:nvPr/>
        </p:nvGrpSpPr>
        <p:grpSpPr>
          <a:xfrm>
            <a:off x="7101317" y="2260655"/>
            <a:ext cx="367925" cy="352380"/>
            <a:chOff x="7101317" y="2441655"/>
            <a:chExt cx="367925" cy="352380"/>
          </a:xfrm>
        </p:grpSpPr>
        <p:sp>
          <p:nvSpPr>
            <p:cNvPr id="16050" name="Google Shape;16050;p13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3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138"/>
          <p:cNvGrpSpPr/>
          <p:nvPr/>
        </p:nvGrpSpPr>
        <p:grpSpPr>
          <a:xfrm>
            <a:off x="5756399" y="2253456"/>
            <a:ext cx="367925" cy="367161"/>
            <a:chOff x="5756399" y="2434456"/>
            <a:chExt cx="367925" cy="367161"/>
          </a:xfrm>
        </p:grpSpPr>
        <p:sp>
          <p:nvSpPr>
            <p:cNvPr id="16053" name="Google Shape;16053;p13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3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3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13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3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3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3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0" name="Google Shape;16060;p138"/>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38"/>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2" name="Google Shape;16062;p138"/>
          <p:cNvGrpSpPr/>
          <p:nvPr/>
        </p:nvGrpSpPr>
        <p:grpSpPr>
          <a:xfrm>
            <a:off x="7964906" y="2253073"/>
            <a:ext cx="373627" cy="367925"/>
            <a:chOff x="7964906" y="2434073"/>
            <a:chExt cx="373627" cy="367925"/>
          </a:xfrm>
        </p:grpSpPr>
        <p:sp>
          <p:nvSpPr>
            <p:cNvPr id="16063" name="Google Shape;16063;p13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3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138"/>
          <p:cNvGrpSpPr/>
          <p:nvPr/>
        </p:nvGrpSpPr>
        <p:grpSpPr>
          <a:xfrm>
            <a:off x="6194086" y="2256737"/>
            <a:ext cx="369837" cy="360471"/>
            <a:chOff x="6194086" y="2437737"/>
            <a:chExt cx="369837" cy="360471"/>
          </a:xfrm>
        </p:grpSpPr>
        <p:sp>
          <p:nvSpPr>
            <p:cNvPr id="16066" name="Google Shape;16066;p13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13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8" name="Google Shape;16068;p138"/>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6069" name="Google Shape;16069;p138"/>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73" name="Shape 16073"/>
        <p:cNvGrpSpPr/>
        <p:nvPr/>
      </p:nvGrpSpPr>
      <p:grpSpPr>
        <a:xfrm>
          <a:off x="0" y="0"/>
          <a:ext cx="0" cy="0"/>
          <a:chOff x="0" y="0"/>
          <a:chExt cx="0" cy="0"/>
        </a:xfrm>
      </p:grpSpPr>
      <p:grpSp>
        <p:nvGrpSpPr>
          <p:cNvPr id="16074" name="Google Shape;16074;p139"/>
          <p:cNvGrpSpPr/>
          <p:nvPr/>
        </p:nvGrpSpPr>
        <p:grpSpPr>
          <a:xfrm>
            <a:off x="3541011" y="1334344"/>
            <a:ext cx="350166" cy="349434"/>
            <a:chOff x="3541011" y="1508594"/>
            <a:chExt cx="350166" cy="349434"/>
          </a:xfrm>
        </p:grpSpPr>
        <p:sp>
          <p:nvSpPr>
            <p:cNvPr id="16075" name="Google Shape;16075;p13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3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13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13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3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3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3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3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3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3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3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13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3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139"/>
          <p:cNvGrpSpPr/>
          <p:nvPr/>
        </p:nvGrpSpPr>
        <p:grpSpPr>
          <a:xfrm>
            <a:off x="3122257" y="1334344"/>
            <a:ext cx="294850" cy="349434"/>
            <a:chOff x="3122257" y="1508594"/>
            <a:chExt cx="294850" cy="349434"/>
          </a:xfrm>
        </p:grpSpPr>
        <p:sp>
          <p:nvSpPr>
            <p:cNvPr id="16089" name="Google Shape;16089;p13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13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3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3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3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139"/>
          <p:cNvGrpSpPr/>
          <p:nvPr/>
        </p:nvGrpSpPr>
        <p:grpSpPr>
          <a:xfrm>
            <a:off x="910723" y="1333962"/>
            <a:ext cx="251660" cy="350166"/>
            <a:chOff x="910723" y="1508212"/>
            <a:chExt cx="251660" cy="350166"/>
          </a:xfrm>
        </p:grpSpPr>
        <p:sp>
          <p:nvSpPr>
            <p:cNvPr id="16095" name="Google Shape;16095;p13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13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3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3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3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3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13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3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3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3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3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3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13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3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3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3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13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139"/>
          <p:cNvGrpSpPr/>
          <p:nvPr/>
        </p:nvGrpSpPr>
        <p:grpSpPr>
          <a:xfrm>
            <a:off x="1308631" y="1333580"/>
            <a:ext cx="350166" cy="350198"/>
            <a:chOff x="1308631" y="1507830"/>
            <a:chExt cx="350166" cy="350198"/>
          </a:xfrm>
        </p:grpSpPr>
        <p:sp>
          <p:nvSpPr>
            <p:cNvPr id="16113" name="Google Shape;16113;p13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3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3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3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139"/>
          <p:cNvGrpSpPr/>
          <p:nvPr/>
        </p:nvGrpSpPr>
        <p:grpSpPr>
          <a:xfrm>
            <a:off x="1756921" y="1335489"/>
            <a:ext cx="345997" cy="345997"/>
            <a:chOff x="1756921" y="1509739"/>
            <a:chExt cx="345997" cy="345997"/>
          </a:xfrm>
        </p:grpSpPr>
        <p:sp>
          <p:nvSpPr>
            <p:cNvPr id="16118" name="Google Shape;16118;p13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3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3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3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3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13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13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3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3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3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3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3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3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3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13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13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3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139"/>
          <p:cNvGrpSpPr/>
          <p:nvPr/>
        </p:nvGrpSpPr>
        <p:grpSpPr>
          <a:xfrm>
            <a:off x="2216956" y="1336253"/>
            <a:ext cx="318721" cy="345615"/>
            <a:chOff x="2216956" y="1510503"/>
            <a:chExt cx="318721" cy="345615"/>
          </a:xfrm>
        </p:grpSpPr>
        <p:sp>
          <p:nvSpPr>
            <p:cNvPr id="16136" name="Google Shape;16136;p13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13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3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3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3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139"/>
          <p:cNvGrpSpPr/>
          <p:nvPr/>
        </p:nvGrpSpPr>
        <p:grpSpPr>
          <a:xfrm>
            <a:off x="3988156" y="1394211"/>
            <a:ext cx="349052" cy="230049"/>
            <a:chOff x="3988156" y="1568461"/>
            <a:chExt cx="349052" cy="230049"/>
          </a:xfrm>
        </p:grpSpPr>
        <p:sp>
          <p:nvSpPr>
            <p:cNvPr id="16142" name="Google Shape;16142;p13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3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3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3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3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13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3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139"/>
          <p:cNvGrpSpPr/>
          <p:nvPr/>
        </p:nvGrpSpPr>
        <p:grpSpPr>
          <a:xfrm>
            <a:off x="2633037" y="1325623"/>
            <a:ext cx="379002" cy="366112"/>
            <a:chOff x="2633037" y="1499873"/>
            <a:chExt cx="379002" cy="366112"/>
          </a:xfrm>
        </p:grpSpPr>
        <p:sp>
          <p:nvSpPr>
            <p:cNvPr id="16150" name="Google Shape;16150;p13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13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3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3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13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3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6" name="Google Shape;16156;p139"/>
          <p:cNvGrpSpPr/>
          <p:nvPr/>
        </p:nvGrpSpPr>
        <p:grpSpPr>
          <a:xfrm>
            <a:off x="6675256" y="1341919"/>
            <a:ext cx="327823" cy="357009"/>
            <a:chOff x="6675256" y="1516169"/>
            <a:chExt cx="327823" cy="357009"/>
          </a:xfrm>
        </p:grpSpPr>
        <p:sp>
          <p:nvSpPr>
            <p:cNvPr id="16157" name="Google Shape;16157;p13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13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13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13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13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13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13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13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13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6" name="Google Shape;16166;p139"/>
          <p:cNvGrpSpPr/>
          <p:nvPr/>
        </p:nvGrpSpPr>
        <p:grpSpPr>
          <a:xfrm>
            <a:off x="8020159" y="1342301"/>
            <a:ext cx="300897" cy="356627"/>
            <a:chOff x="8020159" y="1516551"/>
            <a:chExt cx="300897" cy="356627"/>
          </a:xfrm>
        </p:grpSpPr>
        <p:sp>
          <p:nvSpPr>
            <p:cNvPr id="16167" name="Google Shape;16167;p13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3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13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13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13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139"/>
          <p:cNvGrpSpPr/>
          <p:nvPr/>
        </p:nvGrpSpPr>
        <p:grpSpPr>
          <a:xfrm>
            <a:off x="5377363" y="1341919"/>
            <a:ext cx="257357" cy="356627"/>
            <a:chOff x="5377363" y="1516169"/>
            <a:chExt cx="257357" cy="356627"/>
          </a:xfrm>
        </p:grpSpPr>
        <p:sp>
          <p:nvSpPr>
            <p:cNvPr id="16173" name="Google Shape;16173;p13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3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3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13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3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3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13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13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3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13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3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13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13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3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13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13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3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139"/>
          <p:cNvGrpSpPr/>
          <p:nvPr/>
        </p:nvGrpSpPr>
        <p:grpSpPr>
          <a:xfrm>
            <a:off x="4880567" y="1361620"/>
            <a:ext cx="356245" cy="317607"/>
            <a:chOff x="4880567" y="1535870"/>
            <a:chExt cx="356245" cy="317607"/>
          </a:xfrm>
        </p:grpSpPr>
        <p:sp>
          <p:nvSpPr>
            <p:cNvPr id="16191" name="Google Shape;16191;p13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3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3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3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3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6" name="Google Shape;16196;p139"/>
          <p:cNvGrpSpPr/>
          <p:nvPr/>
        </p:nvGrpSpPr>
        <p:grpSpPr>
          <a:xfrm>
            <a:off x="5771483" y="1341537"/>
            <a:ext cx="357359" cy="357391"/>
            <a:chOff x="5771483" y="1515787"/>
            <a:chExt cx="357359" cy="357391"/>
          </a:xfrm>
        </p:grpSpPr>
        <p:sp>
          <p:nvSpPr>
            <p:cNvPr id="16197" name="Google Shape;16197;p13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3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3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3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139"/>
          <p:cNvGrpSpPr/>
          <p:nvPr/>
        </p:nvGrpSpPr>
        <p:grpSpPr>
          <a:xfrm>
            <a:off x="7121669" y="1359360"/>
            <a:ext cx="321362" cy="321362"/>
            <a:chOff x="7121669" y="1533610"/>
            <a:chExt cx="321362" cy="321362"/>
          </a:xfrm>
        </p:grpSpPr>
        <p:sp>
          <p:nvSpPr>
            <p:cNvPr id="16202" name="Google Shape;16202;p13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13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13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13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6" name="Google Shape;16206;p139"/>
          <p:cNvGrpSpPr/>
          <p:nvPr/>
        </p:nvGrpSpPr>
        <p:grpSpPr>
          <a:xfrm>
            <a:off x="7562766" y="1340614"/>
            <a:ext cx="327059" cy="360192"/>
            <a:chOff x="7562766" y="1514864"/>
            <a:chExt cx="327059" cy="360192"/>
          </a:xfrm>
        </p:grpSpPr>
        <p:sp>
          <p:nvSpPr>
            <p:cNvPr id="16207" name="Google Shape;16207;p13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13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3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13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1" name="Google Shape;16211;p139"/>
          <p:cNvGrpSpPr/>
          <p:nvPr/>
        </p:nvGrpSpPr>
        <p:grpSpPr>
          <a:xfrm>
            <a:off x="6221229" y="1324423"/>
            <a:ext cx="361636" cy="362183"/>
            <a:chOff x="6259175" y="1559008"/>
            <a:chExt cx="271743" cy="272093"/>
          </a:xfrm>
        </p:grpSpPr>
        <p:sp>
          <p:nvSpPr>
            <p:cNvPr id="16212" name="Google Shape;16212;p13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3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13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3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13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13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3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3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3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13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13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13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13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13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13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13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3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139"/>
          <p:cNvGrpSpPr/>
          <p:nvPr/>
        </p:nvGrpSpPr>
        <p:grpSpPr>
          <a:xfrm>
            <a:off x="2661459" y="1840751"/>
            <a:ext cx="322508" cy="273494"/>
            <a:chOff x="2661459" y="2015001"/>
            <a:chExt cx="322508" cy="273494"/>
          </a:xfrm>
        </p:grpSpPr>
        <p:sp>
          <p:nvSpPr>
            <p:cNvPr id="16230" name="Google Shape;16230;p13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3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2" name="Google Shape;16232;p139"/>
          <p:cNvGrpSpPr/>
          <p:nvPr/>
        </p:nvGrpSpPr>
        <p:grpSpPr>
          <a:xfrm>
            <a:off x="6671087" y="1835054"/>
            <a:ext cx="332757" cy="281833"/>
            <a:chOff x="6671087" y="2009304"/>
            <a:chExt cx="332757" cy="281833"/>
          </a:xfrm>
        </p:grpSpPr>
        <p:sp>
          <p:nvSpPr>
            <p:cNvPr id="16233" name="Google Shape;16233;p13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13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5" name="Google Shape;16235;p139"/>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6" name="Google Shape;16236;p139"/>
          <p:cNvGrpSpPr/>
          <p:nvPr/>
        </p:nvGrpSpPr>
        <p:grpSpPr>
          <a:xfrm>
            <a:off x="2201806" y="1802335"/>
            <a:ext cx="349784" cy="349434"/>
            <a:chOff x="2201806" y="1976585"/>
            <a:chExt cx="349784" cy="349434"/>
          </a:xfrm>
        </p:grpSpPr>
        <p:sp>
          <p:nvSpPr>
            <p:cNvPr id="16237" name="Google Shape;16237;p13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13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3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3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139"/>
          <p:cNvGrpSpPr/>
          <p:nvPr/>
        </p:nvGrpSpPr>
        <p:grpSpPr>
          <a:xfrm>
            <a:off x="3094217" y="1802335"/>
            <a:ext cx="350198" cy="350548"/>
            <a:chOff x="3094217" y="1976585"/>
            <a:chExt cx="350198" cy="350548"/>
          </a:xfrm>
        </p:grpSpPr>
        <p:sp>
          <p:nvSpPr>
            <p:cNvPr id="16242" name="Google Shape;16242;p13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13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3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3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3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3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3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3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3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3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3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3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13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139"/>
          <p:cNvGrpSpPr/>
          <p:nvPr/>
        </p:nvGrpSpPr>
        <p:grpSpPr>
          <a:xfrm>
            <a:off x="870939" y="1801571"/>
            <a:ext cx="332375" cy="350071"/>
            <a:chOff x="870939" y="1975821"/>
            <a:chExt cx="332375" cy="350071"/>
          </a:xfrm>
        </p:grpSpPr>
        <p:sp>
          <p:nvSpPr>
            <p:cNvPr id="16256" name="Google Shape;16256;p13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3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3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3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0" name="Google Shape;16260;p139"/>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61" name="Google Shape;16261;p139"/>
          <p:cNvGrpSpPr/>
          <p:nvPr/>
        </p:nvGrpSpPr>
        <p:grpSpPr>
          <a:xfrm>
            <a:off x="3979435" y="1802335"/>
            <a:ext cx="345265" cy="349848"/>
            <a:chOff x="3979435" y="1976585"/>
            <a:chExt cx="345265" cy="349848"/>
          </a:xfrm>
        </p:grpSpPr>
        <p:sp>
          <p:nvSpPr>
            <p:cNvPr id="16262" name="Google Shape;16262;p13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3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13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3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3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3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3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3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13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3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3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3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3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3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3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3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3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139"/>
          <p:cNvGrpSpPr/>
          <p:nvPr/>
        </p:nvGrpSpPr>
        <p:grpSpPr>
          <a:xfrm>
            <a:off x="3576626" y="1801571"/>
            <a:ext cx="284251" cy="351694"/>
            <a:chOff x="3576626" y="1975821"/>
            <a:chExt cx="284251" cy="351694"/>
          </a:xfrm>
        </p:grpSpPr>
        <p:sp>
          <p:nvSpPr>
            <p:cNvPr id="16280" name="Google Shape;16280;p13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3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3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139"/>
          <p:cNvGrpSpPr/>
          <p:nvPr/>
        </p:nvGrpSpPr>
        <p:grpSpPr>
          <a:xfrm>
            <a:off x="2722090" y="2715912"/>
            <a:ext cx="238770" cy="371841"/>
            <a:chOff x="2722090" y="2890162"/>
            <a:chExt cx="238770" cy="371841"/>
          </a:xfrm>
        </p:grpSpPr>
        <p:sp>
          <p:nvSpPr>
            <p:cNvPr id="16284" name="Google Shape;16284;p13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13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13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7" name="Google Shape;16287;p139"/>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8" name="Google Shape;16288;p139"/>
          <p:cNvGrpSpPr/>
          <p:nvPr/>
        </p:nvGrpSpPr>
        <p:grpSpPr>
          <a:xfrm>
            <a:off x="6216367" y="1795906"/>
            <a:ext cx="361147" cy="361147"/>
            <a:chOff x="6216367" y="1970156"/>
            <a:chExt cx="361147" cy="361147"/>
          </a:xfrm>
        </p:grpSpPr>
        <p:sp>
          <p:nvSpPr>
            <p:cNvPr id="16289" name="Google Shape;16289;p13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3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13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13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3" name="Google Shape;16293;p139"/>
          <p:cNvGrpSpPr/>
          <p:nvPr/>
        </p:nvGrpSpPr>
        <p:grpSpPr>
          <a:xfrm>
            <a:off x="1289311" y="2751972"/>
            <a:ext cx="408156" cy="299783"/>
            <a:chOff x="1289311" y="2926222"/>
            <a:chExt cx="408156" cy="299783"/>
          </a:xfrm>
        </p:grpSpPr>
        <p:sp>
          <p:nvSpPr>
            <p:cNvPr id="16294" name="Google Shape;16294;p13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3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139"/>
          <p:cNvGrpSpPr/>
          <p:nvPr/>
        </p:nvGrpSpPr>
        <p:grpSpPr>
          <a:xfrm>
            <a:off x="7978465" y="1795142"/>
            <a:ext cx="361147" cy="360797"/>
            <a:chOff x="7978465" y="1969392"/>
            <a:chExt cx="361147" cy="360797"/>
          </a:xfrm>
        </p:grpSpPr>
        <p:sp>
          <p:nvSpPr>
            <p:cNvPr id="16297" name="Google Shape;16297;p13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3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3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3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3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3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13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13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13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6" name="Google Shape;16306;p139"/>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7" name="Google Shape;16307;p139"/>
          <p:cNvGrpSpPr/>
          <p:nvPr/>
        </p:nvGrpSpPr>
        <p:grpSpPr>
          <a:xfrm>
            <a:off x="854261" y="2734563"/>
            <a:ext cx="377474" cy="335748"/>
            <a:chOff x="854261" y="2908813"/>
            <a:chExt cx="377474" cy="335748"/>
          </a:xfrm>
        </p:grpSpPr>
        <p:sp>
          <p:nvSpPr>
            <p:cNvPr id="16308" name="Google Shape;16308;p13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13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13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13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13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3" name="Google Shape;16313;p139"/>
          <p:cNvGrpSpPr/>
          <p:nvPr/>
        </p:nvGrpSpPr>
        <p:grpSpPr>
          <a:xfrm>
            <a:off x="1749728" y="2720527"/>
            <a:ext cx="386927" cy="363438"/>
            <a:chOff x="1749728" y="2894777"/>
            <a:chExt cx="386927" cy="363438"/>
          </a:xfrm>
        </p:grpSpPr>
        <p:sp>
          <p:nvSpPr>
            <p:cNvPr id="16314" name="Google Shape;16314;p13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13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3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13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13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3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13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1" name="Google Shape;16321;p139"/>
          <p:cNvGrpSpPr/>
          <p:nvPr/>
        </p:nvGrpSpPr>
        <p:grpSpPr>
          <a:xfrm>
            <a:off x="7098912" y="1795142"/>
            <a:ext cx="359651" cy="361560"/>
            <a:chOff x="7098912" y="1969392"/>
            <a:chExt cx="359651" cy="361560"/>
          </a:xfrm>
        </p:grpSpPr>
        <p:sp>
          <p:nvSpPr>
            <p:cNvPr id="16322" name="Google Shape;16322;p13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13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13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13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3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13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3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13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13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13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13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3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13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35" name="Google Shape;16335;p139"/>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6" name="Google Shape;16336;p139"/>
          <p:cNvGrpSpPr/>
          <p:nvPr/>
        </p:nvGrpSpPr>
        <p:grpSpPr>
          <a:xfrm>
            <a:off x="5352728" y="1815989"/>
            <a:ext cx="327091" cy="322508"/>
            <a:chOff x="5352728" y="1990239"/>
            <a:chExt cx="327091" cy="322508"/>
          </a:xfrm>
        </p:grpSpPr>
        <p:sp>
          <p:nvSpPr>
            <p:cNvPr id="16337" name="Google Shape;16337;p13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13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3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139"/>
          <p:cNvGrpSpPr/>
          <p:nvPr/>
        </p:nvGrpSpPr>
        <p:grpSpPr>
          <a:xfrm>
            <a:off x="7538896" y="1795906"/>
            <a:ext cx="361147" cy="361529"/>
            <a:chOff x="7538896" y="1970156"/>
            <a:chExt cx="361147" cy="361529"/>
          </a:xfrm>
        </p:grpSpPr>
        <p:sp>
          <p:nvSpPr>
            <p:cNvPr id="16341" name="Google Shape;16341;p13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3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13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13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3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13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139"/>
          <p:cNvGrpSpPr/>
          <p:nvPr/>
        </p:nvGrpSpPr>
        <p:grpSpPr>
          <a:xfrm>
            <a:off x="4896099" y="1796670"/>
            <a:ext cx="358155" cy="358123"/>
            <a:chOff x="4896099" y="1970920"/>
            <a:chExt cx="358155" cy="358123"/>
          </a:xfrm>
        </p:grpSpPr>
        <p:sp>
          <p:nvSpPr>
            <p:cNvPr id="16348" name="Google Shape;16348;p13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13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13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1" name="Google Shape;16351;p139"/>
          <p:cNvGrpSpPr/>
          <p:nvPr/>
        </p:nvGrpSpPr>
        <p:grpSpPr>
          <a:xfrm>
            <a:off x="4048787" y="2802769"/>
            <a:ext cx="283488" cy="198604"/>
            <a:chOff x="4048787" y="2977019"/>
            <a:chExt cx="283488" cy="198604"/>
          </a:xfrm>
        </p:grpSpPr>
        <p:sp>
          <p:nvSpPr>
            <p:cNvPr id="16352" name="Google Shape;16352;p13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13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13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13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13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3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139"/>
          <p:cNvGrpSpPr/>
          <p:nvPr/>
        </p:nvGrpSpPr>
        <p:grpSpPr>
          <a:xfrm>
            <a:off x="4054103" y="2255941"/>
            <a:ext cx="218687" cy="349052"/>
            <a:chOff x="4054103" y="2430191"/>
            <a:chExt cx="218687" cy="349052"/>
          </a:xfrm>
        </p:grpSpPr>
        <p:sp>
          <p:nvSpPr>
            <p:cNvPr id="16359" name="Google Shape;16359;p13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3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139"/>
          <p:cNvGrpSpPr/>
          <p:nvPr/>
        </p:nvGrpSpPr>
        <p:grpSpPr>
          <a:xfrm>
            <a:off x="2185128" y="2253299"/>
            <a:ext cx="382758" cy="356595"/>
            <a:chOff x="2185128" y="2427549"/>
            <a:chExt cx="382758" cy="356595"/>
          </a:xfrm>
        </p:grpSpPr>
        <p:sp>
          <p:nvSpPr>
            <p:cNvPr id="16362" name="Google Shape;16362;p13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3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3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3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139"/>
          <p:cNvGrpSpPr/>
          <p:nvPr/>
        </p:nvGrpSpPr>
        <p:grpSpPr>
          <a:xfrm>
            <a:off x="3539102" y="2253299"/>
            <a:ext cx="355099" cy="355481"/>
            <a:chOff x="3539102" y="2427549"/>
            <a:chExt cx="355099" cy="355481"/>
          </a:xfrm>
        </p:grpSpPr>
        <p:sp>
          <p:nvSpPr>
            <p:cNvPr id="16367" name="Google Shape;16367;p13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13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139"/>
          <p:cNvGrpSpPr/>
          <p:nvPr/>
        </p:nvGrpSpPr>
        <p:grpSpPr>
          <a:xfrm>
            <a:off x="2656907" y="2265043"/>
            <a:ext cx="332757" cy="332343"/>
            <a:chOff x="2656907" y="2439293"/>
            <a:chExt cx="332757" cy="332343"/>
          </a:xfrm>
        </p:grpSpPr>
        <p:sp>
          <p:nvSpPr>
            <p:cNvPr id="16370" name="Google Shape;16370;p13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3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3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3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13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13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3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7" name="Google Shape;16377;p139"/>
          <p:cNvGrpSpPr/>
          <p:nvPr/>
        </p:nvGrpSpPr>
        <p:grpSpPr>
          <a:xfrm>
            <a:off x="1731523" y="2248366"/>
            <a:ext cx="399435" cy="365698"/>
            <a:chOff x="1731523" y="2422616"/>
            <a:chExt cx="399435" cy="365698"/>
          </a:xfrm>
        </p:grpSpPr>
        <p:sp>
          <p:nvSpPr>
            <p:cNvPr id="16378" name="Google Shape;16378;p13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3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3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139"/>
          <p:cNvGrpSpPr/>
          <p:nvPr/>
        </p:nvGrpSpPr>
        <p:grpSpPr>
          <a:xfrm>
            <a:off x="3097241" y="2259314"/>
            <a:ext cx="344883" cy="343387"/>
            <a:chOff x="3097241" y="2433564"/>
            <a:chExt cx="344883" cy="343387"/>
          </a:xfrm>
        </p:grpSpPr>
        <p:sp>
          <p:nvSpPr>
            <p:cNvPr id="16382" name="Google Shape;16382;p13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3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3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3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3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13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3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3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3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139"/>
          <p:cNvGrpSpPr/>
          <p:nvPr/>
        </p:nvGrpSpPr>
        <p:grpSpPr>
          <a:xfrm>
            <a:off x="1278299" y="2265043"/>
            <a:ext cx="410829" cy="332343"/>
            <a:chOff x="1278299" y="2439293"/>
            <a:chExt cx="410829" cy="332343"/>
          </a:xfrm>
        </p:grpSpPr>
        <p:sp>
          <p:nvSpPr>
            <p:cNvPr id="16392" name="Google Shape;16392;p13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3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3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3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13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13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3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3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139"/>
          <p:cNvGrpSpPr/>
          <p:nvPr/>
        </p:nvGrpSpPr>
        <p:grpSpPr>
          <a:xfrm>
            <a:off x="870939" y="2265043"/>
            <a:ext cx="331993" cy="331993"/>
            <a:chOff x="870939" y="2439293"/>
            <a:chExt cx="331993" cy="331993"/>
          </a:xfrm>
        </p:grpSpPr>
        <p:sp>
          <p:nvSpPr>
            <p:cNvPr id="16401" name="Google Shape;16401;p13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13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13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3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3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13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3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3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3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3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3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13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13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13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13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3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139"/>
          <p:cNvGrpSpPr/>
          <p:nvPr/>
        </p:nvGrpSpPr>
        <p:grpSpPr>
          <a:xfrm>
            <a:off x="6644957" y="2282103"/>
            <a:ext cx="371395" cy="278904"/>
            <a:chOff x="6644957" y="2456353"/>
            <a:chExt cx="371395" cy="278904"/>
          </a:xfrm>
        </p:grpSpPr>
        <p:sp>
          <p:nvSpPr>
            <p:cNvPr id="16418" name="Google Shape;16418;p13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13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3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3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3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139"/>
          <p:cNvGrpSpPr/>
          <p:nvPr/>
        </p:nvGrpSpPr>
        <p:grpSpPr>
          <a:xfrm>
            <a:off x="5388757" y="2240409"/>
            <a:ext cx="260349" cy="362292"/>
            <a:chOff x="5388757" y="2414659"/>
            <a:chExt cx="260349" cy="362292"/>
          </a:xfrm>
        </p:grpSpPr>
        <p:sp>
          <p:nvSpPr>
            <p:cNvPr id="16424" name="Google Shape;16424;p13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3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3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13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13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3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3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3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3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3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3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3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3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3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3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3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3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3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3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3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4" name="Google Shape;16444;p139"/>
          <p:cNvGrpSpPr/>
          <p:nvPr/>
        </p:nvGrpSpPr>
        <p:grpSpPr>
          <a:xfrm>
            <a:off x="3567142" y="2731507"/>
            <a:ext cx="348288" cy="340331"/>
            <a:chOff x="3567142" y="2905757"/>
            <a:chExt cx="348288" cy="340331"/>
          </a:xfrm>
        </p:grpSpPr>
        <p:sp>
          <p:nvSpPr>
            <p:cNvPr id="16445" name="Google Shape;16445;p13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3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3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3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3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139"/>
          <p:cNvGrpSpPr/>
          <p:nvPr/>
        </p:nvGrpSpPr>
        <p:grpSpPr>
          <a:xfrm>
            <a:off x="7967103" y="2240791"/>
            <a:ext cx="355863" cy="361911"/>
            <a:chOff x="7967103" y="2415041"/>
            <a:chExt cx="355863" cy="361911"/>
          </a:xfrm>
        </p:grpSpPr>
        <p:sp>
          <p:nvSpPr>
            <p:cNvPr id="16451" name="Google Shape;16451;p13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3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3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3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3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3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3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3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3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13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13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139"/>
          <p:cNvGrpSpPr/>
          <p:nvPr/>
        </p:nvGrpSpPr>
        <p:grpSpPr>
          <a:xfrm>
            <a:off x="7529411" y="2240409"/>
            <a:ext cx="355863" cy="362292"/>
            <a:chOff x="7529411" y="2414659"/>
            <a:chExt cx="355863" cy="362292"/>
          </a:xfrm>
        </p:grpSpPr>
        <p:sp>
          <p:nvSpPr>
            <p:cNvPr id="16463" name="Google Shape;16463;p13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3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3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3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3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13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3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3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3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3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13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13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5" name="Google Shape;16475;p139"/>
          <p:cNvGrpSpPr/>
          <p:nvPr/>
        </p:nvGrpSpPr>
        <p:grpSpPr>
          <a:xfrm>
            <a:off x="5733194" y="2257468"/>
            <a:ext cx="446826" cy="327059"/>
            <a:chOff x="5733194" y="2431718"/>
            <a:chExt cx="446826" cy="327059"/>
          </a:xfrm>
        </p:grpSpPr>
        <p:sp>
          <p:nvSpPr>
            <p:cNvPr id="16476" name="Google Shape;16476;p13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13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3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9" name="Google Shape;16479;p139"/>
          <p:cNvGrpSpPr/>
          <p:nvPr/>
        </p:nvGrpSpPr>
        <p:grpSpPr>
          <a:xfrm>
            <a:off x="4876780" y="2243814"/>
            <a:ext cx="407774" cy="356627"/>
            <a:chOff x="4876780" y="2418064"/>
            <a:chExt cx="407774" cy="356627"/>
          </a:xfrm>
        </p:grpSpPr>
        <p:sp>
          <p:nvSpPr>
            <p:cNvPr id="16480" name="Google Shape;16480;p13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13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3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3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3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3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3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3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139"/>
          <p:cNvGrpSpPr/>
          <p:nvPr/>
        </p:nvGrpSpPr>
        <p:grpSpPr>
          <a:xfrm>
            <a:off x="7070872" y="2236621"/>
            <a:ext cx="398321" cy="371013"/>
            <a:chOff x="7070872" y="2410871"/>
            <a:chExt cx="398321" cy="371013"/>
          </a:xfrm>
        </p:grpSpPr>
        <p:sp>
          <p:nvSpPr>
            <p:cNvPr id="16489" name="Google Shape;16489;p13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13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13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3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3" name="Google Shape;16493;p139"/>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94" name="Google Shape;16494;p139"/>
          <p:cNvGrpSpPr/>
          <p:nvPr/>
        </p:nvGrpSpPr>
        <p:grpSpPr>
          <a:xfrm>
            <a:off x="5318259" y="2807861"/>
            <a:ext cx="371013" cy="220787"/>
            <a:chOff x="5318259" y="2982111"/>
            <a:chExt cx="371013" cy="220787"/>
          </a:xfrm>
        </p:grpSpPr>
        <p:sp>
          <p:nvSpPr>
            <p:cNvPr id="16495" name="Google Shape;16495;p13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3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3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3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13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3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3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3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3" name="Google Shape;16503;p139"/>
          <p:cNvGrpSpPr/>
          <p:nvPr/>
        </p:nvGrpSpPr>
        <p:grpSpPr>
          <a:xfrm>
            <a:off x="7073928" y="2731507"/>
            <a:ext cx="371395" cy="371809"/>
            <a:chOff x="7073928" y="2905757"/>
            <a:chExt cx="371395" cy="371809"/>
          </a:xfrm>
        </p:grpSpPr>
        <p:sp>
          <p:nvSpPr>
            <p:cNvPr id="16504" name="Google Shape;16504;p13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13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13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7" name="Google Shape;16507;p139"/>
          <p:cNvGrpSpPr/>
          <p:nvPr/>
        </p:nvGrpSpPr>
        <p:grpSpPr>
          <a:xfrm>
            <a:off x="6188327" y="2781158"/>
            <a:ext cx="371395" cy="272857"/>
            <a:chOff x="6188327" y="2955408"/>
            <a:chExt cx="371395" cy="272857"/>
          </a:xfrm>
        </p:grpSpPr>
        <p:sp>
          <p:nvSpPr>
            <p:cNvPr id="16508" name="Google Shape;16508;p13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3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0" name="Google Shape;16510;p139"/>
          <p:cNvGrpSpPr/>
          <p:nvPr/>
        </p:nvGrpSpPr>
        <p:grpSpPr>
          <a:xfrm>
            <a:off x="7521454" y="2731889"/>
            <a:ext cx="359651" cy="371013"/>
            <a:chOff x="7521454" y="2906139"/>
            <a:chExt cx="359651" cy="371013"/>
          </a:xfrm>
        </p:grpSpPr>
        <p:sp>
          <p:nvSpPr>
            <p:cNvPr id="16511" name="Google Shape;16511;p13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13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13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13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3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139"/>
          <p:cNvGrpSpPr/>
          <p:nvPr/>
        </p:nvGrpSpPr>
        <p:grpSpPr>
          <a:xfrm>
            <a:off x="5782845" y="2732271"/>
            <a:ext cx="301661" cy="371013"/>
            <a:chOff x="5782845" y="2906521"/>
            <a:chExt cx="301661" cy="371013"/>
          </a:xfrm>
        </p:grpSpPr>
        <p:sp>
          <p:nvSpPr>
            <p:cNvPr id="16517" name="Google Shape;16517;p13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3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3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0" name="Google Shape;16520;p139"/>
          <p:cNvGrpSpPr/>
          <p:nvPr/>
        </p:nvGrpSpPr>
        <p:grpSpPr>
          <a:xfrm>
            <a:off x="6630539" y="2743252"/>
            <a:ext cx="371777" cy="349434"/>
            <a:chOff x="6630539" y="2917502"/>
            <a:chExt cx="371777" cy="349434"/>
          </a:xfrm>
        </p:grpSpPr>
        <p:sp>
          <p:nvSpPr>
            <p:cNvPr id="16521" name="Google Shape;16521;p13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3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3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3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13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3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3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139"/>
          <p:cNvGrpSpPr/>
          <p:nvPr/>
        </p:nvGrpSpPr>
        <p:grpSpPr>
          <a:xfrm>
            <a:off x="2171474" y="3194979"/>
            <a:ext cx="408156" cy="343737"/>
            <a:chOff x="2171474" y="3369229"/>
            <a:chExt cx="408156" cy="343737"/>
          </a:xfrm>
        </p:grpSpPr>
        <p:sp>
          <p:nvSpPr>
            <p:cNvPr id="16529" name="Google Shape;16529;p13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3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3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3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139"/>
          <p:cNvGrpSpPr/>
          <p:nvPr/>
        </p:nvGrpSpPr>
        <p:grpSpPr>
          <a:xfrm>
            <a:off x="4891198" y="2750858"/>
            <a:ext cx="334634" cy="334634"/>
            <a:chOff x="4891198" y="2925108"/>
            <a:chExt cx="334634" cy="334634"/>
          </a:xfrm>
        </p:grpSpPr>
        <p:sp>
          <p:nvSpPr>
            <p:cNvPr id="16534" name="Google Shape;16534;p13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13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13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3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3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13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13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13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2" name="Google Shape;16542;p139"/>
          <p:cNvGrpSpPr/>
          <p:nvPr/>
        </p:nvGrpSpPr>
        <p:grpSpPr>
          <a:xfrm>
            <a:off x="7976174" y="2750858"/>
            <a:ext cx="334666" cy="334634"/>
            <a:chOff x="7976174" y="2925108"/>
            <a:chExt cx="334666" cy="334634"/>
          </a:xfrm>
        </p:grpSpPr>
        <p:sp>
          <p:nvSpPr>
            <p:cNvPr id="16543" name="Google Shape;16543;p13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3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13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13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3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3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13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13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13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139"/>
          <p:cNvGrpSpPr/>
          <p:nvPr/>
        </p:nvGrpSpPr>
        <p:grpSpPr>
          <a:xfrm>
            <a:off x="3091957" y="3199881"/>
            <a:ext cx="354717" cy="332757"/>
            <a:chOff x="3091957" y="3374131"/>
            <a:chExt cx="354717" cy="332757"/>
          </a:xfrm>
        </p:grpSpPr>
        <p:sp>
          <p:nvSpPr>
            <p:cNvPr id="16553" name="Google Shape;16553;p13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3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3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3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3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13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139"/>
          <p:cNvGrpSpPr/>
          <p:nvPr/>
        </p:nvGrpSpPr>
        <p:grpSpPr>
          <a:xfrm>
            <a:off x="3988156" y="3205960"/>
            <a:ext cx="353954" cy="318880"/>
            <a:chOff x="3988156" y="3380210"/>
            <a:chExt cx="353954" cy="318880"/>
          </a:xfrm>
        </p:grpSpPr>
        <p:sp>
          <p:nvSpPr>
            <p:cNvPr id="16560" name="Google Shape;16560;p13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3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3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3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3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5" name="Google Shape;16565;p139"/>
          <p:cNvGrpSpPr/>
          <p:nvPr/>
        </p:nvGrpSpPr>
        <p:grpSpPr>
          <a:xfrm>
            <a:off x="3541011" y="3193070"/>
            <a:ext cx="348257" cy="346188"/>
            <a:chOff x="3541011" y="3367320"/>
            <a:chExt cx="348257" cy="346188"/>
          </a:xfrm>
        </p:grpSpPr>
        <p:sp>
          <p:nvSpPr>
            <p:cNvPr id="16566" name="Google Shape;16566;p13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13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13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3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0" name="Google Shape;16570;p139"/>
          <p:cNvGrpSpPr/>
          <p:nvPr/>
        </p:nvGrpSpPr>
        <p:grpSpPr>
          <a:xfrm>
            <a:off x="850092" y="3178684"/>
            <a:ext cx="369517" cy="375660"/>
            <a:chOff x="850092" y="3352934"/>
            <a:chExt cx="369517" cy="375660"/>
          </a:xfrm>
        </p:grpSpPr>
        <p:sp>
          <p:nvSpPr>
            <p:cNvPr id="16571" name="Google Shape;16571;p13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3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3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3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3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139"/>
          <p:cNvGrpSpPr/>
          <p:nvPr/>
        </p:nvGrpSpPr>
        <p:grpSpPr>
          <a:xfrm>
            <a:off x="1314678" y="3183967"/>
            <a:ext cx="334666" cy="365348"/>
            <a:chOff x="1314678" y="3358217"/>
            <a:chExt cx="334666" cy="365348"/>
          </a:xfrm>
        </p:grpSpPr>
        <p:sp>
          <p:nvSpPr>
            <p:cNvPr id="16577" name="Google Shape;16577;p13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3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13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13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3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139"/>
          <p:cNvGrpSpPr/>
          <p:nvPr/>
        </p:nvGrpSpPr>
        <p:grpSpPr>
          <a:xfrm>
            <a:off x="1748582" y="3198385"/>
            <a:ext cx="359269" cy="335780"/>
            <a:chOff x="1748582" y="3372635"/>
            <a:chExt cx="359269" cy="335780"/>
          </a:xfrm>
        </p:grpSpPr>
        <p:sp>
          <p:nvSpPr>
            <p:cNvPr id="16583" name="Google Shape;16583;p13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4" name="Google Shape;16584;p139"/>
            <p:cNvGrpSpPr/>
            <p:nvPr/>
          </p:nvGrpSpPr>
          <p:grpSpPr>
            <a:xfrm>
              <a:off x="1748582" y="3372635"/>
              <a:ext cx="333520" cy="335780"/>
              <a:chOff x="1748582" y="3372635"/>
              <a:chExt cx="333520" cy="335780"/>
            </a:xfrm>
          </p:grpSpPr>
          <p:sp>
            <p:nvSpPr>
              <p:cNvPr id="16585" name="Google Shape;16585;p13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13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3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88" name="Google Shape;16588;p139"/>
          <p:cNvGrpSpPr/>
          <p:nvPr/>
        </p:nvGrpSpPr>
        <p:grpSpPr>
          <a:xfrm>
            <a:off x="2640993" y="3183585"/>
            <a:ext cx="365348" cy="364966"/>
            <a:chOff x="2640993" y="3357835"/>
            <a:chExt cx="365348" cy="364966"/>
          </a:xfrm>
        </p:grpSpPr>
        <p:sp>
          <p:nvSpPr>
            <p:cNvPr id="16589" name="Google Shape;16589;p13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13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3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3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3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3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13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13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3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3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139"/>
          <p:cNvGrpSpPr/>
          <p:nvPr/>
        </p:nvGrpSpPr>
        <p:grpSpPr>
          <a:xfrm>
            <a:off x="4886264" y="3191924"/>
            <a:ext cx="350548" cy="350198"/>
            <a:chOff x="4886264" y="3366174"/>
            <a:chExt cx="350548" cy="350198"/>
          </a:xfrm>
        </p:grpSpPr>
        <p:sp>
          <p:nvSpPr>
            <p:cNvPr id="16600" name="Google Shape;16600;p13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13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3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3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3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13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13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3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3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3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3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13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13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3" name="Google Shape;16613;p139"/>
          <p:cNvGrpSpPr/>
          <p:nvPr/>
        </p:nvGrpSpPr>
        <p:grpSpPr>
          <a:xfrm>
            <a:off x="5331913" y="3239697"/>
            <a:ext cx="347143" cy="254684"/>
            <a:chOff x="5331913" y="3413947"/>
            <a:chExt cx="347143" cy="254684"/>
          </a:xfrm>
        </p:grpSpPr>
        <p:sp>
          <p:nvSpPr>
            <p:cNvPr id="16614" name="Google Shape;16614;p13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13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13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13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3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3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0" name="Google Shape;16620;p139"/>
          <p:cNvGrpSpPr/>
          <p:nvPr/>
        </p:nvGrpSpPr>
        <p:grpSpPr>
          <a:xfrm>
            <a:off x="5776798" y="3235528"/>
            <a:ext cx="346379" cy="264518"/>
            <a:chOff x="5776798" y="3409778"/>
            <a:chExt cx="346379" cy="264518"/>
          </a:xfrm>
        </p:grpSpPr>
        <p:sp>
          <p:nvSpPr>
            <p:cNvPr id="16621" name="Google Shape;16621;p13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3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3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3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3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3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7" name="Google Shape;16627;p139"/>
          <p:cNvGrpSpPr/>
          <p:nvPr/>
        </p:nvGrpSpPr>
        <p:grpSpPr>
          <a:xfrm>
            <a:off x="7108015" y="3222255"/>
            <a:ext cx="344883" cy="290299"/>
            <a:chOff x="7108015" y="3396505"/>
            <a:chExt cx="344883" cy="290299"/>
          </a:xfrm>
        </p:grpSpPr>
        <p:sp>
          <p:nvSpPr>
            <p:cNvPr id="16628" name="Google Shape;16628;p13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3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3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3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139"/>
          <p:cNvGrpSpPr/>
          <p:nvPr/>
        </p:nvGrpSpPr>
        <p:grpSpPr>
          <a:xfrm>
            <a:off x="7551754" y="3216558"/>
            <a:ext cx="344883" cy="301311"/>
            <a:chOff x="7551754" y="3390808"/>
            <a:chExt cx="344883" cy="301311"/>
          </a:xfrm>
        </p:grpSpPr>
        <p:sp>
          <p:nvSpPr>
            <p:cNvPr id="16633" name="Google Shape;16633;p13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3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3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3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3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3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13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3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13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13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3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4" name="Google Shape;16644;p139"/>
          <p:cNvGrpSpPr/>
          <p:nvPr/>
        </p:nvGrpSpPr>
        <p:grpSpPr>
          <a:xfrm>
            <a:off x="6707084" y="3213153"/>
            <a:ext cx="261145" cy="308504"/>
            <a:chOff x="6707084" y="3387403"/>
            <a:chExt cx="261145" cy="308504"/>
          </a:xfrm>
        </p:grpSpPr>
        <p:sp>
          <p:nvSpPr>
            <p:cNvPr id="16645" name="Google Shape;16645;p13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3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3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3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9" name="Google Shape;16649;p139"/>
          <p:cNvGrpSpPr/>
          <p:nvPr/>
        </p:nvGrpSpPr>
        <p:grpSpPr>
          <a:xfrm>
            <a:off x="848978" y="4123387"/>
            <a:ext cx="377824" cy="324418"/>
            <a:chOff x="848978" y="4297637"/>
            <a:chExt cx="377824" cy="324418"/>
          </a:xfrm>
        </p:grpSpPr>
        <p:sp>
          <p:nvSpPr>
            <p:cNvPr id="16650" name="Google Shape;16650;p13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3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2" name="Google Shape;16652;p139"/>
          <p:cNvGrpSpPr/>
          <p:nvPr/>
        </p:nvGrpSpPr>
        <p:grpSpPr>
          <a:xfrm>
            <a:off x="1754279" y="4112343"/>
            <a:ext cx="351439" cy="345965"/>
            <a:chOff x="1754279" y="4286593"/>
            <a:chExt cx="351439" cy="345965"/>
          </a:xfrm>
        </p:grpSpPr>
        <p:sp>
          <p:nvSpPr>
            <p:cNvPr id="16653" name="Google Shape;16653;p13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3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3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3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13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139"/>
          <p:cNvGrpSpPr/>
          <p:nvPr/>
        </p:nvGrpSpPr>
        <p:grpSpPr>
          <a:xfrm>
            <a:off x="3996113" y="4116926"/>
            <a:ext cx="336512" cy="335048"/>
            <a:chOff x="3996113" y="4291176"/>
            <a:chExt cx="336512" cy="335048"/>
          </a:xfrm>
        </p:grpSpPr>
        <p:sp>
          <p:nvSpPr>
            <p:cNvPr id="16659" name="Google Shape;16659;p13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3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3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2" name="Google Shape;16662;p139"/>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63" name="Google Shape;16663;p139"/>
          <p:cNvGrpSpPr/>
          <p:nvPr/>
        </p:nvGrpSpPr>
        <p:grpSpPr>
          <a:xfrm>
            <a:off x="2179081" y="4111261"/>
            <a:ext cx="397525" cy="348670"/>
            <a:chOff x="2179081" y="4285511"/>
            <a:chExt cx="397525" cy="348670"/>
          </a:xfrm>
        </p:grpSpPr>
        <p:sp>
          <p:nvSpPr>
            <p:cNvPr id="16664" name="Google Shape;16664;p13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3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6" name="Google Shape;16666;p139"/>
          <p:cNvGrpSpPr/>
          <p:nvPr/>
        </p:nvGrpSpPr>
        <p:grpSpPr>
          <a:xfrm>
            <a:off x="3584201" y="4120746"/>
            <a:ext cx="267574" cy="329415"/>
            <a:chOff x="3584201" y="4294996"/>
            <a:chExt cx="267574" cy="329415"/>
          </a:xfrm>
        </p:grpSpPr>
        <p:sp>
          <p:nvSpPr>
            <p:cNvPr id="16667" name="Google Shape;16667;p13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3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3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3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139"/>
          <p:cNvGrpSpPr/>
          <p:nvPr/>
        </p:nvGrpSpPr>
        <p:grpSpPr>
          <a:xfrm>
            <a:off x="3082855" y="4121478"/>
            <a:ext cx="375946" cy="327823"/>
            <a:chOff x="3082855" y="4295728"/>
            <a:chExt cx="375946" cy="327823"/>
          </a:xfrm>
        </p:grpSpPr>
        <p:sp>
          <p:nvSpPr>
            <p:cNvPr id="16672" name="Google Shape;16672;p13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3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3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3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3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3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3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3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3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3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3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3" name="Google Shape;16683;p139"/>
          <p:cNvGrpSpPr/>
          <p:nvPr/>
        </p:nvGrpSpPr>
        <p:grpSpPr>
          <a:xfrm>
            <a:off x="2749016" y="4116926"/>
            <a:ext cx="150831" cy="336926"/>
            <a:chOff x="2749016" y="4291176"/>
            <a:chExt cx="150831" cy="336926"/>
          </a:xfrm>
        </p:grpSpPr>
        <p:sp>
          <p:nvSpPr>
            <p:cNvPr id="16684" name="Google Shape;16684;p13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3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3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3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8" name="Google Shape;16688;p139"/>
          <p:cNvGrpSpPr/>
          <p:nvPr/>
        </p:nvGrpSpPr>
        <p:grpSpPr>
          <a:xfrm>
            <a:off x="7127716" y="4105182"/>
            <a:ext cx="248254" cy="361942"/>
            <a:chOff x="7127716" y="4279432"/>
            <a:chExt cx="248254" cy="361942"/>
          </a:xfrm>
        </p:grpSpPr>
        <p:sp>
          <p:nvSpPr>
            <p:cNvPr id="16689" name="Google Shape;16689;p13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13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13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3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3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3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3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3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3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8" name="Google Shape;16698;p139"/>
          <p:cNvGrpSpPr/>
          <p:nvPr/>
        </p:nvGrpSpPr>
        <p:grpSpPr>
          <a:xfrm>
            <a:off x="7565408" y="4105182"/>
            <a:ext cx="248255" cy="361942"/>
            <a:chOff x="7565408" y="4279432"/>
            <a:chExt cx="248255" cy="361942"/>
          </a:xfrm>
        </p:grpSpPr>
        <p:sp>
          <p:nvSpPr>
            <p:cNvPr id="16699" name="Google Shape;16699;p13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3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3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3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3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3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3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3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7" name="Google Shape;16707;p139"/>
          <p:cNvGrpSpPr/>
          <p:nvPr/>
        </p:nvGrpSpPr>
        <p:grpSpPr>
          <a:xfrm>
            <a:off x="6264109" y="4105182"/>
            <a:ext cx="225498" cy="361560"/>
            <a:chOff x="6264109" y="4279432"/>
            <a:chExt cx="225498" cy="361560"/>
          </a:xfrm>
        </p:grpSpPr>
        <p:sp>
          <p:nvSpPr>
            <p:cNvPr id="16708" name="Google Shape;16708;p13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3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139"/>
          <p:cNvGrpSpPr/>
          <p:nvPr/>
        </p:nvGrpSpPr>
        <p:grpSpPr>
          <a:xfrm>
            <a:off x="7929578" y="4110115"/>
            <a:ext cx="395266" cy="351312"/>
            <a:chOff x="7929578" y="4284365"/>
            <a:chExt cx="395266" cy="351312"/>
          </a:xfrm>
        </p:grpSpPr>
        <p:sp>
          <p:nvSpPr>
            <p:cNvPr id="16711" name="Google Shape;16711;p13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3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3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3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5" name="Google Shape;16715;p139"/>
          <p:cNvGrpSpPr/>
          <p:nvPr/>
        </p:nvGrpSpPr>
        <p:grpSpPr>
          <a:xfrm>
            <a:off x="6595502" y="4149527"/>
            <a:ext cx="426315" cy="332826"/>
            <a:chOff x="6639652" y="4323777"/>
            <a:chExt cx="426315" cy="332826"/>
          </a:xfrm>
        </p:grpSpPr>
        <p:sp>
          <p:nvSpPr>
            <p:cNvPr id="16716" name="Google Shape;16716;p13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13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3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13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13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13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13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3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3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3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6" name="Google Shape;16726;p139"/>
          <p:cNvGrpSpPr/>
          <p:nvPr/>
        </p:nvGrpSpPr>
        <p:grpSpPr>
          <a:xfrm>
            <a:off x="5357662" y="4123387"/>
            <a:ext cx="287275" cy="326296"/>
            <a:chOff x="5357662" y="4297637"/>
            <a:chExt cx="287275" cy="326296"/>
          </a:xfrm>
        </p:grpSpPr>
        <p:sp>
          <p:nvSpPr>
            <p:cNvPr id="16727" name="Google Shape;16727;p13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3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3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13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13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2" name="Google Shape;16732;p139"/>
          <p:cNvGrpSpPr/>
          <p:nvPr/>
        </p:nvGrpSpPr>
        <p:grpSpPr>
          <a:xfrm>
            <a:off x="5774124" y="4120300"/>
            <a:ext cx="331611" cy="331674"/>
            <a:chOff x="5774124" y="4294550"/>
            <a:chExt cx="331611" cy="331674"/>
          </a:xfrm>
        </p:grpSpPr>
        <p:sp>
          <p:nvSpPr>
            <p:cNvPr id="16733" name="Google Shape;16733;p13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13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5" name="Google Shape;16735;p139"/>
          <p:cNvGrpSpPr/>
          <p:nvPr/>
        </p:nvGrpSpPr>
        <p:grpSpPr>
          <a:xfrm>
            <a:off x="4890434" y="4113139"/>
            <a:ext cx="345997" cy="346029"/>
            <a:chOff x="4890434" y="4287389"/>
            <a:chExt cx="345997" cy="346029"/>
          </a:xfrm>
        </p:grpSpPr>
        <p:sp>
          <p:nvSpPr>
            <p:cNvPr id="16736" name="Google Shape;16736;p13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13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3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3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3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3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3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139"/>
          <p:cNvGrpSpPr/>
          <p:nvPr/>
        </p:nvGrpSpPr>
        <p:grpSpPr>
          <a:xfrm>
            <a:off x="2165809" y="3636809"/>
            <a:ext cx="422542" cy="342973"/>
            <a:chOff x="2165809" y="3811059"/>
            <a:chExt cx="422542" cy="342973"/>
          </a:xfrm>
        </p:grpSpPr>
        <p:sp>
          <p:nvSpPr>
            <p:cNvPr id="16744" name="Google Shape;16744;p13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3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13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13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13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13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3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3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3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3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3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3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3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3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3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3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13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13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2" name="Google Shape;16762;p139"/>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63" name="Google Shape;16763;p139"/>
          <p:cNvGrpSpPr/>
          <p:nvPr/>
        </p:nvGrpSpPr>
        <p:grpSpPr>
          <a:xfrm>
            <a:off x="903530" y="3631875"/>
            <a:ext cx="264550" cy="353222"/>
            <a:chOff x="903530" y="3806125"/>
            <a:chExt cx="264550" cy="353222"/>
          </a:xfrm>
        </p:grpSpPr>
        <p:sp>
          <p:nvSpPr>
            <p:cNvPr id="16764" name="Google Shape;16764;p13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3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3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3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8" name="Google Shape;16768;p139"/>
          <p:cNvGrpSpPr/>
          <p:nvPr/>
        </p:nvGrpSpPr>
        <p:grpSpPr>
          <a:xfrm>
            <a:off x="2611458" y="3642124"/>
            <a:ext cx="426329" cy="332375"/>
            <a:chOff x="2611458" y="3816374"/>
            <a:chExt cx="426329" cy="332375"/>
          </a:xfrm>
        </p:grpSpPr>
        <p:sp>
          <p:nvSpPr>
            <p:cNvPr id="16769" name="Google Shape;16769;p13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13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13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3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3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3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3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3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3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3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9" name="Google Shape;16779;p139"/>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80" name="Google Shape;16780;p139"/>
          <p:cNvGrpSpPr/>
          <p:nvPr/>
        </p:nvGrpSpPr>
        <p:grpSpPr>
          <a:xfrm>
            <a:off x="4019984" y="3631143"/>
            <a:ext cx="293704" cy="353954"/>
            <a:chOff x="4019984" y="3805393"/>
            <a:chExt cx="293704" cy="353954"/>
          </a:xfrm>
        </p:grpSpPr>
        <p:sp>
          <p:nvSpPr>
            <p:cNvPr id="16781" name="Google Shape;16781;p13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3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3" name="Google Shape;16783;p139"/>
          <p:cNvGrpSpPr/>
          <p:nvPr/>
        </p:nvGrpSpPr>
        <p:grpSpPr>
          <a:xfrm>
            <a:off x="8006505" y="3215794"/>
            <a:ext cx="323654" cy="303189"/>
            <a:chOff x="8006505" y="3390044"/>
            <a:chExt cx="323654" cy="303189"/>
          </a:xfrm>
        </p:grpSpPr>
        <p:sp>
          <p:nvSpPr>
            <p:cNvPr id="16784" name="Google Shape;16784;p13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3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3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3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3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3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0" name="Google Shape;16790;p139"/>
          <p:cNvGrpSpPr/>
          <p:nvPr/>
        </p:nvGrpSpPr>
        <p:grpSpPr>
          <a:xfrm>
            <a:off x="1299146" y="3632257"/>
            <a:ext cx="367990" cy="351312"/>
            <a:chOff x="1299146" y="3806507"/>
            <a:chExt cx="367990" cy="351312"/>
          </a:xfrm>
        </p:grpSpPr>
        <p:sp>
          <p:nvSpPr>
            <p:cNvPr id="16791" name="Google Shape;16791;p13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3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3" name="Google Shape;16793;p139"/>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94" name="Google Shape;16794;p139"/>
          <p:cNvGrpSpPr/>
          <p:nvPr/>
        </p:nvGrpSpPr>
        <p:grpSpPr>
          <a:xfrm>
            <a:off x="3095745" y="3631143"/>
            <a:ext cx="352840" cy="354717"/>
            <a:chOff x="3095745" y="3805393"/>
            <a:chExt cx="352840" cy="354717"/>
          </a:xfrm>
        </p:grpSpPr>
        <p:sp>
          <p:nvSpPr>
            <p:cNvPr id="16795" name="Google Shape;16795;p13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3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13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13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3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3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1" name="Google Shape;16801;p139"/>
          <p:cNvGrpSpPr/>
          <p:nvPr/>
        </p:nvGrpSpPr>
        <p:grpSpPr>
          <a:xfrm>
            <a:off x="7550258" y="3658420"/>
            <a:ext cx="371395" cy="301279"/>
            <a:chOff x="7550258" y="3832670"/>
            <a:chExt cx="371395" cy="301279"/>
          </a:xfrm>
        </p:grpSpPr>
        <p:sp>
          <p:nvSpPr>
            <p:cNvPr id="16802" name="Google Shape;16802;p13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3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3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13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13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3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3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3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3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3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3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3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3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3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3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3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13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13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20" name="Google Shape;16820;p139"/>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1" name="Google Shape;16821;p139"/>
          <p:cNvGrpSpPr/>
          <p:nvPr/>
        </p:nvGrpSpPr>
        <p:grpSpPr>
          <a:xfrm>
            <a:off x="6659725" y="3633785"/>
            <a:ext cx="367608" cy="350548"/>
            <a:chOff x="6659725" y="3808035"/>
            <a:chExt cx="367608" cy="350548"/>
          </a:xfrm>
        </p:grpSpPr>
        <p:sp>
          <p:nvSpPr>
            <p:cNvPr id="16822" name="Google Shape;16822;p13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3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4" name="Google Shape;16824;p139"/>
          <p:cNvGrpSpPr/>
          <p:nvPr/>
        </p:nvGrpSpPr>
        <p:grpSpPr>
          <a:xfrm>
            <a:off x="6219391" y="3642506"/>
            <a:ext cx="356627" cy="334252"/>
            <a:chOff x="6219391" y="3816756"/>
            <a:chExt cx="356627" cy="334252"/>
          </a:xfrm>
        </p:grpSpPr>
        <p:sp>
          <p:nvSpPr>
            <p:cNvPr id="16825" name="Google Shape;16825;p13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3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13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3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9" name="Google Shape;16829;p139"/>
          <p:cNvGrpSpPr/>
          <p:nvPr/>
        </p:nvGrpSpPr>
        <p:grpSpPr>
          <a:xfrm>
            <a:off x="5778676" y="3652722"/>
            <a:ext cx="349052" cy="313055"/>
            <a:chOff x="5778676" y="3826972"/>
            <a:chExt cx="349052" cy="313055"/>
          </a:xfrm>
        </p:grpSpPr>
        <p:sp>
          <p:nvSpPr>
            <p:cNvPr id="16830" name="Google Shape;16830;p13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3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3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3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3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5" name="Google Shape;16835;p139"/>
          <p:cNvGrpSpPr/>
          <p:nvPr/>
        </p:nvGrpSpPr>
        <p:grpSpPr>
          <a:xfrm>
            <a:off x="5355784" y="3660297"/>
            <a:ext cx="299019" cy="297905"/>
            <a:chOff x="5355784" y="3834547"/>
            <a:chExt cx="299019" cy="297905"/>
          </a:xfrm>
        </p:grpSpPr>
        <p:sp>
          <p:nvSpPr>
            <p:cNvPr id="16836" name="Google Shape;16836;p13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13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13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3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139"/>
          <p:cNvGrpSpPr/>
          <p:nvPr/>
        </p:nvGrpSpPr>
        <p:grpSpPr>
          <a:xfrm>
            <a:off x="8036455" y="3633021"/>
            <a:ext cx="292176" cy="353985"/>
            <a:chOff x="8036455" y="3807271"/>
            <a:chExt cx="292176" cy="353985"/>
          </a:xfrm>
        </p:grpSpPr>
        <p:sp>
          <p:nvSpPr>
            <p:cNvPr id="16841" name="Google Shape;16841;p13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3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3" name="Google Shape;16843;p139"/>
          <p:cNvGrpSpPr/>
          <p:nvPr/>
        </p:nvGrpSpPr>
        <p:grpSpPr>
          <a:xfrm>
            <a:off x="4874902" y="3634549"/>
            <a:ext cx="345615" cy="350835"/>
            <a:chOff x="4874902" y="3808799"/>
            <a:chExt cx="345615" cy="350835"/>
          </a:xfrm>
        </p:grpSpPr>
        <p:sp>
          <p:nvSpPr>
            <p:cNvPr id="16844" name="Google Shape;16844;p13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3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13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3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13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3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3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3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13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13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13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13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13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13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13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3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3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1" name="Google Shape;16861;p139"/>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862" name="Google Shape;16862;p139"/>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66" name="Shape 16866"/>
        <p:cNvGrpSpPr/>
        <p:nvPr/>
      </p:nvGrpSpPr>
      <p:grpSpPr>
        <a:xfrm>
          <a:off x="0" y="0"/>
          <a:ext cx="0" cy="0"/>
          <a:chOff x="0" y="0"/>
          <a:chExt cx="0" cy="0"/>
        </a:xfrm>
      </p:grpSpPr>
      <p:grpSp>
        <p:nvGrpSpPr>
          <p:cNvPr id="16867" name="Google Shape;16867;p140"/>
          <p:cNvGrpSpPr/>
          <p:nvPr/>
        </p:nvGrpSpPr>
        <p:grpSpPr>
          <a:xfrm>
            <a:off x="2704005" y="4083381"/>
            <a:ext cx="342144" cy="362704"/>
            <a:chOff x="2704005" y="4258781"/>
            <a:chExt cx="342144" cy="362704"/>
          </a:xfrm>
        </p:grpSpPr>
        <p:sp>
          <p:nvSpPr>
            <p:cNvPr id="16868" name="Google Shape;16868;p14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4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4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4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4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4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4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5" name="Google Shape;16875;p140"/>
          <p:cNvGrpSpPr/>
          <p:nvPr/>
        </p:nvGrpSpPr>
        <p:grpSpPr>
          <a:xfrm>
            <a:off x="2157462" y="4083096"/>
            <a:ext cx="347435" cy="363370"/>
            <a:chOff x="2157462" y="4258496"/>
            <a:chExt cx="347435" cy="363370"/>
          </a:xfrm>
        </p:grpSpPr>
        <p:sp>
          <p:nvSpPr>
            <p:cNvPr id="16876" name="Google Shape;16876;p14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4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4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140"/>
          <p:cNvGrpSpPr/>
          <p:nvPr/>
        </p:nvGrpSpPr>
        <p:grpSpPr>
          <a:xfrm>
            <a:off x="4010963" y="3588381"/>
            <a:ext cx="343665" cy="363211"/>
            <a:chOff x="4010963" y="3763781"/>
            <a:chExt cx="343665" cy="363211"/>
          </a:xfrm>
        </p:grpSpPr>
        <p:sp>
          <p:nvSpPr>
            <p:cNvPr id="16880" name="Google Shape;16880;p14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14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14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14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14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5" name="Google Shape;16885;p140"/>
          <p:cNvGrpSpPr/>
          <p:nvPr/>
        </p:nvGrpSpPr>
        <p:grpSpPr>
          <a:xfrm>
            <a:off x="2214042" y="3635109"/>
            <a:ext cx="368153" cy="311193"/>
            <a:chOff x="2214042" y="3810509"/>
            <a:chExt cx="368153" cy="311193"/>
          </a:xfrm>
        </p:grpSpPr>
        <p:sp>
          <p:nvSpPr>
            <p:cNvPr id="16886" name="Google Shape;16886;p14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14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8" name="Google Shape;16888;p140"/>
          <p:cNvGrpSpPr/>
          <p:nvPr/>
        </p:nvGrpSpPr>
        <p:grpSpPr>
          <a:xfrm>
            <a:off x="1768938" y="3606819"/>
            <a:ext cx="367805" cy="367773"/>
            <a:chOff x="1768938" y="3782219"/>
            <a:chExt cx="367805" cy="367773"/>
          </a:xfrm>
        </p:grpSpPr>
        <p:sp>
          <p:nvSpPr>
            <p:cNvPr id="16889" name="Google Shape;16889;p14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4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4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14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14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140"/>
          <p:cNvGrpSpPr/>
          <p:nvPr/>
        </p:nvGrpSpPr>
        <p:grpSpPr>
          <a:xfrm>
            <a:off x="2681385" y="3623039"/>
            <a:ext cx="325544" cy="327413"/>
            <a:chOff x="2681385" y="3798439"/>
            <a:chExt cx="325544" cy="327413"/>
          </a:xfrm>
        </p:grpSpPr>
        <p:sp>
          <p:nvSpPr>
            <p:cNvPr id="16895" name="Google Shape;16895;p14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4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14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14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4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14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4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2" name="Google Shape;16902;p140"/>
          <p:cNvGrpSpPr/>
          <p:nvPr/>
        </p:nvGrpSpPr>
        <p:grpSpPr>
          <a:xfrm>
            <a:off x="6243928" y="4088102"/>
            <a:ext cx="274254" cy="350824"/>
            <a:chOff x="6243928" y="4263502"/>
            <a:chExt cx="274254" cy="350824"/>
          </a:xfrm>
        </p:grpSpPr>
        <p:sp>
          <p:nvSpPr>
            <p:cNvPr id="16903" name="Google Shape;16903;p14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4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14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14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4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4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4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4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1" name="Google Shape;16911;p140"/>
          <p:cNvGrpSpPr/>
          <p:nvPr/>
        </p:nvGrpSpPr>
        <p:grpSpPr>
          <a:xfrm>
            <a:off x="3560600" y="3587938"/>
            <a:ext cx="352345" cy="363655"/>
            <a:chOff x="3560600" y="3763338"/>
            <a:chExt cx="352345" cy="363655"/>
          </a:xfrm>
        </p:grpSpPr>
        <p:sp>
          <p:nvSpPr>
            <p:cNvPr id="16912" name="Google Shape;16912;p14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14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4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5" name="Google Shape;16915;p140"/>
          <p:cNvGrpSpPr/>
          <p:nvPr/>
        </p:nvGrpSpPr>
        <p:grpSpPr>
          <a:xfrm>
            <a:off x="5790556" y="4085852"/>
            <a:ext cx="279513" cy="356083"/>
            <a:chOff x="5790556" y="4261252"/>
            <a:chExt cx="279513" cy="356083"/>
          </a:xfrm>
        </p:grpSpPr>
        <p:sp>
          <p:nvSpPr>
            <p:cNvPr id="16916" name="Google Shape;16916;p14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14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14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4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4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4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4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3" name="Google Shape;16923;p140"/>
          <p:cNvGrpSpPr/>
          <p:nvPr/>
        </p:nvGrpSpPr>
        <p:grpSpPr>
          <a:xfrm>
            <a:off x="5341333" y="4085852"/>
            <a:ext cx="278752" cy="356463"/>
            <a:chOff x="5341333" y="4261252"/>
            <a:chExt cx="278752" cy="356463"/>
          </a:xfrm>
        </p:grpSpPr>
        <p:sp>
          <p:nvSpPr>
            <p:cNvPr id="16924" name="Google Shape;16924;p14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4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4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4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4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4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4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1" name="Google Shape;16931;p140"/>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32" name="Google Shape;16932;p140"/>
          <p:cNvGrpSpPr/>
          <p:nvPr/>
        </p:nvGrpSpPr>
        <p:grpSpPr>
          <a:xfrm>
            <a:off x="3103646" y="3590676"/>
            <a:ext cx="360233" cy="362451"/>
            <a:chOff x="3107608" y="3763401"/>
            <a:chExt cx="360233" cy="362451"/>
          </a:xfrm>
        </p:grpSpPr>
        <p:sp>
          <p:nvSpPr>
            <p:cNvPr id="16933" name="Google Shape;16933;p14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4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4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6" name="Google Shape;16936;p140"/>
          <p:cNvGrpSpPr/>
          <p:nvPr/>
        </p:nvGrpSpPr>
        <p:grpSpPr>
          <a:xfrm>
            <a:off x="889343" y="3625827"/>
            <a:ext cx="351585" cy="339705"/>
            <a:chOff x="889343" y="3801227"/>
            <a:chExt cx="351585" cy="339705"/>
          </a:xfrm>
        </p:grpSpPr>
        <p:sp>
          <p:nvSpPr>
            <p:cNvPr id="16937" name="Google Shape;16937;p14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4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4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4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4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140"/>
          <p:cNvGrpSpPr/>
          <p:nvPr/>
        </p:nvGrpSpPr>
        <p:grpSpPr>
          <a:xfrm>
            <a:off x="4896609" y="4085472"/>
            <a:ext cx="278784" cy="355323"/>
            <a:chOff x="4896609" y="4260872"/>
            <a:chExt cx="278784" cy="355323"/>
          </a:xfrm>
        </p:grpSpPr>
        <p:sp>
          <p:nvSpPr>
            <p:cNvPr id="16943" name="Google Shape;16943;p14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4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4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4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4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4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9" name="Google Shape;16949;p140"/>
          <p:cNvGrpSpPr/>
          <p:nvPr/>
        </p:nvGrpSpPr>
        <p:grpSpPr>
          <a:xfrm>
            <a:off x="7598438" y="4090731"/>
            <a:ext cx="260283" cy="345914"/>
            <a:chOff x="7598438" y="4266131"/>
            <a:chExt cx="260283" cy="345914"/>
          </a:xfrm>
        </p:grpSpPr>
        <p:sp>
          <p:nvSpPr>
            <p:cNvPr id="16950" name="Google Shape;16950;p14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14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14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4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4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4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4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140"/>
          <p:cNvGrpSpPr/>
          <p:nvPr/>
        </p:nvGrpSpPr>
        <p:grpSpPr>
          <a:xfrm>
            <a:off x="1767069" y="3184746"/>
            <a:ext cx="286324" cy="348163"/>
            <a:chOff x="1767069" y="3360146"/>
            <a:chExt cx="286324" cy="348163"/>
          </a:xfrm>
        </p:grpSpPr>
        <p:sp>
          <p:nvSpPr>
            <p:cNvPr id="16958" name="Google Shape;16958;p14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4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4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4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4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4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4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5" name="Google Shape;16965;p140"/>
          <p:cNvGrpSpPr/>
          <p:nvPr/>
        </p:nvGrpSpPr>
        <p:grpSpPr>
          <a:xfrm>
            <a:off x="7149944" y="4090731"/>
            <a:ext cx="260283" cy="345914"/>
            <a:chOff x="7149944" y="4266131"/>
            <a:chExt cx="260283" cy="345914"/>
          </a:xfrm>
        </p:grpSpPr>
        <p:sp>
          <p:nvSpPr>
            <p:cNvPr id="16966" name="Google Shape;16966;p14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4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4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4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4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4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140"/>
          <p:cNvGrpSpPr/>
          <p:nvPr/>
        </p:nvGrpSpPr>
        <p:grpSpPr>
          <a:xfrm>
            <a:off x="6695051" y="4083951"/>
            <a:ext cx="270104" cy="360233"/>
            <a:chOff x="6695051" y="4259351"/>
            <a:chExt cx="270104" cy="360233"/>
          </a:xfrm>
        </p:grpSpPr>
        <p:sp>
          <p:nvSpPr>
            <p:cNvPr id="16973" name="Google Shape;16973;p14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4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4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4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7" name="Google Shape;16977;p140"/>
          <p:cNvGrpSpPr/>
          <p:nvPr/>
        </p:nvGrpSpPr>
        <p:grpSpPr>
          <a:xfrm>
            <a:off x="8047661" y="4082051"/>
            <a:ext cx="277263" cy="362514"/>
            <a:chOff x="8047661" y="4257451"/>
            <a:chExt cx="277263" cy="362514"/>
          </a:xfrm>
        </p:grpSpPr>
        <p:sp>
          <p:nvSpPr>
            <p:cNvPr id="16978" name="Google Shape;16978;p14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4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4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14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2" name="Google Shape;16982;p140"/>
          <p:cNvGrpSpPr/>
          <p:nvPr/>
        </p:nvGrpSpPr>
        <p:grpSpPr>
          <a:xfrm>
            <a:off x="6248078" y="3609068"/>
            <a:ext cx="277263" cy="356115"/>
            <a:chOff x="6248078" y="3784468"/>
            <a:chExt cx="277263" cy="356115"/>
          </a:xfrm>
        </p:grpSpPr>
        <p:sp>
          <p:nvSpPr>
            <p:cNvPr id="16983" name="Google Shape;16983;p14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4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14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4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4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8" name="Google Shape;16988;p140"/>
          <p:cNvGrpSpPr/>
          <p:nvPr/>
        </p:nvGrpSpPr>
        <p:grpSpPr>
          <a:xfrm>
            <a:off x="5800725" y="3610589"/>
            <a:ext cx="277644" cy="354594"/>
            <a:chOff x="5800725" y="3785989"/>
            <a:chExt cx="277644" cy="354594"/>
          </a:xfrm>
        </p:grpSpPr>
        <p:sp>
          <p:nvSpPr>
            <p:cNvPr id="16989" name="Google Shape;16989;p14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4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4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4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14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14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4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6" name="Google Shape;16996;p140"/>
          <p:cNvGrpSpPr/>
          <p:nvPr/>
        </p:nvGrpSpPr>
        <p:grpSpPr>
          <a:xfrm>
            <a:off x="2206122" y="3185348"/>
            <a:ext cx="308183" cy="347561"/>
            <a:chOff x="2206122" y="3360748"/>
            <a:chExt cx="308183" cy="347561"/>
          </a:xfrm>
        </p:grpSpPr>
        <p:sp>
          <p:nvSpPr>
            <p:cNvPr id="16997" name="Google Shape;16997;p14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4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4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14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4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2" name="Google Shape;17002;p140"/>
          <p:cNvGrpSpPr/>
          <p:nvPr/>
        </p:nvGrpSpPr>
        <p:grpSpPr>
          <a:xfrm>
            <a:off x="5353403" y="3610209"/>
            <a:ext cx="277992" cy="354974"/>
            <a:chOff x="5353403" y="3785609"/>
            <a:chExt cx="277992" cy="354974"/>
          </a:xfrm>
        </p:grpSpPr>
        <p:sp>
          <p:nvSpPr>
            <p:cNvPr id="17003" name="Google Shape;17003;p14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4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4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14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14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14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9" name="Google Shape;17009;p140"/>
          <p:cNvGrpSpPr/>
          <p:nvPr/>
        </p:nvGrpSpPr>
        <p:grpSpPr>
          <a:xfrm>
            <a:off x="4896229" y="3610589"/>
            <a:ext cx="278784" cy="354594"/>
            <a:chOff x="4896229" y="3785989"/>
            <a:chExt cx="278784" cy="354594"/>
          </a:xfrm>
        </p:grpSpPr>
        <p:sp>
          <p:nvSpPr>
            <p:cNvPr id="17010" name="Google Shape;17010;p14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4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4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4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4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4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6" name="Google Shape;17016;p140"/>
          <p:cNvGrpSpPr/>
          <p:nvPr/>
        </p:nvGrpSpPr>
        <p:grpSpPr>
          <a:xfrm>
            <a:off x="7592387" y="3612458"/>
            <a:ext cx="273874" cy="351204"/>
            <a:chOff x="7592387" y="3787858"/>
            <a:chExt cx="273874" cy="351204"/>
          </a:xfrm>
        </p:grpSpPr>
        <p:sp>
          <p:nvSpPr>
            <p:cNvPr id="17017" name="Google Shape;17017;p14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4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4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14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1" name="Google Shape;17021;p140"/>
          <p:cNvGrpSpPr/>
          <p:nvPr/>
        </p:nvGrpSpPr>
        <p:grpSpPr>
          <a:xfrm>
            <a:off x="7145794" y="3612458"/>
            <a:ext cx="274254" cy="350444"/>
            <a:chOff x="7145794" y="3787858"/>
            <a:chExt cx="274254" cy="350444"/>
          </a:xfrm>
        </p:grpSpPr>
        <p:sp>
          <p:nvSpPr>
            <p:cNvPr id="17022" name="Google Shape;17022;p14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4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4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4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14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14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8" name="Google Shape;17028;p140"/>
          <p:cNvGrpSpPr/>
          <p:nvPr/>
        </p:nvGrpSpPr>
        <p:grpSpPr>
          <a:xfrm>
            <a:off x="8054060" y="3611698"/>
            <a:ext cx="266334" cy="353834"/>
            <a:chOff x="8054060" y="3787098"/>
            <a:chExt cx="266334" cy="353834"/>
          </a:xfrm>
        </p:grpSpPr>
        <p:sp>
          <p:nvSpPr>
            <p:cNvPr id="17029" name="Google Shape;17029;p14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14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14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4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3" name="Google Shape;17033;p140"/>
          <p:cNvGrpSpPr/>
          <p:nvPr/>
        </p:nvGrpSpPr>
        <p:grpSpPr>
          <a:xfrm>
            <a:off x="6702211" y="3607199"/>
            <a:ext cx="270104" cy="361754"/>
            <a:chOff x="6702211" y="3782599"/>
            <a:chExt cx="270104" cy="361754"/>
          </a:xfrm>
        </p:grpSpPr>
        <p:sp>
          <p:nvSpPr>
            <p:cNvPr id="17034" name="Google Shape;17034;p14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4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4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4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4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9" name="Google Shape;17039;p140"/>
          <p:cNvGrpSpPr/>
          <p:nvPr/>
        </p:nvGrpSpPr>
        <p:grpSpPr>
          <a:xfrm>
            <a:off x="3516886" y="3263327"/>
            <a:ext cx="391854" cy="269922"/>
            <a:chOff x="3516850" y="3406526"/>
            <a:chExt cx="369674" cy="254644"/>
          </a:xfrm>
        </p:grpSpPr>
        <p:sp>
          <p:nvSpPr>
            <p:cNvPr id="17040" name="Google Shape;17040;p14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4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4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14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4" name="Google Shape;17044;p140"/>
          <p:cNvGrpSpPr/>
          <p:nvPr/>
        </p:nvGrpSpPr>
        <p:grpSpPr>
          <a:xfrm>
            <a:off x="1310655" y="3185127"/>
            <a:ext cx="306314" cy="347403"/>
            <a:chOff x="1310655" y="3360527"/>
            <a:chExt cx="306314" cy="347403"/>
          </a:xfrm>
        </p:grpSpPr>
        <p:sp>
          <p:nvSpPr>
            <p:cNvPr id="17045" name="Google Shape;17045;p14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4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4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4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4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0" name="Google Shape;17050;p140"/>
          <p:cNvGrpSpPr/>
          <p:nvPr/>
        </p:nvGrpSpPr>
        <p:grpSpPr>
          <a:xfrm>
            <a:off x="3119678" y="3184746"/>
            <a:ext cx="269343" cy="348543"/>
            <a:chOff x="3119678" y="3360146"/>
            <a:chExt cx="269343" cy="348543"/>
          </a:xfrm>
        </p:grpSpPr>
        <p:sp>
          <p:nvSpPr>
            <p:cNvPr id="17051" name="Google Shape;17051;p14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4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4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4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4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4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4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8" name="Google Shape;17058;p140"/>
          <p:cNvGrpSpPr/>
          <p:nvPr/>
        </p:nvGrpSpPr>
        <p:grpSpPr>
          <a:xfrm>
            <a:off x="3967213" y="3181547"/>
            <a:ext cx="368185" cy="354753"/>
            <a:chOff x="3967213" y="3356947"/>
            <a:chExt cx="368185" cy="354753"/>
          </a:xfrm>
        </p:grpSpPr>
        <p:sp>
          <p:nvSpPr>
            <p:cNvPr id="17059" name="Google Shape;17059;p14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4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4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4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4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4" name="Google Shape;17064;p140"/>
          <p:cNvGrpSpPr/>
          <p:nvPr/>
        </p:nvGrpSpPr>
        <p:grpSpPr>
          <a:xfrm>
            <a:off x="871254" y="3184746"/>
            <a:ext cx="285183" cy="347023"/>
            <a:chOff x="871254" y="3360146"/>
            <a:chExt cx="285183" cy="347023"/>
          </a:xfrm>
        </p:grpSpPr>
        <p:sp>
          <p:nvSpPr>
            <p:cNvPr id="17065" name="Google Shape;17065;p14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14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4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4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140"/>
          <p:cNvGrpSpPr/>
          <p:nvPr/>
        </p:nvGrpSpPr>
        <p:grpSpPr>
          <a:xfrm>
            <a:off x="2665165" y="3184746"/>
            <a:ext cx="281794" cy="349684"/>
            <a:chOff x="2665165" y="3360146"/>
            <a:chExt cx="281794" cy="349684"/>
          </a:xfrm>
        </p:grpSpPr>
        <p:sp>
          <p:nvSpPr>
            <p:cNvPr id="17070" name="Google Shape;17070;p14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4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4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4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4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5" name="Google Shape;17075;p140"/>
          <p:cNvGrpSpPr/>
          <p:nvPr/>
        </p:nvGrpSpPr>
        <p:grpSpPr>
          <a:xfrm>
            <a:off x="7156344" y="3172296"/>
            <a:ext cx="264465" cy="353074"/>
            <a:chOff x="7156344" y="3347696"/>
            <a:chExt cx="264465" cy="353074"/>
          </a:xfrm>
        </p:grpSpPr>
        <p:sp>
          <p:nvSpPr>
            <p:cNvPr id="17076" name="Google Shape;17076;p14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4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14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14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4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140"/>
          <p:cNvGrpSpPr/>
          <p:nvPr/>
        </p:nvGrpSpPr>
        <p:grpSpPr>
          <a:xfrm>
            <a:off x="6703732" y="3171536"/>
            <a:ext cx="264813" cy="352693"/>
            <a:chOff x="6703732" y="3346936"/>
            <a:chExt cx="264813" cy="352693"/>
          </a:xfrm>
        </p:grpSpPr>
        <p:sp>
          <p:nvSpPr>
            <p:cNvPr id="17082" name="Google Shape;17082;p14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4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4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4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14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140"/>
          <p:cNvGrpSpPr/>
          <p:nvPr/>
        </p:nvGrpSpPr>
        <p:grpSpPr>
          <a:xfrm>
            <a:off x="6252228" y="3171536"/>
            <a:ext cx="265193" cy="352693"/>
            <a:chOff x="6252228" y="3346936"/>
            <a:chExt cx="265193" cy="352693"/>
          </a:xfrm>
        </p:grpSpPr>
        <p:sp>
          <p:nvSpPr>
            <p:cNvPr id="17088" name="Google Shape;17088;p14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4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4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1" name="Google Shape;17091;p140"/>
          <p:cNvGrpSpPr/>
          <p:nvPr/>
        </p:nvGrpSpPr>
        <p:grpSpPr>
          <a:xfrm>
            <a:off x="5801105" y="3172296"/>
            <a:ext cx="264813" cy="351933"/>
            <a:chOff x="5801105" y="3347696"/>
            <a:chExt cx="264813" cy="351933"/>
          </a:xfrm>
        </p:grpSpPr>
        <p:sp>
          <p:nvSpPr>
            <p:cNvPr id="17092" name="Google Shape;17092;p14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4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4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4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6" name="Google Shape;17096;p140"/>
          <p:cNvGrpSpPr/>
          <p:nvPr/>
        </p:nvGrpSpPr>
        <p:grpSpPr>
          <a:xfrm>
            <a:off x="5349253" y="3171536"/>
            <a:ext cx="265922" cy="352693"/>
            <a:chOff x="5349253" y="3346936"/>
            <a:chExt cx="265922" cy="352693"/>
          </a:xfrm>
        </p:grpSpPr>
        <p:sp>
          <p:nvSpPr>
            <p:cNvPr id="17097" name="Google Shape;17097;p14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4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4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4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4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4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140"/>
          <p:cNvGrpSpPr/>
          <p:nvPr/>
        </p:nvGrpSpPr>
        <p:grpSpPr>
          <a:xfrm>
            <a:off x="4907159" y="3171536"/>
            <a:ext cx="264845" cy="354214"/>
            <a:chOff x="4907159" y="3346936"/>
            <a:chExt cx="264845" cy="354214"/>
          </a:xfrm>
        </p:grpSpPr>
        <p:sp>
          <p:nvSpPr>
            <p:cNvPr id="17104" name="Google Shape;17104;p14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4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140"/>
          <p:cNvGrpSpPr/>
          <p:nvPr/>
        </p:nvGrpSpPr>
        <p:grpSpPr>
          <a:xfrm>
            <a:off x="8048421" y="3159086"/>
            <a:ext cx="276503" cy="369674"/>
            <a:chOff x="8048421" y="3334486"/>
            <a:chExt cx="276503" cy="369674"/>
          </a:xfrm>
        </p:grpSpPr>
        <p:sp>
          <p:nvSpPr>
            <p:cNvPr id="17107" name="Google Shape;17107;p14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14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4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4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4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4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3" name="Google Shape;17113;p140"/>
          <p:cNvGrpSpPr/>
          <p:nvPr/>
        </p:nvGrpSpPr>
        <p:grpSpPr>
          <a:xfrm>
            <a:off x="7575787" y="3154555"/>
            <a:ext cx="295384" cy="376834"/>
            <a:chOff x="7575787" y="3329955"/>
            <a:chExt cx="295384" cy="376834"/>
          </a:xfrm>
        </p:grpSpPr>
        <p:sp>
          <p:nvSpPr>
            <p:cNvPr id="17114" name="Google Shape;17114;p14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4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4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14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14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4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0" name="Google Shape;17120;p140"/>
          <p:cNvGrpSpPr/>
          <p:nvPr/>
        </p:nvGrpSpPr>
        <p:grpSpPr>
          <a:xfrm>
            <a:off x="864062" y="2709103"/>
            <a:ext cx="264084" cy="347783"/>
            <a:chOff x="864062" y="2884503"/>
            <a:chExt cx="264084" cy="347783"/>
          </a:xfrm>
        </p:grpSpPr>
        <p:sp>
          <p:nvSpPr>
            <p:cNvPr id="17121" name="Google Shape;17121;p14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14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4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4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14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14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14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4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4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4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1" name="Google Shape;17131;p140"/>
          <p:cNvGrpSpPr/>
          <p:nvPr/>
        </p:nvGrpSpPr>
        <p:grpSpPr>
          <a:xfrm>
            <a:off x="3978523" y="2709261"/>
            <a:ext cx="348955" cy="346516"/>
            <a:chOff x="3978523" y="2884661"/>
            <a:chExt cx="348955" cy="346516"/>
          </a:xfrm>
        </p:grpSpPr>
        <p:sp>
          <p:nvSpPr>
            <p:cNvPr id="17132" name="Google Shape;17132;p14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4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4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14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4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4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4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4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0" name="Google Shape;17140;p140"/>
          <p:cNvGrpSpPr/>
          <p:nvPr/>
        </p:nvGrpSpPr>
        <p:grpSpPr>
          <a:xfrm>
            <a:off x="3527780" y="2709863"/>
            <a:ext cx="347435" cy="345534"/>
            <a:chOff x="3527780" y="2885263"/>
            <a:chExt cx="347435" cy="345534"/>
          </a:xfrm>
        </p:grpSpPr>
        <p:sp>
          <p:nvSpPr>
            <p:cNvPr id="17141" name="Google Shape;17141;p14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4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4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4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4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4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4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4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14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14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14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14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14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4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4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4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4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4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4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4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4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4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4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4" name="Google Shape;17164;p140"/>
          <p:cNvGrpSpPr/>
          <p:nvPr/>
        </p:nvGrpSpPr>
        <p:grpSpPr>
          <a:xfrm>
            <a:off x="2239671" y="2709103"/>
            <a:ext cx="218053" cy="348543"/>
            <a:chOff x="2239671" y="2884503"/>
            <a:chExt cx="218053" cy="348543"/>
          </a:xfrm>
        </p:grpSpPr>
        <p:sp>
          <p:nvSpPr>
            <p:cNvPr id="17165" name="Google Shape;17165;p14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4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14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14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14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140"/>
          <p:cNvGrpSpPr/>
          <p:nvPr/>
        </p:nvGrpSpPr>
        <p:grpSpPr>
          <a:xfrm>
            <a:off x="2691555" y="2709103"/>
            <a:ext cx="215044" cy="348924"/>
            <a:chOff x="2691555" y="2884503"/>
            <a:chExt cx="215044" cy="348924"/>
          </a:xfrm>
        </p:grpSpPr>
        <p:sp>
          <p:nvSpPr>
            <p:cNvPr id="17171" name="Google Shape;17171;p14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4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4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4" name="Google Shape;17174;p140"/>
          <p:cNvGrpSpPr/>
          <p:nvPr/>
        </p:nvGrpSpPr>
        <p:grpSpPr>
          <a:xfrm>
            <a:off x="1770459" y="2709103"/>
            <a:ext cx="254644" cy="348828"/>
            <a:chOff x="1770459" y="2884503"/>
            <a:chExt cx="254644" cy="348828"/>
          </a:xfrm>
        </p:grpSpPr>
        <p:sp>
          <p:nvSpPr>
            <p:cNvPr id="17175" name="Google Shape;17175;p14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4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4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4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4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4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4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4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3" name="Google Shape;17183;p140"/>
          <p:cNvGrpSpPr/>
          <p:nvPr/>
        </p:nvGrpSpPr>
        <p:grpSpPr>
          <a:xfrm>
            <a:off x="1317466" y="2709483"/>
            <a:ext cx="258382" cy="348543"/>
            <a:chOff x="1317466" y="2884883"/>
            <a:chExt cx="258382" cy="348543"/>
          </a:xfrm>
        </p:grpSpPr>
        <p:sp>
          <p:nvSpPr>
            <p:cNvPr id="17184" name="Google Shape;17184;p14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4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4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4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4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14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14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4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2" name="Google Shape;17192;p140"/>
          <p:cNvGrpSpPr/>
          <p:nvPr/>
        </p:nvGrpSpPr>
        <p:grpSpPr>
          <a:xfrm>
            <a:off x="3121167" y="2709483"/>
            <a:ext cx="258414" cy="348543"/>
            <a:chOff x="3121167" y="2884883"/>
            <a:chExt cx="258414" cy="348543"/>
          </a:xfrm>
        </p:grpSpPr>
        <p:sp>
          <p:nvSpPr>
            <p:cNvPr id="17193" name="Google Shape;17193;p14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4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4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4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4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4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4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4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1" name="Google Shape;17201;p140"/>
          <p:cNvGrpSpPr/>
          <p:nvPr/>
        </p:nvGrpSpPr>
        <p:grpSpPr>
          <a:xfrm>
            <a:off x="4899999" y="2706695"/>
            <a:ext cx="271244" cy="346801"/>
            <a:chOff x="4899999" y="2882095"/>
            <a:chExt cx="271244" cy="346801"/>
          </a:xfrm>
        </p:grpSpPr>
        <p:sp>
          <p:nvSpPr>
            <p:cNvPr id="17202" name="Google Shape;17202;p14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4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4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4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4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14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14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4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4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14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2" name="Google Shape;17212;p140"/>
          <p:cNvGrpSpPr/>
          <p:nvPr/>
        </p:nvGrpSpPr>
        <p:grpSpPr>
          <a:xfrm>
            <a:off x="7162775" y="2705713"/>
            <a:ext cx="259523" cy="346294"/>
            <a:chOff x="7162775" y="2881113"/>
            <a:chExt cx="259523" cy="346294"/>
          </a:xfrm>
        </p:grpSpPr>
        <p:sp>
          <p:nvSpPr>
            <p:cNvPr id="17213" name="Google Shape;17213;p14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4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4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4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4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4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9" name="Google Shape;17219;p140"/>
          <p:cNvGrpSpPr/>
          <p:nvPr/>
        </p:nvGrpSpPr>
        <p:grpSpPr>
          <a:xfrm>
            <a:off x="6709751" y="2706442"/>
            <a:ext cx="261075" cy="347815"/>
            <a:chOff x="6709751" y="2881842"/>
            <a:chExt cx="261075" cy="347815"/>
          </a:xfrm>
        </p:grpSpPr>
        <p:sp>
          <p:nvSpPr>
            <p:cNvPr id="17220" name="Google Shape;17220;p14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4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14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14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4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4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6" name="Google Shape;17226;p140"/>
          <p:cNvGrpSpPr/>
          <p:nvPr/>
        </p:nvGrpSpPr>
        <p:grpSpPr>
          <a:xfrm>
            <a:off x="5807156" y="2705713"/>
            <a:ext cx="261043" cy="348163"/>
            <a:chOff x="5807156" y="2881113"/>
            <a:chExt cx="261043" cy="348163"/>
          </a:xfrm>
        </p:grpSpPr>
        <p:sp>
          <p:nvSpPr>
            <p:cNvPr id="17227" name="Google Shape;17227;p14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14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14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4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4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2" name="Google Shape;17232;p140"/>
          <p:cNvGrpSpPr/>
          <p:nvPr/>
        </p:nvGrpSpPr>
        <p:grpSpPr>
          <a:xfrm>
            <a:off x="5355653" y="2706093"/>
            <a:ext cx="262184" cy="346643"/>
            <a:chOff x="5355653" y="2881493"/>
            <a:chExt cx="262184" cy="346643"/>
          </a:xfrm>
        </p:grpSpPr>
        <p:sp>
          <p:nvSpPr>
            <p:cNvPr id="17233" name="Google Shape;17233;p14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4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4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4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4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8" name="Google Shape;17238;p140"/>
          <p:cNvGrpSpPr/>
          <p:nvPr/>
        </p:nvGrpSpPr>
        <p:grpSpPr>
          <a:xfrm>
            <a:off x="8055961" y="2706442"/>
            <a:ext cx="260283" cy="345914"/>
            <a:chOff x="8055961" y="2881842"/>
            <a:chExt cx="260283" cy="345914"/>
          </a:xfrm>
        </p:grpSpPr>
        <p:sp>
          <p:nvSpPr>
            <p:cNvPr id="17239" name="Google Shape;17239;p14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4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4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4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3" name="Google Shape;17243;p140"/>
          <p:cNvGrpSpPr/>
          <p:nvPr/>
        </p:nvGrpSpPr>
        <p:grpSpPr>
          <a:xfrm>
            <a:off x="7609368" y="2718512"/>
            <a:ext cx="264813" cy="353105"/>
            <a:chOff x="7609368" y="2893912"/>
            <a:chExt cx="264813" cy="353105"/>
          </a:xfrm>
        </p:grpSpPr>
        <p:sp>
          <p:nvSpPr>
            <p:cNvPr id="17244" name="Google Shape;17244;p14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4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4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4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4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4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0" name="Google Shape;17250;p140"/>
          <p:cNvGrpSpPr/>
          <p:nvPr/>
        </p:nvGrpSpPr>
        <p:grpSpPr>
          <a:xfrm>
            <a:off x="6248458" y="2694372"/>
            <a:ext cx="270864" cy="360645"/>
            <a:chOff x="6248458" y="2869772"/>
            <a:chExt cx="270864" cy="360645"/>
          </a:xfrm>
        </p:grpSpPr>
        <p:sp>
          <p:nvSpPr>
            <p:cNvPr id="17251" name="Google Shape;17251;p14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14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4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4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4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6" name="Google Shape;17256;p140"/>
          <p:cNvGrpSpPr/>
          <p:nvPr/>
        </p:nvGrpSpPr>
        <p:grpSpPr>
          <a:xfrm>
            <a:off x="3075928" y="2270398"/>
            <a:ext cx="363243" cy="300675"/>
            <a:chOff x="3075928" y="2445798"/>
            <a:chExt cx="363243" cy="300675"/>
          </a:xfrm>
        </p:grpSpPr>
        <p:sp>
          <p:nvSpPr>
            <p:cNvPr id="17257" name="Google Shape;17257;p14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4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14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4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4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4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4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4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4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4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4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8" name="Google Shape;17268;p140"/>
          <p:cNvGrpSpPr/>
          <p:nvPr/>
        </p:nvGrpSpPr>
        <p:grpSpPr>
          <a:xfrm>
            <a:off x="2633105" y="2256459"/>
            <a:ext cx="363243" cy="328585"/>
            <a:chOff x="2633105" y="2431859"/>
            <a:chExt cx="363243" cy="328585"/>
          </a:xfrm>
        </p:grpSpPr>
        <p:sp>
          <p:nvSpPr>
            <p:cNvPr id="17269" name="Google Shape;17269;p14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4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4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4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4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4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4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4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7" name="Google Shape;17277;p140"/>
          <p:cNvGrpSpPr/>
          <p:nvPr/>
        </p:nvGrpSpPr>
        <p:grpSpPr>
          <a:xfrm>
            <a:off x="2189142" y="2245910"/>
            <a:ext cx="365904" cy="350064"/>
            <a:chOff x="2189142" y="2421310"/>
            <a:chExt cx="365904" cy="350064"/>
          </a:xfrm>
        </p:grpSpPr>
        <p:sp>
          <p:nvSpPr>
            <p:cNvPr id="17278" name="Google Shape;17278;p14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14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14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4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4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4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4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4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4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7" name="Google Shape;17287;p140"/>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8" name="Google Shape;17288;p140"/>
          <p:cNvGrpSpPr/>
          <p:nvPr/>
        </p:nvGrpSpPr>
        <p:grpSpPr>
          <a:xfrm>
            <a:off x="3961923" y="2310917"/>
            <a:ext cx="364415" cy="220936"/>
            <a:chOff x="3961923" y="2486317"/>
            <a:chExt cx="364415" cy="220936"/>
          </a:xfrm>
        </p:grpSpPr>
        <p:sp>
          <p:nvSpPr>
            <p:cNvPr id="17289" name="Google Shape;17289;p14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4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4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4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93" name="Google Shape;17293;p140"/>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4" name="Google Shape;17294;p140"/>
          <p:cNvGrpSpPr/>
          <p:nvPr/>
        </p:nvGrpSpPr>
        <p:grpSpPr>
          <a:xfrm>
            <a:off x="1303876" y="2243977"/>
            <a:ext cx="363275" cy="354626"/>
            <a:chOff x="1303876" y="2419377"/>
            <a:chExt cx="363275" cy="354626"/>
          </a:xfrm>
        </p:grpSpPr>
        <p:sp>
          <p:nvSpPr>
            <p:cNvPr id="17295" name="Google Shape;17295;p14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4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4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4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4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4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4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4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3" name="Google Shape;17303;p140"/>
          <p:cNvGrpSpPr/>
          <p:nvPr/>
        </p:nvGrpSpPr>
        <p:grpSpPr>
          <a:xfrm>
            <a:off x="861053" y="2239510"/>
            <a:ext cx="362134" cy="363623"/>
            <a:chOff x="861053" y="2414910"/>
            <a:chExt cx="362134" cy="363623"/>
          </a:xfrm>
        </p:grpSpPr>
        <p:sp>
          <p:nvSpPr>
            <p:cNvPr id="17304" name="Google Shape;17304;p14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4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14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14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4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9" name="Google Shape;17309;p140"/>
          <p:cNvGrpSpPr/>
          <p:nvPr/>
        </p:nvGrpSpPr>
        <p:grpSpPr>
          <a:xfrm>
            <a:off x="7594288" y="2239859"/>
            <a:ext cx="279513" cy="355735"/>
            <a:chOff x="7594288" y="2415259"/>
            <a:chExt cx="279513" cy="355735"/>
          </a:xfrm>
        </p:grpSpPr>
        <p:sp>
          <p:nvSpPr>
            <p:cNvPr id="17310" name="Google Shape;17310;p14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4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4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4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14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4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6" name="Google Shape;17316;p140"/>
          <p:cNvGrpSpPr/>
          <p:nvPr/>
        </p:nvGrpSpPr>
        <p:grpSpPr>
          <a:xfrm>
            <a:off x="7145794" y="2240239"/>
            <a:ext cx="278784" cy="355735"/>
            <a:chOff x="7145794" y="2415639"/>
            <a:chExt cx="278784" cy="355735"/>
          </a:xfrm>
        </p:grpSpPr>
        <p:sp>
          <p:nvSpPr>
            <p:cNvPr id="17317" name="Google Shape;17317;p14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4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4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4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4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14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14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4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4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4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7" name="Google Shape;17327;p140"/>
          <p:cNvGrpSpPr/>
          <p:nvPr/>
        </p:nvGrpSpPr>
        <p:grpSpPr>
          <a:xfrm>
            <a:off x="6698441" y="2239130"/>
            <a:ext cx="277644" cy="357984"/>
            <a:chOff x="6698441" y="2414530"/>
            <a:chExt cx="277644" cy="357984"/>
          </a:xfrm>
        </p:grpSpPr>
        <p:sp>
          <p:nvSpPr>
            <p:cNvPr id="17328" name="Google Shape;17328;p14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14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4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4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4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4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4" name="Google Shape;17334;p140"/>
          <p:cNvGrpSpPr/>
          <p:nvPr/>
        </p:nvGrpSpPr>
        <p:grpSpPr>
          <a:xfrm>
            <a:off x="4897750" y="2240239"/>
            <a:ext cx="279513" cy="357255"/>
            <a:chOff x="4897750" y="2415639"/>
            <a:chExt cx="279513" cy="357255"/>
          </a:xfrm>
        </p:grpSpPr>
        <p:sp>
          <p:nvSpPr>
            <p:cNvPr id="17335" name="Google Shape;17335;p14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4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4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4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4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14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4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4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3" name="Google Shape;17343;p140"/>
          <p:cNvGrpSpPr/>
          <p:nvPr/>
        </p:nvGrpSpPr>
        <p:grpSpPr>
          <a:xfrm>
            <a:off x="5812066" y="2240619"/>
            <a:ext cx="264813" cy="353454"/>
            <a:chOff x="5812066" y="2416019"/>
            <a:chExt cx="264813" cy="353454"/>
          </a:xfrm>
        </p:grpSpPr>
        <p:sp>
          <p:nvSpPr>
            <p:cNvPr id="17344" name="Google Shape;17344;p14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4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4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4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4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4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4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140"/>
          <p:cNvGrpSpPr/>
          <p:nvPr/>
        </p:nvGrpSpPr>
        <p:grpSpPr>
          <a:xfrm>
            <a:off x="8054820" y="2240999"/>
            <a:ext cx="264433" cy="353454"/>
            <a:chOff x="8054820" y="2416399"/>
            <a:chExt cx="264433" cy="353454"/>
          </a:xfrm>
        </p:grpSpPr>
        <p:sp>
          <p:nvSpPr>
            <p:cNvPr id="17352" name="Google Shape;17352;p14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4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4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4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14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14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8" name="Google Shape;17358;p140"/>
          <p:cNvGrpSpPr/>
          <p:nvPr/>
        </p:nvGrpSpPr>
        <p:grpSpPr>
          <a:xfrm>
            <a:off x="5356413" y="2237990"/>
            <a:ext cx="271212" cy="361374"/>
            <a:chOff x="5356413" y="2413390"/>
            <a:chExt cx="271212" cy="361374"/>
          </a:xfrm>
        </p:grpSpPr>
        <p:sp>
          <p:nvSpPr>
            <p:cNvPr id="17359" name="Google Shape;17359;p14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4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4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4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4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140"/>
          <p:cNvGrpSpPr/>
          <p:nvPr/>
        </p:nvGrpSpPr>
        <p:grpSpPr>
          <a:xfrm>
            <a:off x="6255238" y="2236849"/>
            <a:ext cx="271244" cy="360994"/>
            <a:chOff x="6255238" y="2412249"/>
            <a:chExt cx="271244" cy="360994"/>
          </a:xfrm>
        </p:grpSpPr>
        <p:sp>
          <p:nvSpPr>
            <p:cNvPr id="17365" name="Google Shape;17365;p14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4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4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4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4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4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140"/>
          <p:cNvGrpSpPr/>
          <p:nvPr/>
        </p:nvGrpSpPr>
        <p:grpSpPr>
          <a:xfrm>
            <a:off x="2185372" y="1782399"/>
            <a:ext cx="366664" cy="366981"/>
            <a:chOff x="2185372" y="1957799"/>
            <a:chExt cx="366664" cy="366981"/>
          </a:xfrm>
        </p:grpSpPr>
        <p:sp>
          <p:nvSpPr>
            <p:cNvPr id="17372" name="Google Shape;17372;p14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4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4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4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4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4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4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4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0" name="Google Shape;17380;p140"/>
          <p:cNvGrpSpPr/>
          <p:nvPr/>
        </p:nvGrpSpPr>
        <p:grpSpPr>
          <a:xfrm>
            <a:off x="1737258" y="1812971"/>
            <a:ext cx="370814" cy="307359"/>
            <a:chOff x="1737258" y="1988371"/>
            <a:chExt cx="370814" cy="307359"/>
          </a:xfrm>
        </p:grpSpPr>
        <p:sp>
          <p:nvSpPr>
            <p:cNvPr id="17381" name="Google Shape;17381;p14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14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4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4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5" name="Google Shape;17385;p140"/>
          <p:cNvGrpSpPr/>
          <p:nvPr/>
        </p:nvGrpSpPr>
        <p:grpSpPr>
          <a:xfrm>
            <a:off x="848983" y="1814111"/>
            <a:ext cx="369294" cy="304350"/>
            <a:chOff x="848983" y="1989511"/>
            <a:chExt cx="369294" cy="304350"/>
          </a:xfrm>
        </p:grpSpPr>
        <p:sp>
          <p:nvSpPr>
            <p:cNvPr id="17386" name="Google Shape;17386;p14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14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14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14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14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1" name="Google Shape;17391;p140"/>
          <p:cNvGrpSpPr/>
          <p:nvPr/>
        </p:nvGrpSpPr>
        <p:grpSpPr>
          <a:xfrm>
            <a:off x="3074027" y="1808377"/>
            <a:ext cx="380604" cy="313854"/>
            <a:chOff x="3074027" y="1983777"/>
            <a:chExt cx="380604" cy="313854"/>
          </a:xfrm>
        </p:grpSpPr>
        <p:sp>
          <p:nvSpPr>
            <p:cNvPr id="17392" name="Google Shape;17392;p14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4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4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4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4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140"/>
          <p:cNvGrpSpPr/>
          <p:nvPr/>
        </p:nvGrpSpPr>
        <p:grpSpPr>
          <a:xfrm>
            <a:off x="3522521" y="1800457"/>
            <a:ext cx="367013" cy="331278"/>
            <a:chOff x="3522521" y="1975857"/>
            <a:chExt cx="367013" cy="331278"/>
          </a:xfrm>
        </p:grpSpPr>
        <p:sp>
          <p:nvSpPr>
            <p:cNvPr id="17398" name="Google Shape;17398;p14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4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4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4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4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4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4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140"/>
          <p:cNvGrpSpPr/>
          <p:nvPr/>
        </p:nvGrpSpPr>
        <p:grpSpPr>
          <a:xfrm>
            <a:off x="2630824" y="1801566"/>
            <a:ext cx="368185" cy="330454"/>
            <a:chOff x="2630824" y="1976966"/>
            <a:chExt cx="368185" cy="330454"/>
          </a:xfrm>
        </p:grpSpPr>
        <p:sp>
          <p:nvSpPr>
            <p:cNvPr id="17406" name="Google Shape;17406;p14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4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4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4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14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14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4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4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4" name="Google Shape;17414;p140"/>
          <p:cNvGrpSpPr/>
          <p:nvPr/>
        </p:nvGrpSpPr>
        <p:grpSpPr>
          <a:xfrm>
            <a:off x="1293706" y="1791016"/>
            <a:ext cx="369294" cy="350444"/>
            <a:chOff x="1293706" y="1966416"/>
            <a:chExt cx="369294" cy="350444"/>
          </a:xfrm>
        </p:grpSpPr>
        <p:sp>
          <p:nvSpPr>
            <p:cNvPr id="17415" name="Google Shape;17415;p14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4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4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4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14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4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4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4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3" name="Google Shape;17423;p140"/>
          <p:cNvGrpSpPr/>
          <p:nvPr/>
        </p:nvGrpSpPr>
        <p:grpSpPr>
          <a:xfrm>
            <a:off x="3967213" y="1800077"/>
            <a:ext cx="368185" cy="331816"/>
            <a:chOff x="3967213" y="1975477"/>
            <a:chExt cx="368185" cy="331816"/>
          </a:xfrm>
        </p:grpSpPr>
        <p:sp>
          <p:nvSpPr>
            <p:cNvPr id="17424" name="Google Shape;17424;p14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4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4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140"/>
          <p:cNvGrpSpPr/>
          <p:nvPr/>
        </p:nvGrpSpPr>
        <p:grpSpPr>
          <a:xfrm>
            <a:off x="8047661" y="1793646"/>
            <a:ext cx="279132" cy="356875"/>
            <a:chOff x="8047661" y="1969046"/>
            <a:chExt cx="279132" cy="356875"/>
          </a:xfrm>
        </p:grpSpPr>
        <p:sp>
          <p:nvSpPr>
            <p:cNvPr id="17428" name="Google Shape;17428;p14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4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4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4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2" name="Google Shape;17432;p140"/>
          <p:cNvGrpSpPr/>
          <p:nvPr/>
        </p:nvGrpSpPr>
        <p:grpSpPr>
          <a:xfrm>
            <a:off x="7596157" y="1792759"/>
            <a:ext cx="279544" cy="358142"/>
            <a:chOff x="7596157" y="1968159"/>
            <a:chExt cx="279544" cy="358142"/>
          </a:xfrm>
        </p:grpSpPr>
        <p:sp>
          <p:nvSpPr>
            <p:cNvPr id="17433" name="Google Shape;17433;p14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4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14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14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4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4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9" name="Google Shape;17439;p140"/>
          <p:cNvGrpSpPr/>
          <p:nvPr/>
        </p:nvGrpSpPr>
        <p:grpSpPr>
          <a:xfrm>
            <a:off x="7147315" y="1793646"/>
            <a:ext cx="279513" cy="357636"/>
            <a:chOff x="7147315" y="1969046"/>
            <a:chExt cx="279513" cy="357636"/>
          </a:xfrm>
        </p:grpSpPr>
        <p:sp>
          <p:nvSpPr>
            <p:cNvPr id="17440" name="Google Shape;17440;p14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4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14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14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4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4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4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7" name="Google Shape;17447;p140"/>
          <p:cNvGrpSpPr/>
          <p:nvPr/>
        </p:nvGrpSpPr>
        <p:grpSpPr>
          <a:xfrm>
            <a:off x="6697681" y="1792917"/>
            <a:ext cx="280305" cy="359093"/>
            <a:chOff x="6697681" y="1968317"/>
            <a:chExt cx="280305" cy="359093"/>
          </a:xfrm>
        </p:grpSpPr>
        <p:sp>
          <p:nvSpPr>
            <p:cNvPr id="17448" name="Google Shape;17448;p14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4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4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4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4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4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4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5" name="Google Shape;17455;p140"/>
          <p:cNvGrpSpPr/>
          <p:nvPr/>
        </p:nvGrpSpPr>
        <p:grpSpPr>
          <a:xfrm>
            <a:off x="6248839" y="1792537"/>
            <a:ext cx="280273" cy="358744"/>
            <a:chOff x="6248839" y="1967937"/>
            <a:chExt cx="280273" cy="358744"/>
          </a:xfrm>
        </p:grpSpPr>
        <p:sp>
          <p:nvSpPr>
            <p:cNvPr id="17456" name="Google Shape;17456;p14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14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4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4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4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4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140"/>
          <p:cNvGrpSpPr/>
          <p:nvPr/>
        </p:nvGrpSpPr>
        <p:grpSpPr>
          <a:xfrm>
            <a:off x="5801485" y="1793646"/>
            <a:ext cx="279164" cy="357794"/>
            <a:chOff x="5801485" y="1969046"/>
            <a:chExt cx="279164" cy="357794"/>
          </a:xfrm>
        </p:grpSpPr>
        <p:sp>
          <p:nvSpPr>
            <p:cNvPr id="17463" name="Google Shape;17463;p14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14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4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14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14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4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4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4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4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4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4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4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4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140"/>
          <p:cNvGrpSpPr/>
          <p:nvPr/>
        </p:nvGrpSpPr>
        <p:grpSpPr>
          <a:xfrm>
            <a:off x="5352643" y="1793646"/>
            <a:ext cx="278404" cy="358364"/>
            <a:chOff x="5352643" y="1969046"/>
            <a:chExt cx="278404" cy="358364"/>
          </a:xfrm>
        </p:grpSpPr>
        <p:sp>
          <p:nvSpPr>
            <p:cNvPr id="17477" name="Google Shape;17477;p14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4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14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14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140"/>
          <p:cNvGrpSpPr/>
          <p:nvPr/>
        </p:nvGrpSpPr>
        <p:grpSpPr>
          <a:xfrm>
            <a:off x="4897750" y="1792917"/>
            <a:ext cx="279132" cy="358364"/>
            <a:chOff x="4897750" y="1968317"/>
            <a:chExt cx="279132" cy="358364"/>
          </a:xfrm>
        </p:grpSpPr>
        <p:sp>
          <p:nvSpPr>
            <p:cNvPr id="17482" name="Google Shape;17482;p14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4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4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4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4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14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14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4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4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4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4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4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4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5" name="Google Shape;17495;p140"/>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6" name="Google Shape;17496;p140"/>
          <p:cNvGrpSpPr/>
          <p:nvPr/>
        </p:nvGrpSpPr>
        <p:grpSpPr>
          <a:xfrm>
            <a:off x="1767449" y="1337644"/>
            <a:ext cx="324403" cy="347783"/>
            <a:chOff x="1767449" y="1513044"/>
            <a:chExt cx="324403" cy="347783"/>
          </a:xfrm>
        </p:grpSpPr>
        <p:sp>
          <p:nvSpPr>
            <p:cNvPr id="17497" name="Google Shape;17497;p14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4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14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4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4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4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4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4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4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6" name="Google Shape;17506;p140"/>
          <p:cNvGrpSpPr/>
          <p:nvPr/>
        </p:nvGrpSpPr>
        <p:grpSpPr>
          <a:xfrm>
            <a:off x="4007193" y="1337327"/>
            <a:ext cx="320633" cy="348100"/>
            <a:chOff x="4007193" y="1512727"/>
            <a:chExt cx="320633" cy="348100"/>
          </a:xfrm>
        </p:grpSpPr>
        <p:sp>
          <p:nvSpPr>
            <p:cNvPr id="17507" name="Google Shape;17507;p14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4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4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4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4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140"/>
          <p:cNvGrpSpPr/>
          <p:nvPr/>
        </p:nvGrpSpPr>
        <p:grpSpPr>
          <a:xfrm>
            <a:off x="3530425" y="1333347"/>
            <a:ext cx="368175" cy="344594"/>
            <a:chOff x="3530425" y="1508747"/>
            <a:chExt cx="368175" cy="344594"/>
          </a:xfrm>
        </p:grpSpPr>
        <p:sp>
          <p:nvSpPr>
            <p:cNvPr id="17513" name="Google Shape;17513;p14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4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4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4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140"/>
          <p:cNvGrpSpPr/>
          <p:nvPr/>
        </p:nvGrpSpPr>
        <p:grpSpPr>
          <a:xfrm>
            <a:off x="3127598" y="1337834"/>
            <a:ext cx="289714" cy="347593"/>
            <a:chOff x="3127598" y="1513234"/>
            <a:chExt cx="289714" cy="347593"/>
          </a:xfrm>
        </p:grpSpPr>
        <p:sp>
          <p:nvSpPr>
            <p:cNvPr id="17518" name="Google Shape;17518;p14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4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4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4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4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3" name="Google Shape;17523;p140"/>
          <p:cNvGrpSpPr/>
          <p:nvPr/>
        </p:nvGrpSpPr>
        <p:grpSpPr>
          <a:xfrm>
            <a:off x="2662884" y="1337644"/>
            <a:ext cx="322914" cy="348543"/>
            <a:chOff x="2662884" y="1513044"/>
            <a:chExt cx="322914" cy="348543"/>
          </a:xfrm>
        </p:grpSpPr>
        <p:sp>
          <p:nvSpPr>
            <p:cNvPr id="17524" name="Google Shape;17524;p14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4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4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4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4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4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4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4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4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4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4" name="Google Shape;17534;p140"/>
          <p:cNvGrpSpPr/>
          <p:nvPr/>
        </p:nvGrpSpPr>
        <p:grpSpPr>
          <a:xfrm>
            <a:off x="2232511" y="1337359"/>
            <a:ext cx="299534" cy="348068"/>
            <a:chOff x="2232511" y="1512759"/>
            <a:chExt cx="299534" cy="348068"/>
          </a:xfrm>
        </p:grpSpPr>
        <p:sp>
          <p:nvSpPr>
            <p:cNvPr id="17535" name="Google Shape;17535;p14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4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4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4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4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4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4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14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14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4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4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6" name="Google Shape;17546;p140"/>
          <p:cNvGrpSpPr/>
          <p:nvPr/>
        </p:nvGrpSpPr>
        <p:grpSpPr>
          <a:xfrm>
            <a:off x="1331406" y="1337961"/>
            <a:ext cx="301784" cy="348607"/>
            <a:chOff x="1331406" y="1513361"/>
            <a:chExt cx="301784" cy="348607"/>
          </a:xfrm>
        </p:grpSpPr>
        <p:sp>
          <p:nvSpPr>
            <p:cNvPr id="17547" name="Google Shape;17547;p14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4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4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4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1" name="Google Shape;17551;p140"/>
          <p:cNvGrpSpPr/>
          <p:nvPr/>
        </p:nvGrpSpPr>
        <p:grpSpPr>
          <a:xfrm>
            <a:off x="7144274" y="1324814"/>
            <a:ext cx="282174" cy="355735"/>
            <a:chOff x="7144274" y="1500214"/>
            <a:chExt cx="282174" cy="355735"/>
          </a:xfrm>
        </p:grpSpPr>
        <p:sp>
          <p:nvSpPr>
            <p:cNvPr id="17552" name="Google Shape;17552;p14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14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4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4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4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14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8" name="Google Shape;17558;p140"/>
          <p:cNvGrpSpPr/>
          <p:nvPr/>
        </p:nvGrpSpPr>
        <p:grpSpPr>
          <a:xfrm>
            <a:off x="6685262" y="1324814"/>
            <a:ext cx="289682" cy="354594"/>
            <a:chOff x="6685262" y="1500214"/>
            <a:chExt cx="289682" cy="354594"/>
          </a:xfrm>
        </p:grpSpPr>
        <p:sp>
          <p:nvSpPr>
            <p:cNvPr id="17559" name="Google Shape;17559;p14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4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14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14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140"/>
          <p:cNvGrpSpPr/>
          <p:nvPr/>
        </p:nvGrpSpPr>
        <p:grpSpPr>
          <a:xfrm>
            <a:off x="6200938" y="1325194"/>
            <a:ext cx="322154" cy="355355"/>
            <a:chOff x="6200938" y="1500594"/>
            <a:chExt cx="322154" cy="355355"/>
          </a:xfrm>
        </p:grpSpPr>
        <p:sp>
          <p:nvSpPr>
            <p:cNvPr id="17564" name="Google Shape;17564;p14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4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4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4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14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9" name="Google Shape;17569;p140"/>
          <p:cNvGrpSpPr/>
          <p:nvPr/>
        </p:nvGrpSpPr>
        <p:grpSpPr>
          <a:xfrm>
            <a:off x="5289631" y="1324814"/>
            <a:ext cx="332355" cy="354974"/>
            <a:chOff x="5289631" y="1500214"/>
            <a:chExt cx="332355" cy="354974"/>
          </a:xfrm>
        </p:grpSpPr>
        <p:sp>
          <p:nvSpPr>
            <p:cNvPr id="17570" name="Google Shape;17570;p14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4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4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4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4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4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140"/>
          <p:cNvGrpSpPr/>
          <p:nvPr/>
        </p:nvGrpSpPr>
        <p:grpSpPr>
          <a:xfrm>
            <a:off x="5748295" y="1324433"/>
            <a:ext cx="323294" cy="356115"/>
            <a:chOff x="5748295" y="1499833"/>
            <a:chExt cx="323294" cy="356115"/>
          </a:xfrm>
        </p:grpSpPr>
        <p:sp>
          <p:nvSpPr>
            <p:cNvPr id="17577" name="Google Shape;17577;p14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4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4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4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4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4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14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4" name="Google Shape;17584;p140"/>
          <p:cNvGrpSpPr/>
          <p:nvPr/>
        </p:nvGrpSpPr>
        <p:grpSpPr>
          <a:xfrm>
            <a:off x="8047661" y="1325637"/>
            <a:ext cx="278404" cy="355260"/>
            <a:chOff x="8047661" y="1501037"/>
            <a:chExt cx="278404" cy="355260"/>
          </a:xfrm>
        </p:grpSpPr>
        <p:sp>
          <p:nvSpPr>
            <p:cNvPr id="17585" name="Google Shape;17585;p14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4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4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4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9" name="Google Shape;17589;p140"/>
          <p:cNvGrpSpPr/>
          <p:nvPr/>
        </p:nvGrpSpPr>
        <p:grpSpPr>
          <a:xfrm>
            <a:off x="4903389" y="1324814"/>
            <a:ext cx="267854" cy="355735"/>
            <a:chOff x="4903389" y="1500214"/>
            <a:chExt cx="267854" cy="355735"/>
          </a:xfrm>
        </p:grpSpPr>
        <p:sp>
          <p:nvSpPr>
            <p:cNvPr id="17590" name="Google Shape;17590;p14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4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4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4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4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5" name="Google Shape;17595;p140"/>
          <p:cNvGrpSpPr/>
          <p:nvPr/>
        </p:nvGrpSpPr>
        <p:grpSpPr>
          <a:xfrm>
            <a:off x="7613518" y="1325954"/>
            <a:ext cx="264433" cy="353074"/>
            <a:chOff x="7613518" y="1501354"/>
            <a:chExt cx="264433" cy="353074"/>
          </a:xfrm>
        </p:grpSpPr>
        <p:sp>
          <p:nvSpPr>
            <p:cNvPr id="17596" name="Google Shape;17596;p14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4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4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4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4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4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02" name="Google Shape;17602;p140"/>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7603" name="Google Shape;17603;p140"/>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07" name="Shape 17607"/>
        <p:cNvGrpSpPr/>
        <p:nvPr/>
      </p:nvGrpSpPr>
      <p:grpSpPr>
        <a:xfrm>
          <a:off x="0" y="0"/>
          <a:ext cx="0" cy="0"/>
          <a:chOff x="0" y="0"/>
          <a:chExt cx="0" cy="0"/>
        </a:xfrm>
      </p:grpSpPr>
      <p:grpSp>
        <p:nvGrpSpPr>
          <p:cNvPr id="17608" name="Google Shape;17608;p141"/>
          <p:cNvGrpSpPr/>
          <p:nvPr/>
        </p:nvGrpSpPr>
        <p:grpSpPr>
          <a:xfrm>
            <a:off x="1757085" y="1325225"/>
            <a:ext cx="371069" cy="359396"/>
            <a:chOff x="1757085" y="1500675"/>
            <a:chExt cx="371069" cy="359396"/>
          </a:xfrm>
        </p:grpSpPr>
        <p:sp>
          <p:nvSpPr>
            <p:cNvPr id="17609" name="Google Shape;17609;p14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4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4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14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4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4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4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4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4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4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4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4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14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14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14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4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4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4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4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14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4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4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4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4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4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8" name="Google Shape;17638;p141"/>
          <p:cNvGrpSpPr/>
          <p:nvPr/>
        </p:nvGrpSpPr>
        <p:grpSpPr>
          <a:xfrm>
            <a:off x="2774209" y="1779241"/>
            <a:ext cx="116693" cy="374186"/>
            <a:chOff x="2774209" y="1954691"/>
            <a:chExt cx="116693" cy="374186"/>
          </a:xfrm>
        </p:grpSpPr>
        <p:sp>
          <p:nvSpPr>
            <p:cNvPr id="17639" name="Google Shape;17639;p14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4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1" name="Google Shape;17641;p141"/>
          <p:cNvGrpSpPr/>
          <p:nvPr/>
        </p:nvGrpSpPr>
        <p:grpSpPr>
          <a:xfrm>
            <a:off x="4017435" y="1324462"/>
            <a:ext cx="315092" cy="359397"/>
            <a:chOff x="4017435" y="1499912"/>
            <a:chExt cx="315092" cy="359397"/>
          </a:xfrm>
        </p:grpSpPr>
        <p:sp>
          <p:nvSpPr>
            <p:cNvPr id="17642" name="Google Shape;17642;p14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4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141"/>
          <p:cNvGrpSpPr/>
          <p:nvPr/>
        </p:nvGrpSpPr>
        <p:grpSpPr>
          <a:xfrm>
            <a:off x="3963652" y="1824309"/>
            <a:ext cx="374154" cy="284050"/>
            <a:chOff x="3963652" y="1999759"/>
            <a:chExt cx="374154" cy="284050"/>
          </a:xfrm>
        </p:grpSpPr>
        <p:sp>
          <p:nvSpPr>
            <p:cNvPr id="17645" name="Google Shape;17645;p14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14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14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8" name="Google Shape;17648;p141"/>
          <p:cNvGrpSpPr/>
          <p:nvPr/>
        </p:nvGrpSpPr>
        <p:grpSpPr>
          <a:xfrm>
            <a:off x="1777536" y="1839416"/>
            <a:ext cx="376444" cy="253772"/>
            <a:chOff x="1777536" y="2014866"/>
            <a:chExt cx="376444" cy="253772"/>
          </a:xfrm>
        </p:grpSpPr>
        <p:sp>
          <p:nvSpPr>
            <p:cNvPr id="17649" name="Google Shape;17649;p14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4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4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4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4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4" name="Google Shape;17654;p141"/>
          <p:cNvGrpSpPr/>
          <p:nvPr/>
        </p:nvGrpSpPr>
        <p:grpSpPr>
          <a:xfrm>
            <a:off x="1309875" y="1881876"/>
            <a:ext cx="374154" cy="169680"/>
            <a:chOff x="1309875" y="2057326"/>
            <a:chExt cx="374154" cy="169680"/>
          </a:xfrm>
        </p:grpSpPr>
        <p:sp>
          <p:nvSpPr>
            <p:cNvPr id="17655" name="Google Shape;17655;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14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14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4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4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14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14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6" name="Google Shape;17666;p141"/>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67" name="Google Shape;17667;p141"/>
          <p:cNvGrpSpPr/>
          <p:nvPr/>
        </p:nvGrpSpPr>
        <p:grpSpPr>
          <a:xfrm>
            <a:off x="2347450" y="1779114"/>
            <a:ext cx="113639" cy="373168"/>
            <a:chOff x="2347450" y="1954564"/>
            <a:chExt cx="113639" cy="373168"/>
          </a:xfrm>
        </p:grpSpPr>
        <p:sp>
          <p:nvSpPr>
            <p:cNvPr id="17668" name="Google Shape;17668;p14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4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0" name="Google Shape;17670;p141"/>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1" name="Google Shape;17671;p141"/>
          <p:cNvGrpSpPr/>
          <p:nvPr/>
        </p:nvGrpSpPr>
        <p:grpSpPr>
          <a:xfrm>
            <a:off x="3110102" y="1324430"/>
            <a:ext cx="330613" cy="358379"/>
            <a:chOff x="3110102" y="1499880"/>
            <a:chExt cx="330613" cy="358379"/>
          </a:xfrm>
        </p:grpSpPr>
        <p:sp>
          <p:nvSpPr>
            <p:cNvPr id="17672" name="Google Shape;17672;p14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4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4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4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4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4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14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9" name="Google Shape;17679;p141"/>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80" name="Google Shape;17680;p141"/>
          <p:cNvGrpSpPr/>
          <p:nvPr/>
        </p:nvGrpSpPr>
        <p:grpSpPr>
          <a:xfrm>
            <a:off x="3485575" y="1824309"/>
            <a:ext cx="373772" cy="284050"/>
            <a:chOff x="3531200" y="1999759"/>
            <a:chExt cx="373772" cy="284050"/>
          </a:xfrm>
        </p:grpSpPr>
        <p:sp>
          <p:nvSpPr>
            <p:cNvPr id="17681" name="Google Shape;17681;p14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4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4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4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5" name="Google Shape;17685;p141"/>
          <p:cNvGrpSpPr/>
          <p:nvPr/>
        </p:nvGrpSpPr>
        <p:grpSpPr>
          <a:xfrm>
            <a:off x="2667058" y="1324843"/>
            <a:ext cx="330231" cy="359015"/>
            <a:chOff x="2667058" y="1500293"/>
            <a:chExt cx="330231" cy="359015"/>
          </a:xfrm>
        </p:grpSpPr>
        <p:sp>
          <p:nvSpPr>
            <p:cNvPr id="17686" name="Google Shape;17686;p14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4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4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4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4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14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14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14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4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4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4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4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4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14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4" name="Google Shape;17704;p141"/>
          <p:cNvGrpSpPr/>
          <p:nvPr/>
        </p:nvGrpSpPr>
        <p:grpSpPr>
          <a:xfrm>
            <a:off x="3567553" y="1324462"/>
            <a:ext cx="320022" cy="359778"/>
            <a:chOff x="3567553" y="1499912"/>
            <a:chExt cx="320022" cy="359778"/>
          </a:xfrm>
        </p:grpSpPr>
        <p:sp>
          <p:nvSpPr>
            <p:cNvPr id="17705" name="Google Shape;17705;p14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4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4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4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4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4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1" name="Google Shape;17711;p141"/>
          <p:cNvGrpSpPr/>
          <p:nvPr/>
        </p:nvGrpSpPr>
        <p:grpSpPr>
          <a:xfrm>
            <a:off x="1309875" y="1324462"/>
            <a:ext cx="359015" cy="358633"/>
            <a:chOff x="1309875" y="1499912"/>
            <a:chExt cx="359015" cy="358633"/>
          </a:xfrm>
        </p:grpSpPr>
        <p:sp>
          <p:nvSpPr>
            <p:cNvPr id="17712" name="Google Shape;17712;p14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4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14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4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4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4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4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14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14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141"/>
          <p:cNvGrpSpPr/>
          <p:nvPr/>
        </p:nvGrpSpPr>
        <p:grpSpPr>
          <a:xfrm>
            <a:off x="2219466" y="1324843"/>
            <a:ext cx="330613" cy="359015"/>
            <a:chOff x="2219466" y="1500293"/>
            <a:chExt cx="330613" cy="359015"/>
          </a:xfrm>
        </p:grpSpPr>
        <p:sp>
          <p:nvSpPr>
            <p:cNvPr id="17722" name="Google Shape;17722;p14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4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4" name="Google Shape;17724;p141"/>
          <p:cNvGrpSpPr/>
          <p:nvPr/>
        </p:nvGrpSpPr>
        <p:grpSpPr>
          <a:xfrm>
            <a:off x="5343544" y="1333908"/>
            <a:ext cx="244676" cy="351095"/>
            <a:chOff x="5343544" y="1509358"/>
            <a:chExt cx="244676" cy="351095"/>
          </a:xfrm>
        </p:grpSpPr>
        <p:sp>
          <p:nvSpPr>
            <p:cNvPr id="17725" name="Google Shape;17725;p14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4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4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8" name="Google Shape;17728;p141"/>
          <p:cNvGrpSpPr/>
          <p:nvPr/>
        </p:nvGrpSpPr>
        <p:grpSpPr>
          <a:xfrm>
            <a:off x="4882340" y="1333908"/>
            <a:ext cx="246171" cy="351095"/>
            <a:chOff x="4882340" y="1509358"/>
            <a:chExt cx="246171" cy="351095"/>
          </a:xfrm>
        </p:grpSpPr>
        <p:sp>
          <p:nvSpPr>
            <p:cNvPr id="17729" name="Google Shape;17729;p14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4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4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4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4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4" name="Google Shape;17734;p141"/>
          <p:cNvGrpSpPr/>
          <p:nvPr/>
        </p:nvGrpSpPr>
        <p:grpSpPr>
          <a:xfrm>
            <a:off x="6273204" y="1333558"/>
            <a:ext cx="236343" cy="351445"/>
            <a:chOff x="6273204" y="1509008"/>
            <a:chExt cx="236343" cy="351445"/>
          </a:xfrm>
        </p:grpSpPr>
        <p:sp>
          <p:nvSpPr>
            <p:cNvPr id="17735" name="Google Shape;17735;p14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4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7" name="Google Shape;17737;p141"/>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38" name="Google Shape;17738;p141"/>
          <p:cNvGrpSpPr/>
          <p:nvPr/>
        </p:nvGrpSpPr>
        <p:grpSpPr>
          <a:xfrm>
            <a:off x="7219530" y="1332794"/>
            <a:ext cx="191625" cy="352209"/>
            <a:chOff x="7219530" y="1508244"/>
            <a:chExt cx="191625" cy="352209"/>
          </a:xfrm>
        </p:grpSpPr>
        <p:sp>
          <p:nvSpPr>
            <p:cNvPr id="17739" name="Google Shape;17739;p14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14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1" name="Google Shape;17741;p141"/>
          <p:cNvGrpSpPr/>
          <p:nvPr/>
        </p:nvGrpSpPr>
        <p:grpSpPr>
          <a:xfrm>
            <a:off x="7699309" y="1333176"/>
            <a:ext cx="154922" cy="351827"/>
            <a:chOff x="7699309" y="1508626"/>
            <a:chExt cx="154922" cy="351827"/>
          </a:xfrm>
        </p:grpSpPr>
        <p:sp>
          <p:nvSpPr>
            <p:cNvPr id="17742" name="Google Shape;17742;p14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4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14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4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4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4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4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9" name="Google Shape;17749;p141"/>
          <p:cNvGrpSpPr/>
          <p:nvPr/>
        </p:nvGrpSpPr>
        <p:grpSpPr>
          <a:xfrm>
            <a:off x="8161690" y="1333558"/>
            <a:ext cx="153396" cy="351064"/>
            <a:chOff x="8161690" y="1509008"/>
            <a:chExt cx="153396" cy="351064"/>
          </a:xfrm>
        </p:grpSpPr>
        <p:sp>
          <p:nvSpPr>
            <p:cNvPr id="17750" name="Google Shape;17750;p14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4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14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4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4" name="Google Shape;17754;p141"/>
          <p:cNvGrpSpPr/>
          <p:nvPr/>
        </p:nvGrpSpPr>
        <p:grpSpPr>
          <a:xfrm>
            <a:off x="6746940" y="1333431"/>
            <a:ext cx="213221" cy="352304"/>
            <a:chOff x="6746940" y="1508881"/>
            <a:chExt cx="213221" cy="352304"/>
          </a:xfrm>
        </p:grpSpPr>
        <p:sp>
          <p:nvSpPr>
            <p:cNvPr id="17755" name="Google Shape;17755;p14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4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4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14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141"/>
          <p:cNvGrpSpPr/>
          <p:nvPr/>
        </p:nvGrpSpPr>
        <p:grpSpPr>
          <a:xfrm>
            <a:off x="5770336" y="1832165"/>
            <a:ext cx="350682" cy="292097"/>
            <a:chOff x="5770336" y="2007615"/>
            <a:chExt cx="350682" cy="292097"/>
          </a:xfrm>
        </p:grpSpPr>
        <p:sp>
          <p:nvSpPr>
            <p:cNvPr id="17760" name="Google Shape;17760;p14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4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4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4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4" name="Google Shape;17764;p141"/>
          <p:cNvGrpSpPr/>
          <p:nvPr/>
        </p:nvGrpSpPr>
        <p:grpSpPr>
          <a:xfrm>
            <a:off x="5326878" y="1804908"/>
            <a:ext cx="350332" cy="346229"/>
            <a:chOff x="5326878" y="1980358"/>
            <a:chExt cx="350332" cy="346229"/>
          </a:xfrm>
        </p:grpSpPr>
        <p:sp>
          <p:nvSpPr>
            <p:cNvPr id="17765" name="Google Shape;17765;p14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14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14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14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9" name="Google Shape;17769;p141"/>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0" name="Google Shape;17770;p141"/>
          <p:cNvGrpSpPr/>
          <p:nvPr/>
        </p:nvGrpSpPr>
        <p:grpSpPr>
          <a:xfrm>
            <a:off x="4883835" y="1817121"/>
            <a:ext cx="350300" cy="323043"/>
            <a:chOff x="4883835" y="1992571"/>
            <a:chExt cx="350300" cy="323043"/>
          </a:xfrm>
        </p:grpSpPr>
        <p:sp>
          <p:nvSpPr>
            <p:cNvPr id="17771" name="Google Shape;17771;p14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14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14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14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4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4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141"/>
          <p:cNvGrpSpPr/>
          <p:nvPr/>
        </p:nvGrpSpPr>
        <p:grpSpPr>
          <a:xfrm>
            <a:off x="7548967" y="1803477"/>
            <a:ext cx="333285" cy="349950"/>
            <a:chOff x="7548967" y="1978927"/>
            <a:chExt cx="333285" cy="349950"/>
          </a:xfrm>
        </p:grpSpPr>
        <p:sp>
          <p:nvSpPr>
            <p:cNvPr id="17778" name="Google Shape;17778;p14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4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14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14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4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4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14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5" name="Google Shape;17785;p141"/>
          <p:cNvGrpSpPr/>
          <p:nvPr/>
        </p:nvGrpSpPr>
        <p:grpSpPr>
          <a:xfrm>
            <a:off x="6214142" y="1803477"/>
            <a:ext cx="346515" cy="350300"/>
            <a:chOff x="6214142" y="1978927"/>
            <a:chExt cx="346515" cy="350300"/>
          </a:xfrm>
        </p:grpSpPr>
        <p:sp>
          <p:nvSpPr>
            <p:cNvPr id="17786" name="Google Shape;17786;p14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4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8" name="Google Shape;17788;p141"/>
          <p:cNvGrpSpPr/>
          <p:nvPr/>
        </p:nvGrpSpPr>
        <p:grpSpPr>
          <a:xfrm>
            <a:off x="7105923" y="1803095"/>
            <a:ext cx="333285" cy="350682"/>
            <a:chOff x="7105923" y="1978545"/>
            <a:chExt cx="333285" cy="350682"/>
          </a:xfrm>
        </p:grpSpPr>
        <p:sp>
          <p:nvSpPr>
            <p:cNvPr id="17789" name="Google Shape;17789;p14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4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14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4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4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14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14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96" name="Google Shape;17796;p141"/>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41"/>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98" name="Google Shape;17798;p141"/>
          <p:cNvGrpSpPr/>
          <p:nvPr/>
        </p:nvGrpSpPr>
        <p:grpSpPr>
          <a:xfrm>
            <a:off x="3616406" y="2246902"/>
            <a:ext cx="203393" cy="351827"/>
            <a:chOff x="3616406" y="2422352"/>
            <a:chExt cx="203393" cy="351827"/>
          </a:xfrm>
        </p:grpSpPr>
        <p:sp>
          <p:nvSpPr>
            <p:cNvPr id="17799" name="Google Shape;17799;p14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4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141"/>
          <p:cNvGrpSpPr/>
          <p:nvPr/>
        </p:nvGrpSpPr>
        <p:grpSpPr>
          <a:xfrm>
            <a:off x="878187" y="2246520"/>
            <a:ext cx="272696" cy="351827"/>
            <a:chOff x="913012" y="2421970"/>
            <a:chExt cx="272696" cy="351827"/>
          </a:xfrm>
        </p:grpSpPr>
        <p:sp>
          <p:nvSpPr>
            <p:cNvPr id="17802" name="Google Shape;17802;p14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14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14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4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6" name="Google Shape;17806;p141"/>
          <p:cNvGrpSpPr/>
          <p:nvPr/>
        </p:nvGrpSpPr>
        <p:grpSpPr>
          <a:xfrm>
            <a:off x="2274743" y="2246902"/>
            <a:ext cx="255649" cy="351445"/>
            <a:chOff x="2274743" y="2422352"/>
            <a:chExt cx="255649" cy="351445"/>
          </a:xfrm>
        </p:grpSpPr>
        <p:sp>
          <p:nvSpPr>
            <p:cNvPr id="17807" name="Google Shape;17807;p14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4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4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141"/>
          <p:cNvGrpSpPr/>
          <p:nvPr/>
        </p:nvGrpSpPr>
        <p:grpSpPr>
          <a:xfrm>
            <a:off x="2708723" y="2245789"/>
            <a:ext cx="246552" cy="352558"/>
            <a:chOff x="2708723" y="2421239"/>
            <a:chExt cx="246552" cy="352558"/>
          </a:xfrm>
        </p:grpSpPr>
        <p:sp>
          <p:nvSpPr>
            <p:cNvPr id="17811" name="Google Shape;17811;p14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14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3" name="Google Shape;17813;p141"/>
          <p:cNvGrpSpPr/>
          <p:nvPr/>
        </p:nvGrpSpPr>
        <p:grpSpPr>
          <a:xfrm>
            <a:off x="1835485" y="2246902"/>
            <a:ext cx="259433" cy="350714"/>
            <a:chOff x="1835485" y="2422352"/>
            <a:chExt cx="259433" cy="350714"/>
          </a:xfrm>
        </p:grpSpPr>
        <p:sp>
          <p:nvSpPr>
            <p:cNvPr id="17814" name="Google Shape;17814;p14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4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4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4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4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14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4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1" name="Google Shape;17821;p141"/>
          <p:cNvGrpSpPr/>
          <p:nvPr/>
        </p:nvGrpSpPr>
        <p:grpSpPr>
          <a:xfrm>
            <a:off x="3150240" y="2246902"/>
            <a:ext cx="212489" cy="351445"/>
            <a:chOff x="3150240" y="2422352"/>
            <a:chExt cx="212489" cy="351445"/>
          </a:xfrm>
        </p:grpSpPr>
        <p:sp>
          <p:nvSpPr>
            <p:cNvPr id="17822" name="Google Shape;17822;p14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4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4" name="Google Shape;17824;p141"/>
          <p:cNvGrpSpPr/>
          <p:nvPr/>
        </p:nvGrpSpPr>
        <p:grpSpPr>
          <a:xfrm>
            <a:off x="1367060" y="2246679"/>
            <a:ext cx="269261" cy="352050"/>
            <a:chOff x="1367060" y="2422129"/>
            <a:chExt cx="269261" cy="352050"/>
          </a:xfrm>
        </p:grpSpPr>
        <p:sp>
          <p:nvSpPr>
            <p:cNvPr id="17825" name="Google Shape;17825;p14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14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4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4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4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14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14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4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4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4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4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4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4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4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9" name="Google Shape;17839;p141"/>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40" name="Google Shape;17840;p141"/>
          <p:cNvGrpSpPr/>
          <p:nvPr/>
        </p:nvGrpSpPr>
        <p:grpSpPr>
          <a:xfrm>
            <a:off x="4882690" y="2249955"/>
            <a:ext cx="274573" cy="350682"/>
            <a:chOff x="4882690" y="2425405"/>
            <a:chExt cx="274573" cy="350682"/>
          </a:xfrm>
        </p:grpSpPr>
        <p:sp>
          <p:nvSpPr>
            <p:cNvPr id="17841" name="Google Shape;17841;p14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4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3" name="Google Shape;17843;p141"/>
          <p:cNvGrpSpPr/>
          <p:nvPr/>
        </p:nvGrpSpPr>
        <p:grpSpPr>
          <a:xfrm>
            <a:off x="6627639" y="2268434"/>
            <a:ext cx="355993" cy="313247"/>
            <a:chOff x="6627639" y="2443884"/>
            <a:chExt cx="355993" cy="313247"/>
          </a:xfrm>
        </p:grpSpPr>
        <p:sp>
          <p:nvSpPr>
            <p:cNvPr id="17844" name="Google Shape;17844;p14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4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4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7" name="Google Shape;17847;p141"/>
          <p:cNvGrpSpPr/>
          <p:nvPr/>
        </p:nvGrpSpPr>
        <p:grpSpPr>
          <a:xfrm>
            <a:off x="6183451" y="2286690"/>
            <a:ext cx="351445" cy="277976"/>
            <a:chOff x="6183451" y="2462140"/>
            <a:chExt cx="351445" cy="277976"/>
          </a:xfrm>
        </p:grpSpPr>
        <p:sp>
          <p:nvSpPr>
            <p:cNvPr id="17848" name="Google Shape;17848;p14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14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4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4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14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14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4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141"/>
          <p:cNvGrpSpPr/>
          <p:nvPr/>
        </p:nvGrpSpPr>
        <p:grpSpPr>
          <a:xfrm>
            <a:off x="5735477" y="2254408"/>
            <a:ext cx="353354" cy="341299"/>
            <a:chOff x="5735477" y="2429858"/>
            <a:chExt cx="353354" cy="341299"/>
          </a:xfrm>
        </p:grpSpPr>
        <p:sp>
          <p:nvSpPr>
            <p:cNvPr id="17856" name="Google Shape;17856;p14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4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4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4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4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14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141"/>
          <p:cNvGrpSpPr/>
          <p:nvPr/>
        </p:nvGrpSpPr>
        <p:grpSpPr>
          <a:xfrm>
            <a:off x="5243735" y="2271523"/>
            <a:ext cx="405255" cy="275499"/>
            <a:chOff x="5283337" y="2478774"/>
            <a:chExt cx="358633" cy="243913"/>
          </a:xfrm>
        </p:grpSpPr>
        <p:sp>
          <p:nvSpPr>
            <p:cNvPr id="17863" name="Google Shape;17863;p14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14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14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4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14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14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4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14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14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4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4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4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4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4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4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4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4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0" name="Google Shape;17880;p141"/>
          <p:cNvGrpSpPr/>
          <p:nvPr/>
        </p:nvGrpSpPr>
        <p:grpSpPr>
          <a:xfrm>
            <a:off x="7964753" y="2295373"/>
            <a:ext cx="362068" cy="258670"/>
            <a:chOff x="7964753" y="2470823"/>
            <a:chExt cx="362068" cy="258670"/>
          </a:xfrm>
        </p:grpSpPr>
        <p:sp>
          <p:nvSpPr>
            <p:cNvPr id="17881" name="Google Shape;17881;p14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4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14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4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4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4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4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4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4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0" name="Google Shape;17890;p141"/>
          <p:cNvGrpSpPr/>
          <p:nvPr/>
        </p:nvGrpSpPr>
        <p:grpSpPr>
          <a:xfrm>
            <a:off x="7524349" y="2280997"/>
            <a:ext cx="350332" cy="288948"/>
            <a:chOff x="7524349" y="2456447"/>
            <a:chExt cx="350332" cy="288948"/>
          </a:xfrm>
        </p:grpSpPr>
        <p:sp>
          <p:nvSpPr>
            <p:cNvPr id="17891" name="Google Shape;17891;p14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4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4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4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4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6" name="Google Shape;17896;p141"/>
          <p:cNvGrpSpPr/>
          <p:nvPr/>
        </p:nvGrpSpPr>
        <p:grpSpPr>
          <a:xfrm>
            <a:off x="3972749" y="2718761"/>
            <a:ext cx="355230" cy="356725"/>
            <a:chOff x="3972749" y="2894211"/>
            <a:chExt cx="355230" cy="356725"/>
          </a:xfrm>
        </p:grpSpPr>
        <p:sp>
          <p:nvSpPr>
            <p:cNvPr id="17897" name="Google Shape;17897;p14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4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4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4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4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2" name="Google Shape;17902;p141"/>
          <p:cNvGrpSpPr/>
          <p:nvPr/>
        </p:nvGrpSpPr>
        <p:grpSpPr>
          <a:xfrm>
            <a:off x="3527797" y="2743346"/>
            <a:ext cx="355993" cy="307904"/>
            <a:chOff x="3527797" y="2918796"/>
            <a:chExt cx="355993" cy="307904"/>
          </a:xfrm>
        </p:grpSpPr>
        <p:sp>
          <p:nvSpPr>
            <p:cNvPr id="17903" name="Google Shape;17903;p14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14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4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4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4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4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4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4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4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4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3" name="Google Shape;17913;p141"/>
          <p:cNvGrpSpPr/>
          <p:nvPr/>
        </p:nvGrpSpPr>
        <p:grpSpPr>
          <a:xfrm>
            <a:off x="3082845" y="2745509"/>
            <a:ext cx="356375" cy="302338"/>
            <a:chOff x="3082845" y="2920959"/>
            <a:chExt cx="356375" cy="302338"/>
          </a:xfrm>
        </p:grpSpPr>
        <p:sp>
          <p:nvSpPr>
            <p:cNvPr id="17914" name="Google Shape;17914;p14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4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6" name="Google Shape;17916;p141"/>
          <p:cNvGrpSpPr/>
          <p:nvPr/>
        </p:nvGrpSpPr>
        <p:grpSpPr>
          <a:xfrm>
            <a:off x="2639038" y="2719492"/>
            <a:ext cx="355612" cy="355612"/>
            <a:chOff x="2639038" y="2894942"/>
            <a:chExt cx="355612" cy="355612"/>
          </a:xfrm>
        </p:grpSpPr>
        <p:sp>
          <p:nvSpPr>
            <p:cNvPr id="17917" name="Google Shape;17917;p14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4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141"/>
          <p:cNvGrpSpPr/>
          <p:nvPr/>
        </p:nvGrpSpPr>
        <p:grpSpPr>
          <a:xfrm>
            <a:off x="2194468" y="2763415"/>
            <a:ext cx="355993" cy="267766"/>
            <a:chOff x="2194468" y="2938865"/>
            <a:chExt cx="355993" cy="267766"/>
          </a:xfrm>
        </p:grpSpPr>
        <p:sp>
          <p:nvSpPr>
            <p:cNvPr id="17920" name="Google Shape;17920;p14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4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4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4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4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4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4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4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14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14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14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4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4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4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4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4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4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4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4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4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141"/>
          <p:cNvGrpSpPr/>
          <p:nvPr/>
        </p:nvGrpSpPr>
        <p:grpSpPr>
          <a:xfrm>
            <a:off x="1749897" y="2719111"/>
            <a:ext cx="355993" cy="355612"/>
            <a:chOff x="1749897" y="2894561"/>
            <a:chExt cx="355993" cy="355612"/>
          </a:xfrm>
        </p:grpSpPr>
        <p:sp>
          <p:nvSpPr>
            <p:cNvPr id="17941" name="Google Shape;17941;p14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4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4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4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4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4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4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4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4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4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14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2" name="Google Shape;17952;p141"/>
          <p:cNvGrpSpPr/>
          <p:nvPr/>
        </p:nvGrpSpPr>
        <p:grpSpPr>
          <a:xfrm>
            <a:off x="1305327" y="2718761"/>
            <a:ext cx="357520" cy="357488"/>
            <a:chOff x="1305327" y="2894211"/>
            <a:chExt cx="357520" cy="357488"/>
          </a:xfrm>
        </p:grpSpPr>
        <p:sp>
          <p:nvSpPr>
            <p:cNvPr id="17953" name="Google Shape;17953;p14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14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14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4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4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8" name="Google Shape;17958;p141"/>
          <p:cNvGrpSpPr/>
          <p:nvPr/>
        </p:nvGrpSpPr>
        <p:grpSpPr>
          <a:xfrm>
            <a:off x="853950" y="2719270"/>
            <a:ext cx="364104" cy="353290"/>
            <a:chOff x="853950" y="2894720"/>
            <a:chExt cx="364104" cy="353290"/>
          </a:xfrm>
        </p:grpSpPr>
        <p:sp>
          <p:nvSpPr>
            <p:cNvPr id="17959" name="Google Shape;17959;p14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14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4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4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4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14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14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6" name="Google Shape;17966;p141"/>
          <p:cNvGrpSpPr/>
          <p:nvPr/>
        </p:nvGrpSpPr>
        <p:grpSpPr>
          <a:xfrm>
            <a:off x="7066548" y="2737144"/>
            <a:ext cx="352209" cy="334938"/>
            <a:chOff x="7066548" y="2912594"/>
            <a:chExt cx="352209" cy="334938"/>
          </a:xfrm>
        </p:grpSpPr>
        <p:sp>
          <p:nvSpPr>
            <p:cNvPr id="17967" name="Google Shape;17967;p14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14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14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14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14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14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73" name="Google Shape;17973;p141"/>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141"/>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5" name="Google Shape;17975;p141"/>
          <p:cNvGrpSpPr/>
          <p:nvPr/>
        </p:nvGrpSpPr>
        <p:grpSpPr>
          <a:xfrm>
            <a:off x="7541397" y="2729352"/>
            <a:ext cx="318495" cy="352209"/>
            <a:chOff x="7541397" y="2904802"/>
            <a:chExt cx="318495" cy="352209"/>
          </a:xfrm>
        </p:grpSpPr>
        <p:sp>
          <p:nvSpPr>
            <p:cNvPr id="17976" name="Google Shape;17976;p14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14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8" name="Google Shape;17978;p141"/>
          <p:cNvGrpSpPr/>
          <p:nvPr/>
        </p:nvGrpSpPr>
        <p:grpSpPr>
          <a:xfrm>
            <a:off x="8003015" y="2728589"/>
            <a:ext cx="306759" cy="351445"/>
            <a:chOff x="8003015" y="2904039"/>
            <a:chExt cx="306759" cy="351445"/>
          </a:xfrm>
        </p:grpSpPr>
        <p:sp>
          <p:nvSpPr>
            <p:cNvPr id="17979" name="Google Shape;17979;p14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14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14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14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4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4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5" name="Google Shape;17985;p141"/>
          <p:cNvGrpSpPr/>
          <p:nvPr/>
        </p:nvGrpSpPr>
        <p:grpSpPr>
          <a:xfrm>
            <a:off x="5687770" y="2710046"/>
            <a:ext cx="369638" cy="369606"/>
            <a:chOff x="5687770" y="2885496"/>
            <a:chExt cx="369638" cy="369606"/>
          </a:xfrm>
        </p:grpSpPr>
        <p:sp>
          <p:nvSpPr>
            <p:cNvPr id="17986" name="Google Shape;17986;p14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14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4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4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14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14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4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4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4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4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6" name="Google Shape;17996;p141"/>
          <p:cNvGrpSpPr/>
          <p:nvPr/>
        </p:nvGrpSpPr>
        <p:grpSpPr>
          <a:xfrm>
            <a:off x="4881958" y="2729352"/>
            <a:ext cx="156417" cy="349537"/>
            <a:chOff x="4881958" y="2904802"/>
            <a:chExt cx="156417" cy="349537"/>
          </a:xfrm>
        </p:grpSpPr>
        <p:sp>
          <p:nvSpPr>
            <p:cNvPr id="17997" name="Google Shape;17997;p14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14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4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14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14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4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14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141"/>
          <p:cNvGrpSpPr/>
          <p:nvPr/>
        </p:nvGrpSpPr>
        <p:grpSpPr>
          <a:xfrm>
            <a:off x="5230318" y="2711064"/>
            <a:ext cx="371133" cy="367443"/>
            <a:chOff x="5230318" y="2886514"/>
            <a:chExt cx="371133" cy="367443"/>
          </a:xfrm>
        </p:grpSpPr>
        <p:sp>
          <p:nvSpPr>
            <p:cNvPr id="18005" name="Google Shape;18005;p14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14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4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4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4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4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4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4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4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4" name="Google Shape;18014;p141"/>
          <p:cNvGrpSpPr/>
          <p:nvPr/>
        </p:nvGrpSpPr>
        <p:grpSpPr>
          <a:xfrm>
            <a:off x="5748358" y="3259128"/>
            <a:ext cx="352590" cy="182561"/>
            <a:chOff x="5748358" y="3434578"/>
            <a:chExt cx="352590" cy="182561"/>
          </a:xfrm>
        </p:grpSpPr>
        <p:sp>
          <p:nvSpPr>
            <p:cNvPr id="18015" name="Google Shape;18015;p14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4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4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4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14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4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141"/>
          <p:cNvGrpSpPr/>
          <p:nvPr/>
        </p:nvGrpSpPr>
        <p:grpSpPr>
          <a:xfrm>
            <a:off x="862283" y="4099321"/>
            <a:ext cx="341204" cy="359301"/>
            <a:chOff x="862283" y="4274771"/>
            <a:chExt cx="341204" cy="359301"/>
          </a:xfrm>
        </p:grpSpPr>
        <p:sp>
          <p:nvSpPr>
            <p:cNvPr id="18022" name="Google Shape;18022;p14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14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14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5" name="Google Shape;18025;p141"/>
          <p:cNvGrpSpPr/>
          <p:nvPr/>
        </p:nvGrpSpPr>
        <p:grpSpPr>
          <a:xfrm>
            <a:off x="1396957" y="4111915"/>
            <a:ext cx="301861" cy="332871"/>
            <a:chOff x="1396957" y="4287365"/>
            <a:chExt cx="301861" cy="332871"/>
          </a:xfrm>
        </p:grpSpPr>
        <p:sp>
          <p:nvSpPr>
            <p:cNvPr id="18026" name="Google Shape;18026;p14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4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4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14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4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4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14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14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14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4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14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4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4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4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4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141"/>
          <p:cNvGrpSpPr/>
          <p:nvPr/>
        </p:nvGrpSpPr>
        <p:grpSpPr>
          <a:xfrm>
            <a:off x="1865381" y="4102056"/>
            <a:ext cx="396131" cy="355612"/>
            <a:chOff x="1865381" y="4277506"/>
            <a:chExt cx="396131" cy="355612"/>
          </a:xfrm>
        </p:grpSpPr>
        <p:sp>
          <p:nvSpPr>
            <p:cNvPr id="18042" name="Google Shape;18042;p14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4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4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4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4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4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8" name="Google Shape;18048;p141"/>
          <p:cNvGrpSpPr/>
          <p:nvPr/>
        </p:nvGrpSpPr>
        <p:grpSpPr>
          <a:xfrm>
            <a:off x="2411823" y="4128549"/>
            <a:ext cx="334398" cy="299953"/>
            <a:chOff x="2411823" y="4303999"/>
            <a:chExt cx="334398" cy="299953"/>
          </a:xfrm>
        </p:grpSpPr>
        <p:sp>
          <p:nvSpPr>
            <p:cNvPr id="18049" name="Google Shape;18049;p14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4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4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4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4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4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4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6" name="Google Shape;18056;p141"/>
          <p:cNvGrpSpPr/>
          <p:nvPr/>
        </p:nvGrpSpPr>
        <p:grpSpPr>
          <a:xfrm>
            <a:off x="2903337" y="4103582"/>
            <a:ext cx="382519" cy="350682"/>
            <a:chOff x="2903337" y="4279032"/>
            <a:chExt cx="382519" cy="350682"/>
          </a:xfrm>
        </p:grpSpPr>
        <p:sp>
          <p:nvSpPr>
            <p:cNvPr id="18057" name="Google Shape;18057;p14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4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4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4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4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4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4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4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14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14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4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4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4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14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14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2" name="Google Shape;18072;p141"/>
          <p:cNvGrpSpPr/>
          <p:nvPr/>
        </p:nvGrpSpPr>
        <p:grpSpPr>
          <a:xfrm>
            <a:off x="3933342" y="4140317"/>
            <a:ext cx="383632" cy="276449"/>
            <a:chOff x="3933342" y="4315767"/>
            <a:chExt cx="383632" cy="276449"/>
          </a:xfrm>
        </p:grpSpPr>
        <p:sp>
          <p:nvSpPr>
            <p:cNvPr id="18073" name="Google Shape;18073;p14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4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4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14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14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4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9" name="Google Shape;18079;p141"/>
          <p:cNvGrpSpPr/>
          <p:nvPr/>
        </p:nvGrpSpPr>
        <p:grpSpPr>
          <a:xfrm>
            <a:off x="3441065" y="4127055"/>
            <a:ext cx="337069" cy="302593"/>
            <a:chOff x="3441065" y="4302505"/>
            <a:chExt cx="337069" cy="302593"/>
          </a:xfrm>
        </p:grpSpPr>
        <p:sp>
          <p:nvSpPr>
            <p:cNvPr id="18080" name="Google Shape;18080;p14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4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4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14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14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14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4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4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4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4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4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14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14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3" name="Google Shape;18093;p141"/>
          <p:cNvGrpSpPr/>
          <p:nvPr/>
        </p:nvGrpSpPr>
        <p:grpSpPr>
          <a:xfrm>
            <a:off x="3532345" y="3187185"/>
            <a:ext cx="339328" cy="336274"/>
            <a:chOff x="3532345" y="3362635"/>
            <a:chExt cx="339328" cy="336274"/>
          </a:xfrm>
        </p:grpSpPr>
        <p:sp>
          <p:nvSpPr>
            <p:cNvPr id="18094" name="Google Shape;18094;p14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14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4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14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14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9" name="Google Shape;18099;p141"/>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00" name="Google Shape;18100;p141"/>
          <p:cNvGrpSpPr/>
          <p:nvPr/>
        </p:nvGrpSpPr>
        <p:grpSpPr>
          <a:xfrm>
            <a:off x="1883955" y="3633250"/>
            <a:ext cx="162873" cy="351445"/>
            <a:chOff x="1883955" y="3808700"/>
            <a:chExt cx="162873" cy="351445"/>
          </a:xfrm>
        </p:grpSpPr>
        <p:sp>
          <p:nvSpPr>
            <p:cNvPr id="18101" name="Google Shape;18101;p14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14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141"/>
          <p:cNvGrpSpPr/>
          <p:nvPr/>
        </p:nvGrpSpPr>
        <p:grpSpPr>
          <a:xfrm>
            <a:off x="939156" y="3633759"/>
            <a:ext cx="192007" cy="351318"/>
            <a:chOff x="939156" y="3809209"/>
            <a:chExt cx="192007" cy="351318"/>
          </a:xfrm>
        </p:grpSpPr>
        <p:sp>
          <p:nvSpPr>
            <p:cNvPr id="18104" name="Google Shape;18104;p14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4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6" name="Google Shape;18106;p141"/>
          <p:cNvGrpSpPr/>
          <p:nvPr/>
        </p:nvGrpSpPr>
        <p:grpSpPr>
          <a:xfrm>
            <a:off x="2306167" y="3634395"/>
            <a:ext cx="193915" cy="349155"/>
            <a:chOff x="2306167" y="3809845"/>
            <a:chExt cx="193915" cy="349155"/>
          </a:xfrm>
        </p:grpSpPr>
        <p:sp>
          <p:nvSpPr>
            <p:cNvPr id="18107" name="Google Shape;18107;p14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4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4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4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4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4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4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4" name="Google Shape;18114;p141"/>
          <p:cNvGrpSpPr/>
          <p:nvPr/>
        </p:nvGrpSpPr>
        <p:grpSpPr>
          <a:xfrm>
            <a:off x="1323901" y="3631723"/>
            <a:ext cx="356343" cy="356757"/>
            <a:chOff x="1323901" y="3807173"/>
            <a:chExt cx="356343" cy="356757"/>
          </a:xfrm>
        </p:grpSpPr>
        <p:sp>
          <p:nvSpPr>
            <p:cNvPr id="18115" name="Google Shape;18115;p14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4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4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4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4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4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4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14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4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4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14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4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4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4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4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4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4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4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4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4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4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4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14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4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9" name="Google Shape;18139;p141"/>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0" name="Google Shape;18140;p141"/>
          <p:cNvGrpSpPr/>
          <p:nvPr/>
        </p:nvGrpSpPr>
        <p:grpSpPr>
          <a:xfrm>
            <a:off x="859262" y="3178470"/>
            <a:ext cx="306759" cy="351445"/>
            <a:chOff x="859262" y="3353920"/>
            <a:chExt cx="306759" cy="351445"/>
          </a:xfrm>
        </p:grpSpPr>
        <p:sp>
          <p:nvSpPr>
            <p:cNvPr id="18141" name="Google Shape;18141;p14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14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4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4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4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46" name="Google Shape;18146;p141"/>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7" name="Google Shape;18147;p141"/>
          <p:cNvGrpSpPr/>
          <p:nvPr/>
        </p:nvGrpSpPr>
        <p:grpSpPr>
          <a:xfrm>
            <a:off x="3967437" y="3661652"/>
            <a:ext cx="364708" cy="295405"/>
            <a:chOff x="3967437" y="3837102"/>
            <a:chExt cx="364708" cy="295405"/>
          </a:xfrm>
        </p:grpSpPr>
        <p:sp>
          <p:nvSpPr>
            <p:cNvPr id="18148" name="Google Shape;18148;p14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4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14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14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4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53" name="Google Shape;18153;p141"/>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41"/>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41"/>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56" name="Google Shape;18156;p141"/>
          <p:cNvGrpSpPr/>
          <p:nvPr/>
        </p:nvGrpSpPr>
        <p:grpSpPr>
          <a:xfrm>
            <a:off x="5811827" y="3631001"/>
            <a:ext cx="283743" cy="308444"/>
            <a:chOff x="5964227" y="3858701"/>
            <a:chExt cx="283743" cy="308444"/>
          </a:xfrm>
        </p:grpSpPr>
        <p:sp>
          <p:nvSpPr>
            <p:cNvPr id="18157" name="Google Shape;18157;p14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14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14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14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1" name="Google Shape;18161;p141"/>
          <p:cNvGrpSpPr/>
          <p:nvPr/>
        </p:nvGrpSpPr>
        <p:grpSpPr>
          <a:xfrm>
            <a:off x="6243508" y="3697623"/>
            <a:ext cx="320372" cy="213602"/>
            <a:chOff x="6395908" y="3873073"/>
            <a:chExt cx="320372" cy="213602"/>
          </a:xfrm>
        </p:grpSpPr>
        <p:sp>
          <p:nvSpPr>
            <p:cNvPr id="18162" name="Google Shape;18162;p14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4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4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4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4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4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4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4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4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4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2" name="Google Shape;18172;p141"/>
          <p:cNvGrpSpPr/>
          <p:nvPr/>
        </p:nvGrpSpPr>
        <p:grpSpPr>
          <a:xfrm>
            <a:off x="7262890" y="3627366"/>
            <a:ext cx="357138" cy="352018"/>
            <a:chOff x="7415290" y="3802816"/>
            <a:chExt cx="357138" cy="352018"/>
          </a:xfrm>
        </p:grpSpPr>
        <p:sp>
          <p:nvSpPr>
            <p:cNvPr id="18173" name="Google Shape;18173;p14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14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4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4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14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14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4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4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1" name="Google Shape;18181;p141"/>
          <p:cNvGrpSpPr/>
          <p:nvPr/>
        </p:nvGrpSpPr>
        <p:grpSpPr>
          <a:xfrm>
            <a:off x="6737312" y="3657963"/>
            <a:ext cx="355230" cy="293401"/>
            <a:chOff x="6889712" y="3833413"/>
            <a:chExt cx="355230" cy="293401"/>
          </a:xfrm>
        </p:grpSpPr>
        <p:sp>
          <p:nvSpPr>
            <p:cNvPr id="18182" name="Google Shape;18182;p14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4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4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4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4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7" name="Google Shape;18187;p141"/>
          <p:cNvGrpSpPr/>
          <p:nvPr/>
        </p:nvGrpSpPr>
        <p:grpSpPr>
          <a:xfrm>
            <a:off x="7707152" y="3660420"/>
            <a:ext cx="282318" cy="337168"/>
            <a:chOff x="1635875" y="237775"/>
            <a:chExt cx="4370250" cy="5219325"/>
          </a:xfrm>
        </p:grpSpPr>
        <p:sp>
          <p:nvSpPr>
            <p:cNvPr id="18188" name="Google Shape;18188;p14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14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0" name="Google Shape;18190;p141"/>
          <p:cNvGrpSpPr/>
          <p:nvPr/>
        </p:nvGrpSpPr>
        <p:grpSpPr>
          <a:xfrm>
            <a:off x="3103963" y="3185690"/>
            <a:ext cx="297886" cy="337578"/>
            <a:chOff x="3103963" y="3361140"/>
            <a:chExt cx="297886" cy="337578"/>
          </a:xfrm>
        </p:grpSpPr>
        <p:sp>
          <p:nvSpPr>
            <p:cNvPr id="18191" name="Google Shape;18191;p14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4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4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4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14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4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4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4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4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4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4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4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4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14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14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4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4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4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4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4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141"/>
          <p:cNvGrpSpPr/>
          <p:nvPr/>
        </p:nvGrpSpPr>
        <p:grpSpPr>
          <a:xfrm>
            <a:off x="2667821" y="3185658"/>
            <a:ext cx="273046" cy="337801"/>
            <a:chOff x="2667821" y="3361108"/>
            <a:chExt cx="273046" cy="337801"/>
          </a:xfrm>
        </p:grpSpPr>
        <p:sp>
          <p:nvSpPr>
            <p:cNvPr id="18216" name="Google Shape;18216;p14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4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4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4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4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4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4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4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14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4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4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4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4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4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4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14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14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4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4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141"/>
          <p:cNvGrpSpPr/>
          <p:nvPr/>
        </p:nvGrpSpPr>
        <p:grpSpPr>
          <a:xfrm>
            <a:off x="2212469" y="3184863"/>
            <a:ext cx="282715" cy="338660"/>
            <a:chOff x="2212469" y="3360313"/>
            <a:chExt cx="282715" cy="338660"/>
          </a:xfrm>
        </p:grpSpPr>
        <p:sp>
          <p:nvSpPr>
            <p:cNvPr id="18236" name="Google Shape;18236;p14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4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4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9" name="Google Shape;18239;p141"/>
          <p:cNvGrpSpPr/>
          <p:nvPr/>
        </p:nvGrpSpPr>
        <p:grpSpPr>
          <a:xfrm>
            <a:off x="1768821" y="3185658"/>
            <a:ext cx="278739" cy="339073"/>
            <a:chOff x="1768821" y="3361108"/>
            <a:chExt cx="278739" cy="339073"/>
          </a:xfrm>
        </p:grpSpPr>
        <p:sp>
          <p:nvSpPr>
            <p:cNvPr id="18240" name="Google Shape;18240;p14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4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4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4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14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14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4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4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4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4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4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141"/>
          <p:cNvGrpSpPr/>
          <p:nvPr/>
        </p:nvGrpSpPr>
        <p:grpSpPr>
          <a:xfrm>
            <a:off x="5337883" y="3161423"/>
            <a:ext cx="307141" cy="376826"/>
            <a:chOff x="5337883" y="3336873"/>
            <a:chExt cx="307141" cy="376826"/>
          </a:xfrm>
        </p:grpSpPr>
        <p:sp>
          <p:nvSpPr>
            <p:cNvPr id="18252" name="Google Shape;18252;p14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4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4" name="Google Shape;18254;p141"/>
          <p:cNvGrpSpPr/>
          <p:nvPr/>
        </p:nvGrpSpPr>
        <p:grpSpPr>
          <a:xfrm>
            <a:off x="4883835" y="3161805"/>
            <a:ext cx="323425" cy="377557"/>
            <a:chOff x="4883835" y="3337255"/>
            <a:chExt cx="323425" cy="377557"/>
          </a:xfrm>
        </p:grpSpPr>
        <p:sp>
          <p:nvSpPr>
            <p:cNvPr id="18255" name="Google Shape;18255;p14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4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4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8" name="Google Shape;18258;p141"/>
          <p:cNvGrpSpPr/>
          <p:nvPr/>
        </p:nvGrpSpPr>
        <p:grpSpPr>
          <a:xfrm>
            <a:off x="6193310" y="3231839"/>
            <a:ext cx="352590" cy="237488"/>
            <a:chOff x="6193310" y="3407289"/>
            <a:chExt cx="352590" cy="237488"/>
          </a:xfrm>
        </p:grpSpPr>
        <p:sp>
          <p:nvSpPr>
            <p:cNvPr id="18259" name="Google Shape;18259;p14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4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4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4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4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4" name="Google Shape;18264;p141"/>
          <p:cNvGrpSpPr/>
          <p:nvPr/>
        </p:nvGrpSpPr>
        <p:grpSpPr>
          <a:xfrm>
            <a:off x="6637117" y="3222393"/>
            <a:ext cx="353735" cy="254504"/>
            <a:chOff x="6637117" y="3397843"/>
            <a:chExt cx="353735" cy="254504"/>
          </a:xfrm>
        </p:grpSpPr>
        <p:sp>
          <p:nvSpPr>
            <p:cNvPr id="18265" name="Google Shape;18265;p14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14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14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4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4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4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1" name="Google Shape;18271;p141"/>
          <p:cNvGrpSpPr/>
          <p:nvPr/>
        </p:nvGrpSpPr>
        <p:grpSpPr>
          <a:xfrm>
            <a:off x="7075994" y="3174081"/>
            <a:ext cx="360637" cy="352336"/>
            <a:chOff x="7075994" y="3349531"/>
            <a:chExt cx="360637" cy="352336"/>
          </a:xfrm>
        </p:grpSpPr>
        <p:sp>
          <p:nvSpPr>
            <p:cNvPr id="18272" name="Google Shape;18272;p14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4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4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4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4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4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4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141"/>
          <p:cNvGrpSpPr/>
          <p:nvPr/>
        </p:nvGrpSpPr>
        <p:grpSpPr>
          <a:xfrm>
            <a:off x="7651983" y="3173731"/>
            <a:ext cx="107183" cy="352399"/>
            <a:chOff x="7651983" y="3349181"/>
            <a:chExt cx="107183" cy="352399"/>
          </a:xfrm>
        </p:grpSpPr>
        <p:sp>
          <p:nvSpPr>
            <p:cNvPr id="18280" name="Google Shape;18280;p14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4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141"/>
          <p:cNvGrpSpPr/>
          <p:nvPr/>
        </p:nvGrpSpPr>
        <p:grpSpPr>
          <a:xfrm>
            <a:off x="7973468" y="3206872"/>
            <a:ext cx="352590" cy="287072"/>
            <a:chOff x="7973468" y="3382322"/>
            <a:chExt cx="352590" cy="287072"/>
          </a:xfrm>
        </p:grpSpPr>
        <p:sp>
          <p:nvSpPr>
            <p:cNvPr id="18283" name="Google Shape;18283;p14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4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4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4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14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14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4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4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4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4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4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4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5" name="Google Shape;18295;p141"/>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8296" name="Google Shape;18296;p141"/>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00" name="Shape 18300"/>
        <p:cNvGrpSpPr/>
        <p:nvPr/>
      </p:nvGrpSpPr>
      <p:grpSpPr>
        <a:xfrm>
          <a:off x="0" y="0"/>
          <a:ext cx="0" cy="0"/>
          <a:chOff x="0" y="0"/>
          <a:chExt cx="0" cy="0"/>
        </a:xfrm>
      </p:grpSpPr>
      <p:grpSp>
        <p:nvGrpSpPr>
          <p:cNvPr id="18301" name="Google Shape;18301;p142"/>
          <p:cNvGrpSpPr/>
          <p:nvPr/>
        </p:nvGrpSpPr>
        <p:grpSpPr>
          <a:xfrm>
            <a:off x="849677" y="1576858"/>
            <a:ext cx="347872" cy="347488"/>
            <a:chOff x="849677" y="1500658"/>
            <a:chExt cx="347872" cy="347488"/>
          </a:xfrm>
        </p:grpSpPr>
        <p:sp>
          <p:nvSpPr>
            <p:cNvPr id="18302" name="Google Shape;18302;p14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4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4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4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4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4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8" name="Google Shape;18308;p142"/>
          <p:cNvGrpSpPr/>
          <p:nvPr/>
        </p:nvGrpSpPr>
        <p:grpSpPr>
          <a:xfrm>
            <a:off x="1415853" y="1576858"/>
            <a:ext cx="315872" cy="347488"/>
            <a:chOff x="1415853" y="1500658"/>
            <a:chExt cx="315872" cy="347488"/>
          </a:xfrm>
        </p:grpSpPr>
        <p:sp>
          <p:nvSpPr>
            <p:cNvPr id="18309" name="Google Shape;18309;p14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14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4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4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142"/>
          <p:cNvGrpSpPr/>
          <p:nvPr/>
        </p:nvGrpSpPr>
        <p:grpSpPr>
          <a:xfrm>
            <a:off x="4697389" y="1576858"/>
            <a:ext cx="347520" cy="347104"/>
            <a:chOff x="4697389" y="1500658"/>
            <a:chExt cx="347520" cy="347104"/>
          </a:xfrm>
        </p:grpSpPr>
        <p:sp>
          <p:nvSpPr>
            <p:cNvPr id="18314" name="Google Shape;18314;p14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4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14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7" name="Google Shape;18317;p142"/>
          <p:cNvGrpSpPr/>
          <p:nvPr/>
        </p:nvGrpSpPr>
        <p:grpSpPr>
          <a:xfrm>
            <a:off x="3603533" y="2041146"/>
            <a:ext cx="347520" cy="353760"/>
            <a:chOff x="3603533" y="1964946"/>
            <a:chExt cx="347520" cy="353760"/>
          </a:xfrm>
        </p:grpSpPr>
        <p:sp>
          <p:nvSpPr>
            <p:cNvPr id="18318" name="Google Shape;18318;p14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4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4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1" name="Google Shape;18321;p142"/>
          <p:cNvGrpSpPr/>
          <p:nvPr/>
        </p:nvGrpSpPr>
        <p:grpSpPr>
          <a:xfrm>
            <a:off x="1950765" y="2040538"/>
            <a:ext cx="357792" cy="352448"/>
            <a:chOff x="1950765" y="1964338"/>
            <a:chExt cx="357792" cy="352448"/>
          </a:xfrm>
        </p:grpSpPr>
        <p:sp>
          <p:nvSpPr>
            <p:cNvPr id="18322" name="Google Shape;18322;p14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4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4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4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6" name="Google Shape;18326;p142"/>
          <p:cNvGrpSpPr/>
          <p:nvPr/>
        </p:nvGrpSpPr>
        <p:grpSpPr>
          <a:xfrm>
            <a:off x="7435629" y="2040890"/>
            <a:ext cx="367712" cy="353248"/>
            <a:chOff x="7435629" y="1964690"/>
            <a:chExt cx="367712" cy="353248"/>
          </a:xfrm>
        </p:grpSpPr>
        <p:sp>
          <p:nvSpPr>
            <p:cNvPr id="18327" name="Google Shape;18327;p14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4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4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14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1" name="Google Shape;18331;p142"/>
          <p:cNvGrpSpPr/>
          <p:nvPr/>
        </p:nvGrpSpPr>
        <p:grpSpPr>
          <a:xfrm>
            <a:off x="2512749" y="2041242"/>
            <a:ext cx="333024" cy="352896"/>
            <a:chOff x="2512749" y="1965042"/>
            <a:chExt cx="333024" cy="352896"/>
          </a:xfrm>
        </p:grpSpPr>
        <p:sp>
          <p:nvSpPr>
            <p:cNvPr id="18332" name="Google Shape;18332;p14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4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4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4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4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7" name="Google Shape;18337;p142"/>
          <p:cNvGrpSpPr/>
          <p:nvPr/>
        </p:nvGrpSpPr>
        <p:grpSpPr>
          <a:xfrm>
            <a:off x="1398317" y="2057978"/>
            <a:ext cx="365792" cy="335392"/>
            <a:chOff x="1398317" y="1981778"/>
            <a:chExt cx="365792" cy="335392"/>
          </a:xfrm>
        </p:grpSpPr>
        <p:sp>
          <p:nvSpPr>
            <p:cNvPr id="18338" name="Google Shape;18338;p14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4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4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4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4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4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4" name="Google Shape;18344;p142"/>
          <p:cNvGrpSpPr/>
          <p:nvPr/>
        </p:nvGrpSpPr>
        <p:grpSpPr>
          <a:xfrm>
            <a:off x="3052237" y="2079770"/>
            <a:ext cx="353600" cy="314752"/>
            <a:chOff x="3052237" y="2003570"/>
            <a:chExt cx="353600" cy="314752"/>
          </a:xfrm>
        </p:grpSpPr>
        <p:sp>
          <p:nvSpPr>
            <p:cNvPr id="18345" name="Google Shape;18345;p14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4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4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8" name="Google Shape;18348;p142"/>
          <p:cNvGrpSpPr/>
          <p:nvPr/>
        </p:nvGrpSpPr>
        <p:grpSpPr>
          <a:xfrm>
            <a:off x="1404013" y="3034266"/>
            <a:ext cx="368096" cy="223968"/>
            <a:chOff x="1404013" y="2958066"/>
            <a:chExt cx="368096" cy="223968"/>
          </a:xfrm>
        </p:grpSpPr>
        <p:sp>
          <p:nvSpPr>
            <p:cNvPr id="18349" name="Google Shape;18349;p14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4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1" name="Google Shape;18351;p142"/>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142"/>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53" name="Google Shape;18353;p142"/>
          <p:cNvGrpSpPr/>
          <p:nvPr/>
        </p:nvGrpSpPr>
        <p:grpSpPr>
          <a:xfrm>
            <a:off x="1951149" y="2961402"/>
            <a:ext cx="370368" cy="367328"/>
            <a:chOff x="1951149" y="2885202"/>
            <a:chExt cx="370368" cy="367328"/>
          </a:xfrm>
        </p:grpSpPr>
        <p:sp>
          <p:nvSpPr>
            <p:cNvPr id="18354" name="Google Shape;18354;p14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4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4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7" name="Google Shape;18357;p142"/>
          <p:cNvGrpSpPr/>
          <p:nvPr/>
        </p:nvGrpSpPr>
        <p:grpSpPr>
          <a:xfrm>
            <a:off x="2501677" y="2982362"/>
            <a:ext cx="367328" cy="327296"/>
            <a:chOff x="2501677" y="2906162"/>
            <a:chExt cx="367328" cy="327296"/>
          </a:xfrm>
        </p:grpSpPr>
        <p:sp>
          <p:nvSpPr>
            <p:cNvPr id="18358" name="Google Shape;18358;p14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4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4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61" name="Google Shape;18361;p142"/>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62" name="Google Shape;18362;p142"/>
          <p:cNvGrpSpPr/>
          <p:nvPr/>
        </p:nvGrpSpPr>
        <p:grpSpPr>
          <a:xfrm>
            <a:off x="3050317" y="2969914"/>
            <a:ext cx="367712" cy="354240"/>
            <a:chOff x="3050317" y="2893714"/>
            <a:chExt cx="367712" cy="354240"/>
          </a:xfrm>
        </p:grpSpPr>
        <p:sp>
          <p:nvSpPr>
            <p:cNvPr id="18363" name="Google Shape;18363;p14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4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65" name="Google Shape;18365;p142"/>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42"/>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67" name="Google Shape;18367;p142"/>
          <p:cNvGrpSpPr/>
          <p:nvPr/>
        </p:nvGrpSpPr>
        <p:grpSpPr>
          <a:xfrm>
            <a:off x="7531277" y="2962554"/>
            <a:ext cx="185184" cy="367296"/>
            <a:chOff x="7531277" y="2886354"/>
            <a:chExt cx="185184" cy="367296"/>
          </a:xfrm>
        </p:grpSpPr>
        <p:sp>
          <p:nvSpPr>
            <p:cNvPr id="18368" name="Google Shape;18368;p14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4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4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1" name="Google Shape;18371;p142"/>
          <p:cNvGrpSpPr/>
          <p:nvPr/>
        </p:nvGrpSpPr>
        <p:grpSpPr>
          <a:xfrm>
            <a:off x="6926637" y="2962938"/>
            <a:ext cx="297184" cy="367296"/>
            <a:chOff x="6926637" y="2886738"/>
            <a:chExt cx="297184" cy="367296"/>
          </a:xfrm>
        </p:grpSpPr>
        <p:sp>
          <p:nvSpPr>
            <p:cNvPr id="18372" name="Google Shape;18372;p14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4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4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75" name="Google Shape;18375;p142"/>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42"/>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7" name="Google Shape;18377;p142"/>
          <p:cNvGrpSpPr/>
          <p:nvPr/>
        </p:nvGrpSpPr>
        <p:grpSpPr>
          <a:xfrm>
            <a:off x="6340653" y="2962554"/>
            <a:ext cx="370368" cy="368064"/>
            <a:chOff x="6340653" y="2886354"/>
            <a:chExt cx="370368" cy="368064"/>
          </a:xfrm>
        </p:grpSpPr>
        <p:sp>
          <p:nvSpPr>
            <p:cNvPr id="18378" name="Google Shape;18378;p14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4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4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4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4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4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142"/>
          <p:cNvGrpSpPr/>
          <p:nvPr/>
        </p:nvGrpSpPr>
        <p:grpSpPr>
          <a:xfrm>
            <a:off x="5246797" y="2057626"/>
            <a:ext cx="354752" cy="336512"/>
            <a:chOff x="5246797" y="1981426"/>
            <a:chExt cx="354752" cy="336512"/>
          </a:xfrm>
        </p:grpSpPr>
        <p:sp>
          <p:nvSpPr>
            <p:cNvPr id="18385" name="Google Shape;18385;p14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4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7" name="Google Shape;18387;p142"/>
          <p:cNvGrpSpPr/>
          <p:nvPr/>
        </p:nvGrpSpPr>
        <p:grpSpPr>
          <a:xfrm>
            <a:off x="4148749" y="2178266"/>
            <a:ext cx="355136" cy="216256"/>
            <a:chOff x="4148749" y="2102066"/>
            <a:chExt cx="355136" cy="216256"/>
          </a:xfrm>
        </p:grpSpPr>
        <p:sp>
          <p:nvSpPr>
            <p:cNvPr id="18388" name="Google Shape;18388;p14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4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0" name="Google Shape;18390;p142"/>
          <p:cNvGrpSpPr/>
          <p:nvPr/>
        </p:nvGrpSpPr>
        <p:grpSpPr>
          <a:xfrm>
            <a:off x="5794669" y="2077626"/>
            <a:ext cx="354752" cy="315360"/>
            <a:chOff x="5794669" y="2001426"/>
            <a:chExt cx="354752" cy="315360"/>
          </a:xfrm>
        </p:grpSpPr>
        <p:sp>
          <p:nvSpPr>
            <p:cNvPr id="18391" name="Google Shape;18391;p14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4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142"/>
          <p:cNvGrpSpPr/>
          <p:nvPr/>
        </p:nvGrpSpPr>
        <p:grpSpPr>
          <a:xfrm>
            <a:off x="6345229" y="2106042"/>
            <a:ext cx="352832" cy="289216"/>
            <a:chOff x="6345229" y="2029842"/>
            <a:chExt cx="352832" cy="289216"/>
          </a:xfrm>
        </p:grpSpPr>
        <p:sp>
          <p:nvSpPr>
            <p:cNvPr id="18394" name="Google Shape;18394;p14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14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6" name="Google Shape;18396;p142"/>
          <p:cNvGrpSpPr/>
          <p:nvPr/>
        </p:nvGrpSpPr>
        <p:grpSpPr>
          <a:xfrm>
            <a:off x="4697389" y="2112538"/>
            <a:ext cx="354752" cy="281984"/>
            <a:chOff x="4697389" y="2036338"/>
            <a:chExt cx="354752" cy="281984"/>
          </a:xfrm>
        </p:grpSpPr>
        <p:sp>
          <p:nvSpPr>
            <p:cNvPr id="18397" name="Google Shape;18397;p14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4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142"/>
          <p:cNvGrpSpPr/>
          <p:nvPr/>
        </p:nvGrpSpPr>
        <p:grpSpPr>
          <a:xfrm>
            <a:off x="1404013" y="2500954"/>
            <a:ext cx="353600" cy="354944"/>
            <a:chOff x="1404013" y="2424754"/>
            <a:chExt cx="353600" cy="354944"/>
          </a:xfrm>
        </p:grpSpPr>
        <p:sp>
          <p:nvSpPr>
            <p:cNvPr id="18400" name="Google Shape;18400;p14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4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4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4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4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5" name="Google Shape;18405;p142"/>
          <p:cNvGrpSpPr/>
          <p:nvPr/>
        </p:nvGrpSpPr>
        <p:grpSpPr>
          <a:xfrm>
            <a:off x="854253" y="2504474"/>
            <a:ext cx="355104" cy="351040"/>
            <a:chOff x="854253" y="2428274"/>
            <a:chExt cx="355104" cy="351040"/>
          </a:xfrm>
        </p:grpSpPr>
        <p:sp>
          <p:nvSpPr>
            <p:cNvPr id="18406" name="Google Shape;18406;p14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4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8" name="Google Shape;18408;p142"/>
          <p:cNvGrpSpPr/>
          <p:nvPr/>
        </p:nvGrpSpPr>
        <p:grpSpPr>
          <a:xfrm>
            <a:off x="6896909" y="2517146"/>
            <a:ext cx="354752" cy="275904"/>
            <a:chOff x="6896909" y="2440946"/>
            <a:chExt cx="354752" cy="275904"/>
          </a:xfrm>
        </p:grpSpPr>
        <p:sp>
          <p:nvSpPr>
            <p:cNvPr id="18409" name="Google Shape;18409;p14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4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11" name="Google Shape;18411;p142"/>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2" name="Google Shape;18412;p142"/>
          <p:cNvGrpSpPr/>
          <p:nvPr/>
        </p:nvGrpSpPr>
        <p:grpSpPr>
          <a:xfrm>
            <a:off x="5265069" y="2500954"/>
            <a:ext cx="321984" cy="354560"/>
            <a:chOff x="5265069" y="2424754"/>
            <a:chExt cx="321984" cy="354560"/>
          </a:xfrm>
        </p:grpSpPr>
        <p:sp>
          <p:nvSpPr>
            <p:cNvPr id="18413" name="Google Shape;18413;p14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4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5" name="Google Shape;18415;p142"/>
          <p:cNvGrpSpPr/>
          <p:nvPr/>
        </p:nvGrpSpPr>
        <p:grpSpPr>
          <a:xfrm>
            <a:off x="4150669" y="2542970"/>
            <a:ext cx="355104" cy="259584"/>
            <a:chOff x="4150669" y="2466770"/>
            <a:chExt cx="355104" cy="259584"/>
          </a:xfrm>
        </p:grpSpPr>
        <p:sp>
          <p:nvSpPr>
            <p:cNvPr id="18416" name="Google Shape;18416;p14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14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4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4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0" name="Google Shape;18420;p142"/>
          <p:cNvGrpSpPr/>
          <p:nvPr/>
        </p:nvGrpSpPr>
        <p:grpSpPr>
          <a:xfrm>
            <a:off x="4699693" y="2501146"/>
            <a:ext cx="354336" cy="353984"/>
            <a:chOff x="4699693" y="2424946"/>
            <a:chExt cx="354336" cy="353984"/>
          </a:xfrm>
        </p:grpSpPr>
        <p:sp>
          <p:nvSpPr>
            <p:cNvPr id="18421" name="Google Shape;18421;p14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4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23" name="Google Shape;18423;p142"/>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42"/>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5" name="Google Shape;18425;p142"/>
          <p:cNvGrpSpPr/>
          <p:nvPr/>
        </p:nvGrpSpPr>
        <p:grpSpPr>
          <a:xfrm>
            <a:off x="1953037" y="2628442"/>
            <a:ext cx="355136" cy="227072"/>
            <a:chOff x="1953037" y="2552242"/>
            <a:chExt cx="355136" cy="227072"/>
          </a:xfrm>
        </p:grpSpPr>
        <p:sp>
          <p:nvSpPr>
            <p:cNvPr id="18426" name="Google Shape;18426;p14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4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28" name="Google Shape;18428;p142"/>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9" name="Google Shape;18429;p142"/>
          <p:cNvGrpSpPr/>
          <p:nvPr/>
        </p:nvGrpSpPr>
        <p:grpSpPr>
          <a:xfrm>
            <a:off x="2500941" y="2603418"/>
            <a:ext cx="355104" cy="250944"/>
            <a:chOff x="2500941" y="2527218"/>
            <a:chExt cx="355104" cy="250944"/>
          </a:xfrm>
        </p:grpSpPr>
        <p:sp>
          <p:nvSpPr>
            <p:cNvPr id="18430" name="Google Shape;18430;p14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4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4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4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14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5" name="Google Shape;18435;p142"/>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36" name="Google Shape;18436;p142"/>
          <p:cNvGrpSpPr/>
          <p:nvPr/>
        </p:nvGrpSpPr>
        <p:grpSpPr>
          <a:xfrm>
            <a:off x="7993805" y="2503322"/>
            <a:ext cx="356256" cy="351808"/>
            <a:chOff x="7993805" y="2427122"/>
            <a:chExt cx="356256" cy="351808"/>
          </a:xfrm>
        </p:grpSpPr>
        <p:sp>
          <p:nvSpPr>
            <p:cNvPr id="18437" name="Google Shape;18437;p14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4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14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0" name="Google Shape;18440;p142"/>
          <p:cNvGrpSpPr/>
          <p:nvPr/>
        </p:nvGrpSpPr>
        <p:grpSpPr>
          <a:xfrm>
            <a:off x="878637" y="2041210"/>
            <a:ext cx="308640" cy="353312"/>
            <a:chOff x="878637" y="1965010"/>
            <a:chExt cx="308640" cy="353312"/>
          </a:xfrm>
        </p:grpSpPr>
        <p:sp>
          <p:nvSpPr>
            <p:cNvPr id="18441" name="Google Shape;18441;p14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4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4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4" name="Google Shape;18444;p142"/>
          <p:cNvGrpSpPr/>
          <p:nvPr/>
        </p:nvGrpSpPr>
        <p:grpSpPr>
          <a:xfrm>
            <a:off x="6896141" y="2040922"/>
            <a:ext cx="348256" cy="352448"/>
            <a:chOff x="6896141" y="1964722"/>
            <a:chExt cx="348256" cy="352448"/>
          </a:xfrm>
        </p:grpSpPr>
        <p:sp>
          <p:nvSpPr>
            <p:cNvPr id="18445" name="Google Shape;18445;p14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4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4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8" name="Google Shape;18448;p142"/>
          <p:cNvGrpSpPr/>
          <p:nvPr/>
        </p:nvGrpSpPr>
        <p:grpSpPr>
          <a:xfrm>
            <a:off x="7989997" y="2091578"/>
            <a:ext cx="355136" cy="303328"/>
            <a:chOff x="7989997" y="2015378"/>
            <a:chExt cx="355136" cy="303328"/>
          </a:xfrm>
        </p:grpSpPr>
        <p:sp>
          <p:nvSpPr>
            <p:cNvPr id="18449" name="Google Shape;18449;p14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4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4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2" name="Google Shape;18452;p142"/>
          <p:cNvGrpSpPr/>
          <p:nvPr/>
        </p:nvGrpSpPr>
        <p:grpSpPr>
          <a:xfrm>
            <a:off x="3598221" y="1585562"/>
            <a:ext cx="348640" cy="330784"/>
            <a:chOff x="3598221" y="1509362"/>
            <a:chExt cx="348640" cy="330784"/>
          </a:xfrm>
        </p:grpSpPr>
        <p:sp>
          <p:nvSpPr>
            <p:cNvPr id="18453" name="Google Shape;18453;p14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4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4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4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7" name="Google Shape;18457;p142"/>
          <p:cNvGrpSpPr/>
          <p:nvPr/>
        </p:nvGrpSpPr>
        <p:grpSpPr>
          <a:xfrm>
            <a:off x="5246797" y="1576858"/>
            <a:ext cx="347872" cy="347488"/>
            <a:chOff x="5246797" y="1500658"/>
            <a:chExt cx="347872" cy="347488"/>
          </a:xfrm>
        </p:grpSpPr>
        <p:sp>
          <p:nvSpPr>
            <p:cNvPr id="18458" name="Google Shape;18458;p14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14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4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4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142"/>
          <p:cNvGrpSpPr/>
          <p:nvPr/>
        </p:nvGrpSpPr>
        <p:grpSpPr>
          <a:xfrm>
            <a:off x="5796589" y="1576858"/>
            <a:ext cx="349024" cy="346752"/>
            <a:chOff x="5796589" y="1500658"/>
            <a:chExt cx="349024" cy="346752"/>
          </a:xfrm>
        </p:grpSpPr>
        <p:sp>
          <p:nvSpPr>
            <p:cNvPr id="18463" name="Google Shape;18463;p14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64" name="Google Shape;18464;p142"/>
            <p:cNvGrpSpPr/>
            <p:nvPr/>
          </p:nvGrpSpPr>
          <p:grpSpPr>
            <a:xfrm>
              <a:off x="5796589" y="1500658"/>
              <a:ext cx="349024" cy="346752"/>
              <a:chOff x="5796589" y="1500658"/>
              <a:chExt cx="349024" cy="346752"/>
            </a:xfrm>
          </p:grpSpPr>
          <p:sp>
            <p:nvSpPr>
              <p:cNvPr id="18465" name="Google Shape;18465;p14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4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4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4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69" name="Google Shape;18469;p142"/>
          <p:cNvGrpSpPr/>
          <p:nvPr/>
        </p:nvGrpSpPr>
        <p:grpSpPr>
          <a:xfrm>
            <a:off x="6895373" y="1578778"/>
            <a:ext cx="348640" cy="343296"/>
            <a:chOff x="6895373" y="1502578"/>
            <a:chExt cx="348640" cy="343296"/>
          </a:xfrm>
        </p:grpSpPr>
        <p:sp>
          <p:nvSpPr>
            <p:cNvPr id="18470" name="Google Shape;18470;p14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14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4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3" name="Google Shape;18473;p142"/>
          <p:cNvGrpSpPr/>
          <p:nvPr/>
        </p:nvGrpSpPr>
        <p:grpSpPr>
          <a:xfrm>
            <a:off x="4147597" y="1581658"/>
            <a:ext cx="347904" cy="336992"/>
            <a:chOff x="4147597" y="1505458"/>
            <a:chExt cx="347904" cy="336992"/>
          </a:xfrm>
        </p:grpSpPr>
        <p:sp>
          <p:nvSpPr>
            <p:cNvPr id="18474" name="Google Shape;18474;p14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4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4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4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4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4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4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1" name="Google Shape;18481;p142"/>
          <p:cNvGrpSpPr/>
          <p:nvPr/>
        </p:nvGrpSpPr>
        <p:grpSpPr>
          <a:xfrm>
            <a:off x="2499405" y="1576090"/>
            <a:ext cx="347488" cy="348256"/>
            <a:chOff x="2499405" y="1499890"/>
            <a:chExt cx="347488" cy="348256"/>
          </a:xfrm>
        </p:grpSpPr>
        <p:sp>
          <p:nvSpPr>
            <p:cNvPr id="18482" name="Google Shape;18482;p14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4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4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4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4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142"/>
          <p:cNvGrpSpPr/>
          <p:nvPr/>
        </p:nvGrpSpPr>
        <p:grpSpPr>
          <a:xfrm>
            <a:off x="1956845" y="1576698"/>
            <a:ext cx="331520" cy="348032"/>
            <a:chOff x="1956845" y="1500498"/>
            <a:chExt cx="331520" cy="348032"/>
          </a:xfrm>
        </p:grpSpPr>
        <p:sp>
          <p:nvSpPr>
            <p:cNvPr id="18488" name="Google Shape;18488;p14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4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4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4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4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4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4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4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4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4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4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4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0" name="Google Shape;18500;p142"/>
          <p:cNvGrpSpPr/>
          <p:nvPr/>
        </p:nvGrpSpPr>
        <p:grpSpPr>
          <a:xfrm>
            <a:off x="6345613" y="1626074"/>
            <a:ext cx="348640" cy="250656"/>
            <a:chOff x="6345613" y="1549874"/>
            <a:chExt cx="348640" cy="250656"/>
          </a:xfrm>
        </p:grpSpPr>
        <p:sp>
          <p:nvSpPr>
            <p:cNvPr id="18501" name="Google Shape;18501;p14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4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4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4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4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4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7" name="Google Shape;18507;p142"/>
          <p:cNvGrpSpPr/>
          <p:nvPr/>
        </p:nvGrpSpPr>
        <p:grpSpPr>
          <a:xfrm>
            <a:off x="7444781" y="1583226"/>
            <a:ext cx="348640" cy="334272"/>
            <a:chOff x="7444781" y="1507026"/>
            <a:chExt cx="348640" cy="334272"/>
          </a:xfrm>
        </p:grpSpPr>
        <p:sp>
          <p:nvSpPr>
            <p:cNvPr id="18508" name="Google Shape;18508;p14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4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4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4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4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3" name="Google Shape;18513;p142"/>
          <p:cNvGrpSpPr/>
          <p:nvPr/>
        </p:nvGrpSpPr>
        <p:grpSpPr>
          <a:xfrm>
            <a:off x="7995341" y="1582938"/>
            <a:ext cx="347872" cy="334944"/>
            <a:chOff x="7995341" y="1506738"/>
            <a:chExt cx="347872" cy="334944"/>
          </a:xfrm>
        </p:grpSpPr>
        <p:sp>
          <p:nvSpPr>
            <p:cNvPr id="18514" name="Google Shape;18514;p14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4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4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4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4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4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0" name="Google Shape;18520;p142"/>
          <p:cNvGrpSpPr/>
          <p:nvPr/>
        </p:nvGrpSpPr>
        <p:grpSpPr>
          <a:xfrm>
            <a:off x="3048045" y="1599130"/>
            <a:ext cx="347872" cy="303904"/>
            <a:chOff x="3048045" y="1522930"/>
            <a:chExt cx="347872" cy="303904"/>
          </a:xfrm>
        </p:grpSpPr>
        <p:sp>
          <p:nvSpPr>
            <p:cNvPr id="18521" name="Google Shape;18521;p14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22" name="Google Shape;18522;p142"/>
            <p:cNvGrpSpPr/>
            <p:nvPr/>
          </p:nvGrpSpPr>
          <p:grpSpPr>
            <a:xfrm>
              <a:off x="3048045" y="1522930"/>
              <a:ext cx="347872" cy="303904"/>
              <a:chOff x="3048045" y="1522930"/>
              <a:chExt cx="347872" cy="303904"/>
            </a:xfrm>
          </p:grpSpPr>
          <p:sp>
            <p:nvSpPr>
              <p:cNvPr id="18523" name="Google Shape;18523;p14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4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525" name="Google Shape;18525;p142"/>
          <p:cNvGrpSpPr/>
          <p:nvPr/>
        </p:nvGrpSpPr>
        <p:grpSpPr>
          <a:xfrm>
            <a:off x="1133133" y="3428122"/>
            <a:ext cx="313984" cy="358560"/>
            <a:chOff x="1133133" y="3351922"/>
            <a:chExt cx="313984" cy="358560"/>
          </a:xfrm>
        </p:grpSpPr>
        <p:sp>
          <p:nvSpPr>
            <p:cNvPr id="18526" name="Google Shape;18526;p14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4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4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4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4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4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4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4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4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4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4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4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4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4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4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4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42" name="Google Shape;18542;p142"/>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3" name="Google Shape;18543;p142"/>
          <p:cNvGrpSpPr/>
          <p:nvPr/>
        </p:nvGrpSpPr>
        <p:grpSpPr>
          <a:xfrm>
            <a:off x="2795053" y="3428794"/>
            <a:ext cx="288448" cy="357120"/>
            <a:chOff x="2795053" y="3352594"/>
            <a:chExt cx="288448" cy="357120"/>
          </a:xfrm>
        </p:grpSpPr>
        <p:sp>
          <p:nvSpPr>
            <p:cNvPr id="18544" name="Google Shape;18544;p14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4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4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4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4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4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4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4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4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3" name="Google Shape;18553;p142"/>
          <p:cNvGrpSpPr/>
          <p:nvPr/>
        </p:nvGrpSpPr>
        <p:grpSpPr>
          <a:xfrm>
            <a:off x="2236525" y="3429402"/>
            <a:ext cx="304832" cy="356512"/>
            <a:chOff x="2236525" y="3353202"/>
            <a:chExt cx="304832" cy="356512"/>
          </a:xfrm>
        </p:grpSpPr>
        <p:sp>
          <p:nvSpPr>
            <p:cNvPr id="18554" name="Google Shape;18554;p14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4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4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7" name="Google Shape;18557;p142"/>
          <p:cNvGrpSpPr/>
          <p:nvPr/>
        </p:nvGrpSpPr>
        <p:grpSpPr>
          <a:xfrm>
            <a:off x="3910637" y="3428890"/>
            <a:ext cx="256800" cy="357024"/>
            <a:chOff x="3910637" y="3352690"/>
            <a:chExt cx="256800" cy="357024"/>
          </a:xfrm>
        </p:grpSpPr>
        <p:sp>
          <p:nvSpPr>
            <p:cNvPr id="18558" name="Google Shape;18558;p14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4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4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1" name="Google Shape;18561;p142"/>
          <p:cNvGrpSpPr/>
          <p:nvPr/>
        </p:nvGrpSpPr>
        <p:grpSpPr>
          <a:xfrm>
            <a:off x="6056429" y="3428122"/>
            <a:ext cx="360064" cy="360096"/>
            <a:chOff x="6056429" y="3351922"/>
            <a:chExt cx="360064" cy="360096"/>
          </a:xfrm>
        </p:grpSpPr>
        <p:sp>
          <p:nvSpPr>
            <p:cNvPr id="18562" name="Google Shape;18562;p14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4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4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142"/>
          <p:cNvGrpSpPr/>
          <p:nvPr/>
        </p:nvGrpSpPr>
        <p:grpSpPr>
          <a:xfrm>
            <a:off x="6608877" y="3429274"/>
            <a:ext cx="357408" cy="357408"/>
            <a:chOff x="6608877" y="3353074"/>
            <a:chExt cx="357408" cy="357408"/>
          </a:xfrm>
        </p:grpSpPr>
        <p:sp>
          <p:nvSpPr>
            <p:cNvPr id="18566" name="Google Shape;18566;p14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14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4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14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14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4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4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73" name="Google Shape;18573;p142"/>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4" name="Google Shape;18574;p142"/>
          <p:cNvGrpSpPr/>
          <p:nvPr/>
        </p:nvGrpSpPr>
        <p:grpSpPr>
          <a:xfrm>
            <a:off x="3316269" y="3428602"/>
            <a:ext cx="344832" cy="356544"/>
            <a:chOff x="3316269" y="3352402"/>
            <a:chExt cx="344832" cy="356544"/>
          </a:xfrm>
        </p:grpSpPr>
        <p:sp>
          <p:nvSpPr>
            <p:cNvPr id="18575" name="Google Shape;18575;p14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4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4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78" name="Google Shape;18578;p142"/>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9" name="Google Shape;18579;p142"/>
          <p:cNvGrpSpPr/>
          <p:nvPr/>
        </p:nvGrpSpPr>
        <p:grpSpPr>
          <a:xfrm>
            <a:off x="4959533" y="3446426"/>
            <a:ext cx="357408" cy="323488"/>
            <a:chOff x="4959533" y="3370226"/>
            <a:chExt cx="357408" cy="323488"/>
          </a:xfrm>
        </p:grpSpPr>
        <p:sp>
          <p:nvSpPr>
            <p:cNvPr id="18580" name="Google Shape;18580;p14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4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142"/>
          <p:cNvGrpSpPr/>
          <p:nvPr/>
        </p:nvGrpSpPr>
        <p:grpSpPr>
          <a:xfrm>
            <a:off x="7158637" y="3429274"/>
            <a:ext cx="357056" cy="357408"/>
            <a:chOff x="7158637" y="3353074"/>
            <a:chExt cx="357056" cy="357408"/>
          </a:xfrm>
        </p:grpSpPr>
        <p:sp>
          <p:nvSpPr>
            <p:cNvPr id="18583" name="Google Shape;18583;p14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4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4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4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7" name="Google Shape;18587;p142"/>
          <p:cNvGrpSpPr/>
          <p:nvPr/>
        </p:nvGrpSpPr>
        <p:grpSpPr>
          <a:xfrm>
            <a:off x="5508909" y="3447706"/>
            <a:ext cx="358560" cy="319552"/>
            <a:chOff x="5508909" y="3371506"/>
            <a:chExt cx="358560" cy="319552"/>
          </a:xfrm>
        </p:grpSpPr>
        <p:sp>
          <p:nvSpPr>
            <p:cNvPr id="18588" name="Google Shape;18588;p14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4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4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4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4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4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4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14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4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4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98" name="Google Shape;18598;p14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02" name="Shape 18602"/>
        <p:cNvGrpSpPr/>
        <p:nvPr/>
      </p:nvGrpSpPr>
      <p:grpSpPr>
        <a:xfrm>
          <a:off x="0" y="0"/>
          <a:ext cx="0" cy="0"/>
          <a:chOff x="0" y="0"/>
          <a:chExt cx="0" cy="0"/>
        </a:xfrm>
      </p:grpSpPr>
      <p:sp>
        <p:nvSpPr>
          <p:cNvPr id="18603" name="Google Shape;18603;p143"/>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4" name="Google Shape;18604;p143"/>
          <p:cNvGrpSpPr/>
          <p:nvPr/>
        </p:nvGrpSpPr>
        <p:grpSpPr>
          <a:xfrm>
            <a:off x="3051327" y="3893352"/>
            <a:ext cx="346056" cy="345674"/>
            <a:chOff x="3303268" y="3817349"/>
            <a:chExt cx="346056" cy="345674"/>
          </a:xfrm>
        </p:grpSpPr>
        <p:sp>
          <p:nvSpPr>
            <p:cNvPr id="18605" name="Google Shape;18605;p14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4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4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4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9" name="Google Shape;18609;p143"/>
          <p:cNvGrpSpPr/>
          <p:nvPr/>
        </p:nvGrpSpPr>
        <p:grpSpPr>
          <a:xfrm>
            <a:off x="3500416" y="3893352"/>
            <a:ext cx="346056" cy="345674"/>
            <a:chOff x="3752358" y="3817349"/>
            <a:chExt cx="346056" cy="345674"/>
          </a:xfrm>
        </p:grpSpPr>
        <p:sp>
          <p:nvSpPr>
            <p:cNvPr id="18610" name="Google Shape;18610;p14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4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4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4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4" name="Google Shape;18614;p143"/>
          <p:cNvGrpSpPr/>
          <p:nvPr/>
        </p:nvGrpSpPr>
        <p:grpSpPr>
          <a:xfrm>
            <a:off x="4848066" y="3893352"/>
            <a:ext cx="346024" cy="345674"/>
            <a:chOff x="5100008" y="3817349"/>
            <a:chExt cx="346024" cy="345674"/>
          </a:xfrm>
        </p:grpSpPr>
        <p:sp>
          <p:nvSpPr>
            <p:cNvPr id="18615" name="Google Shape;18615;p14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4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4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8" name="Google Shape;18618;p143"/>
          <p:cNvGrpSpPr/>
          <p:nvPr/>
        </p:nvGrpSpPr>
        <p:grpSpPr>
          <a:xfrm>
            <a:off x="5746977" y="3893352"/>
            <a:ext cx="345674" cy="345674"/>
            <a:chOff x="5998919" y="3817349"/>
            <a:chExt cx="345674" cy="345674"/>
          </a:xfrm>
        </p:grpSpPr>
        <p:sp>
          <p:nvSpPr>
            <p:cNvPr id="18619" name="Google Shape;18619;p14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4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4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2" name="Google Shape;18622;p143"/>
          <p:cNvGrpSpPr/>
          <p:nvPr/>
        </p:nvGrpSpPr>
        <p:grpSpPr>
          <a:xfrm>
            <a:off x="3949506" y="3893352"/>
            <a:ext cx="346024" cy="345674"/>
            <a:chOff x="4201447" y="3817349"/>
            <a:chExt cx="346024" cy="345674"/>
          </a:xfrm>
        </p:grpSpPr>
        <p:sp>
          <p:nvSpPr>
            <p:cNvPr id="18623" name="Google Shape;18623;p14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14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5" name="Google Shape;18625;p143"/>
          <p:cNvGrpSpPr/>
          <p:nvPr/>
        </p:nvGrpSpPr>
        <p:grpSpPr>
          <a:xfrm>
            <a:off x="4398977" y="3893352"/>
            <a:ext cx="346024" cy="345674"/>
            <a:chOff x="4650919" y="3817349"/>
            <a:chExt cx="346024" cy="345674"/>
          </a:xfrm>
        </p:grpSpPr>
        <p:sp>
          <p:nvSpPr>
            <p:cNvPr id="18626" name="Google Shape;18626;p14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4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4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9" name="Google Shape;18629;p143"/>
          <p:cNvGrpSpPr/>
          <p:nvPr/>
        </p:nvGrpSpPr>
        <p:grpSpPr>
          <a:xfrm>
            <a:off x="5297920" y="3893352"/>
            <a:ext cx="345642" cy="345674"/>
            <a:chOff x="5549861" y="3817349"/>
            <a:chExt cx="345642" cy="345674"/>
          </a:xfrm>
        </p:grpSpPr>
        <p:sp>
          <p:nvSpPr>
            <p:cNvPr id="18630" name="Google Shape;18630;p14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4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4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3" name="Google Shape;18633;p143"/>
          <p:cNvGrpSpPr/>
          <p:nvPr/>
        </p:nvGrpSpPr>
        <p:grpSpPr>
          <a:xfrm>
            <a:off x="1306445" y="3474029"/>
            <a:ext cx="367255" cy="269855"/>
            <a:chOff x="1306445" y="3397829"/>
            <a:chExt cx="367255" cy="269855"/>
          </a:xfrm>
        </p:grpSpPr>
        <p:sp>
          <p:nvSpPr>
            <p:cNvPr id="18634" name="Google Shape;18634;p14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4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4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4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4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4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0" name="Google Shape;18640;p143"/>
          <p:cNvGrpSpPr/>
          <p:nvPr/>
        </p:nvGrpSpPr>
        <p:grpSpPr>
          <a:xfrm>
            <a:off x="1781317" y="3467600"/>
            <a:ext cx="367255" cy="282364"/>
            <a:chOff x="1781317" y="3391400"/>
            <a:chExt cx="367255" cy="282364"/>
          </a:xfrm>
        </p:grpSpPr>
        <p:sp>
          <p:nvSpPr>
            <p:cNvPr id="18641" name="Google Shape;18641;p14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4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4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14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14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4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7" name="Google Shape;18647;p143"/>
          <p:cNvGrpSpPr/>
          <p:nvPr/>
        </p:nvGrpSpPr>
        <p:grpSpPr>
          <a:xfrm>
            <a:off x="3678830" y="3447133"/>
            <a:ext cx="369164" cy="323297"/>
            <a:chOff x="3678830" y="3370933"/>
            <a:chExt cx="369164" cy="323297"/>
          </a:xfrm>
        </p:grpSpPr>
        <p:sp>
          <p:nvSpPr>
            <p:cNvPr id="18648" name="Google Shape;18648;p14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4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4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4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4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4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4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4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4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4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4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9" name="Google Shape;18659;p143"/>
          <p:cNvGrpSpPr/>
          <p:nvPr/>
        </p:nvGrpSpPr>
        <p:grpSpPr>
          <a:xfrm>
            <a:off x="859265" y="3424375"/>
            <a:ext cx="312316" cy="368400"/>
            <a:chOff x="859265" y="3348175"/>
            <a:chExt cx="312316" cy="368400"/>
          </a:xfrm>
        </p:grpSpPr>
        <p:sp>
          <p:nvSpPr>
            <p:cNvPr id="18660" name="Google Shape;18660;p14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14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14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4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4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5" name="Google Shape;18665;p143"/>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66" name="Google Shape;18666;p143"/>
          <p:cNvGrpSpPr/>
          <p:nvPr/>
        </p:nvGrpSpPr>
        <p:grpSpPr>
          <a:xfrm>
            <a:off x="2766374" y="3437213"/>
            <a:ext cx="330110" cy="308908"/>
            <a:chOff x="2766264" y="3394042"/>
            <a:chExt cx="294873" cy="275934"/>
          </a:xfrm>
        </p:grpSpPr>
        <p:sp>
          <p:nvSpPr>
            <p:cNvPr id="18667" name="Google Shape;18667;p14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4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4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4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1" name="Google Shape;18671;p143"/>
          <p:cNvGrpSpPr/>
          <p:nvPr/>
        </p:nvGrpSpPr>
        <p:grpSpPr>
          <a:xfrm>
            <a:off x="3214972" y="3435388"/>
            <a:ext cx="346406" cy="347552"/>
            <a:chOff x="3214972" y="3359188"/>
            <a:chExt cx="346406" cy="347552"/>
          </a:xfrm>
        </p:grpSpPr>
        <p:sp>
          <p:nvSpPr>
            <p:cNvPr id="18672" name="Google Shape;18672;p14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4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4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4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4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4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4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14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4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4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4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14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14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4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6" name="Google Shape;18686;p143"/>
          <p:cNvGrpSpPr/>
          <p:nvPr/>
        </p:nvGrpSpPr>
        <p:grpSpPr>
          <a:xfrm>
            <a:off x="4629306" y="3485393"/>
            <a:ext cx="367255" cy="244486"/>
            <a:chOff x="4629306" y="3409193"/>
            <a:chExt cx="367255" cy="244486"/>
          </a:xfrm>
        </p:grpSpPr>
        <p:sp>
          <p:nvSpPr>
            <p:cNvPr id="18687" name="Google Shape;18687;p14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4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4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4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14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4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4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4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4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4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143"/>
          <p:cNvGrpSpPr/>
          <p:nvPr/>
        </p:nvGrpSpPr>
        <p:grpSpPr>
          <a:xfrm>
            <a:off x="4193490" y="3426284"/>
            <a:ext cx="289939" cy="334661"/>
            <a:chOff x="4193490" y="3350084"/>
            <a:chExt cx="289939" cy="334661"/>
          </a:xfrm>
        </p:grpSpPr>
        <p:sp>
          <p:nvSpPr>
            <p:cNvPr id="18698" name="Google Shape;18698;p14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4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4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4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4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4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4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4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14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4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8" name="Google Shape;18708;p143"/>
          <p:cNvGrpSpPr/>
          <p:nvPr/>
        </p:nvGrpSpPr>
        <p:grpSpPr>
          <a:xfrm>
            <a:off x="6533281" y="3427430"/>
            <a:ext cx="357037" cy="357005"/>
            <a:chOff x="6533281" y="3351230"/>
            <a:chExt cx="357037" cy="357005"/>
          </a:xfrm>
        </p:grpSpPr>
        <p:sp>
          <p:nvSpPr>
            <p:cNvPr id="18709" name="Google Shape;18709;p14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4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4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2" name="Google Shape;18712;p143"/>
          <p:cNvGrpSpPr/>
          <p:nvPr/>
        </p:nvGrpSpPr>
        <p:grpSpPr>
          <a:xfrm>
            <a:off x="6058441" y="3427430"/>
            <a:ext cx="357387" cy="357005"/>
            <a:chOff x="6058441" y="3351230"/>
            <a:chExt cx="357387" cy="357005"/>
          </a:xfrm>
        </p:grpSpPr>
        <p:sp>
          <p:nvSpPr>
            <p:cNvPr id="18713" name="Google Shape;18713;p14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4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5" name="Google Shape;18715;p143"/>
          <p:cNvGrpSpPr/>
          <p:nvPr/>
        </p:nvGrpSpPr>
        <p:grpSpPr>
          <a:xfrm>
            <a:off x="7957483" y="3427048"/>
            <a:ext cx="357387" cy="357387"/>
            <a:chOff x="7957483" y="3350848"/>
            <a:chExt cx="357387" cy="357387"/>
          </a:xfrm>
        </p:grpSpPr>
        <p:sp>
          <p:nvSpPr>
            <p:cNvPr id="18716" name="Google Shape;18716;p14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4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4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9" name="Google Shape;18719;p143"/>
          <p:cNvGrpSpPr/>
          <p:nvPr/>
        </p:nvGrpSpPr>
        <p:grpSpPr>
          <a:xfrm>
            <a:off x="7007771" y="3427430"/>
            <a:ext cx="357387" cy="357005"/>
            <a:chOff x="7007771" y="3351230"/>
            <a:chExt cx="357387" cy="357005"/>
          </a:xfrm>
        </p:grpSpPr>
        <p:sp>
          <p:nvSpPr>
            <p:cNvPr id="18720" name="Google Shape;18720;p14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4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4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4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4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5" name="Google Shape;18725;p143"/>
          <p:cNvGrpSpPr/>
          <p:nvPr/>
        </p:nvGrpSpPr>
        <p:grpSpPr>
          <a:xfrm>
            <a:off x="5108729" y="3427430"/>
            <a:ext cx="357005" cy="357005"/>
            <a:chOff x="5108729" y="3351230"/>
            <a:chExt cx="357005" cy="357005"/>
          </a:xfrm>
        </p:grpSpPr>
        <p:sp>
          <p:nvSpPr>
            <p:cNvPr id="18726" name="Google Shape;18726;p14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4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8" name="Google Shape;18728;p143"/>
          <p:cNvGrpSpPr/>
          <p:nvPr/>
        </p:nvGrpSpPr>
        <p:grpSpPr>
          <a:xfrm>
            <a:off x="5583569" y="3427430"/>
            <a:ext cx="357419" cy="357005"/>
            <a:chOff x="5583569" y="3351230"/>
            <a:chExt cx="357419" cy="357005"/>
          </a:xfrm>
        </p:grpSpPr>
        <p:sp>
          <p:nvSpPr>
            <p:cNvPr id="18729" name="Google Shape;18729;p14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14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1" name="Google Shape;18731;p143"/>
          <p:cNvGrpSpPr/>
          <p:nvPr/>
        </p:nvGrpSpPr>
        <p:grpSpPr>
          <a:xfrm>
            <a:off x="7482229" y="3427430"/>
            <a:ext cx="357419" cy="357005"/>
            <a:chOff x="7482229" y="3351230"/>
            <a:chExt cx="357419" cy="357005"/>
          </a:xfrm>
        </p:grpSpPr>
        <p:sp>
          <p:nvSpPr>
            <p:cNvPr id="18732" name="Google Shape;18732;p14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4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4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4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4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7" name="Google Shape;18737;p143"/>
          <p:cNvGrpSpPr/>
          <p:nvPr/>
        </p:nvGrpSpPr>
        <p:grpSpPr>
          <a:xfrm>
            <a:off x="3764485" y="2966882"/>
            <a:ext cx="222874" cy="345737"/>
            <a:chOff x="3764485" y="2890682"/>
            <a:chExt cx="222874" cy="345737"/>
          </a:xfrm>
        </p:grpSpPr>
        <p:sp>
          <p:nvSpPr>
            <p:cNvPr id="18738" name="Google Shape;18738;p14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4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4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1" name="Google Shape;18741;p143"/>
          <p:cNvGrpSpPr/>
          <p:nvPr/>
        </p:nvGrpSpPr>
        <p:grpSpPr>
          <a:xfrm>
            <a:off x="2238616" y="2984331"/>
            <a:ext cx="422596" cy="310382"/>
            <a:chOff x="2278533" y="2937377"/>
            <a:chExt cx="346788" cy="254704"/>
          </a:xfrm>
        </p:grpSpPr>
        <p:sp>
          <p:nvSpPr>
            <p:cNvPr id="18742" name="Google Shape;18742;p14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4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4" name="Google Shape;18744;p143"/>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5" name="Google Shape;18745;p143"/>
          <p:cNvGrpSpPr/>
          <p:nvPr/>
        </p:nvGrpSpPr>
        <p:grpSpPr>
          <a:xfrm>
            <a:off x="1836637" y="2967710"/>
            <a:ext cx="286152" cy="346438"/>
            <a:chOff x="1836637" y="2891510"/>
            <a:chExt cx="286152" cy="346438"/>
          </a:xfrm>
        </p:grpSpPr>
        <p:sp>
          <p:nvSpPr>
            <p:cNvPr id="18746" name="Google Shape;18746;p14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4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4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9" name="Google Shape;18749;p143"/>
          <p:cNvGrpSpPr/>
          <p:nvPr/>
        </p:nvGrpSpPr>
        <p:grpSpPr>
          <a:xfrm>
            <a:off x="5585861" y="2982129"/>
            <a:ext cx="379764" cy="337684"/>
            <a:chOff x="5585861" y="2905929"/>
            <a:chExt cx="379764" cy="337684"/>
          </a:xfrm>
        </p:grpSpPr>
        <p:sp>
          <p:nvSpPr>
            <p:cNvPr id="18750" name="Google Shape;18750;p14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4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4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4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4" name="Google Shape;18754;p143"/>
          <p:cNvGrpSpPr/>
          <p:nvPr/>
        </p:nvGrpSpPr>
        <p:grpSpPr>
          <a:xfrm>
            <a:off x="1327676" y="2986680"/>
            <a:ext cx="347934" cy="310024"/>
            <a:chOff x="1327676" y="2910480"/>
            <a:chExt cx="347934" cy="310024"/>
          </a:xfrm>
        </p:grpSpPr>
        <p:sp>
          <p:nvSpPr>
            <p:cNvPr id="18755" name="Google Shape;18755;p14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4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4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4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4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60" name="Google Shape;18760;p143"/>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1" name="Google Shape;18761;p143"/>
          <p:cNvGrpSpPr/>
          <p:nvPr/>
        </p:nvGrpSpPr>
        <p:grpSpPr>
          <a:xfrm>
            <a:off x="2753401" y="2945764"/>
            <a:ext cx="382828" cy="358601"/>
            <a:chOff x="2753373" y="2902523"/>
            <a:chExt cx="347552" cy="325557"/>
          </a:xfrm>
        </p:grpSpPr>
        <p:sp>
          <p:nvSpPr>
            <p:cNvPr id="18762" name="Google Shape;18762;p14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14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14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4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4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4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8" name="Google Shape;18768;p143"/>
          <p:cNvGrpSpPr/>
          <p:nvPr/>
        </p:nvGrpSpPr>
        <p:grpSpPr>
          <a:xfrm>
            <a:off x="849016" y="2979455"/>
            <a:ext cx="356655" cy="335425"/>
            <a:chOff x="849016" y="2903255"/>
            <a:chExt cx="356655" cy="335425"/>
          </a:xfrm>
        </p:grpSpPr>
        <p:sp>
          <p:nvSpPr>
            <p:cNvPr id="18769" name="Google Shape;18769;p14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4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14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14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4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14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14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4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4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4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4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0" name="Google Shape;18780;p143"/>
          <p:cNvGrpSpPr/>
          <p:nvPr/>
        </p:nvGrpSpPr>
        <p:grpSpPr>
          <a:xfrm>
            <a:off x="4210933" y="3002977"/>
            <a:ext cx="280072" cy="275520"/>
            <a:chOff x="4210933" y="2926777"/>
            <a:chExt cx="280072" cy="275520"/>
          </a:xfrm>
        </p:grpSpPr>
        <p:sp>
          <p:nvSpPr>
            <p:cNvPr id="18781" name="Google Shape;18781;p14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4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4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4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4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4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4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4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4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4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4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4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4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4" name="Google Shape;18794;p143"/>
          <p:cNvGrpSpPr/>
          <p:nvPr/>
        </p:nvGrpSpPr>
        <p:grpSpPr>
          <a:xfrm>
            <a:off x="4667216" y="2991582"/>
            <a:ext cx="320273" cy="318395"/>
            <a:chOff x="4667216" y="2915382"/>
            <a:chExt cx="320273" cy="318395"/>
          </a:xfrm>
        </p:grpSpPr>
        <p:sp>
          <p:nvSpPr>
            <p:cNvPr id="18795" name="Google Shape;18795;p14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14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4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4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9" name="Google Shape;18799;p143"/>
          <p:cNvGrpSpPr/>
          <p:nvPr/>
        </p:nvGrpSpPr>
        <p:grpSpPr>
          <a:xfrm>
            <a:off x="5170480" y="3010839"/>
            <a:ext cx="261929" cy="280550"/>
            <a:chOff x="5170480" y="2934639"/>
            <a:chExt cx="261929" cy="280550"/>
          </a:xfrm>
        </p:grpSpPr>
        <p:sp>
          <p:nvSpPr>
            <p:cNvPr id="18800" name="Google Shape;18800;p14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4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4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4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4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4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4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7" name="Google Shape;18807;p143"/>
          <p:cNvGrpSpPr/>
          <p:nvPr/>
        </p:nvGrpSpPr>
        <p:grpSpPr>
          <a:xfrm>
            <a:off x="6069423" y="2968091"/>
            <a:ext cx="362321" cy="364231"/>
            <a:chOff x="6069423" y="2891892"/>
            <a:chExt cx="362321" cy="364231"/>
          </a:xfrm>
        </p:grpSpPr>
        <p:sp>
          <p:nvSpPr>
            <p:cNvPr id="18808" name="Google Shape;18808;p14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4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4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4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4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4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4" name="Google Shape;18814;p143"/>
          <p:cNvGrpSpPr/>
          <p:nvPr/>
        </p:nvGrpSpPr>
        <p:grpSpPr>
          <a:xfrm>
            <a:off x="6571955" y="2995370"/>
            <a:ext cx="308878" cy="311170"/>
            <a:chOff x="6571955" y="2919170"/>
            <a:chExt cx="308878" cy="311170"/>
          </a:xfrm>
        </p:grpSpPr>
        <p:sp>
          <p:nvSpPr>
            <p:cNvPr id="18815" name="Google Shape;18815;p14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14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4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4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4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4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4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4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4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4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5" name="Google Shape;18825;p143"/>
          <p:cNvGrpSpPr/>
          <p:nvPr/>
        </p:nvGrpSpPr>
        <p:grpSpPr>
          <a:xfrm>
            <a:off x="7500054" y="3010935"/>
            <a:ext cx="350576" cy="280454"/>
            <a:chOff x="7500054" y="2934735"/>
            <a:chExt cx="350576" cy="280454"/>
          </a:xfrm>
        </p:grpSpPr>
        <p:sp>
          <p:nvSpPr>
            <p:cNvPr id="18826" name="Google Shape;18826;p14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4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4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4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4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4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4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4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143"/>
          <p:cNvGrpSpPr/>
          <p:nvPr/>
        </p:nvGrpSpPr>
        <p:grpSpPr>
          <a:xfrm>
            <a:off x="7024430" y="2950862"/>
            <a:ext cx="332012" cy="355454"/>
            <a:chOff x="7055134" y="2919170"/>
            <a:chExt cx="290321" cy="310820"/>
          </a:xfrm>
        </p:grpSpPr>
        <p:sp>
          <p:nvSpPr>
            <p:cNvPr id="18835" name="Google Shape;18835;p14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4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4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4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4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4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4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4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4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4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4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4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4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14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9" name="Google Shape;18849;p143"/>
          <p:cNvGrpSpPr/>
          <p:nvPr/>
        </p:nvGrpSpPr>
        <p:grpSpPr>
          <a:xfrm>
            <a:off x="7985143" y="2976813"/>
            <a:ext cx="330109" cy="347552"/>
            <a:chOff x="7985143" y="2900613"/>
            <a:chExt cx="330109" cy="347552"/>
          </a:xfrm>
        </p:grpSpPr>
        <p:sp>
          <p:nvSpPr>
            <p:cNvPr id="18850" name="Google Shape;18850;p14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4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4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4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4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4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4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4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8" name="Google Shape;18858;p143"/>
          <p:cNvGrpSpPr/>
          <p:nvPr/>
        </p:nvGrpSpPr>
        <p:grpSpPr>
          <a:xfrm>
            <a:off x="7990840" y="2511426"/>
            <a:ext cx="354363" cy="353631"/>
            <a:chOff x="7990840" y="2435226"/>
            <a:chExt cx="354363" cy="353631"/>
          </a:xfrm>
        </p:grpSpPr>
        <p:sp>
          <p:nvSpPr>
            <p:cNvPr id="18859" name="Google Shape;18859;p14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4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4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2" name="Google Shape;18862;p143"/>
          <p:cNvGrpSpPr/>
          <p:nvPr/>
        </p:nvGrpSpPr>
        <p:grpSpPr>
          <a:xfrm>
            <a:off x="1817317" y="2556530"/>
            <a:ext cx="350958" cy="263043"/>
            <a:chOff x="1817317" y="2480330"/>
            <a:chExt cx="350958" cy="263043"/>
          </a:xfrm>
        </p:grpSpPr>
        <p:sp>
          <p:nvSpPr>
            <p:cNvPr id="18863" name="Google Shape;18863;p14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14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14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4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4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8" name="Google Shape;18868;p143"/>
          <p:cNvGrpSpPr/>
          <p:nvPr/>
        </p:nvGrpSpPr>
        <p:grpSpPr>
          <a:xfrm>
            <a:off x="1341727" y="2559549"/>
            <a:ext cx="419913" cy="308109"/>
            <a:chOff x="1341727" y="2483349"/>
            <a:chExt cx="419913" cy="308109"/>
          </a:xfrm>
        </p:grpSpPr>
        <p:sp>
          <p:nvSpPr>
            <p:cNvPr id="18869" name="Google Shape;18869;p14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4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14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2" name="Google Shape;18872;p143"/>
          <p:cNvGrpSpPr/>
          <p:nvPr/>
        </p:nvGrpSpPr>
        <p:grpSpPr>
          <a:xfrm>
            <a:off x="854332" y="2523936"/>
            <a:ext cx="376358" cy="330109"/>
            <a:chOff x="854332" y="2447736"/>
            <a:chExt cx="376358" cy="330109"/>
          </a:xfrm>
        </p:grpSpPr>
        <p:sp>
          <p:nvSpPr>
            <p:cNvPr id="18873" name="Google Shape;18873;p14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4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14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14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4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4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4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4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1" name="Google Shape;18881;p143"/>
          <p:cNvGrpSpPr/>
          <p:nvPr/>
        </p:nvGrpSpPr>
        <p:grpSpPr>
          <a:xfrm>
            <a:off x="4206763" y="2527151"/>
            <a:ext cx="322151" cy="322374"/>
            <a:chOff x="4206763" y="2450951"/>
            <a:chExt cx="322151" cy="322374"/>
          </a:xfrm>
        </p:grpSpPr>
        <p:sp>
          <p:nvSpPr>
            <p:cNvPr id="18882" name="Google Shape;18882;p14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4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4" name="Google Shape;18884;p143"/>
          <p:cNvGrpSpPr/>
          <p:nvPr/>
        </p:nvGrpSpPr>
        <p:grpSpPr>
          <a:xfrm>
            <a:off x="7528096" y="2526259"/>
            <a:ext cx="327976" cy="324316"/>
            <a:chOff x="7528096" y="2450059"/>
            <a:chExt cx="327976" cy="324316"/>
          </a:xfrm>
        </p:grpSpPr>
        <p:sp>
          <p:nvSpPr>
            <p:cNvPr id="18885" name="Google Shape;18885;p14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4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14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14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14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0" name="Google Shape;18890;p143"/>
          <p:cNvGrpSpPr/>
          <p:nvPr/>
        </p:nvGrpSpPr>
        <p:grpSpPr>
          <a:xfrm>
            <a:off x="7077129" y="2588742"/>
            <a:ext cx="282364" cy="198619"/>
            <a:chOff x="7077129" y="2512542"/>
            <a:chExt cx="282364" cy="198619"/>
          </a:xfrm>
        </p:grpSpPr>
        <p:sp>
          <p:nvSpPr>
            <p:cNvPr id="18891" name="Google Shape;18891;p14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4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4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4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4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4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7" name="Google Shape;18897;p143"/>
          <p:cNvGrpSpPr/>
          <p:nvPr/>
        </p:nvGrpSpPr>
        <p:grpSpPr>
          <a:xfrm>
            <a:off x="3725461" y="2520912"/>
            <a:ext cx="334279" cy="334661"/>
            <a:chOff x="3725461" y="2444712"/>
            <a:chExt cx="334279" cy="334661"/>
          </a:xfrm>
        </p:grpSpPr>
        <p:sp>
          <p:nvSpPr>
            <p:cNvPr id="18898" name="Google Shape;18898;p14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14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4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14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14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4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4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143"/>
          <p:cNvGrpSpPr/>
          <p:nvPr/>
        </p:nvGrpSpPr>
        <p:grpSpPr>
          <a:xfrm>
            <a:off x="6577238" y="2533421"/>
            <a:ext cx="332019" cy="310788"/>
            <a:chOff x="6577238" y="2457221"/>
            <a:chExt cx="332019" cy="310788"/>
          </a:xfrm>
        </p:grpSpPr>
        <p:sp>
          <p:nvSpPr>
            <p:cNvPr id="18906" name="Google Shape;18906;p14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4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4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4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4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4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143"/>
          <p:cNvGrpSpPr/>
          <p:nvPr/>
        </p:nvGrpSpPr>
        <p:grpSpPr>
          <a:xfrm>
            <a:off x="2818561" y="2515978"/>
            <a:ext cx="247892" cy="346024"/>
            <a:chOff x="2818561" y="2439778"/>
            <a:chExt cx="247892" cy="346024"/>
          </a:xfrm>
        </p:grpSpPr>
        <p:sp>
          <p:nvSpPr>
            <p:cNvPr id="18913" name="Google Shape;18913;p14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4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4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4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4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14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14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4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4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4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4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14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5" name="Google Shape;18925;p143"/>
          <p:cNvGrpSpPr/>
          <p:nvPr/>
        </p:nvGrpSpPr>
        <p:grpSpPr>
          <a:xfrm>
            <a:off x="3207778" y="2550832"/>
            <a:ext cx="419933" cy="275170"/>
            <a:chOff x="3207778" y="2474632"/>
            <a:chExt cx="419933" cy="275170"/>
          </a:xfrm>
        </p:grpSpPr>
        <p:sp>
          <p:nvSpPr>
            <p:cNvPr id="18926" name="Google Shape;18926;p14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4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4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4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4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4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14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4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4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4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4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4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14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4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0" name="Google Shape;18940;p143"/>
          <p:cNvGrpSpPr/>
          <p:nvPr/>
        </p:nvGrpSpPr>
        <p:grpSpPr>
          <a:xfrm>
            <a:off x="6099375" y="2532275"/>
            <a:ext cx="337684" cy="314194"/>
            <a:chOff x="6099375" y="2456075"/>
            <a:chExt cx="337684" cy="314194"/>
          </a:xfrm>
        </p:grpSpPr>
        <p:sp>
          <p:nvSpPr>
            <p:cNvPr id="18941" name="Google Shape;18941;p14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4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3" name="Google Shape;18943;p143"/>
          <p:cNvGrpSpPr/>
          <p:nvPr/>
        </p:nvGrpSpPr>
        <p:grpSpPr>
          <a:xfrm>
            <a:off x="2312623" y="2544784"/>
            <a:ext cx="312698" cy="286534"/>
            <a:chOff x="2312623" y="2468584"/>
            <a:chExt cx="312698" cy="286534"/>
          </a:xfrm>
        </p:grpSpPr>
        <p:sp>
          <p:nvSpPr>
            <p:cNvPr id="18944" name="Google Shape;18944;p14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4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4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7" name="Google Shape;18947;p143"/>
          <p:cNvGrpSpPr/>
          <p:nvPr/>
        </p:nvGrpSpPr>
        <p:grpSpPr>
          <a:xfrm>
            <a:off x="5618805" y="2517124"/>
            <a:ext cx="345292" cy="342618"/>
            <a:chOff x="5618805" y="2440924"/>
            <a:chExt cx="345292" cy="342618"/>
          </a:xfrm>
        </p:grpSpPr>
        <p:sp>
          <p:nvSpPr>
            <p:cNvPr id="18948" name="Google Shape;18948;p14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4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4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4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14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143"/>
          <p:cNvGrpSpPr/>
          <p:nvPr/>
        </p:nvGrpSpPr>
        <p:grpSpPr>
          <a:xfrm>
            <a:off x="4653179" y="2522790"/>
            <a:ext cx="377886" cy="331255"/>
            <a:chOff x="4653179" y="2446590"/>
            <a:chExt cx="377886" cy="331255"/>
          </a:xfrm>
        </p:grpSpPr>
        <p:sp>
          <p:nvSpPr>
            <p:cNvPr id="18954" name="Google Shape;18954;p14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4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4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4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8" name="Google Shape;18958;p143"/>
          <p:cNvGrpSpPr/>
          <p:nvPr/>
        </p:nvGrpSpPr>
        <p:grpSpPr>
          <a:xfrm>
            <a:off x="5184517" y="2535681"/>
            <a:ext cx="252062" cy="305122"/>
            <a:chOff x="5184517" y="2459481"/>
            <a:chExt cx="252062" cy="305122"/>
          </a:xfrm>
        </p:grpSpPr>
        <p:sp>
          <p:nvSpPr>
            <p:cNvPr id="18959" name="Google Shape;18959;p14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4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4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4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4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4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65" name="Google Shape;18965;p143"/>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6" name="Google Shape;18966;p143"/>
          <p:cNvGrpSpPr/>
          <p:nvPr/>
        </p:nvGrpSpPr>
        <p:grpSpPr>
          <a:xfrm>
            <a:off x="6155459" y="2045308"/>
            <a:ext cx="249770" cy="363849"/>
            <a:chOff x="6155459" y="1969108"/>
            <a:chExt cx="249770" cy="363849"/>
          </a:xfrm>
        </p:grpSpPr>
        <p:sp>
          <p:nvSpPr>
            <p:cNvPr id="18967" name="Google Shape;18967;p14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4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4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4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4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4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4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4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14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6" name="Google Shape;18976;p143"/>
          <p:cNvGrpSpPr/>
          <p:nvPr/>
        </p:nvGrpSpPr>
        <p:grpSpPr>
          <a:xfrm>
            <a:off x="2280029" y="2046804"/>
            <a:ext cx="353631" cy="354395"/>
            <a:chOff x="2280029" y="1970604"/>
            <a:chExt cx="353631" cy="354395"/>
          </a:xfrm>
        </p:grpSpPr>
        <p:sp>
          <p:nvSpPr>
            <p:cNvPr id="18977" name="Google Shape;18977;p14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4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4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4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1" name="Google Shape;18981;p143"/>
          <p:cNvGrpSpPr/>
          <p:nvPr/>
        </p:nvGrpSpPr>
        <p:grpSpPr>
          <a:xfrm>
            <a:off x="8065100" y="2076374"/>
            <a:ext cx="255086" cy="301685"/>
            <a:chOff x="8065100" y="2000174"/>
            <a:chExt cx="255086" cy="301685"/>
          </a:xfrm>
        </p:grpSpPr>
        <p:sp>
          <p:nvSpPr>
            <p:cNvPr id="18982" name="Google Shape;18982;p14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4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4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4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143"/>
          <p:cNvGrpSpPr/>
          <p:nvPr/>
        </p:nvGrpSpPr>
        <p:grpSpPr>
          <a:xfrm>
            <a:off x="6633705" y="2045308"/>
            <a:ext cx="249420" cy="363849"/>
            <a:chOff x="6633705" y="1969108"/>
            <a:chExt cx="249420" cy="363849"/>
          </a:xfrm>
        </p:grpSpPr>
        <p:sp>
          <p:nvSpPr>
            <p:cNvPr id="18987" name="Google Shape;18987;p14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4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4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4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4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4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4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4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5" name="Google Shape;18995;p143"/>
          <p:cNvGrpSpPr/>
          <p:nvPr/>
        </p:nvGrpSpPr>
        <p:grpSpPr>
          <a:xfrm>
            <a:off x="5211031" y="2045308"/>
            <a:ext cx="226661" cy="363467"/>
            <a:chOff x="5211031" y="1969108"/>
            <a:chExt cx="226661" cy="363467"/>
          </a:xfrm>
        </p:grpSpPr>
        <p:sp>
          <p:nvSpPr>
            <p:cNvPr id="18996" name="Google Shape;18996;p14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4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8" name="Google Shape;18998;p143"/>
          <p:cNvGrpSpPr/>
          <p:nvPr/>
        </p:nvGrpSpPr>
        <p:grpSpPr>
          <a:xfrm>
            <a:off x="3712952" y="2046804"/>
            <a:ext cx="354363" cy="354395"/>
            <a:chOff x="3712952" y="1970604"/>
            <a:chExt cx="354363" cy="354395"/>
          </a:xfrm>
        </p:grpSpPr>
        <p:sp>
          <p:nvSpPr>
            <p:cNvPr id="18999" name="Google Shape;18999;p14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4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4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4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4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4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4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4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4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8" name="Google Shape;19008;p143"/>
          <p:cNvGrpSpPr/>
          <p:nvPr/>
        </p:nvGrpSpPr>
        <p:grpSpPr>
          <a:xfrm>
            <a:off x="3235438" y="2046804"/>
            <a:ext cx="354363" cy="354745"/>
            <a:chOff x="3235438" y="1970604"/>
            <a:chExt cx="354363" cy="354745"/>
          </a:xfrm>
        </p:grpSpPr>
        <p:sp>
          <p:nvSpPr>
            <p:cNvPr id="19009" name="Google Shape;19009;p14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14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4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4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4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4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4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4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4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4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4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4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14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2" name="Google Shape;19022;p143"/>
          <p:cNvGrpSpPr/>
          <p:nvPr/>
        </p:nvGrpSpPr>
        <p:grpSpPr>
          <a:xfrm>
            <a:off x="1329585" y="2066125"/>
            <a:ext cx="341472" cy="335074"/>
            <a:chOff x="1329585" y="1989925"/>
            <a:chExt cx="341472" cy="335074"/>
          </a:xfrm>
        </p:grpSpPr>
        <p:sp>
          <p:nvSpPr>
            <p:cNvPr id="19023" name="Google Shape;19023;p14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4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4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6" name="Google Shape;19026;p143"/>
          <p:cNvGrpSpPr/>
          <p:nvPr/>
        </p:nvGrpSpPr>
        <p:grpSpPr>
          <a:xfrm>
            <a:off x="5591871" y="2066106"/>
            <a:ext cx="416649" cy="325597"/>
            <a:chOff x="5626763" y="2013829"/>
            <a:chExt cx="351722" cy="274788"/>
          </a:xfrm>
        </p:grpSpPr>
        <p:sp>
          <p:nvSpPr>
            <p:cNvPr id="19027" name="Google Shape;19027;p14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4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4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4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4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4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4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4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4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4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7" name="Google Shape;19037;p143"/>
          <p:cNvGrpSpPr/>
          <p:nvPr/>
        </p:nvGrpSpPr>
        <p:grpSpPr>
          <a:xfrm>
            <a:off x="7576605" y="2060077"/>
            <a:ext cx="276698" cy="333133"/>
            <a:chOff x="7576605" y="1983877"/>
            <a:chExt cx="276698" cy="333133"/>
          </a:xfrm>
        </p:grpSpPr>
        <p:sp>
          <p:nvSpPr>
            <p:cNvPr id="19038" name="Google Shape;19038;p14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4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0" name="Google Shape;19040;p143"/>
          <p:cNvGrpSpPr/>
          <p:nvPr/>
        </p:nvGrpSpPr>
        <p:grpSpPr>
          <a:xfrm>
            <a:off x="853568" y="2051738"/>
            <a:ext cx="337334" cy="353599"/>
            <a:chOff x="853568" y="1975538"/>
            <a:chExt cx="337334" cy="353599"/>
          </a:xfrm>
        </p:grpSpPr>
        <p:sp>
          <p:nvSpPr>
            <p:cNvPr id="19041" name="Google Shape;19041;p14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14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4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4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5" name="Google Shape;19045;p143"/>
          <p:cNvGrpSpPr/>
          <p:nvPr/>
        </p:nvGrpSpPr>
        <p:grpSpPr>
          <a:xfrm>
            <a:off x="2770052" y="2085828"/>
            <a:ext cx="327085" cy="277080"/>
            <a:chOff x="2770052" y="2009628"/>
            <a:chExt cx="327085" cy="277080"/>
          </a:xfrm>
        </p:grpSpPr>
        <p:sp>
          <p:nvSpPr>
            <p:cNvPr id="19046" name="Google Shape;19046;p14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4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48" name="Google Shape;19048;p143"/>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49" name="Google Shape;19049;p143"/>
          <p:cNvGrpSpPr/>
          <p:nvPr/>
        </p:nvGrpSpPr>
        <p:grpSpPr>
          <a:xfrm>
            <a:off x="4195399" y="2046804"/>
            <a:ext cx="344878" cy="343573"/>
            <a:chOff x="4195399" y="1970604"/>
            <a:chExt cx="344878" cy="343573"/>
          </a:xfrm>
        </p:grpSpPr>
        <p:sp>
          <p:nvSpPr>
            <p:cNvPr id="19050" name="Google Shape;19050;p14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4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4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4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4" name="Google Shape;19054;p143"/>
          <p:cNvGrpSpPr/>
          <p:nvPr/>
        </p:nvGrpSpPr>
        <p:grpSpPr>
          <a:xfrm>
            <a:off x="4674791" y="2053647"/>
            <a:ext cx="344528" cy="344114"/>
            <a:chOff x="4674791" y="1977447"/>
            <a:chExt cx="344528" cy="344114"/>
          </a:xfrm>
        </p:grpSpPr>
        <p:sp>
          <p:nvSpPr>
            <p:cNvPr id="19055" name="Google Shape;19055;p14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14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4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4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4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4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4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4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4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4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4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4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4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14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4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4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4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4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14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4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4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4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4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4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4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4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1" name="Google Shape;19081;p143"/>
          <p:cNvGrpSpPr/>
          <p:nvPr/>
        </p:nvGrpSpPr>
        <p:grpSpPr>
          <a:xfrm>
            <a:off x="6083810" y="1623497"/>
            <a:ext cx="382819" cy="310788"/>
            <a:chOff x="6083810" y="1547297"/>
            <a:chExt cx="382819" cy="310788"/>
          </a:xfrm>
        </p:grpSpPr>
        <p:sp>
          <p:nvSpPr>
            <p:cNvPr id="19082" name="Google Shape;19082;p14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4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4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4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4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4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4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14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4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4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4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4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4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4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4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4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4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4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0" name="Google Shape;19100;p143"/>
          <p:cNvGrpSpPr/>
          <p:nvPr/>
        </p:nvGrpSpPr>
        <p:grpSpPr>
          <a:xfrm>
            <a:off x="6558300" y="1614393"/>
            <a:ext cx="382788" cy="328613"/>
            <a:chOff x="6558300" y="1538193"/>
            <a:chExt cx="382788" cy="328613"/>
          </a:xfrm>
        </p:grpSpPr>
        <p:sp>
          <p:nvSpPr>
            <p:cNvPr id="19101" name="Google Shape;19101;p14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14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3" name="Google Shape;19103;p143"/>
          <p:cNvGrpSpPr/>
          <p:nvPr/>
        </p:nvGrpSpPr>
        <p:grpSpPr>
          <a:xfrm>
            <a:off x="5194002" y="1587497"/>
            <a:ext cx="259605" cy="346024"/>
            <a:chOff x="5194002" y="1511297"/>
            <a:chExt cx="259605" cy="346024"/>
          </a:xfrm>
        </p:grpSpPr>
        <p:sp>
          <p:nvSpPr>
            <p:cNvPr id="19104" name="Google Shape;19104;p14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4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4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4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8" name="Google Shape;19108;p143"/>
          <p:cNvGrpSpPr/>
          <p:nvPr/>
        </p:nvGrpSpPr>
        <p:grpSpPr>
          <a:xfrm>
            <a:off x="1394741" y="1588261"/>
            <a:ext cx="252444" cy="351722"/>
            <a:chOff x="1394741" y="1512061"/>
            <a:chExt cx="252444" cy="351722"/>
          </a:xfrm>
        </p:grpSpPr>
        <p:sp>
          <p:nvSpPr>
            <p:cNvPr id="19109" name="Google Shape;19109;p14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14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4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4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4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4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4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4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4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4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4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4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14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4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4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14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14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6" name="Google Shape;19126;p143"/>
          <p:cNvGrpSpPr/>
          <p:nvPr/>
        </p:nvGrpSpPr>
        <p:grpSpPr>
          <a:xfrm>
            <a:off x="855096" y="1580685"/>
            <a:ext cx="380910" cy="339594"/>
            <a:chOff x="855096" y="1504485"/>
            <a:chExt cx="380910" cy="339594"/>
          </a:xfrm>
        </p:grpSpPr>
        <p:sp>
          <p:nvSpPr>
            <p:cNvPr id="19127" name="Google Shape;19127;p14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4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4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4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4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2" name="Google Shape;19132;p143"/>
          <p:cNvGrpSpPr/>
          <p:nvPr/>
        </p:nvGrpSpPr>
        <p:grpSpPr>
          <a:xfrm>
            <a:off x="1819576" y="1587879"/>
            <a:ext cx="352103" cy="352103"/>
            <a:chOff x="1819576" y="1511679"/>
            <a:chExt cx="352103" cy="352103"/>
          </a:xfrm>
        </p:grpSpPr>
        <p:sp>
          <p:nvSpPr>
            <p:cNvPr id="19133" name="Google Shape;19133;p14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4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4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4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7" name="Google Shape;19137;p143"/>
          <p:cNvGrpSpPr/>
          <p:nvPr/>
        </p:nvGrpSpPr>
        <p:grpSpPr>
          <a:xfrm>
            <a:off x="5621097" y="1576961"/>
            <a:ext cx="371424" cy="355446"/>
            <a:chOff x="5621097" y="1500761"/>
            <a:chExt cx="371424" cy="355446"/>
          </a:xfrm>
        </p:grpSpPr>
        <p:sp>
          <p:nvSpPr>
            <p:cNvPr id="19138" name="Google Shape;19138;p14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4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0" name="Google Shape;19140;p143"/>
          <p:cNvGrpSpPr/>
          <p:nvPr/>
        </p:nvGrpSpPr>
        <p:grpSpPr>
          <a:xfrm>
            <a:off x="4670239" y="1617799"/>
            <a:ext cx="359679" cy="321833"/>
            <a:chOff x="4670239" y="1541599"/>
            <a:chExt cx="359679" cy="321833"/>
          </a:xfrm>
        </p:grpSpPr>
        <p:sp>
          <p:nvSpPr>
            <p:cNvPr id="19141" name="Google Shape;19141;p14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14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4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4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4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6" name="Google Shape;19146;p143"/>
          <p:cNvGrpSpPr/>
          <p:nvPr/>
        </p:nvGrpSpPr>
        <p:grpSpPr>
          <a:xfrm>
            <a:off x="4212429" y="1578585"/>
            <a:ext cx="321037" cy="353822"/>
            <a:chOff x="4212429" y="1502385"/>
            <a:chExt cx="321037" cy="353822"/>
          </a:xfrm>
        </p:grpSpPr>
        <p:sp>
          <p:nvSpPr>
            <p:cNvPr id="19147" name="Google Shape;19147;p14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4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4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4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1" name="Google Shape;19151;p143"/>
          <p:cNvGrpSpPr/>
          <p:nvPr/>
        </p:nvGrpSpPr>
        <p:grpSpPr>
          <a:xfrm>
            <a:off x="2302788" y="1582181"/>
            <a:ext cx="336188" cy="335425"/>
            <a:chOff x="2302788" y="1505981"/>
            <a:chExt cx="336188" cy="335425"/>
          </a:xfrm>
        </p:grpSpPr>
        <p:sp>
          <p:nvSpPr>
            <p:cNvPr id="19152" name="Google Shape;19152;p14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4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4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4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4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4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4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4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4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4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14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14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4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4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14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14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14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9" name="Google Shape;19169;p143"/>
          <p:cNvGrpSpPr/>
          <p:nvPr/>
        </p:nvGrpSpPr>
        <p:grpSpPr>
          <a:xfrm>
            <a:off x="2780301" y="1598096"/>
            <a:ext cx="333133" cy="321037"/>
            <a:chOff x="2780301" y="1521896"/>
            <a:chExt cx="333133" cy="321037"/>
          </a:xfrm>
        </p:grpSpPr>
        <p:sp>
          <p:nvSpPr>
            <p:cNvPr id="19170" name="Google Shape;19170;p14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14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14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14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4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4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4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4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4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4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4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4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4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4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4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4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4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4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4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4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0" name="Google Shape;19190;p143"/>
          <p:cNvGrpSpPr/>
          <p:nvPr/>
        </p:nvGrpSpPr>
        <p:grpSpPr>
          <a:xfrm>
            <a:off x="3316159" y="1591285"/>
            <a:ext cx="211892" cy="339594"/>
            <a:chOff x="3316159" y="1515085"/>
            <a:chExt cx="211892" cy="339594"/>
          </a:xfrm>
        </p:grpSpPr>
        <p:sp>
          <p:nvSpPr>
            <p:cNvPr id="19191" name="Google Shape;19191;p14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4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4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94" name="Google Shape;19194;p143"/>
            <p:cNvGrpSpPr/>
            <p:nvPr/>
          </p:nvGrpSpPr>
          <p:grpSpPr>
            <a:xfrm>
              <a:off x="3316159" y="1515085"/>
              <a:ext cx="211892" cy="339594"/>
              <a:chOff x="3316159" y="1515085"/>
              <a:chExt cx="211892" cy="339594"/>
            </a:xfrm>
          </p:grpSpPr>
          <p:sp>
            <p:nvSpPr>
              <p:cNvPr id="19195" name="Google Shape;19195;p14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14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4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4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4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4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01" name="Google Shape;19201;p143"/>
          <p:cNvGrpSpPr/>
          <p:nvPr/>
        </p:nvGrpSpPr>
        <p:grpSpPr>
          <a:xfrm>
            <a:off x="3716358" y="1620855"/>
            <a:ext cx="361971" cy="314958"/>
            <a:chOff x="3716358" y="1544655"/>
            <a:chExt cx="361971" cy="314958"/>
          </a:xfrm>
        </p:grpSpPr>
        <p:sp>
          <p:nvSpPr>
            <p:cNvPr id="19202" name="Google Shape;19202;p14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4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4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4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4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07" name="Google Shape;19207;p143"/>
            <p:cNvGrpSpPr/>
            <p:nvPr/>
          </p:nvGrpSpPr>
          <p:grpSpPr>
            <a:xfrm>
              <a:off x="3716358" y="1544655"/>
              <a:ext cx="361971" cy="314958"/>
              <a:chOff x="3716358" y="1544655"/>
              <a:chExt cx="361971" cy="314958"/>
            </a:xfrm>
          </p:grpSpPr>
          <p:sp>
            <p:nvSpPr>
              <p:cNvPr id="19208" name="Google Shape;19208;p14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4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4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4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4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13" name="Google Shape;19213;p143"/>
          <p:cNvGrpSpPr/>
          <p:nvPr/>
        </p:nvGrpSpPr>
        <p:grpSpPr>
          <a:xfrm>
            <a:off x="7011924" y="1633752"/>
            <a:ext cx="499533" cy="305136"/>
            <a:chOff x="7009649" y="1541981"/>
            <a:chExt cx="524940" cy="320655"/>
          </a:xfrm>
        </p:grpSpPr>
        <p:sp>
          <p:nvSpPr>
            <p:cNvPr id="19214" name="Google Shape;19214;p14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4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4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14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14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4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4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4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2" name="Google Shape;19222;p143"/>
          <p:cNvGrpSpPr/>
          <p:nvPr/>
        </p:nvGrpSpPr>
        <p:grpSpPr>
          <a:xfrm>
            <a:off x="8034034" y="1594309"/>
            <a:ext cx="282746" cy="340358"/>
            <a:chOff x="8034034" y="1518109"/>
            <a:chExt cx="282746" cy="340358"/>
          </a:xfrm>
        </p:grpSpPr>
        <p:sp>
          <p:nvSpPr>
            <p:cNvPr id="19223" name="Google Shape;19223;p14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4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4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4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7" name="Google Shape;19227;p143"/>
          <p:cNvGrpSpPr/>
          <p:nvPr/>
        </p:nvGrpSpPr>
        <p:grpSpPr>
          <a:xfrm>
            <a:off x="7582302" y="1576134"/>
            <a:ext cx="369133" cy="360411"/>
            <a:chOff x="7582302" y="1499934"/>
            <a:chExt cx="369133" cy="360411"/>
          </a:xfrm>
        </p:grpSpPr>
        <p:sp>
          <p:nvSpPr>
            <p:cNvPr id="19228" name="Google Shape;19228;p14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4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4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14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14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143"/>
          <p:cNvGrpSpPr/>
          <p:nvPr/>
        </p:nvGrpSpPr>
        <p:grpSpPr>
          <a:xfrm>
            <a:off x="6196089" y="3893352"/>
            <a:ext cx="346056" cy="345674"/>
            <a:chOff x="2238181" y="4120624"/>
            <a:chExt cx="346056" cy="345674"/>
          </a:xfrm>
        </p:grpSpPr>
        <p:grpSp>
          <p:nvGrpSpPr>
            <p:cNvPr id="19234" name="Google Shape;19234;p143"/>
            <p:cNvGrpSpPr/>
            <p:nvPr/>
          </p:nvGrpSpPr>
          <p:grpSpPr>
            <a:xfrm>
              <a:off x="2309155" y="4177413"/>
              <a:ext cx="203862" cy="231903"/>
              <a:chOff x="1512725" y="258500"/>
              <a:chExt cx="4570900" cy="5199625"/>
            </a:xfrm>
          </p:grpSpPr>
          <p:sp>
            <p:nvSpPr>
              <p:cNvPr id="19235" name="Google Shape;19235;p14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4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37" name="Google Shape;19237;p14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38" name="Google Shape;19238;p14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42" name="Shape 19242"/>
        <p:cNvGrpSpPr/>
        <p:nvPr/>
      </p:nvGrpSpPr>
      <p:grpSpPr>
        <a:xfrm>
          <a:off x="0" y="0"/>
          <a:ext cx="0" cy="0"/>
          <a:chOff x="0" y="0"/>
          <a:chExt cx="0" cy="0"/>
        </a:xfrm>
      </p:grpSpPr>
      <p:sp>
        <p:nvSpPr>
          <p:cNvPr id="19243" name="Google Shape;19243;p144"/>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44"/>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44"/>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44"/>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44"/>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44"/>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44"/>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44"/>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44"/>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44"/>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44"/>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44"/>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44"/>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144"/>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144"/>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144"/>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19259" name="Google Shape;19259;p144"/>
          <p:cNvGrpSpPr/>
          <p:nvPr/>
        </p:nvGrpSpPr>
        <p:grpSpPr>
          <a:xfrm>
            <a:off x="1311648" y="1620631"/>
            <a:ext cx="197743" cy="197743"/>
            <a:chOff x="2676100" y="832575"/>
            <a:chExt cx="483125" cy="483125"/>
          </a:xfrm>
        </p:grpSpPr>
        <p:sp>
          <p:nvSpPr>
            <p:cNvPr id="19260" name="Google Shape;19260;p14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61" name="Google Shape;19261;p14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62" name="Google Shape;19262;p14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263" name="Google Shape;19263;p144"/>
          <p:cNvGrpSpPr/>
          <p:nvPr/>
        </p:nvGrpSpPr>
        <p:grpSpPr>
          <a:xfrm>
            <a:off x="2258621" y="1613606"/>
            <a:ext cx="204394" cy="197743"/>
            <a:chOff x="3270550" y="832575"/>
            <a:chExt cx="499375" cy="483125"/>
          </a:xfrm>
        </p:grpSpPr>
        <p:sp>
          <p:nvSpPr>
            <p:cNvPr id="19264" name="Google Shape;19264;p14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65" name="Google Shape;19265;p14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66" name="Google Shape;19266;p14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267" name="Google Shape;19267;p144"/>
          <p:cNvGrpSpPr/>
          <p:nvPr/>
        </p:nvGrpSpPr>
        <p:grpSpPr>
          <a:xfrm>
            <a:off x="3212214" y="1620657"/>
            <a:ext cx="197774" cy="197743"/>
            <a:chOff x="3270475" y="1427025"/>
            <a:chExt cx="483200" cy="483125"/>
          </a:xfrm>
        </p:grpSpPr>
        <p:sp>
          <p:nvSpPr>
            <p:cNvPr id="19268" name="Google Shape;19268;p14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69" name="Google Shape;19269;p14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70" name="Google Shape;19270;p14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271" name="Google Shape;19271;p144"/>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72" name="Google Shape;19272;p144"/>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273" name="Google Shape;19273;p144"/>
          <p:cNvGrpSpPr/>
          <p:nvPr/>
        </p:nvGrpSpPr>
        <p:grpSpPr>
          <a:xfrm>
            <a:off x="2258607" y="3617777"/>
            <a:ext cx="204425" cy="194059"/>
            <a:chOff x="6222125" y="2025975"/>
            <a:chExt cx="499450" cy="474125"/>
          </a:xfrm>
        </p:grpSpPr>
        <p:sp>
          <p:nvSpPr>
            <p:cNvPr id="19274" name="Google Shape;19274;p14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75" name="Google Shape;19275;p14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276" name="Google Shape;19276;p14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277" name="Google Shape;19277;p144"/>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9278" name="Google Shape;19278;p144"/>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9279" name="Google Shape;19279;p144"/>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9280" name="Google Shape;19280;p144"/>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9281" name="Google Shape;19281;p144"/>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9282" name="Google Shape;19282;p144"/>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9283" name="Google Shape;19283;p144"/>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44"/>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44"/>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44"/>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44"/>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44"/>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44"/>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44"/>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44"/>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44"/>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144"/>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144"/>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95" name="Google Shape;19295;p144"/>
          <p:cNvCxnSpPr>
            <a:stCxn id="19283" idx="4"/>
            <a:endCxn id="19289"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9296" name="Google Shape;19296;p144"/>
          <p:cNvCxnSpPr>
            <a:stCxn id="19285" idx="4"/>
            <a:endCxn id="19291"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9297" name="Google Shape;19297;p144"/>
          <p:cNvCxnSpPr>
            <a:stCxn id="19284" idx="4"/>
            <a:endCxn id="19290"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9298" name="Google Shape;19298;p144"/>
          <p:cNvCxnSpPr>
            <a:stCxn id="19286" idx="0"/>
            <a:endCxn id="19292"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9299" name="Google Shape;19299;p144"/>
          <p:cNvCxnSpPr>
            <a:stCxn id="19288" idx="0"/>
            <a:endCxn id="19294"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9300" name="Google Shape;19300;p144"/>
          <p:cNvCxnSpPr>
            <a:stCxn id="19287" idx="0"/>
            <a:endCxn id="19293"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19301" name="Google Shape;19301;p144"/>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44"/>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44"/>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304" name="Google Shape;19304;p144"/>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305" name="Google Shape;19305;p144"/>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306" name="Google Shape;19306;p144"/>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44"/>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44"/>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44"/>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44"/>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44"/>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44"/>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44"/>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44"/>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144"/>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44"/>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9317" name="Google Shape;19317;p144"/>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44"/>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144"/>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144"/>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44"/>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22" name="Google Shape;19322;p144"/>
          <p:cNvCxnSpPr>
            <a:stCxn id="19311" idx="0"/>
            <a:endCxn id="19317"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9323" name="Google Shape;19323;p144"/>
          <p:cNvCxnSpPr>
            <a:stCxn id="19312" idx="0"/>
            <a:endCxn id="19318"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9324" name="Google Shape;19324;p144"/>
          <p:cNvCxnSpPr>
            <a:stCxn id="19313" idx="0"/>
            <a:endCxn id="19319"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9325" name="Google Shape;19325;p144"/>
          <p:cNvCxnSpPr>
            <a:stCxn id="19314" idx="4"/>
            <a:endCxn id="19320"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9326" name="Google Shape;19326;p144"/>
          <p:cNvCxnSpPr>
            <a:stCxn id="19315" idx="4"/>
            <a:endCxn id="19321"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9327" name="Google Shape;19327;p144"/>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9328" name="Google Shape;19328;p144"/>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9329" name="Google Shape;19329;p144"/>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9330" name="Google Shape;19330;p144"/>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19331" name="Google Shape;19331;p144"/>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32" name="Google Shape;19332;p144"/>
          <p:cNvGrpSpPr/>
          <p:nvPr/>
        </p:nvGrpSpPr>
        <p:grpSpPr>
          <a:xfrm>
            <a:off x="5307356" y="3748469"/>
            <a:ext cx="206115" cy="206115"/>
            <a:chOff x="1049375" y="2680675"/>
            <a:chExt cx="297725" cy="297725"/>
          </a:xfrm>
        </p:grpSpPr>
        <p:sp>
          <p:nvSpPr>
            <p:cNvPr id="19333" name="Google Shape;19333;p14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4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5" name="Google Shape;19335;p144"/>
          <p:cNvGrpSpPr/>
          <p:nvPr/>
        </p:nvGrpSpPr>
        <p:grpSpPr>
          <a:xfrm>
            <a:off x="7653299" y="1758852"/>
            <a:ext cx="205578" cy="204332"/>
            <a:chOff x="5045775" y="1946400"/>
            <a:chExt cx="296950" cy="295150"/>
          </a:xfrm>
        </p:grpSpPr>
        <p:sp>
          <p:nvSpPr>
            <p:cNvPr id="19336" name="Google Shape;19336;p14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14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8" name="Google Shape;19338;p144"/>
          <p:cNvGrpSpPr/>
          <p:nvPr/>
        </p:nvGrpSpPr>
        <p:grpSpPr>
          <a:xfrm>
            <a:off x="6076163" y="1764541"/>
            <a:ext cx="205042" cy="204505"/>
            <a:chOff x="3599700" y="1954475"/>
            <a:chExt cx="296175" cy="295400"/>
          </a:xfrm>
        </p:grpSpPr>
        <p:sp>
          <p:nvSpPr>
            <p:cNvPr id="19339" name="Google Shape;19339;p14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4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4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2" name="Google Shape;19342;p144"/>
          <p:cNvGrpSpPr/>
          <p:nvPr/>
        </p:nvGrpSpPr>
        <p:grpSpPr>
          <a:xfrm>
            <a:off x="4485399" y="1783308"/>
            <a:ext cx="205596" cy="155421"/>
            <a:chOff x="3962775" y="1990700"/>
            <a:chExt cx="296975" cy="224500"/>
          </a:xfrm>
        </p:grpSpPr>
        <p:sp>
          <p:nvSpPr>
            <p:cNvPr id="19343" name="Google Shape;19343;p14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14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4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4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47" name="Google Shape;19347;p144"/>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9348" name="Google Shape;19348;p144"/>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349" name="Google Shape;19349;p144"/>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9350" name="Google Shape;19350;p144"/>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9351" name="Google Shape;19351;p144"/>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sp>
        <p:nvSpPr>
          <p:cNvPr id="19352" name="Google Shape;19352;p14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56" name="Shape 19356"/>
        <p:cNvGrpSpPr/>
        <p:nvPr/>
      </p:nvGrpSpPr>
      <p:grpSpPr>
        <a:xfrm>
          <a:off x="0" y="0"/>
          <a:ext cx="0" cy="0"/>
          <a:chOff x="0" y="0"/>
          <a:chExt cx="0" cy="0"/>
        </a:xfrm>
      </p:grpSpPr>
      <p:sp>
        <p:nvSpPr>
          <p:cNvPr id="19357" name="Google Shape;19357;p145"/>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58" name="Google Shape;19358;p145"/>
          <p:cNvGrpSpPr/>
          <p:nvPr/>
        </p:nvGrpSpPr>
        <p:grpSpPr>
          <a:xfrm>
            <a:off x="1494592" y="1585529"/>
            <a:ext cx="763219" cy="763219"/>
            <a:chOff x="4049800" y="640400"/>
            <a:chExt cx="858900" cy="858900"/>
          </a:xfrm>
        </p:grpSpPr>
        <p:sp>
          <p:nvSpPr>
            <p:cNvPr id="19359" name="Google Shape;19359;p145"/>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45"/>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1" name="Google Shape;19361;p145"/>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45"/>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63" name="Google Shape;19363;p145"/>
          <p:cNvCxnSpPr>
            <a:stCxn id="19359" idx="4"/>
            <a:endCxn id="19361" idx="0"/>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9364" name="Google Shape;19364;p145"/>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9365" name="Google Shape;19365;p145"/>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9366" name="Google Shape;19366;p145"/>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9367" name="Google Shape;19367;p145"/>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9368" name="Google Shape;19368;p145"/>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19369" name="Google Shape;19369;p145"/>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45"/>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71" name="Google Shape;19371;p145"/>
          <p:cNvGrpSpPr/>
          <p:nvPr/>
        </p:nvGrpSpPr>
        <p:grpSpPr>
          <a:xfrm>
            <a:off x="3576486" y="2168116"/>
            <a:ext cx="1443832" cy="1443832"/>
            <a:chOff x="5681300" y="2527788"/>
            <a:chExt cx="805800" cy="805800"/>
          </a:xfrm>
        </p:grpSpPr>
        <p:sp>
          <p:nvSpPr>
            <p:cNvPr id="19372" name="Google Shape;19372;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4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4" name="Google Shape;19374;p145"/>
          <p:cNvGrpSpPr/>
          <p:nvPr/>
        </p:nvGrpSpPr>
        <p:grpSpPr>
          <a:xfrm>
            <a:off x="6240887" y="1783888"/>
            <a:ext cx="626590" cy="626590"/>
            <a:chOff x="5681300" y="2527788"/>
            <a:chExt cx="805800" cy="805800"/>
          </a:xfrm>
        </p:grpSpPr>
        <p:sp>
          <p:nvSpPr>
            <p:cNvPr id="19375" name="Google Shape;19375;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45"/>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77" name="Google Shape;19377;p145"/>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378" name="Google Shape;19378;p145"/>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79" name="Google Shape;19379;p145"/>
          <p:cNvGrpSpPr/>
          <p:nvPr/>
        </p:nvGrpSpPr>
        <p:grpSpPr>
          <a:xfrm>
            <a:off x="6240887" y="2575988"/>
            <a:ext cx="626590" cy="626590"/>
            <a:chOff x="5681300" y="2527788"/>
            <a:chExt cx="805800" cy="805800"/>
          </a:xfrm>
        </p:grpSpPr>
        <p:sp>
          <p:nvSpPr>
            <p:cNvPr id="19380" name="Google Shape;19380;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45"/>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2" name="Google Shape;19382;p145"/>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383" name="Google Shape;19383;p145"/>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84" name="Google Shape;19384;p145"/>
          <p:cNvGrpSpPr/>
          <p:nvPr/>
        </p:nvGrpSpPr>
        <p:grpSpPr>
          <a:xfrm>
            <a:off x="6240887" y="3368088"/>
            <a:ext cx="626590" cy="626590"/>
            <a:chOff x="5681300" y="2527788"/>
            <a:chExt cx="805800" cy="805800"/>
          </a:xfrm>
        </p:grpSpPr>
        <p:sp>
          <p:nvSpPr>
            <p:cNvPr id="19385" name="Google Shape;19385;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45"/>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7" name="Google Shape;19387;p145"/>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388" name="Google Shape;19388;p145"/>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45"/>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145"/>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91" name="Google Shape;19391;p145"/>
          <p:cNvCxnSpPr>
            <a:stCxn id="19390" idx="6"/>
            <a:endCxn id="19376"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9392" name="Google Shape;19392;p145"/>
          <p:cNvCxnSpPr>
            <a:stCxn id="19390" idx="6"/>
            <a:endCxn id="19386"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9393" name="Google Shape;19393;p145"/>
          <p:cNvCxnSpPr>
            <a:stCxn id="19390" idx="6"/>
            <a:endCxn id="19381"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9394" name="Google Shape;19394;p145"/>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19395" name="Google Shape;19395;p14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99" name="Shape 19399"/>
        <p:cNvGrpSpPr/>
        <p:nvPr/>
      </p:nvGrpSpPr>
      <p:grpSpPr>
        <a:xfrm>
          <a:off x="0" y="0"/>
          <a:ext cx="0" cy="0"/>
          <a:chOff x="0" y="0"/>
          <a:chExt cx="0" cy="0"/>
        </a:xfrm>
      </p:grpSpPr>
      <p:grpSp>
        <p:nvGrpSpPr>
          <p:cNvPr id="19400" name="Google Shape;19400;p146"/>
          <p:cNvGrpSpPr/>
          <p:nvPr/>
        </p:nvGrpSpPr>
        <p:grpSpPr>
          <a:xfrm>
            <a:off x="1765469" y="1821418"/>
            <a:ext cx="370100" cy="250625"/>
            <a:chOff x="980425" y="4196875"/>
            <a:chExt cx="370100" cy="250625"/>
          </a:xfrm>
        </p:grpSpPr>
        <p:sp>
          <p:nvSpPr>
            <p:cNvPr id="19401" name="Google Shape;19401;p146"/>
            <p:cNvSpPr/>
            <p:nvPr/>
          </p:nvSpPr>
          <p:spPr>
            <a:xfrm>
              <a:off x="1154775" y="4246525"/>
              <a:ext cx="129650" cy="103900"/>
            </a:xfrm>
            <a:custGeom>
              <a:rect b="b" l="l" r="r" t="t"/>
              <a:pathLst>
                <a:path extrusionOk="0" h="4156" w="5186">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46"/>
            <p:cNvSpPr/>
            <p:nvPr/>
          </p:nvSpPr>
          <p:spPr>
            <a:xfrm>
              <a:off x="1199775" y="4267525"/>
              <a:ext cx="51200" cy="20950"/>
            </a:xfrm>
            <a:custGeom>
              <a:rect b="b" l="l" r="r" t="t"/>
              <a:pathLst>
                <a:path extrusionOk="0" h="838" w="2048">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46"/>
            <p:cNvSpPr/>
            <p:nvPr/>
          </p:nvSpPr>
          <p:spPr>
            <a:xfrm>
              <a:off x="980425" y="4196875"/>
              <a:ext cx="370100" cy="250625"/>
            </a:xfrm>
            <a:custGeom>
              <a:rect b="b" l="l" r="r" t="t"/>
              <a:pathLst>
                <a:path extrusionOk="0" h="10025" w="14804">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46"/>
            <p:cNvSpPr/>
            <p:nvPr/>
          </p:nvSpPr>
          <p:spPr>
            <a:xfrm>
              <a:off x="1027475" y="4239300"/>
              <a:ext cx="110350" cy="10825"/>
            </a:xfrm>
            <a:custGeom>
              <a:rect b="b" l="l" r="r" t="t"/>
              <a:pathLst>
                <a:path extrusionOk="0" h="433" w="4414">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5" name="Google Shape;19405;p146"/>
          <p:cNvGrpSpPr/>
          <p:nvPr/>
        </p:nvGrpSpPr>
        <p:grpSpPr>
          <a:xfrm>
            <a:off x="2501238" y="1777356"/>
            <a:ext cx="364200" cy="338750"/>
            <a:chOff x="7731450" y="3574225"/>
            <a:chExt cx="364200" cy="338750"/>
          </a:xfrm>
        </p:grpSpPr>
        <p:sp>
          <p:nvSpPr>
            <p:cNvPr id="19406" name="Google Shape;19406;p146"/>
            <p:cNvSpPr/>
            <p:nvPr/>
          </p:nvSpPr>
          <p:spPr>
            <a:xfrm>
              <a:off x="7940850" y="3673950"/>
              <a:ext cx="38275" cy="39575"/>
            </a:xfrm>
            <a:custGeom>
              <a:rect b="b" l="l" r="r" t="t"/>
              <a:pathLst>
                <a:path extrusionOk="0" h="1583" w="1531">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46"/>
            <p:cNvSpPr/>
            <p:nvPr/>
          </p:nvSpPr>
          <p:spPr>
            <a:xfrm>
              <a:off x="7988375" y="3673000"/>
              <a:ext cx="40900" cy="40150"/>
            </a:xfrm>
            <a:custGeom>
              <a:rect b="b" l="l" r="r" t="t"/>
              <a:pathLst>
                <a:path extrusionOk="0" h="1606" w="1636">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46"/>
            <p:cNvSpPr/>
            <p:nvPr/>
          </p:nvSpPr>
          <p:spPr>
            <a:xfrm>
              <a:off x="7760775" y="3614350"/>
              <a:ext cx="282400" cy="10825"/>
            </a:xfrm>
            <a:custGeom>
              <a:rect b="b" l="l" r="r" t="t"/>
              <a:pathLst>
                <a:path extrusionOk="0" h="433" w="11296">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46"/>
            <p:cNvSpPr/>
            <p:nvPr/>
          </p:nvSpPr>
          <p:spPr>
            <a:xfrm>
              <a:off x="7760775" y="364367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46"/>
            <p:cNvSpPr/>
            <p:nvPr/>
          </p:nvSpPr>
          <p:spPr>
            <a:xfrm>
              <a:off x="7760775" y="3673000"/>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46"/>
            <p:cNvSpPr/>
            <p:nvPr/>
          </p:nvSpPr>
          <p:spPr>
            <a:xfrm>
              <a:off x="7760775" y="3702325"/>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46"/>
            <p:cNvSpPr/>
            <p:nvPr/>
          </p:nvSpPr>
          <p:spPr>
            <a:xfrm>
              <a:off x="7760775" y="373162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46"/>
            <p:cNvSpPr/>
            <p:nvPr/>
          </p:nvSpPr>
          <p:spPr>
            <a:xfrm>
              <a:off x="7731450" y="3574225"/>
              <a:ext cx="364200" cy="338750"/>
            </a:xfrm>
            <a:custGeom>
              <a:rect b="b" l="l" r="r" t="t"/>
              <a:pathLst>
                <a:path extrusionOk="0" h="13550" w="14568">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4" name="Google Shape;19414;p146"/>
          <p:cNvGrpSpPr/>
          <p:nvPr/>
        </p:nvGrpSpPr>
        <p:grpSpPr>
          <a:xfrm>
            <a:off x="3248956" y="1765793"/>
            <a:ext cx="317900" cy="361875"/>
            <a:chOff x="3275000" y="4141325"/>
            <a:chExt cx="317900" cy="361875"/>
          </a:xfrm>
        </p:grpSpPr>
        <p:sp>
          <p:nvSpPr>
            <p:cNvPr id="19415" name="Google Shape;19415;p146"/>
            <p:cNvSpPr/>
            <p:nvPr/>
          </p:nvSpPr>
          <p:spPr>
            <a:xfrm>
              <a:off x="3520025" y="4162925"/>
              <a:ext cx="11925" cy="8175"/>
            </a:xfrm>
            <a:custGeom>
              <a:rect b="b" l="l" r="r" t="t"/>
              <a:pathLst>
                <a:path extrusionOk="0" h="327" w="477">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46"/>
            <p:cNvSpPr/>
            <p:nvPr/>
          </p:nvSpPr>
          <p:spPr>
            <a:xfrm>
              <a:off x="3336725" y="4162925"/>
              <a:ext cx="83350" cy="10825"/>
            </a:xfrm>
            <a:custGeom>
              <a:rect b="b" l="l" r="r" t="t"/>
              <a:pathLst>
                <a:path extrusionOk="0" h="433" w="3334">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146"/>
            <p:cNvSpPr/>
            <p:nvPr/>
          </p:nvSpPr>
          <p:spPr>
            <a:xfrm>
              <a:off x="3342125" y="4216150"/>
              <a:ext cx="185200" cy="73325"/>
            </a:xfrm>
            <a:custGeom>
              <a:rect b="b" l="l" r="r" t="t"/>
              <a:pathLst>
                <a:path extrusionOk="0" h="2933" w="7408">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146"/>
            <p:cNvSpPr/>
            <p:nvPr/>
          </p:nvSpPr>
          <p:spPr>
            <a:xfrm>
              <a:off x="3339800" y="4311825"/>
              <a:ext cx="189050" cy="10075"/>
            </a:xfrm>
            <a:custGeom>
              <a:rect b="b" l="l" r="r" t="t"/>
              <a:pathLst>
                <a:path extrusionOk="0" h="403" w="7562">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46"/>
            <p:cNvSpPr/>
            <p:nvPr/>
          </p:nvSpPr>
          <p:spPr>
            <a:xfrm>
              <a:off x="3339800" y="4341150"/>
              <a:ext cx="189050" cy="10825"/>
            </a:xfrm>
            <a:custGeom>
              <a:rect b="b" l="l" r="r" t="t"/>
              <a:pathLst>
                <a:path extrusionOk="0" h="433" w="7562">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46"/>
            <p:cNvSpPr/>
            <p:nvPr/>
          </p:nvSpPr>
          <p:spPr>
            <a:xfrm>
              <a:off x="3275000" y="4141325"/>
              <a:ext cx="317900" cy="361875"/>
            </a:xfrm>
            <a:custGeom>
              <a:rect b="b" l="l" r="r" t="t"/>
              <a:pathLst>
                <a:path extrusionOk="0" h="14475" w="12716">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1" name="Google Shape;19421;p146"/>
          <p:cNvGrpSpPr/>
          <p:nvPr/>
        </p:nvGrpSpPr>
        <p:grpSpPr>
          <a:xfrm>
            <a:off x="5484394" y="1765781"/>
            <a:ext cx="361875" cy="361900"/>
            <a:chOff x="6250075" y="3563425"/>
            <a:chExt cx="361875" cy="361900"/>
          </a:xfrm>
        </p:grpSpPr>
        <p:sp>
          <p:nvSpPr>
            <p:cNvPr id="19422" name="Google Shape;19422;p146"/>
            <p:cNvSpPr/>
            <p:nvPr/>
          </p:nvSpPr>
          <p:spPr>
            <a:xfrm>
              <a:off x="6309050" y="3728950"/>
              <a:ext cx="126650" cy="94125"/>
            </a:xfrm>
            <a:custGeom>
              <a:rect b="b" l="l" r="r" t="t"/>
              <a:pathLst>
                <a:path extrusionOk="0" h="3765" w="5066">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46"/>
            <p:cNvSpPr/>
            <p:nvPr/>
          </p:nvSpPr>
          <p:spPr>
            <a:xfrm>
              <a:off x="6525775" y="3657150"/>
              <a:ext cx="69975" cy="54450"/>
            </a:xfrm>
            <a:custGeom>
              <a:rect b="b" l="l" r="r" t="t"/>
              <a:pathLst>
                <a:path extrusionOk="0" h="2178" w="2799">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46"/>
            <p:cNvSpPr/>
            <p:nvPr/>
          </p:nvSpPr>
          <p:spPr>
            <a:xfrm>
              <a:off x="6510075" y="3563625"/>
              <a:ext cx="101875" cy="177300"/>
            </a:xfrm>
            <a:custGeom>
              <a:rect b="b" l="l" r="r" t="t"/>
              <a:pathLst>
                <a:path extrusionOk="0" h="7092" w="4075">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146"/>
            <p:cNvSpPr/>
            <p:nvPr/>
          </p:nvSpPr>
          <p:spPr>
            <a:xfrm>
              <a:off x="6250075" y="3563425"/>
              <a:ext cx="361875" cy="361900"/>
            </a:xfrm>
            <a:custGeom>
              <a:rect b="b" l="l" r="r" t="t"/>
              <a:pathLst>
                <a:path extrusionOk="0" h="14476" w="14475">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46"/>
            <p:cNvSpPr/>
            <p:nvPr/>
          </p:nvSpPr>
          <p:spPr>
            <a:xfrm>
              <a:off x="6483950" y="3822850"/>
              <a:ext cx="88575" cy="67175"/>
            </a:xfrm>
            <a:custGeom>
              <a:rect b="b" l="l" r="r" t="t"/>
              <a:pathLst>
                <a:path extrusionOk="0" h="2687" w="3543">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7" name="Google Shape;19427;p146"/>
          <p:cNvGrpSpPr/>
          <p:nvPr/>
        </p:nvGrpSpPr>
        <p:grpSpPr>
          <a:xfrm>
            <a:off x="6266531" y="1765781"/>
            <a:ext cx="365725" cy="361900"/>
            <a:chOff x="5504000" y="3563425"/>
            <a:chExt cx="365725" cy="361900"/>
          </a:xfrm>
        </p:grpSpPr>
        <p:sp>
          <p:nvSpPr>
            <p:cNvPr id="19428" name="Google Shape;19428;p146"/>
            <p:cNvSpPr/>
            <p:nvPr/>
          </p:nvSpPr>
          <p:spPr>
            <a:xfrm>
              <a:off x="5564950" y="3631200"/>
              <a:ext cx="243050" cy="227000"/>
            </a:xfrm>
            <a:custGeom>
              <a:rect b="b" l="l" r="r" t="t"/>
              <a:pathLst>
                <a:path extrusionOk="0" h="9080" w="9722">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146"/>
            <p:cNvSpPr/>
            <p:nvPr/>
          </p:nvSpPr>
          <p:spPr>
            <a:xfrm>
              <a:off x="5544875" y="3839250"/>
              <a:ext cx="49400" cy="46725"/>
            </a:xfrm>
            <a:custGeom>
              <a:rect b="b" l="l" r="r" t="t"/>
              <a:pathLst>
                <a:path extrusionOk="0" h="1869" w="1976">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146"/>
            <p:cNvSpPr/>
            <p:nvPr/>
          </p:nvSpPr>
          <p:spPr>
            <a:xfrm>
              <a:off x="5780200" y="3838500"/>
              <a:ext cx="47875" cy="47475"/>
            </a:xfrm>
            <a:custGeom>
              <a:rect b="b" l="l" r="r" t="t"/>
              <a:pathLst>
                <a:path extrusionOk="0" h="1899" w="1915">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46"/>
            <p:cNvSpPr/>
            <p:nvPr/>
          </p:nvSpPr>
          <p:spPr>
            <a:xfrm>
              <a:off x="5781750" y="3602000"/>
              <a:ext cx="47075" cy="46725"/>
            </a:xfrm>
            <a:custGeom>
              <a:rect b="b" l="l" r="r" t="t"/>
              <a:pathLst>
                <a:path extrusionOk="0" h="1869" w="1883">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46"/>
            <p:cNvSpPr/>
            <p:nvPr/>
          </p:nvSpPr>
          <p:spPr>
            <a:xfrm>
              <a:off x="5544875" y="3602775"/>
              <a:ext cx="46325" cy="45175"/>
            </a:xfrm>
            <a:custGeom>
              <a:rect b="b" l="l" r="r" t="t"/>
              <a:pathLst>
                <a:path extrusionOk="0" h="1807" w="1853">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46"/>
            <p:cNvSpPr/>
            <p:nvPr/>
          </p:nvSpPr>
          <p:spPr>
            <a:xfrm>
              <a:off x="5504000" y="3563425"/>
              <a:ext cx="365725" cy="361900"/>
            </a:xfrm>
            <a:custGeom>
              <a:rect b="b" l="l" r="r" t="t"/>
              <a:pathLst>
                <a:path extrusionOk="0" h="14476" w="14629">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4" name="Google Shape;19434;p146"/>
          <p:cNvGrpSpPr/>
          <p:nvPr/>
        </p:nvGrpSpPr>
        <p:grpSpPr>
          <a:xfrm>
            <a:off x="7000125" y="1765581"/>
            <a:ext cx="361875" cy="362300"/>
            <a:chOff x="4755600" y="3563025"/>
            <a:chExt cx="361875" cy="362300"/>
          </a:xfrm>
        </p:grpSpPr>
        <p:sp>
          <p:nvSpPr>
            <p:cNvPr id="19435" name="Google Shape;19435;p146"/>
            <p:cNvSpPr/>
            <p:nvPr/>
          </p:nvSpPr>
          <p:spPr>
            <a:xfrm>
              <a:off x="4755600" y="3700000"/>
              <a:ext cx="74075" cy="225325"/>
            </a:xfrm>
            <a:custGeom>
              <a:rect b="b" l="l" r="r" t="t"/>
              <a:pathLst>
                <a:path extrusionOk="0" h="9013" w="2963">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46"/>
            <p:cNvSpPr/>
            <p:nvPr/>
          </p:nvSpPr>
          <p:spPr>
            <a:xfrm>
              <a:off x="4852025" y="3783325"/>
              <a:ext cx="73325" cy="142000"/>
            </a:xfrm>
            <a:custGeom>
              <a:rect b="b" l="l" r="r" t="t"/>
              <a:pathLst>
                <a:path extrusionOk="0" h="5680" w="2933">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46"/>
            <p:cNvSpPr/>
            <p:nvPr/>
          </p:nvSpPr>
          <p:spPr>
            <a:xfrm>
              <a:off x="4947700" y="3720825"/>
              <a:ext cx="74100" cy="204500"/>
            </a:xfrm>
            <a:custGeom>
              <a:rect b="b" l="l" r="r" t="t"/>
              <a:pathLst>
                <a:path extrusionOk="0" h="8180" w="2964">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46"/>
            <p:cNvSpPr/>
            <p:nvPr/>
          </p:nvSpPr>
          <p:spPr>
            <a:xfrm>
              <a:off x="5044150" y="3652150"/>
              <a:ext cx="73325" cy="273175"/>
            </a:xfrm>
            <a:custGeom>
              <a:rect b="b" l="l" r="r" t="t"/>
              <a:pathLst>
                <a:path extrusionOk="0" h="10927" w="2933">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46"/>
            <p:cNvSpPr/>
            <p:nvPr/>
          </p:nvSpPr>
          <p:spPr>
            <a:xfrm>
              <a:off x="4763300" y="3563025"/>
              <a:ext cx="347750" cy="197750"/>
            </a:xfrm>
            <a:custGeom>
              <a:rect b="b" l="l" r="r" t="t"/>
              <a:pathLst>
                <a:path extrusionOk="0" h="7910" w="1391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146"/>
          <p:cNvGrpSpPr/>
          <p:nvPr/>
        </p:nvGrpSpPr>
        <p:grpSpPr>
          <a:xfrm>
            <a:off x="7796257" y="1765793"/>
            <a:ext cx="212200" cy="361875"/>
            <a:chOff x="7060200" y="4141325"/>
            <a:chExt cx="212200" cy="361875"/>
          </a:xfrm>
        </p:grpSpPr>
        <p:sp>
          <p:nvSpPr>
            <p:cNvPr id="19441" name="Google Shape;19441;p146"/>
            <p:cNvSpPr/>
            <p:nvPr/>
          </p:nvSpPr>
          <p:spPr>
            <a:xfrm>
              <a:off x="7060200" y="4141325"/>
              <a:ext cx="212200" cy="361875"/>
            </a:xfrm>
            <a:custGeom>
              <a:rect b="b" l="l" r="r" t="t"/>
              <a:pathLst>
                <a:path extrusionOk="0" h="14475" w="8488">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146"/>
            <p:cNvSpPr/>
            <p:nvPr/>
          </p:nvSpPr>
          <p:spPr>
            <a:xfrm>
              <a:off x="7146625" y="4463825"/>
              <a:ext cx="39350" cy="10825"/>
            </a:xfrm>
            <a:custGeom>
              <a:rect b="b" l="l" r="r" t="t"/>
              <a:pathLst>
                <a:path extrusionOk="0" h="433" w="1574">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146"/>
            <p:cNvSpPr/>
            <p:nvPr/>
          </p:nvSpPr>
          <p:spPr>
            <a:xfrm>
              <a:off x="7102625" y="4243125"/>
              <a:ext cx="144300" cy="142075"/>
            </a:xfrm>
            <a:custGeom>
              <a:rect b="b" l="l" r="r" t="t"/>
              <a:pathLst>
                <a:path extrusionOk="0" h="5683" w="5772">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4" name="Google Shape;19444;p146"/>
          <p:cNvGrpSpPr/>
          <p:nvPr/>
        </p:nvGrpSpPr>
        <p:grpSpPr>
          <a:xfrm>
            <a:off x="7721420" y="2326799"/>
            <a:ext cx="361875" cy="362275"/>
            <a:chOff x="4004875" y="3563050"/>
            <a:chExt cx="361875" cy="362275"/>
          </a:xfrm>
        </p:grpSpPr>
        <p:sp>
          <p:nvSpPr>
            <p:cNvPr id="19445" name="Google Shape;19445;p146"/>
            <p:cNvSpPr/>
            <p:nvPr/>
          </p:nvSpPr>
          <p:spPr>
            <a:xfrm>
              <a:off x="4004875" y="3563050"/>
              <a:ext cx="361875" cy="362275"/>
            </a:xfrm>
            <a:custGeom>
              <a:rect b="b" l="l" r="r" t="t"/>
              <a:pathLst>
                <a:path extrusionOk="0" h="14491" w="14475">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46"/>
            <p:cNvSpPr/>
            <p:nvPr/>
          </p:nvSpPr>
          <p:spPr>
            <a:xfrm>
              <a:off x="4105950" y="3583300"/>
              <a:ext cx="36275" cy="28000"/>
            </a:xfrm>
            <a:custGeom>
              <a:rect b="b" l="l" r="r" t="t"/>
              <a:pathLst>
                <a:path extrusionOk="0" h="1120" w="1451">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46"/>
            <p:cNvSpPr/>
            <p:nvPr/>
          </p:nvSpPr>
          <p:spPr>
            <a:xfrm>
              <a:off x="4059900" y="3678100"/>
              <a:ext cx="40275" cy="35700"/>
            </a:xfrm>
            <a:custGeom>
              <a:rect b="b" l="l" r="r" t="t"/>
              <a:pathLst>
                <a:path extrusionOk="0" h="1428" w="1611">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46"/>
            <p:cNvSpPr/>
            <p:nvPr/>
          </p:nvSpPr>
          <p:spPr>
            <a:xfrm>
              <a:off x="4148000" y="3764925"/>
              <a:ext cx="40300" cy="36050"/>
            </a:xfrm>
            <a:custGeom>
              <a:rect b="b" l="l" r="r" t="t"/>
              <a:pathLst>
                <a:path extrusionOk="0" h="1442" w="1612">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46"/>
            <p:cNvSpPr/>
            <p:nvPr/>
          </p:nvSpPr>
          <p:spPr>
            <a:xfrm>
              <a:off x="4103875" y="3827425"/>
              <a:ext cx="40275" cy="36050"/>
            </a:xfrm>
            <a:custGeom>
              <a:rect b="b" l="l" r="r" t="t"/>
              <a:pathLst>
                <a:path extrusionOk="0" h="1442" w="1611">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46"/>
            <p:cNvSpPr/>
            <p:nvPr/>
          </p:nvSpPr>
          <p:spPr>
            <a:xfrm>
              <a:off x="4063525" y="3691625"/>
              <a:ext cx="124225" cy="140150"/>
            </a:xfrm>
            <a:custGeom>
              <a:rect b="b" l="l" r="r" t="t"/>
              <a:pathLst>
                <a:path extrusionOk="0" h="5606" w="4969">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1" name="Google Shape;19451;p146"/>
          <p:cNvGrpSpPr/>
          <p:nvPr/>
        </p:nvGrpSpPr>
        <p:grpSpPr>
          <a:xfrm>
            <a:off x="6999738" y="2328536"/>
            <a:ext cx="362650" cy="358800"/>
            <a:chOff x="3252625" y="3564975"/>
            <a:chExt cx="362650" cy="358800"/>
          </a:xfrm>
        </p:grpSpPr>
        <p:sp>
          <p:nvSpPr>
            <p:cNvPr id="19452" name="Google Shape;19452;p146"/>
            <p:cNvSpPr/>
            <p:nvPr/>
          </p:nvSpPr>
          <p:spPr>
            <a:xfrm>
              <a:off x="3252625" y="3564975"/>
              <a:ext cx="362650" cy="358800"/>
            </a:xfrm>
            <a:custGeom>
              <a:rect b="b" l="l" r="r" t="t"/>
              <a:pathLst>
                <a:path extrusionOk="0" h="14352" w="14506">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146"/>
            <p:cNvSpPr/>
            <p:nvPr/>
          </p:nvSpPr>
          <p:spPr>
            <a:xfrm>
              <a:off x="3360125" y="3688425"/>
              <a:ext cx="56850" cy="47125"/>
            </a:xfrm>
            <a:custGeom>
              <a:rect b="b" l="l" r="r" t="t"/>
              <a:pathLst>
                <a:path extrusionOk="0" h="1885" w="2274">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146"/>
            <p:cNvSpPr/>
            <p:nvPr/>
          </p:nvSpPr>
          <p:spPr>
            <a:xfrm>
              <a:off x="3449350" y="3754575"/>
              <a:ext cx="50175" cy="44975"/>
            </a:xfrm>
            <a:custGeom>
              <a:rect b="b" l="l" r="r" t="t"/>
              <a:pathLst>
                <a:path extrusionOk="0" h="1799" w="2007">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46"/>
            <p:cNvSpPr/>
            <p:nvPr/>
          </p:nvSpPr>
          <p:spPr>
            <a:xfrm>
              <a:off x="3392375" y="3682000"/>
              <a:ext cx="84425" cy="124050"/>
            </a:xfrm>
            <a:custGeom>
              <a:rect b="b" l="l" r="r" t="t"/>
              <a:pathLst>
                <a:path extrusionOk="0" h="4962" w="3377">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146"/>
            <p:cNvSpPr/>
            <p:nvPr/>
          </p:nvSpPr>
          <p:spPr>
            <a:xfrm>
              <a:off x="3279625" y="3631925"/>
              <a:ext cx="296500" cy="223950"/>
            </a:xfrm>
            <a:custGeom>
              <a:rect b="b" l="l" r="r" t="t"/>
              <a:pathLst>
                <a:path extrusionOk="0" h="8958" w="1186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7" name="Google Shape;19457;p146"/>
          <p:cNvGrpSpPr/>
          <p:nvPr/>
        </p:nvGrpSpPr>
        <p:grpSpPr>
          <a:xfrm>
            <a:off x="4764481" y="2326611"/>
            <a:ext cx="361875" cy="362650"/>
            <a:chOff x="980425" y="3563425"/>
            <a:chExt cx="361875" cy="362650"/>
          </a:xfrm>
        </p:grpSpPr>
        <p:sp>
          <p:nvSpPr>
            <p:cNvPr id="19458" name="Google Shape;19458;p146"/>
            <p:cNvSpPr/>
            <p:nvPr/>
          </p:nvSpPr>
          <p:spPr>
            <a:xfrm>
              <a:off x="1009725" y="3856625"/>
              <a:ext cx="143550" cy="10825"/>
            </a:xfrm>
            <a:custGeom>
              <a:rect b="b" l="l" r="r" t="t"/>
              <a:pathLst>
                <a:path extrusionOk="0" h="433" w="5742">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46"/>
            <p:cNvSpPr/>
            <p:nvPr/>
          </p:nvSpPr>
          <p:spPr>
            <a:xfrm>
              <a:off x="1009725" y="3880550"/>
              <a:ext cx="143550" cy="10050"/>
            </a:xfrm>
            <a:custGeom>
              <a:rect b="b" l="l" r="r" t="t"/>
              <a:pathLst>
                <a:path extrusionOk="0" h="402" w="5742">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46"/>
            <p:cNvSpPr/>
            <p:nvPr/>
          </p:nvSpPr>
          <p:spPr>
            <a:xfrm>
              <a:off x="1009725" y="37270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46"/>
            <p:cNvSpPr/>
            <p:nvPr/>
          </p:nvSpPr>
          <p:spPr>
            <a:xfrm>
              <a:off x="1009725" y="3750925"/>
              <a:ext cx="141225" cy="10825"/>
            </a:xfrm>
            <a:custGeom>
              <a:rect b="b" l="l" r="r" t="t"/>
              <a:pathLst>
                <a:path extrusionOk="0" h="433" w="5649">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146"/>
            <p:cNvSpPr/>
            <p:nvPr/>
          </p:nvSpPr>
          <p:spPr>
            <a:xfrm>
              <a:off x="1009725" y="3598125"/>
              <a:ext cx="143525" cy="10075"/>
            </a:xfrm>
            <a:custGeom>
              <a:rect b="b" l="l" r="r" t="t"/>
              <a:pathLst>
                <a:path extrusionOk="0" h="403" w="5741">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146"/>
            <p:cNvSpPr/>
            <p:nvPr/>
          </p:nvSpPr>
          <p:spPr>
            <a:xfrm>
              <a:off x="1009725" y="36213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146"/>
            <p:cNvSpPr/>
            <p:nvPr/>
          </p:nvSpPr>
          <p:spPr>
            <a:xfrm>
              <a:off x="1208025" y="3598125"/>
              <a:ext cx="13900" cy="10075"/>
            </a:xfrm>
            <a:custGeom>
              <a:rect b="b" l="l" r="r" t="t"/>
              <a:pathLst>
                <a:path extrusionOk="0" h="403" w="556">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46"/>
            <p:cNvSpPr/>
            <p:nvPr/>
          </p:nvSpPr>
          <p:spPr>
            <a:xfrm>
              <a:off x="1231175" y="3598125"/>
              <a:ext cx="14675" cy="10075"/>
            </a:xfrm>
            <a:custGeom>
              <a:rect b="b" l="l" r="r" t="t"/>
              <a:pathLst>
                <a:path extrusionOk="0" h="403" w="587">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46"/>
            <p:cNvSpPr/>
            <p:nvPr/>
          </p:nvSpPr>
          <p:spPr>
            <a:xfrm>
              <a:off x="1255075" y="3598125"/>
              <a:ext cx="13925" cy="10075"/>
            </a:xfrm>
            <a:custGeom>
              <a:rect b="b" l="l" r="r" t="t"/>
              <a:pathLst>
                <a:path extrusionOk="0" h="403" w="557">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46"/>
            <p:cNvSpPr/>
            <p:nvPr/>
          </p:nvSpPr>
          <p:spPr>
            <a:xfrm>
              <a:off x="1208025" y="36213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46"/>
            <p:cNvSpPr/>
            <p:nvPr/>
          </p:nvSpPr>
          <p:spPr>
            <a:xfrm>
              <a:off x="1231175" y="36213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46"/>
            <p:cNvSpPr/>
            <p:nvPr/>
          </p:nvSpPr>
          <p:spPr>
            <a:xfrm>
              <a:off x="1255075" y="36213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46"/>
            <p:cNvSpPr/>
            <p:nvPr/>
          </p:nvSpPr>
          <p:spPr>
            <a:xfrm>
              <a:off x="1208025" y="3727725"/>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146"/>
            <p:cNvSpPr/>
            <p:nvPr/>
          </p:nvSpPr>
          <p:spPr>
            <a:xfrm>
              <a:off x="1231175" y="37270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146"/>
            <p:cNvSpPr/>
            <p:nvPr/>
          </p:nvSpPr>
          <p:spPr>
            <a:xfrm>
              <a:off x="1255075" y="37270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46"/>
            <p:cNvSpPr/>
            <p:nvPr/>
          </p:nvSpPr>
          <p:spPr>
            <a:xfrm>
              <a:off x="1208025" y="3750925"/>
              <a:ext cx="13900" cy="10050"/>
            </a:xfrm>
            <a:custGeom>
              <a:rect b="b" l="l" r="r" t="t"/>
              <a:pathLst>
                <a:path extrusionOk="0" h="402" w="556">
                  <a:moveTo>
                    <a:pt x="278" y="0"/>
                  </a:moveTo>
                  <a:cubicBezTo>
                    <a:pt x="0" y="0"/>
                    <a:pt x="0" y="402"/>
                    <a:pt x="278" y="402"/>
                  </a:cubicBezTo>
                  <a:cubicBezTo>
                    <a:pt x="556" y="40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46"/>
            <p:cNvSpPr/>
            <p:nvPr/>
          </p:nvSpPr>
          <p:spPr>
            <a:xfrm>
              <a:off x="1231175" y="3750925"/>
              <a:ext cx="14675" cy="10050"/>
            </a:xfrm>
            <a:custGeom>
              <a:rect b="b" l="l" r="r" t="t"/>
              <a:pathLst>
                <a:path extrusionOk="0" h="402" w="587">
                  <a:moveTo>
                    <a:pt x="309" y="0"/>
                  </a:moveTo>
                  <a:cubicBezTo>
                    <a:pt x="0" y="0"/>
                    <a:pt x="0" y="402"/>
                    <a:pt x="309" y="402"/>
                  </a:cubicBezTo>
                  <a:cubicBezTo>
                    <a:pt x="586" y="40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146"/>
            <p:cNvSpPr/>
            <p:nvPr/>
          </p:nvSpPr>
          <p:spPr>
            <a:xfrm>
              <a:off x="1255075" y="3750925"/>
              <a:ext cx="13925" cy="10050"/>
            </a:xfrm>
            <a:custGeom>
              <a:rect b="b" l="l" r="r" t="t"/>
              <a:pathLst>
                <a:path extrusionOk="0" h="402" w="557">
                  <a:moveTo>
                    <a:pt x="279" y="0"/>
                  </a:moveTo>
                  <a:cubicBezTo>
                    <a:pt x="1" y="0"/>
                    <a:pt x="1" y="402"/>
                    <a:pt x="279" y="402"/>
                  </a:cubicBezTo>
                  <a:cubicBezTo>
                    <a:pt x="556" y="40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146"/>
            <p:cNvSpPr/>
            <p:nvPr/>
          </p:nvSpPr>
          <p:spPr>
            <a:xfrm>
              <a:off x="1208025" y="38566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146"/>
            <p:cNvSpPr/>
            <p:nvPr/>
          </p:nvSpPr>
          <p:spPr>
            <a:xfrm>
              <a:off x="1231175" y="3856625"/>
              <a:ext cx="14675" cy="10825"/>
            </a:xfrm>
            <a:custGeom>
              <a:rect b="b" l="l" r="r" t="t"/>
              <a:pathLst>
                <a:path extrusionOk="0" h="433" w="587">
                  <a:moveTo>
                    <a:pt x="309" y="0"/>
                  </a:moveTo>
                  <a:cubicBezTo>
                    <a:pt x="0" y="0"/>
                    <a:pt x="0" y="432"/>
                    <a:pt x="309" y="432"/>
                  </a:cubicBezTo>
                  <a:cubicBezTo>
                    <a:pt x="586" y="43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146"/>
            <p:cNvSpPr/>
            <p:nvPr/>
          </p:nvSpPr>
          <p:spPr>
            <a:xfrm>
              <a:off x="1255075" y="38566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46"/>
            <p:cNvSpPr/>
            <p:nvPr/>
          </p:nvSpPr>
          <p:spPr>
            <a:xfrm>
              <a:off x="1208025" y="3880550"/>
              <a:ext cx="13900" cy="10050"/>
            </a:xfrm>
            <a:custGeom>
              <a:rect b="b" l="l" r="r" t="t"/>
              <a:pathLst>
                <a:path extrusionOk="0" h="402" w="556">
                  <a:moveTo>
                    <a:pt x="278" y="0"/>
                  </a:moveTo>
                  <a:cubicBezTo>
                    <a:pt x="0" y="0"/>
                    <a:pt x="0" y="401"/>
                    <a:pt x="278" y="401"/>
                  </a:cubicBezTo>
                  <a:cubicBezTo>
                    <a:pt x="556" y="401"/>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46"/>
            <p:cNvSpPr/>
            <p:nvPr/>
          </p:nvSpPr>
          <p:spPr>
            <a:xfrm>
              <a:off x="1231175" y="3880550"/>
              <a:ext cx="14675" cy="10050"/>
            </a:xfrm>
            <a:custGeom>
              <a:rect b="b" l="l" r="r" t="t"/>
              <a:pathLst>
                <a:path extrusionOk="0" h="402" w="587">
                  <a:moveTo>
                    <a:pt x="309" y="0"/>
                  </a:moveTo>
                  <a:cubicBezTo>
                    <a:pt x="0" y="0"/>
                    <a:pt x="0" y="401"/>
                    <a:pt x="309" y="401"/>
                  </a:cubicBezTo>
                  <a:cubicBezTo>
                    <a:pt x="586" y="401"/>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46"/>
            <p:cNvSpPr/>
            <p:nvPr/>
          </p:nvSpPr>
          <p:spPr>
            <a:xfrm>
              <a:off x="1255075" y="3880550"/>
              <a:ext cx="13925" cy="10050"/>
            </a:xfrm>
            <a:custGeom>
              <a:rect b="b" l="l" r="r" t="t"/>
              <a:pathLst>
                <a:path extrusionOk="0" h="402" w="557">
                  <a:moveTo>
                    <a:pt x="279" y="0"/>
                  </a:moveTo>
                  <a:cubicBezTo>
                    <a:pt x="1" y="0"/>
                    <a:pt x="1" y="401"/>
                    <a:pt x="279" y="401"/>
                  </a:cubicBezTo>
                  <a:cubicBezTo>
                    <a:pt x="556" y="401"/>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146"/>
            <p:cNvSpPr/>
            <p:nvPr/>
          </p:nvSpPr>
          <p:spPr>
            <a:xfrm>
              <a:off x="980425" y="3563425"/>
              <a:ext cx="361875" cy="362650"/>
            </a:xfrm>
            <a:custGeom>
              <a:rect b="b" l="l" r="r" t="t"/>
              <a:pathLst>
                <a:path extrusionOk="0" h="14506" w="14475">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83" name="Google Shape;19483;p146"/>
          <p:cNvSpPr/>
          <p:nvPr/>
        </p:nvSpPr>
        <p:spPr>
          <a:xfrm>
            <a:off x="3237519" y="2324516"/>
            <a:ext cx="362650" cy="361700"/>
          </a:xfrm>
          <a:custGeom>
            <a:rect b="b" l="l" r="r" t="t"/>
            <a:pathLst>
              <a:path extrusionOk="0" h="14468" w="14506">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4" name="Google Shape;19484;p146"/>
          <p:cNvGrpSpPr/>
          <p:nvPr/>
        </p:nvGrpSpPr>
        <p:grpSpPr>
          <a:xfrm>
            <a:off x="2502788" y="2326511"/>
            <a:ext cx="361100" cy="362850"/>
            <a:chOff x="6250850" y="3021124"/>
            <a:chExt cx="361100" cy="362850"/>
          </a:xfrm>
        </p:grpSpPr>
        <p:sp>
          <p:nvSpPr>
            <p:cNvPr id="19485" name="Google Shape;19485;p146"/>
            <p:cNvSpPr/>
            <p:nvPr/>
          </p:nvSpPr>
          <p:spPr>
            <a:xfrm>
              <a:off x="6384738" y="3021124"/>
              <a:ext cx="93325" cy="26750"/>
            </a:xfrm>
            <a:custGeom>
              <a:rect b="b" l="l" r="r" t="t"/>
              <a:pathLst>
                <a:path extrusionOk="0" h="1070" w="3733">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6" name="Google Shape;19486;p146"/>
            <p:cNvGrpSpPr/>
            <p:nvPr/>
          </p:nvGrpSpPr>
          <p:grpSpPr>
            <a:xfrm>
              <a:off x="6250850" y="3042349"/>
              <a:ext cx="361100" cy="341625"/>
              <a:chOff x="6250850" y="3035125"/>
              <a:chExt cx="361100" cy="341625"/>
            </a:xfrm>
          </p:grpSpPr>
          <p:sp>
            <p:nvSpPr>
              <p:cNvPr id="19487" name="Google Shape;19487;p146"/>
              <p:cNvSpPr/>
              <p:nvPr/>
            </p:nvSpPr>
            <p:spPr>
              <a:xfrm>
                <a:off x="6407075" y="3115350"/>
                <a:ext cx="52125" cy="97825"/>
              </a:xfrm>
              <a:custGeom>
                <a:rect b="b" l="l" r="r" t="t"/>
                <a:pathLst>
                  <a:path extrusionOk="0" h="3913" w="2085">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46"/>
              <p:cNvSpPr/>
              <p:nvPr/>
            </p:nvSpPr>
            <p:spPr>
              <a:xfrm>
                <a:off x="6407925" y="3055175"/>
                <a:ext cx="45075" cy="17000"/>
              </a:xfrm>
              <a:custGeom>
                <a:rect b="b" l="l" r="r" t="t"/>
                <a:pathLst>
                  <a:path extrusionOk="0" h="680" w="1803">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46"/>
              <p:cNvSpPr/>
              <p:nvPr/>
            </p:nvSpPr>
            <p:spPr>
              <a:xfrm>
                <a:off x="6396975" y="3035125"/>
                <a:ext cx="67625" cy="21425"/>
              </a:xfrm>
              <a:custGeom>
                <a:rect b="b" l="l" r="r" t="t"/>
                <a:pathLst>
                  <a:path extrusionOk="0" h="857" w="2705">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46"/>
              <p:cNvSpPr/>
              <p:nvPr/>
            </p:nvSpPr>
            <p:spPr>
              <a:xfrm>
                <a:off x="6250850" y="3081825"/>
                <a:ext cx="361100" cy="294925"/>
              </a:xfrm>
              <a:custGeom>
                <a:rect b="b" l="l" r="r" t="t"/>
                <a:pathLst>
                  <a:path extrusionOk="0" h="11797" w="14444">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146"/>
              <p:cNvSpPr/>
              <p:nvPr/>
            </p:nvSpPr>
            <p:spPr>
              <a:xfrm>
                <a:off x="6426000" y="3259050"/>
                <a:ext cx="10825" cy="58275"/>
              </a:xfrm>
              <a:custGeom>
                <a:rect b="b" l="l" r="r" t="t"/>
                <a:pathLst>
                  <a:path extrusionOk="0" h="2331" w="433">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146"/>
              <p:cNvSpPr/>
              <p:nvPr/>
            </p:nvSpPr>
            <p:spPr>
              <a:xfrm>
                <a:off x="6449900" y="3255000"/>
                <a:ext cx="10825" cy="36875"/>
              </a:xfrm>
              <a:custGeom>
                <a:rect b="b" l="l" r="r" t="t"/>
                <a:pathLst>
                  <a:path extrusionOk="0" h="1475" w="433">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46"/>
              <p:cNvSpPr/>
              <p:nvPr/>
            </p:nvSpPr>
            <p:spPr>
              <a:xfrm>
                <a:off x="6402075" y="3255000"/>
                <a:ext cx="10050" cy="36875"/>
              </a:xfrm>
              <a:custGeom>
                <a:rect b="b" l="l" r="r" t="t"/>
                <a:pathLst>
                  <a:path extrusionOk="0" h="1475" w="402">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94" name="Google Shape;19494;p146"/>
          <p:cNvGrpSpPr/>
          <p:nvPr/>
        </p:nvGrpSpPr>
        <p:grpSpPr>
          <a:xfrm>
            <a:off x="1769569" y="2357861"/>
            <a:ext cx="361900" cy="300150"/>
            <a:chOff x="5505525" y="3044950"/>
            <a:chExt cx="361900" cy="300150"/>
          </a:xfrm>
        </p:grpSpPr>
        <p:sp>
          <p:nvSpPr>
            <p:cNvPr id="19495" name="Google Shape;19495;p146"/>
            <p:cNvSpPr/>
            <p:nvPr/>
          </p:nvSpPr>
          <p:spPr>
            <a:xfrm>
              <a:off x="5505525" y="3044950"/>
              <a:ext cx="361900" cy="300150"/>
            </a:xfrm>
            <a:custGeom>
              <a:rect b="b" l="l" r="r" t="t"/>
              <a:pathLst>
                <a:path extrusionOk="0" h="12006" w="14476">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146"/>
            <p:cNvSpPr/>
            <p:nvPr/>
          </p:nvSpPr>
          <p:spPr>
            <a:xfrm>
              <a:off x="553717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146"/>
            <p:cNvSpPr/>
            <p:nvPr/>
          </p:nvSpPr>
          <p:spPr>
            <a:xfrm>
              <a:off x="557112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146"/>
            <p:cNvSpPr/>
            <p:nvPr/>
          </p:nvSpPr>
          <p:spPr>
            <a:xfrm>
              <a:off x="5605075" y="3069650"/>
              <a:ext cx="22375" cy="19475"/>
            </a:xfrm>
            <a:custGeom>
              <a:rect b="b" l="l" r="r" t="t"/>
              <a:pathLst>
                <a:path extrusionOk="0" h="779" w="895">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46"/>
            <p:cNvSpPr/>
            <p:nvPr/>
          </p:nvSpPr>
          <p:spPr>
            <a:xfrm>
              <a:off x="5538700" y="3184600"/>
              <a:ext cx="129650" cy="10825"/>
            </a:xfrm>
            <a:custGeom>
              <a:rect b="b" l="l" r="r" t="t"/>
              <a:pathLst>
                <a:path extrusionOk="0" h="433" w="5186">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46"/>
            <p:cNvSpPr/>
            <p:nvPr/>
          </p:nvSpPr>
          <p:spPr>
            <a:xfrm>
              <a:off x="5537950" y="3216250"/>
              <a:ext cx="131950" cy="10825"/>
            </a:xfrm>
            <a:custGeom>
              <a:rect b="b" l="l" r="r" t="t"/>
              <a:pathLst>
                <a:path extrusionOk="0" h="433" w="5278">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46"/>
            <p:cNvSpPr/>
            <p:nvPr/>
          </p:nvSpPr>
          <p:spPr>
            <a:xfrm>
              <a:off x="5537950" y="3247875"/>
              <a:ext cx="294750" cy="10825"/>
            </a:xfrm>
            <a:custGeom>
              <a:rect b="b" l="l" r="r" t="t"/>
              <a:pathLst>
                <a:path extrusionOk="0" h="433" w="1179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46"/>
            <p:cNvSpPr/>
            <p:nvPr/>
          </p:nvSpPr>
          <p:spPr>
            <a:xfrm>
              <a:off x="5537950" y="3280275"/>
              <a:ext cx="294750" cy="10050"/>
            </a:xfrm>
            <a:custGeom>
              <a:rect b="b" l="l" r="r" t="t"/>
              <a:pathLst>
                <a:path extrusionOk="0" h="402" w="1179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46"/>
            <p:cNvSpPr/>
            <p:nvPr/>
          </p:nvSpPr>
          <p:spPr>
            <a:xfrm>
              <a:off x="5683750" y="3180625"/>
              <a:ext cx="148175" cy="50300"/>
            </a:xfrm>
            <a:custGeom>
              <a:rect b="b" l="l" r="r" t="t"/>
              <a:pathLst>
                <a:path extrusionOk="0" h="2012" w="5927">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4" name="Google Shape;19504;p146"/>
          <p:cNvGrpSpPr/>
          <p:nvPr/>
        </p:nvGrpSpPr>
        <p:grpSpPr>
          <a:xfrm>
            <a:off x="1074163" y="2326986"/>
            <a:ext cx="362650" cy="361900"/>
            <a:chOff x="4755600" y="3014075"/>
            <a:chExt cx="362650" cy="361900"/>
          </a:xfrm>
        </p:grpSpPr>
        <p:sp>
          <p:nvSpPr>
            <p:cNvPr id="19505" name="Google Shape;19505;p146"/>
            <p:cNvSpPr/>
            <p:nvPr/>
          </p:nvSpPr>
          <p:spPr>
            <a:xfrm>
              <a:off x="4819625" y="3043425"/>
              <a:ext cx="49400" cy="49400"/>
            </a:xfrm>
            <a:custGeom>
              <a:rect b="b" l="l" r="r" t="t"/>
              <a:pathLst>
                <a:path extrusionOk="0" h="1976" w="1976">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46"/>
            <p:cNvSpPr/>
            <p:nvPr/>
          </p:nvSpPr>
          <p:spPr>
            <a:xfrm>
              <a:off x="4755600" y="3014075"/>
              <a:ext cx="179025" cy="361900"/>
            </a:xfrm>
            <a:custGeom>
              <a:rect b="b" l="l" r="r" t="t"/>
              <a:pathLst>
                <a:path extrusionOk="0" h="14476" w="7161">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46"/>
            <p:cNvSpPr/>
            <p:nvPr/>
          </p:nvSpPr>
          <p:spPr>
            <a:xfrm>
              <a:off x="4953100" y="3048825"/>
              <a:ext cx="165150" cy="137350"/>
            </a:xfrm>
            <a:custGeom>
              <a:rect b="b" l="l" r="r" t="t"/>
              <a:pathLst>
                <a:path extrusionOk="0" h="5494" w="6606">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46"/>
            <p:cNvSpPr/>
            <p:nvPr/>
          </p:nvSpPr>
          <p:spPr>
            <a:xfrm>
              <a:off x="5014050" y="3087400"/>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46"/>
            <p:cNvSpPr/>
            <p:nvPr/>
          </p:nvSpPr>
          <p:spPr>
            <a:xfrm>
              <a:off x="5014050" y="3112075"/>
              <a:ext cx="68700" cy="10825"/>
            </a:xfrm>
            <a:custGeom>
              <a:rect b="b" l="l" r="r" t="t"/>
              <a:pathLst>
                <a:path extrusionOk="0" h="433" w="2748">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46"/>
            <p:cNvSpPr/>
            <p:nvPr/>
          </p:nvSpPr>
          <p:spPr>
            <a:xfrm>
              <a:off x="5014050" y="3136775"/>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146"/>
            <p:cNvSpPr/>
            <p:nvPr/>
          </p:nvSpPr>
          <p:spPr>
            <a:xfrm>
              <a:off x="5052625" y="3087400"/>
              <a:ext cx="31675" cy="10825"/>
            </a:xfrm>
            <a:custGeom>
              <a:rect b="b" l="l" r="r" t="t"/>
              <a:pathLst>
                <a:path extrusionOk="0" h="433" w="1267">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146"/>
            <p:cNvSpPr/>
            <p:nvPr/>
          </p:nvSpPr>
          <p:spPr>
            <a:xfrm>
              <a:off x="4892925" y="3169225"/>
              <a:ext cx="209875" cy="205975"/>
            </a:xfrm>
            <a:custGeom>
              <a:rect b="b" l="l" r="r" t="t"/>
              <a:pathLst>
                <a:path extrusionOk="0" h="8239" w="8395">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146"/>
            <p:cNvSpPr/>
            <p:nvPr/>
          </p:nvSpPr>
          <p:spPr>
            <a:xfrm>
              <a:off x="4972400" y="3261725"/>
              <a:ext cx="94150" cy="10100"/>
            </a:xfrm>
            <a:custGeom>
              <a:rect b="b" l="l" r="r" t="t"/>
              <a:pathLst>
                <a:path extrusionOk="0" h="404" w="3766">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46"/>
            <p:cNvSpPr/>
            <p:nvPr/>
          </p:nvSpPr>
          <p:spPr>
            <a:xfrm>
              <a:off x="4930725" y="3290300"/>
              <a:ext cx="52500" cy="10825"/>
            </a:xfrm>
            <a:custGeom>
              <a:rect b="b" l="l" r="r" t="t"/>
              <a:pathLst>
                <a:path extrusionOk="0" h="433" w="210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146"/>
            <p:cNvSpPr/>
            <p:nvPr/>
          </p:nvSpPr>
          <p:spPr>
            <a:xfrm>
              <a:off x="4995550" y="3290300"/>
              <a:ext cx="71000" cy="10825"/>
            </a:xfrm>
            <a:custGeom>
              <a:rect b="b" l="l" r="r" t="t"/>
              <a:pathLst>
                <a:path extrusionOk="0" h="433" w="284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146"/>
            <p:cNvSpPr/>
            <p:nvPr/>
          </p:nvSpPr>
          <p:spPr>
            <a:xfrm>
              <a:off x="4930725" y="3318850"/>
              <a:ext cx="135825" cy="10825"/>
            </a:xfrm>
            <a:custGeom>
              <a:rect b="b" l="l" r="r" t="t"/>
              <a:pathLst>
                <a:path extrusionOk="0" h="433" w="5433">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146"/>
            <p:cNvSpPr/>
            <p:nvPr/>
          </p:nvSpPr>
          <p:spPr>
            <a:xfrm>
              <a:off x="4930725" y="3261725"/>
              <a:ext cx="31650" cy="10100"/>
            </a:xfrm>
            <a:custGeom>
              <a:rect b="b" l="l" r="r" t="t"/>
              <a:pathLst>
                <a:path extrusionOk="0" h="404" w="1266">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8" name="Google Shape;19518;p146"/>
          <p:cNvGrpSpPr/>
          <p:nvPr/>
        </p:nvGrpSpPr>
        <p:grpSpPr>
          <a:xfrm>
            <a:off x="2502013" y="2882868"/>
            <a:ext cx="362650" cy="361875"/>
            <a:chOff x="2498825" y="3014100"/>
            <a:chExt cx="362650" cy="361875"/>
          </a:xfrm>
        </p:grpSpPr>
        <p:sp>
          <p:nvSpPr>
            <p:cNvPr id="19519" name="Google Shape;19519;p146"/>
            <p:cNvSpPr/>
            <p:nvPr/>
          </p:nvSpPr>
          <p:spPr>
            <a:xfrm>
              <a:off x="2534625" y="3297625"/>
              <a:ext cx="54450" cy="54825"/>
            </a:xfrm>
            <a:custGeom>
              <a:rect b="b" l="l" r="r" t="t"/>
              <a:pathLst>
                <a:path extrusionOk="0" h="2193" w="2178">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46"/>
            <p:cNvSpPr/>
            <p:nvPr/>
          </p:nvSpPr>
          <p:spPr>
            <a:xfrm>
              <a:off x="2597575" y="3297250"/>
              <a:ext cx="55575" cy="54800"/>
            </a:xfrm>
            <a:custGeom>
              <a:rect b="b" l="l" r="r" t="t"/>
              <a:pathLst>
                <a:path extrusionOk="0" h="2192" w="2223">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46"/>
            <p:cNvSpPr/>
            <p:nvPr/>
          </p:nvSpPr>
          <p:spPr>
            <a:xfrm>
              <a:off x="2711300" y="3171500"/>
              <a:ext cx="54450" cy="54800"/>
            </a:xfrm>
            <a:custGeom>
              <a:rect b="b" l="l" r="r" t="t"/>
              <a:pathLst>
                <a:path extrusionOk="0" h="2192" w="2178">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146"/>
            <p:cNvSpPr/>
            <p:nvPr/>
          </p:nvSpPr>
          <p:spPr>
            <a:xfrm>
              <a:off x="2774250" y="3171500"/>
              <a:ext cx="57125" cy="54800"/>
            </a:xfrm>
            <a:custGeom>
              <a:rect b="b" l="l" r="r" t="t"/>
              <a:pathLst>
                <a:path extrusionOk="0" h="2192" w="2285">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146"/>
            <p:cNvSpPr/>
            <p:nvPr/>
          </p:nvSpPr>
          <p:spPr>
            <a:xfrm>
              <a:off x="2673950" y="3014100"/>
              <a:ext cx="187525" cy="239200"/>
            </a:xfrm>
            <a:custGeom>
              <a:rect b="b" l="l" r="r" t="t"/>
              <a:pathLst>
                <a:path extrusionOk="0" h="9568" w="7501">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146"/>
            <p:cNvSpPr/>
            <p:nvPr/>
          </p:nvSpPr>
          <p:spPr>
            <a:xfrm>
              <a:off x="2790800" y="3040800"/>
              <a:ext cx="41775" cy="37550"/>
            </a:xfrm>
            <a:custGeom>
              <a:rect b="b" l="l" r="r" t="t"/>
              <a:pathLst>
                <a:path extrusionOk="0" h="1502" w="1671">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146"/>
            <p:cNvSpPr/>
            <p:nvPr/>
          </p:nvSpPr>
          <p:spPr>
            <a:xfrm>
              <a:off x="2499600" y="3014100"/>
              <a:ext cx="157400" cy="109575"/>
            </a:xfrm>
            <a:custGeom>
              <a:rect b="b" l="l" r="r" t="t"/>
              <a:pathLst>
                <a:path extrusionOk="0" h="4383" w="6296">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46"/>
            <p:cNvSpPr/>
            <p:nvPr/>
          </p:nvSpPr>
          <p:spPr>
            <a:xfrm>
              <a:off x="2586350" y="3040800"/>
              <a:ext cx="41775" cy="37550"/>
            </a:xfrm>
            <a:custGeom>
              <a:rect b="b" l="l" r="r" t="t"/>
              <a:pathLst>
                <a:path extrusionOk="0" h="1502" w="1671">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146"/>
            <p:cNvSpPr/>
            <p:nvPr/>
          </p:nvSpPr>
          <p:spPr>
            <a:xfrm>
              <a:off x="2498825" y="3143725"/>
              <a:ext cx="158175" cy="109575"/>
            </a:xfrm>
            <a:custGeom>
              <a:rect b="b" l="l" r="r" t="t"/>
              <a:pathLst>
                <a:path extrusionOk="0" h="4383" w="6327">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146"/>
            <p:cNvSpPr/>
            <p:nvPr/>
          </p:nvSpPr>
          <p:spPr>
            <a:xfrm>
              <a:off x="2586300" y="3170750"/>
              <a:ext cx="41925" cy="37675"/>
            </a:xfrm>
            <a:custGeom>
              <a:rect b="b" l="l" r="r" t="t"/>
              <a:pathLst>
                <a:path extrusionOk="0" h="1507" w="1677">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46"/>
            <p:cNvSpPr/>
            <p:nvPr/>
          </p:nvSpPr>
          <p:spPr>
            <a:xfrm>
              <a:off x="2499600" y="3274100"/>
              <a:ext cx="361875" cy="101875"/>
            </a:xfrm>
            <a:custGeom>
              <a:rect b="b" l="l" r="r" t="t"/>
              <a:pathLst>
                <a:path extrusionOk="0" h="4075" w="14475">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46"/>
            <p:cNvSpPr/>
            <p:nvPr/>
          </p:nvSpPr>
          <p:spPr>
            <a:xfrm>
              <a:off x="2789200" y="3301575"/>
              <a:ext cx="41325" cy="37350"/>
            </a:xfrm>
            <a:custGeom>
              <a:rect b="b" l="l" r="r" t="t"/>
              <a:pathLst>
                <a:path extrusionOk="0" h="1494" w="1653">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1" name="Google Shape;19531;p146"/>
          <p:cNvGrpSpPr/>
          <p:nvPr/>
        </p:nvGrpSpPr>
        <p:grpSpPr>
          <a:xfrm>
            <a:off x="3211144" y="2883068"/>
            <a:ext cx="393525" cy="361475"/>
            <a:chOff x="1714150" y="3014050"/>
            <a:chExt cx="393525" cy="361475"/>
          </a:xfrm>
        </p:grpSpPr>
        <p:sp>
          <p:nvSpPr>
            <p:cNvPr id="19532" name="Google Shape;19532;p146"/>
            <p:cNvSpPr/>
            <p:nvPr/>
          </p:nvSpPr>
          <p:spPr>
            <a:xfrm>
              <a:off x="1778200" y="3048625"/>
              <a:ext cx="84875" cy="80750"/>
            </a:xfrm>
            <a:custGeom>
              <a:rect b="b" l="l" r="r" t="t"/>
              <a:pathLst>
                <a:path extrusionOk="0" h="3230" w="3395">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146"/>
            <p:cNvSpPr/>
            <p:nvPr/>
          </p:nvSpPr>
          <p:spPr>
            <a:xfrm>
              <a:off x="1879275" y="3048050"/>
              <a:ext cx="84875" cy="81325"/>
            </a:xfrm>
            <a:custGeom>
              <a:rect b="b" l="l" r="r" t="t"/>
              <a:pathLst>
                <a:path extrusionOk="0" h="3253" w="3395">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146"/>
            <p:cNvSpPr/>
            <p:nvPr/>
          </p:nvSpPr>
          <p:spPr>
            <a:xfrm>
              <a:off x="1980325" y="3048625"/>
              <a:ext cx="85675" cy="80350"/>
            </a:xfrm>
            <a:custGeom>
              <a:rect b="b" l="l" r="r" t="t"/>
              <a:pathLst>
                <a:path extrusionOk="0" h="3214" w="3427">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46"/>
            <p:cNvSpPr/>
            <p:nvPr/>
          </p:nvSpPr>
          <p:spPr>
            <a:xfrm>
              <a:off x="1741150" y="3014050"/>
              <a:ext cx="361900" cy="184475"/>
            </a:xfrm>
            <a:custGeom>
              <a:rect b="b" l="l" r="r" t="t"/>
              <a:pathLst>
                <a:path extrusionOk="0" h="7379" w="14476">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46"/>
            <p:cNvSpPr/>
            <p:nvPr/>
          </p:nvSpPr>
          <p:spPr>
            <a:xfrm>
              <a:off x="1714150" y="3216250"/>
              <a:ext cx="196775" cy="159275"/>
            </a:xfrm>
            <a:custGeom>
              <a:rect b="b" l="l" r="r" t="t"/>
              <a:pathLst>
                <a:path extrusionOk="0" h="6371" w="7871">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46"/>
            <p:cNvSpPr/>
            <p:nvPr/>
          </p:nvSpPr>
          <p:spPr>
            <a:xfrm>
              <a:off x="1916300" y="3223950"/>
              <a:ext cx="190600" cy="37075"/>
            </a:xfrm>
            <a:custGeom>
              <a:rect b="b" l="l" r="r" t="t"/>
              <a:pathLst>
                <a:path extrusionOk="0" h="1483" w="7624">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46"/>
            <p:cNvSpPr/>
            <p:nvPr/>
          </p:nvSpPr>
          <p:spPr>
            <a:xfrm>
              <a:off x="1916300" y="3277975"/>
              <a:ext cx="191375" cy="36275"/>
            </a:xfrm>
            <a:custGeom>
              <a:rect b="b" l="l" r="r" t="t"/>
              <a:pathLst>
                <a:path extrusionOk="0" h="1451" w="7655">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146"/>
            <p:cNvSpPr/>
            <p:nvPr/>
          </p:nvSpPr>
          <p:spPr>
            <a:xfrm>
              <a:off x="1916300" y="3331975"/>
              <a:ext cx="191375" cy="37050"/>
            </a:xfrm>
            <a:custGeom>
              <a:rect b="b" l="l" r="r" t="t"/>
              <a:pathLst>
                <a:path extrusionOk="0" h="1482" w="7655">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0" name="Google Shape;19540;p146"/>
          <p:cNvGrpSpPr/>
          <p:nvPr/>
        </p:nvGrpSpPr>
        <p:grpSpPr>
          <a:xfrm>
            <a:off x="3964151" y="2882943"/>
            <a:ext cx="385025" cy="361725"/>
            <a:chOff x="959575" y="3014275"/>
            <a:chExt cx="385025" cy="361725"/>
          </a:xfrm>
        </p:grpSpPr>
        <p:sp>
          <p:nvSpPr>
            <p:cNvPr id="19541" name="Google Shape;19541;p146"/>
            <p:cNvSpPr/>
            <p:nvPr/>
          </p:nvSpPr>
          <p:spPr>
            <a:xfrm>
              <a:off x="1094600" y="3051775"/>
              <a:ext cx="250000" cy="324225"/>
            </a:xfrm>
            <a:custGeom>
              <a:rect b="b" l="l" r="r" t="t"/>
              <a:pathLst>
                <a:path extrusionOk="0" h="12969" w="1000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46"/>
            <p:cNvSpPr/>
            <p:nvPr/>
          </p:nvSpPr>
          <p:spPr>
            <a:xfrm>
              <a:off x="959575" y="3014275"/>
              <a:ext cx="365400" cy="260450"/>
            </a:xfrm>
            <a:custGeom>
              <a:rect b="b" l="l" r="r" t="t"/>
              <a:pathLst>
                <a:path extrusionOk="0" h="10418" w="14616">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146"/>
            <p:cNvSpPr/>
            <p:nvPr/>
          </p:nvSpPr>
          <p:spPr>
            <a:xfrm>
              <a:off x="1229625" y="3038775"/>
              <a:ext cx="87975" cy="75250"/>
            </a:xfrm>
            <a:custGeom>
              <a:rect b="b" l="l" r="r" t="t"/>
              <a:pathLst>
                <a:path extrusionOk="0" h="3010" w="3519">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146"/>
            <p:cNvSpPr/>
            <p:nvPr/>
          </p:nvSpPr>
          <p:spPr>
            <a:xfrm>
              <a:off x="1005100" y="3156500"/>
              <a:ext cx="85650" cy="75650"/>
            </a:xfrm>
            <a:custGeom>
              <a:rect b="b" l="l" r="r" t="t"/>
              <a:pathLst>
                <a:path extrusionOk="0" h="3026" w="3426">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146"/>
            <p:cNvSpPr/>
            <p:nvPr/>
          </p:nvSpPr>
          <p:spPr>
            <a:xfrm>
              <a:off x="1242225" y="3276000"/>
              <a:ext cx="88500" cy="75275"/>
            </a:xfrm>
            <a:custGeom>
              <a:rect b="b" l="l" r="r" t="t"/>
              <a:pathLst>
                <a:path extrusionOk="0" h="3011" w="354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6" name="Google Shape;19546;p146"/>
          <p:cNvGrpSpPr/>
          <p:nvPr/>
        </p:nvGrpSpPr>
        <p:grpSpPr>
          <a:xfrm>
            <a:off x="4764094" y="2882643"/>
            <a:ext cx="362650" cy="362325"/>
            <a:chOff x="7730675" y="2463925"/>
            <a:chExt cx="362650" cy="362325"/>
          </a:xfrm>
        </p:grpSpPr>
        <p:sp>
          <p:nvSpPr>
            <p:cNvPr id="19547" name="Google Shape;19547;p146"/>
            <p:cNvSpPr/>
            <p:nvPr/>
          </p:nvSpPr>
          <p:spPr>
            <a:xfrm>
              <a:off x="7730675" y="2463925"/>
              <a:ext cx="361875" cy="362075"/>
            </a:xfrm>
            <a:custGeom>
              <a:rect b="b" l="l" r="r" t="t"/>
              <a:pathLst>
                <a:path extrusionOk="0" h="14483" w="14475">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46"/>
            <p:cNvSpPr/>
            <p:nvPr/>
          </p:nvSpPr>
          <p:spPr>
            <a:xfrm>
              <a:off x="8028500" y="2464175"/>
              <a:ext cx="64825" cy="62725"/>
            </a:xfrm>
            <a:custGeom>
              <a:rect b="b" l="l" r="r" t="t"/>
              <a:pathLst>
                <a:path extrusionOk="0" h="2509" w="2593">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46"/>
            <p:cNvSpPr/>
            <p:nvPr/>
          </p:nvSpPr>
          <p:spPr>
            <a:xfrm>
              <a:off x="7995325" y="2537275"/>
              <a:ext cx="62500" cy="62550"/>
            </a:xfrm>
            <a:custGeom>
              <a:rect b="b" l="l" r="r" t="t"/>
              <a:pathLst>
                <a:path extrusionOk="0" h="2502" w="250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46"/>
            <p:cNvSpPr/>
            <p:nvPr/>
          </p:nvSpPr>
          <p:spPr>
            <a:xfrm>
              <a:off x="8022325" y="2763525"/>
              <a:ext cx="62525" cy="62725"/>
            </a:xfrm>
            <a:custGeom>
              <a:rect b="b" l="l" r="r" t="t"/>
              <a:pathLst>
                <a:path extrusionOk="0" h="2509" w="2501">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51" name="Google Shape;19551;p146"/>
          <p:cNvSpPr/>
          <p:nvPr/>
        </p:nvSpPr>
        <p:spPr>
          <a:xfrm>
            <a:off x="5475906" y="2883243"/>
            <a:ext cx="378850" cy="361125"/>
          </a:xfrm>
          <a:custGeom>
            <a:rect b="b" l="l" r="r" t="t"/>
            <a:pathLst>
              <a:path extrusionOk="0" h="14445" w="15154">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52" name="Google Shape;19552;p146"/>
          <p:cNvGrpSpPr/>
          <p:nvPr/>
        </p:nvGrpSpPr>
        <p:grpSpPr>
          <a:xfrm>
            <a:off x="7000113" y="2882093"/>
            <a:ext cx="361900" cy="363425"/>
            <a:chOff x="5505525" y="2463200"/>
            <a:chExt cx="361900" cy="363425"/>
          </a:xfrm>
        </p:grpSpPr>
        <p:sp>
          <p:nvSpPr>
            <p:cNvPr id="19553" name="Google Shape;19553;p146"/>
            <p:cNvSpPr/>
            <p:nvPr/>
          </p:nvSpPr>
          <p:spPr>
            <a:xfrm>
              <a:off x="5505525" y="2545775"/>
              <a:ext cx="361900" cy="280850"/>
            </a:xfrm>
            <a:custGeom>
              <a:rect b="b" l="l" r="r" t="t"/>
              <a:pathLst>
                <a:path extrusionOk="0" h="11234" w="14476">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146"/>
            <p:cNvSpPr/>
            <p:nvPr/>
          </p:nvSpPr>
          <p:spPr>
            <a:xfrm>
              <a:off x="5642100" y="2463200"/>
              <a:ext cx="89525" cy="109025"/>
            </a:xfrm>
            <a:custGeom>
              <a:rect b="b" l="l" r="r" t="t"/>
              <a:pathLst>
                <a:path extrusionOk="0" h="4361" w="3581">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146"/>
            <p:cNvSpPr/>
            <p:nvPr/>
          </p:nvSpPr>
          <p:spPr>
            <a:xfrm>
              <a:off x="5573425" y="2744825"/>
              <a:ext cx="226100" cy="10050"/>
            </a:xfrm>
            <a:custGeom>
              <a:rect b="b" l="l" r="r" t="t"/>
              <a:pathLst>
                <a:path extrusionOk="0" h="402" w="9044">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146"/>
          <p:cNvGrpSpPr/>
          <p:nvPr/>
        </p:nvGrpSpPr>
        <p:grpSpPr>
          <a:xfrm>
            <a:off x="7752657" y="2882480"/>
            <a:ext cx="299400" cy="362650"/>
            <a:chOff x="6260100" y="4141325"/>
            <a:chExt cx="299400" cy="362650"/>
          </a:xfrm>
        </p:grpSpPr>
        <p:sp>
          <p:nvSpPr>
            <p:cNvPr id="19557" name="Google Shape;19557;p146"/>
            <p:cNvSpPr/>
            <p:nvPr/>
          </p:nvSpPr>
          <p:spPr>
            <a:xfrm>
              <a:off x="6260100" y="4141325"/>
              <a:ext cx="299400" cy="362650"/>
            </a:xfrm>
            <a:custGeom>
              <a:rect b="b" l="l" r="r" t="t"/>
              <a:pathLst>
                <a:path extrusionOk="0" h="14506" w="11976">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58" name="Google Shape;19558;p146"/>
            <p:cNvGrpSpPr/>
            <p:nvPr/>
          </p:nvGrpSpPr>
          <p:grpSpPr>
            <a:xfrm>
              <a:off x="6355250" y="4215575"/>
              <a:ext cx="152075" cy="146425"/>
              <a:chOff x="6355250" y="4215575"/>
              <a:chExt cx="152075" cy="146425"/>
            </a:xfrm>
          </p:grpSpPr>
          <p:sp>
            <p:nvSpPr>
              <p:cNvPr id="19559" name="Google Shape;19559;p146"/>
              <p:cNvSpPr/>
              <p:nvPr/>
            </p:nvSpPr>
            <p:spPr>
              <a:xfrm>
                <a:off x="6368900" y="4215575"/>
                <a:ext cx="125000" cy="124075"/>
              </a:xfrm>
              <a:custGeom>
                <a:rect b="b" l="l" r="r" t="t"/>
                <a:pathLst>
                  <a:path extrusionOk="0" h="4963" w="500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146"/>
              <p:cNvSpPr/>
              <p:nvPr/>
            </p:nvSpPr>
            <p:spPr>
              <a:xfrm>
                <a:off x="6426750" y="4338075"/>
                <a:ext cx="10825" cy="23925"/>
              </a:xfrm>
              <a:custGeom>
                <a:rect b="b" l="l" r="r" t="t"/>
                <a:pathLst>
                  <a:path extrusionOk="0" h="957" w="433">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146"/>
              <p:cNvSpPr/>
              <p:nvPr/>
            </p:nvSpPr>
            <p:spPr>
              <a:xfrm>
                <a:off x="6355250" y="4297175"/>
                <a:ext cx="25775" cy="14725"/>
              </a:xfrm>
              <a:custGeom>
                <a:rect b="b" l="l" r="r" t="t"/>
                <a:pathLst>
                  <a:path extrusionOk="0" h="589" w="1031">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146"/>
              <p:cNvSpPr/>
              <p:nvPr/>
            </p:nvSpPr>
            <p:spPr>
              <a:xfrm>
                <a:off x="6481000" y="4297125"/>
                <a:ext cx="26325" cy="14900"/>
              </a:xfrm>
              <a:custGeom>
                <a:rect b="b" l="l" r="r" t="t"/>
                <a:pathLst>
                  <a:path extrusionOk="0" h="596" w="1053">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146"/>
              <p:cNvSpPr/>
              <p:nvPr/>
            </p:nvSpPr>
            <p:spPr>
              <a:xfrm>
                <a:off x="6461475" y="4217300"/>
                <a:ext cx="24300" cy="22800"/>
              </a:xfrm>
              <a:custGeom>
                <a:rect b="b" l="l" r="r" t="t"/>
                <a:pathLst>
                  <a:path extrusionOk="0" h="912" w="972">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146"/>
              <p:cNvSpPr/>
              <p:nvPr/>
            </p:nvSpPr>
            <p:spPr>
              <a:xfrm>
                <a:off x="6380875" y="4218825"/>
                <a:ext cx="22775" cy="21275"/>
              </a:xfrm>
              <a:custGeom>
                <a:rect b="b" l="l" r="r" t="t"/>
                <a:pathLst>
                  <a:path extrusionOk="0" h="851" w="911">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565" name="Google Shape;19565;p146"/>
          <p:cNvGrpSpPr/>
          <p:nvPr/>
        </p:nvGrpSpPr>
        <p:grpSpPr>
          <a:xfrm>
            <a:off x="7721032" y="3422728"/>
            <a:ext cx="362650" cy="361875"/>
            <a:chOff x="4755600" y="2463975"/>
            <a:chExt cx="362650" cy="361875"/>
          </a:xfrm>
        </p:grpSpPr>
        <p:sp>
          <p:nvSpPr>
            <p:cNvPr id="19566" name="Google Shape;19566;p146"/>
            <p:cNvSpPr/>
            <p:nvPr/>
          </p:nvSpPr>
          <p:spPr>
            <a:xfrm>
              <a:off x="4755600" y="2463975"/>
              <a:ext cx="362650" cy="361875"/>
            </a:xfrm>
            <a:custGeom>
              <a:rect b="b" l="l" r="r" t="t"/>
              <a:pathLst>
                <a:path extrusionOk="0" h="14475" w="14506">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146"/>
            <p:cNvSpPr/>
            <p:nvPr/>
          </p:nvSpPr>
          <p:spPr>
            <a:xfrm>
              <a:off x="4909125" y="2599000"/>
              <a:ext cx="45550" cy="90300"/>
            </a:xfrm>
            <a:custGeom>
              <a:rect b="b" l="l" r="r" t="t"/>
              <a:pathLst>
                <a:path extrusionOk="0" h="3612" w="1822">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146"/>
            <p:cNvSpPr/>
            <p:nvPr/>
          </p:nvSpPr>
          <p:spPr>
            <a:xfrm>
              <a:off x="4964675" y="2565825"/>
              <a:ext cx="44775" cy="123475"/>
            </a:xfrm>
            <a:custGeom>
              <a:rect b="b" l="l" r="r" t="t"/>
              <a:pathLst>
                <a:path extrusionOk="0" h="4939" w="1791">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146"/>
            <p:cNvSpPr/>
            <p:nvPr/>
          </p:nvSpPr>
          <p:spPr>
            <a:xfrm>
              <a:off x="4777975" y="2679250"/>
              <a:ext cx="90275" cy="79400"/>
            </a:xfrm>
            <a:custGeom>
              <a:rect b="b" l="l" r="r" t="t"/>
              <a:pathLst>
                <a:path extrusionOk="0" h="3176" w="3611">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146"/>
            <p:cNvSpPr/>
            <p:nvPr/>
          </p:nvSpPr>
          <p:spPr>
            <a:xfrm>
              <a:off x="4782600" y="2770275"/>
              <a:ext cx="70225" cy="10850"/>
            </a:xfrm>
            <a:custGeom>
              <a:rect b="b" l="l" r="r" t="t"/>
              <a:pathLst>
                <a:path extrusionOk="0" h="434" w="2809">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146"/>
            <p:cNvSpPr/>
            <p:nvPr/>
          </p:nvSpPr>
          <p:spPr>
            <a:xfrm>
              <a:off x="4782600" y="2791125"/>
              <a:ext cx="68675" cy="10825"/>
            </a:xfrm>
            <a:custGeom>
              <a:rect b="b" l="l" r="r" t="t"/>
              <a:pathLst>
                <a:path extrusionOk="0" h="433" w="2747">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2" name="Google Shape;19572;p146"/>
          <p:cNvGrpSpPr/>
          <p:nvPr/>
        </p:nvGrpSpPr>
        <p:grpSpPr>
          <a:xfrm>
            <a:off x="6260460" y="3456049"/>
            <a:ext cx="363425" cy="308650"/>
            <a:chOff x="3252625" y="2490975"/>
            <a:chExt cx="363425" cy="308650"/>
          </a:xfrm>
        </p:grpSpPr>
        <p:sp>
          <p:nvSpPr>
            <p:cNvPr id="19573" name="Google Shape;19573;p146"/>
            <p:cNvSpPr/>
            <p:nvPr/>
          </p:nvSpPr>
          <p:spPr>
            <a:xfrm>
              <a:off x="3252625" y="2490975"/>
              <a:ext cx="363425" cy="308650"/>
            </a:xfrm>
            <a:custGeom>
              <a:rect b="b" l="l" r="r" t="t"/>
              <a:pathLst>
                <a:path extrusionOk="0" h="12346" w="14537">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46"/>
            <p:cNvSpPr/>
            <p:nvPr/>
          </p:nvSpPr>
          <p:spPr>
            <a:xfrm>
              <a:off x="3350600" y="2518000"/>
              <a:ext cx="23950" cy="20325"/>
            </a:xfrm>
            <a:custGeom>
              <a:rect b="b" l="l" r="r" t="t"/>
              <a:pathLst>
                <a:path extrusionOk="0" h="813" w="958">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46"/>
            <p:cNvSpPr/>
            <p:nvPr/>
          </p:nvSpPr>
          <p:spPr>
            <a:xfrm>
              <a:off x="3386875" y="2518000"/>
              <a:ext cx="23925" cy="20325"/>
            </a:xfrm>
            <a:custGeom>
              <a:rect b="b" l="l" r="r" t="t"/>
              <a:pathLst>
                <a:path extrusionOk="0" h="813" w="957">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46"/>
            <p:cNvSpPr/>
            <p:nvPr/>
          </p:nvSpPr>
          <p:spPr>
            <a:xfrm>
              <a:off x="3423125" y="2518000"/>
              <a:ext cx="23950" cy="20325"/>
            </a:xfrm>
            <a:custGeom>
              <a:rect b="b" l="l" r="r" t="t"/>
              <a:pathLst>
                <a:path extrusionOk="0" h="813" w="958">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7" name="Google Shape;19577;p146"/>
          <p:cNvGrpSpPr/>
          <p:nvPr/>
        </p:nvGrpSpPr>
        <p:grpSpPr>
          <a:xfrm>
            <a:off x="5484006" y="3425128"/>
            <a:ext cx="362650" cy="357075"/>
            <a:chOff x="2498825" y="2466475"/>
            <a:chExt cx="362650" cy="357075"/>
          </a:xfrm>
        </p:grpSpPr>
        <p:sp>
          <p:nvSpPr>
            <p:cNvPr id="19578" name="Google Shape;19578;p146"/>
            <p:cNvSpPr/>
            <p:nvPr/>
          </p:nvSpPr>
          <p:spPr>
            <a:xfrm>
              <a:off x="2498825" y="2466475"/>
              <a:ext cx="362650" cy="357075"/>
            </a:xfrm>
            <a:custGeom>
              <a:rect b="b" l="l" r="r" t="t"/>
              <a:pathLst>
                <a:path extrusionOk="0" h="14283" w="14506">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146"/>
            <p:cNvSpPr/>
            <p:nvPr/>
          </p:nvSpPr>
          <p:spPr>
            <a:xfrm>
              <a:off x="2618400" y="2629875"/>
              <a:ext cx="69475" cy="10825"/>
            </a:xfrm>
            <a:custGeom>
              <a:rect b="b" l="l" r="r" t="t"/>
              <a:pathLst>
                <a:path extrusionOk="0" h="433" w="2779">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146"/>
            <p:cNvSpPr/>
            <p:nvPr/>
          </p:nvSpPr>
          <p:spPr>
            <a:xfrm>
              <a:off x="2616875" y="2592050"/>
              <a:ext cx="72550" cy="10825"/>
            </a:xfrm>
            <a:custGeom>
              <a:rect b="b" l="l" r="r" t="t"/>
              <a:pathLst>
                <a:path extrusionOk="0" h="433" w="2902">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146"/>
          <p:cNvGrpSpPr/>
          <p:nvPr/>
        </p:nvGrpSpPr>
        <p:grpSpPr>
          <a:xfrm>
            <a:off x="4764469" y="3424466"/>
            <a:ext cx="361900" cy="358400"/>
            <a:chOff x="1741150" y="2466500"/>
            <a:chExt cx="361900" cy="358400"/>
          </a:xfrm>
        </p:grpSpPr>
        <p:sp>
          <p:nvSpPr>
            <p:cNvPr id="19582" name="Google Shape;19582;p146"/>
            <p:cNvSpPr/>
            <p:nvPr/>
          </p:nvSpPr>
          <p:spPr>
            <a:xfrm>
              <a:off x="1741150" y="2466500"/>
              <a:ext cx="88000" cy="358400"/>
            </a:xfrm>
            <a:custGeom>
              <a:rect b="b" l="l" r="r" t="t"/>
              <a:pathLst>
                <a:path extrusionOk="0" h="14336" w="352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146"/>
            <p:cNvSpPr/>
            <p:nvPr/>
          </p:nvSpPr>
          <p:spPr>
            <a:xfrm>
              <a:off x="1761225" y="2554975"/>
              <a:ext cx="46300" cy="10100"/>
            </a:xfrm>
            <a:custGeom>
              <a:rect b="b" l="l" r="r" t="t"/>
              <a:pathLst>
                <a:path extrusionOk="0" h="404" w="1852">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146"/>
            <p:cNvSpPr/>
            <p:nvPr/>
          </p:nvSpPr>
          <p:spPr>
            <a:xfrm>
              <a:off x="1761225" y="2582025"/>
              <a:ext cx="46300" cy="10825"/>
            </a:xfrm>
            <a:custGeom>
              <a:rect b="b" l="l" r="r" t="t"/>
              <a:pathLst>
                <a:path extrusionOk="0" h="433" w="1852">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46"/>
            <p:cNvSpPr/>
            <p:nvPr/>
          </p:nvSpPr>
          <p:spPr>
            <a:xfrm>
              <a:off x="1832200" y="2466500"/>
              <a:ext cx="87975" cy="357625"/>
            </a:xfrm>
            <a:custGeom>
              <a:rect b="b" l="l" r="r" t="t"/>
              <a:pathLst>
                <a:path extrusionOk="0" h="14305" w="3519">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46"/>
            <p:cNvSpPr/>
            <p:nvPr/>
          </p:nvSpPr>
          <p:spPr>
            <a:xfrm>
              <a:off x="1853025" y="2734800"/>
              <a:ext cx="46325" cy="10825"/>
            </a:xfrm>
            <a:custGeom>
              <a:rect b="b" l="l" r="r" t="t"/>
              <a:pathLst>
                <a:path extrusionOk="0" h="433" w="1853">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46"/>
            <p:cNvSpPr/>
            <p:nvPr/>
          </p:nvSpPr>
          <p:spPr>
            <a:xfrm>
              <a:off x="1853025" y="2763300"/>
              <a:ext cx="46325" cy="10100"/>
            </a:xfrm>
            <a:custGeom>
              <a:rect b="b" l="l" r="r" t="t"/>
              <a:pathLst>
                <a:path extrusionOk="0" h="404" w="1853">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46"/>
            <p:cNvSpPr/>
            <p:nvPr/>
          </p:nvSpPr>
          <p:spPr>
            <a:xfrm>
              <a:off x="1924025" y="2466500"/>
              <a:ext cx="87200" cy="356475"/>
            </a:xfrm>
            <a:custGeom>
              <a:rect b="b" l="l" r="r" t="t"/>
              <a:pathLst>
                <a:path extrusionOk="0" h="14259" w="3488">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46"/>
            <p:cNvSpPr/>
            <p:nvPr/>
          </p:nvSpPr>
          <p:spPr>
            <a:xfrm>
              <a:off x="1944850" y="2639125"/>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146"/>
            <p:cNvSpPr/>
            <p:nvPr/>
          </p:nvSpPr>
          <p:spPr>
            <a:xfrm>
              <a:off x="1944850" y="2666900"/>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146"/>
            <p:cNvSpPr/>
            <p:nvPr/>
          </p:nvSpPr>
          <p:spPr>
            <a:xfrm>
              <a:off x="2015050" y="2466500"/>
              <a:ext cx="88000" cy="357625"/>
            </a:xfrm>
            <a:custGeom>
              <a:rect b="b" l="l" r="r" t="t"/>
              <a:pathLst>
                <a:path extrusionOk="0" h="14305" w="352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46"/>
            <p:cNvSpPr/>
            <p:nvPr/>
          </p:nvSpPr>
          <p:spPr>
            <a:xfrm>
              <a:off x="2035900" y="2516450"/>
              <a:ext cx="46300" cy="10825"/>
            </a:xfrm>
            <a:custGeom>
              <a:rect b="b" l="l" r="r" t="t"/>
              <a:pathLst>
                <a:path extrusionOk="0" h="433" w="1852">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46"/>
            <p:cNvSpPr/>
            <p:nvPr/>
          </p:nvSpPr>
          <p:spPr>
            <a:xfrm>
              <a:off x="2035900" y="2544225"/>
              <a:ext cx="46300" cy="10100"/>
            </a:xfrm>
            <a:custGeom>
              <a:rect b="b" l="l" r="r" t="t"/>
              <a:pathLst>
                <a:path extrusionOk="0" h="404" w="1852">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4" name="Google Shape;19594;p146"/>
          <p:cNvGrpSpPr/>
          <p:nvPr/>
        </p:nvGrpSpPr>
        <p:grpSpPr>
          <a:xfrm>
            <a:off x="3225806" y="3422591"/>
            <a:ext cx="364200" cy="362150"/>
            <a:chOff x="7731450" y="1904575"/>
            <a:chExt cx="364200" cy="362150"/>
          </a:xfrm>
        </p:grpSpPr>
        <p:sp>
          <p:nvSpPr>
            <p:cNvPr id="19595" name="Google Shape;19595;p146"/>
            <p:cNvSpPr/>
            <p:nvPr/>
          </p:nvSpPr>
          <p:spPr>
            <a:xfrm>
              <a:off x="7776975" y="2157675"/>
              <a:ext cx="75625" cy="71650"/>
            </a:xfrm>
            <a:custGeom>
              <a:rect b="b" l="l" r="r" t="t"/>
              <a:pathLst>
                <a:path extrusionOk="0" h="2866" w="3025">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46"/>
            <p:cNvSpPr/>
            <p:nvPr/>
          </p:nvSpPr>
          <p:spPr>
            <a:xfrm>
              <a:off x="7731450" y="1933150"/>
              <a:ext cx="118075" cy="114225"/>
            </a:xfrm>
            <a:custGeom>
              <a:rect b="b" l="l" r="r" t="t"/>
              <a:pathLst>
                <a:path extrusionOk="0" h="4569" w="4723">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46"/>
            <p:cNvSpPr/>
            <p:nvPr/>
          </p:nvSpPr>
          <p:spPr>
            <a:xfrm>
              <a:off x="7756900" y="1967875"/>
              <a:ext cx="61750" cy="52500"/>
            </a:xfrm>
            <a:custGeom>
              <a:rect b="b" l="l" r="r" t="t"/>
              <a:pathLst>
                <a:path extrusionOk="0" h="2100" w="247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46"/>
            <p:cNvSpPr/>
            <p:nvPr/>
          </p:nvSpPr>
          <p:spPr>
            <a:xfrm>
              <a:off x="7954425" y="2178500"/>
              <a:ext cx="102650" cy="88225"/>
            </a:xfrm>
            <a:custGeom>
              <a:rect b="b" l="l" r="r" t="t"/>
              <a:pathLst>
                <a:path extrusionOk="0" h="3529" w="4106">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46"/>
            <p:cNvSpPr/>
            <p:nvPr/>
          </p:nvSpPr>
          <p:spPr>
            <a:xfrm>
              <a:off x="7989925" y="2201075"/>
              <a:ext cx="47075" cy="43625"/>
            </a:xfrm>
            <a:custGeom>
              <a:rect b="b" l="l" r="r" t="t"/>
              <a:pathLst>
                <a:path extrusionOk="0" h="1745" w="1883">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146"/>
            <p:cNvSpPr/>
            <p:nvPr/>
          </p:nvSpPr>
          <p:spPr>
            <a:xfrm>
              <a:off x="7739900" y="1904575"/>
              <a:ext cx="355750" cy="358650"/>
            </a:xfrm>
            <a:custGeom>
              <a:rect b="b" l="l" r="r" t="t"/>
              <a:pathLst>
                <a:path extrusionOk="0" h="14346" w="1423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146"/>
            <p:cNvSpPr/>
            <p:nvPr/>
          </p:nvSpPr>
          <p:spPr>
            <a:xfrm>
              <a:off x="7965225" y="1933425"/>
              <a:ext cx="94150" cy="93900"/>
            </a:xfrm>
            <a:custGeom>
              <a:rect b="b" l="l" r="r" t="t"/>
              <a:pathLst>
                <a:path extrusionOk="0" h="3756" w="3766">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146"/>
            <p:cNvSpPr/>
            <p:nvPr/>
          </p:nvSpPr>
          <p:spPr>
            <a:xfrm>
              <a:off x="7942075" y="2075125"/>
              <a:ext cx="25500" cy="10825"/>
            </a:xfrm>
            <a:custGeom>
              <a:rect b="b" l="l" r="r" t="t"/>
              <a:pathLst>
                <a:path extrusionOk="0" h="433" w="102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146"/>
            <p:cNvSpPr/>
            <p:nvPr/>
          </p:nvSpPr>
          <p:spPr>
            <a:xfrm>
              <a:off x="7861075" y="2075125"/>
              <a:ext cx="62500" cy="10825"/>
            </a:xfrm>
            <a:custGeom>
              <a:rect b="b" l="l" r="r" t="t"/>
              <a:pathLst>
                <a:path extrusionOk="0" h="433" w="250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146"/>
            <p:cNvSpPr/>
            <p:nvPr/>
          </p:nvSpPr>
          <p:spPr>
            <a:xfrm>
              <a:off x="7861075" y="2108300"/>
              <a:ext cx="28550" cy="10825"/>
            </a:xfrm>
            <a:custGeom>
              <a:rect b="b" l="l" r="r" t="t"/>
              <a:pathLst>
                <a:path extrusionOk="0" h="433" w="1142">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46"/>
            <p:cNvSpPr/>
            <p:nvPr/>
          </p:nvSpPr>
          <p:spPr>
            <a:xfrm>
              <a:off x="7905825" y="2108300"/>
              <a:ext cx="61750" cy="10825"/>
            </a:xfrm>
            <a:custGeom>
              <a:rect b="b" l="l" r="r" t="t"/>
              <a:pathLst>
                <a:path extrusionOk="0" h="433" w="247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6" name="Google Shape;19606;p146"/>
          <p:cNvGrpSpPr/>
          <p:nvPr/>
        </p:nvGrpSpPr>
        <p:grpSpPr>
          <a:xfrm>
            <a:off x="2502775" y="3422728"/>
            <a:ext cx="361125" cy="361875"/>
            <a:chOff x="6986125" y="1904625"/>
            <a:chExt cx="361125" cy="361875"/>
          </a:xfrm>
        </p:grpSpPr>
        <p:sp>
          <p:nvSpPr>
            <p:cNvPr id="19607" name="Google Shape;19607;p146"/>
            <p:cNvSpPr/>
            <p:nvPr/>
          </p:nvSpPr>
          <p:spPr>
            <a:xfrm>
              <a:off x="6986125" y="1904625"/>
              <a:ext cx="361125" cy="361875"/>
            </a:xfrm>
            <a:custGeom>
              <a:rect b="b" l="l" r="r" t="t"/>
              <a:pathLst>
                <a:path extrusionOk="0" h="14475" w="14445">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46"/>
            <p:cNvSpPr/>
            <p:nvPr/>
          </p:nvSpPr>
          <p:spPr>
            <a:xfrm>
              <a:off x="7278550" y="2241000"/>
              <a:ext cx="23175" cy="10825"/>
            </a:xfrm>
            <a:custGeom>
              <a:rect b="b" l="l" r="r" t="t"/>
              <a:pathLst>
                <a:path extrusionOk="0" h="433" w="927">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9" name="Google Shape;19609;p146"/>
          <p:cNvGrpSpPr/>
          <p:nvPr/>
        </p:nvGrpSpPr>
        <p:grpSpPr>
          <a:xfrm>
            <a:off x="1074163" y="3975874"/>
            <a:ext cx="362650" cy="361875"/>
            <a:chOff x="4755600" y="1904625"/>
            <a:chExt cx="362650" cy="361875"/>
          </a:xfrm>
        </p:grpSpPr>
        <p:sp>
          <p:nvSpPr>
            <p:cNvPr id="19610" name="Google Shape;19610;p146"/>
            <p:cNvSpPr/>
            <p:nvPr/>
          </p:nvSpPr>
          <p:spPr>
            <a:xfrm>
              <a:off x="4847400" y="1904625"/>
              <a:ext cx="177475" cy="148150"/>
            </a:xfrm>
            <a:custGeom>
              <a:rect b="b" l="l" r="r" t="t"/>
              <a:pathLst>
                <a:path extrusionOk="0" h="5926" w="7099">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46"/>
            <p:cNvSpPr/>
            <p:nvPr/>
          </p:nvSpPr>
          <p:spPr>
            <a:xfrm>
              <a:off x="4871325" y="1923900"/>
              <a:ext cx="14675" cy="10825"/>
            </a:xfrm>
            <a:custGeom>
              <a:rect b="b" l="l" r="r" t="t"/>
              <a:pathLst>
                <a:path extrusionOk="0" h="433" w="587">
                  <a:moveTo>
                    <a:pt x="278" y="1"/>
                  </a:moveTo>
                  <a:cubicBezTo>
                    <a:pt x="0" y="1"/>
                    <a:pt x="0" y="433"/>
                    <a:pt x="278" y="433"/>
                  </a:cubicBezTo>
                  <a:cubicBezTo>
                    <a:pt x="587" y="433"/>
                    <a:pt x="58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46"/>
            <p:cNvSpPr/>
            <p:nvPr/>
          </p:nvSpPr>
          <p:spPr>
            <a:xfrm>
              <a:off x="4889075" y="1923900"/>
              <a:ext cx="13125" cy="10825"/>
            </a:xfrm>
            <a:custGeom>
              <a:rect b="b" l="l" r="r" t="t"/>
              <a:pathLst>
                <a:path extrusionOk="0" h="433" w="525">
                  <a:moveTo>
                    <a:pt x="278" y="1"/>
                  </a:moveTo>
                  <a:cubicBezTo>
                    <a:pt x="0" y="1"/>
                    <a:pt x="0" y="433"/>
                    <a:pt x="278" y="433"/>
                  </a:cubicBezTo>
                  <a:cubicBezTo>
                    <a:pt x="525" y="402"/>
                    <a:pt x="525" y="3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46"/>
            <p:cNvSpPr/>
            <p:nvPr/>
          </p:nvSpPr>
          <p:spPr>
            <a:xfrm>
              <a:off x="4906825" y="19239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46"/>
            <p:cNvSpPr/>
            <p:nvPr/>
          </p:nvSpPr>
          <p:spPr>
            <a:xfrm>
              <a:off x="4755600"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146"/>
            <p:cNvSpPr/>
            <p:nvPr/>
          </p:nvSpPr>
          <p:spPr>
            <a:xfrm>
              <a:off x="4883675"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146"/>
            <p:cNvSpPr/>
            <p:nvPr/>
          </p:nvSpPr>
          <p:spPr>
            <a:xfrm>
              <a:off x="5012525" y="2177750"/>
              <a:ext cx="105725" cy="88750"/>
            </a:xfrm>
            <a:custGeom>
              <a:rect b="b" l="l" r="r" t="t"/>
              <a:pathLst>
                <a:path extrusionOk="0" h="3550" w="4229">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146"/>
            <p:cNvSpPr/>
            <p:nvPr/>
          </p:nvSpPr>
          <p:spPr>
            <a:xfrm>
              <a:off x="4805750" y="2068375"/>
              <a:ext cx="261575" cy="87025"/>
            </a:xfrm>
            <a:custGeom>
              <a:rect b="b" l="l" r="r" t="t"/>
              <a:pathLst>
                <a:path extrusionOk="0" h="3481" w="10463">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146"/>
          <p:cNvGrpSpPr/>
          <p:nvPr/>
        </p:nvGrpSpPr>
        <p:grpSpPr>
          <a:xfrm>
            <a:off x="3974963" y="3975636"/>
            <a:ext cx="363400" cy="362350"/>
            <a:chOff x="2499600" y="1904400"/>
            <a:chExt cx="363400" cy="362350"/>
          </a:xfrm>
        </p:grpSpPr>
        <p:sp>
          <p:nvSpPr>
            <p:cNvPr id="19619" name="Google Shape;19619;p146"/>
            <p:cNvSpPr/>
            <p:nvPr/>
          </p:nvSpPr>
          <p:spPr>
            <a:xfrm>
              <a:off x="2499600" y="1904400"/>
              <a:ext cx="316350" cy="362350"/>
            </a:xfrm>
            <a:custGeom>
              <a:rect b="b" l="l" r="r" t="t"/>
              <a:pathLst>
                <a:path extrusionOk="0" h="14494" w="12654">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46"/>
            <p:cNvSpPr/>
            <p:nvPr/>
          </p:nvSpPr>
          <p:spPr>
            <a:xfrm>
              <a:off x="2819000" y="2030375"/>
              <a:ext cx="44000" cy="10825"/>
            </a:xfrm>
            <a:custGeom>
              <a:rect b="b" l="l" r="r" t="t"/>
              <a:pathLst>
                <a:path extrusionOk="0" h="433" w="176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46"/>
            <p:cNvSpPr/>
            <p:nvPr/>
          </p:nvSpPr>
          <p:spPr>
            <a:xfrm>
              <a:off x="2802275" y="1973275"/>
              <a:ext cx="39875" cy="32500"/>
            </a:xfrm>
            <a:custGeom>
              <a:rect b="b" l="l" r="r" t="t"/>
              <a:pathLst>
                <a:path extrusionOk="0" h="1300" w="1595">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146"/>
            <p:cNvSpPr/>
            <p:nvPr/>
          </p:nvSpPr>
          <p:spPr>
            <a:xfrm>
              <a:off x="2802900" y="2066575"/>
              <a:ext cx="39650" cy="32375"/>
            </a:xfrm>
            <a:custGeom>
              <a:rect b="b" l="l" r="r" t="t"/>
              <a:pathLst>
                <a:path extrusionOk="0" h="1295" w="1586">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3" name="Google Shape;19623;p146"/>
          <p:cNvGrpSpPr/>
          <p:nvPr/>
        </p:nvGrpSpPr>
        <p:grpSpPr>
          <a:xfrm>
            <a:off x="4790706" y="3975474"/>
            <a:ext cx="309425" cy="362675"/>
            <a:chOff x="4781825" y="4140750"/>
            <a:chExt cx="309425" cy="362675"/>
          </a:xfrm>
        </p:grpSpPr>
        <p:sp>
          <p:nvSpPr>
            <p:cNvPr id="19624" name="Google Shape;19624;p146"/>
            <p:cNvSpPr/>
            <p:nvPr/>
          </p:nvSpPr>
          <p:spPr>
            <a:xfrm>
              <a:off x="4781825" y="4208450"/>
              <a:ext cx="309425" cy="294975"/>
            </a:xfrm>
            <a:custGeom>
              <a:rect b="b" l="l" r="r" t="t"/>
              <a:pathLst>
                <a:path extrusionOk="0" h="11799" w="12377">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46"/>
            <p:cNvSpPr/>
            <p:nvPr/>
          </p:nvSpPr>
          <p:spPr>
            <a:xfrm>
              <a:off x="4929200" y="4434725"/>
              <a:ext cx="97825" cy="43025"/>
            </a:xfrm>
            <a:custGeom>
              <a:rect b="b" l="l" r="r" t="t"/>
              <a:pathLst>
                <a:path extrusionOk="0" h="1721" w="3913">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46"/>
            <p:cNvSpPr/>
            <p:nvPr/>
          </p:nvSpPr>
          <p:spPr>
            <a:xfrm>
              <a:off x="4799575" y="4163300"/>
              <a:ext cx="10050" cy="28200"/>
            </a:xfrm>
            <a:custGeom>
              <a:rect b="b" l="l" r="r" t="t"/>
              <a:pathLst>
                <a:path extrusionOk="0" h="1128" w="402">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146"/>
            <p:cNvSpPr/>
            <p:nvPr/>
          </p:nvSpPr>
          <p:spPr>
            <a:xfrm>
              <a:off x="4823475" y="4140750"/>
              <a:ext cx="10075" cy="50750"/>
            </a:xfrm>
            <a:custGeom>
              <a:rect b="b" l="l" r="r" t="t"/>
              <a:pathLst>
                <a:path extrusionOk="0" h="2030" w="403">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146"/>
            <p:cNvSpPr/>
            <p:nvPr/>
          </p:nvSpPr>
          <p:spPr>
            <a:xfrm>
              <a:off x="4847400" y="4163300"/>
              <a:ext cx="10050" cy="28200"/>
            </a:xfrm>
            <a:custGeom>
              <a:rect b="b" l="l" r="r" t="t"/>
              <a:pathLst>
                <a:path extrusionOk="0" h="1128" w="402">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46"/>
            <p:cNvSpPr/>
            <p:nvPr/>
          </p:nvSpPr>
          <p:spPr>
            <a:xfrm>
              <a:off x="5014825" y="4163300"/>
              <a:ext cx="10825" cy="28200"/>
            </a:xfrm>
            <a:custGeom>
              <a:rect b="b" l="l" r="r" t="t"/>
              <a:pathLst>
                <a:path extrusionOk="0" h="1128" w="433">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46"/>
            <p:cNvSpPr/>
            <p:nvPr/>
          </p:nvSpPr>
          <p:spPr>
            <a:xfrm>
              <a:off x="5038750" y="4140750"/>
              <a:ext cx="10825" cy="50750"/>
            </a:xfrm>
            <a:custGeom>
              <a:rect b="b" l="l" r="r" t="t"/>
              <a:pathLst>
                <a:path extrusionOk="0" h="2030" w="433">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46"/>
            <p:cNvSpPr/>
            <p:nvPr/>
          </p:nvSpPr>
          <p:spPr>
            <a:xfrm>
              <a:off x="5062675" y="4163300"/>
              <a:ext cx="10825" cy="28200"/>
            </a:xfrm>
            <a:custGeom>
              <a:rect b="b" l="l" r="r" t="t"/>
              <a:pathLst>
                <a:path extrusionOk="0" h="1128" w="433">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146"/>
          <p:cNvGrpSpPr/>
          <p:nvPr/>
        </p:nvGrpSpPr>
        <p:grpSpPr>
          <a:xfrm>
            <a:off x="7023275" y="3975874"/>
            <a:ext cx="315575" cy="361875"/>
            <a:chOff x="4028025" y="4141325"/>
            <a:chExt cx="315575" cy="361875"/>
          </a:xfrm>
        </p:grpSpPr>
        <p:sp>
          <p:nvSpPr>
            <p:cNvPr id="19633" name="Google Shape;19633;p146"/>
            <p:cNvSpPr/>
            <p:nvPr/>
          </p:nvSpPr>
          <p:spPr>
            <a:xfrm>
              <a:off x="4068150" y="4193775"/>
              <a:ext cx="129625" cy="10850"/>
            </a:xfrm>
            <a:custGeom>
              <a:rect b="b" l="l" r="r" t="t"/>
              <a:pathLst>
                <a:path extrusionOk="0" h="434"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146"/>
            <p:cNvSpPr/>
            <p:nvPr/>
          </p:nvSpPr>
          <p:spPr>
            <a:xfrm>
              <a:off x="4068150" y="4234675"/>
              <a:ext cx="129625" cy="10825"/>
            </a:xfrm>
            <a:custGeom>
              <a:rect b="b" l="l" r="r" t="t"/>
              <a:pathLst>
                <a:path extrusionOk="0" h="433"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46"/>
            <p:cNvSpPr/>
            <p:nvPr/>
          </p:nvSpPr>
          <p:spPr>
            <a:xfrm>
              <a:off x="4070450" y="4275575"/>
              <a:ext cx="182125" cy="92600"/>
            </a:xfrm>
            <a:custGeom>
              <a:rect b="b" l="l" r="r" t="t"/>
              <a:pathLst>
                <a:path extrusionOk="0" h="3704" w="7285">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46"/>
            <p:cNvSpPr/>
            <p:nvPr/>
          </p:nvSpPr>
          <p:spPr>
            <a:xfrm>
              <a:off x="4068150" y="4399025"/>
              <a:ext cx="186725" cy="10825"/>
            </a:xfrm>
            <a:custGeom>
              <a:rect b="b" l="l" r="r" t="t"/>
              <a:pathLst>
                <a:path extrusionOk="0" h="433" w="7469">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46"/>
            <p:cNvSpPr/>
            <p:nvPr/>
          </p:nvSpPr>
          <p:spPr>
            <a:xfrm>
              <a:off x="4069675" y="4439900"/>
              <a:ext cx="183675" cy="10825"/>
            </a:xfrm>
            <a:custGeom>
              <a:rect b="b" l="l" r="r" t="t"/>
              <a:pathLst>
                <a:path extrusionOk="0" h="433" w="7347">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46"/>
            <p:cNvSpPr/>
            <p:nvPr/>
          </p:nvSpPr>
          <p:spPr>
            <a:xfrm>
              <a:off x="4123700" y="4294800"/>
              <a:ext cx="33200" cy="28625"/>
            </a:xfrm>
            <a:custGeom>
              <a:rect b="b" l="l" r="r" t="t"/>
              <a:pathLst>
                <a:path extrusionOk="0" h="1145" w="1328">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146"/>
            <p:cNvSpPr/>
            <p:nvPr/>
          </p:nvSpPr>
          <p:spPr>
            <a:xfrm>
              <a:off x="4028025" y="4141325"/>
              <a:ext cx="315575" cy="361875"/>
            </a:xfrm>
            <a:custGeom>
              <a:rect b="b" l="l" r="r" t="t"/>
              <a:pathLst>
                <a:path extrusionOk="0" h="14475" w="12623">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0" name="Google Shape;19640;p146"/>
          <p:cNvGrpSpPr/>
          <p:nvPr/>
        </p:nvGrpSpPr>
        <p:grpSpPr>
          <a:xfrm>
            <a:off x="5475906" y="3975886"/>
            <a:ext cx="378850" cy="361850"/>
            <a:chOff x="1727275" y="1904650"/>
            <a:chExt cx="378850" cy="361850"/>
          </a:xfrm>
        </p:grpSpPr>
        <p:sp>
          <p:nvSpPr>
            <p:cNvPr id="19641" name="Google Shape;19641;p146"/>
            <p:cNvSpPr/>
            <p:nvPr/>
          </p:nvSpPr>
          <p:spPr>
            <a:xfrm>
              <a:off x="1822950" y="1927750"/>
              <a:ext cx="145850" cy="110150"/>
            </a:xfrm>
            <a:custGeom>
              <a:rect b="b" l="l" r="r" t="t"/>
              <a:pathLst>
                <a:path extrusionOk="0" h="4406" w="5834">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146"/>
            <p:cNvSpPr/>
            <p:nvPr/>
          </p:nvSpPr>
          <p:spPr>
            <a:xfrm>
              <a:off x="1727275" y="1904650"/>
              <a:ext cx="378850" cy="361850"/>
            </a:xfrm>
            <a:custGeom>
              <a:rect b="b" l="l" r="r" t="t"/>
              <a:pathLst>
                <a:path extrusionOk="0" h="14474" w="15154">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3" name="Google Shape;19643;p146"/>
          <p:cNvGrpSpPr/>
          <p:nvPr/>
        </p:nvGrpSpPr>
        <p:grpSpPr>
          <a:xfrm>
            <a:off x="2529788" y="3975486"/>
            <a:ext cx="307100" cy="362650"/>
            <a:chOff x="5533300" y="4140550"/>
            <a:chExt cx="307100" cy="362650"/>
          </a:xfrm>
        </p:grpSpPr>
        <p:sp>
          <p:nvSpPr>
            <p:cNvPr id="19644" name="Google Shape;19644;p146"/>
            <p:cNvSpPr/>
            <p:nvPr/>
          </p:nvSpPr>
          <p:spPr>
            <a:xfrm>
              <a:off x="5698425" y="4326500"/>
              <a:ext cx="109575" cy="93200"/>
            </a:xfrm>
            <a:custGeom>
              <a:rect b="b" l="l" r="r" t="t"/>
              <a:pathLst>
                <a:path extrusionOk="0" h="3728" w="4383">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146"/>
            <p:cNvSpPr/>
            <p:nvPr/>
          </p:nvSpPr>
          <p:spPr>
            <a:xfrm>
              <a:off x="5533300" y="4140550"/>
              <a:ext cx="307100" cy="362650"/>
            </a:xfrm>
            <a:custGeom>
              <a:rect b="b" l="l" r="r" t="t"/>
              <a:pathLst>
                <a:path extrusionOk="0" h="14506" w="12284">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146"/>
            <p:cNvSpPr/>
            <p:nvPr/>
          </p:nvSpPr>
          <p:spPr>
            <a:xfrm>
              <a:off x="5558000" y="41637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146"/>
            <p:cNvSpPr/>
            <p:nvPr/>
          </p:nvSpPr>
          <p:spPr>
            <a:xfrm>
              <a:off x="5576525" y="41637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46"/>
            <p:cNvSpPr/>
            <p:nvPr/>
          </p:nvSpPr>
          <p:spPr>
            <a:xfrm>
              <a:off x="5595800" y="4163700"/>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46"/>
            <p:cNvSpPr/>
            <p:nvPr/>
          </p:nvSpPr>
          <p:spPr>
            <a:xfrm>
              <a:off x="5565725" y="4216350"/>
              <a:ext cx="108800" cy="93200"/>
            </a:xfrm>
            <a:custGeom>
              <a:rect b="b" l="l" r="r" t="t"/>
              <a:pathLst>
                <a:path extrusionOk="0" h="3728" w="4352">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46"/>
            <p:cNvSpPr/>
            <p:nvPr/>
          </p:nvSpPr>
          <p:spPr>
            <a:xfrm>
              <a:off x="5561850" y="4436825"/>
              <a:ext cx="250000" cy="35525"/>
            </a:xfrm>
            <a:custGeom>
              <a:rect b="b" l="l" r="r" t="t"/>
              <a:pathLst>
                <a:path extrusionOk="0" h="1421" w="1000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146"/>
            <p:cNvSpPr/>
            <p:nvPr/>
          </p:nvSpPr>
          <p:spPr>
            <a:xfrm>
              <a:off x="5662925" y="4220025"/>
              <a:ext cx="144300" cy="86425"/>
            </a:xfrm>
            <a:custGeom>
              <a:rect b="b" l="l" r="r" t="t"/>
              <a:pathLst>
                <a:path extrusionOk="0" h="3457" w="5772">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146"/>
            <p:cNvSpPr/>
            <p:nvPr/>
          </p:nvSpPr>
          <p:spPr>
            <a:xfrm>
              <a:off x="5565725" y="4329575"/>
              <a:ext cx="144300" cy="86450"/>
            </a:xfrm>
            <a:custGeom>
              <a:rect b="b" l="l" r="r" t="t"/>
              <a:pathLst>
                <a:path extrusionOk="0" h="3458" w="5772">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3" name="Google Shape;19653;p146"/>
          <p:cNvGrpSpPr/>
          <p:nvPr/>
        </p:nvGrpSpPr>
        <p:grpSpPr>
          <a:xfrm>
            <a:off x="3986913" y="1766106"/>
            <a:ext cx="339500" cy="361250"/>
            <a:chOff x="2510400" y="4141325"/>
            <a:chExt cx="339500" cy="361250"/>
          </a:xfrm>
        </p:grpSpPr>
        <p:sp>
          <p:nvSpPr>
            <p:cNvPr id="19654" name="Google Shape;19654;p146"/>
            <p:cNvSpPr/>
            <p:nvPr/>
          </p:nvSpPr>
          <p:spPr>
            <a:xfrm>
              <a:off x="2510400" y="4141325"/>
              <a:ext cx="339500" cy="361250"/>
            </a:xfrm>
            <a:custGeom>
              <a:rect b="b" l="l" r="r" t="t"/>
              <a:pathLst>
                <a:path extrusionOk="0" h="14450" w="1358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55" name="Google Shape;19655;p146"/>
            <p:cNvGrpSpPr/>
            <p:nvPr/>
          </p:nvGrpSpPr>
          <p:grpSpPr>
            <a:xfrm>
              <a:off x="2548975" y="4180400"/>
              <a:ext cx="260800" cy="179300"/>
              <a:chOff x="2548975" y="4180400"/>
              <a:chExt cx="260800" cy="179300"/>
            </a:xfrm>
          </p:grpSpPr>
          <p:sp>
            <p:nvSpPr>
              <p:cNvPr id="19656" name="Google Shape;19656;p146"/>
              <p:cNvSpPr/>
              <p:nvPr/>
            </p:nvSpPr>
            <p:spPr>
              <a:xfrm>
                <a:off x="2687075" y="4180400"/>
                <a:ext cx="122700" cy="122200"/>
              </a:xfrm>
              <a:custGeom>
                <a:rect b="b" l="l" r="r" t="t"/>
                <a:pathLst>
                  <a:path extrusionOk="0" h="4888" w="4908">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146"/>
              <p:cNvSpPr/>
              <p:nvPr/>
            </p:nvSpPr>
            <p:spPr>
              <a:xfrm>
                <a:off x="2548975" y="4277875"/>
                <a:ext cx="85650" cy="81825"/>
              </a:xfrm>
              <a:custGeom>
                <a:rect b="b" l="l" r="r" t="t"/>
                <a:pathLst>
                  <a:path extrusionOk="0" h="3273" w="3426">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58" name="Google Shape;19658;p146"/>
            <p:cNvSpPr/>
            <p:nvPr/>
          </p:nvSpPr>
          <p:spPr>
            <a:xfrm>
              <a:off x="2654675" y="4401500"/>
              <a:ext cx="61750" cy="53100"/>
            </a:xfrm>
            <a:custGeom>
              <a:rect b="b" l="l" r="r" t="t"/>
              <a:pathLst>
                <a:path extrusionOk="0" h="2124" w="247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9" name="Google Shape;19659;p146"/>
          <p:cNvGrpSpPr/>
          <p:nvPr/>
        </p:nvGrpSpPr>
        <p:grpSpPr>
          <a:xfrm>
            <a:off x="1769581" y="3975874"/>
            <a:ext cx="361875" cy="361875"/>
            <a:chOff x="4004875" y="1904625"/>
            <a:chExt cx="361875" cy="361875"/>
          </a:xfrm>
        </p:grpSpPr>
        <p:sp>
          <p:nvSpPr>
            <p:cNvPr id="19660" name="Google Shape;19660;p146"/>
            <p:cNvSpPr/>
            <p:nvPr/>
          </p:nvSpPr>
          <p:spPr>
            <a:xfrm>
              <a:off x="4114425" y="1994900"/>
              <a:ext cx="35050" cy="51675"/>
            </a:xfrm>
            <a:custGeom>
              <a:rect b="b" l="l" r="r" t="t"/>
              <a:pathLst>
                <a:path extrusionOk="0" h="2067" w="1402">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146"/>
            <p:cNvSpPr/>
            <p:nvPr/>
          </p:nvSpPr>
          <p:spPr>
            <a:xfrm>
              <a:off x="4222750" y="1994900"/>
              <a:ext cx="33675" cy="51675"/>
            </a:xfrm>
            <a:custGeom>
              <a:rect b="b" l="l" r="r" t="t"/>
              <a:pathLst>
                <a:path extrusionOk="0" h="2067" w="1347">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146"/>
            <p:cNvSpPr/>
            <p:nvPr/>
          </p:nvSpPr>
          <p:spPr>
            <a:xfrm>
              <a:off x="4165875" y="1982250"/>
              <a:ext cx="39625" cy="75850"/>
            </a:xfrm>
            <a:custGeom>
              <a:rect b="b" l="l" r="r" t="t"/>
              <a:pathLst>
                <a:path extrusionOk="0" h="3034" w="1585">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146"/>
            <p:cNvSpPr/>
            <p:nvPr/>
          </p:nvSpPr>
          <p:spPr>
            <a:xfrm>
              <a:off x="4004875" y="1904625"/>
              <a:ext cx="361875" cy="361875"/>
            </a:xfrm>
            <a:custGeom>
              <a:rect b="b" l="l" r="r" t="t"/>
              <a:pathLst>
                <a:path extrusionOk="0" h="14475" w="14475">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46"/>
            <p:cNvSpPr/>
            <p:nvPr/>
          </p:nvSpPr>
          <p:spPr>
            <a:xfrm>
              <a:off x="408742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46"/>
            <p:cNvSpPr/>
            <p:nvPr/>
          </p:nvSpPr>
          <p:spPr>
            <a:xfrm>
              <a:off x="410517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146"/>
            <p:cNvSpPr/>
            <p:nvPr/>
          </p:nvSpPr>
          <p:spPr>
            <a:xfrm>
              <a:off x="4122925" y="1926225"/>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7" name="Google Shape;19667;p146"/>
          <p:cNvGrpSpPr/>
          <p:nvPr/>
        </p:nvGrpSpPr>
        <p:grpSpPr>
          <a:xfrm>
            <a:off x="1074150" y="1796643"/>
            <a:ext cx="362675" cy="300175"/>
            <a:chOff x="1740375" y="4172175"/>
            <a:chExt cx="362675" cy="300175"/>
          </a:xfrm>
        </p:grpSpPr>
        <p:sp>
          <p:nvSpPr>
            <p:cNvPr id="19668" name="Google Shape;19668;p146"/>
            <p:cNvSpPr/>
            <p:nvPr/>
          </p:nvSpPr>
          <p:spPr>
            <a:xfrm>
              <a:off x="1740375" y="4172175"/>
              <a:ext cx="362675" cy="300175"/>
            </a:xfrm>
            <a:custGeom>
              <a:rect b="b" l="l" r="r" t="t"/>
              <a:pathLst>
                <a:path extrusionOk="0" h="12007" w="14507">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46"/>
            <p:cNvSpPr/>
            <p:nvPr/>
          </p:nvSpPr>
          <p:spPr>
            <a:xfrm>
              <a:off x="17720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46"/>
            <p:cNvSpPr/>
            <p:nvPr/>
          </p:nvSpPr>
          <p:spPr>
            <a:xfrm>
              <a:off x="1806750" y="4197650"/>
              <a:ext cx="22400" cy="19050"/>
            </a:xfrm>
            <a:custGeom>
              <a:rect b="b" l="l" r="r" t="t"/>
              <a:pathLst>
                <a:path extrusionOk="0" h="762" w="896">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146"/>
            <p:cNvSpPr/>
            <p:nvPr/>
          </p:nvSpPr>
          <p:spPr>
            <a:xfrm>
              <a:off x="18399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146"/>
            <p:cNvSpPr/>
            <p:nvPr/>
          </p:nvSpPr>
          <p:spPr>
            <a:xfrm>
              <a:off x="1775875" y="4262450"/>
              <a:ext cx="290125" cy="104950"/>
            </a:xfrm>
            <a:custGeom>
              <a:rect b="b" l="l" r="r" t="t"/>
              <a:pathLst>
                <a:path extrusionOk="0" h="4198" w="11605">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46"/>
            <p:cNvSpPr/>
            <p:nvPr/>
          </p:nvSpPr>
          <p:spPr>
            <a:xfrm>
              <a:off x="1991900" y="4300250"/>
              <a:ext cx="44775" cy="10825"/>
            </a:xfrm>
            <a:custGeom>
              <a:rect b="b" l="l" r="r" t="t"/>
              <a:pathLst>
                <a:path extrusionOk="0" h="433" w="1791">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46"/>
            <p:cNvSpPr/>
            <p:nvPr/>
          </p:nvSpPr>
          <p:spPr>
            <a:xfrm>
              <a:off x="1964125" y="4324175"/>
              <a:ext cx="72550" cy="10050"/>
            </a:xfrm>
            <a:custGeom>
              <a:rect b="b" l="l" r="r" t="t"/>
              <a:pathLst>
                <a:path extrusionOk="0" h="402" w="2902">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46"/>
            <p:cNvSpPr/>
            <p:nvPr/>
          </p:nvSpPr>
          <p:spPr>
            <a:xfrm>
              <a:off x="1773550" y="4386675"/>
              <a:ext cx="130425" cy="10825"/>
            </a:xfrm>
            <a:custGeom>
              <a:rect b="b" l="l" r="r" t="t"/>
              <a:pathLst>
                <a:path extrusionOk="0" h="433" w="5217">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146"/>
            <p:cNvSpPr/>
            <p:nvPr/>
          </p:nvSpPr>
          <p:spPr>
            <a:xfrm>
              <a:off x="1773550" y="4411375"/>
              <a:ext cx="130425" cy="10825"/>
            </a:xfrm>
            <a:custGeom>
              <a:rect b="b" l="l" r="r" t="t"/>
              <a:pathLst>
                <a:path extrusionOk="0" h="433" w="5217">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146"/>
            <p:cNvSpPr/>
            <p:nvPr/>
          </p:nvSpPr>
          <p:spPr>
            <a:xfrm>
              <a:off x="1773550" y="4434500"/>
              <a:ext cx="130425" cy="10825"/>
            </a:xfrm>
            <a:custGeom>
              <a:rect b="b" l="l" r="r" t="t"/>
              <a:pathLst>
                <a:path extrusionOk="0" h="433" w="5217">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8" name="Google Shape;19678;p146"/>
          <p:cNvGrpSpPr/>
          <p:nvPr/>
        </p:nvGrpSpPr>
        <p:grpSpPr>
          <a:xfrm>
            <a:off x="7721420" y="3975874"/>
            <a:ext cx="361875" cy="361875"/>
            <a:chOff x="980425" y="1904625"/>
            <a:chExt cx="361875" cy="361875"/>
          </a:xfrm>
        </p:grpSpPr>
        <p:sp>
          <p:nvSpPr>
            <p:cNvPr id="19679" name="Google Shape;19679;p146"/>
            <p:cNvSpPr/>
            <p:nvPr/>
          </p:nvSpPr>
          <p:spPr>
            <a:xfrm>
              <a:off x="980425" y="1904625"/>
              <a:ext cx="361875" cy="361875"/>
            </a:xfrm>
            <a:custGeom>
              <a:rect b="b" l="l" r="r" t="t"/>
              <a:pathLst>
                <a:path extrusionOk="0" h="14475" w="14475">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146"/>
            <p:cNvSpPr/>
            <p:nvPr/>
          </p:nvSpPr>
          <p:spPr>
            <a:xfrm>
              <a:off x="1054750" y="1995075"/>
              <a:ext cx="54275" cy="54450"/>
            </a:xfrm>
            <a:custGeom>
              <a:rect b="b" l="l" r="r" t="t"/>
              <a:pathLst>
                <a:path extrusionOk="0" h="2178" w="2171">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46"/>
            <p:cNvSpPr/>
            <p:nvPr/>
          </p:nvSpPr>
          <p:spPr>
            <a:xfrm>
              <a:off x="1221125" y="1993225"/>
              <a:ext cx="39375" cy="56475"/>
            </a:xfrm>
            <a:custGeom>
              <a:rect b="b" l="l" r="r" t="t"/>
              <a:pathLst>
                <a:path extrusionOk="0" h="2259" w="1575">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46"/>
            <p:cNvSpPr/>
            <p:nvPr/>
          </p:nvSpPr>
          <p:spPr>
            <a:xfrm>
              <a:off x="10313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146"/>
            <p:cNvSpPr/>
            <p:nvPr/>
          </p:nvSpPr>
          <p:spPr>
            <a:xfrm>
              <a:off x="1049850"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146"/>
            <p:cNvSpPr/>
            <p:nvPr/>
          </p:nvSpPr>
          <p:spPr>
            <a:xfrm>
              <a:off x="10676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46"/>
            <p:cNvSpPr/>
            <p:nvPr/>
          </p:nvSpPr>
          <p:spPr>
            <a:xfrm>
              <a:off x="1190275" y="1926225"/>
              <a:ext cx="14675" cy="10825"/>
            </a:xfrm>
            <a:custGeom>
              <a:rect b="b" l="l" r="r" t="t"/>
              <a:pathLst>
                <a:path extrusionOk="0" h="433" w="587">
                  <a:moveTo>
                    <a:pt x="278" y="0"/>
                  </a:moveTo>
                  <a:cubicBezTo>
                    <a:pt x="0" y="0"/>
                    <a:pt x="0" y="432"/>
                    <a:pt x="278" y="432"/>
                  </a:cubicBezTo>
                  <a:cubicBezTo>
                    <a:pt x="587" y="432"/>
                    <a:pt x="58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46"/>
            <p:cNvSpPr/>
            <p:nvPr/>
          </p:nvSpPr>
          <p:spPr>
            <a:xfrm>
              <a:off x="12088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46"/>
            <p:cNvSpPr/>
            <p:nvPr/>
          </p:nvSpPr>
          <p:spPr>
            <a:xfrm>
              <a:off x="12265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8" name="Google Shape;19688;p146"/>
          <p:cNvGrpSpPr/>
          <p:nvPr/>
        </p:nvGrpSpPr>
        <p:grpSpPr>
          <a:xfrm>
            <a:off x="6265756" y="3975686"/>
            <a:ext cx="367275" cy="362250"/>
            <a:chOff x="7726050" y="4141325"/>
            <a:chExt cx="367275" cy="362250"/>
          </a:xfrm>
        </p:grpSpPr>
        <p:sp>
          <p:nvSpPr>
            <p:cNvPr id="19689" name="Google Shape;19689;p146"/>
            <p:cNvSpPr/>
            <p:nvPr/>
          </p:nvSpPr>
          <p:spPr>
            <a:xfrm>
              <a:off x="7793175" y="4357550"/>
              <a:ext cx="60200" cy="109000"/>
            </a:xfrm>
            <a:custGeom>
              <a:rect b="b" l="l" r="r" t="t"/>
              <a:pathLst>
                <a:path extrusionOk="0" h="4360" w="2408">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46"/>
            <p:cNvSpPr/>
            <p:nvPr/>
          </p:nvSpPr>
          <p:spPr>
            <a:xfrm>
              <a:off x="7726050" y="4141325"/>
              <a:ext cx="367275" cy="362250"/>
            </a:xfrm>
            <a:custGeom>
              <a:rect b="b" l="l" r="r" t="t"/>
              <a:pathLst>
                <a:path extrusionOk="0" h="14490" w="14691">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1" name="Google Shape;19691;p146"/>
          <p:cNvSpPr/>
          <p:nvPr/>
        </p:nvSpPr>
        <p:spPr>
          <a:xfrm>
            <a:off x="3973788" y="2326499"/>
            <a:ext cx="365750" cy="362875"/>
          </a:xfrm>
          <a:custGeom>
            <a:rect b="b" l="l" r="r" t="t"/>
            <a:pathLst>
              <a:path extrusionOk="0" h="14515" w="1463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92" name="Google Shape;19692;p146"/>
          <p:cNvGrpSpPr/>
          <p:nvPr/>
        </p:nvGrpSpPr>
        <p:grpSpPr>
          <a:xfrm>
            <a:off x="6994725" y="3422853"/>
            <a:ext cx="372675" cy="361625"/>
            <a:chOff x="3994075" y="2464225"/>
            <a:chExt cx="372675" cy="361625"/>
          </a:xfrm>
        </p:grpSpPr>
        <p:sp>
          <p:nvSpPr>
            <p:cNvPr id="19693" name="Google Shape;19693;p146"/>
            <p:cNvSpPr/>
            <p:nvPr/>
          </p:nvSpPr>
          <p:spPr>
            <a:xfrm>
              <a:off x="4058100" y="2612900"/>
              <a:ext cx="157425" cy="134825"/>
            </a:xfrm>
            <a:custGeom>
              <a:rect b="b" l="l" r="r" t="t"/>
              <a:pathLst>
                <a:path extrusionOk="0" h="5393" w="6297">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146"/>
            <p:cNvSpPr/>
            <p:nvPr/>
          </p:nvSpPr>
          <p:spPr>
            <a:xfrm>
              <a:off x="4128325" y="2639125"/>
              <a:ext cx="44000" cy="81025"/>
            </a:xfrm>
            <a:custGeom>
              <a:rect b="b" l="l" r="r" t="t"/>
              <a:pathLst>
                <a:path extrusionOk="0" h="3241" w="176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46"/>
            <p:cNvSpPr/>
            <p:nvPr/>
          </p:nvSpPr>
          <p:spPr>
            <a:xfrm>
              <a:off x="4138350" y="2690825"/>
              <a:ext cx="25" cy="800"/>
            </a:xfrm>
            <a:custGeom>
              <a:rect b="b" l="l" r="r" t="t"/>
              <a:pathLst>
                <a:path extrusionOk="0" h="32" w="1">
                  <a:moveTo>
                    <a:pt x="1" y="31"/>
                  </a:moveTo>
                  <a:cubicBezTo>
                    <a:pt x="1" y="0"/>
                    <a:pt x="1" y="0"/>
                    <a:pt x="1" y="0"/>
                  </a:cubicBezTo>
                  <a:lnTo>
                    <a:pt x="1" y="0"/>
                  </a:lnTo>
                  <a:cubicBezTo>
                    <a:pt x="1" y="0"/>
                    <a:pt x="1"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46"/>
            <p:cNvSpPr/>
            <p:nvPr/>
          </p:nvSpPr>
          <p:spPr>
            <a:xfrm>
              <a:off x="4328925" y="2762000"/>
              <a:ext cx="10825" cy="35325"/>
            </a:xfrm>
            <a:custGeom>
              <a:rect b="b" l="l" r="r" t="t"/>
              <a:pathLst>
                <a:path extrusionOk="0" h="1413" w="433">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146"/>
            <p:cNvSpPr/>
            <p:nvPr/>
          </p:nvSpPr>
          <p:spPr>
            <a:xfrm>
              <a:off x="3994075" y="2464225"/>
              <a:ext cx="372675" cy="361625"/>
            </a:xfrm>
            <a:custGeom>
              <a:rect b="b" l="l" r="r" t="t"/>
              <a:pathLst>
                <a:path extrusionOk="0" h="14465" w="14907">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146"/>
            <p:cNvSpPr/>
            <p:nvPr/>
          </p:nvSpPr>
          <p:spPr>
            <a:xfrm>
              <a:off x="4253325" y="2682325"/>
              <a:ext cx="86425" cy="41700"/>
            </a:xfrm>
            <a:custGeom>
              <a:rect b="b" l="l" r="r" t="t"/>
              <a:pathLst>
                <a:path extrusionOk="0" h="1668" w="3457">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146"/>
            <p:cNvSpPr/>
            <p:nvPr/>
          </p:nvSpPr>
          <p:spPr>
            <a:xfrm>
              <a:off x="4252550" y="2740150"/>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146"/>
            <p:cNvSpPr/>
            <p:nvPr/>
          </p:nvSpPr>
          <p:spPr>
            <a:xfrm>
              <a:off x="4277225" y="2740150"/>
              <a:ext cx="14675" cy="10100"/>
            </a:xfrm>
            <a:custGeom>
              <a:rect b="b" l="l" r="r" t="t"/>
              <a:pathLst>
                <a:path extrusionOk="0" h="404" w="587">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146"/>
            <p:cNvSpPr/>
            <p:nvPr/>
          </p:nvSpPr>
          <p:spPr>
            <a:xfrm>
              <a:off x="4301925" y="2740150"/>
              <a:ext cx="14675" cy="10100"/>
            </a:xfrm>
            <a:custGeom>
              <a:rect b="b" l="l" r="r" t="t"/>
              <a:pathLst>
                <a:path extrusionOk="0" h="404" w="587">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46"/>
            <p:cNvSpPr/>
            <p:nvPr/>
          </p:nvSpPr>
          <p:spPr>
            <a:xfrm>
              <a:off x="4327375" y="2740150"/>
              <a:ext cx="13900" cy="10100"/>
            </a:xfrm>
            <a:custGeom>
              <a:rect b="b" l="l" r="r" t="t"/>
              <a:pathLst>
                <a:path extrusionOk="0" h="404" w="556">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46"/>
            <p:cNvSpPr/>
            <p:nvPr/>
          </p:nvSpPr>
          <p:spPr>
            <a:xfrm>
              <a:off x="4252550" y="2763300"/>
              <a:ext cx="13900" cy="10100"/>
            </a:xfrm>
            <a:custGeom>
              <a:rect b="b" l="l" r="r" t="t"/>
              <a:pathLst>
                <a:path extrusionOk="0" h="404" w="556">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146"/>
            <p:cNvSpPr/>
            <p:nvPr/>
          </p:nvSpPr>
          <p:spPr>
            <a:xfrm>
              <a:off x="4277225" y="2763300"/>
              <a:ext cx="14675" cy="10100"/>
            </a:xfrm>
            <a:custGeom>
              <a:rect b="b" l="l" r="r" t="t"/>
              <a:pathLst>
                <a:path extrusionOk="0" h="404" w="587">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146"/>
            <p:cNvSpPr/>
            <p:nvPr/>
          </p:nvSpPr>
          <p:spPr>
            <a:xfrm>
              <a:off x="4301925" y="2761800"/>
              <a:ext cx="14675" cy="10825"/>
            </a:xfrm>
            <a:custGeom>
              <a:rect b="b" l="l" r="r" t="t"/>
              <a:pathLst>
                <a:path extrusionOk="0" h="433" w="587">
                  <a:moveTo>
                    <a:pt x="309" y="0"/>
                  </a:moveTo>
                  <a:cubicBezTo>
                    <a:pt x="0" y="0"/>
                    <a:pt x="0" y="433"/>
                    <a:pt x="309" y="433"/>
                  </a:cubicBezTo>
                  <a:cubicBezTo>
                    <a:pt x="587" y="433"/>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46"/>
            <p:cNvSpPr/>
            <p:nvPr/>
          </p:nvSpPr>
          <p:spPr>
            <a:xfrm>
              <a:off x="4252550" y="27865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46"/>
            <p:cNvSpPr/>
            <p:nvPr/>
          </p:nvSpPr>
          <p:spPr>
            <a:xfrm>
              <a:off x="4277225" y="2786500"/>
              <a:ext cx="14700" cy="10825"/>
            </a:xfrm>
            <a:custGeom>
              <a:rect b="b" l="l" r="r" t="t"/>
              <a:pathLst>
                <a:path extrusionOk="0" h="433" w="588">
                  <a:moveTo>
                    <a:pt x="279" y="0"/>
                  </a:moveTo>
                  <a:cubicBezTo>
                    <a:pt x="1" y="0"/>
                    <a:pt x="1" y="432"/>
                    <a:pt x="279" y="432"/>
                  </a:cubicBezTo>
                  <a:cubicBezTo>
                    <a:pt x="587" y="432"/>
                    <a:pt x="587"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46"/>
            <p:cNvSpPr/>
            <p:nvPr/>
          </p:nvSpPr>
          <p:spPr>
            <a:xfrm>
              <a:off x="4301925" y="27865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09" name="Google Shape;19709;p146"/>
          <p:cNvSpPr/>
          <p:nvPr/>
        </p:nvSpPr>
        <p:spPr>
          <a:xfrm>
            <a:off x="4763331" y="1768868"/>
            <a:ext cx="364175" cy="355725"/>
          </a:xfrm>
          <a:custGeom>
            <a:rect b="b" l="l" r="r" t="t"/>
            <a:pathLst>
              <a:path extrusionOk="0" h="14229" w="14567">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10" name="Google Shape;19710;p146"/>
          <p:cNvGrpSpPr/>
          <p:nvPr/>
        </p:nvGrpSpPr>
        <p:grpSpPr>
          <a:xfrm>
            <a:off x="1074538" y="3466328"/>
            <a:ext cx="361900" cy="274675"/>
            <a:chOff x="5505525" y="1948600"/>
            <a:chExt cx="361900" cy="274675"/>
          </a:xfrm>
        </p:grpSpPr>
        <p:sp>
          <p:nvSpPr>
            <p:cNvPr id="19711" name="Google Shape;19711;p146"/>
            <p:cNvSpPr/>
            <p:nvPr/>
          </p:nvSpPr>
          <p:spPr>
            <a:xfrm>
              <a:off x="5505525" y="1948600"/>
              <a:ext cx="361900" cy="274675"/>
            </a:xfrm>
            <a:custGeom>
              <a:rect b="b" l="l" r="r" t="t"/>
              <a:pathLst>
                <a:path extrusionOk="0" h="10987" w="14476">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46"/>
            <p:cNvSpPr/>
            <p:nvPr/>
          </p:nvSpPr>
          <p:spPr>
            <a:xfrm>
              <a:off x="5632850" y="2094425"/>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46"/>
            <p:cNvSpPr/>
            <p:nvPr/>
          </p:nvSpPr>
          <p:spPr>
            <a:xfrm>
              <a:off x="5632850" y="2146075"/>
              <a:ext cx="114200" cy="10075"/>
            </a:xfrm>
            <a:custGeom>
              <a:rect b="b" l="l" r="r" t="t"/>
              <a:pathLst>
                <a:path extrusionOk="0" h="403" w="4568">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146"/>
            <p:cNvSpPr/>
            <p:nvPr/>
          </p:nvSpPr>
          <p:spPr>
            <a:xfrm>
              <a:off x="5632850" y="2170800"/>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146"/>
            <p:cNvSpPr/>
            <p:nvPr/>
          </p:nvSpPr>
          <p:spPr>
            <a:xfrm>
              <a:off x="5632850" y="2119875"/>
              <a:ext cx="114200" cy="10825"/>
            </a:xfrm>
            <a:custGeom>
              <a:rect b="b" l="l" r="r" t="t"/>
              <a:pathLst>
                <a:path extrusionOk="0" h="433" w="4568">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146"/>
            <p:cNvSpPr/>
            <p:nvPr/>
          </p:nvSpPr>
          <p:spPr>
            <a:xfrm>
              <a:off x="5543350" y="2093650"/>
              <a:ext cx="75625" cy="87975"/>
            </a:xfrm>
            <a:custGeom>
              <a:rect b="b" l="l" r="r" t="t"/>
              <a:pathLst>
                <a:path extrusionOk="0" h="3519" w="3025">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46"/>
            <p:cNvSpPr/>
            <p:nvPr/>
          </p:nvSpPr>
          <p:spPr>
            <a:xfrm>
              <a:off x="5543350" y="1989475"/>
              <a:ext cx="206025" cy="79500"/>
            </a:xfrm>
            <a:custGeom>
              <a:rect b="b" l="l" r="r" t="t"/>
              <a:pathLst>
                <a:path extrusionOk="0" h="3180" w="8241">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18" name="Google Shape;19718;p146"/>
          <p:cNvSpPr/>
          <p:nvPr/>
        </p:nvSpPr>
        <p:spPr>
          <a:xfrm>
            <a:off x="1769969" y="3422341"/>
            <a:ext cx="361100" cy="362650"/>
          </a:xfrm>
          <a:custGeom>
            <a:rect b="b" l="l" r="r" t="t"/>
            <a:pathLst>
              <a:path extrusionOk="0" h="14506" w="14444">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19" name="Google Shape;19719;p146"/>
          <p:cNvGrpSpPr/>
          <p:nvPr/>
        </p:nvGrpSpPr>
        <p:grpSpPr>
          <a:xfrm>
            <a:off x="6259581" y="2326611"/>
            <a:ext cx="379625" cy="362650"/>
            <a:chOff x="2488025" y="3563250"/>
            <a:chExt cx="379625" cy="362650"/>
          </a:xfrm>
        </p:grpSpPr>
        <p:sp>
          <p:nvSpPr>
            <p:cNvPr id="19720" name="Google Shape;19720;p146"/>
            <p:cNvSpPr/>
            <p:nvPr/>
          </p:nvSpPr>
          <p:spPr>
            <a:xfrm>
              <a:off x="2767325" y="3563625"/>
              <a:ext cx="32425" cy="28950"/>
            </a:xfrm>
            <a:custGeom>
              <a:rect b="b" l="l" r="r" t="t"/>
              <a:pathLst>
                <a:path extrusionOk="0" h="1158" w="1297">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146"/>
            <p:cNvSpPr/>
            <p:nvPr/>
          </p:nvSpPr>
          <p:spPr>
            <a:xfrm>
              <a:off x="2758050" y="3712525"/>
              <a:ext cx="33200" cy="28975"/>
            </a:xfrm>
            <a:custGeom>
              <a:rect b="b" l="l" r="r" t="t"/>
              <a:pathLst>
                <a:path extrusionOk="0" h="1159" w="1328">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146"/>
            <p:cNvSpPr/>
            <p:nvPr/>
          </p:nvSpPr>
          <p:spPr>
            <a:xfrm>
              <a:off x="2561300" y="3686100"/>
              <a:ext cx="32450" cy="28575"/>
            </a:xfrm>
            <a:custGeom>
              <a:rect b="b" l="l" r="r" t="t"/>
              <a:pathLst>
                <a:path extrusionOk="0" h="1143" w="1298">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146"/>
            <p:cNvSpPr/>
            <p:nvPr/>
          </p:nvSpPr>
          <p:spPr>
            <a:xfrm>
              <a:off x="2497275" y="3821325"/>
              <a:ext cx="33200" cy="29525"/>
            </a:xfrm>
            <a:custGeom>
              <a:rect b="b" l="l" r="r" t="t"/>
              <a:pathLst>
                <a:path extrusionOk="0" h="1181" w="1328">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146"/>
            <p:cNvSpPr/>
            <p:nvPr/>
          </p:nvSpPr>
          <p:spPr>
            <a:xfrm>
              <a:off x="2831350" y="3821325"/>
              <a:ext cx="29350" cy="29725"/>
            </a:xfrm>
            <a:custGeom>
              <a:rect b="b" l="l" r="r" t="t"/>
              <a:pathLst>
                <a:path extrusionOk="0" h="1189" w="1174">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46"/>
            <p:cNvSpPr/>
            <p:nvPr/>
          </p:nvSpPr>
          <p:spPr>
            <a:xfrm>
              <a:off x="2794325" y="3895975"/>
              <a:ext cx="32425" cy="29350"/>
            </a:xfrm>
            <a:custGeom>
              <a:rect b="b" l="l" r="r" t="t"/>
              <a:pathLst>
                <a:path extrusionOk="0" h="1174" w="1297">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46"/>
            <p:cNvSpPr/>
            <p:nvPr/>
          </p:nvSpPr>
          <p:spPr>
            <a:xfrm>
              <a:off x="2532775" y="3895575"/>
              <a:ext cx="33175" cy="30325"/>
            </a:xfrm>
            <a:custGeom>
              <a:rect b="b" l="l" r="r" t="t"/>
              <a:pathLst>
                <a:path extrusionOk="0" h="1213" w="1327">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46"/>
            <p:cNvSpPr/>
            <p:nvPr/>
          </p:nvSpPr>
          <p:spPr>
            <a:xfrm>
              <a:off x="2488025" y="3563250"/>
              <a:ext cx="379625" cy="362075"/>
            </a:xfrm>
            <a:custGeom>
              <a:rect b="b" l="l" r="r" t="t"/>
              <a:pathLst>
                <a:path extrusionOk="0" h="14483" w="15185">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8" name="Google Shape;19728;p146"/>
          <p:cNvGrpSpPr/>
          <p:nvPr/>
        </p:nvGrpSpPr>
        <p:grpSpPr>
          <a:xfrm>
            <a:off x="6268069" y="2882555"/>
            <a:ext cx="362650" cy="362500"/>
            <a:chOff x="6250075" y="2464125"/>
            <a:chExt cx="362650" cy="362500"/>
          </a:xfrm>
        </p:grpSpPr>
        <p:sp>
          <p:nvSpPr>
            <p:cNvPr id="19729" name="Google Shape;19729;p146"/>
            <p:cNvSpPr/>
            <p:nvPr/>
          </p:nvSpPr>
          <p:spPr>
            <a:xfrm>
              <a:off x="6250075" y="2464125"/>
              <a:ext cx="362650" cy="362500"/>
            </a:xfrm>
            <a:custGeom>
              <a:rect b="b" l="l" r="r" t="t"/>
              <a:pathLst>
                <a:path extrusionOk="0" h="14500" w="14506">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46"/>
            <p:cNvSpPr/>
            <p:nvPr/>
          </p:nvSpPr>
          <p:spPr>
            <a:xfrm>
              <a:off x="6275525" y="2637900"/>
              <a:ext cx="44775" cy="39050"/>
            </a:xfrm>
            <a:custGeom>
              <a:rect b="b" l="l" r="r" t="t"/>
              <a:pathLst>
                <a:path extrusionOk="0" h="1562" w="1791">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146"/>
            <p:cNvSpPr/>
            <p:nvPr/>
          </p:nvSpPr>
          <p:spPr>
            <a:xfrm>
              <a:off x="6536325" y="2542875"/>
              <a:ext cx="32425" cy="28950"/>
            </a:xfrm>
            <a:custGeom>
              <a:rect b="b" l="l" r="r" t="t"/>
              <a:pathLst>
                <a:path extrusionOk="0" h="1158" w="1297">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146"/>
            <p:cNvSpPr/>
            <p:nvPr/>
          </p:nvSpPr>
          <p:spPr>
            <a:xfrm>
              <a:off x="6512400" y="2464175"/>
              <a:ext cx="32425" cy="28950"/>
            </a:xfrm>
            <a:custGeom>
              <a:rect b="b" l="l" r="r" t="t"/>
              <a:pathLst>
                <a:path extrusionOk="0" h="1158" w="1297">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46"/>
            <p:cNvSpPr/>
            <p:nvPr/>
          </p:nvSpPr>
          <p:spPr>
            <a:xfrm>
              <a:off x="6368900" y="2505850"/>
              <a:ext cx="32425" cy="29150"/>
            </a:xfrm>
            <a:custGeom>
              <a:rect b="b" l="l" r="r" t="t"/>
              <a:pathLst>
                <a:path extrusionOk="0" h="1166" w="1297">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4" name="Google Shape;19734;p146"/>
          <p:cNvGrpSpPr/>
          <p:nvPr/>
        </p:nvGrpSpPr>
        <p:grpSpPr>
          <a:xfrm>
            <a:off x="5484381" y="2327374"/>
            <a:ext cx="361900" cy="361125"/>
            <a:chOff x="1740375" y="3563425"/>
            <a:chExt cx="361900" cy="361125"/>
          </a:xfrm>
        </p:grpSpPr>
        <p:sp>
          <p:nvSpPr>
            <p:cNvPr id="19735" name="Google Shape;19735;p146"/>
            <p:cNvSpPr/>
            <p:nvPr/>
          </p:nvSpPr>
          <p:spPr>
            <a:xfrm>
              <a:off x="1758900" y="3629800"/>
              <a:ext cx="133500" cy="115050"/>
            </a:xfrm>
            <a:custGeom>
              <a:rect b="b" l="l" r="r" t="t"/>
              <a:pathLst>
                <a:path extrusionOk="0" h="4602" w="534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146"/>
            <p:cNvSpPr/>
            <p:nvPr/>
          </p:nvSpPr>
          <p:spPr>
            <a:xfrm>
              <a:off x="1740375" y="3563425"/>
              <a:ext cx="361900" cy="361125"/>
            </a:xfrm>
            <a:custGeom>
              <a:rect b="b" l="l" r="r" t="t"/>
              <a:pathLst>
                <a:path extrusionOk="0" h="14445" w="14476">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146"/>
            <p:cNvSpPr/>
            <p:nvPr/>
          </p:nvSpPr>
          <p:spPr>
            <a:xfrm>
              <a:off x="1775875" y="3759400"/>
              <a:ext cx="116525" cy="10050"/>
            </a:xfrm>
            <a:custGeom>
              <a:rect b="b" l="l" r="r" t="t"/>
              <a:pathLst>
                <a:path extrusionOk="0" h="402" w="4661">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46"/>
            <p:cNvSpPr/>
            <p:nvPr/>
          </p:nvSpPr>
          <p:spPr>
            <a:xfrm>
              <a:off x="1775875" y="3784100"/>
              <a:ext cx="85675" cy="10825"/>
            </a:xfrm>
            <a:custGeom>
              <a:rect b="b" l="l" r="r" t="t"/>
              <a:pathLst>
                <a:path extrusionOk="0" h="433" w="3427">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46"/>
            <p:cNvSpPr/>
            <p:nvPr/>
          </p:nvSpPr>
          <p:spPr>
            <a:xfrm>
              <a:off x="1927100" y="3695375"/>
              <a:ext cx="38600" cy="99550"/>
            </a:xfrm>
            <a:custGeom>
              <a:rect b="b" l="l" r="r" t="t"/>
              <a:pathLst>
                <a:path extrusionOk="0" h="3982" w="1544">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46"/>
            <p:cNvSpPr/>
            <p:nvPr/>
          </p:nvSpPr>
          <p:spPr>
            <a:xfrm>
              <a:off x="2035900" y="3673000"/>
              <a:ext cx="38600" cy="121925"/>
            </a:xfrm>
            <a:custGeom>
              <a:rect b="b" l="l" r="r" t="t"/>
              <a:pathLst>
                <a:path extrusionOk="0" h="4877" w="1544">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46"/>
            <p:cNvSpPr/>
            <p:nvPr/>
          </p:nvSpPr>
          <p:spPr>
            <a:xfrm>
              <a:off x="1981875" y="3720050"/>
              <a:ext cx="37825" cy="74875"/>
            </a:xfrm>
            <a:custGeom>
              <a:rect b="b" l="l" r="r" t="t"/>
              <a:pathLst>
                <a:path extrusionOk="0" h="2995" w="1513">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46"/>
            <p:cNvSpPr/>
            <p:nvPr/>
          </p:nvSpPr>
          <p:spPr>
            <a:xfrm>
              <a:off x="1930075" y="3621700"/>
              <a:ext cx="145175" cy="85850"/>
            </a:xfrm>
            <a:custGeom>
              <a:rect b="b" l="l" r="r" t="t"/>
              <a:pathLst>
                <a:path extrusionOk="0" h="3434" w="5807">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3" name="Google Shape;19743;p146"/>
          <p:cNvGrpSpPr/>
          <p:nvPr/>
        </p:nvGrpSpPr>
        <p:grpSpPr>
          <a:xfrm>
            <a:off x="3962613" y="3422728"/>
            <a:ext cx="388100" cy="361875"/>
            <a:chOff x="980425" y="2463975"/>
            <a:chExt cx="388100" cy="361875"/>
          </a:xfrm>
        </p:grpSpPr>
        <p:sp>
          <p:nvSpPr>
            <p:cNvPr id="19744" name="Google Shape;19744;p146"/>
            <p:cNvSpPr/>
            <p:nvPr/>
          </p:nvSpPr>
          <p:spPr>
            <a:xfrm>
              <a:off x="1016675" y="2754850"/>
              <a:ext cx="60975" cy="44000"/>
            </a:xfrm>
            <a:custGeom>
              <a:rect b="b" l="l" r="r" t="t"/>
              <a:pathLst>
                <a:path extrusionOk="0" h="1760" w="2439">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146"/>
            <p:cNvSpPr/>
            <p:nvPr/>
          </p:nvSpPr>
          <p:spPr>
            <a:xfrm>
              <a:off x="980425" y="2463975"/>
              <a:ext cx="388100" cy="361875"/>
            </a:xfrm>
            <a:custGeom>
              <a:rect b="b" l="l" r="r" t="t"/>
              <a:pathLst>
                <a:path extrusionOk="0" h="14475" w="15524">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46"/>
            <p:cNvSpPr/>
            <p:nvPr/>
          </p:nvSpPr>
          <p:spPr>
            <a:xfrm>
              <a:off x="1225775" y="2694200"/>
              <a:ext cx="66375" cy="72825"/>
            </a:xfrm>
            <a:custGeom>
              <a:rect b="b" l="l" r="r" t="t"/>
              <a:pathLst>
                <a:path extrusionOk="0" h="2913" w="2655">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46"/>
            <p:cNvSpPr/>
            <p:nvPr/>
          </p:nvSpPr>
          <p:spPr>
            <a:xfrm>
              <a:off x="1247375" y="277877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8" name="Google Shape;19748;p146"/>
          <p:cNvGrpSpPr/>
          <p:nvPr/>
        </p:nvGrpSpPr>
        <p:grpSpPr>
          <a:xfrm>
            <a:off x="1768794" y="2909768"/>
            <a:ext cx="363450" cy="308075"/>
            <a:chOff x="4004075" y="3040325"/>
            <a:chExt cx="363450" cy="308075"/>
          </a:xfrm>
        </p:grpSpPr>
        <p:sp>
          <p:nvSpPr>
            <p:cNvPr id="19749" name="Google Shape;19749;p146"/>
            <p:cNvSpPr/>
            <p:nvPr/>
          </p:nvSpPr>
          <p:spPr>
            <a:xfrm>
              <a:off x="4068500" y="3040325"/>
              <a:ext cx="235575" cy="60300"/>
            </a:xfrm>
            <a:custGeom>
              <a:rect b="b" l="l" r="r" t="t"/>
              <a:pathLst>
                <a:path extrusionOk="0" h="2412" w="9423">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146"/>
            <p:cNvSpPr/>
            <p:nvPr/>
          </p:nvSpPr>
          <p:spPr>
            <a:xfrm>
              <a:off x="4068325" y="3288375"/>
              <a:ext cx="235175" cy="60025"/>
            </a:xfrm>
            <a:custGeom>
              <a:rect b="b" l="l" r="r" t="t"/>
              <a:pathLst>
                <a:path extrusionOk="0" h="2401" w="9407">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146"/>
            <p:cNvSpPr/>
            <p:nvPr/>
          </p:nvSpPr>
          <p:spPr>
            <a:xfrm>
              <a:off x="4134500" y="3109775"/>
              <a:ext cx="110350" cy="170525"/>
            </a:xfrm>
            <a:custGeom>
              <a:rect b="b" l="l" r="r" t="t"/>
              <a:pathLst>
                <a:path extrusionOk="0" h="6821" w="4414">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146"/>
            <p:cNvSpPr/>
            <p:nvPr/>
          </p:nvSpPr>
          <p:spPr>
            <a:xfrm>
              <a:off x="4247925" y="3109775"/>
              <a:ext cx="119600" cy="170525"/>
            </a:xfrm>
            <a:custGeom>
              <a:rect b="b" l="l" r="r" t="t"/>
              <a:pathLst>
                <a:path extrusionOk="0" h="6821" w="4784">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46"/>
            <p:cNvSpPr/>
            <p:nvPr/>
          </p:nvSpPr>
          <p:spPr>
            <a:xfrm>
              <a:off x="4269525" y="3130600"/>
              <a:ext cx="76400" cy="124425"/>
            </a:xfrm>
            <a:custGeom>
              <a:rect b="b" l="l" r="r" t="t"/>
              <a:pathLst>
                <a:path extrusionOk="0" h="4977" w="3056">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46"/>
            <p:cNvSpPr/>
            <p:nvPr/>
          </p:nvSpPr>
          <p:spPr>
            <a:xfrm>
              <a:off x="4004075" y="3109100"/>
              <a:ext cx="118875" cy="171225"/>
            </a:xfrm>
            <a:custGeom>
              <a:rect b="b" l="l" r="r" t="t"/>
              <a:pathLst>
                <a:path extrusionOk="0" h="6849" w="4755">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5" name="Google Shape;19755;p146"/>
          <p:cNvGrpSpPr/>
          <p:nvPr/>
        </p:nvGrpSpPr>
        <p:grpSpPr>
          <a:xfrm>
            <a:off x="1073763" y="2909768"/>
            <a:ext cx="363450" cy="308075"/>
            <a:chOff x="3251825" y="3040325"/>
            <a:chExt cx="363450" cy="308075"/>
          </a:xfrm>
        </p:grpSpPr>
        <p:sp>
          <p:nvSpPr>
            <p:cNvPr id="19756" name="Google Shape;19756;p146"/>
            <p:cNvSpPr/>
            <p:nvPr/>
          </p:nvSpPr>
          <p:spPr>
            <a:xfrm>
              <a:off x="3496425" y="3109375"/>
              <a:ext cx="118850" cy="170350"/>
            </a:xfrm>
            <a:custGeom>
              <a:rect b="b" l="l" r="r" t="t"/>
              <a:pathLst>
                <a:path extrusionOk="0" h="6814" w="4754">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146"/>
            <p:cNvSpPr/>
            <p:nvPr/>
          </p:nvSpPr>
          <p:spPr>
            <a:xfrm>
              <a:off x="3380700" y="3109775"/>
              <a:ext cx="110350" cy="170525"/>
            </a:xfrm>
            <a:custGeom>
              <a:rect b="b" l="l" r="r" t="t"/>
              <a:pathLst>
                <a:path extrusionOk="0" h="6821" w="4414">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46"/>
            <p:cNvSpPr/>
            <p:nvPr/>
          </p:nvSpPr>
          <p:spPr>
            <a:xfrm>
              <a:off x="3251825" y="3109175"/>
              <a:ext cx="120400" cy="171150"/>
            </a:xfrm>
            <a:custGeom>
              <a:rect b="b" l="l" r="r" t="t"/>
              <a:pathLst>
                <a:path extrusionOk="0" h="6846" w="4816">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46"/>
            <p:cNvSpPr/>
            <p:nvPr/>
          </p:nvSpPr>
          <p:spPr>
            <a:xfrm>
              <a:off x="3316350" y="3040325"/>
              <a:ext cx="236250" cy="60300"/>
            </a:xfrm>
            <a:custGeom>
              <a:rect b="b" l="l" r="r" t="t"/>
              <a:pathLst>
                <a:path extrusionOk="0" h="2412" w="945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46"/>
            <p:cNvSpPr/>
            <p:nvPr/>
          </p:nvSpPr>
          <p:spPr>
            <a:xfrm>
              <a:off x="3316725" y="3288375"/>
              <a:ext cx="235275" cy="60025"/>
            </a:xfrm>
            <a:custGeom>
              <a:rect b="b" l="l" r="r" t="t"/>
              <a:pathLst>
                <a:path extrusionOk="0" h="2401" w="9411">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1" name="Google Shape;19761;p146"/>
          <p:cNvGrpSpPr/>
          <p:nvPr/>
        </p:nvGrpSpPr>
        <p:grpSpPr>
          <a:xfrm>
            <a:off x="3224381" y="3975199"/>
            <a:ext cx="367050" cy="363225"/>
            <a:chOff x="3252625" y="1904050"/>
            <a:chExt cx="367050" cy="363225"/>
          </a:xfrm>
        </p:grpSpPr>
        <p:sp>
          <p:nvSpPr>
            <p:cNvPr id="19762" name="Google Shape;19762;p146"/>
            <p:cNvSpPr/>
            <p:nvPr/>
          </p:nvSpPr>
          <p:spPr>
            <a:xfrm>
              <a:off x="3542725" y="1925625"/>
              <a:ext cx="37050" cy="67550"/>
            </a:xfrm>
            <a:custGeom>
              <a:rect b="b" l="l" r="r" t="t"/>
              <a:pathLst>
                <a:path extrusionOk="0" h="2702" w="1482">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46"/>
            <p:cNvSpPr/>
            <p:nvPr/>
          </p:nvSpPr>
          <p:spPr>
            <a:xfrm>
              <a:off x="3252625" y="1904050"/>
              <a:ext cx="367050" cy="363225"/>
            </a:xfrm>
            <a:custGeom>
              <a:rect b="b" l="l" r="r" t="t"/>
              <a:pathLst>
                <a:path extrusionOk="0" h="14529" w="14682">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146"/>
            <p:cNvSpPr/>
            <p:nvPr/>
          </p:nvSpPr>
          <p:spPr>
            <a:xfrm>
              <a:off x="3346750" y="2079950"/>
              <a:ext cx="46325" cy="43625"/>
            </a:xfrm>
            <a:custGeom>
              <a:rect b="b" l="l" r="r" t="t"/>
              <a:pathLst>
                <a:path extrusionOk="0" h="1745" w="1853">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146"/>
            <p:cNvSpPr/>
            <p:nvPr/>
          </p:nvSpPr>
          <p:spPr>
            <a:xfrm>
              <a:off x="3474825" y="2079950"/>
              <a:ext cx="47075" cy="43625"/>
            </a:xfrm>
            <a:custGeom>
              <a:rect b="b" l="l" r="r" t="t"/>
              <a:pathLst>
                <a:path extrusionOk="0" h="1745" w="1883">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46"/>
            <p:cNvSpPr/>
            <p:nvPr/>
          </p:nvSpPr>
          <p:spPr>
            <a:xfrm>
              <a:off x="3423900" y="2085150"/>
              <a:ext cx="20850" cy="10825"/>
            </a:xfrm>
            <a:custGeom>
              <a:rect b="b" l="l" r="r" t="t"/>
              <a:pathLst>
                <a:path extrusionOk="0" h="433" w="834">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146"/>
            <p:cNvSpPr/>
            <p:nvPr/>
          </p:nvSpPr>
          <p:spPr>
            <a:xfrm>
              <a:off x="3423900" y="2103550"/>
              <a:ext cx="20850" cy="10175"/>
            </a:xfrm>
            <a:custGeom>
              <a:rect b="b" l="l" r="r" t="t"/>
              <a:pathLst>
                <a:path extrusionOk="0" h="407" w="834">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68" name="Google Shape;19768;p146"/>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19769" name="Google Shape;19769;p14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73" name="Shape 19773"/>
        <p:cNvGrpSpPr/>
        <p:nvPr/>
      </p:nvGrpSpPr>
      <p:grpSpPr>
        <a:xfrm>
          <a:off x="0" y="0"/>
          <a:ext cx="0" cy="0"/>
          <a:chOff x="0" y="0"/>
          <a:chExt cx="0" cy="0"/>
        </a:xfrm>
      </p:grpSpPr>
      <p:grpSp>
        <p:nvGrpSpPr>
          <p:cNvPr id="19774" name="Google Shape;19774;p147"/>
          <p:cNvGrpSpPr/>
          <p:nvPr/>
        </p:nvGrpSpPr>
        <p:grpSpPr>
          <a:xfrm>
            <a:off x="1058569" y="1728647"/>
            <a:ext cx="349000" cy="308675"/>
            <a:chOff x="4720050" y="2514000"/>
            <a:chExt cx="349000" cy="308675"/>
          </a:xfrm>
        </p:grpSpPr>
        <p:sp>
          <p:nvSpPr>
            <p:cNvPr id="19775" name="Google Shape;19775;p147"/>
            <p:cNvSpPr/>
            <p:nvPr/>
          </p:nvSpPr>
          <p:spPr>
            <a:xfrm>
              <a:off x="4720050" y="2514000"/>
              <a:ext cx="349000" cy="308675"/>
            </a:xfrm>
            <a:custGeom>
              <a:rect b="b" l="l" r="r" t="t"/>
              <a:pathLst>
                <a:path extrusionOk="0" h="12347" w="1396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47"/>
            <p:cNvSpPr/>
            <p:nvPr/>
          </p:nvSpPr>
          <p:spPr>
            <a:xfrm>
              <a:off x="4899950" y="2695450"/>
              <a:ext cx="101625" cy="78350"/>
            </a:xfrm>
            <a:custGeom>
              <a:rect b="b" l="l" r="r" t="t"/>
              <a:pathLst>
                <a:path extrusionOk="0" h="3134" w="4065">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47"/>
            <p:cNvSpPr/>
            <p:nvPr/>
          </p:nvSpPr>
          <p:spPr>
            <a:xfrm>
              <a:off x="4842575" y="2718525"/>
              <a:ext cx="11650" cy="10300"/>
            </a:xfrm>
            <a:custGeom>
              <a:rect b="b" l="l" r="r" t="t"/>
              <a:pathLst>
                <a:path extrusionOk="0" h="412" w="466">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47"/>
            <p:cNvSpPr/>
            <p:nvPr/>
          </p:nvSpPr>
          <p:spPr>
            <a:xfrm>
              <a:off x="4841950" y="2699300"/>
              <a:ext cx="11500" cy="7500"/>
            </a:xfrm>
            <a:custGeom>
              <a:rect b="b" l="l" r="r" t="t"/>
              <a:pathLst>
                <a:path extrusionOk="0" h="300" w="46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47"/>
            <p:cNvSpPr/>
            <p:nvPr/>
          </p:nvSpPr>
          <p:spPr>
            <a:xfrm>
              <a:off x="4841225" y="2679175"/>
              <a:ext cx="11450" cy="7900"/>
            </a:xfrm>
            <a:custGeom>
              <a:rect b="b" l="l" r="r" t="t"/>
              <a:pathLst>
                <a:path extrusionOk="0" h="316" w="458">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47"/>
            <p:cNvSpPr/>
            <p:nvPr/>
          </p:nvSpPr>
          <p:spPr>
            <a:xfrm>
              <a:off x="4856525" y="2731750"/>
              <a:ext cx="11675" cy="10275"/>
            </a:xfrm>
            <a:custGeom>
              <a:rect b="b" l="l" r="r" t="t"/>
              <a:pathLst>
                <a:path extrusionOk="0" h="411" w="467">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47"/>
            <p:cNvSpPr/>
            <p:nvPr/>
          </p:nvSpPr>
          <p:spPr>
            <a:xfrm>
              <a:off x="4875925" y="2731750"/>
              <a:ext cx="11650" cy="10275"/>
            </a:xfrm>
            <a:custGeom>
              <a:rect b="b" l="l" r="r" t="t"/>
              <a:pathLst>
                <a:path extrusionOk="0" h="411" w="466">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2" name="Google Shape;19782;p147"/>
          <p:cNvGrpSpPr/>
          <p:nvPr/>
        </p:nvGrpSpPr>
        <p:grpSpPr>
          <a:xfrm>
            <a:off x="1732945" y="1784561"/>
            <a:ext cx="349000" cy="267575"/>
            <a:chOff x="3960075" y="2532600"/>
            <a:chExt cx="349000" cy="267575"/>
          </a:xfrm>
        </p:grpSpPr>
        <p:sp>
          <p:nvSpPr>
            <p:cNvPr id="19783" name="Google Shape;19783;p147"/>
            <p:cNvSpPr/>
            <p:nvPr/>
          </p:nvSpPr>
          <p:spPr>
            <a:xfrm>
              <a:off x="4224900" y="2553550"/>
              <a:ext cx="11275" cy="7900"/>
            </a:xfrm>
            <a:custGeom>
              <a:rect b="b" l="l" r="r" t="t"/>
              <a:pathLst>
                <a:path extrusionOk="0" h="316" w="451">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47"/>
            <p:cNvSpPr/>
            <p:nvPr/>
          </p:nvSpPr>
          <p:spPr>
            <a:xfrm>
              <a:off x="4245850" y="2553550"/>
              <a:ext cx="12025" cy="7900"/>
            </a:xfrm>
            <a:custGeom>
              <a:rect b="b" l="l" r="r" t="t"/>
              <a:pathLst>
                <a:path extrusionOk="0" h="316" w="481">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47"/>
            <p:cNvSpPr/>
            <p:nvPr/>
          </p:nvSpPr>
          <p:spPr>
            <a:xfrm>
              <a:off x="4267375" y="2553550"/>
              <a:ext cx="11450" cy="7900"/>
            </a:xfrm>
            <a:custGeom>
              <a:rect b="b" l="l" r="r" t="t"/>
              <a:pathLst>
                <a:path extrusionOk="0" h="316" w="458">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147"/>
            <p:cNvSpPr/>
            <p:nvPr/>
          </p:nvSpPr>
          <p:spPr>
            <a:xfrm>
              <a:off x="3960075" y="2532600"/>
              <a:ext cx="349000" cy="267575"/>
            </a:xfrm>
            <a:custGeom>
              <a:rect b="b" l="l" r="r" t="t"/>
              <a:pathLst>
                <a:path extrusionOk="0" h="10703" w="1396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147"/>
            <p:cNvSpPr/>
            <p:nvPr/>
          </p:nvSpPr>
          <p:spPr>
            <a:xfrm>
              <a:off x="3983350" y="2627800"/>
              <a:ext cx="146575" cy="101225"/>
            </a:xfrm>
            <a:custGeom>
              <a:rect b="b" l="l" r="r" t="t"/>
              <a:pathLst>
                <a:path extrusionOk="0" h="4049" w="5863">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147"/>
            <p:cNvSpPr/>
            <p:nvPr/>
          </p:nvSpPr>
          <p:spPr>
            <a:xfrm>
              <a:off x="4177975" y="2608600"/>
              <a:ext cx="10125" cy="10125"/>
            </a:xfrm>
            <a:custGeom>
              <a:rect b="b" l="l" r="r" t="t"/>
              <a:pathLst>
                <a:path extrusionOk="0" h="405" w="405">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147"/>
            <p:cNvSpPr/>
            <p:nvPr/>
          </p:nvSpPr>
          <p:spPr>
            <a:xfrm>
              <a:off x="4175650" y="2638075"/>
              <a:ext cx="12450" cy="10875"/>
            </a:xfrm>
            <a:custGeom>
              <a:rect b="b" l="l" r="r" t="t"/>
              <a:pathLst>
                <a:path extrusionOk="0" h="435" w="498">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147"/>
            <p:cNvSpPr/>
            <p:nvPr/>
          </p:nvSpPr>
          <p:spPr>
            <a:xfrm>
              <a:off x="4177975" y="2668325"/>
              <a:ext cx="10125" cy="10100"/>
            </a:xfrm>
            <a:custGeom>
              <a:rect b="b" l="l" r="r" t="t"/>
              <a:pathLst>
                <a:path extrusionOk="0" h="404" w="405">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147"/>
            <p:cNvSpPr/>
            <p:nvPr/>
          </p:nvSpPr>
          <p:spPr>
            <a:xfrm>
              <a:off x="4175650" y="2697800"/>
              <a:ext cx="12450" cy="10100"/>
            </a:xfrm>
            <a:custGeom>
              <a:rect b="b" l="l" r="r" t="t"/>
              <a:pathLst>
                <a:path extrusionOk="0" h="404" w="498">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147"/>
            <p:cNvSpPr/>
            <p:nvPr/>
          </p:nvSpPr>
          <p:spPr>
            <a:xfrm>
              <a:off x="4177975" y="2728025"/>
              <a:ext cx="10125" cy="10125"/>
            </a:xfrm>
            <a:custGeom>
              <a:rect b="b" l="l" r="r" t="t"/>
              <a:pathLst>
                <a:path extrusionOk="0" h="405" w="405">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147"/>
            <p:cNvSpPr/>
            <p:nvPr/>
          </p:nvSpPr>
          <p:spPr>
            <a:xfrm>
              <a:off x="4196600" y="2608600"/>
              <a:ext cx="81450" cy="10125"/>
            </a:xfrm>
            <a:custGeom>
              <a:rect b="b" l="l" r="r" t="t"/>
              <a:pathLst>
                <a:path extrusionOk="0" h="405" w="3258">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147"/>
            <p:cNvSpPr/>
            <p:nvPr/>
          </p:nvSpPr>
          <p:spPr>
            <a:xfrm>
              <a:off x="4195050" y="2638075"/>
              <a:ext cx="85325" cy="10875"/>
            </a:xfrm>
            <a:custGeom>
              <a:rect b="b" l="l" r="r" t="t"/>
              <a:pathLst>
                <a:path extrusionOk="0" h="435" w="3413">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47"/>
            <p:cNvSpPr/>
            <p:nvPr/>
          </p:nvSpPr>
          <p:spPr>
            <a:xfrm>
              <a:off x="4196600" y="2668325"/>
              <a:ext cx="81450" cy="10100"/>
            </a:xfrm>
            <a:custGeom>
              <a:rect b="b" l="l" r="r" t="t"/>
              <a:pathLst>
                <a:path extrusionOk="0" h="404" w="3258">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47"/>
            <p:cNvSpPr/>
            <p:nvPr/>
          </p:nvSpPr>
          <p:spPr>
            <a:xfrm>
              <a:off x="4195050" y="2697800"/>
              <a:ext cx="85325" cy="10100"/>
            </a:xfrm>
            <a:custGeom>
              <a:rect b="b" l="l" r="r" t="t"/>
              <a:pathLst>
                <a:path extrusionOk="0" h="404" w="3413">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47"/>
            <p:cNvSpPr/>
            <p:nvPr/>
          </p:nvSpPr>
          <p:spPr>
            <a:xfrm>
              <a:off x="4196600" y="2728025"/>
              <a:ext cx="81450" cy="10125"/>
            </a:xfrm>
            <a:custGeom>
              <a:rect b="b" l="l" r="r" t="t"/>
              <a:pathLst>
                <a:path extrusionOk="0" h="405" w="3258">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98" name="Google Shape;19798;p147"/>
          <p:cNvSpPr/>
          <p:nvPr/>
        </p:nvSpPr>
        <p:spPr>
          <a:xfrm>
            <a:off x="3227595" y="1805474"/>
            <a:ext cx="349000" cy="225750"/>
          </a:xfrm>
          <a:custGeom>
            <a:rect b="b" l="l" r="r" t="t"/>
            <a:pathLst>
              <a:path extrusionOk="0" h="9030" w="1396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99" name="Google Shape;19799;p147"/>
          <p:cNvGrpSpPr/>
          <p:nvPr/>
        </p:nvGrpSpPr>
        <p:grpSpPr>
          <a:xfrm>
            <a:off x="3993514" y="1820248"/>
            <a:ext cx="349775" cy="196200"/>
            <a:chOff x="2443225" y="2532550"/>
            <a:chExt cx="349775" cy="268400"/>
          </a:xfrm>
        </p:grpSpPr>
        <p:sp>
          <p:nvSpPr>
            <p:cNvPr id="19800" name="Google Shape;19800;p147"/>
            <p:cNvSpPr/>
            <p:nvPr/>
          </p:nvSpPr>
          <p:spPr>
            <a:xfrm>
              <a:off x="2443225" y="2532550"/>
              <a:ext cx="349775" cy="268400"/>
            </a:xfrm>
            <a:custGeom>
              <a:rect b="b" l="l" r="r" t="t"/>
              <a:pathLst>
                <a:path extrusionOk="0" h="10736" w="13991">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47"/>
            <p:cNvSpPr/>
            <p:nvPr/>
          </p:nvSpPr>
          <p:spPr>
            <a:xfrm>
              <a:off x="2555675" y="2562075"/>
              <a:ext cx="31825" cy="31825"/>
            </a:xfrm>
            <a:custGeom>
              <a:rect b="b" l="l" r="r" t="t"/>
              <a:pathLst>
                <a:path extrusionOk="0" h="1273" w="1273">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47"/>
            <p:cNvSpPr/>
            <p:nvPr/>
          </p:nvSpPr>
          <p:spPr>
            <a:xfrm>
              <a:off x="2555675" y="2613950"/>
              <a:ext cx="31825" cy="31900"/>
            </a:xfrm>
            <a:custGeom>
              <a:rect b="b" l="l" r="r" t="t"/>
              <a:pathLst>
                <a:path extrusionOk="0" h="1276" w="1273">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47"/>
            <p:cNvSpPr/>
            <p:nvPr/>
          </p:nvSpPr>
          <p:spPr>
            <a:xfrm>
              <a:off x="2555675" y="2665225"/>
              <a:ext cx="31825" cy="31825"/>
            </a:xfrm>
            <a:custGeom>
              <a:rect b="b" l="l" r="r" t="t"/>
              <a:pathLst>
                <a:path extrusionOk="0" h="1273" w="1273">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47"/>
            <p:cNvSpPr/>
            <p:nvPr/>
          </p:nvSpPr>
          <p:spPr>
            <a:xfrm>
              <a:off x="2555675" y="2717175"/>
              <a:ext cx="31825" cy="31825"/>
            </a:xfrm>
            <a:custGeom>
              <a:rect b="b" l="l" r="r" t="t"/>
              <a:pathLst>
                <a:path extrusionOk="0" h="1273" w="1273">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47"/>
            <p:cNvSpPr/>
            <p:nvPr/>
          </p:nvSpPr>
          <p:spPr>
            <a:xfrm>
              <a:off x="2596325" y="2563375"/>
              <a:ext cx="87325" cy="10475"/>
            </a:xfrm>
            <a:custGeom>
              <a:rect b="b" l="l" r="r" t="t"/>
              <a:pathLst>
                <a:path extrusionOk="0" h="419" w="3493">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47"/>
            <p:cNvSpPr/>
            <p:nvPr/>
          </p:nvSpPr>
          <p:spPr>
            <a:xfrm>
              <a:off x="2595225" y="2583025"/>
              <a:ext cx="33375" cy="10875"/>
            </a:xfrm>
            <a:custGeom>
              <a:rect b="b" l="l" r="r" t="t"/>
              <a:pathLst>
                <a:path extrusionOk="0" h="435" w="1335">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47"/>
            <p:cNvSpPr/>
            <p:nvPr/>
          </p:nvSpPr>
          <p:spPr>
            <a:xfrm>
              <a:off x="2595225" y="2614825"/>
              <a:ext cx="90750" cy="10100"/>
            </a:xfrm>
            <a:custGeom>
              <a:rect b="b" l="l" r="r" t="t"/>
              <a:pathLst>
                <a:path extrusionOk="0" h="404" w="363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147"/>
            <p:cNvSpPr/>
            <p:nvPr/>
          </p:nvSpPr>
          <p:spPr>
            <a:xfrm>
              <a:off x="2596775" y="2634200"/>
              <a:ext cx="30275" cy="10100"/>
            </a:xfrm>
            <a:custGeom>
              <a:rect b="b" l="l" r="r" t="t"/>
              <a:pathLst>
                <a:path extrusionOk="0" h="404" w="1211">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147"/>
            <p:cNvSpPr/>
            <p:nvPr/>
          </p:nvSpPr>
          <p:spPr>
            <a:xfrm>
              <a:off x="2596450" y="2666500"/>
              <a:ext cx="87200" cy="9875"/>
            </a:xfrm>
            <a:custGeom>
              <a:rect b="b" l="l" r="r" t="t"/>
              <a:pathLst>
                <a:path extrusionOk="0" h="395" w="3488">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47"/>
            <p:cNvSpPr/>
            <p:nvPr/>
          </p:nvSpPr>
          <p:spPr>
            <a:xfrm>
              <a:off x="2595225" y="2686150"/>
              <a:ext cx="33375" cy="10125"/>
            </a:xfrm>
            <a:custGeom>
              <a:rect b="b" l="l" r="r" t="t"/>
              <a:pathLst>
                <a:path extrusionOk="0" h="405" w="1335">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47"/>
            <p:cNvSpPr/>
            <p:nvPr/>
          </p:nvSpPr>
          <p:spPr>
            <a:xfrm>
              <a:off x="2596775" y="2718725"/>
              <a:ext cx="87650" cy="10100"/>
            </a:xfrm>
            <a:custGeom>
              <a:rect b="b" l="l" r="r" t="t"/>
              <a:pathLst>
                <a:path extrusionOk="0" h="404" w="3506">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47"/>
            <p:cNvSpPr/>
            <p:nvPr/>
          </p:nvSpPr>
          <p:spPr>
            <a:xfrm>
              <a:off x="2597550" y="2738125"/>
              <a:ext cx="29500" cy="10100"/>
            </a:xfrm>
            <a:custGeom>
              <a:rect b="b" l="l" r="r" t="t"/>
              <a:pathLst>
                <a:path extrusionOk="0" h="404" w="118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3" name="Google Shape;19813;p147"/>
          <p:cNvGrpSpPr/>
          <p:nvPr/>
        </p:nvGrpSpPr>
        <p:grpSpPr>
          <a:xfrm>
            <a:off x="4725464" y="1769449"/>
            <a:ext cx="349000" cy="297800"/>
            <a:chOff x="1680925" y="2517875"/>
            <a:chExt cx="349000" cy="297800"/>
          </a:xfrm>
        </p:grpSpPr>
        <p:sp>
          <p:nvSpPr>
            <p:cNvPr id="19814" name="Google Shape;19814;p147"/>
            <p:cNvSpPr/>
            <p:nvPr/>
          </p:nvSpPr>
          <p:spPr>
            <a:xfrm>
              <a:off x="1946525" y="2568275"/>
              <a:ext cx="11275" cy="7900"/>
            </a:xfrm>
            <a:custGeom>
              <a:rect b="b" l="l" r="r" t="t"/>
              <a:pathLst>
                <a:path extrusionOk="0" h="316" w="451">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147"/>
            <p:cNvSpPr/>
            <p:nvPr/>
          </p:nvSpPr>
          <p:spPr>
            <a:xfrm>
              <a:off x="1967075" y="2568275"/>
              <a:ext cx="11675" cy="10125"/>
            </a:xfrm>
            <a:custGeom>
              <a:rect b="b" l="l" r="r" t="t"/>
              <a:pathLst>
                <a:path extrusionOk="0" h="405" w="467">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147"/>
            <p:cNvSpPr/>
            <p:nvPr/>
          </p:nvSpPr>
          <p:spPr>
            <a:xfrm>
              <a:off x="1989000" y="256827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47"/>
            <p:cNvSpPr/>
            <p:nvPr/>
          </p:nvSpPr>
          <p:spPr>
            <a:xfrm>
              <a:off x="1680925" y="2517875"/>
              <a:ext cx="349000" cy="297800"/>
            </a:xfrm>
            <a:custGeom>
              <a:rect b="b" l="l" r="r" t="t"/>
              <a:pathLst>
                <a:path extrusionOk="0" h="11912" w="1396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47"/>
            <p:cNvSpPr/>
            <p:nvPr/>
          </p:nvSpPr>
          <p:spPr>
            <a:xfrm>
              <a:off x="1708850" y="2623350"/>
              <a:ext cx="124875" cy="32600"/>
            </a:xfrm>
            <a:custGeom>
              <a:rect b="b" l="l" r="r" t="t"/>
              <a:pathLst>
                <a:path extrusionOk="0" h="1304" w="4995">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147"/>
            <p:cNvSpPr/>
            <p:nvPr/>
          </p:nvSpPr>
          <p:spPr>
            <a:xfrm>
              <a:off x="1715825" y="2670650"/>
              <a:ext cx="111700" cy="10100"/>
            </a:xfrm>
            <a:custGeom>
              <a:rect b="b" l="l" r="r" t="t"/>
              <a:pathLst>
                <a:path extrusionOk="0" h="404" w="4468">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147"/>
            <p:cNvSpPr/>
            <p:nvPr/>
          </p:nvSpPr>
          <p:spPr>
            <a:xfrm>
              <a:off x="1718150" y="2695200"/>
              <a:ext cx="108275" cy="10500"/>
            </a:xfrm>
            <a:custGeom>
              <a:rect b="b" l="l" r="r" t="t"/>
              <a:pathLst>
                <a:path extrusionOk="0" h="420" w="4331">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147"/>
            <p:cNvSpPr/>
            <p:nvPr/>
          </p:nvSpPr>
          <p:spPr>
            <a:xfrm>
              <a:off x="1715825" y="2720275"/>
              <a:ext cx="111700" cy="10875"/>
            </a:xfrm>
            <a:custGeom>
              <a:rect b="b" l="l" r="r" t="t"/>
              <a:pathLst>
                <a:path extrusionOk="0" h="435" w="4468">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147"/>
            <p:cNvSpPr/>
            <p:nvPr/>
          </p:nvSpPr>
          <p:spPr>
            <a:xfrm>
              <a:off x="1877125" y="2623350"/>
              <a:ext cx="125650" cy="32600"/>
            </a:xfrm>
            <a:custGeom>
              <a:rect b="b" l="l" r="r" t="t"/>
              <a:pathLst>
                <a:path extrusionOk="0" h="1304" w="5026">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147"/>
            <p:cNvSpPr/>
            <p:nvPr/>
          </p:nvSpPr>
          <p:spPr>
            <a:xfrm>
              <a:off x="1877125" y="2748200"/>
              <a:ext cx="125650" cy="31825"/>
            </a:xfrm>
            <a:custGeom>
              <a:rect b="b" l="l" r="r" t="t"/>
              <a:pathLst>
                <a:path extrusionOk="0" h="1273" w="5026">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147"/>
            <p:cNvSpPr/>
            <p:nvPr/>
          </p:nvSpPr>
          <p:spPr>
            <a:xfrm>
              <a:off x="1709625" y="2748200"/>
              <a:ext cx="124875" cy="31825"/>
            </a:xfrm>
            <a:custGeom>
              <a:rect b="b" l="l" r="r" t="t"/>
              <a:pathLst>
                <a:path extrusionOk="0" h="1273" w="4995">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47"/>
            <p:cNvSpPr/>
            <p:nvPr/>
          </p:nvSpPr>
          <p:spPr>
            <a:xfrm>
              <a:off x="1884875" y="2670650"/>
              <a:ext cx="111700" cy="10100"/>
            </a:xfrm>
            <a:custGeom>
              <a:rect b="b" l="l" r="r" t="t"/>
              <a:pathLst>
                <a:path extrusionOk="0" h="404" w="4468">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47"/>
            <p:cNvSpPr/>
            <p:nvPr/>
          </p:nvSpPr>
          <p:spPr>
            <a:xfrm>
              <a:off x="1886100" y="2695975"/>
              <a:ext cx="109250" cy="9850"/>
            </a:xfrm>
            <a:custGeom>
              <a:rect b="b" l="l" r="r" t="t"/>
              <a:pathLst>
                <a:path extrusionOk="0" h="394" w="437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47"/>
            <p:cNvSpPr/>
            <p:nvPr/>
          </p:nvSpPr>
          <p:spPr>
            <a:xfrm>
              <a:off x="1884875" y="2720275"/>
              <a:ext cx="111700" cy="10875"/>
            </a:xfrm>
            <a:custGeom>
              <a:rect b="b" l="l" r="r" t="t"/>
              <a:pathLst>
                <a:path extrusionOk="0" h="435" w="4468">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8" name="Google Shape;19828;p147"/>
          <p:cNvGrpSpPr/>
          <p:nvPr/>
        </p:nvGrpSpPr>
        <p:grpSpPr>
          <a:xfrm>
            <a:off x="6275158" y="1767599"/>
            <a:ext cx="348975" cy="301500"/>
            <a:chOff x="7719625" y="3086300"/>
            <a:chExt cx="348975" cy="301500"/>
          </a:xfrm>
        </p:grpSpPr>
        <p:sp>
          <p:nvSpPr>
            <p:cNvPr id="19829" name="Google Shape;19829;p147"/>
            <p:cNvSpPr/>
            <p:nvPr/>
          </p:nvSpPr>
          <p:spPr>
            <a:xfrm>
              <a:off x="7719625" y="3086300"/>
              <a:ext cx="348975" cy="301500"/>
            </a:xfrm>
            <a:custGeom>
              <a:rect b="b" l="l" r="r" t="t"/>
              <a:pathLst>
                <a:path extrusionOk="0" h="12060" w="13959">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47"/>
            <p:cNvSpPr/>
            <p:nvPr/>
          </p:nvSpPr>
          <p:spPr>
            <a:xfrm>
              <a:off x="7778550" y="3139800"/>
              <a:ext cx="40350" cy="10900"/>
            </a:xfrm>
            <a:custGeom>
              <a:rect b="b" l="l" r="r" t="t"/>
              <a:pathLst>
                <a:path extrusionOk="0" h="436" w="1614">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147"/>
            <p:cNvSpPr/>
            <p:nvPr/>
          </p:nvSpPr>
          <p:spPr>
            <a:xfrm>
              <a:off x="7780875" y="3163600"/>
              <a:ext cx="36875" cy="9850"/>
            </a:xfrm>
            <a:custGeom>
              <a:rect b="b" l="l" r="r" t="t"/>
              <a:pathLst>
                <a:path extrusionOk="0" h="394" w="1475">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147"/>
            <p:cNvSpPr/>
            <p:nvPr/>
          </p:nvSpPr>
          <p:spPr>
            <a:xfrm>
              <a:off x="7778550" y="3186350"/>
              <a:ext cx="40350" cy="10875"/>
            </a:xfrm>
            <a:custGeom>
              <a:rect b="b" l="l" r="r" t="t"/>
              <a:pathLst>
                <a:path extrusionOk="0" h="435" w="1614">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47"/>
            <p:cNvSpPr/>
            <p:nvPr/>
          </p:nvSpPr>
          <p:spPr>
            <a:xfrm>
              <a:off x="7778550" y="3210375"/>
              <a:ext cx="96950" cy="10100"/>
            </a:xfrm>
            <a:custGeom>
              <a:rect b="b" l="l" r="r" t="t"/>
              <a:pathLst>
                <a:path extrusionOk="0" h="404"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47"/>
            <p:cNvSpPr/>
            <p:nvPr/>
          </p:nvSpPr>
          <p:spPr>
            <a:xfrm>
              <a:off x="7778550" y="3235200"/>
              <a:ext cx="96950" cy="10100"/>
            </a:xfrm>
            <a:custGeom>
              <a:rect b="b" l="l" r="r" t="t"/>
              <a:pathLst>
                <a:path extrusionOk="0" h="404" w="3878">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47"/>
            <p:cNvSpPr/>
            <p:nvPr/>
          </p:nvSpPr>
          <p:spPr>
            <a:xfrm>
              <a:off x="7778550" y="3260000"/>
              <a:ext cx="96950" cy="10125"/>
            </a:xfrm>
            <a:custGeom>
              <a:rect b="b" l="l" r="r" t="t"/>
              <a:pathLst>
                <a:path extrusionOk="0" h="405"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47"/>
            <p:cNvSpPr/>
            <p:nvPr/>
          </p:nvSpPr>
          <p:spPr>
            <a:xfrm>
              <a:off x="7917375" y="3210375"/>
              <a:ext cx="97725" cy="10100"/>
            </a:xfrm>
            <a:custGeom>
              <a:rect b="b" l="l" r="r" t="t"/>
              <a:pathLst>
                <a:path extrusionOk="0" h="404"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47"/>
            <p:cNvSpPr/>
            <p:nvPr/>
          </p:nvSpPr>
          <p:spPr>
            <a:xfrm>
              <a:off x="7917375" y="3235200"/>
              <a:ext cx="97725" cy="10100"/>
            </a:xfrm>
            <a:custGeom>
              <a:rect b="b" l="l" r="r" t="t"/>
              <a:pathLst>
                <a:path extrusionOk="0" h="404" w="3909">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147"/>
            <p:cNvSpPr/>
            <p:nvPr/>
          </p:nvSpPr>
          <p:spPr>
            <a:xfrm>
              <a:off x="7917375" y="3260000"/>
              <a:ext cx="97725" cy="10125"/>
            </a:xfrm>
            <a:custGeom>
              <a:rect b="b" l="l" r="r" t="t"/>
              <a:pathLst>
                <a:path extrusionOk="0" h="405"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147"/>
            <p:cNvSpPr/>
            <p:nvPr/>
          </p:nvSpPr>
          <p:spPr>
            <a:xfrm>
              <a:off x="7921250" y="3132050"/>
              <a:ext cx="89975" cy="63625"/>
            </a:xfrm>
            <a:custGeom>
              <a:rect b="b" l="l" r="r" t="t"/>
              <a:pathLst>
                <a:path extrusionOk="0" h="2545" w="3599">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0" name="Google Shape;19840;p147"/>
          <p:cNvGrpSpPr/>
          <p:nvPr/>
        </p:nvGrpSpPr>
        <p:grpSpPr>
          <a:xfrm>
            <a:off x="7745340" y="1769836"/>
            <a:ext cx="349000" cy="297025"/>
            <a:chOff x="6217500" y="3088625"/>
            <a:chExt cx="349000" cy="297025"/>
          </a:xfrm>
        </p:grpSpPr>
        <p:sp>
          <p:nvSpPr>
            <p:cNvPr id="19841" name="Google Shape;19841;p147"/>
            <p:cNvSpPr/>
            <p:nvPr/>
          </p:nvSpPr>
          <p:spPr>
            <a:xfrm>
              <a:off x="6484275" y="3139025"/>
              <a:ext cx="9325" cy="10125"/>
            </a:xfrm>
            <a:custGeom>
              <a:rect b="b" l="l" r="r" t="t"/>
              <a:pathLst>
                <a:path extrusionOk="0" h="405" w="373">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147"/>
            <p:cNvSpPr/>
            <p:nvPr/>
          </p:nvSpPr>
          <p:spPr>
            <a:xfrm>
              <a:off x="6504000" y="3139025"/>
              <a:ext cx="11325" cy="7550"/>
            </a:xfrm>
            <a:custGeom>
              <a:rect b="b" l="l" r="r" t="t"/>
              <a:pathLst>
                <a:path extrusionOk="0" h="302" w="453">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47"/>
            <p:cNvSpPr/>
            <p:nvPr/>
          </p:nvSpPr>
          <p:spPr>
            <a:xfrm>
              <a:off x="6524950" y="3139025"/>
              <a:ext cx="11300" cy="7550"/>
            </a:xfrm>
            <a:custGeom>
              <a:rect b="b" l="l" r="r" t="t"/>
              <a:pathLst>
                <a:path extrusionOk="0" h="302" w="452">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47"/>
            <p:cNvSpPr/>
            <p:nvPr/>
          </p:nvSpPr>
          <p:spPr>
            <a:xfrm>
              <a:off x="6217500" y="3088625"/>
              <a:ext cx="349000" cy="297025"/>
            </a:xfrm>
            <a:custGeom>
              <a:rect b="b" l="l" r="r" t="t"/>
              <a:pathLst>
                <a:path extrusionOk="0" h="11881" w="1396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47"/>
            <p:cNvSpPr/>
            <p:nvPr/>
          </p:nvSpPr>
          <p:spPr>
            <a:xfrm>
              <a:off x="6274900" y="3185575"/>
              <a:ext cx="233425" cy="79900"/>
            </a:xfrm>
            <a:custGeom>
              <a:rect b="b" l="l" r="r" t="t"/>
              <a:pathLst>
                <a:path extrusionOk="0" h="3196" w="9337">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47"/>
            <p:cNvSpPr/>
            <p:nvPr/>
          </p:nvSpPr>
          <p:spPr>
            <a:xfrm>
              <a:off x="6274900" y="3279400"/>
              <a:ext cx="233425" cy="80675"/>
            </a:xfrm>
            <a:custGeom>
              <a:rect b="b" l="l" r="r" t="t"/>
              <a:pathLst>
                <a:path extrusionOk="0" h="3227" w="9337">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47"/>
            <p:cNvSpPr/>
            <p:nvPr/>
          </p:nvSpPr>
          <p:spPr>
            <a:xfrm>
              <a:off x="6447050" y="3297225"/>
              <a:ext cx="38800" cy="45000"/>
            </a:xfrm>
            <a:custGeom>
              <a:rect b="b" l="l" r="r" t="t"/>
              <a:pathLst>
                <a:path extrusionOk="0" h="1800" w="1552">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47"/>
            <p:cNvSpPr/>
            <p:nvPr/>
          </p:nvSpPr>
          <p:spPr>
            <a:xfrm>
              <a:off x="6285750" y="3202125"/>
              <a:ext cx="59975" cy="45500"/>
            </a:xfrm>
            <a:custGeom>
              <a:rect b="b" l="l" r="r" t="t"/>
              <a:pathLst>
                <a:path extrusionOk="0" h="1820" w="2399">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47"/>
            <p:cNvSpPr/>
            <p:nvPr/>
          </p:nvSpPr>
          <p:spPr>
            <a:xfrm>
              <a:off x="6371825" y="3208825"/>
              <a:ext cx="113250" cy="10100"/>
            </a:xfrm>
            <a:custGeom>
              <a:rect b="b" l="l" r="r" t="t"/>
              <a:pathLst>
                <a:path extrusionOk="0" h="404" w="453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147"/>
            <p:cNvSpPr/>
            <p:nvPr/>
          </p:nvSpPr>
          <p:spPr>
            <a:xfrm>
              <a:off x="6371825" y="3232100"/>
              <a:ext cx="40350" cy="10100"/>
            </a:xfrm>
            <a:custGeom>
              <a:rect b="b" l="l" r="r" t="t"/>
              <a:pathLst>
                <a:path extrusionOk="0" h="404" w="1614">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147"/>
            <p:cNvSpPr/>
            <p:nvPr/>
          </p:nvSpPr>
          <p:spPr>
            <a:xfrm>
              <a:off x="6299875" y="3304175"/>
              <a:ext cx="111350" cy="10175"/>
            </a:xfrm>
            <a:custGeom>
              <a:rect b="b" l="l" r="r" t="t"/>
              <a:pathLst>
                <a:path extrusionOk="0" h="407" w="4454">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147"/>
            <p:cNvSpPr/>
            <p:nvPr/>
          </p:nvSpPr>
          <p:spPr>
            <a:xfrm>
              <a:off x="6374150" y="3327475"/>
              <a:ext cx="37250" cy="10100"/>
            </a:xfrm>
            <a:custGeom>
              <a:rect b="b" l="l" r="r" t="t"/>
              <a:pathLst>
                <a:path extrusionOk="0" h="404" w="149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3" name="Google Shape;19853;p147"/>
          <p:cNvGrpSpPr/>
          <p:nvPr/>
        </p:nvGrpSpPr>
        <p:grpSpPr>
          <a:xfrm>
            <a:off x="7826378" y="2261379"/>
            <a:ext cx="186925" cy="348975"/>
            <a:chOff x="7051925" y="1923875"/>
            <a:chExt cx="186925" cy="348975"/>
          </a:xfrm>
        </p:grpSpPr>
        <p:sp>
          <p:nvSpPr>
            <p:cNvPr id="19854" name="Google Shape;19854;p147"/>
            <p:cNvSpPr/>
            <p:nvPr/>
          </p:nvSpPr>
          <p:spPr>
            <a:xfrm>
              <a:off x="7051925" y="1923875"/>
              <a:ext cx="186925" cy="348975"/>
            </a:xfrm>
            <a:custGeom>
              <a:rect b="b" l="l" r="r" t="t"/>
              <a:pathLst>
                <a:path extrusionOk="0" h="13959" w="7477">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47"/>
            <p:cNvSpPr/>
            <p:nvPr/>
          </p:nvSpPr>
          <p:spPr>
            <a:xfrm>
              <a:off x="7082175" y="1992875"/>
              <a:ext cx="126425" cy="216775"/>
            </a:xfrm>
            <a:custGeom>
              <a:rect b="b" l="l" r="r" t="t"/>
              <a:pathLst>
                <a:path extrusionOk="0" h="8671" w="5057">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47"/>
            <p:cNvSpPr/>
            <p:nvPr/>
          </p:nvSpPr>
          <p:spPr>
            <a:xfrm>
              <a:off x="7106975" y="2021575"/>
              <a:ext cx="39575" cy="10875"/>
            </a:xfrm>
            <a:custGeom>
              <a:rect b="b" l="l" r="r" t="t"/>
              <a:pathLst>
                <a:path extrusionOk="0" h="435" w="1583">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47"/>
            <p:cNvSpPr/>
            <p:nvPr/>
          </p:nvSpPr>
          <p:spPr>
            <a:xfrm>
              <a:off x="7106975" y="2044825"/>
              <a:ext cx="76800" cy="10125"/>
            </a:xfrm>
            <a:custGeom>
              <a:rect b="b" l="l" r="r" t="t"/>
              <a:pathLst>
                <a:path extrusionOk="0" h="405" w="3072">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47"/>
            <p:cNvSpPr/>
            <p:nvPr/>
          </p:nvSpPr>
          <p:spPr>
            <a:xfrm>
              <a:off x="7108525" y="2067325"/>
              <a:ext cx="73700" cy="10100"/>
            </a:xfrm>
            <a:custGeom>
              <a:rect b="b" l="l" r="r" t="t"/>
              <a:pathLst>
                <a:path extrusionOk="0" h="404" w="2948">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47"/>
            <p:cNvSpPr/>
            <p:nvPr/>
          </p:nvSpPr>
          <p:spPr>
            <a:xfrm>
              <a:off x="7107950" y="2089775"/>
              <a:ext cx="74850" cy="10175"/>
            </a:xfrm>
            <a:custGeom>
              <a:rect b="b" l="l" r="r" t="t"/>
              <a:pathLst>
                <a:path extrusionOk="0" h="407" w="2994">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47"/>
            <p:cNvSpPr/>
            <p:nvPr/>
          </p:nvSpPr>
          <p:spPr>
            <a:xfrm>
              <a:off x="7107950" y="2112950"/>
              <a:ext cx="74875" cy="10275"/>
            </a:xfrm>
            <a:custGeom>
              <a:rect b="b" l="l" r="r" t="t"/>
              <a:pathLst>
                <a:path extrusionOk="0" h="411" w="2995">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1" name="Google Shape;19861;p147"/>
          <p:cNvGrpSpPr/>
          <p:nvPr/>
        </p:nvGrpSpPr>
        <p:grpSpPr>
          <a:xfrm>
            <a:off x="7009895" y="2293141"/>
            <a:ext cx="348225" cy="285450"/>
            <a:chOff x="5452875" y="3094050"/>
            <a:chExt cx="348225" cy="285450"/>
          </a:xfrm>
        </p:grpSpPr>
        <p:sp>
          <p:nvSpPr>
            <p:cNvPr id="19862" name="Google Shape;19862;p147"/>
            <p:cNvSpPr/>
            <p:nvPr/>
          </p:nvSpPr>
          <p:spPr>
            <a:xfrm>
              <a:off x="5452875" y="3094050"/>
              <a:ext cx="348225" cy="285450"/>
            </a:xfrm>
            <a:custGeom>
              <a:rect b="b" l="l" r="r" t="t"/>
              <a:pathLst>
                <a:path extrusionOk="0" h="11418" w="13929">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147"/>
            <p:cNvSpPr/>
            <p:nvPr/>
          </p:nvSpPr>
          <p:spPr>
            <a:xfrm>
              <a:off x="5483125" y="3132025"/>
              <a:ext cx="51975" cy="44250"/>
            </a:xfrm>
            <a:custGeom>
              <a:rect b="b" l="l" r="r" t="t"/>
              <a:pathLst>
                <a:path extrusionOk="0" h="1770" w="2079">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147"/>
            <p:cNvSpPr/>
            <p:nvPr/>
          </p:nvSpPr>
          <p:spPr>
            <a:xfrm>
              <a:off x="5487000" y="3231325"/>
              <a:ext cx="65175" cy="34925"/>
            </a:xfrm>
            <a:custGeom>
              <a:rect b="b" l="l" r="r" t="t"/>
              <a:pathLst>
                <a:path extrusionOk="0" h="1397" w="2607">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47"/>
            <p:cNvSpPr/>
            <p:nvPr/>
          </p:nvSpPr>
          <p:spPr>
            <a:xfrm>
              <a:off x="5555725" y="3231275"/>
              <a:ext cx="71175" cy="35000"/>
            </a:xfrm>
            <a:custGeom>
              <a:rect b="b" l="l" r="r" t="t"/>
              <a:pathLst>
                <a:path extrusionOk="0" h="1400" w="2847">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147"/>
            <p:cNvSpPr/>
            <p:nvPr/>
          </p:nvSpPr>
          <p:spPr>
            <a:xfrm>
              <a:off x="5627825" y="3231275"/>
              <a:ext cx="67800" cy="35000"/>
            </a:xfrm>
            <a:custGeom>
              <a:rect b="b" l="l" r="r" t="t"/>
              <a:pathLst>
                <a:path extrusionOk="0" h="1400" w="2712">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147"/>
            <p:cNvSpPr/>
            <p:nvPr/>
          </p:nvSpPr>
          <p:spPr>
            <a:xfrm>
              <a:off x="5594025" y="3126625"/>
              <a:ext cx="174500" cy="10100"/>
            </a:xfrm>
            <a:custGeom>
              <a:rect b="b" l="l" r="r" t="t"/>
              <a:pathLst>
                <a:path extrusionOk="0" h="404" w="698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47"/>
            <p:cNvSpPr/>
            <p:nvPr/>
          </p:nvSpPr>
          <p:spPr>
            <a:xfrm>
              <a:off x="5595575" y="3149900"/>
              <a:ext cx="171400" cy="10100"/>
            </a:xfrm>
            <a:custGeom>
              <a:rect b="b" l="l" r="r" t="t"/>
              <a:pathLst>
                <a:path extrusionOk="0" h="404" w="6856">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47"/>
            <p:cNvSpPr/>
            <p:nvPr/>
          </p:nvSpPr>
          <p:spPr>
            <a:xfrm>
              <a:off x="5594025" y="3173150"/>
              <a:ext cx="59725" cy="10900"/>
            </a:xfrm>
            <a:custGeom>
              <a:rect b="b" l="l" r="r" t="t"/>
              <a:pathLst>
                <a:path extrusionOk="0" h="436" w="2389">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0" name="Google Shape;19870;p147"/>
          <p:cNvGrpSpPr/>
          <p:nvPr/>
        </p:nvGrpSpPr>
        <p:grpSpPr>
          <a:xfrm>
            <a:off x="7009508" y="1769836"/>
            <a:ext cx="349000" cy="297025"/>
            <a:chOff x="6971275" y="3088625"/>
            <a:chExt cx="349000" cy="297025"/>
          </a:xfrm>
        </p:grpSpPr>
        <p:sp>
          <p:nvSpPr>
            <p:cNvPr id="19871" name="Google Shape;19871;p147"/>
            <p:cNvSpPr/>
            <p:nvPr/>
          </p:nvSpPr>
          <p:spPr>
            <a:xfrm>
              <a:off x="7055025" y="3176525"/>
              <a:ext cx="199325" cy="185100"/>
            </a:xfrm>
            <a:custGeom>
              <a:rect b="b" l="l" r="r" t="t"/>
              <a:pathLst>
                <a:path extrusionOk="0" h="7404" w="7973">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147"/>
            <p:cNvSpPr/>
            <p:nvPr/>
          </p:nvSpPr>
          <p:spPr>
            <a:xfrm>
              <a:off x="7081400" y="3218900"/>
              <a:ext cx="45000" cy="10125"/>
            </a:xfrm>
            <a:custGeom>
              <a:rect b="b" l="l" r="r" t="t"/>
              <a:pathLst>
                <a:path extrusionOk="0" h="405" w="180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47"/>
            <p:cNvSpPr/>
            <p:nvPr/>
          </p:nvSpPr>
          <p:spPr>
            <a:xfrm>
              <a:off x="7082950" y="3242950"/>
              <a:ext cx="118675" cy="10875"/>
            </a:xfrm>
            <a:custGeom>
              <a:rect b="b" l="l" r="r" t="t"/>
              <a:pathLst>
                <a:path extrusionOk="0" h="435" w="4747">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47"/>
            <p:cNvSpPr/>
            <p:nvPr/>
          </p:nvSpPr>
          <p:spPr>
            <a:xfrm>
              <a:off x="7081400" y="3267775"/>
              <a:ext cx="121775" cy="10100"/>
            </a:xfrm>
            <a:custGeom>
              <a:rect b="b" l="l" r="r" t="t"/>
              <a:pathLst>
                <a:path extrusionOk="0" h="404" w="4871">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47"/>
            <p:cNvSpPr/>
            <p:nvPr/>
          </p:nvSpPr>
          <p:spPr>
            <a:xfrm>
              <a:off x="7082475" y="3291550"/>
              <a:ext cx="119600" cy="10475"/>
            </a:xfrm>
            <a:custGeom>
              <a:rect b="b" l="l" r="r" t="t"/>
              <a:pathLst>
                <a:path extrusionOk="0" h="419" w="4784">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47"/>
            <p:cNvSpPr/>
            <p:nvPr/>
          </p:nvSpPr>
          <p:spPr>
            <a:xfrm>
              <a:off x="6971275" y="3088625"/>
              <a:ext cx="349000" cy="297025"/>
            </a:xfrm>
            <a:custGeom>
              <a:rect b="b" l="l" r="r" t="t"/>
              <a:pathLst>
                <a:path extrusionOk="0" h="11881" w="1396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147"/>
            <p:cNvSpPr/>
            <p:nvPr/>
          </p:nvSpPr>
          <p:spPr>
            <a:xfrm>
              <a:off x="7236425" y="3139000"/>
              <a:ext cx="10950" cy="7475"/>
            </a:xfrm>
            <a:custGeom>
              <a:rect b="b" l="l" r="r" t="t"/>
              <a:pathLst>
                <a:path extrusionOk="0" h="299" w="438">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147"/>
            <p:cNvSpPr/>
            <p:nvPr/>
          </p:nvSpPr>
          <p:spPr>
            <a:xfrm>
              <a:off x="7257550" y="3139000"/>
              <a:ext cx="10750" cy="7475"/>
            </a:xfrm>
            <a:custGeom>
              <a:rect b="b" l="l" r="r" t="t"/>
              <a:pathLst>
                <a:path extrusionOk="0" h="299" w="43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147"/>
            <p:cNvSpPr/>
            <p:nvPr/>
          </p:nvSpPr>
          <p:spPr>
            <a:xfrm>
              <a:off x="7278125" y="3139025"/>
              <a:ext cx="11900" cy="7550"/>
            </a:xfrm>
            <a:custGeom>
              <a:rect b="b" l="l" r="r" t="t"/>
              <a:pathLst>
                <a:path extrusionOk="0" h="302" w="476">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0" name="Google Shape;19880;p147"/>
          <p:cNvGrpSpPr/>
          <p:nvPr/>
        </p:nvGrpSpPr>
        <p:grpSpPr>
          <a:xfrm>
            <a:off x="6286395" y="2261366"/>
            <a:ext cx="326500" cy="349000"/>
            <a:chOff x="6982900" y="2492275"/>
            <a:chExt cx="326500" cy="349000"/>
          </a:xfrm>
        </p:grpSpPr>
        <p:sp>
          <p:nvSpPr>
            <p:cNvPr id="19881" name="Google Shape;19881;p147"/>
            <p:cNvSpPr/>
            <p:nvPr/>
          </p:nvSpPr>
          <p:spPr>
            <a:xfrm>
              <a:off x="6983675" y="2682275"/>
              <a:ext cx="228025" cy="159000"/>
            </a:xfrm>
            <a:custGeom>
              <a:rect b="b" l="l" r="r" t="t"/>
              <a:pathLst>
                <a:path extrusionOk="0" h="6360" w="9121">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147"/>
            <p:cNvSpPr/>
            <p:nvPr/>
          </p:nvSpPr>
          <p:spPr>
            <a:xfrm>
              <a:off x="6982900" y="2492275"/>
              <a:ext cx="326500" cy="349000"/>
            </a:xfrm>
            <a:custGeom>
              <a:rect b="b" l="l" r="r" t="t"/>
              <a:pathLst>
                <a:path extrusionOk="0" h="13960" w="1306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147"/>
            <p:cNvSpPr/>
            <p:nvPr/>
          </p:nvSpPr>
          <p:spPr>
            <a:xfrm>
              <a:off x="7009275" y="2704775"/>
              <a:ext cx="31050" cy="31025"/>
            </a:xfrm>
            <a:custGeom>
              <a:rect b="b" l="l" r="r" t="t"/>
              <a:pathLst>
                <a:path extrusionOk="0" h="1241" w="1242">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47"/>
            <p:cNvSpPr/>
            <p:nvPr/>
          </p:nvSpPr>
          <p:spPr>
            <a:xfrm>
              <a:off x="7049600" y="2704775"/>
              <a:ext cx="31050" cy="31025"/>
            </a:xfrm>
            <a:custGeom>
              <a:rect b="b" l="l" r="r" t="t"/>
              <a:pathLst>
                <a:path extrusionOk="0" h="1241" w="1242">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47"/>
            <p:cNvSpPr/>
            <p:nvPr/>
          </p:nvSpPr>
          <p:spPr>
            <a:xfrm>
              <a:off x="7089925"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47"/>
            <p:cNvSpPr/>
            <p:nvPr/>
          </p:nvSpPr>
          <p:spPr>
            <a:xfrm>
              <a:off x="7130250" y="2705550"/>
              <a:ext cx="31050" cy="30250"/>
            </a:xfrm>
            <a:custGeom>
              <a:rect b="b" l="l" r="r" t="t"/>
              <a:pathLst>
                <a:path extrusionOk="0" h="1210" w="1242">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47"/>
            <p:cNvSpPr/>
            <p:nvPr/>
          </p:nvSpPr>
          <p:spPr>
            <a:xfrm>
              <a:off x="7171350" y="2705550"/>
              <a:ext cx="30275" cy="30250"/>
            </a:xfrm>
            <a:custGeom>
              <a:rect b="b" l="l" r="r" t="t"/>
              <a:pathLst>
                <a:path extrusionOk="0" h="1210" w="1211">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47"/>
            <p:cNvSpPr/>
            <p:nvPr/>
          </p:nvSpPr>
          <p:spPr>
            <a:xfrm>
              <a:off x="7211675" y="2704775"/>
              <a:ext cx="31050" cy="31025"/>
            </a:xfrm>
            <a:custGeom>
              <a:rect b="b" l="l" r="r" t="t"/>
              <a:pathLst>
                <a:path extrusionOk="0" h="1241" w="1242">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147"/>
            <p:cNvSpPr/>
            <p:nvPr/>
          </p:nvSpPr>
          <p:spPr>
            <a:xfrm>
              <a:off x="7252000"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147"/>
            <p:cNvSpPr/>
            <p:nvPr/>
          </p:nvSpPr>
          <p:spPr>
            <a:xfrm>
              <a:off x="7009275" y="2745875"/>
              <a:ext cx="31050" cy="31025"/>
            </a:xfrm>
            <a:custGeom>
              <a:rect b="b" l="l" r="r" t="t"/>
              <a:pathLst>
                <a:path extrusionOk="0" h="1241" w="1242">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47"/>
            <p:cNvSpPr/>
            <p:nvPr/>
          </p:nvSpPr>
          <p:spPr>
            <a:xfrm>
              <a:off x="7048825" y="2745875"/>
              <a:ext cx="31825" cy="31025"/>
            </a:xfrm>
            <a:custGeom>
              <a:rect b="b" l="l" r="r" t="t"/>
              <a:pathLst>
                <a:path extrusionOk="0" h="1241" w="1273">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47"/>
            <p:cNvSpPr/>
            <p:nvPr/>
          </p:nvSpPr>
          <p:spPr>
            <a:xfrm>
              <a:off x="7089925" y="2746575"/>
              <a:ext cx="30275" cy="30325"/>
            </a:xfrm>
            <a:custGeom>
              <a:rect b="b" l="l" r="r" t="t"/>
              <a:pathLst>
                <a:path extrusionOk="0" h="1213" w="1211">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147"/>
            <p:cNvSpPr/>
            <p:nvPr/>
          </p:nvSpPr>
          <p:spPr>
            <a:xfrm>
              <a:off x="7130250" y="2746575"/>
              <a:ext cx="31050" cy="30325"/>
            </a:xfrm>
            <a:custGeom>
              <a:rect b="b" l="l" r="r" t="t"/>
              <a:pathLst>
                <a:path extrusionOk="0" h="1213" w="1242">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147"/>
            <p:cNvSpPr/>
            <p:nvPr/>
          </p:nvSpPr>
          <p:spPr>
            <a:xfrm>
              <a:off x="7170575" y="2746575"/>
              <a:ext cx="31050" cy="30325"/>
            </a:xfrm>
            <a:custGeom>
              <a:rect b="b" l="l" r="r" t="t"/>
              <a:pathLst>
                <a:path extrusionOk="0" h="1213" w="1242">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47"/>
            <p:cNvSpPr/>
            <p:nvPr/>
          </p:nvSpPr>
          <p:spPr>
            <a:xfrm>
              <a:off x="7211675" y="2745875"/>
              <a:ext cx="31050" cy="31025"/>
            </a:xfrm>
            <a:custGeom>
              <a:rect b="b" l="l" r="r" t="t"/>
              <a:pathLst>
                <a:path extrusionOk="0" h="1241" w="1242">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47"/>
            <p:cNvSpPr/>
            <p:nvPr/>
          </p:nvSpPr>
          <p:spPr>
            <a:xfrm>
              <a:off x="7252000" y="2746550"/>
              <a:ext cx="30275" cy="30350"/>
            </a:xfrm>
            <a:custGeom>
              <a:rect b="b" l="l" r="r" t="t"/>
              <a:pathLst>
                <a:path extrusionOk="0" h="1214" w="1211">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147"/>
            <p:cNvSpPr/>
            <p:nvPr/>
          </p:nvSpPr>
          <p:spPr>
            <a:xfrm>
              <a:off x="7008500" y="2786875"/>
              <a:ext cx="31050" cy="30350"/>
            </a:xfrm>
            <a:custGeom>
              <a:rect b="b" l="l" r="r" t="t"/>
              <a:pathLst>
                <a:path extrusionOk="0" h="1214" w="1242">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147"/>
            <p:cNvSpPr/>
            <p:nvPr/>
          </p:nvSpPr>
          <p:spPr>
            <a:xfrm>
              <a:off x="7049600" y="2786875"/>
              <a:ext cx="31050" cy="29575"/>
            </a:xfrm>
            <a:custGeom>
              <a:rect b="b" l="l" r="r" t="t"/>
              <a:pathLst>
                <a:path extrusionOk="0" h="1183" w="1242">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47"/>
            <p:cNvSpPr/>
            <p:nvPr/>
          </p:nvSpPr>
          <p:spPr>
            <a:xfrm>
              <a:off x="7089925" y="2786875"/>
              <a:ext cx="110925" cy="30350"/>
            </a:xfrm>
            <a:custGeom>
              <a:rect b="b" l="l" r="r" t="t"/>
              <a:pathLst>
                <a:path extrusionOk="0" h="1214" w="4437">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47"/>
            <p:cNvSpPr/>
            <p:nvPr/>
          </p:nvSpPr>
          <p:spPr>
            <a:xfrm>
              <a:off x="7211675" y="2786875"/>
              <a:ext cx="31050" cy="30350"/>
            </a:xfrm>
            <a:custGeom>
              <a:rect b="b" l="l" r="r" t="t"/>
              <a:pathLst>
                <a:path extrusionOk="0" h="1214" w="1242">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47"/>
            <p:cNvSpPr/>
            <p:nvPr/>
          </p:nvSpPr>
          <p:spPr>
            <a:xfrm>
              <a:off x="7252000" y="2786875"/>
              <a:ext cx="30275" cy="30350"/>
            </a:xfrm>
            <a:custGeom>
              <a:rect b="b" l="l" r="r" t="t"/>
              <a:pathLst>
                <a:path extrusionOk="0" h="1214" w="1211">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2" name="Google Shape;19902;p147"/>
          <p:cNvGrpSpPr/>
          <p:nvPr/>
        </p:nvGrpSpPr>
        <p:grpSpPr>
          <a:xfrm>
            <a:off x="5563054" y="2261241"/>
            <a:ext cx="239650" cy="349250"/>
            <a:chOff x="4775100" y="1923875"/>
            <a:chExt cx="239650" cy="349250"/>
          </a:xfrm>
        </p:grpSpPr>
        <p:sp>
          <p:nvSpPr>
            <p:cNvPr id="19903" name="Google Shape;19903;p147"/>
            <p:cNvSpPr/>
            <p:nvPr/>
          </p:nvSpPr>
          <p:spPr>
            <a:xfrm>
              <a:off x="4775100" y="1923875"/>
              <a:ext cx="239650" cy="349250"/>
            </a:xfrm>
            <a:custGeom>
              <a:rect b="b" l="l" r="r" t="t"/>
              <a:pathLst>
                <a:path extrusionOk="0" h="13970" w="9586">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47"/>
            <p:cNvSpPr/>
            <p:nvPr/>
          </p:nvSpPr>
          <p:spPr>
            <a:xfrm>
              <a:off x="4816200" y="1951775"/>
              <a:ext cx="63625" cy="10100"/>
            </a:xfrm>
            <a:custGeom>
              <a:rect b="b" l="l" r="r" t="t"/>
              <a:pathLst>
                <a:path extrusionOk="0" h="404"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147"/>
            <p:cNvSpPr/>
            <p:nvPr/>
          </p:nvSpPr>
          <p:spPr>
            <a:xfrm>
              <a:off x="4816200" y="1975050"/>
              <a:ext cx="63625" cy="10100"/>
            </a:xfrm>
            <a:custGeom>
              <a:rect b="b" l="l" r="r" t="t"/>
              <a:pathLst>
                <a:path extrusionOk="0" h="404" w="2545">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147"/>
            <p:cNvSpPr/>
            <p:nvPr/>
          </p:nvSpPr>
          <p:spPr>
            <a:xfrm>
              <a:off x="4816200" y="1998300"/>
              <a:ext cx="63625" cy="10125"/>
            </a:xfrm>
            <a:custGeom>
              <a:rect b="b" l="l" r="r" t="t"/>
              <a:pathLst>
                <a:path extrusionOk="0" h="405"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147"/>
            <p:cNvSpPr/>
            <p:nvPr/>
          </p:nvSpPr>
          <p:spPr>
            <a:xfrm>
              <a:off x="4817750" y="2021575"/>
              <a:ext cx="60525" cy="10100"/>
            </a:xfrm>
            <a:custGeom>
              <a:rect b="b" l="l" r="r" t="t"/>
              <a:pathLst>
                <a:path extrusionOk="0" h="404" w="2421">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147"/>
            <p:cNvSpPr/>
            <p:nvPr/>
          </p:nvSpPr>
          <p:spPr>
            <a:xfrm>
              <a:off x="4910825" y="1951775"/>
              <a:ext cx="63600" cy="10100"/>
            </a:xfrm>
            <a:custGeom>
              <a:rect b="b" l="l" r="r" t="t"/>
              <a:pathLst>
                <a:path extrusionOk="0" h="404"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47"/>
            <p:cNvSpPr/>
            <p:nvPr/>
          </p:nvSpPr>
          <p:spPr>
            <a:xfrm>
              <a:off x="4910825" y="1975050"/>
              <a:ext cx="63600" cy="10100"/>
            </a:xfrm>
            <a:custGeom>
              <a:rect b="b" l="l" r="r" t="t"/>
              <a:pathLst>
                <a:path extrusionOk="0" h="404" w="2544">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47"/>
            <p:cNvSpPr/>
            <p:nvPr/>
          </p:nvSpPr>
          <p:spPr>
            <a:xfrm>
              <a:off x="4910825" y="1998300"/>
              <a:ext cx="63600" cy="10125"/>
            </a:xfrm>
            <a:custGeom>
              <a:rect b="b" l="l" r="r" t="t"/>
              <a:pathLst>
                <a:path extrusionOk="0" h="405"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47"/>
            <p:cNvSpPr/>
            <p:nvPr/>
          </p:nvSpPr>
          <p:spPr>
            <a:xfrm>
              <a:off x="4912375" y="2021575"/>
              <a:ext cx="60500" cy="10100"/>
            </a:xfrm>
            <a:custGeom>
              <a:rect b="b" l="l" r="r" t="t"/>
              <a:pathLst>
                <a:path extrusionOk="0" h="404" w="242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47"/>
            <p:cNvSpPr/>
            <p:nvPr/>
          </p:nvSpPr>
          <p:spPr>
            <a:xfrm>
              <a:off x="4889100" y="2191400"/>
              <a:ext cx="10875" cy="13975"/>
            </a:xfrm>
            <a:custGeom>
              <a:rect b="b" l="l" r="r" t="t"/>
              <a:pathLst>
                <a:path extrusionOk="0" h="559" w="435">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3" name="Google Shape;19913;p147"/>
          <p:cNvGrpSpPr/>
          <p:nvPr/>
        </p:nvGrpSpPr>
        <p:grpSpPr>
          <a:xfrm>
            <a:off x="4725464" y="2293141"/>
            <a:ext cx="349000" cy="285450"/>
            <a:chOff x="4720050" y="3094050"/>
            <a:chExt cx="349000" cy="285450"/>
          </a:xfrm>
        </p:grpSpPr>
        <p:sp>
          <p:nvSpPr>
            <p:cNvPr id="19914" name="Google Shape;19914;p147"/>
            <p:cNvSpPr/>
            <p:nvPr/>
          </p:nvSpPr>
          <p:spPr>
            <a:xfrm>
              <a:off x="4783625" y="3198550"/>
              <a:ext cx="11675" cy="10300"/>
            </a:xfrm>
            <a:custGeom>
              <a:rect b="b" l="l" r="r" t="t"/>
              <a:pathLst>
                <a:path extrusionOk="0" h="412" w="467">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147"/>
            <p:cNvSpPr/>
            <p:nvPr/>
          </p:nvSpPr>
          <p:spPr>
            <a:xfrm>
              <a:off x="4720050" y="3094050"/>
              <a:ext cx="349000" cy="285450"/>
            </a:xfrm>
            <a:custGeom>
              <a:rect b="b" l="l" r="r" t="t"/>
              <a:pathLst>
                <a:path extrusionOk="0" h="11418" w="1396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147"/>
            <p:cNvSpPr/>
            <p:nvPr/>
          </p:nvSpPr>
          <p:spPr>
            <a:xfrm>
              <a:off x="4784425" y="3215800"/>
              <a:ext cx="10100" cy="22325"/>
            </a:xfrm>
            <a:custGeom>
              <a:rect b="b" l="l" r="r" t="t"/>
              <a:pathLst>
                <a:path extrusionOk="0" h="893" w="404">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47"/>
            <p:cNvSpPr/>
            <p:nvPr/>
          </p:nvSpPr>
          <p:spPr>
            <a:xfrm>
              <a:off x="4851100" y="3180125"/>
              <a:ext cx="52750" cy="10900"/>
            </a:xfrm>
            <a:custGeom>
              <a:rect b="b" l="l" r="r" t="t"/>
              <a:pathLst>
                <a:path extrusionOk="0" h="436" w="211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47"/>
            <p:cNvSpPr/>
            <p:nvPr/>
          </p:nvSpPr>
          <p:spPr>
            <a:xfrm>
              <a:off x="4852650" y="3204175"/>
              <a:ext cx="138075" cy="10100"/>
            </a:xfrm>
            <a:custGeom>
              <a:rect b="b" l="l" r="r" t="t"/>
              <a:pathLst>
                <a:path extrusionOk="0" h="404" w="5523">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47"/>
            <p:cNvSpPr/>
            <p:nvPr/>
          </p:nvSpPr>
          <p:spPr>
            <a:xfrm>
              <a:off x="4852650" y="3225900"/>
              <a:ext cx="137300" cy="10100"/>
            </a:xfrm>
            <a:custGeom>
              <a:rect b="b" l="l" r="r" t="t"/>
              <a:pathLst>
                <a:path extrusionOk="0" h="404" w="5492">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147"/>
            <p:cNvSpPr/>
            <p:nvPr/>
          </p:nvSpPr>
          <p:spPr>
            <a:xfrm>
              <a:off x="4851100" y="3247600"/>
              <a:ext cx="140400" cy="10875"/>
            </a:xfrm>
            <a:custGeom>
              <a:rect b="b" l="l" r="r" t="t"/>
              <a:pathLst>
                <a:path extrusionOk="0" h="435" w="5616">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1" name="Google Shape;19921;p147"/>
          <p:cNvGrpSpPr/>
          <p:nvPr/>
        </p:nvGrpSpPr>
        <p:grpSpPr>
          <a:xfrm>
            <a:off x="3227595" y="2293141"/>
            <a:ext cx="349000" cy="285450"/>
            <a:chOff x="3195450" y="3094050"/>
            <a:chExt cx="349000" cy="285450"/>
          </a:xfrm>
        </p:grpSpPr>
        <p:sp>
          <p:nvSpPr>
            <p:cNvPr id="19922" name="Google Shape;19922;p147"/>
            <p:cNvSpPr/>
            <p:nvPr/>
          </p:nvSpPr>
          <p:spPr>
            <a:xfrm>
              <a:off x="3392175" y="3132825"/>
              <a:ext cx="11900" cy="7550"/>
            </a:xfrm>
            <a:custGeom>
              <a:rect b="b" l="l" r="r" t="t"/>
              <a:pathLst>
                <a:path extrusionOk="0" h="302" w="476">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147"/>
            <p:cNvSpPr/>
            <p:nvPr/>
          </p:nvSpPr>
          <p:spPr>
            <a:xfrm>
              <a:off x="3392025" y="3179350"/>
              <a:ext cx="12050" cy="7900"/>
            </a:xfrm>
            <a:custGeom>
              <a:rect b="b" l="l" r="r" t="t"/>
              <a:pathLst>
                <a:path extrusionOk="0" h="316" w="482">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147"/>
            <p:cNvSpPr/>
            <p:nvPr/>
          </p:nvSpPr>
          <p:spPr>
            <a:xfrm>
              <a:off x="3392175" y="3226675"/>
              <a:ext cx="11900" cy="7550"/>
            </a:xfrm>
            <a:custGeom>
              <a:rect b="b" l="l" r="r" t="t"/>
              <a:pathLst>
                <a:path extrusionOk="0" h="302" w="476">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47"/>
            <p:cNvSpPr/>
            <p:nvPr/>
          </p:nvSpPr>
          <p:spPr>
            <a:xfrm>
              <a:off x="3195450" y="3094050"/>
              <a:ext cx="349000" cy="285450"/>
            </a:xfrm>
            <a:custGeom>
              <a:rect b="b" l="l" r="r" t="t"/>
              <a:pathLst>
                <a:path extrusionOk="0" h="11418" w="1396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147"/>
            <p:cNvSpPr/>
            <p:nvPr/>
          </p:nvSpPr>
          <p:spPr>
            <a:xfrm>
              <a:off x="3411800" y="3132825"/>
              <a:ext cx="103175" cy="10125"/>
            </a:xfrm>
            <a:custGeom>
              <a:rect b="b" l="l" r="r" t="t"/>
              <a:pathLst>
                <a:path extrusionOk="0" h="405" w="4127">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147"/>
            <p:cNvSpPr/>
            <p:nvPr/>
          </p:nvSpPr>
          <p:spPr>
            <a:xfrm>
              <a:off x="3413350" y="3153000"/>
              <a:ext cx="55100" cy="10100"/>
            </a:xfrm>
            <a:custGeom>
              <a:rect b="b" l="l" r="r" t="t"/>
              <a:pathLst>
                <a:path extrusionOk="0" h="404" w="2204">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47"/>
            <p:cNvSpPr/>
            <p:nvPr/>
          </p:nvSpPr>
          <p:spPr>
            <a:xfrm>
              <a:off x="3413350" y="3178575"/>
              <a:ext cx="100075" cy="10125"/>
            </a:xfrm>
            <a:custGeom>
              <a:rect b="b" l="l" r="r" t="t"/>
              <a:pathLst>
                <a:path extrusionOk="0" h="405" w="4003">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47"/>
            <p:cNvSpPr/>
            <p:nvPr/>
          </p:nvSpPr>
          <p:spPr>
            <a:xfrm>
              <a:off x="3411800" y="3198750"/>
              <a:ext cx="58200" cy="10875"/>
            </a:xfrm>
            <a:custGeom>
              <a:rect b="b" l="l" r="r" t="t"/>
              <a:pathLst>
                <a:path extrusionOk="0" h="435" w="2328">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47"/>
            <p:cNvSpPr/>
            <p:nvPr/>
          </p:nvSpPr>
          <p:spPr>
            <a:xfrm>
              <a:off x="3413350" y="3225125"/>
              <a:ext cx="100075" cy="10100"/>
            </a:xfrm>
            <a:custGeom>
              <a:rect b="b" l="l" r="r" t="t"/>
              <a:pathLst>
                <a:path extrusionOk="0" h="404" w="4003">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147"/>
            <p:cNvSpPr/>
            <p:nvPr/>
          </p:nvSpPr>
          <p:spPr>
            <a:xfrm>
              <a:off x="3413350" y="3245275"/>
              <a:ext cx="55100" cy="10100"/>
            </a:xfrm>
            <a:custGeom>
              <a:rect b="b" l="l" r="r" t="t"/>
              <a:pathLst>
                <a:path extrusionOk="0" h="404" w="2204">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2" name="Google Shape;19932;p147"/>
          <p:cNvGrpSpPr/>
          <p:nvPr/>
        </p:nvGrpSpPr>
        <p:grpSpPr>
          <a:xfrm>
            <a:off x="2440773" y="2262529"/>
            <a:ext cx="349775" cy="346675"/>
            <a:chOff x="2443225" y="3063825"/>
            <a:chExt cx="349775" cy="346675"/>
          </a:xfrm>
        </p:grpSpPr>
        <p:sp>
          <p:nvSpPr>
            <p:cNvPr id="19933" name="Google Shape;19933;p147"/>
            <p:cNvSpPr/>
            <p:nvPr/>
          </p:nvSpPr>
          <p:spPr>
            <a:xfrm>
              <a:off x="2477350" y="3319725"/>
              <a:ext cx="281525" cy="90775"/>
            </a:xfrm>
            <a:custGeom>
              <a:rect b="b" l="l" r="r" t="t"/>
              <a:pathLst>
                <a:path extrusionOk="0" h="3631" w="11261">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47"/>
            <p:cNvSpPr/>
            <p:nvPr/>
          </p:nvSpPr>
          <p:spPr>
            <a:xfrm>
              <a:off x="2443225" y="3063825"/>
              <a:ext cx="349775" cy="225725"/>
            </a:xfrm>
            <a:custGeom>
              <a:rect b="b" l="l" r="r" t="t"/>
              <a:pathLst>
                <a:path extrusionOk="0" h="9029" w="13991">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147"/>
            <p:cNvSpPr/>
            <p:nvPr/>
          </p:nvSpPr>
          <p:spPr>
            <a:xfrm>
              <a:off x="2526200" y="3349975"/>
              <a:ext cx="75250" cy="10875"/>
            </a:xfrm>
            <a:custGeom>
              <a:rect b="b" l="l" r="r" t="t"/>
              <a:pathLst>
                <a:path extrusionOk="0" h="435" w="301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147"/>
            <p:cNvSpPr/>
            <p:nvPr/>
          </p:nvSpPr>
          <p:spPr>
            <a:xfrm>
              <a:off x="2526200" y="3374000"/>
              <a:ext cx="75250" cy="10875"/>
            </a:xfrm>
            <a:custGeom>
              <a:rect b="b" l="l" r="r" t="t"/>
              <a:pathLst>
                <a:path extrusionOk="0" h="435" w="301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47"/>
            <p:cNvSpPr/>
            <p:nvPr/>
          </p:nvSpPr>
          <p:spPr>
            <a:xfrm>
              <a:off x="2635550" y="3349975"/>
              <a:ext cx="76025" cy="10875"/>
            </a:xfrm>
            <a:custGeom>
              <a:rect b="b" l="l" r="r" t="t"/>
              <a:pathLst>
                <a:path extrusionOk="0" h="435" w="3041">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47"/>
            <p:cNvSpPr/>
            <p:nvPr/>
          </p:nvSpPr>
          <p:spPr>
            <a:xfrm>
              <a:off x="2635550" y="3374000"/>
              <a:ext cx="76025" cy="10875"/>
            </a:xfrm>
            <a:custGeom>
              <a:rect b="b" l="l" r="r" t="t"/>
              <a:pathLst>
                <a:path extrusionOk="0" h="435" w="3041">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9" name="Google Shape;19939;p147"/>
          <p:cNvGrpSpPr/>
          <p:nvPr/>
        </p:nvGrpSpPr>
        <p:grpSpPr>
          <a:xfrm>
            <a:off x="1740308" y="2260766"/>
            <a:ext cx="334275" cy="350200"/>
            <a:chOff x="6224475" y="2492100"/>
            <a:chExt cx="334275" cy="350200"/>
          </a:xfrm>
        </p:grpSpPr>
        <p:sp>
          <p:nvSpPr>
            <p:cNvPr id="19940" name="Google Shape;19940;p147"/>
            <p:cNvSpPr/>
            <p:nvPr/>
          </p:nvSpPr>
          <p:spPr>
            <a:xfrm>
              <a:off x="6309800" y="2665025"/>
              <a:ext cx="168300" cy="117125"/>
            </a:xfrm>
            <a:custGeom>
              <a:rect b="b" l="l" r="r" t="t"/>
              <a:pathLst>
                <a:path extrusionOk="0" h="4685" w="6732">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147"/>
            <p:cNvSpPr/>
            <p:nvPr/>
          </p:nvSpPr>
          <p:spPr>
            <a:xfrm>
              <a:off x="6372600" y="2633425"/>
              <a:ext cx="38025" cy="15725"/>
            </a:xfrm>
            <a:custGeom>
              <a:rect b="b" l="l" r="r" t="t"/>
              <a:pathLst>
                <a:path extrusionOk="0" h="629" w="1521">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47"/>
            <p:cNvSpPr/>
            <p:nvPr/>
          </p:nvSpPr>
          <p:spPr>
            <a:xfrm>
              <a:off x="6356800" y="2612875"/>
              <a:ext cx="68550" cy="22125"/>
            </a:xfrm>
            <a:custGeom>
              <a:rect b="b" l="l" r="r" t="t"/>
              <a:pathLst>
                <a:path extrusionOk="0" h="885" w="2742">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47"/>
            <p:cNvSpPr/>
            <p:nvPr/>
          </p:nvSpPr>
          <p:spPr>
            <a:xfrm>
              <a:off x="6343900" y="2592525"/>
              <a:ext cx="96200" cy="27750"/>
            </a:xfrm>
            <a:custGeom>
              <a:rect b="b" l="l" r="r" t="t"/>
              <a:pathLst>
                <a:path extrusionOk="0" h="1110" w="3848">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47"/>
            <p:cNvSpPr/>
            <p:nvPr/>
          </p:nvSpPr>
          <p:spPr>
            <a:xfrm>
              <a:off x="6224475" y="2492100"/>
              <a:ext cx="334275" cy="350200"/>
            </a:xfrm>
            <a:custGeom>
              <a:rect b="b" l="l" r="r" t="t"/>
              <a:pathLst>
                <a:path extrusionOk="0" h="14008" w="13371">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5" name="Google Shape;19945;p147"/>
          <p:cNvGrpSpPr/>
          <p:nvPr/>
        </p:nvGrpSpPr>
        <p:grpSpPr>
          <a:xfrm>
            <a:off x="1058581" y="2894254"/>
            <a:ext cx="348975" cy="297025"/>
            <a:chOff x="931825" y="3088625"/>
            <a:chExt cx="348975" cy="297025"/>
          </a:xfrm>
        </p:grpSpPr>
        <p:sp>
          <p:nvSpPr>
            <p:cNvPr id="19946" name="Google Shape;19946;p147"/>
            <p:cNvSpPr/>
            <p:nvPr/>
          </p:nvSpPr>
          <p:spPr>
            <a:xfrm>
              <a:off x="1196775" y="3139025"/>
              <a:ext cx="11325" cy="7550"/>
            </a:xfrm>
            <a:custGeom>
              <a:rect b="b" l="l" r="r" t="t"/>
              <a:pathLst>
                <a:path extrusionOk="0" h="302" w="453">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147"/>
            <p:cNvSpPr/>
            <p:nvPr/>
          </p:nvSpPr>
          <p:spPr>
            <a:xfrm>
              <a:off x="1218400" y="3138775"/>
              <a:ext cx="11225" cy="10625"/>
            </a:xfrm>
            <a:custGeom>
              <a:rect b="b" l="l" r="r" t="t"/>
              <a:pathLst>
                <a:path extrusionOk="0" h="425" w="449">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147"/>
            <p:cNvSpPr/>
            <p:nvPr/>
          </p:nvSpPr>
          <p:spPr>
            <a:xfrm>
              <a:off x="1240100" y="3138775"/>
              <a:ext cx="10450" cy="10625"/>
            </a:xfrm>
            <a:custGeom>
              <a:rect b="b" l="l" r="r" t="t"/>
              <a:pathLst>
                <a:path extrusionOk="0" h="425" w="418">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147"/>
            <p:cNvSpPr/>
            <p:nvPr/>
          </p:nvSpPr>
          <p:spPr>
            <a:xfrm>
              <a:off x="931825" y="3088625"/>
              <a:ext cx="348975" cy="297025"/>
            </a:xfrm>
            <a:custGeom>
              <a:rect b="b" l="l" r="r" t="t"/>
              <a:pathLst>
                <a:path extrusionOk="0" h="11881" w="13959">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147"/>
            <p:cNvSpPr/>
            <p:nvPr/>
          </p:nvSpPr>
          <p:spPr>
            <a:xfrm>
              <a:off x="999275" y="3246825"/>
              <a:ext cx="61300" cy="10100"/>
            </a:xfrm>
            <a:custGeom>
              <a:rect b="b" l="l" r="r" t="t"/>
              <a:pathLst>
                <a:path extrusionOk="0" h="404" w="2452">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47"/>
            <p:cNvSpPr/>
            <p:nvPr/>
          </p:nvSpPr>
          <p:spPr>
            <a:xfrm>
              <a:off x="999275" y="3270875"/>
              <a:ext cx="117125" cy="10100"/>
            </a:xfrm>
            <a:custGeom>
              <a:rect b="b" l="l" r="r" t="t"/>
              <a:pathLst>
                <a:path extrusionOk="0" h="404" w="4685">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47"/>
            <p:cNvSpPr/>
            <p:nvPr/>
          </p:nvSpPr>
          <p:spPr>
            <a:xfrm>
              <a:off x="997725" y="3294900"/>
              <a:ext cx="120225" cy="10100"/>
            </a:xfrm>
            <a:custGeom>
              <a:rect b="b" l="l" r="r" t="t"/>
              <a:pathLst>
                <a:path extrusionOk="0" h="404" w="4809">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47"/>
            <p:cNvSpPr/>
            <p:nvPr/>
          </p:nvSpPr>
          <p:spPr>
            <a:xfrm>
              <a:off x="999275" y="3318950"/>
              <a:ext cx="117125" cy="10100"/>
            </a:xfrm>
            <a:custGeom>
              <a:rect b="b" l="l" r="r" t="t"/>
              <a:pathLst>
                <a:path extrusionOk="0" h="404" w="4685">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47"/>
            <p:cNvSpPr/>
            <p:nvPr/>
          </p:nvSpPr>
          <p:spPr>
            <a:xfrm>
              <a:off x="999275" y="3342825"/>
              <a:ext cx="117125" cy="10275"/>
            </a:xfrm>
            <a:custGeom>
              <a:rect b="b" l="l" r="r" t="t"/>
              <a:pathLst>
                <a:path extrusionOk="0" h="411" w="4685">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147"/>
          <p:cNvGrpSpPr/>
          <p:nvPr/>
        </p:nvGrpSpPr>
        <p:grpSpPr>
          <a:xfrm>
            <a:off x="1814370" y="2868279"/>
            <a:ext cx="186150" cy="348975"/>
            <a:chOff x="6298925" y="1923875"/>
            <a:chExt cx="186150" cy="348975"/>
          </a:xfrm>
        </p:grpSpPr>
        <p:sp>
          <p:nvSpPr>
            <p:cNvPr id="19956" name="Google Shape;19956;p147"/>
            <p:cNvSpPr/>
            <p:nvPr/>
          </p:nvSpPr>
          <p:spPr>
            <a:xfrm>
              <a:off x="6298925"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147"/>
            <p:cNvSpPr/>
            <p:nvPr/>
          </p:nvSpPr>
          <p:spPr>
            <a:xfrm>
              <a:off x="6324525" y="2049400"/>
              <a:ext cx="134175" cy="102475"/>
            </a:xfrm>
            <a:custGeom>
              <a:rect b="b" l="l" r="r" t="t"/>
              <a:pathLst>
                <a:path extrusionOk="0" h="4099" w="5367">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47"/>
            <p:cNvSpPr/>
            <p:nvPr/>
          </p:nvSpPr>
          <p:spPr>
            <a:xfrm>
              <a:off x="6412925" y="2171625"/>
              <a:ext cx="21750" cy="32200"/>
            </a:xfrm>
            <a:custGeom>
              <a:rect b="b" l="l" r="r" t="t"/>
              <a:pathLst>
                <a:path extrusionOk="0" h="1288" w="87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47"/>
            <p:cNvSpPr/>
            <p:nvPr/>
          </p:nvSpPr>
          <p:spPr>
            <a:xfrm>
              <a:off x="6349325" y="2171625"/>
              <a:ext cx="21750" cy="32200"/>
            </a:xfrm>
            <a:custGeom>
              <a:rect b="b" l="l" r="r" t="t"/>
              <a:pathLst>
                <a:path extrusionOk="0" h="1288" w="87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147"/>
            <p:cNvSpPr/>
            <p:nvPr/>
          </p:nvSpPr>
          <p:spPr>
            <a:xfrm>
              <a:off x="6328850" y="1999600"/>
              <a:ext cx="37125" cy="9850"/>
            </a:xfrm>
            <a:custGeom>
              <a:rect b="b" l="l" r="r" t="t"/>
              <a:pathLst>
                <a:path extrusionOk="0" h="394" w="1485">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147"/>
            <p:cNvSpPr/>
            <p:nvPr/>
          </p:nvSpPr>
          <p:spPr>
            <a:xfrm>
              <a:off x="6327625" y="2020800"/>
              <a:ext cx="122550" cy="10100"/>
            </a:xfrm>
            <a:custGeom>
              <a:rect b="b" l="l" r="r" t="t"/>
              <a:pathLst>
                <a:path extrusionOk="0" h="404" w="4902">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2" name="Google Shape;19962;p147"/>
          <p:cNvGrpSpPr/>
          <p:nvPr/>
        </p:nvGrpSpPr>
        <p:grpSpPr>
          <a:xfrm>
            <a:off x="2427260" y="2879016"/>
            <a:ext cx="376800" cy="327500"/>
            <a:chOff x="7718850" y="3678550"/>
            <a:chExt cx="376800" cy="327500"/>
          </a:xfrm>
        </p:grpSpPr>
        <p:sp>
          <p:nvSpPr>
            <p:cNvPr id="19963" name="Google Shape;19963;p147"/>
            <p:cNvSpPr/>
            <p:nvPr/>
          </p:nvSpPr>
          <p:spPr>
            <a:xfrm>
              <a:off x="7718850" y="3678550"/>
              <a:ext cx="376800" cy="327500"/>
            </a:xfrm>
            <a:custGeom>
              <a:rect b="b" l="l" r="r" t="t"/>
              <a:pathLst>
                <a:path extrusionOk="0" h="13100" w="15072">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147"/>
            <p:cNvSpPr/>
            <p:nvPr/>
          </p:nvSpPr>
          <p:spPr>
            <a:xfrm>
              <a:off x="7863075" y="3709550"/>
              <a:ext cx="203200" cy="174750"/>
            </a:xfrm>
            <a:custGeom>
              <a:rect b="b" l="l" r="r" t="t"/>
              <a:pathLst>
                <a:path extrusionOk="0" h="6990" w="8128">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5" name="Google Shape;19965;p147"/>
          <p:cNvGrpSpPr/>
          <p:nvPr/>
        </p:nvGrpSpPr>
        <p:grpSpPr>
          <a:xfrm>
            <a:off x="3253183" y="2868179"/>
            <a:ext cx="297825" cy="349175"/>
            <a:chOff x="957400" y="1923675"/>
            <a:chExt cx="297825" cy="349175"/>
          </a:xfrm>
        </p:grpSpPr>
        <p:sp>
          <p:nvSpPr>
            <p:cNvPr id="19966" name="Google Shape;19966;p147"/>
            <p:cNvSpPr/>
            <p:nvPr/>
          </p:nvSpPr>
          <p:spPr>
            <a:xfrm>
              <a:off x="1085350" y="1977950"/>
              <a:ext cx="48400" cy="17275"/>
            </a:xfrm>
            <a:custGeom>
              <a:rect b="b" l="l" r="r" t="t"/>
              <a:pathLst>
                <a:path extrusionOk="0" h="691" w="1936">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147"/>
            <p:cNvSpPr/>
            <p:nvPr/>
          </p:nvSpPr>
          <p:spPr>
            <a:xfrm>
              <a:off x="1064725" y="1951200"/>
              <a:ext cx="85800" cy="25425"/>
            </a:xfrm>
            <a:custGeom>
              <a:rect b="b" l="l" r="r" t="t"/>
              <a:pathLst>
                <a:path extrusionOk="0" h="1017" w="3432">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47"/>
            <p:cNvSpPr/>
            <p:nvPr/>
          </p:nvSpPr>
          <p:spPr>
            <a:xfrm>
              <a:off x="1047350" y="1923675"/>
              <a:ext cx="122550" cy="33750"/>
            </a:xfrm>
            <a:custGeom>
              <a:rect b="b" l="l" r="r" t="t"/>
              <a:pathLst>
                <a:path extrusionOk="0" h="1350" w="4902">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47"/>
            <p:cNvSpPr/>
            <p:nvPr/>
          </p:nvSpPr>
          <p:spPr>
            <a:xfrm>
              <a:off x="957400" y="2025450"/>
              <a:ext cx="297825" cy="247400"/>
            </a:xfrm>
            <a:custGeom>
              <a:rect b="b" l="l" r="r" t="t"/>
              <a:pathLst>
                <a:path extrusionOk="0" h="9896" w="11913">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47"/>
            <p:cNvSpPr/>
            <p:nvPr/>
          </p:nvSpPr>
          <p:spPr>
            <a:xfrm>
              <a:off x="1062875" y="2104550"/>
              <a:ext cx="86875" cy="38025"/>
            </a:xfrm>
            <a:custGeom>
              <a:rect b="b" l="l" r="r" t="t"/>
              <a:pathLst>
                <a:path extrusionOk="0" h="1521" w="3475">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1" name="Google Shape;19971;p147"/>
          <p:cNvGrpSpPr/>
          <p:nvPr/>
        </p:nvGrpSpPr>
        <p:grpSpPr>
          <a:xfrm>
            <a:off x="3993514" y="2873704"/>
            <a:ext cx="349775" cy="338125"/>
            <a:chOff x="6970500" y="3673350"/>
            <a:chExt cx="349775" cy="338125"/>
          </a:xfrm>
        </p:grpSpPr>
        <p:sp>
          <p:nvSpPr>
            <p:cNvPr id="19972" name="Google Shape;19972;p147"/>
            <p:cNvSpPr/>
            <p:nvPr/>
          </p:nvSpPr>
          <p:spPr>
            <a:xfrm>
              <a:off x="6970500" y="3673350"/>
              <a:ext cx="349775" cy="338125"/>
            </a:xfrm>
            <a:custGeom>
              <a:rect b="b" l="l" r="r" t="t"/>
              <a:pathLst>
                <a:path extrusionOk="0" h="13525" w="13991">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47"/>
            <p:cNvSpPr/>
            <p:nvPr/>
          </p:nvSpPr>
          <p:spPr>
            <a:xfrm>
              <a:off x="7202725" y="3883500"/>
              <a:ext cx="38450" cy="15825"/>
            </a:xfrm>
            <a:custGeom>
              <a:rect b="b" l="l" r="r" t="t"/>
              <a:pathLst>
                <a:path extrusionOk="0" h="633" w="1538">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47"/>
            <p:cNvSpPr/>
            <p:nvPr/>
          </p:nvSpPr>
          <p:spPr>
            <a:xfrm>
              <a:off x="7190725" y="3864300"/>
              <a:ext cx="64400" cy="21550"/>
            </a:xfrm>
            <a:custGeom>
              <a:rect b="b" l="l" r="r" t="t"/>
              <a:pathLst>
                <a:path extrusionOk="0" h="862" w="2576">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47"/>
            <p:cNvSpPr/>
            <p:nvPr/>
          </p:nvSpPr>
          <p:spPr>
            <a:xfrm>
              <a:off x="7176775" y="3844525"/>
              <a:ext cx="92300" cy="27350"/>
            </a:xfrm>
            <a:custGeom>
              <a:rect b="b" l="l" r="r" t="t"/>
              <a:pathLst>
                <a:path extrusionOk="0" h="1094" w="3692">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47"/>
            <p:cNvSpPr/>
            <p:nvPr/>
          </p:nvSpPr>
          <p:spPr>
            <a:xfrm>
              <a:off x="7020125" y="3734600"/>
              <a:ext cx="111700" cy="33375"/>
            </a:xfrm>
            <a:custGeom>
              <a:rect b="b" l="l" r="r" t="t"/>
              <a:pathLst>
                <a:path extrusionOk="0" h="1335" w="4468">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47"/>
            <p:cNvSpPr/>
            <p:nvPr/>
          </p:nvSpPr>
          <p:spPr>
            <a:xfrm>
              <a:off x="7172125" y="3735375"/>
              <a:ext cx="93075" cy="86100"/>
            </a:xfrm>
            <a:custGeom>
              <a:rect b="b" l="l" r="r" t="t"/>
              <a:pathLst>
                <a:path extrusionOk="0" h="3444" w="3723">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47"/>
            <p:cNvSpPr/>
            <p:nvPr/>
          </p:nvSpPr>
          <p:spPr>
            <a:xfrm>
              <a:off x="7024775" y="3785000"/>
              <a:ext cx="103175" cy="10125"/>
            </a:xfrm>
            <a:custGeom>
              <a:rect b="b" l="l" r="r" t="t"/>
              <a:pathLst>
                <a:path extrusionOk="0" h="405" w="4127">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147"/>
            <p:cNvSpPr/>
            <p:nvPr/>
          </p:nvSpPr>
          <p:spPr>
            <a:xfrm>
              <a:off x="7024775" y="3812925"/>
              <a:ext cx="103175" cy="10100"/>
            </a:xfrm>
            <a:custGeom>
              <a:rect b="b" l="l" r="r" t="t"/>
              <a:pathLst>
                <a:path extrusionOk="0" h="404" w="4127">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147"/>
            <p:cNvSpPr/>
            <p:nvPr/>
          </p:nvSpPr>
          <p:spPr>
            <a:xfrm>
              <a:off x="7024775" y="3840075"/>
              <a:ext cx="102400" cy="10100"/>
            </a:xfrm>
            <a:custGeom>
              <a:rect b="b" l="l" r="r" t="t"/>
              <a:pathLst>
                <a:path extrusionOk="0" h="404" w="4096">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147"/>
            <p:cNvSpPr/>
            <p:nvPr/>
          </p:nvSpPr>
          <p:spPr>
            <a:xfrm>
              <a:off x="7024000" y="3867975"/>
              <a:ext cx="104725" cy="10125"/>
            </a:xfrm>
            <a:custGeom>
              <a:rect b="b" l="l" r="r" t="t"/>
              <a:pathLst>
                <a:path extrusionOk="0" h="405"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147"/>
            <p:cNvSpPr/>
            <p:nvPr/>
          </p:nvSpPr>
          <p:spPr>
            <a:xfrm>
              <a:off x="7024000" y="3895900"/>
              <a:ext cx="104725" cy="10100"/>
            </a:xfrm>
            <a:custGeom>
              <a:rect b="b" l="l" r="r" t="t"/>
              <a:pathLst>
                <a:path extrusionOk="0" h="404"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3" name="Google Shape;19983;p147"/>
          <p:cNvGrpSpPr/>
          <p:nvPr/>
        </p:nvGrpSpPr>
        <p:grpSpPr>
          <a:xfrm>
            <a:off x="4725464" y="2874054"/>
            <a:ext cx="349000" cy="337425"/>
            <a:chOff x="6217500" y="3673850"/>
            <a:chExt cx="349000" cy="337425"/>
          </a:xfrm>
        </p:grpSpPr>
        <p:sp>
          <p:nvSpPr>
            <p:cNvPr id="19984" name="Google Shape;19984;p147"/>
            <p:cNvSpPr/>
            <p:nvPr/>
          </p:nvSpPr>
          <p:spPr>
            <a:xfrm>
              <a:off x="6217500" y="3673850"/>
              <a:ext cx="349000" cy="337425"/>
            </a:xfrm>
            <a:custGeom>
              <a:rect b="b" l="l" r="r" t="t"/>
              <a:pathLst>
                <a:path extrusionOk="0" h="13497" w="1396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47"/>
            <p:cNvSpPr/>
            <p:nvPr/>
          </p:nvSpPr>
          <p:spPr>
            <a:xfrm>
              <a:off x="6498225" y="3875600"/>
              <a:ext cx="19425" cy="10250"/>
            </a:xfrm>
            <a:custGeom>
              <a:rect b="b" l="l" r="r" t="t"/>
              <a:pathLst>
                <a:path extrusionOk="0" h="410" w="777">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47"/>
            <p:cNvSpPr/>
            <p:nvPr/>
          </p:nvSpPr>
          <p:spPr>
            <a:xfrm>
              <a:off x="6496675" y="3928475"/>
              <a:ext cx="22525" cy="10100"/>
            </a:xfrm>
            <a:custGeom>
              <a:rect b="b" l="l" r="r" t="t"/>
              <a:pathLst>
                <a:path extrusionOk="0" h="404" w="901">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47"/>
            <p:cNvSpPr/>
            <p:nvPr/>
          </p:nvSpPr>
          <p:spPr>
            <a:xfrm>
              <a:off x="6496675" y="3981200"/>
              <a:ext cx="22525" cy="10100"/>
            </a:xfrm>
            <a:custGeom>
              <a:rect b="b" l="l" r="r" t="t"/>
              <a:pathLst>
                <a:path extrusionOk="0" h="404" w="901">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8" name="Google Shape;19988;p147"/>
          <p:cNvGrpSpPr/>
          <p:nvPr/>
        </p:nvGrpSpPr>
        <p:grpSpPr>
          <a:xfrm>
            <a:off x="5508379" y="2881329"/>
            <a:ext cx="349000" cy="322875"/>
            <a:chOff x="5452875" y="3681100"/>
            <a:chExt cx="349000" cy="322875"/>
          </a:xfrm>
        </p:grpSpPr>
        <p:sp>
          <p:nvSpPr>
            <p:cNvPr id="19989" name="Google Shape;19989;p147"/>
            <p:cNvSpPr/>
            <p:nvPr/>
          </p:nvSpPr>
          <p:spPr>
            <a:xfrm>
              <a:off x="5717700" y="3731500"/>
              <a:ext cx="11275" cy="7900"/>
            </a:xfrm>
            <a:custGeom>
              <a:rect b="b" l="l" r="r" t="t"/>
              <a:pathLst>
                <a:path extrusionOk="0" h="316" w="451">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47"/>
            <p:cNvSpPr/>
            <p:nvPr/>
          </p:nvSpPr>
          <p:spPr>
            <a:xfrm>
              <a:off x="5738650" y="3731500"/>
              <a:ext cx="12050" cy="7900"/>
            </a:xfrm>
            <a:custGeom>
              <a:rect b="b" l="l" r="r" t="t"/>
              <a:pathLst>
                <a:path extrusionOk="0" h="316" w="482">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147"/>
            <p:cNvSpPr/>
            <p:nvPr/>
          </p:nvSpPr>
          <p:spPr>
            <a:xfrm>
              <a:off x="5760425" y="3732025"/>
              <a:ext cx="11200" cy="9850"/>
            </a:xfrm>
            <a:custGeom>
              <a:rect b="b" l="l" r="r" t="t"/>
              <a:pathLst>
                <a:path extrusionOk="0" h="394" w="448">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147"/>
            <p:cNvSpPr/>
            <p:nvPr/>
          </p:nvSpPr>
          <p:spPr>
            <a:xfrm>
              <a:off x="5452875" y="3681100"/>
              <a:ext cx="349000" cy="322875"/>
            </a:xfrm>
            <a:custGeom>
              <a:rect b="b" l="l" r="r" t="t"/>
              <a:pathLst>
                <a:path extrusionOk="0" h="12915" w="1396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47"/>
            <p:cNvSpPr/>
            <p:nvPr/>
          </p:nvSpPr>
          <p:spPr>
            <a:xfrm>
              <a:off x="5664575" y="3774025"/>
              <a:ext cx="111700" cy="96300"/>
            </a:xfrm>
            <a:custGeom>
              <a:rect b="b" l="l" r="r" t="t"/>
              <a:pathLst>
                <a:path extrusionOk="0" h="3852" w="4468">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47"/>
            <p:cNvSpPr/>
            <p:nvPr/>
          </p:nvSpPr>
          <p:spPr>
            <a:xfrm>
              <a:off x="5711900" y="3793775"/>
              <a:ext cx="45725" cy="38875"/>
            </a:xfrm>
            <a:custGeom>
              <a:rect b="b" l="l" r="r" t="t"/>
              <a:pathLst>
                <a:path extrusionOk="0" h="1555" w="1829">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47"/>
            <p:cNvSpPr/>
            <p:nvPr/>
          </p:nvSpPr>
          <p:spPr>
            <a:xfrm>
              <a:off x="5478475" y="3856350"/>
              <a:ext cx="146575" cy="125575"/>
            </a:xfrm>
            <a:custGeom>
              <a:rect b="b" l="l" r="r" t="t"/>
              <a:pathLst>
                <a:path extrusionOk="0" h="5023" w="5863">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147"/>
            <p:cNvSpPr/>
            <p:nvPr/>
          </p:nvSpPr>
          <p:spPr>
            <a:xfrm>
              <a:off x="5520350" y="3882725"/>
              <a:ext cx="45000" cy="38400"/>
            </a:xfrm>
            <a:custGeom>
              <a:rect b="b" l="l" r="r" t="t"/>
              <a:pathLst>
                <a:path extrusionOk="0" h="1536" w="180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147"/>
            <p:cNvSpPr/>
            <p:nvPr/>
          </p:nvSpPr>
          <p:spPr>
            <a:xfrm>
              <a:off x="5484675" y="3774150"/>
              <a:ext cx="148925" cy="68450"/>
            </a:xfrm>
            <a:custGeom>
              <a:rect b="b" l="l" r="r" t="t"/>
              <a:pathLst>
                <a:path extrusionOk="0" h="2738" w="5957">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147"/>
            <p:cNvSpPr/>
            <p:nvPr/>
          </p:nvSpPr>
          <p:spPr>
            <a:xfrm>
              <a:off x="5621925" y="3889700"/>
              <a:ext cx="149700" cy="84550"/>
            </a:xfrm>
            <a:custGeom>
              <a:rect b="b" l="l" r="r" t="t"/>
              <a:pathLst>
                <a:path extrusionOk="0" h="3382" w="5988">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147"/>
            <p:cNvSpPr/>
            <p:nvPr/>
          </p:nvSpPr>
          <p:spPr>
            <a:xfrm>
              <a:off x="5643650" y="3923050"/>
              <a:ext cx="47325" cy="10100"/>
            </a:xfrm>
            <a:custGeom>
              <a:rect b="b" l="l" r="r" t="t"/>
              <a:pathLst>
                <a:path extrusionOk="0" h="404" w="1893">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47"/>
            <p:cNvSpPr/>
            <p:nvPr/>
          </p:nvSpPr>
          <p:spPr>
            <a:xfrm>
              <a:off x="5642100" y="3941650"/>
              <a:ext cx="108600" cy="10875"/>
            </a:xfrm>
            <a:custGeom>
              <a:rect b="b" l="l" r="r" t="t"/>
              <a:pathLst>
                <a:path extrusionOk="0" h="435" w="4344">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47"/>
            <p:cNvSpPr/>
            <p:nvPr/>
          </p:nvSpPr>
          <p:spPr>
            <a:xfrm>
              <a:off x="5508725" y="3796650"/>
              <a:ext cx="100825" cy="10100"/>
            </a:xfrm>
            <a:custGeom>
              <a:rect b="b" l="l" r="r" t="t"/>
              <a:pathLst>
                <a:path extrusionOk="0" h="404" w="4033">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2" name="Google Shape;20002;p147"/>
          <p:cNvGrpSpPr/>
          <p:nvPr/>
        </p:nvGrpSpPr>
        <p:grpSpPr>
          <a:xfrm>
            <a:off x="6273595" y="2868454"/>
            <a:ext cx="352100" cy="348625"/>
            <a:chOff x="5456750" y="2492275"/>
            <a:chExt cx="352100" cy="348625"/>
          </a:xfrm>
        </p:grpSpPr>
        <p:sp>
          <p:nvSpPr>
            <p:cNvPr id="20003" name="Google Shape;20003;p147"/>
            <p:cNvSpPr/>
            <p:nvPr/>
          </p:nvSpPr>
          <p:spPr>
            <a:xfrm>
              <a:off x="5559125" y="2556650"/>
              <a:ext cx="113250" cy="10100"/>
            </a:xfrm>
            <a:custGeom>
              <a:rect b="b" l="l" r="r" t="t"/>
              <a:pathLst>
                <a:path extrusionOk="0" h="404" w="453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147"/>
            <p:cNvSpPr/>
            <p:nvPr/>
          </p:nvSpPr>
          <p:spPr>
            <a:xfrm>
              <a:off x="5541275" y="2586900"/>
              <a:ext cx="150475" cy="10100"/>
            </a:xfrm>
            <a:custGeom>
              <a:rect b="b" l="l" r="r" t="t"/>
              <a:pathLst>
                <a:path extrusionOk="0" h="404" w="6019">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147"/>
            <p:cNvSpPr/>
            <p:nvPr/>
          </p:nvSpPr>
          <p:spPr>
            <a:xfrm>
              <a:off x="5541275" y="2614025"/>
              <a:ext cx="148150" cy="10125"/>
            </a:xfrm>
            <a:custGeom>
              <a:rect b="b" l="l" r="r" t="t"/>
              <a:pathLst>
                <a:path extrusionOk="0" h="405" w="5926">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47"/>
            <p:cNvSpPr/>
            <p:nvPr/>
          </p:nvSpPr>
          <p:spPr>
            <a:xfrm>
              <a:off x="5540825" y="2640925"/>
              <a:ext cx="148600" cy="10475"/>
            </a:xfrm>
            <a:custGeom>
              <a:rect b="b" l="l" r="r" t="t"/>
              <a:pathLst>
                <a:path extrusionOk="0" h="419" w="5944">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47"/>
            <p:cNvSpPr/>
            <p:nvPr/>
          </p:nvSpPr>
          <p:spPr>
            <a:xfrm>
              <a:off x="5456750" y="2492275"/>
              <a:ext cx="352100" cy="348625"/>
            </a:xfrm>
            <a:custGeom>
              <a:rect b="b" l="l" r="r" t="t"/>
              <a:pathLst>
                <a:path extrusionOk="0" h="13945" w="14084">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47"/>
            <p:cNvSpPr/>
            <p:nvPr/>
          </p:nvSpPr>
          <p:spPr>
            <a:xfrm>
              <a:off x="5734375" y="2771450"/>
              <a:ext cx="21750" cy="38625"/>
            </a:xfrm>
            <a:custGeom>
              <a:rect b="b" l="l" r="r" t="t"/>
              <a:pathLst>
                <a:path extrusionOk="0" h="1545" w="87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9" name="Google Shape;20009;p147"/>
          <p:cNvGrpSpPr/>
          <p:nvPr/>
        </p:nvGrpSpPr>
        <p:grpSpPr>
          <a:xfrm>
            <a:off x="7090933" y="2868279"/>
            <a:ext cx="186150" cy="348975"/>
            <a:chOff x="5534300" y="1923875"/>
            <a:chExt cx="186150" cy="348975"/>
          </a:xfrm>
        </p:grpSpPr>
        <p:sp>
          <p:nvSpPr>
            <p:cNvPr id="20010" name="Google Shape;20010;p147"/>
            <p:cNvSpPr/>
            <p:nvPr/>
          </p:nvSpPr>
          <p:spPr>
            <a:xfrm>
              <a:off x="5534300"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47"/>
            <p:cNvSpPr/>
            <p:nvPr/>
          </p:nvSpPr>
          <p:spPr>
            <a:xfrm>
              <a:off x="5564550" y="1984350"/>
              <a:ext cx="127200" cy="159775"/>
            </a:xfrm>
            <a:custGeom>
              <a:rect b="b" l="l" r="r" t="t"/>
              <a:pathLst>
                <a:path extrusionOk="0" h="6391" w="5088">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47"/>
            <p:cNvSpPr/>
            <p:nvPr/>
          </p:nvSpPr>
          <p:spPr>
            <a:xfrm>
              <a:off x="5589375" y="2013050"/>
              <a:ext cx="39575" cy="10100"/>
            </a:xfrm>
            <a:custGeom>
              <a:rect b="b" l="l" r="r" t="t"/>
              <a:pathLst>
                <a:path extrusionOk="0" h="404" w="1583">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147"/>
            <p:cNvSpPr/>
            <p:nvPr/>
          </p:nvSpPr>
          <p:spPr>
            <a:xfrm>
              <a:off x="5591700" y="2036300"/>
              <a:ext cx="72900" cy="10125"/>
            </a:xfrm>
            <a:custGeom>
              <a:rect b="b" l="l" r="r" t="t"/>
              <a:pathLst>
                <a:path extrusionOk="0" h="405" w="2916">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147"/>
            <p:cNvSpPr/>
            <p:nvPr/>
          </p:nvSpPr>
          <p:spPr>
            <a:xfrm>
              <a:off x="5591700" y="2059575"/>
              <a:ext cx="72900" cy="10100"/>
            </a:xfrm>
            <a:custGeom>
              <a:rect b="b" l="l" r="r" t="t"/>
              <a:pathLst>
                <a:path extrusionOk="0" h="404" w="2916">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47"/>
            <p:cNvSpPr/>
            <p:nvPr/>
          </p:nvSpPr>
          <p:spPr>
            <a:xfrm>
              <a:off x="5590925" y="2081275"/>
              <a:ext cx="73675" cy="10125"/>
            </a:xfrm>
            <a:custGeom>
              <a:rect b="b" l="l" r="r" t="t"/>
              <a:pathLst>
                <a:path extrusionOk="0" h="405" w="2947">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47"/>
            <p:cNvSpPr/>
            <p:nvPr/>
          </p:nvSpPr>
          <p:spPr>
            <a:xfrm>
              <a:off x="5589375" y="2103775"/>
              <a:ext cx="76775" cy="10875"/>
            </a:xfrm>
            <a:custGeom>
              <a:rect b="b" l="l" r="r" t="t"/>
              <a:pathLst>
                <a:path extrusionOk="0" h="435" w="3071">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47"/>
            <p:cNvSpPr/>
            <p:nvPr/>
          </p:nvSpPr>
          <p:spPr>
            <a:xfrm>
              <a:off x="5556800" y="2155925"/>
              <a:ext cx="141750" cy="57600"/>
            </a:xfrm>
            <a:custGeom>
              <a:rect b="b" l="l" r="r" t="t"/>
              <a:pathLst>
                <a:path extrusionOk="0" h="2304" w="567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8" name="Google Shape;20018;p147"/>
          <p:cNvGrpSpPr/>
          <p:nvPr/>
        </p:nvGrpSpPr>
        <p:grpSpPr>
          <a:xfrm>
            <a:off x="7745340" y="2927979"/>
            <a:ext cx="349000" cy="229575"/>
            <a:chOff x="4720050" y="3726850"/>
            <a:chExt cx="349000" cy="229575"/>
          </a:xfrm>
        </p:grpSpPr>
        <p:sp>
          <p:nvSpPr>
            <p:cNvPr id="20019" name="Google Shape;20019;p147"/>
            <p:cNvSpPr/>
            <p:nvPr/>
          </p:nvSpPr>
          <p:spPr>
            <a:xfrm>
              <a:off x="4759600" y="3826100"/>
              <a:ext cx="12675" cy="8900"/>
            </a:xfrm>
            <a:custGeom>
              <a:rect b="b" l="l" r="r" t="t"/>
              <a:pathLst>
                <a:path extrusionOk="0" h="356" w="507">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47"/>
            <p:cNvSpPr/>
            <p:nvPr/>
          </p:nvSpPr>
          <p:spPr>
            <a:xfrm>
              <a:off x="4794500" y="3826100"/>
              <a:ext cx="13975" cy="11675"/>
            </a:xfrm>
            <a:custGeom>
              <a:rect b="b" l="l" r="r" t="t"/>
              <a:pathLst>
                <a:path extrusionOk="0" h="467" w="559">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147"/>
            <p:cNvSpPr/>
            <p:nvPr/>
          </p:nvSpPr>
          <p:spPr>
            <a:xfrm>
              <a:off x="4829400" y="3826100"/>
              <a:ext cx="13200" cy="11675"/>
            </a:xfrm>
            <a:custGeom>
              <a:rect b="b" l="l" r="r" t="t"/>
              <a:pathLst>
                <a:path extrusionOk="0" h="467" w="528">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147"/>
            <p:cNvSpPr/>
            <p:nvPr/>
          </p:nvSpPr>
          <p:spPr>
            <a:xfrm>
              <a:off x="4720050" y="3726850"/>
              <a:ext cx="349000" cy="229575"/>
            </a:xfrm>
            <a:custGeom>
              <a:rect b="b" l="l" r="r" t="t"/>
              <a:pathLst>
                <a:path extrusionOk="0" h="9183" w="1396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3" name="Google Shape;20023;p147"/>
          <p:cNvGrpSpPr/>
          <p:nvPr/>
        </p:nvGrpSpPr>
        <p:grpSpPr>
          <a:xfrm>
            <a:off x="7777528" y="3436529"/>
            <a:ext cx="284625" cy="349375"/>
            <a:chOff x="2475800" y="1923875"/>
            <a:chExt cx="284625" cy="349375"/>
          </a:xfrm>
        </p:grpSpPr>
        <p:sp>
          <p:nvSpPr>
            <p:cNvPr id="20024" name="Google Shape;20024;p147"/>
            <p:cNvSpPr/>
            <p:nvPr/>
          </p:nvSpPr>
          <p:spPr>
            <a:xfrm>
              <a:off x="2527750" y="2095250"/>
              <a:ext cx="69825" cy="38800"/>
            </a:xfrm>
            <a:custGeom>
              <a:rect b="b" l="l" r="r" t="t"/>
              <a:pathLst>
                <a:path extrusionOk="0" h="1552" w="2793">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147"/>
            <p:cNvSpPr/>
            <p:nvPr/>
          </p:nvSpPr>
          <p:spPr>
            <a:xfrm>
              <a:off x="2536275" y="1954100"/>
              <a:ext cx="52775" cy="10100"/>
            </a:xfrm>
            <a:custGeom>
              <a:rect b="b" l="l" r="r" t="t"/>
              <a:pathLst>
                <a:path extrusionOk="0" h="404" w="2111">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147"/>
            <p:cNvSpPr/>
            <p:nvPr/>
          </p:nvSpPr>
          <p:spPr>
            <a:xfrm>
              <a:off x="2613050" y="2027775"/>
              <a:ext cx="52000" cy="10100"/>
            </a:xfrm>
            <a:custGeom>
              <a:rect b="b" l="l" r="r" t="t"/>
              <a:pathLst>
                <a:path extrusionOk="0" h="404" w="208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47"/>
            <p:cNvSpPr/>
            <p:nvPr/>
          </p:nvSpPr>
          <p:spPr>
            <a:xfrm>
              <a:off x="2536275" y="1978150"/>
              <a:ext cx="128000" cy="10100"/>
            </a:xfrm>
            <a:custGeom>
              <a:rect b="b" l="l" r="r" t="t"/>
              <a:pathLst>
                <a:path extrusionOk="0" h="404" w="512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147"/>
            <p:cNvSpPr/>
            <p:nvPr/>
          </p:nvSpPr>
          <p:spPr>
            <a:xfrm>
              <a:off x="2538625" y="2002175"/>
              <a:ext cx="124100" cy="10125"/>
            </a:xfrm>
            <a:custGeom>
              <a:rect b="b" l="l" r="r" t="t"/>
              <a:pathLst>
                <a:path extrusionOk="0" h="405" w="4964">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147"/>
            <p:cNvSpPr/>
            <p:nvPr/>
          </p:nvSpPr>
          <p:spPr>
            <a:xfrm>
              <a:off x="2527175" y="2148725"/>
              <a:ext cx="131500" cy="10175"/>
            </a:xfrm>
            <a:custGeom>
              <a:rect b="b" l="l" r="r" t="t"/>
              <a:pathLst>
                <a:path extrusionOk="0" h="407" w="526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47"/>
            <p:cNvSpPr/>
            <p:nvPr/>
          </p:nvSpPr>
          <p:spPr>
            <a:xfrm>
              <a:off x="2526200" y="2172025"/>
              <a:ext cx="134200" cy="10875"/>
            </a:xfrm>
            <a:custGeom>
              <a:rect b="b" l="l" r="r" t="t"/>
              <a:pathLst>
                <a:path extrusionOk="0" h="435" w="5368">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47"/>
            <p:cNvSpPr/>
            <p:nvPr/>
          </p:nvSpPr>
          <p:spPr>
            <a:xfrm>
              <a:off x="2475800" y="1923875"/>
              <a:ext cx="284625" cy="349375"/>
            </a:xfrm>
            <a:custGeom>
              <a:rect b="b" l="l" r="r" t="t"/>
              <a:pathLst>
                <a:path extrusionOk="0" h="13975" w="11385">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147"/>
          <p:cNvGrpSpPr/>
          <p:nvPr/>
        </p:nvGrpSpPr>
        <p:grpSpPr>
          <a:xfrm>
            <a:off x="7009120" y="3442541"/>
            <a:ext cx="349775" cy="337350"/>
            <a:chOff x="3960075" y="3673350"/>
            <a:chExt cx="349775" cy="337350"/>
          </a:xfrm>
        </p:grpSpPr>
        <p:sp>
          <p:nvSpPr>
            <p:cNvPr id="20033" name="Google Shape;20033;p147"/>
            <p:cNvSpPr/>
            <p:nvPr/>
          </p:nvSpPr>
          <p:spPr>
            <a:xfrm>
              <a:off x="3960075" y="3673350"/>
              <a:ext cx="349775" cy="337350"/>
            </a:xfrm>
            <a:custGeom>
              <a:rect b="b" l="l" r="r" t="t"/>
              <a:pathLst>
                <a:path extrusionOk="0" h="13494" w="13991">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47"/>
            <p:cNvSpPr/>
            <p:nvPr/>
          </p:nvSpPr>
          <p:spPr>
            <a:xfrm>
              <a:off x="4019000" y="3709775"/>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47"/>
            <p:cNvSpPr/>
            <p:nvPr/>
          </p:nvSpPr>
          <p:spPr>
            <a:xfrm>
              <a:off x="4020550" y="3733050"/>
              <a:ext cx="93875" cy="10100"/>
            </a:xfrm>
            <a:custGeom>
              <a:rect b="b" l="l" r="r" t="t"/>
              <a:pathLst>
                <a:path extrusionOk="0" h="404" w="3755">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47"/>
            <p:cNvSpPr/>
            <p:nvPr/>
          </p:nvSpPr>
          <p:spPr>
            <a:xfrm>
              <a:off x="4019000" y="3756325"/>
              <a:ext cx="96975" cy="10100"/>
            </a:xfrm>
            <a:custGeom>
              <a:rect b="b" l="l" r="r" t="t"/>
              <a:pathLst>
                <a:path extrusionOk="0" h="404" w="3879">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147"/>
            <p:cNvSpPr/>
            <p:nvPr/>
          </p:nvSpPr>
          <p:spPr>
            <a:xfrm>
              <a:off x="4019000" y="3779575"/>
              <a:ext cx="96975" cy="10100"/>
            </a:xfrm>
            <a:custGeom>
              <a:rect b="b" l="l" r="r" t="t"/>
              <a:pathLst>
                <a:path extrusionOk="0" h="404"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147"/>
            <p:cNvSpPr/>
            <p:nvPr/>
          </p:nvSpPr>
          <p:spPr>
            <a:xfrm>
              <a:off x="4019000" y="3804400"/>
              <a:ext cx="96975" cy="10100"/>
            </a:xfrm>
            <a:custGeom>
              <a:rect b="b" l="l" r="r" t="t"/>
              <a:pathLst>
                <a:path extrusionOk="0" h="404" w="3879">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47"/>
            <p:cNvSpPr/>
            <p:nvPr/>
          </p:nvSpPr>
          <p:spPr>
            <a:xfrm>
              <a:off x="4019000" y="3829200"/>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47"/>
            <p:cNvSpPr/>
            <p:nvPr/>
          </p:nvSpPr>
          <p:spPr>
            <a:xfrm>
              <a:off x="4157825" y="3779575"/>
              <a:ext cx="96950" cy="10100"/>
            </a:xfrm>
            <a:custGeom>
              <a:rect b="b" l="l" r="r" t="t"/>
              <a:pathLst>
                <a:path extrusionOk="0" h="404"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47"/>
            <p:cNvSpPr/>
            <p:nvPr/>
          </p:nvSpPr>
          <p:spPr>
            <a:xfrm>
              <a:off x="4157825" y="3804400"/>
              <a:ext cx="96950" cy="10100"/>
            </a:xfrm>
            <a:custGeom>
              <a:rect b="b" l="l" r="r" t="t"/>
              <a:pathLst>
                <a:path extrusionOk="0" h="404" w="3878">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47"/>
            <p:cNvSpPr/>
            <p:nvPr/>
          </p:nvSpPr>
          <p:spPr>
            <a:xfrm>
              <a:off x="4157825" y="3829200"/>
              <a:ext cx="96950" cy="10125"/>
            </a:xfrm>
            <a:custGeom>
              <a:rect b="b" l="l" r="r" t="t"/>
              <a:pathLst>
                <a:path extrusionOk="0" h="405"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47"/>
            <p:cNvSpPr/>
            <p:nvPr/>
          </p:nvSpPr>
          <p:spPr>
            <a:xfrm>
              <a:off x="4161700" y="3701250"/>
              <a:ext cx="89200" cy="63625"/>
            </a:xfrm>
            <a:custGeom>
              <a:rect b="b" l="l" r="r" t="t"/>
              <a:pathLst>
                <a:path extrusionOk="0" h="2545" w="3568">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147"/>
            <p:cNvSpPr/>
            <p:nvPr/>
          </p:nvSpPr>
          <p:spPr>
            <a:xfrm>
              <a:off x="3999025" y="3928675"/>
              <a:ext cx="154175" cy="45575"/>
            </a:xfrm>
            <a:custGeom>
              <a:rect b="b" l="l" r="r" t="t"/>
              <a:pathLst>
                <a:path extrusionOk="0" h="1823" w="6167">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147"/>
            <p:cNvSpPr/>
            <p:nvPr/>
          </p:nvSpPr>
          <p:spPr>
            <a:xfrm>
              <a:off x="4174875" y="3903650"/>
              <a:ext cx="17100" cy="10100"/>
            </a:xfrm>
            <a:custGeom>
              <a:rect b="b" l="l" r="r" t="t"/>
              <a:pathLst>
                <a:path extrusionOk="0" h="404" w="684">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47"/>
            <p:cNvSpPr/>
            <p:nvPr/>
          </p:nvSpPr>
          <p:spPr>
            <a:xfrm>
              <a:off x="4258625" y="3903650"/>
              <a:ext cx="17100" cy="10100"/>
            </a:xfrm>
            <a:custGeom>
              <a:rect b="b" l="l" r="r" t="t"/>
              <a:pathLst>
                <a:path extrusionOk="0" h="404" w="684">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7" name="Google Shape;20047;p147"/>
          <p:cNvGrpSpPr/>
          <p:nvPr/>
        </p:nvGrpSpPr>
        <p:grpSpPr>
          <a:xfrm>
            <a:off x="6275145" y="3452216"/>
            <a:ext cx="349000" cy="318000"/>
            <a:chOff x="3196225" y="3683413"/>
            <a:chExt cx="349000" cy="318000"/>
          </a:xfrm>
        </p:grpSpPr>
        <p:sp>
          <p:nvSpPr>
            <p:cNvPr id="20048" name="Google Shape;20048;p147"/>
            <p:cNvSpPr/>
            <p:nvPr/>
          </p:nvSpPr>
          <p:spPr>
            <a:xfrm>
              <a:off x="3196225" y="3683413"/>
              <a:ext cx="349000" cy="318000"/>
            </a:xfrm>
            <a:custGeom>
              <a:rect b="b" l="l" r="r" t="t"/>
              <a:pathLst>
                <a:path extrusionOk="0" h="12720" w="1396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147"/>
            <p:cNvSpPr/>
            <p:nvPr/>
          </p:nvSpPr>
          <p:spPr>
            <a:xfrm>
              <a:off x="3267575" y="3731500"/>
              <a:ext cx="34925" cy="10100"/>
            </a:xfrm>
            <a:custGeom>
              <a:rect b="b" l="l" r="r" t="t"/>
              <a:pathLst>
                <a:path extrusionOk="0" h="404" w="1397">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147"/>
            <p:cNvSpPr/>
            <p:nvPr/>
          </p:nvSpPr>
          <p:spPr>
            <a:xfrm>
              <a:off x="3266025" y="3752450"/>
              <a:ext cx="38025" cy="10875"/>
            </a:xfrm>
            <a:custGeom>
              <a:rect b="b" l="l" r="r" t="t"/>
              <a:pathLst>
                <a:path extrusionOk="0" h="435" w="1521">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147"/>
            <p:cNvSpPr/>
            <p:nvPr/>
          </p:nvSpPr>
          <p:spPr>
            <a:xfrm>
              <a:off x="3267575" y="3773375"/>
              <a:ext cx="34925" cy="10875"/>
            </a:xfrm>
            <a:custGeom>
              <a:rect b="b" l="l" r="r" t="t"/>
              <a:pathLst>
                <a:path extrusionOk="0" h="435" w="1397">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47"/>
            <p:cNvSpPr/>
            <p:nvPr/>
          </p:nvSpPr>
          <p:spPr>
            <a:xfrm>
              <a:off x="3266025" y="3837325"/>
              <a:ext cx="87450" cy="10175"/>
            </a:xfrm>
            <a:custGeom>
              <a:rect b="b" l="l" r="r" t="t"/>
              <a:pathLst>
                <a:path extrusionOk="0" h="407" w="3498">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47"/>
            <p:cNvSpPr/>
            <p:nvPr/>
          </p:nvSpPr>
          <p:spPr>
            <a:xfrm>
              <a:off x="3267575" y="3837113"/>
              <a:ext cx="85675" cy="10600"/>
            </a:xfrm>
            <a:custGeom>
              <a:rect b="b" l="l" r="r" t="t"/>
              <a:pathLst>
                <a:path extrusionOk="0" h="424" w="3427">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47"/>
            <p:cNvSpPr/>
            <p:nvPr/>
          </p:nvSpPr>
          <p:spPr>
            <a:xfrm>
              <a:off x="3266800" y="3837363"/>
              <a:ext cx="86100" cy="10100"/>
            </a:xfrm>
            <a:custGeom>
              <a:rect b="b" l="l" r="r" t="t"/>
              <a:pathLst>
                <a:path extrusionOk="0" h="404" w="3444">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47"/>
            <p:cNvSpPr/>
            <p:nvPr/>
          </p:nvSpPr>
          <p:spPr>
            <a:xfrm>
              <a:off x="3391825" y="3837275"/>
              <a:ext cx="87275" cy="10275"/>
            </a:xfrm>
            <a:custGeom>
              <a:rect b="b" l="l" r="r" t="t"/>
              <a:pathLst>
                <a:path extrusionOk="0" h="411" w="3491">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47"/>
            <p:cNvSpPr/>
            <p:nvPr/>
          </p:nvSpPr>
          <p:spPr>
            <a:xfrm>
              <a:off x="3392100" y="3837488"/>
              <a:ext cx="86750" cy="9850"/>
            </a:xfrm>
            <a:custGeom>
              <a:rect b="b" l="l" r="r" t="t"/>
              <a:pathLst>
                <a:path extrusionOk="0" h="394" w="347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47"/>
            <p:cNvSpPr/>
            <p:nvPr/>
          </p:nvSpPr>
          <p:spPr>
            <a:xfrm>
              <a:off x="3392425" y="3837363"/>
              <a:ext cx="86100" cy="10100"/>
            </a:xfrm>
            <a:custGeom>
              <a:rect b="b" l="l" r="r" t="t"/>
              <a:pathLst>
                <a:path extrusionOk="0" h="404" w="3444">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47"/>
            <p:cNvSpPr/>
            <p:nvPr/>
          </p:nvSpPr>
          <p:spPr>
            <a:xfrm>
              <a:off x="3394750" y="3724525"/>
              <a:ext cx="82225" cy="58175"/>
            </a:xfrm>
            <a:custGeom>
              <a:rect b="b" l="l" r="r" t="t"/>
              <a:pathLst>
                <a:path extrusionOk="0" h="2327" w="3289">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59" name="Google Shape;20059;p147"/>
          <p:cNvSpPr/>
          <p:nvPr/>
        </p:nvSpPr>
        <p:spPr>
          <a:xfrm>
            <a:off x="5552191" y="3436729"/>
            <a:ext cx="261375" cy="348975"/>
          </a:xfrm>
          <a:custGeom>
            <a:rect b="b" l="l" r="r" t="t"/>
            <a:pathLst>
              <a:path extrusionOk="0" h="13959" w="10455">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60" name="Google Shape;20060;p147"/>
          <p:cNvGrpSpPr/>
          <p:nvPr/>
        </p:nvGrpSpPr>
        <p:grpSpPr>
          <a:xfrm>
            <a:off x="4725851" y="3468104"/>
            <a:ext cx="348225" cy="286225"/>
            <a:chOff x="2444000" y="3698925"/>
            <a:chExt cx="348225" cy="286225"/>
          </a:xfrm>
        </p:grpSpPr>
        <p:sp>
          <p:nvSpPr>
            <p:cNvPr id="20061" name="Google Shape;20061;p147"/>
            <p:cNvSpPr/>
            <p:nvPr/>
          </p:nvSpPr>
          <p:spPr>
            <a:xfrm>
              <a:off x="2444000" y="3698925"/>
              <a:ext cx="348225" cy="286225"/>
            </a:xfrm>
            <a:custGeom>
              <a:rect b="b" l="l" r="r" t="t"/>
              <a:pathLst>
                <a:path extrusionOk="0" h="11449" w="13929">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147"/>
            <p:cNvSpPr/>
            <p:nvPr/>
          </p:nvSpPr>
          <p:spPr>
            <a:xfrm>
              <a:off x="2596000" y="3786550"/>
              <a:ext cx="51200" cy="59175"/>
            </a:xfrm>
            <a:custGeom>
              <a:rect b="b" l="l" r="r" t="t"/>
              <a:pathLst>
                <a:path extrusionOk="0" h="2367" w="2048">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47"/>
            <p:cNvSpPr/>
            <p:nvPr/>
          </p:nvSpPr>
          <p:spPr>
            <a:xfrm>
              <a:off x="2641750" y="3774925"/>
              <a:ext cx="34925" cy="31825"/>
            </a:xfrm>
            <a:custGeom>
              <a:rect b="b" l="l" r="r" t="t"/>
              <a:pathLst>
                <a:path extrusionOk="0" h="1273" w="1397">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4" name="Google Shape;20064;p147"/>
          <p:cNvGrpSpPr/>
          <p:nvPr/>
        </p:nvGrpSpPr>
        <p:grpSpPr>
          <a:xfrm>
            <a:off x="4009026" y="3436716"/>
            <a:ext cx="318750" cy="349000"/>
            <a:chOff x="7735125" y="2492275"/>
            <a:chExt cx="318750" cy="349000"/>
          </a:xfrm>
        </p:grpSpPr>
        <p:sp>
          <p:nvSpPr>
            <p:cNvPr id="20065" name="Google Shape;20065;p147"/>
            <p:cNvSpPr/>
            <p:nvPr/>
          </p:nvSpPr>
          <p:spPr>
            <a:xfrm>
              <a:off x="7880625" y="2613025"/>
              <a:ext cx="83300" cy="77550"/>
            </a:xfrm>
            <a:custGeom>
              <a:rect b="b" l="l" r="r" t="t"/>
              <a:pathLst>
                <a:path extrusionOk="0" h="3102" w="3332">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147"/>
            <p:cNvSpPr/>
            <p:nvPr/>
          </p:nvSpPr>
          <p:spPr>
            <a:xfrm>
              <a:off x="7735125" y="2492275"/>
              <a:ext cx="318750" cy="349000"/>
            </a:xfrm>
            <a:custGeom>
              <a:rect b="b" l="l" r="r" t="t"/>
              <a:pathLst>
                <a:path extrusionOk="0" h="13960" w="1275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147"/>
            <p:cNvSpPr/>
            <p:nvPr/>
          </p:nvSpPr>
          <p:spPr>
            <a:xfrm>
              <a:off x="7804150" y="2589225"/>
              <a:ext cx="58175" cy="10100"/>
            </a:xfrm>
            <a:custGeom>
              <a:rect b="b" l="l" r="r" t="t"/>
              <a:pathLst>
                <a:path extrusionOk="0" h="404" w="2327">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47"/>
            <p:cNvSpPr/>
            <p:nvPr/>
          </p:nvSpPr>
          <p:spPr>
            <a:xfrm>
              <a:off x="7804150" y="2613250"/>
              <a:ext cx="52750" cy="10125"/>
            </a:xfrm>
            <a:custGeom>
              <a:rect b="b" l="l" r="r" t="t"/>
              <a:pathLst>
                <a:path extrusionOk="0" h="405" w="211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47"/>
            <p:cNvSpPr/>
            <p:nvPr/>
          </p:nvSpPr>
          <p:spPr>
            <a:xfrm>
              <a:off x="7805350" y="2637825"/>
              <a:ext cx="44900" cy="9850"/>
            </a:xfrm>
            <a:custGeom>
              <a:rect b="b" l="l" r="r" t="t"/>
              <a:pathLst>
                <a:path extrusionOk="0" h="394" w="1796">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47"/>
            <p:cNvSpPr/>
            <p:nvPr/>
          </p:nvSpPr>
          <p:spPr>
            <a:xfrm>
              <a:off x="7804150" y="2662125"/>
              <a:ext cx="47325" cy="10100"/>
            </a:xfrm>
            <a:custGeom>
              <a:rect b="b" l="l" r="r" t="t"/>
              <a:pathLst>
                <a:path extrusionOk="0" h="404" w="1893">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47"/>
            <p:cNvSpPr/>
            <p:nvPr/>
          </p:nvSpPr>
          <p:spPr>
            <a:xfrm>
              <a:off x="7805350" y="2686675"/>
              <a:ext cx="52325" cy="10625"/>
            </a:xfrm>
            <a:custGeom>
              <a:rect b="b" l="l" r="r" t="t"/>
              <a:pathLst>
                <a:path extrusionOk="0" h="425" w="2093">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47"/>
            <p:cNvSpPr/>
            <p:nvPr/>
          </p:nvSpPr>
          <p:spPr>
            <a:xfrm>
              <a:off x="7804150" y="2710975"/>
              <a:ext cx="68250" cy="10875"/>
            </a:xfrm>
            <a:custGeom>
              <a:rect b="b" l="l" r="r" t="t"/>
              <a:pathLst>
                <a:path extrusionOk="0" h="435" w="273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147"/>
            <p:cNvSpPr/>
            <p:nvPr/>
          </p:nvSpPr>
          <p:spPr>
            <a:xfrm>
              <a:off x="7805225" y="2735525"/>
              <a:ext cx="111075" cy="10500"/>
            </a:xfrm>
            <a:custGeom>
              <a:rect b="b" l="l" r="r" t="t"/>
              <a:pathLst>
                <a:path extrusionOk="0" h="420" w="4443">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147"/>
            <p:cNvSpPr/>
            <p:nvPr/>
          </p:nvSpPr>
          <p:spPr>
            <a:xfrm>
              <a:off x="7849900" y="2786925"/>
              <a:ext cx="37025" cy="31975"/>
            </a:xfrm>
            <a:custGeom>
              <a:rect b="b" l="l" r="r" t="t"/>
              <a:pathLst>
                <a:path extrusionOk="0" h="1279" w="1481">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5" name="Google Shape;20075;p147"/>
          <p:cNvGrpSpPr/>
          <p:nvPr/>
        </p:nvGrpSpPr>
        <p:grpSpPr>
          <a:xfrm>
            <a:off x="3227208" y="3464641"/>
            <a:ext cx="349775" cy="293150"/>
            <a:chOff x="1680925" y="3695825"/>
            <a:chExt cx="349775" cy="293150"/>
          </a:xfrm>
        </p:grpSpPr>
        <p:sp>
          <p:nvSpPr>
            <p:cNvPr id="20076" name="Google Shape;20076;p147"/>
            <p:cNvSpPr/>
            <p:nvPr/>
          </p:nvSpPr>
          <p:spPr>
            <a:xfrm>
              <a:off x="1947700" y="3716175"/>
              <a:ext cx="10100" cy="10500"/>
            </a:xfrm>
            <a:custGeom>
              <a:rect b="b" l="l" r="r" t="t"/>
              <a:pathLst>
                <a:path extrusionOk="0" h="420" w="404">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147"/>
            <p:cNvSpPr/>
            <p:nvPr/>
          </p:nvSpPr>
          <p:spPr>
            <a:xfrm>
              <a:off x="1968625" y="3716775"/>
              <a:ext cx="10125" cy="10100"/>
            </a:xfrm>
            <a:custGeom>
              <a:rect b="b" l="l" r="r" t="t"/>
              <a:pathLst>
                <a:path extrusionOk="0" h="404" w="405">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147"/>
            <p:cNvSpPr/>
            <p:nvPr/>
          </p:nvSpPr>
          <p:spPr>
            <a:xfrm>
              <a:off x="1989175" y="3717925"/>
              <a:ext cx="12450" cy="8175"/>
            </a:xfrm>
            <a:custGeom>
              <a:rect b="b" l="l" r="r" t="t"/>
              <a:pathLst>
                <a:path extrusionOk="0" h="327" w="498">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147"/>
            <p:cNvSpPr/>
            <p:nvPr/>
          </p:nvSpPr>
          <p:spPr>
            <a:xfrm>
              <a:off x="1832150" y="3909850"/>
              <a:ext cx="175275" cy="36475"/>
            </a:xfrm>
            <a:custGeom>
              <a:rect b="b" l="l" r="r" t="t"/>
              <a:pathLst>
                <a:path extrusionOk="0" h="1459" w="7011">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147"/>
            <p:cNvSpPr/>
            <p:nvPr/>
          </p:nvSpPr>
          <p:spPr>
            <a:xfrm>
              <a:off x="1680925" y="3695825"/>
              <a:ext cx="349775" cy="293150"/>
            </a:xfrm>
            <a:custGeom>
              <a:rect b="b" l="l" r="r" t="t"/>
              <a:pathLst>
                <a:path extrusionOk="0" h="11726" w="13991">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47"/>
            <p:cNvSpPr/>
            <p:nvPr/>
          </p:nvSpPr>
          <p:spPr>
            <a:xfrm>
              <a:off x="1700325" y="3766375"/>
              <a:ext cx="111675" cy="93900"/>
            </a:xfrm>
            <a:custGeom>
              <a:rect b="b" l="l" r="r" t="t"/>
              <a:pathLst>
                <a:path extrusionOk="0" h="3756" w="4467">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147"/>
            <p:cNvSpPr/>
            <p:nvPr/>
          </p:nvSpPr>
          <p:spPr>
            <a:xfrm>
              <a:off x="1713500" y="3878850"/>
              <a:ext cx="96175" cy="10100"/>
            </a:xfrm>
            <a:custGeom>
              <a:rect b="b" l="l" r="r" t="t"/>
              <a:pathLst>
                <a:path extrusionOk="0" h="404" w="3847">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147"/>
            <p:cNvSpPr/>
            <p:nvPr/>
          </p:nvSpPr>
          <p:spPr>
            <a:xfrm>
              <a:off x="1711950" y="3904425"/>
              <a:ext cx="99275" cy="10900"/>
            </a:xfrm>
            <a:custGeom>
              <a:rect b="b" l="l" r="r" t="t"/>
              <a:pathLst>
                <a:path extrusionOk="0" h="436" w="3971">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47"/>
            <p:cNvSpPr/>
            <p:nvPr/>
          </p:nvSpPr>
          <p:spPr>
            <a:xfrm>
              <a:off x="1712900" y="3930675"/>
              <a:ext cx="96625" cy="10275"/>
            </a:xfrm>
            <a:custGeom>
              <a:rect b="b" l="l" r="r" t="t"/>
              <a:pathLst>
                <a:path extrusionOk="0" h="411" w="3865">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47"/>
            <p:cNvSpPr/>
            <p:nvPr/>
          </p:nvSpPr>
          <p:spPr>
            <a:xfrm>
              <a:off x="1832150" y="3778025"/>
              <a:ext cx="175275" cy="36475"/>
            </a:xfrm>
            <a:custGeom>
              <a:rect b="b" l="l" r="r" t="t"/>
              <a:pathLst>
                <a:path extrusionOk="0" h="1459" w="7011">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47"/>
            <p:cNvSpPr/>
            <p:nvPr/>
          </p:nvSpPr>
          <p:spPr>
            <a:xfrm>
              <a:off x="1831550" y="3833725"/>
              <a:ext cx="176475" cy="10275"/>
            </a:xfrm>
            <a:custGeom>
              <a:rect b="b" l="l" r="r" t="t"/>
              <a:pathLst>
                <a:path extrusionOk="0" h="411" w="7059">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47"/>
            <p:cNvSpPr/>
            <p:nvPr/>
          </p:nvSpPr>
          <p:spPr>
            <a:xfrm>
              <a:off x="1831575" y="3857100"/>
              <a:ext cx="176450" cy="10175"/>
            </a:xfrm>
            <a:custGeom>
              <a:rect b="b" l="l" r="r" t="t"/>
              <a:pathLst>
                <a:path extrusionOk="0" h="407" w="7058">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47"/>
            <p:cNvSpPr/>
            <p:nvPr/>
          </p:nvSpPr>
          <p:spPr>
            <a:xfrm>
              <a:off x="1830600" y="3881175"/>
              <a:ext cx="178375" cy="10875"/>
            </a:xfrm>
            <a:custGeom>
              <a:rect b="b" l="l" r="r" t="t"/>
              <a:pathLst>
                <a:path extrusionOk="0" h="435" w="7135">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9" name="Google Shape;20089;p147"/>
          <p:cNvGrpSpPr/>
          <p:nvPr/>
        </p:nvGrpSpPr>
        <p:grpSpPr>
          <a:xfrm>
            <a:off x="2441173" y="3468104"/>
            <a:ext cx="348975" cy="286225"/>
            <a:chOff x="931825" y="3698925"/>
            <a:chExt cx="348975" cy="286225"/>
          </a:xfrm>
        </p:grpSpPr>
        <p:sp>
          <p:nvSpPr>
            <p:cNvPr id="20090" name="Google Shape;20090;p147"/>
            <p:cNvSpPr/>
            <p:nvPr/>
          </p:nvSpPr>
          <p:spPr>
            <a:xfrm>
              <a:off x="931825" y="3698925"/>
              <a:ext cx="348975" cy="286225"/>
            </a:xfrm>
            <a:custGeom>
              <a:rect b="b" l="l" r="r" t="t"/>
              <a:pathLst>
                <a:path extrusionOk="0" h="11449" w="13959">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47"/>
            <p:cNvSpPr/>
            <p:nvPr/>
          </p:nvSpPr>
          <p:spPr>
            <a:xfrm>
              <a:off x="1058225" y="3771050"/>
              <a:ext cx="113225" cy="96825"/>
            </a:xfrm>
            <a:custGeom>
              <a:rect b="b" l="l" r="r" t="t"/>
              <a:pathLst>
                <a:path extrusionOk="0" h="3873" w="4529">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2" name="Google Shape;20092;p147"/>
          <p:cNvGrpSpPr/>
          <p:nvPr/>
        </p:nvGrpSpPr>
        <p:grpSpPr>
          <a:xfrm>
            <a:off x="1732958" y="3464629"/>
            <a:ext cx="348975" cy="293175"/>
            <a:chOff x="7719625" y="4198325"/>
            <a:chExt cx="348975" cy="293175"/>
          </a:xfrm>
        </p:grpSpPr>
        <p:sp>
          <p:nvSpPr>
            <p:cNvPr id="20093" name="Google Shape;20093;p147"/>
            <p:cNvSpPr/>
            <p:nvPr/>
          </p:nvSpPr>
          <p:spPr>
            <a:xfrm>
              <a:off x="7984600" y="4219275"/>
              <a:ext cx="11900" cy="7550"/>
            </a:xfrm>
            <a:custGeom>
              <a:rect b="b" l="l" r="r" t="t"/>
              <a:pathLst>
                <a:path extrusionOk="0" h="302" w="476">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147"/>
            <p:cNvSpPr/>
            <p:nvPr/>
          </p:nvSpPr>
          <p:spPr>
            <a:xfrm>
              <a:off x="8006200" y="4219025"/>
              <a:ext cx="11225" cy="10600"/>
            </a:xfrm>
            <a:custGeom>
              <a:rect b="b" l="l" r="r" t="t"/>
              <a:pathLst>
                <a:path extrusionOk="0" h="424" w="449">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47"/>
            <p:cNvSpPr/>
            <p:nvPr/>
          </p:nvSpPr>
          <p:spPr>
            <a:xfrm>
              <a:off x="8027900" y="4219025"/>
              <a:ext cx="10475" cy="10600"/>
            </a:xfrm>
            <a:custGeom>
              <a:rect b="b" l="l" r="r" t="t"/>
              <a:pathLst>
                <a:path extrusionOk="0" h="424" w="419">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47"/>
            <p:cNvSpPr/>
            <p:nvPr/>
          </p:nvSpPr>
          <p:spPr>
            <a:xfrm>
              <a:off x="7719625" y="4198325"/>
              <a:ext cx="348975" cy="293175"/>
            </a:xfrm>
            <a:custGeom>
              <a:rect b="b" l="l" r="r" t="t"/>
              <a:pathLst>
                <a:path extrusionOk="0" h="11727" w="13959">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147"/>
            <p:cNvSpPr/>
            <p:nvPr/>
          </p:nvSpPr>
          <p:spPr>
            <a:xfrm>
              <a:off x="7905725" y="4260375"/>
              <a:ext cx="130300" cy="63000"/>
            </a:xfrm>
            <a:custGeom>
              <a:rect b="b" l="l" r="r" t="t"/>
              <a:pathLst>
                <a:path extrusionOk="0" h="2520" w="5212">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147"/>
            <p:cNvSpPr/>
            <p:nvPr/>
          </p:nvSpPr>
          <p:spPr>
            <a:xfrm>
              <a:off x="7938475" y="4282050"/>
              <a:ext cx="64825" cy="10175"/>
            </a:xfrm>
            <a:custGeom>
              <a:rect b="b" l="l" r="r" t="t"/>
              <a:pathLst>
                <a:path extrusionOk="0" h="407" w="2593">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147"/>
            <p:cNvSpPr/>
            <p:nvPr/>
          </p:nvSpPr>
          <p:spPr>
            <a:xfrm>
              <a:off x="7905725" y="4334725"/>
              <a:ext cx="130300" cy="62925"/>
            </a:xfrm>
            <a:custGeom>
              <a:rect b="b" l="l" r="r" t="t"/>
              <a:pathLst>
                <a:path extrusionOk="0" h="2517" w="5212">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147"/>
            <p:cNvSpPr/>
            <p:nvPr/>
          </p:nvSpPr>
          <p:spPr>
            <a:xfrm>
              <a:off x="7936750" y="4356525"/>
              <a:ext cx="67500" cy="10125"/>
            </a:xfrm>
            <a:custGeom>
              <a:rect b="b" l="l" r="r" t="t"/>
              <a:pathLst>
                <a:path extrusionOk="0" h="405" w="270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47"/>
            <p:cNvSpPr/>
            <p:nvPr/>
          </p:nvSpPr>
          <p:spPr>
            <a:xfrm>
              <a:off x="7904950" y="4408500"/>
              <a:ext cx="131075" cy="62825"/>
            </a:xfrm>
            <a:custGeom>
              <a:rect b="b" l="l" r="r" t="t"/>
              <a:pathLst>
                <a:path extrusionOk="0" h="2513" w="5243">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47"/>
            <p:cNvSpPr/>
            <p:nvPr/>
          </p:nvSpPr>
          <p:spPr>
            <a:xfrm>
              <a:off x="7938300" y="4429425"/>
              <a:ext cx="64400" cy="10100"/>
            </a:xfrm>
            <a:custGeom>
              <a:rect b="b" l="l" r="r" t="t"/>
              <a:pathLst>
                <a:path extrusionOk="0" h="404" w="2576">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3" name="Google Shape;20103;p147"/>
          <p:cNvGrpSpPr/>
          <p:nvPr/>
        </p:nvGrpSpPr>
        <p:grpSpPr>
          <a:xfrm>
            <a:off x="1049656" y="3448129"/>
            <a:ext cx="366825" cy="326175"/>
            <a:chOff x="6971275" y="4181600"/>
            <a:chExt cx="366825" cy="326175"/>
          </a:xfrm>
        </p:grpSpPr>
        <p:sp>
          <p:nvSpPr>
            <p:cNvPr id="20104" name="Google Shape;20104;p147"/>
            <p:cNvSpPr/>
            <p:nvPr/>
          </p:nvSpPr>
          <p:spPr>
            <a:xfrm>
              <a:off x="6971275" y="4181600"/>
              <a:ext cx="366825" cy="326175"/>
            </a:xfrm>
            <a:custGeom>
              <a:rect b="b" l="l" r="r" t="t"/>
              <a:pathLst>
                <a:path extrusionOk="0" h="13047" w="14673">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147"/>
            <p:cNvSpPr/>
            <p:nvPr/>
          </p:nvSpPr>
          <p:spPr>
            <a:xfrm>
              <a:off x="7151175" y="4270450"/>
              <a:ext cx="131100" cy="93875"/>
            </a:xfrm>
            <a:custGeom>
              <a:rect b="b" l="l" r="r" t="t"/>
              <a:pathLst>
                <a:path extrusionOk="0" h="3755" w="5244">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147"/>
            <p:cNvSpPr/>
            <p:nvPr/>
          </p:nvSpPr>
          <p:spPr>
            <a:xfrm>
              <a:off x="7146525" y="4221400"/>
              <a:ext cx="91550" cy="55275"/>
            </a:xfrm>
            <a:custGeom>
              <a:rect b="b" l="l" r="r" t="t"/>
              <a:pathLst>
                <a:path extrusionOk="0" h="2211" w="3662">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147"/>
            <p:cNvSpPr/>
            <p:nvPr/>
          </p:nvSpPr>
          <p:spPr>
            <a:xfrm>
              <a:off x="7198025" y="4247000"/>
              <a:ext cx="33050" cy="30450"/>
            </a:xfrm>
            <a:custGeom>
              <a:rect b="b" l="l" r="r" t="t"/>
              <a:pathLst>
                <a:path extrusionOk="0" h="1218" w="1322">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147"/>
            <p:cNvSpPr/>
            <p:nvPr/>
          </p:nvSpPr>
          <p:spPr>
            <a:xfrm>
              <a:off x="7123275" y="4288300"/>
              <a:ext cx="39575" cy="31800"/>
            </a:xfrm>
            <a:custGeom>
              <a:rect b="b" l="l" r="r" t="t"/>
              <a:pathLst>
                <a:path extrusionOk="0" h="1272" w="1583">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09" name="Google Shape;20109;p147"/>
          <p:cNvSpPr/>
          <p:nvPr/>
        </p:nvSpPr>
        <p:spPr>
          <a:xfrm>
            <a:off x="1058181" y="4037325"/>
            <a:ext cx="349775" cy="225725"/>
          </a:xfrm>
          <a:custGeom>
            <a:rect b="b" l="l" r="r" t="t"/>
            <a:pathLst>
              <a:path extrusionOk="0" h="9029" w="13991">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10" name="Google Shape;20110;p147"/>
          <p:cNvGrpSpPr/>
          <p:nvPr/>
        </p:nvGrpSpPr>
        <p:grpSpPr>
          <a:xfrm>
            <a:off x="1731783" y="4002250"/>
            <a:ext cx="351325" cy="295875"/>
            <a:chOff x="5451325" y="4196775"/>
            <a:chExt cx="351325" cy="295875"/>
          </a:xfrm>
        </p:grpSpPr>
        <p:sp>
          <p:nvSpPr>
            <p:cNvPr id="20111" name="Google Shape;20111;p147"/>
            <p:cNvSpPr/>
            <p:nvPr/>
          </p:nvSpPr>
          <p:spPr>
            <a:xfrm>
              <a:off x="5712225" y="4214625"/>
              <a:ext cx="11325" cy="7550"/>
            </a:xfrm>
            <a:custGeom>
              <a:rect b="b" l="l" r="r" t="t"/>
              <a:pathLst>
                <a:path extrusionOk="0" h="302" w="453">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47"/>
            <p:cNvSpPr/>
            <p:nvPr/>
          </p:nvSpPr>
          <p:spPr>
            <a:xfrm>
              <a:off x="5736275" y="4214625"/>
              <a:ext cx="11300" cy="7550"/>
            </a:xfrm>
            <a:custGeom>
              <a:rect b="b" l="l" r="r" t="t"/>
              <a:pathLst>
                <a:path extrusionOk="0" h="302" w="452">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47"/>
            <p:cNvSpPr/>
            <p:nvPr/>
          </p:nvSpPr>
          <p:spPr>
            <a:xfrm>
              <a:off x="5760500" y="4214625"/>
              <a:ext cx="11125" cy="7550"/>
            </a:xfrm>
            <a:custGeom>
              <a:rect b="b" l="l" r="r" t="t"/>
              <a:pathLst>
                <a:path extrusionOk="0" h="302" w="445">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47"/>
            <p:cNvSpPr/>
            <p:nvPr/>
          </p:nvSpPr>
          <p:spPr>
            <a:xfrm>
              <a:off x="5596350" y="4389875"/>
              <a:ext cx="54300" cy="46550"/>
            </a:xfrm>
            <a:custGeom>
              <a:rect b="b" l="l" r="r" t="t"/>
              <a:pathLst>
                <a:path extrusionOk="0" h="1862" w="2172">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47"/>
            <p:cNvSpPr/>
            <p:nvPr/>
          </p:nvSpPr>
          <p:spPr>
            <a:xfrm>
              <a:off x="5451325" y="4196775"/>
              <a:ext cx="351325" cy="295875"/>
            </a:xfrm>
            <a:custGeom>
              <a:rect b="b" l="l" r="r" t="t"/>
              <a:pathLst>
                <a:path extrusionOk="0" h="11835" w="14053">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47"/>
            <p:cNvSpPr/>
            <p:nvPr/>
          </p:nvSpPr>
          <p:spPr>
            <a:xfrm>
              <a:off x="5570750" y="4275850"/>
              <a:ext cx="112300" cy="10950"/>
            </a:xfrm>
            <a:custGeom>
              <a:rect b="b" l="l" r="r" t="t"/>
              <a:pathLst>
                <a:path extrusionOk="0" h="438" w="4492">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147"/>
            <p:cNvSpPr/>
            <p:nvPr/>
          </p:nvSpPr>
          <p:spPr>
            <a:xfrm>
              <a:off x="5572300" y="4326025"/>
              <a:ext cx="111375" cy="10500"/>
            </a:xfrm>
            <a:custGeom>
              <a:rect b="b" l="l" r="r" t="t"/>
              <a:pathLst>
                <a:path extrusionOk="0" h="420" w="4455">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147"/>
            <p:cNvSpPr/>
            <p:nvPr/>
          </p:nvSpPr>
          <p:spPr>
            <a:xfrm>
              <a:off x="5525775" y="4299925"/>
              <a:ext cx="204750" cy="10100"/>
            </a:xfrm>
            <a:custGeom>
              <a:rect b="b" l="l" r="r" t="t"/>
              <a:pathLst>
                <a:path extrusionOk="0" h="404" w="819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147"/>
            <p:cNvSpPr/>
            <p:nvPr/>
          </p:nvSpPr>
          <p:spPr>
            <a:xfrm>
              <a:off x="5702150" y="4370500"/>
              <a:ext cx="52425" cy="33950"/>
            </a:xfrm>
            <a:custGeom>
              <a:rect b="b" l="l" r="r" t="t"/>
              <a:pathLst>
                <a:path extrusionOk="0" h="1358" w="2097">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147"/>
            <p:cNvSpPr/>
            <p:nvPr/>
          </p:nvSpPr>
          <p:spPr>
            <a:xfrm>
              <a:off x="5498625" y="4382125"/>
              <a:ext cx="44225" cy="10875"/>
            </a:xfrm>
            <a:custGeom>
              <a:rect b="b" l="l" r="r" t="t"/>
              <a:pathLst>
                <a:path extrusionOk="0" h="435" w="1769">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1" name="Google Shape;20121;p147"/>
          <p:cNvGrpSpPr/>
          <p:nvPr/>
        </p:nvGrpSpPr>
        <p:grpSpPr>
          <a:xfrm>
            <a:off x="2441160" y="3996225"/>
            <a:ext cx="349000" cy="307925"/>
            <a:chOff x="4720050" y="4190575"/>
            <a:chExt cx="349000" cy="307925"/>
          </a:xfrm>
        </p:grpSpPr>
        <p:sp>
          <p:nvSpPr>
            <p:cNvPr id="20122" name="Google Shape;20122;p147"/>
            <p:cNvSpPr/>
            <p:nvPr/>
          </p:nvSpPr>
          <p:spPr>
            <a:xfrm>
              <a:off x="4755925" y="447052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147"/>
            <p:cNvSpPr/>
            <p:nvPr/>
          </p:nvSpPr>
          <p:spPr>
            <a:xfrm>
              <a:off x="4720050" y="4273550"/>
              <a:ext cx="349000" cy="224950"/>
            </a:xfrm>
            <a:custGeom>
              <a:rect b="b" l="l" r="r" t="t"/>
              <a:pathLst>
                <a:path extrusionOk="0" h="8998" w="1396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47"/>
            <p:cNvSpPr/>
            <p:nvPr/>
          </p:nvSpPr>
          <p:spPr>
            <a:xfrm>
              <a:off x="4823950" y="4336950"/>
              <a:ext cx="141950" cy="96775"/>
            </a:xfrm>
            <a:custGeom>
              <a:rect b="b" l="l" r="r" t="t"/>
              <a:pathLst>
                <a:path extrusionOk="0" h="3871" w="5678">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47"/>
            <p:cNvSpPr/>
            <p:nvPr/>
          </p:nvSpPr>
          <p:spPr>
            <a:xfrm>
              <a:off x="4874375" y="4235750"/>
              <a:ext cx="40350" cy="16500"/>
            </a:xfrm>
            <a:custGeom>
              <a:rect b="b" l="l" r="r" t="t"/>
              <a:pathLst>
                <a:path extrusionOk="0" h="660" w="1614">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47"/>
            <p:cNvSpPr/>
            <p:nvPr/>
          </p:nvSpPr>
          <p:spPr>
            <a:xfrm>
              <a:off x="4856850" y="4213275"/>
              <a:ext cx="74150" cy="23075"/>
            </a:xfrm>
            <a:custGeom>
              <a:rect b="b" l="l" r="r" t="t"/>
              <a:pathLst>
                <a:path extrusionOk="0" h="923" w="2966">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47"/>
            <p:cNvSpPr/>
            <p:nvPr/>
          </p:nvSpPr>
          <p:spPr>
            <a:xfrm>
              <a:off x="4841800" y="4190575"/>
              <a:ext cx="105500" cy="29700"/>
            </a:xfrm>
            <a:custGeom>
              <a:rect b="b" l="l" r="r" t="t"/>
              <a:pathLst>
                <a:path extrusionOk="0" h="1188" w="422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8" name="Google Shape;20128;p147"/>
          <p:cNvGrpSpPr/>
          <p:nvPr/>
        </p:nvGrpSpPr>
        <p:grpSpPr>
          <a:xfrm>
            <a:off x="3227595" y="4001650"/>
            <a:ext cx="349000" cy="297075"/>
            <a:chOff x="3960075" y="4196000"/>
            <a:chExt cx="349000" cy="297075"/>
          </a:xfrm>
        </p:grpSpPr>
        <p:sp>
          <p:nvSpPr>
            <p:cNvPr id="20129" name="Google Shape;20129;p147"/>
            <p:cNvSpPr/>
            <p:nvPr/>
          </p:nvSpPr>
          <p:spPr>
            <a:xfrm>
              <a:off x="3993425" y="4297550"/>
              <a:ext cx="281525" cy="162150"/>
            </a:xfrm>
            <a:custGeom>
              <a:rect b="b" l="l" r="r" t="t"/>
              <a:pathLst>
                <a:path extrusionOk="0" h="6486" w="11261">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47"/>
            <p:cNvSpPr/>
            <p:nvPr/>
          </p:nvSpPr>
          <p:spPr>
            <a:xfrm>
              <a:off x="4102775" y="4333075"/>
              <a:ext cx="62825" cy="70025"/>
            </a:xfrm>
            <a:custGeom>
              <a:rect b="b" l="l" r="r" t="t"/>
              <a:pathLst>
                <a:path extrusionOk="0" h="2801" w="2513">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147"/>
            <p:cNvSpPr/>
            <p:nvPr/>
          </p:nvSpPr>
          <p:spPr>
            <a:xfrm>
              <a:off x="3960075" y="4196000"/>
              <a:ext cx="349000" cy="297075"/>
            </a:xfrm>
            <a:custGeom>
              <a:rect b="b" l="l" r="r" t="t"/>
              <a:pathLst>
                <a:path extrusionOk="0" h="11883" w="1396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147"/>
            <p:cNvSpPr/>
            <p:nvPr/>
          </p:nvSpPr>
          <p:spPr>
            <a:xfrm>
              <a:off x="422607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147"/>
            <p:cNvSpPr/>
            <p:nvPr/>
          </p:nvSpPr>
          <p:spPr>
            <a:xfrm>
              <a:off x="4247000" y="4246600"/>
              <a:ext cx="10875" cy="9925"/>
            </a:xfrm>
            <a:custGeom>
              <a:rect b="b" l="l" r="r" t="t"/>
              <a:pathLst>
                <a:path extrusionOk="0" h="397" w="435">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147"/>
            <p:cNvSpPr/>
            <p:nvPr/>
          </p:nvSpPr>
          <p:spPr>
            <a:xfrm>
              <a:off x="426872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5" name="Google Shape;20135;p147"/>
          <p:cNvGrpSpPr/>
          <p:nvPr/>
        </p:nvGrpSpPr>
        <p:grpSpPr>
          <a:xfrm>
            <a:off x="3993901" y="4010200"/>
            <a:ext cx="349000" cy="279975"/>
            <a:chOff x="3196225" y="4204550"/>
            <a:chExt cx="349000" cy="279975"/>
          </a:xfrm>
        </p:grpSpPr>
        <p:sp>
          <p:nvSpPr>
            <p:cNvPr id="20136" name="Google Shape;20136;p147"/>
            <p:cNvSpPr/>
            <p:nvPr/>
          </p:nvSpPr>
          <p:spPr>
            <a:xfrm>
              <a:off x="3461825" y="4226250"/>
              <a:ext cx="11650" cy="8175"/>
            </a:xfrm>
            <a:custGeom>
              <a:rect b="b" l="l" r="r" t="t"/>
              <a:pathLst>
                <a:path extrusionOk="0" h="327" w="466">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147"/>
            <p:cNvSpPr/>
            <p:nvPr/>
          </p:nvSpPr>
          <p:spPr>
            <a:xfrm>
              <a:off x="3482775" y="4226250"/>
              <a:ext cx="11650" cy="8175"/>
            </a:xfrm>
            <a:custGeom>
              <a:rect b="b" l="l" r="r" t="t"/>
              <a:pathLst>
                <a:path extrusionOk="0" h="327" w="466">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47"/>
            <p:cNvSpPr/>
            <p:nvPr/>
          </p:nvSpPr>
          <p:spPr>
            <a:xfrm>
              <a:off x="3504875" y="4225475"/>
              <a:ext cx="10100" cy="10875"/>
            </a:xfrm>
            <a:custGeom>
              <a:rect b="b" l="l" r="r" t="t"/>
              <a:pathLst>
                <a:path extrusionOk="0" h="435" w="404">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47"/>
            <p:cNvSpPr/>
            <p:nvPr/>
          </p:nvSpPr>
          <p:spPr>
            <a:xfrm>
              <a:off x="3196225" y="4204550"/>
              <a:ext cx="349000" cy="279975"/>
            </a:xfrm>
            <a:custGeom>
              <a:rect b="b" l="l" r="r" t="t"/>
              <a:pathLst>
                <a:path extrusionOk="0" h="11199" w="1396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47"/>
            <p:cNvSpPr/>
            <p:nvPr/>
          </p:nvSpPr>
          <p:spPr>
            <a:xfrm>
              <a:off x="3223375" y="4273550"/>
              <a:ext cx="290825" cy="181500"/>
            </a:xfrm>
            <a:custGeom>
              <a:rect b="b" l="l" r="r" t="t"/>
              <a:pathLst>
                <a:path extrusionOk="0" h="7260" w="11633">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47"/>
            <p:cNvSpPr/>
            <p:nvPr/>
          </p:nvSpPr>
          <p:spPr>
            <a:xfrm>
              <a:off x="3278425" y="4332500"/>
              <a:ext cx="104725" cy="63600"/>
            </a:xfrm>
            <a:custGeom>
              <a:rect b="b" l="l" r="r" t="t"/>
              <a:pathLst>
                <a:path extrusionOk="0" h="2544" w="4189">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47"/>
            <p:cNvSpPr/>
            <p:nvPr/>
          </p:nvSpPr>
          <p:spPr>
            <a:xfrm>
              <a:off x="3383900" y="4357300"/>
              <a:ext cx="30250" cy="10125"/>
            </a:xfrm>
            <a:custGeom>
              <a:rect b="b" l="l" r="r" t="t"/>
              <a:pathLst>
                <a:path extrusionOk="0" h="405" w="121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47"/>
            <p:cNvSpPr/>
            <p:nvPr/>
          </p:nvSpPr>
          <p:spPr>
            <a:xfrm>
              <a:off x="3384850" y="4374325"/>
              <a:ext cx="28525" cy="10200"/>
            </a:xfrm>
            <a:custGeom>
              <a:rect b="b" l="l" r="r" t="t"/>
              <a:pathLst>
                <a:path extrusionOk="0" h="408" w="1141">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47"/>
            <p:cNvSpPr/>
            <p:nvPr/>
          </p:nvSpPr>
          <p:spPr>
            <a:xfrm>
              <a:off x="3332425" y="4357125"/>
              <a:ext cx="35200" cy="32000"/>
            </a:xfrm>
            <a:custGeom>
              <a:rect b="b" l="l" r="r" t="t"/>
              <a:pathLst>
                <a:path extrusionOk="0" h="1280" w="1408">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47"/>
            <p:cNvSpPr/>
            <p:nvPr/>
          </p:nvSpPr>
          <p:spPr>
            <a:xfrm>
              <a:off x="3426550" y="4357125"/>
              <a:ext cx="34600" cy="32400"/>
            </a:xfrm>
            <a:custGeom>
              <a:rect b="b" l="l" r="r" t="t"/>
              <a:pathLst>
                <a:path extrusionOk="0" h="1296" w="1384">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6" name="Google Shape;20146;p147"/>
          <p:cNvGrpSpPr/>
          <p:nvPr/>
        </p:nvGrpSpPr>
        <p:grpSpPr>
          <a:xfrm>
            <a:off x="4725464" y="4007800"/>
            <a:ext cx="349000" cy="284775"/>
            <a:chOff x="2443225" y="4202075"/>
            <a:chExt cx="349000" cy="284775"/>
          </a:xfrm>
        </p:grpSpPr>
        <p:sp>
          <p:nvSpPr>
            <p:cNvPr id="20147" name="Google Shape;20147;p147"/>
            <p:cNvSpPr/>
            <p:nvPr/>
          </p:nvSpPr>
          <p:spPr>
            <a:xfrm>
              <a:off x="2443225" y="4202075"/>
              <a:ext cx="349000" cy="284775"/>
            </a:xfrm>
            <a:custGeom>
              <a:rect b="b" l="l" r="r" t="t"/>
              <a:pathLst>
                <a:path extrusionOk="0" h="11391" w="1396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47"/>
            <p:cNvSpPr/>
            <p:nvPr/>
          </p:nvSpPr>
          <p:spPr>
            <a:xfrm>
              <a:off x="2617725" y="4232450"/>
              <a:ext cx="10875" cy="139625"/>
            </a:xfrm>
            <a:custGeom>
              <a:rect b="b" l="l" r="r" t="t"/>
              <a:pathLst>
                <a:path extrusionOk="0" h="5585" w="435">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47"/>
            <p:cNvSpPr/>
            <p:nvPr/>
          </p:nvSpPr>
          <p:spPr>
            <a:xfrm>
              <a:off x="2477350" y="4239450"/>
              <a:ext cx="125650" cy="125650"/>
            </a:xfrm>
            <a:custGeom>
              <a:rect b="b" l="l" r="r" t="t"/>
              <a:pathLst>
                <a:path extrusionOk="0" h="5026" w="5026">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147"/>
            <p:cNvSpPr/>
            <p:nvPr/>
          </p:nvSpPr>
          <p:spPr>
            <a:xfrm>
              <a:off x="2516125" y="4258825"/>
              <a:ext cx="46550" cy="56625"/>
            </a:xfrm>
            <a:custGeom>
              <a:rect b="b" l="l" r="r" t="t"/>
              <a:pathLst>
                <a:path extrusionOk="0" h="2265" w="1862">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147"/>
            <p:cNvSpPr/>
            <p:nvPr/>
          </p:nvSpPr>
          <p:spPr>
            <a:xfrm>
              <a:off x="2651050" y="4236225"/>
              <a:ext cx="108600" cy="31925"/>
            </a:xfrm>
            <a:custGeom>
              <a:rect b="b" l="l" r="r" t="t"/>
              <a:pathLst>
                <a:path extrusionOk="0" h="1277" w="4344">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147"/>
            <p:cNvSpPr/>
            <p:nvPr/>
          </p:nvSpPr>
          <p:spPr>
            <a:xfrm>
              <a:off x="2651050" y="4285200"/>
              <a:ext cx="108600" cy="31800"/>
            </a:xfrm>
            <a:custGeom>
              <a:rect b="b" l="l" r="r" t="t"/>
              <a:pathLst>
                <a:path extrusionOk="0" h="1272" w="4344">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47"/>
            <p:cNvSpPr/>
            <p:nvPr/>
          </p:nvSpPr>
          <p:spPr>
            <a:xfrm>
              <a:off x="2651050" y="4334050"/>
              <a:ext cx="108600" cy="31825"/>
            </a:xfrm>
            <a:custGeom>
              <a:rect b="b" l="l" r="r" t="t"/>
              <a:pathLst>
                <a:path extrusionOk="0" h="1273" w="4344">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4" name="Google Shape;20154;p147"/>
          <p:cNvGrpSpPr/>
          <p:nvPr/>
        </p:nvGrpSpPr>
        <p:grpSpPr>
          <a:xfrm>
            <a:off x="5508379" y="3996625"/>
            <a:ext cx="349000" cy="307125"/>
            <a:chOff x="1681700" y="4191350"/>
            <a:chExt cx="349000" cy="307125"/>
          </a:xfrm>
        </p:grpSpPr>
        <p:sp>
          <p:nvSpPr>
            <p:cNvPr id="20155" name="Google Shape;20155;p147"/>
            <p:cNvSpPr/>
            <p:nvPr/>
          </p:nvSpPr>
          <p:spPr>
            <a:xfrm>
              <a:off x="1849750" y="4215400"/>
              <a:ext cx="11125" cy="7550"/>
            </a:xfrm>
            <a:custGeom>
              <a:rect b="b" l="l" r="r" t="t"/>
              <a:pathLst>
                <a:path extrusionOk="0" h="302" w="445">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147"/>
            <p:cNvSpPr/>
            <p:nvPr/>
          </p:nvSpPr>
          <p:spPr>
            <a:xfrm>
              <a:off x="1681700" y="4191350"/>
              <a:ext cx="349000" cy="307125"/>
            </a:xfrm>
            <a:custGeom>
              <a:rect b="b" l="l" r="r" t="t"/>
              <a:pathLst>
                <a:path extrusionOk="0" h="12285" w="1396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47"/>
            <p:cNvSpPr/>
            <p:nvPr/>
          </p:nvSpPr>
          <p:spPr>
            <a:xfrm>
              <a:off x="1742200" y="4282875"/>
              <a:ext cx="100050" cy="100050"/>
            </a:xfrm>
            <a:custGeom>
              <a:rect b="b" l="l" r="r" t="t"/>
              <a:pathLst>
                <a:path extrusionOk="0" h="4002" w="4002">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47"/>
            <p:cNvSpPr/>
            <p:nvPr/>
          </p:nvSpPr>
          <p:spPr>
            <a:xfrm>
              <a:off x="1774775" y="4301775"/>
              <a:ext cx="48650" cy="40500"/>
            </a:xfrm>
            <a:custGeom>
              <a:rect b="b" l="l" r="r" t="t"/>
              <a:pathLst>
                <a:path extrusionOk="0" h="1620" w="1946">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47"/>
            <p:cNvSpPr/>
            <p:nvPr/>
          </p:nvSpPr>
          <p:spPr>
            <a:xfrm>
              <a:off x="1869375" y="4282875"/>
              <a:ext cx="100050" cy="100050"/>
            </a:xfrm>
            <a:custGeom>
              <a:rect b="b" l="l" r="r" t="t"/>
              <a:pathLst>
                <a:path extrusionOk="0" h="4002" w="4002">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47"/>
            <p:cNvSpPr/>
            <p:nvPr/>
          </p:nvSpPr>
          <p:spPr>
            <a:xfrm>
              <a:off x="1901950" y="4301775"/>
              <a:ext cx="47950" cy="40500"/>
            </a:xfrm>
            <a:custGeom>
              <a:rect b="b" l="l" r="r" t="t"/>
              <a:pathLst>
                <a:path extrusionOk="0" h="1620" w="1918">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1" name="Google Shape;20161;p147"/>
          <p:cNvGrpSpPr/>
          <p:nvPr/>
        </p:nvGrpSpPr>
        <p:grpSpPr>
          <a:xfrm>
            <a:off x="6275158" y="4016012"/>
            <a:ext cx="348975" cy="268350"/>
            <a:chOff x="7719625" y="1964175"/>
            <a:chExt cx="348975" cy="268350"/>
          </a:xfrm>
        </p:grpSpPr>
        <p:sp>
          <p:nvSpPr>
            <p:cNvPr id="20162" name="Google Shape;20162;p147"/>
            <p:cNvSpPr/>
            <p:nvPr/>
          </p:nvSpPr>
          <p:spPr>
            <a:xfrm>
              <a:off x="7985600" y="1985325"/>
              <a:ext cx="10900" cy="10500"/>
            </a:xfrm>
            <a:custGeom>
              <a:rect b="b" l="l" r="r" t="t"/>
              <a:pathLst>
                <a:path extrusionOk="0" h="420" w="436">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147"/>
            <p:cNvSpPr/>
            <p:nvPr/>
          </p:nvSpPr>
          <p:spPr>
            <a:xfrm>
              <a:off x="8007325" y="1985125"/>
              <a:ext cx="10100" cy="10100"/>
            </a:xfrm>
            <a:custGeom>
              <a:rect b="b" l="l" r="r" t="t"/>
              <a:pathLst>
                <a:path extrusionOk="0" h="404" w="404">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47"/>
            <p:cNvSpPr/>
            <p:nvPr/>
          </p:nvSpPr>
          <p:spPr>
            <a:xfrm>
              <a:off x="8028250" y="1985125"/>
              <a:ext cx="10125" cy="10100"/>
            </a:xfrm>
            <a:custGeom>
              <a:rect b="b" l="l" r="r" t="t"/>
              <a:pathLst>
                <a:path extrusionOk="0" h="404" w="405">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47"/>
            <p:cNvSpPr/>
            <p:nvPr/>
          </p:nvSpPr>
          <p:spPr>
            <a:xfrm>
              <a:off x="7757375" y="2039400"/>
              <a:ext cx="11900" cy="7550"/>
            </a:xfrm>
            <a:custGeom>
              <a:rect b="b" l="l" r="r" t="t"/>
              <a:pathLst>
                <a:path extrusionOk="0" h="302" w="476">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47"/>
            <p:cNvSpPr/>
            <p:nvPr/>
          </p:nvSpPr>
          <p:spPr>
            <a:xfrm>
              <a:off x="7757375" y="2129375"/>
              <a:ext cx="11900" cy="7550"/>
            </a:xfrm>
            <a:custGeom>
              <a:rect b="b" l="l" r="r" t="t"/>
              <a:pathLst>
                <a:path extrusionOk="0" h="302" w="476">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147"/>
            <p:cNvSpPr/>
            <p:nvPr/>
          </p:nvSpPr>
          <p:spPr>
            <a:xfrm>
              <a:off x="7719625" y="1964175"/>
              <a:ext cx="348975" cy="268350"/>
            </a:xfrm>
            <a:custGeom>
              <a:rect b="b" l="l" r="r" t="t"/>
              <a:pathLst>
                <a:path extrusionOk="0" h="10734" w="13959">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147"/>
            <p:cNvSpPr/>
            <p:nvPr/>
          </p:nvSpPr>
          <p:spPr>
            <a:xfrm>
              <a:off x="7756850" y="2061125"/>
              <a:ext cx="75225" cy="10100"/>
            </a:xfrm>
            <a:custGeom>
              <a:rect b="b" l="l" r="r" t="t"/>
              <a:pathLst>
                <a:path extrusionOk="0" h="404" w="3009">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147"/>
            <p:cNvSpPr/>
            <p:nvPr/>
          </p:nvSpPr>
          <p:spPr>
            <a:xfrm>
              <a:off x="7774675" y="2039400"/>
              <a:ext cx="110925" cy="10900"/>
            </a:xfrm>
            <a:custGeom>
              <a:rect b="b" l="l" r="r" t="t"/>
              <a:pathLst>
                <a:path extrusionOk="0" h="436" w="4437">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47"/>
            <p:cNvSpPr/>
            <p:nvPr/>
          </p:nvSpPr>
          <p:spPr>
            <a:xfrm>
              <a:off x="7758400" y="2079375"/>
              <a:ext cx="35675" cy="30625"/>
            </a:xfrm>
            <a:custGeom>
              <a:rect b="b" l="l" r="r" t="t"/>
              <a:pathLst>
                <a:path extrusionOk="0" h="1225" w="1427">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147"/>
            <p:cNvSpPr/>
            <p:nvPr/>
          </p:nvSpPr>
          <p:spPr>
            <a:xfrm>
              <a:off x="7800275" y="2079375"/>
              <a:ext cx="36475" cy="30625"/>
            </a:xfrm>
            <a:custGeom>
              <a:rect b="b" l="l" r="r" t="t"/>
              <a:pathLst>
                <a:path extrusionOk="0" h="1225" w="1459">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147"/>
            <p:cNvSpPr/>
            <p:nvPr/>
          </p:nvSpPr>
          <p:spPr>
            <a:xfrm>
              <a:off x="7847575" y="2079725"/>
              <a:ext cx="35700" cy="30650"/>
            </a:xfrm>
            <a:custGeom>
              <a:rect b="b" l="l" r="r" t="t"/>
              <a:pathLst>
                <a:path extrusionOk="0" h="1226" w="1428">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47"/>
            <p:cNvSpPr/>
            <p:nvPr/>
          </p:nvSpPr>
          <p:spPr>
            <a:xfrm>
              <a:off x="7758400" y="2151075"/>
              <a:ext cx="71350" cy="10100"/>
            </a:xfrm>
            <a:custGeom>
              <a:rect b="b" l="l" r="r" t="t"/>
              <a:pathLst>
                <a:path extrusionOk="0" h="404" w="2854">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47"/>
            <p:cNvSpPr/>
            <p:nvPr/>
          </p:nvSpPr>
          <p:spPr>
            <a:xfrm>
              <a:off x="7776225" y="2129375"/>
              <a:ext cx="109375" cy="10100"/>
            </a:xfrm>
            <a:custGeom>
              <a:rect b="b" l="l" r="r" t="t"/>
              <a:pathLst>
                <a:path extrusionOk="0" h="404" w="4375">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147"/>
            <p:cNvSpPr/>
            <p:nvPr/>
          </p:nvSpPr>
          <p:spPr>
            <a:xfrm>
              <a:off x="7758400" y="2169300"/>
              <a:ext cx="35675" cy="30650"/>
            </a:xfrm>
            <a:custGeom>
              <a:rect b="b" l="l" r="r" t="t"/>
              <a:pathLst>
                <a:path extrusionOk="0" h="1226" w="1427">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147"/>
            <p:cNvSpPr/>
            <p:nvPr/>
          </p:nvSpPr>
          <p:spPr>
            <a:xfrm>
              <a:off x="7800275" y="2169700"/>
              <a:ext cx="36475" cy="30625"/>
            </a:xfrm>
            <a:custGeom>
              <a:rect b="b" l="l" r="r" t="t"/>
              <a:pathLst>
                <a:path extrusionOk="0" h="1225" w="1459">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47"/>
            <p:cNvSpPr/>
            <p:nvPr/>
          </p:nvSpPr>
          <p:spPr>
            <a:xfrm>
              <a:off x="7847575" y="2169700"/>
              <a:ext cx="35700" cy="30625"/>
            </a:xfrm>
            <a:custGeom>
              <a:rect b="b" l="l" r="r" t="t"/>
              <a:pathLst>
                <a:path extrusionOk="0" h="1225" w="1428">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47"/>
            <p:cNvSpPr/>
            <p:nvPr/>
          </p:nvSpPr>
          <p:spPr>
            <a:xfrm>
              <a:off x="7942950" y="2031950"/>
              <a:ext cx="93075" cy="175750"/>
            </a:xfrm>
            <a:custGeom>
              <a:rect b="b" l="l" r="r" t="t"/>
              <a:pathLst>
                <a:path extrusionOk="0" h="7030" w="3723">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9" name="Google Shape;20179;p147"/>
          <p:cNvGrpSpPr/>
          <p:nvPr/>
        </p:nvGrpSpPr>
        <p:grpSpPr>
          <a:xfrm>
            <a:off x="7009520" y="4015250"/>
            <a:ext cx="348975" cy="269875"/>
            <a:chOff x="931825" y="4209975"/>
            <a:chExt cx="348975" cy="269875"/>
          </a:xfrm>
        </p:grpSpPr>
        <p:sp>
          <p:nvSpPr>
            <p:cNvPr id="20180" name="Google Shape;20180;p147"/>
            <p:cNvSpPr/>
            <p:nvPr/>
          </p:nvSpPr>
          <p:spPr>
            <a:xfrm>
              <a:off x="1062875" y="4246425"/>
              <a:ext cx="78350" cy="10100"/>
            </a:xfrm>
            <a:custGeom>
              <a:rect b="b" l="l" r="r" t="t"/>
              <a:pathLst>
                <a:path extrusionOk="0" h="404" w="3134">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47"/>
            <p:cNvSpPr/>
            <p:nvPr/>
          </p:nvSpPr>
          <p:spPr>
            <a:xfrm>
              <a:off x="1061325" y="4268900"/>
              <a:ext cx="81450" cy="10875"/>
            </a:xfrm>
            <a:custGeom>
              <a:rect b="b" l="l" r="r" t="t"/>
              <a:pathLst>
                <a:path extrusionOk="0" h="435" w="3258">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47"/>
            <p:cNvSpPr/>
            <p:nvPr/>
          </p:nvSpPr>
          <p:spPr>
            <a:xfrm>
              <a:off x="1061325" y="4291400"/>
              <a:ext cx="81450" cy="10100"/>
            </a:xfrm>
            <a:custGeom>
              <a:rect b="b" l="l" r="r" t="t"/>
              <a:pathLst>
                <a:path extrusionOk="0" h="404" w="3258">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147"/>
            <p:cNvSpPr/>
            <p:nvPr/>
          </p:nvSpPr>
          <p:spPr>
            <a:xfrm>
              <a:off x="931825" y="4209975"/>
              <a:ext cx="348975" cy="269875"/>
            </a:xfrm>
            <a:custGeom>
              <a:rect b="b" l="l" r="r" t="t"/>
              <a:pathLst>
                <a:path extrusionOk="0" h="10795" w="13959">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147"/>
            <p:cNvSpPr/>
            <p:nvPr/>
          </p:nvSpPr>
          <p:spPr>
            <a:xfrm>
              <a:off x="1030000" y="4392150"/>
              <a:ext cx="145350" cy="31200"/>
            </a:xfrm>
            <a:custGeom>
              <a:rect b="b" l="l" r="r" t="t"/>
              <a:pathLst>
                <a:path extrusionOk="0" h="1248" w="5814">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5" name="Google Shape;20185;p147"/>
          <p:cNvSpPr/>
          <p:nvPr/>
        </p:nvSpPr>
        <p:spPr>
          <a:xfrm>
            <a:off x="7754640" y="3975700"/>
            <a:ext cx="330400" cy="348975"/>
          </a:xfrm>
          <a:custGeom>
            <a:rect b="b" l="l" r="r" t="t"/>
            <a:pathLst>
              <a:path extrusionOk="0" h="13959" w="13216">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86" name="Google Shape;20186;p147"/>
          <p:cNvGrpSpPr/>
          <p:nvPr/>
        </p:nvGrpSpPr>
        <p:grpSpPr>
          <a:xfrm>
            <a:off x="2469473" y="1743861"/>
            <a:ext cx="292375" cy="348975"/>
            <a:chOff x="1709625" y="1923875"/>
            <a:chExt cx="292375" cy="348975"/>
          </a:xfrm>
        </p:grpSpPr>
        <p:sp>
          <p:nvSpPr>
            <p:cNvPr id="20187" name="Google Shape;20187;p147"/>
            <p:cNvSpPr/>
            <p:nvPr/>
          </p:nvSpPr>
          <p:spPr>
            <a:xfrm>
              <a:off x="1709625" y="1923875"/>
              <a:ext cx="292375" cy="348975"/>
            </a:xfrm>
            <a:custGeom>
              <a:rect b="b" l="l" r="r" t="t"/>
              <a:pathLst>
                <a:path extrusionOk="0" h="13959" w="11695">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47"/>
            <p:cNvSpPr/>
            <p:nvPr/>
          </p:nvSpPr>
          <p:spPr>
            <a:xfrm>
              <a:off x="1777875" y="2002175"/>
              <a:ext cx="78350" cy="10125"/>
            </a:xfrm>
            <a:custGeom>
              <a:rect b="b" l="l" r="r" t="t"/>
              <a:pathLst>
                <a:path extrusionOk="0" h="405" w="3134">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147"/>
            <p:cNvSpPr/>
            <p:nvPr/>
          </p:nvSpPr>
          <p:spPr>
            <a:xfrm>
              <a:off x="1779575" y="2154150"/>
              <a:ext cx="50850" cy="10175"/>
            </a:xfrm>
            <a:custGeom>
              <a:rect b="b" l="l" r="r" t="t"/>
              <a:pathLst>
                <a:path extrusionOk="0" h="407" w="2034">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147"/>
            <p:cNvSpPr/>
            <p:nvPr/>
          </p:nvSpPr>
          <p:spPr>
            <a:xfrm>
              <a:off x="1779425" y="2178225"/>
              <a:ext cx="50425" cy="10100"/>
            </a:xfrm>
            <a:custGeom>
              <a:rect b="b" l="l" r="r" t="t"/>
              <a:pathLst>
                <a:path extrusionOk="0" h="404" w="2017">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147"/>
            <p:cNvSpPr/>
            <p:nvPr/>
          </p:nvSpPr>
          <p:spPr>
            <a:xfrm>
              <a:off x="1777875" y="2203000"/>
              <a:ext cx="53525" cy="10150"/>
            </a:xfrm>
            <a:custGeom>
              <a:rect b="b" l="l" r="r" t="t"/>
              <a:pathLst>
                <a:path extrusionOk="0" h="406" w="2141">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47"/>
            <p:cNvSpPr/>
            <p:nvPr/>
          </p:nvSpPr>
          <p:spPr>
            <a:xfrm>
              <a:off x="1777875" y="2227075"/>
              <a:ext cx="53525" cy="10100"/>
            </a:xfrm>
            <a:custGeom>
              <a:rect b="b" l="l" r="r" t="t"/>
              <a:pathLst>
                <a:path extrusionOk="0" h="404" w="2141">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147"/>
            <p:cNvSpPr/>
            <p:nvPr/>
          </p:nvSpPr>
          <p:spPr>
            <a:xfrm>
              <a:off x="1777875" y="2086725"/>
              <a:ext cx="152000" cy="10875"/>
            </a:xfrm>
            <a:custGeom>
              <a:rect b="b" l="l" r="r" t="t"/>
              <a:pathLst>
                <a:path extrusionOk="0" h="435" w="608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147"/>
            <p:cNvSpPr/>
            <p:nvPr/>
          </p:nvSpPr>
          <p:spPr>
            <a:xfrm>
              <a:off x="1777875" y="2109975"/>
              <a:ext cx="152000" cy="10100"/>
            </a:xfrm>
            <a:custGeom>
              <a:rect b="b" l="l" r="r" t="t"/>
              <a:pathLst>
                <a:path extrusionOk="0" h="404" w="608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47"/>
            <p:cNvSpPr/>
            <p:nvPr/>
          </p:nvSpPr>
          <p:spPr>
            <a:xfrm>
              <a:off x="1780200" y="2025450"/>
              <a:ext cx="148125" cy="40350"/>
            </a:xfrm>
            <a:custGeom>
              <a:rect b="b" l="l" r="r" t="t"/>
              <a:pathLst>
                <a:path extrusionOk="0" h="1614" w="5925">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147"/>
            <p:cNvSpPr/>
            <p:nvPr/>
          </p:nvSpPr>
          <p:spPr>
            <a:xfrm>
              <a:off x="1955450" y="2175125"/>
              <a:ext cx="24075" cy="41700"/>
            </a:xfrm>
            <a:custGeom>
              <a:rect b="b" l="l" r="r" t="t"/>
              <a:pathLst>
                <a:path extrusionOk="0" h="1668" w="963">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147"/>
            <p:cNvSpPr/>
            <p:nvPr/>
          </p:nvSpPr>
          <p:spPr>
            <a:xfrm>
              <a:off x="1915125" y="2175125"/>
              <a:ext cx="33375" cy="41900"/>
            </a:xfrm>
            <a:custGeom>
              <a:rect b="b" l="l" r="r" t="t"/>
              <a:pathLst>
                <a:path extrusionOk="0" h="1676" w="1335">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147"/>
            <p:cNvSpPr/>
            <p:nvPr/>
          </p:nvSpPr>
          <p:spPr>
            <a:xfrm>
              <a:off x="1877525" y="2174800"/>
              <a:ext cx="33750" cy="41625"/>
            </a:xfrm>
            <a:custGeom>
              <a:rect b="b" l="l" r="r" t="t"/>
              <a:pathLst>
                <a:path extrusionOk="0" h="1665" w="135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9" name="Google Shape;20199;p147"/>
          <p:cNvGrpSpPr/>
          <p:nvPr/>
        </p:nvGrpSpPr>
        <p:grpSpPr>
          <a:xfrm>
            <a:off x="1057406" y="2264479"/>
            <a:ext cx="351325" cy="342775"/>
            <a:chOff x="1680925" y="3066150"/>
            <a:chExt cx="351325" cy="342775"/>
          </a:xfrm>
        </p:grpSpPr>
        <p:sp>
          <p:nvSpPr>
            <p:cNvPr id="20200" name="Google Shape;20200;p147"/>
            <p:cNvSpPr/>
            <p:nvPr/>
          </p:nvSpPr>
          <p:spPr>
            <a:xfrm>
              <a:off x="1949250" y="3134775"/>
              <a:ext cx="41125" cy="16700"/>
            </a:xfrm>
            <a:custGeom>
              <a:rect b="b" l="l" r="r" t="t"/>
              <a:pathLst>
                <a:path extrusionOk="0" h="668" w="1645">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147"/>
            <p:cNvSpPr/>
            <p:nvPr/>
          </p:nvSpPr>
          <p:spPr>
            <a:xfrm>
              <a:off x="1931650" y="3112675"/>
              <a:ext cx="74225" cy="23275"/>
            </a:xfrm>
            <a:custGeom>
              <a:rect b="b" l="l" r="r" t="t"/>
              <a:pathLst>
                <a:path extrusionOk="0" h="931" w="2969">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147"/>
            <p:cNvSpPr/>
            <p:nvPr/>
          </p:nvSpPr>
          <p:spPr>
            <a:xfrm>
              <a:off x="1917450" y="3089400"/>
              <a:ext cx="105500" cy="29700"/>
            </a:xfrm>
            <a:custGeom>
              <a:rect b="b" l="l" r="r" t="t"/>
              <a:pathLst>
                <a:path extrusionOk="0" h="1188" w="422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47"/>
            <p:cNvSpPr/>
            <p:nvPr/>
          </p:nvSpPr>
          <p:spPr>
            <a:xfrm>
              <a:off x="1680925" y="3066150"/>
              <a:ext cx="351325" cy="342775"/>
            </a:xfrm>
            <a:custGeom>
              <a:rect b="b" l="l" r="r" t="t"/>
              <a:pathLst>
                <a:path extrusionOk="0" h="13711" w="14053">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47"/>
            <p:cNvSpPr/>
            <p:nvPr/>
          </p:nvSpPr>
          <p:spPr>
            <a:xfrm>
              <a:off x="1809650" y="3208050"/>
              <a:ext cx="79900" cy="68575"/>
            </a:xfrm>
            <a:custGeom>
              <a:rect b="b" l="l" r="r" t="t"/>
              <a:pathLst>
                <a:path extrusionOk="0" h="2743" w="3196">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47"/>
            <p:cNvSpPr/>
            <p:nvPr/>
          </p:nvSpPr>
          <p:spPr>
            <a:xfrm>
              <a:off x="1849975" y="3225300"/>
              <a:ext cx="15550" cy="26200"/>
            </a:xfrm>
            <a:custGeom>
              <a:rect b="b" l="l" r="r" t="t"/>
              <a:pathLst>
                <a:path extrusionOk="0" h="1048" w="622">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6" name="Google Shape;20206;p147"/>
          <p:cNvGrpSpPr/>
          <p:nvPr/>
        </p:nvGrpSpPr>
        <p:grpSpPr>
          <a:xfrm>
            <a:off x="3990801" y="2320304"/>
            <a:ext cx="355200" cy="231125"/>
            <a:chOff x="3953100" y="3121200"/>
            <a:chExt cx="355200" cy="231125"/>
          </a:xfrm>
        </p:grpSpPr>
        <p:sp>
          <p:nvSpPr>
            <p:cNvPr id="20207" name="Google Shape;20207;p147"/>
            <p:cNvSpPr/>
            <p:nvPr/>
          </p:nvSpPr>
          <p:spPr>
            <a:xfrm>
              <a:off x="3953100" y="3121200"/>
              <a:ext cx="355200" cy="231125"/>
            </a:xfrm>
            <a:custGeom>
              <a:rect b="b" l="l" r="r" t="t"/>
              <a:pathLst>
                <a:path extrusionOk="0" h="9245" w="14208">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147"/>
            <p:cNvSpPr/>
            <p:nvPr/>
          </p:nvSpPr>
          <p:spPr>
            <a:xfrm>
              <a:off x="4094225" y="3142825"/>
              <a:ext cx="93100" cy="79200"/>
            </a:xfrm>
            <a:custGeom>
              <a:rect b="b" l="l" r="r" t="t"/>
              <a:pathLst>
                <a:path extrusionOk="0" h="3168" w="3724">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147"/>
            <p:cNvSpPr/>
            <p:nvPr/>
          </p:nvSpPr>
          <p:spPr>
            <a:xfrm>
              <a:off x="4115175" y="3163900"/>
              <a:ext cx="44225" cy="37200"/>
            </a:xfrm>
            <a:custGeom>
              <a:rect b="b" l="l" r="r" t="t"/>
              <a:pathLst>
                <a:path extrusionOk="0" h="1488" w="1769">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147"/>
            <p:cNvSpPr/>
            <p:nvPr/>
          </p:nvSpPr>
          <p:spPr>
            <a:xfrm>
              <a:off x="4011700" y="3178325"/>
              <a:ext cx="41025" cy="9850"/>
            </a:xfrm>
            <a:custGeom>
              <a:rect b="b" l="l" r="r" t="t"/>
              <a:pathLst>
                <a:path extrusionOk="0" h="394" w="1641">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147"/>
            <p:cNvSpPr/>
            <p:nvPr/>
          </p:nvSpPr>
          <p:spPr>
            <a:xfrm>
              <a:off x="4217525" y="3178475"/>
              <a:ext cx="39275" cy="10475"/>
            </a:xfrm>
            <a:custGeom>
              <a:rect b="b" l="l" r="r" t="t"/>
              <a:pathLst>
                <a:path extrusionOk="0" h="419" w="1571">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2" name="Google Shape;20212;p147"/>
          <p:cNvGrpSpPr/>
          <p:nvPr/>
        </p:nvGrpSpPr>
        <p:grpSpPr>
          <a:xfrm>
            <a:off x="5508004" y="1785299"/>
            <a:ext cx="349750" cy="266100"/>
            <a:chOff x="931825" y="2533500"/>
            <a:chExt cx="349750" cy="266100"/>
          </a:xfrm>
        </p:grpSpPr>
        <p:sp>
          <p:nvSpPr>
            <p:cNvPr id="20213" name="Google Shape;20213;p147"/>
            <p:cNvSpPr/>
            <p:nvPr/>
          </p:nvSpPr>
          <p:spPr>
            <a:xfrm>
              <a:off x="1137325" y="2698375"/>
              <a:ext cx="144250" cy="101225"/>
            </a:xfrm>
            <a:custGeom>
              <a:rect b="b" l="l" r="r" t="t"/>
              <a:pathLst>
                <a:path extrusionOk="0" h="4049" w="577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47"/>
            <p:cNvSpPr/>
            <p:nvPr/>
          </p:nvSpPr>
          <p:spPr>
            <a:xfrm>
              <a:off x="931825" y="2533500"/>
              <a:ext cx="184575" cy="111625"/>
            </a:xfrm>
            <a:custGeom>
              <a:rect b="b" l="l" r="r" t="t"/>
              <a:pathLst>
                <a:path extrusionOk="0" h="4465" w="7383">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147"/>
            <p:cNvSpPr/>
            <p:nvPr/>
          </p:nvSpPr>
          <p:spPr>
            <a:xfrm>
              <a:off x="1010125" y="2770575"/>
              <a:ext cx="41900" cy="16600"/>
            </a:xfrm>
            <a:custGeom>
              <a:rect b="b" l="l" r="r" t="t"/>
              <a:pathLst>
                <a:path extrusionOk="0" h="664" w="1676">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147"/>
            <p:cNvSpPr/>
            <p:nvPr/>
          </p:nvSpPr>
          <p:spPr>
            <a:xfrm>
              <a:off x="991750" y="2746650"/>
              <a:ext cx="77350" cy="24050"/>
            </a:xfrm>
            <a:custGeom>
              <a:rect b="b" l="l" r="r" t="t"/>
              <a:pathLst>
                <a:path extrusionOk="0" h="962" w="3094">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147"/>
            <p:cNvSpPr/>
            <p:nvPr/>
          </p:nvSpPr>
          <p:spPr>
            <a:xfrm>
              <a:off x="974700" y="2722600"/>
              <a:ext cx="111450" cy="31050"/>
            </a:xfrm>
            <a:custGeom>
              <a:rect b="b" l="l" r="r" t="t"/>
              <a:pathLst>
                <a:path extrusionOk="0" h="1242" w="4458">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147"/>
            <p:cNvSpPr/>
            <p:nvPr/>
          </p:nvSpPr>
          <p:spPr>
            <a:xfrm>
              <a:off x="1026425" y="2682150"/>
              <a:ext cx="11275" cy="7900"/>
            </a:xfrm>
            <a:custGeom>
              <a:rect b="b" l="l" r="r" t="t"/>
              <a:pathLst>
                <a:path extrusionOk="0" h="316" w="451">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47"/>
            <p:cNvSpPr/>
            <p:nvPr/>
          </p:nvSpPr>
          <p:spPr>
            <a:xfrm>
              <a:off x="1026425" y="266400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47"/>
            <p:cNvSpPr/>
            <p:nvPr/>
          </p:nvSpPr>
          <p:spPr>
            <a:xfrm>
              <a:off x="1026425" y="270045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147"/>
            <p:cNvSpPr/>
            <p:nvPr/>
          </p:nvSpPr>
          <p:spPr>
            <a:xfrm>
              <a:off x="1107850" y="2766650"/>
              <a:ext cx="10100" cy="10250"/>
            </a:xfrm>
            <a:custGeom>
              <a:rect b="b" l="l" r="r" t="t"/>
              <a:pathLst>
                <a:path extrusionOk="0" h="410" w="404">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147"/>
            <p:cNvSpPr/>
            <p:nvPr/>
          </p:nvSpPr>
          <p:spPr>
            <a:xfrm>
              <a:off x="1125300" y="2766650"/>
              <a:ext cx="11650" cy="9475"/>
            </a:xfrm>
            <a:custGeom>
              <a:rect b="b" l="l" r="r" t="t"/>
              <a:pathLst>
                <a:path extrusionOk="0" h="379" w="466">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47"/>
            <p:cNvSpPr/>
            <p:nvPr/>
          </p:nvSpPr>
          <p:spPr>
            <a:xfrm>
              <a:off x="1089225" y="2766650"/>
              <a:ext cx="10125" cy="10250"/>
            </a:xfrm>
            <a:custGeom>
              <a:rect b="b" l="l" r="r" t="t"/>
              <a:pathLst>
                <a:path extrusionOk="0" h="410" w="405">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24" name="Google Shape;20224;p147"/>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20225" name="Google Shape;20225;p14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29" name="Shape 20229"/>
        <p:cNvGrpSpPr/>
        <p:nvPr/>
      </p:nvGrpSpPr>
      <p:grpSpPr>
        <a:xfrm>
          <a:off x="0" y="0"/>
          <a:ext cx="0" cy="0"/>
          <a:chOff x="0" y="0"/>
          <a:chExt cx="0" cy="0"/>
        </a:xfrm>
      </p:grpSpPr>
      <p:grpSp>
        <p:nvGrpSpPr>
          <p:cNvPr id="20230" name="Google Shape;20230;p148"/>
          <p:cNvGrpSpPr/>
          <p:nvPr/>
        </p:nvGrpSpPr>
        <p:grpSpPr>
          <a:xfrm>
            <a:off x="4803025" y="1783336"/>
            <a:ext cx="347225" cy="310175"/>
            <a:chOff x="7055563" y="3039906"/>
            <a:chExt cx="347225" cy="310175"/>
          </a:xfrm>
        </p:grpSpPr>
        <p:sp>
          <p:nvSpPr>
            <p:cNvPr id="20231" name="Google Shape;20231;p148"/>
            <p:cNvSpPr/>
            <p:nvPr/>
          </p:nvSpPr>
          <p:spPr>
            <a:xfrm>
              <a:off x="7165888" y="3133881"/>
              <a:ext cx="10050" cy="20225"/>
            </a:xfrm>
            <a:custGeom>
              <a:rect b="b" l="l" r="r" t="t"/>
              <a:pathLst>
                <a:path extrusionOk="0" h="809" w="402">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148"/>
            <p:cNvSpPr/>
            <p:nvPr/>
          </p:nvSpPr>
          <p:spPr>
            <a:xfrm>
              <a:off x="7281613" y="3135181"/>
              <a:ext cx="10075" cy="18925"/>
            </a:xfrm>
            <a:custGeom>
              <a:rect b="b" l="l" r="r" t="t"/>
              <a:pathLst>
                <a:path extrusionOk="0" h="757" w="403">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148"/>
            <p:cNvSpPr/>
            <p:nvPr/>
          </p:nvSpPr>
          <p:spPr>
            <a:xfrm>
              <a:off x="7209088" y="3143206"/>
              <a:ext cx="40750" cy="17075"/>
            </a:xfrm>
            <a:custGeom>
              <a:rect b="b" l="l" r="r" t="t"/>
              <a:pathLst>
                <a:path extrusionOk="0" h="683" w="163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148"/>
            <p:cNvSpPr/>
            <p:nvPr/>
          </p:nvSpPr>
          <p:spPr>
            <a:xfrm>
              <a:off x="7055563" y="3039906"/>
              <a:ext cx="347225" cy="310175"/>
            </a:xfrm>
            <a:custGeom>
              <a:rect b="b" l="l" r="r" t="t"/>
              <a:pathLst>
                <a:path extrusionOk="0" h="12407" w="13889">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5" name="Google Shape;20235;p148"/>
          <p:cNvGrpSpPr/>
          <p:nvPr/>
        </p:nvGrpSpPr>
        <p:grpSpPr>
          <a:xfrm>
            <a:off x="5493756" y="1777161"/>
            <a:ext cx="352625" cy="322525"/>
            <a:chOff x="6314113" y="3033731"/>
            <a:chExt cx="352625" cy="322525"/>
          </a:xfrm>
        </p:grpSpPr>
        <p:sp>
          <p:nvSpPr>
            <p:cNvPr id="20236" name="Google Shape;20236;p148"/>
            <p:cNvSpPr/>
            <p:nvPr/>
          </p:nvSpPr>
          <p:spPr>
            <a:xfrm>
              <a:off x="6366563" y="3160881"/>
              <a:ext cx="12000" cy="16375"/>
            </a:xfrm>
            <a:custGeom>
              <a:rect b="b" l="l" r="r" t="t"/>
              <a:pathLst>
                <a:path extrusionOk="0" h="655" w="48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148"/>
            <p:cNvSpPr/>
            <p:nvPr/>
          </p:nvSpPr>
          <p:spPr>
            <a:xfrm>
              <a:off x="6441413" y="3160881"/>
              <a:ext cx="10050" cy="16375"/>
            </a:xfrm>
            <a:custGeom>
              <a:rect b="b" l="l" r="r" t="t"/>
              <a:pathLst>
                <a:path extrusionOk="0" h="655" w="402">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148"/>
            <p:cNvSpPr/>
            <p:nvPr/>
          </p:nvSpPr>
          <p:spPr>
            <a:xfrm>
              <a:off x="6393163" y="3166356"/>
              <a:ext cx="31300" cy="14375"/>
            </a:xfrm>
            <a:custGeom>
              <a:rect b="b" l="l" r="r" t="t"/>
              <a:pathLst>
                <a:path extrusionOk="0" h="575" w="1252">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48"/>
            <p:cNvSpPr/>
            <p:nvPr/>
          </p:nvSpPr>
          <p:spPr>
            <a:xfrm>
              <a:off x="6386638" y="3271356"/>
              <a:ext cx="46300" cy="49500"/>
            </a:xfrm>
            <a:custGeom>
              <a:rect b="b" l="l" r="r" t="t"/>
              <a:pathLst>
                <a:path extrusionOk="0" h="1980" w="1852">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48"/>
            <p:cNvSpPr/>
            <p:nvPr/>
          </p:nvSpPr>
          <p:spPr>
            <a:xfrm>
              <a:off x="6329538" y="3245131"/>
              <a:ext cx="45550" cy="49500"/>
            </a:xfrm>
            <a:custGeom>
              <a:rect b="b" l="l" r="r" t="t"/>
              <a:pathLst>
                <a:path extrusionOk="0" h="1980" w="1822">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148"/>
            <p:cNvSpPr/>
            <p:nvPr/>
          </p:nvSpPr>
          <p:spPr>
            <a:xfrm>
              <a:off x="6443713" y="3245131"/>
              <a:ext cx="46325" cy="49500"/>
            </a:xfrm>
            <a:custGeom>
              <a:rect b="b" l="l" r="r" t="t"/>
              <a:pathLst>
                <a:path extrusionOk="0" h="1980" w="1853">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148"/>
            <p:cNvSpPr/>
            <p:nvPr/>
          </p:nvSpPr>
          <p:spPr>
            <a:xfrm>
              <a:off x="6523188" y="3239731"/>
              <a:ext cx="104950" cy="86450"/>
            </a:xfrm>
            <a:custGeom>
              <a:rect b="b" l="l" r="r" t="t"/>
              <a:pathLst>
                <a:path extrusionOk="0" h="3458" w="4198">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48"/>
            <p:cNvSpPr/>
            <p:nvPr/>
          </p:nvSpPr>
          <p:spPr>
            <a:xfrm>
              <a:off x="6314113" y="3033731"/>
              <a:ext cx="352625" cy="322525"/>
            </a:xfrm>
            <a:custGeom>
              <a:rect b="b" l="l" r="r" t="t"/>
              <a:pathLst>
                <a:path extrusionOk="0" h="12901" w="14105">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4" name="Google Shape;20244;p148"/>
          <p:cNvGrpSpPr/>
          <p:nvPr/>
        </p:nvGrpSpPr>
        <p:grpSpPr>
          <a:xfrm>
            <a:off x="6283838" y="1765586"/>
            <a:ext cx="278550" cy="345675"/>
            <a:chOff x="4841988" y="4141656"/>
            <a:chExt cx="278550" cy="345675"/>
          </a:xfrm>
        </p:grpSpPr>
        <p:sp>
          <p:nvSpPr>
            <p:cNvPr id="20245" name="Google Shape;20245;p148"/>
            <p:cNvSpPr/>
            <p:nvPr/>
          </p:nvSpPr>
          <p:spPr>
            <a:xfrm>
              <a:off x="4946163" y="4363106"/>
              <a:ext cx="10050" cy="15450"/>
            </a:xfrm>
            <a:custGeom>
              <a:rect b="b" l="l" r="r" t="t"/>
              <a:pathLst>
                <a:path extrusionOk="0" h="618" w="402">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48"/>
            <p:cNvSpPr/>
            <p:nvPr/>
          </p:nvSpPr>
          <p:spPr>
            <a:xfrm>
              <a:off x="5006338" y="4363106"/>
              <a:ext cx="10825" cy="15450"/>
            </a:xfrm>
            <a:custGeom>
              <a:rect b="b" l="l" r="r" t="t"/>
              <a:pathLst>
                <a:path extrusionOk="0" h="618" w="433">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48"/>
            <p:cNvSpPr/>
            <p:nvPr/>
          </p:nvSpPr>
          <p:spPr>
            <a:xfrm>
              <a:off x="4966613" y="4368081"/>
              <a:ext cx="29300" cy="13550"/>
            </a:xfrm>
            <a:custGeom>
              <a:rect b="b" l="l" r="r" t="t"/>
              <a:pathLst>
                <a:path extrusionOk="0" h="542" w="1172">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148"/>
            <p:cNvSpPr/>
            <p:nvPr/>
          </p:nvSpPr>
          <p:spPr>
            <a:xfrm>
              <a:off x="4841988" y="4141656"/>
              <a:ext cx="278550" cy="345675"/>
            </a:xfrm>
            <a:custGeom>
              <a:rect b="b" l="l" r="r" t="t"/>
              <a:pathLst>
                <a:path extrusionOk="0" h="13827" w="11142">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148"/>
            <p:cNvSpPr/>
            <p:nvPr/>
          </p:nvSpPr>
          <p:spPr>
            <a:xfrm>
              <a:off x="4858188" y="4170206"/>
              <a:ext cx="226875" cy="291675"/>
            </a:xfrm>
            <a:custGeom>
              <a:rect b="b" l="l" r="r" t="t"/>
              <a:pathLst>
                <a:path extrusionOk="0" h="11667" w="9075">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148"/>
            <p:cNvSpPr/>
            <p:nvPr/>
          </p:nvSpPr>
          <p:spPr>
            <a:xfrm>
              <a:off x="4902163" y="4199331"/>
              <a:ext cx="157425" cy="229375"/>
            </a:xfrm>
            <a:custGeom>
              <a:rect b="b" l="l" r="r" t="t"/>
              <a:pathLst>
                <a:path extrusionOk="0" h="9175" w="6297">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1" name="Google Shape;20251;p148"/>
          <p:cNvGrpSpPr/>
          <p:nvPr/>
        </p:nvGrpSpPr>
        <p:grpSpPr>
          <a:xfrm>
            <a:off x="7019550" y="1765611"/>
            <a:ext cx="366500" cy="345625"/>
            <a:chOff x="4804963" y="3581531"/>
            <a:chExt cx="366500" cy="345625"/>
          </a:xfrm>
        </p:grpSpPr>
        <p:sp>
          <p:nvSpPr>
            <p:cNvPr id="20252" name="Google Shape;20252;p148"/>
            <p:cNvSpPr/>
            <p:nvPr/>
          </p:nvSpPr>
          <p:spPr>
            <a:xfrm>
              <a:off x="5015588" y="3626081"/>
              <a:ext cx="17775" cy="15650"/>
            </a:xfrm>
            <a:custGeom>
              <a:rect b="b" l="l" r="r" t="t"/>
              <a:pathLst>
                <a:path extrusionOk="0" h="626" w="711">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48"/>
            <p:cNvSpPr/>
            <p:nvPr/>
          </p:nvSpPr>
          <p:spPr>
            <a:xfrm>
              <a:off x="5080413" y="3690131"/>
              <a:ext cx="16975" cy="16400"/>
            </a:xfrm>
            <a:custGeom>
              <a:rect b="b" l="l" r="r" t="t"/>
              <a:pathLst>
                <a:path extrusionOk="0" h="656" w="679">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48"/>
            <p:cNvSpPr/>
            <p:nvPr/>
          </p:nvSpPr>
          <p:spPr>
            <a:xfrm>
              <a:off x="5041063" y="3656531"/>
              <a:ext cx="27025" cy="24700"/>
            </a:xfrm>
            <a:custGeom>
              <a:rect b="b" l="l" r="r" t="t"/>
              <a:pathLst>
                <a:path extrusionOk="0" h="988" w="1081">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148"/>
            <p:cNvSpPr/>
            <p:nvPr/>
          </p:nvSpPr>
          <p:spPr>
            <a:xfrm>
              <a:off x="4804963" y="3581531"/>
              <a:ext cx="366500" cy="345625"/>
            </a:xfrm>
            <a:custGeom>
              <a:rect b="b" l="l" r="r" t="t"/>
              <a:pathLst>
                <a:path extrusionOk="0" h="13825" w="1466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6" name="Google Shape;20256;p148"/>
          <p:cNvGrpSpPr/>
          <p:nvPr/>
        </p:nvGrpSpPr>
        <p:grpSpPr>
          <a:xfrm>
            <a:off x="7766436" y="1765786"/>
            <a:ext cx="297075" cy="345275"/>
            <a:chOff x="1799788" y="4142056"/>
            <a:chExt cx="297075" cy="345275"/>
          </a:xfrm>
        </p:grpSpPr>
        <p:sp>
          <p:nvSpPr>
            <p:cNvPr id="20257" name="Google Shape;20257;p148"/>
            <p:cNvSpPr/>
            <p:nvPr/>
          </p:nvSpPr>
          <p:spPr>
            <a:xfrm>
              <a:off x="1898538" y="4197206"/>
              <a:ext cx="10050" cy="18550"/>
            </a:xfrm>
            <a:custGeom>
              <a:rect b="b" l="l" r="r" t="t"/>
              <a:pathLst>
                <a:path extrusionOk="0" h="742" w="402">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48"/>
            <p:cNvSpPr/>
            <p:nvPr/>
          </p:nvSpPr>
          <p:spPr>
            <a:xfrm>
              <a:off x="1986488" y="4197981"/>
              <a:ext cx="10850" cy="17775"/>
            </a:xfrm>
            <a:custGeom>
              <a:rect b="b" l="l" r="r" t="t"/>
              <a:pathLst>
                <a:path extrusionOk="0" h="711" w="434">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48"/>
            <p:cNvSpPr/>
            <p:nvPr/>
          </p:nvSpPr>
          <p:spPr>
            <a:xfrm>
              <a:off x="1931713" y="4204731"/>
              <a:ext cx="33200" cy="14875"/>
            </a:xfrm>
            <a:custGeom>
              <a:rect b="b" l="l" r="r" t="t"/>
              <a:pathLst>
                <a:path extrusionOk="0" h="595" w="1328">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48"/>
            <p:cNvSpPr/>
            <p:nvPr/>
          </p:nvSpPr>
          <p:spPr>
            <a:xfrm>
              <a:off x="1931713" y="4160831"/>
              <a:ext cx="37075" cy="31775"/>
            </a:xfrm>
            <a:custGeom>
              <a:rect b="b" l="l" r="r" t="t"/>
              <a:pathLst>
                <a:path extrusionOk="0" h="1271" w="1483">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48"/>
            <p:cNvSpPr/>
            <p:nvPr/>
          </p:nvSpPr>
          <p:spPr>
            <a:xfrm>
              <a:off x="1871013" y="4280956"/>
              <a:ext cx="48475" cy="23875"/>
            </a:xfrm>
            <a:custGeom>
              <a:rect b="b" l="l" r="r" t="t"/>
              <a:pathLst>
                <a:path extrusionOk="0" h="955" w="1939">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48"/>
            <p:cNvSpPr/>
            <p:nvPr/>
          </p:nvSpPr>
          <p:spPr>
            <a:xfrm>
              <a:off x="1946563" y="4288131"/>
              <a:ext cx="75300" cy="10225"/>
            </a:xfrm>
            <a:custGeom>
              <a:rect b="b" l="l" r="r" t="t"/>
              <a:pathLst>
                <a:path extrusionOk="0" h="409" w="3012">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48"/>
            <p:cNvSpPr/>
            <p:nvPr/>
          </p:nvSpPr>
          <p:spPr>
            <a:xfrm>
              <a:off x="1870763" y="4329731"/>
              <a:ext cx="47100" cy="24425"/>
            </a:xfrm>
            <a:custGeom>
              <a:rect b="b" l="l" r="r" t="t"/>
              <a:pathLst>
                <a:path extrusionOk="0" h="977" w="1884">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148"/>
            <p:cNvSpPr/>
            <p:nvPr/>
          </p:nvSpPr>
          <p:spPr>
            <a:xfrm>
              <a:off x="1947138" y="4336856"/>
              <a:ext cx="74875" cy="10075"/>
            </a:xfrm>
            <a:custGeom>
              <a:rect b="b" l="l" r="r" t="t"/>
              <a:pathLst>
                <a:path extrusionOk="0" h="403" w="2995">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148"/>
            <p:cNvSpPr/>
            <p:nvPr/>
          </p:nvSpPr>
          <p:spPr>
            <a:xfrm>
              <a:off x="1870763" y="4378906"/>
              <a:ext cx="47100" cy="23875"/>
            </a:xfrm>
            <a:custGeom>
              <a:rect b="b" l="l" r="r" t="t"/>
              <a:pathLst>
                <a:path extrusionOk="0" h="955" w="1884">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48"/>
            <p:cNvSpPr/>
            <p:nvPr/>
          </p:nvSpPr>
          <p:spPr>
            <a:xfrm>
              <a:off x="1947138" y="4385481"/>
              <a:ext cx="74875" cy="10825"/>
            </a:xfrm>
            <a:custGeom>
              <a:rect b="b" l="l" r="r" t="t"/>
              <a:pathLst>
                <a:path extrusionOk="0" h="433" w="2995">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148"/>
            <p:cNvSpPr/>
            <p:nvPr/>
          </p:nvSpPr>
          <p:spPr>
            <a:xfrm>
              <a:off x="1799788" y="4142056"/>
              <a:ext cx="297075" cy="345275"/>
            </a:xfrm>
            <a:custGeom>
              <a:rect b="b" l="l" r="r" t="t"/>
              <a:pathLst>
                <a:path extrusionOk="0" h="13811" w="11883">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8" name="Google Shape;20268;p148"/>
          <p:cNvGrpSpPr/>
          <p:nvPr/>
        </p:nvGrpSpPr>
        <p:grpSpPr>
          <a:xfrm>
            <a:off x="7742136" y="2330787"/>
            <a:ext cx="345675" cy="321775"/>
            <a:chOff x="5563388" y="3034481"/>
            <a:chExt cx="345675" cy="321775"/>
          </a:xfrm>
        </p:grpSpPr>
        <p:sp>
          <p:nvSpPr>
            <p:cNvPr id="20269" name="Google Shape;20269;p148"/>
            <p:cNvSpPr/>
            <p:nvPr/>
          </p:nvSpPr>
          <p:spPr>
            <a:xfrm>
              <a:off x="5684513" y="3122456"/>
              <a:ext cx="10075" cy="18550"/>
            </a:xfrm>
            <a:custGeom>
              <a:rect b="b" l="l" r="r" t="t"/>
              <a:pathLst>
                <a:path extrusionOk="0" h="742" w="403">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48"/>
            <p:cNvSpPr/>
            <p:nvPr/>
          </p:nvSpPr>
          <p:spPr>
            <a:xfrm>
              <a:off x="5777113" y="3122456"/>
              <a:ext cx="10825" cy="18550"/>
            </a:xfrm>
            <a:custGeom>
              <a:rect b="b" l="l" r="r" t="t"/>
              <a:pathLst>
                <a:path extrusionOk="0" h="742" w="433">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48"/>
            <p:cNvSpPr/>
            <p:nvPr/>
          </p:nvSpPr>
          <p:spPr>
            <a:xfrm>
              <a:off x="5719238" y="3129756"/>
              <a:ext cx="35100" cy="15875"/>
            </a:xfrm>
            <a:custGeom>
              <a:rect b="b" l="l" r="r" t="t"/>
              <a:pathLst>
                <a:path extrusionOk="0" h="635" w="1404">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148"/>
            <p:cNvSpPr/>
            <p:nvPr/>
          </p:nvSpPr>
          <p:spPr>
            <a:xfrm>
              <a:off x="5597338" y="3157956"/>
              <a:ext cx="277775" cy="164350"/>
            </a:xfrm>
            <a:custGeom>
              <a:rect b="b" l="l" r="r" t="t"/>
              <a:pathLst>
                <a:path extrusionOk="0" h="6574" w="11111">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148"/>
            <p:cNvSpPr/>
            <p:nvPr/>
          </p:nvSpPr>
          <p:spPr>
            <a:xfrm>
              <a:off x="5685288" y="3189581"/>
              <a:ext cx="101100" cy="100325"/>
            </a:xfrm>
            <a:custGeom>
              <a:rect b="b" l="l" r="r" t="t"/>
              <a:pathLst>
                <a:path extrusionOk="0" h="4013" w="4044">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48"/>
            <p:cNvSpPr/>
            <p:nvPr/>
          </p:nvSpPr>
          <p:spPr>
            <a:xfrm>
              <a:off x="5563388" y="3034481"/>
              <a:ext cx="345675" cy="321775"/>
            </a:xfrm>
            <a:custGeom>
              <a:rect b="b" l="l" r="r" t="t"/>
              <a:pathLst>
                <a:path extrusionOk="0" h="12871" w="13827">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148"/>
          <p:cNvGrpSpPr/>
          <p:nvPr/>
        </p:nvGrpSpPr>
        <p:grpSpPr>
          <a:xfrm>
            <a:off x="7028425" y="2319150"/>
            <a:ext cx="348750" cy="345050"/>
            <a:chOff x="4806513" y="3022356"/>
            <a:chExt cx="348750" cy="345050"/>
          </a:xfrm>
        </p:grpSpPr>
        <p:sp>
          <p:nvSpPr>
            <p:cNvPr id="20276" name="Google Shape;20276;p148"/>
            <p:cNvSpPr/>
            <p:nvPr/>
          </p:nvSpPr>
          <p:spPr>
            <a:xfrm>
              <a:off x="4929188" y="3221606"/>
              <a:ext cx="19225" cy="17050"/>
            </a:xfrm>
            <a:custGeom>
              <a:rect b="b" l="l" r="r" t="t"/>
              <a:pathLst>
                <a:path extrusionOk="0" h="682" w="769">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148"/>
            <p:cNvSpPr/>
            <p:nvPr/>
          </p:nvSpPr>
          <p:spPr>
            <a:xfrm>
              <a:off x="5007888" y="3142906"/>
              <a:ext cx="17750" cy="17000"/>
            </a:xfrm>
            <a:custGeom>
              <a:rect b="b" l="l" r="r" t="t"/>
              <a:pathLst>
                <a:path extrusionOk="0" h="680" w="71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48"/>
            <p:cNvSpPr/>
            <p:nvPr/>
          </p:nvSpPr>
          <p:spPr>
            <a:xfrm>
              <a:off x="4966213" y="3179156"/>
              <a:ext cx="29700" cy="29100"/>
            </a:xfrm>
            <a:custGeom>
              <a:rect b="b" l="l" r="r" t="t"/>
              <a:pathLst>
                <a:path extrusionOk="0" h="1164" w="1188">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48"/>
            <p:cNvSpPr/>
            <p:nvPr/>
          </p:nvSpPr>
          <p:spPr>
            <a:xfrm>
              <a:off x="4856663" y="3071531"/>
              <a:ext cx="267750" cy="266225"/>
            </a:xfrm>
            <a:custGeom>
              <a:rect b="b" l="l" r="r" t="t"/>
              <a:pathLst>
                <a:path extrusionOk="0" h="10649" w="1071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48"/>
            <p:cNvSpPr/>
            <p:nvPr/>
          </p:nvSpPr>
          <p:spPr>
            <a:xfrm>
              <a:off x="4806513" y="3022356"/>
              <a:ext cx="348750" cy="345050"/>
            </a:xfrm>
            <a:custGeom>
              <a:rect b="b" l="l" r="r" t="t"/>
              <a:pathLst>
                <a:path extrusionOk="0" h="13802" w="1395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1" name="Google Shape;20281;p148"/>
          <p:cNvGrpSpPr/>
          <p:nvPr/>
        </p:nvGrpSpPr>
        <p:grpSpPr>
          <a:xfrm>
            <a:off x="6248738" y="2318837"/>
            <a:ext cx="348750" cy="345675"/>
            <a:chOff x="4806513" y="2463556"/>
            <a:chExt cx="348750" cy="345675"/>
          </a:xfrm>
        </p:grpSpPr>
        <p:sp>
          <p:nvSpPr>
            <p:cNvPr id="20282" name="Google Shape;20282;p148"/>
            <p:cNvSpPr/>
            <p:nvPr/>
          </p:nvSpPr>
          <p:spPr>
            <a:xfrm>
              <a:off x="4966988" y="2641406"/>
              <a:ext cx="10050" cy="9275"/>
            </a:xfrm>
            <a:custGeom>
              <a:rect b="b" l="l" r="r" t="t"/>
              <a:pathLst>
                <a:path extrusionOk="0" h="371" w="402">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48"/>
            <p:cNvSpPr/>
            <p:nvPr/>
          </p:nvSpPr>
          <p:spPr>
            <a:xfrm>
              <a:off x="4806513" y="2463556"/>
              <a:ext cx="348750" cy="345675"/>
            </a:xfrm>
            <a:custGeom>
              <a:rect b="b" l="l" r="r" t="t"/>
              <a:pathLst>
                <a:path extrusionOk="0" h="13827" w="1395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4" name="Google Shape;20284;p148"/>
          <p:cNvGrpSpPr/>
          <p:nvPr/>
        </p:nvGrpSpPr>
        <p:grpSpPr>
          <a:xfrm>
            <a:off x="5497231" y="2360887"/>
            <a:ext cx="345675" cy="261575"/>
            <a:chOff x="4051938" y="3063831"/>
            <a:chExt cx="345675" cy="261575"/>
          </a:xfrm>
        </p:grpSpPr>
        <p:sp>
          <p:nvSpPr>
            <p:cNvPr id="20285" name="Google Shape;20285;p148"/>
            <p:cNvSpPr/>
            <p:nvPr/>
          </p:nvSpPr>
          <p:spPr>
            <a:xfrm>
              <a:off x="4222713" y="3063831"/>
              <a:ext cx="174900" cy="261575"/>
            </a:xfrm>
            <a:custGeom>
              <a:rect b="b" l="l" r="r" t="t"/>
              <a:pathLst>
                <a:path extrusionOk="0" h="10463" w="6996">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148"/>
            <p:cNvSpPr/>
            <p:nvPr/>
          </p:nvSpPr>
          <p:spPr>
            <a:xfrm>
              <a:off x="4051938" y="3063831"/>
              <a:ext cx="175025" cy="261575"/>
            </a:xfrm>
            <a:custGeom>
              <a:rect b="b" l="l" r="r" t="t"/>
              <a:pathLst>
                <a:path extrusionOk="0" h="10463" w="7001">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148"/>
          <p:cNvGrpSpPr/>
          <p:nvPr/>
        </p:nvGrpSpPr>
        <p:grpSpPr>
          <a:xfrm>
            <a:off x="4802650" y="2343087"/>
            <a:ext cx="347975" cy="297175"/>
            <a:chOff x="3292738" y="3045206"/>
            <a:chExt cx="347975" cy="297175"/>
          </a:xfrm>
        </p:grpSpPr>
        <p:sp>
          <p:nvSpPr>
            <p:cNvPr id="20288" name="Google Shape;20288;p148"/>
            <p:cNvSpPr/>
            <p:nvPr/>
          </p:nvSpPr>
          <p:spPr>
            <a:xfrm>
              <a:off x="3575888" y="3204256"/>
              <a:ext cx="10050" cy="20275"/>
            </a:xfrm>
            <a:custGeom>
              <a:rect b="b" l="l" r="r" t="t"/>
              <a:pathLst>
                <a:path extrusionOk="0" h="811" w="402">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148"/>
            <p:cNvSpPr/>
            <p:nvPr/>
          </p:nvSpPr>
          <p:spPr>
            <a:xfrm>
              <a:off x="3292738" y="3045206"/>
              <a:ext cx="347975" cy="297175"/>
            </a:xfrm>
            <a:custGeom>
              <a:rect b="b" l="l" r="r" t="t"/>
              <a:pathLst>
                <a:path extrusionOk="0" h="11887" w="13919">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0" name="Google Shape;20290;p148"/>
          <p:cNvGrpSpPr/>
          <p:nvPr/>
        </p:nvGrpSpPr>
        <p:grpSpPr>
          <a:xfrm>
            <a:off x="4818450" y="2850724"/>
            <a:ext cx="316375" cy="345675"/>
            <a:chOff x="5578038" y="3581531"/>
            <a:chExt cx="316375" cy="345675"/>
          </a:xfrm>
        </p:grpSpPr>
        <p:sp>
          <p:nvSpPr>
            <p:cNvPr id="20291" name="Google Shape;20291;p148"/>
            <p:cNvSpPr/>
            <p:nvPr/>
          </p:nvSpPr>
          <p:spPr>
            <a:xfrm>
              <a:off x="5659838" y="3846006"/>
              <a:ext cx="10050" cy="17925"/>
            </a:xfrm>
            <a:custGeom>
              <a:rect b="b" l="l" r="r" t="t"/>
              <a:pathLst>
                <a:path extrusionOk="0" h="717" w="402">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48"/>
            <p:cNvSpPr/>
            <p:nvPr/>
          </p:nvSpPr>
          <p:spPr>
            <a:xfrm>
              <a:off x="5747788" y="3847331"/>
              <a:ext cx="9275" cy="16600"/>
            </a:xfrm>
            <a:custGeom>
              <a:rect b="b" l="l" r="r" t="t"/>
              <a:pathLst>
                <a:path extrusionOk="0" h="664" w="371">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148"/>
            <p:cNvSpPr/>
            <p:nvPr/>
          </p:nvSpPr>
          <p:spPr>
            <a:xfrm>
              <a:off x="5690888" y="3852256"/>
              <a:ext cx="33775" cy="15525"/>
            </a:xfrm>
            <a:custGeom>
              <a:rect b="b" l="l" r="r" t="t"/>
              <a:pathLst>
                <a:path extrusionOk="0" h="621" w="1351">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148"/>
            <p:cNvSpPr/>
            <p:nvPr/>
          </p:nvSpPr>
          <p:spPr>
            <a:xfrm>
              <a:off x="5604288" y="3800656"/>
              <a:ext cx="209575" cy="100325"/>
            </a:xfrm>
            <a:custGeom>
              <a:rect b="b" l="l" r="r" t="t"/>
              <a:pathLst>
                <a:path extrusionOk="0" h="4013" w="8383">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48"/>
            <p:cNvSpPr/>
            <p:nvPr/>
          </p:nvSpPr>
          <p:spPr>
            <a:xfrm>
              <a:off x="5713313" y="3762831"/>
              <a:ext cx="55325" cy="47450"/>
            </a:xfrm>
            <a:custGeom>
              <a:rect b="b" l="l" r="r" t="t"/>
              <a:pathLst>
                <a:path extrusionOk="0" h="1898" w="2213">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48"/>
            <p:cNvSpPr/>
            <p:nvPr/>
          </p:nvSpPr>
          <p:spPr>
            <a:xfrm>
              <a:off x="5652888" y="3749256"/>
              <a:ext cx="45550" cy="38300"/>
            </a:xfrm>
            <a:custGeom>
              <a:rect b="b" l="l" r="r" t="t"/>
              <a:pathLst>
                <a:path extrusionOk="0" h="1532" w="1822">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48"/>
            <p:cNvSpPr/>
            <p:nvPr/>
          </p:nvSpPr>
          <p:spPr>
            <a:xfrm>
              <a:off x="5693788" y="3706506"/>
              <a:ext cx="38600" cy="33300"/>
            </a:xfrm>
            <a:custGeom>
              <a:rect b="b" l="l" r="r" t="t"/>
              <a:pathLst>
                <a:path extrusionOk="0" h="1332" w="1544">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48"/>
            <p:cNvSpPr/>
            <p:nvPr/>
          </p:nvSpPr>
          <p:spPr>
            <a:xfrm>
              <a:off x="5597338" y="3660081"/>
              <a:ext cx="243050" cy="267125"/>
            </a:xfrm>
            <a:custGeom>
              <a:rect b="b" l="l" r="r" t="t"/>
              <a:pathLst>
                <a:path extrusionOk="0" h="10685" w="9722">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48"/>
            <p:cNvSpPr/>
            <p:nvPr/>
          </p:nvSpPr>
          <p:spPr>
            <a:xfrm>
              <a:off x="5578038" y="3581531"/>
              <a:ext cx="316375" cy="278075"/>
            </a:xfrm>
            <a:custGeom>
              <a:rect b="b" l="l" r="r" t="t"/>
              <a:pathLst>
                <a:path extrusionOk="0" h="11123" w="12655">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0" name="Google Shape;20300;p148"/>
          <p:cNvGrpSpPr/>
          <p:nvPr/>
        </p:nvGrpSpPr>
        <p:grpSpPr>
          <a:xfrm>
            <a:off x="5504556" y="2850824"/>
            <a:ext cx="331025" cy="345475"/>
            <a:chOff x="2540463" y="3580956"/>
            <a:chExt cx="331025" cy="345475"/>
          </a:xfrm>
        </p:grpSpPr>
        <p:sp>
          <p:nvSpPr>
            <p:cNvPr id="20301" name="Google Shape;20301;p148"/>
            <p:cNvSpPr/>
            <p:nvPr/>
          </p:nvSpPr>
          <p:spPr>
            <a:xfrm>
              <a:off x="2601413" y="3888456"/>
              <a:ext cx="10825" cy="16375"/>
            </a:xfrm>
            <a:custGeom>
              <a:rect b="b" l="l" r="r" t="t"/>
              <a:pathLst>
                <a:path extrusionOk="0" h="655" w="433">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148"/>
            <p:cNvSpPr/>
            <p:nvPr/>
          </p:nvSpPr>
          <p:spPr>
            <a:xfrm>
              <a:off x="2670088" y="3888606"/>
              <a:ext cx="11600" cy="16225"/>
            </a:xfrm>
            <a:custGeom>
              <a:rect b="b" l="l" r="r" t="t"/>
              <a:pathLst>
                <a:path extrusionOk="0" h="649" w="464">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148"/>
            <p:cNvSpPr/>
            <p:nvPr/>
          </p:nvSpPr>
          <p:spPr>
            <a:xfrm>
              <a:off x="2625763" y="3893581"/>
              <a:ext cx="29700" cy="13950"/>
            </a:xfrm>
            <a:custGeom>
              <a:rect b="b" l="l" r="r" t="t"/>
              <a:pathLst>
                <a:path extrusionOk="0" h="558" w="1188">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148"/>
            <p:cNvSpPr/>
            <p:nvPr/>
          </p:nvSpPr>
          <p:spPr>
            <a:xfrm>
              <a:off x="2540463" y="3580956"/>
              <a:ext cx="331025" cy="345475"/>
            </a:xfrm>
            <a:custGeom>
              <a:rect b="b" l="l" r="r" t="t"/>
              <a:pathLst>
                <a:path extrusionOk="0" h="13819" w="13241">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5" name="Google Shape;20305;p148"/>
          <p:cNvGrpSpPr/>
          <p:nvPr/>
        </p:nvGrpSpPr>
        <p:grpSpPr>
          <a:xfrm>
            <a:off x="6246038" y="2852274"/>
            <a:ext cx="354150" cy="342575"/>
            <a:chOff x="6307938" y="1923106"/>
            <a:chExt cx="354150" cy="342575"/>
          </a:xfrm>
        </p:grpSpPr>
        <p:sp>
          <p:nvSpPr>
            <p:cNvPr id="20306" name="Google Shape;20306;p148"/>
            <p:cNvSpPr/>
            <p:nvPr/>
          </p:nvSpPr>
          <p:spPr>
            <a:xfrm>
              <a:off x="6392038" y="2170181"/>
              <a:ext cx="17675" cy="14550"/>
            </a:xfrm>
            <a:custGeom>
              <a:rect b="b" l="l" r="r" t="t"/>
              <a:pathLst>
                <a:path extrusionOk="0" h="582" w="707">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148"/>
            <p:cNvSpPr/>
            <p:nvPr/>
          </p:nvSpPr>
          <p:spPr>
            <a:xfrm>
              <a:off x="6446338" y="2114081"/>
              <a:ext cx="18250" cy="15625"/>
            </a:xfrm>
            <a:custGeom>
              <a:rect b="b" l="l" r="r" t="t"/>
              <a:pathLst>
                <a:path extrusionOk="0" h="625" w="73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148"/>
            <p:cNvSpPr/>
            <p:nvPr/>
          </p:nvSpPr>
          <p:spPr>
            <a:xfrm>
              <a:off x="6417888" y="2139506"/>
              <a:ext cx="25100" cy="24725"/>
            </a:xfrm>
            <a:custGeom>
              <a:rect b="b" l="l" r="r" t="t"/>
              <a:pathLst>
                <a:path extrusionOk="0" h="989" w="1004">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48"/>
            <p:cNvSpPr/>
            <p:nvPr/>
          </p:nvSpPr>
          <p:spPr>
            <a:xfrm>
              <a:off x="6355763" y="2078431"/>
              <a:ext cx="162500" cy="143275"/>
            </a:xfrm>
            <a:custGeom>
              <a:rect b="b" l="l" r="r" t="t"/>
              <a:pathLst>
                <a:path extrusionOk="0" h="5731" w="650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148"/>
            <p:cNvSpPr/>
            <p:nvPr/>
          </p:nvSpPr>
          <p:spPr>
            <a:xfrm>
              <a:off x="6539388" y="1982906"/>
              <a:ext cx="17475" cy="13900"/>
            </a:xfrm>
            <a:custGeom>
              <a:rect b="b" l="l" r="r" t="t"/>
              <a:pathLst>
                <a:path extrusionOk="0" h="556" w="699">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148"/>
            <p:cNvSpPr/>
            <p:nvPr/>
          </p:nvSpPr>
          <p:spPr>
            <a:xfrm>
              <a:off x="6583363" y="2026106"/>
              <a:ext cx="16700" cy="13900"/>
            </a:xfrm>
            <a:custGeom>
              <a:rect b="b" l="l" r="r" t="t"/>
              <a:pathLst>
                <a:path extrusionOk="0" h="556" w="668">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48"/>
            <p:cNvSpPr/>
            <p:nvPr/>
          </p:nvSpPr>
          <p:spPr>
            <a:xfrm>
              <a:off x="6557913" y="2004481"/>
              <a:ext cx="20075" cy="19325"/>
            </a:xfrm>
            <a:custGeom>
              <a:rect b="b" l="l" r="r" t="t"/>
              <a:pathLst>
                <a:path extrusionOk="0" h="773" w="803">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48"/>
            <p:cNvSpPr/>
            <p:nvPr/>
          </p:nvSpPr>
          <p:spPr>
            <a:xfrm>
              <a:off x="6503013" y="1957856"/>
              <a:ext cx="123600" cy="109925"/>
            </a:xfrm>
            <a:custGeom>
              <a:rect b="b" l="l" r="r" t="t"/>
              <a:pathLst>
                <a:path extrusionOk="0" h="4397" w="4944">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48"/>
            <p:cNvSpPr/>
            <p:nvPr/>
          </p:nvSpPr>
          <p:spPr>
            <a:xfrm>
              <a:off x="6307938" y="2036706"/>
              <a:ext cx="241525" cy="228975"/>
            </a:xfrm>
            <a:custGeom>
              <a:rect b="b" l="l" r="r" t="t"/>
              <a:pathLst>
                <a:path extrusionOk="0" h="9159" w="9661">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48"/>
            <p:cNvSpPr/>
            <p:nvPr/>
          </p:nvSpPr>
          <p:spPr>
            <a:xfrm>
              <a:off x="6473813" y="1923106"/>
              <a:ext cx="188275" cy="179600"/>
            </a:xfrm>
            <a:custGeom>
              <a:rect b="b" l="l" r="r" t="t"/>
              <a:pathLst>
                <a:path extrusionOk="0" h="7184" w="7531">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6" name="Google Shape;20316;p148"/>
          <p:cNvGrpSpPr/>
          <p:nvPr/>
        </p:nvGrpSpPr>
        <p:grpSpPr>
          <a:xfrm>
            <a:off x="7059275" y="2850911"/>
            <a:ext cx="287050" cy="345300"/>
            <a:chOff x="4081238" y="4142031"/>
            <a:chExt cx="287050" cy="345300"/>
          </a:xfrm>
        </p:grpSpPr>
        <p:grpSp>
          <p:nvGrpSpPr>
            <p:cNvPr id="20317" name="Google Shape;20317;p148"/>
            <p:cNvGrpSpPr/>
            <p:nvPr/>
          </p:nvGrpSpPr>
          <p:grpSpPr>
            <a:xfrm>
              <a:off x="4160713" y="4237331"/>
              <a:ext cx="118850" cy="229950"/>
              <a:chOff x="4160713" y="4237331"/>
              <a:chExt cx="118850" cy="229950"/>
            </a:xfrm>
          </p:grpSpPr>
          <p:sp>
            <p:nvSpPr>
              <p:cNvPr id="20318" name="Google Shape;20318;p148"/>
              <p:cNvSpPr/>
              <p:nvPr/>
            </p:nvSpPr>
            <p:spPr>
              <a:xfrm>
                <a:off x="4170363" y="4443331"/>
                <a:ext cx="11200" cy="18550"/>
              </a:xfrm>
              <a:custGeom>
                <a:rect b="b" l="l" r="r" t="t"/>
                <a:pathLst>
                  <a:path extrusionOk="0" h="742" w="448">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48"/>
              <p:cNvSpPr/>
              <p:nvPr/>
            </p:nvSpPr>
            <p:spPr>
              <a:xfrm>
                <a:off x="4268738" y="4444106"/>
                <a:ext cx="10825" cy="18550"/>
              </a:xfrm>
              <a:custGeom>
                <a:rect b="b" l="l" r="r" t="t"/>
                <a:pathLst>
                  <a:path extrusionOk="0" h="742" w="433">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148"/>
              <p:cNvSpPr/>
              <p:nvPr/>
            </p:nvSpPr>
            <p:spPr>
              <a:xfrm>
                <a:off x="4207013" y="4451631"/>
                <a:ext cx="35525" cy="15650"/>
              </a:xfrm>
              <a:custGeom>
                <a:rect b="b" l="l" r="r" t="t"/>
                <a:pathLst>
                  <a:path extrusionOk="0" h="626" w="1421">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148"/>
              <p:cNvSpPr/>
              <p:nvPr/>
            </p:nvSpPr>
            <p:spPr>
              <a:xfrm>
                <a:off x="4160713" y="4370806"/>
                <a:ext cx="40925" cy="35150"/>
              </a:xfrm>
              <a:custGeom>
                <a:rect b="b" l="l" r="r" t="t"/>
                <a:pathLst>
                  <a:path extrusionOk="0" h="1406" w="1637">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148"/>
              <p:cNvSpPr/>
              <p:nvPr/>
            </p:nvSpPr>
            <p:spPr>
              <a:xfrm>
                <a:off x="4169213" y="4237331"/>
                <a:ext cx="38600" cy="33125"/>
              </a:xfrm>
              <a:custGeom>
                <a:rect b="b" l="l" r="r" t="t"/>
                <a:pathLst>
                  <a:path extrusionOk="0" h="1325" w="1544">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23" name="Google Shape;20323;p148"/>
            <p:cNvSpPr/>
            <p:nvPr/>
          </p:nvSpPr>
          <p:spPr>
            <a:xfrm>
              <a:off x="4081238" y="4142031"/>
              <a:ext cx="287050" cy="345300"/>
            </a:xfrm>
            <a:custGeom>
              <a:rect b="b" l="l" r="r" t="t"/>
              <a:pathLst>
                <a:path extrusionOk="0" h="13812" w="11482">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4" name="Google Shape;20324;p148"/>
          <p:cNvGrpSpPr/>
          <p:nvPr/>
        </p:nvGrpSpPr>
        <p:grpSpPr>
          <a:xfrm>
            <a:off x="7746761" y="2850724"/>
            <a:ext cx="336425" cy="345675"/>
            <a:chOff x="7795463" y="2463556"/>
            <a:chExt cx="336425" cy="345675"/>
          </a:xfrm>
        </p:grpSpPr>
        <p:sp>
          <p:nvSpPr>
            <p:cNvPr id="20325" name="Google Shape;20325;p148"/>
            <p:cNvSpPr/>
            <p:nvPr/>
          </p:nvSpPr>
          <p:spPr>
            <a:xfrm>
              <a:off x="7920838" y="2708906"/>
              <a:ext cx="10850" cy="16225"/>
            </a:xfrm>
            <a:custGeom>
              <a:rect b="b" l="l" r="r" t="t"/>
              <a:pathLst>
                <a:path extrusionOk="0" h="649" w="434">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48"/>
            <p:cNvSpPr/>
            <p:nvPr/>
          </p:nvSpPr>
          <p:spPr>
            <a:xfrm>
              <a:off x="7996088" y="2708131"/>
              <a:ext cx="10050" cy="17000"/>
            </a:xfrm>
            <a:custGeom>
              <a:rect b="b" l="l" r="r" t="t"/>
              <a:pathLst>
                <a:path extrusionOk="0" h="680" w="402">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48"/>
            <p:cNvSpPr/>
            <p:nvPr/>
          </p:nvSpPr>
          <p:spPr>
            <a:xfrm>
              <a:off x="7947688" y="2714656"/>
              <a:ext cx="32550" cy="14350"/>
            </a:xfrm>
            <a:custGeom>
              <a:rect b="b" l="l" r="r" t="t"/>
              <a:pathLst>
                <a:path extrusionOk="0" h="574" w="1302">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48"/>
            <p:cNvSpPr/>
            <p:nvPr/>
          </p:nvSpPr>
          <p:spPr>
            <a:xfrm>
              <a:off x="7891138" y="2690406"/>
              <a:ext cx="145850" cy="56350"/>
            </a:xfrm>
            <a:custGeom>
              <a:rect b="b" l="l" r="r" t="t"/>
              <a:pathLst>
                <a:path extrusionOk="0" h="2254" w="5834">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48"/>
            <p:cNvSpPr/>
            <p:nvPr/>
          </p:nvSpPr>
          <p:spPr>
            <a:xfrm>
              <a:off x="7835688" y="2754256"/>
              <a:ext cx="51625" cy="42525"/>
            </a:xfrm>
            <a:custGeom>
              <a:rect b="b" l="l" r="r" t="t"/>
              <a:pathLst>
                <a:path extrusionOk="0" h="1701" w="2065">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148"/>
            <p:cNvSpPr/>
            <p:nvPr/>
          </p:nvSpPr>
          <p:spPr>
            <a:xfrm>
              <a:off x="7908113" y="2754256"/>
              <a:ext cx="41700" cy="36175"/>
            </a:xfrm>
            <a:custGeom>
              <a:rect b="b" l="l" r="r" t="t"/>
              <a:pathLst>
                <a:path extrusionOk="0" h="1447" w="1668">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148"/>
            <p:cNvSpPr/>
            <p:nvPr/>
          </p:nvSpPr>
          <p:spPr>
            <a:xfrm>
              <a:off x="7978338" y="2754256"/>
              <a:ext cx="41675" cy="36175"/>
            </a:xfrm>
            <a:custGeom>
              <a:rect b="b" l="l" r="r" t="t"/>
              <a:pathLst>
                <a:path extrusionOk="0" h="1447" w="1667">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148"/>
            <p:cNvSpPr/>
            <p:nvPr/>
          </p:nvSpPr>
          <p:spPr>
            <a:xfrm>
              <a:off x="8047763" y="2753806"/>
              <a:ext cx="41700" cy="36200"/>
            </a:xfrm>
            <a:custGeom>
              <a:rect b="b" l="l" r="r" t="t"/>
              <a:pathLst>
                <a:path extrusionOk="0" h="1448" w="1668">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148"/>
            <p:cNvSpPr/>
            <p:nvPr/>
          </p:nvSpPr>
          <p:spPr>
            <a:xfrm>
              <a:off x="7795463" y="2463556"/>
              <a:ext cx="336425" cy="345675"/>
            </a:xfrm>
            <a:custGeom>
              <a:rect b="b" l="l" r="r" t="t"/>
              <a:pathLst>
                <a:path extrusionOk="0" h="13827" w="13457">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4" name="Google Shape;20334;p148"/>
          <p:cNvGrpSpPr/>
          <p:nvPr/>
        </p:nvGrpSpPr>
        <p:grpSpPr>
          <a:xfrm>
            <a:off x="7734286" y="3425142"/>
            <a:ext cx="361375" cy="330675"/>
            <a:chOff x="5552838" y="1929231"/>
            <a:chExt cx="361375" cy="330675"/>
          </a:xfrm>
        </p:grpSpPr>
        <p:sp>
          <p:nvSpPr>
            <p:cNvPr id="20335" name="Google Shape;20335;p148"/>
            <p:cNvSpPr/>
            <p:nvPr/>
          </p:nvSpPr>
          <p:spPr>
            <a:xfrm>
              <a:off x="5667538" y="2137981"/>
              <a:ext cx="10075" cy="20850"/>
            </a:xfrm>
            <a:custGeom>
              <a:rect b="b" l="l" r="r" t="t"/>
              <a:pathLst>
                <a:path extrusionOk="0" h="834" w="403">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48"/>
            <p:cNvSpPr/>
            <p:nvPr/>
          </p:nvSpPr>
          <p:spPr>
            <a:xfrm>
              <a:off x="5784813" y="2137981"/>
              <a:ext cx="10075" cy="20850"/>
            </a:xfrm>
            <a:custGeom>
              <a:rect b="b" l="l" r="r" t="t"/>
              <a:pathLst>
                <a:path extrusionOk="0" h="834" w="403">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48"/>
            <p:cNvSpPr/>
            <p:nvPr/>
          </p:nvSpPr>
          <p:spPr>
            <a:xfrm>
              <a:off x="5710763" y="2147581"/>
              <a:ext cx="42025" cy="16650"/>
            </a:xfrm>
            <a:custGeom>
              <a:rect b="b" l="l" r="r" t="t"/>
              <a:pathLst>
                <a:path extrusionOk="0" h="666" w="1681">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48"/>
            <p:cNvSpPr/>
            <p:nvPr/>
          </p:nvSpPr>
          <p:spPr>
            <a:xfrm>
              <a:off x="5552838" y="1929231"/>
              <a:ext cx="361375" cy="330675"/>
            </a:xfrm>
            <a:custGeom>
              <a:rect b="b" l="l" r="r" t="t"/>
              <a:pathLst>
                <a:path extrusionOk="0" h="13227" w="14455">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9" name="Google Shape;20339;p148"/>
          <p:cNvGrpSpPr/>
          <p:nvPr/>
        </p:nvGrpSpPr>
        <p:grpSpPr>
          <a:xfrm>
            <a:off x="7014175" y="3430742"/>
            <a:ext cx="377250" cy="319475"/>
            <a:chOff x="4784188" y="1934881"/>
            <a:chExt cx="377250" cy="319475"/>
          </a:xfrm>
        </p:grpSpPr>
        <p:sp>
          <p:nvSpPr>
            <p:cNvPr id="20340" name="Google Shape;20340;p148"/>
            <p:cNvSpPr/>
            <p:nvPr/>
          </p:nvSpPr>
          <p:spPr>
            <a:xfrm>
              <a:off x="5068838" y="2167281"/>
              <a:ext cx="10050" cy="14700"/>
            </a:xfrm>
            <a:custGeom>
              <a:rect b="b" l="l" r="r" t="t"/>
              <a:pathLst>
                <a:path extrusionOk="0" h="588" w="402">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48"/>
            <p:cNvSpPr/>
            <p:nvPr/>
          </p:nvSpPr>
          <p:spPr>
            <a:xfrm>
              <a:off x="5122463" y="2168056"/>
              <a:ext cx="10825" cy="14700"/>
            </a:xfrm>
            <a:custGeom>
              <a:rect b="b" l="l" r="r" t="t"/>
              <a:pathLst>
                <a:path extrusionOk="0" h="588" w="433">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48"/>
            <p:cNvSpPr/>
            <p:nvPr/>
          </p:nvSpPr>
          <p:spPr>
            <a:xfrm>
              <a:off x="5087538" y="2171831"/>
              <a:ext cx="26650" cy="13225"/>
            </a:xfrm>
            <a:custGeom>
              <a:rect b="b" l="l" r="r" t="t"/>
              <a:pathLst>
                <a:path extrusionOk="0" h="529" w="1066">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48"/>
            <p:cNvSpPr/>
            <p:nvPr/>
          </p:nvSpPr>
          <p:spPr>
            <a:xfrm>
              <a:off x="4831963" y="2092831"/>
              <a:ext cx="155875" cy="134100"/>
            </a:xfrm>
            <a:custGeom>
              <a:rect b="b" l="l" r="r" t="t"/>
              <a:pathLst>
                <a:path extrusionOk="0" h="5364" w="6235">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48"/>
            <p:cNvSpPr/>
            <p:nvPr/>
          </p:nvSpPr>
          <p:spPr>
            <a:xfrm>
              <a:off x="5040288" y="2094781"/>
              <a:ext cx="121150" cy="134650"/>
            </a:xfrm>
            <a:custGeom>
              <a:rect b="b" l="l" r="r" t="t"/>
              <a:pathLst>
                <a:path extrusionOk="0" h="5386" w="4846">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148"/>
            <p:cNvSpPr/>
            <p:nvPr/>
          </p:nvSpPr>
          <p:spPr>
            <a:xfrm>
              <a:off x="4784188" y="1934881"/>
              <a:ext cx="345625" cy="319475"/>
            </a:xfrm>
            <a:custGeom>
              <a:rect b="b" l="l" r="r" t="t"/>
              <a:pathLst>
                <a:path extrusionOk="0" h="12779" w="13825">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6" name="Google Shape;20346;p148"/>
          <p:cNvGrpSpPr/>
          <p:nvPr/>
        </p:nvGrpSpPr>
        <p:grpSpPr>
          <a:xfrm>
            <a:off x="6259925" y="3417642"/>
            <a:ext cx="326375" cy="345675"/>
            <a:chOff x="1784363" y="3581531"/>
            <a:chExt cx="326375" cy="345675"/>
          </a:xfrm>
        </p:grpSpPr>
        <p:sp>
          <p:nvSpPr>
            <p:cNvPr id="20347" name="Google Shape;20347;p148"/>
            <p:cNvSpPr/>
            <p:nvPr/>
          </p:nvSpPr>
          <p:spPr>
            <a:xfrm>
              <a:off x="1869213" y="3606981"/>
              <a:ext cx="42475" cy="75650"/>
            </a:xfrm>
            <a:custGeom>
              <a:rect b="b" l="l" r="r" t="t"/>
              <a:pathLst>
                <a:path extrusionOk="0" h="3026" w="1699">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148"/>
            <p:cNvSpPr/>
            <p:nvPr/>
          </p:nvSpPr>
          <p:spPr>
            <a:xfrm>
              <a:off x="1916288" y="3606206"/>
              <a:ext cx="57125" cy="75650"/>
            </a:xfrm>
            <a:custGeom>
              <a:rect b="b" l="l" r="r" t="t"/>
              <a:pathLst>
                <a:path extrusionOk="0" h="3026" w="2285">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148"/>
            <p:cNvSpPr/>
            <p:nvPr/>
          </p:nvSpPr>
          <p:spPr>
            <a:xfrm>
              <a:off x="1978788" y="3606981"/>
              <a:ext cx="49350" cy="74925"/>
            </a:xfrm>
            <a:custGeom>
              <a:rect b="b" l="l" r="r" t="t"/>
              <a:pathLst>
                <a:path extrusionOk="0" h="2997" w="1974">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148"/>
            <p:cNvSpPr/>
            <p:nvPr/>
          </p:nvSpPr>
          <p:spPr>
            <a:xfrm>
              <a:off x="1811363" y="3819156"/>
              <a:ext cx="54800" cy="54050"/>
            </a:xfrm>
            <a:custGeom>
              <a:rect b="b" l="l" r="r" t="t"/>
              <a:pathLst>
                <a:path extrusionOk="0" h="2162" w="2192">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48"/>
            <p:cNvSpPr/>
            <p:nvPr/>
          </p:nvSpPr>
          <p:spPr>
            <a:xfrm>
              <a:off x="1811363" y="3731206"/>
              <a:ext cx="54800" cy="54025"/>
            </a:xfrm>
            <a:custGeom>
              <a:rect b="b" l="l" r="r" t="t"/>
              <a:pathLst>
                <a:path extrusionOk="0" h="2161" w="2192">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48"/>
            <p:cNvSpPr/>
            <p:nvPr/>
          </p:nvSpPr>
          <p:spPr>
            <a:xfrm>
              <a:off x="2029713" y="3819156"/>
              <a:ext cx="54025" cy="54050"/>
            </a:xfrm>
            <a:custGeom>
              <a:rect b="b" l="l" r="r" t="t"/>
              <a:pathLst>
                <a:path extrusionOk="0" h="2162" w="2161">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48"/>
            <p:cNvSpPr/>
            <p:nvPr/>
          </p:nvSpPr>
          <p:spPr>
            <a:xfrm>
              <a:off x="2029713" y="3731206"/>
              <a:ext cx="54025" cy="54025"/>
            </a:xfrm>
            <a:custGeom>
              <a:rect b="b" l="l" r="r" t="t"/>
              <a:pathLst>
                <a:path extrusionOk="0" h="2161" w="2161">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148"/>
            <p:cNvSpPr/>
            <p:nvPr/>
          </p:nvSpPr>
          <p:spPr>
            <a:xfrm>
              <a:off x="1920913" y="3731206"/>
              <a:ext cx="54050" cy="54025"/>
            </a:xfrm>
            <a:custGeom>
              <a:rect b="b" l="l" r="r" t="t"/>
              <a:pathLst>
                <a:path extrusionOk="0" h="2161" w="2162">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148"/>
            <p:cNvSpPr/>
            <p:nvPr/>
          </p:nvSpPr>
          <p:spPr>
            <a:xfrm>
              <a:off x="1918613" y="3861606"/>
              <a:ext cx="15450" cy="13050"/>
            </a:xfrm>
            <a:custGeom>
              <a:rect b="b" l="l" r="r" t="t"/>
              <a:pathLst>
                <a:path extrusionOk="0" h="522" w="618">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48"/>
            <p:cNvSpPr/>
            <p:nvPr/>
          </p:nvSpPr>
          <p:spPr>
            <a:xfrm>
              <a:off x="1958713" y="3861606"/>
              <a:ext cx="15475" cy="13050"/>
            </a:xfrm>
            <a:custGeom>
              <a:rect b="b" l="l" r="r" t="t"/>
              <a:pathLst>
                <a:path extrusionOk="0" h="522" w="619">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148"/>
            <p:cNvSpPr/>
            <p:nvPr/>
          </p:nvSpPr>
          <p:spPr>
            <a:xfrm>
              <a:off x="1784363" y="3581531"/>
              <a:ext cx="326375" cy="290125"/>
            </a:xfrm>
            <a:custGeom>
              <a:rect b="b" l="l" r="r" t="t"/>
              <a:pathLst>
                <a:path extrusionOk="0" h="11605" w="13055">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148"/>
            <p:cNvSpPr/>
            <p:nvPr/>
          </p:nvSpPr>
          <p:spPr>
            <a:xfrm>
              <a:off x="1784363" y="3729656"/>
              <a:ext cx="326375" cy="197550"/>
            </a:xfrm>
            <a:custGeom>
              <a:rect b="b" l="l" r="r" t="t"/>
              <a:pathLst>
                <a:path extrusionOk="0" h="7902" w="13055">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9" name="Google Shape;20359;p148"/>
          <p:cNvGrpSpPr/>
          <p:nvPr/>
        </p:nvGrpSpPr>
        <p:grpSpPr>
          <a:xfrm>
            <a:off x="5521919" y="3417642"/>
            <a:ext cx="296300" cy="345675"/>
            <a:chOff x="1039038" y="4141656"/>
            <a:chExt cx="296300" cy="345675"/>
          </a:xfrm>
        </p:grpSpPr>
        <p:sp>
          <p:nvSpPr>
            <p:cNvPr id="20360" name="Google Shape;20360;p148"/>
            <p:cNvSpPr/>
            <p:nvPr/>
          </p:nvSpPr>
          <p:spPr>
            <a:xfrm>
              <a:off x="1120813" y="4177156"/>
              <a:ext cx="10075" cy="21625"/>
            </a:xfrm>
            <a:custGeom>
              <a:rect b="b" l="l" r="r" t="t"/>
              <a:pathLst>
                <a:path extrusionOk="0" h="865" w="403">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148"/>
            <p:cNvSpPr/>
            <p:nvPr/>
          </p:nvSpPr>
          <p:spPr>
            <a:xfrm>
              <a:off x="1242738" y="4177156"/>
              <a:ext cx="10050" cy="21625"/>
            </a:xfrm>
            <a:custGeom>
              <a:rect b="b" l="l" r="r" t="t"/>
              <a:pathLst>
                <a:path extrusionOk="0" h="865" w="402">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148"/>
            <p:cNvSpPr/>
            <p:nvPr/>
          </p:nvSpPr>
          <p:spPr>
            <a:xfrm>
              <a:off x="1165213" y="4187556"/>
              <a:ext cx="44150" cy="16750"/>
            </a:xfrm>
            <a:custGeom>
              <a:rect b="b" l="l" r="r" t="t"/>
              <a:pathLst>
                <a:path extrusionOk="0" h="670" w="1766">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148"/>
            <p:cNvSpPr/>
            <p:nvPr/>
          </p:nvSpPr>
          <p:spPr>
            <a:xfrm>
              <a:off x="1039038" y="4141656"/>
              <a:ext cx="296300" cy="345675"/>
            </a:xfrm>
            <a:custGeom>
              <a:rect b="b" l="l" r="r" t="t"/>
              <a:pathLst>
                <a:path extrusionOk="0" h="13827" w="11852">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148"/>
            <p:cNvSpPr/>
            <p:nvPr/>
          </p:nvSpPr>
          <p:spPr>
            <a:xfrm>
              <a:off x="1129313" y="4316806"/>
              <a:ext cx="114975" cy="10050"/>
            </a:xfrm>
            <a:custGeom>
              <a:rect b="b" l="l" r="r" t="t"/>
              <a:pathLst>
                <a:path extrusionOk="0" h="402" w="4599">
                  <a:moveTo>
                    <a:pt x="0" y="0"/>
                  </a:moveTo>
                  <a:lnTo>
                    <a:pt x="0" y="402"/>
                  </a:lnTo>
                  <a:lnTo>
                    <a:pt x="4599" y="402"/>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148"/>
            <p:cNvSpPr/>
            <p:nvPr/>
          </p:nvSpPr>
          <p:spPr>
            <a:xfrm>
              <a:off x="1129313" y="4346131"/>
              <a:ext cx="114975" cy="10050"/>
            </a:xfrm>
            <a:custGeom>
              <a:rect b="b" l="l" r="r" t="t"/>
              <a:pathLst>
                <a:path extrusionOk="0" h="402" w="4599">
                  <a:moveTo>
                    <a:pt x="0" y="0"/>
                  </a:moveTo>
                  <a:lnTo>
                    <a:pt x="0" y="401"/>
                  </a:lnTo>
                  <a:lnTo>
                    <a:pt x="4599" y="401"/>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148"/>
            <p:cNvSpPr/>
            <p:nvPr/>
          </p:nvSpPr>
          <p:spPr>
            <a:xfrm>
              <a:off x="1129313" y="4375431"/>
              <a:ext cx="114975" cy="10075"/>
            </a:xfrm>
            <a:custGeom>
              <a:rect b="b" l="l" r="r" t="t"/>
              <a:pathLst>
                <a:path extrusionOk="0" h="403" w="4599">
                  <a:moveTo>
                    <a:pt x="0" y="1"/>
                  </a:moveTo>
                  <a:lnTo>
                    <a:pt x="0" y="402"/>
                  </a:lnTo>
                  <a:lnTo>
                    <a:pt x="4599" y="402"/>
                  </a:lnTo>
                  <a:lnTo>
                    <a:pt x="459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7" name="Google Shape;20367;p148"/>
          <p:cNvGrpSpPr/>
          <p:nvPr/>
        </p:nvGrpSpPr>
        <p:grpSpPr>
          <a:xfrm>
            <a:off x="4805338" y="3417642"/>
            <a:ext cx="342600" cy="345675"/>
            <a:chOff x="5564163" y="2463556"/>
            <a:chExt cx="342600" cy="345675"/>
          </a:xfrm>
        </p:grpSpPr>
        <p:sp>
          <p:nvSpPr>
            <p:cNvPr id="20368" name="Google Shape;20368;p148"/>
            <p:cNvSpPr/>
            <p:nvPr/>
          </p:nvSpPr>
          <p:spPr>
            <a:xfrm>
              <a:off x="5743938" y="2580056"/>
              <a:ext cx="43225" cy="37025"/>
            </a:xfrm>
            <a:custGeom>
              <a:rect b="b" l="l" r="r" t="t"/>
              <a:pathLst>
                <a:path extrusionOk="0" h="1481" w="1729">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48"/>
            <p:cNvSpPr/>
            <p:nvPr/>
          </p:nvSpPr>
          <p:spPr>
            <a:xfrm>
              <a:off x="5705588" y="2566181"/>
              <a:ext cx="34500" cy="29725"/>
            </a:xfrm>
            <a:custGeom>
              <a:rect b="b" l="l" r="r" t="t"/>
              <a:pathLst>
                <a:path extrusionOk="0" h="1189" w="138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48"/>
            <p:cNvSpPr/>
            <p:nvPr/>
          </p:nvSpPr>
          <p:spPr>
            <a:xfrm>
              <a:off x="5564163" y="2463556"/>
              <a:ext cx="342600" cy="345675"/>
            </a:xfrm>
            <a:custGeom>
              <a:rect b="b" l="l" r="r" t="t"/>
              <a:pathLst>
                <a:path extrusionOk="0" h="13827" w="13704">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1" name="Google Shape;20371;p148"/>
          <p:cNvGrpSpPr/>
          <p:nvPr/>
        </p:nvGrpSpPr>
        <p:grpSpPr>
          <a:xfrm>
            <a:off x="4794650" y="3991542"/>
            <a:ext cx="363975" cy="330250"/>
            <a:chOff x="2526038" y="1929656"/>
            <a:chExt cx="363975" cy="330250"/>
          </a:xfrm>
        </p:grpSpPr>
        <p:sp>
          <p:nvSpPr>
            <p:cNvPr id="20372" name="Google Shape;20372;p148"/>
            <p:cNvSpPr/>
            <p:nvPr/>
          </p:nvSpPr>
          <p:spPr>
            <a:xfrm>
              <a:off x="2633838" y="1962831"/>
              <a:ext cx="10825" cy="23175"/>
            </a:xfrm>
            <a:custGeom>
              <a:rect b="b" l="l" r="r" t="t"/>
              <a:pathLst>
                <a:path extrusionOk="0" h="927" w="433">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48"/>
            <p:cNvSpPr/>
            <p:nvPr/>
          </p:nvSpPr>
          <p:spPr>
            <a:xfrm>
              <a:off x="2772713" y="1962831"/>
              <a:ext cx="10050" cy="23175"/>
            </a:xfrm>
            <a:custGeom>
              <a:rect b="b" l="l" r="r" t="t"/>
              <a:pathLst>
                <a:path extrusionOk="0" h="927" w="402">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48"/>
            <p:cNvSpPr/>
            <p:nvPr/>
          </p:nvSpPr>
          <p:spPr>
            <a:xfrm>
              <a:off x="2684163" y="1974331"/>
              <a:ext cx="48275" cy="18625"/>
            </a:xfrm>
            <a:custGeom>
              <a:rect b="b" l="l" r="r" t="t"/>
              <a:pathLst>
                <a:path extrusionOk="0" h="745" w="1931">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48"/>
            <p:cNvSpPr/>
            <p:nvPr/>
          </p:nvSpPr>
          <p:spPr>
            <a:xfrm>
              <a:off x="2526038" y="1929656"/>
              <a:ext cx="363975" cy="330250"/>
            </a:xfrm>
            <a:custGeom>
              <a:rect b="b" l="l" r="r" t="t"/>
              <a:pathLst>
                <a:path extrusionOk="0" h="13210" w="14559">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148"/>
            <p:cNvSpPr/>
            <p:nvPr/>
          </p:nvSpPr>
          <p:spPr>
            <a:xfrm>
              <a:off x="2577513" y="2013431"/>
              <a:ext cx="260800" cy="217150"/>
            </a:xfrm>
            <a:custGeom>
              <a:rect b="b" l="l" r="r" t="t"/>
              <a:pathLst>
                <a:path extrusionOk="0" h="8686" w="10432">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148"/>
            <p:cNvSpPr/>
            <p:nvPr/>
          </p:nvSpPr>
          <p:spPr>
            <a:xfrm>
              <a:off x="2689388" y="2199706"/>
              <a:ext cx="37050" cy="9275"/>
            </a:xfrm>
            <a:custGeom>
              <a:rect b="b" l="l" r="r" t="t"/>
              <a:pathLst>
                <a:path extrusionOk="0" h="371" w="1482">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48"/>
            <p:cNvSpPr/>
            <p:nvPr/>
          </p:nvSpPr>
          <p:spPr>
            <a:xfrm>
              <a:off x="2688888" y="2177831"/>
              <a:ext cx="38325" cy="9675"/>
            </a:xfrm>
            <a:custGeom>
              <a:rect b="b" l="l" r="r" t="t"/>
              <a:pathLst>
                <a:path extrusionOk="0" h="387" w="1533">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48"/>
            <p:cNvSpPr/>
            <p:nvPr/>
          </p:nvSpPr>
          <p:spPr>
            <a:xfrm>
              <a:off x="2689388" y="2155731"/>
              <a:ext cx="37825" cy="10825"/>
            </a:xfrm>
            <a:custGeom>
              <a:rect b="b" l="l" r="r" t="t"/>
              <a:pathLst>
                <a:path extrusionOk="0" h="433" w="1513">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48"/>
            <p:cNvSpPr/>
            <p:nvPr/>
          </p:nvSpPr>
          <p:spPr>
            <a:xfrm>
              <a:off x="2680888" y="2134106"/>
              <a:ext cx="54800" cy="10075"/>
            </a:xfrm>
            <a:custGeom>
              <a:rect b="b" l="l" r="r" t="t"/>
              <a:pathLst>
                <a:path extrusionOk="0" h="403" w="2192">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148"/>
            <p:cNvSpPr/>
            <p:nvPr/>
          </p:nvSpPr>
          <p:spPr>
            <a:xfrm>
              <a:off x="2689388" y="2112506"/>
              <a:ext cx="37825" cy="10075"/>
            </a:xfrm>
            <a:custGeom>
              <a:rect b="b" l="l" r="r" t="t"/>
              <a:pathLst>
                <a:path extrusionOk="0" h="403" w="1513">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148"/>
            <p:cNvSpPr/>
            <p:nvPr/>
          </p:nvSpPr>
          <p:spPr>
            <a:xfrm>
              <a:off x="2689388" y="2090906"/>
              <a:ext cx="37825" cy="10050"/>
            </a:xfrm>
            <a:custGeom>
              <a:rect b="b" l="l" r="r" t="t"/>
              <a:pathLst>
                <a:path extrusionOk="0" h="402" w="1513">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148"/>
            <p:cNvSpPr/>
            <p:nvPr/>
          </p:nvSpPr>
          <p:spPr>
            <a:xfrm>
              <a:off x="2688888" y="2069181"/>
              <a:ext cx="38325" cy="10300"/>
            </a:xfrm>
            <a:custGeom>
              <a:rect b="b" l="l" r="r" t="t"/>
              <a:pathLst>
                <a:path extrusionOk="0" h="412" w="1533">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148"/>
            <p:cNvSpPr/>
            <p:nvPr/>
          </p:nvSpPr>
          <p:spPr>
            <a:xfrm>
              <a:off x="2681063" y="2047581"/>
              <a:ext cx="54475" cy="10225"/>
            </a:xfrm>
            <a:custGeom>
              <a:rect b="b" l="l" r="r" t="t"/>
              <a:pathLst>
                <a:path extrusionOk="0" h="409" w="2179">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5" name="Google Shape;20385;p148"/>
          <p:cNvGrpSpPr/>
          <p:nvPr/>
        </p:nvGrpSpPr>
        <p:grpSpPr>
          <a:xfrm>
            <a:off x="5497169" y="4000230"/>
            <a:ext cx="345800" cy="312875"/>
            <a:chOff x="1774963" y="1938531"/>
            <a:chExt cx="345800" cy="312875"/>
          </a:xfrm>
        </p:grpSpPr>
        <p:sp>
          <p:nvSpPr>
            <p:cNvPr id="20386" name="Google Shape;20386;p148"/>
            <p:cNvSpPr/>
            <p:nvPr/>
          </p:nvSpPr>
          <p:spPr>
            <a:xfrm>
              <a:off x="1918613" y="2072406"/>
              <a:ext cx="68675" cy="58825"/>
            </a:xfrm>
            <a:custGeom>
              <a:rect b="b" l="l" r="r" t="t"/>
              <a:pathLst>
                <a:path extrusionOk="0" h="2353" w="2747">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148"/>
            <p:cNvSpPr/>
            <p:nvPr/>
          </p:nvSpPr>
          <p:spPr>
            <a:xfrm>
              <a:off x="1774963" y="1938531"/>
              <a:ext cx="345800" cy="312875"/>
            </a:xfrm>
            <a:custGeom>
              <a:rect b="b" l="l" r="r" t="t"/>
              <a:pathLst>
                <a:path extrusionOk="0" h="12515" w="13832">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8" name="Google Shape;20388;p148"/>
          <p:cNvGrpSpPr/>
          <p:nvPr/>
        </p:nvGrpSpPr>
        <p:grpSpPr>
          <a:xfrm>
            <a:off x="6245650" y="3984005"/>
            <a:ext cx="354925" cy="345325"/>
            <a:chOff x="7786988" y="3022331"/>
            <a:chExt cx="354925" cy="345325"/>
          </a:xfrm>
        </p:grpSpPr>
        <p:sp>
          <p:nvSpPr>
            <p:cNvPr id="20389" name="Google Shape;20389;p148"/>
            <p:cNvSpPr/>
            <p:nvPr/>
          </p:nvSpPr>
          <p:spPr>
            <a:xfrm>
              <a:off x="7912738" y="3183406"/>
              <a:ext cx="10075" cy="18550"/>
            </a:xfrm>
            <a:custGeom>
              <a:rect b="b" l="l" r="r" t="t"/>
              <a:pathLst>
                <a:path extrusionOk="0" h="742" w="403">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148"/>
            <p:cNvSpPr/>
            <p:nvPr/>
          </p:nvSpPr>
          <p:spPr>
            <a:xfrm>
              <a:off x="8005338" y="3183406"/>
              <a:ext cx="10050" cy="18550"/>
            </a:xfrm>
            <a:custGeom>
              <a:rect b="b" l="l" r="r" t="t"/>
              <a:pathLst>
                <a:path extrusionOk="0" h="742" w="402">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148"/>
            <p:cNvSpPr/>
            <p:nvPr/>
          </p:nvSpPr>
          <p:spPr>
            <a:xfrm>
              <a:off x="7945538" y="3191031"/>
              <a:ext cx="37075" cy="15550"/>
            </a:xfrm>
            <a:custGeom>
              <a:rect b="b" l="l" r="r" t="t"/>
              <a:pathLst>
                <a:path extrusionOk="0" h="622" w="1483">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48"/>
            <p:cNvSpPr/>
            <p:nvPr/>
          </p:nvSpPr>
          <p:spPr>
            <a:xfrm>
              <a:off x="7899638" y="3100856"/>
              <a:ext cx="182100" cy="145875"/>
            </a:xfrm>
            <a:custGeom>
              <a:rect b="b" l="l" r="r" t="t"/>
              <a:pathLst>
                <a:path extrusionOk="0" h="5835" w="7284">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48"/>
            <p:cNvSpPr/>
            <p:nvPr/>
          </p:nvSpPr>
          <p:spPr>
            <a:xfrm>
              <a:off x="7859513" y="3138631"/>
              <a:ext cx="172075" cy="149700"/>
            </a:xfrm>
            <a:custGeom>
              <a:rect b="b" l="l" r="r" t="t"/>
              <a:pathLst>
                <a:path extrusionOk="0" h="5988" w="6883">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148"/>
            <p:cNvSpPr/>
            <p:nvPr/>
          </p:nvSpPr>
          <p:spPr>
            <a:xfrm>
              <a:off x="7786988" y="3022331"/>
              <a:ext cx="354925" cy="345325"/>
            </a:xfrm>
            <a:custGeom>
              <a:rect b="b" l="l" r="r" t="t"/>
              <a:pathLst>
                <a:path extrusionOk="0" h="13813" w="14197">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95" name="Google Shape;20395;p148"/>
          <p:cNvSpPr/>
          <p:nvPr/>
        </p:nvSpPr>
        <p:spPr>
          <a:xfrm>
            <a:off x="7039988" y="3986142"/>
            <a:ext cx="325625" cy="341050"/>
          </a:xfrm>
          <a:custGeom>
            <a:rect b="b" l="l" r="r" t="t"/>
            <a:pathLst>
              <a:path extrusionOk="0" h="13642" w="13025">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96" name="Google Shape;20396;p148"/>
          <p:cNvGrpSpPr/>
          <p:nvPr/>
        </p:nvGrpSpPr>
        <p:grpSpPr>
          <a:xfrm>
            <a:off x="7735586" y="3984217"/>
            <a:ext cx="358775" cy="344900"/>
            <a:chOff x="1008188" y="1921956"/>
            <a:chExt cx="358775" cy="344900"/>
          </a:xfrm>
        </p:grpSpPr>
        <p:sp>
          <p:nvSpPr>
            <p:cNvPr id="20397" name="Google Shape;20397;p148"/>
            <p:cNvSpPr/>
            <p:nvPr/>
          </p:nvSpPr>
          <p:spPr>
            <a:xfrm>
              <a:off x="1118513" y="1960531"/>
              <a:ext cx="10050" cy="21625"/>
            </a:xfrm>
            <a:custGeom>
              <a:rect b="b" l="l" r="r" t="t"/>
              <a:pathLst>
                <a:path extrusionOk="0" h="865" w="402">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48"/>
            <p:cNvSpPr/>
            <p:nvPr/>
          </p:nvSpPr>
          <p:spPr>
            <a:xfrm>
              <a:off x="1245813" y="1960531"/>
              <a:ext cx="10050" cy="21625"/>
            </a:xfrm>
            <a:custGeom>
              <a:rect b="b" l="l" r="r" t="t"/>
              <a:pathLst>
                <a:path extrusionOk="0" h="865" w="402">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48"/>
            <p:cNvSpPr/>
            <p:nvPr/>
          </p:nvSpPr>
          <p:spPr>
            <a:xfrm>
              <a:off x="1164438" y="1970906"/>
              <a:ext cx="44925" cy="17025"/>
            </a:xfrm>
            <a:custGeom>
              <a:rect b="b" l="l" r="r" t="t"/>
              <a:pathLst>
                <a:path extrusionOk="0" h="681" w="1797">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48"/>
            <p:cNvSpPr/>
            <p:nvPr/>
          </p:nvSpPr>
          <p:spPr>
            <a:xfrm>
              <a:off x="1179463" y="2155331"/>
              <a:ext cx="15450" cy="15650"/>
            </a:xfrm>
            <a:custGeom>
              <a:rect b="b" l="l" r="r" t="t"/>
              <a:pathLst>
                <a:path extrusionOk="0" h="626" w="618">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48"/>
            <p:cNvSpPr/>
            <p:nvPr/>
          </p:nvSpPr>
          <p:spPr>
            <a:xfrm>
              <a:off x="1008188" y="1921956"/>
              <a:ext cx="358775" cy="344900"/>
            </a:xfrm>
            <a:custGeom>
              <a:rect b="b" l="l" r="r" t="t"/>
              <a:pathLst>
                <a:path extrusionOk="0" h="13796" w="14351">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48"/>
            <p:cNvSpPr/>
            <p:nvPr/>
          </p:nvSpPr>
          <p:spPr>
            <a:xfrm>
              <a:off x="1100763" y="2081306"/>
              <a:ext cx="172850" cy="156725"/>
            </a:xfrm>
            <a:custGeom>
              <a:rect b="b" l="l" r="r" t="t"/>
              <a:pathLst>
                <a:path extrusionOk="0" h="6269" w="6914">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03" name="Google Shape;20403;p148"/>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grpSp>
        <p:nvGrpSpPr>
          <p:cNvPr id="20404" name="Google Shape;20404;p148"/>
          <p:cNvGrpSpPr/>
          <p:nvPr/>
        </p:nvGrpSpPr>
        <p:grpSpPr>
          <a:xfrm>
            <a:off x="1744350" y="1765786"/>
            <a:ext cx="432875" cy="345275"/>
            <a:chOff x="2480288" y="2463956"/>
            <a:chExt cx="432875" cy="345275"/>
          </a:xfrm>
        </p:grpSpPr>
        <p:sp>
          <p:nvSpPr>
            <p:cNvPr id="20405" name="Google Shape;20405;p148"/>
            <p:cNvSpPr/>
            <p:nvPr/>
          </p:nvSpPr>
          <p:spPr>
            <a:xfrm>
              <a:off x="2673188" y="2611856"/>
              <a:ext cx="60975" cy="52325"/>
            </a:xfrm>
            <a:custGeom>
              <a:rect b="b" l="l" r="r" t="t"/>
              <a:pathLst>
                <a:path extrusionOk="0" h="2093" w="2439">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148"/>
            <p:cNvSpPr/>
            <p:nvPr/>
          </p:nvSpPr>
          <p:spPr>
            <a:xfrm>
              <a:off x="2653113" y="2527031"/>
              <a:ext cx="110350" cy="75425"/>
            </a:xfrm>
            <a:custGeom>
              <a:rect b="b" l="l" r="r" t="t"/>
              <a:pathLst>
                <a:path extrusionOk="0" h="3017" w="4414">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148"/>
            <p:cNvSpPr/>
            <p:nvPr/>
          </p:nvSpPr>
          <p:spPr>
            <a:xfrm>
              <a:off x="2596788" y="2623281"/>
              <a:ext cx="94925" cy="102350"/>
            </a:xfrm>
            <a:custGeom>
              <a:rect b="b" l="l" r="r" t="t"/>
              <a:pathLst>
                <a:path extrusionOk="0" h="4094" w="3797">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148"/>
            <p:cNvSpPr/>
            <p:nvPr/>
          </p:nvSpPr>
          <p:spPr>
            <a:xfrm>
              <a:off x="2724863" y="2623931"/>
              <a:ext cx="94925" cy="102000"/>
            </a:xfrm>
            <a:custGeom>
              <a:rect b="b" l="l" r="r" t="t"/>
              <a:pathLst>
                <a:path extrusionOk="0" h="4080" w="3797">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48"/>
            <p:cNvSpPr/>
            <p:nvPr/>
          </p:nvSpPr>
          <p:spPr>
            <a:xfrm>
              <a:off x="2480288" y="2463956"/>
              <a:ext cx="432875" cy="345275"/>
            </a:xfrm>
            <a:custGeom>
              <a:rect b="b" l="l" r="r" t="t"/>
              <a:pathLst>
                <a:path extrusionOk="0" h="13811" w="17315">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148"/>
            <p:cNvSpPr/>
            <p:nvPr/>
          </p:nvSpPr>
          <p:spPr>
            <a:xfrm>
              <a:off x="2545863" y="2492756"/>
              <a:ext cx="327175" cy="289200"/>
            </a:xfrm>
            <a:custGeom>
              <a:rect b="b" l="l" r="r" t="t"/>
              <a:pathLst>
                <a:path extrusionOk="0" h="11568" w="13087">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1" name="Google Shape;20411;p148"/>
          <p:cNvGrpSpPr/>
          <p:nvPr/>
        </p:nvGrpSpPr>
        <p:grpSpPr>
          <a:xfrm>
            <a:off x="2525719" y="1766361"/>
            <a:ext cx="362650" cy="344125"/>
            <a:chOff x="1766613" y="2464331"/>
            <a:chExt cx="362650" cy="344125"/>
          </a:xfrm>
        </p:grpSpPr>
        <p:sp>
          <p:nvSpPr>
            <p:cNvPr id="20412" name="Google Shape;20412;p148"/>
            <p:cNvSpPr/>
            <p:nvPr/>
          </p:nvSpPr>
          <p:spPr>
            <a:xfrm>
              <a:off x="1885438" y="2722806"/>
              <a:ext cx="10050" cy="20850"/>
            </a:xfrm>
            <a:custGeom>
              <a:rect b="b" l="l" r="r" t="t"/>
              <a:pathLst>
                <a:path extrusionOk="0" h="834" w="402">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48"/>
            <p:cNvSpPr/>
            <p:nvPr/>
          </p:nvSpPr>
          <p:spPr>
            <a:xfrm>
              <a:off x="2000388" y="2722806"/>
              <a:ext cx="10050" cy="20850"/>
            </a:xfrm>
            <a:custGeom>
              <a:rect b="b" l="l" r="r" t="t"/>
              <a:pathLst>
                <a:path extrusionOk="0" h="834" w="402">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48"/>
            <p:cNvSpPr/>
            <p:nvPr/>
          </p:nvSpPr>
          <p:spPr>
            <a:xfrm>
              <a:off x="1928638" y="2732456"/>
              <a:ext cx="40150" cy="16400"/>
            </a:xfrm>
            <a:custGeom>
              <a:rect b="b" l="l" r="r" t="t"/>
              <a:pathLst>
                <a:path extrusionOk="0" h="656" w="1606">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48"/>
            <p:cNvSpPr/>
            <p:nvPr/>
          </p:nvSpPr>
          <p:spPr>
            <a:xfrm>
              <a:off x="1766613" y="2464331"/>
              <a:ext cx="362650" cy="344125"/>
            </a:xfrm>
            <a:custGeom>
              <a:rect b="b" l="l" r="r" t="t"/>
              <a:pathLst>
                <a:path extrusionOk="0" h="13765" w="14506">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6" name="Google Shape;20416;p148"/>
          <p:cNvGrpSpPr/>
          <p:nvPr/>
        </p:nvGrpSpPr>
        <p:grpSpPr>
          <a:xfrm>
            <a:off x="3372119" y="1765874"/>
            <a:ext cx="207550" cy="345100"/>
            <a:chOff x="7124238" y="4142231"/>
            <a:chExt cx="207550" cy="345100"/>
          </a:xfrm>
        </p:grpSpPr>
        <p:sp>
          <p:nvSpPr>
            <p:cNvPr id="20417" name="Google Shape;20417;p148"/>
            <p:cNvSpPr/>
            <p:nvPr/>
          </p:nvSpPr>
          <p:spPr>
            <a:xfrm>
              <a:off x="7184413" y="4397056"/>
              <a:ext cx="10825" cy="17750"/>
            </a:xfrm>
            <a:custGeom>
              <a:rect b="b" l="l" r="r" t="t"/>
              <a:pathLst>
                <a:path extrusionOk="0" h="710" w="433">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48"/>
            <p:cNvSpPr/>
            <p:nvPr/>
          </p:nvSpPr>
          <p:spPr>
            <a:xfrm>
              <a:off x="7262338" y="4397056"/>
              <a:ext cx="10050" cy="17750"/>
            </a:xfrm>
            <a:custGeom>
              <a:rect b="b" l="l" r="r" t="t"/>
              <a:pathLst>
                <a:path extrusionOk="0" h="710" w="402">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48"/>
            <p:cNvSpPr/>
            <p:nvPr/>
          </p:nvSpPr>
          <p:spPr>
            <a:xfrm>
              <a:off x="7211788" y="4403606"/>
              <a:ext cx="32050" cy="14675"/>
            </a:xfrm>
            <a:custGeom>
              <a:rect b="b" l="l" r="r" t="t"/>
              <a:pathLst>
                <a:path extrusionOk="0" h="587" w="1282">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48"/>
            <p:cNvSpPr/>
            <p:nvPr/>
          </p:nvSpPr>
          <p:spPr>
            <a:xfrm>
              <a:off x="7152013" y="4355381"/>
              <a:ext cx="152775" cy="104950"/>
            </a:xfrm>
            <a:custGeom>
              <a:rect b="b" l="l" r="r" t="t"/>
              <a:pathLst>
                <a:path extrusionOk="0" h="4198" w="6111">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48"/>
            <p:cNvSpPr/>
            <p:nvPr/>
          </p:nvSpPr>
          <p:spPr>
            <a:xfrm>
              <a:off x="7124238" y="4142231"/>
              <a:ext cx="207550" cy="345100"/>
            </a:xfrm>
            <a:custGeom>
              <a:rect b="b" l="l" r="r" t="t"/>
              <a:pathLst>
                <a:path extrusionOk="0" h="13804" w="8302">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2" name="Google Shape;20422;p148"/>
          <p:cNvGrpSpPr/>
          <p:nvPr/>
        </p:nvGrpSpPr>
        <p:grpSpPr>
          <a:xfrm>
            <a:off x="4042718" y="1770799"/>
            <a:ext cx="355675" cy="335250"/>
            <a:chOff x="1055681" y="2468781"/>
            <a:chExt cx="355675" cy="335250"/>
          </a:xfrm>
        </p:grpSpPr>
        <p:sp>
          <p:nvSpPr>
            <p:cNvPr id="20423" name="Google Shape;20423;p148"/>
            <p:cNvSpPr/>
            <p:nvPr/>
          </p:nvSpPr>
          <p:spPr>
            <a:xfrm>
              <a:off x="1197156" y="2653381"/>
              <a:ext cx="17475" cy="14850"/>
            </a:xfrm>
            <a:custGeom>
              <a:rect b="b" l="l" r="r" t="t"/>
              <a:pathLst>
                <a:path extrusionOk="0" h="594" w="699">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148"/>
            <p:cNvSpPr/>
            <p:nvPr/>
          </p:nvSpPr>
          <p:spPr>
            <a:xfrm>
              <a:off x="1247306" y="2602456"/>
              <a:ext cx="17475" cy="14875"/>
            </a:xfrm>
            <a:custGeom>
              <a:rect b="b" l="l" r="r" t="t"/>
              <a:pathLst>
                <a:path extrusionOk="0" h="595" w="699">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148"/>
            <p:cNvSpPr/>
            <p:nvPr/>
          </p:nvSpPr>
          <p:spPr>
            <a:xfrm>
              <a:off x="1221306" y="2625581"/>
              <a:ext cx="23400" cy="22550"/>
            </a:xfrm>
            <a:custGeom>
              <a:rect b="b" l="l" r="r" t="t"/>
              <a:pathLst>
                <a:path extrusionOk="0" h="902" w="936">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148"/>
            <p:cNvSpPr/>
            <p:nvPr/>
          </p:nvSpPr>
          <p:spPr>
            <a:xfrm>
              <a:off x="1162131" y="2567531"/>
              <a:ext cx="141225" cy="138325"/>
            </a:xfrm>
            <a:custGeom>
              <a:rect b="b" l="l" r="r" t="t"/>
              <a:pathLst>
                <a:path extrusionOk="0" h="5533" w="5649">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148"/>
            <p:cNvSpPr/>
            <p:nvPr/>
          </p:nvSpPr>
          <p:spPr>
            <a:xfrm>
              <a:off x="1055681" y="2468781"/>
              <a:ext cx="355675" cy="335250"/>
            </a:xfrm>
            <a:custGeom>
              <a:rect b="b" l="l" r="r" t="t"/>
              <a:pathLst>
                <a:path extrusionOk="0" h="13410" w="14227">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8" name="Google Shape;20428;p148"/>
          <p:cNvGrpSpPr/>
          <p:nvPr/>
        </p:nvGrpSpPr>
        <p:grpSpPr>
          <a:xfrm>
            <a:off x="4045018" y="2334212"/>
            <a:ext cx="351075" cy="314925"/>
            <a:chOff x="2532763" y="3037481"/>
            <a:chExt cx="351075" cy="314925"/>
          </a:xfrm>
        </p:grpSpPr>
        <p:sp>
          <p:nvSpPr>
            <p:cNvPr id="20429" name="Google Shape;20429;p148"/>
            <p:cNvSpPr/>
            <p:nvPr/>
          </p:nvSpPr>
          <p:spPr>
            <a:xfrm>
              <a:off x="2702813" y="3147881"/>
              <a:ext cx="15900" cy="17050"/>
            </a:xfrm>
            <a:custGeom>
              <a:rect b="b" l="l" r="r" t="t"/>
              <a:pathLst>
                <a:path extrusionOk="0" h="682" w="636">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148"/>
            <p:cNvSpPr/>
            <p:nvPr/>
          </p:nvSpPr>
          <p:spPr>
            <a:xfrm>
              <a:off x="2779138" y="3112606"/>
              <a:ext cx="15975" cy="16825"/>
            </a:xfrm>
            <a:custGeom>
              <a:rect b="b" l="l" r="r" t="t"/>
              <a:pathLst>
                <a:path extrusionOk="0" h="673" w="639">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148"/>
            <p:cNvSpPr/>
            <p:nvPr/>
          </p:nvSpPr>
          <p:spPr>
            <a:xfrm>
              <a:off x="2733263" y="3132281"/>
              <a:ext cx="32525" cy="20300"/>
            </a:xfrm>
            <a:custGeom>
              <a:rect b="b" l="l" r="r" t="t"/>
              <a:pathLst>
                <a:path extrusionOk="0" h="812" w="1301">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148"/>
            <p:cNvSpPr/>
            <p:nvPr/>
          </p:nvSpPr>
          <p:spPr>
            <a:xfrm>
              <a:off x="2686288" y="3194206"/>
              <a:ext cx="38600" cy="33275"/>
            </a:xfrm>
            <a:custGeom>
              <a:rect b="b" l="l" r="r" t="t"/>
              <a:pathLst>
                <a:path extrusionOk="0" h="1331" w="1544">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48"/>
            <p:cNvSpPr/>
            <p:nvPr/>
          </p:nvSpPr>
          <p:spPr>
            <a:xfrm>
              <a:off x="2532763" y="3037481"/>
              <a:ext cx="351075" cy="314925"/>
            </a:xfrm>
            <a:custGeom>
              <a:rect b="b" l="l" r="r" t="t"/>
              <a:pathLst>
                <a:path extrusionOk="0" h="12597" w="14043">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34" name="Google Shape;20434;p148"/>
          <p:cNvSpPr/>
          <p:nvPr/>
        </p:nvSpPr>
        <p:spPr>
          <a:xfrm>
            <a:off x="3307294" y="2318712"/>
            <a:ext cx="337200" cy="345925"/>
          </a:xfrm>
          <a:custGeom>
            <a:rect b="b" l="l" r="r" t="t"/>
            <a:pathLst>
              <a:path extrusionOk="0" h="13837" w="13488">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35" name="Google Shape;20435;p148"/>
          <p:cNvGrpSpPr/>
          <p:nvPr/>
        </p:nvGrpSpPr>
        <p:grpSpPr>
          <a:xfrm>
            <a:off x="2526494" y="2317875"/>
            <a:ext cx="361100" cy="347600"/>
            <a:chOff x="1767388" y="3021206"/>
            <a:chExt cx="361100" cy="347600"/>
          </a:xfrm>
        </p:grpSpPr>
        <p:sp>
          <p:nvSpPr>
            <p:cNvPr id="20436" name="Google Shape;20436;p148"/>
            <p:cNvSpPr/>
            <p:nvPr/>
          </p:nvSpPr>
          <p:spPr>
            <a:xfrm>
              <a:off x="1885438" y="3181881"/>
              <a:ext cx="10050" cy="20850"/>
            </a:xfrm>
            <a:custGeom>
              <a:rect b="b" l="l" r="r" t="t"/>
              <a:pathLst>
                <a:path extrusionOk="0" h="834" w="402">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48"/>
            <p:cNvSpPr/>
            <p:nvPr/>
          </p:nvSpPr>
          <p:spPr>
            <a:xfrm>
              <a:off x="2000388" y="3181881"/>
              <a:ext cx="10050" cy="20850"/>
            </a:xfrm>
            <a:custGeom>
              <a:rect b="b" l="l" r="r" t="t"/>
              <a:pathLst>
                <a:path extrusionOk="0" h="834" w="402">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148"/>
            <p:cNvSpPr/>
            <p:nvPr/>
          </p:nvSpPr>
          <p:spPr>
            <a:xfrm>
              <a:off x="1928638" y="3191606"/>
              <a:ext cx="40150" cy="16325"/>
            </a:xfrm>
            <a:custGeom>
              <a:rect b="b" l="l" r="r" t="t"/>
              <a:pathLst>
                <a:path extrusionOk="0" h="653" w="1606">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148"/>
            <p:cNvSpPr/>
            <p:nvPr/>
          </p:nvSpPr>
          <p:spPr>
            <a:xfrm>
              <a:off x="1767388" y="3021206"/>
              <a:ext cx="361100" cy="347600"/>
            </a:xfrm>
            <a:custGeom>
              <a:rect b="b" l="l" r="r" t="t"/>
              <a:pathLst>
                <a:path extrusionOk="0" h="13904" w="14444">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0" name="Google Shape;20440;p148"/>
          <p:cNvGrpSpPr/>
          <p:nvPr/>
        </p:nvGrpSpPr>
        <p:grpSpPr>
          <a:xfrm>
            <a:off x="1781438" y="2319825"/>
            <a:ext cx="358700" cy="343700"/>
            <a:chOff x="1002088" y="3024131"/>
            <a:chExt cx="358700" cy="343700"/>
          </a:xfrm>
        </p:grpSpPr>
        <p:sp>
          <p:nvSpPr>
            <p:cNvPr id="20441" name="Google Shape;20441;p148"/>
            <p:cNvSpPr/>
            <p:nvPr/>
          </p:nvSpPr>
          <p:spPr>
            <a:xfrm>
              <a:off x="1205688" y="3159306"/>
              <a:ext cx="19025" cy="16400"/>
            </a:xfrm>
            <a:custGeom>
              <a:rect b="b" l="l" r="r" t="t"/>
              <a:pathLst>
                <a:path extrusionOk="0" h="656" w="761">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48"/>
            <p:cNvSpPr/>
            <p:nvPr/>
          </p:nvSpPr>
          <p:spPr>
            <a:xfrm>
              <a:off x="1276688" y="3088331"/>
              <a:ext cx="17750" cy="16600"/>
            </a:xfrm>
            <a:custGeom>
              <a:rect b="b" l="l" r="r" t="t"/>
              <a:pathLst>
                <a:path extrusionOk="0" h="664" w="71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148"/>
            <p:cNvSpPr/>
            <p:nvPr/>
          </p:nvSpPr>
          <p:spPr>
            <a:xfrm>
              <a:off x="1237963" y="3120906"/>
              <a:ext cx="28700" cy="27800"/>
            </a:xfrm>
            <a:custGeom>
              <a:rect b="b" l="l" r="r" t="t"/>
              <a:pathLst>
                <a:path extrusionOk="0" h="1112" w="1148">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148"/>
            <p:cNvSpPr/>
            <p:nvPr/>
          </p:nvSpPr>
          <p:spPr>
            <a:xfrm>
              <a:off x="1114663" y="3024131"/>
              <a:ext cx="246125" cy="261525"/>
            </a:xfrm>
            <a:custGeom>
              <a:rect b="b" l="l" r="r" t="t"/>
              <a:pathLst>
                <a:path extrusionOk="0" h="10461" w="9845">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148"/>
            <p:cNvSpPr/>
            <p:nvPr/>
          </p:nvSpPr>
          <p:spPr>
            <a:xfrm>
              <a:off x="1027563" y="3311281"/>
              <a:ext cx="49300" cy="36500"/>
            </a:xfrm>
            <a:custGeom>
              <a:rect b="b" l="l" r="r" t="t"/>
              <a:pathLst>
                <a:path extrusionOk="0" h="1460" w="1972">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148"/>
            <p:cNvSpPr/>
            <p:nvPr/>
          </p:nvSpPr>
          <p:spPr>
            <a:xfrm>
              <a:off x="1002088" y="3225856"/>
              <a:ext cx="138525" cy="141975"/>
            </a:xfrm>
            <a:custGeom>
              <a:rect b="b" l="l" r="r" t="t"/>
              <a:pathLst>
                <a:path extrusionOk="0" h="5679" w="5541">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7" name="Google Shape;20447;p148"/>
          <p:cNvGrpSpPr/>
          <p:nvPr/>
        </p:nvGrpSpPr>
        <p:grpSpPr>
          <a:xfrm>
            <a:off x="1047104" y="2318837"/>
            <a:ext cx="337825" cy="345675"/>
            <a:chOff x="1014488" y="3581531"/>
            <a:chExt cx="337825" cy="345675"/>
          </a:xfrm>
        </p:grpSpPr>
        <p:sp>
          <p:nvSpPr>
            <p:cNvPr id="20448" name="Google Shape;20448;p148"/>
            <p:cNvSpPr/>
            <p:nvPr/>
          </p:nvSpPr>
          <p:spPr>
            <a:xfrm>
              <a:off x="1135488" y="3834581"/>
              <a:ext cx="10050" cy="18550"/>
            </a:xfrm>
            <a:custGeom>
              <a:rect b="b" l="l" r="r" t="t"/>
              <a:pathLst>
                <a:path extrusionOk="0" h="742" w="402">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48"/>
            <p:cNvSpPr/>
            <p:nvPr/>
          </p:nvSpPr>
          <p:spPr>
            <a:xfrm>
              <a:off x="1228063" y="3834581"/>
              <a:ext cx="10050" cy="18550"/>
            </a:xfrm>
            <a:custGeom>
              <a:rect b="b" l="l" r="r" t="t"/>
              <a:pathLst>
                <a:path extrusionOk="0" h="742" w="402">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48"/>
            <p:cNvSpPr/>
            <p:nvPr/>
          </p:nvSpPr>
          <p:spPr>
            <a:xfrm>
              <a:off x="1169438" y="3842881"/>
              <a:ext cx="35900" cy="15075"/>
            </a:xfrm>
            <a:custGeom>
              <a:rect b="b" l="l" r="r" t="t"/>
              <a:pathLst>
                <a:path extrusionOk="0" h="603" w="1436">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148"/>
            <p:cNvSpPr/>
            <p:nvPr/>
          </p:nvSpPr>
          <p:spPr>
            <a:xfrm>
              <a:off x="1083013" y="3789431"/>
              <a:ext cx="209125" cy="110000"/>
            </a:xfrm>
            <a:custGeom>
              <a:rect b="b" l="l" r="r" t="t"/>
              <a:pathLst>
                <a:path extrusionOk="0" h="4400" w="8365">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148"/>
            <p:cNvSpPr/>
            <p:nvPr/>
          </p:nvSpPr>
          <p:spPr>
            <a:xfrm>
              <a:off x="1137038" y="3740456"/>
              <a:ext cx="49400" cy="42450"/>
            </a:xfrm>
            <a:custGeom>
              <a:rect b="b" l="l" r="r" t="t"/>
              <a:pathLst>
                <a:path extrusionOk="0" h="1698" w="1976">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148"/>
            <p:cNvSpPr/>
            <p:nvPr/>
          </p:nvSpPr>
          <p:spPr>
            <a:xfrm>
              <a:off x="1192588" y="3732831"/>
              <a:ext cx="44000" cy="37750"/>
            </a:xfrm>
            <a:custGeom>
              <a:rect b="b" l="l" r="r" t="t"/>
              <a:pathLst>
                <a:path extrusionOk="0" h="1510" w="176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148"/>
            <p:cNvSpPr/>
            <p:nvPr/>
          </p:nvSpPr>
          <p:spPr>
            <a:xfrm>
              <a:off x="1160938" y="3699656"/>
              <a:ext cx="37075" cy="32350"/>
            </a:xfrm>
            <a:custGeom>
              <a:rect b="b" l="l" r="r" t="t"/>
              <a:pathLst>
                <a:path extrusionOk="0" h="1294" w="1483">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148"/>
            <p:cNvSpPr/>
            <p:nvPr/>
          </p:nvSpPr>
          <p:spPr>
            <a:xfrm>
              <a:off x="1014488" y="3581531"/>
              <a:ext cx="337825" cy="345675"/>
            </a:xfrm>
            <a:custGeom>
              <a:rect b="b" l="l" r="r" t="t"/>
              <a:pathLst>
                <a:path extrusionOk="0" h="13827" w="13513">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6" name="Google Shape;20456;p148"/>
          <p:cNvGrpSpPr/>
          <p:nvPr/>
        </p:nvGrpSpPr>
        <p:grpSpPr>
          <a:xfrm>
            <a:off x="1069417" y="2850724"/>
            <a:ext cx="293200" cy="345675"/>
            <a:chOff x="2561313" y="4141656"/>
            <a:chExt cx="293200" cy="345675"/>
          </a:xfrm>
        </p:grpSpPr>
        <p:sp>
          <p:nvSpPr>
            <p:cNvPr id="20457" name="Google Shape;20457;p148"/>
            <p:cNvSpPr/>
            <p:nvPr/>
          </p:nvSpPr>
          <p:spPr>
            <a:xfrm>
              <a:off x="2656963" y="4363106"/>
              <a:ext cx="10075" cy="18525"/>
            </a:xfrm>
            <a:custGeom>
              <a:rect b="b" l="l" r="r" t="t"/>
              <a:pathLst>
                <a:path extrusionOk="0" h="741" w="403">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148"/>
            <p:cNvSpPr/>
            <p:nvPr/>
          </p:nvSpPr>
          <p:spPr>
            <a:xfrm>
              <a:off x="2748788" y="4363106"/>
              <a:ext cx="10050" cy="17750"/>
            </a:xfrm>
            <a:custGeom>
              <a:rect b="b" l="l" r="r" t="t"/>
              <a:pathLst>
                <a:path extrusionOk="0" h="710" w="402">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48"/>
            <p:cNvSpPr/>
            <p:nvPr/>
          </p:nvSpPr>
          <p:spPr>
            <a:xfrm>
              <a:off x="2690913" y="4369856"/>
              <a:ext cx="33975" cy="15650"/>
            </a:xfrm>
            <a:custGeom>
              <a:rect b="b" l="l" r="r" t="t"/>
              <a:pathLst>
                <a:path extrusionOk="0" h="626" w="1359">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148"/>
            <p:cNvSpPr/>
            <p:nvPr/>
          </p:nvSpPr>
          <p:spPr>
            <a:xfrm>
              <a:off x="2626888" y="4343806"/>
              <a:ext cx="161275" cy="60975"/>
            </a:xfrm>
            <a:custGeom>
              <a:rect b="b" l="l" r="r" t="t"/>
              <a:pathLst>
                <a:path extrusionOk="0" h="2439" w="6451">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148"/>
            <p:cNvSpPr/>
            <p:nvPr/>
          </p:nvSpPr>
          <p:spPr>
            <a:xfrm>
              <a:off x="2603738" y="4419431"/>
              <a:ext cx="49400" cy="41650"/>
            </a:xfrm>
            <a:custGeom>
              <a:rect b="b" l="l" r="r" t="t"/>
              <a:pathLst>
                <a:path extrusionOk="0" h="1666" w="1976">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148"/>
            <p:cNvSpPr/>
            <p:nvPr/>
          </p:nvSpPr>
          <p:spPr>
            <a:xfrm>
              <a:off x="2762663" y="4419431"/>
              <a:ext cx="48650" cy="41650"/>
            </a:xfrm>
            <a:custGeom>
              <a:rect b="b" l="l" r="r" t="t"/>
              <a:pathLst>
                <a:path extrusionOk="0" h="1666" w="1946">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48"/>
            <p:cNvSpPr/>
            <p:nvPr/>
          </p:nvSpPr>
          <p:spPr>
            <a:xfrm>
              <a:off x="2679338" y="4419431"/>
              <a:ext cx="49425" cy="41650"/>
            </a:xfrm>
            <a:custGeom>
              <a:rect b="b" l="l" r="r" t="t"/>
              <a:pathLst>
                <a:path extrusionOk="0" h="1666" w="1977">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48"/>
            <p:cNvSpPr/>
            <p:nvPr/>
          </p:nvSpPr>
          <p:spPr>
            <a:xfrm>
              <a:off x="2561313" y="4141656"/>
              <a:ext cx="293200" cy="345675"/>
            </a:xfrm>
            <a:custGeom>
              <a:rect b="b" l="l" r="r" t="t"/>
              <a:pathLst>
                <a:path extrusionOk="0" h="13827" w="11728">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5" name="Google Shape;20465;p148"/>
          <p:cNvGrpSpPr/>
          <p:nvPr/>
        </p:nvGrpSpPr>
        <p:grpSpPr>
          <a:xfrm>
            <a:off x="1786400" y="2850824"/>
            <a:ext cx="348775" cy="345475"/>
            <a:chOff x="7790063" y="1921756"/>
            <a:chExt cx="348775" cy="345475"/>
          </a:xfrm>
        </p:grpSpPr>
        <p:sp>
          <p:nvSpPr>
            <p:cNvPr id="20466" name="Google Shape;20466;p148"/>
            <p:cNvSpPr/>
            <p:nvPr/>
          </p:nvSpPr>
          <p:spPr>
            <a:xfrm>
              <a:off x="7790063" y="1992606"/>
              <a:ext cx="267750" cy="274625"/>
            </a:xfrm>
            <a:custGeom>
              <a:rect b="b" l="l" r="r" t="t"/>
              <a:pathLst>
                <a:path extrusionOk="0" h="10985" w="1071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148"/>
            <p:cNvSpPr/>
            <p:nvPr/>
          </p:nvSpPr>
          <p:spPr>
            <a:xfrm>
              <a:off x="7955963" y="1921756"/>
              <a:ext cx="182875" cy="273650"/>
            </a:xfrm>
            <a:custGeom>
              <a:rect b="b" l="l" r="r" t="t"/>
              <a:pathLst>
                <a:path extrusionOk="0" h="10946" w="7315">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148"/>
          <p:cNvGrpSpPr/>
          <p:nvPr/>
        </p:nvGrpSpPr>
        <p:grpSpPr>
          <a:xfrm>
            <a:off x="2550019" y="2850724"/>
            <a:ext cx="314050" cy="345675"/>
            <a:chOff x="6329538" y="3581531"/>
            <a:chExt cx="314050" cy="345675"/>
          </a:xfrm>
        </p:grpSpPr>
        <p:sp>
          <p:nvSpPr>
            <p:cNvPr id="20469" name="Google Shape;20469;p148"/>
            <p:cNvSpPr/>
            <p:nvPr/>
          </p:nvSpPr>
          <p:spPr>
            <a:xfrm>
              <a:off x="6409013" y="3621656"/>
              <a:ext cx="193675" cy="233025"/>
            </a:xfrm>
            <a:custGeom>
              <a:rect b="b" l="l" r="r" t="t"/>
              <a:pathLst>
                <a:path extrusionOk="0" h="9321" w="7747">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48"/>
            <p:cNvSpPr/>
            <p:nvPr/>
          </p:nvSpPr>
          <p:spPr>
            <a:xfrm>
              <a:off x="6354988" y="3655981"/>
              <a:ext cx="38600" cy="164350"/>
            </a:xfrm>
            <a:custGeom>
              <a:rect b="b" l="l" r="r" t="t"/>
              <a:pathLst>
                <a:path extrusionOk="0" h="6574" w="1544">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48"/>
            <p:cNvSpPr/>
            <p:nvPr/>
          </p:nvSpPr>
          <p:spPr>
            <a:xfrm>
              <a:off x="6329538" y="3581531"/>
              <a:ext cx="314050" cy="345675"/>
            </a:xfrm>
            <a:custGeom>
              <a:rect b="b" l="l" r="r" t="t"/>
              <a:pathLst>
                <a:path extrusionOk="0" h="13827" w="12562">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2" name="Google Shape;20472;p148"/>
          <p:cNvGrpSpPr/>
          <p:nvPr/>
        </p:nvGrpSpPr>
        <p:grpSpPr>
          <a:xfrm>
            <a:off x="3301894" y="2858799"/>
            <a:ext cx="348000" cy="329525"/>
            <a:chOff x="7054788" y="1930381"/>
            <a:chExt cx="348000" cy="329525"/>
          </a:xfrm>
        </p:grpSpPr>
        <p:sp>
          <p:nvSpPr>
            <p:cNvPr id="20473" name="Google Shape;20473;p148"/>
            <p:cNvSpPr/>
            <p:nvPr/>
          </p:nvSpPr>
          <p:spPr>
            <a:xfrm>
              <a:off x="7054788" y="1930381"/>
              <a:ext cx="348000" cy="329525"/>
            </a:xfrm>
            <a:custGeom>
              <a:rect b="b" l="l" r="r" t="t"/>
              <a:pathLst>
                <a:path extrusionOk="0" h="13181" w="1392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148"/>
            <p:cNvSpPr/>
            <p:nvPr/>
          </p:nvSpPr>
          <p:spPr>
            <a:xfrm>
              <a:off x="7244588" y="2131031"/>
              <a:ext cx="55575" cy="70225"/>
            </a:xfrm>
            <a:custGeom>
              <a:rect b="b" l="l" r="r" t="t"/>
              <a:pathLst>
                <a:path extrusionOk="0" h="2809" w="2223">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48"/>
            <p:cNvSpPr/>
            <p:nvPr/>
          </p:nvSpPr>
          <p:spPr>
            <a:xfrm>
              <a:off x="7155488" y="2131031"/>
              <a:ext cx="57875" cy="71975"/>
            </a:xfrm>
            <a:custGeom>
              <a:rect b="b" l="l" r="r" t="t"/>
              <a:pathLst>
                <a:path extrusionOk="0" h="2879" w="2315">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6" name="Google Shape;20476;p148"/>
          <p:cNvGrpSpPr/>
          <p:nvPr/>
        </p:nvGrpSpPr>
        <p:grpSpPr>
          <a:xfrm>
            <a:off x="4069706" y="2850724"/>
            <a:ext cx="301700" cy="345675"/>
            <a:chOff x="5584988" y="4141656"/>
            <a:chExt cx="301700" cy="345675"/>
          </a:xfrm>
        </p:grpSpPr>
        <p:sp>
          <p:nvSpPr>
            <p:cNvPr id="20477" name="Google Shape;20477;p148"/>
            <p:cNvSpPr/>
            <p:nvPr/>
          </p:nvSpPr>
          <p:spPr>
            <a:xfrm>
              <a:off x="5682988" y="4403206"/>
              <a:ext cx="10825" cy="18550"/>
            </a:xfrm>
            <a:custGeom>
              <a:rect b="b" l="l" r="r" t="t"/>
              <a:pathLst>
                <a:path extrusionOk="0" h="742" w="433">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48"/>
            <p:cNvSpPr/>
            <p:nvPr/>
          </p:nvSpPr>
          <p:spPr>
            <a:xfrm>
              <a:off x="5777113" y="4403206"/>
              <a:ext cx="10050" cy="18550"/>
            </a:xfrm>
            <a:custGeom>
              <a:rect b="b" l="l" r="r" t="t"/>
              <a:pathLst>
                <a:path extrusionOk="0" h="742" w="402">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148"/>
            <p:cNvSpPr/>
            <p:nvPr/>
          </p:nvSpPr>
          <p:spPr>
            <a:xfrm>
              <a:off x="5716538" y="4410856"/>
              <a:ext cx="37850" cy="15525"/>
            </a:xfrm>
            <a:custGeom>
              <a:rect b="b" l="l" r="r" t="t"/>
              <a:pathLst>
                <a:path extrusionOk="0" h="621" w="1514">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148"/>
            <p:cNvSpPr/>
            <p:nvPr/>
          </p:nvSpPr>
          <p:spPr>
            <a:xfrm>
              <a:off x="5618938" y="4355856"/>
              <a:ext cx="233025" cy="104475"/>
            </a:xfrm>
            <a:custGeom>
              <a:rect b="b" l="l" r="r" t="t"/>
              <a:pathLst>
                <a:path extrusionOk="0" h="4179" w="9321">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148"/>
            <p:cNvSpPr/>
            <p:nvPr/>
          </p:nvSpPr>
          <p:spPr>
            <a:xfrm>
              <a:off x="5724638" y="4309856"/>
              <a:ext cx="50950" cy="44300"/>
            </a:xfrm>
            <a:custGeom>
              <a:rect b="b" l="l" r="r" t="t"/>
              <a:pathLst>
                <a:path extrusionOk="0" h="1772" w="2038">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148"/>
            <p:cNvSpPr/>
            <p:nvPr/>
          </p:nvSpPr>
          <p:spPr>
            <a:xfrm>
              <a:off x="5708438" y="4259706"/>
              <a:ext cx="40925" cy="35125"/>
            </a:xfrm>
            <a:custGeom>
              <a:rect b="b" l="l" r="r" t="t"/>
              <a:pathLst>
                <a:path extrusionOk="0" h="1405" w="1637">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48"/>
            <p:cNvSpPr/>
            <p:nvPr/>
          </p:nvSpPr>
          <p:spPr>
            <a:xfrm>
              <a:off x="5584988" y="4141656"/>
              <a:ext cx="301700" cy="345675"/>
            </a:xfrm>
            <a:custGeom>
              <a:rect b="b" l="l" r="r" t="t"/>
              <a:pathLst>
                <a:path extrusionOk="0" h="13827" w="12068">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4" name="Google Shape;20484;p148"/>
          <p:cNvGrpSpPr/>
          <p:nvPr/>
        </p:nvGrpSpPr>
        <p:grpSpPr>
          <a:xfrm>
            <a:off x="4057356" y="3418117"/>
            <a:ext cx="326400" cy="344725"/>
            <a:chOff x="7065588" y="3581531"/>
            <a:chExt cx="326400" cy="344725"/>
          </a:xfrm>
        </p:grpSpPr>
        <p:sp>
          <p:nvSpPr>
            <p:cNvPr id="20485" name="Google Shape;20485;p148"/>
            <p:cNvSpPr/>
            <p:nvPr/>
          </p:nvSpPr>
          <p:spPr>
            <a:xfrm>
              <a:off x="7170513" y="3671031"/>
              <a:ext cx="10075" cy="18725"/>
            </a:xfrm>
            <a:custGeom>
              <a:rect b="b" l="l" r="r" t="t"/>
              <a:pathLst>
                <a:path extrusionOk="0" h="749" w="403">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48"/>
            <p:cNvSpPr/>
            <p:nvPr/>
          </p:nvSpPr>
          <p:spPr>
            <a:xfrm>
              <a:off x="7276988" y="3671031"/>
              <a:ext cx="10825" cy="19300"/>
            </a:xfrm>
            <a:custGeom>
              <a:rect b="b" l="l" r="r" t="t"/>
              <a:pathLst>
                <a:path extrusionOk="0" h="772" w="433">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48"/>
            <p:cNvSpPr/>
            <p:nvPr/>
          </p:nvSpPr>
          <p:spPr>
            <a:xfrm>
              <a:off x="7207938" y="3679431"/>
              <a:ext cx="41125" cy="16125"/>
            </a:xfrm>
            <a:custGeom>
              <a:rect b="b" l="l" r="r" t="t"/>
              <a:pathLst>
                <a:path extrusionOk="0" h="645" w="1645">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48"/>
            <p:cNvSpPr/>
            <p:nvPr/>
          </p:nvSpPr>
          <p:spPr>
            <a:xfrm>
              <a:off x="7065588" y="3581531"/>
              <a:ext cx="326400" cy="344725"/>
            </a:xfrm>
            <a:custGeom>
              <a:rect b="b" l="l" r="r" t="t"/>
              <a:pathLst>
                <a:path extrusionOk="0" h="13789" w="13056">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9" name="Google Shape;20489;p148"/>
          <p:cNvGrpSpPr/>
          <p:nvPr/>
        </p:nvGrpSpPr>
        <p:grpSpPr>
          <a:xfrm>
            <a:off x="3303056" y="3418005"/>
            <a:ext cx="345675" cy="344950"/>
            <a:chOff x="3294263" y="3582256"/>
            <a:chExt cx="345675" cy="344950"/>
          </a:xfrm>
        </p:grpSpPr>
        <p:sp>
          <p:nvSpPr>
            <p:cNvPr id="20490" name="Google Shape;20490;p148"/>
            <p:cNvSpPr/>
            <p:nvPr/>
          </p:nvSpPr>
          <p:spPr>
            <a:xfrm>
              <a:off x="3526513" y="3727206"/>
              <a:ext cx="10050" cy="22550"/>
            </a:xfrm>
            <a:custGeom>
              <a:rect b="b" l="l" r="r" t="t"/>
              <a:pathLst>
                <a:path extrusionOk="0" h="902" w="402">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148"/>
            <p:cNvSpPr/>
            <p:nvPr/>
          </p:nvSpPr>
          <p:spPr>
            <a:xfrm>
              <a:off x="3397663" y="3727206"/>
              <a:ext cx="10050" cy="22550"/>
            </a:xfrm>
            <a:custGeom>
              <a:rect b="b" l="l" r="r" t="t"/>
              <a:pathLst>
                <a:path extrusionOk="0" h="902" w="402">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48"/>
            <p:cNvSpPr/>
            <p:nvPr/>
          </p:nvSpPr>
          <p:spPr>
            <a:xfrm>
              <a:off x="3448238" y="3758556"/>
              <a:ext cx="35850" cy="15100"/>
            </a:xfrm>
            <a:custGeom>
              <a:rect b="b" l="l" r="r" t="t"/>
              <a:pathLst>
                <a:path extrusionOk="0" h="604" w="1434">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48"/>
            <p:cNvSpPr/>
            <p:nvPr/>
          </p:nvSpPr>
          <p:spPr>
            <a:xfrm>
              <a:off x="3294263" y="3582256"/>
              <a:ext cx="345675" cy="344950"/>
            </a:xfrm>
            <a:custGeom>
              <a:rect b="b" l="l" r="r" t="t"/>
              <a:pathLst>
                <a:path extrusionOk="0" h="13798" w="13827">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4" name="Google Shape;20494;p148"/>
          <p:cNvGrpSpPr/>
          <p:nvPr/>
        </p:nvGrpSpPr>
        <p:grpSpPr>
          <a:xfrm>
            <a:off x="2526881" y="3418230"/>
            <a:ext cx="360325" cy="344500"/>
            <a:chOff x="4038813" y="2463956"/>
            <a:chExt cx="360325" cy="344500"/>
          </a:xfrm>
        </p:grpSpPr>
        <p:grpSp>
          <p:nvGrpSpPr>
            <p:cNvPr id="20495" name="Google Shape;20495;p148"/>
            <p:cNvGrpSpPr/>
            <p:nvPr/>
          </p:nvGrpSpPr>
          <p:grpSpPr>
            <a:xfrm>
              <a:off x="4038813" y="2575656"/>
              <a:ext cx="360325" cy="232800"/>
              <a:chOff x="4038813" y="2575656"/>
              <a:chExt cx="360325" cy="232800"/>
            </a:xfrm>
          </p:grpSpPr>
          <p:sp>
            <p:nvSpPr>
              <p:cNvPr id="20496" name="Google Shape;20496;p148"/>
              <p:cNvSpPr/>
              <p:nvPr/>
            </p:nvSpPr>
            <p:spPr>
              <a:xfrm>
                <a:off x="4087413" y="2682481"/>
                <a:ext cx="17775" cy="16625"/>
              </a:xfrm>
              <a:custGeom>
                <a:rect b="b" l="l" r="r" t="t"/>
                <a:pathLst>
                  <a:path extrusionOk="0" h="665" w="711">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148"/>
              <p:cNvSpPr/>
              <p:nvPr/>
            </p:nvSpPr>
            <p:spPr>
              <a:xfrm>
                <a:off x="4161488" y="2755781"/>
                <a:ext cx="17775" cy="16800"/>
              </a:xfrm>
              <a:custGeom>
                <a:rect b="b" l="l" r="r" t="t"/>
                <a:pathLst>
                  <a:path extrusionOk="0" h="672" w="711">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48"/>
              <p:cNvSpPr/>
              <p:nvPr/>
            </p:nvSpPr>
            <p:spPr>
              <a:xfrm>
                <a:off x="4115213" y="2715856"/>
                <a:ext cx="29625" cy="28700"/>
              </a:xfrm>
              <a:custGeom>
                <a:rect b="b" l="l" r="r" t="t"/>
                <a:pathLst>
                  <a:path extrusionOk="0" h="1148" w="1185">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148"/>
              <p:cNvSpPr/>
              <p:nvPr/>
            </p:nvSpPr>
            <p:spPr>
              <a:xfrm>
                <a:off x="4038813" y="2575656"/>
                <a:ext cx="360325" cy="232800"/>
              </a:xfrm>
              <a:custGeom>
                <a:rect b="b" l="l" r="r" t="t"/>
                <a:pathLst>
                  <a:path extrusionOk="0" h="9312" w="14413">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00" name="Google Shape;20500;p148"/>
            <p:cNvSpPr/>
            <p:nvPr/>
          </p:nvSpPr>
          <p:spPr>
            <a:xfrm>
              <a:off x="4098213" y="2463956"/>
              <a:ext cx="162050" cy="269675"/>
            </a:xfrm>
            <a:custGeom>
              <a:rect b="b" l="l" r="r" t="t"/>
              <a:pathLst>
                <a:path extrusionOk="0" h="10787" w="6482">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1" name="Google Shape;20501;p148"/>
          <p:cNvGrpSpPr/>
          <p:nvPr/>
        </p:nvGrpSpPr>
        <p:grpSpPr>
          <a:xfrm>
            <a:off x="1858938" y="3417642"/>
            <a:ext cx="203700" cy="345675"/>
            <a:chOff x="7861838" y="4141656"/>
            <a:chExt cx="203700" cy="345675"/>
          </a:xfrm>
        </p:grpSpPr>
        <p:sp>
          <p:nvSpPr>
            <p:cNvPr id="20502" name="Google Shape;20502;p148"/>
            <p:cNvSpPr/>
            <p:nvPr/>
          </p:nvSpPr>
          <p:spPr>
            <a:xfrm>
              <a:off x="7915063" y="4445656"/>
              <a:ext cx="10050" cy="17775"/>
            </a:xfrm>
            <a:custGeom>
              <a:rect b="b" l="l" r="r" t="t"/>
              <a:pathLst>
                <a:path extrusionOk="0" h="711" w="402">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148"/>
            <p:cNvSpPr/>
            <p:nvPr/>
          </p:nvSpPr>
          <p:spPr>
            <a:xfrm>
              <a:off x="8002238" y="4445656"/>
              <a:ext cx="10825" cy="17775"/>
            </a:xfrm>
            <a:custGeom>
              <a:rect b="b" l="l" r="r" t="t"/>
              <a:pathLst>
                <a:path extrusionOk="0" h="711" w="433">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148"/>
            <p:cNvSpPr/>
            <p:nvPr/>
          </p:nvSpPr>
          <p:spPr>
            <a:xfrm>
              <a:off x="7945563" y="4452956"/>
              <a:ext cx="36250" cy="15100"/>
            </a:xfrm>
            <a:custGeom>
              <a:rect b="b" l="l" r="r" t="t"/>
              <a:pathLst>
                <a:path extrusionOk="0" h="604" w="145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48"/>
            <p:cNvSpPr/>
            <p:nvPr/>
          </p:nvSpPr>
          <p:spPr>
            <a:xfrm>
              <a:off x="7861838" y="4141656"/>
              <a:ext cx="203700" cy="345675"/>
            </a:xfrm>
            <a:custGeom>
              <a:rect b="b" l="l" r="r" t="t"/>
              <a:pathLst>
                <a:path extrusionOk="0" h="13827" w="8148">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6" name="Google Shape;20506;p148"/>
          <p:cNvGrpSpPr/>
          <p:nvPr/>
        </p:nvGrpSpPr>
        <p:grpSpPr>
          <a:xfrm>
            <a:off x="1067092" y="3417542"/>
            <a:ext cx="297850" cy="345875"/>
            <a:chOff x="3318963" y="4141656"/>
            <a:chExt cx="297850" cy="345875"/>
          </a:xfrm>
        </p:grpSpPr>
        <p:sp>
          <p:nvSpPr>
            <p:cNvPr id="20507" name="Google Shape;20507;p148"/>
            <p:cNvSpPr/>
            <p:nvPr/>
          </p:nvSpPr>
          <p:spPr>
            <a:xfrm>
              <a:off x="3511063" y="4180831"/>
              <a:ext cx="14700" cy="14300"/>
            </a:xfrm>
            <a:custGeom>
              <a:rect b="b" l="l" r="r" t="t"/>
              <a:pathLst>
                <a:path extrusionOk="0" h="572" w="588">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48"/>
            <p:cNvSpPr/>
            <p:nvPr/>
          </p:nvSpPr>
          <p:spPr>
            <a:xfrm>
              <a:off x="3556588" y="4226331"/>
              <a:ext cx="15475" cy="14500"/>
            </a:xfrm>
            <a:custGeom>
              <a:rect b="b" l="l" r="r" t="t"/>
              <a:pathLst>
                <a:path extrusionOk="0" h="580" w="619">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48"/>
            <p:cNvSpPr/>
            <p:nvPr/>
          </p:nvSpPr>
          <p:spPr>
            <a:xfrm>
              <a:off x="3528813" y="4201856"/>
              <a:ext cx="22075" cy="21625"/>
            </a:xfrm>
            <a:custGeom>
              <a:rect b="b" l="l" r="r" t="t"/>
              <a:pathLst>
                <a:path extrusionOk="0" h="865" w="883">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148"/>
            <p:cNvSpPr/>
            <p:nvPr/>
          </p:nvSpPr>
          <p:spPr>
            <a:xfrm>
              <a:off x="3318963" y="4404556"/>
              <a:ext cx="75625" cy="82975"/>
            </a:xfrm>
            <a:custGeom>
              <a:rect b="b" l="l" r="r" t="t"/>
              <a:pathLst>
                <a:path extrusionOk="0" h="3319" w="3025">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148"/>
            <p:cNvSpPr/>
            <p:nvPr/>
          </p:nvSpPr>
          <p:spPr>
            <a:xfrm>
              <a:off x="3352913" y="4141656"/>
              <a:ext cx="263900" cy="256175"/>
            </a:xfrm>
            <a:custGeom>
              <a:rect b="b" l="l" r="r" t="t"/>
              <a:pathLst>
                <a:path extrusionOk="0" h="10247" w="10556">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2" name="Google Shape;20512;p148"/>
          <p:cNvGrpSpPr/>
          <p:nvPr/>
        </p:nvGrpSpPr>
        <p:grpSpPr>
          <a:xfrm>
            <a:off x="1048192" y="3983830"/>
            <a:ext cx="335650" cy="345675"/>
            <a:chOff x="6318738" y="2463556"/>
            <a:chExt cx="335650" cy="345675"/>
          </a:xfrm>
        </p:grpSpPr>
        <p:sp>
          <p:nvSpPr>
            <p:cNvPr id="20513" name="Google Shape;20513;p148"/>
            <p:cNvSpPr/>
            <p:nvPr/>
          </p:nvSpPr>
          <p:spPr>
            <a:xfrm>
              <a:off x="6429063" y="2508306"/>
              <a:ext cx="10825" cy="20100"/>
            </a:xfrm>
            <a:custGeom>
              <a:rect b="b" l="l" r="r" t="t"/>
              <a:pathLst>
                <a:path extrusionOk="0" h="804" w="433">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48"/>
            <p:cNvSpPr/>
            <p:nvPr/>
          </p:nvSpPr>
          <p:spPr>
            <a:xfrm>
              <a:off x="6533213" y="2508306"/>
              <a:ext cx="10075" cy="20100"/>
            </a:xfrm>
            <a:custGeom>
              <a:rect b="b" l="l" r="r" t="t"/>
              <a:pathLst>
                <a:path extrusionOk="0" h="804" w="403">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48"/>
            <p:cNvSpPr/>
            <p:nvPr/>
          </p:nvSpPr>
          <p:spPr>
            <a:xfrm>
              <a:off x="6467638" y="2517481"/>
              <a:ext cx="38425" cy="16325"/>
            </a:xfrm>
            <a:custGeom>
              <a:rect b="b" l="l" r="r" t="t"/>
              <a:pathLst>
                <a:path extrusionOk="0" h="653" w="1537">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148"/>
            <p:cNvSpPr/>
            <p:nvPr/>
          </p:nvSpPr>
          <p:spPr>
            <a:xfrm>
              <a:off x="6415938" y="2603206"/>
              <a:ext cx="202175" cy="137375"/>
            </a:xfrm>
            <a:custGeom>
              <a:rect b="b" l="l" r="r" t="t"/>
              <a:pathLst>
                <a:path extrusionOk="0" h="5495" w="8087">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148"/>
            <p:cNvSpPr/>
            <p:nvPr/>
          </p:nvSpPr>
          <p:spPr>
            <a:xfrm>
              <a:off x="6318738" y="2463556"/>
              <a:ext cx="335650" cy="345675"/>
            </a:xfrm>
            <a:custGeom>
              <a:rect b="b" l="l" r="r" t="t"/>
              <a:pathLst>
                <a:path extrusionOk="0" h="13827" w="13426">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48"/>
            <p:cNvSpPr/>
            <p:nvPr/>
          </p:nvSpPr>
          <p:spPr>
            <a:xfrm>
              <a:off x="6385088" y="2491331"/>
              <a:ext cx="202175" cy="60225"/>
            </a:xfrm>
            <a:custGeom>
              <a:rect b="b" l="l" r="r" t="t"/>
              <a:pathLst>
                <a:path extrusionOk="0" h="2409" w="8087">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48"/>
            <p:cNvSpPr/>
            <p:nvPr/>
          </p:nvSpPr>
          <p:spPr>
            <a:xfrm>
              <a:off x="6359638" y="2603206"/>
              <a:ext cx="40125" cy="137550"/>
            </a:xfrm>
            <a:custGeom>
              <a:rect b="b" l="l" r="r" t="t"/>
              <a:pathLst>
                <a:path extrusionOk="0" h="5502" w="1605">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0" name="Google Shape;20520;p148"/>
          <p:cNvGrpSpPr/>
          <p:nvPr/>
        </p:nvGrpSpPr>
        <p:grpSpPr>
          <a:xfrm>
            <a:off x="1787563" y="3999592"/>
            <a:ext cx="346450" cy="314150"/>
            <a:chOff x="4051938" y="1937256"/>
            <a:chExt cx="346450" cy="314150"/>
          </a:xfrm>
        </p:grpSpPr>
        <p:sp>
          <p:nvSpPr>
            <p:cNvPr id="20521" name="Google Shape;20521;p148"/>
            <p:cNvSpPr/>
            <p:nvPr/>
          </p:nvSpPr>
          <p:spPr>
            <a:xfrm>
              <a:off x="4165338" y="2050031"/>
              <a:ext cx="104200" cy="88750"/>
            </a:xfrm>
            <a:custGeom>
              <a:rect b="b" l="l" r="r" t="t"/>
              <a:pathLst>
                <a:path extrusionOk="0" h="3550" w="4168">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148"/>
            <p:cNvSpPr/>
            <p:nvPr/>
          </p:nvSpPr>
          <p:spPr>
            <a:xfrm>
              <a:off x="4051938" y="1937256"/>
              <a:ext cx="346450" cy="314150"/>
            </a:xfrm>
            <a:custGeom>
              <a:rect b="b" l="l" r="r" t="t"/>
              <a:pathLst>
                <a:path extrusionOk="0" h="12566" w="13858">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23" name="Google Shape;20523;p148"/>
          <p:cNvSpPr/>
          <p:nvPr/>
        </p:nvSpPr>
        <p:spPr>
          <a:xfrm>
            <a:off x="2532281" y="3983530"/>
            <a:ext cx="349525" cy="346275"/>
          </a:xfrm>
          <a:custGeom>
            <a:rect b="b" l="l" r="r" t="t"/>
            <a:pathLst>
              <a:path extrusionOk="0" h="13851" w="13981">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24" name="Google Shape;20524;p148"/>
          <p:cNvGrpSpPr/>
          <p:nvPr/>
        </p:nvGrpSpPr>
        <p:grpSpPr>
          <a:xfrm>
            <a:off x="3301506" y="3983780"/>
            <a:ext cx="348775" cy="345775"/>
            <a:chOff x="3293488" y="1921231"/>
            <a:chExt cx="348775" cy="345775"/>
          </a:xfrm>
        </p:grpSpPr>
        <p:sp>
          <p:nvSpPr>
            <p:cNvPr id="20525" name="Google Shape;20525;p148"/>
            <p:cNvSpPr/>
            <p:nvPr/>
          </p:nvSpPr>
          <p:spPr>
            <a:xfrm>
              <a:off x="3423113" y="2086131"/>
              <a:ext cx="10050" cy="16375"/>
            </a:xfrm>
            <a:custGeom>
              <a:rect b="b" l="l" r="r" t="t"/>
              <a:pathLst>
                <a:path extrusionOk="0" h="655" w="402">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148"/>
            <p:cNvSpPr/>
            <p:nvPr/>
          </p:nvSpPr>
          <p:spPr>
            <a:xfrm>
              <a:off x="3496413" y="2086131"/>
              <a:ext cx="10050" cy="16375"/>
            </a:xfrm>
            <a:custGeom>
              <a:rect b="b" l="l" r="r" t="t"/>
              <a:pathLst>
                <a:path extrusionOk="0" h="655" w="402">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148"/>
            <p:cNvSpPr/>
            <p:nvPr/>
          </p:nvSpPr>
          <p:spPr>
            <a:xfrm>
              <a:off x="3448788" y="2092031"/>
              <a:ext cx="30675" cy="14150"/>
            </a:xfrm>
            <a:custGeom>
              <a:rect b="b" l="l" r="r" t="t"/>
              <a:pathLst>
                <a:path extrusionOk="0" h="566" w="1227">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148"/>
            <p:cNvSpPr/>
            <p:nvPr/>
          </p:nvSpPr>
          <p:spPr>
            <a:xfrm>
              <a:off x="3293488" y="1921231"/>
              <a:ext cx="348775" cy="345775"/>
            </a:xfrm>
            <a:custGeom>
              <a:rect b="b" l="l" r="r" t="t"/>
              <a:pathLst>
                <a:path extrusionOk="0" h="13831" w="13951">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9" name="Google Shape;20529;p148"/>
          <p:cNvGrpSpPr/>
          <p:nvPr/>
        </p:nvGrpSpPr>
        <p:grpSpPr>
          <a:xfrm>
            <a:off x="4094393" y="3984505"/>
            <a:ext cx="252325" cy="344325"/>
            <a:chOff x="6360388" y="4142256"/>
            <a:chExt cx="252325" cy="344325"/>
          </a:xfrm>
        </p:grpSpPr>
        <p:sp>
          <p:nvSpPr>
            <p:cNvPr id="20530" name="Google Shape;20530;p148"/>
            <p:cNvSpPr/>
            <p:nvPr/>
          </p:nvSpPr>
          <p:spPr>
            <a:xfrm>
              <a:off x="6427138" y="4405531"/>
              <a:ext cx="11600" cy="17575"/>
            </a:xfrm>
            <a:custGeom>
              <a:rect b="b" l="l" r="r" t="t"/>
              <a:pathLst>
                <a:path extrusionOk="0" h="703" w="464">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48"/>
            <p:cNvSpPr/>
            <p:nvPr/>
          </p:nvSpPr>
          <p:spPr>
            <a:xfrm>
              <a:off x="6534388" y="4406106"/>
              <a:ext cx="10825" cy="18150"/>
            </a:xfrm>
            <a:custGeom>
              <a:rect b="b" l="l" r="r" t="t"/>
              <a:pathLst>
                <a:path extrusionOk="0" h="726" w="433">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48"/>
            <p:cNvSpPr/>
            <p:nvPr/>
          </p:nvSpPr>
          <p:spPr>
            <a:xfrm>
              <a:off x="6466863" y="4413706"/>
              <a:ext cx="37850" cy="15575"/>
            </a:xfrm>
            <a:custGeom>
              <a:rect b="b" l="l" r="r" t="t"/>
              <a:pathLst>
                <a:path extrusionOk="0" h="623" w="1514">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148"/>
            <p:cNvSpPr/>
            <p:nvPr/>
          </p:nvSpPr>
          <p:spPr>
            <a:xfrm>
              <a:off x="6360388" y="4142256"/>
              <a:ext cx="252325" cy="344325"/>
            </a:xfrm>
            <a:custGeom>
              <a:rect b="b" l="l" r="r" t="t"/>
              <a:pathLst>
                <a:path extrusionOk="0" h="13773" w="10093">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4" name="Google Shape;20534;p148"/>
          <p:cNvGrpSpPr/>
          <p:nvPr/>
        </p:nvGrpSpPr>
        <p:grpSpPr>
          <a:xfrm>
            <a:off x="1052429" y="1765586"/>
            <a:ext cx="327175" cy="345675"/>
            <a:chOff x="4058863" y="3580756"/>
            <a:chExt cx="327175" cy="345675"/>
          </a:xfrm>
        </p:grpSpPr>
        <p:sp>
          <p:nvSpPr>
            <p:cNvPr id="20535" name="Google Shape;20535;p148"/>
            <p:cNvSpPr/>
            <p:nvPr/>
          </p:nvSpPr>
          <p:spPr>
            <a:xfrm>
              <a:off x="428416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148"/>
            <p:cNvSpPr/>
            <p:nvPr/>
          </p:nvSpPr>
          <p:spPr>
            <a:xfrm>
              <a:off x="415531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148"/>
            <p:cNvSpPr/>
            <p:nvPr/>
          </p:nvSpPr>
          <p:spPr>
            <a:xfrm>
              <a:off x="4206463" y="3757806"/>
              <a:ext cx="35300" cy="15275"/>
            </a:xfrm>
            <a:custGeom>
              <a:rect b="b" l="l" r="r" t="t"/>
              <a:pathLst>
                <a:path extrusionOk="0" h="611" w="1412">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148"/>
            <p:cNvSpPr/>
            <p:nvPr/>
          </p:nvSpPr>
          <p:spPr>
            <a:xfrm>
              <a:off x="4058863" y="3580756"/>
              <a:ext cx="327175" cy="345675"/>
            </a:xfrm>
            <a:custGeom>
              <a:rect b="b" l="l" r="r" t="t"/>
              <a:pathLst>
                <a:path extrusionOk="0" h="13827" w="13087">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39" name="Google Shape;20539;p14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43" name="Shape 20543"/>
        <p:cNvGrpSpPr/>
        <p:nvPr/>
      </p:nvGrpSpPr>
      <p:grpSpPr>
        <a:xfrm>
          <a:off x="0" y="0"/>
          <a:ext cx="0" cy="0"/>
          <a:chOff x="0" y="0"/>
          <a:chExt cx="0" cy="0"/>
        </a:xfrm>
      </p:grpSpPr>
      <p:grpSp>
        <p:nvGrpSpPr>
          <p:cNvPr id="20544" name="Google Shape;20544;p149"/>
          <p:cNvGrpSpPr/>
          <p:nvPr/>
        </p:nvGrpSpPr>
        <p:grpSpPr>
          <a:xfrm>
            <a:off x="1052575" y="1765913"/>
            <a:ext cx="363425" cy="363425"/>
            <a:chOff x="6243125" y="3052825"/>
            <a:chExt cx="363425" cy="363425"/>
          </a:xfrm>
        </p:grpSpPr>
        <p:sp>
          <p:nvSpPr>
            <p:cNvPr id="20545" name="Google Shape;20545;p149"/>
            <p:cNvSpPr/>
            <p:nvPr/>
          </p:nvSpPr>
          <p:spPr>
            <a:xfrm>
              <a:off x="6243125" y="3052825"/>
              <a:ext cx="363425" cy="363425"/>
            </a:xfrm>
            <a:custGeom>
              <a:rect b="b" l="l" r="r" t="t"/>
              <a:pathLst>
                <a:path extrusionOk="0" h="14537" w="14537">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49"/>
            <p:cNvSpPr/>
            <p:nvPr/>
          </p:nvSpPr>
          <p:spPr>
            <a:xfrm>
              <a:off x="6285575" y="3097575"/>
              <a:ext cx="277775" cy="78725"/>
            </a:xfrm>
            <a:custGeom>
              <a:rect b="b" l="l" r="r" t="t"/>
              <a:pathLst>
                <a:path extrusionOk="0" h="3149" w="11111">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49"/>
            <p:cNvSpPr/>
            <p:nvPr/>
          </p:nvSpPr>
          <p:spPr>
            <a:xfrm>
              <a:off x="6285575" y="3204050"/>
              <a:ext cx="125000" cy="77950"/>
            </a:xfrm>
            <a:custGeom>
              <a:rect b="b" l="l" r="r" t="t"/>
              <a:pathLst>
                <a:path extrusionOk="0" h="3118" w="500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49"/>
            <p:cNvSpPr/>
            <p:nvPr/>
          </p:nvSpPr>
          <p:spPr>
            <a:xfrm>
              <a:off x="6438350" y="3204050"/>
              <a:ext cx="125000" cy="77950"/>
            </a:xfrm>
            <a:custGeom>
              <a:rect b="b" l="l" r="r" t="t"/>
              <a:pathLst>
                <a:path extrusionOk="0" h="3118" w="500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149"/>
            <p:cNvSpPr/>
            <p:nvPr/>
          </p:nvSpPr>
          <p:spPr>
            <a:xfrm>
              <a:off x="6416650" y="3312350"/>
              <a:ext cx="15625" cy="14125"/>
            </a:xfrm>
            <a:custGeom>
              <a:rect b="b" l="l" r="r" t="t"/>
              <a:pathLst>
                <a:path extrusionOk="0" h="565" w="625">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0" name="Google Shape;20550;p149"/>
          <p:cNvGrpSpPr/>
          <p:nvPr/>
        </p:nvGrpSpPr>
        <p:grpSpPr>
          <a:xfrm>
            <a:off x="1703363" y="1765913"/>
            <a:ext cx="387325" cy="363425"/>
            <a:chOff x="5481625" y="3052825"/>
            <a:chExt cx="387325" cy="363425"/>
          </a:xfrm>
        </p:grpSpPr>
        <p:sp>
          <p:nvSpPr>
            <p:cNvPr id="20551" name="Google Shape;20551;p149"/>
            <p:cNvSpPr/>
            <p:nvPr/>
          </p:nvSpPr>
          <p:spPr>
            <a:xfrm>
              <a:off x="5650600" y="3095400"/>
              <a:ext cx="66375" cy="57000"/>
            </a:xfrm>
            <a:custGeom>
              <a:rect b="b" l="l" r="r" t="t"/>
              <a:pathLst>
                <a:path extrusionOk="0" h="2280" w="2655">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49"/>
            <p:cNvSpPr/>
            <p:nvPr/>
          </p:nvSpPr>
          <p:spPr>
            <a:xfrm>
              <a:off x="5550300" y="3295250"/>
              <a:ext cx="66375" cy="56975"/>
            </a:xfrm>
            <a:custGeom>
              <a:rect b="b" l="l" r="r" t="t"/>
              <a:pathLst>
                <a:path extrusionOk="0" h="2279" w="2655">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149"/>
            <p:cNvSpPr/>
            <p:nvPr/>
          </p:nvSpPr>
          <p:spPr>
            <a:xfrm>
              <a:off x="5481625" y="3059950"/>
              <a:ext cx="387325" cy="356300"/>
            </a:xfrm>
            <a:custGeom>
              <a:rect b="b" l="l" r="r" t="t"/>
              <a:pathLst>
                <a:path extrusionOk="0" h="14252" w="15493">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149"/>
            <p:cNvSpPr/>
            <p:nvPr/>
          </p:nvSpPr>
          <p:spPr>
            <a:xfrm>
              <a:off x="5750125" y="3295250"/>
              <a:ext cx="66375" cy="56975"/>
            </a:xfrm>
            <a:custGeom>
              <a:rect b="b" l="l" r="r" t="t"/>
              <a:pathLst>
                <a:path extrusionOk="0" h="2279" w="2655">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149"/>
            <p:cNvSpPr/>
            <p:nvPr/>
          </p:nvSpPr>
          <p:spPr>
            <a:xfrm>
              <a:off x="5669100" y="3052825"/>
              <a:ext cx="17000" cy="14425"/>
            </a:xfrm>
            <a:custGeom>
              <a:rect b="b" l="l" r="r" t="t"/>
              <a:pathLst>
                <a:path extrusionOk="0" h="577" w="68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6" name="Google Shape;20556;p149"/>
          <p:cNvGrpSpPr/>
          <p:nvPr/>
        </p:nvGrpSpPr>
        <p:grpSpPr>
          <a:xfrm>
            <a:off x="2482750" y="1765575"/>
            <a:ext cx="312900" cy="364100"/>
            <a:chOff x="2518100" y="3601800"/>
            <a:chExt cx="312900" cy="364100"/>
          </a:xfrm>
        </p:grpSpPr>
        <p:sp>
          <p:nvSpPr>
            <p:cNvPr id="20557" name="Google Shape;20557;p149"/>
            <p:cNvSpPr/>
            <p:nvPr/>
          </p:nvSpPr>
          <p:spPr>
            <a:xfrm>
              <a:off x="2560550" y="3734875"/>
              <a:ext cx="156650" cy="141725"/>
            </a:xfrm>
            <a:custGeom>
              <a:rect b="b" l="l" r="r" t="t"/>
              <a:pathLst>
                <a:path extrusionOk="0" h="5669" w="6266">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49"/>
            <p:cNvSpPr/>
            <p:nvPr/>
          </p:nvSpPr>
          <p:spPr>
            <a:xfrm>
              <a:off x="2557900" y="3904525"/>
              <a:ext cx="144625" cy="14100"/>
            </a:xfrm>
            <a:custGeom>
              <a:rect b="b" l="l" r="r" t="t"/>
              <a:pathLst>
                <a:path extrusionOk="0" h="564" w="5785">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49"/>
            <p:cNvSpPr/>
            <p:nvPr/>
          </p:nvSpPr>
          <p:spPr>
            <a:xfrm>
              <a:off x="2772325" y="3669300"/>
              <a:ext cx="58675" cy="250000"/>
            </a:xfrm>
            <a:custGeom>
              <a:rect b="b" l="l" r="r" t="t"/>
              <a:pathLst>
                <a:path extrusionOk="0" h="10000" w="2347">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49"/>
            <p:cNvSpPr/>
            <p:nvPr/>
          </p:nvSpPr>
          <p:spPr>
            <a:xfrm>
              <a:off x="2621325" y="3951675"/>
              <a:ext cx="18725" cy="14225"/>
            </a:xfrm>
            <a:custGeom>
              <a:rect b="b" l="l" r="r" t="t"/>
              <a:pathLst>
                <a:path extrusionOk="0" h="569" w="749">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149"/>
            <p:cNvSpPr/>
            <p:nvPr/>
          </p:nvSpPr>
          <p:spPr>
            <a:xfrm>
              <a:off x="2518100" y="3601800"/>
              <a:ext cx="226875" cy="363800"/>
            </a:xfrm>
            <a:custGeom>
              <a:rect b="b" l="l" r="r" t="t"/>
              <a:pathLst>
                <a:path extrusionOk="0" h="14552" w="9075">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2" name="Google Shape;20562;p149"/>
          <p:cNvGrpSpPr/>
          <p:nvPr/>
        </p:nvGrpSpPr>
        <p:grpSpPr>
          <a:xfrm>
            <a:off x="3234350" y="1765913"/>
            <a:ext cx="370375" cy="363425"/>
            <a:chOff x="4747100" y="3052825"/>
            <a:chExt cx="370375" cy="363425"/>
          </a:xfrm>
        </p:grpSpPr>
        <p:sp>
          <p:nvSpPr>
            <p:cNvPr id="20563" name="Google Shape;20563;p149"/>
            <p:cNvSpPr/>
            <p:nvPr/>
          </p:nvSpPr>
          <p:spPr>
            <a:xfrm>
              <a:off x="4983200" y="3354500"/>
              <a:ext cx="16225" cy="14600"/>
            </a:xfrm>
            <a:custGeom>
              <a:rect b="b" l="l" r="r" t="t"/>
              <a:pathLst>
                <a:path extrusionOk="0" h="584" w="649">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49"/>
            <p:cNvSpPr/>
            <p:nvPr/>
          </p:nvSpPr>
          <p:spPr>
            <a:xfrm>
              <a:off x="4747100" y="3052825"/>
              <a:ext cx="370375" cy="363425"/>
            </a:xfrm>
            <a:custGeom>
              <a:rect b="b" l="l" r="r" t="t"/>
              <a:pathLst>
                <a:path extrusionOk="0" h="14537" w="14815">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149"/>
            <p:cNvSpPr/>
            <p:nvPr/>
          </p:nvSpPr>
          <p:spPr>
            <a:xfrm>
              <a:off x="4961600" y="3095275"/>
              <a:ext cx="59425" cy="14675"/>
            </a:xfrm>
            <a:custGeom>
              <a:rect b="b" l="l" r="r" t="t"/>
              <a:pathLst>
                <a:path extrusionOk="0" h="587" w="2377">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149"/>
            <p:cNvSpPr/>
            <p:nvPr/>
          </p:nvSpPr>
          <p:spPr>
            <a:xfrm>
              <a:off x="4983200" y="3402150"/>
              <a:ext cx="19325" cy="14100"/>
            </a:xfrm>
            <a:custGeom>
              <a:rect b="b" l="l" r="r" t="t"/>
              <a:pathLst>
                <a:path extrusionOk="0" h="564" w="773">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7" name="Google Shape;20567;p149"/>
          <p:cNvGrpSpPr/>
          <p:nvPr/>
        </p:nvGrpSpPr>
        <p:grpSpPr>
          <a:xfrm>
            <a:off x="4015600" y="1765913"/>
            <a:ext cx="313275" cy="363425"/>
            <a:chOff x="1758900" y="3602950"/>
            <a:chExt cx="313275" cy="363425"/>
          </a:xfrm>
        </p:grpSpPr>
        <p:sp>
          <p:nvSpPr>
            <p:cNvPr id="20568" name="Google Shape;20568;p149"/>
            <p:cNvSpPr/>
            <p:nvPr/>
          </p:nvSpPr>
          <p:spPr>
            <a:xfrm>
              <a:off x="1926575" y="3817400"/>
              <a:ext cx="103950" cy="14750"/>
            </a:xfrm>
            <a:custGeom>
              <a:rect b="b" l="l" r="r" t="t"/>
              <a:pathLst>
                <a:path extrusionOk="0" h="590" w="4158">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49"/>
            <p:cNvSpPr/>
            <p:nvPr/>
          </p:nvSpPr>
          <p:spPr>
            <a:xfrm>
              <a:off x="1926775" y="3774900"/>
              <a:ext cx="63175" cy="14125"/>
            </a:xfrm>
            <a:custGeom>
              <a:rect b="b" l="l" r="r" t="t"/>
              <a:pathLst>
                <a:path extrusionOk="0" h="565" w="2527">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49"/>
            <p:cNvSpPr/>
            <p:nvPr/>
          </p:nvSpPr>
          <p:spPr>
            <a:xfrm>
              <a:off x="1758900" y="3602950"/>
              <a:ext cx="313275" cy="363425"/>
            </a:xfrm>
            <a:custGeom>
              <a:rect b="b" l="l" r="r" t="t"/>
              <a:pathLst>
                <a:path extrusionOk="0" h="14537" w="12531">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49"/>
            <p:cNvSpPr/>
            <p:nvPr/>
          </p:nvSpPr>
          <p:spPr>
            <a:xfrm>
              <a:off x="1907050" y="3708950"/>
              <a:ext cx="16675" cy="14500"/>
            </a:xfrm>
            <a:custGeom>
              <a:rect b="b" l="l" r="r" t="t"/>
              <a:pathLst>
                <a:path extrusionOk="0" h="580" w="667">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2" name="Google Shape;20572;p149"/>
          <p:cNvGrpSpPr/>
          <p:nvPr/>
        </p:nvGrpSpPr>
        <p:grpSpPr>
          <a:xfrm>
            <a:off x="4751413" y="1790938"/>
            <a:ext cx="363400" cy="313375"/>
            <a:chOff x="3997175" y="3077525"/>
            <a:chExt cx="363400" cy="313375"/>
          </a:xfrm>
        </p:grpSpPr>
        <p:sp>
          <p:nvSpPr>
            <p:cNvPr id="20573" name="Google Shape;20573;p149"/>
            <p:cNvSpPr/>
            <p:nvPr/>
          </p:nvSpPr>
          <p:spPr>
            <a:xfrm>
              <a:off x="4233250" y="3333675"/>
              <a:ext cx="16225" cy="14575"/>
            </a:xfrm>
            <a:custGeom>
              <a:rect b="b" l="l" r="r" t="t"/>
              <a:pathLst>
                <a:path extrusionOk="0" h="583" w="649">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149"/>
            <p:cNvSpPr/>
            <p:nvPr/>
          </p:nvSpPr>
          <p:spPr>
            <a:xfrm>
              <a:off x="4211650" y="3248800"/>
              <a:ext cx="17000" cy="14425"/>
            </a:xfrm>
            <a:custGeom>
              <a:rect b="b" l="l" r="r" t="t"/>
              <a:pathLst>
                <a:path extrusionOk="0" h="577" w="68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49"/>
            <p:cNvSpPr/>
            <p:nvPr/>
          </p:nvSpPr>
          <p:spPr>
            <a:xfrm>
              <a:off x="4191975" y="3333100"/>
              <a:ext cx="15450" cy="13925"/>
            </a:xfrm>
            <a:custGeom>
              <a:rect b="b" l="l" r="r" t="t"/>
              <a:pathLst>
                <a:path extrusionOk="0" h="557" w="618">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149"/>
            <p:cNvSpPr/>
            <p:nvPr/>
          </p:nvSpPr>
          <p:spPr>
            <a:xfrm>
              <a:off x="4147625" y="3333675"/>
              <a:ext cx="17000" cy="14575"/>
            </a:xfrm>
            <a:custGeom>
              <a:rect b="b" l="l" r="r" t="t"/>
              <a:pathLst>
                <a:path extrusionOk="0" h="583" w="68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149"/>
            <p:cNvSpPr/>
            <p:nvPr/>
          </p:nvSpPr>
          <p:spPr>
            <a:xfrm>
              <a:off x="4037475" y="3163875"/>
              <a:ext cx="16025" cy="13900"/>
            </a:xfrm>
            <a:custGeom>
              <a:rect b="b" l="l" r="r" t="t"/>
              <a:pathLst>
                <a:path extrusionOk="0" h="556" w="641">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149"/>
            <p:cNvSpPr/>
            <p:nvPr/>
          </p:nvSpPr>
          <p:spPr>
            <a:xfrm>
              <a:off x="4037275" y="3206375"/>
              <a:ext cx="16225" cy="13825"/>
            </a:xfrm>
            <a:custGeom>
              <a:rect b="b" l="l" r="r" t="t"/>
              <a:pathLst>
                <a:path extrusionOk="0" h="553" w="649">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49"/>
            <p:cNvSpPr/>
            <p:nvPr/>
          </p:nvSpPr>
          <p:spPr>
            <a:xfrm>
              <a:off x="4037275" y="3248800"/>
              <a:ext cx="16225" cy="14425"/>
            </a:xfrm>
            <a:custGeom>
              <a:rect b="b" l="l" r="r" t="t"/>
              <a:pathLst>
                <a:path extrusionOk="0" h="577" w="649">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49"/>
            <p:cNvSpPr/>
            <p:nvPr/>
          </p:nvSpPr>
          <p:spPr>
            <a:xfrm>
              <a:off x="4037275" y="3291250"/>
              <a:ext cx="16225" cy="14575"/>
            </a:xfrm>
            <a:custGeom>
              <a:rect b="b" l="l" r="r" t="t"/>
              <a:pathLst>
                <a:path extrusionOk="0" h="583" w="649">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49"/>
            <p:cNvSpPr/>
            <p:nvPr/>
          </p:nvSpPr>
          <p:spPr>
            <a:xfrm>
              <a:off x="4038825" y="3333100"/>
              <a:ext cx="15450" cy="13925"/>
            </a:xfrm>
            <a:custGeom>
              <a:rect b="b" l="l" r="r" t="t"/>
              <a:pathLst>
                <a:path extrusionOk="0" h="557" w="618">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49"/>
            <p:cNvSpPr/>
            <p:nvPr/>
          </p:nvSpPr>
          <p:spPr>
            <a:xfrm>
              <a:off x="4080500" y="3291250"/>
              <a:ext cx="84125" cy="13900"/>
            </a:xfrm>
            <a:custGeom>
              <a:rect b="b" l="l" r="r" t="t"/>
              <a:pathLst>
                <a:path extrusionOk="0" h="556" w="3365">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49"/>
            <p:cNvSpPr/>
            <p:nvPr/>
          </p:nvSpPr>
          <p:spPr>
            <a:xfrm>
              <a:off x="4079725" y="3248800"/>
              <a:ext cx="108025" cy="13925"/>
            </a:xfrm>
            <a:custGeom>
              <a:rect b="b" l="l" r="r" t="t"/>
              <a:pathLst>
                <a:path extrusionOk="0" h="557" w="4321">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49"/>
            <p:cNvSpPr/>
            <p:nvPr/>
          </p:nvSpPr>
          <p:spPr>
            <a:xfrm>
              <a:off x="4254100" y="3248800"/>
              <a:ext cx="66375" cy="13925"/>
            </a:xfrm>
            <a:custGeom>
              <a:rect b="b" l="l" r="r" t="t"/>
              <a:pathLst>
                <a:path extrusionOk="0" h="557" w="2655">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49"/>
            <p:cNvSpPr/>
            <p:nvPr/>
          </p:nvSpPr>
          <p:spPr>
            <a:xfrm>
              <a:off x="4147100" y="3163825"/>
              <a:ext cx="63550" cy="14050"/>
            </a:xfrm>
            <a:custGeom>
              <a:rect b="b" l="l" r="r" t="t"/>
              <a:pathLst>
                <a:path extrusionOk="0" h="562" w="2542">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149"/>
            <p:cNvSpPr/>
            <p:nvPr/>
          </p:nvSpPr>
          <p:spPr>
            <a:xfrm>
              <a:off x="4189725" y="3291150"/>
              <a:ext cx="127650" cy="14100"/>
            </a:xfrm>
            <a:custGeom>
              <a:rect b="b" l="l" r="r" t="t"/>
              <a:pathLst>
                <a:path extrusionOk="0" h="564" w="5106">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149"/>
            <p:cNvSpPr/>
            <p:nvPr/>
          </p:nvSpPr>
          <p:spPr>
            <a:xfrm>
              <a:off x="4080500" y="3206375"/>
              <a:ext cx="239200" cy="13900"/>
            </a:xfrm>
            <a:custGeom>
              <a:rect b="b" l="l" r="r" t="t"/>
              <a:pathLst>
                <a:path extrusionOk="0" h="556" w="9568">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49"/>
            <p:cNvSpPr/>
            <p:nvPr/>
          </p:nvSpPr>
          <p:spPr>
            <a:xfrm>
              <a:off x="4080500" y="3163825"/>
              <a:ext cx="44525" cy="14050"/>
            </a:xfrm>
            <a:custGeom>
              <a:rect b="b" l="l" r="r" t="t"/>
              <a:pathLst>
                <a:path extrusionOk="0" h="562" w="1781">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149"/>
            <p:cNvSpPr/>
            <p:nvPr/>
          </p:nvSpPr>
          <p:spPr>
            <a:xfrm>
              <a:off x="4234025" y="3163950"/>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149"/>
            <p:cNvSpPr/>
            <p:nvPr/>
          </p:nvSpPr>
          <p:spPr>
            <a:xfrm>
              <a:off x="4080500" y="3333650"/>
              <a:ext cx="44525" cy="14750"/>
            </a:xfrm>
            <a:custGeom>
              <a:rect b="b" l="l" r="r" t="t"/>
              <a:pathLst>
                <a:path extrusionOk="0" h="590" w="1781">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149"/>
            <p:cNvSpPr/>
            <p:nvPr/>
          </p:nvSpPr>
          <p:spPr>
            <a:xfrm>
              <a:off x="4169225" y="3376125"/>
              <a:ext cx="16225" cy="14575"/>
            </a:xfrm>
            <a:custGeom>
              <a:rect b="b" l="l" r="r" t="t"/>
              <a:pathLst>
                <a:path extrusionOk="0" h="583" w="649">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149"/>
            <p:cNvSpPr/>
            <p:nvPr/>
          </p:nvSpPr>
          <p:spPr>
            <a:xfrm>
              <a:off x="3997175" y="3077525"/>
              <a:ext cx="363400" cy="313375"/>
            </a:xfrm>
            <a:custGeom>
              <a:rect b="b" l="l" r="r" t="t"/>
              <a:pathLst>
                <a:path extrusionOk="0" h="12535" w="14536">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3" name="Google Shape;20593;p149"/>
          <p:cNvGrpSpPr/>
          <p:nvPr/>
        </p:nvGrpSpPr>
        <p:grpSpPr>
          <a:xfrm>
            <a:off x="5464975" y="1765913"/>
            <a:ext cx="363425" cy="363425"/>
            <a:chOff x="3246450" y="3052825"/>
            <a:chExt cx="363425" cy="363425"/>
          </a:xfrm>
        </p:grpSpPr>
        <p:sp>
          <p:nvSpPr>
            <p:cNvPr id="20594" name="Google Shape;20594;p149"/>
            <p:cNvSpPr/>
            <p:nvPr/>
          </p:nvSpPr>
          <p:spPr>
            <a:xfrm>
              <a:off x="3246450" y="3052825"/>
              <a:ext cx="363425" cy="363425"/>
            </a:xfrm>
            <a:custGeom>
              <a:rect b="b" l="l" r="r" t="t"/>
              <a:pathLst>
                <a:path extrusionOk="0" h="14537" w="14537">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49"/>
            <p:cNvSpPr/>
            <p:nvPr/>
          </p:nvSpPr>
          <p:spPr>
            <a:xfrm>
              <a:off x="3418725" y="3402300"/>
              <a:ext cx="16775" cy="13875"/>
            </a:xfrm>
            <a:custGeom>
              <a:rect b="b" l="l" r="r" t="t"/>
              <a:pathLst>
                <a:path extrusionOk="0" h="555" w="671">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6" name="Google Shape;20596;p149"/>
          <p:cNvGrpSpPr/>
          <p:nvPr/>
        </p:nvGrpSpPr>
        <p:grpSpPr>
          <a:xfrm>
            <a:off x="6229956" y="1766300"/>
            <a:ext cx="362650" cy="362650"/>
            <a:chOff x="2492650" y="3053600"/>
            <a:chExt cx="362650" cy="362650"/>
          </a:xfrm>
        </p:grpSpPr>
        <p:sp>
          <p:nvSpPr>
            <p:cNvPr id="20597" name="Google Shape;20597;p149"/>
            <p:cNvSpPr/>
            <p:nvPr/>
          </p:nvSpPr>
          <p:spPr>
            <a:xfrm>
              <a:off x="2798950" y="3120725"/>
              <a:ext cx="56350" cy="248475"/>
            </a:xfrm>
            <a:custGeom>
              <a:rect b="b" l="l" r="r" t="t"/>
              <a:pathLst>
                <a:path extrusionOk="0" h="9939" w="2254">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49"/>
            <p:cNvSpPr/>
            <p:nvPr/>
          </p:nvSpPr>
          <p:spPr>
            <a:xfrm>
              <a:off x="2538950" y="3142325"/>
              <a:ext cx="57100" cy="57125"/>
            </a:xfrm>
            <a:custGeom>
              <a:rect b="b" l="l" r="r" t="t"/>
              <a:pathLst>
                <a:path extrusionOk="0" h="2285" w="2284">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49"/>
            <p:cNvSpPr/>
            <p:nvPr/>
          </p:nvSpPr>
          <p:spPr>
            <a:xfrm>
              <a:off x="2621175" y="3142225"/>
              <a:ext cx="108375" cy="14125"/>
            </a:xfrm>
            <a:custGeom>
              <a:rect b="b" l="l" r="r" t="t"/>
              <a:pathLst>
                <a:path extrusionOk="0" h="565" w="4335">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49"/>
            <p:cNvSpPr/>
            <p:nvPr/>
          </p:nvSpPr>
          <p:spPr>
            <a:xfrm>
              <a:off x="2624575" y="3184775"/>
              <a:ext cx="82600" cy="13900"/>
            </a:xfrm>
            <a:custGeom>
              <a:rect b="b" l="l" r="r" t="t"/>
              <a:pathLst>
                <a:path extrusionOk="0" h="556" w="3304">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149"/>
            <p:cNvSpPr/>
            <p:nvPr/>
          </p:nvSpPr>
          <p:spPr>
            <a:xfrm>
              <a:off x="2538950" y="3227200"/>
              <a:ext cx="57100" cy="57125"/>
            </a:xfrm>
            <a:custGeom>
              <a:rect b="b" l="l" r="r" t="t"/>
              <a:pathLst>
                <a:path extrusionOk="0" h="2285" w="2284">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149"/>
            <p:cNvSpPr/>
            <p:nvPr/>
          </p:nvSpPr>
          <p:spPr>
            <a:xfrm>
              <a:off x="2620975" y="3227175"/>
              <a:ext cx="108575" cy="14750"/>
            </a:xfrm>
            <a:custGeom>
              <a:rect b="b" l="l" r="r" t="t"/>
              <a:pathLst>
                <a:path extrusionOk="0" h="590" w="4343">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49"/>
            <p:cNvSpPr/>
            <p:nvPr/>
          </p:nvSpPr>
          <p:spPr>
            <a:xfrm>
              <a:off x="2620975" y="3269625"/>
              <a:ext cx="86950" cy="14725"/>
            </a:xfrm>
            <a:custGeom>
              <a:rect b="b" l="l" r="r" t="t"/>
              <a:pathLst>
                <a:path extrusionOk="0" h="589" w="3478">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149"/>
            <p:cNvSpPr/>
            <p:nvPr/>
          </p:nvSpPr>
          <p:spPr>
            <a:xfrm>
              <a:off x="2539725" y="3312075"/>
              <a:ext cx="56325" cy="57125"/>
            </a:xfrm>
            <a:custGeom>
              <a:rect b="b" l="l" r="r" t="t"/>
              <a:pathLst>
                <a:path extrusionOk="0" h="2285" w="2253">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149"/>
            <p:cNvSpPr/>
            <p:nvPr/>
          </p:nvSpPr>
          <p:spPr>
            <a:xfrm>
              <a:off x="2621175" y="3312750"/>
              <a:ext cx="108375" cy="14100"/>
            </a:xfrm>
            <a:custGeom>
              <a:rect b="b" l="l" r="r" t="t"/>
              <a:pathLst>
                <a:path extrusionOk="0" h="564" w="4335">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49"/>
            <p:cNvSpPr/>
            <p:nvPr/>
          </p:nvSpPr>
          <p:spPr>
            <a:xfrm>
              <a:off x="2621175" y="3355175"/>
              <a:ext cx="86750" cy="14125"/>
            </a:xfrm>
            <a:custGeom>
              <a:rect b="b" l="l" r="r" t="t"/>
              <a:pathLst>
                <a:path extrusionOk="0" h="565" w="347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149"/>
            <p:cNvSpPr/>
            <p:nvPr/>
          </p:nvSpPr>
          <p:spPr>
            <a:xfrm>
              <a:off x="2623800" y="3402200"/>
              <a:ext cx="15475" cy="14050"/>
            </a:xfrm>
            <a:custGeom>
              <a:rect b="b" l="l" r="r" t="t"/>
              <a:pathLst>
                <a:path extrusionOk="0" h="562" w="619">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149"/>
            <p:cNvSpPr/>
            <p:nvPr/>
          </p:nvSpPr>
          <p:spPr>
            <a:xfrm>
              <a:off x="2492650" y="3053600"/>
              <a:ext cx="277775" cy="362650"/>
            </a:xfrm>
            <a:custGeom>
              <a:rect b="b" l="l" r="r" t="t"/>
              <a:pathLst>
                <a:path extrusionOk="0" h="14506" w="11111">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9" name="Google Shape;20609;p149"/>
          <p:cNvGrpSpPr/>
          <p:nvPr/>
        </p:nvGrpSpPr>
        <p:grpSpPr>
          <a:xfrm>
            <a:off x="6957013" y="1766288"/>
            <a:ext cx="363425" cy="362675"/>
            <a:chOff x="1734225" y="3053575"/>
            <a:chExt cx="363425" cy="362675"/>
          </a:xfrm>
        </p:grpSpPr>
        <p:sp>
          <p:nvSpPr>
            <p:cNvPr id="20610" name="Google Shape;20610;p149"/>
            <p:cNvSpPr/>
            <p:nvPr/>
          </p:nvSpPr>
          <p:spPr>
            <a:xfrm>
              <a:off x="1734225" y="3053575"/>
              <a:ext cx="363425" cy="362675"/>
            </a:xfrm>
            <a:custGeom>
              <a:rect b="b" l="l" r="r" t="t"/>
              <a:pathLst>
                <a:path extrusionOk="0" h="14507" w="14537">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149"/>
            <p:cNvSpPr/>
            <p:nvPr/>
          </p:nvSpPr>
          <p:spPr>
            <a:xfrm>
              <a:off x="1789000" y="3097575"/>
              <a:ext cx="253100" cy="77950"/>
            </a:xfrm>
            <a:custGeom>
              <a:rect b="b" l="l" r="r" t="t"/>
              <a:pathLst>
                <a:path extrusionOk="0" h="3118" w="10124">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149"/>
            <p:cNvSpPr/>
            <p:nvPr/>
          </p:nvSpPr>
          <p:spPr>
            <a:xfrm>
              <a:off x="1789000" y="3204050"/>
              <a:ext cx="240750" cy="77950"/>
            </a:xfrm>
            <a:custGeom>
              <a:rect b="b" l="l" r="r" t="t"/>
              <a:pathLst>
                <a:path extrusionOk="0" h="3118" w="963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49"/>
            <p:cNvSpPr/>
            <p:nvPr/>
          </p:nvSpPr>
          <p:spPr>
            <a:xfrm>
              <a:off x="1908575" y="3312200"/>
              <a:ext cx="14700" cy="14475"/>
            </a:xfrm>
            <a:custGeom>
              <a:rect b="b" l="l" r="r" t="t"/>
              <a:pathLst>
                <a:path extrusionOk="0" h="579" w="588">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4" name="Google Shape;20614;p149"/>
          <p:cNvGrpSpPr/>
          <p:nvPr/>
        </p:nvGrpSpPr>
        <p:grpSpPr>
          <a:xfrm>
            <a:off x="7728969" y="1766013"/>
            <a:ext cx="363400" cy="363225"/>
            <a:chOff x="975800" y="3053025"/>
            <a:chExt cx="363400" cy="363225"/>
          </a:xfrm>
        </p:grpSpPr>
        <p:sp>
          <p:nvSpPr>
            <p:cNvPr id="20615" name="Google Shape;20615;p149"/>
            <p:cNvSpPr/>
            <p:nvPr/>
          </p:nvSpPr>
          <p:spPr>
            <a:xfrm>
              <a:off x="1198775" y="3169350"/>
              <a:ext cx="47150" cy="42975"/>
            </a:xfrm>
            <a:custGeom>
              <a:rect b="b" l="l" r="r" t="t"/>
              <a:pathLst>
                <a:path extrusionOk="0" h="1719" w="1886">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49"/>
            <p:cNvSpPr/>
            <p:nvPr/>
          </p:nvSpPr>
          <p:spPr>
            <a:xfrm>
              <a:off x="1072175" y="3253250"/>
              <a:ext cx="44050" cy="42075"/>
            </a:xfrm>
            <a:custGeom>
              <a:rect b="b" l="l" r="r" t="t"/>
              <a:pathLst>
                <a:path extrusionOk="0" h="1683" w="1762">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49"/>
            <p:cNvSpPr/>
            <p:nvPr/>
          </p:nvSpPr>
          <p:spPr>
            <a:xfrm>
              <a:off x="1043675" y="3161100"/>
              <a:ext cx="227650" cy="142275"/>
            </a:xfrm>
            <a:custGeom>
              <a:rect b="b" l="l" r="r" t="t"/>
              <a:pathLst>
                <a:path extrusionOk="0" h="5691" w="9106">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49"/>
            <p:cNvSpPr/>
            <p:nvPr/>
          </p:nvSpPr>
          <p:spPr>
            <a:xfrm>
              <a:off x="1150150" y="3116375"/>
              <a:ext cx="17000" cy="14400"/>
            </a:xfrm>
            <a:custGeom>
              <a:rect b="b" l="l" r="r" t="t"/>
              <a:pathLst>
                <a:path extrusionOk="0" h="576" w="68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149"/>
            <p:cNvSpPr/>
            <p:nvPr/>
          </p:nvSpPr>
          <p:spPr>
            <a:xfrm>
              <a:off x="975800" y="3053025"/>
              <a:ext cx="363400" cy="363225"/>
            </a:xfrm>
            <a:custGeom>
              <a:rect b="b" l="l" r="r" t="t"/>
              <a:pathLst>
                <a:path extrusionOk="0" h="14529" w="14536">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0" name="Google Shape;20620;p149"/>
          <p:cNvGrpSpPr/>
          <p:nvPr/>
        </p:nvGrpSpPr>
        <p:grpSpPr>
          <a:xfrm>
            <a:off x="7728956" y="2328519"/>
            <a:ext cx="363425" cy="364700"/>
            <a:chOff x="7724500" y="2485750"/>
            <a:chExt cx="363425" cy="364700"/>
          </a:xfrm>
        </p:grpSpPr>
        <p:sp>
          <p:nvSpPr>
            <p:cNvPr id="20621" name="Google Shape;20621;p149"/>
            <p:cNvSpPr/>
            <p:nvPr/>
          </p:nvSpPr>
          <p:spPr>
            <a:xfrm>
              <a:off x="7724500" y="2485750"/>
              <a:ext cx="363425" cy="363425"/>
            </a:xfrm>
            <a:custGeom>
              <a:rect b="b" l="l" r="r" t="t"/>
              <a:pathLst>
                <a:path extrusionOk="0" h="14537" w="14537">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49"/>
            <p:cNvSpPr/>
            <p:nvPr/>
          </p:nvSpPr>
          <p:spPr>
            <a:xfrm>
              <a:off x="7834075" y="2656250"/>
              <a:ext cx="145075" cy="13925"/>
            </a:xfrm>
            <a:custGeom>
              <a:rect b="b" l="l" r="r" t="t"/>
              <a:pathLst>
                <a:path extrusionOk="0" h="557" w="5803">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49"/>
            <p:cNvSpPr/>
            <p:nvPr/>
          </p:nvSpPr>
          <p:spPr>
            <a:xfrm>
              <a:off x="7810400" y="2613725"/>
              <a:ext cx="191625" cy="14050"/>
            </a:xfrm>
            <a:custGeom>
              <a:rect b="b" l="l" r="r" t="t"/>
              <a:pathLst>
                <a:path extrusionOk="0" h="562" w="7665">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149"/>
            <p:cNvSpPr/>
            <p:nvPr/>
          </p:nvSpPr>
          <p:spPr>
            <a:xfrm>
              <a:off x="7810400" y="2570600"/>
              <a:ext cx="191650" cy="14725"/>
            </a:xfrm>
            <a:custGeom>
              <a:rect b="b" l="l" r="r" t="t"/>
              <a:pathLst>
                <a:path extrusionOk="0" h="589" w="7666">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149"/>
            <p:cNvSpPr/>
            <p:nvPr/>
          </p:nvSpPr>
          <p:spPr>
            <a:xfrm>
              <a:off x="7874625" y="2698600"/>
              <a:ext cx="63175" cy="14100"/>
            </a:xfrm>
            <a:custGeom>
              <a:rect b="b" l="l" r="r" t="t"/>
              <a:pathLst>
                <a:path extrusionOk="0" h="564" w="2527">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149"/>
            <p:cNvSpPr/>
            <p:nvPr/>
          </p:nvSpPr>
          <p:spPr>
            <a:xfrm>
              <a:off x="7896200" y="2835100"/>
              <a:ext cx="18125" cy="15350"/>
            </a:xfrm>
            <a:custGeom>
              <a:rect b="b" l="l" r="r" t="t"/>
              <a:pathLst>
                <a:path extrusionOk="0" h="614" w="725">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7" name="Google Shape;20627;p149"/>
          <p:cNvGrpSpPr/>
          <p:nvPr/>
        </p:nvGrpSpPr>
        <p:grpSpPr>
          <a:xfrm>
            <a:off x="6957013" y="2328869"/>
            <a:ext cx="363425" cy="364000"/>
            <a:chOff x="6979200" y="2485750"/>
            <a:chExt cx="363425" cy="364000"/>
          </a:xfrm>
        </p:grpSpPr>
        <p:sp>
          <p:nvSpPr>
            <p:cNvPr id="20628" name="Google Shape;20628;p149"/>
            <p:cNvSpPr/>
            <p:nvPr/>
          </p:nvSpPr>
          <p:spPr>
            <a:xfrm>
              <a:off x="7221450" y="2835850"/>
              <a:ext cx="15475" cy="13900"/>
            </a:xfrm>
            <a:custGeom>
              <a:rect b="b" l="l" r="r" t="t"/>
              <a:pathLst>
                <a:path extrusionOk="0" h="556" w="619">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49"/>
            <p:cNvSpPr/>
            <p:nvPr/>
          </p:nvSpPr>
          <p:spPr>
            <a:xfrm>
              <a:off x="6979200" y="2485750"/>
              <a:ext cx="363425" cy="363425"/>
            </a:xfrm>
            <a:custGeom>
              <a:rect b="b" l="l" r="r" t="t"/>
              <a:pathLst>
                <a:path extrusionOk="0" h="14537" w="14537">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0" name="Google Shape;20630;p149"/>
          <p:cNvGrpSpPr/>
          <p:nvPr/>
        </p:nvGrpSpPr>
        <p:grpSpPr>
          <a:xfrm>
            <a:off x="6229569" y="2329156"/>
            <a:ext cx="363425" cy="363425"/>
            <a:chOff x="6243125" y="2485750"/>
            <a:chExt cx="363425" cy="363425"/>
          </a:xfrm>
        </p:grpSpPr>
        <p:sp>
          <p:nvSpPr>
            <p:cNvPr id="20631" name="Google Shape;20631;p149"/>
            <p:cNvSpPr/>
            <p:nvPr/>
          </p:nvSpPr>
          <p:spPr>
            <a:xfrm>
              <a:off x="6243125" y="2681725"/>
              <a:ext cx="363425" cy="167450"/>
            </a:xfrm>
            <a:custGeom>
              <a:rect b="b" l="l" r="r" t="t"/>
              <a:pathLst>
                <a:path extrusionOk="0" h="6698" w="14537">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49"/>
            <p:cNvSpPr/>
            <p:nvPr/>
          </p:nvSpPr>
          <p:spPr>
            <a:xfrm>
              <a:off x="6417500" y="2710075"/>
              <a:ext cx="18400" cy="14175"/>
            </a:xfrm>
            <a:custGeom>
              <a:rect b="b" l="l" r="r" t="t"/>
              <a:pathLst>
                <a:path extrusionOk="0" h="567" w="736">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49"/>
            <p:cNvSpPr/>
            <p:nvPr/>
          </p:nvSpPr>
          <p:spPr>
            <a:xfrm>
              <a:off x="6353475" y="2485750"/>
              <a:ext cx="141975" cy="207175"/>
            </a:xfrm>
            <a:custGeom>
              <a:rect b="b" l="l" r="r" t="t"/>
              <a:pathLst>
                <a:path extrusionOk="0" h="8287" w="5679">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4" name="Google Shape;20634;p149"/>
          <p:cNvGrpSpPr/>
          <p:nvPr/>
        </p:nvGrpSpPr>
        <p:grpSpPr>
          <a:xfrm>
            <a:off x="5464000" y="2329156"/>
            <a:ext cx="365375" cy="363425"/>
            <a:chOff x="5495100" y="2485750"/>
            <a:chExt cx="365375" cy="363425"/>
          </a:xfrm>
        </p:grpSpPr>
        <p:sp>
          <p:nvSpPr>
            <p:cNvPr id="20635" name="Google Shape;20635;p149"/>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49"/>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49"/>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149"/>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9" name="Google Shape;20639;p149"/>
          <p:cNvGrpSpPr/>
          <p:nvPr/>
        </p:nvGrpSpPr>
        <p:grpSpPr>
          <a:xfrm>
            <a:off x="4749313" y="2328656"/>
            <a:ext cx="367600" cy="364425"/>
            <a:chOff x="4744475" y="2485325"/>
            <a:chExt cx="367600" cy="364425"/>
          </a:xfrm>
        </p:grpSpPr>
        <p:sp>
          <p:nvSpPr>
            <p:cNvPr id="20640" name="Google Shape;20640;p149"/>
            <p:cNvSpPr/>
            <p:nvPr/>
          </p:nvSpPr>
          <p:spPr>
            <a:xfrm>
              <a:off x="4744475" y="2813550"/>
              <a:ext cx="367600" cy="36200"/>
            </a:xfrm>
            <a:custGeom>
              <a:rect b="b" l="l" r="r" t="t"/>
              <a:pathLst>
                <a:path extrusionOk="0" h="1448" w="14704">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149"/>
            <p:cNvSpPr/>
            <p:nvPr/>
          </p:nvSpPr>
          <p:spPr>
            <a:xfrm>
              <a:off x="4772575" y="2634650"/>
              <a:ext cx="57125" cy="150475"/>
            </a:xfrm>
            <a:custGeom>
              <a:rect b="b" l="l" r="r" t="t"/>
              <a:pathLst>
                <a:path extrusionOk="0" h="6019" w="2285">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49"/>
            <p:cNvSpPr/>
            <p:nvPr/>
          </p:nvSpPr>
          <p:spPr>
            <a:xfrm>
              <a:off x="4857450" y="2592225"/>
              <a:ext cx="57100" cy="192900"/>
            </a:xfrm>
            <a:custGeom>
              <a:rect b="b" l="l" r="r" t="t"/>
              <a:pathLst>
                <a:path extrusionOk="0" h="7716" w="2284">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49"/>
            <p:cNvSpPr/>
            <p:nvPr/>
          </p:nvSpPr>
          <p:spPr>
            <a:xfrm>
              <a:off x="4943075" y="2613825"/>
              <a:ext cx="56350" cy="171300"/>
            </a:xfrm>
            <a:custGeom>
              <a:rect b="b" l="l" r="r" t="t"/>
              <a:pathLst>
                <a:path extrusionOk="0" h="6852" w="2254">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149"/>
            <p:cNvSpPr/>
            <p:nvPr/>
          </p:nvSpPr>
          <p:spPr>
            <a:xfrm>
              <a:off x="4766400" y="2485325"/>
              <a:ext cx="324575" cy="120800"/>
            </a:xfrm>
            <a:custGeom>
              <a:rect b="b" l="l" r="r" t="t"/>
              <a:pathLst>
                <a:path extrusionOk="0" h="4832" w="12983">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149"/>
            <p:cNvSpPr/>
            <p:nvPr/>
          </p:nvSpPr>
          <p:spPr>
            <a:xfrm>
              <a:off x="5068075" y="2670925"/>
              <a:ext cx="17000" cy="14575"/>
            </a:xfrm>
            <a:custGeom>
              <a:rect b="b" l="l" r="r" t="t"/>
              <a:pathLst>
                <a:path extrusionOk="0" h="583" w="68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49"/>
            <p:cNvSpPr/>
            <p:nvPr/>
          </p:nvSpPr>
          <p:spPr>
            <a:xfrm>
              <a:off x="5027950" y="2570625"/>
              <a:ext cx="57500" cy="214500"/>
            </a:xfrm>
            <a:custGeom>
              <a:rect b="b" l="l" r="r" t="t"/>
              <a:pathLst>
                <a:path extrusionOk="0" h="8580" w="230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7" name="Google Shape;20647;p149"/>
          <p:cNvGrpSpPr/>
          <p:nvPr/>
        </p:nvGrpSpPr>
        <p:grpSpPr>
          <a:xfrm>
            <a:off x="3990538" y="2329156"/>
            <a:ext cx="363400" cy="363425"/>
            <a:chOff x="3997175" y="2485750"/>
            <a:chExt cx="363400" cy="363425"/>
          </a:xfrm>
        </p:grpSpPr>
        <p:sp>
          <p:nvSpPr>
            <p:cNvPr id="20648" name="Google Shape;20648;p149"/>
            <p:cNvSpPr/>
            <p:nvPr/>
          </p:nvSpPr>
          <p:spPr>
            <a:xfrm>
              <a:off x="4190050" y="2702550"/>
              <a:ext cx="17000" cy="14600"/>
            </a:xfrm>
            <a:custGeom>
              <a:rect b="b" l="l" r="r" t="t"/>
              <a:pathLst>
                <a:path extrusionOk="0" h="584" w="68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149"/>
            <p:cNvSpPr/>
            <p:nvPr/>
          </p:nvSpPr>
          <p:spPr>
            <a:xfrm>
              <a:off x="4041150" y="2702550"/>
              <a:ext cx="17000" cy="14600"/>
            </a:xfrm>
            <a:custGeom>
              <a:rect b="b" l="l" r="r" t="t"/>
              <a:pathLst>
                <a:path extrusionOk="0" h="584" w="68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149"/>
            <p:cNvSpPr/>
            <p:nvPr/>
          </p:nvSpPr>
          <p:spPr>
            <a:xfrm>
              <a:off x="3997175" y="2485750"/>
              <a:ext cx="363400" cy="363425"/>
            </a:xfrm>
            <a:custGeom>
              <a:rect b="b" l="l" r="r" t="t"/>
              <a:pathLst>
                <a:path extrusionOk="0" h="14537" w="14536">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149"/>
            <p:cNvSpPr/>
            <p:nvPr/>
          </p:nvSpPr>
          <p:spPr>
            <a:xfrm>
              <a:off x="4061450" y="2528175"/>
              <a:ext cx="232025" cy="146650"/>
            </a:xfrm>
            <a:custGeom>
              <a:rect b="b" l="l" r="r" t="t"/>
              <a:pathLst>
                <a:path extrusionOk="0" h="5866" w="9281">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49"/>
            <p:cNvSpPr/>
            <p:nvPr/>
          </p:nvSpPr>
          <p:spPr>
            <a:xfrm>
              <a:off x="4085125" y="2702550"/>
              <a:ext cx="81025" cy="14700"/>
            </a:xfrm>
            <a:custGeom>
              <a:rect b="b" l="l" r="r" t="t"/>
              <a:pathLst>
                <a:path extrusionOk="0" h="588" w="3241">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49"/>
            <p:cNvSpPr/>
            <p:nvPr/>
          </p:nvSpPr>
          <p:spPr>
            <a:xfrm>
              <a:off x="4235575" y="2702525"/>
              <a:ext cx="81550" cy="14750"/>
            </a:xfrm>
            <a:custGeom>
              <a:rect b="b" l="l" r="r" t="t"/>
              <a:pathLst>
                <a:path extrusionOk="0" h="590" w="3262">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49"/>
            <p:cNvSpPr/>
            <p:nvPr/>
          </p:nvSpPr>
          <p:spPr>
            <a:xfrm>
              <a:off x="4169225" y="2745750"/>
              <a:ext cx="16225" cy="13850"/>
            </a:xfrm>
            <a:custGeom>
              <a:rect b="b" l="l" r="r" t="t"/>
              <a:pathLst>
                <a:path extrusionOk="0" h="554" w="649">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5" name="Google Shape;20655;p149"/>
          <p:cNvGrpSpPr/>
          <p:nvPr/>
        </p:nvGrpSpPr>
        <p:grpSpPr>
          <a:xfrm>
            <a:off x="3305713" y="2329144"/>
            <a:ext cx="227650" cy="363450"/>
            <a:chOff x="6311025" y="3602925"/>
            <a:chExt cx="227650" cy="363450"/>
          </a:xfrm>
        </p:grpSpPr>
        <p:sp>
          <p:nvSpPr>
            <p:cNvPr id="20656" name="Google Shape;20656;p149"/>
            <p:cNvSpPr/>
            <p:nvPr/>
          </p:nvSpPr>
          <p:spPr>
            <a:xfrm>
              <a:off x="6415200" y="3906925"/>
              <a:ext cx="16225" cy="14575"/>
            </a:xfrm>
            <a:custGeom>
              <a:rect b="b" l="l" r="r" t="t"/>
              <a:pathLst>
                <a:path extrusionOk="0" h="583" w="649">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49"/>
            <p:cNvSpPr/>
            <p:nvPr/>
          </p:nvSpPr>
          <p:spPr>
            <a:xfrm>
              <a:off x="6393600" y="3646925"/>
              <a:ext cx="61725" cy="14675"/>
            </a:xfrm>
            <a:custGeom>
              <a:rect b="b" l="l" r="r" t="t"/>
              <a:pathLst>
                <a:path extrusionOk="0" h="587" w="2469">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49"/>
            <p:cNvSpPr/>
            <p:nvPr/>
          </p:nvSpPr>
          <p:spPr>
            <a:xfrm>
              <a:off x="6311025" y="3602925"/>
              <a:ext cx="227650" cy="362675"/>
            </a:xfrm>
            <a:custGeom>
              <a:rect b="b" l="l" r="r" t="t"/>
              <a:pathLst>
                <a:path extrusionOk="0" h="14507" w="9106">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49"/>
            <p:cNvSpPr/>
            <p:nvPr/>
          </p:nvSpPr>
          <p:spPr>
            <a:xfrm>
              <a:off x="6350800" y="3777225"/>
              <a:ext cx="146200" cy="14100"/>
            </a:xfrm>
            <a:custGeom>
              <a:rect b="b" l="l" r="r" t="t"/>
              <a:pathLst>
                <a:path extrusionOk="0" h="564" w="5848">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149"/>
            <p:cNvSpPr/>
            <p:nvPr/>
          </p:nvSpPr>
          <p:spPr>
            <a:xfrm>
              <a:off x="6350800" y="3819650"/>
              <a:ext cx="146200" cy="14125"/>
            </a:xfrm>
            <a:custGeom>
              <a:rect b="b" l="l" r="r" t="t"/>
              <a:pathLst>
                <a:path extrusionOk="0" h="565" w="5848">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149"/>
            <p:cNvSpPr/>
            <p:nvPr/>
          </p:nvSpPr>
          <p:spPr>
            <a:xfrm>
              <a:off x="6415200" y="3951675"/>
              <a:ext cx="19300" cy="14700"/>
            </a:xfrm>
            <a:custGeom>
              <a:rect b="b" l="l" r="r" t="t"/>
              <a:pathLst>
                <a:path extrusionOk="0" h="588" w="772">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2" name="Google Shape;20662;p149"/>
          <p:cNvGrpSpPr/>
          <p:nvPr/>
        </p:nvGrpSpPr>
        <p:grpSpPr>
          <a:xfrm>
            <a:off x="2457875" y="2329156"/>
            <a:ext cx="362650" cy="363425"/>
            <a:chOff x="3247225" y="2485750"/>
            <a:chExt cx="362650" cy="363425"/>
          </a:xfrm>
        </p:grpSpPr>
        <p:sp>
          <p:nvSpPr>
            <p:cNvPr id="20663" name="Google Shape;20663;p149"/>
            <p:cNvSpPr/>
            <p:nvPr/>
          </p:nvSpPr>
          <p:spPr>
            <a:xfrm>
              <a:off x="3247225" y="2485750"/>
              <a:ext cx="98775" cy="99550"/>
            </a:xfrm>
            <a:custGeom>
              <a:rect b="b" l="l" r="r" t="t"/>
              <a:pathLst>
                <a:path extrusionOk="0" h="3982" w="3951">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149"/>
            <p:cNvSpPr/>
            <p:nvPr/>
          </p:nvSpPr>
          <p:spPr>
            <a:xfrm>
              <a:off x="3379150" y="2485750"/>
              <a:ext cx="98800" cy="99550"/>
            </a:xfrm>
            <a:custGeom>
              <a:rect b="b" l="l" r="r" t="t"/>
              <a:pathLst>
                <a:path extrusionOk="0" h="3982" w="3952">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149"/>
            <p:cNvSpPr/>
            <p:nvPr/>
          </p:nvSpPr>
          <p:spPr>
            <a:xfrm>
              <a:off x="3511100" y="2485750"/>
              <a:ext cx="98775" cy="99550"/>
            </a:xfrm>
            <a:custGeom>
              <a:rect b="b" l="l" r="r" t="t"/>
              <a:pathLst>
                <a:path extrusionOk="0" h="3982" w="3951">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49"/>
            <p:cNvSpPr/>
            <p:nvPr/>
          </p:nvSpPr>
          <p:spPr>
            <a:xfrm>
              <a:off x="3511100" y="2617675"/>
              <a:ext cx="98775" cy="99575"/>
            </a:xfrm>
            <a:custGeom>
              <a:rect b="b" l="l" r="r" t="t"/>
              <a:pathLst>
                <a:path extrusionOk="0" h="3983" w="3951">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49"/>
            <p:cNvSpPr/>
            <p:nvPr/>
          </p:nvSpPr>
          <p:spPr>
            <a:xfrm>
              <a:off x="3247225" y="2617675"/>
              <a:ext cx="98775" cy="99575"/>
            </a:xfrm>
            <a:custGeom>
              <a:rect b="b" l="l" r="r" t="t"/>
              <a:pathLst>
                <a:path extrusionOk="0" h="3983" w="3951">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49"/>
            <p:cNvSpPr/>
            <p:nvPr/>
          </p:nvSpPr>
          <p:spPr>
            <a:xfrm>
              <a:off x="3247225" y="2749625"/>
              <a:ext cx="98775" cy="99550"/>
            </a:xfrm>
            <a:custGeom>
              <a:rect b="b" l="l" r="r" t="t"/>
              <a:pathLst>
                <a:path extrusionOk="0" h="3982" w="3951">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49"/>
            <p:cNvSpPr/>
            <p:nvPr/>
          </p:nvSpPr>
          <p:spPr>
            <a:xfrm>
              <a:off x="3379150" y="2749625"/>
              <a:ext cx="98800" cy="99550"/>
            </a:xfrm>
            <a:custGeom>
              <a:rect b="b" l="l" r="r" t="t"/>
              <a:pathLst>
                <a:path extrusionOk="0" h="3982" w="3952">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149"/>
            <p:cNvSpPr/>
            <p:nvPr/>
          </p:nvSpPr>
          <p:spPr>
            <a:xfrm>
              <a:off x="3511100" y="2749625"/>
              <a:ext cx="98775" cy="99550"/>
            </a:xfrm>
            <a:custGeom>
              <a:rect b="b" l="l" r="r" t="t"/>
              <a:pathLst>
                <a:path extrusionOk="0" h="3982" w="3951">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149"/>
            <p:cNvSpPr/>
            <p:nvPr/>
          </p:nvSpPr>
          <p:spPr>
            <a:xfrm>
              <a:off x="3419600" y="2702800"/>
              <a:ext cx="16675" cy="13900"/>
            </a:xfrm>
            <a:custGeom>
              <a:rect b="b" l="l" r="r" t="t"/>
              <a:pathLst>
                <a:path extrusionOk="0" h="556" w="667">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49"/>
            <p:cNvSpPr/>
            <p:nvPr/>
          </p:nvSpPr>
          <p:spPr>
            <a:xfrm>
              <a:off x="3379150" y="2617675"/>
              <a:ext cx="98800" cy="99050"/>
            </a:xfrm>
            <a:custGeom>
              <a:rect b="b" l="l" r="r" t="t"/>
              <a:pathLst>
                <a:path extrusionOk="0" h="3962" w="3952">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149"/>
          <p:cNvGrpSpPr/>
          <p:nvPr/>
        </p:nvGrpSpPr>
        <p:grpSpPr>
          <a:xfrm>
            <a:off x="1715313" y="2329156"/>
            <a:ext cx="363425" cy="363425"/>
            <a:chOff x="2492650" y="2485750"/>
            <a:chExt cx="363425" cy="363425"/>
          </a:xfrm>
        </p:grpSpPr>
        <p:sp>
          <p:nvSpPr>
            <p:cNvPr id="20674" name="Google Shape;20674;p149"/>
            <p:cNvSpPr/>
            <p:nvPr/>
          </p:nvSpPr>
          <p:spPr>
            <a:xfrm>
              <a:off x="2539725" y="2575250"/>
              <a:ext cx="121150" cy="114600"/>
            </a:xfrm>
            <a:custGeom>
              <a:rect b="b" l="l" r="r" t="t"/>
              <a:pathLst>
                <a:path extrusionOk="0" h="4584" w="4846">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149"/>
            <p:cNvSpPr/>
            <p:nvPr/>
          </p:nvSpPr>
          <p:spPr>
            <a:xfrm>
              <a:off x="2687850" y="2575250"/>
              <a:ext cx="121150" cy="114600"/>
            </a:xfrm>
            <a:custGeom>
              <a:rect b="b" l="l" r="r" t="t"/>
              <a:pathLst>
                <a:path extrusionOk="0" h="4584" w="4846">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149"/>
            <p:cNvSpPr/>
            <p:nvPr/>
          </p:nvSpPr>
          <p:spPr>
            <a:xfrm>
              <a:off x="2613775" y="2681525"/>
              <a:ext cx="121175" cy="115250"/>
            </a:xfrm>
            <a:custGeom>
              <a:rect b="b" l="l" r="r" t="t"/>
              <a:pathLst>
                <a:path extrusionOk="0" h="4610" w="4847">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149"/>
            <p:cNvSpPr/>
            <p:nvPr/>
          </p:nvSpPr>
          <p:spPr>
            <a:xfrm>
              <a:off x="2667025" y="2834675"/>
              <a:ext cx="14675" cy="14500"/>
            </a:xfrm>
            <a:custGeom>
              <a:rect b="b" l="l" r="r" t="t"/>
              <a:pathLst>
                <a:path extrusionOk="0" h="580" w="587">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149"/>
            <p:cNvSpPr/>
            <p:nvPr/>
          </p:nvSpPr>
          <p:spPr>
            <a:xfrm>
              <a:off x="2492650" y="2485750"/>
              <a:ext cx="363425" cy="363425"/>
            </a:xfrm>
            <a:custGeom>
              <a:rect b="b" l="l" r="r" t="t"/>
              <a:pathLst>
                <a:path extrusionOk="0" h="14537" w="14537">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9" name="Google Shape;20679;p149"/>
          <p:cNvGrpSpPr/>
          <p:nvPr/>
        </p:nvGrpSpPr>
        <p:grpSpPr>
          <a:xfrm>
            <a:off x="1048338" y="2329544"/>
            <a:ext cx="371900" cy="362650"/>
            <a:chOff x="1734225" y="2485750"/>
            <a:chExt cx="371900" cy="362650"/>
          </a:xfrm>
        </p:grpSpPr>
        <p:sp>
          <p:nvSpPr>
            <p:cNvPr id="20680" name="Google Shape;20680;p149"/>
            <p:cNvSpPr/>
            <p:nvPr/>
          </p:nvSpPr>
          <p:spPr>
            <a:xfrm>
              <a:off x="1868475" y="2603450"/>
              <a:ext cx="82575" cy="71350"/>
            </a:xfrm>
            <a:custGeom>
              <a:rect b="b" l="l" r="r" t="t"/>
              <a:pathLst>
                <a:path extrusionOk="0" h="2854" w="3303">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149"/>
            <p:cNvSpPr/>
            <p:nvPr/>
          </p:nvSpPr>
          <p:spPr>
            <a:xfrm>
              <a:off x="1734225" y="2485750"/>
              <a:ext cx="371900" cy="362650"/>
            </a:xfrm>
            <a:custGeom>
              <a:rect b="b" l="l" r="r" t="t"/>
              <a:pathLst>
                <a:path extrusionOk="0" h="14506" w="14876">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149"/>
            <p:cNvSpPr/>
            <p:nvPr/>
          </p:nvSpPr>
          <p:spPr>
            <a:xfrm>
              <a:off x="1937900" y="2688675"/>
              <a:ext cx="17000" cy="14400"/>
            </a:xfrm>
            <a:custGeom>
              <a:rect b="b" l="l" r="r" t="t"/>
              <a:pathLst>
                <a:path extrusionOk="0" h="576" w="68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3" name="Google Shape;20683;p149"/>
          <p:cNvGrpSpPr/>
          <p:nvPr/>
        </p:nvGrpSpPr>
        <p:grpSpPr>
          <a:xfrm>
            <a:off x="1052588" y="2935221"/>
            <a:ext cx="363400" cy="364000"/>
            <a:chOff x="975800" y="2485750"/>
            <a:chExt cx="363400" cy="364000"/>
          </a:xfrm>
        </p:grpSpPr>
        <p:sp>
          <p:nvSpPr>
            <p:cNvPr id="20684" name="Google Shape;20684;p149"/>
            <p:cNvSpPr/>
            <p:nvPr/>
          </p:nvSpPr>
          <p:spPr>
            <a:xfrm>
              <a:off x="975800" y="2485750"/>
              <a:ext cx="363400" cy="363425"/>
            </a:xfrm>
            <a:custGeom>
              <a:rect b="b" l="l" r="r" t="t"/>
              <a:pathLst>
                <a:path extrusionOk="0" h="14537" w="14536">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149"/>
            <p:cNvSpPr/>
            <p:nvPr/>
          </p:nvSpPr>
          <p:spPr>
            <a:xfrm>
              <a:off x="1061875" y="2664650"/>
              <a:ext cx="126475" cy="14100"/>
            </a:xfrm>
            <a:custGeom>
              <a:rect b="b" l="l" r="r" t="t"/>
              <a:pathLst>
                <a:path extrusionOk="0" h="564" w="5059">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149"/>
            <p:cNvSpPr/>
            <p:nvPr/>
          </p:nvSpPr>
          <p:spPr>
            <a:xfrm>
              <a:off x="1061875" y="2707075"/>
              <a:ext cx="191250" cy="14125"/>
            </a:xfrm>
            <a:custGeom>
              <a:rect b="b" l="l" r="r" t="t"/>
              <a:pathLst>
                <a:path extrusionOk="0" h="565" w="765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149"/>
            <p:cNvSpPr/>
            <p:nvPr/>
          </p:nvSpPr>
          <p:spPr>
            <a:xfrm>
              <a:off x="1061675" y="2749600"/>
              <a:ext cx="191650" cy="14725"/>
            </a:xfrm>
            <a:custGeom>
              <a:rect b="b" l="l" r="r" t="t"/>
              <a:pathLst>
                <a:path extrusionOk="0" h="589" w="7666">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149"/>
            <p:cNvSpPr/>
            <p:nvPr/>
          </p:nvSpPr>
          <p:spPr>
            <a:xfrm>
              <a:off x="1061675" y="2792025"/>
              <a:ext cx="191650" cy="14750"/>
            </a:xfrm>
            <a:custGeom>
              <a:rect b="b" l="l" r="r" t="t"/>
              <a:pathLst>
                <a:path extrusionOk="0" h="590" w="7666">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149"/>
            <p:cNvSpPr/>
            <p:nvPr/>
          </p:nvSpPr>
          <p:spPr>
            <a:xfrm>
              <a:off x="1149775" y="2835850"/>
              <a:ext cx="15450" cy="13900"/>
            </a:xfrm>
            <a:custGeom>
              <a:rect b="b" l="l" r="r" t="t"/>
              <a:pathLst>
                <a:path extrusionOk="0" h="556" w="618">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0" name="Google Shape;20690;p149"/>
          <p:cNvGrpSpPr/>
          <p:nvPr/>
        </p:nvGrpSpPr>
        <p:grpSpPr>
          <a:xfrm>
            <a:off x="1714550" y="2935421"/>
            <a:ext cx="364950" cy="363600"/>
            <a:chOff x="7722975" y="4171400"/>
            <a:chExt cx="364950" cy="363600"/>
          </a:xfrm>
        </p:grpSpPr>
        <p:sp>
          <p:nvSpPr>
            <p:cNvPr id="20691" name="Google Shape;20691;p149"/>
            <p:cNvSpPr/>
            <p:nvPr/>
          </p:nvSpPr>
          <p:spPr>
            <a:xfrm>
              <a:off x="7746100" y="4372400"/>
              <a:ext cx="90300" cy="77725"/>
            </a:xfrm>
            <a:custGeom>
              <a:rect b="b" l="l" r="r" t="t"/>
              <a:pathLst>
                <a:path extrusionOk="0" h="3109" w="3612">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149"/>
            <p:cNvSpPr/>
            <p:nvPr/>
          </p:nvSpPr>
          <p:spPr>
            <a:xfrm>
              <a:off x="7722975" y="4453975"/>
              <a:ext cx="123450" cy="81025"/>
            </a:xfrm>
            <a:custGeom>
              <a:rect b="b" l="l" r="r" t="t"/>
              <a:pathLst>
                <a:path extrusionOk="0" h="3241" w="4938">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149"/>
            <p:cNvSpPr/>
            <p:nvPr/>
          </p:nvSpPr>
          <p:spPr>
            <a:xfrm>
              <a:off x="7976025" y="4371400"/>
              <a:ext cx="90300" cy="77550"/>
            </a:xfrm>
            <a:custGeom>
              <a:rect b="b" l="l" r="r" t="t"/>
              <a:pathLst>
                <a:path extrusionOk="0" h="3102" w="3612">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149"/>
            <p:cNvSpPr/>
            <p:nvPr/>
          </p:nvSpPr>
          <p:spPr>
            <a:xfrm>
              <a:off x="7967550" y="4457050"/>
              <a:ext cx="120375" cy="77950"/>
            </a:xfrm>
            <a:custGeom>
              <a:rect b="b" l="l" r="r" t="t"/>
              <a:pathLst>
                <a:path extrusionOk="0" h="3118" w="4815">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149"/>
            <p:cNvSpPr/>
            <p:nvPr/>
          </p:nvSpPr>
          <p:spPr>
            <a:xfrm>
              <a:off x="7792400" y="4214000"/>
              <a:ext cx="229950" cy="14700"/>
            </a:xfrm>
            <a:custGeom>
              <a:rect b="b" l="l" r="r" t="t"/>
              <a:pathLst>
                <a:path extrusionOk="0" h="588" w="9198">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149"/>
            <p:cNvSpPr/>
            <p:nvPr/>
          </p:nvSpPr>
          <p:spPr>
            <a:xfrm>
              <a:off x="7789550" y="4256425"/>
              <a:ext cx="233325" cy="14725"/>
            </a:xfrm>
            <a:custGeom>
              <a:rect b="b" l="l" r="r" t="t"/>
              <a:pathLst>
                <a:path extrusionOk="0" h="589" w="9333">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149"/>
            <p:cNvSpPr/>
            <p:nvPr/>
          </p:nvSpPr>
          <p:spPr>
            <a:xfrm>
              <a:off x="7897975" y="4171400"/>
              <a:ext cx="16150" cy="14275"/>
            </a:xfrm>
            <a:custGeom>
              <a:rect b="b" l="l" r="r" t="t"/>
              <a:pathLst>
                <a:path extrusionOk="0" h="571" w="646">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149"/>
            <p:cNvSpPr/>
            <p:nvPr/>
          </p:nvSpPr>
          <p:spPr>
            <a:xfrm>
              <a:off x="7749975" y="4172250"/>
              <a:ext cx="311725" cy="184400"/>
            </a:xfrm>
            <a:custGeom>
              <a:rect b="b" l="l" r="r" t="t"/>
              <a:pathLst>
                <a:path extrusionOk="0" h="7376" w="12469">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9" name="Google Shape;20699;p149"/>
          <p:cNvGrpSpPr/>
          <p:nvPr/>
        </p:nvGrpSpPr>
        <p:grpSpPr>
          <a:xfrm>
            <a:off x="2457488" y="2935508"/>
            <a:ext cx="363425" cy="363425"/>
            <a:chOff x="6979200" y="4171575"/>
            <a:chExt cx="363425" cy="363425"/>
          </a:xfrm>
        </p:grpSpPr>
        <p:sp>
          <p:nvSpPr>
            <p:cNvPr id="20700" name="Google Shape;20700;p149"/>
            <p:cNvSpPr/>
            <p:nvPr/>
          </p:nvSpPr>
          <p:spPr>
            <a:xfrm>
              <a:off x="7144300" y="4235625"/>
              <a:ext cx="66375" cy="56800"/>
            </a:xfrm>
            <a:custGeom>
              <a:rect b="b" l="l" r="r" t="t"/>
              <a:pathLst>
                <a:path extrusionOk="0" h="2272" w="2655">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149"/>
            <p:cNvSpPr/>
            <p:nvPr/>
          </p:nvSpPr>
          <p:spPr>
            <a:xfrm>
              <a:off x="7172850" y="4520900"/>
              <a:ext cx="19325" cy="14100"/>
            </a:xfrm>
            <a:custGeom>
              <a:rect b="b" l="l" r="r" t="t"/>
              <a:pathLst>
                <a:path extrusionOk="0" h="564" w="773">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149"/>
            <p:cNvSpPr/>
            <p:nvPr/>
          </p:nvSpPr>
          <p:spPr>
            <a:xfrm>
              <a:off x="6979200" y="4171575"/>
              <a:ext cx="363425" cy="361875"/>
            </a:xfrm>
            <a:custGeom>
              <a:rect b="b" l="l" r="r" t="t"/>
              <a:pathLst>
                <a:path extrusionOk="0" h="14475" w="14537">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3" name="Google Shape;20703;p149"/>
          <p:cNvGrpSpPr/>
          <p:nvPr/>
        </p:nvGrpSpPr>
        <p:grpSpPr>
          <a:xfrm>
            <a:off x="3316525" y="2935121"/>
            <a:ext cx="206025" cy="364200"/>
            <a:chOff x="7057900" y="3602175"/>
            <a:chExt cx="206025" cy="364200"/>
          </a:xfrm>
        </p:grpSpPr>
        <p:sp>
          <p:nvSpPr>
            <p:cNvPr id="20704" name="Google Shape;20704;p149"/>
            <p:cNvSpPr/>
            <p:nvPr/>
          </p:nvSpPr>
          <p:spPr>
            <a:xfrm>
              <a:off x="7151250" y="3909250"/>
              <a:ext cx="17000" cy="14075"/>
            </a:xfrm>
            <a:custGeom>
              <a:rect b="b" l="l" r="r" t="t"/>
              <a:pathLst>
                <a:path extrusionOk="0" h="563" w="68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149"/>
            <p:cNvSpPr/>
            <p:nvPr/>
          </p:nvSpPr>
          <p:spPr>
            <a:xfrm>
              <a:off x="7130425" y="3645375"/>
              <a:ext cx="61750" cy="13925"/>
            </a:xfrm>
            <a:custGeom>
              <a:rect b="b" l="l" r="r" t="t"/>
              <a:pathLst>
                <a:path extrusionOk="0" h="557" w="247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149"/>
            <p:cNvSpPr/>
            <p:nvPr/>
          </p:nvSpPr>
          <p:spPr>
            <a:xfrm>
              <a:off x="7096475" y="3727175"/>
              <a:ext cx="130400" cy="114200"/>
            </a:xfrm>
            <a:custGeom>
              <a:rect b="b" l="l" r="r" t="t"/>
              <a:pathLst>
                <a:path extrusionOk="0" h="4568" w="5216">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149"/>
            <p:cNvSpPr/>
            <p:nvPr/>
          </p:nvSpPr>
          <p:spPr>
            <a:xfrm>
              <a:off x="7153550" y="3951675"/>
              <a:ext cx="14700" cy="13925"/>
            </a:xfrm>
            <a:custGeom>
              <a:rect b="b" l="l" r="r" t="t"/>
              <a:pathLst>
                <a:path extrusionOk="0" h="557" w="588">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149"/>
            <p:cNvSpPr/>
            <p:nvPr/>
          </p:nvSpPr>
          <p:spPr>
            <a:xfrm>
              <a:off x="7057900" y="3602175"/>
              <a:ext cx="206025" cy="364200"/>
            </a:xfrm>
            <a:custGeom>
              <a:rect b="b" l="l" r="r" t="t"/>
              <a:pathLst>
                <a:path extrusionOk="0" h="14568" w="8241">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9" name="Google Shape;20709;p149"/>
          <p:cNvGrpSpPr/>
          <p:nvPr/>
        </p:nvGrpSpPr>
        <p:grpSpPr>
          <a:xfrm>
            <a:off x="3990525" y="2935508"/>
            <a:ext cx="363425" cy="363425"/>
            <a:chOff x="6242375" y="4171575"/>
            <a:chExt cx="363425" cy="363425"/>
          </a:xfrm>
        </p:grpSpPr>
        <p:sp>
          <p:nvSpPr>
            <p:cNvPr id="20710" name="Google Shape;20710;p149"/>
            <p:cNvSpPr/>
            <p:nvPr/>
          </p:nvSpPr>
          <p:spPr>
            <a:xfrm>
              <a:off x="6479225" y="4367550"/>
              <a:ext cx="86450" cy="13900"/>
            </a:xfrm>
            <a:custGeom>
              <a:rect b="b" l="l" r="r" t="t"/>
              <a:pathLst>
                <a:path extrusionOk="0" h="556" w="3458">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149"/>
            <p:cNvSpPr/>
            <p:nvPr/>
          </p:nvSpPr>
          <p:spPr>
            <a:xfrm>
              <a:off x="6499700" y="4409875"/>
              <a:ext cx="67050" cy="14125"/>
            </a:xfrm>
            <a:custGeom>
              <a:rect b="b" l="l" r="r" t="t"/>
              <a:pathLst>
                <a:path extrusionOk="0" h="565" w="2682">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149"/>
            <p:cNvSpPr/>
            <p:nvPr/>
          </p:nvSpPr>
          <p:spPr>
            <a:xfrm>
              <a:off x="6477925" y="4452400"/>
              <a:ext cx="89050" cy="14725"/>
            </a:xfrm>
            <a:custGeom>
              <a:rect b="b" l="l" r="r" t="t"/>
              <a:pathLst>
                <a:path extrusionOk="0" h="589" w="3562">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149"/>
            <p:cNvSpPr/>
            <p:nvPr/>
          </p:nvSpPr>
          <p:spPr>
            <a:xfrm>
              <a:off x="6459950" y="4520325"/>
              <a:ext cx="14675" cy="14675"/>
            </a:xfrm>
            <a:custGeom>
              <a:rect b="b" l="l" r="r" t="t"/>
              <a:pathLst>
                <a:path extrusionOk="0" h="587" w="587">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149"/>
            <p:cNvSpPr/>
            <p:nvPr/>
          </p:nvSpPr>
          <p:spPr>
            <a:xfrm>
              <a:off x="6242375" y="4171575"/>
              <a:ext cx="363425" cy="363425"/>
            </a:xfrm>
            <a:custGeom>
              <a:rect b="b" l="l" r="r" t="t"/>
              <a:pathLst>
                <a:path extrusionOk="0" h="14537" w="14537">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5" name="Google Shape;20715;p149"/>
          <p:cNvGrpSpPr/>
          <p:nvPr/>
        </p:nvGrpSpPr>
        <p:grpSpPr>
          <a:xfrm>
            <a:off x="4751400" y="2935508"/>
            <a:ext cx="363425" cy="363425"/>
            <a:chOff x="5497050" y="4171575"/>
            <a:chExt cx="363425" cy="363425"/>
          </a:xfrm>
        </p:grpSpPr>
        <p:sp>
          <p:nvSpPr>
            <p:cNvPr id="20716" name="Google Shape;20716;p149"/>
            <p:cNvSpPr/>
            <p:nvPr/>
          </p:nvSpPr>
          <p:spPr>
            <a:xfrm>
              <a:off x="5769400" y="4214000"/>
              <a:ext cx="40150" cy="14700"/>
            </a:xfrm>
            <a:custGeom>
              <a:rect b="b" l="l" r="r" t="t"/>
              <a:pathLst>
                <a:path extrusionOk="0" h="588" w="1606">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149"/>
            <p:cNvSpPr/>
            <p:nvPr/>
          </p:nvSpPr>
          <p:spPr>
            <a:xfrm>
              <a:off x="5497050" y="4171575"/>
              <a:ext cx="363425" cy="363425"/>
            </a:xfrm>
            <a:custGeom>
              <a:rect b="b" l="l" r="r" t="t"/>
              <a:pathLst>
                <a:path extrusionOk="0" h="14537" w="14537">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149"/>
            <p:cNvSpPr/>
            <p:nvPr/>
          </p:nvSpPr>
          <p:spPr>
            <a:xfrm>
              <a:off x="5647500" y="4431600"/>
              <a:ext cx="17000" cy="13825"/>
            </a:xfrm>
            <a:custGeom>
              <a:rect b="b" l="l" r="r" t="t"/>
              <a:pathLst>
                <a:path extrusionOk="0" h="553" w="68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9" name="Google Shape;20719;p149"/>
          <p:cNvGrpSpPr/>
          <p:nvPr/>
        </p:nvGrpSpPr>
        <p:grpSpPr>
          <a:xfrm>
            <a:off x="5464975" y="2960958"/>
            <a:ext cx="363425" cy="312525"/>
            <a:chOff x="4747100" y="4197050"/>
            <a:chExt cx="363425" cy="312525"/>
          </a:xfrm>
        </p:grpSpPr>
        <p:sp>
          <p:nvSpPr>
            <p:cNvPr id="20720" name="Google Shape;20720;p149"/>
            <p:cNvSpPr/>
            <p:nvPr/>
          </p:nvSpPr>
          <p:spPr>
            <a:xfrm>
              <a:off x="5006350" y="4323950"/>
              <a:ext cx="15075" cy="78525"/>
            </a:xfrm>
            <a:custGeom>
              <a:rect b="b" l="l" r="r" t="t"/>
              <a:pathLst>
                <a:path extrusionOk="0" h="3141" w="603">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149"/>
            <p:cNvSpPr/>
            <p:nvPr/>
          </p:nvSpPr>
          <p:spPr>
            <a:xfrm>
              <a:off x="5049550" y="4303700"/>
              <a:ext cx="13925" cy="120200"/>
            </a:xfrm>
            <a:custGeom>
              <a:rect b="b" l="l" r="r" t="t"/>
              <a:pathLst>
                <a:path extrusionOk="0" h="4808" w="557">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149"/>
            <p:cNvSpPr/>
            <p:nvPr/>
          </p:nvSpPr>
          <p:spPr>
            <a:xfrm>
              <a:off x="4781050" y="4282350"/>
              <a:ext cx="197550" cy="184750"/>
            </a:xfrm>
            <a:custGeom>
              <a:rect b="b" l="l" r="r" t="t"/>
              <a:pathLst>
                <a:path extrusionOk="0" h="7390" w="7902">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149"/>
            <p:cNvSpPr/>
            <p:nvPr/>
          </p:nvSpPr>
          <p:spPr>
            <a:xfrm>
              <a:off x="4919150" y="4494850"/>
              <a:ext cx="17000" cy="14600"/>
            </a:xfrm>
            <a:custGeom>
              <a:rect b="b" l="l" r="r" t="t"/>
              <a:pathLst>
                <a:path extrusionOk="0" h="584" w="68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149"/>
            <p:cNvSpPr/>
            <p:nvPr/>
          </p:nvSpPr>
          <p:spPr>
            <a:xfrm>
              <a:off x="4747100" y="4197050"/>
              <a:ext cx="363425" cy="312525"/>
            </a:xfrm>
            <a:custGeom>
              <a:rect b="b" l="l" r="r" t="t"/>
              <a:pathLst>
                <a:path extrusionOk="0" h="12501" w="14537">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5" name="Google Shape;20725;p149"/>
          <p:cNvGrpSpPr/>
          <p:nvPr/>
        </p:nvGrpSpPr>
        <p:grpSpPr>
          <a:xfrm>
            <a:off x="6199969" y="2935471"/>
            <a:ext cx="422625" cy="363500"/>
            <a:chOff x="3971700" y="4171500"/>
            <a:chExt cx="422625" cy="363500"/>
          </a:xfrm>
        </p:grpSpPr>
        <p:sp>
          <p:nvSpPr>
            <p:cNvPr id="20726" name="Google Shape;20726;p149"/>
            <p:cNvSpPr/>
            <p:nvPr/>
          </p:nvSpPr>
          <p:spPr>
            <a:xfrm>
              <a:off x="3971700" y="4176500"/>
              <a:ext cx="422625" cy="358500"/>
            </a:xfrm>
            <a:custGeom>
              <a:rect b="b" l="l" r="r" t="t"/>
              <a:pathLst>
                <a:path extrusionOk="0" h="14340" w="16905">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149"/>
            <p:cNvSpPr/>
            <p:nvPr/>
          </p:nvSpPr>
          <p:spPr>
            <a:xfrm>
              <a:off x="4174625" y="4414625"/>
              <a:ext cx="144300" cy="13900"/>
            </a:xfrm>
            <a:custGeom>
              <a:rect b="b" l="l" r="r" t="t"/>
              <a:pathLst>
                <a:path extrusionOk="0" h="556" w="5772">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149"/>
            <p:cNvSpPr/>
            <p:nvPr/>
          </p:nvSpPr>
          <p:spPr>
            <a:xfrm>
              <a:off x="4194675" y="4457050"/>
              <a:ext cx="104200" cy="13900"/>
            </a:xfrm>
            <a:custGeom>
              <a:rect b="b" l="l" r="r" t="t"/>
              <a:pathLst>
                <a:path extrusionOk="0" h="556" w="4168">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149"/>
            <p:cNvSpPr/>
            <p:nvPr/>
          </p:nvSpPr>
          <p:spPr>
            <a:xfrm>
              <a:off x="4195450" y="4371400"/>
              <a:ext cx="102650" cy="14700"/>
            </a:xfrm>
            <a:custGeom>
              <a:rect b="b" l="l" r="r" t="t"/>
              <a:pathLst>
                <a:path extrusionOk="0" h="588" w="4106">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149"/>
            <p:cNvSpPr/>
            <p:nvPr/>
          </p:nvSpPr>
          <p:spPr>
            <a:xfrm>
              <a:off x="4099925" y="4171500"/>
              <a:ext cx="18400" cy="13400"/>
            </a:xfrm>
            <a:custGeom>
              <a:rect b="b" l="l" r="r" t="t"/>
              <a:pathLst>
                <a:path extrusionOk="0" h="536" w="736">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1" name="Google Shape;20731;p149"/>
          <p:cNvGrpSpPr/>
          <p:nvPr/>
        </p:nvGrpSpPr>
        <p:grpSpPr>
          <a:xfrm>
            <a:off x="6957400" y="2960971"/>
            <a:ext cx="362650" cy="312500"/>
            <a:chOff x="3247225" y="4197050"/>
            <a:chExt cx="362650" cy="312500"/>
          </a:xfrm>
        </p:grpSpPr>
        <p:sp>
          <p:nvSpPr>
            <p:cNvPr id="20732" name="Google Shape;20732;p149"/>
            <p:cNvSpPr/>
            <p:nvPr/>
          </p:nvSpPr>
          <p:spPr>
            <a:xfrm>
              <a:off x="3357550" y="4282575"/>
              <a:ext cx="57125" cy="56450"/>
            </a:xfrm>
            <a:custGeom>
              <a:rect b="b" l="l" r="r" t="t"/>
              <a:pathLst>
                <a:path extrusionOk="0" h="2258" w="2285">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149"/>
            <p:cNvSpPr/>
            <p:nvPr/>
          </p:nvSpPr>
          <p:spPr>
            <a:xfrm>
              <a:off x="3441650" y="4282675"/>
              <a:ext cx="59425" cy="13925"/>
            </a:xfrm>
            <a:custGeom>
              <a:rect b="b" l="l" r="r" t="t"/>
              <a:pathLst>
                <a:path extrusionOk="0" h="557" w="2377">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149"/>
            <p:cNvSpPr/>
            <p:nvPr/>
          </p:nvSpPr>
          <p:spPr>
            <a:xfrm>
              <a:off x="3441650" y="4325125"/>
              <a:ext cx="59425" cy="13900"/>
            </a:xfrm>
            <a:custGeom>
              <a:rect b="b" l="l" r="r" t="t"/>
              <a:pathLst>
                <a:path extrusionOk="0" h="556" w="2377">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149"/>
            <p:cNvSpPr/>
            <p:nvPr/>
          </p:nvSpPr>
          <p:spPr>
            <a:xfrm>
              <a:off x="3355225" y="4367550"/>
              <a:ext cx="146625" cy="13900"/>
            </a:xfrm>
            <a:custGeom>
              <a:rect b="b" l="l" r="r" t="t"/>
              <a:pathLst>
                <a:path extrusionOk="0" h="556" w="5865">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149"/>
            <p:cNvSpPr/>
            <p:nvPr/>
          </p:nvSpPr>
          <p:spPr>
            <a:xfrm>
              <a:off x="3419275" y="4495425"/>
              <a:ext cx="19325" cy="14125"/>
            </a:xfrm>
            <a:custGeom>
              <a:rect b="b" l="l" r="r" t="t"/>
              <a:pathLst>
                <a:path extrusionOk="0" h="565" w="773">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149"/>
            <p:cNvSpPr/>
            <p:nvPr/>
          </p:nvSpPr>
          <p:spPr>
            <a:xfrm>
              <a:off x="3247225" y="4197050"/>
              <a:ext cx="362650" cy="311825"/>
            </a:xfrm>
            <a:custGeom>
              <a:rect b="b" l="l" r="r" t="t"/>
              <a:pathLst>
                <a:path extrusionOk="0" h="12473" w="14506">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8" name="Google Shape;20738;p149"/>
          <p:cNvGrpSpPr/>
          <p:nvPr/>
        </p:nvGrpSpPr>
        <p:grpSpPr>
          <a:xfrm>
            <a:off x="7727406" y="2935508"/>
            <a:ext cx="366525" cy="363425"/>
            <a:chOff x="2491100" y="4171575"/>
            <a:chExt cx="366525" cy="363425"/>
          </a:xfrm>
        </p:grpSpPr>
        <p:sp>
          <p:nvSpPr>
            <p:cNvPr id="20739" name="Google Shape;20739;p149"/>
            <p:cNvSpPr/>
            <p:nvPr/>
          </p:nvSpPr>
          <p:spPr>
            <a:xfrm>
              <a:off x="2636150" y="4303500"/>
              <a:ext cx="66375" cy="57025"/>
            </a:xfrm>
            <a:custGeom>
              <a:rect b="b" l="l" r="r" t="t"/>
              <a:pathLst>
                <a:path extrusionOk="0" h="2281" w="2655">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149"/>
            <p:cNvSpPr/>
            <p:nvPr/>
          </p:nvSpPr>
          <p:spPr>
            <a:xfrm>
              <a:off x="2491100" y="4171575"/>
              <a:ext cx="366525" cy="363425"/>
            </a:xfrm>
            <a:custGeom>
              <a:rect b="b" l="l" r="r" t="t"/>
              <a:pathLst>
                <a:path extrusionOk="0" h="14537" w="14661">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149"/>
            <p:cNvSpPr/>
            <p:nvPr/>
          </p:nvSpPr>
          <p:spPr>
            <a:xfrm>
              <a:off x="2518100" y="4431600"/>
              <a:ext cx="81575" cy="77975"/>
            </a:xfrm>
            <a:custGeom>
              <a:rect b="b" l="l" r="r" t="t"/>
              <a:pathLst>
                <a:path extrusionOk="0" h="3119" w="3263">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149"/>
            <p:cNvSpPr/>
            <p:nvPr/>
          </p:nvSpPr>
          <p:spPr>
            <a:xfrm>
              <a:off x="2752650" y="4431000"/>
              <a:ext cx="77950" cy="78550"/>
            </a:xfrm>
            <a:custGeom>
              <a:rect b="b" l="l" r="r" t="t"/>
              <a:pathLst>
                <a:path extrusionOk="0" h="3142" w="3118">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149"/>
            <p:cNvSpPr/>
            <p:nvPr/>
          </p:nvSpPr>
          <p:spPr>
            <a:xfrm>
              <a:off x="2518100" y="4197700"/>
              <a:ext cx="81575" cy="78050"/>
            </a:xfrm>
            <a:custGeom>
              <a:rect b="b" l="l" r="r" t="t"/>
              <a:pathLst>
                <a:path extrusionOk="0" h="3122" w="3263">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149"/>
            <p:cNvSpPr/>
            <p:nvPr/>
          </p:nvSpPr>
          <p:spPr>
            <a:xfrm>
              <a:off x="2749050" y="4197000"/>
              <a:ext cx="81550" cy="78750"/>
            </a:xfrm>
            <a:custGeom>
              <a:rect b="b" l="l" r="r" t="t"/>
              <a:pathLst>
                <a:path extrusionOk="0" h="3150" w="3262">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149"/>
            <p:cNvSpPr/>
            <p:nvPr/>
          </p:nvSpPr>
          <p:spPr>
            <a:xfrm>
              <a:off x="2763075" y="4429500"/>
              <a:ext cx="16625" cy="13875"/>
            </a:xfrm>
            <a:custGeom>
              <a:rect b="b" l="l" r="r" t="t"/>
              <a:pathLst>
                <a:path extrusionOk="0" h="555" w="665">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6" name="Google Shape;20746;p149"/>
          <p:cNvGrpSpPr/>
          <p:nvPr/>
        </p:nvGrpSpPr>
        <p:grpSpPr>
          <a:xfrm>
            <a:off x="7728956" y="3454994"/>
            <a:ext cx="363425" cy="363225"/>
            <a:chOff x="1734225" y="4171575"/>
            <a:chExt cx="363425" cy="363225"/>
          </a:xfrm>
        </p:grpSpPr>
        <p:sp>
          <p:nvSpPr>
            <p:cNvPr id="20747" name="Google Shape;20747;p149"/>
            <p:cNvSpPr/>
            <p:nvPr/>
          </p:nvSpPr>
          <p:spPr>
            <a:xfrm>
              <a:off x="1753500" y="4341325"/>
              <a:ext cx="37725" cy="23000"/>
            </a:xfrm>
            <a:custGeom>
              <a:rect b="b" l="l" r="r" t="t"/>
              <a:pathLst>
                <a:path extrusionOk="0" h="920" w="1509">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149"/>
            <p:cNvSpPr/>
            <p:nvPr/>
          </p:nvSpPr>
          <p:spPr>
            <a:xfrm>
              <a:off x="2040725" y="4206325"/>
              <a:ext cx="38925" cy="22875"/>
            </a:xfrm>
            <a:custGeom>
              <a:rect b="b" l="l" r="r" t="t"/>
              <a:pathLst>
                <a:path extrusionOk="0" h="915" w="1557">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149"/>
            <p:cNvSpPr/>
            <p:nvPr/>
          </p:nvSpPr>
          <p:spPr>
            <a:xfrm>
              <a:off x="1750425" y="4205875"/>
              <a:ext cx="40025" cy="23325"/>
            </a:xfrm>
            <a:custGeom>
              <a:rect b="b" l="l" r="r" t="t"/>
              <a:pathLst>
                <a:path extrusionOk="0" h="933" w="1601">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149"/>
            <p:cNvSpPr/>
            <p:nvPr/>
          </p:nvSpPr>
          <p:spPr>
            <a:xfrm>
              <a:off x="2041400" y="4340800"/>
              <a:ext cx="36950" cy="23500"/>
            </a:xfrm>
            <a:custGeom>
              <a:rect b="b" l="l" r="r" t="t"/>
              <a:pathLst>
                <a:path extrusionOk="0" h="940" w="1478">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149"/>
            <p:cNvSpPr/>
            <p:nvPr/>
          </p:nvSpPr>
          <p:spPr>
            <a:xfrm>
              <a:off x="1734225" y="4278050"/>
              <a:ext cx="39375" cy="13925"/>
            </a:xfrm>
            <a:custGeom>
              <a:rect b="b" l="l" r="r" t="t"/>
              <a:pathLst>
                <a:path extrusionOk="0" h="557" w="1575">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149"/>
            <p:cNvSpPr/>
            <p:nvPr/>
          </p:nvSpPr>
          <p:spPr>
            <a:xfrm>
              <a:off x="2057500" y="4278050"/>
              <a:ext cx="40150" cy="13925"/>
            </a:xfrm>
            <a:custGeom>
              <a:rect b="b" l="l" r="r" t="t"/>
              <a:pathLst>
                <a:path extrusionOk="0" h="557" w="1606">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149"/>
            <p:cNvSpPr/>
            <p:nvPr/>
          </p:nvSpPr>
          <p:spPr>
            <a:xfrm>
              <a:off x="1906275" y="4171575"/>
              <a:ext cx="17000" cy="14425"/>
            </a:xfrm>
            <a:custGeom>
              <a:rect b="b" l="l" r="r" t="t"/>
              <a:pathLst>
                <a:path extrusionOk="0" h="577" w="68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149"/>
            <p:cNvSpPr/>
            <p:nvPr/>
          </p:nvSpPr>
          <p:spPr>
            <a:xfrm>
              <a:off x="1772800" y="4175600"/>
              <a:ext cx="286275" cy="359200"/>
            </a:xfrm>
            <a:custGeom>
              <a:rect b="b" l="l" r="r" t="t"/>
              <a:pathLst>
                <a:path extrusionOk="0" h="14368" w="11451">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5" name="Google Shape;20755;p149"/>
          <p:cNvGrpSpPr/>
          <p:nvPr/>
        </p:nvGrpSpPr>
        <p:grpSpPr>
          <a:xfrm>
            <a:off x="6229581" y="3480306"/>
            <a:ext cx="363400" cy="312600"/>
            <a:chOff x="975800" y="4197050"/>
            <a:chExt cx="363400" cy="312600"/>
          </a:xfrm>
        </p:grpSpPr>
        <p:sp>
          <p:nvSpPr>
            <p:cNvPr id="20756" name="Google Shape;20756;p149"/>
            <p:cNvSpPr/>
            <p:nvPr/>
          </p:nvSpPr>
          <p:spPr>
            <a:xfrm>
              <a:off x="1169450" y="4282575"/>
              <a:ext cx="16225" cy="13925"/>
            </a:xfrm>
            <a:custGeom>
              <a:rect b="b" l="l" r="r" t="t"/>
              <a:pathLst>
                <a:path extrusionOk="0" h="557" w="649">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149"/>
            <p:cNvSpPr/>
            <p:nvPr/>
          </p:nvSpPr>
          <p:spPr>
            <a:xfrm>
              <a:off x="1169450" y="4325125"/>
              <a:ext cx="16225" cy="13825"/>
            </a:xfrm>
            <a:custGeom>
              <a:rect b="b" l="l" r="r" t="t"/>
              <a:pathLst>
                <a:path extrusionOk="0" h="553" w="649">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149"/>
            <p:cNvSpPr/>
            <p:nvPr/>
          </p:nvSpPr>
          <p:spPr>
            <a:xfrm>
              <a:off x="1169450" y="4367550"/>
              <a:ext cx="16225" cy="14075"/>
            </a:xfrm>
            <a:custGeom>
              <a:rect b="b" l="l" r="r" t="t"/>
              <a:pathLst>
                <a:path extrusionOk="0" h="563" w="649">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149"/>
            <p:cNvSpPr/>
            <p:nvPr/>
          </p:nvSpPr>
          <p:spPr>
            <a:xfrm>
              <a:off x="1021300" y="4282675"/>
              <a:ext cx="187525" cy="184425"/>
            </a:xfrm>
            <a:custGeom>
              <a:rect b="b" l="l" r="r" t="t"/>
              <a:pathLst>
                <a:path extrusionOk="0" h="7377" w="7501">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149"/>
            <p:cNvSpPr/>
            <p:nvPr/>
          </p:nvSpPr>
          <p:spPr>
            <a:xfrm>
              <a:off x="1212650" y="4282675"/>
              <a:ext cx="84900" cy="13925"/>
            </a:xfrm>
            <a:custGeom>
              <a:rect b="b" l="l" r="r" t="t"/>
              <a:pathLst>
                <a:path extrusionOk="0" h="557" w="3396">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149"/>
            <p:cNvSpPr/>
            <p:nvPr/>
          </p:nvSpPr>
          <p:spPr>
            <a:xfrm>
              <a:off x="1212650" y="4325125"/>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149"/>
            <p:cNvSpPr/>
            <p:nvPr/>
          </p:nvSpPr>
          <p:spPr>
            <a:xfrm>
              <a:off x="1211875" y="4367550"/>
              <a:ext cx="87225" cy="13900"/>
            </a:xfrm>
            <a:custGeom>
              <a:rect b="b" l="l" r="r" t="t"/>
              <a:pathLst>
                <a:path extrusionOk="0" h="556" w="3489">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149"/>
            <p:cNvSpPr/>
            <p:nvPr/>
          </p:nvSpPr>
          <p:spPr>
            <a:xfrm>
              <a:off x="1147850" y="4494850"/>
              <a:ext cx="17000" cy="14600"/>
            </a:xfrm>
            <a:custGeom>
              <a:rect b="b" l="l" r="r" t="t"/>
              <a:pathLst>
                <a:path extrusionOk="0" h="584" w="68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149"/>
            <p:cNvSpPr/>
            <p:nvPr/>
          </p:nvSpPr>
          <p:spPr>
            <a:xfrm>
              <a:off x="975800" y="4197050"/>
              <a:ext cx="363400" cy="312600"/>
            </a:xfrm>
            <a:custGeom>
              <a:rect b="b" l="l" r="r" t="t"/>
              <a:pathLst>
                <a:path extrusionOk="0" h="12504" w="14536">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5" name="Google Shape;20765;p149"/>
          <p:cNvGrpSpPr/>
          <p:nvPr/>
        </p:nvGrpSpPr>
        <p:grpSpPr>
          <a:xfrm>
            <a:off x="5501625" y="3454606"/>
            <a:ext cx="290125" cy="364000"/>
            <a:chOff x="5523275" y="3601800"/>
            <a:chExt cx="290125" cy="364000"/>
          </a:xfrm>
        </p:grpSpPr>
        <p:sp>
          <p:nvSpPr>
            <p:cNvPr id="20766" name="Google Shape;20766;p149"/>
            <p:cNvSpPr/>
            <p:nvPr/>
          </p:nvSpPr>
          <p:spPr>
            <a:xfrm>
              <a:off x="5670650" y="3951525"/>
              <a:ext cx="16225" cy="14275"/>
            </a:xfrm>
            <a:custGeom>
              <a:rect b="b" l="l" r="r" t="t"/>
              <a:pathLst>
                <a:path extrusionOk="0" h="571" w="649">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149"/>
            <p:cNvSpPr/>
            <p:nvPr/>
          </p:nvSpPr>
          <p:spPr>
            <a:xfrm>
              <a:off x="5523275" y="3601800"/>
              <a:ext cx="290125" cy="360100"/>
            </a:xfrm>
            <a:custGeom>
              <a:rect b="b" l="l" r="r" t="t"/>
              <a:pathLst>
                <a:path extrusionOk="0" h="14404" w="11605">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8" name="Google Shape;20768;p149"/>
          <p:cNvGrpSpPr/>
          <p:nvPr/>
        </p:nvGrpSpPr>
        <p:grpSpPr>
          <a:xfrm>
            <a:off x="6957013" y="3480344"/>
            <a:ext cx="363425" cy="312525"/>
            <a:chOff x="7724500" y="1950300"/>
            <a:chExt cx="363425" cy="312525"/>
          </a:xfrm>
        </p:grpSpPr>
        <p:sp>
          <p:nvSpPr>
            <p:cNvPr id="20769" name="Google Shape;20769;p149"/>
            <p:cNvSpPr/>
            <p:nvPr/>
          </p:nvSpPr>
          <p:spPr>
            <a:xfrm>
              <a:off x="7766950" y="2035950"/>
              <a:ext cx="278550" cy="77950"/>
            </a:xfrm>
            <a:custGeom>
              <a:rect b="b" l="l" r="r" t="t"/>
              <a:pathLst>
                <a:path extrusionOk="0" h="3118" w="11142">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149"/>
            <p:cNvSpPr/>
            <p:nvPr/>
          </p:nvSpPr>
          <p:spPr>
            <a:xfrm>
              <a:off x="7766950" y="2141650"/>
              <a:ext cx="125000" cy="78725"/>
            </a:xfrm>
            <a:custGeom>
              <a:rect b="b" l="l" r="r" t="t"/>
              <a:pathLst>
                <a:path extrusionOk="0" h="3149" w="500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149"/>
            <p:cNvSpPr/>
            <p:nvPr/>
          </p:nvSpPr>
          <p:spPr>
            <a:xfrm>
              <a:off x="7920475" y="2141650"/>
              <a:ext cx="125025" cy="78725"/>
            </a:xfrm>
            <a:custGeom>
              <a:rect b="b" l="l" r="r" t="t"/>
              <a:pathLst>
                <a:path extrusionOk="0" h="3149" w="5001">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149"/>
            <p:cNvSpPr/>
            <p:nvPr/>
          </p:nvSpPr>
          <p:spPr>
            <a:xfrm>
              <a:off x="7896550" y="2248700"/>
              <a:ext cx="19325" cy="14100"/>
            </a:xfrm>
            <a:custGeom>
              <a:rect b="b" l="l" r="r" t="t"/>
              <a:pathLst>
                <a:path extrusionOk="0" h="564" w="773">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149"/>
            <p:cNvSpPr/>
            <p:nvPr/>
          </p:nvSpPr>
          <p:spPr>
            <a:xfrm>
              <a:off x="7724500" y="1950300"/>
              <a:ext cx="363425" cy="312525"/>
            </a:xfrm>
            <a:custGeom>
              <a:rect b="b" l="l" r="r" t="t"/>
              <a:pathLst>
                <a:path extrusionOk="0" h="12501" w="14537">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4" name="Google Shape;20774;p149"/>
          <p:cNvGrpSpPr/>
          <p:nvPr/>
        </p:nvGrpSpPr>
        <p:grpSpPr>
          <a:xfrm>
            <a:off x="4771075" y="3454069"/>
            <a:ext cx="324075" cy="365075"/>
            <a:chOff x="4775650" y="3601675"/>
            <a:chExt cx="324075" cy="365075"/>
          </a:xfrm>
        </p:grpSpPr>
        <p:sp>
          <p:nvSpPr>
            <p:cNvPr id="20775" name="Google Shape;20775;p149"/>
            <p:cNvSpPr/>
            <p:nvPr/>
          </p:nvSpPr>
          <p:spPr>
            <a:xfrm>
              <a:off x="4900125" y="3687825"/>
              <a:ext cx="66900" cy="56975"/>
            </a:xfrm>
            <a:custGeom>
              <a:rect b="b" l="l" r="r" t="t"/>
              <a:pathLst>
                <a:path extrusionOk="0" h="2279" w="2676">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149"/>
            <p:cNvSpPr/>
            <p:nvPr/>
          </p:nvSpPr>
          <p:spPr>
            <a:xfrm>
              <a:off x="4835075" y="3645375"/>
              <a:ext cx="216825" cy="184525"/>
            </a:xfrm>
            <a:custGeom>
              <a:rect b="b" l="l" r="r" t="t"/>
              <a:pathLst>
                <a:path extrusionOk="0" h="7381" w="8673">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149"/>
            <p:cNvSpPr/>
            <p:nvPr/>
          </p:nvSpPr>
          <p:spPr>
            <a:xfrm>
              <a:off x="4775650" y="3601675"/>
              <a:ext cx="324075" cy="361750"/>
            </a:xfrm>
            <a:custGeom>
              <a:rect b="b" l="l" r="r" t="t"/>
              <a:pathLst>
                <a:path extrusionOk="0" h="14470" w="12963">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149"/>
            <p:cNvSpPr/>
            <p:nvPr/>
          </p:nvSpPr>
          <p:spPr>
            <a:xfrm>
              <a:off x="4921100" y="3952275"/>
              <a:ext cx="15450" cy="14475"/>
            </a:xfrm>
            <a:custGeom>
              <a:rect b="b" l="l" r="r" t="t"/>
              <a:pathLst>
                <a:path extrusionOk="0" h="579" w="618">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9" name="Google Shape;20779;p149"/>
          <p:cNvGrpSpPr/>
          <p:nvPr/>
        </p:nvGrpSpPr>
        <p:grpSpPr>
          <a:xfrm>
            <a:off x="3990150" y="3480319"/>
            <a:ext cx="364175" cy="312575"/>
            <a:chOff x="6979200" y="1950250"/>
            <a:chExt cx="364175" cy="312575"/>
          </a:xfrm>
        </p:grpSpPr>
        <p:sp>
          <p:nvSpPr>
            <p:cNvPr id="20780" name="Google Shape;20780;p149"/>
            <p:cNvSpPr/>
            <p:nvPr/>
          </p:nvSpPr>
          <p:spPr>
            <a:xfrm>
              <a:off x="7249225" y="2205675"/>
              <a:ext cx="17000" cy="13825"/>
            </a:xfrm>
            <a:custGeom>
              <a:rect b="b" l="l" r="r" t="t"/>
              <a:pathLst>
                <a:path extrusionOk="0" h="553" w="68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149"/>
            <p:cNvSpPr/>
            <p:nvPr/>
          </p:nvSpPr>
          <p:spPr>
            <a:xfrm>
              <a:off x="7053475" y="2205625"/>
              <a:ext cx="16775" cy="13875"/>
            </a:xfrm>
            <a:custGeom>
              <a:rect b="b" l="l" r="r" t="t"/>
              <a:pathLst>
                <a:path extrusionOk="0" h="555" w="671">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149"/>
            <p:cNvSpPr/>
            <p:nvPr/>
          </p:nvSpPr>
          <p:spPr>
            <a:xfrm>
              <a:off x="7034750" y="1992725"/>
              <a:ext cx="57100" cy="13925"/>
            </a:xfrm>
            <a:custGeom>
              <a:rect b="b" l="l" r="r" t="t"/>
              <a:pathLst>
                <a:path extrusionOk="0" h="557" w="2284">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149"/>
            <p:cNvSpPr/>
            <p:nvPr/>
          </p:nvSpPr>
          <p:spPr>
            <a:xfrm>
              <a:off x="7230725" y="1992725"/>
              <a:ext cx="56350" cy="13925"/>
            </a:xfrm>
            <a:custGeom>
              <a:rect b="b" l="l" r="r" t="t"/>
              <a:pathLst>
                <a:path extrusionOk="0" h="557" w="2254">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149"/>
            <p:cNvSpPr/>
            <p:nvPr/>
          </p:nvSpPr>
          <p:spPr>
            <a:xfrm>
              <a:off x="7023175" y="2063725"/>
              <a:ext cx="79675" cy="99250"/>
            </a:xfrm>
            <a:custGeom>
              <a:rect b="b" l="l" r="r" t="t"/>
              <a:pathLst>
                <a:path extrusionOk="0" h="3970" w="3187">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149"/>
            <p:cNvSpPr/>
            <p:nvPr/>
          </p:nvSpPr>
          <p:spPr>
            <a:xfrm>
              <a:off x="7219925" y="2063725"/>
              <a:ext cx="77950" cy="98775"/>
            </a:xfrm>
            <a:custGeom>
              <a:rect b="b" l="l" r="r" t="t"/>
              <a:pathLst>
                <a:path extrusionOk="0" h="3951" w="3118">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149"/>
            <p:cNvSpPr/>
            <p:nvPr/>
          </p:nvSpPr>
          <p:spPr>
            <a:xfrm>
              <a:off x="7053250" y="2248125"/>
              <a:ext cx="17000" cy="14050"/>
            </a:xfrm>
            <a:custGeom>
              <a:rect b="b" l="l" r="r" t="t"/>
              <a:pathLst>
                <a:path extrusionOk="0" h="562" w="68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149"/>
            <p:cNvSpPr/>
            <p:nvPr/>
          </p:nvSpPr>
          <p:spPr>
            <a:xfrm>
              <a:off x="7250775" y="2247975"/>
              <a:ext cx="15875" cy="14025"/>
            </a:xfrm>
            <a:custGeom>
              <a:rect b="b" l="l" r="r" t="t"/>
              <a:pathLst>
                <a:path extrusionOk="0" h="561" w="635">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149"/>
            <p:cNvSpPr/>
            <p:nvPr/>
          </p:nvSpPr>
          <p:spPr>
            <a:xfrm>
              <a:off x="6979200" y="1950250"/>
              <a:ext cx="167450" cy="312575"/>
            </a:xfrm>
            <a:custGeom>
              <a:rect b="b" l="l" r="r" t="t"/>
              <a:pathLst>
                <a:path extrusionOk="0" h="12503" w="6698">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149"/>
            <p:cNvSpPr/>
            <p:nvPr/>
          </p:nvSpPr>
          <p:spPr>
            <a:xfrm>
              <a:off x="7175175" y="1950300"/>
              <a:ext cx="168200" cy="312525"/>
            </a:xfrm>
            <a:custGeom>
              <a:rect b="b" l="l" r="r" t="t"/>
              <a:pathLst>
                <a:path extrusionOk="0" h="12501" w="6728">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0" name="Google Shape;20790;p149"/>
          <p:cNvGrpSpPr/>
          <p:nvPr/>
        </p:nvGrpSpPr>
        <p:grpSpPr>
          <a:xfrm>
            <a:off x="3233588" y="3454519"/>
            <a:ext cx="371900" cy="364175"/>
            <a:chOff x="6242375" y="1924850"/>
            <a:chExt cx="371900" cy="364175"/>
          </a:xfrm>
        </p:grpSpPr>
        <p:sp>
          <p:nvSpPr>
            <p:cNvPr id="20791" name="Google Shape;20791;p149"/>
            <p:cNvSpPr/>
            <p:nvPr/>
          </p:nvSpPr>
          <p:spPr>
            <a:xfrm>
              <a:off x="6395900" y="2056675"/>
              <a:ext cx="66375" cy="57225"/>
            </a:xfrm>
            <a:custGeom>
              <a:rect b="b" l="l" r="r" t="t"/>
              <a:pathLst>
                <a:path extrusionOk="0" h="2289" w="2655">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149"/>
            <p:cNvSpPr/>
            <p:nvPr/>
          </p:nvSpPr>
          <p:spPr>
            <a:xfrm>
              <a:off x="6242375" y="1924850"/>
              <a:ext cx="371900" cy="364175"/>
            </a:xfrm>
            <a:custGeom>
              <a:rect b="b" l="l" r="r" t="t"/>
              <a:pathLst>
                <a:path extrusionOk="0" h="14567" w="14876">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149"/>
            <p:cNvSpPr/>
            <p:nvPr/>
          </p:nvSpPr>
          <p:spPr>
            <a:xfrm>
              <a:off x="6415375" y="2274300"/>
              <a:ext cx="16050" cy="13875"/>
            </a:xfrm>
            <a:custGeom>
              <a:rect b="b" l="l" r="r" t="t"/>
              <a:pathLst>
                <a:path extrusionOk="0" h="555" w="642">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4" name="Google Shape;20794;p149"/>
          <p:cNvGrpSpPr/>
          <p:nvPr/>
        </p:nvGrpSpPr>
        <p:grpSpPr>
          <a:xfrm>
            <a:off x="2457488" y="3454906"/>
            <a:ext cx="363425" cy="363400"/>
            <a:chOff x="5497050" y="1924850"/>
            <a:chExt cx="363425" cy="363400"/>
          </a:xfrm>
        </p:grpSpPr>
        <p:sp>
          <p:nvSpPr>
            <p:cNvPr id="20795" name="Google Shape;20795;p149"/>
            <p:cNvSpPr/>
            <p:nvPr/>
          </p:nvSpPr>
          <p:spPr>
            <a:xfrm>
              <a:off x="5605075" y="2009700"/>
              <a:ext cx="17000" cy="14600"/>
            </a:xfrm>
            <a:custGeom>
              <a:rect b="b" l="l" r="r" t="t"/>
              <a:pathLst>
                <a:path extrusionOk="0" h="584" w="68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149"/>
            <p:cNvSpPr/>
            <p:nvPr/>
          </p:nvSpPr>
          <p:spPr>
            <a:xfrm>
              <a:off x="5605075" y="2052925"/>
              <a:ext cx="17000" cy="14050"/>
            </a:xfrm>
            <a:custGeom>
              <a:rect b="b" l="l" r="r" t="t"/>
              <a:pathLst>
                <a:path extrusionOk="0" h="562" w="68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149"/>
            <p:cNvSpPr/>
            <p:nvPr/>
          </p:nvSpPr>
          <p:spPr>
            <a:xfrm>
              <a:off x="5605075" y="2095350"/>
              <a:ext cx="17000" cy="14075"/>
            </a:xfrm>
            <a:custGeom>
              <a:rect b="b" l="l" r="r" t="t"/>
              <a:pathLst>
                <a:path extrusionOk="0" h="563" w="68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149"/>
            <p:cNvSpPr/>
            <p:nvPr/>
          </p:nvSpPr>
          <p:spPr>
            <a:xfrm>
              <a:off x="5605075" y="2137775"/>
              <a:ext cx="17000" cy="14075"/>
            </a:xfrm>
            <a:custGeom>
              <a:rect b="b" l="l" r="r" t="t"/>
              <a:pathLst>
                <a:path extrusionOk="0" h="563" w="68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149"/>
            <p:cNvSpPr/>
            <p:nvPr/>
          </p:nvSpPr>
          <p:spPr>
            <a:xfrm>
              <a:off x="5497050" y="1924850"/>
              <a:ext cx="363425" cy="363400"/>
            </a:xfrm>
            <a:custGeom>
              <a:rect b="b" l="l" r="r" t="t"/>
              <a:pathLst>
                <a:path extrusionOk="0" h="14536" w="14537">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149"/>
            <p:cNvSpPr/>
            <p:nvPr/>
          </p:nvSpPr>
          <p:spPr>
            <a:xfrm>
              <a:off x="5646975" y="2009675"/>
              <a:ext cx="106000" cy="14750"/>
            </a:xfrm>
            <a:custGeom>
              <a:rect b="b" l="l" r="r" t="t"/>
              <a:pathLst>
                <a:path extrusionOk="0" h="590" w="424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149"/>
            <p:cNvSpPr/>
            <p:nvPr/>
          </p:nvSpPr>
          <p:spPr>
            <a:xfrm>
              <a:off x="5646975" y="2052800"/>
              <a:ext cx="106000" cy="14050"/>
            </a:xfrm>
            <a:custGeom>
              <a:rect b="b" l="l" r="r" t="t"/>
              <a:pathLst>
                <a:path extrusionOk="0" h="562" w="424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149"/>
            <p:cNvSpPr/>
            <p:nvPr/>
          </p:nvSpPr>
          <p:spPr>
            <a:xfrm>
              <a:off x="5647175" y="2095250"/>
              <a:ext cx="105600" cy="14100"/>
            </a:xfrm>
            <a:custGeom>
              <a:rect b="b" l="l" r="r" t="t"/>
              <a:pathLst>
                <a:path extrusionOk="0" h="564" w="4224">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149"/>
            <p:cNvSpPr/>
            <p:nvPr/>
          </p:nvSpPr>
          <p:spPr>
            <a:xfrm>
              <a:off x="5647175" y="2137675"/>
              <a:ext cx="102975" cy="14125"/>
            </a:xfrm>
            <a:custGeom>
              <a:rect b="b" l="l" r="r" t="t"/>
              <a:pathLst>
                <a:path extrusionOk="0" h="565" w="4119">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149"/>
            <p:cNvSpPr/>
            <p:nvPr/>
          </p:nvSpPr>
          <p:spPr>
            <a:xfrm>
              <a:off x="5669100" y="2180225"/>
              <a:ext cx="17550" cy="14250"/>
            </a:xfrm>
            <a:custGeom>
              <a:rect b="b" l="l" r="r" t="t"/>
              <a:pathLst>
                <a:path extrusionOk="0" h="570" w="702">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5" name="Google Shape;20805;p149"/>
          <p:cNvGrpSpPr/>
          <p:nvPr/>
        </p:nvGrpSpPr>
        <p:grpSpPr>
          <a:xfrm>
            <a:off x="1694713" y="3454981"/>
            <a:ext cx="404625" cy="363250"/>
            <a:chOff x="4736000" y="1924850"/>
            <a:chExt cx="404625" cy="363250"/>
          </a:xfrm>
        </p:grpSpPr>
        <p:sp>
          <p:nvSpPr>
            <p:cNvPr id="20806" name="Google Shape;20806;p149"/>
            <p:cNvSpPr/>
            <p:nvPr/>
          </p:nvSpPr>
          <p:spPr>
            <a:xfrm>
              <a:off x="4852050" y="1967200"/>
              <a:ext cx="216050" cy="185275"/>
            </a:xfrm>
            <a:custGeom>
              <a:rect b="b" l="l" r="r" t="t"/>
              <a:pathLst>
                <a:path extrusionOk="0" h="7411" w="8642">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149"/>
            <p:cNvSpPr/>
            <p:nvPr/>
          </p:nvSpPr>
          <p:spPr>
            <a:xfrm>
              <a:off x="5062675" y="2134700"/>
              <a:ext cx="16225" cy="14575"/>
            </a:xfrm>
            <a:custGeom>
              <a:rect b="b" l="l" r="r" t="t"/>
              <a:pathLst>
                <a:path extrusionOk="0" h="583" w="649">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149"/>
            <p:cNvSpPr/>
            <p:nvPr/>
          </p:nvSpPr>
          <p:spPr>
            <a:xfrm>
              <a:off x="4736000" y="1924850"/>
              <a:ext cx="404625" cy="363250"/>
            </a:xfrm>
            <a:custGeom>
              <a:rect b="b" l="l" r="r" t="t"/>
              <a:pathLst>
                <a:path extrusionOk="0" h="14530" w="16185">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9" name="Google Shape;20809;p149"/>
          <p:cNvGrpSpPr/>
          <p:nvPr/>
        </p:nvGrpSpPr>
        <p:grpSpPr>
          <a:xfrm>
            <a:off x="1099250" y="3454644"/>
            <a:ext cx="270075" cy="363925"/>
            <a:chOff x="4043450" y="3602175"/>
            <a:chExt cx="270075" cy="363925"/>
          </a:xfrm>
        </p:grpSpPr>
        <p:sp>
          <p:nvSpPr>
            <p:cNvPr id="20810" name="Google Shape;20810;p149"/>
            <p:cNvSpPr/>
            <p:nvPr/>
          </p:nvSpPr>
          <p:spPr>
            <a:xfrm>
              <a:off x="4078950" y="3646150"/>
              <a:ext cx="25475" cy="21100"/>
            </a:xfrm>
            <a:custGeom>
              <a:rect b="b" l="l" r="r" t="t"/>
              <a:pathLst>
                <a:path extrusionOk="0" h="844" w="1019">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149"/>
            <p:cNvSpPr/>
            <p:nvPr/>
          </p:nvSpPr>
          <p:spPr>
            <a:xfrm>
              <a:off x="4083575" y="3692450"/>
              <a:ext cx="17000" cy="14075"/>
            </a:xfrm>
            <a:custGeom>
              <a:rect b="b" l="l" r="r" t="t"/>
              <a:pathLst>
                <a:path extrusionOk="0" h="563" w="68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149"/>
            <p:cNvSpPr/>
            <p:nvPr/>
          </p:nvSpPr>
          <p:spPr>
            <a:xfrm>
              <a:off x="4086675" y="3734100"/>
              <a:ext cx="184425" cy="184425"/>
            </a:xfrm>
            <a:custGeom>
              <a:rect b="b" l="l" r="r" t="t"/>
              <a:pathLst>
                <a:path extrusionOk="0" h="7377" w="7377">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149"/>
            <p:cNvSpPr/>
            <p:nvPr/>
          </p:nvSpPr>
          <p:spPr>
            <a:xfrm>
              <a:off x="4125475" y="3691650"/>
              <a:ext cx="85175" cy="14725"/>
            </a:xfrm>
            <a:custGeom>
              <a:rect b="b" l="l" r="r" t="t"/>
              <a:pathLst>
                <a:path extrusionOk="0" h="589" w="3407">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149"/>
            <p:cNvSpPr/>
            <p:nvPr/>
          </p:nvSpPr>
          <p:spPr>
            <a:xfrm>
              <a:off x="4129100" y="3649250"/>
              <a:ext cx="77950" cy="14675"/>
            </a:xfrm>
            <a:custGeom>
              <a:rect b="b" l="l" r="r" t="t"/>
              <a:pathLst>
                <a:path extrusionOk="0" h="587" w="3118">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149"/>
            <p:cNvSpPr/>
            <p:nvPr/>
          </p:nvSpPr>
          <p:spPr>
            <a:xfrm>
              <a:off x="4171525" y="3951675"/>
              <a:ext cx="17000" cy="14425"/>
            </a:xfrm>
            <a:custGeom>
              <a:rect b="b" l="l" r="r" t="t"/>
              <a:pathLst>
                <a:path extrusionOk="0" h="577" w="68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149"/>
            <p:cNvSpPr/>
            <p:nvPr/>
          </p:nvSpPr>
          <p:spPr>
            <a:xfrm>
              <a:off x="4043450" y="3602175"/>
              <a:ext cx="270075" cy="363425"/>
            </a:xfrm>
            <a:custGeom>
              <a:rect b="b" l="l" r="r" t="t"/>
              <a:pathLst>
                <a:path extrusionOk="0" h="14537" w="10803">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7" name="Google Shape;20817;p149"/>
          <p:cNvGrpSpPr/>
          <p:nvPr/>
        </p:nvGrpSpPr>
        <p:grpSpPr>
          <a:xfrm>
            <a:off x="1052588" y="4013725"/>
            <a:ext cx="363400" cy="237175"/>
            <a:chOff x="3997175" y="1988000"/>
            <a:chExt cx="363400" cy="237175"/>
          </a:xfrm>
        </p:grpSpPr>
        <p:sp>
          <p:nvSpPr>
            <p:cNvPr id="20818" name="Google Shape;20818;p149"/>
            <p:cNvSpPr/>
            <p:nvPr/>
          </p:nvSpPr>
          <p:spPr>
            <a:xfrm>
              <a:off x="4254100" y="1988100"/>
              <a:ext cx="17000" cy="14425"/>
            </a:xfrm>
            <a:custGeom>
              <a:rect b="b" l="l" r="r" t="t"/>
              <a:pathLst>
                <a:path extrusionOk="0" h="577" w="68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149"/>
            <p:cNvSpPr/>
            <p:nvPr/>
          </p:nvSpPr>
          <p:spPr>
            <a:xfrm>
              <a:off x="3997175" y="1988000"/>
              <a:ext cx="363400" cy="237175"/>
            </a:xfrm>
            <a:custGeom>
              <a:rect b="b" l="l" r="r" t="t"/>
              <a:pathLst>
                <a:path extrusionOk="0" h="9487" w="14536">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0" name="Google Shape;20820;p149"/>
          <p:cNvGrpSpPr/>
          <p:nvPr/>
        </p:nvGrpSpPr>
        <p:grpSpPr>
          <a:xfrm>
            <a:off x="1729975" y="3950600"/>
            <a:ext cx="334100" cy="363425"/>
            <a:chOff x="6994625" y="3052825"/>
            <a:chExt cx="334100" cy="363425"/>
          </a:xfrm>
        </p:grpSpPr>
        <p:sp>
          <p:nvSpPr>
            <p:cNvPr id="20821" name="Google Shape;20821;p149"/>
            <p:cNvSpPr/>
            <p:nvPr/>
          </p:nvSpPr>
          <p:spPr>
            <a:xfrm>
              <a:off x="6994625" y="3052825"/>
              <a:ext cx="334100" cy="363425"/>
            </a:xfrm>
            <a:custGeom>
              <a:rect b="b" l="l" r="r" t="t"/>
              <a:pathLst>
                <a:path extrusionOk="0" h="14537" w="13364">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149"/>
            <p:cNvSpPr/>
            <p:nvPr/>
          </p:nvSpPr>
          <p:spPr>
            <a:xfrm>
              <a:off x="7206800" y="3184775"/>
              <a:ext cx="78725" cy="13900"/>
            </a:xfrm>
            <a:custGeom>
              <a:rect b="b" l="l" r="r" t="t"/>
              <a:pathLst>
                <a:path extrusionOk="0" h="556" w="3149">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149"/>
            <p:cNvSpPr/>
            <p:nvPr/>
          </p:nvSpPr>
          <p:spPr>
            <a:xfrm>
              <a:off x="7226850" y="3227200"/>
              <a:ext cx="59450" cy="14700"/>
            </a:xfrm>
            <a:custGeom>
              <a:rect b="b" l="l" r="r" t="t"/>
              <a:pathLst>
                <a:path extrusionOk="0" h="588" w="2378">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149"/>
            <p:cNvSpPr/>
            <p:nvPr/>
          </p:nvSpPr>
          <p:spPr>
            <a:xfrm>
              <a:off x="7226850" y="3269650"/>
              <a:ext cx="59450" cy="14675"/>
            </a:xfrm>
            <a:custGeom>
              <a:rect b="b" l="l" r="r" t="t"/>
              <a:pathLst>
                <a:path extrusionOk="0" h="587" w="2378">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149"/>
            <p:cNvSpPr/>
            <p:nvPr/>
          </p:nvSpPr>
          <p:spPr>
            <a:xfrm>
              <a:off x="7226850" y="3312850"/>
              <a:ext cx="59450" cy="13900"/>
            </a:xfrm>
            <a:custGeom>
              <a:rect b="b" l="l" r="r" t="t"/>
              <a:pathLst>
                <a:path extrusionOk="0" h="556" w="2378">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149"/>
            <p:cNvSpPr/>
            <p:nvPr/>
          </p:nvSpPr>
          <p:spPr>
            <a:xfrm>
              <a:off x="7204150" y="3355175"/>
              <a:ext cx="82150" cy="14125"/>
            </a:xfrm>
            <a:custGeom>
              <a:rect b="b" l="l" r="r" t="t"/>
              <a:pathLst>
                <a:path extrusionOk="0" h="565" w="3286">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149"/>
            <p:cNvSpPr/>
            <p:nvPr/>
          </p:nvSpPr>
          <p:spPr>
            <a:xfrm>
              <a:off x="7077350" y="3402300"/>
              <a:ext cx="16050" cy="13875"/>
            </a:xfrm>
            <a:custGeom>
              <a:rect b="b" l="l" r="r" t="t"/>
              <a:pathLst>
                <a:path extrusionOk="0" h="555" w="642">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8" name="Google Shape;20828;p149"/>
          <p:cNvGrpSpPr/>
          <p:nvPr/>
        </p:nvGrpSpPr>
        <p:grpSpPr>
          <a:xfrm>
            <a:off x="2504175" y="3950988"/>
            <a:ext cx="270050" cy="362650"/>
            <a:chOff x="3293525" y="3602950"/>
            <a:chExt cx="270050" cy="362650"/>
          </a:xfrm>
        </p:grpSpPr>
        <p:sp>
          <p:nvSpPr>
            <p:cNvPr id="20829" name="Google Shape;20829;p149"/>
            <p:cNvSpPr/>
            <p:nvPr/>
          </p:nvSpPr>
          <p:spPr>
            <a:xfrm>
              <a:off x="3293525" y="3602950"/>
              <a:ext cx="270050" cy="362650"/>
            </a:xfrm>
            <a:custGeom>
              <a:rect b="b" l="l" r="r" t="t"/>
              <a:pathLst>
                <a:path extrusionOk="0" h="14506" w="10802">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149"/>
            <p:cNvSpPr/>
            <p:nvPr/>
          </p:nvSpPr>
          <p:spPr>
            <a:xfrm>
              <a:off x="3335950" y="3645375"/>
              <a:ext cx="184425" cy="274500"/>
            </a:xfrm>
            <a:custGeom>
              <a:rect b="b" l="l" r="r" t="t"/>
              <a:pathLst>
                <a:path extrusionOk="0" h="10980" w="7377">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149"/>
            <p:cNvSpPr/>
            <p:nvPr/>
          </p:nvSpPr>
          <p:spPr>
            <a:xfrm>
              <a:off x="3418500" y="3777325"/>
              <a:ext cx="17000" cy="14075"/>
            </a:xfrm>
            <a:custGeom>
              <a:rect b="b" l="l" r="r" t="t"/>
              <a:pathLst>
                <a:path extrusionOk="0" h="563" w="68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2" name="Google Shape;20832;p149"/>
          <p:cNvGrpSpPr/>
          <p:nvPr/>
        </p:nvGrpSpPr>
        <p:grpSpPr>
          <a:xfrm>
            <a:off x="3234713" y="3949825"/>
            <a:ext cx="369650" cy="364975"/>
            <a:chOff x="3243825" y="1923675"/>
            <a:chExt cx="369650" cy="364975"/>
          </a:xfrm>
        </p:grpSpPr>
        <p:sp>
          <p:nvSpPr>
            <p:cNvPr id="20833" name="Google Shape;20833;p149"/>
            <p:cNvSpPr/>
            <p:nvPr/>
          </p:nvSpPr>
          <p:spPr>
            <a:xfrm>
              <a:off x="3548900" y="1969575"/>
              <a:ext cx="17000" cy="14075"/>
            </a:xfrm>
            <a:custGeom>
              <a:rect b="b" l="l" r="r" t="t"/>
              <a:pathLst>
                <a:path extrusionOk="0" h="563" w="68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149"/>
            <p:cNvSpPr/>
            <p:nvPr/>
          </p:nvSpPr>
          <p:spPr>
            <a:xfrm>
              <a:off x="3548900" y="2229600"/>
              <a:ext cx="17000" cy="13825"/>
            </a:xfrm>
            <a:custGeom>
              <a:rect b="b" l="l" r="r" t="t"/>
              <a:pathLst>
                <a:path extrusionOk="0" h="553" w="68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149"/>
            <p:cNvSpPr/>
            <p:nvPr/>
          </p:nvSpPr>
          <p:spPr>
            <a:xfrm>
              <a:off x="3418500" y="2099200"/>
              <a:ext cx="17000" cy="14575"/>
            </a:xfrm>
            <a:custGeom>
              <a:rect b="b" l="l" r="r" t="t"/>
              <a:pathLst>
                <a:path extrusionOk="0" h="583" w="68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149"/>
            <p:cNvSpPr/>
            <p:nvPr/>
          </p:nvSpPr>
          <p:spPr>
            <a:xfrm>
              <a:off x="3288875" y="1969575"/>
              <a:ext cx="17000" cy="14075"/>
            </a:xfrm>
            <a:custGeom>
              <a:rect b="b" l="l" r="r" t="t"/>
              <a:pathLst>
                <a:path extrusionOk="0" h="563" w="68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149"/>
            <p:cNvSpPr/>
            <p:nvPr/>
          </p:nvSpPr>
          <p:spPr>
            <a:xfrm>
              <a:off x="3288875" y="2229600"/>
              <a:ext cx="17000" cy="13825"/>
            </a:xfrm>
            <a:custGeom>
              <a:rect b="b" l="l" r="r" t="t"/>
              <a:pathLst>
                <a:path extrusionOk="0" h="553" w="68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149"/>
            <p:cNvSpPr/>
            <p:nvPr/>
          </p:nvSpPr>
          <p:spPr>
            <a:xfrm>
              <a:off x="3243825" y="1923675"/>
              <a:ext cx="369650" cy="364975"/>
            </a:xfrm>
            <a:custGeom>
              <a:rect b="b" l="l" r="r" t="t"/>
              <a:pathLst>
                <a:path extrusionOk="0" h="14599" w="14786">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149"/>
            <p:cNvSpPr/>
            <p:nvPr/>
          </p:nvSpPr>
          <p:spPr>
            <a:xfrm>
              <a:off x="3445425" y="2184475"/>
              <a:ext cx="20175" cy="14875"/>
            </a:xfrm>
            <a:custGeom>
              <a:rect b="b" l="l" r="r" t="t"/>
              <a:pathLst>
                <a:path extrusionOk="0" h="595" w="807">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149"/>
            <p:cNvSpPr/>
            <p:nvPr/>
          </p:nvSpPr>
          <p:spPr>
            <a:xfrm>
              <a:off x="3335950" y="2014325"/>
              <a:ext cx="185200" cy="184525"/>
            </a:xfrm>
            <a:custGeom>
              <a:rect b="b" l="l" r="r" t="t"/>
              <a:pathLst>
                <a:path extrusionOk="0" h="7381" w="7408">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1" name="Google Shape;20841;p149"/>
          <p:cNvGrpSpPr/>
          <p:nvPr/>
        </p:nvGrpSpPr>
        <p:grpSpPr>
          <a:xfrm>
            <a:off x="4008413" y="3950125"/>
            <a:ext cx="327650" cy="364375"/>
            <a:chOff x="992000" y="3602375"/>
            <a:chExt cx="327650" cy="364375"/>
          </a:xfrm>
        </p:grpSpPr>
        <p:sp>
          <p:nvSpPr>
            <p:cNvPr id="20842" name="Google Shape;20842;p149"/>
            <p:cNvSpPr/>
            <p:nvPr/>
          </p:nvSpPr>
          <p:spPr>
            <a:xfrm>
              <a:off x="992000" y="3602375"/>
              <a:ext cx="327650" cy="359200"/>
            </a:xfrm>
            <a:custGeom>
              <a:rect b="b" l="l" r="r" t="t"/>
              <a:pathLst>
                <a:path extrusionOk="0" h="14368" w="13106">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149"/>
            <p:cNvSpPr/>
            <p:nvPr/>
          </p:nvSpPr>
          <p:spPr>
            <a:xfrm>
              <a:off x="1192200" y="3952275"/>
              <a:ext cx="15450" cy="14475"/>
            </a:xfrm>
            <a:custGeom>
              <a:rect b="b" l="l" r="r" t="t"/>
              <a:pathLst>
                <a:path extrusionOk="0" h="579" w="618">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4" name="Google Shape;20844;p149"/>
          <p:cNvGrpSpPr/>
          <p:nvPr/>
        </p:nvGrpSpPr>
        <p:grpSpPr>
          <a:xfrm>
            <a:off x="4751400" y="3976013"/>
            <a:ext cx="363425" cy="312600"/>
            <a:chOff x="2492650" y="1950300"/>
            <a:chExt cx="363425" cy="312600"/>
          </a:xfrm>
        </p:grpSpPr>
        <p:sp>
          <p:nvSpPr>
            <p:cNvPr id="20845" name="Google Shape;20845;p149"/>
            <p:cNvSpPr/>
            <p:nvPr/>
          </p:nvSpPr>
          <p:spPr>
            <a:xfrm>
              <a:off x="2646175" y="2099575"/>
              <a:ext cx="66400" cy="56750"/>
            </a:xfrm>
            <a:custGeom>
              <a:rect b="b" l="l" r="r" t="t"/>
              <a:pathLst>
                <a:path extrusionOk="0" h="2270" w="2656">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149"/>
            <p:cNvSpPr/>
            <p:nvPr/>
          </p:nvSpPr>
          <p:spPr>
            <a:xfrm>
              <a:off x="2582150" y="2056000"/>
              <a:ext cx="185200" cy="142750"/>
            </a:xfrm>
            <a:custGeom>
              <a:rect b="b" l="l" r="r" t="t"/>
              <a:pathLst>
                <a:path extrusionOk="0" h="5710" w="7408">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149"/>
            <p:cNvSpPr/>
            <p:nvPr/>
          </p:nvSpPr>
          <p:spPr>
            <a:xfrm>
              <a:off x="2539725" y="2035925"/>
              <a:ext cx="59950" cy="57125"/>
            </a:xfrm>
            <a:custGeom>
              <a:rect b="b" l="l" r="r" t="t"/>
              <a:pathLst>
                <a:path extrusionOk="0" h="2285" w="2398">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149"/>
            <p:cNvSpPr/>
            <p:nvPr/>
          </p:nvSpPr>
          <p:spPr>
            <a:xfrm>
              <a:off x="2749050" y="2035825"/>
              <a:ext cx="59950" cy="55875"/>
            </a:xfrm>
            <a:custGeom>
              <a:rect b="b" l="l" r="r" t="t"/>
              <a:pathLst>
                <a:path extrusionOk="0" h="2235" w="2398">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149"/>
            <p:cNvSpPr/>
            <p:nvPr/>
          </p:nvSpPr>
          <p:spPr>
            <a:xfrm>
              <a:off x="2749050" y="2163250"/>
              <a:ext cx="59950" cy="57150"/>
            </a:xfrm>
            <a:custGeom>
              <a:rect b="b" l="l" r="r" t="t"/>
              <a:pathLst>
                <a:path extrusionOk="0" h="2286" w="2398">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149"/>
            <p:cNvSpPr/>
            <p:nvPr/>
          </p:nvSpPr>
          <p:spPr>
            <a:xfrm>
              <a:off x="2539725" y="2163825"/>
              <a:ext cx="59950" cy="56575"/>
            </a:xfrm>
            <a:custGeom>
              <a:rect b="b" l="l" r="r" t="t"/>
              <a:pathLst>
                <a:path extrusionOk="0" h="2263" w="2398">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149"/>
            <p:cNvSpPr/>
            <p:nvPr/>
          </p:nvSpPr>
          <p:spPr>
            <a:xfrm>
              <a:off x="2664700" y="2248125"/>
              <a:ext cx="17000" cy="14550"/>
            </a:xfrm>
            <a:custGeom>
              <a:rect b="b" l="l" r="r" t="t"/>
              <a:pathLst>
                <a:path extrusionOk="0" h="582" w="68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149"/>
            <p:cNvSpPr/>
            <p:nvPr/>
          </p:nvSpPr>
          <p:spPr>
            <a:xfrm>
              <a:off x="2492650" y="1950300"/>
              <a:ext cx="363425" cy="312600"/>
            </a:xfrm>
            <a:custGeom>
              <a:rect b="b" l="l" r="r" t="t"/>
              <a:pathLst>
                <a:path extrusionOk="0" h="12504" w="14537">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3" name="Google Shape;20853;p149"/>
          <p:cNvGrpSpPr/>
          <p:nvPr/>
        </p:nvGrpSpPr>
        <p:grpSpPr>
          <a:xfrm>
            <a:off x="5462875" y="3950175"/>
            <a:ext cx="367625" cy="364275"/>
            <a:chOff x="1732675" y="1924750"/>
            <a:chExt cx="367625" cy="364275"/>
          </a:xfrm>
        </p:grpSpPr>
        <p:sp>
          <p:nvSpPr>
            <p:cNvPr id="20854" name="Google Shape;20854;p149"/>
            <p:cNvSpPr/>
            <p:nvPr/>
          </p:nvSpPr>
          <p:spPr>
            <a:xfrm>
              <a:off x="1732675" y="1924750"/>
              <a:ext cx="367625" cy="364275"/>
            </a:xfrm>
            <a:custGeom>
              <a:rect b="b" l="l" r="r" t="t"/>
              <a:pathLst>
                <a:path extrusionOk="0" h="14571" w="14705">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149"/>
            <p:cNvSpPr/>
            <p:nvPr/>
          </p:nvSpPr>
          <p:spPr>
            <a:xfrm>
              <a:off x="1906275" y="1924850"/>
              <a:ext cx="17000" cy="14400"/>
            </a:xfrm>
            <a:custGeom>
              <a:rect b="b" l="l" r="r" t="t"/>
              <a:pathLst>
                <a:path extrusionOk="0" h="576" w="68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6" name="Google Shape;20856;p149"/>
          <p:cNvGrpSpPr/>
          <p:nvPr/>
        </p:nvGrpSpPr>
        <p:grpSpPr>
          <a:xfrm>
            <a:off x="6255419" y="3950613"/>
            <a:ext cx="311725" cy="363400"/>
            <a:chOff x="7749975" y="3052825"/>
            <a:chExt cx="311725" cy="363400"/>
          </a:xfrm>
        </p:grpSpPr>
        <p:sp>
          <p:nvSpPr>
            <p:cNvPr id="20857" name="Google Shape;20857;p149"/>
            <p:cNvSpPr/>
            <p:nvPr/>
          </p:nvSpPr>
          <p:spPr>
            <a:xfrm>
              <a:off x="7868025" y="3295875"/>
              <a:ext cx="66375" cy="56550"/>
            </a:xfrm>
            <a:custGeom>
              <a:rect b="b" l="l" r="r" t="t"/>
              <a:pathLst>
                <a:path extrusionOk="0" h="2262" w="2655">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149"/>
            <p:cNvSpPr/>
            <p:nvPr/>
          </p:nvSpPr>
          <p:spPr>
            <a:xfrm>
              <a:off x="7749975" y="3052825"/>
              <a:ext cx="311725" cy="363400"/>
            </a:xfrm>
            <a:custGeom>
              <a:rect b="b" l="l" r="r" t="t"/>
              <a:pathLst>
                <a:path extrusionOk="0" h="14536" w="12469">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149"/>
            <p:cNvSpPr/>
            <p:nvPr/>
          </p:nvSpPr>
          <p:spPr>
            <a:xfrm>
              <a:off x="7814000" y="3184775"/>
              <a:ext cx="184425" cy="14675"/>
            </a:xfrm>
            <a:custGeom>
              <a:rect b="b" l="l" r="r" t="t"/>
              <a:pathLst>
                <a:path extrusionOk="0" h="587" w="7377">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149"/>
            <p:cNvSpPr/>
            <p:nvPr/>
          </p:nvSpPr>
          <p:spPr>
            <a:xfrm>
              <a:off x="7898875" y="3142175"/>
              <a:ext cx="17000" cy="14075"/>
            </a:xfrm>
            <a:custGeom>
              <a:rect b="b" l="l" r="r" t="t"/>
              <a:pathLst>
                <a:path extrusionOk="0" h="563" w="68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149"/>
            <p:cNvSpPr/>
            <p:nvPr/>
          </p:nvSpPr>
          <p:spPr>
            <a:xfrm>
              <a:off x="7788800" y="3142300"/>
              <a:ext cx="92350" cy="14750"/>
            </a:xfrm>
            <a:custGeom>
              <a:rect b="b" l="l" r="r" t="t"/>
              <a:pathLst>
                <a:path extrusionOk="0" h="590" w="3694">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149"/>
            <p:cNvSpPr/>
            <p:nvPr/>
          </p:nvSpPr>
          <p:spPr>
            <a:xfrm>
              <a:off x="7927875" y="3142225"/>
              <a:ext cx="94800" cy="14125"/>
            </a:xfrm>
            <a:custGeom>
              <a:rect b="b" l="l" r="r" t="t"/>
              <a:pathLst>
                <a:path extrusionOk="0" h="565" w="3792">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3" name="Google Shape;20863;p149"/>
          <p:cNvGrpSpPr/>
          <p:nvPr/>
        </p:nvGrpSpPr>
        <p:grpSpPr>
          <a:xfrm>
            <a:off x="6953150" y="3950500"/>
            <a:ext cx="371150" cy="363625"/>
            <a:chOff x="7724500" y="3602750"/>
            <a:chExt cx="371150" cy="363625"/>
          </a:xfrm>
        </p:grpSpPr>
        <p:sp>
          <p:nvSpPr>
            <p:cNvPr id="20864" name="Google Shape;20864;p149"/>
            <p:cNvSpPr/>
            <p:nvPr/>
          </p:nvSpPr>
          <p:spPr>
            <a:xfrm>
              <a:off x="7724500" y="3602750"/>
              <a:ext cx="371150" cy="363625"/>
            </a:xfrm>
            <a:custGeom>
              <a:rect b="b" l="l" r="r" t="t"/>
              <a:pathLst>
                <a:path extrusionOk="0" h="14545" w="14846">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149"/>
            <p:cNvSpPr/>
            <p:nvPr/>
          </p:nvSpPr>
          <p:spPr>
            <a:xfrm>
              <a:off x="7897700" y="3897900"/>
              <a:ext cx="16625" cy="14175"/>
            </a:xfrm>
            <a:custGeom>
              <a:rect b="b" l="l" r="r" t="t"/>
              <a:pathLst>
                <a:path extrusionOk="0" h="567" w="665">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6" name="Google Shape;20866;p149"/>
          <p:cNvGrpSpPr/>
          <p:nvPr/>
        </p:nvGrpSpPr>
        <p:grpSpPr>
          <a:xfrm>
            <a:off x="7728969" y="3950975"/>
            <a:ext cx="363400" cy="362675"/>
            <a:chOff x="975800" y="1925575"/>
            <a:chExt cx="363400" cy="362675"/>
          </a:xfrm>
        </p:grpSpPr>
        <p:sp>
          <p:nvSpPr>
            <p:cNvPr id="20867" name="Google Shape;20867;p149"/>
            <p:cNvSpPr/>
            <p:nvPr/>
          </p:nvSpPr>
          <p:spPr>
            <a:xfrm>
              <a:off x="975800" y="1925575"/>
              <a:ext cx="363400" cy="362675"/>
            </a:xfrm>
            <a:custGeom>
              <a:rect b="b" l="l" r="r" t="t"/>
              <a:pathLst>
                <a:path extrusionOk="0" h="14507" w="14536">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149"/>
            <p:cNvSpPr/>
            <p:nvPr/>
          </p:nvSpPr>
          <p:spPr>
            <a:xfrm>
              <a:off x="1105400" y="1967275"/>
              <a:ext cx="82600" cy="14675"/>
            </a:xfrm>
            <a:custGeom>
              <a:rect b="b" l="l" r="r" t="t"/>
              <a:pathLst>
                <a:path extrusionOk="0" h="587" w="3304">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149"/>
            <p:cNvSpPr/>
            <p:nvPr/>
          </p:nvSpPr>
          <p:spPr>
            <a:xfrm>
              <a:off x="1104100" y="2009675"/>
              <a:ext cx="84425" cy="14750"/>
            </a:xfrm>
            <a:custGeom>
              <a:rect b="b" l="l" r="r" t="t"/>
              <a:pathLst>
                <a:path extrusionOk="0" h="590" w="3377">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149"/>
            <p:cNvSpPr/>
            <p:nvPr/>
          </p:nvSpPr>
          <p:spPr>
            <a:xfrm>
              <a:off x="1104125" y="2052800"/>
              <a:ext cx="84400" cy="14050"/>
            </a:xfrm>
            <a:custGeom>
              <a:rect b="b" l="l" r="r" t="t"/>
              <a:pathLst>
                <a:path extrusionOk="0" h="562" w="3376">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149"/>
            <p:cNvSpPr/>
            <p:nvPr/>
          </p:nvSpPr>
          <p:spPr>
            <a:xfrm>
              <a:off x="1147850" y="2180225"/>
              <a:ext cx="17000" cy="14400"/>
            </a:xfrm>
            <a:custGeom>
              <a:rect b="b" l="l" r="r" t="t"/>
              <a:pathLst>
                <a:path extrusionOk="0" h="576" w="68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72" name="Google Shape;20872;p149"/>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20873" name="Google Shape;20873;p14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77" name="Shape 20877"/>
        <p:cNvGrpSpPr/>
        <p:nvPr/>
      </p:nvGrpSpPr>
      <p:grpSpPr>
        <a:xfrm>
          <a:off x="0" y="0"/>
          <a:ext cx="0" cy="0"/>
          <a:chOff x="0" y="0"/>
          <a:chExt cx="0" cy="0"/>
        </a:xfrm>
      </p:grpSpPr>
      <p:sp>
        <p:nvSpPr>
          <p:cNvPr id="20878" name="Google Shape;20878;p150"/>
          <p:cNvSpPr/>
          <p:nvPr/>
        </p:nvSpPr>
        <p:spPr>
          <a:xfrm>
            <a:off x="1042813" y="1767791"/>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79" name="Google Shape;20879;p150"/>
          <p:cNvGrpSpPr/>
          <p:nvPr/>
        </p:nvGrpSpPr>
        <p:grpSpPr>
          <a:xfrm>
            <a:off x="2541658" y="1767756"/>
            <a:ext cx="356737" cy="353239"/>
            <a:chOff x="3192838" y="1931233"/>
            <a:chExt cx="298300" cy="295375"/>
          </a:xfrm>
        </p:grpSpPr>
        <p:sp>
          <p:nvSpPr>
            <p:cNvPr id="20880" name="Google Shape;20880;p150"/>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150"/>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150"/>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150"/>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150"/>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150"/>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150"/>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150"/>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150"/>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150"/>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150"/>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150"/>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150"/>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150"/>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150"/>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150"/>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150"/>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150"/>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150"/>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150"/>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150"/>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150"/>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150"/>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150"/>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4" name="Google Shape;20904;p150"/>
          <p:cNvGrpSpPr/>
          <p:nvPr/>
        </p:nvGrpSpPr>
        <p:grpSpPr>
          <a:xfrm>
            <a:off x="3272903" y="1766411"/>
            <a:ext cx="342506" cy="355302"/>
            <a:chOff x="3676863" y="1930108"/>
            <a:chExt cx="286400" cy="297100"/>
          </a:xfrm>
        </p:grpSpPr>
        <p:sp>
          <p:nvSpPr>
            <p:cNvPr id="20905" name="Google Shape;20905;p150"/>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150"/>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150"/>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8" name="Google Shape;20908;p150"/>
          <p:cNvGrpSpPr/>
          <p:nvPr/>
        </p:nvGrpSpPr>
        <p:grpSpPr>
          <a:xfrm>
            <a:off x="1797586" y="1765574"/>
            <a:ext cx="357455" cy="356139"/>
            <a:chOff x="2698088" y="1929408"/>
            <a:chExt cx="298900" cy="297800"/>
          </a:xfrm>
        </p:grpSpPr>
        <p:sp>
          <p:nvSpPr>
            <p:cNvPr id="20909" name="Google Shape;20909;p150"/>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150"/>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1" name="Google Shape;20911;p150"/>
          <p:cNvGrpSpPr/>
          <p:nvPr/>
        </p:nvGrpSpPr>
        <p:grpSpPr>
          <a:xfrm>
            <a:off x="4822994" y="1767099"/>
            <a:ext cx="288391" cy="354734"/>
            <a:chOff x="4718163" y="1930683"/>
            <a:chExt cx="241150" cy="296625"/>
          </a:xfrm>
        </p:grpSpPr>
        <p:sp>
          <p:nvSpPr>
            <p:cNvPr id="20912" name="Google Shape;20912;p150"/>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150"/>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150"/>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150"/>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150"/>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150"/>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150"/>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150"/>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0" name="Google Shape;20920;p150"/>
          <p:cNvGrpSpPr/>
          <p:nvPr/>
        </p:nvGrpSpPr>
        <p:grpSpPr>
          <a:xfrm>
            <a:off x="5516509" y="1765693"/>
            <a:ext cx="356019" cy="355302"/>
            <a:chOff x="5170638" y="1929508"/>
            <a:chExt cx="297700" cy="297100"/>
          </a:xfrm>
        </p:grpSpPr>
        <p:sp>
          <p:nvSpPr>
            <p:cNvPr id="20921" name="Google Shape;20921;p150"/>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150"/>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150"/>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150"/>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150"/>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150"/>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7" name="Google Shape;20927;p150"/>
          <p:cNvGrpSpPr/>
          <p:nvPr/>
        </p:nvGrpSpPr>
        <p:grpSpPr>
          <a:xfrm>
            <a:off x="6274094" y="1767099"/>
            <a:ext cx="356019" cy="353897"/>
            <a:chOff x="5676688" y="1930683"/>
            <a:chExt cx="297700" cy="295925"/>
          </a:xfrm>
        </p:grpSpPr>
        <p:sp>
          <p:nvSpPr>
            <p:cNvPr id="20928" name="Google Shape;20928;p150"/>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150"/>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150"/>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150"/>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32" name="Google Shape;20932;p150"/>
          <p:cNvSpPr/>
          <p:nvPr/>
        </p:nvSpPr>
        <p:spPr>
          <a:xfrm>
            <a:off x="7034468" y="1768508"/>
            <a:ext cx="302622" cy="357455"/>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33" name="Google Shape;20933;p150"/>
          <p:cNvGrpSpPr/>
          <p:nvPr/>
        </p:nvGrpSpPr>
        <p:grpSpPr>
          <a:xfrm>
            <a:off x="7742296" y="1767816"/>
            <a:ext cx="354614" cy="355332"/>
            <a:chOff x="6649513" y="1931283"/>
            <a:chExt cx="296525" cy="297125"/>
          </a:xfrm>
        </p:grpSpPr>
        <p:sp>
          <p:nvSpPr>
            <p:cNvPr id="20934" name="Google Shape;20934;p150"/>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150"/>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150"/>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7" name="Google Shape;20937;p150"/>
          <p:cNvGrpSpPr/>
          <p:nvPr/>
        </p:nvGrpSpPr>
        <p:grpSpPr>
          <a:xfrm>
            <a:off x="7740143" y="2291860"/>
            <a:ext cx="356767" cy="354584"/>
            <a:chOff x="6647713" y="2369483"/>
            <a:chExt cx="298325" cy="296500"/>
          </a:xfrm>
        </p:grpSpPr>
        <p:sp>
          <p:nvSpPr>
            <p:cNvPr id="20938" name="Google Shape;20938;p150"/>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150"/>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150"/>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1" name="Google Shape;20941;p150"/>
          <p:cNvGrpSpPr/>
          <p:nvPr/>
        </p:nvGrpSpPr>
        <p:grpSpPr>
          <a:xfrm>
            <a:off x="7007492" y="2291860"/>
            <a:ext cx="355302" cy="354584"/>
            <a:chOff x="6162513" y="2369483"/>
            <a:chExt cx="297100" cy="296500"/>
          </a:xfrm>
        </p:grpSpPr>
        <p:sp>
          <p:nvSpPr>
            <p:cNvPr id="20942" name="Google Shape;20942;p150"/>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150"/>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150"/>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150"/>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150"/>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150"/>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8" name="Google Shape;20948;p150"/>
          <p:cNvGrpSpPr/>
          <p:nvPr/>
        </p:nvGrpSpPr>
        <p:grpSpPr>
          <a:xfrm>
            <a:off x="6273377" y="2292547"/>
            <a:ext cx="356019" cy="354614"/>
            <a:chOff x="5676088" y="2370058"/>
            <a:chExt cx="297700" cy="296525"/>
          </a:xfrm>
        </p:grpSpPr>
        <p:sp>
          <p:nvSpPr>
            <p:cNvPr id="20949" name="Google Shape;20949;p150"/>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150"/>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150"/>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150"/>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150"/>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4" name="Google Shape;20954;p150"/>
          <p:cNvGrpSpPr/>
          <p:nvPr/>
        </p:nvGrpSpPr>
        <p:grpSpPr>
          <a:xfrm>
            <a:off x="5514356" y="2292547"/>
            <a:ext cx="356049" cy="355332"/>
            <a:chOff x="5168838" y="2370058"/>
            <a:chExt cx="297725" cy="297125"/>
          </a:xfrm>
        </p:grpSpPr>
        <p:sp>
          <p:nvSpPr>
            <p:cNvPr id="20955" name="Google Shape;20955;p150"/>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150"/>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150"/>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150"/>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150"/>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150"/>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150"/>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150"/>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150"/>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150"/>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5" name="Google Shape;20965;p150"/>
          <p:cNvGrpSpPr/>
          <p:nvPr/>
        </p:nvGrpSpPr>
        <p:grpSpPr>
          <a:xfrm>
            <a:off x="4770285" y="2355930"/>
            <a:ext cx="355332" cy="227849"/>
            <a:chOff x="4674088" y="2423058"/>
            <a:chExt cx="297125" cy="190525"/>
          </a:xfrm>
        </p:grpSpPr>
        <p:sp>
          <p:nvSpPr>
            <p:cNvPr id="20966" name="Google Shape;20966;p150"/>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150"/>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150"/>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150"/>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150"/>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71" name="Google Shape;20971;p150"/>
          <p:cNvSpPr/>
          <p:nvPr/>
        </p:nvSpPr>
        <p:spPr>
          <a:xfrm>
            <a:off x="4088105" y="2577914"/>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150"/>
          <p:cNvSpPr/>
          <p:nvPr/>
        </p:nvSpPr>
        <p:spPr>
          <a:xfrm>
            <a:off x="4318814" y="2544579"/>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150"/>
          <p:cNvSpPr/>
          <p:nvPr/>
        </p:nvSpPr>
        <p:spPr>
          <a:xfrm>
            <a:off x="4318814" y="2572324"/>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150"/>
          <p:cNvSpPr/>
          <p:nvPr/>
        </p:nvSpPr>
        <p:spPr>
          <a:xfrm>
            <a:off x="4318814" y="2516087"/>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150"/>
          <p:cNvSpPr/>
          <p:nvPr/>
        </p:nvSpPr>
        <p:spPr>
          <a:xfrm>
            <a:off x="4318814" y="2488312"/>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150"/>
          <p:cNvSpPr/>
          <p:nvPr/>
        </p:nvSpPr>
        <p:spPr>
          <a:xfrm>
            <a:off x="4318814" y="2461256"/>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150"/>
          <p:cNvSpPr/>
          <p:nvPr/>
        </p:nvSpPr>
        <p:spPr>
          <a:xfrm>
            <a:off x="4318814" y="2433511"/>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150"/>
          <p:cNvSpPr/>
          <p:nvPr/>
        </p:nvSpPr>
        <p:spPr>
          <a:xfrm>
            <a:off x="4273250" y="2591547"/>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150"/>
          <p:cNvSpPr/>
          <p:nvPr/>
        </p:nvSpPr>
        <p:spPr>
          <a:xfrm>
            <a:off x="4273250" y="2536028"/>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150"/>
          <p:cNvSpPr/>
          <p:nvPr/>
        </p:nvSpPr>
        <p:spPr>
          <a:xfrm>
            <a:off x="4273250" y="2563085"/>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150"/>
          <p:cNvSpPr/>
          <p:nvPr/>
        </p:nvSpPr>
        <p:spPr>
          <a:xfrm>
            <a:off x="4273250" y="2508971"/>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150"/>
          <p:cNvSpPr/>
          <p:nvPr/>
        </p:nvSpPr>
        <p:spPr>
          <a:xfrm>
            <a:off x="4135821" y="2522485"/>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150"/>
          <p:cNvSpPr/>
          <p:nvPr/>
        </p:nvSpPr>
        <p:spPr>
          <a:xfrm>
            <a:off x="4135821" y="2466966"/>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150"/>
          <p:cNvSpPr/>
          <p:nvPr/>
        </p:nvSpPr>
        <p:spPr>
          <a:xfrm>
            <a:off x="4135821" y="2494740"/>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150"/>
          <p:cNvSpPr/>
          <p:nvPr/>
        </p:nvSpPr>
        <p:spPr>
          <a:xfrm>
            <a:off x="4135821" y="2550977"/>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150"/>
          <p:cNvSpPr/>
          <p:nvPr/>
        </p:nvSpPr>
        <p:spPr>
          <a:xfrm>
            <a:off x="4135821" y="2578751"/>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150"/>
          <p:cNvSpPr/>
          <p:nvPr/>
        </p:nvSpPr>
        <p:spPr>
          <a:xfrm>
            <a:off x="4261860" y="2358738"/>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150"/>
          <p:cNvSpPr/>
          <p:nvPr/>
        </p:nvSpPr>
        <p:spPr>
          <a:xfrm>
            <a:off x="4316691"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150"/>
          <p:cNvSpPr/>
          <p:nvPr/>
        </p:nvSpPr>
        <p:spPr>
          <a:xfrm>
            <a:off x="4073874" y="2358738"/>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150"/>
          <p:cNvSpPr/>
          <p:nvPr/>
        </p:nvSpPr>
        <p:spPr>
          <a:xfrm>
            <a:off x="4288916" y="2358738"/>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150"/>
          <p:cNvSpPr/>
          <p:nvPr/>
        </p:nvSpPr>
        <p:spPr>
          <a:xfrm>
            <a:off x="4101648"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150"/>
          <p:cNvSpPr/>
          <p:nvPr/>
        </p:nvSpPr>
        <p:spPr>
          <a:xfrm>
            <a:off x="4233368" y="2358738"/>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150"/>
          <p:cNvSpPr/>
          <p:nvPr/>
        </p:nvSpPr>
        <p:spPr>
          <a:xfrm>
            <a:off x="4129423" y="2358738"/>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150"/>
          <p:cNvSpPr/>
          <p:nvPr/>
        </p:nvSpPr>
        <p:spPr>
          <a:xfrm>
            <a:off x="4385036" y="2344507"/>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150"/>
          <p:cNvSpPr/>
          <p:nvPr/>
        </p:nvSpPr>
        <p:spPr>
          <a:xfrm>
            <a:off x="4073874" y="2322443"/>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150"/>
          <p:cNvSpPr/>
          <p:nvPr/>
        </p:nvSpPr>
        <p:spPr>
          <a:xfrm>
            <a:off x="4399267" y="2470524"/>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150"/>
          <p:cNvSpPr/>
          <p:nvPr/>
        </p:nvSpPr>
        <p:spPr>
          <a:xfrm>
            <a:off x="4399267" y="2415692"/>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150"/>
          <p:cNvSpPr/>
          <p:nvPr/>
        </p:nvSpPr>
        <p:spPr>
          <a:xfrm>
            <a:off x="4399267" y="2498298"/>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150"/>
          <p:cNvSpPr/>
          <p:nvPr/>
        </p:nvSpPr>
        <p:spPr>
          <a:xfrm>
            <a:off x="4399267" y="2443467"/>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150"/>
          <p:cNvSpPr/>
          <p:nvPr/>
        </p:nvSpPr>
        <p:spPr>
          <a:xfrm>
            <a:off x="4399267" y="2554535"/>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150"/>
          <p:cNvSpPr/>
          <p:nvPr/>
        </p:nvSpPr>
        <p:spPr>
          <a:xfrm>
            <a:off x="4399267" y="2582309"/>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150"/>
          <p:cNvSpPr/>
          <p:nvPr/>
        </p:nvSpPr>
        <p:spPr>
          <a:xfrm>
            <a:off x="4399267" y="2526043"/>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150"/>
          <p:cNvSpPr/>
          <p:nvPr/>
        </p:nvSpPr>
        <p:spPr>
          <a:xfrm>
            <a:off x="4022630" y="2292516"/>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04" name="Google Shape;21004;p150"/>
          <p:cNvGrpSpPr/>
          <p:nvPr/>
        </p:nvGrpSpPr>
        <p:grpSpPr>
          <a:xfrm>
            <a:off x="3245846" y="2291082"/>
            <a:ext cx="361730" cy="358919"/>
            <a:chOff x="3654238" y="2368833"/>
            <a:chExt cx="302475" cy="300125"/>
          </a:xfrm>
        </p:grpSpPr>
        <p:sp>
          <p:nvSpPr>
            <p:cNvPr id="21005" name="Google Shape;21005;p150"/>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150"/>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150"/>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150"/>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150"/>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150"/>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150"/>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150"/>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150"/>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150"/>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150"/>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150"/>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7" name="Google Shape;21017;p150"/>
          <p:cNvGrpSpPr/>
          <p:nvPr/>
        </p:nvGrpSpPr>
        <p:grpSpPr>
          <a:xfrm>
            <a:off x="2544498" y="2291052"/>
            <a:ext cx="353179" cy="355332"/>
            <a:chOff x="3195213" y="2368808"/>
            <a:chExt cx="295325" cy="297125"/>
          </a:xfrm>
        </p:grpSpPr>
        <p:sp>
          <p:nvSpPr>
            <p:cNvPr id="21018" name="Google Shape;21018;p150"/>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150"/>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150"/>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150"/>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150"/>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150"/>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150"/>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150"/>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150"/>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150"/>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150"/>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150"/>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0" name="Google Shape;21030;p150"/>
          <p:cNvGrpSpPr/>
          <p:nvPr/>
        </p:nvGrpSpPr>
        <p:grpSpPr>
          <a:xfrm>
            <a:off x="1781203" y="2291860"/>
            <a:ext cx="368158" cy="355302"/>
            <a:chOff x="2684388" y="2369483"/>
            <a:chExt cx="307850" cy="297100"/>
          </a:xfrm>
        </p:grpSpPr>
        <p:sp>
          <p:nvSpPr>
            <p:cNvPr id="21031" name="Google Shape;21031;p150"/>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150"/>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150"/>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150"/>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35" name="Google Shape;21035;p150"/>
          <p:cNvSpPr/>
          <p:nvPr/>
        </p:nvSpPr>
        <p:spPr>
          <a:xfrm>
            <a:off x="1042813" y="2292426"/>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36" name="Google Shape;21036;p150"/>
          <p:cNvGrpSpPr/>
          <p:nvPr/>
        </p:nvGrpSpPr>
        <p:grpSpPr>
          <a:xfrm>
            <a:off x="1041406" y="2835815"/>
            <a:ext cx="356767" cy="356737"/>
            <a:chOff x="2193213" y="2824333"/>
            <a:chExt cx="298325" cy="298300"/>
          </a:xfrm>
        </p:grpSpPr>
        <p:sp>
          <p:nvSpPr>
            <p:cNvPr id="21037" name="Google Shape;21037;p150"/>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150"/>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150"/>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150"/>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150"/>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150"/>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150"/>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150"/>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150"/>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150"/>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150"/>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150"/>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150"/>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150"/>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150"/>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150"/>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3" name="Google Shape;21053;p150"/>
          <p:cNvSpPr/>
          <p:nvPr/>
        </p:nvSpPr>
        <p:spPr>
          <a:xfrm>
            <a:off x="1775487" y="2834342"/>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4" name="Google Shape;21054;p150"/>
          <p:cNvGrpSpPr/>
          <p:nvPr/>
        </p:nvGrpSpPr>
        <p:grpSpPr>
          <a:xfrm>
            <a:off x="2543093" y="2836502"/>
            <a:ext cx="356019" cy="356737"/>
            <a:chOff x="3194038" y="2824908"/>
            <a:chExt cx="297700" cy="298300"/>
          </a:xfrm>
        </p:grpSpPr>
        <p:sp>
          <p:nvSpPr>
            <p:cNvPr id="21055" name="Google Shape;21055;p150"/>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150"/>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150"/>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150"/>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150"/>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150"/>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150"/>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150"/>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3" name="Google Shape;21063;p150"/>
          <p:cNvGrpSpPr/>
          <p:nvPr/>
        </p:nvGrpSpPr>
        <p:grpSpPr>
          <a:xfrm>
            <a:off x="3233738" y="2836323"/>
            <a:ext cx="370281" cy="356946"/>
            <a:chOff x="3644113" y="2824758"/>
            <a:chExt cx="309625" cy="298475"/>
          </a:xfrm>
        </p:grpSpPr>
        <p:sp>
          <p:nvSpPr>
            <p:cNvPr id="21064" name="Google Shape;21064;p150"/>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150"/>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150"/>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7" name="Google Shape;21067;p150"/>
          <p:cNvGrpSpPr/>
          <p:nvPr/>
        </p:nvGrpSpPr>
        <p:grpSpPr>
          <a:xfrm>
            <a:off x="4022685" y="2836502"/>
            <a:ext cx="356019" cy="352492"/>
            <a:chOff x="4176388" y="2824908"/>
            <a:chExt cx="297700" cy="294750"/>
          </a:xfrm>
        </p:grpSpPr>
        <p:sp>
          <p:nvSpPr>
            <p:cNvPr id="21068" name="Google Shape;21068;p150"/>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150"/>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150"/>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150"/>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150"/>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150"/>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150"/>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150"/>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150"/>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150"/>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150"/>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150"/>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150"/>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150"/>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150"/>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3" name="Google Shape;21083;p150"/>
          <p:cNvGrpSpPr/>
          <p:nvPr/>
        </p:nvGrpSpPr>
        <p:grpSpPr>
          <a:xfrm>
            <a:off x="4769597" y="2833722"/>
            <a:ext cx="356019" cy="358112"/>
            <a:chOff x="4673513" y="2822583"/>
            <a:chExt cx="297700" cy="299450"/>
          </a:xfrm>
        </p:grpSpPr>
        <p:sp>
          <p:nvSpPr>
            <p:cNvPr id="21084" name="Google Shape;21084;p150"/>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150"/>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6" name="Google Shape;21086;p150"/>
          <p:cNvGrpSpPr/>
          <p:nvPr/>
        </p:nvGrpSpPr>
        <p:grpSpPr>
          <a:xfrm>
            <a:off x="5512951" y="2843648"/>
            <a:ext cx="357455" cy="338201"/>
            <a:chOff x="5167663" y="2830883"/>
            <a:chExt cx="298900" cy="282800"/>
          </a:xfrm>
        </p:grpSpPr>
        <p:sp>
          <p:nvSpPr>
            <p:cNvPr id="21087" name="Google Shape;21087;p150"/>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150"/>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150"/>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150"/>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1" name="Google Shape;21091;p150"/>
          <p:cNvGrpSpPr/>
          <p:nvPr/>
        </p:nvGrpSpPr>
        <p:grpSpPr>
          <a:xfrm>
            <a:off x="6296159" y="2835994"/>
            <a:ext cx="309768" cy="355123"/>
            <a:chOff x="5695138" y="2824483"/>
            <a:chExt cx="259025" cy="296950"/>
          </a:xfrm>
        </p:grpSpPr>
        <p:sp>
          <p:nvSpPr>
            <p:cNvPr id="21092" name="Google Shape;21092;p150"/>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150"/>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150"/>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150"/>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96" name="Google Shape;21096;p150"/>
          <p:cNvSpPr/>
          <p:nvPr/>
        </p:nvSpPr>
        <p:spPr>
          <a:xfrm>
            <a:off x="6997425" y="2836465"/>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150"/>
          <p:cNvSpPr/>
          <p:nvPr/>
        </p:nvSpPr>
        <p:spPr>
          <a:xfrm>
            <a:off x="7749323" y="2835777"/>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98" name="Google Shape;21098;p150"/>
          <p:cNvGrpSpPr/>
          <p:nvPr/>
        </p:nvGrpSpPr>
        <p:grpSpPr>
          <a:xfrm>
            <a:off x="7751534" y="3421058"/>
            <a:ext cx="351056" cy="355302"/>
            <a:chOff x="6657238" y="3313708"/>
            <a:chExt cx="293550" cy="297100"/>
          </a:xfrm>
        </p:grpSpPr>
        <p:sp>
          <p:nvSpPr>
            <p:cNvPr id="21099" name="Google Shape;21099;p150"/>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150"/>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150"/>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150"/>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150"/>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150"/>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150"/>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150"/>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150"/>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150"/>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150"/>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150"/>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150"/>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150"/>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150"/>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150"/>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5" name="Google Shape;21115;p150"/>
          <p:cNvSpPr/>
          <p:nvPr/>
        </p:nvSpPr>
        <p:spPr>
          <a:xfrm>
            <a:off x="7126312" y="3574088"/>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150"/>
          <p:cNvSpPr/>
          <p:nvPr/>
        </p:nvSpPr>
        <p:spPr>
          <a:xfrm>
            <a:off x="7126312" y="3600427"/>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150"/>
          <p:cNvSpPr/>
          <p:nvPr/>
        </p:nvSpPr>
        <p:spPr>
          <a:xfrm>
            <a:off x="7149811" y="3625362"/>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150"/>
          <p:cNvSpPr/>
          <p:nvPr/>
        </p:nvSpPr>
        <p:spPr>
          <a:xfrm>
            <a:off x="7007411" y="3422450"/>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19" name="Google Shape;21119;p150"/>
          <p:cNvGrpSpPr/>
          <p:nvPr/>
        </p:nvGrpSpPr>
        <p:grpSpPr>
          <a:xfrm>
            <a:off x="6273377" y="3422493"/>
            <a:ext cx="356019" cy="355302"/>
            <a:chOff x="5676088" y="3314908"/>
            <a:chExt cx="297700" cy="297100"/>
          </a:xfrm>
        </p:grpSpPr>
        <p:sp>
          <p:nvSpPr>
            <p:cNvPr id="21120" name="Google Shape;21120;p150"/>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150"/>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2" name="Google Shape;21122;p150"/>
          <p:cNvGrpSpPr/>
          <p:nvPr/>
        </p:nvGrpSpPr>
        <p:grpSpPr>
          <a:xfrm>
            <a:off x="5513639" y="3420341"/>
            <a:ext cx="356049" cy="355332"/>
            <a:chOff x="5168238" y="3313108"/>
            <a:chExt cx="297725" cy="297125"/>
          </a:xfrm>
        </p:grpSpPr>
        <p:sp>
          <p:nvSpPr>
            <p:cNvPr id="21123" name="Google Shape;21123;p150"/>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50"/>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50"/>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150"/>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150"/>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8" name="Google Shape;21128;p150"/>
          <p:cNvSpPr/>
          <p:nvPr/>
        </p:nvSpPr>
        <p:spPr>
          <a:xfrm>
            <a:off x="4760267" y="3419579"/>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29" name="Google Shape;21129;p150"/>
          <p:cNvGrpSpPr/>
          <p:nvPr/>
        </p:nvGrpSpPr>
        <p:grpSpPr>
          <a:xfrm>
            <a:off x="4024091" y="3421058"/>
            <a:ext cx="351056" cy="355302"/>
            <a:chOff x="4177563" y="3313708"/>
            <a:chExt cx="293550" cy="297100"/>
          </a:xfrm>
        </p:grpSpPr>
        <p:sp>
          <p:nvSpPr>
            <p:cNvPr id="21130" name="Google Shape;21130;p150"/>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150"/>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150"/>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150"/>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150"/>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150"/>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150"/>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50"/>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50"/>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50"/>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50"/>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150"/>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150"/>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43" name="Google Shape;21143;p150"/>
          <p:cNvSpPr/>
          <p:nvPr/>
        </p:nvSpPr>
        <p:spPr>
          <a:xfrm>
            <a:off x="3247951" y="3420895"/>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44" name="Google Shape;21144;p150"/>
          <p:cNvGrpSpPr/>
          <p:nvPr/>
        </p:nvGrpSpPr>
        <p:grpSpPr>
          <a:xfrm>
            <a:off x="2543093" y="3421058"/>
            <a:ext cx="354584" cy="354614"/>
            <a:chOff x="3194038" y="3313708"/>
            <a:chExt cx="296500" cy="296525"/>
          </a:xfrm>
        </p:grpSpPr>
        <p:sp>
          <p:nvSpPr>
            <p:cNvPr id="21145" name="Google Shape;21145;p150"/>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150"/>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150"/>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150"/>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50"/>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50"/>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50"/>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150"/>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150"/>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150"/>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5" name="Google Shape;21155;p150"/>
          <p:cNvGrpSpPr/>
          <p:nvPr/>
        </p:nvGrpSpPr>
        <p:grpSpPr>
          <a:xfrm>
            <a:off x="1778362" y="3430745"/>
            <a:ext cx="359577" cy="338051"/>
            <a:chOff x="2682013" y="3321808"/>
            <a:chExt cx="300675" cy="282675"/>
          </a:xfrm>
        </p:grpSpPr>
        <p:sp>
          <p:nvSpPr>
            <p:cNvPr id="21156" name="Google Shape;21156;p150"/>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150"/>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150"/>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9" name="Google Shape;21159;p150"/>
          <p:cNvGrpSpPr/>
          <p:nvPr/>
        </p:nvGrpSpPr>
        <p:grpSpPr>
          <a:xfrm>
            <a:off x="1091246" y="3420341"/>
            <a:ext cx="291261" cy="356737"/>
            <a:chOff x="2234888" y="3313108"/>
            <a:chExt cx="243550" cy="298300"/>
          </a:xfrm>
        </p:grpSpPr>
        <p:sp>
          <p:nvSpPr>
            <p:cNvPr id="21160" name="Google Shape;21160;p150"/>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50"/>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150"/>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150"/>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150"/>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150"/>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150"/>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150"/>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8" name="Google Shape;21168;p150"/>
          <p:cNvGrpSpPr/>
          <p:nvPr/>
        </p:nvGrpSpPr>
        <p:grpSpPr>
          <a:xfrm>
            <a:off x="1058508" y="3989230"/>
            <a:ext cx="357455" cy="356019"/>
            <a:chOff x="2207513" y="3788808"/>
            <a:chExt cx="298900" cy="297700"/>
          </a:xfrm>
        </p:grpSpPr>
        <p:sp>
          <p:nvSpPr>
            <p:cNvPr id="21169" name="Google Shape;21169;p150"/>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50"/>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50"/>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150"/>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150"/>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50"/>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5" name="Google Shape;21175;p150"/>
          <p:cNvGrpSpPr/>
          <p:nvPr/>
        </p:nvGrpSpPr>
        <p:grpSpPr>
          <a:xfrm>
            <a:off x="1781920" y="3990486"/>
            <a:ext cx="353897" cy="354046"/>
            <a:chOff x="2684988" y="3789858"/>
            <a:chExt cx="295925" cy="296050"/>
          </a:xfrm>
        </p:grpSpPr>
        <p:sp>
          <p:nvSpPr>
            <p:cNvPr id="21176" name="Google Shape;21176;p150"/>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50"/>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150"/>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150"/>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150"/>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150"/>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150"/>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50"/>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150"/>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150"/>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50"/>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50"/>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8" name="Google Shape;21188;p150"/>
          <p:cNvGrpSpPr/>
          <p:nvPr/>
        </p:nvGrpSpPr>
        <p:grpSpPr>
          <a:xfrm>
            <a:off x="2544498" y="4004837"/>
            <a:ext cx="356019" cy="326899"/>
            <a:chOff x="3195213" y="3801858"/>
            <a:chExt cx="297700" cy="273350"/>
          </a:xfrm>
        </p:grpSpPr>
        <p:sp>
          <p:nvSpPr>
            <p:cNvPr id="21189" name="Google Shape;21189;p150"/>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50"/>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150"/>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150"/>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150"/>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150"/>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150"/>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6" name="Google Shape;21196;p150"/>
          <p:cNvGrpSpPr/>
          <p:nvPr/>
        </p:nvGrpSpPr>
        <p:grpSpPr>
          <a:xfrm>
            <a:off x="3247999" y="3991263"/>
            <a:ext cx="356019" cy="356139"/>
            <a:chOff x="3656038" y="3790508"/>
            <a:chExt cx="297700" cy="297800"/>
          </a:xfrm>
        </p:grpSpPr>
        <p:sp>
          <p:nvSpPr>
            <p:cNvPr id="21197" name="Google Shape;21197;p150"/>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50"/>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50"/>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50"/>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50"/>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2" name="Google Shape;21202;p150"/>
          <p:cNvGrpSpPr/>
          <p:nvPr/>
        </p:nvGrpSpPr>
        <p:grpSpPr>
          <a:xfrm>
            <a:off x="4031151" y="3989898"/>
            <a:ext cx="355330" cy="353179"/>
            <a:chOff x="3688251" y="4146473"/>
            <a:chExt cx="355330" cy="353179"/>
          </a:xfrm>
        </p:grpSpPr>
        <p:sp>
          <p:nvSpPr>
            <p:cNvPr id="21203" name="Google Shape;21203;p150"/>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150"/>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5" name="Google Shape;21205;p150"/>
          <p:cNvGrpSpPr/>
          <p:nvPr/>
        </p:nvGrpSpPr>
        <p:grpSpPr>
          <a:xfrm>
            <a:off x="4769597" y="3989948"/>
            <a:ext cx="356019" cy="356019"/>
            <a:chOff x="4673513" y="3789408"/>
            <a:chExt cx="297700" cy="297700"/>
          </a:xfrm>
        </p:grpSpPr>
        <p:sp>
          <p:nvSpPr>
            <p:cNvPr id="21206" name="Google Shape;21206;p150"/>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150"/>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150"/>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9" name="Google Shape;21209;p150"/>
          <p:cNvGrpSpPr/>
          <p:nvPr/>
        </p:nvGrpSpPr>
        <p:grpSpPr>
          <a:xfrm>
            <a:off x="5522189" y="3989948"/>
            <a:ext cx="356019" cy="353179"/>
            <a:chOff x="5175388" y="3789408"/>
            <a:chExt cx="297700" cy="295325"/>
          </a:xfrm>
        </p:grpSpPr>
        <p:sp>
          <p:nvSpPr>
            <p:cNvPr id="21210" name="Google Shape;21210;p150"/>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150"/>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150"/>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3" name="Google Shape;21213;p150"/>
          <p:cNvGrpSpPr/>
          <p:nvPr/>
        </p:nvGrpSpPr>
        <p:grpSpPr>
          <a:xfrm>
            <a:off x="6273377" y="3989230"/>
            <a:ext cx="364570" cy="355750"/>
            <a:chOff x="5676088" y="3788808"/>
            <a:chExt cx="304850" cy="297475"/>
          </a:xfrm>
        </p:grpSpPr>
        <p:sp>
          <p:nvSpPr>
            <p:cNvPr id="21214" name="Google Shape;21214;p150"/>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150"/>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150"/>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50"/>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50"/>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50"/>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0" name="Google Shape;21220;p150"/>
          <p:cNvGrpSpPr/>
          <p:nvPr/>
        </p:nvGrpSpPr>
        <p:grpSpPr>
          <a:xfrm>
            <a:off x="6997507" y="3989948"/>
            <a:ext cx="356019" cy="356737"/>
            <a:chOff x="6154163" y="3789408"/>
            <a:chExt cx="297700" cy="298300"/>
          </a:xfrm>
        </p:grpSpPr>
        <p:sp>
          <p:nvSpPr>
            <p:cNvPr id="21221" name="Google Shape;21221;p150"/>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50"/>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150"/>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150"/>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150"/>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150"/>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50"/>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50"/>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150"/>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150"/>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150"/>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50"/>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50"/>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50"/>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150"/>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150"/>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7" name="Google Shape;21237;p150"/>
          <p:cNvGrpSpPr/>
          <p:nvPr/>
        </p:nvGrpSpPr>
        <p:grpSpPr>
          <a:xfrm>
            <a:off x="7740860" y="3992609"/>
            <a:ext cx="356049" cy="353359"/>
            <a:chOff x="6648313" y="3791633"/>
            <a:chExt cx="297725" cy="295475"/>
          </a:xfrm>
        </p:grpSpPr>
        <p:sp>
          <p:nvSpPr>
            <p:cNvPr id="21238" name="Google Shape;21238;p150"/>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50"/>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50"/>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150"/>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150"/>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3" name="Google Shape;21243;p150"/>
          <p:cNvGrpSpPr/>
          <p:nvPr/>
        </p:nvGrpSpPr>
        <p:grpSpPr>
          <a:xfrm>
            <a:off x="4023373" y="1767816"/>
            <a:ext cx="358172" cy="355332"/>
            <a:chOff x="4176963" y="1931283"/>
            <a:chExt cx="299500" cy="297125"/>
          </a:xfrm>
        </p:grpSpPr>
        <p:sp>
          <p:nvSpPr>
            <p:cNvPr id="21244" name="Google Shape;21244;p150"/>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150"/>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150"/>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150"/>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150"/>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50"/>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50" name="Google Shape;21250;p15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21251" name="Google Shape;21251;p15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255" name="Shape 21255"/>
        <p:cNvGrpSpPr/>
        <p:nvPr/>
      </p:nvGrpSpPr>
      <p:grpSpPr>
        <a:xfrm>
          <a:off x="0" y="0"/>
          <a:ext cx="0" cy="0"/>
          <a:chOff x="0" y="0"/>
          <a:chExt cx="0" cy="0"/>
        </a:xfrm>
      </p:grpSpPr>
      <p:pic>
        <p:nvPicPr>
          <p:cNvPr id="21256" name="Google Shape;21256;p15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eam Building Class for Elementary by Slidesgo">
  <a:themeElements>
    <a:clrScheme name="Simple Light">
      <a:dk1>
        <a:srgbClr val="000000"/>
      </a:dk1>
      <a:lt1>
        <a:srgbClr val="FFFFFF"/>
      </a:lt1>
      <a:dk2>
        <a:srgbClr val="FF6EA7"/>
      </a:dk2>
      <a:lt2>
        <a:srgbClr val="CCB1FE"/>
      </a:lt2>
      <a:accent1>
        <a:srgbClr val="B2F7EF"/>
      </a:accent1>
      <a:accent2>
        <a:srgbClr val="FFE652"/>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